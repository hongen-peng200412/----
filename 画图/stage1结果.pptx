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omments/modernComment_115_E2E8D90D.xml" ContentType="application/vnd.ms-powerpoint.comments+xml"/>
  <Override PartName="/ppt/notesSlides/notesSlide2.xml" ContentType="application/vnd.openxmlformats-officedocument.presentationml.notesSlide+xml"/>
  <Override PartName="/ppt/comments/modernComment_116_888EC281.xml" ContentType="application/vnd.ms-powerpoint.comments+xml"/>
  <Override PartName="/ppt/notesSlides/notesSlide3.xml" ContentType="application/vnd.openxmlformats-officedocument.presentationml.notesSlide+xml"/>
  <Override PartName="/ppt/comments/modernComment_110_1BD9D021.xml" ContentType="application/vnd.ms-powerpoint.comments+xml"/>
  <Override PartName="/ppt/notesSlides/notesSlide4.xml" ContentType="application/vnd.openxmlformats-officedocument.presentationml.notesSlide+xml"/>
  <Override PartName="/ppt/comments/modernComment_111_84853549.xml" ContentType="application/vnd.ms-powerpoint.comments+xml"/>
  <Override PartName="/ppt/notesSlides/notesSlide5.xml" ContentType="application/vnd.openxmlformats-officedocument.presentationml.notesSlide+xml"/>
  <Override PartName="/ppt/comments/modernComment_112_7B2E89F3.xml" ContentType="application/vnd.ms-powerpoint.comments+xml"/>
  <Override PartName="/ppt/notesSlides/notesSlide6.xml" ContentType="application/vnd.openxmlformats-officedocument.presentationml.notesSlide+xml"/>
  <Override PartName="/ppt/comments/modernComment_113_885B2A48.xml" ContentType="application/vnd.ms-powerpoint.comments+xml"/>
  <Override PartName="/ppt/notesSlides/notesSlide7.xml" ContentType="application/vnd.openxmlformats-officedocument.presentationml.notesSlide+xml"/>
  <Override PartName="/ppt/comments/modernComment_103_5FC16D64.xml" ContentType="application/vnd.ms-powerpoint.comments+xml"/>
  <Override PartName="/ppt/notesSlides/notesSlide8.xml" ContentType="application/vnd.openxmlformats-officedocument.presentationml.notesSlide+xml"/>
  <Override PartName="/ppt/comments/modernComment_105_3533980A.xml" ContentType="application/vnd.ms-powerpoint.comments+xml"/>
  <Override PartName="/ppt/notesSlides/notesSlide9.xml" ContentType="application/vnd.openxmlformats-officedocument.presentationml.notesSlide+xml"/>
  <Override PartName="/ppt/comments/modernComment_106_29AA69E6.xml" ContentType="application/vnd.ms-powerpoint.comments+xml"/>
  <Override PartName="/ppt/notesSlides/notesSlide10.xml" ContentType="application/vnd.openxmlformats-officedocument.presentationml.notesSlide+xml"/>
  <Override PartName="/ppt/comments/modernComment_104_6FAB5FBA.xml" ContentType="application/vnd.ms-powerpoint.comments+xml"/>
  <Override PartName="/ppt/notesSlides/notesSlide11.xml" ContentType="application/vnd.openxmlformats-officedocument.presentationml.notesSlide+xml"/>
  <Override PartName="/ppt/comments/modernComment_10D_143D5EED.xml" ContentType="application/vnd.ms-powerpoint.comments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comments/modernComment_117_601C2287.xml" ContentType="application/vnd.ms-powerpoint.comments+xml"/>
  <Override PartName="/ppt/notesSlides/notesSlide20.xml" ContentType="application/vnd.openxmlformats-officedocument.presentationml.notesSlide+xml"/>
  <Override PartName="/ppt/comments/modernComment_118_FD483BD3.xml" ContentType="application/vnd.ms-powerpoint.comments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22"/>
  </p:notesMasterIdLst>
  <p:sldIdLst>
    <p:sldId id="277" r:id="rId2"/>
    <p:sldId id="278" r:id="rId3"/>
    <p:sldId id="272" r:id="rId4"/>
    <p:sldId id="273" r:id="rId5"/>
    <p:sldId id="274" r:id="rId6"/>
    <p:sldId id="275" r:id="rId7"/>
    <p:sldId id="259" r:id="rId8"/>
    <p:sldId id="261" r:id="rId9"/>
    <p:sldId id="262" r:id="rId10"/>
    <p:sldId id="260" r:id="rId11"/>
    <p:sldId id="269" r:id="rId12"/>
    <p:sldId id="256" r:id="rId13"/>
    <p:sldId id="257" r:id="rId14"/>
    <p:sldId id="258" r:id="rId15"/>
    <p:sldId id="263" r:id="rId16"/>
    <p:sldId id="264" r:id="rId17"/>
    <p:sldId id="265" r:id="rId18"/>
    <p:sldId id="266" r:id="rId19"/>
    <p:sldId id="279" r:id="rId20"/>
    <p:sldId id="280" r:id="rId21"/>
  </p:sldIdLst>
  <p:sldSz cx="9525000" cy="88011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D3F71A66-0C34-DF1A-5236-FECDBC820DCB}" name="Hongen Peng" initials="HP" userId="965de47efeb7ffa5" providerId="Windows Live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88452" autoAdjust="0"/>
  </p:normalViewPr>
  <p:slideViewPr>
    <p:cSldViewPr snapToGrid="0">
      <p:cViewPr varScale="1">
        <p:scale>
          <a:sx n="70" d="100"/>
          <a:sy n="70" d="100"/>
        </p:scale>
        <p:origin x="60" y="2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notesMaster" Target="notesMasters/notesMaster1.xml"/><Relationship Id="rId27" Type="http://schemas.microsoft.com/office/2018/10/relationships/authors" Target="authors.xml"/></Relationships>
</file>

<file path=ppt/comments/modernComment_10D_143D5EED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EA30F4CC-54C9-46B7-BBDE-859229F52E8C}" authorId="{D3F71A66-0C34-DF1A-5236-FECDBC820DCB}" created="2026-09-29T10:02:48.047">
    <pc:sldMkLst xmlns:pc="http://schemas.microsoft.com/office/powerpoint/2013/main/command">
      <pc:docMk/>
      <pc:sldMk cId="339566317" sldId="269"/>
    </pc:sldMkLst>
    <p188:pos x="0" y="0"/>
    <p188:txBody>
      <a:bodyPr/>
      <a:lstStyle/>
      <a:p>
        <a:r>
          <a:rPr lang="zh-CN" altLang="en-US"/>
          <a:t>@@stage1-cases</a:t>
        </a:r>
      </a:p>
    </p188:txBody>
  </p188:cm>
  <p188:cm id="{54B1C2F2-11DD-4E1B-8553-1BA025FD8633}" authorId="{D3F71A66-0C34-DF1A-5236-FECDBC820DCB}" created="2026-09-29T10:02:48.186">
    <pc:sldMkLst xmlns:pc="http://schemas.microsoft.com/office/powerpoint/2013/main/command">
      <pc:docMk/>
      <pc:sldMk cId="339566317" sldId="269"/>
    </pc:sldMkLst>
    <p188:pos x="0" y="0"/>
    <p188:txBody>
      <a:bodyPr/>
      <a:lstStyle/>
      <a:p>
        <a:r>
          <a:rPr lang="zh-CN" altLang="en-US"/>
          <a:t>Two deliberately selected test_0 examples, not a representative estimate of overall performance. 9z3d / SAH auth A:801 (occurrence 0); 9hjx / NAP auth B:500 (occurrence 0). Find_1 Gaussian results from f2_centered_gaussian_macro_selected; Emap2lig official Find-Li. All panels use real downloaded frozen outputs. The target is the formally selected blob with the largest intersection with occurrence 0. GT reference is not a model input. Other selected candidates remain embedded in the .cxs sessions, with separate all-selected views. Source paths and hashes: source_manifest.json in 画图/画图代码/stage1/case_study_20260922. Full workflow: README.md in that directory. Exact image camera states: 9z3d/camera.json and 9hjx/camera.json beside this deck. UCSF ChimeraX 1.10.1 installation, density contour_canonical, unmodified canonical grid, prediction binary isosurface 0.5. Labels and layout are editable in PowerPoint; molecular geometry and density are editable in the self-contained ChimeraX .cxs files.</a:t>
        </a:r>
      </a:p>
    </p188:txBody>
  </p188:cm>
</p188:cmLst>
</file>

<file path=ppt/comments/modernComment_103_5FC16D64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6A0F771A-3291-42F9-A06B-3A86A0A5FC62}" authorId="{D3F71A66-0C34-DF1A-5236-FECDBC820DCB}" created="2026-09-29T08:25:24.784">
    <pc:sldMkLst xmlns:pc="http://schemas.microsoft.com/office/powerpoint/2013/main/command">
      <pc:docMk/>
      <pc:sldMk cId="1606511972" sldId="259"/>
    </pc:sldMkLst>
    <p188:txBody>
      <a:bodyPr/>
      <a:lstStyle/>
      <a:p>
        <a:r>
          <a:rPr lang="zh-CN" altLang="en-US"/>
          <a:t>Source metrics (read-only server files):
GT_gaussian: /storage/penghongen/AdaLigand_stage1_inference/Find_1/真实受体/artifacts/Find_1/held_out_test_0/evaluation/f2_centered_gaussian_macro_selected.metrics.json
SHA256: f7ef612da12b62a14f2f92de37f966b2dc34807c3122a68084616743a0d73fd6
GT_basic: /storage/penghongen/AdaLigand_stage1_inference/Find_1/真实受体/artifacts/Find_1/held_out_test_0/evaluation/f1_blobs_basic_macro_selected.metrics.json
SHA256: 1288b47f69e2fc66fc217a47d13032343cef6ea92ea96a20888bfede9ff94b80
Cryo_gaussian: /storage/penghongen/AdaLigand_stage1_inference/Find_1/CryoAtom2受体/artifacts/Find_1/held_out_test_0/evaluation/f2_centered_gaussian_macro_selected.metrics.json
SHA256: 0a2c5878640d254efadfadd76e01852514d2200364169bd33f17604759f9b7f3
Cryo_basic: /storage/penghongen/AdaLigand_stage1_inference/Find_1/CryoAtom2受体/artifacts/Find_1/held_out_test_0/evaluation/f1_blobs_basic_macro_selected.metrics.json
SHA256: 3bc148c7035000d685850300ca113d506ca37d38d0f26fa5db47ba4ca31e6924
unet_F1: /storage/penghongen/AdaLigand_stage1_inference/UNET/unet_c1_pdb_centric_v2/artifacts/unet_c1/held_out_test_0/evaluation/f1_blobs_basic_macro_selected.metrics.json
SHA256: 4b216227a8b9d8b528afd8d610ddf48c4bafb95bfdaa71471ec647dedbaf765e
Emap2lig: /storage/penghongen/AdaLigand_stage1_inference/Emap2lig/official_find_li/held_out_test_0/evaluation/official_find_li.metrics.json
SHA256: 19a0bca8380ea2ea708cc0eb1b1867b8d7b4c2c94e6c810bdeed6446a361d100
Source data: source_data_test0_macro.csv. The same unet_c1 baseline is retained in the GT and CryoAtom2 ablation figures.</a:t>
        </a:r>
      </a:p>
    </p188:txBody>
  </p188:cm>
  <p188:cm id="{E8DBDAB6-CCA3-4476-B5E1-2739DA74F48E}" authorId="{D3F71A66-0C34-DF1A-5236-FECDBC820DCB}" created="2026-09-29T08:25:58.542">
    <pc:sldMkLst xmlns:pc="http://schemas.microsoft.com/office/powerpoint/2013/main/command">
      <pc:docMk/>
      <pc:sldMk cId="1606511972" sldId="259"/>
    </pc:sldMkLst>
    <p188:txBody>
      <a:bodyPr/>
      <a:lstStyle/>
      <a:p>
        <a:r>
          <a:rPr lang="zh-CN" altLang="en-US"/>
          <a:t>@@stage1全测试集条形图</a:t>
        </a:r>
      </a:p>
    </p188:txBody>
  </p188:cm>
</p188:cmLst>
</file>

<file path=ppt/comments/modernComment_104_6FAB5FBA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9BCE6361-F410-4A26-917F-E0FC0E68AD2A}" authorId="{D3F71A66-0C34-DF1A-5236-FECDBC820DCB}" created="2026-09-29T09:16:02.245">
    <pc:sldMkLst xmlns:pc="http://schemas.microsoft.com/office/powerpoint/2013/main/command">
      <pc:docMk/>
      <pc:sldMk cId="1873502138" sldId="260"/>
    </pc:sldMkLst>
    <p188:txBody>
      <a:bodyPr/>
      <a:lstStyle/>
      <a:p>
        <a:r>
          <a:rPr lang="zh-CN" altLang="en-US"/>
          <a:t>Source metrics (read-only server files):
GT_gaussian: /storage/penghongen/AdaLigand_stage1_inference/Find_1/真实受体/artifacts/Find_1/held_out_test_0/evaluation/f2_centered_gaussian_macro_selected.metrics.json
SHA256: f7ef612da12b62a14f2f92de37f966b2dc34807c3122a68084616743a0d73fd6
GT_basic: /storage/penghongen/AdaLigand_stage1_inference/Find_1/真实受体/artifacts/Find_1/held_out_test_0/evaluation/f1_blobs_basic_macro_selected.metrics.json
SHA256: 1288b47f69e2fc66fc217a47d13032343cef6ea92ea96a20888bfede9ff94b80
Cryo_gaussian: /storage/penghongen/AdaLigand_stage1_inference/Find_1/CryoAtom2受体/artifacts/Find_1/held_out_test_0/evaluation/f2_centered_gaussian_macro_selected.metrics.json
SHA256: 0a2c5878640d254efadfadd76e01852514d2200364169bd33f17604759f9b7f3
Cryo_basic: /storage/penghongen/AdaLigand_stage1_inference/Find_1/CryoAtom2受体/artifacts/Find_1/held_out_test_0/evaluation/f1_blobs_basic_macro_selected.metrics.json
SHA256: 3bc148c7035000d685850300ca113d506ca37d38d0f26fa5db47ba4ca31e6924
unet_F1: /storage/penghongen/AdaLigand_stage1_inference/UNET/unet_c1_pdb_centric_v2/artifacts/unet_c1/held_out_test_0/evaluation/f1_blobs_basic_macro_selected.metrics.json
SHA256: 4b216227a8b9d8b528afd8d610ddf48c4bafb95bfdaa71471ec647dedbaf765e
Emap2lig: /storage/penghongen/AdaLigand_stage1_inference/Emap2lig/official_find_li/held_out_test_0/evaluation/official_find_li.metrics.json
SHA256: 19a0bca8380ea2ea708cc0eb1b1867b8d7b4c2c94e6c810bdeed6446a361d100
Source data: source_data_test0_macro.csv. The same unet_c1 baseline is retained in the GT and CryoAtom2 ablation figures.</a:t>
        </a:r>
      </a:p>
    </p188:txBody>
  </p188:cm>
  <p188:cm id="{1F585B69-361F-45AF-89EA-7B681878F065}" authorId="{D3F71A66-0C34-DF1A-5236-FECDBC820DCB}" created="2026-09-29T10:02:48.298">
    <pc:sldMkLst xmlns:pc="http://schemas.microsoft.com/office/powerpoint/2013/main/command">
      <pc:docMk/>
      <pc:sldMk cId="1873502138" sldId="260"/>
    </pc:sldMkLst>
    <p188:pos x="0" y="0"/>
    <p188:txBody>
      <a:bodyPr/>
      <a:lstStyle/>
      <a:p>
        <a:r>
          <a:rPr lang="zh-CN" altLang="en-US"/>
          <a:t>@@stage1-legacy-pr-distribution</a:t>
        </a:r>
      </a:p>
    </p188:txBody>
  </p188:cm>
</p188:cmLst>
</file>

<file path=ppt/comments/modernComment_105_3533980A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ADED8415-DF19-4196-BA38-44E714163D00}" authorId="{D3F71A66-0C34-DF1A-5236-FECDBC820DCB}" created="2026-09-29T08:26:35.932">
    <pc:sldMkLst xmlns:pc="http://schemas.microsoft.com/office/powerpoint/2013/main/command">
      <pc:docMk/>
      <pc:sldMk cId="892573706" sldId="261"/>
    </pc:sldMkLst>
    <p188:txBody>
      <a:bodyPr/>
      <a:lstStyle/>
      <a:p>
        <a:r>
          <a:rPr lang="zh-CN" altLang="en-US"/>
          <a:t>@@stage1全测试集头对头语义PRAUC</a:t>
        </a:r>
      </a:p>
    </p188:txBody>
  </p188:cm>
  <p188:cm id="{DFBB8D13-9E87-4655-BE30-50857892D7F0}" authorId="{D3F71A66-0C34-DF1A-5236-FECDBC820DCB}" created="2026-09-29T08:26:52.922">
    <pc:sldMkLst xmlns:pc="http://schemas.microsoft.com/office/powerpoint/2013/main/command">
      <pc:docMk/>
      <pc:sldMk cId="892573706" sldId="261"/>
    </pc:sldMkLst>
    <p188:txBody>
      <a:bodyPr/>
      <a:lstStyle/>
      <a:p>
        <a:r>
          <a:rPr lang="zh-CN" altLang="en-US"/>
          <a:t>Source metrics (read-only server files):
GT_gaussian: /storage/penghongen/AdaLigand_stage1_inference/Find_1/真实受体/artifacts/Find_1/held_out_test_0/evaluation/f2_centered_gaussian_macro_selected.metrics.json
SHA256: f7ef612da12b62a14f2f92de37f966b2dc34807c3122a68084616743a0d73fd6
GT_basic: /storage/penghongen/AdaLigand_stage1_inference/Find_1/真实受体/artifacts/Find_1/held_out_test_0/evaluation/f1_blobs_basic_macro_selected.metrics.json
SHA256: 1288b47f69e2fc66fc217a47d13032343cef6ea92ea96a20888bfede9ff94b80
Cryo_gaussian: /storage/penghongen/AdaLigand_stage1_inference/Find_1/CryoAtom2受体/artifacts/Find_1/held_out_test_0/evaluation/f2_centered_gaussian_macro_selected.metrics.json
SHA256: 0a2c5878640d254efadfadd76e01852514d2200364169bd33f17604759f9b7f3
Cryo_basic: /storage/penghongen/AdaLigand_stage1_inference/Find_1/CryoAtom2受体/artifacts/Find_1/held_out_test_0/evaluation/f1_blobs_basic_macro_selected.metrics.json
SHA256: 3bc148c7035000d685850300ca113d506ca37d38d0f26fa5db47ba4ca31e6924
unet_F1: /storage/penghongen/AdaLigand_stage1_inference/UNET/unet_c1_pdb_centric_v2/artifacts/unet_c1/held_out_test_0/evaluation/f1_blobs_basic_macro_selected.metrics.json
SHA256: 4b216227a8b9d8b528afd8d610ddf48c4bafb95bfdaa71471ec647dedbaf765e
Emap2lig: /storage/penghongen/AdaLigand_stage1_inference/Emap2lig/official_find_li/held_out_test_0/evaluation/official_find_li.metrics.json
SHA256: 19a0bca8380ea2ea708cc0eb1b1867b8d7b4c2c94e6c810bdeed6446a361d100
Source data: source_data_test0_macro.csv. The same unet_c1 baseline is retained in the GT and CryoAtom2 ablation figures.</a:t>
        </a:r>
      </a:p>
    </p188:txBody>
  </p188:cm>
</p188:cmLst>
</file>

<file path=ppt/comments/modernComment_106_29AA69E6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E048B3F7-D34E-4ACC-90F5-D54FA713562B}" authorId="{D3F71A66-0C34-DF1A-5236-FECDBC820DCB}" created="2026-09-29T08:27:22.515">
    <pc:sldMkLst xmlns:pc="http://schemas.microsoft.com/office/powerpoint/2013/main/command">
      <pc:docMk/>
      <pc:sldMk cId="699034086" sldId="262"/>
    </pc:sldMkLst>
    <p188:txBody>
      <a:bodyPr/>
      <a:lstStyle/>
      <a:p>
        <a:r>
          <a:rPr lang="zh-CN" altLang="en-US"/>
          <a:t>@@stage1全测试集头对头1to10.3PRAUC</a:t>
        </a:r>
      </a:p>
    </p188:txBody>
  </p188:cm>
  <p188:cm id="{650C7BA0-7CAF-4867-BD4B-7CBB177B6E26}" authorId="{D3F71A66-0C34-DF1A-5236-FECDBC820DCB}" created="2026-09-29T08:27:34.832">
    <pc:sldMkLst xmlns:pc="http://schemas.microsoft.com/office/powerpoint/2013/main/command">
      <pc:docMk/>
      <pc:sldMk cId="699034086" sldId="262"/>
    </pc:sldMkLst>
    <p188:txBody>
      <a:bodyPr/>
      <a:lstStyle/>
      <a:p>
        <a:r>
          <a:rPr lang="zh-CN" altLang="en-US"/>
          <a:t>Source metrics (read-only server files):
GT_gaussian: /storage/penghongen/AdaLigand_stage1_inference/Find_1/真实受体/artifacts/Find_1/held_out_test_0/evaluation/f2_centered_gaussian_macro_selected.metrics.json
SHA256: f7ef612da12b62a14f2f92de37f966b2dc34807c3122a68084616743a0d73fd6
GT_basic: /storage/penghongen/AdaLigand_stage1_inference/Find_1/真实受体/artifacts/Find_1/held_out_test_0/evaluation/f1_blobs_basic_macro_selected.metrics.json
SHA256: 1288b47f69e2fc66fc217a47d13032343cef6ea92ea96a20888bfede9ff94b80
Cryo_gaussian: /storage/penghongen/AdaLigand_stage1_inference/Find_1/CryoAtom2受体/artifacts/Find_1/held_out_test_0/evaluation/f2_centered_gaussian_macro_selected.metrics.json
SHA256: 0a2c5878640d254efadfadd76e01852514d2200364169bd33f17604759f9b7f3
Cryo_basic: /storage/penghongen/AdaLigand_stage1_inference/Find_1/CryoAtom2受体/artifacts/Find_1/held_out_test_0/evaluation/f1_blobs_basic_macro_selected.metrics.json
SHA256: 3bc148c7035000d685850300ca113d506ca37d38d0f26fa5db47ba4ca31e6924
unet_F1: /storage/penghongen/AdaLigand_stage1_inference/UNET/unet_c1_pdb_centric_v2/artifacts/unet_c1/held_out_test_0/evaluation/f1_blobs_basic_macro_selected.metrics.json
SHA256: 4b216227a8b9d8b528afd8d610ddf48c4bafb95bfdaa71471ec647dedbaf765e
Emap2lig: /storage/penghongen/AdaLigand_stage1_inference/Emap2lig/official_find_li/held_out_test_0/evaluation/official_find_li.metrics.json
SHA256: 19a0bca8380ea2ea708cc0eb1b1867b8d7b4c2c94e6c810bdeed6446a361d100
Source data: source_data_test0_macro.csv. The same unet_c1 baseline is retained in the GT and CryoAtom2 ablation figures.</a:t>
        </a:r>
      </a:p>
    </p188:txBody>
  </p188:cm>
</p188:cmLst>
</file>

<file path=ppt/comments/modernComment_110_1BD9D021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D82A0A72-0F26-459B-AFBC-68E7622B5A5A}" authorId="{D3F71A66-0C34-DF1A-5236-FECDBC820DCB}" created="2026-09-29T10:02:47.994">
    <pc:sldMkLst xmlns:pc="http://schemas.microsoft.com/office/powerpoint/2013/main/command">
      <pc:docMk/>
      <pc:sldMk cId="467259425" sldId="272"/>
    </pc:sldMkLst>
    <p188:pos x="0" y="0"/>
    <p188:txBody>
      <a:bodyPr/>
      <a:lstStyle/>
      <a:p>
        <a:r>
          <a:rPr lang="zh-CN" altLang="en-US"/>
          <a:t>@@stage1-c-full-paired</a:t>
        </a:r>
      </a:p>
    </p188:txBody>
  </p188:cm>
  <p188:cm id="{2351E5B8-2049-4E2C-8287-391FF584EEE9}" authorId="{D3F71A66-0C34-DF1A-5236-FECDBC820DCB}" created="2026-09-29T10:02:47.996">
    <pc:sldMkLst xmlns:pc="http://schemas.microsoft.com/office/powerpoint/2013/main/command">
      <pc:docMk/>
      <pc:sldMk cId="467259425" sldId="272"/>
    </pc:sldMkLst>
    <p188:pos x="0" y="0"/>
    <p188:txBody>
      <a:bodyPr/>
      <a:lstStyle/>
      <a:p>
        <a:r>
          <a:rPr lang="zh-CN" altLang="en-US"/>
          <a:t>绘图代码：画图/画图代码/stage1/main_sixpanel_20260929；科学计算：science/compute_small_pr.py 与 science/prepare_plot_data.py；绘图：plot_figures.py。逐 PDB 数据、源路径与摘要：画图/formal/Stage1_main_sixpanel_20260929/data/server_metrics_and_pr.json。服务器只读来源：/storage/penghongen/AdaLigand_stage1_inference/small_molecule_only/test_0/。</a:t>
        </a:r>
      </a:p>
    </p188:txBody>
  </p188:cm>
</p188:cmLst>
</file>

<file path=ppt/comments/modernComment_111_84853549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6D902DE2-F7E0-45B9-A766-4306C46E3EE5}" authorId="{D3F71A66-0C34-DF1A-5236-FECDBC820DCB}" created="2026-09-29T10:02:48.003">
    <pc:sldMkLst xmlns:pc="http://schemas.microsoft.com/office/powerpoint/2013/main/command">
      <pc:docMk/>
      <pc:sldMk cId="2223322441" sldId="273"/>
    </pc:sldMkLst>
    <p188:pos x="0" y="0"/>
    <p188:txBody>
      <a:bodyPr/>
      <a:lstStyle/>
      <a:p>
        <a:r>
          <a:rPr lang="zh-CN" altLang="en-US"/>
          <a:t>@@stage1-d-small-paired</a:t>
        </a:r>
      </a:p>
    </p188:txBody>
  </p188:cm>
  <p188:cm id="{40246020-388A-4F54-807D-6FD08DD69D71}" authorId="{D3F71A66-0C34-DF1A-5236-FECDBC820DCB}" created="2026-09-29T10:02:48.005">
    <pc:sldMkLst xmlns:pc="http://schemas.microsoft.com/office/powerpoint/2013/main/command">
      <pc:docMk/>
      <pc:sldMk cId="2223322441" sldId="273"/>
    </pc:sldMkLst>
    <p188:pos x="0" y="0"/>
    <p188:txBody>
      <a:bodyPr/>
      <a:lstStyle/>
      <a:p>
        <a:r>
          <a:rPr lang="zh-CN" altLang="en-US"/>
          <a:t>绘图代码：画图/画图代码/stage1/main_sixpanel_20260929；科学计算：science/compute_small_pr.py 与 science/prepare_plot_data.py；绘图：plot_figures.py。逐 PDB 数据、源路径与摘要：画图/formal/Stage1_main_sixpanel_20260929/data/server_metrics_and_pr.json。服务器只读来源：/storage/penghongen/AdaLigand_stage1_inference/small_molecule_only/test_0/。</a:t>
        </a:r>
      </a:p>
    </p188:txBody>
  </p188:cm>
</p188:cmLst>
</file>

<file path=ppt/comments/modernComment_112_7B2E89F3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61EEE819-09EA-45BB-BFD6-30EF6992A900}" authorId="{D3F71A66-0C34-DF1A-5236-FECDBC820DCB}" created="2026-09-29T10:02:48.011">
    <pc:sldMkLst xmlns:pc="http://schemas.microsoft.com/office/powerpoint/2013/main/command">
      <pc:docMk/>
      <pc:sldMk cId="2066647539" sldId="274"/>
    </pc:sldMkLst>
    <p188:pos x="0" y="0"/>
    <p188:txBody>
      <a:bodyPr/>
      <a:lstStyle/>
      <a:p>
        <a:r>
          <a:rPr lang="zh-CN" altLang="en-US"/>
          <a:t>@@stage1-e-full-violin</a:t>
        </a:r>
      </a:p>
    </p188:txBody>
  </p188:cm>
  <p188:cm id="{2C2AF7FC-804A-4E44-A7A5-B19BFA868E85}" authorId="{D3F71A66-0C34-DF1A-5236-FECDBC820DCB}" created="2026-09-29T10:02:48.013">
    <pc:sldMkLst xmlns:pc="http://schemas.microsoft.com/office/powerpoint/2013/main/command">
      <pc:docMk/>
      <pc:sldMk cId="2066647539" sldId="274"/>
    </pc:sldMkLst>
    <p188:pos x="0" y="0"/>
    <p188:txBody>
      <a:bodyPr/>
      <a:lstStyle/>
      <a:p>
        <a:r>
          <a:rPr lang="zh-CN" altLang="en-US"/>
          <a:t>绘图代码：画图/画图代码/stage1/main_sixpanel_20260929；科学计算：science/compute_small_pr.py 与 science/prepare_plot_data.py；绘图：plot_figures.py。逐 PDB 数据、源路径与摘要：画图/formal/Stage1_main_sixpanel_20260929/data/server_metrics_and_pr.json。服务器只读来源：/storage/penghongen/AdaLigand_stage1_inference/small_molecule_only/test_0/。</a:t>
        </a:r>
      </a:p>
    </p188:txBody>
  </p188:cm>
</p188:cmLst>
</file>

<file path=ppt/comments/modernComment_113_885B2A48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A499DFB6-6E58-41D5-AD61-FC688EE5C524}" authorId="{D3F71A66-0C34-DF1A-5236-FECDBC820DCB}" created="2026-09-29T10:02:48.018">
    <pc:sldMkLst xmlns:pc="http://schemas.microsoft.com/office/powerpoint/2013/main/command">
      <pc:docMk/>
      <pc:sldMk cId="2287675976" sldId="275"/>
    </pc:sldMkLst>
    <p188:pos x="0" y="0"/>
    <p188:txBody>
      <a:bodyPr/>
      <a:lstStyle/>
      <a:p>
        <a:r>
          <a:rPr lang="zh-CN" altLang="en-US"/>
          <a:t>@@stage1-f-small-violin</a:t>
        </a:r>
      </a:p>
    </p188:txBody>
  </p188:cm>
  <p188:cm id="{D601FD47-E867-4F7F-A010-DAFF86016963}" authorId="{D3F71A66-0C34-DF1A-5236-FECDBC820DCB}" created="2026-09-29T10:02:48.021">
    <pc:sldMkLst xmlns:pc="http://schemas.microsoft.com/office/powerpoint/2013/main/command">
      <pc:docMk/>
      <pc:sldMk cId="2287675976" sldId="275"/>
    </pc:sldMkLst>
    <p188:pos x="0" y="0"/>
    <p188:txBody>
      <a:bodyPr/>
      <a:lstStyle/>
      <a:p>
        <a:r>
          <a:rPr lang="zh-CN" altLang="en-US"/>
          <a:t>绘图代码：画图/画图代码/stage1/main_sixpanel_20260929；科学计算：science/compute_small_pr.py 与 science/prepare_plot_data.py；绘图：plot_figures.py。逐 PDB 数据、源路径与摘要：画图/formal/Stage1_main_sixpanel_20260929/data/server_metrics_and_pr.json。服务器只读来源：/storage/penghongen/AdaLigand_stage1_inference/small_molecule_only/test_0/。</a:t>
        </a:r>
      </a:p>
    </p188:txBody>
  </p188:cm>
</p188:cmLst>
</file>

<file path=ppt/comments/modernComment_115_E2E8D90D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7C40F793-74DA-4AA4-88A9-C34E265EBB2C}" authorId="{D3F71A66-0C34-DF1A-5236-FECDBC820DCB}" created="2026-09-30T11:03:49.844">
    <pc:sldMkLst xmlns:pc="http://schemas.microsoft.com/office/powerpoint/2013/main/command">
      <pc:docMk/>
      <pc:sldMk cId="3806910733" sldId="277"/>
    </pc:sldMkLst>
    <p188:pos x="0" y="0"/>
    <p188:txBody>
      <a:bodyPr/>
      <a:lstStyle/>
      <a:p>
        <a:r>
          <a:rPr lang="zh-CN" altLang="en-US"/>
          <a:t>@@stage1-a-full-bar</a:t>
        </a:r>
      </a:p>
    </p188:txBody>
  </p188:cm>
  <p188:cm id="{C8E06A7F-45D4-4D74-BE98-66F8A8B59CAE}" authorId="{D3F71A66-0C34-DF1A-5236-FECDBC820DCB}" created="2026-09-30T11:03:49.845">
    <pc:sldMkLst xmlns:pc="http://schemas.microsoft.com/office/powerpoint/2013/main/command">
      <pc:docMk/>
      <pc:sldMk cId="3806910733" sldId="277"/>
    </pc:sldMkLst>
    <p188:pos x="0" y="0"/>
    <p188:txBody>
      <a:bodyPr/>
      <a:lstStyle/>
      <a:p>
        <a:r>
          <a:rPr lang="zh-CN" altLang="en-US"/>
          <a:t>图 2 的第三组指标改为 one-to-one PRAUC@0.5；数据与代码：画图/画图代码/stage1/main_sixpanel_20260929/science/replace_tau05.py，画图/formal/Stage1_main_sixpanel_20260929/v4/data/。原始服务器评估结果只读。</a:t>
        </a:r>
      </a:p>
    </p188:txBody>
  </p188:cm>
</p188:cmLst>
</file>

<file path=ppt/comments/modernComment_116_888EC281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7EFF26B5-FBB0-4141-B199-2A341311D74E}" authorId="{D3F71A66-0C34-DF1A-5236-FECDBC820DCB}" created="2026-09-30T11:03:49.848">
    <pc:sldMkLst xmlns:pc="http://schemas.microsoft.com/office/powerpoint/2013/main/command">
      <pc:docMk/>
      <pc:sldMk cId="2291057281" sldId="278"/>
    </pc:sldMkLst>
    <p188:pos x="0" y="0"/>
    <p188:txBody>
      <a:bodyPr/>
      <a:lstStyle/>
      <a:p>
        <a:r>
          <a:rPr lang="zh-CN" altLang="en-US"/>
          <a:t>@@stage1-b-small-bar</a:t>
        </a:r>
      </a:p>
    </p188:txBody>
  </p188:cm>
  <p188:cm id="{B4592468-C613-423D-9677-B1D1E8694D02}" authorId="{D3F71A66-0C34-DF1A-5236-FECDBC820DCB}" created="2026-09-30T11:03:49.849">
    <pc:sldMkLst xmlns:pc="http://schemas.microsoft.com/office/powerpoint/2013/main/command">
      <pc:docMk/>
      <pc:sldMk cId="2291057281" sldId="278"/>
    </pc:sldMkLst>
    <p188:pos x="0" y="0"/>
    <p188:txBody>
      <a:bodyPr/>
      <a:lstStyle/>
      <a:p>
        <a:r>
          <a:rPr lang="zh-CN" altLang="en-US"/>
          <a:t>图 2 的第三组指标改为 one-to-one PRAUC@0.5；数据与代码：画图/画图代码/stage1/main_sixpanel_20260929/science/replace_tau05.py，画图/formal/Stage1_main_sixpanel_20260929/v4/data/。原始服务器评估结果只读。</a:t>
        </a:r>
      </a:p>
    </p188:txBody>
  </p188:cm>
</p188:cmLst>
</file>

<file path=ppt/comments/modernComment_117_601C2287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8D20FAFA-0B28-4A16-B0AB-40C8314F5A78}" authorId="{D3F71A66-0C34-DF1A-5236-FECDBC820DCB}" created="2026-09-30T11:03:49.851">
    <pc:sldMkLst xmlns:pc="http://schemas.microsoft.com/office/powerpoint/2013/main/command">
      <pc:docMk/>
      <pc:sldMk cId="1612456583" sldId="279"/>
    </pc:sldMkLst>
    <p188:pos x="0" y="0"/>
    <p188:txBody>
      <a:bodyPr/>
      <a:lstStyle/>
      <a:p>
        <a:r>
          <a:rPr lang="zh-CN" altLang="en-US"/>
          <a:t>@@stage1-main-sixpanel</a:t>
        </a:r>
      </a:p>
    </p188:txBody>
  </p188:cm>
  <p188:cm id="{B77B6B04-C74A-4A30-A2C2-0B5E9551B6DA}" authorId="{D3F71A66-0C34-DF1A-5236-FECDBC820DCB}" created="2026-09-30T11:03:49.852">
    <pc:sldMkLst xmlns:pc="http://schemas.microsoft.com/office/powerpoint/2013/main/command">
      <pc:docMk/>
      <pc:sldMk cId="1612456583" sldId="279"/>
    </pc:sldMkLst>
    <p188:pos x="0" y="0"/>
    <p188:txBody>
      <a:bodyPr/>
      <a:lstStyle/>
      <a:p>
        <a:r>
          <a:rPr lang="zh-CN" altLang="en-US"/>
          <a:t>图 2 的第三组指标改为 one-to-one PRAUC@0.5；数据与代码：画图/画图代码/stage1/main_sixpanel_20260929/science/replace_tau05.py，画图/formal/Stage1_main_sixpanel_20260929/v4/data/。原始服务器评估结果只读。</a:t>
        </a:r>
      </a:p>
    </p188:txBody>
  </p188:cm>
  <p188:cm id="{FFA79300-DE28-4742-A5B4-7BA30D78D5D5}" authorId="{D3F71A66-0C34-DF1A-5236-FECDBC820DCB}" created="2026-10-22T15:53:22.978Z">
    <pc:sldMkLst xmlns:pc="http://schemas.microsoft.com/office/powerpoint/2013/main/command">
      <pc:docMk/>
      <pc:sldMk cId="1612456583" sldId="279"/>
    </pc:sldMkLst>
    <p188:pos x="0" y="0"/>
    <p188:txBody>
      <a:bodyPr/>
      <a:lstStyle/>
      <a:p>
        <a:r>
          <a:t>PROVENANCE v1</a:t>
        </a:r>
      </a:p>
      <a:p>
        <a:r>
          <a:t>id: stage1-main-sixpanel</a:t>
        </a:r>
      </a:p>
      <a:p>
        <a:r>
          <a:t>source: 画图/画图代码/stage1/calculate/图表追溯.md</a:t>
        </a:r>
      </a:p>
      <a:p>
        <a:r>
          <a:t/>
        </a:r>
      </a:p>
      <a:p>
        <a:r>
          <a:t>## stage1-main-sixpanel｜Find 与 Emap2lig-Find 的六面板比较</a:t>
        </a:r>
      </a:p>
      <a:p>
        <a:r>
          <a:t/>
        </a:r>
      </a:p>
      <a:p>
        <a:r>
          <a:t>**共享关系与本图选择。** 本图与`@@ligandseek2-vs-ligandseek1`关联的共享代码位于 `stage1/calculate/stage1-main-sixpanel/`。两图只共享svg_to_scene.py的显示几何转换及其配置导入；两代比较的成员、科学数值、布局与bootstrap在自己的程序中，不与主六面板共同计算模型结果。 本次完整入口按稳定图名 `stage1-main-sixpanel` 选择图或所在共享图组。</a:t>
        </a:r>
      </a:p>
      <a:p>
        <a:r>
          <a:t/>
        </a:r>
      </a:p>
      <a:p>
        <a:r>
          <a:t>**清空temp后的完整重建。** 从仓库根执行 `python -X utf8 -B 转换工具/ops/rebuild_figures.py --figure stage1-main-sixpanel`。入口顺序运行必要的数据准备、绘图／原生渲染、场景运输和PPT装配，始终屏蔽所有旧temp读取；同一次运行产生的中间文件可以继续使用。冻结实验输入与作者原生素材只从长期目录读取，图稿、命令日志、现场读取记录、`receipt.json`和含本图的`rebuilt.pptx`统一位于新建的 `temp/figure_rebuild/&lt;运行号&gt;/&lt;图名&gt;/`。正式图形不被覆盖；作者双语备注与本条来源说明写入新候选。</a:t>
        </a:r>
      </a:p>
      <a:p>
        <a:r>
          <a:t/>
        </a:r>
      </a:p>
      <a:p>
        <a:r>
          <a:t/>
        </a:r>
      </a:p>
      <a:p>
        <a:r>
          <a:t>本图位于中英文正文 Stage 1 结果，左列为 179 个 PDB 的全配体，右列为 94 个含小分子的 PDB、821 个实例。全配体共有 2,502 个真实实例。GT、Cryo、Emap 源键分别对应沉积受体 Find、CryoAtom2 受体 Find 和 Emap2lig 官方 Find/Li。不能把右列当作 Build 的 77 PDB／446 实例集合。</a:t>
        </a:r>
      </a:p>
      <a:p>
        <a:r>
          <a:t/>
        </a:r>
      </a:p>
      <a:p>
        <a:r>
          <a:t>直接制图函数为 `stage1/calculate/stage1-main-sixpanel/plot_figures.py::draw_panel(fig, kind, cohort, rect)`，三个 kind 是 `bar/paired/violin`。柱高和误差线只读取冻结的 `bars.mean/lower/upper`；点只读取逐 PDB 的 `values`；配对比较使用 Cryo 与 Emap 的 `oto03`；小提琴读取已算好的 `distribution`。同一函数服务六个单图与联图，联图稳定图名为 `stage1-main-sixpanel`。SVG 经 `svg_to_scene.py::convert()` 转为原生场景，再由 `build_deck.mjs` 装入 PPT。正式 PPT 保留作者的手工编辑，重新生成时先写候选图集。</a:t>
        </a:r>
      </a:p>
      <a:p>
        <a:r>
          <a:t/>
        </a:r>
      </a:p>
      <a:p>
        <a:r>
          <a:t>完整数值链是：</a:t>
        </a:r>
      </a:p>
      <a:p>
        <a:r>
          <a:t/>
        </a:r>
      </a:p>
      <a:p>
        <a:r>
          <a:t>```text</a:t>
        </a:r>
      </a:p>
      <a:p>
        <a:r>
          <a:t>data/server_metrics_and_pr.json</a:t>
        </a:r>
      </a:p>
      <a:p>
        <a:r>
          <a:t>→ science/prepare_plot_data.py（最初统计 0.6 档）</a:t>
        </a:r>
      </a:p>
      <a:p>
        <a:r>
          <a:t>→ science/replace_tau05.py（只将第三柱指标替换成 0.5 档）</a:t>
        </a:r>
      </a:p>
      <a:p>
        <a:r>
          <a:t>→ v4/data/plot_data.json</a:t>
        </a:r>
      </a:p>
      <a:p>
        <a:r>
          <a:t>→ v5/data/plot_data.json（统计不变，只更新显示名称）</a:t>
        </a:r>
      </a:p>
      <a:p>
        <a:r>
          <a:t>→ plot_figures.py::draw_panel</a:t>
        </a:r>
      </a:p>
      <a:p>
        <a:r>
          <a:t>→ svg_to_scene.py::convert → build_deck.mjs → 当前 PPT</a:t>
        </a:r>
      </a:p>
      <a:p>
        <a:r>
          <a:t>```</a:t>
        </a:r>
      </a:p>
      <a:p>
        <a:r>
          <a:t/>
        </a:r>
      </a:p>
      <a:p>
        <a:r>
          <a:t>`server_metrics_and_pr.json` 保存三个方法的 `full_rows/small_rows`、原汇总、分辨率以及 294 项来源记录。每个来源保留服务器路径和 SHA-256。Find 的原完整测试指标为 `/storage/penghongen/AdaLigand_stage1_inference/Find_1/{真实受体,CryoAtom2受体}/artifacts/Find_1/held_out_test_0/evaluation/f2_centered_gaussian_macro_selected.{metrics.json,jsonl}`；小分子源位于 `/storage/penghongen/AdaLigand_stage1_inference/small_molecule_only/test_0/`。实际每个文件的精确路径以 JSON `sources` 为准，不从花括号写法猜测文件是否存在。</a:t>
        </a:r>
      </a:p>
      <a:p>
        <a:r>
          <a:t/>
        </a:r>
      </a:p>
      <a:p>
        <a:r>
          <a:t>均值按 PDB 等权，误差线为 10,000 次 PDB bootstrap 百分位 95% 区间，种子 20260922；同一集合内方法与指标共享抽样索引。小提琴采用边界反射 KDE，带宽参数 0.045，保留所有 0／1 值；中位数和四分位由未反射指标计算。相等容差为 `1e-12`。当前高阈值字段为 `oto05`，不得因旧版 `oto06` 仍在归档中而换回 0.6。</a:t>
        </a:r>
      </a:p>
      <a:p>
        <a:r>
          <a:t/>
        </a:r>
      </a:p>
      <a:p>
        <a:r>
          <a:t>小分子 P/R 的补算入口为 `science/compute_small_pr.py::evaluate_selected()`：先在全类别真实实例中按双向覆盖均 ≥0.30 建边，以覆盖率几何均值最大且并列取较小 occurrence 编号确定候选类别，忽略归属于非小分子的候选，未归属候选仍保留。随后在最终 selected 预测和小分子真实实例上求最大基数二分匹配。空预测精确率记 0。Dice 和 PRAUC 直接来自既有评价，不由绘图脚本重算。</a:t>
        </a:r>
      </a:p>
      <a:p>
        <a:r>
          <a:t/>
        </a:r>
      </a:p>
      <a:p>
        <a:r>
          <a:t>正文 0.584／0.477／0.050、PRAUC₀.₃ 0.663／0.541／0.255、PRAUC₀.₅ 0.558／0.447／0.126，均对应当前 v5 全配体三方法均值的三位显示。配对计数为全配体 112／40／27、小分子 40／36／18。原科学汇总读取的小分子评价输入现已全部离线闭合：282份NPZ合计1,796,095字节，94份occurrence类别原件合计371,996字节。108份NPZ原已存在（Emap94、GT7、CA2 7），174份GT／CA2缺件共778,249字节已只读补齐到 `evaluation_metadata/{GT,Cryo}/&lt;pdb&gt;.npz`；现有Emap179份中的对应94份、94类别原件均复用原位置，不重复复制。所有文件SHA-256逐件等于原 `server_metrics_and_pr.json::sources` 的科学来源散列。`evaluation_metadata/source_receipt.json`给出每个原路径、当地复用/新位置、字节数及总体数量；`download_receipt.json`记录此次174件只读下载。完整概率图不是本图制图或现有逐PDB指标汇总的直接输入：制图读冻结plot_data，补算P/R读本记录已保存的交集、大小、实例编号和selected数组，因此本轮不下载整幅概率图或模型权重。它们属于重新模型推理/评价层，原来源根仍由科学来源文件明确定位，不将其未复制与绘图证据缺失混同。</a:t>
        </a:r>
      </a:p>
    </p188:txBody>
  </p188:cm>
</p188:cmLst>
</file>

<file path=ppt/comments/modernComment_118_FD483BD3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80748F5E-A561-4833-9DA7-22BD164955FA}" authorId="{D3F71A66-0C34-DF1A-5236-FECDBC820DCB}" created="2026-10-16T07:02:36.846">
    <pc:sldMkLst xmlns:pc="http://schemas.microsoft.com/office/powerpoint/2013/main/command">
      <pc:docMk/>
      <pc:sldMk cId="2104851442" sldId="256"/>
    </pc:sldMkLst>
    <p188:pos x="0" y="0"/>
    <p188:txBody>
      <a:bodyPr/>
      <a:lstStyle/>
      <a:p>
        <a:r>
          <a:rPr lang="zh-CN" altLang="en-US"/>
          <a:t>@@find-only-instance-completion</a:t>
        </a:r>
      </a:p>
    </p188:txBody>
  </p188:cm>
  <p188:cm id="{57986A7B-73F5-4C29-91BB-F2EA0A872857}" authorId="{D3F71A66-0C34-DF1A-5236-FECDBC820DCB}" created="2026-10-22T15:53:22.978Z">
    <pc:sldMkLst xmlns:pc="http://schemas.microsoft.com/office/powerpoint/2013/main/command">
      <pc:docMk/>
      <pc:sldMk cId="2104851442" sldId="256"/>
    </pc:sldMkLst>
    <p188:pos x="0" y="0"/>
    <p188:txBody>
      <a:bodyPr/>
      <a:lstStyle/>
      <a:p>
        <a:r>
          <a:t>PROVENANCE v1</a:t>
        </a:r>
      </a:p>
      <a:p>
        <a:r>
          <a:t>id: find-only-instance-completion</a:t>
        </a:r>
      </a:p>
      <a:p>
        <a:r>
          <a:t>source: 画图/画图代码/stage1/calculate/图表追溯.md</a:t>
        </a:r>
      </a:p>
      <a:p>
        <a:r>
          <a:t/>
        </a:r>
      </a:p>
      <a:p>
        <a:r>
          <a:t>## find-only-instance-completion｜候选排序中的实例检出完成度</a:t>
        </a:r>
      </a:p>
      <a:p>
        <a:r>
          <a:t/>
        </a:r>
      </a:p>
      <a:p>
        <a:r>
          <a:t>**共享关系与本图选择。** 本图与`@@e2e-find-build-direct-comparison`、`@@stage3-predicted-region-head-to-head`、`@@supp-find-correct-match-build`关联的共享代码位于 `e2e/calculate/find-build-shared/`。Find完成度、预测区域配对和正确身份Find–Build曲线共用冻结data.json与部分图元；直接比较柱图只复用同源SVG运输。各图的面板布局与筛选沿各自plot.py保留，不能把共用运输误说成四图使用同一分母或计费协议。 本次完整入口按稳定图名 `find-only-instance-completion` 选择图或所在共享图组。</a:t>
        </a:r>
      </a:p>
      <a:p>
        <a:r>
          <a:t/>
        </a:r>
      </a:p>
      <a:p>
        <a:r>
          <a:t>**清空temp后的完整重建。** 从仓库根执行 `python -X utf8 -B 转换工具/ops/rebuild_figures.py --figure find-only-instance-completion`。入口顺序运行必要的数据准备、绘图／原生渲染、场景运输和PPT装配，始终屏蔽所有旧temp读取；同一次运行产生的中间文件可以继续使用。冻结实验输入与作者原生素材只从长期目录读取，图稿、命令日志、现场读取记录、`receipt.json`和含本图的`rebuilt.pptx`统一位于新建的 `temp/figure_rebuild/&lt;运行号&gt;/&lt;图名&gt;/`。正式图形不被覆盖；作者双语备注与本条来源说明写入新候选。</a:t>
        </a:r>
      </a:p>
      <a:p>
        <a:r>
          <a:t/>
        </a:r>
      </a:p>
      <a:p>
        <a:r>
          <a:t/>
        </a:r>
      </a:p>
      <a:p>
        <a:r>
          <a:t>当前六面板上排为全配体 179 PDB／2,502 实例，下排为全部小分子 94 PDB／821 实例。它只检查 Find 区域检出，不检查 Match 身份预测或 Build 构象。不能读取同一旧数据容器中的 `find_small`（77／446）替代当前下排的 `find_stage1_small`。</a:t>
        </a:r>
      </a:p>
      <a:p>
        <a:r>
          <a:t/>
        </a:r>
      </a:p>
      <a:p>
        <a:r>
          <a:t>小分子长期汇总入口是 `stage1/calculate/find-only-instance-completion/assemble_data.py::main()`。它读取当前原 Stage 1 小分子成员及 `sources/occurrences/&lt;pdb&gt;.jsonl` 的 `candidate_id/type_tag`，GT／CA2 读取冻结 strongest 容器中的完整 Find 字段，Emap2lig 读取其原生 Find NPZ。候选按 selected 在前、各段按原概率均值降序、同分按原 blob 编号升序。先在全类别上确定唯一对应，再忽略对应非小分子的候选；背景和重复命中仍占候选位置。每个真实实例只记录第一次检出。</a:t>
        </a:r>
      </a:p>
      <a:p>
        <a:r>
          <a:t/>
        </a:r>
      </a:p>
      <a:p>
        <a:r>
          <a:t>直接绘制联图的入口是 `stage1/calculate/find-only-instance-completion/plot.py::main()` 中 `find_full/find_stage1_small` 六面板选择；线、点、小提琴的具体绘制函数是 `e2e/calculate/find-build-shared/completion_plot.py::draw_panel()`。完成度事件构造复用 AdaLigand `ligandseek_pipeline/completion.py::make_panel()`，Emap2lig 唯一对应复用 Matcher `test_smallmolecule/build_manifest.py::_target_from_intersections()`。这两份外部科学程序的确定Git版本已由 `git show` 提取到 `stage1/output/stage1-main-sixpanel/evaluation_metadata/code/`，不复制当前工作区冒充历史版本：AdaLigand `ec91aa11859608164f662e31ce81b96f8b9fc0a5:ligandseek_pipeline/completion.py`、Matcher `578f0ecef190f6d9ce3382d76c5b282dbc062f18:test_smallmolecule/build_manifest.py`。完整模块字节、SHA、Git路径及端点见 `source_versions.json`；两个目标函数与当前调用源码的AST相同，AdaLigand模块的当前差异只是Docstring。不能用图中线条重新反推事件。</a:t>
        </a:r>
      </a:p>
      <a:p>
        <a:r>
          <a:t/>
        </a:r>
      </a:p>
      <a:p>
        <a:r>
          <a:t>冻结的 `panels.json` 顶层 `panels` 含 GT、CA2、Emap2lig 三份面板字典；`scope="find_stage1_small"`，`pdb_count=94`，`occurrence_count=821`。其中 `success_events` 保存实例编号及首次命中的候选位置，`distributions["100"]` 保存 94 个 PDB 各自的完成比例，`curve` 保存精确阶梯。给定每个 PDB 的真实实例数 N，相对候选量 ρ 允许考察 `floor(ρN)` 个候选；均值先按各 PDB 完成比例计算，再对 PDB 等权平均，包含未检出和零候选 PDB。</a:t>
        </a:r>
      </a:p>
      <a:p>
        <a:r>
          <a:t/>
        </a:r>
      </a:p>
      <a:p>
        <a:r>
          <a:t>下排在 100% 时 GT／CA2／Emap2lig 均值为 70.5259%／59.8198%／44.1805%；300% 时为 73.3007%／68.5086%／51.5544%，对应正文的 70.5／59.8／44.2 和 73.3／68.5／51.6。上排 100% 为 GT 66.4%、CA2 55.6%、Emap2lig 25.9%，来源是统一管线冻结的 `find_full` 面板。补充数据 `补充数据/Find-Match-Build_20261018/` 另有不可随意改写的已归档镜像及逐件源映射。</a:t>
        </a:r>
      </a:p>
      <a:p>
        <a:r>
          <a:t/>
        </a:r>
      </a:p>
      <a:p>
        <a:r>
          <a:t>输出 `sources/sources.json` 保留原类别文件的服务器路径、字节数和 SHA-256。当前图的可编辑版与图注在 PPT；修改图形只更新当前目标图页，不用整份旧生成 PPT 覆盖作者版本。</a:t>
        </a:r>
      </a:p>
    </p188:txBody>
  </p188:cm>
</p188:cmLst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"/>
          <p:cNvSpPr>
            <a:spLocks noGrp="1"/>
          </p:cNvSpPr>
          <p:nvPr>
            <p:ph type="hdr" sz="quarter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3" name="Date Placeholder"/>
          <p:cNvSpPr>
            <a:spLocks noGrp="1"/>
          </p:cNvSpPr>
          <p:nvPr>
            <p:ph type="dt" sz="quarter" idx="1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4" name="Slide Image Placeholder"/>
          <p:cNvSpPr>
            <a:spLocks noGrp="1" noRot="1" noChangeAspect="1"/>
          </p:cNvSpPr>
          <p:nvPr>
            <p:ph type="sldImg" idx="2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5" name="Notes Placeholder"/>
          <p:cNvSpPr>
            <a:spLocks noGrp="1"/>
          </p:cNvSpPr>
          <p:nvPr>
            <p:ph type="body" sz="quarter" idx="3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6" name="Footer Placeholder"/>
          <p:cNvSpPr>
            <a:spLocks noGrp="1"/>
          </p:cNvSpPr>
          <p:nvPr>
            <p:ph type="ftr" sz="quarter" idx="4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7" name="Slide Number Placeholder"/>
          <p:cNvSpPr>
            <a:spLocks noGrp="1"/>
          </p:cNvSpPr>
          <p:nvPr>
            <p:ph type="sldNum" sz="quarter" idx="5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/>
    </a:lvl1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dirty="0"/>
              <a:t>全配体，test_0，n=179 个 </a:t>
            </a:r>
            <a:r>
              <a:rPr dirty="0" err="1"/>
              <a:t>PDB。Dice、one-to-one</a:t>
            </a:r>
            <a:r>
              <a:rPr dirty="0"/>
              <a:t> PRAUC@0.3 和 PRAUC@0.5；柱高为 PDB </a:t>
            </a:r>
            <a:r>
              <a:rPr dirty="0" err="1"/>
              <a:t>等权均值，点为逐</a:t>
            </a:r>
            <a:r>
              <a:rPr dirty="0"/>
              <a:t> PDB </a:t>
            </a:r>
            <a:r>
              <a:rPr dirty="0" err="1"/>
              <a:t>结果，误差线为</a:t>
            </a:r>
            <a:r>
              <a:rPr dirty="0"/>
              <a:t> 10,000 次 PDB bootstrap </a:t>
            </a:r>
            <a:r>
              <a:rPr dirty="0" err="1"/>
              <a:t>的均值</a:t>
            </a:r>
            <a:r>
              <a:rPr dirty="0"/>
              <a:t> 95% 区间。Ligandseek-Find </a:t>
            </a:r>
            <a:r>
              <a:rPr dirty="0" err="1"/>
              <a:t>均使用冻结的</a:t>
            </a:r>
            <a:r>
              <a:rPr dirty="0"/>
              <a:t> F2–F1 Gaussian 流程，Emap2lig-Find </a:t>
            </a:r>
            <a:r>
              <a:rPr dirty="0" err="1"/>
              <a:t>使用官方</a:t>
            </a:r>
            <a:r>
              <a:rPr dirty="0"/>
              <a:t> Find/Li </a:t>
            </a:r>
            <a:r>
              <a:rPr dirty="0" err="1"/>
              <a:t>流程</a:t>
            </a:r>
            <a:r>
              <a:rPr dirty="0"/>
              <a:t>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7207840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小分子-only，test_0，n=94 个 PDB。Dice、one-to-one PRAUC@0.3 和 PRAUC@0.5；柱高为 PDB 等权均值，点为逐 PDB 结果，误差线为 10,000 次 PDB bootstrap 的均值 95% 区间。Ligandseek-Find 均使用冻结的 F2–F1 Gaussian 流程，Emap2lig-Find 使用官方 Find/Li 流程。仅保留含小分子真实实例的 94 个 PDB；按固定归属规则忽略匹配非小分子的候选，未归属候选保留。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8700362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全配体，test_0，n=179 个 PDB。横轴为 Emap2lig-Find，纵轴为 CryoAtom2 受体 Ligandseek-Find，虚线为等值线，点颜色为实验地图分辨率。Ligandseek-Find 较高、相等、Emap2lig-Find 较高分别为 112、40、27 个 PDB。Ligandseek-Find 均使用冻结的 F2–F1 Gaussian 流程，Emap2lig-Find 使用官方 Find/Li 流程。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8479566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小分子-only，test_0，n=94 个 PDB。横轴为 Emap2lig-Find，纵轴为 CryoAtom2 受体 Ligandseek-Find，虚线为等值线，点颜色为实验地图分辨率。Ligandseek-Find 较高、相等、Emap2lig-Find 较高分别为 40、36、18 个 PDB。Ligandseek-Find 均使用冻结的 F2–F1 Gaussian 流程，Emap2lig-Find 使用官方 Find/Li 流程。仅保留含小分子真实实例的 94 个 PDB；按固定归属规则忽略匹配非小分子的候选，未归属候选保留。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9965463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全配体，test_0，n=179 个 PDB。仅展示 one-to-one@0.3 Precision/Recall。点为逐 PDB 结果，白点为中位数，粗线为四分位范围。Ligandseek-Find 均使用冻结的 F2–F1 Gaussian 流程，Emap2lig-Find 使用官方 Find/Li 流程。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7331560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小分子-only，test_0，n=94 个 PDB。仅展示 one-to-one@0.3 Precision/Recall。点为逐 PDB 结果，白点为中位数，粗线为四分位范围。Ligandseek-Find 均使用冻结的 F2–F1 Gaussian 流程，Emap2lig-Find 使用官方 Find/Li 流程。仅保留含小分子真实实例的 94 个 PDB；按固定归属规则忽略匹配非小分子的候选，未归属候选保留。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1775124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dirty="0"/>
              <a:t>All values use test_0 (179 PDBs). Bar height is the PDB mean. Every dot is one PDB at its true metric value; horizontal jitter only. Whiskers are percentile 95% confidence intervals from 10000 bootstrap replicates, resampling 179 PDBs with replacement with shared indices across all methods and metrics (seed 20260922). These quantify PDB sampling variability, not repeated-training variability. Methods: Find_1 / GT / Gaussian, Find_1 / CryoAtom2 / Gaussian, Emap2lig Basic family: F1-F1. Resolution </a:t>
            </a:r>
            <a:r>
              <a:rPr dirty="0" err="1"/>
              <a:t>colour</a:t>
            </a:r>
            <a:r>
              <a:rPr dirty="0"/>
              <a:t> scale: 1.0–4.0 Å.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dirty="0"/>
              <a:t>Each point is one matched PDB. No point jitter or filtering. x = official Emap2lig, y = Find_1 F2–F1–Gaussian with CryoAtom2 receptor. </a:t>
            </a:r>
            <a:r>
              <a:rPr dirty="0" err="1"/>
              <a:t>Colour</a:t>
            </a:r>
            <a:r>
              <a:rPr dirty="0"/>
              <a:t> is experimental map resolution in Å, not receptor model accuracy. Higher/equal/lower counts = 160/7/12. Basic family: F1-F1. Resolution </a:t>
            </a:r>
            <a:r>
              <a:rPr dirty="0" err="1"/>
              <a:t>colour</a:t>
            </a:r>
            <a:r>
              <a:rPr dirty="0"/>
              <a:t> scale: 1.0–4.0 Å.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dirty="0"/>
              <a:t>Each point is one matched PDB. No point jitter or filtering. x = official Emap2lig, y = Find_1 F2–F1–Gaussian with CryoAtom2 receptor. </a:t>
            </a:r>
            <a:r>
              <a:rPr dirty="0" err="1"/>
              <a:t>Colour</a:t>
            </a:r>
            <a:r>
              <a:rPr dirty="0"/>
              <a:t> is experimental map resolution in Å, not receptor model accuracy. Higher/equal/lower counts = 112/40/27. Basic family: F1-F1. Resolution </a:t>
            </a:r>
            <a:r>
              <a:rPr dirty="0" err="1"/>
              <a:t>colour</a:t>
            </a:r>
            <a:r>
              <a:rPr dirty="0"/>
              <a:t> scale: 1.0–4.0 Å.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dirty="0"/>
              <a:t>Ten panels show all requested semantic, coverage and one-to-one Precision/Recall metrics. White </a:t>
            </a:r>
            <a:r>
              <a:rPr dirty="0" err="1"/>
              <a:t>centres</a:t>
            </a:r>
            <a:r>
              <a:rPr dirty="0"/>
              <a:t> indicate medians and thick lines indicate interquartile ranges. All 179 PDBs, including scores 0 and 1, remain visible. Violin contours use reflected Gaussian kernel density estimates clipped to [0,1]. Basic family: F1-F1. Resolution </a:t>
            </a:r>
            <a:r>
              <a:rPr dirty="0" err="1"/>
              <a:t>colour</a:t>
            </a:r>
            <a:r>
              <a:rPr dirty="0"/>
              <a:t> scale: 1.0–4.0 Å.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/>
              <a:t>Stage1 </a:t>
            </a:r>
            <a:r>
              <a:rPr lang="zh-CN" altLang="en-US"/>
              <a:t>配体区域检测示例。</a:t>
            </a:r>
            <a:r>
              <a:rPr lang="en-US" altLang="zh-CN"/>
              <a:t>a</a:t>
            </a:r>
            <a:r>
              <a:rPr lang="zh-CN" altLang="en-US"/>
              <a:t>，</a:t>
            </a:r>
            <a:r>
              <a:rPr lang="en-US" altLang="zh-CN"/>
              <a:t>9Z3D </a:t>
            </a:r>
            <a:r>
              <a:rPr lang="zh-CN" altLang="en-US"/>
              <a:t>的 </a:t>
            </a:r>
            <a:r>
              <a:rPr lang="en-US" altLang="zh-CN"/>
              <a:t>SAH</a:t>
            </a:r>
            <a:r>
              <a:rPr lang="zh-CN" altLang="en-US"/>
              <a:t>（</a:t>
            </a:r>
            <a:r>
              <a:rPr lang="en-US" altLang="zh-CN"/>
              <a:t>A:801</a:t>
            </a:r>
            <a:r>
              <a:rPr lang="zh-CN" altLang="en-US"/>
              <a:t>）；</a:t>
            </a:r>
            <a:r>
              <a:rPr lang="en-US" altLang="zh-CN"/>
              <a:t>b</a:t>
            </a:r>
            <a:r>
              <a:rPr lang="zh-CN" altLang="en-US"/>
              <a:t>，</a:t>
            </a:r>
            <a:r>
              <a:rPr lang="en-US" altLang="zh-CN"/>
              <a:t>9HJX </a:t>
            </a:r>
            <a:r>
              <a:rPr lang="zh-CN" altLang="en-US"/>
              <a:t>的 </a:t>
            </a:r>
            <a:r>
              <a:rPr lang="en-US" altLang="zh-CN"/>
              <a:t>NAP</a:t>
            </a:r>
            <a:r>
              <a:rPr lang="zh-CN" altLang="en-US"/>
              <a:t>（</a:t>
            </a:r>
            <a:r>
              <a:rPr lang="en-US" altLang="zh-CN"/>
              <a:t>B:500</a:t>
            </a:r>
            <a:r>
              <a:rPr lang="zh-CN" altLang="en-US"/>
              <a:t>）。从左至右为整体定位、真实配体参考、</a:t>
            </a:r>
            <a:r>
              <a:rPr lang="en-US" altLang="zh-CN"/>
              <a:t>Find_1 </a:t>
            </a:r>
            <a:r>
              <a:rPr lang="zh-CN" altLang="en-US"/>
              <a:t>真实受体、</a:t>
            </a:r>
            <a:r>
              <a:rPr lang="en-US" altLang="zh-CN"/>
              <a:t>Find_1 CryoAtom2 </a:t>
            </a:r>
            <a:r>
              <a:rPr lang="zh-CN" altLang="en-US"/>
              <a:t>受体和 </a:t>
            </a:r>
            <a:r>
              <a:rPr lang="en-US" altLang="zh-CN"/>
              <a:t>Emap2lig</a:t>
            </a:r>
            <a:r>
              <a:rPr lang="zh-CN" altLang="en-US"/>
              <a:t>。局部视图比较同一配体及其正式入选预测；其他入选候选保留在三维会话中。</a:t>
            </a:r>
            <a:r>
              <a:rPr lang="en-US" altLang="zh-CN"/>
              <a:t>Find_1 </a:t>
            </a:r>
            <a:r>
              <a:rPr lang="zh-CN" altLang="en-US"/>
              <a:t>使用 </a:t>
            </a:r>
            <a:r>
              <a:rPr lang="en-US" altLang="zh-CN"/>
              <a:t>F2–F1 Gaussian</a:t>
            </a:r>
            <a:r>
              <a:rPr lang="zh-CN" altLang="en-US"/>
              <a:t>。两例为选定的可视化示例，不代表总体性能。</a:t>
            </a:r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dirty="0"/>
              <a:t>Gaussian uses F2–F1; Find_1 and unet_c1 basic use F1–F1. Emap2lig uses its official Find/Li pipeline. All metrics are PDB macro averages. Dice is semantic F1. Precision and recall use final selected candidates. PRAUC scans eligible candidates without the final score threshold. Bidirectional coverage threshold τ is not </a:t>
            </a:r>
            <a:r>
              <a:rPr dirty="0" err="1"/>
              <a:t>IoU</a:t>
            </a:r>
            <a:r>
              <a:rPr dirty="0"/>
              <a:t>. Basic family: F1-F1. Resolution </a:t>
            </a:r>
            <a:r>
              <a:rPr dirty="0" err="1"/>
              <a:t>colour</a:t>
            </a:r>
            <a:r>
              <a:rPr dirty="0"/>
              <a:t> scale: 1.0–4.0 Å.</a:t>
            </a:r>
          </a:p>
          <a:p>
            <a:endParaRPr dirty="0"/>
          </a:p>
          <a:p>
            <a:r>
              <a:rPr dirty="0"/>
              <a:t>Source metrics (read-only server files):</a:t>
            </a:r>
          </a:p>
          <a:p>
            <a:r>
              <a:rPr dirty="0" err="1"/>
              <a:t>GT_gaussian</a:t>
            </a:r>
            <a:r>
              <a:rPr dirty="0"/>
              <a:t>: /storage/</a:t>
            </a:r>
            <a:r>
              <a:rPr dirty="0" err="1"/>
              <a:t>penghongen</a:t>
            </a:r>
            <a:r>
              <a:rPr dirty="0"/>
              <a:t>/AdaLigand_stage1_inference/Find_1/</a:t>
            </a:r>
            <a:r>
              <a:rPr dirty="0" err="1"/>
              <a:t>真实受体</a:t>
            </a:r>
            <a:r>
              <a:rPr dirty="0"/>
              <a:t>/artifacts/Find_1/held_out_test_0/evaluation/f2_centered_gaussian_macro_selected.metrics.json</a:t>
            </a:r>
          </a:p>
          <a:p>
            <a:r>
              <a:rPr dirty="0"/>
              <a:t>SHA256: f7ef612da12b62a14f2f92de37f966b2dc34807c3122a68084616743a0d73fd6</a:t>
            </a:r>
          </a:p>
          <a:p>
            <a:r>
              <a:rPr dirty="0" err="1"/>
              <a:t>GT_basic</a:t>
            </a:r>
            <a:r>
              <a:rPr dirty="0"/>
              <a:t>: /storage/</a:t>
            </a:r>
            <a:r>
              <a:rPr dirty="0" err="1"/>
              <a:t>penghongen</a:t>
            </a:r>
            <a:r>
              <a:rPr dirty="0"/>
              <a:t>/AdaLigand_stage1_inference/Find_1/</a:t>
            </a:r>
            <a:r>
              <a:rPr dirty="0" err="1"/>
              <a:t>真实受体</a:t>
            </a:r>
            <a:r>
              <a:rPr dirty="0"/>
              <a:t>/artifacts/Find_1/held_out_test_0/evaluation/f1_blobs_basic_macro_selected.metrics.json</a:t>
            </a:r>
          </a:p>
          <a:p>
            <a:r>
              <a:rPr dirty="0"/>
              <a:t>SHA256: 1288b47f69e2fc66fc217a47d13032343cef6ea92ea96a20888bfede9ff94b80</a:t>
            </a:r>
          </a:p>
          <a:p>
            <a:r>
              <a:rPr dirty="0" err="1"/>
              <a:t>Cryo_gaussian</a:t>
            </a:r>
            <a:r>
              <a:rPr dirty="0"/>
              <a:t>: /storage/</a:t>
            </a:r>
            <a:r>
              <a:rPr dirty="0" err="1"/>
              <a:t>penghongen</a:t>
            </a:r>
            <a:r>
              <a:rPr dirty="0"/>
              <a:t>/AdaLigand_stage1_inference/Find_1/CryoAtom2受体/artifacts/Find_1/held_out_test_0/evaluation/f2_centered_gaussian_macro_selected.metrics.json</a:t>
            </a:r>
          </a:p>
          <a:p>
            <a:r>
              <a:rPr dirty="0"/>
              <a:t>SHA256: 0a2c5878640d254efadfadd76e01852514d2200364169bd33f17604759f9b7f3</a:t>
            </a:r>
          </a:p>
          <a:p>
            <a:r>
              <a:rPr dirty="0" err="1"/>
              <a:t>Cryo_basic</a:t>
            </a:r>
            <a:r>
              <a:rPr dirty="0"/>
              <a:t>: /storage/</a:t>
            </a:r>
            <a:r>
              <a:rPr dirty="0" err="1"/>
              <a:t>penghongen</a:t>
            </a:r>
            <a:r>
              <a:rPr dirty="0"/>
              <a:t>/AdaLigand_stage1_inference/Find_1/CryoAtom2受体/artifacts/Find_1/held_out_test_0/evaluation/f1_blobs_basic_macro_selected.metrics.json</a:t>
            </a:r>
          </a:p>
          <a:p>
            <a:r>
              <a:rPr dirty="0"/>
              <a:t>SHA256: 3bc148c7035000d685850300ca113d506ca37d38d0f26fa5db47ba4ca31e6924</a:t>
            </a:r>
          </a:p>
          <a:p>
            <a:r>
              <a:rPr dirty="0"/>
              <a:t>unet_F1: /storage/</a:t>
            </a:r>
            <a:r>
              <a:rPr dirty="0" err="1"/>
              <a:t>penghongen</a:t>
            </a:r>
            <a:r>
              <a:rPr dirty="0"/>
              <a:t>/AdaLigand_stage1_inference/UNET/unet_c1_pdb_centric_v2/artifacts/unet_c1/held_out_test_0/evaluation/f1_blobs_basic_macro_selected.metrics.json</a:t>
            </a:r>
          </a:p>
          <a:p>
            <a:r>
              <a:rPr dirty="0"/>
              <a:t>SHA256: 4b216227a8b9d8b528afd8d610ddf48c4bafb95bfdaa71471ec647dedbaf765e</a:t>
            </a:r>
          </a:p>
          <a:p>
            <a:r>
              <a:rPr dirty="0"/>
              <a:t>Emap2lig: /storage/</a:t>
            </a:r>
            <a:r>
              <a:rPr dirty="0" err="1"/>
              <a:t>penghongen</a:t>
            </a:r>
            <a:r>
              <a:rPr dirty="0"/>
              <a:t>/AdaLigand_stage1_inference/Emap2lig/</a:t>
            </a:r>
            <a:r>
              <a:rPr dirty="0" err="1"/>
              <a:t>official_find_li</a:t>
            </a:r>
            <a:r>
              <a:rPr dirty="0"/>
              <a:t>/held_out_test_0/evaluation/</a:t>
            </a:r>
            <a:r>
              <a:rPr dirty="0" err="1"/>
              <a:t>official_find_li.metrics.json</a:t>
            </a:r>
            <a:endParaRPr dirty="0"/>
          </a:p>
          <a:p>
            <a:r>
              <a:rPr dirty="0"/>
              <a:t>SHA256: 19a0bca8380ea2ea708cc0eb1b1867b8d7b4c2c94e6c810bdeed6446a361d100</a:t>
            </a:r>
          </a:p>
          <a:p>
            <a:endParaRPr dirty="0"/>
          </a:p>
          <a:p>
            <a:r>
              <a:rPr dirty="0"/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Gaussian uses F2–F1; Find_1 and unet_c1 basic use F1–F1. Emap2lig uses its official Find/Li pipeline. All metrics are PDB macro averages. Dice is semantic F1. Precision and recall use final selected candidates. PRAUC scans eligible candidates without the final score threshold. Bidirectional coverage threshold τ is not IoU.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Gaussian uses F2–F1; Find_1 and unet_c1 basic use F1–F1. Emap2lig uses its official Find/Li pipeline. All metrics are PDB macro averages. Dice is semantic F1. Precision and recall use final selected candidates. PRAUC scans eligible candidates without the final score threshold. Bidirectional coverage threshold τ is not IoU.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All values use test_0 (179 PDBs). Bar height is the PDB mean. Every dot is one PDB at its true metric value; horizontal jitter only. Whiskers are percentile 95% confidence intervals from 10000 bootstrap replicates, resampling 179 PDBs with replacement with shared indices across all methods and metrics (seed 20260922). These quantify PDB sampling variability, not repeated-training variability. Methods: Find_1 / GT / Gaussian, Find_1 / GT / basic (F1–F1), unet_c1 / F1–F1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Five-axis polygon chart with identical [0,1] scales. Values are PDB macro PRAUC. Find_1 Gaussian/basic use the specified receptor condition. The same existing unet_c1 F1–F1 baseline appears in both panels; this is not a separately run CryoAtom2 unet. Read individual axes; polygon area is not a performance metric.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All values use test_0 (179 PDBs). Bar height is the PDB mean. Every dot is one PDB at its true metric value; horizontal jitter only. Whiskers are percentile 95% confidence intervals from 10000 bootstrap replicates, resampling 179 PDBs with replacement with shared indices across all methods and metrics (seed 20260922). These quantify PDB sampling variability, not repeated-training variability. Methods: Find_1 / CryoAtom2 / Gaussian, Find_1 / CryoAtom2 / basic (F1–F1), unet_c1 / F1–F1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Five-axis polygon chart with identical [0,1] scales. Values are PDB macro PRAUC. Find_1 Gaussian/basic use the specified receptor condition. The same existing unet_c1 F1–F1 baseline appears in both panels; this is not a separately run CryoAtom2 unet. Read individual axes; polygon area is not a performance metric.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dirty="0"/>
              <a:t>LigandSeek-Find 的配体区域检出。LigandSeek-Find 使用真实受体或 CryoAtom2 重建受体结构，并与仅使用密度的基线 Emap2lig-Find 比较。左列展示全部配体（179 个 PDB，2,502 个实例），右列仅展示小分子（94 个 PDB，821 个实例）。</a:t>
            </a:r>
            <a:endParaRPr lang="zh-CN"/>
          </a:p>
          <a:p>
            <a:r>
              <a:rPr lang="zh-CN" dirty="0"/>
              <a:t>a, b, 各 PDB 的 Dice 分数，以及阈值为 0.3 和 0.5 时的 one-to-one PRAUC。误差条表示对 PDB 进行 10,000 次 bootstrap 重采样得到的均值的 95% 区间。</a:t>
            </a:r>
            <a:endParaRPr lang="zh-CN"/>
          </a:p>
          <a:p>
            <a:r>
              <a:rPr lang="zh-CN" dirty="0"/>
              <a:t>c, d, 使用 CryoAtom2 重建受体的 LigandSeek-Find 与 Emap2lig-Find 的直接比较。对于全部配体，LigandSeek-Find 表现更好、相当和更差的 PDB 数分别为 112/40/27；对于小分子，对应数量为 40/36/18。</a:t>
            </a:r>
            <a:endParaRPr lang="zh-CN"/>
          </a:p>
          <a:p>
            <a:r>
              <a:rPr lang="zh-CN" dirty="0"/>
              <a:t>e, f, 阈值为 0.3 时的一对一精确率和召回率。每个点代表一个 PDB，白色空心圆和粗线分别表示中位数和四分位距。</a:t>
            </a:r>
            <a:endParaRPr lang="zh-CN"/>
          </a:p>
          <a:p>
            <a:r>
              <a:rPr dirty="0"/>
              <a:t>ENGLISH:</a:t>
            </a:r>
          </a:p>
          <a:p>
            <a:r>
              <a:rPr dirty="0"/>
              <a:t>Ligand-region detection by </a:t>
            </a:r>
            <a:r>
              <a:rPr dirty="0" err="1"/>
              <a:t>LigandSeek</a:t>
            </a:r>
            <a:r>
              <a:rPr dirty="0"/>
              <a:t>-Find. </a:t>
            </a:r>
            <a:r>
              <a:rPr dirty="0" err="1"/>
              <a:t>LigandSeek</a:t>
            </a:r>
            <a:r>
              <a:rPr dirty="0"/>
              <a:t>-Find uses deposited or CryoAtom2-reconstructed receptor structures and is compared with the density-only baseline Emap2lig-Find. The left column shows all ligands (179 PDB entries, 2,502 instances); the right shows only small molecules (94 PDB entries, 821 instances).</a:t>
            </a:r>
          </a:p>
          <a:p>
            <a:r>
              <a:rPr dirty="0"/>
              <a:t>a, b, Per-PDB Dice scores and one-to-one PRAUC at thresholds of 0.3 and 0.5. Error bars show 95% intervals for the mean from 10,000 bootstrap resamples of PDB entries.</a:t>
            </a:r>
          </a:p>
          <a:p>
            <a:r>
              <a:rPr dirty="0"/>
              <a:t>c, d, Direct comparisons of </a:t>
            </a:r>
            <a:r>
              <a:rPr dirty="0" err="1"/>
              <a:t>LigandSeek</a:t>
            </a:r>
            <a:r>
              <a:rPr dirty="0"/>
              <a:t>-Find using CryoAtom2-reconstructed receptors with Emap2lig-Find. </a:t>
            </a:r>
            <a:r>
              <a:rPr dirty="0" err="1"/>
              <a:t>LigandSeek</a:t>
            </a:r>
            <a:r>
              <a:rPr dirty="0"/>
              <a:t>-Find performs better, comparably or worse on 112/40/27 PDB entries for all ligands and 40/36/18 for small molecules, respectively.</a:t>
            </a:r>
          </a:p>
          <a:p>
            <a:r>
              <a:rPr dirty="0"/>
              <a:t>e, f, One-to-one precision and recall at threshold of 0.3. Each point represents one PDB entry; open white circles and thick bars indicate the median and interquartile range, respectively.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265446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LigandSeek2-Find</a:t>
            </a:r>
            <a:r>
              <a:rPr lang="zh-CN" altLang="en-US" dirty="0"/>
              <a:t>与</a:t>
            </a:r>
            <a:r>
              <a:rPr lang="en-US" dirty="0"/>
              <a:t>Emap2lig-Find</a:t>
            </a:r>
            <a:r>
              <a:rPr lang="zh-CN" altLang="en-US" dirty="0"/>
              <a:t>的配体实例检出比较。</a:t>
            </a:r>
            <a:r>
              <a:rPr lang="en-US" dirty="0"/>
              <a:t>a–c，</a:t>
            </a:r>
            <a:r>
              <a:rPr lang="zh-CN" altLang="en-US" dirty="0"/>
              <a:t>全配体，</a:t>
            </a:r>
            <a:r>
              <a:rPr lang="en-US" altLang="zh-CN" dirty="0"/>
              <a:t>179</a:t>
            </a:r>
            <a:r>
              <a:rPr lang="zh-CN" altLang="en-US" dirty="0"/>
              <a:t>个</a:t>
            </a:r>
            <a:r>
              <a:rPr lang="en-US" dirty="0"/>
              <a:t>PDB、2,502</a:t>
            </a:r>
            <a:r>
              <a:rPr lang="zh-CN" altLang="en-US" dirty="0"/>
              <a:t>个实例；</a:t>
            </a:r>
            <a:r>
              <a:rPr lang="en-US" dirty="0"/>
              <a:t>d–f，</a:t>
            </a:r>
            <a:r>
              <a:rPr lang="zh-CN" altLang="en-US" dirty="0"/>
              <a:t>全部小分子，</a:t>
            </a:r>
            <a:r>
              <a:rPr lang="en-US" altLang="zh-CN" dirty="0"/>
              <a:t>94</a:t>
            </a:r>
            <a:r>
              <a:rPr lang="zh-CN" altLang="en-US" dirty="0"/>
              <a:t>个</a:t>
            </a:r>
            <a:r>
              <a:rPr lang="en-US" dirty="0"/>
              <a:t>PDB、821</a:t>
            </a:r>
            <a:r>
              <a:rPr lang="zh-CN" altLang="en-US" dirty="0"/>
              <a:t>个实例。左、中列分别为</a:t>
            </a:r>
            <a:r>
              <a:rPr lang="en-US" dirty="0"/>
              <a:t>LigandSeek2-Find</a:t>
            </a:r>
            <a:r>
              <a:rPr lang="zh-CN" altLang="en-US" dirty="0"/>
              <a:t>使用沉积受体</a:t>
            </a:r>
            <a:r>
              <a:rPr lang="en-US" altLang="zh-CN" dirty="0"/>
              <a:t>(</a:t>
            </a:r>
            <a:r>
              <a:rPr lang="en-US" dirty="0"/>
              <a:t>GT)</a:t>
            </a:r>
            <a:r>
              <a:rPr lang="zh-CN" altLang="en-US" dirty="0"/>
              <a:t>和</a:t>
            </a:r>
            <a:r>
              <a:rPr lang="en-US" dirty="0"/>
              <a:t>CryoAtom2</a:t>
            </a:r>
            <a:r>
              <a:rPr lang="zh-CN" altLang="en-US" dirty="0"/>
              <a:t>重建受体</a:t>
            </a:r>
            <a:r>
              <a:rPr lang="en-US" altLang="zh-CN" dirty="0"/>
              <a:t>(</a:t>
            </a:r>
            <a:r>
              <a:rPr lang="en-US" dirty="0"/>
              <a:t>CA2)，</a:t>
            </a:r>
            <a:r>
              <a:rPr lang="zh-CN" altLang="en-US" dirty="0"/>
              <a:t>右列为</a:t>
            </a:r>
            <a:r>
              <a:rPr lang="en-US" dirty="0"/>
              <a:t>Emap2lig-Find。</a:t>
            </a:r>
            <a:r>
              <a:rPr lang="zh-CN" altLang="en-US" dirty="0"/>
              <a:t>候选与真实实例的双向覆盖均不低于</a:t>
            </a:r>
            <a:r>
              <a:rPr lang="en-US" altLang="zh-CN" dirty="0"/>
              <a:t>$0.3$</a:t>
            </a:r>
            <a:r>
              <a:rPr lang="zh-CN" altLang="en-US" dirty="0"/>
              <a:t>，并取几何平均最大的对应。横轴为依序考察的候选数相对于该</a:t>
            </a:r>
            <a:r>
              <a:rPr lang="en-US" dirty="0"/>
              <a:t>PDB</a:t>
            </a:r>
            <a:r>
              <a:rPr lang="zh-CN" altLang="en-US" dirty="0"/>
              <a:t>真实实例数的比例；</a:t>
            </a:r>
            <a:r>
              <a:rPr lang="en-US" altLang="zh-CN" dirty="0"/>
              <a:t>$100\%$</a:t>
            </a:r>
            <a:r>
              <a:rPr lang="zh-CN" altLang="en-US" dirty="0"/>
              <a:t>表示两者数量相同。全配体考察全部候选；小分子仅排除对应范围外真实配体的候选，保留背景候选。纵轴为检出的不同实例比例。绿线与圆点、蓝线与菱形分别表示</a:t>
            </a:r>
            <a:r>
              <a:rPr lang="en-US" dirty="0"/>
              <a:t>PDB</a:t>
            </a:r>
            <a:r>
              <a:rPr lang="zh-CN" altLang="en-US" dirty="0"/>
              <a:t>等权均值和中位数；灰点和小提琴表示</a:t>
            </a:r>
            <a:r>
              <a:rPr lang="en-US" altLang="zh-CN" dirty="0"/>
              <a:t>$50\%$</a:t>
            </a:r>
            <a:r>
              <a:rPr lang="zh-CN" altLang="en-US" dirty="0"/>
              <a:t>、</a:t>
            </a:r>
            <a:r>
              <a:rPr lang="en-US" altLang="zh-CN" dirty="0"/>
              <a:t>$100\%$</a:t>
            </a:r>
            <a:r>
              <a:rPr lang="zh-CN" altLang="en-US" dirty="0"/>
              <a:t>、</a:t>
            </a:r>
            <a:r>
              <a:rPr lang="en-US" altLang="zh-CN" dirty="0"/>
              <a:t>$200\%$</a:t>
            </a:r>
            <a:r>
              <a:rPr lang="zh-CN" altLang="en-US" dirty="0"/>
              <a:t>及</a:t>
            </a:r>
            <a:r>
              <a:rPr lang="en-US" altLang="zh-CN" dirty="0"/>
              <a:t>$300\%$</a:t>
            </a:r>
            <a:r>
              <a:rPr lang="zh-CN" altLang="en-US" dirty="0"/>
              <a:t>候选数量下的</a:t>
            </a:r>
            <a:r>
              <a:rPr lang="en-US" dirty="0"/>
              <a:t>PDB</a:t>
            </a:r>
            <a:r>
              <a:rPr lang="zh-CN" altLang="en-US" dirty="0"/>
              <a:t>分布。</a:t>
            </a:r>
            <a:endParaRPr lang="en-US" altLang="zh-CN" dirty="0"/>
          </a:p>
          <a:p>
            <a:r>
              <a:rPr lang="zh-CN" altLang="en-US" dirty="0"/>
              <a:t>
</a:t>
            </a:r>
            <a:r>
              <a:rPr lang="en-US" dirty="0"/>
              <a:t>ENGLISH:
</a:t>
            </a:r>
            <a:r>
              <a:rPr lang="zh-CN" altLang="zh-CN" b="1" dirty="0"/>
              <a:t>Ligand-instance detection by LigandSeek-Find and Emap2lig-Find.</a:t>
            </a:r>
            <a:r>
              <a:rPr lang="zh-CN" altLang="zh-CN" dirty="0"/>
              <a:t> </a:t>
            </a:r>
            <a:r>
              <a:rPr lang="zh-CN" altLang="zh-CN" b="1" dirty="0"/>
              <a:t>a–c</a:t>
            </a:r>
            <a:r>
              <a:rPr lang="zh-CN" altLang="zh-CN" dirty="0"/>
              <a:t>, All ligands (179 PDBs, 2,502 instances). </a:t>
            </a:r>
            <a:r>
              <a:rPr lang="zh-CN" altLang="zh-CN" b="1" dirty="0"/>
              <a:t>d–f</a:t>
            </a:r>
            <a:r>
              <a:rPr lang="zh-CN" altLang="zh-CN" dirty="0"/>
              <a:t>, Small molecules only (94 PDBs, 821 instances). Left and middle, LigandSeek-Find with deposited receptors (GT) and CryoAtom2-reconstructed receptors (CA2), respectively. Right, Emap2lig-Find. The x-axis shows the number of candidates examined relative to the reference instance count per PDB; 100% denotes equal counts. The y-axis shows the percentage of distinct instances detected. Green lines and circles show the PDB-equal mean, and blue lines and diamonds show the median. Grey points and violins show PDB distributions at relative candidate counts of 50%, 100%, 200% and 300%.</a:t>
            </a:r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0281670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8627517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Master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txStyles>
    <p:titleStyle>
      <a:lvl1pPr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5_E2E8D90D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6_888EC281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0_1BD9D021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1_84853549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2_7B2E89F3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3_885B2A48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3_5FC16D64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5_3533980A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6_29AA69E6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4_6FAB5FBA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13" Type="http://schemas.openxmlformats.org/officeDocument/2006/relationships/image" Target="../media/image10.png"/><Relationship Id="rId3" Type="http://schemas.microsoft.com/office/2018/10/relationships/comments" Target="../comments/modernComment_10D_143D5EED.xml"/><Relationship Id="rId7" Type="http://schemas.openxmlformats.org/officeDocument/2006/relationships/image" Target="../media/image4.png"/><Relationship Id="rId12" Type="http://schemas.openxmlformats.org/officeDocument/2006/relationships/image" Target="../media/image9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.png"/><Relationship Id="rId11" Type="http://schemas.openxmlformats.org/officeDocument/2006/relationships/image" Target="../media/image8.png"/><Relationship Id="rId5" Type="http://schemas.openxmlformats.org/officeDocument/2006/relationships/image" Target="../media/image2.png"/><Relationship Id="rId10" Type="http://schemas.openxmlformats.org/officeDocument/2006/relationships/image" Target="../media/image7.png"/><Relationship Id="rId4" Type="http://schemas.openxmlformats.org/officeDocument/2006/relationships/image" Target="../media/image1.png"/><Relationship Id="rId9" Type="http://schemas.openxmlformats.org/officeDocument/2006/relationships/image" Target="../media/image6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7_601C2287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8_FD483BD3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5" name="a_full_bar_0">
            <a:extLst>
              <a:ext uri="{FF2B5EF4-FFF2-40B4-BE49-F238E27FC236}">
                <a16:creationId xmlns:a16="http://schemas.microsoft.com/office/drawing/2014/main" id="{2FFF6235-507D-4D95-9592-660B90FC6A70}"/>
              </a:ext>
            </a:extLst>
          </p:cNvPr>
          <p:cNvSpPr>
            <a:spLocks noGrp="1"/>
          </p:cNvSpPr>
          <p:nvPr/>
        </p:nvSpPr>
        <p:spPr>
          <a:xfrm>
            <a:off x="238125" y="512415"/>
            <a:ext cx="9048750" cy="7776270"/>
          </a:xfrm>
          <a:custGeom>
            <a:avLst/>
            <a:gdLst/>
            <a:ahLst/>
            <a:cxnLst/>
            <a:rect l="0" t="0" r="0" b="0"/>
            <a:pathLst>
              <a:path w="9048750" h="7776270">
                <a:moveTo>
                  <a:pt x="0" y="7776270"/>
                </a:moveTo>
                <a:lnTo>
                  <a:pt x="9048750" y="7776270"/>
                </a:lnTo>
                <a:lnTo>
                  <a:pt x="9048750" y="0"/>
                </a:lnTo>
                <a:lnTo>
                  <a:pt x="0" y="0"/>
                </a:lnTo>
                <a:lnTo>
                  <a:pt x="0" y="777627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_full_bar_1">
            <a:extLst>
              <a:ext uri="{FF2B5EF4-FFF2-40B4-BE49-F238E27FC236}">
                <a16:creationId xmlns:a16="http://schemas.microsoft.com/office/drawing/2014/main" id="{6A0C3C66-8C8F-452D-BBA4-C5BADB59502B}"/>
              </a:ext>
            </a:extLst>
          </p:cNvPr>
          <p:cNvSpPr>
            <a:spLocks noGrp="1"/>
          </p:cNvSpPr>
          <p:nvPr/>
        </p:nvSpPr>
        <p:spPr>
          <a:xfrm>
            <a:off x="1685925" y="2300957"/>
            <a:ext cx="7239000" cy="3732609"/>
          </a:xfrm>
          <a:custGeom>
            <a:avLst/>
            <a:gdLst/>
            <a:ahLst/>
            <a:cxnLst/>
            <a:rect l="0" t="0" r="0" b="0"/>
            <a:pathLst>
              <a:path w="7239000" h="3732609">
                <a:moveTo>
                  <a:pt x="0" y="3732609"/>
                </a:moveTo>
                <a:lnTo>
                  <a:pt x="7239000" y="3732609"/>
                </a:lnTo>
                <a:lnTo>
                  <a:pt x="7239000" y="0"/>
                </a:lnTo>
                <a:lnTo>
                  <a:pt x="0" y="0"/>
                </a:lnTo>
                <a:lnTo>
                  <a:pt x="0" y="3732609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text_2">
            <a:extLst>
              <a:ext uri="{FF2B5EF4-FFF2-40B4-BE49-F238E27FC236}">
                <a16:creationId xmlns:a16="http://schemas.microsoft.com/office/drawing/2014/main" id="{02E98617-02C9-4EED-8614-583C7AD68F7C}"/>
              </a:ext>
            </a:extLst>
          </p:cNvPr>
          <p:cNvSpPr>
            <a:spLocks noGrp="1"/>
          </p:cNvSpPr>
          <p:nvPr/>
        </p:nvSpPr>
        <p:spPr>
          <a:xfrm>
            <a:off x="2286848" y="6209533"/>
            <a:ext cx="1165498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4" name="text_3">
            <a:extLst>
              <a:ext uri="{FF2B5EF4-FFF2-40B4-BE49-F238E27FC236}">
                <a16:creationId xmlns:a16="http://schemas.microsoft.com/office/drawing/2014/main" id="{2E33EB44-6F0D-4F23-AC81-7C3390176BCB}"/>
              </a:ext>
            </a:extLst>
          </p:cNvPr>
          <p:cNvSpPr>
            <a:spLocks noGrp="1"/>
          </p:cNvSpPr>
          <p:nvPr/>
        </p:nvSpPr>
        <p:spPr>
          <a:xfrm>
            <a:off x="2584834" y="6500311"/>
            <a:ext cx="5694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Dice</a:t>
            </a:r>
          </a:p>
        </p:txBody>
      </p:sp>
      <p:sp>
        <p:nvSpPr>
          <p:cNvPr id="5" name="text_4">
            <a:extLst>
              <a:ext uri="{FF2B5EF4-FFF2-40B4-BE49-F238E27FC236}">
                <a16:creationId xmlns:a16="http://schemas.microsoft.com/office/drawing/2014/main" id="{8C34355F-05F5-4DAA-8747-90CB7FBDCF2D}"/>
              </a:ext>
            </a:extLst>
          </p:cNvPr>
          <p:cNvSpPr>
            <a:spLocks noGrp="1"/>
          </p:cNvSpPr>
          <p:nvPr/>
        </p:nvSpPr>
        <p:spPr>
          <a:xfrm>
            <a:off x="4610139" y="6209533"/>
            <a:ext cx="1410175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6" name="text_5">
            <a:extLst>
              <a:ext uri="{FF2B5EF4-FFF2-40B4-BE49-F238E27FC236}">
                <a16:creationId xmlns:a16="http://schemas.microsoft.com/office/drawing/2014/main" id="{7AB8512E-288D-4B1B-A2AF-EF486296E994}"/>
              </a:ext>
            </a:extLst>
          </p:cNvPr>
          <p:cNvSpPr>
            <a:spLocks noGrp="1"/>
          </p:cNvSpPr>
          <p:nvPr/>
        </p:nvSpPr>
        <p:spPr>
          <a:xfrm>
            <a:off x="4345830" y="6500311"/>
            <a:ext cx="193884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7" name="text_6">
            <a:extLst>
              <a:ext uri="{FF2B5EF4-FFF2-40B4-BE49-F238E27FC236}">
                <a16:creationId xmlns:a16="http://schemas.microsoft.com/office/drawing/2014/main" id="{C576BC40-0FF6-46B0-AE7E-CA7DB2A440DC}"/>
              </a:ext>
            </a:extLst>
          </p:cNvPr>
          <p:cNvSpPr>
            <a:spLocks noGrp="1"/>
          </p:cNvSpPr>
          <p:nvPr/>
        </p:nvSpPr>
        <p:spPr>
          <a:xfrm>
            <a:off x="7055747" y="6209533"/>
            <a:ext cx="1410175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8" name="text_7">
            <a:extLst>
              <a:ext uri="{FF2B5EF4-FFF2-40B4-BE49-F238E27FC236}">
                <a16:creationId xmlns:a16="http://schemas.microsoft.com/office/drawing/2014/main" id="{129A376D-A03B-4B01-BAE9-787E9BF212E1}"/>
              </a:ext>
            </a:extLst>
          </p:cNvPr>
          <p:cNvSpPr>
            <a:spLocks noGrp="1"/>
          </p:cNvSpPr>
          <p:nvPr/>
        </p:nvSpPr>
        <p:spPr>
          <a:xfrm>
            <a:off x="6791438" y="6500311"/>
            <a:ext cx="193884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0.5</a:t>
            </a:r>
          </a:p>
        </p:txBody>
      </p:sp>
      <p:sp>
        <p:nvSpPr>
          <p:cNvPr id="9" name="a_full_bar_8">
            <a:extLst>
              <a:ext uri="{FF2B5EF4-FFF2-40B4-BE49-F238E27FC236}">
                <a16:creationId xmlns:a16="http://schemas.microsoft.com/office/drawing/2014/main" id="{50DD69D2-5355-437E-9F3B-52229FEBA5D5}"/>
              </a:ext>
            </a:extLst>
          </p:cNvPr>
          <p:cNvSpPr>
            <a:spLocks noGrp="1"/>
          </p:cNvSpPr>
          <p:nvPr/>
        </p:nvSpPr>
        <p:spPr>
          <a:xfrm>
            <a:off x="1685925" y="6033567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0" name="a_full_bar_9">
            <a:extLst>
              <a:ext uri="{FF2B5EF4-FFF2-40B4-BE49-F238E27FC236}">
                <a16:creationId xmlns:a16="http://schemas.microsoft.com/office/drawing/2014/main" id="{87D7B715-793D-4B7B-9D60-0CAD1635BECC}"/>
              </a:ext>
            </a:extLst>
          </p:cNvPr>
          <p:cNvSpPr>
            <a:spLocks noGrp="1"/>
          </p:cNvSpPr>
          <p:nvPr/>
        </p:nvSpPr>
        <p:spPr>
          <a:xfrm>
            <a:off x="1595595" y="6033567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1" name="text_10">
            <a:extLst>
              <a:ext uri="{FF2B5EF4-FFF2-40B4-BE49-F238E27FC236}">
                <a16:creationId xmlns:a16="http://schemas.microsoft.com/office/drawing/2014/main" id="{9C4E8E9C-B365-40AE-A43D-F8E8DED4C46F}"/>
              </a:ext>
            </a:extLst>
          </p:cNvPr>
          <p:cNvSpPr>
            <a:spLocks noGrp="1"/>
          </p:cNvSpPr>
          <p:nvPr/>
        </p:nvSpPr>
        <p:spPr>
          <a:xfrm>
            <a:off x="1075998" y="5914772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2" name="a_full_bar_11">
            <a:extLst>
              <a:ext uri="{FF2B5EF4-FFF2-40B4-BE49-F238E27FC236}">
                <a16:creationId xmlns:a16="http://schemas.microsoft.com/office/drawing/2014/main" id="{B10B7F3D-340E-4228-8CF1-E156A1997DE5}"/>
              </a:ext>
            </a:extLst>
          </p:cNvPr>
          <p:cNvSpPr>
            <a:spLocks noGrp="1"/>
          </p:cNvSpPr>
          <p:nvPr/>
        </p:nvSpPr>
        <p:spPr>
          <a:xfrm>
            <a:off x="1685925" y="4230374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3" name="a_full_bar_12">
            <a:extLst>
              <a:ext uri="{FF2B5EF4-FFF2-40B4-BE49-F238E27FC236}">
                <a16:creationId xmlns:a16="http://schemas.microsoft.com/office/drawing/2014/main" id="{2B6F99FA-85F8-4407-9E65-A0A687E400AF}"/>
              </a:ext>
            </a:extLst>
          </p:cNvPr>
          <p:cNvSpPr>
            <a:spLocks noGrp="1"/>
          </p:cNvSpPr>
          <p:nvPr/>
        </p:nvSpPr>
        <p:spPr>
          <a:xfrm>
            <a:off x="1595595" y="4230374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4" name="text_13">
            <a:extLst>
              <a:ext uri="{FF2B5EF4-FFF2-40B4-BE49-F238E27FC236}">
                <a16:creationId xmlns:a16="http://schemas.microsoft.com/office/drawing/2014/main" id="{AE6F2591-4888-4A2F-BE9D-9F89E06D8489}"/>
              </a:ext>
            </a:extLst>
          </p:cNvPr>
          <p:cNvSpPr>
            <a:spLocks noGrp="1"/>
          </p:cNvSpPr>
          <p:nvPr/>
        </p:nvSpPr>
        <p:spPr>
          <a:xfrm>
            <a:off x="1075998" y="4111579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5" name="a_full_bar_14">
            <a:extLst>
              <a:ext uri="{FF2B5EF4-FFF2-40B4-BE49-F238E27FC236}">
                <a16:creationId xmlns:a16="http://schemas.microsoft.com/office/drawing/2014/main" id="{537477E1-D1B3-40D0-93A7-5AC9DEC4CDC0}"/>
              </a:ext>
            </a:extLst>
          </p:cNvPr>
          <p:cNvSpPr>
            <a:spLocks noGrp="1"/>
          </p:cNvSpPr>
          <p:nvPr/>
        </p:nvSpPr>
        <p:spPr>
          <a:xfrm>
            <a:off x="1685925" y="2427181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6" name="a_full_bar_15">
            <a:extLst>
              <a:ext uri="{FF2B5EF4-FFF2-40B4-BE49-F238E27FC236}">
                <a16:creationId xmlns:a16="http://schemas.microsoft.com/office/drawing/2014/main" id="{A6EE4A6E-4611-4DBF-BE4C-76B7021C96C2}"/>
              </a:ext>
            </a:extLst>
          </p:cNvPr>
          <p:cNvSpPr>
            <a:spLocks noGrp="1"/>
          </p:cNvSpPr>
          <p:nvPr/>
        </p:nvSpPr>
        <p:spPr>
          <a:xfrm>
            <a:off x="1595595" y="242718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7" name="text_16">
            <a:extLst>
              <a:ext uri="{FF2B5EF4-FFF2-40B4-BE49-F238E27FC236}">
                <a16:creationId xmlns:a16="http://schemas.microsoft.com/office/drawing/2014/main" id="{D6E53561-ACD3-47F3-A62B-1ABAD34F3ED0}"/>
              </a:ext>
            </a:extLst>
          </p:cNvPr>
          <p:cNvSpPr>
            <a:spLocks noGrp="1"/>
          </p:cNvSpPr>
          <p:nvPr/>
        </p:nvSpPr>
        <p:spPr>
          <a:xfrm>
            <a:off x="1075998" y="230838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8" name="text_17">
            <a:extLst>
              <a:ext uri="{FF2B5EF4-FFF2-40B4-BE49-F238E27FC236}">
                <a16:creationId xmlns:a16="http://schemas.microsoft.com/office/drawing/2014/main" id="{9BE62C87-B42A-4E19-AEF4-558441FD14DF}"/>
              </a:ext>
            </a:extLst>
          </p:cNvPr>
          <p:cNvSpPr>
            <a:spLocks noGrp="1"/>
          </p:cNvSpPr>
          <p:nvPr/>
        </p:nvSpPr>
        <p:spPr>
          <a:xfrm rot="-5400000">
            <a:off x="407394" y="3975801"/>
            <a:ext cx="819792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19" name="a_full_bar_18">
            <a:extLst>
              <a:ext uri="{FF2B5EF4-FFF2-40B4-BE49-F238E27FC236}">
                <a16:creationId xmlns:a16="http://schemas.microsoft.com/office/drawing/2014/main" id="{EE63C864-BDF5-4239-AD9A-1D8C9ADAB1AD}"/>
              </a:ext>
            </a:extLst>
          </p:cNvPr>
          <p:cNvSpPr>
            <a:spLocks noGrp="1"/>
          </p:cNvSpPr>
          <p:nvPr/>
        </p:nvSpPr>
        <p:spPr>
          <a:xfrm>
            <a:off x="2049831" y="3925640"/>
            <a:ext cx="494991" cy="2107926"/>
          </a:xfrm>
          <a:custGeom>
            <a:avLst/>
            <a:gdLst/>
            <a:ahLst/>
            <a:cxnLst/>
            <a:rect l="0" t="0" r="0" b="0"/>
            <a:pathLst>
              <a:path w="494991" h="2107926">
                <a:moveTo>
                  <a:pt x="0" y="2107926"/>
                </a:moveTo>
                <a:lnTo>
                  <a:pt x="494991" y="2107926"/>
                </a:lnTo>
                <a:lnTo>
                  <a:pt x="494991" y="0"/>
                </a:lnTo>
                <a:lnTo>
                  <a:pt x="0" y="0"/>
                </a:lnTo>
                <a:lnTo>
                  <a:pt x="0" y="2107926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0" name="a_full_bar_19">
            <a:extLst>
              <a:ext uri="{FF2B5EF4-FFF2-40B4-BE49-F238E27FC236}">
                <a16:creationId xmlns:a16="http://schemas.microsoft.com/office/drawing/2014/main" id="{28A2EB08-E8B8-449E-9844-5A1B07A60067}"/>
              </a:ext>
            </a:extLst>
          </p:cNvPr>
          <p:cNvSpPr>
            <a:spLocks noGrp="1"/>
          </p:cNvSpPr>
          <p:nvPr/>
        </p:nvSpPr>
        <p:spPr>
          <a:xfrm>
            <a:off x="4495440" y="3641943"/>
            <a:ext cx="494991" cy="2391623"/>
          </a:xfrm>
          <a:custGeom>
            <a:avLst/>
            <a:gdLst/>
            <a:ahLst/>
            <a:cxnLst/>
            <a:rect l="0" t="0" r="0" b="0"/>
            <a:pathLst>
              <a:path w="494991" h="2391623">
                <a:moveTo>
                  <a:pt x="0" y="2391623"/>
                </a:moveTo>
                <a:lnTo>
                  <a:pt x="494991" y="2391623"/>
                </a:lnTo>
                <a:lnTo>
                  <a:pt x="494991" y="0"/>
                </a:lnTo>
                <a:lnTo>
                  <a:pt x="0" y="0"/>
                </a:lnTo>
                <a:lnTo>
                  <a:pt x="0" y="2391623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1" name="a_full_bar_20">
            <a:extLst>
              <a:ext uri="{FF2B5EF4-FFF2-40B4-BE49-F238E27FC236}">
                <a16:creationId xmlns:a16="http://schemas.microsoft.com/office/drawing/2014/main" id="{BD5A7C91-C3EC-45E6-8BF7-98336E38CDC6}"/>
              </a:ext>
            </a:extLst>
          </p:cNvPr>
          <p:cNvSpPr>
            <a:spLocks noGrp="1"/>
          </p:cNvSpPr>
          <p:nvPr/>
        </p:nvSpPr>
        <p:spPr>
          <a:xfrm>
            <a:off x="6941048" y="4022750"/>
            <a:ext cx="494991" cy="2010817"/>
          </a:xfrm>
          <a:custGeom>
            <a:avLst/>
            <a:gdLst/>
            <a:ahLst/>
            <a:cxnLst/>
            <a:rect l="0" t="0" r="0" b="0"/>
            <a:pathLst>
              <a:path w="494991" h="2010817">
                <a:moveTo>
                  <a:pt x="0" y="2010817"/>
                </a:moveTo>
                <a:lnTo>
                  <a:pt x="494991" y="2010817"/>
                </a:lnTo>
                <a:lnTo>
                  <a:pt x="494991" y="0"/>
                </a:lnTo>
                <a:lnTo>
                  <a:pt x="0" y="0"/>
                </a:lnTo>
                <a:lnTo>
                  <a:pt x="0" y="2010817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2" name="a_full_bar_21">
            <a:extLst>
              <a:ext uri="{FF2B5EF4-FFF2-40B4-BE49-F238E27FC236}">
                <a16:creationId xmlns:a16="http://schemas.microsoft.com/office/drawing/2014/main" id="{09BDDE4B-0CC1-4F0A-990A-84FB3C9C426E}"/>
              </a:ext>
            </a:extLst>
          </p:cNvPr>
          <p:cNvSpPr>
            <a:spLocks noGrp="1"/>
          </p:cNvSpPr>
          <p:nvPr/>
        </p:nvSpPr>
        <p:spPr>
          <a:xfrm>
            <a:off x="2612321" y="4313764"/>
            <a:ext cx="494991" cy="1719802"/>
          </a:xfrm>
          <a:custGeom>
            <a:avLst/>
            <a:gdLst/>
            <a:ahLst/>
            <a:cxnLst/>
            <a:rect l="0" t="0" r="0" b="0"/>
            <a:pathLst>
              <a:path w="494991" h="1719802">
                <a:moveTo>
                  <a:pt x="0" y="1719802"/>
                </a:moveTo>
                <a:lnTo>
                  <a:pt x="494991" y="1719802"/>
                </a:lnTo>
                <a:lnTo>
                  <a:pt x="494991" y="0"/>
                </a:lnTo>
                <a:lnTo>
                  <a:pt x="0" y="0"/>
                </a:lnTo>
                <a:lnTo>
                  <a:pt x="0" y="1719802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3" name="a_full_bar_22">
            <a:extLst>
              <a:ext uri="{FF2B5EF4-FFF2-40B4-BE49-F238E27FC236}">
                <a16:creationId xmlns:a16="http://schemas.microsoft.com/office/drawing/2014/main" id="{92F750D7-BDD6-42E0-B61C-817C4C7B7EA7}"/>
              </a:ext>
            </a:extLst>
          </p:cNvPr>
          <p:cNvSpPr>
            <a:spLocks noGrp="1"/>
          </p:cNvSpPr>
          <p:nvPr/>
        </p:nvSpPr>
        <p:spPr>
          <a:xfrm>
            <a:off x="5057929" y="4082933"/>
            <a:ext cx="494991" cy="1950633"/>
          </a:xfrm>
          <a:custGeom>
            <a:avLst/>
            <a:gdLst/>
            <a:ahLst/>
            <a:cxnLst/>
            <a:rect l="0" t="0" r="0" b="0"/>
            <a:pathLst>
              <a:path w="494991" h="1950633">
                <a:moveTo>
                  <a:pt x="0" y="1950633"/>
                </a:moveTo>
                <a:lnTo>
                  <a:pt x="494991" y="1950633"/>
                </a:lnTo>
                <a:lnTo>
                  <a:pt x="494991" y="0"/>
                </a:lnTo>
                <a:lnTo>
                  <a:pt x="0" y="0"/>
                </a:lnTo>
                <a:lnTo>
                  <a:pt x="0" y="1950633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4" name="a_full_bar_23">
            <a:extLst>
              <a:ext uri="{FF2B5EF4-FFF2-40B4-BE49-F238E27FC236}">
                <a16:creationId xmlns:a16="http://schemas.microsoft.com/office/drawing/2014/main" id="{4B4EC5CE-8F20-4842-A391-E01E546AA656}"/>
              </a:ext>
            </a:extLst>
          </p:cNvPr>
          <p:cNvSpPr>
            <a:spLocks noGrp="1"/>
          </p:cNvSpPr>
          <p:nvPr/>
        </p:nvSpPr>
        <p:spPr>
          <a:xfrm>
            <a:off x="7503538" y="4421466"/>
            <a:ext cx="494991" cy="1612101"/>
          </a:xfrm>
          <a:custGeom>
            <a:avLst/>
            <a:gdLst/>
            <a:ahLst/>
            <a:cxnLst/>
            <a:rect l="0" t="0" r="0" b="0"/>
            <a:pathLst>
              <a:path w="494991" h="1612101">
                <a:moveTo>
                  <a:pt x="0" y="1612101"/>
                </a:moveTo>
                <a:lnTo>
                  <a:pt x="494991" y="1612101"/>
                </a:lnTo>
                <a:lnTo>
                  <a:pt x="494991" y="0"/>
                </a:lnTo>
                <a:lnTo>
                  <a:pt x="0" y="0"/>
                </a:lnTo>
                <a:lnTo>
                  <a:pt x="0" y="1612101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5" name="a_full_bar_24">
            <a:extLst>
              <a:ext uri="{FF2B5EF4-FFF2-40B4-BE49-F238E27FC236}">
                <a16:creationId xmlns:a16="http://schemas.microsoft.com/office/drawing/2014/main" id="{4693A50D-0824-4E78-9DA0-3FE496220ECB}"/>
              </a:ext>
            </a:extLst>
          </p:cNvPr>
          <p:cNvSpPr>
            <a:spLocks noGrp="1"/>
          </p:cNvSpPr>
          <p:nvPr/>
        </p:nvSpPr>
        <p:spPr>
          <a:xfrm>
            <a:off x="3174811" y="5853769"/>
            <a:ext cx="494991" cy="179798"/>
          </a:xfrm>
          <a:custGeom>
            <a:avLst/>
            <a:gdLst/>
            <a:ahLst/>
            <a:cxnLst/>
            <a:rect l="0" t="0" r="0" b="0"/>
            <a:pathLst>
              <a:path w="494991" h="179798">
                <a:moveTo>
                  <a:pt x="0" y="179798"/>
                </a:moveTo>
                <a:lnTo>
                  <a:pt x="494991" y="179798"/>
                </a:lnTo>
                <a:lnTo>
                  <a:pt x="494991" y="0"/>
                </a:lnTo>
                <a:lnTo>
                  <a:pt x="0" y="0"/>
                </a:lnTo>
                <a:lnTo>
                  <a:pt x="0" y="179798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6" name="a_full_bar_25">
            <a:extLst>
              <a:ext uri="{FF2B5EF4-FFF2-40B4-BE49-F238E27FC236}">
                <a16:creationId xmlns:a16="http://schemas.microsoft.com/office/drawing/2014/main" id="{6D9EBF42-B56A-43F9-9FD4-8482A8363E4F}"/>
              </a:ext>
            </a:extLst>
          </p:cNvPr>
          <p:cNvSpPr>
            <a:spLocks noGrp="1"/>
          </p:cNvSpPr>
          <p:nvPr/>
        </p:nvSpPr>
        <p:spPr>
          <a:xfrm>
            <a:off x="5620419" y="5113159"/>
            <a:ext cx="494991" cy="920408"/>
          </a:xfrm>
          <a:custGeom>
            <a:avLst/>
            <a:gdLst/>
            <a:ahLst/>
            <a:cxnLst/>
            <a:rect l="0" t="0" r="0" b="0"/>
            <a:pathLst>
              <a:path w="494991" h="920408">
                <a:moveTo>
                  <a:pt x="0" y="920408"/>
                </a:moveTo>
                <a:lnTo>
                  <a:pt x="494991" y="920408"/>
                </a:lnTo>
                <a:lnTo>
                  <a:pt x="494991" y="0"/>
                </a:lnTo>
                <a:lnTo>
                  <a:pt x="0" y="0"/>
                </a:lnTo>
                <a:lnTo>
                  <a:pt x="0" y="920408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7" name="a_full_bar_26">
            <a:extLst>
              <a:ext uri="{FF2B5EF4-FFF2-40B4-BE49-F238E27FC236}">
                <a16:creationId xmlns:a16="http://schemas.microsoft.com/office/drawing/2014/main" id="{75F5461B-BFD7-4C48-97A3-FEB4E521F5DD}"/>
              </a:ext>
            </a:extLst>
          </p:cNvPr>
          <p:cNvSpPr>
            <a:spLocks noGrp="1"/>
          </p:cNvSpPr>
          <p:nvPr/>
        </p:nvSpPr>
        <p:spPr>
          <a:xfrm>
            <a:off x="8066027" y="5578540"/>
            <a:ext cx="494991" cy="455027"/>
          </a:xfrm>
          <a:custGeom>
            <a:avLst/>
            <a:gdLst/>
            <a:ahLst/>
            <a:cxnLst/>
            <a:rect l="0" t="0" r="0" b="0"/>
            <a:pathLst>
              <a:path w="494991" h="455027">
                <a:moveTo>
                  <a:pt x="0" y="455027"/>
                </a:moveTo>
                <a:lnTo>
                  <a:pt x="494991" y="455027"/>
                </a:lnTo>
                <a:lnTo>
                  <a:pt x="494991" y="0"/>
                </a:lnTo>
                <a:lnTo>
                  <a:pt x="0" y="0"/>
                </a:lnTo>
                <a:lnTo>
                  <a:pt x="0" y="455027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8" name="a_full_bar_27">
            <a:extLst>
              <a:ext uri="{FF2B5EF4-FFF2-40B4-BE49-F238E27FC236}">
                <a16:creationId xmlns:a16="http://schemas.microsoft.com/office/drawing/2014/main" id="{83FDD124-134E-4540-8D35-88D7B7D5D56D}"/>
              </a:ext>
            </a:extLst>
          </p:cNvPr>
          <p:cNvSpPr>
            <a:spLocks noGrp="1"/>
          </p:cNvSpPr>
          <p:nvPr/>
        </p:nvSpPr>
        <p:spPr>
          <a:xfrm>
            <a:off x="2151911" y="29667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" name="a_full_bar_28">
            <a:extLst>
              <a:ext uri="{FF2B5EF4-FFF2-40B4-BE49-F238E27FC236}">
                <a16:creationId xmlns:a16="http://schemas.microsoft.com/office/drawing/2014/main" id="{65D5955D-A524-4FC3-BC66-09999737ADCF}"/>
              </a:ext>
            </a:extLst>
          </p:cNvPr>
          <p:cNvSpPr>
            <a:spLocks noGrp="1"/>
          </p:cNvSpPr>
          <p:nvPr/>
        </p:nvSpPr>
        <p:spPr>
          <a:xfrm>
            <a:off x="2096529" y="274802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" name="a_full_bar_29">
            <a:extLst>
              <a:ext uri="{FF2B5EF4-FFF2-40B4-BE49-F238E27FC236}">
                <a16:creationId xmlns:a16="http://schemas.microsoft.com/office/drawing/2014/main" id="{FD585267-8CFC-4770-8CF7-1A89F15A5361}"/>
              </a:ext>
            </a:extLst>
          </p:cNvPr>
          <p:cNvSpPr>
            <a:spLocks noGrp="1"/>
          </p:cNvSpPr>
          <p:nvPr/>
        </p:nvSpPr>
        <p:spPr>
          <a:xfrm>
            <a:off x="2352812" y="29490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" name="a_full_bar_30">
            <a:extLst>
              <a:ext uri="{FF2B5EF4-FFF2-40B4-BE49-F238E27FC236}">
                <a16:creationId xmlns:a16="http://schemas.microsoft.com/office/drawing/2014/main" id="{7F217713-DD22-4A08-8861-469A619FEE3E}"/>
              </a:ext>
            </a:extLst>
          </p:cNvPr>
          <p:cNvSpPr>
            <a:spLocks noGrp="1"/>
          </p:cNvSpPr>
          <p:nvPr/>
        </p:nvSpPr>
        <p:spPr>
          <a:xfrm>
            <a:off x="2176752" y="552080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" name="a_full_bar_31">
            <a:extLst>
              <a:ext uri="{FF2B5EF4-FFF2-40B4-BE49-F238E27FC236}">
                <a16:creationId xmlns:a16="http://schemas.microsoft.com/office/drawing/2014/main" id="{30C20A4D-0FD2-4685-9E55-3DAC8034C32C}"/>
              </a:ext>
            </a:extLst>
          </p:cNvPr>
          <p:cNvSpPr>
            <a:spLocks noGrp="1"/>
          </p:cNvSpPr>
          <p:nvPr/>
        </p:nvSpPr>
        <p:spPr>
          <a:xfrm>
            <a:off x="2438641" y="319217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" name="a_full_bar_32">
            <a:extLst>
              <a:ext uri="{FF2B5EF4-FFF2-40B4-BE49-F238E27FC236}">
                <a16:creationId xmlns:a16="http://schemas.microsoft.com/office/drawing/2014/main" id="{C0E1A043-ED7C-43A9-AE30-3F94EED4E30E}"/>
              </a:ext>
            </a:extLst>
          </p:cNvPr>
          <p:cNvSpPr>
            <a:spLocks noGrp="1"/>
          </p:cNvSpPr>
          <p:nvPr/>
        </p:nvSpPr>
        <p:spPr>
          <a:xfrm>
            <a:off x="2068777" y="33519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" name="a_full_bar_33">
            <a:extLst>
              <a:ext uri="{FF2B5EF4-FFF2-40B4-BE49-F238E27FC236}">
                <a16:creationId xmlns:a16="http://schemas.microsoft.com/office/drawing/2014/main" id="{23254FE8-78F6-4EC4-9F68-996642C5ADCC}"/>
              </a:ext>
            </a:extLst>
          </p:cNvPr>
          <p:cNvSpPr>
            <a:spLocks noGrp="1"/>
          </p:cNvSpPr>
          <p:nvPr/>
        </p:nvSpPr>
        <p:spPr>
          <a:xfrm>
            <a:off x="2431507" y="300697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" name="a_full_bar_34">
            <a:extLst>
              <a:ext uri="{FF2B5EF4-FFF2-40B4-BE49-F238E27FC236}">
                <a16:creationId xmlns:a16="http://schemas.microsoft.com/office/drawing/2014/main" id="{63A5C6E2-1313-4BE9-A2A1-B93723900C44}"/>
              </a:ext>
            </a:extLst>
          </p:cNvPr>
          <p:cNvSpPr>
            <a:spLocks noGrp="1"/>
          </p:cNvSpPr>
          <p:nvPr/>
        </p:nvSpPr>
        <p:spPr>
          <a:xfrm>
            <a:off x="2097532" y="31143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" name="a_full_bar_35">
            <a:extLst>
              <a:ext uri="{FF2B5EF4-FFF2-40B4-BE49-F238E27FC236}">
                <a16:creationId xmlns:a16="http://schemas.microsoft.com/office/drawing/2014/main" id="{638536D5-C49F-4A82-A5BB-2B269015DFF3}"/>
              </a:ext>
            </a:extLst>
          </p:cNvPr>
          <p:cNvSpPr>
            <a:spLocks noGrp="1"/>
          </p:cNvSpPr>
          <p:nvPr/>
        </p:nvSpPr>
        <p:spPr>
          <a:xfrm>
            <a:off x="2115973" y="462043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" name="a_full_bar_36">
            <a:extLst>
              <a:ext uri="{FF2B5EF4-FFF2-40B4-BE49-F238E27FC236}">
                <a16:creationId xmlns:a16="http://schemas.microsoft.com/office/drawing/2014/main" id="{DBBE9F70-6EA5-4CB7-9E85-F76E7A1905A0}"/>
              </a:ext>
            </a:extLst>
          </p:cNvPr>
          <p:cNvSpPr>
            <a:spLocks noGrp="1"/>
          </p:cNvSpPr>
          <p:nvPr/>
        </p:nvSpPr>
        <p:spPr>
          <a:xfrm>
            <a:off x="2293974" y="44707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" name="a_full_bar_37">
            <a:extLst>
              <a:ext uri="{FF2B5EF4-FFF2-40B4-BE49-F238E27FC236}">
                <a16:creationId xmlns:a16="http://schemas.microsoft.com/office/drawing/2014/main" id="{3E736CA6-193A-4A36-9B84-C46F2ACA4F5B}"/>
              </a:ext>
            </a:extLst>
          </p:cNvPr>
          <p:cNvSpPr>
            <a:spLocks noGrp="1"/>
          </p:cNvSpPr>
          <p:nvPr/>
        </p:nvSpPr>
        <p:spPr>
          <a:xfrm>
            <a:off x="2064361" y="45446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" name="a_full_bar_38">
            <a:extLst>
              <a:ext uri="{FF2B5EF4-FFF2-40B4-BE49-F238E27FC236}">
                <a16:creationId xmlns:a16="http://schemas.microsoft.com/office/drawing/2014/main" id="{19C2E507-276A-41AC-95E1-9FF5DA739242}"/>
              </a:ext>
            </a:extLst>
          </p:cNvPr>
          <p:cNvSpPr>
            <a:spLocks noGrp="1"/>
          </p:cNvSpPr>
          <p:nvPr/>
        </p:nvSpPr>
        <p:spPr>
          <a:xfrm>
            <a:off x="2189576" y="303368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" name="a_full_bar_39">
            <a:extLst>
              <a:ext uri="{FF2B5EF4-FFF2-40B4-BE49-F238E27FC236}">
                <a16:creationId xmlns:a16="http://schemas.microsoft.com/office/drawing/2014/main" id="{6D4EA777-555B-454E-A4ED-FE4F5F892004}"/>
              </a:ext>
            </a:extLst>
          </p:cNvPr>
          <p:cNvSpPr>
            <a:spLocks noGrp="1"/>
          </p:cNvSpPr>
          <p:nvPr/>
        </p:nvSpPr>
        <p:spPr>
          <a:xfrm>
            <a:off x="2271927" y="34674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" name="a_full_bar_40">
            <a:extLst>
              <a:ext uri="{FF2B5EF4-FFF2-40B4-BE49-F238E27FC236}">
                <a16:creationId xmlns:a16="http://schemas.microsoft.com/office/drawing/2014/main" id="{F03A2C82-5F23-41EB-9274-38CC2C073545}"/>
              </a:ext>
            </a:extLst>
          </p:cNvPr>
          <p:cNvSpPr>
            <a:spLocks noGrp="1"/>
          </p:cNvSpPr>
          <p:nvPr/>
        </p:nvSpPr>
        <p:spPr>
          <a:xfrm>
            <a:off x="2268044" y="42096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" name="a_full_bar_41">
            <a:extLst>
              <a:ext uri="{FF2B5EF4-FFF2-40B4-BE49-F238E27FC236}">
                <a16:creationId xmlns:a16="http://schemas.microsoft.com/office/drawing/2014/main" id="{EE7C5531-8EFF-4A16-AAA8-366AA0DBB14D}"/>
              </a:ext>
            </a:extLst>
          </p:cNvPr>
          <p:cNvSpPr>
            <a:spLocks noGrp="1"/>
          </p:cNvSpPr>
          <p:nvPr/>
        </p:nvSpPr>
        <p:spPr>
          <a:xfrm>
            <a:off x="2326062" y="312191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" name="a_full_bar_42">
            <a:extLst>
              <a:ext uri="{FF2B5EF4-FFF2-40B4-BE49-F238E27FC236}">
                <a16:creationId xmlns:a16="http://schemas.microsoft.com/office/drawing/2014/main" id="{034DE519-6B34-49A7-93CE-F27D8860C099}"/>
              </a:ext>
            </a:extLst>
          </p:cNvPr>
          <p:cNvSpPr>
            <a:spLocks noGrp="1"/>
          </p:cNvSpPr>
          <p:nvPr/>
        </p:nvSpPr>
        <p:spPr>
          <a:xfrm>
            <a:off x="2064859" y="31334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" name="a_full_bar_43">
            <a:extLst>
              <a:ext uri="{FF2B5EF4-FFF2-40B4-BE49-F238E27FC236}">
                <a16:creationId xmlns:a16="http://schemas.microsoft.com/office/drawing/2014/main" id="{84CF03A5-C83E-4F09-98F7-391E7E1E8277}"/>
              </a:ext>
            </a:extLst>
          </p:cNvPr>
          <p:cNvSpPr>
            <a:spLocks noGrp="1"/>
          </p:cNvSpPr>
          <p:nvPr/>
        </p:nvSpPr>
        <p:spPr>
          <a:xfrm>
            <a:off x="2237207" y="480366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" name="a_full_bar_44">
            <a:extLst>
              <a:ext uri="{FF2B5EF4-FFF2-40B4-BE49-F238E27FC236}">
                <a16:creationId xmlns:a16="http://schemas.microsoft.com/office/drawing/2014/main" id="{7DBE5EA8-17EB-4A73-B131-E0BA40573112}"/>
              </a:ext>
            </a:extLst>
          </p:cNvPr>
          <p:cNvSpPr>
            <a:spLocks noGrp="1"/>
          </p:cNvSpPr>
          <p:nvPr/>
        </p:nvSpPr>
        <p:spPr>
          <a:xfrm>
            <a:off x="2100659" y="329198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" name="a_full_bar_45">
            <a:extLst>
              <a:ext uri="{FF2B5EF4-FFF2-40B4-BE49-F238E27FC236}">
                <a16:creationId xmlns:a16="http://schemas.microsoft.com/office/drawing/2014/main" id="{F17384BA-57E4-4873-B3FD-EF5E749B3A40}"/>
              </a:ext>
            </a:extLst>
          </p:cNvPr>
          <p:cNvSpPr>
            <a:spLocks noGrp="1"/>
          </p:cNvSpPr>
          <p:nvPr/>
        </p:nvSpPr>
        <p:spPr>
          <a:xfrm>
            <a:off x="2096932" y="339572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" name="a_full_bar_46">
            <a:extLst>
              <a:ext uri="{FF2B5EF4-FFF2-40B4-BE49-F238E27FC236}">
                <a16:creationId xmlns:a16="http://schemas.microsoft.com/office/drawing/2014/main" id="{5DB8F2A5-0628-45C5-B265-ADC0C105C139}"/>
              </a:ext>
            </a:extLst>
          </p:cNvPr>
          <p:cNvSpPr>
            <a:spLocks noGrp="1"/>
          </p:cNvSpPr>
          <p:nvPr/>
        </p:nvSpPr>
        <p:spPr>
          <a:xfrm>
            <a:off x="2270360" y="350321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" name="a_full_bar_47">
            <a:extLst>
              <a:ext uri="{FF2B5EF4-FFF2-40B4-BE49-F238E27FC236}">
                <a16:creationId xmlns:a16="http://schemas.microsoft.com/office/drawing/2014/main" id="{9884D45D-C74D-4088-B16A-E35FB3E4678F}"/>
              </a:ext>
            </a:extLst>
          </p:cNvPr>
          <p:cNvSpPr>
            <a:spLocks noGrp="1"/>
          </p:cNvSpPr>
          <p:nvPr/>
        </p:nvSpPr>
        <p:spPr>
          <a:xfrm>
            <a:off x="2110116" y="433548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" name="a_full_bar_48">
            <a:extLst>
              <a:ext uri="{FF2B5EF4-FFF2-40B4-BE49-F238E27FC236}">
                <a16:creationId xmlns:a16="http://schemas.microsoft.com/office/drawing/2014/main" id="{EAB58E2B-30B5-4B16-9DF3-E38E2FBFD8F6}"/>
              </a:ext>
            </a:extLst>
          </p:cNvPr>
          <p:cNvSpPr>
            <a:spLocks noGrp="1"/>
          </p:cNvSpPr>
          <p:nvPr/>
        </p:nvSpPr>
        <p:spPr>
          <a:xfrm>
            <a:off x="2128576" y="344685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" name="a_full_bar_49">
            <a:extLst>
              <a:ext uri="{FF2B5EF4-FFF2-40B4-BE49-F238E27FC236}">
                <a16:creationId xmlns:a16="http://schemas.microsoft.com/office/drawing/2014/main" id="{3FF5604F-9713-4FB9-A3D1-A47581EBC950}"/>
              </a:ext>
            </a:extLst>
          </p:cNvPr>
          <p:cNvSpPr>
            <a:spLocks noGrp="1"/>
          </p:cNvSpPr>
          <p:nvPr/>
        </p:nvSpPr>
        <p:spPr>
          <a:xfrm>
            <a:off x="2304384" y="386901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" name="a_full_bar_50">
            <a:extLst>
              <a:ext uri="{FF2B5EF4-FFF2-40B4-BE49-F238E27FC236}">
                <a16:creationId xmlns:a16="http://schemas.microsoft.com/office/drawing/2014/main" id="{BA39D421-DEBD-4651-8877-D75F79D73820}"/>
              </a:ext>
            </a:extLst>
          </p:cNvPr>
          <p:cNvSpPr>
            <a:spLocks noGrp="1"/>
          </p:cNvSpPr>
          <p:nvPr/>
        </p:nvSpPr>
        <p:spPr>
          <a:xfrm>
            <a:off x="2061414" y="298614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" name="a_full_bar_51">
            <a:extLst>
              <a:ext uri="{FF2B5EF4-FFF2-40B4-BE49-F238E27FC236}">
                <a16:creationId xmlns:a16="http://schemas.microsoft.com/office/drawing/2014/main" id="{85AFA896-93BF-4F5D-A33A-4A44A1E1EE0D}"/>
              </a:ext>
            </a:extLst>
          </p:cNvPr>
          <p:cNvSpPr>
            <a:spLocks noGrp="1"/>
          </p:cNvSpPr>
          <p:nvPr/>
        </p:nvSpPr>
        <p:spPr>
          <a:xfrm>
            <a:off x="2261449" y="514056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" name="a_full_bar_52">
            <a:extLst>
              <a:ext uri="{FF2B5EF4-FFF2-40B4-BE49-F238E27FC236}">
                <a16:creationId xmlns:a16="http://schemas.microsoft.com/office/drawing/2014/main" id="{04995A1B-FE4F-411B-AD72-78D7B83237C9}"/>
              </a:ext>
            </a:extLst>
          </p:cNvPr>
          <p:cNvSpPr>
            <a:spLocks noGrp="1"/>
          </p:cNvSpPr>
          <p:nvPr/>
        </p:nvSpPr>
        <p:spPr>
          <a:xfrm>
            <a:off x="230615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" name="a_full_bar_53">
            <a:extLst>
              <a:ext uri="{FF2B5EF4-FFF2-40B4-BE49-F238E27FC236}">
                <a16:creationId xmlns:a16="http://schemas.microsoft.com/office/drawing/2014/main" id="{21CE1CBD-1061-42B7-9948-E225462ACB8D}"/>
              </a:ext>
            </a:extLst>
          </p:cNvPr>
          <p:cNvSpPr>
            <a:spLocks noGrp="1"/>
          </p:cNvSpPr>
          <p:nvPr/>
        </p:nvSpPr>
        <p:spPr>
          <a:xfrm>
            <a:off x="2073501" y="480085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" name="a_full_bar_54">
            <a:extLst>
              <a:ext uri="{FF2B5EF4-FFF2-40B4-BE49-F238E27FC236}">
                <a16:creationId xmlns:a16="http://schemas.microsoft.com/office/drawing/2014/main" id="{FD53A3F2-C5AA-46AF-9809-4A823C7DDD17}"/>
              </a:ext>
            </a:extLst>
          </p:cNvPr>
          <p:cNvSpPr>
            <a:spLocks noGrp="1"/>
          </p:cNvSpPr>
          <p:nvPr/>
        </p:nvSpPr>
        <p:spPr>
          <a:xfrm>
            <a:off x="2092145" y="485094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" name="a_full_bar_55">
            <a:extLst>
              <a:ext uri="{FF2B5EF4-FFF2-40B4-BE49-F238E27FC236}">
                <a16:creationId xmlns:a16="http://schemas.microsoft.com/office/drawing/2014/main" id="{DF87E2D6-18D3-45EC-A213-84447539540B}"/>
              </a:ext>
            </a:extLst>
          </p:cNvPr>
          <p:cNvSpPr>
            <a:spLocks noGrp="1"/>
          </p:cNvSpPr>
          <p:nvPr/>
        </p:nvSpPr>
        <p:spPr>
          <a:xfrm>
            <a:off x="2184270" y="29559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" name="a_full_bar_56">
            <a:extLst>
              <a:ext uri="{FF2B5EF4-FFF2-40B4-BE49-F238E27FC236}">
                <a16:creationId xmlns:a16="http://schemas.microsoft.com/office/drawing/2014/main" id="{9CF24660-4009-47D9-B433-66793072DFA5}"/>
              </a:ext>
            </a:extLst>
          </p:cNvPr>
          <p:cNvSpPr>
            <a:spLocks noGrp="1"/>
          </p:cNvSpPr>
          <p:nvPr/>
        </p:nvSpPr>
        <p:spPr>
          <a:xfrm>
            <a:off x="2155472" y="29367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" name="a_full_bar_57">
            <a:extLst>
              <a:ext uri="{FF2B5EF4-FFF2-40B4-BE49-F238E27FC236}">
                <a16:creationId xmlns:a16="http://schemas.microsoft.com/office/drawing/2014/main" id="{9C1DDC34-2174-451E-BCAE-E1823BB7B35C}"/>
              </a:ext>
            </a:extLst>
          </p:cNvPr>
          <p:cNvSpPr>
            <a:spLocks noGrp="1"/>
          </p:cNvSpPr>
          <p:nvPr/>
        </p:nvSpPr>
        <p:spPr>
          <a:xfrm>
            <a:off x="2225673" y="460722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" name="a_full_bar_58">
            <a:extLst>
              <a:ext uri="{FF2B5EF4-FFF2-40B4-BE49-F238E27FC236}">
                <a16:creationId xmlns:a16="http://schemas.microsoft.com/office/drawing/2014/main" id="{630AF151-622A-4208-BBCB-0268F9153E60}"/>
              </a:ext>
            </a:extLst>
          </p:cNvPr>
          <p:cNvSpPr>
            <a:spLocks noGrp="1"/>
          </p:cNvSpPr>
          <p:nvPr/>
        </p:nvSpPr>
        <p:spPr>
          <a:xfrm>
            <a:off x="2155496" y="38436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" name="a_full_bar_59">
            <a:extLst>
              <a:ext uri="{FF2B5EF4-FFF2-40B4-BE49-F238E27FC236}">
                <a16:creationId xmlns:a16="http://schemas.microsoft.com/office/drawing/2014/main" id="{8114A07F-BA29-4BBB-9F57-DA6EB6E67020}"/>
              </a:ext>
            </a:extLst>
          </p:cNvPr>
          <p:cNvSpPr>
            <a:spLocks noGrp="1"/>
          </p:cNvSpPr>
          <p:nvPr/>
        </p:nvSpPr>
        <p:spPr>
          <a:xfrm>
            <a:off x="237671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" name="a_full_bar_60">
            <a:extLst>
              <a:ext uri="{FF2B5EF4-FFF2-40B4-BE49-F238E27FC236}">
                <a16:creationId xmlns:a16="http://schemas.microsoft.com/office/drawing/2014/main" id="{D8FC0860-3198-4961-9367-829332C194AB}"/>
              </a:ext>
            </a:extLst>
          </p:cNvPr>
          <p:cNvSpPr>
            <a:spLocks noGrp="1"/>
          </p:cNvSpPr>
          <p:nvPr/>
        </p:nvSpPr>
        <p:spPr>
          <a:xfrm>
            <a:off x="2165718" y="48313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" name="a_full_bar_61">
            <a:extLst>
              <a:ext uri="{FF2B5EF4-FFF2-40B4-BE49-F238E27FC236}">
                <a16:creationId xmlns:a16="http://schemas.microsoft.com/office/drawing/2014/main" id="{BBDC52F3-F9C4-4F3D-B566-454C59FC1469}"/>
              </a:ext>
            </a:extLst>
          </p:cNvPr>
          <p:cNvSpPr>
            <a:spLocks noGrp="1"/>
          </p:cNvSpPr>
          <p:nvPr/>
        </p:nvSpPr>
        <p:spPr>
          <a:xfrm>
            <a:off x="2062542" y="26486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" name="a_full_bar_62">
            <a:extLst>
              <a:ext uri="{FF2B5EF4-FFF2-40B4-BE49-F238E27FC236}">
                <a16:creationId xmlns:a16="http://schemas.microsoft.com/office/drawing/2014/main" id="{E72BB49E-E94C-45A0-97F2-128AB066F588}"/>
              </a:ext>
            </a:extLst>
          </p:cNvPr>
          <p:cNvSpPr>
            <a:spLocks noGrp="1"/>
          </p:cNvSpPr>
          <p:nvPr/>
        </p:nvSpPr>
        <p:spPr>
          <a:xfrm>
            <a:off x="234872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" name="a_full_bar_63">
            <a:extLst>
              <a:ext uri="{FF2B5EF4-FFF2-40B4-BE49-F238E27FC236}">
                <a16:creationId xmlns:a16="http://schemas.microsoft.com/office/drawing/2014/main" id="{E25DA40C-12BE-4C79-BE2E-E03B468DFA04}"/>
              </a:ext>
            </a:extLst>
          </p:cNvPr>
          <p:cNvSpPr>
            <a:spLocks noGrp="1"/>
          </p:cNvSpPr>
          <p:nvPr/>
        </p:nvSpPr>
        <p:spPr>
          <a:xfrm>
            <a:off x="2138293" y="380161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" name="a_full_bar_64">
            <a:extLst>
              <a:ext uri="{FF2B5EF4-FFF2-40B4-BE49-F238E27FC236}">
                <a16:creationId xmlns:a16="http://schemas.microsoft.com/office/drawing/2014/main" id="{4593D96D-FA79-4813-9B08-B5A8A66CDAF3}"/>
              </a:ext>
            </a:extLst>
          </p:cNvPr>
          <p:cNvSpPr>
            <a:spLocks noGrp="1"/>
          </p:cNvSpPr>
          <p:nvPr/>
        </p:nvSpPr>
        <p:spPr>
          <a:xfrm>
            <a:off x="2417356" y="40734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" name="a_full_bar_65">
            <a:extLst>
              <a:ext uri="{FF2B5EF4-FFF2-40B4-BE49-F238E27FC236}">
                <a16:creationId xmlns:a16="http://schemas.microsoft.com/office/drawing/2014/main" id="{C3EC6F20-6A19-4293-A2DE-9BAC67B7C538}"/>
              </a:ext>
            </a:extLst>
          </p:cNvPr>
          <p:cNvSpPr>
            <a:spLocks noGrp="1"/>
          </p:cNvSpPr>
          <p:nvPr/>
        </p:nvSpPr>
        <p:spPr>
          <a:xfrm>
            <a:off x="2117846" y="275502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" name="a_full_bar_66">
            <a:extLst>
              <a:ext uri="{FF2B5EF4-FFF2-40B4-BE49-F238E27FC236}">
                <a16:creationId xmlns:a16="http://schemas.microsoft.com/office/drawing/2014/main" id="{FCFDB267-0301-4C26-A355-750517A98FBE}"/>
              </a:ext>
            </a:extLst>
          </p:cNvPr>
          <p:cNvSpPr>
            <a:spLocks noGrp="1"/>
          </p:cNvSpPr>
          <p:nvPr/>
        </p:nvSpPr>
        <p:spPr>
          <a:xfrm>
            <a:off x="2070535" y="298055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" name="a_full_bar_67">
            <a:extLst>
              <a:ext uri="{FF2B5EF4-FFF2-40B4-BE49-F238E27FC236}">
                <a16:creationId xmlns:a16="http://schemas.microsoft.com/office/drawing/2014/main" id="{CBB676F8-7BFA-48E1-87A8-5CDABAC1D6F5}"/>
              </a:ext>
            </a:extLst>
          </p:cNvPr>
          <p:cNvSpPr>
            <a:spLocks noGrp="1"/>
          </p:cNvSpPr>
          <p:nvPr/>
        </p:nvSpPr>
        <p:spPr>
          <a:xfrm>
            <a:off x="2136245" y="38052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" name="a_full_bar_68">
            <a:extLst>
              <a:ext uri="{FF2B5EF4-FFF2-40B4-BE49-F238E27FC236}">
                <a16:creationId xmlns:a16="http://schemas.microsoft.com/office/drawing/2014/main" id="{549EFEFC-D9E5-47E3-A8F2-224C6A2EF834}"/>
              </a:ext>
            </a:extLst>
          </p:cNvPr>
          <p:cNvSpPr>
            <a:spLocks noGrp="1"/>
          </p:cNvSpPr>
          <p:nvPr/>
        </p:nvSpPr>
        <p:spPr>
          <a:xfrm>
            <a:off x="2349294" y="307411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" name="a_full_bar_69">
            <a:extLst>
              <a:ext uri="{FF2B5EF4-FFF2-40B4-BE49-F238E27FC236}">
                <a16:creationId xmlns:a16="http://schemas.microsoft.com/office/drawing/2014/main" id="{147BFC23-945A-4E3E-A541-8DDDF2B40433}"/>
              </a:ext>
            </a:extLst>
          </p:cNvPr>
          <p:cNvSpPr>
            <a:spLocks noGrp="1"/>
          </p:cNvSpPr>
          <p:nvPr/>
        </p:nvSpPr>
        <p:spPr>
          <a:xfrm>
            <a:off x="2437503" y="264550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" name="a_full_bar_70">
            <a:extLst>
              <a:ext uri="{FF2B5EF4-FFF2-40B4-BE49-F238E27FC236}">
                <a16:creationId xmlns:a16="http://schemas.microsoft.com/office/drawing/2014/main" id="{61FD35EF-9042-4EA8-8D56-17818A4AE990}"/>
              </a:ext>
            </a:extLst>
          </p:cNvPr>
          <p:cNvSpPr>
            <a:spLocks noGrp="1"/>
          </p:cNvSpPr>
          <p:nvPr/>
        </p:nvSpPr>
        <p:spPr>
          <a:xfrm>
            <a:off x="2385260" y="29244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" name="a_full_bar_71">
            <a:extLst>
              <a:ext uri="{FF2B5EF4-FFF2-40B4-BE49-F238E27FC236}">
                <a16:creationId xmlns:a16="http://schemas.microsoft.com/office/drawing/2014/main" id="{D6FD2061-888D-4BB6-8F5B-6A0689458332}"/>
              </a:ext>
            </a:extLst>
          </p:cNvPr>
          <p:cNvSpPr>
            <a:spLocks noGrp="1"/>
          </p:cNvSpPr>
          <p:nvPr/>
        </p:nvSpPr>
        <p:spPr>
          <a:xfrm>
            <a:off x="2067073" y="335885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" name="a_full_bar_72">
            <a:extLst>
              <a:ext uri="{FF2B5EF4-FFF2-40B4-BE49-F238E27FC236}">
                <a16:creationId xmlns:a16="http://schemas.microsoft.com/office/drawing/2014/main" id="{17580FCB-CD10-4D7B-BA70-2FEE23566746}"/>
              </a:ext>
            </a:extLst>
          </p:cNvPr>
          <p:cNvSpPr>
            <a:spLocks noGrp="1"/>
          </p:cNvSpPr>
          <p:nvPr/>
        </p:nvSpPr>
        <p:spPr>
          <a:xfrm>
            <a:off x="2180897" y="282606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" name="a_full_bar_73">
            <a:extLst>
              <a:ext uri="{FF2B5EF4-FFF2-40B4-BE49-F238E27FC236}">
                <a16:creationId xmlns:a16="http://schemas.microsoft.com/office/drawing/2014/main" id="{15D9A347-0BFC-4964-AD52-833D77BFABBC}"/>
              </a:ext>
            </a:extLst>
          </p:cNvPr>
          <p:cNvSpPr>
            <a:spLocks noGrp="1"/>
          </p:cNvSpPr>
          <p:nvPr/>
        </p:nvSpPr>
        <p:spPr>
          <a:xfrm>
            <a:off x="2364410" y="417562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" name="a_full_bar_74">
            <a:extLst>
              <a:ext uri="{FF2B5EF4-FFF2-40B4-BE49-F238E27FC236}">
                <a16:creationId xmlns:a16="http://schemas.microsoft.com/office/drawing/2014/main" id="{ECF840DD-757B-4913-9EEB-5664543C7AA1}"/>
              </a:ext>
            </a:extLst>
          </p:cNvPr>
          <p:cNvSpPr>
            <a:spLocks noGrp="1"/>
          </p:cNvSpPr>
          <p:nvPr/>
        </p:nvSpPr>
        <p:spPr>
          <a:xfrm>
            <a:off x="2271436" y="319098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" name="a_full_bar_75">
            <a:extLst>
              <a:ext uri="{FF2B5EF4-FFF2-40B4-BE49-F238E27FC236}">
                <a16:creationId xmlns:a16="http://schemas.microsoft.com/office/drawing/2014/main" id="{E6639DFF-ED9F-49ED-B31A-1D13734824DB}"/>
              </a:ext>
            </a:extLst>
          </p:cNvPr>
          <p:cNvSpPr>
            <a:spLocks noGrp="1"/>
          </p:cNvSpPr>
          <p:nvPr/>
        </p:nvSpPr>
        <p:spPr>
          <a:xfrm>
            <a:off x="2107417" y="381971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" name="a_full_bar_76">
            <a:extLst>
              <a:ext uri="{FF2B5EF4-FFF2-40B4-BE49-F238E27FC236}">
                <a16:creationId xmlns:a16="http://schemas.microsoft.com/office/drawing/2014/main" id="{773AC80E-C44D-44FE-964D-5F4E747F7277}"/>
              </a:ext>
            </a:extLst>
          </p:cNvPr>
          <p:cNvSpPr>
            <a:spLocks noGrp="1"/>
          </p:cNvSpPr>
          <p:nvPr/>
        </p:nvSpPr>
        <p:spPr>
          <a:xfrm>
            <a:off x="2412393" y="30604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" name="a_full_bar_77">
            <a:extLst>
              <a:ext uri="{FF2B5EF4-FFF2-40B4-BE49-F238E27FC236}">
                <a16:creationId xmlns:a16="http://schemas.microsoft.com/office/drawing/2014/main" id="{BB50D80E-EB29-4FC3-9FD0-E7BC763E7E35}"/>
              </a:ext>
            </a:extLst>
          </p:cNvPr>
          <p:cNvSpPr>
            <a:spLocks noGrp="1"/>
          </p:cNvSpPr>
          <p:nvPr/>
        </p:nvSpPr>
        <p:spPr>
          <a:xfrm>
            <a:off x="2123995" y="326713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" name="a_full_bar_78">
            <a:extLst>
              <a:ext uri="{FF2B5EF4-FFF2-40B4-BE49-F238E27FC236}">
                <a16:creationId xmlns:a16="http://schemas.microsoft.com/office/drawing/2014/main" id="{2DA5FCDD-E14F-4068-BC90-D73F2895FF67}"/>
              </a:ext>
            </a:extLst>
          </p:cNvPr>
          <p:cNvSpPr>
            <a:spLocks noGrp="1"/>
          </p:cNvSpPr>
          <p:nvPr/>
        </p:nvSpPr>
        <p:spPr>
          <a:xfrm>
            <a:off x="2193959" y="364919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" name="a_full_bar_79">
            <a:extLst>
              <a:ext uri="{FF2B5EF4-FFF2-40B4-BE49-F238E27FC236}">
                <a16:creationId xmlns:a16="http://schemas.microsoft.com/office/drawing/2014/main" id="{8CA19258-89BB-4BD9-9E07-4895A7C71481}"/>
              </a:ext>
            </a:extLst>
          </p:cNvPr>
          <p:cNvSpPr>
            <a:spLocks noGrp="1"/>
          </p:cNvSpPr>
          <p:nvPr/>
        </p:nvSpPr>
        <p:spPr>
          <a:xfrm>
            <a:off x="2371516" y="392432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" name="a_full_bar_80">
            <a:extLst>
              <a:ext uri="{FF2B5EF4-FFF2-40B4-BE49-F238E27FC236}">
                <a16:creationId xmlns:a16="http://schemas.microsoft.com/office/drawing/2014/main" id="{511AE26A-1E38-4A08-88A7-2D1CAAE1B0C2}"/>
              </a:ext>
            </a:extLst>
          </p:cNvPr>
          <p:cNvSpPr>
            <a:spLocks noGrp="1"/>
          </p:cNvSpPr>
          <p:nvPr/>
        </p:nvSpPr>
        <p:spPr>
          <a:xfrm>
            <a:off x="2229946" y="39671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" name="a_full_bar_81">
            <a:extLst>
              <a:ext uri="{FF2B5EF4-FFF2-40B4-BE49-F238E27FC236}">
                <a16:creationId xmlns:a16="http://schemas.microsoft.com/office/drawing/2014/main" id="{29C20299-F42D-40D1-A7EE-7160DF5E1736}"/>
              </a:ext>
            </a:extLst>
          </p:cNvPr>
          <p:cNvSpPr>
            <a:spLocks noGrp="1"/>
          </p:cNvSpPr>
          <p:nvPr/>
        </p:nvSpPr>
        <p:spPr>
          <a:xfrm>
            <a:off x="2221594" y="396857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" name="a_full_bar_82">
            <a:extLst>
              <a:ext uri="{FF2B5EF4-FFF2-40B4-BE49-F238E27FC236}">
                <a16:creationId xmlns:a16="http://schemas.microsoft.com/office/drawing/2014/main" id="{DC586747-AC5A-4A93-A51C-381A86964D82}"/>
              </a:ext>
            </a:extLst>
          </p:cNvPr>
          <p:cNvSpPr>
            <a:spLocks noGrp="1"/>
          </p:cNvSpPr>
          <p:nvPr/>
        </p:nvSpPr>
        <p:spPr>
          <a:xfrm>
            <a:off x="2424831" y="394671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" name="a_full_bar_83">
            <a:extLst>
              <a:ext uri="{FF2B5EF4-FFF2-40B4-BE49-F238E27FC236}">
                <a16:creationId xmlns:a16="http://schemas.microsoft.com/office/drawing/2014/main" id="{735E6A57-7FD6-45B6-85E8-5043E8AAA19D}"/>
              </a:ext>
            </a:extLst>
          </p:cNvPr>
          <p:cNvSpPr>
            <a:spLocks noGrp="1"/>
          </p:cNvSpPr>
          <p:nvPr/>
        </p:nvSpPr>
        <p:spPr>
          <a:xfrm>
            <a:off x="2321531" y="476864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" name="a_full_bar_84">
            <a:extLst>
              <a:ext uri="{FF2B5EF4-FFF2-40B4-BE49-F238E27FC236}">
                <a16:creationId xmlns:a16="http://schemas.microsoft.com/office/drawing/2014/main" id="{0B767B4A-E83E-4D40-93A9-4DC4AAC48311}"/>
              </a:ext>
            </a:extLst>
          </p:cNvPr>
          <p:cNvSpPr>
            <a:spLocks noGrp="1"/>
          </p:cNvSpPr>
          <p:nvPr/>
        </p:nvSpPr>
        <p:spPr>
          <a:xfrm>
            <a:off x="2452574" y="285643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" name="a_full_bar_85">
            <a:extLst>
              <a:ext uri="{FF2B5EF4-FFF2-40B4-BE49-F238E27FC236}">
                <a16:creationId xmlns:a16="http://schemas.microsoft.com/office/drawing/2014/main" id="{FB4D4815-0555-4ED2-A2C8-95E7154C2A7A}"/>
              </a:ext>
            </a:extLst>
          </p:cNvPr>
          <p:cNvSpPr>
            <a:spLocks noGrp="1"/>
          </p:cNvSpPr>
          <p:nvPr/>
        </p:nvSpPr>
        <p:spPr>
          <a:xfrm>
            <a:off x="2293567" y="32820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" name="a_full_bar_86">
            <a:extLst>
              <a:ext uri="{FF2B5EF4-FFF2-40B4-BE49-F238E27FC236}">
                <a16:creationId xmlns:a16="http://schemas.microsoft.com/office/drawing/2014/main" id="{50A9FC97-A4B5-4662-AA11-9B01D10F709F}"/>
              </a:ext>
            </a:extLst>
          </p:cNvPr>
          <p:cNvSpPr>
            <a:spLocks noGrp="1"/>
          </p:cNvSpPr>
          <p:nvPr/>
        </p:nvSpPr>
        <p:spPr>
          <a:xfrm>
            <a:off x="2296447" y="305480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" name="a_full_bar_87">
            <a:extLst>
              <a:ext uri="{FF2B5EF4-FFF2-40B4-BE49-F238E27FC236}">
                <a16:creationId xmlns:a16="http://schemas.microsoft.com/office/drawing/2014/main" id="{9ED8E46B-EF55-4CB7-81E6-0BC496EC4549}"/>
              </a:ext>
            </a:extLst>
          </p:cNvPr>
          <p:cNvSpPr>
            <a:spLocks noGrp="1"/>
          </p:cNvSpPr>
          <p:nvPr/>
        </p:nvSpPr>
        <p:spPr>
          <a:xfrm>
            <a:off x="2316393" y="420247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" name="a_full_bar_88">
            <a:extLst>
              <a:ext uri="{FF2B5EF4-FFF2-40B4-BE49-F238E27FC236}">
                <a16:creationId xmlns:a16="http://schemas.microsoft.com/office/drawing/2014/main" id="{376BBC6E-DEC6-4BB7-A8FB-0975C36D3A89}"/>
              </a:ext>
            </a:extLst>
          </p:cNvPr>
          <p:cNvSpPr>
            <a:spLocks noGrp="1"/>
          </p:cNvSpPr>
          <p:nvPr/>
        </p:nvSpPr>
        <p:spPr>
          <a:xfrm>
            <a:off x="2446678" y="265178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" name="a_full_bar_89">
            <a:extLst>
              <a:ext uri="{FF2B5EF4-FFF2-40B4-BE49-F238E27FC236}">
                <a16:creationId xmlns:a16="http://schemas.microsoft.com/office/drawing/2014/main" id="{5405AF86-D0F2-4139-A3AC-9C83787D2711}"/>
              </a:ext>
            </a:extLst>
          </p:cNvPr>
          <p:cNvSpPr>
            <a:spLocks noGrp="1"/>
          </p:cNvSpPr>
          <p:nvPr/>
        </p:nvSpPr>
        <p:spPr>
          <a:xfrm>
            <a:off x="2348101" y="258461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" name="a_full_bar_90">
            <a:extLst>
              <a:ext uri="{FF2B5EF4-FFF2-40B4-BE49-F238E27FC236}">
                <a16:creationId xmlns:a16="http://schemas.microsoft.com/office/drawing/2014/main" id="{C8C96DFA-C0C2-4F63-8488-AAA60C3CBBCF}"/>
              </a:ext>
            </a:extLst>
          </p:cNvPr>
          <p:cNvSpPr>
            <a:spLocks noGrp="1"/>
          </p:cNvSpPr>
          <p:nvPr/>
        </p:nvSpPr>
        <p:spPr>
          <a:xfrm>
            <a:off x="2086260" y="282881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" name="a_full_bar_91">
            <a:extLst>
              <a:ext uri="{FF2B5EF4-FFF2-40B4-BE49-F238E27FC236}">
                <a16:creationId xmlns:a16="http://schemas.microsoft.com/office/drawing/2014/main" id="{65254FFA-C8A3-4268-A5AB-3B6F63B224B2}"/>
              </a:ext>
            </a:extLst>
          </p:cNvPr>
          <p:cNvSpPr>
            <a:spLocks noGrp="1"/>
          </p:cNvSpPr>
          <p:nvPr/>
        </p:nvSpPr>
        <p:spPr>
          <a:xfrm>
            <a:off x="2372764" y="315866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" name="a_full_bar_92">
            <a:extLst>
              <a:ext uri="{FF2B5EF4-FFF2-40B4-BE49-F238E27FC236}">
                <a16:creationId xmlns:a16="http://schemas.microsoft.com/office/drawing/2014/main" id="{55C16513-907A-405B-8C40-FCE2A3F3A7F8}"/>
              </a:ext>
            </a:extLst>
          </p:cNvPr>
          <p:cNvSpPr>
            <a:spLocks noGrp="1"/>
          </p:cNvSpPr>
          <p:nvPr/>
        </p:nvSpPr>
        <p:spPr>
          <a:xfrm>
            <a:off x="2447161" y="397633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" name="a_full_bar_93">
            <a:extLst>
              <a:ext uri="{FF2B5EF4-FFF2-40B4-BE49-F238E27FC236}">
                <a16:creationId xmlns:a16="http://schemas.microsoft.com/office/drawing/2014/main" id="{F1098F56-2513-4EED-A3AB-9532F2B09B59}"/>
              </a:ext>
            </a:extLst>
          </p:cNvPr>
          <p:cNvSpPr>
            <a:spLocks noGrp="1"/>
          </p:cNvSpPr>
          <p:nvPr/>
        </p:nvSpPr>
        <p:spPr>
          <a:xfrm>
            <a:off x="2405031" y="469334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" name="a_full_bar_94">
            <a:extLst>
              <a:ext uri="{FF2B5EF4-FFF2-40B4-BE49-F238E27FC236}">
                <a16:creationId xmlns:a16="http://schemas.microsoft.com/office/drawing/2014/main" id="{363C7511-8AA1-42F9-9D50-69DA61649244}"/>
              </a:ext>
            </a:extLst>
          </p:cNvPr>
          <p:cNvSpPr>
            <a:spLocks noGrp="1"/>
          </p:cNvSpPr>
          <p:nvPr/>
        </p:nvSpPr>
        <p:spPr>
          <a:xfrm>
            <a:off x="2115783" y="396196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" name="a_full_bar_95">
            <a:extLst>
              <a:ext uri="{FF2B5EF4-FFF2-40B4-BE49-F238E27FC236}">
                <a16:creationId xmlns:a16="http://schemas.microsoft.com/office/drawing/2014/main" id="{2909102F-74A0-486E-BFB9-DBED943D72E2}"/>
              </a:ext>
            </a:extLst>
          </p:cNvPr>
          <p:cNvSpPr>
            <a:spLocks noGrp="1"/>
          </p:cNvSpPr>
          <p:nvPr/>
        </p:nvSpPr>
        <p:spPr>
          <a:xfrm>
            <a:off x="2273094" y="356631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" name="a_full_bar_96">
            <a:extLst>
              <a:ext uri="{FF2B5EF4-FFF2-40B4-BE49-F238E27FC236}">
                <a16:creationId xmlns:a16="http://schemas.microsoft.com/office/drawing/2014/main" id="{BD5C6E12-8FB1-455A-9CE5-04A95D19A291}"/>
              </a:ext>
            </a:extLst>
          </p:cNvPr>
          <p:cNvSpPr>
            <a:spLocks noGrp="1"/>
          </p:cNvSpPr>
          <p:nvPr/>
        </p:nvSpPr>
        <p:spPr>
          <a:xfrm>
            <a:off x="2444234" y="46207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" name="a_full_bar_97">
            <a:extLst>
              <a:ext uri="{FF2B5EF4-FFF2-40B4-BE49-F238E27FC236}">
                <a16:creationId xmlns:a16="http://schemas.microsoft.com/office/drawing/2014/main" id="{EDABD1EE-9AFE-4BFF-917A-AC24EA19D3F1}"/>
              </a:ext>
            </a:extLst>
          </p:cNvPr>
          <p:cNvSpPr>
            <a:spLocks noGrp="1"/>
          </p:cNvSpPr>
          <p:nvPr/>
        </p:nvSpPr>
        <p:spPr>
          <a:xfrm>
            <a:off x="2349396" y="285247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" name="a_full_bar_98">
            <a:extLst>
              <a:ext uri="{FF2B5EF4-FFF2-40B4-BE49-F238E27FC236}">
                <a16:creationId xmlns:a16="http://schemas.microsoft.com/office/drawing/2014/main" id="{A9535010-8ED0-48C6-B883-F25B0FEA322D}"/>
              </a:ext>
            </a:extLst>
          </p:cNvPr>
          <p:cNvSpPr>
            <a:spLocks noGrp="1"/>
          </p:cNvSpPr>
          <p:nvPr/>
        </p:nvSpPr>
        <p:spPr>
          <a:xfrm>
            <a:off x="2453158" y="41883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" name="a_full_bar_99">
            <a:extLst>
              <a:ext uri="{FF2B5EF4-FFF2-40B4-BE49-F238E27FC236}">
                <a16:creationId xmlns:a16="http://schemas.microsoft.com/office/drawing/2014/main" id="{B9C22E03-87CA-4AD5-AA51-C779963A130F}"/>
              </a:ext>
            </a:extLst>
          </p:cNvPr>
          <p:cNvSpPr>
            <a:spLocks noGrp="1"/>
          </p:cNvSpPr>
          <p:nvPr/>
        </p:nvSpPr>
        <p:spPr>
          <a:xfrm>
            <a:off x="2379352" y="382200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" name="a_full_bar_100">
            <a:extLst>
              <a:ext uri="{FF2B5EF4-FFF2-40B4-BE49-F238E27FC236}">
                <a16:creationId xmlns:a16="http://schemas.microsoft.com/office/drawing/2014/main" id="{042D3B49-326C-4F1F-8BAD-F9D083847C56}"/>
              </a:ext>
            </a:extLst>
          </p:cNvPr>
          <p:cNvSpPr>
            <a:spLocks noGrp="1"/>
          </p:cNvSpPr>
          <p:nvPr/>
        </p:nvSpPr>
        <p:spPr>
          <a:xfrm>
            <a:off x="2422610" y="282803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" name="a_full_bar_101">
            <a:extLst>
              <a:ext uri="{FF2B5EF4-FFF2-40B4-BE49-F238E27FC236}">
                <a16:creationId xmlns:a16="http://schemas.microsoft.com/office/drawing/2014/main" id="{D3C0A2AF-C186-4C34-8E35-6A0073A5B9CB}"/>
              </a:ext>
            </a:extLst>
          </p:cNvPr>
          <p:cNvSpPr>
            <a:spLocks noGrp="1"/>
          </p:cNvSpPr>
          <p:nvPr/>
        </p:nvSpPr>
        <p:spPr>
          <a:xfrm>
            <a:off x="2124829" y="459655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" name="a_full_bar_102">
            <a:extLst>
              <a:ext uri="{FF2B5EF4-FFF2-40B4-BE49-F238E27FC236}">
                <a16:creationId xmlns:a16="http://schemas.microsoft.com/office/drawing/2014/main" id="{4DD5A9AC-8D95-4CE4-86A2-8A7FBF087513}"/>
              </a:ext>
            </a:extLst>
          </p:cNvPr>
          <p:cNvSpPr>
            <a:spLocks noGrp="1"/>
          </p:cNvSpPr>
          <p:nvPr/>
        </p:nvSpPr>
        <p:spPr>
          <a:xfrm>
            <a:off x="2243367" y="389728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" name="a_full_bar_103">
            <a:extLst>
              <a:ext uri="{FF2B5EF4-FFF2-40B4-BE49-F238E27FC236}">
                <a16:creationId xmlns:a16="http://schemas.microsoft.com/office/drawing/2014/main" id="{C4C7C3CD-77C4-432C-92FF-C79DEE9C88BF}"/>
              </a:ext>
            </a:extLst>
          </p:cNvPr>
          <p:cNvSpPr>
            <a:spLocks noGrp="1"/>
          </p:cNvSpPr>
          <p:nvPr/>
        </p:nvSpPr>
        <p:spPr>
          <a:xfrm>
            <a:off x="2278865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" name="a_full_bar_104">
            <a:extLst>
              <a:ext uri="{FF2B5EF4-FFF2-40B4-BE49-F238E27FC236}">
                <a16:creationId xmlns:a16="http://schemas.microsoft.com/office/drawing/2014/main" id="{D0E3F9AD-2B50-4634-9E80-8A3919AD6BAE}"/>
              </a:ext>
            </a:extLst>
          </p:cNvPr>
          <p:cNvSpPr>
            <a:spLocks noGrp="1"/>
          </p:cNvSpPr>
          <p:nvPr/>
        </p:nvSpPr>
        <p:spPr>
          <a:xfrm>
            <a:off x="2225246" y="28165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" name="a_full_bar_105">
            <a:extLst>
              <a:ext uri="{FF2B5EF4-FFF2-40B4-BE49-F238E27FC236}">
                <a16:creationId xmlns:a16="http://schemas.microsoft.com/office/drawing/2014/main" id="{38038F8B-4191-467F-9334-6ACCFBEF0F39}"/>
              </a:ext>
            </a:extLst>
          </p:cNvPr>
          <p:cNvSpPr>
            <a:spLocks noGrp="1"/>
          </p:cNvSpPr>
          <p:nvPr/>
        </p:nvSpPr>
        <p:spPr>
          <a:xfrm>
            <a:off x="2441742" y="35639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" name="a_full_bar_106">
            <a:extLst>
              <a:ext uri="{FF2B5EF4-FFF2-40B4-BE49-F238E27FC236}">
                <a16:creationId xmlns:a16="http://schemas.microsoft.com/office/drawing/2014/main" id="{D99819BE-15AE-4BE7-A98A-BE0D490A191B}"/>
              </a:ext>
            </a:extLst>
          </p:cNvPr>
          <p:cNvSpPr>
            <a:spLocks noGrp="1"/>
          </p:cNvSpPr>
          <p:nvPr/>
        </p:nvSpPr>
        <p:spPr>
          <a:xfrm>
            <a:off x="2449719" y="34970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" name="a_full_bar_107">
            <a:extLst>
              <a:ext uri="{FF2B5EF4-FFF2-40B4-BE49-F238E27FC236}">
                <a16:creationId xmlns:a16="http://schemas.microsoft.com/office/drawing/2014/main" id="{1CA590E6-C572-448E-AA78-824DCF0829B5}"/>
              </a:ext>
            </a:extLst>
          </p:cNvPr>
          <p:cNvSpPr>
            <a:spLocks noGrp="1"/>
          </p:cNvSpPr>
          <p:nvPr/>
        </p:nvSpPr>
        <p:spPr>
          <a:xfrm>
            <a:off x="2422572" y="29882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" name="a_full_bar_108">
            <a:extLst>
              <a:ext uri="{FF2B5EF4-FFF2-40B4-BE49-F238E27FC236}">
                <a16:creationId xmlns:a16="http://schemas.microsoft.com/office/drawing/2014/main" id="{999DA51B-0C81-4C13-A495-4EDB982332BA}"/>
              </a:ext>
            </a:extLst>
          </p:cNvPr>
          <p:cNvSpPr>
            <a:spLocks noGrp="1"/>
          </p:cNvSpPr>
          <p:nvPr/>
        </p:nvSpPr>
        <p:spPr>
          <a:xfrm>
            <a:off x="2409612" y="42349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" name="a_full_bar_109">
            <a:extLst>
              <a:ext uri="{FF2B5EF4-FFF2-40B4-BE49-F238E27FC236}">
                <a16:creationId xmlns:a16="http://schemas.microsoft.com/office/drawing/2014/main" id="{21CDF19B-D9BA-46E6-8FF3-88F180B4517D}"/>
              </a:ext>
            </a:extLst>
          </p:cNvPr>
          <p:cNvSpPr>
            <a:spLocks noGrp="1"/>
          </p:cNvSpPr>
          <p:nvPr/>
        </p:nvSpPr>
        <p:spPr>
          <a:xfrm>
            <a:off x="2142782" y="32546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" name="a_full_bar_110">
            <a:extLst>
              <a:ext uri="{FF2B5EF4-FFF2-40B4-BE49-F238E27FC236}">
                <a16:creationId xmlns:a16="http://schemas.microsoft.com/office/drawing/2014/main" id="{63CF66A5-8600-4A7D-897E-3C73140A6801}"/>
              </a:ext>
            </a:extLst>
          </p:cNvPr>
          <p:cNvSpPr>
            <a:spLocks noGrp="1"/>
          </p:cNvSpPr>
          <p:nvPr/>
        </p:nvSpPr>
        <p:spPr>
          <a:xfrm>
            <a:off x="2334907" y="345945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" name="a_full_bar_111">
            <a:extLst>
              <a:ext uri="{FF2B5EF4-FFF2-40B4-BE49-F238E27FC236}">
                <a16:creationId xmlns:a16="http://schemas.microsoft.com/office/drawing/2014/main" id="{536D6594-D727-4482-89B2-849060569CF8}"/>
              </a:ext>
            </a:extLst>
          </p:cNvPr>
          <p:cNvSpPr>
            <a:spLocks noGrp="1"/>
          </p:cNvSpPr>
          <p:nvPr/>
        </p:nvSpPr>
        <p:spPr>
          <a:xfrm>
            <a:off x="2374901" y="284177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" name="a_full_bar_112">
            <a:extLst>
              <a:ext uri="{FF2B5EF4-FFF2-40B4-BE49-F238E27FC236}">
                <a16:creationId xmlns:a16="http://schemas.microsoft.com/office/drawing/2014/main" id="{854A85CE-8686-48FA-ABEB-4EE52C121EFA}"/>
              </a:ext>
            </a:extLst>
          </p:cNvPr>
          <p:cNvSpPr>
            <a:spLocks noGrp="1"/>
          </p:cNvSpPr>
          <p:nvPr/>
        </p:nvSpPr>
        <p:spPr>
          <a:xfrm>
            <a:off x="2128861" y="48855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" name="a_full_bar_113">
            <a:extLst>
              <a:ext uri="{FF2B5EF4-FFF2-40B4-BE49-F238E27FC236}">
                <a16:creationId xmlns:a16="http://schemas.microsoft.com/office/drawing/2014/main" id="{6937BA0A-D585-4261-B51F-04E4B1BA599C}"/>
              </a:ext>
            </a:extLst>
          </p:cNvPr>
          <p:cNvSpPr>
            <a:spLocks noGrp="1"/>
          </p:cNvSpPr>
          <p:nvPr/>
        </p:nvSpPr>
        <p:spPr>
          <a:xfrm>
            <a:off x="2208799" y="41851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" name="a_full_bar_114">
            <a:extLst>
              <a:ext uri="{FF2B5EF4-FFF2-40B4-BE49-F238E27FC236}">
                <a16:creationId xmlns:a16="http://schemas.microsoft.com/office/drawing/2014/main" id="{AC9E057C-A506-45E1-9576-FFA27C4510FF}"/>
              </a:ext>
            </a:extLst>
          </p:cNvPr>
          <p:cNvSpPr>
            <a:spLocks noGrp="1"/>
          </p:cNvSpPr>
          <p:nvPr/>
        </p:nvSpPr>
        <p:spPr>
          <a:xfrm>
            <a:off x="2135848" y="247377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" name="a_full_bar_115">
            <a:extLst>
              <a:ext uri="{FF2B5EF4-FFF2-40B4-BE49-F238E27FC236}">
                <a16:creationId xmlns:a16="http://schemas.microsoft.com/office/drawing/2014/main" id="{03F6F65B-4FDD-44BB-B1C4-8E1AC4BCFA5E}"/>
              </a:ext>
            </a:extLst>
          </p:cNvPr>
          <p:cNvSpPr>
            <a:spLocks noGrp="1"/>
          </p:cNvSpPr>
          <p:nvPr/>
        </p:nvSpPr>
        <p:spPr>
          <a:xfrm>
            <a:off x="236428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" name="a_full_bar_116">
            <a:extLst>
              <a:ext uri="{FF2B5EF4-FFF2-40B4-BE49-F238E27FC236}">
                <a16:creationId xmlns:a16="http://schemas.microsoft.com/office/drawing/2014/main" id="{F67F2610-7D35-4456-93F1-4B602EBC1867}"/>
              </a:ext>
            </a:extLst>
          </p:cNvPr>
          <p:cNvSpPr>
            <a:spLocks noGrp="1"/>
          </p:cNvSpPr>
          <p:nvPr/>
        </p:nvSpPr>
        <p:spPr>
          <a:xfrm>
            <a:off x="2246368" y="292915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" name="a_full_bar_117">
            <a:extLst>
              <a:ext uri="{FF2B5EF4-FFF2-40B4-BE49-F238E27FC236}">
                <a16:creationId xmlns:a16="http://schemas.microsoft.com/office/drawing/2014/main" id="{C72EC6DB-9D74-4FC8-B2FC-F41ADA4AD2AB}"/>
              </a:ext>
            </a:extLst>
          </p:cNvPr>
          <p:cNvSpPr>
            <a:spLocks noGrp="1"/>
          </p:cNvSpPr>
          <p:nvPr/>
        </p:nvSpPr>
        <p:spPr>
          <a:xfrm>
            <a:off x="2398253" y="493497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" name="a_full_bar_118">
            <a:extLst>
              <a:ext uri="{FF2B5EF4-FFF2-40B4-BE49-F238E27FC236}">
                <a16:creationId xmlns:a16="http://schemas.microsoft.com/office/drawing/2014/main" id="{90367AF8-1D07-4345-9CFC-0782DB6C1604}"/>
              </a:ext>
            </a:extLst>
          </p:cNvPr>
          <p:cNvSpPr>
            <a:spLocks noGrp="1"/>
          </p:cNvSpPr>
          <p:nvPr/>
        </p:nvSpPr>
        <p:spPr>
          <a:xfrm>
            <a:off x="2426603" y="52038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" name="a_full_bar_119">
            <a:extLst>
              <a:ext uri="{FF2B5EF4-FFF2-40B4-BE49-F238E27FC236}">
                <a16:creationId xmlns:a16="http://schemas.microsoft.com/office/drawing/2014/main" id="{E1D2FDB9-38CA-49C3-9686-15BFB877F8F4}"/>
              </a:ext>
            </a:extLst>
          </p:cNvPr>
          <p:cNvSpPr>
            <a:spLocks noGrp="1"/>
          </p:cNvSpPr>
          <p:nvPr/>
        </p:nvSpPr>
        <p:spPr>
          <a:xfrm>
            <a:off x="2087552" y="251825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" name="a_full_bar_120">
            <a:extLst>
              <a:ext uri="{FF2B5EF4-FFF2-40B4-BE49-F238E27FC236}">
                <a16:creationId xmlns:a16="http://schemas.microsoft.com/office/drawing/2014/main" id="{26CBDEF2-DD58-410F-B79F-74C1A9AA6F6D}"/>
              </a:ext>
            </a:extLst>
          </p:cNvPr>
          <p:cNvSpPr>
            <a:spLocks noGrp="1"/>
          </p:cNvSpPr>
          <p:nvPr/>
        </p:nvSpPr>
        <p:spPr>
          <a:xfrm>
            <a:off x="2443373" y="289274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" name="a_full_bar_121">
            <a:extLst>
              <a:ext uri="{FF2B5EF4-FFF2-40B4-BE49-F238E27FC236}">
                <a16:creationId xmlns:a16="http://schemas.microsoft.com/office/drawing/2014/main" id="{52126096-7286-4C42-8A1F-532AD2D74FB3}"/>
              </a:ext>
            </a:extLst>
          </p:cNvPr>
          <p:cNvSpPr>
            <a:spLocks noGrp="1"/>
          </p:cNvSpPr>
          <p:nvPr/>
        </p:nvSpPr>
        <p:spPr>
          <a:xfrm>
            <a:off x="2149932" y="26324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" name="a_full_bar_122">
            <a:extLst>
              <a:ext uri="{FF2B5EF4-FFF2-40B4-BE49-F238E27FC236}">
                <a16:creationId xmlns:a16="http://schemas.microsoft.com/office/drawing/2014/main" id="{80E965B7-E7FE-4A1C-8C26-19D1D6640011}"/>
              </a:ext>
            </a:extLst>
          </p:cNvPr>
          <p:cNvSpPr>
            <a:spLocks noGrp="1"/>
          </p:cNvSpPr>
          <p:nvPr/>
        </p:nvSpPr>
        <p:spPr>
          <a:xfrm>
            <a:off x="2125405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" name="a_full_bar_123">
            <a:extLst>
              <a:ext uri="{FF2B5EF4-FFF2-40B4-BE49-F238E27FC236}">
                <a16:creationId xmlns:a16="http://schemas.microsoft.com/office/drawing/2014/main" id="{1BAA1D39-DBF9-498B-9B33-3A6CD528F94E}"/>
              </a:ext>
            </a:extLst>
          </p:cNvPr>
          <p:cNvSpPr>
            <a:spLocks noGrp="1"/>
          </p:cNvSpPr>
          <p:nvPr/>
        </p:nvSpPr>
        <p:spPr>
          <a:xfrm>
            <a:off x="2078235" y="441773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" name="a_full_bar_124">
            <a:extLst>
              <a:ext uri="{FF2B5EF4-FFF2-40B4-BE49-F238E27FC236}">
                <a16:creationId xmlns:a16="http://schemas.microsoft.com/office/drawing/2014/main" id="{775750E5-01A7-4FE1-8D2C-2BDE8F274961}"/>
              </a:ext>
            </a:extLst>
          </p:cNvPr>
          <p:cNvSpPr>
            <a:spLocks noGrp="1"/>
          </p:cNvSpPr>
          <p:nvPr/>
        </p:nvSpPr>
        <p:spPr>
          <a:xfrm>
            <a:off x="2251845" y="463992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" name="a_full_bar_125">
            <a:extLst>
              <a:ext uri="{FF2B5EF4-FFF2-40B4-BE49-F238E27FC236}">
                <a16:creationId xmlns:a16="http://schemas.microsoft.com/office/drawing/2014/main" id="{636B4077-6590-4FC5-97E7-1DE6B6DEA7A0}"/>
              </a:ext>
            </a:extLst>
          </p:cNvPr>
          <p:cNvSpPr>
            <a:spLocks noGrp="1"/>
          </p:cNvSpPr>
          <p:nvPr/>
        </p:nvSpPr>
        <p:spPr>
          <a:xfrm>
            <a:off x="2246749" y="50999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" name="a_full_bar_126">
            <a:extLst>
              <a:ext uri="{FF2B5EF4-FFF2-40B4-BE49-F238E27FC236}">
                <a16:creationId xmlns:a16="http://schemas.microsoft.com/office/drawing/2014/main" id="{D45B8FF7-DA33-4054-BE4E-DEBCE5386BE2}"/>
              </a:ext>
            </a:extLst>
          </p:cNvPr>
          <p:cNvSpPr>
            <a:spLocks noGrp="1"/>
          </p:cNvSpPr>
          <p:nvPr/>
        </p:nvSpPr>
        <p:spPr>
          <a:xfrm>
            <a:off x="2365025" y="354166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" name="a_full_bar_127">
            <a:extLst>
              <a:ext uri="{FF2B5EF4-FFF2-40B4-BE49-F238E27FC236}">
                <a16:creationId xmlns:a16="http://schemas.microsoft.com/office/drawing/2014/main" id="{BC354F58-2674-4FB7-AFC8-A2941156CEFC}"/>
              </a:ext>
            </a:extLst>
          </p:cNvPr>
          <p:cNvSpPr>
            <a:spLocks noGrp="1"/>
          </p:cNvSpPr>
          <p:nvPr/>
        </p:nvSpPr>
        <p:spPr>
          <a:xfrm>
            <a:off x="2444797" y="296232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" name="a_full_bar_128">
            <a:extLst>
              <a:ext uri="{FF2B5EF4-FFF2-40B4-BE49-F238E27FC236}">
                <a16:creationId xmlns:a16="http://schemas.microsoft.com/office/drawing/2014/main" id="{69B99283-19AF-4AC7-8B56-40533D7D66A9}"/>
              </a:ext>
            </a:extLst>
          </p:cNvPr>
          <p:cNvSpPr>
            <a:spLocks noGrp="1"/>
          </p:cNvSpPr>
          <p:nvPr/>
        </p:nvSpPr>
        <p:spPr>
          <a:xfrm>
            <a:off x="2454079" y="291227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" name="a_full_bar_129">
            <a:extLst>
              <a:ext uri="{FF2B5EF4-FFF2-40B4-BE49-F238E27FC236}">
                <a16:creationId xmlns:a16="http://schemas.microsoft.com/office/drawing/2014/main" id="{93B076FB-2AED-44CD-9777-2C646B54412D}"/>
              </a:ext>
            </a:extLst>
          </p:cNvPr>
          <p:cNvSpPr>
            <a:spLocks noGrp="1"/>
          </p:cNvSpPr>
          <p:nvPr/>
        </p:nvSpPr>
        <p:spPr>
          <a:xfrm>
            <a:off x="215172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" name="a_full_bar_130">
            <a:extLst>
              <a:ext uri="{FF2B5EF4-FFF2-40B4-BE49-F238E27FC236}">
                <a16:creationId xmlns:a16="http://schemas.microsoft.com/office/drawing/2014/main" id="{CC0708DE-DDEF-403F-9ECB-E4604CC7087E}"/>
              </a:ext>
            </a:extLst>
          </p:cNvPr>
          <p:cNvSpPr>
            <a:spLocks noGrp="1"/>
          </p:cNvSpPr>
          <p:nvPr/>
        </p:nvSpPr>
        <p:spPr>
          <a:xfrm>
            <a:off x="2249929" y="344392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" name="a_full_bar_131">
            <a:extLst>
              <a:ext uri="{FF2B5EF4-FFF2-40B4-BE49-F238E27FC236}">
                <a16:creationId xmlns:a16="http://schemas.microsoft.com/office/drawing/2014/main" id="{8707A4E0-B086-4F8E-B7C7-6D39D95DA99D}"/>
              </a:ext>
            </a:extLst>
          </p:cNvPr>
          <p:cNvSpPr>
            <a:spLocks noGrp="1"/>
          </p:cNvSpPr>
          <p:nvPr/>
        </p:nvSpPr>
        <p:spPr>
          <a:xfrm>
            <a:off x="2314281" y="512892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" name="a_full_bar_132">
            <a:extLst>
              <a:ext uri="{FF2B5EF4-FFF2-40B4-BE49-F238E27FC236}">
                <a16:creationId xmlns:a16="http://schemas.microsoft.com/office/drawing/2014/main" id="{02048574-F14D-45D7-B3F2-B02DC4C13D90}"/>
              </a:ext>
            </a:extLst>
          </p:cNvPr>
          <p:cNvSpPr>
            <a:spLocks noGrp="1"/>
          </p:cNvSpPr>
          <p:nvPr/>
        </p:nvSpPr>
        <p:spPr>
          <a:xfrm>
            <a:off x="2232478" y="39609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" name="a_full_bar_133">
            <a:extLst>
              <a:ext uri="{FF2B5EF4-FFF2-40B4-BE49-F238E27FC236}">
                <a16:creationId xmlns:a16="http://schemas.microsoft.com/office/drawing/2014/main" id="{5D2AFA1B-5D79-440C-B425-9510AE352EE0}"/>
              </a:ext>
            </a:extLst>
          </p:cNvPr>
          <p:cNvSpPr>
            <a:spLocks noGrp="1"/>
          </p:cNvSpPr>
          <p:nvPr/>
        </p:nvSpPr>
        <p:spPr>
          <a:xfrm>
            <a:off x="2104655" y="283287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" name="a_full_bar_134">
            <a:extLst>
              <a:ext uri="{FF2B5EF4-FFF2-40B4-BE49-F238E27FC236}">
                <a16:creationId xmlns:a16="http://schemas.microsoft.com/office/drawing/2014/main" id="{2B7704EB-A147-4DC7-8D4B-96454475D296}"/>
              </a:ext>
            </a:extLst>
          </p:cNvPr>
          <p:cNvSpPr>
            <a:spLocks noGrp="1"/>
          </p:cNvSpPr>
          <p:nvPr/>
        </p:nvSpPr>
        <p:spPr>
          <a:xfrm>
            <a:off x="2454489" y="319383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" name="a_full_bar_135">
            <a:extLst>
              <a:ext uri="{FF2B5EF4-FFF2-40B4-BE49-F238E27FC236}">
                <a16:creationId xmlns:a16="http://schemas.microsoft.com/office/drawing/2014/main" id="{EBCDF991-FCA0-4560-A8CA-80692AEDA6AF}"/>
              </a:ext>
            </a:extLst>
          </p:cNvPr>
          <p:cNvSpPr>
            <a:spLocks noGrp="1"/>
          </p:cNvSpPr>
          <p:nvPr/>
        </p:nvSpPr>
        <p:spPr>
          <a:xfrm>
            <a:off x="2396126" y="471650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" name="a_full_bar_136">
            <a:extLst>
              <a:ext uri="{FF2B5EF4-FFF2-40B4-BE49-F238E27FC236}">
                <a16:creationId xmlns:a16="http://schemas.microsoft.com/office/drawing/2014/main" id="{B1EA7678-9AF4-4857-A617-DC3958CF5E33}"/>
              </a:ext>
            </a:extLst>
          </p:cNvPr>
          <p:cNvSpPr>
            <a:spLocks noGrp="1"/>
          </p:cNvSpPr>
          <p:nvPr/>
        </p:nvSpPr>
        <p:spPr>
          <a:xfrm>
            <a:off x="2407444" y="422291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" name="a_full_bar_137">
            <a:extLst>
              <a:ext uri="{FF2B5EF4-FFF2-40B4-BE49-F238E27FC236}">
                <a16:creationId xmlns:a16="http://schemas.microsoft.com/office/drawing/2014/main" id="{3E44179F-46D8-4447-9CC9-DE96EEC909D5}"/>
              </a:ext>
            </a:extLst>
          </p:cNvPr>
          <p:cNvSpPr>
            <a:spLocks noGrp="1"/>
          </p:cNvSpPr>
          <p:nvPr/>
        </p:nvSpPr>
        <p:spPr>
          <a:xfrm>
            <a:off x="2433218" y="37016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" name="a_full_bar_138">
            <a:extLst>
              <a:ext uri="{FF2B5EF4-FFF2-40B4-BE49-F238E27FC236}">
                <a16:creationId xmlns:a16="http://schemas.microsoft.com/office/drawing/2014/main" id="{EEC8C7D5-99F9-4677-8000-DA6AB7D47566}"/>
              </a:ext>
            </a:extLst>
          </p:cNvPr>
          <p:cNvSpPr>
            <a:spLocks noGrp="1"/>
          </p:cNvSpPr>
          <p:nvPr/>
        </p:nvSpPr>
        <p:spPr>
          <a:xfrm>
            <a:off x="2149995" y="422318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" name="a_full_bar_139">
            <a:extLst>
              <a:ext uri="{FF2B5EF4-FFF2-40B4-BE49-F238E27FC236}">
                <a16:creationId xmlns:a16="http://schemas.microsoft.com/office/drawing/2014/main" id="{F3932810-8F7E-4B84-B044-08F36622CF4A}"/>
              </a:ext>
            </a:extLst>
          </p:cNvPr>
          <p:cNvSpPr>
            <a:spLocks noGrp="1"/>
          </p:cNvSpPr>
          <p:nvPr/>
        </p:nvSpPr>
        <p:spPr>
          <a:xfrm>
            <a:off x="2109868" y="375121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" name="a_full_bar_140">
            <a:extLst>
              <a:ext uri="{FF2B5EF4-FFF2-40B4-BE49-F238E27FC236}">
                <a16:creationId xmlns:a16="http://schemas.microsoft.com/office/drawing/2014/main" id="{187C444F-6DF4-4D66-9BFE-8B7C82E19942}"/>
              </a:ext>
            </a:extLst>
          </p:cNvPr>
          <p:cNvSpPr>
            <a:spLocks noGrp="1"/>
          </p:cNvSpPr>
          <p:nvPr/>
        </p:nvSpPr>
        <p:spPr>
          <a:xfrm>
            <a:off x="2453662" y="329496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" name="a_full_bar_141">
            <a:extLst>
              <a:ext uri="{FF2B5EF4-FFF2-40B4-BE49-F238E27FC236}">
                <a16:creationId xmlns:a16="http://schemas.microsoft.com/office/drawing/2014/main" id="{3F14AF1E-8DFD-4C79-B6E6-6BD743850C46}"/>
              </a:ext>
            </a:extLst>
          </p:cNvPr>
          <p:cNvSpPr>
            <a:spLocks noGrp="1"/>
          </p:cNvSpPr>
          <p:nvPr/>
        </p:nvSpPr>
        <p:spPr>
          <a:xfrm>
            <a:off x="2273980" y="395018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" name="a_full_bar_142">
            <a:extLst>
              <a:ext uri="{FF2B5EF4-FFF2-40B4-BE49-F238E27FC236}">
                <a16:creationId xmlns:a16="http://schemas.microsoft.com/office/drawing/2014/main" id="{5E015F75-D019-4770-A8F7-B07E7529EED5}"/>
              </a:ext>
            </a:extLst>
          </p:cNvPr>
          <p:cNvSpPr>
            <a:spLocks noGrp="1"/>
          </p:cNvSpPr>
          <p:nvPr/>
        </p:nvSpPr>
        <p:spPr>
          <a:xfrm>
            <a:off x="2131922" y="485803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" name="a_full_bar_143">
            <a:extLst>
              <a:ext uri="{FF2B5EF4-FFF2-40B4-BE49-F238E27FC236}">
                <a16:creationId xmlns:a16="http://schemas.microsoft.com/office/drawing/2014/main" id="{EF56D4CB-1D2A-48FE-92D7-DB11B69FAB28}"/>
              </a:ext>
            </a:extLst>
          </p:cNvPr>
          <p:cNvSpPr>
            <a:spLocks noGrp="1"/>
          </p:cNvSpPr>
          <p:nvPr/>
        </p:nvSpPr>
        <p:spPr>
          <a:xfrm>
            <a:off x="2062571" y="522538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" name="a_full_bar_144">
            <a:extLst>
              <a:ext uri="{FF2B5EF4-FFF2-40B4-BE49-F238E27FC236}">
                <a16:creationId xmlns:a16="http://schemas.microsoft.com/office/drawing/2014/main" id="{C177921F-5FBC-4E87-A3AD-D2B16F6EB689}"/>
              </a:ext>
            </a:extLst>
          </p:cNvPr>
          <p:cNvSpPr>
            <a:spLocks noGrp="1"/>
          </p:cNvSpPr>
          <p:nvPr/>
        </p:nvSpPr>
        <p:spPr>
          <a:xfrm>
            <a:off x="2301585" y="30243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" name="a_full_bar_145">
            <a:extLst>
              <a:ext uri="{FF2B5EF4-FFF2-40B4-BE49-F238E27FC236}">
                <a16:creationId xmlns:a16="http://schemas.microsoft.com/office/drawing/2014/main" id="{40160A30-5CAF-44DE-9809-CCA9B2B6C1B8}"/>
              </a:ext>
            </a:extLst>
          </p:cNvPr>
          <p:cNvSpPr>
            <a:spLocks noGrp="1"/>
          </p:cNvSpPr>
          <p:nvPr/>
        </p:nvSpPr>
        <p:spPr>
          <a:xfrm>
            <a:off x="226322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" name="a_full_bar_146">
            <a:extLst>
              <a:ext uri="{FF2B5EF4-FFF2-40B4-BE49-F238E27FC236}">
                <a16:creationId xmlns:a16="http://schemas.microsoft.com/office/drawing/2014/main" id="{A30BF102-AB30-482C-A445-DED6F5157A4A}"/>
              </a:ext>
            </a:extLst>
          </p:cNvPr>
          <p:cNvSpPr>
            <a:spLocks noGrp="1"/>
          </p:cNvSpPr>
          <p:nvPr/>
        </p:nvSpPr>
        <p:spPr>
          <a:xfrm>
            <a:off x="2154625" y="306633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" name="a_full_bar_147">
            <a:extLst>
              <a:ext uri="{FF2B5EF4-FFF2-40B4-BE49-F238E27FC236}">
                <a16:creationId xmlns:a16="http://schemas.microsoft.com/office/drawing/2014/main" id="{378E218E-2645-42F9-A2FC-4E3DE3B42B51}"/>
              </a:ext>
            </a:extLst>
          </p:cNvPr>
          <p:cNvSpPr>
            <a:spLocks noGrp="1"/>
          </p:cNvSpPr>
          <p:nvPr/>
        </p:nvSpPr>
        <p:spPr>
          <a:xfrm>
            <a:off x="244909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" name="a_full_bar_148">
            <a:extLst>
              <a:ext uri="{FF2B5EF4-FFF2-40B4-BE49-F238E27FC236}">
                <a16:creationId xmlns:a16="http://schemas.microsoft.com/office/drawing/2014/main" id="{AF13527B-0408-46D3-B6B1-18514554D58C}"/>
              </a:ext>
            </a:extLst>
          </p:cNvPr>
          <p:cNvSpPr>
            <a:spLocks noGrp="1"/>
          </p:cNvSpPr>
          <p:nvPr/>
        </p:nvSpPr>
        <p:spPr>
          <a:xfrm>
            <a:off x="2146038" y="377447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" name="a_full_bar_149">
            <a:extLst>
              <a:ext uri="{FF2B5EF4-FFF2-40B4-BE49-F238E27FC236}">
                <a16:creationId xmlns:a16="http://schemas.microsoft.com/office/drawing/2014/main" id="{4B2D6A5C-C81F-4A5F-AD02-D7F9E019111B}"/>
              </a:ext>
            </a:extLst>
          </p:cNvPr>
          <p:cNvSpPr>
            <a:spLocks noGrp="1"/>
          </p:cNvSpPr>
          <p:nvPr/>
        </p:nvSpPr>
        <p:spPr>
          <a:xfrm>
            <a:off x="2120908" y="447010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" name="a_full_bar_150">
            <a:extLst>
              <a:ext uri="{FF2B5EF4-FFF2-40B4-BE49-F238E27FC236}">
                <a16:creationId xmlns:a16="http://schemas.microsoft.com/office/drawing/2014/main" id="{1D0A45F9-04D1-48FE-AEF9-8D2322E46A61}"/>
              </a:ext>
            </a:extLst>
          </p:cNvPr>
          <p:cNvSpPr>
            <a:spLocks noGrp="1"/>
          </p:cNvSpPr>
          <p:nvPr/>
        </p:nvSpPr>
        <p:spPr>
          <a:xfrm>
            <a:off x="2144624" y="40010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" name="a_full_bar_151">
            <a:extLst>
              <a:ext uri="{FF2B5EF4-FFF2-40B4-BE49-F238E27FC236}">
                <a16:creationId xmlns:a16="http://schemas.microsoft.com/office/drawing/2014/main" id="{A0738684-C7CA-44FF-8109-E2FDC57966CB}"/>
              </a:ext>
            </a:extLst>
          </p:cNvPr>
          <p:cNvSpPr>
            <a:spLocks noGrp="1"/>
          </p:cNvSpPr>
          <p:nvPr/>
        </p:nvSpPr>
        <p:spPr>
          <a:xfrm>
            <a:off x="2323344" y="41111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" name="a_full_bar_152">
            <a:extLst>
              <a:ext uri="{FF2B5EF4-FFF2-40B4-BE49-F238E27FC236}">
                <a16:creationId xmlns:a16="http://schemas.microsoft.com/office/drawing/2014/main" id="{189DD1F5-A071-4482-BB2A-7ABC65350652}"/>
              </a:ext>
            </a:extLst>
          </p:cNvPr>
          <p:cNvSpPr>
            <a:spLocks noGrp="1"/>
          </p:cNvSpPr>
          <p:nvPr/>
        </p:nvSpPr>
        <p:spPr>
          <a:xfrm>
            <a:off x="2143033" y="278861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" name="a_full_bar_153">
            <a:extLst>
              <a:ext uri="{FF2B5EF4-FFF2-40B4-BE49-F238E27FC236}">
                <a16:creationId xmlns:a16="http://schemas.microsoft.com/office/drawing/2014/main" id="{F3F9C52E-54BC-4D0C-85BA-1E1796ED43AF}"/>
              </a:ext>
            </a:extLst>
          </p:cNvPr>
          <p:cNvSpPr>
            <a:spLocks noGrp="1"/>
          </p:cNvSpPr>
          <p:nvPr/>
        </p:nvSpPr>
        <p:spPr>
          <a:xfrm>
            <a:off x="2163410" y="278091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" name="a_full_bar_154">
            <a:extLst>
              <a:ext uri="{FF2B5EF4-FFF2-40B4-BE49-F238E27FC236}">
                <a16:creationId xmlns:a16="http://schemas.microsoft.com/office/drawing/2014/main" id="{CA6D0045-6FE0-4604-9CBA-F44675509E47}"/>
              </a:ext>
            </a:extLst>
          </p:cNvPr>
          <p:cNvSpPr>
            <a:spLocks noGrp="1"/>
          </p:cNvSpPr>
          <p:nvPr/>
        </p:nvSpPr>
        <p:spPr>
          <a:xfrm>
            <a:off x="220241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" name="a_full_bar_155">
            <a:extLst>
              <a:ext uri="{FF2B5EF4-FFF2-40B4-BE49-F238E27FC236}">
                <a16:creationId xmlns:a16="http://schemas.microsoft.com/office/drawing/2014/main" id="{0E130EEE-90E6-4600-8D55-02B7E1C968BD}"/>
              </a:ext>
            </a:extLst>
          </p:cNvPr>
          <p:cNvSpPr>
            <a:spLocks noGrp="1"/>
          </p:cNvSpPr>
          <p:nvPr/>
        </p:nvSpPr>
        <p:spPr>
          <a:xfrm>
            <a:off x="2292095" y="34975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" name="a_full_bar_156">
            <a:extLst>
              <a:ext uri="{FF2B5EF4-FFF2-40B4-BE49-F238E27FC236}">
                <a16:creationId xmlns:a16="http://schemas.microsoft.com/office/drawing/2014/main" id="{73B00931-5EDC-48F0-BEE5-A21BBAB0C83B}"/>
              </a:ext>
            </a:extLst>
          </p:cNvPr>
          <p:cNvSpPr>
            <a:spLocks noGrp="1"/>
          </p:cNvSpPr>
          <p:nvPr/>
        </p:nvSpPr>
        <p:spPr>
          <a:xfrm>
            <a:off x="2448506" y="29503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" name="a_full_bar_157">
            <a:extLst>
              <a:ext uri="{FF2B5EF4-FFF2-40B4-BE49-F238E27FC236}">
                <a16:creationId xmlns:a16="http://schemas.microsoft.com/office/drawing/2014/main" id="{F23FC98F-F982-4CD7-9497-2B15AC7B2127}"/>
              </a:ext>
            </a:extLst>
          </p:cNvPr>
          <p:cNvSpPr>
            <a:spLocks noGrp="1"/>
          </p:cNvSpPr>
          <p:nvPr/>
        </p:nvSpPr>
        <p:spPr>
          <a:xfrm>
            <a:off x="2382795" y="39178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" name="a_full_bar_158">
            <a:extLst>
              <a:ext uri="{FF2B5EF4-FFF2-40B4-BE49-F238E27FC236}">
                <a16:creationId xmlns:a16="http://schemas.microsoft.com/office/drawing/2014/main" id="{09E27655-9E8D-42FA-A21D-8F7C881A905D}"/>
              </a:ext>
            </a:extLst>
          </p:cNvPr>
          <p:cNvSpPr>
            <a:spLocks noGrp="1"/>
          </p:cNvSpPr>
          <p:nvPr/>
        </p:nvSpPr>
        <p:spPr>
          <a:xfrm>
            <a:off x="2385445" y="380495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" name="a_full_bar_159">
            <a:extLst>
              <a:ext uri="{FF2B5EF4-FFF2-40B4-BE49-F238E27FC236}">
                <a16:creationId xmlns:a16="http://schemas.microsoft.com/office/drawing/2014/main" id="{20577D69-0E85-4D4D-AE62-5B7D4B5238F8}"/>
              </a:ext>
            </a:extLst>
          </p:cNvPr>
          <p:cNvSpPr>
            <a:spLocks noGrp="1"/>
          </p:cNvSpPr>
          <p:nvPr/>
        </p:nvSpPr>
        <p:spPr>
          <a:xfrm>
            <a:off x="2360832" y="306547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" name="a_full_bar_160">
            <a:extLst>
              <a:ext uri="{FF2B5EF4-FFF2-40B4-BE49-F238E27FC236}">
                <a16:creationId xmlns:a16="http://schemas.microsoft.com/office/drawing/2014/main" id="{EFBCF00C-D5A9-4CDB-8093-736C42600257}"/>
              </a:ext>
            </a:extLst>
          </p:cNvPr>
          <p:cNvSpPr>
            <a:spLocks noGrp="1"/>
          </p:cNvSpPr>
          <p:nvPr/>
        </p:nvSpPr>
        <p:spPr>
          <a:xfrm>
            <a:off x="2347583" y="315004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" name="a_full_bar_161">
            <a:extLst>
              <a:ext uri="{FF2B5EF4-FFF2-40B4-BE49-F238E27FC236}">
                <a16:creationId xmlns:a16="http://schemas.microsoft.com/office/drawing/2014/main" id="{06C8FDDB-24CE-46D1-9218-4FB3FA2F0D44}"/>
              </a:ext>
            </a:extLst>
          </p:cNvPr>
          <p:cNvSpPr>
            <a:spLocks noGrp="1"/>
          </p:cNvSpPr>
          <p:nvPr/>
        </p:nvSpPr>
        <p:spPr>
          <a:xfrm>
            <a:off x="2407571" y="397242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" name="a_full_bar_162">
            <a:extLst>
              <a:ext uri="{FF2B5EF4-FFF2-40B4-BE49-F238E27FC236}">
                <a16:creationId xmlns:a16="http://schemas.microsoft.com/office/drawing/2014/main" id="{D49CF432-5139-4195-9FAC-EE2DF3309CC6}"/>
              </a:ext>
            </a:extLst>
          </p:cNvPr>
          <p:cNvSpPr>
            <a:spLocks noGrp="1"/>
          </p:cNvSpPr>
          <p:nvPr/>
        </p:nvSpPr>
        <p:spPr>
          <a:xfrm>
            <a:off x="2414230" y="28028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4" name="a_full_bar_163">
            <a:extLst>
              <a:ext uri="{FF2B5EF4-FFF2-40B4-BE49-F238E27FC236}">
                <a16:creationId xmlns:a16="http://schemas.microsoft.com/office/drawing/2014/main" id="{E1D67640-65E3-4F2F-B6DE-105B2BC6AE5F}"/>
              </a:ext>
            </a:extLst>
          </p:cNvPr>
          <p:cNvSpPr>
            <a:spLocks noGrp="1"/>
          </p:cNvSpPr>
          <p:nvPr/>
        </p:nvSpPr>
        <p:spPr>
          <a:xfrm>
            <a:off x="2063198" y="36468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5" name="a_full_bar_164">
            <a:extLst>
              <a:ext uri="{FF2B5EF4-FFF2-40B4-BE49-F238E27FC236}">
                <a16:creationId xmlns:a16="http://schemas.microsoft.com/office/drawing/2014/main" id="{B24A3344-1BCB-42A1-8A63-562B0CEFEF63}"/>
              </a:ext>
            </a:extLst>
          </p:cNvPr>
          <p:cNvSpPr>
            <a:spLocks noGrp="1"/>
          </p:cNvSpPr>
          <p:nvPr/>
        </p:nvSpPr>
        <p:spPr>
          <a:xfrm>
            <a:off x="2143228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6" name="a_full_bar_165">
            <a:extLst>
              <a:ext uri="{FF2B5EF4-FFF2-40B4-BE49-F238E27FC236}">
                <a16:creationId xmlns:a16="http://schemas.microsoft.com/office/drawing/2014/main" id="{B5F238E9-8EE4-49EE-8E72-197B15AEF0F0}"/>
              </a:ext>
            </a:extLst>
          </p:cNvPr>
          <p:cNvSpPr>
            <a:spLocks noGrp="1"/>
          </p:cNvSpPr>
          <p:nvPr/>
        </p:nvSpPr>
        <p:spPr>
          <a:xfrm>
            <a:off x="2230035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7" name="a_full_bar_166">
            <a:extLst>
              <a:ext uri="{FF2B5EF4-FFF2-40B4-BE49-F238E27FC236}">
                <a16:creationId xmlns:a16="http://schemas.microsoft.com/office/drawing/2014/main" id="{67DF78A3-2CB8-4714-8E2B-26709B8C4C40}"/>
              </a:ext>
            </a:extLst>
          </p:cNvPr>
          <p:cNvSpPr>
            <a:spLocks noGrp="1"/>
          </p:cNvSpPr>
          <p:nvPr/>
        </p:nvSpPr>
        <p:spPr>
          <a:xfrm>
            <a:off x="2397122" y="356957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8" name="a_full_bar_167">
            <a:extLst>
              <a:ext uri="{FF2B5EF4-FFF2-40B4-BE49-F238E27FC236}">
                <a16:creationId xmlns:a16="http://schemas.microsoft.com/office/drawing/2014/main" id="{C90750DC-D245-4168-9DBF-07273B6DE06A}"/>
              </a:ext>
            </a:extLst>
          </p:cNvPr>
          <p:cNvSpPr>
            <a:spLocks noGrp="1"/>
          </p:cNvSpPr>
          <p:nvPr/>
        </p:nvSpPr>
        <p:spPr>
          <a:xfrm>
            <a:off x="2108034" y="30940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9" name="a_full_bar_168">
            <a:extLst>
              <a:ext uri="{FF2B5EF4-FFF2-40B4-BE49-F238E27FC236}">
                <a16:creationId xmlns:a16="http://schemas.microsoft.com/office/drawing/2014/main" id="{542BE1D1-34FD-41AA-A6B6-1ED4511441CB}"/>
              </a:ext>
            </a:extLst>
          </p:cNvPr>
          <p:cNvSpPr>
            <a:spLocks noGrp="1"/>
          </p:cNvSpPr>
          <p:nvPr/>
        </p:nvSpPr>
        <p:spPr>
          <a:xfrm>
            <a:off x="2263364" y="256822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0" name="a_full_bar_169">
            <a:extLst>
              <a:ext uri="{FF2B5EF4-FFF2-40B4-BE49-F238E27FC236}">
                <a16:creationId xmlns:a16="http://schemas.microsoft.com/office/drawing/2014/main" id="{A853494C-7E75-4C25-9BD3-BC456BC2355D}"/>
              </a:ext>
            </a:extLst>
          </p:cNvPr>
          <p:cNvSpPr>
            <a:spLocks noGrp="1"/>
          </p:cNvSpPr>
          <p:nvPr/>
        </p:nvSpPr>
        <p:spPr>
          <a:xfrm>
            <a:off x="2188252" y="410024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1" name="a_full_bar_170">
            <a:extLst>
              <a:ext uri="{FF2B5EF4-FFF2-40B4-BE49-F238E27FC236}">
                <a16:creationId xmlns:a16="http://schemas.microsoft.com/office/drawing/2014/main" id="{FC760216-925E-451F-90AB-77248EADFD6D}"/>
              </a:ext>
            </a:extLst>
          </p:cNvPr>
          <p:cNvSpPr>
            <a:spLocks noGrp="1"/>
          </p:cNvSpPr>
          <p:nvPr/>
        </p:nvSpPr>
        <p:spPr>
          <a:xfrm>
            <a:off x="2149292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2" name="a_full_bar_171">
            <a:extLst>
              <a:ext uri="{FF2B5EF4-FFF2-40B4-BE49-F238E27FC236}">
                <a16:creationId xmlns:a16="http://schemas.microsoft.com/office/drawing/2014/main" id="{CE2FC4F7-8DFA-4014-A205-88C803967E70}"/>
              </a:ext>
            </a:extLst>
          </p:cNvPr>
          <p:cNvSpPr>
            <a:spLocks noGrp="1"/>
          </p:cNvSpPr>
          <p:nvPr/>
        </p:nvSpPr>
        <p:spPr>
          <a:xfrm>
            <a:off x="2114162" y="571042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3" name="a_full_bar_172">
            <a:extLst>
              <a:ext uri="{FF2B5EF4-FFF2-40B4-BE49-F238E27FC236}">
                <a16:creationId xmlns:a16="http://schemas.microsoft.com/office/drawing/2014/main" id="{02E37F64-DCCD-4142-9E43-702BB1993DD9}"/>
              </a:ext>
            </a:extLst>
          </p:cNvPr>
          <p:cNvSpPr>
            <a:spLocks noGrp="1"/>
          </p:cNvSpPr>
          <p:nvPr/>
        </p:nvSpPr>
        <p:spPr>
          <a:xfrm>
            <a:off x="2228978" y="40853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4" name="a_full_bar_173">
            <a:extLst>
              <a:ext uri="{FF2B5EF4-FFF2-40B4-BE49-F238E27FC236}">
                <a16:creationId xmlns:a16="http://schemas.microsoft.com/office/drawing/2014/main" id="{A2C92560-35DF-4CB6-8454-DE55E52433AA}"/>
              </a:ext>
            </a:extLst>
          </p:cNvPr>
          <p:cNvSpPr>
            <a:spLocks noGrp="1"/>
          </p:cNvSpPr>
          <p:nvPr/>
        </p:nvSpPr>
        <p:spPr>
          <a:xfrm>
            <a:off x="2239052" y="35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5" name="a_full_bar_174">
            <a:extLst>
              <a:ext uri="{FF2B5EF4-FFF2-40B4-BE49-F238E27FC236}">
                <a16:creationId xmlns:a16="http://schemas.microsoft.com/office/drawing/2014/main" id="{4ACC174C-6532-4EA2-B69E-DBB165F95EE7}"/>
              </a:ext>
            </a:extLst>
          </p:cNvPr>
          <p:cNvSpPr>
            <a:spLocks noGrp="1"/>
          </p:cNvSpPr>
          <p:nvPr/>
        </p:nvSpPr>
        <p:spPr>
          <a:xfrm>
            <a:off x="2247247" y="555556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6" name="a_full_bar_175">
            <a:extLst>
              <a:ext uri="{FF2B5EF4-FFF2-40B4-BE49-F238E27FC236}">
                <a16:creationId xmlns:a16="http://schemas.microsoft.com/office/drawing/2014/main" id="{5556D20C-6220-464D-9589-E4EC39150605}"/>
              </a:ext>
            </a:extLst>
          </p:cNvPr>
          <p:cNvSpPr>
            <a:spLocks noGrp="1"/>
          </p:cNvSpPr>
          <p:nvPr/>
        </p:nvSpPr>
        <p:spPr>
          <a:xfrm>
            <a:off x="2150754" y="347205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7" name="a_full_bar_176">
            <a:extLst>
              <a:ext uri="{FF2B5EF4-FFF2-40B4-BE49-F238E27FC236}">
                <a16:creationId xmlns:a16="http://schemas.microsoft.com/office/drawing/2014/main" id="{855453EF-4FA3-4FC5-AF7F-5AF7A7C754A2}"/>
              </a:ext>
            </a:extLst>
          </p:cNvPr>
          <p:cNvSpPr>
            <a:spLocks noGrp="1"/>
          </p:cNvSpPr>
          <p:nvPr/>
        </p:nvSpPr>
        <p:spPr>
          <a:xfrm>
            <a:off x="2353846" y="319775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8" name="a_full_bar_177">
            <a:extLst>
              <a:ext uri="{FF2B5EF4-FFF2-40B4-BE49-F238E27FC236}">
                <a16:creationId xmlns:a16="http://schemas.microsoft.com/office/drawing/2014/main" id="{BCF79E0A-086E-4A45-B9E8-49A3781421FB}"/>
              </a:ext>
            </a:extLst>
          </p:cNvPr>
          <p:cNvSpPr>
            <a:spLocks noGrp="1"/>
          </p:cNvSpPr>
          <p:nvPr/>
        </p:nvSpPr>
        <p:spPr>
          <a:xfrm>
            <a:off x="2191500" y="278951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9" name="a_full_bar_178">
            <a:extLst>
              <a:ext uri="{FF2B5EF4-FFF2-40B4-BE49-F238E27FC236}">
                <a16:creationId xmlns:a16="http://schemas.microsoft.com/office/drawing/2014/main" id="{CBD30606-7EEA-4537-9E26-283EABD965C7}"/>
              </a:ext>
            </a:extLst>
          </p:cNvPr>
          <p:cNvSpPr>
            <a:spLocks noGrp="1"/>
          </p:cNvSpPr>
          <p:nvPr/>
        </p:nvSpPr>
        <p:spPr>
          <a:xfrm>
            <a:off x="2205210" y="30685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0" name="a_full_bar_179">
            <a:extLst>
              <a:ext uri="{FF2B5EF4-FFF2-40B4-BE49-F238E27FC236}">
                <a16:creationId xmlns:a16="http://schemas.microsoft.com/office/drawing/2014/main" id="{BF17B3CE-78FA-4B28-A1B8-152FD33FF0B1}"/>
              </a:ext>
            </a:extLst>
          </p:cNvPr>
          <p:cNvSpPr>
            <a:spLocks noGrp="1"/>
          </p:cNvSpPr>
          <p:nvPr/>
        </p:nvSpPr>
        <p:spPr>
          <a:xfrm>
            <a:off x="2071779" y="493553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1" name="a_full_bar_180">
            <a:extLst>
              <a:ext uri="{FF2B5EF4-FFF2-40B4-BE49-F238E27FC236}">
                <a16:creationId xmlns:a16="http://schemas.microsoft.com/office/drawing/2014/main" id="{B27D09A4-6C12-4DEC-875A-662CB8D85FB8}"/>
              </a:ext>
            </a:extLst>
          </p:cNvPr>
          <p:cNvSpPr>
            <a:spLocks noGrp="1"/>
          </p:cNvSpPr>
          <p:nvPr/>
        </p:nvSpPr>
        <p:spPr>
          <a:xfrm>
            <a:off x="2273011" y="380543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2" name="a_full_bar_181">
            <a:extLst>
              <a:ext uri="{FF2B5EF4-FFF2-40B4-BE49-F238E27FC236}">
                <a16:creationId xmlns:a16="http://schemas.microsoft.com/office/drawing/2014/main" id="{26E0C252-7A9E-4947-A266-2796C2B3E711}"/>
              </a:ext>
            </a:extLst>
          </p:cNvPr>
          <p:cNvSpPr>
            <a:spLocks noGrp="1"/>
          </p:cNvSpPr>
          <p:nvPr/>
        </p:nvSpPr>
        <p:spPr>
          <a:xfrm>
            <a:off x="2405073" y="52577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3" name="a_full_bar_182">
            <a:extLst>
              <a:ext uri="{FF2B5EF4-FFF2-40B4-BE49-F238E27FC236}">
                <a16:creationId xmlns:a16="http://schemas.microsoft.com/office/drawing/2014/main" id="{5C0D281C-5DC8-4AC5-850C-B63ABE217654}"/>
              </a:ext>
            </a:extLst>
          </p:cNvPr>
          <p:cNvSpPr>
            <a:spLocks noGrp="1"/>
          </p:cNvSpPr>
          <p:nvPr/>
        </p:nvSpPr>
        <p:spPr>
          <a:xfrm>
            <a:off x="2110130" y="453108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4" name="a_full_bar_183">
            <a:extLst>
              <a:ext uri="{FF2B5EF4-FFF2-40B4-BE49-F238E27FC236}">
                <a16:creationId xmlns:a16="http://schemas.microsoft.com/office/drawing/2014/main" id="{4129124E-B385-4330-BF89-1B3C827DE3F3}"/>
              </a:ext>
            </a:extLst>
          </p:cNvPr>
          <p:cNvSpPr>
            <a:spLocks noGrp="1"/>
          </p:cNvSpPr>
          <p:nvPr/>
        </p:nvSpPr>
        <p:spPr>
          <a:xfrm>
            <a:off x="2205238" y="36217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5" name="a_full_bar_184">
            <a:extLst>
              <a:ext uri="{FF2B5EF4-FFF2-40B4-BE49-F238E27FC236}">
                <a16:creationId xmlns:a16="http://schemas.microsoft.com/office/drawing/2014/main" id="{92B35938-31F9-4C90-999B-5115EB39497E}"/>
              </a:ext>
            </a:extLst>
          </p:cNvPr>
          <p:cNvSpPr>
            <a:spLocks noGrp="1"/>
          </p:cNvSpPr>
          <p:nvPr/>
        </p:nvSpPr>
        <p:spPr>
          <a:xfrm>
            <a:off x="2327429" y="29961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6" name="a_full_bar_185">
            <a:extLst>
              <a:ext uri="{FF2B5EF4-FFF2-40B4-BE49-F238E27FC236}">
                <a16:creationId xmlns:a16="http://schemas.microsoft.com/office/drawing/2014/main" id="{8171B9A9-7785-4DAA-8855-EF36D3721FEF}"/>
              </a:ext>
            </a:extLst>
          </p:cNvPr>
          <p:cNvSpPr>
            <a:spLocks noGrp="1"/>
          </p:cNvSpPr>
          <p:nvPr/>
        </p:nvSpPr>
        <p:spPr>
          <a:xfrm>
            <a:off x="2164610" y="420633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7" name="a_full_bar_186">
            <a:extLst>
              <a:ext uri="{FF2B5EF4-FFF2-40B4-BE49-F238E27FC236}">
                <a16:creationId xmlns:a16="http://schemas.microsoft.com/office/drawing/2014/main" id="{BB332BB7-F2FF-4939-8820-DD1021423675}"/>
              </a:ext>
            </a:extLst>
          </p:cNvPr>
          <p:cNvSpPr>
            <a:spLocks noGrp="1"/>
          </p:cNvSpPr>
          <p:nvPr/>
        </p:nvSpPr>
        <p:spPr>
          <a:xfrm>
            <a:off x="2309883" y="320551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8" name="a_full_bar_187">
            <a:extLst>
              <a:ext uri="{FF2B5EF4-FFF2-40B4-BE49-F238E27FC236}">
                <a16:creationId xmlns:a16="http://schemas.microsoft.com/office/drawing/2014/main" id="{8CC6E764-09A1-4E39-9BE6-97D2E0B7E72F}"/>
              </a:ext>
            </a:extLst>
          </p:cNvPr>
          <p:cNvSpPr>
            <a:spLocks noGrp="1"/>
          </p:cNvSpPr>
          <p:nvPr/>
        </p:nvSpPr>
        <p:spPr>
          <a:xfrm>
            <a:off x="2377449" y="54807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9" name="a_full_bar_188">
            <a:extLst>
              <a:ext uri="{FF2B5EF4-FFF2-40B4-BE49-F238E27FC236}">
                <a16:creationId xmlns:a16="http://schemas.microsoft.com/office/drawing/2014/main" id="{EE972FEB-3CA4-4AFB-A2A5-B55F8B36FBC2}"/>
              </a:ext>
            </a:extLst>
          </p:cNvPr>
          <p:cNvSpPr>
            <a:spLocks noGrp="1"/>
          </p:cNvSpPr>
          <p:nvPr/>
        </p:nvSpPr>
        <p:spPr>
          <a:xfrm>
            <a:off x="2249489" y="302607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0" name="a_full_bar_189">
            <a:extLst>
              <a:ext uri="{FF2B5EF4-FFF2-40B4-BE49-F238E27FC236}">
                <a16:creationId xmlns:a16="http://schemas.microsoft.com/office/drawing/2014/main" id="{80D40C23-B9D2-459B-9FD8-8960B8A424B6}"/>
              </a:ext>
            </a:extLst>
          </p:cNvPr>
          <p:cNvSpPr>
            <a:spLocks noGrp="1"/>
          </p:cNvSpPr>
          <p:nvPr/>
        </p:nvSpPr>
        <p:spPr>
          <a:xfrm>
            <a:off x="2094567" y="380641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1" name="a_full_bar_190">
            <a:extLst>
              <a:ext uri="{FF2B5EF4-FFF2-40B4-BE49-F238E27FC236}">
                <a16:creationId xmlns:a16="http://schemas.microsoft.com/office/drawing/2014/main" id="{2773F8C0-07EE-4B59-8708-8FA0DD8B6A88}"/>
              </a:ext>
            </a:extLst>
          </p:cNvPr>
          <p:cNvSpPr>
            <a:spLocks noGrp="1"/>
          </p:cNvSpPr>
          <p:nvPr/>
        </p:nvSpPr>
        <p:spPr>
          <a:xfrm>
            <a:off x="2391768" y="30263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2" name="a_full_bar_191">
            <a:extLst>
              <a:ext uri="{FF2B5EF4-FFF2-40B4-BE49-F238E27FC236}">
                <a16:creationId xmlns:a16="http://schemas.microsoft.com/office/drawing/2014/main" id="{0194ED5D-75C7-4654-96AB-7B454C4A4707}"/>
              </a:ext>
            </a:extLst>
          </p:cNvPr>
          <p:cNvSpPr>
            <a:spLocks noGrp="1"/>
          </p:cNvSpPr>
          <p:nvPr/>
        </p:nvSpPr>
        <p:spPr>
          <a:xfrm>
            <a:off x="2410377" y="38328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3" name="a_full_bar_192">
            <a:extLst>
              <a:ext uri="{FF2B5EF4-FFF2-40B4-BE49-F238E27FC236}">
                <a16:creationId xmlns:a16="http://schemas.microsoft.com/office/drawing/2014/main" id="{533199B2-6B10-4C4F-B6BD-3463C85CA6D6}"/>
              </a:ext>
            </a:extLst>
          </p:cNvPr>
          <p:cNvSpPr>
            <a:spLocks noGrp="1"/>
          </p:cNvSpPr>
          <p:nvPr/>
        </p:nvSpPr>
        <p:spPr>
          <a:xfrm>
            <a:off x="2284389" y="35348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4" name="a_full_bar_193">
            <a:extLst>
              <a:ext uri="{FF2B5EF4-FFF2-40B4-BE49-F238E27FC236}">
                <a16:creationId xmlns:a16="http://schemas.microsoft.com/office/drawing/2014/main" id="{7494CFA3-3782-4606-A249-B0EE4CA75990}"/>
              </a:ext>
            </a:extLst>
          </p:cNvPr>
          <p:cNvSpPr>
            <a:spLocks noGrp="1"/>
          </p:cNvSpPr>
          <p:nvPr/>
        </p:nvSpPr>
        <p:spPr>
          <a:xfrm>
            <a:off x="2340257" y="432707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5" name="a_full_bar_194">
            <a:extLst>
              <a:ext uri="{FF2B5EF4-FFF2-40B4-BE49-F238E27FC236}">
                <a16:creationId xmlns:a16="http://schemas.microsoft.com/office/drawing/2014/main" id="{028ED731-B144-4524-ABAD-0DEE4BE648BB}"/>
              </a:ext>
            </a:extLst>
          </p:cNvPr>
          <p:cNvSpPr>
            <a:spLocks noGrp="1"/>
          </p:cNvSpPr>
          <p:nvPr/>
        </p:nvSpPr>
        <p:spPr>
          <a:xfrm>
            <a:off x="2136371" y="420288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6" name="a_full_bar_195">
            <a:extLst>
              <a:ext uri="{FF2B5EF4-FFF2-40B4-BE49-F238E27FC236}">
                <a16:creationId xmlns:a16="http://schemas.microsoft.com/office/drawing/2014/main" id="{DAF0E504-34FF-44B5-B408-29FF1E8FA0CB}"/>
              </a:ext>
            </a:extLst>
          </p:cNvPr>
          <p:cNvSpPr>
            <a:spLocks noGrp="1"/>
          </p:cNvSpPr>
          <p:nvPr/>
        </p:nvSpPr>
        <p:spPr>
          <a:xfrm>
            <a:off x="2201240" y="405385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7" name="a_full_bar_196">
            <a:extLst>
              <a:ext uri="{FF2B5EF4-FFF2-40B4-BE49-F238E27FC236}">
                <a16:creationId xmlns:a16="http://schemas.microsoft.com/office/drawing/2014/main" id="{FFE8AE81-E348-4616-800A-D8ECEB0974DB}"/>
              </a:ext>
            </a:extLst>
          </p:cNvPr>
          <p:cNvSpPr>
            <a:spLocks noGrp="1"/>
          </p:cNvSpPr>
          <p:nvPr/>
        </p:nvSpPr>
        <p:spPr>
          <a:xfrm>
            <a:off x="2448654" y="35057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8" name="a_full_bar_197">
            <a:extLst>
              <a:ext uri="{FF2B5EF4-FFF2-40B4-BE49-F238E27FC236}">
                <a16:creationId xmlns:a16="http://schemas.microsoft.com/office/drawing/2014/main" id="{DD819BE4-C4A3-4343-860A-92CDBFFBABDB}"/>
              </a:ext>
            </a:extLst>
          </p:cNvPr>
          <p:cNvSpPr>
            <a:spLocks noGrp="1"/>
          </p:cNvSpPr>
          <p:nvPr/>
        </p:nvSpPr>
        <p:spPr>
          <a:xfrm>
            <a:off x="2329241" y="299529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9" name="a_full_bar_198">
            <a:extLst>
              <a:ext uri="{FF2B5EF4-FFF2-40B4-BE49-F238E27FC236}">
                <a16:creationId xmlns:a16="http://schemas.microsoft.com/office/drawing/2014/main" id="{C9815B54-C7D6-4943-A3A4-B04677516E77}"/>
              </a:ext>
            </a:extLst>
          </p:cNvPr>
          <p:cNvSpPr>
            <a:spLocks noGrp="1"/>
          </p:cNvSpPr>
          <p:nvPr/>
        </p:nvSpPr>
        <p:spPr>
          <a:xfrm>
            <a:off x="2355155" y="56018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0" name="a_full_bar_199">
            <a:extLst>
              <a:ext uri="{FF2B5EF4-FFF2-40B4-BE49-F238E27FC236}">
                <a16:creationId xmlns:a16="http://schemas.microsoft.com/office/drawing/2014/main" id="{4A7F4163-3E4A-47B4-8265-598EF3A86252}"/>
              </a:ext>
            </a:extLst>
          </p:cNvPr>
          <p:cNvSpPr>
            <a:spLocks noGrp="1"/>
          </p:cNvSpPr>
          <p:nvPr/>
        </p:nvSpPr>
        <p:spPr>
          <a:xfrm>
            <a:off x="2336068" y="35177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1" name="a_full_bar_200">
            <a:extLst>
              <a:ext uri="{FF2B5EF4-FFF2-40B4-BE49-F238E27FC236}">
                <a16:creationId xmlns:a16="http://schemas.microsoft.com/office/drawing/2014/main" id="{83472267-CD2C-4549-AF06-078C62F7DC39}"/>
              </a:ext>
            </a:extLst>
          </p:cNvPr>
          <p:cNvSpPr>
            <a:spLocks noGrp="1"/>
          </p:cNvSpPr>
          <p:nvPr/>
        </p:nvSpPr>
        <p:spPr>
          <a:xfrm>
            <a:off x="2387804" y="354406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2" name="a_full_bar_201">
            <a:extLst>
              <a:ext uri="{FF2B5EF4-FFF2-40B4-BE49-F238E27FC236}">
                <a16:creationId xmlns:a16="http://schemas.microsoft.com/office/drawing/2014/main" id="{3536C567-27C5-40C9-8A17-7DD292DAF994}"/>
              </a:ext>
            </a:extLst>
          </p:cNvPr>
          <p:cNvSpPr>
            <a:spLocks noGrp="1"/>
          </p:cNvSpPr>
          <p:nvPr/>
        </p:nvSpPr>
        <p:spPr>
          <a:xfrm>
            <a:off x="2108164" y="347084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3" name="a_full_bar_202">
            <a:extLst>
              <a:ext uri="{FF2B5EF4-FFF2-40B4-BE49-F238E27FC236}">
                <a16:creationId xmlns:a16="http://schemas.microsoft.com/office/drawing/2014/main" id="{D1D0E4E0-B978-4896-B8C9-5482D83AFEBA}"/>
              </a:ext>
            </a:extLst>
          </p:cNvPr>
          <p:cNvSpPr>
            <a:spLocks noGrp="1"/>
          </p:cNvSpPr>
          <p:nvPr/>
        </p:nvSpPr>
        <p:spPr>
          <a:xfrm>
            <a:off x="2289404" y="36666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4" name="a_full_bar_203">
            <a:extLst>
              <a:ext uri="{FF2B5EF4-FFF2-40B4-BE49-F238E27FC236}">
                <a16:creationId xmlns:a16="http://schemas.microsoft.com/office/drawing/2014/main" id="{D49ED71D-CFF0-4DD2-996C-DF491AF9BA93}"/>
              </a:ext>
            </a:extLst>
          </p:cNvPr>
          <p:cNvSpPr>
            <a:spLocks noGrp="1"/>
          </p:cNvSpPr>
          <p:nvPr/>
        </p:nvSpPr>
        <p:spPr>
          <a:xfrm>
            <a:off x="2389909" y="597370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5" name="a_full_bar_204">
            <a:extLst>
              <a:ext uri="{FF2B5EF4-FFF2-40B4-BE49-F238E27FC236}">
                <a16:creationId xmlns:a16="http://schemas.microsoft.com/office/drawing/2014/main" id="{74340B8F-8E5E-4A5C-A02F-F3A53477CF45}"/>
              </a:ext>
            </a:extLst>
          </p:cNvPr>
          <p:cNvSpPr>
            <a:spLocks noGrp="1"/>
          </p:cNvSpPr>
          <p:nvPr/>
        </p:nvSpPr>
        <p:spPr>
          <a:xfrm>
            <a:off x="209928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6" name="a_full_bar_205">
            <a:extLst>
              <a:ext uri="{FF2B5EF4-FFF2-40B4-BE49-F238E27FC236}">
                <a16:creationId xmlns:a16="http://schemas.microsoft.com/office/drawing/2014/main" id="{A20B80DC-EB12-4365-A15A-30AC250696CB}"/>
              </a:ext>
            </a:extLst>
          </p:cNvPr>
          <p:cNvSpPr>
            <a:spLocks noGrp="1"/>
          </p:cNvSpPr>
          <p:nvPr/>
        </p:nvSpPr>
        <p:spPr>
          <a:xfrm>
            <a:off x="216096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7" name="a_full_bar_206">
            <a:extLst>
              <a:ext uri="{FF2B5EF4-FFF2-40B4-BE49-F238E27FC236}">
                <a16:creationId xmlns:a16="http://schemas.microsoft.com/office/drawing/2014/main" id="{3FEDB090-9B15-4EFC-94C1-AB9A452A1F76}"/>
              </a:ext>
            </a:extLst>
          </p:cNvPr>
          <p:cNvSpPr>
            <a:spLocks noGrp="1"/>
          </p:cNvSpPr>
          <p:nvPr/>
        </p:nvSpPr>
        <p:spPr>
          <a:xfrm>
            <a:off x="471114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8" name="a_full_bar_207">
            <a:extLst>
              <a:ext uri="{FF2B5EF4-FFF2-40B4-BE49-F238E27FC236}">
                <a16:creationId xmlns:a16="http://schemas.microsoft.com/office/drawing/2014/main" id="{42C0E4E6-51DD-40C8-8DEA-55D57B8D5004}"/>
              </a:ext>
            </a:extLst>
          </p:cNvPr>
          <p:cNvSpPr>
            <a:spLocks noGrp="1"/>
          </p:cNvSpPr>
          <p:nvPr/>
        </p:nvSpPr>
        <p:spPr>
          <a:xfrm>
            <a:off x="462741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9" name="a_full_bar_208">
            <a:extLst>
              <a:ext uri="{FF2B5EF4-FFF2-40B4-BE49-F238E27FC236}">
                <a16:creationId xmlns:a16="http://schemas.microsoft.com/office/drawing/2014/main" id="{3E32AF3F-3BBF-45BF-82A8-A2E0FB3634E7}"/>
              </a:ext>
            </a:extLst>
          </p:cNvPr>
          <p:cNvSpPr>
            <a:spLocks noGrp="1"/>
          </p:cNvSpPr>
          <p:nvPr/>
        </p:nvSpPr>
        <p:spPr>
          <a:xfrm>
            <a:off x="48743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0" name="a_full_bar_209">
            <a:extLst>
              <a:ext uri="{FF2B5EF4-FFF2-40B4-BE49-F238E27FC236}">
                <a16:creationId xmlns:a16="http://schemas.microsoft.com/office/drawing/2014/main" id="{E278843E-DA84-44FB-AFA8-549CA67ADF78}"/>
              </a:ext>
            </a:extLst>
          </p:cNvPr>
          <p:cNvSpPr>
            <a:spLocks noGrp="1"/>
          </p:cNvSpPr>
          <p:nvPr/>
        </p:nvSpPr>
        <p:spPr>
          <a:xfrm>
            <a:off x="4816564" y="559358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1" name="a_full_bar_210">
            <a:extLst>
              <a:ext uri="{FF2B5EF4-FFF2-40B4-BE49-F238E27FC236}">
                <a16:creationId xmlns:a16="http://schemas.microsoft.com/office/drawing/2014/main" id="{4C162B39-5402-410A-AD87-A3DDDCFEF7F8}"/>
              </a:ext>
            </a:extLst>
          </p:cNvPr>
          <p:cNvSpPr>
            <a:spLocks noGrp="1"/>
          </p:cNvSpPr>
          <p:nvPr/>
        </p:nvSpPr>
        <p:spPr>
          <a:xfrm>
            <a:off x="4581114" y="39222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2" name="a_full_bar_211">
            <a:extLst>
              <a:ext uri="{FF2B5EF4-FFF2-40B4-BE49-F238E27FC236}">
                <a16:creationId xmlns:a16="http://schemas.microsoft.com/office/drawing/2014/main" id="{8656CB3E-BA48-4947-8359-2A87ADC8872B}"/>
              </a:ext>
            </a:extLst>
          </p:cNvPr>
          <p:cNvSpPr>
            <a:spLocks noGrp="1"/>
          </p:cNvSpPr>
          <p:nvPr/>
        </p:nvSpPr>
        <p:spPr>
          <a:xfrm>
            <a:off x="456380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3" name="a_full_bar_212">
            <a:extLst>
              <a:ext uri="{FF2B5EF4-FFF2-40B4-BE49-F238E27FC236}">
                <a16:creationId xmlns:a16="http://schemas.microsoft.com/office/drawing/2014/main" id="{51CC85A5-A39D-44E0-8905-E7857A2C4F5F}"/>
              </a:ext>
            </a:extLst>
          </p:cNvPr>
          <p:cNvSpPr>
            <a:spLocks noGrp="1"/>
          </p:cNvSpPr>
          <p:nvPr/>
        </p:nvSpPr>
        <p:spPr>
          <a:xfrm>
            <a:off x="467753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4" name="a_full_bar_213">
            <a:extLst>
              <a:ext uri="{FF2B5EF4-FFF2-40B4-BE49-F238E27FC236}">
                <a16:creationId xmlns:a16="http://schemas.microsoft.com/office/drawing/2014/main" id="{2380ECE3-CCF0-4331-81B3-FF6B633B0B89}"/>
              </a:ext>
            </a:extLst>
          </p:cNvPr>
          <p:cNvSpPr>
            <a:spLocks noGrp="1"/>
          </p:cNvSpPr>
          <p:nvPr/>
        </p:nvSpPr>
        <p:spPr>
          <a:xfrm>
            <a:off x="472273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5" name="a_full_bar_214">
            <a:extLst>
              <a:ext uri="{FF2B5EF4-FFF2-40B4-BE49-F238E27FC236}">
                <a16:creationId xmlns:a16="http://schemas.microsoft.com/office/drawing/2014/main" id="{697C925C-1259-438B-8FD8-08A3497FB026}"/>
              </a:ext>
            </a:extLst>
          </p:cNvPr>
          <p:cNvSpPr>
            <a:spLocks noGrp="1"/>
          </p:cNvSpPr>
          <p:nvPr/>
        </p:nvSpPr>
        <p:spPr>
          <a:xfrm>
            <a:off x="4780580" y="534113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6" name="a_full_bar_215">
            <a:extLst>
              <a:ext uri="{FF2B5EF4-FFF2-40B4-BE49-F238E27FC236}">
                <a16:creationId xmlns:a16="http://schemas.microsoft.com/office/drawing/2014/main" id="{297FE65B-0C6F-41BE-8C7D-931280C1D391}"/>
              </a:ext>
            </a:extLst>
          </p:cNvPr>
          <p:cNvSpPr>
            <a:spLocks noGrp="1"/>
          </p:cNvSpPr>
          <p:nvPr/>
        </p:nvSpPr>
        <p:spPr>
          <a:xfrm>
            <a:off x="45344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7" name="a_full_bar_216">
            <a:extLst>
              <a:ext uri="{FF2B5EF4-FFF2-40B4-BE49-F238E27FC236}">
                <a16:creationId xmlns:a16="http://schemas.microsoft.com/office/drawing/2014/main" id="{1AADF368-13F9-46D6-8DB2-08EACFCB0743}"/>
              </a:ext>
            </a:extLst>
          </p:cNvPr>
          <p:cNvSpPr>
            <a:spLocks noGrp="1"/>
          </p:cNvSpPr>
          <p:nvPr/>
        </p:nvSpPr>
        <p:spPr>
          <a:xfrm>
            <a:off x="4517952" y="397444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8" name="a_full_bar_217">
            <a:extLst>
              <a:ext uri="{FF2B5EF4-FFF2-40B4-BE49-F238E27FC236}">
                <a16:creationId xmlns:a16="http://schemas.microsoft.com/office/drawing/2014/main" id="{035EAAE8-50D9-4341-9DEE-F8D326ED7E2B}"/>
              </a:ext>
            </a:extLst>
          </p:cNvPr>
          <p:cNvSpPr>
            <a:spLocks noGrp="1"/>
          </p:cNvSpPr>
          <p:nvPr/>
        </p:nvSpPr>
        <p:spPr>
          <a:xfrm>
            <a:off x="453804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9" name="a_full_bar_218">
            <a:extLst>
              <a:ext uri="{FF2B5EF4-FFF2-40B4-BE49-F238E27FC236}">
                <a16:creationId xmlns:a16="http://schemas.microsoft.com/office/drawing/2014/main" id="{D265F39A-9F6C-4355-9704-F0964011952C}"/>
              </a:ext>
            </a:extLst>
          </p:cNvPr>
          <p:cNvSpPr>
            <a:spLocks noGrp="1"/>
          </p:cNvSpPr>
          <p:nvPr/>
        </p:nvSpPr>
        <p:spPr>
          <a:xfrm>
            <a:off x="471311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0" name="a_full_bar_219">
            <a:extLst>
              <a:ext uri="{FF2B5EF4-FFF2-40B4-BE49-F238E27FC236}">
                <a16:creationId xmlns:a16="http://schemas.microsoft.com/office/drawing/2014/main" id="{B88714F0-6FC7-45B4-BFC9-8BDFD57E1573}"/>
              </a:ext>
            </a:extLst>
          </p:cNvPr>
          <p:cNvSpPr>
            <a:spLocks noGrp="1"/>
          </p:cNvSpPr>
          <p:nvPr/>
        </p:nvSpPr>
        <p:spPr>
          <a:xfrm>
            <a:off x="4717846" y="33539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1" name="a_full_bar_220">
            <a:extLst>
              <a:ext uri="{FF2B5EF4-FFF2-40B4-BE49-F238E27FC236}">
                <a16:creationId xmlns:a16="http://schemas.microsoft.com/office/drawing/2014/main" id="{4E7D276E-4127-4045-AB4E-3EF805432CAE}"/>
              </a:ext>
            </a:extLst>
          </p:cNvPr>
          <p:cNvSpPr>
            <a:spLocks noGrp="1"/>
          </p:cNvSpPr>
          <p:nvPr/>
        </p:nvSpPr>
        <p:spPr>
          <a:xfrm>
            <a:off x="4637602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2" name="a_full_bar_221">
            <a:extLst>
              <a:ext uri="{FF2B5EF4-FFF2-40B4-BE49-F238E27FC236}">
                <a16:creationId xmlns:a16="http://schemas.microsoft.com/office/drawing/2014/main" id="{A6FA9ECD-7680-4D65-B5B9-F48C9A99A135}"/>
              </a:ext>
            </a:extLst>
          </p:cNvPr>
          <p:cNvSpPr>
            <a:spLocks noGrp="1"/>
          </p:cNvSpPr>
          <p:nvPr/>
        </p:nvSpPr>
        <p:spPr>
          <a:xfrm>
            <a:off x="4878708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3" name="a_full_bar_222">
            <a:extLst>
              <a:ext uri="{FF2B5EF4-FFF2-40B4-BE49-F238E27FC236}">
                <a16:creationId xmlns:a16="http://schemas.microsoft.com/office/drawing/2014/main" id="{698044A6-8A30-469C-BF8A-0EABE5937FE7}"/>
              </a:ext>
            </a:extLst>
          </p:cNvPr>
          <p:cNvSpPr>
            <a:spLocks noGrp="1"/>
          </p:cNvSpPr>
          <p:nvPr/>
        </p:nvSpPr>
        <p:spPr>
          <a:xfrm>
            <a:off x="4805594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4" name="a_full_bar_223">
            <a:extLst>
              <a:ext uri="{FF2B5EF4-FFF2-40B4-BE49-F238E27FC236}">
                <a16:creationId xmlns:a16="http://schemas.microsoft.com/office/drawing/2014/main" id="{D808D411-A8F4-4B6D-975F-8328D01544E5}"/>
              </a:ext>
            </a:extLst>
          </p:cNvPr>
          <p:cNvSpPr>
            <a:spLocks noGrp="1"/>
          </p:cNvSpPr>
          <p:nvPr/>
        </p:nvSpPr>
        <p:spPr>
          <a:xfrm>
            <a:off x="484190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5" name="a_full_bar_224">
            <a:extLst>
              <a:ext uri="{FF2B5EF4-FFF2-40B4-BE49-F238E27FC236}">
                <a16:creationId xmlns:a16="http://schemas.microsoft.com/office/drawing/2014/main" id="{DE398479-5DA0-409B-90D9-6C83D2075265}"/>
              </a:ext>
            </a:extLst>
          </p:cNvPr>
          <p:cNvSpPr>
            <a:spLocks noGrp="1"/>
          </p:cNvSpPr>
          <p:nvPr/>
        </p:nvSpPr>
        <p:spPr>
          <a:xfrm>
            <a:off x="454482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6" name="a_full_bar_225">
            <a:extLst>
              <a:ext uri="{FF2B5EF4-FFF2-40B4-BE49-F238E27FC236}">
                <a16:creationId xmlns:a16="http://schemas.microsoft.com/office/drawing/2014/main" id="{0EA2ADF5-1D60-4164-B9B5-B51AAD709BA2}"/>
              </a:ext>
            </a:extLst>
          </p:cNvPr>
          <p:cNvSpPr>
            <a:spLocks noGrp="1"/>
          </p:cNvSpPr>
          <p:nvPr/>
        </p:nvSpPr>
        <p:spPr>
          <a:xfrm>
            <a:off x="453947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7" name="a_full_bar_226">
            <a:extLst>
              <a:ext uri="{FF2B5EF4-FFF2-40B4-BE49-F238E27FC236}">
                <a16:creationId xmlns:a16="http://schemas.microsoft.com/office/drawing/2014/main" id="{A08D93B5-0B94-4459-9B7C-DC1780000FD1}"/>
              </a:ext>
            </a:extLst>
          </p:cNvPr>
          <p:cNvSpPr>
            <a:spLocks noGrp="1"/>
          </p:cNvSpPr>
          <p:nvPr/>
        </p:nvSpPr>
        <p:spPr>
          <a:xfrm>
            <a:off x="4762879" y="37903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8" name="a_full_bar_227">
            <a:extLst>
              <a:ext uri="{FF2B5EF4-FFF2-40B4-BE49-F238E27FC236}">
                <a16:creationId xmlns:a16="http://schemas.microsoft.com/office/drawing/2014/main" id="{072A6161-98A1-45C1-AD1C-DA18B547C618}"/>
              </a:ext>
            </a:extLst>
          </p:cNvPr>
          <p:cNvSpPr>
            <a:spLocks noGrp="1"/>
          </p:cNvSpPr>
          <p:nvPr/>
        </p:nvSpPr>
        <p:spPr>
          <a:xfrm>
            <a:off x="473591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9" name="a_full_bar_228">
            <a:extLst>
              <a:ext uri="{FF2B5EF4-FFF2-40B4-BE49-F238E27FC236}">
                <a16:creationId xmlns:a16="http://schemas.microsoft.com/office/drawing/2014/main" id="{5B2E472A-4AC1-4E5E-851F-CED2A15DB707}"/>
              </a:ext>
            </a:extLst>
          </p:cNvPr>
          <p:cNvSpPr>
            <a:spLocks noGrp="1"/>
          </p:cNvSpPr>
          <p:nvPr/>
        </p:nvSpPr>
        <p:spPr>
          <a:xfrm>
            <a:off x="4694126" y="31091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0" name="a_full_bar_229">
            <a:extLst>
              <a:ext uri="{FF2B5EF4-FFF2-40B4-BE49-F238E27FC236}">
                <a16:creationId xmlns:a16="http://schemas.microsoft.com/office/drawing/2014/main" id="{10F6BBBE-586D-49C1-8559-B384DEA8473C}"/>
              </a:ext>
            </a:extLst>
          </p:cNvPr>
          <p:cNvSpPr>
            <a:spLocks noGrp="1"/>
          </p:cNvSpPr>
          <p:nvPr/>
        </p:nvSpPr>
        <p:spPr>
          <a:xfrm>
            <a:off x="4889140" y="37403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1" name="a_full_bar_230">
            <a:extLst>
              <a:ext uri="{FF2B5EF4-FFF2-40B4-BE49-F238E27FC236}">
                <a16:creationId xmlns:a16="http://schemas.microsoft.com/office/drawing/2014/main" id="{A89B9FEB-BC45-4117-A5A9-03EFD22B6F84}"/>
              </a:ext>
            </a:extLst>
          </p:cNvPr>
          <p:cNvSpPr>
            <a:spLocks noGrp="1"/>
          </p:cNvSpPr>
          <p:nvPr/>
        </p:nvSpPr>
        <p:spPr>
          <a:xfrm>
            <a:off x="4821416" y="455173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2" name="a_full_bar_231">
            <a:extLst>
              <a:ext uri="{FF2B5EF4-FFF2-40B4-BE49-F238E27FC236}">
                <a16:creationId xmlns:a16="http://schemas.microsoft.com/office/drawing/2014/main" id="{B4F2BCE1-9E42-419E-814D-B4DAF652B85C}"/>
              </a:ext>
            </a:extLst>
          </p:cNvPr>
          <p:cNvSpPr>
            <a:spLocks noGrp="1"/>
          </p:cNvSpPr>
          <p:nvPr/>
        </p:nvSpPr>
        <p:spPr>
          <a:xfrm>
            <a:off x="462308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3" name="a_full_bar_232">
            <a:extLst>
              <a:ext uri="{FF2B5EF4-FFF2-40B4-BE49-F238E27FC236}">
                <a16:creationId xmlns:a16="http://schemas.microsoft.com/office/drawing/2014/main" id="{C61A9F47-722E-439B-A7AB-26649096EE0E}"/>
              </a:ext>
            </a:extLst>
          </p:cNvPr>
          <p:cNvSpPr>
            <a:spLocks noGrp="1"/>
          </p:cNvSpPr>
          <p:nvPr/>
        </p:nvSpPr>
        <p:spPr>
          <a:xfrm>
            <a:off x="4800958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4" name="a_full_bar_233">
            <a:extLst>
              <a:ext uri="{FF2B5EF4-FFF2-40B4-BE49-F238E27FC236}">
                <a16:creationId xmlns:a16="http://schemas.microsoft.com/office/drawing/2014/main" id="{7D39C8D8-45A1-42E8-AF5E-D9C35861A21B}"/>
              </a:ext>
            </a:extLst>
          </p:cNvPr>
          <p:cNvSpPr>
            <a:spLocks noGrp="1"/>
          </p:cNvSpPr>
          <p:nvPr/>
        </p:nvSpPr>
        <p:spPr>
          <a:xfrm>
            <a:off x="4591731" y="51800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5" name="a_full_bar_234">
            <a:extLst>
              <a:ext uri="{FF2B5EF4-FFF2-40B4-BE49-F238E27FC236}">
                <a16:creationId xmlns:a16="http://schemas.microsoft.com/office/drawing/2014/main" id="{54DEEF56-3C76-405A-A11E-D9C621E62549}"/>
              </a:ext>
            </a:extLst>
          </p:cNvPr>
          <p:cNvSpPr>
            <a:spLocks noGrp="1"/>
          </p:cNvSpPr>
          <p:nvPr/>
        </p:nvSpPr>
        <p:spPr>
          <a:xfrm>
            <a:off x="4830183" y="49638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6" name="a_full_bar_235">
            <a:extLst>
              <a:ext uri="{FF2B5EF4-FFF2-40B4-BE49-F238E27FC236}">
                <a16:creationId xmlns:a16="http://schemas.microsoft.com/office/drawing/2014/main" id="{F7CABDDC-9308-444B-8A7B-FFA0A03A525B}"/>
              </a:ext>
            </a:extLst>
          </p:cNvPr>
          <p:cNvSpPr>
            <a:spLocks noGrp="1"/>
          </p:cNvSpPr>
          <p:nvPr/>
        </p:nvSpPr>
        <p:spPr>
          <a:xfrm>
            <a:off x="452292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7" name="a_full_bar_236">
            <a:extLst>
              <a:ext uri="{FF2B5EF4-FFF2-40B4-BE49-F238E27FC236}">
                <a16:creationId xmlns:a16="http://schemas.microsoft.com/office/drawing/2014/main" id="{CF79F623-9A61-43DD-B071-80F963AB4828}"/>
              </a:ext>
            </a:extLst>
          </p:cNvPr>
          <p:cNvSpPr>
            <a:spLocks noGrp="1"/>
          </p:cNvSpPr>
          <p:nvPr/>
        </p:nvSpPr>
        <p:spPr>
          <a:xfrm>
            <a:off x="484786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8" name="a_full_bar_237">
            <a:extLst>
              <a:ext uri="{FF2B5EF4-FFF2-40B4-BE49-F238E27FC236}">
                <a16:creationId xmlns:a16="http://schemas.microsoft.com/office/drawing/2014/main" id="{2E95B6A8-9586-45B2-BB54-883977C67616}"/>
              </a:ext>
            </a:extLst>
          </p:cNvPr>
          <p:cNvSpPr>
            <a:spLocks noGrp="1"/>
          </p:cNvSpPr>
          <p:nvPr/>
        </p:nvSpPr>
        <p:spPr>
          <a:xfrm>
            <a:off x="4791161" y="470301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9" name="a_full_bar_238">
            <a:extLst>
              <a:ext uri="{FF2B5EF4-FFF2-40B4-BE49-F238E27FC236}">
                <a16:creationId xmlns:a16="http://schemas.microsoft.com/office/drawing/2014/main" id="{F664C3E8-76F8-41A7-9D87-276F9F8626BE}"/>
              </a:ext>
            </a:extLst>
          </p:cNvPr>
          <p:cNvSpPr>
            <a:spLocks noGrp="1"/>
          </p:cNvSpPr>
          <p:nvPr/>
        </p:nvSpPr>
        <p:spPr>
          <a:xfrm>
            <a:off x="485733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0" name="a_full_bar_239">
            <a:extLst>
              <a:ext uri="{FF2B5EF4-FFF2-40B4-BE49-F238E27FC236}">
                <a16:creationId xmlns:a16="http://schemas.microsoft.com/office/drawing/2014/main" id="{4B08D39A-BBB9-4024-A6C1-9994B917097E}"/>
              </a:ext>
            </a:extLst>
          </p:cNvPr>
          <p:cNvSpPr>
            <a:spLocks noGrp="1"/>
          </p:cNvSpPr>
          <p:nvPr/>
        </p:nvSpPr>
        <p:spPr>
          <a:xfrm>
            <a:off x="4613442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1" name="a_full_bar_240">
            <a:extLst>
              <a:ext uri="{FF2B5EF4-FFF2-40B4-BE49-F238E27FC236}">
                <a16:creationId xmlns:a16="http://schemas.microsoft.com/office/drawing/2014/main" id="{290986C8-8CEA-4D41-B6F0-7AE57B1C5CBF}"/>
              </a:ext>
            </a:extLst>
          </p:cNvPr>
          <p:cNvSpPr>
            <a:spLocks noGrp="1"/>
          </p:cNvSpPr>
          <p:nvPr/>
        </p:nvSpPr>
        <p:spPr>
          <a:xfrm>
            <a:off x="471540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2" name="a_full_bar_241">
            <a:extLst>
              <a:ext uri="{FF2B5EF4-FFF2-40B4-BE49-F238E27FC236}">
                <a16:creationId xmlns:a16="http://schemas.microsoft.com/office/drawing/2014/main" id="{31AA1C72-CA6C-4BD5-9A8D-9B23675B04D4}"/>
              </a:ext>
            </a:extLst>
          </p:cNvPr>
          <p:cNvSpPr>
            <a:spLocks noGrp="1"/>
          </p:cNvSpPr>
          <p:nvPr/>
        </p:nvSpPr>
        <p:spPr>
          <a:xfrm>
            <a:off x="481804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3" name="a_full_bar_242">
            <a:extLst>
              <a:ext uri="{FF2B5EF4-FFF2-40B4-BE49-F238E27FC236}">
                <a16:creationId xmlns:a16="http://schemas.microsoft.com/office/drawing/2014/main" id="{0284E0DA-0451-4A85-B24B-2CE075573CA4}"/>
              </a:ext>
            </a:extLst>
          </p:cNvPr>
          <p:cNvSpPr>
            <a:spLocks noGrp="1"/>
          </p:cNvSpPr>
          <p:nvPr/>
        </p:nvSpPr>
        <p:spPr>
          <a:xfrm>
            <a:off x="450800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4" name="a_full_bar_243">
            <a:extLst>
              <a:ext uri="{FF2B5EF4-FFF2-40B4-BE49-F238E27FC236}">
                <a16:creationId xmlns:a16="http://schemas.microsoft.com/office/drawing/2014/main" id="{9630D306-125D-417E-8699-E39E16810E05}"/>
              </a:ext>
            </a:extLst>
          </p:cNvPr>
          <p:cNvSpPr>
            <a:spLocks noGrp="1"/>
          </p:cNvSpPr>
          <p:nvPr/>
        </p:nvSpPr>
        <p:spPr>
          <a:xfrm>
            <a:off x="487662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5" name="a_full_bar_244">
            <a:extLst>
              <a:ext uri="{FF2B5EF4-FFF2-40B4-BE49-F238E27FC236}">
                <a16:creationId xmlns:a16="http://schemas.microsoft.com/office/drawing/2014/main" id="{E40C088A-46EC-4956-A484-2DEE78ECCE8A}"/>
              </a:ext>
            </a:extLst>
          </p:cNvPr>
          <p:cNvSpPr>
            <a:spLocks noGrp="1"/>
          </p:cNvSpPr>
          <p:nvPr/>
        </p:nvSpPr>
        <p:spPr>
          <a:xfrm>
            <a:off x="470179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6" name="a_full_bar_245">
            <a:extLst>
              <a:ext uri="{FF2B5EF4-FFF2-40B4-BE49-F238E27FC236}">
                <a16:creationId xmlns:a16="http://schemas.microsoft.com/office/drawing/2014/main" id="{F9CF6499-E4F0-4766-A094-391164020CCB}"/>
              </a:ext>
            </a:extLst>
          </p:cNvPr>
          <p:cNvSpPr>
            <a:spLocks noGrp="1"/>
          </p:cNvSpPr>
          <p:nvPr/>
        </p:nvSpPr>
        <p:spPr>
          <a:xfrm>
            <a:off x="4645032" y="283870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7" name="a_full_bar_246">
            <a:extLst>
              <a:ext uri="{FF2B5EF4-FFF2-40B4-BE49-F238E27FC236}">
                <a16:creationId xmlns:a16="http://schemas.microsoft.com/office/drawing/2014/main" id="{A17284CD-EF7F-441B-8994-356F90024389}"/>
              </a:ext>
            </a:extLst>
          </p:cNvPr>
          <p:cNvSpPr>
            <a:spLocks noGrp="1"/>
          </p:cNvSpPr>
          <p:nvPr/>
        </p:nvSpPr>
        <p:spPr>
          <a:xfrm>
            <a:off x="4543015" y="399074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8" name="a_full_bar_247">
            <a:extLst>
              <a:ext uri="{FF2B5EF4-FFF2-40B4-BE49-F238E27FC236}">
                <a16:creationId xmlns:a16="http://schemas.microsoft.com/office/drawing/2014/main" id="{2BD79B29-D69D-4792-979A-4C44DEBF52AC}"/>
              </a:ext>
            </a:extLst>
          </p:cNvPr>
          <p:cNvSpPr>
            <a:spLocks noGrp="1"/>
          </p:cNvSpPr>
          <p:nvPr/>
        </p:nvSpPr>
        <p:spPr>
          <a:xfrm>
            <a:off x="4577867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9" name="a_full_bar_248">
            <a:extLst>
              <a:ext uri="{FF2B5EF4-FFF2-40B4-BE49-F238E27FC236}">
                <a16:creationId xmlns:a16="http://schemas.microsoft.com/office/drawing/2014/main" id="{CC356759-E289-447B-B3CC-EFD787D8EAFF}"/>
              </a:ext>
            </a:extLst>
          </p:cNvPr>
          <p:cNvSpPr>
            <a:spLocks noGrp="1"/>
          </p:cNvSpPr>
          <p:nvPr/>
        </p:nvSpPr>
        <p:spPr>
          <a:xfrm>
            <a:off x="490046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0" name="a_full_bar_249">
            <a:extLst>
              <a:ext uri="{FF2B5EF4-FFF2-40B4-BE49-F238E27FC236}">
                <a16:creationId xmlns:a16="http://schemas.microsoft.com/office/drawing/2014/main" id="{A08CBDD8-D192-4B7A-9E85-78E46BFEE2C6}"/>
              </a:ext>
            </a:extLst>
          </p:cNvPr>
          <p:cNvSpPr>
            <a:spLocks noGrp="1"/>
          </p:cNvSpPr>
          <p:nvPr/>
        </p:nvSpPr>
        <p:spPr>
          <a:xfrm>
            <a:off x="467819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1" name="a_full_bar_250">
            <a:extLst>
              <a:ext uri="{FF2B5EF4-FFF2-40B4-BE49-F238E27FC236}">
                <a16:creationId xmlns:a16="http://schemas.microsoft.com/office/drawing/2014/main" id="{9D776283-5643-403A-9E77-6787B87089D8}"/>
              </a:ext>
            </a:extLst>
          </p:cNvPr>
          <p:cNvSpPr>
            <a:spLocks noGrp="1"/>
          </p:cNvSpPr>
          <p:nvPr/>
        </p:nvSpPr>
        <p:spPr>
          <a:xfrm>
            <a:off x="461841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2" name="a_full_bar_251">
            <a:extLst>
              <a:ext uri="{FF2B5EF4-FFF2-40B4-BE49-F238E27FC236}">
                <a16:creationId xmlns:a16="http://schemas.microsoft.com/office/drawing/2014/main" id="{1C184932-DB6B-4006-B389-DCF5BC0B8F88}"/>
              </a:ext>
            </a:extLst>
          </p:cNvPr>
          <p:cNvSpPr>
            <a:spLocks noGrp="1"/>
          </p:cNvSpPr>
          <p:nvPr/>
        </p:nvSpPr>
        <p:spPr>
          <a:xfrm>
            <a:off x="466228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3" name="a_full_bar_252">
            <a:extLst>
              <a:ext uri="{FF2B5EF4-FFF2-40B4-BE49-F238E27FC236}">
                <a16:creationId xmlns:a16="http://schemas.microsoft.com/office/drawing/2014/main" id="{91489959-BF0C-419F-B834-AB02D66032EA}"/>
              </a:ext>
            </a:extLst>
          </p:cNvPr>
          <p:cNvSpPr>
            <a:spLocks noGrp="1"/>
          </p:cNvSpPr>
          <p:nvPr/>
        </p:nvSpPr>
        <p:spPr>
          <a:xfrm>
            <a:off x="4770781" y="313494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4" name="a_full_bar_253">
            <a:extLst>
              <a:ext uri="{FF2B5EF4-FFF2-40B4-BE49-F238E27FC236}">
                <a16:creationId xmlns:a16="http://schemas.microsoft.com/office/drawing/2014/main" id="{C4542C44-0D14-43E8-A4B9-21C79C6CD771}"/>
              </a:ext>
            </a:extLst>
          </p:cNvPr>
          <p:cNvSpPr>
            <a:spLocks noGrp="1"/>
          </p:cNvSpPr>
          <p:nvPr/>
        </p:nvSpPr>
        <p:spPr>
          <a:xfrm>
            <a:off x="461595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5" name="a_full_bar_254">
            <a:extLst>
              <a:ext uri="{FF2B5EF4-FFF2-40B4-BE49-F238E27FC236}">
                <a16:creationId xmlns:a16="http://schemas.microsoft.com/office/drawing/2014/main" id="{5D2D4FA6-34F9-4426-AB3A-319D6B878786}"/>
              </a:ext>
            </a:extLst>
          </p:cNvPr>
          <p:cNvSpPr>
            <a:spLocks noGrp="1"/>
          </p:cNvSpPr>
          <p:nvPr/>
        </p:nvSpPr>
        <p:spPr>
          <a:xfrm>
            <a:off x="475198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6" name="a_full_bar_255">
            <a:extLst>
              <a:ext uri="{FF2B5EF4-FFF2-40B4-BE49-F238E27FC236}">
                <a16:creationId xmlns:a16="http://schemas.microsoft.com/office/drawing/2014/main" id="{23B2C7EB-9801-474C-A472-4E10700B5383}"/>
              </a:ext>
            </a:extLst>
          </p:cNvPr>
          <p:cNvSpPr>
            <a:spLocks noGrp="1"/>
          </p:cNvSpPr>
          <p:nvPr/>
        </p:nvSpPr>
        <p:spPr>
          <a:xfrm>
            <a:off x="4861887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7" name="a_full_bar_256">
            <a:extLst>
              <a:ext uri="{FF2B5EF4-FFF2-40B4-BE49-F238E27FC236}">
                <a16:creationId xmlns:a16="http://schemas.microsoft.com/office/drawing/2014/main" id="{1D9F5104-E737-4C2F-88AD-94F783937BC3}"/>
              </a:ext>
            </a:extLst>
          </p:cNvPr>
          <p:cNvSpPr>
            <a:spLocks noGrp="1"/>
          </p:cNvSpPr>
          <p:nvPr/>
        </p:nvSpPr>
        <p:spPr>
          <a:xfrm>
            <a:off x="4578298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8" name="a_full_bar_257">
            <a:extLst>
              <a:ext uri="{FF2B5EF4-FFF2-40B4-BE49-F238E27FC236}">
                <a16:creationId xmlns:a16="http://schemas.microsoft.com/office/drawing/2014/main" id="{F2F43AEA-3339-4C48-A1B2-53224DA26CEF}"/>
              </a:ext>
            </a:extLst>
          </p:cNvPr>
          <p:cNvSpPr>
            <a:spLocks noGrp="1"/>
          </p:cNvSpPr>
          <p:nvPr/>
        </p:nvSpPr>
        <p:spPr>
          <a:xfrm>
            <a:off x="460362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9" name="a_full_bar_258">
            <a:extLst>
              <a:ext uri="{FF2B5EF4-FFF2-40B4-BE49-F238E27FC236}">
                <a16:creationId xmlns:a16="http://schemas.microsoft.com/office/drawing/2014/main" id="{97832B74-5628-427E-A28B-0112674B91ED}"/>
              </a:ext>
            </a:extLst>
          </p:cNvPr>
          <p:cNvSpPr>
            <a:spLocks noGrp="1"/>
          </p:cNvSpPr>
          <p:nvPr/>
        </p:nvSpPr>
        <p:spPr>
          <a:xfrm>
            <a:off x="4566154" y="267048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0" name="a_full_bar_259">
            <a:extLst>
              <a:ext uri="{FF2B5EF4-FFF2-40B4-BE49-F238E27FC236}">
                <a16:creationId xmlns:a16="http://schemas.microsoft.com/office/drawing/2014/main" id="{ABC929DA-C548-44A3-9D6C-EDB2C1CB6BD8}"/>
              </a:ext>
            </a:extLst>
          </p:cNvPr>
          <p:cNvSpPr>
            <a:spLocks noGrp="1"/>
          </p:cNvSpPr>
          <p:nvPr/>
        </p:nvSpPr>
        <p:spPr>
          <a:xfrm>
            <a:off x="4713926" y="340014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1" name="a_full_bar_260">
            <a:extLst>
              <a:ext uri="{FF2B5EF4-FFF2-40B4-BE49-F238E27FC236}">
                <a16:creationId xmlns:a16="http://schemas.microsoft.com/office/drawing/2014/main" id="{AB1CFB60-FB9F-49BE-929D-654E9DC3D4B7}"/>
              </a:ext>
            </a:extLst>
          </p:cNvPr>
          <p:cNvSpPr>
            <a:spLocks noGrp="1"/>
          </p:cNvSpPr>
          <p:nvPr/>
        </p:nvSpPr>
        <p:spPr>
          <a:xfrm>
            <a:off x="4527207" y="36568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2" name="a_full_bar_261">
            <a:extLst>
              <a:ext uri="{FF2B5EF4-FFF2-40B4-BE49-F238E27FC236}">
                <a16:creationId xmlns:a16="http://schemas.microsoft.com/office/drawing/2014/main" id="{B5497CE3-0E2B-43D0-903B-609B722ACBB9}"/>
              </a:ext>
            </a:extLst>
          </p:cNvPr>
          <p:cNvSpPr>
            <a:spLocks noGrp="1"/>
          </p:cNvSpPr>
          <p:nvPr/>
        </p:nvSpPr>
        <p:spPr>
          <a:xfrm>
            <a:off x="4838511" y="38519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3" name="a_full_bar_262">
            <a:extLst>
              <a:ext uri="{FF2B5EF4-FFF2-40B4-BE49-F238E27FC236}">
                <a16:creationId xmlns:a16="http://schemas.microsoft.com/office/drawing/2014/main" id="{9248A07E-7E48-4B4A-A361-81ED644E6612}"/>
              </a:ext>
            </a:extLst>
          </p:cNvPr>
          <p:cNvSpPr>
            <a:spLocks noGrp="1"/>
          </p:cNvSpPr>
          <p:nvPr/>
        </p:nvSpPr>
        <p:spPr>
          <a:xfrm>
            <a:off x="4533459" y="39335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4" name="a_full_bar_263">
            <a:extLst>
              <a:ext uri="{FF2B5EF4-FFF2-40B4-BE49-F238E27FC236}">
                <a16:creationId xmlns:a16="http://schemas.microsoft.com/office/drawing/2014/main" id="{F93D6908-BCF6-46EC-886C-A18D5FE71C53}"/>
              </a:ext>
            </a:extLst>
          </p:cNvPr>
          <p:cNvSpPr>
            <a:spLocks noGrp="1"/>
          </p:cNvSpPr>
          <p:nvPr/>
        </p:nvSpPr>
        <p:spPr>
          <a:xfrm>
            <a:off x="4608967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5" name="a_full_bar_264">
            <a:extLst>
              <a:ext uri="{FF2B5EF4-FFF2-40B4-BE49-F238E27FC236}">
                <a16:creationId xmlns:a16="http://schemas.microsoft.com/office/drawing/2014/main" id="{4462D5F7-6520-44EB-B7C8-CF09AD4E5EF6}"/>
              </a:ext>
            </a:extLst>
          </p:cNvPr>
          <p:cNvSpPr>
            <a:spLocks noGrp="1"/>
          </p:cNvSpPr>
          <p:nvPr/>
        </p:nvSpPr>
        <p:spPr>
          <a:xfrm>
            <a:off x="4884271" y="589853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6" name="a_full_bar_265">
            <a:extLst>
              <a:ext uri="{FF2B5EF4-FFF2-40B4-BE49-F238E27FC236}">
                <a16:creationId xmlns:a16="http://schemas.microsoft.com/office/drawing/2014/main" id="{D0540AE6-83BE-4D02-BCC7-31FB212F89AE}"/>
              </a:ext>
            </a:extLst>
          </p:cNvPr>
          <p:cNvSpPr>
            <a:spLocks noGrp="1"/>
          </p:cNvSpPr>
          <p:nvPr/>
        </p:nvSpPr>
        <p:spPr>
          <a:xfrm>
            <a:off x="4607015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7" name="a_full_bar_266">
            <a:extLst>
              <a:ext uri="{FF2B5EF4-FFF2-40B4-BE49-F238E27FC236}">
                <a16:creationId xmlns:a16="http://schemas.microsoft.com/office/drawing/2014/main" id="{96377DB1-173E-431F-AEF8-58EEF72EF515}"/>
              </a:ext>
            </a:extLst>
          </p:cNvPr>
          <p:cNvSpPr>
            <a:spLocks noGrp="1"/>
          </p:cNvSpPr>
          <p:nvPr/>
        </p:nvSpPr>
        <p:spPr>
          <a:xfrm>
            <a:off x="4712054" y="366516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8" name="a_full_bar_267">
            <a:extLst>
              <a:ext uri="{FF2B5EF4-FFF2-40B4-BE49-F238E27FC236}">
                <a16:creationId xmlns:a16="http://schemas.microsoft.com/office/drawing/2014/main" id="{17714A01-932C-4F58-B74E-25363B384230}"/>
              </a:ext>
            </a:extLst>
          </p:cNvPr>
          <p:cNvSpPr>
            <a:spLocks noGrp="1"/>
          </p:cNvSpPr>
          <p:nvPr/>
        </p:nvSpPr>
        <p:spPr>
          <a:xfrm>
            <a:off x="484177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9" name="a_full_bar_268">
            <a:extLst>
              <a:ext uri="{FF2B5EF4-FFF2-40B4-BE49-F238E27FC236}">
                <a16:creationId xmlns:a16="http://schemas.microsoft.com/office/drawing/2014/main" id="{1C517636-3924-41AE-863F-99315E2697C1}"/>
              </a:ext>
            </a:extLst>
          </p:cNvPr>
          <p:cNvSpPr>
            <a:spLocks noGrp="1"/>
          </p:cNvSpPr>
          <p:nvPr/>
        </p:nvSpPr>
        <p:spPr>
          <a:xfrm>
            <a:off x="454960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0" name="a_full_bar_269">
            <a:extLst>
              <a:ext uri="{FF2B5EF4-FFF2-40B4-BE49-F238E27FC236}">
                <a16:creationId xmlns:a16="http://schemas.microsoft.com/office/drawing/2014/main" id="{C31711D8-D136-45ED-90F0-1548DB987FC4}"/>
              </a:ext>
            </a:extLst>
          </p:cNvPr>
          <p:cNvSpPr>
            <a:spLocks noGrp="1"/>
          </p:cNvSpPr>
          <p:nvPr/>
        </p:nvSpPr>
        <p:spPr>
          <a:xfrm>
            <a:off x="471042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1" name="a_full_bar_270">
            <a:extLst>
              <a:ext uri="{FF2B5EF4-FFF2-40B4-BE49-F238E27FC236}">
                <a16:creationId xmlns:a16="http://schemas.microsoft.com/office/drawing/2014/main" id="{C02B477D-5D7D-4C52-A910-4D2B2E3254E3}"/>
              </a:ext>
            </a:extLst>
          </p:cNvPr>
          <p:cNvSpPr>
            <a:spLocks noGrp="1"/>
          </p:cNvSpPr>
          <p:nvPr/>
        </p:nvSpPr>
        <p:spPr>
          <a:xfrm>
            <a:off x="455497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2" name="a_full_bar_271">
            <a:extLst>
              <a:ext uri="{FF2B5EF4-FFF2-40B4-BE49-F238E27FC236}">
                <a16:creationId xmlns:a16="http://schemas.microsoft.com/office/drawing/2014/main" id="{9ADD46E4-6E46-4CF9-A52F-9CD9ACE55CEF}"/>
              </a:ext>
            </a:extLst>
          </p:cNvPr>
          <p:cNvSpPr>
            <a:spLocks noGrp="1"/>
          </p:cNvSpPr>
          <p:nvPr/>
        </p:nvSpPr>
        <p:spPr>
          <a:xfrm>
            <a:off x="4519208" y="38605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3" name="a_full_bar_272">
            <a:extLst>
              <a:ext uri="{FF2B5EF4-FFF2-40B4-BE49-F238E27FC236}">
                <a16:creationId xmlns:a16="http://schemas.microsoft.com/office/drawing/2014/main" id="{C1F83A58-BDBC-4824-8264-78F4960436F6}"/>
              </a:ext>
            </a:extLst>
          </p:cNvPr>
          <p:cNvSpPr>
            <a:spLocks noGrp="1"/>
          </p:cNvSpPr>
          <p:nvPr/>
        </p:nvSpPr>
        <p:spPr>
          <a:xfrm>
            <a:off x="4703792" y="416534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4" name="a_full_bar_273">
            <a:extLst>
              <a:ext uri="{FF2B5EF4-FFF2-40B4-BE49-F238E27FC236}">
                <a16:creationId xmlns:a16="http://schemas.microsoft.com/office/drawing/2014/main" id="{D0E77488-6578-4E7A-AB47-964DA15DC565}"/>
              </a:ext>
            </a:extLst>
          </p:cNvPr>
          <p:cNvSpPr>
            <a:spLocks noGrp="1"/>
          </p:cNvSpPr>
          <p:nvPr/>
        </p:nvSpPr>
        <p:spPr>
          <a:xfrm>
            <a:off x="4725897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5" name="a_full_bar_274">
            <a:extLst>
              <a:ext uri="{FF2B5EF4-FFF2-40B4-BE49-F238E27FC236}">
                <a16:creationId xmlns:a16="http://schemas.microsoft.com/office/drawing/2014/main" id="{A9192ED4-9959-4FC2-A1D1-6F0ECFE5AE16}"/>
              </a:ext>
            </a:extLst>
          </p:cNvPr>
          <p:cNvSpPr>
            <a:spLocks noGrp="1"/>
          </p:cNvSpPr>
          <p:nvPr/>
        </p:nvSpPr>
        <p:spPr>
          <a:xfrm>
            <a:off x="455962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6" name="a_full_bar_275">
            <a:extLst>
              <a:ext uri="{FF2B5EF4-FFF2-40B4-BE49-F238E27FC236}">
                <a16:creationId xmlns:a16="http://schemas.microsoft.com/office/drawing/2014/main" id="{578748F0-2231-4E18-92D8-97D7A99F4520}"/>
              </a:ext>
            </a:extLst>
          </p:cNvPr>
          <p:cNvSpPr>
            <a:spLocks noGrp="1"/>
          </p:cNvSpPr>
          <p:nvPr/>
        </p:nvSpPr>
        <p:spPr>
          <a:xfrm>
            <a:off x="4821811" y="30891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7" name="a_full_bar_276">
            <a:extLst>
              <a:ext uri="{FF2B5EF4-FFF2-40B4-BE49-F238E27FC236}">
                <a16:creationId xmlns:a16="http://schemas.microsoft.com/office/drawing/2014/main" id="{56F4AAD8-4F79-438F-AE95-7508BCC44DDD}"/>
              </a:ext>
            </a:extLst>
          </p:cNvPr>
          <p:cNvSpPr>
            <a:spLocks noGrp="1"/>
          </p:cNvSpPr>
          <p:nvPr/>
        </p:nvSpPr>
        <p:spPr>
          <a:xfrm>
            <a:off x="4642115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8" name="a_full_bar_277">
            <a:extLst>
              <a:ext uri="{FF2B5EF4-FFF2-40B4-BE49-F238E27FC236}">
                <a16:creationId xmlns:a16="http://schemas.microsoft.com/office/drawing/2014/main" id="{EB8B5111-C692-4CE6-BDDE-F1742D6AE1A2}"/>
              </a:ext>
            </a:extLst>
          </p:cNvPr>
          <p:cNvSpPr>
            <a:spLocks noGrp="1"/>
          </p:cNvSpPr>
          <p:nvPr/>
        </p:nvSpPr>
        <p:spPr>
          <a:xfrm>
            <a:off x="4614780" y="27936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9" name="a_full_bar_278">
            <a:extLst>
              <a:ext uri="{FF2B5EF4-FFF2-40B4-BE49-F238E27FC236}">
                <a16:creationId xmlns:a16="http://schemas.microsoft.com/office/drawing/2014/main" id="{C02D420B-C066-42E6-A3E9-D9F3409FAF2F}"/>
              </a:ext>
            </a:extLst>
          </p:cNvPr>
          <p:cNvSpPr>
            <a:spLocks noGrp="1"/>
          </p:cNvSpPr>
          <p:nvPr/>
        </p:nvSpPr>
        <p:spPr>
          <a:xfrm>
            <a:off x="4834093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0" name="a_full_bar_279">
            <a:extLst>
              <a:ext uri="{FF2B5EF4-FFF2-40B4-BE49-F238E27FC236}">
                <a16:creationId xmlns:a16="http://schemas.microsoft.com/office/drawing/2014/main" id="{9FB31567-17C2-4A5E-8268-1978452F0899}"/>
              </a:ext>
            </a:extLst>
          </p:cNvPr>
          <p:cNvSpPr>
            <a:spLocks noGrp="1"/>
          </p:cNvSpPr>
          <p:nvPr/>
        </p:nvSpPr>
        <p:spPr>
          <a:xfrm>
            <a:off x="4622550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1" name="a_full_bar_280">
            <a:extLst>
              <a:ext uri="{FF2B5EF4-FFF2-40B4-BE49-F238E27FC236}">
                <a16:creationId xmlns:a16="http://schemas.microsoft.com/office/drawing/2014/main" id="{08234766-2FE0-446F-8281-706DADC04E3D}"/>
              </a:ext>
            </a:extLst>
          </p:cNvPr>
          <p:cNvSpPr>
            <a:spLocks noGrp="1"/>
          </p:cNvSpPr>
          <p:nvPr/>
        </p:nvSpPr>
        <p:spPr>
          <a:xfrm>
            <a:off x="4530489" y="478908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2" name="a_full_bar_281">
            <a:extLst>
              <a:ext uri="{FF2B5EF4-FFF2-40B4-BE49-F238E27FC236}">
                <a16:creationId xmlns:a16="http://schemas.microsoft.com/office/drawing/2014/main" id="{B6232F49-715F-40A5-9BB4-A610CC5A9850}"/>
              </a:ext>
            </a:extLst>
          </p:cNvPr>
          <p:cNvSpPr>
            <a:spLocks noGrp="1"/>
          </p:cNvSpPr>
          <p:nvPr/>
        </p:nvSpPr>
        <p:spPr>
          <a:xfrm>
            <a:off x="475111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3" name="a_full_bar_282">
            <a:extLst>
              <a:ext uri="{FF2B5EF4-FFF2-40B4-BE49-F238E27FC236}">
                <a16:creationId xmlns:a16="http://schemas.microsoft.com/office/drawing/2014/main" id="{BA9B3E14-7ED5-4979-8E12-36CC1605C505}"/>
              </a:ext>
            </a:extLst>
          </p:cNvPr>
          <p:cNvSpPr>
            <a:spLocks noGrp="1"/>
          </p:cNvSpPr>
          <p:nvPr/>
        </p:nvSpPr>
        <p:spPr>
          <a:xfrm>
            <a:off x="4584475" y="449163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4" name="a_full_bar_283">
            <a:extLst>
              <a:ext uri="{FF2B5EF4-FFF2-40B4-BE49-F238E27FC236}">
                <a16:creationId xmlns:a16="http://schemas.microsoft.com/office/drawing/2014/main" id="{3BBC3417-5D68-45CA-975A-C49003442603}"/>
              </a:ext>
            </a:extLst>
          </p:cNvPr>
          <p:cNvSpPr>
            <a:spLocks noGrp="1"/>
          </p:cNvSpPr>
          <p:nvPr/>
        </p:nvSpPr>
        <p:spPr>
          <a:xfrm>
            <a:off x="4543489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5" name="a_full_bar_284">
            <a:extLst>
              <a:ext uri="{FF2B5EF4-FFF2-40B4-BE49-F238E27FC236}">
                <a16:creationId xmlns:a16="http://schemas.microsoft.com/office/drawing/2014/main" id="{53756A0D-3C89-42EA-9071-EF7F75392AEB}"/>
              </a:ext>
            </a:extLst>
          </p:cNvPr>
          <p:cNvSpPr>
            <a:spLocks noGrp="1"/>
          </p:cNvSpPr>
          <p:nvPr/>
        </p:nvSpPr>
        <p:spPr>
          <a:xfrm>
            <a:off x="4519810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6" name="a_full_bar_285">
            <a:extLst>
              <a:ext uri="{FF2B5EF4-FFF2-40B4-BE49-F238E27FC236}">
                <a16:creationId xmlns:a16="http://schemas.microsoft.com/office/drawing/2014/main" id="{6143021C-50DE-457F-AD55-19EA2E336FC2}"/>
              </a:ext>
            </a:extLst>
          </p:cNvPr>
          <p:cNvSpPr>
            <a:spLocks noGrp="1"/>
          </p:cNvSpPr>
          <p:nvPr/>
        </p:nvSpPr>
        <p:spPr>
          <a:xfrm>
            <a:off x="4773497" y="3364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7" name="a_full_bar_286">
            <a:extLst>
              <a:ext uri="{FF2B5EF4-FFF2-40B4-BE49-F238E27FC236}">
                <a16:creationId xmlns:a16="http://schemas.microsoft.com/office/drawing/2014/main" id="{082D24F4-AC50-4FA1-B849-4BC116EFF200}"/>
              </a:ext>
            </a:extLst>
          </p:cNvPr>
          <p:cNvSpPr>
            <a:spLocks noGrp="1"/>
          </p:cNvSpPr>
          <p:nvPr/>
        </p:nvSpPr>
        <p:spPr>
          <a:xfrm>
            <a:off x="4546240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8" name="a_full_bar_287">
            <a:extLst>
              <a:ext uri="{FF2B5EF4-FFF2-40B4-BE49-F238E27FC236}">
                <a16:creationId xmlns:a16="http://schemas.microsoft.com/office/drawing/2014/main" id="{063B8E43-AFE9-4B00-800D-CE722911BC65}"/>
              </a:ext>
            </a:extLst>
          </p:cNvPr>
          <p:cNvSpPr>
            <a:spLocks noGrp="1"/>
          </p:cNvSpPr>
          <p:nvPr/>
        </p:nvSpPr>
        <p:spPr>
          <a:xfrm>
            <a:off x="461218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9" name="a_full_bar_288">
            <a:extLst>
              <a:ext uri="{FF2B5EF4-FFF2-40B4-BE49-F238E27FC236}">
                <a16:creationId xmlns:a16="http://schemas.microsoft.com/office/drawing/2014/main" id="{6D3ABA9D-3435-46D0-A6BB-4C16B5FCA6EF}"/>
              </a:ext>
            </a:extLst>
          </p:cNvPr>
          <p:cNvSpPr>
            <a:spLocks noGrp="1"/>
          </p:cNvSpPr>
          <p:nvPr/>
        </p:nvSpPr>
        <p:spPr>
          <a:xfrm>
            <a:off x="4637935" y="34183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0" name="a_full_bar_289">
            <a:extLst>
              <a:ext uri="{FF2B5EF4-FFF2-40B4-BE49-F238E27FC236}">
                <a16:creationId xmlns:a16="http://schemas.microsoft.com/office/drawing/2014/main" id="{228E0364-60E9-4B56-B196-8FA0658F5129}"/>
              </a:ext>
            </a:extLst>
          </p:cNvPr>
          <p:cNvSpPr>
            <a:spLocks noGrp="1"/>
          </p:cNvSpPr>
          <p:nvPr/>
        </p:nvSpPr>
        <p:spPr>
          <a:xfrm>
            <a:off x="463829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1" name="a_full_bar_290">
            <a:extLst>
              <a:ext uri="{FF2B5EF4-FFF2-40B4-BE49-F238E27FC236}">
                <a16:creationId xmlns:a16="http://schemas.microsoft.com/office/drawing/2014/main" id="{5C5F2F51-F267-4678-B9D7-854629827983}"/>
              </a:ext>
            </a:extLst>
          </p:cNvPr>
          <p:cNvSpPr>
            <a:spLocks noGrp="1"/>
          </p:cNvSpPr>
          <p:nvPr/>
        </p:nvSpPr>
        <p:spPr>
          <a:xfrm>
            <a:off x="459266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2" name="a_full_bar_291">
            <a:extLst>
              <a:ext uri="{FF2B5EF4-FFF2-40B4-BE49-F238E27FC236}">
                <a16:creationId xmlns:a16="http://schemas.microsoft.com/office/drawing/2014/main" id="{98D31A91-750B-4FBD-AC36-989CB95A5237}"/>
              </a:ext>
            </a:extLst>
          </p:cNvPr>
          <p:cNvSpPr>
            <a:spLocks noGrp="1"/>
          </p:cNvSpPr>
          <p:nvPr/>
        </p:nvSpPr>
        <p:spPr>
          <a:xfrm>
            <a:off x="4670011" y="418745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3" name="a_full_bar_292">
            <a:extLst>
              <a:ext uri="{FF2B5EF4-FFF2-40B4-BE49-F238E27FC236}">
                <a16:creationId xmlns:a16="http://schemas.microsoft.com/office/drawing/2014/main" id="{D285BA7D-9910-475D-944E-156E48E82A54}"/>
              </a:ext>
            </a:extLst>
          </p:cNvPr>
          <p:cNvSpPr>
            <a:spLocks noGrp="1"/>
          </p:cNvSpPr>
          <p:nvPr/>
        </p:nvSpPr>
        <p:spPr>
          <a:xfrm>
            <a:off x="4686400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4" name="a_full_bar_293">
            <a:extLst>
              <a:ext uri="{FF2B5EF4-FFF2-40B4-BE49-F238E27FC236}">
                <a16:creationId xmlns:a16="http://schemas.microsoft.com/office/drawing/2014/main" id="{AAEFEAC5-F631-49BC-B846-E973BCCCD487}"/>
              </a:ext>
            </a:extLst>
          </p:cNvPr>
          <p:cNvSpPr>
            <a:spLocks noGrp="1"/>
          </p:cNvSpPr>
          <p:nvPr/>
        </p:nvSpPr>
        <p:spPr>
          <a:xfrm>
            <a:off x="466332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5" name="a_full_bar_294">
            <a:extLst>
              <a:ext uri="{FF2B5EF4-FFF2-40B4-BE49-F238E27FC236}">
                <a16:creationId xmlns:a16="http://schemas.microsoft.com/office/drawing/2014/main" id="{C420B18F-0282-45FE-A8B6-21770B85FA42}"/>
              </a:ext>
            </a:extLst>
          </p:cNvPr>
          <p:cNvSpPr>
            <a:spLocks noGrp="1"/>
          </p:cNvSpPr>
          <p:nvPr/>
        </p:nvSpPr>
        <p:spPr>
          <a:xfrm>
            <a:off x="452935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6" name="a_full_bar_295">
            <a:extLst>
              <a:ext uri="{FF2B5EF4-FFF2-40B4-BE49-F238E27FC236}">
                <a16:creationId xmlns:a16="http://schemas.microsoft.com/office/drawing/2014/main" id="{C4D42DE0-92F7-4739-B3FE-05593DF2FB2A}"/>
              </a:ext>
            </a:extLst>
          </p:cNvPr>
          <p:cNvSpPr>
            <a:spLocks noGrp="1"/>
          </p:cNvSpPr>
          <p:nvPr/>
        </p:nvSpPr>
        <p:spPr>
          <a:xfrm>
            <a:off x="462001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7" name="a_full_bar_296">
            <a:extLst>
              <a:ext uri="{FF2B5EF4-FFF2-40B4-BE49-F238E27FC236}">
                <a16:creationId xmlns:a16="http://schemas.microsoft.com/office/drawing/2014/main" id="{A37B594E-8F9F-455A-B7EF-0FEF878C4C83}"/>
              </a:ext>
            </a:extLst>
          </p:cNvPr>
          <p:cNvSpPr>
            <a:spLocks noGrp="1"/>
          </p:cNvSpPr>
          <p:nvPr/>
        </p:nvSpPr>
        <p:spPr>
          <a:xfrm>
            <a:off x="4728916" y="51087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8" name="a_full_bar_297">
            <a:extLst>
              <a:ext uri="{FF2B5EF4-FFF2-40B4-BE49-F238E27FC236}">
                <a16:creationId xmlns:a16="http://schemas.microsoft.com/office/drawing/2014/main" id="{A0483E88-D6A1-4DFD-8584-DFDA740C6BA5}"/>
              </a:ext>
            </a:extLst>
          </p:cNvPr>
          <p:cNvSpPr>
            <a:spLocks noGrp="1"/>
          </p:cNvSpPr>
          <p:nvPr/>
        </p:nvSpPr>
        <p:spPr>
          <a:xfrm>
            <a:off x="4731628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9" name="a_full_bar_298">
            <a:extLst>
              <a:ext uri="{FF2B5EF4-FFF2-40B4-BE49-F238E27FC236}">
                <a16:creationId xmlns:a16="http://schemas.microsoft.com/office/drawing/2014/main" id="{88F47930-7CCF-49CE-BB16-3740EBEEB482}"/>
              </a:ext>
            </a:extLst>
          </p:cNvPr>
          <p:cNvSpPr>
            <a:spLocks noGrp="1"/>
          </p:cNvSpPr>
          <p:nvPr/>
        </p:nvSpPr>
        <p:spPr>
          <a:xfrm>
            <a:off x="459683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0" name="a_full_bar_299">
            <a:extLst>
              <a:ext uri="{FF2B5EF4-FFF2-40B4-BE49-F238E27FC236}">
                <a16:creationId xmlns:a16="http://schemas.microsoft.com/office/drawing/2014/main" id="{7DF85027-13F9-49E1-9E41-2D42DFC225EA}"/>
              </a:ext>
            </a:extLst>
          </p:cNvPr>
          <p:cNvSpPr>
            <a:spLocks noGrp="1"/>
          </p:cNvSpPr>
          <p:nvPr/>
        </p:nvSpPr>
        <p:spPr>
          <a:xfrm>
            <a:off x="458041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1" name="a_full_bar_300">
            <a:extLst>
              <a:ext uri="{FF2B5EF4-FFF2-40B4-BE49-F238E27FC236}">
                <a16:creationId xmlns:a16="http://schemas.microsoft.com/office/drawing/2014/main" id="{7E16E14C-EBE8-40EF-AD56-3EDD3476C766}"/>
              </a:ext>
            </a:extLst>
          </p:cNvPr>
          <p:cNvSpPr>
            <a:spLocks noGrp="1"/>
          </p:cNvSpPr>
          <p:nvPr/>
        </p:nvSpPr>
        <p:spPr>
          <a:xfrm>
            <a:off x="481753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2" name="a_full_bar_301">
            <a:extLst>
              <a:ext uri="{FF2B5EF4-FFF2-40B4-BE49-F238E27FC236}">
                <a16:creationId xmlns:a16="http://schemas.microsoft.com/office/drawing/2014/main" id="{93D5F414-E8F4-4879-97B7-F5609C9262CB}"/>
              </a:ext>
            </a:extLst>
          </p:cNvPr>
          <p:cNvSpPr>
            <a:spLocks noGrp="1"/>
          </p:cNvSpPr>
          <p:nvPr/>
        </p:nvSpPr>
        <p:spPr>
          <a:xfrm>
            <a:off x="4650463" y="45918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3" name="a_full_bar_302">
            <a:extLst>
              <a:ext uri="{FF2B5EF4-FFF2-40B4-BE49-F238E27FC236}">
                <a16:creationId xmlns:a16="http://schemas.microsoft.com/office/drawing/2014/main" id="{7037B305-8C8D-4B27-BC1C-9DCDC9328327}"/>
              </a:ext>
            </a:extLst>
          </p:cNvPr>
          <p:cNvSpPr>
            <a:spLocks noGrp="1"/>
          </p:cNvSpPr>
          <p:nvPr/>
        </p:nvSpPr>
        <p:spPr>
          <a:xfrm>
            <a:off x="4550367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4" name="a_full_bar_303">
            <a:extLst>
              <a:ext uri="{FF2B5EF4-FFF2-40B4-BE49-F238E27FC236}">
                <a16:creationId xmlns:a16="http://schemas.microsoft.com/office/drawing/2014/main" id="{E9C3821E-2E47-4345-96E9-2F731AE11F7E}"/>
              </a:ext>
            </a:extLst>
          </p:cNvPr>
          <p:cNvSpPr>
            <a:spLocks noGrp="1"/>
          </p:cNvSpPr>
          <p:nvPr/>
        </p:nvSpPr>
        <p:spPr>
          <a:xfrm>
            <a:off x="4592666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5" name="a_full_bar_304">
            <a:extLst>
              <a:ext uri="{FF2B5EF4-FFF2-40B4-BE49-F238E27FC236}">
                <a16:creationId xmlns:a16="http://schemas.microsoft.com/office/drawing/2014/main" id="{11BE41A7-5FD4-48AF-816C-B43C3CFC0895}"/>
              </a:ext>
            </a:extLst>
          </p:cNvPr>
          <p:cNvSpPr>
            <a:spLocks noGrp="1"/>
          </p:cNvSpPr>
          <p:nvPr/>
        </p:nvSpPr>
        <p:spPr>
          <a:xfrm>
            <a:off x="4692019" y="547909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6" name="a_full_bar_305">
            <a:extLst>
              <a:ext uri="{FF2B5EF4-FFF2-40B4-BE49-F238E27FC236}">
                <a16:creationId xmlns:a16="http://schemas.microsoft.com/office/drawing/2014/main" id="{56BA9EED-4B8C-4339-982C-EBA77BC30829}"/>
              </a:ext>
            </a:extLst>
          </p:cNvPr>
          <p:cNvSpPr>
            <a:spLocks noGrp="1"/>
          </p:cNvSpPr>
          <p:nvPr/>
        </p:nvSpPr>
        <p:spPr>
          <a:xfrm>
            <a:off x="4691969" y="36102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7" name="a_full_bar_306">
            <a:extLst>
              <a:ext uri="{FF2B5EF4-FFF2-40B4-BE49-F238E27FC236}">
                <a16:creationId xmlns:a16="http://schemas.microsoft.com/office/drawing/2014/main" id="{16F3C5B0-33BB-4F77-8BEE-D91C6903AC11}"/>
              </a:ext>
            </a:extLst>
          </p:cNvPr>
          <p:cNvSpPr>
            <a:spLocks noGrp="1"/>
          </p:cNvSpPr>
          <p:nvPr/>
        </p:nvSpPr>
        <p:spPr>
          <a:xfrm>
            <a:off x="4591010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8" name="a_full_bar_307">
            <a:extLst>
              <a:ext uri="{FF2B5EF4-FFF2-40B4-BE49-F238E27FC236}">
                <a16:creationId xmlns:a16="http://schemas.microsoft.com/office/drawing/2014/main" id="{89B7DA89-27B0-499C-AFC5-D5618D634F33}"/>
              </a:ext>
            </a:extLst>
          </p:cNvPr>
          <p:cNvSpPr>
            <a:spLocks noGrp="1"/>
          </p:cNvSpPr>
          <p:nvPr/>
        </p:nvSpPr>
        <p:spPr>
          <a:xfrm>
            <a:off x="487172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9" name="a_full_bar_308">
            <a:extLst>
              <a:ext uri="{FF2B5EF4-FFF2-40B4-BE49-F238E27FC236}">
                <a16:creationId xmlns:a16="http://schemas.microsoft.com/office/drawing/2014/main" id="{1828B0BB-6E41-4B00-B164-B9059ACB2A54}"/>
              </a:ext>
            </a:extLst>
          </p:cNvPr>
          <p:cNvSpPr>
            <a:spLocks noGrp="1"/>
          </p:cNvSpPr>
          <p:nvPr/>
        </p:nvSpPr>
        <p:spPr>
          <a:xfrm>
            <a:off x="472168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0" name="a_full_bar_309">
            <a:extLst>
              <a:ext uri="{FF2B5EF4-FFF2-40B4-BE49-F238E27FC236}">
                <a16:creationId xmlns:a16="http://schemas.microsoft.com/office/drawing/2014/main" id="{8F746DB2-B84D-4A67-8DF7-6C2B193E11C8}"/>
              </a:ext>
            </a:extLst>
          </p:cNvPr>
          <p:cNvSpPr>
            <a:spLocks noGrp="1"/>
          </p:cNvSpPr>
          <p:nvPr/>
        </p:nvSpPr>
        <p:spPr>
          <a:xfrm>
            <a:off x="4869345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1" name="a_full_bar_310">
            <a:extLst>
              <a:ext uri="{FF2B5EF4-FFF2-40B4-BE49-F238E27FC236}">
                <a16:creationId xmlns:a16="http://schemas.microsoft.com/office/drawing/2014/main" id="{00CFDF0A-141F-47D1-AC99-A033523A67EE}"/>
              </a:ext>
            </a:extLst>
          </p:cNvPr>
          <p:cNvSpPr>
            <a:spLocks noGrp="1"/>
          </p:cNvSpPr>
          <p:nvPr/>
        </p:nvSpPr>
        <p:spPr>
          <a:xfrm>
            <a:off x="4681808" y="278897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2" name="a_full_bar_311">
            <a:extLst>
              <a:ext uri="{FF2B5EF4-FFF2-40B4-BE49-F238E27FC236}">
                <a16:creationId xmlns:a16="http://schemas.microsoft.com/office/drawing/2014/main" id="{A5C70476-F465-4B00-95C7-A16611EDA83E}"/>
              </a:ext>
            </a:extLst>
          </p:cNvPr>
          <p:cNvSpPr>
            <a:spLocks noGrp="1"/>
          </p:cNvSpPr>
          <p:nvPr/>
        </p:nvSpPr>
        <p:spPr>
          <a:xfrm>
            <a:off x="4858770" y="35449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3" name="a_full_bar_312">
            <a:extLst>
              <a:ext uri="{FF2B5EF4-FFF2-40B4-BE49-F238E27FC236}">
                <a16:creationId xmlns:a16="http://schemas.microsoft.com/office/drawing/2014/main" id="{20A5CA3D-58F9-43F3-B873-3DFBEDF54B35}"/>
              </a:ext>
            </a:extLst>
          </p:cNvPr>
          <p:cNvSpPr>
            <a:spLocks noGrp="1"/>
          </p:cNvSpPr>
          <p:nvPr/>
        </p:nvSpPr>
        <p:spPr>
          <a:xfrm>
            <a:off x="4845271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4" name="a_full_bar_313">
            <a:extLst>
              <a:ext uri="{FF2B5EF4-FFF2-40B4-BE49-F238E27FC236}">
                <a16:creationId xmlns:a16="http://schemas.microsoft.com/office/drawing/2014/main" id="{B26AD56C-2BA9-4912-9273-9D11220809DE}"/>
              </a:ext>
            </a:extLst>
          </p:cNvPr>
          <p:cNvSpPr>
            <a:spLocks noGrp="1"/>
          </p:cNvSpPr>
          <p:nvPr/>
        </p:nvSpPr>
        <p:spPr>
          <a:xfrm>
            <a:off x="4619212" y="409103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5" name="a_full_bar_314">
            <a:extLst>
              <a:ext uri="{FF2B5EF4-FFF2-40B4-BE49-F238E27FC236}">
                <a16:creationId xmlns:a16="http://schemas.microsoft.com/office/drawing/2014/main" id="{648D94B6-446F-48DD-B420-369164D0406D}"/>
              </a:ext>
            </a:extLst>
          </p:cNvPr>
          <p:cNvSpPr>
            <a:spLocks noGrp="1"/>
          </p:cNvSpPr>
          <p:nvPr/>
        </p:nvSpPr>
        <p:spPr>
          <a:xfrm>
            <a:off x="4602383" y="346982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6" name="a_full_bar_315">
            <a:extLst>
              <a:ext uri="{FF2B5EF4-FFF2-40B4-BE49-F238E27FC236}">
                <a16:creationId xmlns:a16="http://schemas.microsoft.com/office/drawing/2014/main" id="{6CAB9874-A1F6-4EC6-AC8E-A7C49D08D594}"/>
              </a:ext>
            </a:extLst>
          </p:cNvPr>
          <p:cNvSpPr>
            <a:spLocks noGrp="1"/>
          </p:cNvSpPr>
          <p:nvPr/>
        </p:nvSpPr>
        <p:spPr>
          <a:xfrm>
            <a:off x="477912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7" name="a_full_bar_316">
            <a:extLst>
              <a:ext uri="{FF2B5EF4-FFF2-40B4-BE49-F238E27FC236}">
                <a16:creationId xmlns:a16="http://schemas.microsoft.com/office/drawing/2014/main" id="{253486B0-0CA9-44E0-BED6-F51D54BD654E}"/>
              </a:ext>
            </a:extLst>
          </p:cNvPr>
          <p:cNvSpPr>
            <a:spLocks noGrp="1"/>
          </p:cNvSpPr>
          <p:nvPr/>
        </p:nvSpPr>
        <p:spPr>
          <a:xfrm>
            <a:off x="471389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8" name="a_full_bar_317">
            <a:extLst>
              <a:ext uri="{FF2B5EF4-FFF2-40B4-BE49-F238E27FC236}">
                <a16:creationId xmlns:a16="http://schemas.microsoft.com/office/drawing/2014/main" id="{59F51DD0-51A3-4F0C-A56F-E2CF3E1E4112}"/>
              </a:ext>
            </a:extLst>
          </p:cNvPr>
          <p:cNvSpPr>
            <a:spLocks noGrp="1"/>
          </p:cNvSpPr>
          <p:nvPr/>
        </p:nvSpPr>
        <p:spPr>
          <a:xfrm>
            <a:off x="453718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9" name="a_full_bar_318">
            <a:extLst>
              <a:ext uri="{FF2B5EF4-FFF2-40B4-BE49-F238E27FC236}">
                <a16:creationId xmlns:a16="http://schemas.microsoft.com/office/drawing/2014/main" id="{11C6006A-A82B-43AB-BC7B-C7E6B80E0A62}"/>
              </a:ext>
            </a:extLst>
          </p:cNvPr>
          <p:cNvSpPr>
            <a:spLocks noGrp="1"/>
          </p:cNvSpPr>
          <p:nvPr/>
        </p:nvSpPr>
        <p:spPr>
          <a:xfrm>
            <a:off x="4693875" y="329712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0" name="a_full_bar_319">
            <a:extLst>
              <a:ext uri="{FF2B5EF4-FFF2-40B4-BE49-F238E27FC236}">
                <a16:creationId xmlns:a16="http://schemas.microsoft.com/office/drawing/2014/main" id="{B5C547C9-B7A4-4449-96F3-14163F02F9D3}"/>
              </a:ext>
            </a:extLst>
          </p:cNvPr>
          <p:cNvSpPr>
            <a:spLocks noGrp="1"/>
          </p:cNvSpPr>
          <p:nvPr/>
        </p:nvSpPr>
        <p:spPr>
          <a:xfrm>
            <a:off x="4830051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1" name="a_full_bar_320">
            <a:extLst>
              <a:ext uri="{FF2B5EF4-FFF2-40B4-BE49-F238E27FC236}">
                <a16:creationId xmlns:a16="http://schemas.microsoft.com/office/drawing/2014/main" id="{87F53B91-D120-4F00-B361-627789A87E4A}"/>
              </a:ext>
            </a:extLst>
          </p:cNvPr>
          <p:cNvSpPr>
            <a:spLocks noGrp="1"/>
          </p:cNvSpPr>
          <p:nvPr/>
        </p:nvSpPr>
        <p:spPr>
          <a:xfrm>
            <a:off x="4723141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2" name="a_full_bar_321">
            <a:extLst>
              <a:ext uri="{FF2B5EF4-FFF2-40B4-BE49-F238E27FC236}">
                <a16:creationId xmlns:a16="http://schemas.microsoft.com/office/drawing/2014/main" id="{BEC1A807-2E06-426E-8E04-96593885398B}"/>
              </a:ext>
            </a:extLst>
          </p:cNvPr>
          <p:cNvSpPr>
            <a:spLocks noGrp="1"/>
          </p:cNvSpPr>
          <p:nvPr/>
        </p:nvSpPr>
        <p:spPr>
          <a:xfrm>
            <a:off x="4677325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3" name="a_full_bar_322">
            <a:extLst>
              <a:ext uri="{FF2B5EF4-FFF2-40B4-BE49-F238E27FC236}">
                <a16:creationId xmlns:a16="http://schemas.microsoft.com/office/drawing/2014/main" id="{A999A2F2-189B-4ED3-AFF0-06E819F36954}"/>
              </a:ext>
            </a:extLst>
          </p:cNvPr>
          <p:cNvSpPr>
            <a:spLocks noGrp="1"/>
          </p:cNvSpPr>
          <p:nvPr/>
        </p:nvSpPr>
        <p:spPr>
          <a:xfrm>
            <a:off x="4556708" y="358512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4" name="a_full_bar_323">
            <a:extLst>
              <a:ext uri="{FF2B5EF4-FFF2-40B4-BE49-F238E27FC236}">
                <a16:creationId xmlns:a16="http://schemas.microsoft.com/office/drawing/2014/main" id="{B2E52914-86FA-451B-8172-469CF66441F6}"/>
              </a:ext>
            </a:extLst>
          </p:cNvPr>
          <p:cNvSpPr>
            <a:spLocks noGrp="1"/>
          </p:cNvSpPr>
          <p:nvPr/>
        </p:nvSpPr>
        <p:spPr>
          <a:xfrm>
            <a:off x="459152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5" name="a_full_bar_324">
            <a:extLst>
              <a:ext uri="{FF2B5EF4-FFF2-40B4-BE49-F238E27FC236}">
                <a16:creationId xmlns:a16="http://schemas.microsoft.com/office/drawing/2014/main" id="{1BD8C54B-3C94-432E-9E23-48C75ED72A85}"/>
              </a:ext>
            </a:extLst>
          </p:cNvPr>
          <p:cNvSpPr>
            <a:spLocks noGrp="1"/>
          </p:cNvSpPr>
          <p:nvPr/>
        </p:nvSpPr>
        <p:spPr>
          <a:xfrm>
            <a:off x="4850833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6" name="a_full_bar_325">
            <a:extLst>
              <a:ext uri="{FF2B5EF4-FFF2-40B4-BE49-F238E27FC236}">
                <a16:creationId xmlns:a16="http://schemas.microsoft.com/office/drawing/2014/main" id="{03450943-FEEE-4294-B64F-03ACED4DB922}"/>
              </a:ext>
            </a:extLst>
          </p:cNvPr>
          <p:cNvSpPr>
            <a:spLocks noGrp="1"/>
          </p:cNvSpPr>
          <p:nvPr/>
        </p:nvSpPr>
        <p:spPr>
          <a:xfrm>
            <a:off x="4886871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" name="a_full_bar_326">
            <a:extLst>
              <a:ext uri="{FF2B5EF4-FFF2-40B4-BE49-F238E27FC236}">
                <a16:creationId xmlns:a16="http://schemas.microsoft.com/office/drawing/2014/main" id="{24C73E4B-2199-492A-9A97-91606AB49D1E}"/>
              </a:ext>
            </a:extLst>
          </p:cNvPr>
          <p:cNvSpPr>
            <a:spLocks noGrp="1"/>
          </p:cNvSpPr>
          <p:nvPr/>
        </p:nvSpPr>
        <p:spPr>
          <a:xfrm>
            <a:off x="488286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" name="a_full_bar_327">
            <a:extLst>
              <a:ext uri="{FF2B5EF4-FFF2-40B4-BE49-F238E27FC236}">
                <a16:creationId xmlns:a16="http://schemas.microsoft.com/office/drawing/2014/main" id="{B79BABB5-7FA0-4CFB-ADA6-5A8A3F4A30DE}"/>
              </a:ext>
            </a:extLst>
          </p:cNvPr>
          <p:cNvSpPr>
            <a:spLocks noGrp="1"/>
          </p:cNvSpPr>
          <p:nvPr/>
        </p:nvSpPr>
        <p:spPr>
          <a:xfrm>
            <a:off x="4614435" y="393213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" name="a_full_bar_328">
            <a:extLst>
              <a:ext uri="{FF2B5EF4-FFF2-40B4-BE49-F238E27FC236}">
                <a16:creationId xmlns:a16="http://schemas.microsoft.com/office/drawing/2014/main" id="{919295E5-D747-4586-9B37-99598CE32C55}"/>
              </a:ext>
            </a:extLst>
          </p:cNvPr>
          <p:cNvSpPr>
            <a:spLocks noGrp="1"/>
          </p:cNvSpPr>
          <p:nvPr/>
        </p:nvSpPr>
        <p:spPr>
          <a:xfrm>
            <a:off x="468792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" name="a_full_bar_329">
            <a:extLst>
              <a:ext uri="{FF2B5EF4-FFF2-40B4-BE49-F238E27FC236}">
                <a16:creationId xmlns:a16="http://schemas.microsoft.com/office/drawing/2014/main" id="{531E10A8-CFCF-4DF7-9651-2434F62FF1C2}"/>
              </a:ext>
            </a:extLst>
          </p:cNvPr>
          <p:cNvSpPr>
            <a:spLocks noGrp="1"/>
          </p:cNvSpPr>
          <p:nvPr/>
        </p:nvSpPr>
        <p:spPr>
          <a:xfrm>
            <a:off x="4771299" y="534206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" name="a_full_bar_330">
            <a:extLst>
              <a:ext uri="{FF2B5EF4-FFF2-40B4-BE49-F238E27FC236}">
                <a16:creationId xmlns:a16="http://schemas.microsoft.com/office/drawing/2014/main" id="{77F4F871-8CD2-4F6D-9326-E39BFC97059E}"/>
              </a:ext>
            </a:extLst>
          </p:cNvPr>
          <p:cNvSpPr>
            <a:spLocks noGrp="1"/>
          </p:cNvSpPr>
          <p:nvPr/>
        </p:nvSpPr>
        <p:spPr>
          <a:xfrm>
            <a:off x="489935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" name="a_full_bar_331">
            <a:extLst>
              <a:ext uri="{FF2B5EF4-FFF2-40B4-BE49-F238E27FC236}">
                <a16:creationId xmlns:a16="http://schemas.microsoft.com/office/drawing/2014/main" id="{CC1CBA50-4593-40AB-9C86-B03DCD1D1CF6}"/>
              </a:ext>
            </a:extLst>
          </p:cNvPr>
          <p:cNvSpPr>
            <a:spLocks noGrp="1"/>
          </p:cNvSpPr>
          <p:nvPr/>
        </p:nvSpPr>
        <p:spPr>
          <a:xfrm>
            <a:off x="467099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" name="a_full_bar_332">
            <a:extLst>
              <a:ext uri="{FF2B5EF4-FFF2-40B4-BE49-F238E27FC236}">
                <a16:creationId xmlns:a16="http://schemas.microsoft.com/office/drawing/2014/main" id="{C7717FDC-74CA-455D-B12D-AE28BCFD4A55}"/>
              </a:ext>
            </a:extLst>
          </p:cNvPr>
          <p:cNvSpPr>
            <a:spLocks noGrp="1"/>
          </p:cNvSpPr>
          <p:nvPr/>
        </p:nvSpPr>
        <p:spPr>
          <a:xfrm>
            <a:off x="48865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" name="a_full_bar_333">
            <a:extLst>
              <a:ext uri="{FF2B5EF4-FFF2-40B4-BE49-F238E27FC236}">
                <a16:creationId xmlns:a16="http://schemas.microsoft.com/office/drawing/2014/main" id="{B1BD74F4-3F90-4B64-BBA8-C2B2C97FD301}"/>
              </a:ext>
            </a:extLst>
          </p:cNvPr>
          <p:cNvSpPr>
            <a:spLocks noGrp="1"/>
          </p:cNvSpPr>
          <p:nvPr/>
        </p:nvSpPr>
        <p:spPr>
          <a:xfrm>
            <a:off x="4690583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" name="a_full_bar_334">
            <a:extLst>
              <a:ext uri="{FF2B5EF4-FFF2-40B4-BE49-F238E27FC236}">
                <a16:creationId xmlns:a16="http://schemas.microsoft.com/office/drawing/2014/main" id="{E1C8CA58-176A-4444-9293-74BAF286E73D}"/>
              </a:ext>
            </a:extLst>
          </p:cNvPr>
          <p:cNvSpPr>
            <a:spLocks noGrp="1"/>
          </p:cNvSpPr>
          <p:nvPr/>
        </p:nvSpPr>
        <p:spPr>
          <a:xfrm>
            <a:off x="461233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" name="a_full_bar_335">
            <a:extLst>
              <a:ext uri="{FF2B5EF4-FFF2-40B4-BE49-F238E27FC236}">
                <a16:creationId xmlns:a16="http://schemas.microsoft.com/office/drawing/2014/main" id="{739C7E17-4453-4D36-ABFA-7FBA22727DFD}"/>
              </a:ext>
            </a:extLst>
          </p:cNvPr>
          <p:cNvSpPr>
            <a:spLocks noGrp="1"/>
          </p:cNvSpPr>
          <p:nvPr/>
        </p:nvSpPr>
        <p:spPr>
          <a:xfrm>
            <a:off x="4664991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" name="a_full_bar_336">
            <a:extLst>
              <a:ext uri="{FF2B5EF4-FFF2-40B4-BE49-F238E27FC236}">
                <a16:creationId xmlns:a16="http://schemas.microsoft.com/office/drawing/2014/main" id="{330291BC-FF38-47FA-B624-117384FEA479}"/>
              </a:ext>
            </a:extLst>
          </p:cNvPr>
          <p:cNvSpPr>
            <a:spLocks noGrp="1"/>
          </p:cNvSpPr>
          <p:nvPr/>
        </p:nvSpPr>
        <p:spPr>
          <a:xfrm>
            <a:off x="4617376" y="578882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" name="a_full_bar_337">
            <a:extLst>
              <a:ext uri="{FF2B5EF4-FFF2-40B4-BE49-F238E27FC236}">
                <a16:creationId xmlns:a16="http://schemas.microsoft.com/office/drawing/2014/main" id="{0A68FE85-3175-41C4-8651-8C94A2A077E8}"/>
              </a:ext>
            </a:extLst>
          </p:cNvPr>
          <p:cNvSpPr>
            <a:spLocks noGrp="1"/>
          </p:cNvSpPr>
          <p:nvPr/>
        </p:nvSpPr>
        <p:spPr>
          <a:xfrm>
            <a:off x="4691735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" name="a_full_bar_338">
            <a:extLst>
              <a:ext uri="{FF2B5EF4-FFF2-40B4-BE49-F238E27FC236}">
                <a16:creationId xmlns:a16="http://schemas.microsoft.com/office/drawing/2014/main" id="{BABB93BE-E993-4878-99BB-A360F0AD4EC3}"/>
              </a:ext>
            </a:extLst>
          </p:cNvPr>
          <p:cNvSpPr>
            <a:spLocks noGrp="1"/>
          </p:cNvSpPr>
          <p:nvPr/>
        </p:nvSpPr>
        <p:spPr>
          <a:xfrm>
            <a:off x="468425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" name="a_full_bar_339">
            <a:extLst>
              <a:ext uri="{FF2B5EF4-FFF2-40B4-BE49-F238E27FC236}">
                <a16:creationId xmlns:a16="http://schemas.microsoft.com/office/drawing/2014/main" id="{3DA2B5EB-5CF0-4BE9-85EA-C9846C7A2174}"/>
              </a:ext>
            </a:extLst>
          </p:cNvPr>
          <p:cNvSpPr>
            <a:spLocks noGrp="1"/>
          </p:cNvSpPr>
          <p:nvPr/>
        </p:nvSpPr>
        <p:spPr>
          <a:xfrm>
            <a:off x="4734156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" name="a_full_bar_340">
            <a:extLst>
              <a:ext uri="{FF2B5EF4-FFF2-40B4-BE49-F238E27FC236}">
                <a16:creationId xmlns:a16="http://schemas.microsoft.com/office/drawing/2014/main" id="{43F8FFC6-71D4-4D5E-8D93-2415C802A6FF}"/>
              </a:ext>
            </a:extLst>
          </p:cNvPr>
          <p:cNvSpPr>
            <a:spLocks noGrp="1"/>
          </p:cNvSpPr>
          <p:nvPr/>
        </p:nvSpPr>
        <p:spPr>
          <a:xfrm>
            <a:off x="4765120" y="455463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" name="a_full_bar_341">
            <a:extLst>
              <a:ext uri="{FF2B5EF4-FFF2-40B4-BE49-F238E27FC236}">
                <a16:creationId xmlns:a16="http://schemas.microsoft.com/office/drawing/2014/main" id="{7BA219EE-4DF2-4C08-9DEE-F97814CAA738}"/>
              </a:ext>
            </a:extLst>
          </p:cNvPr>
          <p:cNvSpPr>
            <a:spLocks noGrp="1"/>
          </p:cNvSpPr>
          <p:nvPr/>
        </p:nvSpPr>
        <p:spPr>
          <a:xfrm>
            <a:off x="480772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" name="a_full_bar_342">
            <a:extLst>
              <a:ext uri="{FF2B5EF4-FFF2-40B4-BE49-F238E27FC236}">
                <a16:creationId xmlns:a16="http://schemas.microsoft.com/office/drawing/2014/main" id="{B21B3F39-EB76-44CA-9298-F0F7C47D0F43}"/>
              </a:ext>
            </a:extLst>
          </p:cNvPr>
          <p:cNvSpPr>
            <a:spLocks noGrp="1"/>
          </p:cNvSpPr>
          <p:nvPr/>
        </p:nvSpPr>
        <p:spPr>
          <a:xfrm>
            <a:off x="4806352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" name="a_full_bar_343">
            <a:extLst>
              <a:ext uri="{FF2B5EF4-FFF2-40B4-BE49-F238E27FC236}">
                <a16:creationId xmlns:a16="http://schemas.microsoft.com/office/drawing/2014/main" id="{01608AB6-C1F0-4320-BF08-DDF8FB6F61B9}"/>
              </a:ext>
            </a:extLst>
          </p:cNvPr>
          <p:cNvSpPr>
            <a:spLocks noGrp="1"/>
          </p:cNvSpPr>
          <p:nvPr/>
        </p:nvSpPr>
        <p:spPr>
          <a:xfrm>
            <a:off x="4597735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" name="a_full_bar_344">
            <a:extLst>
              <a:ext uri="{FF2B5EF4-FFF2-40B4-BE49-F238E27FC236}">
                <a16:creationId xmlns:a16="http://schemas.microsoft.com/office/drawing/2014/main" id="{245A27D5-6886-4E58-844C-850FC847E610}"/>
              </a:ext>
            </a:extLst>
          </p:cNvPr>
          <p:cNvSpPr>
            <a:spLocks noGrp="1"/>
          </p:cNvSpPr>
          <p:nvPr/>
        </p:nvSpPr>
        <p:spPr>
          <a:xfrm>
            <a:off x="4840538" y="59755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" name="a_full_bar_345">
            <a:extLst>
              <a:ext uri="{FF2B5EF4-FFF2-40B4-BE49-F238E27FC236}">
                <a16:creationId xmlns:a16="http://schemas.microsoft.com/office/drawing/2014/main" id="{D8E78FEB-C021-47E8-A40C-68A851CCA686}"/>
              </a:ext>
            </a:extLst>
          </p:cNvPr>
          <p:cNvSpPr>
            <a:spLocks noGrp="1"/>
          </p:cNvSpPr>
          <p:nvPr/>
        </p:nvSpPr>
        <p:spPr>
          <a:xfrm>
            <a:off x="4644289" y="38905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" name="a_full_bar_346">
            <a:extLst>
              <a:ext uri="{FF2B5EF4-FFF2-40B4-BE49-F238E27FC236}">
                <a16:creationId xmlns:a16="http://schemas.microsoft.com/office/drawing/2014/main" id="{66895997-0430-4513-ABCC-2A172B7EA21A}"/>
              </a:ext>
            </a:extLst>
          </p:cNvPr>
          <p:cNvSpPr>
            <a:spLocks noGrp="1"/>
          </p:cNvSpPr>
          <p:nvPr/>
        </p:nvSpPr>
        <p:spPr>
          <a:xfrm>
            <a:off x="4518547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" name="a_full_bar_347">
            <a:extLst>
              <a:ext uri="{FF2B5EF4-FFF2-40B4-BE49-F238E27FC236}">
                <a16:creationId xmlns:a16="http://schemas.microsoft.com/office/drawing/2014/main" id="{2D7346AF-681D-4EEB-9915-BC49C9AFAC9D}"/>
              </a:ext>
            </a:extLst>
          </p:cNvPr>
          <p:cNvSpPr>
            <a:spLocks noGrp="1"/>
          </p:cNvSpPr>
          <p:nvPr/>
        </p:nvSpPr>
        <p:spPr>
          <a:xfrm>
            <a:off x="486135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" name="a_full_bar_348">
            <a:extLst>
              <a:ext uri="{FF2B5EF4-FFF2-40B4-BE49-F238E27FC236}">
                <a16:creationId xmlns:a16="http://schemas.microsoft.com/office/drawing/2014/main" id="{E899A96B-C7ED-413B-ADAA-C888F289C8C3}"/>
              </a:ext>
            </a:extLst>
          </p:cNvPr>
          <p:cNvSpPr>
            <a:spLocks noGrp="1"/>
          </p:cNvSpPr>
          <p:nvPr/>
        </p:nvSpPr>
        <p:spPr>
          <a:xfrm>
            <a:off x="4661379" y="50735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" name="a_full_bar_349">
            <a:extLst>
              <a:ext uri="{FF2B5EF4-FFF2-40B4-BE49-F238E27FC236}">
                <a16:creationId xmlns:a16="http://schemas.microsoft.com/office/drawing/2014/main" id="{1CA597D5-98E0-48ED-9CCF-B1291BFA44F8}"/>
              </a:ext>
            </a:extLst>
          </p:cNvPr>
          <p:cNvSpPr>
            <a:spLocks noGrp="1"/>
          </p:cNvSpPr>
          <p:nvPr/>
        </p:nvSpPr>
        <p:spPr>
          <a:xfrm>
            <a:off x="468757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" name="a_full_bar_350">
            <a:extLst>
              <a:ext uri="{FF2B5EF4-FFF2-40B4-BE49-F238E27FC236}">
                <a16:creationId xmlns:a16="http://schemas.microsoft.com/office/drawing/2014/main" id="{59464A5A-D178-461F-9CEC-D2EE50B0FF53}"/>
              </a:ext>
            </a:extLst>
          </p:cNvPr>
          <p:cNvSpPr>
            <a:spLocks noGrp="1"/>
          </p:cNvSpPr>
          <p:nvPr/>
        </p:nvSpPr>
        <p:spPr>
          <a:xfrm>
            <a:off x="4674949" y="487697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" name="a_full_bar_351">
            <a:extLst>
              <a:ext uri="{FF2B5EF4-FFF2-40B4-BE49-F238E27FC236}">
                <a16:creationId xmlns:a16="http://schemas.microsoft.com/office/drawing/2014/main" id="{E5DAD4F3-B4CC-49A6-8C1E-9ECAF3175D7B}"/>
              </a:ext>
            </a:extLst>
          </p:cNvPr>
          <p:cNvSpPr>
            <a:spLocks noGrp="1"/>
          </p:cNvSpPr>
          <p:nvPr/>
        </p:nvSpPr>
        <p:spPr>
          <a:xfrm>
            <a:off x="4547439" y="491237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" name="a_full_bar_352">
            <a:extLst>
              <a:ext uri="{FF2B5EF4-FFF2-40B4-BE49-F238E27FC236}">
                <a16:creationId xmlns:a16="http://schemas.microsoft.com/office/drawing/2014/main" id="{0149F8B1-CAD9-4229-AFAB-4F3A2D07BBD7}"/>
              </a:ext>
            </a:extLst>
          </p:cNvPr>
          <p:cNvSpPr>
            <a:spLocks noGrp="1"/>
          </p:cNvSpPr>
          <p:nvPr/>
        </p:nvSpPr>
        <p:spPr>
          <a:xfrm>
            <a:off x="4684081" y="39878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" name="a_full_bar_353">
            <a:extLst>
              <a:ext uri="{FF2B5EF4-FFF2-40B4-BE49-F238E27FC236}">
                <a16:creationId xmlns:a16="http://schemas.microsoft.com/office/drawing/2014/main" id="{91D8F292-A99E-4854-A61D-3FAA6D114037}"/>
              </a:ext>
            </a:extLst>
          </p:cNvPr>
          <p:cNvSpPr>
            <a:spLocks noGrp="1"/>
          </p:cNvSpPr>
          <p:nvPr/>
        </p:nvSpPr>
        <p:spPr>
          <a:xfrm>
            <a:off x="482667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" name="a_full_bar_354">
            <a:extLst>
              <a:ext uri="{FF2B5EF4-FFF2-40B4-BE49-F238E27FC236}">
                <a16:creationId xmlns:a16="http://schemas.microsoft.com/office/drawing/2014/main" id="{E48AB4D3-275A-467B-8836-AA81EF7F4F70}"/>
              </a:ext>
            </a:extLst>
          </p:cNvPr>
          <p:cNvSpPr>
            <a:spLocks noGrp="1"/>
          </p:cNvSpPr>
          <p:nvPr/>
        </p:nvSpPr>
        <p:spPr>
          <a:xfrm>
            <a:off x="4875486" y="24633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" name="a_full_bar_355">
            <a:extLst>
              <a:ext uri="{FF2B5EF4-FFF2-40B4-BE49-F238E27FC236}">
                <a16:creationId xmlns:a16="http://schemas.microsoft.com/office/drawing/2014/main" id="{43DC0C51-3444-4678-80DF-9383735472B6}"/>
              </a:ext>
            </a:extLst>
          </p:cNvPr>
          <p:cNvSpPr>
            <a:spLocks noGrp="1"/>
          </p:cNvSpPr>
          <p:nvPr/>
        </p:nvSpPr>
        <p:spPr>
          <a:xfrm>
            <a:off x="451020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" name="a_full_bar_356">
            <a:extLst>
              <a:ext uri="{FF2B5EF4-FFF2-40B4-BE49-F238E27FC236}">
                <a16:creationId xmlns:a16="http://schemas.microsoft.com/office/drawing/2014/main" id="{9D64DA41-9D4C-4982-9B4A-57BAA94020C8}"/>
              </a:ext>
            </a:extLst>
          </p:cNvPr>
          <p:cNvSpPr>
            <a:spLocks noGrp="1"/>
          </p:cNvSpPr>
          <p:nvPr/>
        </p:nvSpPr>
        <p:spPr>
          <a:xfrm>
            <a:off x="4531943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" name="a_full_bar_357">
            <a:extLst>
              <a:ext uri="{FF2B5EF4-FFF2-40B4-BE49-F238E27FC236}">
                <a16:creationId xmlns:a16="http://schemas.microsoft.com/office/drawing/2014/main" id="{20C07446-4BE3-4BB0-948C-BA5368137401}"/>
              </a:ext>
            </a:extLst>
          </p:cNvPr>
          <p:cNvSpPr>
            <a:spLocks noGrp="1"/>
          </p:cNvSpPr>
          <p:nvPr/>
        </p:nvSpPr>
        <p:spPr>
          <a:xfrm>
            <a:off x="453140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" name="a_full_bar_358">
            <a:extLst>
              <a:ext uri="{FF2B5EF4-FFF2-40B4-BE49-F238E27FC236}">
                <a16:creationId xmlns:a16="http://schemas.microsoft.com/office/drawing/2014/main" id="{174C2CED-71F9-4BB4-A6B6-EDB2B957DACE}"/>
              </a:ext>
            </a:extLst>
          </p:cNvPr>
          <p:cNvSpPr>
            <a:spLocks noGrp="1"/>
          </p:cNvSpPr>
          <p:nvPr/>
        </p:nvSpPr>
        <p:spPr>
          <a:xfrm>
            <a:off x="4521015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" name="a_full_bar_359">
            <a:extLst>
              <a:ext uri="{FF2B5EF4-FFF2-40B4-BE49-F238E27FC236}">
                <a16:creationId xmlns:a16="http://schemas.microsoft.com/office/drawing/2014/main" id="{E3E80721-FF53-474B-B270-344D4CF13AE2}"/>
              </a:ext>
            </a:extLst>
          </p:cNvPr>
          <p:cNvSpPr>
            <a:spLocks noGrp="1"/>
          </p:cNvSpPr>
          <p:nvPr/>
        </p:nvSpPr>
        <p:spPr>
          <a:xfrm>
            <a:off x="4899193" y="331633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" name="a_full_bar_360">
            <a:extLst>
              <a:ext uri="{FF2B5EF4-FFF2-40B4-BE49-F238E27FC236}">
                <a16:creationId xmlns:a16="http://schemas.microsoft.com/office/drawing/2014/main" id="{6FAAEC65-BF7D-4DE5-B4B0-C4270A608736}"/>
              </a:ext>
            </a:extLst>
          </p:cNvPr>
          <p:cNvSpPr>
            <a:spLocks noGrp="1"/>
          </p:cNvSpPr>
          <p:nvPr/>
        </p:nvSpPr>
        <p:spPr>
          <a:xfrm>
            <a:off x="4700493" y="53288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" name="a_full_bar_361">
            <a:extLst>
              <a:ext uri="{FF2B5EF4-FFF2-40B4-BE49-F238E27FC236}">
                <a16:creationId xmlns:a16="http://schemas.microsoft.com/office/drawing/2014/main" id="{E1FAA4D4-A064-44CF-9A88-093A233FEDBD}"/>
              </a:ext>
            </a:extLst>
          </p:cNvPr>
          <p:cNvSpPr>
            <a:spLocks noGrp="1"/>
          </p:cNvSpPr>
          <p:nvPr/>
        </p:nvSpPr>
        <p:spPr>
          <a:xfrm>
            <a:off x="4672101" y="374459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" name="a_full_bar_362">
            <a:extLst>
              <a:ext uri="{FF2B5EF4-FFF2-40B4-BE49-F238E27FC236}">
                <a16:creationId xmlns:a16="http://schemas.microsoft.com/office/drawing/2014/main" id="{E98662B3-FF39-451A-A446-1565D0CE1048}"/>
              </a:ext>
            </a:extLst>
          </p:cNvPr>
          <p:cNvSpPr>
            <a:spLocks noGrp="1"/>
          </p:cNvSpPr>
          <p:nvPr/>
        </p:nvSpPr>
        <p:spPr>
          <a:xfrm>
            <a:off x="472736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" name="a_full_bar_363">
            <a:extLst>
              <a:ext uri="{FF2B5EF4-FFF2-40B4-BE49-F238E27FC236}">
                <a16:creationId xmlns:a16="http://schemas.microsoft.com/office/drawing/2014/main" id="{331185AB-D119-4F85-9ABD-E2A050E6F816}"/>
              </a:ext>
            </a:extLst>
          </p:cNvPr>
          <p:cNvSpPr>
            <a:spLocks noGrp="1"/>
          </p:cNvSpPr>
          <p:nvPr/>
        </p:nvSpPr>
        <p:spPr>
          <a:xfrm>
            <a:off x="4826681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" name="a_full_bar_364">
            <a:extLst>
              <a:ext uri="{FF2B5EF4-FFF2-40B4-BE49-F238E27FC236}">
                <a16:creationId xmlns:a16="http://schemas.microsoft.com/office/drawing/2014/main" id="{9CE7CBF1-0061-4738-8D6A-9D34C23D3310}"/>
              </a:ext>
            </a:extLst>
          </p:cNvPr>
          <p:cNvSpPr>
            <a:spLocks noGrp="1"/>
          </p:cNvSpPr>
          <p:nvPr/>
        </p:nvSpPr>
        <p:spPr>
          <a:xfrm>
            <a:off x="464161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" name="a_full_bar_365">
            <a:extLst>
              <a:ext uri="{FF2B5EF4-FFF2-40B4-BE49-F238E27FC236}">
                <a16:creationId xmlns:a16="http://schemas.microsoft.com/office/drawing/2014/main" id="{D58BEBFF-101E-41F8-8CCA-B4BCD3506E6F}"/>
              </a:ext>
            </a:extLst>
          </p:cNvPr>
          <p:cNvSpPr>
            <a:spLocks noGrp="1"/>
          </p:cNvSpPr>
          <p:nvPr/>
        </p:nvSpPr>
        <p:spPr>
          <a:xfrm>
            <a:off x="4838049" y="51528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" name="a_full_bar_366">
            <a:extLst>
              <a:ext uri="{FF2B5EF4-FFF2-40B4-BE49-F238E27FC236}">
                <a16:creationId xmlns:a16="http://schemas.microsoft.com/office/drawing/2014/main" id="{B18696C5-D958-4EC2-A271-2E52BD827B87}"/>
              </a:ext>
            </a:extLst>
          </p:cNvPr>
          <p:cNvSpPr>
            <a:spLocks noGrp="1"/>
          </p:cNvSpPr>
          <p:nvPr/>
        </p:nvSpPr>
        <p:spPr>
          <a:xfrm>
            <a:off x="4861610" y="38905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" name="a_full_bar_367">
            <a:extLst>
              <a:ext uri="{FF2B5EF4-FFF2-40B4-BE49-F238E27FC236}">
                <a16:creationId xmlns:a16="http://schemas.microsoft.com/office/drawing/2014/main" id="{36163FE6-B186-469C-838F-470E4258A1EA}"/>
              </a:ext>
            </a:extLst>
          </p:cNvPr>
          <p:cNvSpPr>
            <a:spLocks noGrp="1"/>
          </p:cNvSpPr>
          <p:nvPr/>
        </p:nvSpPr>
        <p:spPr>
          <a:xfrm>
            <a:off x="468205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" name="a_full_bar_368">
            <a:extLst>
              <a:ext uri="{FF2B5EF4-FFF2-40B4-BE49-F238E27FC236}">
                <a16:creationId xmlns:a16="http://schemas.microsoft.com/office/drawing/2014/main" id="{194F3DFE-5176-429B-A42C-42F0CC69669A}"/>
              </a:ext>
            </a:extLst>
          </p:cNvPr>
          <p:cNvSpPr>
            <a:spLocks noGrp="1"/>
          </p:cNvSpPr>
          <p:nvPr/>
        </p:nvSpPr>
        <p:spPr>
          <a:xfrm>
            <a:off x="4768222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" name="a_full_bar_369">
            <a:extLst>
              <a:ext uri="{FF2B5EF4-FFF2-40B4-BE49-F238E27FC236}">
                <a16:creationId xmlns:a16="http://schemas.microsoft.com/office/drawing/2014/main" id="{46C09AC5-F4EC-44E8-AABE-F7D89D602A7D}"/>
              </a:ext>
            </a:extLst>
          </p:cNvPr>
          <p:cNvSpPr>
            <a:spLocks noGrp="1"/>
          </p:cNvSpPr>
          <p:nvPr/>
        </p:nvSpPr>
        <p:spPr>
          <a:xfrm>
            <a:off x="468656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" name="a_full_bar_370">
            <a:extLst>
              <a:ext uri="{FF2B5EF4-FFF2-40B4-BE49-F238E27FC236}">
                <a16:creationId xmlns:a16="http://schemas.microsoft.com/office/drawing/2014/main" id="{8EDC65A5-2A16-448C-ACF3-465938255D4B}"/>
              </a:ext>
            </a:extLst>
          </p:cNvPr>
          <p:cNvSpPr>
            <a:spLocks noGrp="1"/>
          </p:cNvSpPr>
          <p:nvPr/>
        </p:nvSpPr>
        <p:spPr>
          <a:xfrm>
            <a:off x="463388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" name="a_full_bar_371">
            <a:extLst>
              <a:ext uri="{FF2B5EF4-FFF2-40B4-BE49-F238E27FC236}">
                <a16:creationId xmlns:a16="http://schemas.microsoft.com/office/drawing/2014/main" id="{6162E90A-2C3E-471A-98AD-452E799AA0D9}"/>
              </a:ext>
            </a:extLst>
          </p:cNvPr>
          <p:cNvSpPr>
            <a:spLocks noGrp="1"/>
          </p:cNvSpPr>
          <p:nvPr/>
        </p:nvSpPr>
        <p:spPr>
          <a:xfrm>
            <a:off x="4650273" y="451309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" name="a_full_bar_372">
            <a:extLst>
              <a:ext uri="{FF2B5EF4-FFF2-40B4-BE49-F238E27FC236}">
                <a16:creationId xmlns:a16="http://schemas.microsoft.com/office/drawing/2014/main" id="{E83F58E2-819D-44CA-9AF3-C87179958273}"/>
              </a:ext>
            </a:extLst>
          </p:cNvPr>
          <p:cNvSpPr>
            <a:spLocks noGrp="1"/>
          </p:cNvSpPr>
          <p:nvPr/>
        </p:nvSpPr>
        <p:spPr>
          <a:xfrm>
            <a:off x="4715401" y="394841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" name="a_full_bar_373">
            <a:extLst>
              <a:ext uri="{FF2B5EF4-FFF2-40B4-BE49-F238E27FC236}">
                <a16:creationId xmlns:a16="http://schemas.microsoft.com/office/drawing/2014/main" id="{73B3F3C5-5206-494B-899A-173DD73D7EAF}"/>
              </a:ext>
            </a:extLst>
          </p:cNvPr>
          <p:cNvSpPr>
            <a:spLocks noGrp="1"/>
          </p:cNvSpPr>
          <p:nvPr/>
        </p:nvSpPr>
        <p:spPr>
          <a:xfrm>
            <a:off x="470581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" name="a_full_bar_374">
            <a:extLst>
              <a:ext uri="{FF2B5EF4-FFF2-40B4-BE49-F238E27FC236}">
                <a16:creationId xmlns:a16="http://schemas.microsoft.com/office/drawing/2014/main" id="{7D890743-5EF0-434F-9478-A9CA1EED5015}"/>
              </a:ext>
            </a:extLst>
          </p:cNvPr>
          <p:cNvSpPr>
            <a:spLocks noGrp="1"/>
          </p:cNvSpPr>
          <p:nvPr/>
        </p:nvSpPr>
        <p:spPr>
          <a:xfrm>
            <a:off x="4589420" y="348974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" name="a_full_bar_375">
            <a:extLst>
              <a:ext uri="{FF2B5EF4-FFF2-40B4-BE49-F238E27FC236}">
                <a16:creationId xmlns:a16="http://schemas.microsoft.com/office/drawing/2014/main" id="{180A132F-55FD-4B0C-9863-4695A1A7B2D8}"/>
              </a:ext>
            </a:extLst>
          </p:cNvPr>
          <p:cNvSpPr>
            <a:spLocks noGrp="1"/>
          </p:cNvSpPr>
          <p:nvPr/>
        </p:nvSpPr>
        <p:spPr>
          <a:xfrm>
            <a:off x="4614222" y="383046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" name="a_full_bar_376">
            <a:extLst>
              <a:ext uri="{FF2B5EF4-FFF2-40B4-BE49-F238E27FC236}">
                <a16:creationId xmlns:a16="http://schemas.microsoft.com/office/drawing/2014/main" id="{D9A5C081-6724-48D0-9D58-0B36F089A321}"/>
              </a:ext>
            </a:extLst>
          </p:cNvPr>
          <p:cNvSpPr>
            <a:spLocks noGrp="1"/>
          </p:cNvSpPr>
          <p:nvPr/>
        </p:nvSpPr>
        <p:spPr>
          <a:xfrm>
            <a:off x="454106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" name="a_full_bar_377">
            <a:extLst>
              <a:ext uri="{FF2B5EF4-FFF2-40B4-BE49-F238E27FC236}">
                <a16:creationId xmlns:a16="http://schemas.microsoft.com/office/drawing/2014/main" id="{0C89781C-5CDB-462D-BDB5-DBC971CE44D8}"/>
              </a:ext>
            </a:extLst>
          </p:cNvPr>
          <p:cNvSpPr>
            <a:spLocks noGrp="1"/>
          </p:cNvSpPr>
          <p:nvPr/>
        </p:nvSpPr>
        <p:spPr>
          <a:xfrm>
            <a:off x="4781979" y="522571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" name="a_full_bar_378">
            <a:extLst>
              <a:ext uri="{FF2B5EF4-FFF2-40B4-BE49-F238E27FC236}">
                <a16:creationId xmlns:a16="http://schemas.microsoft.com/office/drawing/2014/main" id="{C0CCB661-E23A-4358-919D-FC8C73DB2EA6}"/>
              </a:ext>
            </a:extLst>
          </p:cNvPr>
          <p:cNvSpPr>
            <a:spLocks noGrp="1"/>
          </p:cNvSpPr>
          <p:nvPr/>
        </p:nvSpPr>
        <p:spPr>
          <a:xfrm>
            <a:off x="4815567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" name="a_full_bar_379">
            <a:extLst>
              <a:ext uri="{FF2B5EF4-FFF2-40B4-BE49-F238E27FC236}">
                <a16:creationId xmlns:a16="http://schemas.microsoft.com/office/drawing/2014/main" id="{6628A904-7F91-4317-A1FA-30D26D691A87}"/>
              </a:ext>
            </a:extLst>
          </p:cNvPr>
          <p:cNvSpPr>
            <a:spLocks noGrp="1"/>
          </p:cNvSpPr>
          <p:nvPr/>
        </p:nvSpPr>
        <p:spPr>
          <a:xfrm>
            <a:off x="487829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" name="a_full_bar_380">
            <a:extLst>
              <a:ext uri="{FF2B5EF4-FFF2-40B4-BE49-F238E27FC236}">
                <a16:creationId xmlns:a16="http://schemas.microsoft.com/office/drawing/2014/main" id="{ACC3E4DF-21A7-4EBE-9468-8C4077B3016D}"/>
              </a:ext>
            </a:extLst>
          </p:cNvPr>
          <p:cNvSpPr>
            <a:spLocks noGrp="1"/>
          </p:cNvSpPr>
          <p:nvPr/>
        </p:nvSpPr>
        <p:spPr>
          <a:xfrm>
            <a:off x="482260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" name="a_full_bar_381">
            <a:extLst>
              <a:ext uri="{FF2B5EF4-FFF2-40B4-BE49-F238E27FC236}">
                <a16:creationId xmlns:a16="http://schemas.microsoft.com/office/drawing/2014/main" id="{EB63DFF3-1FE6-4AF2-B693-A86DF5DE62CA}"/>
              </a:ext>
            </a:extLst>
          </p:cNvPr>
          <p:cNvSpPr>
            <a:spLocks noGrp="1"/>
          </p:cNvSpPr>
          <p:nvPr/>
        </p:nvSpPr>
        <p:spPr>
          <a:xfrm>
            <a:off x="461239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" name="a_full_bar_382">
            <a:extLst>
              <a:ext uri="{FF2B5EF4-FFF2-40B4-BE49-F238E27FC236}">
                <a16:creationId xmlns:a16="http://schemas.microsoft.com/office/drawing/2014/main" id="{9818DF95-DF7D-4768-98DD-F99EBD38938F}"/>
              </a:ext>
            </a:extLst>
          </p:cNvPr>
          <p:cNvSpPr>
            <a:spLocks noGrp="1"/>
          </p:cNvSpPr>
          <p:nvPr/>
        </p:nvSpPr>
        <p:spPr>
          <a:xfrm>
            <a:off x="4581360" y="50901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" name="a_full_bar_383">
            <a:extLst>
              <a:ext uri="{FF2B5EF4-FFF2-40B4-BE49-F238E27FC236}">
                <a16:creationId xmlns:a16="http://schemas.microsoft.com/office/drawing/2014/main" id="{44337348-1C97-49EB-94A7-D8AA5DEF52AD}"/>
              </a:ext>
            </a:extLst>
          </p:cNvPr>
          <p:cNvSpPr>
            <a:spLocks noGrp="1"/>
          </p:cNvSpPr>
          <p:nvPr/>
        </p:nvSpPr>
        <p:spPr>
          <a:xfrm>
            <a:off x="472903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" name="a_full_bar_384">
            <a:extLst>
              <a:ext uri="{FF2B5EF4-FFF2-40B4-BE49-F238E27FC236}">
                <a16:creationId xmlns:a16="http://schemas.microsoft.com/office/drawing/2014/main" id="{274191BD-3519-42B0-A3FC-B9800B2B7B12}"/>
              </a:ext>
            </a:extLst>
          </p:cNvPr>
          <p:cNvSpPr>
            <a:spLocks noGrp="1"/>
          </p:cNvSpPr>
          <p:nvPr/>
        </p:nvSpPr>
        <p:spPr>
          <a:xfrm>
            <a:off x="4886679" y="556496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" name="a_full_bar_385">
            <a:extLst>
              <a:ext uri="{FF2B5EF4-FFF2-40B4-BE49-F238E27FC236}">
                <a16:creationId xmlns:a16="http://schemas.microsoft.com/office/drawing/2014/main" id="{4F58A8BA-65E2-4B18-A237-382FEF72166E}"/>
              </a:ext>
            </a:extLst>
          </p:cNvPr>
          <p:cNvSpPr>
            <a:spLocks noGrp="1"/>
          </p:cNvSpPr>
          <p:nvPr/>
        </p:nvSpPr>
        <p:spPr>
          <a:xfrm>
            <a:off x="709855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" name="a_full_bar_386">
            <a:extLst>
              <a:ext uri="{FF2B5EF4-FFF2-40B4-BE49-F238E27FC236}">
                <a16:creationId xmlns:a16="http://schemas.microsoft.com/office/drawing/2014/main" id="{3FA60963-1E67-421D-BEA3-8387F5AD2684}"/>
              </a:ext>
            </a:extLst>
          </p:cNvPr>
          <p:cNvSpPr>
            <a:spLocks noGrp="1"/>
          </p:cNvSpPr>
          <p:nvPr/>
        </p:nvSpPr>
        <p:spPr>
          <a:xfrm>
            <a:off x="700458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" name="a_full_bar_387">
            <a:extLst>
              <a:ext uri="{FF2B5EF4-FFF2-40B4-BE49-F238E27FC236}">
                <a16:creationId xmlns:a16="http://schemas.microsoft.com/office/drawing/2014/main" id="{257CACEF-6F09-4CF0-AAC6-9E95B5ABE594}"/>
              </a:ext>
            </a:extLst>
          </p:cNvPr>
          <p:cNvSpPr>
            <a:spLocks noGrp="1"/>
          </p:cNvSpPr>
          <p:nvPr/>
        </p:nvSpPr>
        <p:spPr>
          <a:xfrm>
            <a:off x="706825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" name="a_full_bar_388">
            <a:extLst>
              <a:ext uri="{FF2B5EF4-FFF2-40B4-BE49-F238E27FC236}">
                <a16:creationId xmlns:a16="http://schemas.microsoft.com/office/drawing/2014/main" id="{FC27297B-3241-4F3A-860C-7F4E423C4A4F}"/>
              </a:ext>
            </a:extLst>
          </p:cNvPr>
          <p:cNvSpPr>
            <a:spLocks noGrp="1"/>
          </p:cNvSpPr>
          <p:nvPr/>
        </p:nvSpPr>
        <p:spPr>
          <a:xfrm>
            <a:off x="7213516" y="559358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" name="a_full_bar_389">
            <a:extLst>
              <a:ext uri="{FF2B5EF4-FFF2-40B4-BE49-F238E27FC236}">
                <a16:creationId xmlns:a16="http://schemas.microsoft.com/office/drawing/2014/main" id="{B4E5AAAE-C601-4949-B82B-49FC3F5E45A7}"/>
              </a:ext>
            </a:extLst>
          </p:cNvPr>
          <p:cNvSpPr>
            <a:spLocks noGrp="1"/>
          </p:cNvSpPr>
          <p:nvPr/>
        </p:nvSpPr>
        <p:spPr>
          <a:xfrm>
            <a:off x="7198265" y="39222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" name="a_full_bar_390">
            <a:extLst>
              <a:ext uri="{FF2B5EF4-FFF2-40B4-BE49-F238E27FC236}">
                <a16:creationId xmlns:a16="http://schemas.microsoft.com/office/drawing/2014/main" id="{569C3D09-9C56-4471-A0E9-23155DFE28ED}"/>
              </a:ext>
            </a:extLst>
          </p:cNvPr>
          <p:cNvSpPr>
            <a:spLocks noGrp="1"/>
          </p:cNvSpPr>
          <p:nvPr/>
        </p:nvSpPr>
        <p:spPr>
          <a:xfrm>
            <a:off x="702802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" name="a_full_bar_391">
            <a:extLst>
              <a:ext uri="{FF2B5EF4-FFF2-40B4-BE49-F238E27FC236}">
                <a16:creationId xmlns:a16="http://schemas.microsoft.com/office/drawing/2014/main" id="{6CEA64D0-1BB3-4EA6-A671-6855A56E40E2}"/>
              </a:ext>
            </a:extLst>
          </p:cNvPr>
          <p:cNvSpPr>
            <a:spLocks noGrp="1"/>
          </p:cNvSpPr>
          <p:nvPr/>
        </p:nvSpPr>
        <p:spPr>
          <a:xfrm>
            <a:off x="701743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" name="a_full_bar_392">
            <a:extLst>
              <a:ext uri="{FF2B5EF4-FFF2-40B4-BE49-F238E27FC236}">
                <a16:creationId xmlns:a16="http://schemas.microsoft.com/office/drawing/2014/main" id="{3B70087E-437B-4F65-8B0D-2D93D5F3486A}"/>
              </a:ext>
            </a:extLst>
          </p:cNvPr>
          <p:cNvSpPr>
            <a:spLocks noGrp="1"/>
          </p:cNvSpPr>
          <p:nvPr/>
        </p:nvSpPr>
        <p:spPr>
          <a:xfrm>
            <a:off x="715836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" name="a_full_bar_393">
            <a:extLst>
              <a:ext uri="{FF2B5EF4-FFF2-40B4-BE49-F238E27FC236}">
                <a16:creationId xmlns:a16="http://schemas.microsoft.com/office/drawing/2014/main" id="{96F099EC-3D2A-40C6-AF60-C3151510F673}"/>
              </a:ext>
            </a:extLst>
          </p:cNvPr>
          <p:cNvSpPr>
            <a:spLocks noGrp="1"/>
          </p:cNvSpPr>
          <p:nvPr/>
        </p:nvSpPr>
        <p:spPr>
          <a:xfrm>
            <a:off x="7059447" y="59462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" name="a_full_bar_394">
            <a:extLst>
              <a:ext uri="{FF2B5EF4-FFF2-40B4-BE49-F238E27FC236}">
                <a16:creationId xmlns:a16="http://schemas.microsoft.com/office/drawing/2014/main" id="{853007CF-0C7E-476C-BD08-0F78F2279497}"/>
              </a:ext>
            </a:extLst>
          </p:cNvPr>
          <p:cNvSpPr>
            <a:spLocks noGrp="1"/>
          </p:cNvSpPr>
          <p:nvPr/>
        </p:nvSpPr>
        <p:spPr>
          <a:xfrm>
            <a:off x="730798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" name="a_full_bar_395">
            <a:extLst>
              <a:ext uri="{FF2B5EF4-FFF2-40B4-BE49-F238E27FC236}">
                <a16:creationId xmlns:a16="http://schemas.microsoft.com/office/drawing/2014/main" id="{87A1A997-5E48-41A7-9A61-6443F98B3738}"/>
              </a:ext>
            </a:extLst>
          </p:cNvPr>
          <p:cNvSpPr>
            <a:spLocks noGrp="1"/>
          </p:cNvSpPr>
          <p:nvPr/>
        </p:nvSpPr>
        <p:spPr>
          <a:xfrm>
            <a:off x="7193661" y="400353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" name="a_full_bar_396">
            <a:extLst>
              <a:ext uri="{FF2B5EF4-FFF2-40B4-BE49-F238E27FC236}">
                <a16:creationId xmlns:a16="http://schemas.microsoft.com/office/drawing/2014/main" id="{0F87B187-01A1-49DD-BA14-227C34803493}"/>
              </a:ext>
            </a:extLst>
          </p:cNvPr>
          <p:cNvSpPr>
            <a:spLocks noGrp="1"/>
          </p:cNvSpPr>
          <p:nvPr/>
        </p:nvSpPr>
        <p:spPr>
          <a:xfrm>
            <a:off x="731539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" name="a_full_bar_397">
            <a:extLst>
              <a:ext uri="{FF2B5EF4-FFF2-40B4-BE49-F238E27FC236}">
                <a16:creationId xmlns:a16="http://schemas.microsoft.com/office/drawing/2014/main" id="{F38BF57A-49FF-484E-9BAC-EA64FCA3F153}"/>
              </a:ext>
            </a:extLst>
          </p:cNvPr>
          <p:cNvSpPr>
            <a:spLocks noGrp="1"/>
          </p:cNvSpPr>
          <p:nvPr/>
        </p:nvSpPr>
        <p:spPr>
          <a:xfrm>
            <a:off x="7075040" y="36741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" name="a_full_bar_398">
            <a:extLst>
              <a:ext uri="{FF2B5EF4-FFF2-40B4-BE49-F238E27FC236}">
                <a16:creationId xmlns:a16="http://schemas.microsoft.com/office/drawing/2014/main" id="{98362247-6927-4E87-BEB2-1E8DB9581A27}"/>
              </a:ext>
            </a:extLst>
          </p:cNvPr>
          <p:cNvSpPr>
            <a:spLocks noGrp="1"/>
          </p:cNvSpPr>
          <p:nvPr/>
        </p:nvSpPr>
        <p:spPr>
          <a:xfrm>
            <a:off x="7060120" y="33539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" name="a_full_bar_399">
            <a:extLst>
              <a:ext uri="{FF2B5EF4-FFF2-40B4-BE49-F238E27FC236}">
                <a16:creationId xmlns:a16="http://schemas.microsoft.com/office/drawing/2014/main" id="{B959ADAA-953B-45AA-9E58-C28F73F944E6}"/>
              </a:ext>
            </a:extLst>
          </p:cNvPr>
          <p:cNvSpPr>
            <a:spLocks noGrp="1"/>
          </p:cNvSpPr>
          <p:nvPr/>
        </p:nvSpPr>
        <p:spPr>
          <a:xfrm>
            <a:off x="7097666" y="569376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" name="a_full_bar_400">
            <a:extLst>
              <a:ext uri="{FF2B5EF4-FFF2-40B4-BE49-F238E27FC236}">
                <a16:creationId xmlns:a16="http://schemas.microsoft.com/office/drawing/2014/main" id="{5AB14889-BB26-49A1-8CDE-99344E77503B}"/>
              </a:ext>
            </a:extLst>
          </p:cNvPr>
          <p:cNvSpPr>
            <a:spLocks noGrp="1"/>
          </p:cNvSpPr>
          <p:nvPr/>
        </p:nvSpPr>
        <p:spPr>
          <a:xfrm>
            <a:off x="6997658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" name="a_full_bar_401">
            <a:extLst>
              <a:ext uri="{FF2B5EF4-FFF2-40B4-BE49-F238E27FC236}">
                <a16:creationId xmlns:a16="http://schemas.microsoft.com/office/drawing/2014/main" id="{00C3A797-A093-4C85-BC5B-5E809D6C85BC}"/>
              </a:ext>
            </a:extLst>
          </p:cNvPr>
          <p:cNvSpPr>
            <a:spLocks noGrp="1"/>
          </p:cNvSpPr>
          <p:nvPr/>
        </p:nvSpPr>
        <p:spPr>
          <a:xfrm>
            <a:off x="7261009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" name="a_full_bar_402">
            <a:extLst>
              <a:ext uri="{FF2B5EF4-FFF2-40B4-BE49-F238E27FC236}">
                <a16:creationId xmlns:a16="http://schemas.microsoft.com/office/drawing/2014/main" id="{96A82BBE-458E-45BF-8797-9A3A2B014899}"/>
              </a:ext>
            </a:extLst>
          </p:cNvPr>
          <p:cNvSpPr>
            <a:spLocks noGrp="1"/>
          </p:cNvSpPr>
          <p:nvPr/>
        </p:nvSpPr>
        <p:spPr>
          <a:xfrm>
            <a:off x="709901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" name="a_full_bar_403">
            <a:extLst>
              <a:ext uri="{FF2B5EF4-FFF2-40B4-BE49-F238E27FC236}">
                <a16:creationId xmlns:a16="http://schemas.microsoft.com/office/drawing/2014/main" id="{19FE2684-1ED9-4CD3-91F6-DBD470825E76}"/>
              </a:ext>
            </a:extLst>
          </p:cNvPr>
          <p:cNvSpPr>
            <a:spLocks noGrp="1"/>
          </p:cNvSpPr>
          <p:nvPr/>
        </p:nvSpPr>
        <p:spPr>
          <a:xfrm>
            <a:off x="709548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" name="a_full_bar_404">
            <a:extLst>
              <a:ext uri="{FF2B5EF4-FFF2-40B4-BE49-F238E27FC236}">
                <a16:creationId xmlns:a16="http://schemas.microsoft.com/office/drawing/2014/main" id="{D8F5600F-FF2A-4EE3-8869-C70BA8A7DFCB}"/>
              </a:ext>
            </a:extLst>
          </p:cNvPr>
          <p:cNvSpPr>
            <a:spLocks noGrp="1"/>
          </p:cNvSpPr>
          <p:nvPr/>
        </p:nvSpPr>
        <p:spPr>
          <a:xfrm>
            <a:off x="7052656" y="323744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" name="a_full_bar_405">
            <a:extLst>
              <a:ext uri="{FF2B5EF4-FFF2-40B4-BE49-F238E27FC236}">
                <a16:creationId xmlns:a16="http://schemas.microsoft.com/office/drawing/2014/main" id="{49410E54-79EB-4AB1-8771-427C9130C207}"/>
              </a:ext>
            </a:extLst>
          </p:cNvPr>
          <p:cNvSpPr>
            <a:spLocks noGrp="1"/>
          </p:cNvSpPr>
          <p:nvPr/>
        </p:nvSpPr>
        <p:spPr>
          <a:xfrm>
            <a:off x="6954738" y="5393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" name="a_full_bar_406">
            <a:extLst>
              <a:ext uri="{FF2B5EF4-FFF2-40B4-BE49-F238E27FC236}">
                <a16:creationId xmlns:a16="http://schemas.microsoft.com/office/drawing/2014/main" id="{CBBE6A24-F790-456C-A528-341E48DB24AE}"/>
              </a:ext>
            </a:extLst>
          </p:cNvPr>
          <p:cNvSpPr>
            <a:spLocks noGrp="1"/>
          </p:cNvSpPr>
          <p:nvPr/>
        </p:nvSpPr>
        <p:spPr>
          <a:xfrm>
            <a:off x="716024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" name="a_full_bar_407">
            <a:extLst>
              <a:ext uri="{FF2B5EF4-FFF2-40B4-BE49-F238E27FC236}">
                <a16:creationId xmlns:a16="http://schemas.microsoft.com/office/drawing/2014/main" id="{819070EA-65DA-4361-AEFF-811D9A1FA0CD}"/>
              </a:ext>
            </a:extLst>
          </p:cNvPr>
          <p:cNvSpPr>
            <a:spLocks noGrp="1"/>
          </p:cNvSpPr>
          <p:nvPr/>
        </p:nvSpPr>
        <p:spPr>
          <a:xfrm>
            <a:off x="7173232" y="455173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" name="a_full_bar_408">
            <a:extLst>
              <a:ext uri="{FF2B5EF4-FFF2-40B4-BE49-F238E27FC236}">
                <a16:creationId xmlns:a16="http://schemas.microsoft.com/office/drawing/2014/main" id="{68107088-9BC9-436D-A4A3-BBE73C2E19F8}"/>
              </a:ext>
            </a:extLst>
          </p:cNvPr>
          <p:cNvSpPr>
            <a:spLocks noGrp="1"/>
          </p:cNvSpPr>
          <p:nvPr/>
        </p:nvSpPr>
        <p:spPr>
          <a:xfrm>
            <a:off x="7280920" y="37403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" name="a_full_bar_409">
            <a:extLst>
              <a:ext uri="{FF2B5EF4-FFF2-40B4-BE49-F238E27FC236}">
                <a16:creationId xmlns:a16="http://schemas.microsoft.com/office/drawing/2014/main" id="{B6EE889E-51A8-4A76-91F9-9B2082270515}"/>
              </a:ext>
            </a:extLst>
          </p:cNvPr>
          <p:cNvSpPr>
            <a:spLocks noGrp="1"/>
          </p:cNvSpPr>
          <p:nvPr/>
        </p:nvSpPr>
        <p:spPr>
          <a:xfrm>
            <a:off x="7081032" y="455173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" name="a_full_bar_410">
            <a:extLst>
              <a:ext uri="{FF2B5EF4-FFF2-40B4-BE49-F238E27FC236}">
                <a16:creationId xmlns:a16="http://schemas.microsoft.com/office/drawing/2014/main" id="{5B4C97BB-851F-4DCF-B556-CE42C94A1025}"/>
              </a:ext>
            </a:extLst>
          </p:cNvPr>
          <p:cNvSpPr>
            <a:spLocks noGrp="1"/>
          </p:cNvSpPr>
          <p:nvPr/>
        </p:nvSpPr>
        <p:spPr>
          <a:xfrm>
            <a:off x="716869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2" name="a_full_bar_411">
            <a:extLst>
              <a:ext uri="{FF2B5EF4-FFF2-40B4-BE49-F238E27FC236}">
                <a16:creationId xmlns:a16="http://schemas.microsoft.com/office/drawing/2014/main" id="{48CAEE62-BC65-4D5E-8F1B-997CB127BBF7}"/>
              </a:ext>
            </a:extLst>
          </p:cNvPr>
          <p:cNvSpPr>
            <a:spLocks noGrp="1"/>
          </p:cNvSpPr>
          <p:nvPr/>
        </p:nvSpPr>
        <p:spPr>
          <a:xfrm>
            <a:off x="7170380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3" name="a_full_bar_412">
            <a:extLst>
              <a:ext uri="{FF2B5EF4-FFF2-40B4-BE49-F238E27FC236}">
                <a16:creationId xmlns:a16="http://schemas.microsoft.com/office/drawing/2014/main" id="{B361D5ED-9005-49F1-ABF2-FAC5754DCFC1}"/>
              </a:ext>
            </a:extLst>
          </p:cNvPr>
          <p:cNvSpPr>
            <a:spLocks noGrp="1"/>
          </p:cNvSpPr>
          <p:nvPr/>
        </p:nvSpPr>
        <p:spPr>
          <a:xfrm>
            <a:off x="7299080" y="51800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4" name="a_full_bar_413">
            <a:extLst>
              <a:ext uri="{FF2B5EF4-FFF2-40B4-BE49-F238E27FC236}">
                <a16:creationId xmlns:a16="http://schemas.microsoft.com/office/drawing/2014/main" id="{EE6F3C35-DA9E-4E81-8922-ECF8FDDC7E26}"/>
              </a:ext>
            </a:extLst>
          </p:cNvPr>
          <p:cNvSpPr>
            <a:spLocks noGrp="1"/>
          </p:cNvSpPr>
          <p:nvPr/>
        </p:nvSpPr>
        <p:spPr>
          <a:xfrm>
            <a:off x="7311608" y="58060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5" name="a_full_bar_414">
            <a:extLst>
              <a:ext uri="{FF2B5EF4-FFF2-40B4-BE49-F238E27FC236}">
                <a16:creationId xmlns:a16="http://schemas.microsoft.com/office/drawing/2014/main" id="{F2443665-BC44-4E9D-92E7-F0AA7F063A74}"/>
              </a:ext>
            </a:extLst>
          </p:cNvPr>
          <p:cNvSpPr>
            <a:spLocks noGrp="1"/>
          </p:cNvSpPr>
          <p:nvPr/>
        </p:nvSpPr>
        <p:spPr>
          <a:xfrm>
            <a:off x="713039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6" name="a_full_bar_415">
            <a:extLst>
              <a:ext uri="{FF2B5EF4-FFF2-40B4-BE49-F238E27FC236}">
                <a16:creationId xmlns:a16="http://schemas.microsoft.com/office/drawing/2014/main" id="{85CDD476-9148-4C05-9B5C-AC5421B2C551}"/>
              </a:ext>
            </a:extLst>
          </p:cNvPr>
          <p:cNvSpPr>
            <a:spLocks noGrp="1"/>
          </p:cNvSpPr>
          <p:nvPr/>
        </p:nvSpPr>
        <p:spPr>
          <a:xfrm>
            <a:off x="7323615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7" name="a_full_bar_416">
            <a:extLst>
              <a:ext uri="{FF2B5EF4-FFF2-40B4-BE49-F238E27FC236}">
                <a16:creationId xmlns:a16="http://schemas.microsoft.com/office/drawing/2014/main" id="{C5ECB5FB-327C-4256-B1B8-E3FA891E31A8}"/>
              </a:ext>
            </a:extLst>
          </p:cNvPr>
          <p:cNvSpPr>
            <a:spLocks noGrp="1"/>
          </p:cNvSpPr>
          <p:nvPr/>
        </p:nvSpPr>
        <p:spPr>
          <a:xfrm>
            <a:off x="7128330" y="509463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8" name="a_full_bar_417">
            <a:extLst>
              <a:ext uri="{FF2B5EF4-FFF2-40B4-BE49-F238E27FC236}">
                <a16:creationId xmlns:a16="http://schemas.microsoft.com/office/drawing/2014/main" id="{E85BB60A-055C-4F07-A598-19DD1F273202}"/>
              </a:ext>
            </a:extLst>
          </p:cNvPr>
          <p:cNvSpPr>
            <a:spLocks noGrp="1"/>
          </p:cNvSpPr>
          <p:nvPr/>
        </p:nvSpPr>
        <p:spPr>
          <a:xfrm>
            <a:off x="696486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9" name="a_full_bar_418">
            <a:extLst>
              <a:ext uri="{FF2B5EF4-FFF2-40B4-BE49-F238E27FC236}">
                <a16:creationId xmlns:a16="http://schemas.microsoft.com/office/drawing/2014/main" id="{EE4D0CC6-9928-41D7-9CEA-7EECAF9FD912}"/>
              </a:ext>
            </a:extLst>
          </p:cNvPr>
          <p:cNvSpPr>
            <a:spLocks noGrp="1"/>
          </p:cNvSpPr>
          <p:nvPr/>
        </p:nvSpPr>
        <p:spPr>
          <a:xfrm>
            <a:off x="7011440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0" name="a_full_bar_419">
            <a:extLst>
              <a:ext uri="{FF2B5EF4-FFF2-40B4-BE49-F238E27FC236}">
                <a16:creationId xmlns:a16="http://schemas.microsoft.com/office/drawing/2014/main" id="{CF6582F2-FFC9-491C-AEA9-09CD55F7BBE3}"/>
              </a:ext>
            </a:extLst>
          </p:cNvPr>
          <p:cNvSpPr>
            <a:spLocks noGrp="1"/>
          </p:cNvSpPr>
          <p:nvPr/>
        </p:nvSpPr>
        <p:spPr>
          <a:xfrm>
            <a:off x="724708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1" name="a_full_bar_420">
            <a:extLst>
              <a:ext uri="{FF2B5EF4-FFF2-40B4-BE49-F238E27FC236}">
                <a16:creationId xmlns:a16="http://schemas.microsoft.com/office/drawing/2014/main" id="{5E7DD975-B69C-4FF6-9193-5CF2164E523F}"/>
              </a:ext>
            </a:extLst>
          </p:cNvPr>
          <p:cNvSpPr>
            <a:spLocks noGrp="1"/>
          </p:cNvSpPr>
          <p:nvPr/>
        </p:nvSpPr>
        <p:spPr>
          <a:xfrm>
            <a:off x="713955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2" name="a_full_bar_421">
            <a:extLst>
              <a:ext uri="{FF2B5EF4-FFF2-40B4-BE49-F238E27FC236}">
                <a16:creationId xmlns:a16="http://schemas.microsoft.com/office/drawing/2014/main" id="{9DB71A8E-0499-403C-B37C-74D2B869F5D1}"/>
              </a:ext>
            </a:extLst>
          </p:cNvPr>
          <p:cNvSpPr>
            <a:spLocks noGrp="1"/>
          </p:cNvSpPr>
          <p:nvPr/>
        </p:nvSpPr>
        <p:spPr>
          <a:xfrm>
            <a:off x="705667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3" name="a_full_bar_422">
            <a:extLst>
              <a:ext uri="{FF2B5EF4-FFF2-40B4-BE49-F238E27FC236}">
                <a16:creationId xmlns:a16="http://schemas.microsoft.com/office/drawing/2014/main" id="{AE1A1E4A-736D-429A-9D9E-64028A8AB8DC}"/>
              </a:ext>
            </a:extLst>
          </p:cNvPr>
          <p:cNvSpPr>
            <a:spLocks noGrp="1"/>
          </p:cNvSpPr>
          <p:nvPr/>
        </p:nvSpPr>
        <p:spPr>
          <a:xfrm>
            <a:off x="733708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4" name="a_full_bar_423">
            <a:extLst>
              <a:ext uri="{FF2B5EF4-FFF2-40B4-BE49-F238E27FC236}">
                <a16:creationId xmlns:a16="http://schemas.microsoft.com/office/drawing/2014/main" id="{C75FFD42-909C-4F27-B277-2D9A17600A6E}"/>
              </a:ext>
            </a:extLst>
          </p:cNvPr>
          <p:cNvSpPr>
            <a:spLocks noGrp="1"/>
          </p:cNvSpPr>
          <p:nvPr/>
        </p:nvSpPr>
        <p:spPr>
          <a:xfrm>
            <a:off x="712570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5" name="a_full_bar_424">
            <a:extLst>
              <a:ext uri="{FF2B5EF4-FFF2-40B4-BE49-F238E27FC236}">
                <a16:creationId xmlns:a16="http://schemas.microsoft.com/office/drawing/2014/main" id="{46F91A03-B49F-4ECC-A9F2-F3122B9D6E83}"/>
              </a:ext>
            </a:extLst>
          </p:cNvPr>
          <p:cNvSpPr>
            <a:spLocks noGrp="1"/>
          </p:cNvSpPr>
          <p:nvPr/>
        </p:nvSpPr>
        <p:spPr>
          <a:xfrm>
            <a:off x="7156541" y="283870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6" name="a_full_bar_425">
            <a:extLst>
              <a:ext uri="{FF2B5EF4-FFF2-40B4-BE49-F238E27FC236}">
                <a16:creationId xmlns:a16="http://schemas.microsoft.com/office/drawing/2014/main" id="{944D9903-0E20-4B11-847B-FD7B9B85BB6A}"/>
              </a:ext>
            </a:extLst>
          </p:cNvPr>
          <p:cNvSpPr>
            <a:spLocks noGrp="1"/>
          </p:cNvSpPr>
          <p:nvPr/>
        </p:nvSpPr>
        <p:spPr>
          <a:xfrm>
            <a:off x="7103311" y="399074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7" name="a_full_bar_426">
            <a:extLst>
              <a:ext uri="{FF2B5EF4-FFF2-40B4-BE49-F238E27FC236}">
                <a16:creationId xmlns:a16="http://schemas.microsoft.com/office/drawing/2014/main" id="{5E39D75A-EC76-4A7E-B874-CD5E977C5D3B}"/>
              </a:ext>
            </a:extLst>
          </p:cNvPr>
          <p:cNvSpPr>
            <a:spLocks noGrp="1"/>
          </p:cNvSpPr>
          <p:nvPr/>
        </p:nvSpPr>
        <p:spPr>
          <a:xfrm>
            <a:off x="7283560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8" name="a_full_bar_427">
            <a:extLst>
              <a:ext uri="{FF2B5EF4-FFF2-40B4-BE49-F238E27FC236}">
                <a16:creationId xmlns:a16="http://schemas.microsoft.com/office/drawing/2014/main" id="{E03F1C01-92CB-4CEA-9F26-5CB3E4D43E33}"/>
              </a:ext>
            </a:extLst>
          </p:cNvPr>
          <p:cNvSpPr>
            <a:spLocks noGrp="1"/>
          </p:cNvSpPr>
          <p:nvPr/>
        </p:nvSpPr>
        <p:spPr>
          <a:xfrm>
            <a:off x="725166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9" name="a_full_bar_428">
            <a:extLst>
              <a:ext uri="{FF2B5EF4-FFF2-40B4-BE49-F238E27FC236}">
                <a16:creationId xmlns:a16="http://schemas.microsoft.com/office/drawing/2014/main" id="{B6BA49DC-316A-4660-8F3D-DF50A8305D96}"/>
              </a:ext>
            </a:extLst>
          </p:cNvPr>
          <p:cNvSpPr>
            <a:spLocks noGrp="1"/>
          </p:cNvSpPr>
          <p:nvPr/>
        </p:nvSpPr>
        <p:spPr>
          <a:xfrm>
            <a:off x="729004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0" name="a_full_bar_429">
            <a:extLst>
              <a:ext uri="{FF2B5EF4-FFF2-40B4-BE49-F238E27FC236}">
                <a16:creationId xmlns:a16="http://schemas.microsoft.com/office/drawing/2014/main" id="{40B95572-8002-4B2B-A8F1-C043A5C3273D}"/>
              </a:ext>
            </a:extLst>
          </p:cNvPr>
          <p:cNvSpPr>
            <a:spLocks noGrp="1"/>
          </p:cNvSpPr>
          <p:nvPr/>
        </p:nvSpPr>
        <p:spPr>
          <a:xfrm>
            <a:off x="728619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1" name="a_full_bar_430">
            <a:extLst>
              <a:ext uri="{FF2B5EF4-FFF2-40B4-BE49-F238E27FC236}">
                <a16:creationId xmlns:a16="http://schemas.microsoft.com/office/drawing/2014/main" id="{2038EB19-D890-48F0-BB6A-071C06CDF23A}"/>
              </a:ext>
            </a:extLst>
          </p:cNvPr>
          <p:cNvSpPr>
            <a:spLocks noGrp="1"/>
          </p:cNvSpPr>
          <p:nvPr/>
        </p:nvSpPr>
        <p:spPr>
          <a:xfrm>
            <a:off x="695817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2" name="a_full_bar_431">
            <a:extLst>
              <a:ext uri="{FF2B5EF4-FFF2-40B4-BE49-F238E27FC236}">
                <a16:creationId xmlns:a16="http://schemas.microsoft.com/office/drawing/2014/main" id="{DADD00BF-8B4A-414C-82D3-87813F77B31D}"/>
              </a:ext>
            </a:extLst>
          </p:cNvPr>
          <p:cNvSpPr>
            <a:spLocks noGrp="1"/>
          </p:cNvSpPr>
          <p:nvPr/>
        </p:nvSpPr>
        <p:spPr>
          <a:xfrm>
            <a:off x="7076562" y="365014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3" name="a_full_bar_432">
            <a:extLst>
              <a:ext uri="{FF2B5EF4-FFF2-40B4-BE49-F238E27FC236}">
                <a16:creationId xmlns:a16="http://schemas.microsoft.com/office/drawing/2014/main" id="{A21F3503-5F5D-401B-9051-88D4EB18F094}"/>
              </a:ext>
            </a:extLst>
          </p:cNvPr>
          <p:cNvSpPr>
            <a:spLocks noGrp="1"/>
          </p:cNvSpPr>
          <p:nvPr/>
        </p:nvSpPr>
        <p:spPr>
          <a:xfrm>
            <a:off x="70184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4" name="a_full_bar_433">
            <a:extLst>
              <a:ext uri="{FF2B5EF4-FFF2-40B4-BE49-F238E27FC236}">
                <a16:creationId xmlns:a16="http://schemas.microsoft.com/office/drawing/2014/main" id="{D1110BB5-4314-4E31-99CB-FF0FC6B5AAA1}"/>
              </a:ext>
            </a:extLst>
          </p:cNvPr>
          <p:cNvSpPr>
            <a:spLocks noGrp="1"/>
          </p:cNvSpPr>
          <p:nvPr/>
        </p:nvSpPr>
        <p:spPr>
          <a:xfrm>
            <a:off x="726262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5" name="a_full_bar_434">
            <a:extLst>
              <a:ext uri="{FF2B5EF4-FFF2-40B4-BE49-F238E27FC236}">
                <a16:creationId xmlns:a16="http://schemas.microsoft.com/office/drawing/2014/main" id="{052D5CA8-09ED-42CC-BB74-165D186DE564}"/>
              </a:ext>
            </a:extLst>
          </p:cNvPr>
          <p:cNvSpPr>
            <a:spLocks noGrp="1"/>
          </p:cNvSpPr>
          <p:nvPr/>
        </p:nvSpPr>
        <p:spPr>
          <a:xfrm>
            <a:off x="7124344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6" name="a_full_bar_435">
            <a:extLst>
              <a:ext uri="{FF2B5EF4-FFF2-40B4-BE49-F238E27FC236}">
                <a16:creationId xmlns:a16="http://schemas.microsoft.com/office/drawing/2014/main" id="{8FD12B56-9E7E-46FA-BB45-B83757DC73B7}"/>
              </a:ext>
            </a:extLst>
          </p:cNvPr>
          <p:cNvSpPr>
            <a:spLocks noGrp="1"/>
          </p:cNvSpPr>
          <p:nvPr/>
        </p:nvSpPr>
        <p:spPr>
          <a:xfrm>
            <a:off x="702446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7" name="a_full_bar_436">
            <a:extLst>
              <a:ext uri="{FF2B5EF4-FFF2-40B4-BE49-F238E27FC236}">
                <a16:creationId xmlns:a16="http://schemas.microsoft.com/office/drawing/2014/main" id="{74F32861-4074-4026-B506-B00522B63805}"/>
              </a:ext>
            </a:extLst>
          </p:cNvPr>
          <p:cNvSpPr>
            <a:spLocks noGrp="1"/>
          </p:cNvSpPr>
          <p:nvPr/>
        </p:nvSpPr>
        <p:spPr>
          <a:xfrm>
            <a:off x="699150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8" name="a_full_bar_437">
            <a:extLst>
              <a:ext uri="{FF2B5EF4-FFF2-40B4-BE49-F238E27FC236}">
                <a16:creationId xmlns:a16="http://schemas.microsoft.com/office/drawing/2014/main" id="{F7777DF1-F6E3-407A-AB42-B87993FE6471}"/>
              </a:ext>
            </a:extLst>
          </p:cNvPr>
          <p:cNvSpPr>
            <a:spLocks noGrp="1"/>
          </p:cNvSpPr>
          <p:nvPr/>
        </p:nvSpPr>
        <p:spPr>
          <a:xfrm>
            <a:off x="7165674" y="267048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9" name="a_full_bar_438">
            <a:extLst>
              <a:ext uri="{FF2B5EF4-FFF2-40B4-BE49-F238E27FC236}">
                <a16:creationId xmlns:a16="http://schemas.microsoft.com/office/drawing/2014/main" id="{E171F239-0BAD-473D-88A6-C612AC88EBA8}"/>
              </a:ext>
            </a:extLst>
          </p:cNvPr>
          <p:cNvSpPr>
            <a:spLocks noGrp="1"/>
          </p:cNvSpPr>
          <p:nvPr/>
        </p:nvSpPr>
        <p:spPr>
          <a:xfrm>
            <a:off x="7175047" y="51747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0" name="a_full_bar_439">
            <a:extLst>
              <a:ext uri="{FF2B5EF4-FFF2-40B4-BE49-F238E27FC236}">
                <a16:creationId xmlns:a16="http://schemas.microsoft.com/office/drawing/2014/main" id="{A9F98AD3-5567-4CA3-B9EC-DAA7748C7727}"/>
              </a:ext>
            </a:extLst>
          </p:cNvPr>
          <p:cNvSpPr>
            <a:spLocks noGrp="1"/>
          </p:cNvSpPr>
          <p:nvPr/>
        </p:nvSpPr>
        <p:spPr>
          <a:xfrm>
            <a:off x="7322170" y="36568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1" name="a_full_bar_440">
            <a:extLst>
              <a:ext uri="{FF2B5EF4-FFF2-40B4-BE49-F238E27FC236}">
                <a16:creationId xmlns:a16="http://schemas.microsoft.com/office/drawing/2014/main" id="{D2EFC1FD-B642-4E3D-8C61-DDBB9AE7209F}"/>
              </a:ext>
            </a:extLst>
          </p:cNvPr>
          <p:cNvSpPr>
            <a:spLocks noGrp="1"/>
          </p:cNvSpPr>
          <p:nvPr/>
        </p:nvSpPr>
        <p:spPr>
          <a:xfrm>
            <a:off x="7090501" y="575816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2" name="a_full_bar_441">
            <a:extLst>
              <a:ext uri="{FF2B5EF4-FFF2-40B4-BE49-F238E27FC236}">
                <a16:creationId xmlns:a16="http://schemas.microsoft.com/office/drawing/2014/main" id="{CE6AA5EF-1C33-4ACE-8E6B-99FF85F8BE57}"/>
              </a:ext>
            </a:extLst>
          </p:cNvPr>
          <p:cNvSpPr>
            <a:spLocks noGrp="1"/>
          </p:cNvSpPr>
          <p:nvPr/>
        </p:nvSpPr>
        <p:spPr>
          <a:xfrm>
            <a:off x="7319047" y="57366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3" name="a_full_bar_442">
            <a:extLst>
              <a:ext uri="{FF2B5EF4-FFF2-40B4-BE49-F238E27FC236}">
                <a16:creationId xmlns:a16="http://schemas.microsoft.com/office/drawing/2014/main" id="{72979866-8CF0-48DE-BDE0-F564E011658F}"/>
              </a:ext>
            </a:extLst>
          </p:cNvPr>
          <p:cNvSpPr>
            <a:spLocks noGrp="1"/>
          </p:cNvSpPr>
          <p:nvPr/>
        </p:nvSpPr>
        <p:spPr>
          <a:xfrm>
            <a:off x="6957462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4" name="a_full_bar_443">
            <a:extLst>
              <a:ext uri="{FF2B5EF4-FFF2-40B4-BE49-F238E27FC236}">
                <a16:creationId xmlns:a16="http://schemas.microsoft.com/office/drawing/2014/main" id="{879B2AB2-A120-4130-A4BE-1E85F9041892}"/>
              </a:ext>
            </a:extLst>
          </p:cNvPr>
          <p:cNvSpPr>
            <a:spLocks noGrp="1"/>
          </p:cNvSpPr>
          <p:nvPr/>
        </p:nvSpPr>
        <p:spPr>
          <a:xfrm>
            <a:off x="6992634" y="593115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5" name="a_full_bar_444">
            <a:extLst>
              <a:ext uri="{FF2B5EF4-FFF2-40B4-BE49-F238E27FC236}">
                <a16:creationId xmlns:a16="http://schemas.microsoft.com/office/drawing/2014/main" id="{9BFB7831-9AA6-45DD-84FF-2801A569F1DD}"/>
              </a:ext>
            </a:extLst>
          </p:cNvPr>
          <p:cNvSpPr>
            <a:spLocks noGrp="1"/>
          </p:cNvSpPr>
          <p:nvPr/>
        </p:nvSpPr>
        <p:spPr>
          <a:xfrm>
            <a:off x="7270327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6" name="a_full_bar_445">
            <a:extLst>
              <a:ext uri="{FF2B5EF4-FFF2-40B4-BE49-F238E27FC236}">
                <a16:creationId xmlns:a16="http://schemas.microsoft.com/office/drawing/2014/main" id="{AD713FBF-49BB-4BD3-ABAD-4F1E581C489D}"/>
              </a:ext>
            </a:extLst>
          </p:cNvPr>
          <p:cNvSpPr>
            <a:spLocks noGrp="1"/>
          </p:cNvSpPr>
          <p:nvPr/>
        </p:nvSpPr>
        <p:spPr>
          <a:xfrm>
            <a:off x="6962956" y="55434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7" name="a_full_bar_446">
            <a:extLst>
              <a:ext uri="{FF2B5EF4-FFF2-40B4-BE49-F238E27FC236}">
                <a16:creationId xmlns:a16="http://schemas.microsoft.com/office/drawing/2014/main" id="{CB45928A-B6F0-45E9-BC03-7BB3A8202B84}"/>
              </a:ext>
            </a:extLst>
          </p:cNvPr>
          <p:cNvSpPr>
            <a:spLocks noGrp="1"/>
          </p:cNvSpPr>
          <p:nvPr/>
        </p:nvSpPr>
        <p:spPr>
          <a:xfrm>
            <a:off x="707720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8" name="a_full_bar_447">
            <a:extLst>
              <a:ext uri="{FF2B5EF4-FFF2-40B4-BE49-F238E27FC236}">
                <a16:creationId xmlns:a16="http://schemas.microsoft.com/office/drawing/2014/main" id="{4B1F04CC-9337-4079-88F9-B1FDF3CA2E7E}"/>
              </a:ext>
            </a:extLst>
          </p:cNvPr>
          <p:cNvSpPr>
            <a:spLocks noGrp="1"/>
          </p:cNvSpPr>
          <p:nvPr/>
        </p:nvSpPr>
        <p:spPr>
          <a:xfrm>
            <a:off x="731621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9" name="a_full_bar_448">
            <a:extLst>
              <a:ext uri="{FF2B5EF4-FFF2-40B4-BE49-F238E27FC236}">
                <a16:creationId xmlns:a16="http://schemas.microsoft.com/office/drawing/2014/main" id="{1376CCFD-32BC-4466-AC49-1AC1575AF731}"/>
              </a:ext>
            </a:extLst>
          </p:cNvPr>
          <p:cNvSpPr>
            <a:spLocks noGrp="1"/>
          </p:cNvSpPr>
          <p:nvPr/>
        </p:nvSpPr>
        <p:spPr>
          <a:xfrm>
            <a:off x="717954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0" name="a_full_bar_449">
            <a:extLst>
              <a:ext uri="{FF2B5EF4-FFF2-40B4-BE49-F238E27FC236}">
                <a16:creationId xmlns:a16="http://schemas.microsoft.com/office/drawing/2014/main" id="{89C89947-CD51-463D-807B-00D0A0450C72}"/>
              </a:ext>
            </a:extLst>
          </p:cNvPr>
          <p:cNvSpPr>
            <a:spLocks noGrp="1"/>
          </p:cNvSpPr>
          <p:nvPr/>
        </p:nvSpPr>
        <p:spPr>
          <a:xfrm>
            <a:off x="711150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1" name="a_full_bar_450">
            <a:extLst>
              <a:ext uri="{FF2B5EF4-FFF2-40B4-BE49-F238E27FC236}">
                <a16:creationId xmlns:a16="http://schemas.microsoft.com/office/drawing/2014/main" id="{6A29814E-AB14-4CFE-A7F3-7CD7CA669560}"/>
              </a:ext>
            </a:extLst>
          </p:cNvPr>
          <p:cNvSpPr>
            <a:spLocks noGrp="1"/>
          </p:cNvSpPr>
          <p:nvPr/>
        </p:nvSpPr>
        <p:spPr>
          <a:xfrm>
            <a:off x="7079573" y="45317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2" name="a_full_bar_451">
            <a:extLst>
              <a:ext uri="{FF2B5EF4-FFF2-40B4-BE49-F238E27FC236}">
                <a16:creationId xmlns:a16="http://schemas.microsoft.com/office/drawing/2014/main" id="{FF00D9C0-2684-4E2A-A1AE-664E3067B572}"/>
              </a:ext>
            </a:extLst>
          </p:cNvPr>
          <p:cNvSpPr>
            <a:spLocks noGrp="1"/>
          </p:cNvSpPr>
          <p:nvPr/>
        </p:nvSpPr>
        <p:spPr>
          <a:xfrm>
            <a:off x="7143853" y="56594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3" name="a_full_bar_452">
            <a:extLst>
              <a:ext uri="{FF2B5EF4-FFF2-40B4-BE49-F238E27FC236}">
                <a16:creationId xmlns:a16="http://schemas.microsoft.com/office/drawing/2014/main" id="{CDD18EA1-88B5-4F2E-80F6-606C925692AC}"/>
              </a:ext>
            </a:extLst>
          </p:cNvPr>
          <p:cNvSpPr>
            <a:spLocks noGrp="1"/>
          </p:cNvSpPr>
          <p:nvPr/>
        </p:nvSpPr>
        <p:spPr>
          <a:xfrm>
            <a:off x="7274336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4" name="a_full_bar_453">
            <a:extLst>
              <a:ext uri="{FF2B5EF4-FFF2-40B4-BE49-F238E27FC236}">
                <a16:creationId xmlns:a16="http://schemas.microsoft.com/office/drawing/2014/main" id="{B10B9F49-2091-4F55-8BC4-50FD6702E289}"/>
              </a:ext>
            </a:extLst>
          </p:cNvPr>
          <p:cNvSpPr>
            <a:spLocks noGrp="1"/>
          </p:cNvSpPr>
          <p:nvPr/>
        </p:nvSpPr>
        <p:spPr>
          <a:xfrm>
            <a:off x="7238367" y="32313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5" name="a_full_bar_454">
            <a:extLst>
              <a:ext uri="{FF2B5EF4-FFF2-40B4-BE49-F238E27FC236}">
                <a16:creationId xmlns:a16="http://schemas.microsoft.com/office/drawing/2014/main" id="{CF88F6E9-F463-47B8-BBFD-802FC740B6B6}"/>
              </a:ext>
            </a:extLst>
          </p:cNvPr>
          <p:cNvSpPr>
            <a:spLocks noGrp="1"/>
          </p:cNvSpPr>
          <p:nvPr/>
        </p:nvSpPr>
        <p:spPr>
          <a:xfrm>
            <a:off x="7332744" y="484225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6" name="a_full_bar_455">
            <a:extLst>
              <a:ext uri="{FF2B5EF4-FFF2-40B4-BE49-F238E27FC236}">
                <a16:creationId xmlns:a16="http://schemas.microsoft.com/office/drawing/2014/main" id="{461B4F06-9F37-47AC-BB70-0DE658781ACB}"/>
              </a:ext>
            </a:extLst>
          </p:cNvPr>
          <p:cNvSpPr>
            <a:spLocks noGrp="1"/>
          </p:cNvSpPr>
          <p:nvPr/>
        </p:nvSpPr>
        <p:spPr>
          <a:xfrm>
            <a:off x="7018985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7" name="a_full_bar_456">
            <a:extLst>
              <a:ext uri="{FF2B5EF4-FFF2-40B4-BE49-F238E27FC236}">
                <a16:creationId xmlns:a16="http://schemas.microsoft.com/office/drawing/2014/main" id="{D0B81753-160B-4878-99F6-AFC8D57A2160}"/>
              </a:ext>
            </a:extLst>
          </p:cNvPr>
          <p:cNvSpPr>
            <a:spLocks noGrp="1"/>
          </p:cNvSpPr>
          <p:nvPr/>
        </p:nvSpPr>
        <p:spPr>
          <a:xfrm>
            <a:off x="7026421" y="27936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8" name="a_full_bar_457">
            <a:extLst>
              <a:ext uri="{FF2B5EF4-FFF2-40B4-BE49-F238E27FC236}">
                <a16:creationId xmlns:a16="http://schemas.microsoft.com/office/drawing/2014/main" id="{61CCA162-3558-450E-9B55-A2F2D6F6EAF8}"/>
              </a:ext>
            </a:extLst>
          </p:cNvPr>
          <p:cNvSpPr>
            <a:spLocks noGrp="1"/>
          </p:cNvSpPr>
          <p:nvPr/>
        </p:nvSpPr>
        <p:spPr>
          <a:xfrm>
            <a:off x="720946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9" name="a_full_bar_458">
            <a:extLst>
              <a:ext uri="{FF2B5EF4-FFF2-40B4-BE49-F238E27FC236}">
                <a16:creationId xmlns:a16="http://schemas.microsoft.com/office/drawing/2014/main" id="{362F1BE4-4001-4BB7-A18C-23C5FA35136A}"/>
              </a:ext>
            </a:extLst>
          </p:cNvPr>
          <p:cNvSpPr>
            <a:spLocks noGrp="1"/>
          </p:cNvSpPr>
          <p:nvPr/>
        </p:nvSpPr>
        <p:spPr>
          <a:xfrm>
            <a:off x="7239107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0" name="a_full_bar_459">
            <a:extLst>
              <a:ext uri="{FF2B5EF4-FFF2-40B4-BE49-F238E27FC236}">
                <a16:creationId xmlns:a16="http://schemas.microsoft.com/office/drawing/2014/main" id="{A8AA36CF-A2C7-419A-B4E9-1FE054EDE7A3}"/>
              </a:ext>
            </a:extLst>
          </p:cNvPr>
          <p:cNvSpPr>
            <a:spLocks noGrp="1"/>
          </p:cNvSpPr>
          <p:nvPr/>
        </p:nvSpPr>
        <p:spPr>
          <a:xfrm>
            <a:off x="7241744" y="594277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1" name="a_full_bar_460">
            <a:extLst>
              <a:ext uri="{FF2B5EF4-FFF2-40B4-BE49-F238E27FC236}">
                <a16:creationId xmlns:a16="http://schemas.microsoft.com/office/drawing/2014/main" id="{8FF18011-5A1C-47DF-B9E4-F6E1C98FC59C}"/>
              </a:ext>
            </a:extLst>
          </p:cNvPr>
          <p:cNvSpPr>
            <a:spLocks noGrp="1"/>
          </p:cNvSpPr>
          <p:nvPr/>
        </p:nvSpPr>
        <p:spPr>
          <a:xfrm>
            <a:off x="703391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2" name="a_full_bar_461">
            <a:extLst>
              <a:ext uri="{FF2B5EF4-FFF2-40B4-BE49-F238E27FC236}">
                <a16:creationId xmlns:a16="http://schemas.microsoft.com/office/drawing/2014/main" id="{320ECD33-BD95-4DF3-9071-ECF7EC04E4A6}"/>
              </a:ext>
            </a:extLst>
          </p:cNvPr>
          <p:cNvSpPr>
            <a:spLocks noGrp="1"/>
          </p:cNvSpPr>
          <p:nvPr/>
        </p:nvSpPr>
        <p:spPr>
          <a:xfrm>
            <a:off x="7317406" y="449163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3" name="a_full_bar_462">
            <a:extLst>
              <a:ext uri="{FF2B5EF4-FFF2-40B4-BE49-F238E27FC236}">
                <a16:creationId xmlns:a16="http://schemas.microsoft.com/office/drawing/2014/main" id="{90634FF7-BFEB-42CA-8E78-ADC337BDF2FC}"/>
              </a:ext>
            </a:extLst>
          </p:cNvPr>
          <p:cNvSpPr>
            <a:spLocks noGrp="1"/>
          </p:cNvSpPr>
          <p:nvPr/>
        </p:nvSpPr>
        <p:spPr>
          <a:xfrm>
            <a:off x="7057528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4" name="a_full_bar_463">
            <a:extLst>
              <a:ext uri="{FF2B5EF4-FFF2-40B4-BE49-F238E27FC236}">
                <a16:creationId xmlns:a16="http://schemas.microsoft.com/office/drawing/2014/main" id="{A3DF363C-08C3-4C7D-96EE-5C226F109B8B}"/>
              </a:ext>
            </a:extLst>
          </p:cNvPr>
          <p:cNvSpPr>
            <a:spLocks noGrp="1"/>
          </p:cNvSpPr>
          <p:nvPr/>
        </p:nvSpPr>
        <p:spPr>
          <a:xfrm>
            <a:off x="7152177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5" name="a_full_bar_464">
            <a:extLst>
              <a:ext uri="{FF2B5EF4-FFF2-40B4-BE49-F238E27FC236}">
                <a16:creationId xmlns:a16="http://schemas.microsoft.com/office/drawing/2014/main" id="{BFADC77C-A447-4C35-B981-A24391C58095}"/>
              </a:ext>
            </a:extLst>
          </p:cNvPr>
          <p:cNvSpPr>
            <a:spLocks noGrp="1"/>
          </p:cNvSpPr>
          <p:nvPr/>
        </p:nvSpPr>
        <p:spPr>
          <a:xfrm>
            <a:off x="7004998" y="37245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6" name="a_full_bar_465">
            <a:extLst>
              <a:ext uri="{FF2B5EF4-FFF2-40B4-BE49-F238E27FC236}">
                <a16:creationId xmlns:a16="http://schemas.microsoft.com/office/drawing/2014/main" id="{925315F8-7B3C-4993-9344-D3CE089B1D73}"/>
              </a:ext>
            </a:extLst>
          </p:cNvPr>
          <p:cNvSpPr>
            <a:spLocks noGrp="1"/>
          </p:cNvSpPr>
          <p:nvPr/>
        </p:nvSpPr>
        <p:spPr>
          <a:xfrm>
            <a:off x="7315299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7" name="a_full_bar_466">
            <a:extLst>
              <a:ext uri="{FF2B5EF4-FFF2-40B4-BE49-F238E27FC236}">
                <a16:creationId xmlns:a16="http://schemas.microsoft.com/office/drawing/2014/main" id="{6C6ED07A-5D3E-49C6-95F3-9D0A3E040E81}"/>
              </a:ext>
            </a:extLst>
          </p:cNvPr>
          <p:cNvSpPr>
            <a:spLocks noGrp="1"/>
          </p:cNvSpPr>
          <p:nvPr/>
        </p:nvSpPr>
        <p:spPr>
          <a:xfrm>
            <a:off x="7165602" y="35149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8" name="a_full_bar_467">
            <a:extLst>
              <a:ext uri="{FF2B5EF4-FFF2-40B4-BE49-F238E27FC236}">
                <a16:creationId xmlns:a16="http://schemas.microsoft.com/office/drawing/2014/main" id="{C46A20AF-6ABA-473E-8FA9-EEC8481738E8}"/>
              </a:ext>
            </a:extLst>
          </p:cNvPr>
          <p:cNvSpPr>
            <a:spLocks noGrp="1"/>
          </p:cNvSpPr>
          <p:nvPr/>
        </p:nvSpPr>
        <p:spPr>
          <a:xfrm>
            <a:off x="7043743" y="556496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9" name="a_full_bar_468">
            <a:extLst>
              <a:ext uri="{FF2B5EF4-FFF2-40B4-BE49-F238E27FC236}">
                <a16:creationId xmlns:a16="http://schemas.microsoft.com/office/drawing/2014/main" id="{13C3A775-B44E-40E0-B596-7D53E1B8989F}"/>
              </a:ext>
            </a:extLst>
          </p:cNvPr>
          <p:cNvSpPr>
            <a:spLocks noGrp="1"/>
          </p:cNvSpPr>
          <p:nvPr/>
        </p:nvSpPr>
        <p:spPr>
          <a:xfrm>
            <a:off x="714497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0" name="a_full_bar_469">
            <a:extLst>
              <a:ext uri="{FF2B5EF4-FFF2-40B4-BE49-F238E27FC236}">
                <a16:creationId xmlns:a16="http://schemas.microsoft.com/office/drawing/2014/main" id="{5511B55D-41D6-4678-BA77-21FA160CF9F8}"/>
              </a:ext>
            </a:extLst>
          </p:cNvPr>
          <p:cNvSpPr>
            <a:spLocks noGrp="1"/>
          </p:cNvSpPr>
          <p:nvPr/>
        </p:nvSpPr>
        <p:spPr>
          <a:xfrm>
            <a:off x="703542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1" name="a_full_bar_470">
            <a:extLst>
              <a:ext uri="{FF2B5EF4-FFF2-40B4-BE49-F238E27FC236}">
                <a16:creationId xmlns:a16="http://schemas.microsoft.com/office/drawing/2014/main" id="{C3D9BBA6-0596-46B5-BAB5-5A39C99E7A83}"/>
              </a:ext>
            </a:extLst>
          </p:cNvPr>
          <p:cNvSpPr>
            <a:spLocks noGrp="1"/>
          </p:cNvSpPr>
          <p:nvPr/>
        </p:nvSpPr>
        <p:spPr>
          <a:xfrm>
            <a:off x="7342663" y="556664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2" name="a_full_bar_471">
            <a:extLst>
              <a:ext uri="{FF2B5EF4-FFF2-40B4-BE49-F238E27FC236}">
                <a16:creationId xmlns:a16="http://schemas.microsoft.com/office/drawing/2014/main" id="{9527D091-2237-4C7C-81F5-5C06F249D55D}"/>
              </a:ext>
            </a:extLst>
          </p:cNvPr>
          <p:cNvSpPr>
            <a:spLocks noGrp="1"/>
          </p:cNvSpPr>
          <p:nvPr/>
        </p:nvSpPr>
        <p:spPr>
          <a:xfrm>
            <a:off x="7069368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3" name="a_full_bar_472">
            <a:extLst>
              <a:ext uri="{FF2B5EF4-FFF2-40B4-BE49-F238E27FC236}">
                <a16:creationId xmlns:a16="http://schemas.microsoft.com/office/drawing/2014/main" id="{AC4DC951-6B59-4528-9107-2D14D06AF633}"/>
              </a:ext>
            </a:extLst>
          </p:cNvPr>
          <p:cNvSpPr>
            <a:spLocks noGrp="1"/>
          </p:cNvSpPr>
          <p:nvPr/>
        </p:nvSpPr>
        <p:spPr>
          <a:xfrm>
            <a:off x="704106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4" name="a_full_bar_473">
            <a:extLst>
              <a:ext uri="{FF2B5EF4-FFF2-40B4-BE49-F238E27FC236}">
                <a16:creationId xmlns:a16="http://schemas.microsoft.com/office/drawing/2014/main" id="{94DFF73A-8C46-4166-9B02-1CE5EB95BC3B}"/>
              </a:ext>
            </a:extLst>
          </p:cNvPr>
          <p:cNvSpPr>
            <a:spLocks noGrp="1"/>
          </p:cNvSpPr>
          <p:nvPr/>
        </p:nvSpPr>
        <p:spPr>
          <a:xfrm>
            <a:off x="719367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5" name="a_full_bar_474">
            <a:extLst>
              <a:ext uri="{FF2B5EF4-FFF2-40B4-BE49-F238E27FC236}">
                <a16:creationId xmlns:a16="http://schemas.microsoft.com/office/drawing/2014/main" id="{DB84CE6A-CFB6-4D9D-AB0A-7F2D905BD56A}"/>
              </a:ext>
            </a:extLst>
          </p:cNvPr>
          <p:cNvSpPr>
            <a:spLocks noGrp="1"/>
          </p:cNvSpPr>
          <p:nvPr/>
        </p:nvSpPr>
        <p:spPr>
          <a:xfrm>
            <a:off x="715502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6" name="a_full_bar_475">
            <a:extLst>
              <a:ext uri="{FF2B5EF4-FFF2-40B4-BE49-F238E27FC236}">
                <a16:creationId xmlns:a16="http://schemas.microsoft.com/office/drawing/2014/main" id="{E13845E8-0CC6-47A2-A1AC-66A7717F61F2}"/>
              </a:ext>
            </a:extLst>
          </p:cNvPr>
          <p:cNvSpPr>
            <a:spLocks noGrp="1"/>
          </p:cNvSpPr>
          <p:nvPr/>
        </p:nvSpPr>
        <p:spPr>
          <a:xfrm>
            <a:off x="7067104" y="51087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7" name="a_full_bar_476">
            <a:extLst>
              <a:ext uri="{FF2B5EF4-FFF2-40B4-BE49-F238E27FC236}">
                <a16:creationId xmlns:a16="http://schemas.microsoft.com/office/drawing/2014/main" id="{98A3D269-0FF6-4D8A-8E60-972AB7D59B47}"/>
              </a:ext>
            </a:extLst>
          </p:cNvPr>
          <p:cNvSpPr>
            <a:spLocks noGrp="1"/>
          </p:cNvSpPr>
          <p:nvPr/>
        </p:nvSpPr>
        <p:spPr>
          <a:xfrm>
            <a:off x="7339849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8" name="a_full_bar_477">
            <a:extLst>
              <a:ext uri="{FF2B5EF4-FFF2-40B4-BE49-F238E27FC236}">
                <a16:creationId xmlns:a16="http://schemas.microsoft.com/office/drawing/2014/main" id="{1AEB8DC3-C53E-43B6-B522-879FD5FA6635}"/>
              </a:ext>
            </a:extLst>
          </p:cNvPr>
          <p:cNvSpPr>
            <a:spLocks noGrp="1"/>
          </p:cNvSpPr>
          <p:nvPr/>
        </p:nvSpPr>
        <p:spPr>
          <a:xfrm>
            <a:off x="699756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9" name="a_full_bar_478">
            <a:extLst>
              <a:ext uri="{FF2B5EF4-FFF2-40B4-BE49-F238E27FC236}">
                <a16:creationId xmlns:a16="http://schemas.microsoft.com/office/drawing/2014/main" id="{90A2688C-7D69-4D73-9466-4153C6DFE0F8}"/>
              </a:ext>
            </a:extLst>
          </p:cNvPr>
          <p:cNvSpPr>
            <a:spLocks noGrp="1"/>
          </p:cNvSpPr>
          <p:nvPr/>
        </p:nvSpPr>
        <p:spPr>
          <a:xfrm>
            <a:off x="698491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0" name="a_full_bar_479">
            <a:extLst>
              <a:ext uri="{FF2B5EF4-FFF2-40B4-BE49-F238E27FC236}">
                <a16:creationId xmlns:a16="http://schemas.microsoft.com/office/drawing/2014/main" id="{35152386-7F0C-4AEF-B8B2-C8FBD67CB136}"/>
              </a:ext>
            </a:extLst>
          </p:cNvPr>
          <p:cNvSpPr>
            <a:spLocks noGrp="1"/>
          </p:cNvSpPr>
          <p:nvPr/>
        </p:nvSpPr>
        <p:spPr>
          <a:xfrm>
            <a:off x="697153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1" name="a_full_bar_480">
            <a:extLst>
              <a:ext uri="{FF2B5EF4-FFF2-40B4-BE49-F238E27FC236}">
                <a16:creationId xmlns:a16="http://schemas.microsoft.com/office/drawing/2014/main" id="{CB6DEE27-F47A-45A8-9CE8-AF3757DDCB44}"/>
              </a:ext>
            </a:extLst>
          </p:cNvPr>
          <p:cNvSpPr>
            <a:spLocks noGrp="1"/>
          </p:cNvSpPr>
          <p:nvPr/>
        </p:nvSpPr>
        <p:spPr>
          <a:xfrm>
            <a:off x="7008021" y="559358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2" name="a_full_bar_481">
            <a:extLst>
              <a:ext uri="{FF2B5EF4-FFF2-40B4-BE49-F238E27FC236}">
                <a16:creationId xmlns:a16="http://schemas.microsoft.com/office/drawing/2014/main" id="{6177D993-48D3-4534-B99A-9EC6C126B12E}"/>
              </a:ext>
            </a:extLst>
          </p:cNvPr>
          <p:cNvSpPr>
            <a:spLocks noGrp="1"/>
          </p:cNvSpPr>
          <p:nvPr/>
        </p:nvSpPr>
        <p:spPr>
          <a:xfrm>
            <a:off x="7019248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3" name="a_full_bar_482">
            <a:extLst>
              <a:ext uri="{FF2B5EF4-FFF2-40B4-BE49-F238E27FC236}">
                <a16:creationId xmlns:a16="http://schemas.microsoft.com/office/drawing/2014/main" id="{1C8F0B42-9880-4988-A04F-4FC578F01303}"/>
              </a:ext>
            </a:extLst>
          </p:cNvPr>
          <p:cNvSpPr>
            <a:spLocks noGrp="1"/>
          </p:cNvSpPr>
          <p:nvPr/>
        </p:nvSpPr>
        <p:spPr>
          <a:xfrm>
            <a:off x="7333881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4" name="a_full_bar_483">
            <a:extLst>
              <a:ext uri="{FF2B5EF4-FFF2-40B4-BE49-F238E27FC236}">
                <a16:creationId xmlns:a16="http://schemas.microsoft.com/office/drawing/2014/main" id="{18A3A318-E404-466C-A35A-6C5F6F5E9BE2}"/>
              </a:ext>
            </a:extLst>
          </p:cNvPr>
          <p:cNvSpPr>
            <a:spLocks noGrp="1"/>
          </p:cNvSpPr>
          <p:nvPr/>
        </p:nvSpPr>
        <p:spPr>
          <a:xfrm>
            <a:off x="698690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5" name="a_full_bar_484">
            <a:extLst>
              <a:ext uri="{FF2B5EF4-FFF2-40B4-BE49-F238E27FC236}">
                <a16:creationId xmlns:a16="http://schemas.microsoft.com/office/drawing/2014/main" id="{9CAE8A67-726C-45D8-8B0C-F7FF7E62B510}"/>
              </a:ext>
            </a:extLst>
          </p:cNvPr>
          <p:cNvSpPr>
            <a:spLocks noGrp="1"/>
          </p:cNvSpPr>
          <p:nvPr/>
        </p:nvSpPr>
        <p:spPr>
          <a:xfrm>
            <a:off x="7175045" y="429635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6" name="a_full_bar_485">
            <a:extLst>
              <a:ext uri="{FF2B5EF4-FFF2-40B4-BE49-F238E27FC236}">
                <a16:creationId xmlns:a16="http://schemas.microsoft.com/office/drawing/2014/main" id="{58D4A5F6-4D11-448D-925F-DD9BA99169B4}"/>
              </a:ext>
            </a:extLst>
          </p:cNvPr>
          <p:cNvSpPr>
            <a:spLocks noGrp="1"/>
          </p:cNvSpPr>
          <p:nvPr/>
        </p:nvSpPr>
        <p:spPr>
          <a:xfrm>
            <a:off x="7159943" y="457177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7" name="a_full_bar_486">
            <a:extLst>
              <a:ext uri="{FF2B5EF4-FFF2-40B4-BE49-F238E27FC236}">
                <a16:creationId xmlns:a16="http://schemas.microsoft.com/office/drawing/2014/main" id="{081C8738-6117-4D56-B1AB-773CDFD1BE09}"/>
              </a:ext>
            </a:extLst>
          </p:cNvPr>
          <p:cNvSpPr>
            <a:spLocks noGrp="1"/>
          </p:cNvSpPr>
          <p:nvPr/>
        </p:nvSpPr>
        <p:spPr>
          <a:xfrm>
            <a:off x="703397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8" name="a_full_bar_487">
            <a:extLst>
              <a:ext uri="{FF2B5EF4-FFF2-40B4-BE49-F238E27FC236}">
                <a16:creationId xmlns:a16="http://schemas.microsoft.com/office/drawing/2014/main" id="{E5DE6124-AC2F-4953-BCF1-58AE9DE55772}"/>
              </a:ext>
            </a:extLst>
          </p:cNvPr>
          <p:cNvSpPr>
            <a:spLocks noGrp="1"/>
          </p:cNvSpPr>
          <p:nvPr/>
        </p:nvSpPr>
        <p:spPr>
          <a:xfrm>
            <a:off x="721314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9" name="a_full_bar_488">
            <a:extLst>
              <a:ext uri="{FF2B5EF4-FFF2-40B4-BE49-F238E27FC236}">
                <a16:creationId xmlns:a16="http://schemas.microsoft.com/office/drawing/2014/main" id="{1827B01D-8D2A-4E5A-B845-B4B9C4BF37CE}"/>
              </a:ext>
            </a:extLst>
          </p:cNvPr>
          <p:cNvSpPr>
            <a:spLocks noGrp="1"/>
          </p:cNvSpPr>
          <p:nvPr/>
        </p:nvSpPr>
        <p:spPr>
          <a:xfrm>
            <a:off x="7014357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0" name="a_full_bar_489">
            <a:extLst>
              <a:ext uri="{FF2B5EF4-FFF2-40B4-BE49-F238E27FC236}">
                <a16:creationId xmlns:a16="http://schemas.microsoft.com/office/drawing/2014/main" id="{4FDC9B97-D32D-4D05-885C-5779040444D8}"/>
              </a:ext>
            </a:extLst>
          </p:cNvPr>
          <p:cNvSpPr>
            <a:spLocks noGrp="1"/>
          </p:cNvSpPr>
          <p:nvPr/>
        </p:nvSpPr>
        <p:spPr>
          <a:xfrm>
            <a:off x="698919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1" name="a_full_bar_490">
            <a:extLst>
              <a:ext uri="{FF2B5EF4-FFF2-40B4-BE49-F238E27FC236}">
                <a16:creationId xmlns:a16="http://schemas.microsoft.com/office/drawing/2014/main" id="{94779ED6-3AAB-4893-9D97-6E56663EB529}"/>
              </a:ext>
            </a:extLst>
          </p:cNvPr>
          <p:cNvSpPr>
            <a:spLocks noGrp="1"/>
          </p:cNvSpPr>
          <p:nvPr/>
        </p:nvSpPr>
        <p:spPr>
          <a:xfrm>
            <a:off x="7035065" y="35449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2" name="a_full_bar_491">
            <a:extLst>
              <a:ext uri="{FF2B5EF4-FFF2-40B4-BE49-F238E27FC236}">
                <a16:creationId xmlns:a16="http://schemas.microsoft.com/office/drawing/2014/main" id="{ED1E5C7B-8D89-42B2-8EC2-43310093122B}"/>
              </a:ext>
            </a:extLst>
          </p:cNvPr>
          <p:cNvSpPr>
            <a:spLocks noGrp="1"/>
          </p:cNvSpPr>
          <p:nvPr/>
        </p:nvSpPr>
        <p:spPr>
          <a:xfrm>
            <a:off x="7162887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3" name="a_full_bar_492">
            <a:extLst>
              <a:ext uri="{FF2B5EF4-FFF2-40B4-BE49-F238E27FC236}">
                <a16:creationId xmlns:a16="http://schemas.microsoft.com/office/drawing/2014/main" id="{8551EA2D-6B33-4F66-80DF-AE78C0A26A74}"/>
              </a:ext>
            </a:extLst>
          </p:cNvPr>
          <p:cNvSpPr>
            <a:spLocks noGrp="1"/>
          </p:cNvSpPr>
          <p:nvPr/>
        </p:nvSpPr>
        <p:spPr>
          <a:xfrm>
            <a:off x="6962766" y="409103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4" name="a_full_bar_493">
            <a:extLst>
              <a:ext uri="{FF2B5EF4-FFF2-40B4-BE49-F238E27FC236}">
                <a16:creationId xmlns:a16="http://schemas.microsoft.com/office/drawing/2014/main" id="{4131A119-DE57-4C3D-A8A7-50ABCEA847B7}"/>
              </a:ext>
            </a:extLst>
          </p:cNvPr>
          <p:cNvSpPr>
            <a:spLocks noGrp="1"/>
          </p:cNvSpPr>
          <p:nvPr/>
        </p:nvSpPr>
        <p:spPr>
          <a:xfrm>
            <a:off x="7287813" y="346982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5" name="a_full_bar_494">
            <a:extLst>
              <a:ext uri="{FF2B5EF4-FFF2-40B4-BE49-F238E27FC236}">
                <a16:creationId xmlns:a16="http://schemas.microsoft.com/office/drawing/2014/main" id="{1970F8E7-0B67-44D9-8A8A-3E997CDFBF5E}"/>
              </a:ext>
            </a:extLst>
          </p:cNvPr>
          <p:cNvSpPr>
            <a:spLocks noGrp="1"/>
          </p:cNvSpPr>
          <p:nvPr/>
        </p:nvSpPr>
        <p:spPr>
          <a:xfrm>
            <a:off x="717567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6" name="a_full_bar_495">
            <a:extLst>
              <a:ext uri="{FF2B5EF4-FFF2-40B4-BE49-F238E27FC236}">
                <a16:creationId xmlns:a16="http://schemas.microsoft.com/office/drawing/2014/main" id="{5B976126-63E9-4EB4-9292-9F7A4B40483A}"/>
              </a:ext>
            </a:extLst>
          </p:cNvPr>
          <p:cNvSpPr>
            <a:spLocks noGrp="1"/>
          </p:cNvSpPr>
          <p:nvPr/>
        </p:nvSpPr>
        <p:spPr>
          <a:xfrm>
            <a:off x="713001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7" name="a_full_bar_496">
            <a:extLst>
              <a:ext uri="{FF2B5EF4-FFF2-40B4-BE49-F238E27FC236}">
                <a16:creationId xmlns:a16="http://schemas.microsoft.com/office/drawing/2014/main" id="{4DC3C68F-8E90-4E37-B2FE-DCF7C70C75C0}"/>
              </a:ext>
            </a:extLst>
          </p:cNvPr>
          <p:cNvSpPr>
            <a:spLocks noGrp="1"/>
          </p:cNvSpPr>
          <p:nvPr/>
        </p:nvSpPr>
        <p:spPr>
          <a:xfrm>
            <a:off x="725357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8" name="a_full_bar_497">
            <a:extLst>
              <a:ext uri="{FF2B5EF4-FFF2-40B4-BE49-F238E27FC236}">
                <a16:creationId xmlns:a16="http://schemas.microsoft.com/office/drawing/2014/main" id="{11F14929-A0F0-4A6C-94E3-0778C656684C}"/>
              </a:ext>
            </a:extLst>
          </p:cNvPr>
          <p:cNvSpPr>
            <a:spLocks noGrp="1"/>
          </p:cNvSpPr>
          <p:nvPr/>
        </p:nvSpPr>
        <p:spPr>
          <a:xfrm>
            <a:off x="7201946" y="34174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9" name="a_full_bar_498">
            <a:extLst>
              <a:ext uri="{FF2B5EF4-FFF2-40B4-BE49-F238E27FC236}">
                <a16:creationId xmlns:a16="http://schemas.microsoft.com/office/drawing/2014/main" id="{CF035129-7C8B-4C75-B68C-4145C44109A9}"/>
              </a:ext>
            </a:extLst>
          </p:cNvPr>
          <p:cNvSpPr>
            <a:spLocks noGrp="1"/>
          </p:cNvSpPr>
          <p:nvPr/>
        </p:nvSpPr>
        <p:spPr>
          <a:xfrm>
            <a:off x="7146099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0" name="a_full_bar_499">
            <a:extLst>
              <a:ext uri="{FF2B5EF4-FFF2-40B4-BE49-F238E27FC236}">
                <a16:creationId xmlns:a16="http://schemas.microsoft.com/office/drawing/2014/main" id="{18E1F77C-C4C6-4061-9756-30ED03025E8D}"/>
              </a:ext>
            </a:extLst>
          </p:cNvPr>
          <p:cNvSpPr>
            <a:spLocks noGrp="1"/>
          </p:cNvSpPr>
          <p:nvPr/>
        </p:nvSpPr>
        <p:spPr>
          <a:xfrm>
            <a:off x="7072162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1" name="a_full_bar_500">
            <a:extLst>
              <a:ext uri="{FF2B5EF4-FFF2-40B4-BE49-F238E27FC236}">
                <a16:creationId xmlns:a16="http://schemas.microsoft.com/office/drawing/2014/main" id="{D69E9CCD-9276-401A-A015-A9EB77FC032F}"/>
              </a:ext>
            </a:extLst>
          </p:cNvPr>
          <p:cNvSpPr>
            <a:spLocks noGrp="1"/>
          </p:cNvSpPr>
          <p:nvPr/>
        </p:nvSpPr>
        <p:spPr>
          <a:xfrm>
            <a:off x="7166546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2" name="a_full_bar_501">
            <a:extLst>
              <a:ext uri="{FF2B5EF4-FFF2-40B4-BE49-F238E27FC236}">
                <a16:creationId xmlns:a16="http://schemas.microsoft.com/office/drawing/2014/main" id="{2E29BAF0-5B32-422B-AB5D-75E7DE648353}"/>
              </a:ext>
            </a:extLst>
          </p:cNvPr>
          <p:cNvSpPr>
            <a:spLocks noGrp="1"/>
          </p:cNvSpPr>
          <p:nvPr/>
        </p:nvSpPr>
        <p:spPr>
          <a:xfrm>
            <a:off x="6973078" y="397735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3" name="a_full_bar_502">
            <a:extLst>
              <a:ext uri="{FF2B5EF4-FFF2-40B4-BE49-F238E27FC236}">
                <a16:creationId xmlns:a16="http://schemas.microsoft.com/office/drawing/2014/main" id="{9CDE6314-F84A-49A2-8494-22FF4191A52E}"/>
              </a:ext>
            </a:extLst>
          </p:cNvPr>
          <p:cNvSpPr>
            <a:spLocks noGrp="1"/>
          </p:cNvSpPr>
          <p:nvPr/>
        </p:nvSpPr>
        <p:spPr>
          <a:xfrm>
            <a:off x="707421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4" name="a_full_bar_503">
            <a:extLst>
              <a:ext uri="{FF2B5EF4-FFF2-40B4-BE49-F238E27FC236}">
                <a16:creationId xmlns:a16="http://schemas.microsoft.com/office/drawing/2014/main" id="{DB262E30-939A-4B7A-8BDC-9EB8FA232E02}"/>
              </a:ext>
            </a:extLst>
          </p:cNvPr>
          <p:cNvSpPr>
            <a:spLocks noGrp="1"/>
          </p:cNvSpPr>
          <p:nvPr/>
        </p:nvSpPr>
        <p:spPr>
          <a:xfrm>
            <a:off x="718023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5" name="a_full_bar_504">
            <a:extLst>
              <a:ext uri="{FF2B5EF4-FFF2-40B4-BE49-F238E27FC236}">
                <a16:creationId xmlns:a16="http://schemas.microsoft.com/office/drawing/2014/main" id="{9A783F4A-1253-4544-8BA3-201400E22A78}"/>
              </a:ext>
            </a:extLst>
          </p:cNvPr>
          <p:cNvSpPr>
            <a:spLocks noGrp="1"/>
          </p:cNvSpPr>
          <p:nvPr/>
        </p:nvSpPr>
        <p:spPr>
          <a:xfrm>
            <a:off x="7301526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6" name="a_full_bar_505">
            <a:extLst>
              <a:ext uri="{FF2B5EF4-FFF2-40B4-BE49-F238E27FC236}">
                <a16:creationId xmlns:a16="http://schemas.microsoft.com/office/drawing/2014/main" id="{067361CF-B6B8-403D-BE8F-57C31CE1DB96}"/>
              </a:ext>
            </a:extLst>
          </p:cNvPr>
          <p:cNvSpPr>
            <a:spLocks noGrp="1"/>
          </p:cNvSpPr>
          <p:nvPr/>
        </p:nvSpPr>
        <p:spPr>
          <a:xfrm>
            <a:off x="727908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7" name="a_full_bar_506">
            <a:extLst>
              <a:ext uri="{FF2B5EF4-FFF2-40B4-BE49-F238E27FC236}">
                <a16:creationId xmlns:a16="http://schemas.microsoft.com/office/drawing/2014/main" id="{1AF689B0-5D9A-49D4-ABBB-87DB9FE8CF1E}"/>
              </a:ext>
            </a:extLst>
          </p:cNvPr>
          <p:cNvSpPr>
            <a:spLocks noGrp="1"/>
          </p:cNvSpPr>
          <p:nvPr/>
        </p:nvSpPr>
        <p:spPr>
          <a:xfrm>
            <a:off x="7238688" y="44927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8" name="a_full_bar_507">
            <a:extLst>
              <a:ext uri="{FF2B5EF4-FFF2-40B4-BE49-F238E27FC236}">
                <a16:creationId xmlns:a16="http://schemas.microsoft.com/office/drawing/2014/main" id="{DA8FC674-9947-4D50-81B1-C162DD99C157}"/>
              </a:ext>
            </a:extLst>
          </p:cNvPr>
          <p:cNvSpPr>
            <a:spLocks noGrp="1"/>
          </p:cNvSpPr>
          <p:nvPr/>
        </p:nvSpPr>
        <p:spPr>
          <a:xfrm>
            <a:off x="700232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9" name="a_full_bar_508">
            <a:extLst>
              <a:ext uri="{FF2B5EF4-FFF2-40B4-BE49-F238E27FC236}">
                <a16:creationId xmlns:a16="http://schemas.microsoft.com/office/drawing/2014/main" id="{DD82E040-4AA8-4ABA-9E71-A6311E327DDF}"/>
              </a:ext>
            </a:extLst>
          </p:cNvPr>
          <p:cNvSpPr>
            <a:spLocks noGrp="1"/>
          </p:cNvSpPr>
          <p:nvPr/>
        </p:nvSpPr>
        <p:spPr>
          <a:xfrm>
            <a:off x="7224653" y="534206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0" name="a_full_bar_509">
            <a:extLst>
              <a:ext uri="{FF2B5EF4-FFF2-40B4-BE49-F238E27FC236}">
                <a16:creationId xmlns:a16="http://schemas.microsoft.com/office/drawing/2014/main" id="{89CF3664-54D7-4C0C-A212-466155458276}"/>
              </a:ext>
            </a:extLst>
          </p:cNvPr>
          <p:cNvSpPr>
            <a:spLocks noGrp="1"/>
          </p:cNvSpPr>
          <p:nvPr/>
        </p:nvSpPr>
        <p:spPr>
          <a:xfrm>
            <a:off x="7232475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1" name="a_full_bar_510">
            <a:extLst>
              <a:ext uri="{FF2B5EF4-FFF2-40B4-BE49-F238E27FC236}">
                <a16:creationId xmlns:a16="http://schemas.microsoft.com/office/drawing/2014/main" id="{74B3B6ED-DBB7-4B26-A621-4BF96952F7E0}"/>
              </a:ext>
            </a:extLst>
          </p:cNvPr>
          <p:cNvSpPr>
            <a:spLocks noGrp="1"/>
          </p:cNvSpPr>
          <p:nvPr/>
        </p:nvSpPr>
        <p:spPr>
          <a:xfrm>
            <a:off x="728112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2" name="a_full_bar_511">
            <a:extLst>
              <a:ext uri="{FF2B5EF4-FFF2-40B4-BE49-F238E27FC236}">
                <a16:creationId xmlns:a16="http://schemas.microsoft.com/office/drawing/2014/main" id="{CFF70E32-3C6B-4251-82B7-118C74317F5D}"/>
              </a:ext>
            </a:extLst>
          </p:cNvPr>
          <p:cNvSpPr>
            <a:spLocks noGrp="1"/>
          </p:cNvSpPr>
          <p:nvPr/>
        </p:nvSpPr>
        <p:spPr>
          <a:xfrm>
            <a:off x="723007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3" name="a_full_bar_512">
            <a:extLst>
              <a:ext uri="{FF2B5EF4-FFF2-40B4-BE49-F238E27FC236}">
                <a16:creationId xmlns:a16="http://schemas.microsoft.com/office/drawing/2014/main" id="{9512ADAA-8681-4803-AD46-09DC1176116A}"/>
              </a:ext>
            </a:extLst>
          </p:cNvPr>
          <p:cNvSpPr>
            <a:spLocks noGrp="1"/>
          </p:cNvSpPr>
          <p:nvPr/>
        </p:nvSpPr>
        <p:spPr>
          <a:xfrm>
            <a:off x="722719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4" name="a_full_bar_513">
            <a:extLst>
              <a:ext uri="{FF2B5EF4-FFF2-40B4-BE49-F238E27FC236}">
                <a16:creationId xmlns:a16="http://schemas.microsoft.com/office/drawing/2014/main" id="{3785974D-9E7F-4F0D-8613-9499F9B561CC}"/>
              </a:ext>
            </a:extLst>
          </p:cNvPr>
          <p:cNvSpPr>
            <a:spLocks noGrp="1"/>
          </p:cNvSpPr>
          <p:nvPr/>
        </p:nvSpPr>
        <p:spPr>
          <a:xfrm>
            <a:off x="707327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5" name="a_full_bar_514">
            <a:extLst>
              <a:ext uri="{FF2B5EF4-FFF2-40B4-BE49-F238E27FC236}">
                <a16:creationId xmlns:a16="http://schemas.microsoft.com/office/drawing/2014/main" id="{5A054523-173E-40E2-AF77-ABD180C7BBBB}"/>
              </a:ext>
            </a:extLst>
          </p:cNvPr>
          <p:cNvSpPr>
            <a:spLocks noGrp="1"/>
          </p:cNvSpPr>
          <p:nvPr/>
        </p:nvSpPr>
        <p:spPr>
          <a:xfrm>
            <a:off x="7007427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6" name="a_full_bar_515">
            <a:extLst>
              <a:ext uri="{FF2B5EF4-FFF2-40B4-BE49-F238E27FC236}">
                <a16:creationId xmlns:a16="http://schemas.microsoft.com/office/drawing/2014/main" id="{014F14BE-948E-49D8-9FC7-09CD5DCE8FAC}"/>
              </a:ext>
            </a:extLst>
          </p:cNvPr>
          <p:cNvSpPr>
            <a:spLocks noGrp="1"/>
          </p:cNvSpPr>
          <p:nvPr/>
        </p:nvSpPr>
        <p:spPr>
          <a:xfrm>
            <a:off x="703589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7" name="a_full_bar_516">
            <a:extLst>
              <a:ext uri="{FF2B5EF4-FFF2-40B4-BE49-F238E27FC236}">
                <a16:creationId xmlns:a16="http://schemas.microsoft.com/office/drawing/2014/main" id="{1B429622-A614-4F36-AE05-8B4AE2735456}"/>
              </a:ext>
            </a:extLst>
          </p:cNvPr>
          <p:cNvSpPr>
            <a:spLocks noGrp="1"/>
          </p:cNvSpPr>
          <p:nvPr/>
        </p:nvSpPr>
        <p:spPr>
          <a:xfrm>
            <a:off x="7250666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8" name="a_full_bar_517">
            <a:extLst>
              <a:ext uri="{FF2B5EF4-FFF2-40B4-BE49-F238E27FC236}">
                <a16:creationId xmlns:a16="http://schemas.microsoft.com/office/drawing/2014/main" id="{08F29B4C-C6CF-45F2-8006-56D14AA22F62}"/>
              </a:ext>
            </a:extLst>
          </p:cNvPr>
          <p:cNvSpPr>
            <a:spLocks noGrp="1"/>
          </p:cNvSpPr>
          <p:nvPr/>
        </p:nvSpPr>
        <p:spPr>
          <a:xfrm>
            <a:off x="723268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9" name="a_full_bar_518">
            <a:extLst>
              <a:ext uri="{FF2B5EF4-FFF2-40B4-BE49-F238E27FC236}">
                <a16:creationId xmlns:a16="http://schemas.microsoft.com/office/drawing/2014/main" id="{3B3752C3-C628-4DEA-8D65-7DE24EEE9B41}"/>
              </a:ext>
            </a:extLst>
          </p:cNvPr>
          <p:cNvSpPr>
            <a:spLocks noGrp="1"/>
          </p:cNvSpPr>
          <p:nvPr/>
        </p:nvSpPr>
        <p:spPr>
          <a:xfrm>
            <a:off x="7110099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0" name="a_full_bar_519">
            <a:extLst>
              <a:ext uri="{FF2B5EF4-FFF2-40B4-BE49-F238E27FC236}">
                <a16:creationId xmlns:a16="http://schemas.microsoft.com/office/drawing/2014/main" id="{44A93767-E647-4166-A01F-1ECFAE99E930}"/>
              </a:ext>
            </a:extLst>
          </p:cNvPr>
          <p:cNvSpPr>
            <a:spLocks noGrp="1"/>
          </p:cNvSpPr>
          <p:nvPr/>
        </p:nvSpPr>
        <p:spPr>
          <a:xfrm>
            <a:off x="7230184" y="546377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1" name="a_full_bar_520">
            <a:extLst>
              <a:ext uri="{FF2B5EF4-FFF2-40B4-BE49-F238E27FC236}">
                <a16:creationId xmlns:a16="http://schemas.microsoft.com/office/drawing/2014/main" id="{88D55C53-5FEC-43DF-9886-AE9E3EBFACFC}"/>
              </a:ext>
            </a:extLst>
          </p:cNvPr>
          <p:cNvSpPr>
            <a:spLocks noGrp="1"/>
          </p:cNvSpPr>
          <p:nvPr/>
        </p:nvSpPr>
        <p:spPr>
          <a:xfrm>
            <a:off x="710789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2" name="a_full_bar_521">
            <a:extLst>
              <a:ext uri="{FF2B5EF4-FFF2-40B4-BE49-F238E27FC236}">
                <a16:creationId xmlns:a16="http://schemas.microsoft.com/office/drawing/2014/main" id="{C7CCA43D-8F3D-47E6-BD9E-14CAF7696725}"/>
              </a:ext>
            </a:extLst>
          </p:cNvPr>
          <p:cNvSpPr>
            <a:spLocks noGrp="1"/>
          </p:cNvSpPr>
          <p:nvPr/>
        </p:nvSpPr>
        <p:spPr>
          <a:xfrm>
            <a:off x="7035570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3" name="a_full_bar_522">
            <a:extLst>
              <a:ext uri="{FF2B5EF4-FFF2-40B4-BE49-F238E27FC236}">
                <a16:creationId xmlns:a16="http://schemas.microsoft.com/office/drawing/2014/main" id="{608B4B42-7114-4626-9397-EAB9E704D8C5}"/>
              </a:ext>
            </a:extLst>
          </p:cNvPr>
          <p:cNvSpPr>
            <a:spLocks noGrp="1"/>
          </p:cNvSpPr>
          <p:nvPr/>
        </p:nvSpPr>
        <p:spPr>
          <a:xfrm>
            <a:off x="7032795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4" name="a_full_bar_523">
            <a:extLst>
              <a:ext uri="{FF2B5EF4-FFF2-40B4-BE49-F238E27FC236}">
                <a16:creationId xmlns:a16="http://schemas.microsoft.com/office/drawing/2014/main" id="{A69437D7-017B-4AE1-B1B9-650BD79A8F57}"/>
              </a:ext>
            </a:extLst>
          </p:cNvPr>
          <p:cNvSpPr>
            <a:spLocks noGrp="1"/>
          </p:cNvSpPr>
          <p:nvPr/>
        </p:nvSpPr>
        <p:spPr>
          <a:xfrm>
            <a:off x="7086972" y="59755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5" name="a_full_bar_524">
            <a:extLst>
              <a:ext uri="{FF2B5EF4-FFF2-40B4-BE49-F238E27FC236}">
                <a16:creationId xmlns:a16="http://schemas.microsoft.com/office/drawing/2014/main" id="{EF9B4565-904E-45DF-B522-B070C4ADF9A7}"/>
              </a:ext>
            </a:extLst>
          </p:cNvPr>
          <p:cNvSpPr>
            <a:spLocks noGrp="1"/>
          </p:cNvSpPr>
          <p:nvPr/>
        </p:nvSpPr>
        <p:spPr>
          <a:xfrm>
            <a:off x="7004303" y="38905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6" name="a_full_bar_525">
            <a:extLst>
              <a:ext uri="{FF2B5EF4-FFF2-40B4-BE49-F238E27FC236}">
                <a16:creationId xmlns:a16="http://schemas.microsoft.com/office/drawing/2014/main" id="{A573E2F2-465F-4233-BC90-1E325EA17CAA}"/>
              </a:ext>
            </a:extLst>
          </p:cNvPr>
          <p:cNvSpPr>
            <a:spLocks noGrp="1"/>
          </p:cNvSpPr>
          <p:nvPr/>
        </p:nvSpPr>
        <p:spPr>
          <a:xfrm>
            <a:off x="7120975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7" name="a_full_bar_526">
            <a:extLst>
              <a:ext uri="{FF2B5EF4-FFF2-40B4-BE49-F238E27FC236}">
                <a16:creationId xmlns:a16="http://schemas.microsoft.com/office/drawing/2014/main" id="{8C2DA415-AAC2-4A1E-9BB0-ADF417FE13D2}"/>
              </a:ext>
            </a:extLst>
          </p:cNvPr>
          <p:cNvSpPr>
            <a:spLocks noGrp="1"/>
          </p:cNvSpPr>
          <p:nvPr/>
        </p:nvSpPr>
        <p:spPr>
          <a:xfrm>
            <a:off x="698557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8" name="a_full_bar_527">
            <a:extLst>
              <a:ext uri="{FF2B5EF4-FFF2-40B4-BE49-F238E27FC236}">
                <a16:creationId xmlns:a16="http://schemas.microsoft.com/office/drawing/2014/main" id="{9DC2AC96-BA86-448B-AE60-D9F8554CC8E0}"/>
              </a:ext>
            </a:extLst>
          </p:cNvPr>
          <p:cNvSpPr>
            <a:spLocks noGrp="1"/>
          </p:cNvSpPr>
          <p:nvPr/>
        </p:nvSpPr>
        <p:spPr>
          <a:xfrm>
            <a:off x="6981107" y="583431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9" name="a_full_bar_528">
            <a:extLst>
              <a:ext uri="{FF2B5EF4-FFF2-40B4-BE49-F238E27FC236}">
                <a16:creationId xmlns:a16="http://schemas.microsoft.com/office/drawing/2014/main" id="{9472BBFC-6A27-4FD5-80FE-E0171253520C}"/>
              </a:ext>
            </a:extLst>
          </p:cNvPr>
          <p:cNvSpPr>
            <a:spLocks noGrp="1"/>
          </p:cNvSpPr>
          <p:nvPr/>
        </p:nvSpPr>
        <p:spPr>
          <a:xfrm>
            <a:off x="717417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0" name="a_full_bar_529">
            <a:extLst>
              <a:ext uri="{FF2B5EF4-FFF2-40B4-BE49-F238E27FC236}">
                <a16:creationId xmlns:a16="http://schemas.microsoft.com/office/drawing/2014/main" id="{A7B647C1-3CFF-459F-BD77-35D5A5E9207F}"/>
              </a:ext>
            </a:extLst>
          </p:cNvPr>
          <p:cNvSpPr>
            <a:spLocks noGrp="1"/>
          </p:cNvSpPr>
          <p:nvPr/>
        </p:nvSpPr>
        <p:spPr>
          <a:xfrm>
            <a:off x="7043736" y="53782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1" name="a_full_bar_530">
            <a:extLst>
              <a:ext uri="{FF2B5EF4-FFF2-40B4-BE49-F238E27FC236}">
                <a16:creationId xmlns:a16="http://schemas.microsoft.com/office/drawing/2014/main" id="{33EEB924-D7D5-4CB7-BF1B-EEC876A8B2DF}"/>
              </a:ext>
            </a:extLst>
          </p:cNvPr>
          <p:cNvSpPr>
            <a:spLocks noGrp="1"/>
          </p:cNvSpPr>
          <p:nvPr/>
        </p:nvSpPr>
        <p:spPr>
          <a:xfrm>
            <a:off x="7028534" y="58213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2" name="a_full_bar_531">
            <a:extLst>
              <a:ext uri="{FF2B5EF4-FFF2-40B4-BE49-F238E27FC236}">
                <a16:creationId xmlns:a16="http://schemas.microsoft.com/office/drawing/2014/main" id="{04A5E849-8D28-4E8E-8C48-C2E38BDDB255}"/>
              </a:ext>
            </a:extLst>
          </p:cNvPr>
          <p:cNvSpPr>
            <a:spLocks noGrp="1"/>
          </p:cNvSpPr>
          <p:nvPr/>
        </p:nvSpPr>
        <p:spPr>
          <a:xfrm>
            <a:off x="7334944" y="460921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3" name="a_full_bar_532">
            <a:extLst>
              <a:ext uri="{FF2B5EF4-FFF2-40B4-BE49-F238E27FC236}">
                <a16:creationId xmlns:a16="http://schemas.microsoft.com/office/drawing/2014/main" id="{BA9E2D9C-B07D-44FF-9EAF-E19A5813B625}"/>
              </a:ext>
            </a:extLst>
          </p:cNvPr>
          <p:cNvSpPr>
            <a:spLocks noGrp="1"/>
          </p:cNvSpPr>
          <p:nvPr/>
        </p:nvSpPr>
        <p:spPr>
          <a:xfrm>
            <a:off x="728829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4" name="a_full_bar_533">
            <a:extLst>
              <a:ext uri="{FF2B5EF4-FFF2-40B4-BE49-F238E27FC236}">
                <a16:creationId xmlns:a16="http://schemas.microsoft.com/office/drawing/2014/main" id="{FAD62B8D-D31B-4D38-BC2E-17300BD01D13}"/>
              </a:ext>
            </a:extLst>
          </p:cNvPr>
          <p:cNvSpPr>
            <a:spLocks noGrp="1"/>
          </p:cNvSpPr>
          <p:nvPr/>
        </p:nvSpPr>
        <p:spPr>
          <a:xfrm>
            <a:off x="7029251" y="278476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5" name="a_full_bar_534">
            <a:extLst>
              <a:ext uri="{FF2B5EF4-FFF2-40B4-BE49-F238E27FC236}">
                <a16:creationId xmlns:a16="http://schemas.microsoft.com/office/drawing/2014/main" id="{2E4E5C8A-F46F-4A02-9554-8F77716A28DE}"/>
              </a:ext>
            </a:extLst>
          </p:cNvPr>
          <p:cNvSpPr>
            <a:spLocks noGrp="1"/>
          </p:cNvSpPr>
          <p:nvPr/>
        </p:nvSpPr>
        <p:spPr>
          <a:xfrm>
            <a:off x="731831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6" name="a_full_bar_535">
            <a:extLst>
              <a:ext uri="{FF2B5EF4-FFF2-40B4-BE49-F238E27FC236}">
                <a16:creationId xmlns:a16="http://schemas.microsoft.com/office/drawing/2014/main" id="{83FA7B6C-1F9F-48A1-A811-3972123B1FE3}"/>
              </a:ext>
            </a:extLst>
          </p:cNvPr>
          <p:cNvSpPr>
            <a:spLocks noGrp="1"/>
          </p:cNvSpPr>
          <p:nvPr/>
        </p:nvSpPr>
        <p:spPr>
          <a:xfrm>
            <a:off x="7282350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7" name="a_full_bar_536">
            <a:extLst>
              <a:ext uri="{FF2B5EF4-FFF2-40B4-BE49-F238E27FC236}">
                <a16:creationId xmlns:a16="http://schemas.microsoft.com/office/drawing/2014/main" id="{409DB3D7-81B4-4914-A5FD-8F71F8B0E2E8}"/>
              </a:ext>
            </a:extLst>
          </p:cNvPr>
          <p:cNvSpPr>
            <a:spLocks noGrp="1"/>
          </p:cNvSpPr>
          <p:nvPr/>
        </p:nvSpPr>
        <p:spPr>
          <a:xfrm>
            <a:off x="719892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8" name="a_full_bar_537">
            <a:extLst>
              <a:ext uri="{FF2B5EF4-FFF2-40B4-BE49-F238E27FC236}">
                <a16:creationId xmlns:a16="http://schemas.microsoft.com/office/drawing/2014/main" id="{D995B1FD-D719-48BD-A84F-ADFB51121B16}"/>
              </a:ext>
            </a:extLst>
          </p:cNvPr>
          <p:cNvSpPr>
            <a:spLocks noGrp="1"/>
          </p:cNvSpPr>
          <p:nvPr/>
        </p:nvSpPr>
        <p:spPr>
          <a:xfrm>
            <a:off x="7042782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9" name="a_full_bar_538">
            <a:extLst>
              <a:ext uri="{FF2B5EF4-FFF2-40B4-BE49-F238E27FC236}">
                <a16:creationId xmlns:a16="http://schemas.microsoft.com/office/drawing/2014/main" id="{8BEE80A7-DFB9-4670-809E-98B9D7C1DD33}"/>
              </a:ext>
            </a:extLst>
          </p:cNvPr>
          <p:cNvSpPr>
            <a:spLocks noGrp="1"/>
          </p:cNvSpPr>
          <p:nvPr/>
        </p:nvSpPr>
        <p:spPr>
          <a:xfrm>
            <a:off x="6975752" y="427159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0" name="a_full_bar_539">
            <a:extLst>
              <a:ext uri="{FF2B5EF4-FFF2-40B4-BE49-F238E27FC236}">
                <a16:creationId xmlns:a16="http://schemas.microsoft.com/office/drawing/2014/main" id="{70031A37-EA64-4AC5-A94A-19C5A98F3030}"/>
              </a:ext>
            </a:extLst>
          </p:cNvPr>
          <p:cNvSpPr>
            <a:spLocks noGrp="1"/>
          </p:cNvSpPr>
          <p:nvPr/>
        </p:nvSpPr>
        <p:spPr>
          <a:xfrm>
            <a:off x="730203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1" name="a_full_bar_540">
            <a:extLst>
              <a:ext uri="{FF2B5EF4-FFF2-40B4-BE49-F238E27FC236}">
                <a16:creationId xmlns:a16="http://schemas.microsoft.com/office/drawing/2014/main" id="{2E45C420-F2D8-43F1-8E38-E6B418D626C6}"/>
              </a:ext>
            </a:extLst>
          </p:cNvPr>
          <p:cNvSpPr>
            <a:spLocks noGrp="1"/>
          </p:cNvSpPr>
          <p:nvPr/>
        </p:nvSpPr>
        <p:spPr>
          <a:xfrm>
            <a:off x="7298703" y="374459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2" name="a_full_bar_541">
            <a:extLst>
              <a:ext uri="{FF2B5EF4-FFF2-40B4-BE49-F238E27FC236}">
                <a16:creationId xmlns:a16="http://schemas.microsoft.com/office/drawing/2014/main" id="{710F8E03-7CC6-4484-958D-499CDD29A644}"/>
              </a:ext>
            </a:extLst>
          </p:cNvPr>
          <p:cNvSpPr>
            <a:spLocks noGrp="1"/>
          </p:cNvSpPr>
          <p:nvPr/>
        </p:nvSpPr>
        <p:spPr>
          <a:xfrm>
            <a:off x="711801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3" name="a_full_bar_542">
            <a:extLst>
              <a:ext uri="{FF2B5EF4-FFF2-40B4-BE49-F238E27FC236}">
                <a16:creationId xmlns:a16="http://schemas.microsoft.com/office/drawing/2014/main" id="{67ED77A8-3F99-41F5-9F88-2E51DA32ADA5}"/>
              </a:ext>
            </a:extLst>
          </p:cNvPr>
          <p:cNvSpPr>
            <a:spLocks noGrp="1"/>
          </p:cNvSpPr>
          <p:nvPr/>
        </p:nvSpPr>
        <p:spPr>
          <a:xfrm>
            <a:off x="7218247" y="55434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4" name="a_full_bar_543">
            <a:extLst>
              <a:ext uri="{FF2B5EF4-FFF2-40B4-BE49-F238E27FC236}">
                <a16:creationId xmlns:a16="http://schemas.microsoft.com/office/drawing/2014/main" id="{55126B9F-A86D-4EC6-821A-DC6484E05360}"/>
              </a:ext>
            </a:extLst>
          </p:cNvPr>
          <p:cNvSpPr>
            <a:spLocks noGrp="1"/>
          </p:cNvSpPr>
          <p:nvPr/>
        </p:nvSpPr>
        <p:spPr>
          <a:xfrm>
            <a:off x="718926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5" name="a_full_bar_544">
            <a:extLst>
              <a:ext uri="{FF2B5EF4-FFF2-40B4-BE49-F238E27FC236}">
                <a16:creationId xmlns:a16="http://schemas.microsoft.com/office/drawing/2014/main" id="{9E363093-CBDD-4D62-8FA4-78F0D7A0881B}"/>
              </a:ext>
            </a:extLst>
          </p:cNvPr>
          <p:cNvSpPr>
            <a:spLocks noGrp="1"/>
          </p:cNvSpPr>
          <p:nvPr/>
        </p:nvSpPr>
        <p:spPr>
          <a:xfrm>
            <a:off x="7180176" y="51528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6" name="a_full_bar_545">
            <a:extLst>
              <a:ext uri="{FF2B5EF4-FFF2-40B4-BE49-F238E27FC236}">
                <a16:creationId xmlns:a16="http://schemas.microsoft.com/office/drawing/2014/main" id="{509BDA44-C3E3-4724-82C5-FA78CB01FF14}"/>
              </a:ext>
            </a:extLst>
          </p:cNvPr>
          <p:cNvSpPr>
            <a:spLocks noGrp="1"/>
          </p:cNvSpPr>
          <p:nvPr/>
        </p:nvSpPr>
        <p:spPr>
          <a:xfrm>
            <a:off x="7228239" y="38905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7" name="a_full_bar_546">
            <a:extLst>
              <a:ext uri="{FF2B5EF4-FFF2-40B4-BE49-F238E27FC236}">
                <a16:creationId xmlns:a16="http://schemas.microsoft.com/office/drawing/2014/main" id="{B748DC54-11EE-4FBB-873A-DA763F774242}"/>
              </a:ext>
            </a:extLst>
          </p:cNvPr>
          <p:cNvSpPr>
            <a:spLocks noGrp="1"/>
          </p:cNvSpPr>
          <p:nvPr/>
        </p:nvSpPr>
        <p:spPr>
          <a:xfrm>
            <a:off x="707313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8" name="a_full_bar_547">
            <a:extLst>
              <a:ext uri="{FF2B5EF4-FFF2-40B4-BE49-F238E27FC236}">
                <a16:creationId xmlns:a16="http://schemas.microsoft.com/office/drawing/2014/main" id="{42946971-C411-4A86-BA4D-072833F5B27C}"/>
              </a:ext>
            </a:extLst>
          </p:cNvPr>
          <p:cNvSpPr>
            <a:spLocks noGrp="1"/>
          </p:cNvSpPr>
          <p:nvPr/>
        </p:nvSpPr>
        <p:spPr>
          <a:xfrm>
            <a:off x="7035985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9" name="a_full_bar_548">
            <a:extLst>
              <a:ext uri="{FF2B5EF4-FFF2-40B4-BE49-F238E27FC236}">
                <a16:creationId xmlns:a16="http://schemas.microsoft.com/office/drawing/2014/main" id="{6738CB1F-70E3-475C-9946-666E55F24D69}"/>
              </a:ext>
            </a:extLst>
          </p:cNvPr>
          <p:cNvSpPr>
            <a:spLocks noGrp="1"/>
          </p:cNvSpPr>
          <p:nvPr/>
        </p:nvSpPr>
        <p:spPr>
          <a:xfrm>
            <a:off x="723315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0" name="a_full_bar_549">
            <a:extLst>
              <a:ext uri="{FF2B5EF4-FFF2-40B4-BE49-F238E27FC236}">
                <a16:creationId xmlns:a16="http://schemas.microsoft.com/office/drawing/2014/main" id="{C61AF5C8-674E-4AC5-8FCF-8FA8E8C8CC7D}"/>
              </a:ext>
            </a:extLst>
          </p:cNvPr>
          <p:cNvSpPr>
            <a:spLocks noGrp="1"/>
          </p:cNvSpPr>
          <p:nvPr/>
        </p:nvSpPr>
        <p:spPr>
          <a:xfrm>
            <a:off x="721070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1" name="a_full_bar_550">
            <a:extLst>
              <a:ext uri="{FF2B5EF4-FFF2-40B4-BE49-F238E27FC236}">
                <a16:creationId xmlns:a16="http://schemas.microsoft.com/office/drawing/2014/main" id="{8BA89C92-BA93-4335-A5F9-0E18771CA4A7}"/>
              </a:ext>
            </a:extLst>
          </p:cNvPr>
          <p:cNvSpPr>
            <a:spLocks noGrp="1"/>
          </p:cNvSpPr>
          <p:nvPr/>
        </p:nvSpPr>
        <p:spPr>
          <a:xfrm>
            <a:off x="7015265" y="451309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2" name="a_full_bar_551">
            <a:extLst>
              <a:ext uri="{FF2B5EF4-FFF2-40B4-BE49-F238E27FC236}">
                <a16:creationId xmlns:a16="http://schemas.microsoft.com/office/drawing/2014/main" id="{6536666A-7B01-4645-9095-CCCACCA95D04}"/>
              </a:ext>
            </a:extLst>
          </p:cNvPr>
          <p:cNvSpPr>
            <a:spLocks noGrp="1"/>
          </p:cNvSpPr>
          <p:nvPr/>
        </p:nvSpPr>
        <p:spPr>
          <a:xfrm>
            <a:off x="7143153" y="394841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3" name="a_full_bar_552">
            <a:extLst>
              <a:ext uri="{FF2B5EF4-FFF2-40B4-BE49-F238E27FC236}">
                <a16:creationId xmlns:a16="http://schemas.microsoft.com/office/drawing/2014/main" id="{E6517486-8134-4E9C-9F80-ED2EE2CEA495}"/>
              </a:ext>
            </a:extLst>
          </p:cNvPr>
          <p:cNvSpPr>
            <a:spLocks noGrp="1"/>
          </p:cNvSpPr>
          <p:nvPr/>
        </p:nvSpPr>
        <p:spPr>
          <a:xfrm>
            <a:off x="711260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4" name="a_full_bar_553">
            <a:extLst>
              <a:ext uri="{FF2B5EF4-FFF2-40B4-BE49-F238E27FC236}">
                <a16:creationId xmlns:a16="http://schemas.microsoft.com/office/drawing/2014/main" id="{E8FCBFB1-010A-48AC-B774-BDE82526460E}"/>
              </a:ext>
            </a:extLst>
          </p:cNvPr>
          <p:cNvSpPr>
            <a:spLocks noGrp="1"/>
          </p:cNvSpPr>
          <p:nvPr/>
        </p:nvSpPr>
        <p:spPr>
          <a:xfrm>
            <a:off x="7058164" y="410032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5" name="a_full_bar_554">
            <a:extLst>
              <a:ext uri="{FF2B5EF4-FFF2-40B4-BE49-F238E27FC236}">
                <a16:creationId xmlns:a16="http://schemas.microsoft.com/office/drawing/2014/main" id="{ED9301B4-F4DF-40F4-903F-CE466F1B4A1E}"/>
              </a:ext>
            </a:extLst>
          </p:cNvPr>
          <p:cNvSpPr>
            <a:spLocks noGrp="1"/>
          </p:cNvSpPr>
          <p:nvPr/>
        </p:nvSpPr>
        <p:spPr>
          <a:xfrm>
            <a:off x="7164086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6" name="a_full_bar_555">
            <a:extLst>
              <a:ext uri="{FF2B5EF4-FFF2-40B4-BE49-F238E27FC236}">
                <a16:creationId xmlns:a16="http://schemas.microsoft.com/office/drawing/2014/main" id="{A6F0FEEE-BFD3-40AB-B63D-9BECF6F01DF4}"/>
              </a:ext>
            </a:extLst>
          </p:cNvPr>
          <p:cNvSpPr>
            <a:spLocks noGrp="1"/>
          </p:cNvSpPr>
          <p:nvPr/>
        </p:nvSpPr>
        <p:spPr>
          <a:xfrm>
            <a:off x="699342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7" name="a_full_bar_556">
            <a:extLst>
              <a:ext uri="{FF2B5EF4-FFF2-40B4-BE49-F238E27FC236}">
                <a16:creationId xmlns:a16="http://schemas.microsoft.com/office/drawing/2014/main" id="{3B8DB9A4-AC1D-4216-A10E-7F72A1BAF12B}"/>
              </a:ext>
            </a:extLst>
          </p:cNvPr>
          <p:cNvSpPr>
            <a:spLocks noGrp="1"/>
          </p:cNvSpPr>
          <p:nvPr/>
        </p:nvSpPr>
        <p:spPr>
          <a:xfrm>
            <a:off x="7126033" y="560936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8" name="a_full_bar_557">
            <a:extLst>
              <a:ext uri="{FF2B5EF4-FFF2-40B4-BE49-F238E27FC236}">
                <a16:creationId xmlns:a16="http://schemas.microsoft.com/office/drawing/2014/main" id="{2FD3D889-FEB5-499A-9580-8673AD747081}"/>
              </a:ext>
            </a:extLst>
          </p:cNvPr>
          <p:cNvSpPr>
            <a:spLocks noGrp="1"/>
          </p:cNvSpPr>
          <p:nvPr/>
        </p:nvSpPr>
        <p:spPr>
          <a:xfrm>
            <a:off x="7225972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9" name="a_full_bar_558">
            <a:extLst>
              <a:ext uri="{FF2B5EF4-FFF2-40B4-BE49-F238E27FC236}">
                <a16:creationId xmlns:a16="http://schemas.microsoft.com/office/drawing/2014/main" id="{314BFCF8-3613-4B33-8596-87B7F7EBB83A}"/>
              </a:ext>
            </a:extLst>
          </p:cNvPr>
          <p:cNvSpPr>
            <a:spLocks noGrp="1"/>
          </p:cNvSpPr>
          <p:nvPr/>
        </p:nvSpPr>
        <p:spPr>
          <a:xfrm>
            <a:off x="707443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0" name="a_full_bar_559">
            <a:extLst>
              <a:ext uri="{FF2B5EF4-FFF2-40B4-BE49-F238E27FC236}">
                <a16:creationId xmlns:a16="http://schemas.microsoft.com/office/drawing/2014/main" id="{CB3FE0F9-A554-40D8-BAFD-05B1DF93B5D0}"/>
              </a:ext>
            </a:extLst>
          </p:cNvPr>
          <p:cNvSpPr>
            <a:spLocks noGrp="1"/>
          </p:cNvSpPr>
          <p:nvPr/>
        </p:nvSpPr>
        <p:spPr>
          <a:xfrm>
            <a:off x="730125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1" name="a_full_bar_560">
            <a:extLst>
              <a:ext uri="{FF2B5EF4-FFF2-40B4-BE49-F238E27FC236}">
                <a16:creationId xmlns:a16="http://schemas.microsoft.com/office/drawing/2014/main" id="{CC88276C-B253-4610-A9F5-BF79855AC6BF}"/>
              </a:ext>
            </a:extLst>
          </p:cNvPr>
          <p:cNvSpPr>
            <a:spLocks noGrp="1"/>
          </p:cNvSpPr>
          <p:nvPr/>
        </p:nvSpPr>
        <p:spPr>
          <a:xfrm>
            <a:off x="713935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2" name="a_full_bar_561">
            <a:extLst>
              <a:ext uri="{FF2B5EF4-FFF2-40B4-BE49-F238E27FC236}">
                <a16:creationId xmlns:a16="http://schemas.microsoft.com/office/drawing/2014/main" id="{3FCC6671-4367-421F-9C5E-00EAB273AD70}"/>
              </a:ext>
            </a:extLst>
          </p:cNvPr>
          <p:cNvSpPr>
            <a:spLocks noGrp="1"/>
          </p:cNvSpPr>
          <p:nvPr/>
        </p:nvSpPr>
        <p:spPr>
          <a:xfrm>
            <a:off x="7246590" y="53301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3" name="a_full_bar_562">
            <a:extLst>
              <a:ext uri="{FF2B5EF4-FFF2-40B4-BE49-F238E27FC236}">
                <a16:creationId xmlns:a16="http://schemas.microsoft.com/office/drawing/2014/main" id="{738CE676-B4BB-4DEA-829B-7895C5CA361E}"/>
              </a:ext>
            </a:extLst>
          </p:cNvPr>
          <p:cNvSpPr>
            <a:spLocks noGrp="1"/>
          </p:cNvSpPr>
          <p:nvPr/>
        </p:nvSpPr>
        <p:spPr>
          <a:xfrm>
            <a:off x="712412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4" name="a_full_bar_563">
            <a:extLst>
              <a:ext uri="{FF2B5EF4-FFF2-40B4-BE49-F238E27FC236}">
                <a16:creationId xmlns:a16="http://schemas.microsoft.com/office/drawing/2014/main" id="{206901FE-3314-4A58-BF30-1B7EB6058DE1}"/>
              </a:ext>
            </a:extLst>
          </p:cNvPr>
          <p:cNvSpPr>
            <a:spLocks noGrp="1"/>
          </p:cNvSpPr>
          <p:nvPr/>
        </p:nvSpPr>
        <p:spPr>
          <a:xfrm>
            <a:off x="7183281" y="57366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5" name="a_full_bar_564">
            <a:extLst>
              <a:ext uri="{FF2B5EF4-FFF2-40B4-BE49-F238E27FC236}">
                <a16:creationId xmlns:a16="http://schemas.microsoft.com/office/drawing/2014/main" id="{2C96B345-CD73-4599-ADAE-29035342FEC7}"/>
              </a:ext>
            </a:extLst>
          </p:cNvPr>
          <p:cNvSpPr>
            <a:spLocks noGrp="1"/>
          </p:cNvSpPr>
          <p:nvPr/>
        </p:nvSpPr>
        <p:spPr>
          <a:xfrm>
            <a:off x="2727085" y="34892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6" name="a_full_bar_565">
            <a:extLst>
              <a:ext uri="{FF2B5EF4-FFF2-40B4-BE49-F238E27FC236}">
                <a16:creationId xmlns:a16="http://schemas.microsoft.com/office/drawing/2014/main" id="{261F2FD9-1210-4CDB-AA63-BF7101D78174}"/>
              </a:ext>
            </a:extLst>
          </p:cNvPr>
          <p:cNvSpPr>
            <a:spLocks noGrp="1"/>
          </p:cNvSpPr>
          <p:nvPr/>
        </p:nvSpPr>
        <p:spPr>
          <a:xfrm>
            <a:off x="2802802" y="290603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7" name="a_full_bar_566">
            <a:extLst>
              <a:ext uri="{FF2B5EF4-FFF2-40B4-BE49-F238E27FC236}">
                <a16:creationId xmlns:a16="http://schemas.microsoft.com/office/drawing/2014/main" id="{FB28AEDB-5FB7-4787-B52E-0C3182F86F40}"/>
              </a:ext>
            </a:extLst>
          </p:cNvPr>
          <p:cNvSpPr>
            <a:spLocks noGrp="1"/>
          </p:cNvSpPr>
          <p:nvPr/>
        </p:nvSpPr>
        <p:spPr>
          <a:xfrm>
            <a:off x="2697977" y="3275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8" name="a_full_bar_567">
            <a:extLst>
              <a:ext uri="{FF2B5EF4-FFF2-40B4-BE49-F238E27FC236}">
                <a16:creationId xmlns:a16="http://schemas.microsoft.com/office/drawing/2014/main" id="{1A486283-A3CE-4204-A290-242B9A8EEA5C}"/>
              </a:ext>
            </a:extLst>
          </p:cNvPr>
          <p:cNvSpPr>
            <a:spLocks noGrp="1"/>
          </p:cNvSpPr>
          <p:nvPr/>
        </p:nvSpPr>
        <p:spPr>
          <a:xfrm>
            <a:off x="2934384" y="56179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9" name="a_full_bar_568">
            <a:extLst>
              <a:ext uri="{FF2B5EF4-FFF2-40B4-BE49-F238E27FC236}">
                <a16:creationId xmlns:a16="http://schemas.microsoft.com/office/drawing/2014/main" id="{022DD0E8-DFC8-4E3F-9195-D83DF865767C}"/>
              </a:ext>
            </a:extLst>
          </p:cNvPr>
          <p:cNvSpPr>
            <a:spLocks noGrp="1"/>
          </p:cNvSpPr>
          <p:nvPr/>
        </p:nvSpPr>
        <p:spPr>
          <a:xfrm>
            <a:off x="2790055" y="348922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0" name="a_full_bar_569">
            <a:extLst>
              <a:ext uri="{FF2B5EF4-FFF2-40B4-BE49-F238E27FC236}">
                <a16:creationId xmlns:a16="http://schemas.microsoft.com/office/drawing/2014/main" id="{BA186636-47E5-4F37-ADA1-7EF772563135}"/>
              </a:ext>
            </a:extLst>
          </p:cNvPr>
          <p:cNvSpPr>
            <a:spLocks noGrp="1"/>
          </p:cNvSpPr>
          <p:nvPr/>
        </p:nvSpPr>
        <p:spPr>
          <a:xfrm>
            <a:off x="2911851" y="39335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1" name="a_full_bar_570">
            <a:extLst>
              <a:ext uri="{FF2B5EF4-FFF2-40B4-BE49-F238E27FC236}">
                <a16:creationId xmlns:a16="http://schemas.microsoft.com/office/drawing/2014/main" id="{0B23C19B-5104-40FA-AD3C-55FBBECD87FB}"/>
              </a:ext>
            </a:extLst>
          </p:cNvPr>
          <p:cNvSpPr>
            <a:spLocks noGrp="1"/>
          </p:cNvSpPr>
          <p:nvPr/>
        </p:nvSpPr>
        <p:spPr>
          <a:xfrm>
            <a:off x="2941703" y="305337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2" name="a_full_bar_571">
            <a:extLst>
              <a:ext uri="{FF2B5EF4-FFF2-40B4-BE49-F238E27FC236}">
                <a16:creationId xmlns:a16="http://schemas.microsoft.com/office/drawing/2014/main" id="{5B4C98F2-A83C-4DFF-B218-9B711832E8AB}"/>
              </a:ext>
            </a:extLst>
          </p:cNvPr>
          <p:cNvSpPr>
            <a:spLocks noGrp="1"/>
          </p:cNvSpPr>
          <p:nvPr/>
        </p:nvSpPr>
        <p:spPr>
          <a:xfrm>
            <a:off x="2659413" y="31203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3" name="a_full_bar_572">
            <a:extLst>
              <a:ext uri="{FF2B5EF4-FFF2-40B4-BE49-F238E27FC236}">
                <a16:creationId xmlns:a16="http://schemas.microsoft.com/office/drawing/2014/main" id="{5F1788D2-5841-4CE2-9DB4-AF2F0A69BD6B}"/>
              </a:ext>
            </a:extLst>
          </p:cNvPr>
          <p:cNvSpPr>
            <a:spLocks noGrp="1"/>
          </p:cNvSpPr>
          <p:nvPr/>
        </p:nvSpPr>
        <p:spPr>
          <a:xfrm>
            <a:off x="3012847" y="402606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4" name="a_full_bar_573">
            <a:extLst>
              <a:ext uri="{FF2B5EF4-FFF2-40B4-BE49-F238E27FC236}">
                <a16:creationId xmlns:a16="http://schemas.microsoft.com/office/drawing/2014/main" id="{18DFD90E-BE77-4BAB-98E0-FBCB51801152}"/>
              </a:ext>
            </a:extLst>
          </p:cNvPr>
          <p:cNvSpPr>
            <a:spLocks noGrp="1"/>
          </p:cNvSpPr>
          <p:nvPr/>
        </p:nvSpPr>
        <p:spPr>
          <a:xfrm>
            <a:off x="2808533" y="29389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5" name="a_full_bar_574">
            <a:extLst>
              <a:ext uri="{FF2B5EF4-FFF2-40B4-BE49-F238E27FC236}">
                <a16:creationId xmlns:a16="http://schemas.microsoft.com/office/drawing/2014/main" id="{B870457B-1F61-446B-A465-39FF8D543FE5}"/>
              </a:ext>
            </a:extLst>
          </p:cNvPr>
          <p:cNvSpPr>
            <a:spLocks noGrp="1"/>
          </p:cNvSpPr>
          <p:nvPr/>
        </p:nvSpPr>
        <p:spPr>
          <a:xfrm>
            <a:off x="2635437" y="44313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6" name="a_full_bar_575">
            <a:extLst>
              <a:ext uri="{FF2B5EF4-FFF2-40B4-BE49-F238E27FC236}">
                <a16:creationId xmlns:a16="http://schemas.microsoft.com/office/drawing/2014/main" id="{FC1E2178-2000-4834-BE7C-6FB7F7F959E0}"/>
              </a:ext>
            </a:extLst>
          </p:cNvPr>
          <p:cNvSpPr>
            <a:spLocks noGrp="1"/>
          </p:cNvSpPr>
          <p:nvPr/>
        </p:nvSpPr>
        <p:spPr>
          <a:xfrm>
            <a:off x="2817974" y="396399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7" name="a_full_bar_576">
            <a:extLst>
              <a:ext uri="{FF2B5EF4-FFF2-40B4-BE49-F238E27FC236}">
                <a16:creationId xmlns:a16="http://schemas.microsoft.com/office/drawing/2014/main" id="{C76D739B-EC59-48DC-A93B-A2CAC147B590}"/>
              </a:ext>
            </a:extLst>
          </p:cNvPr>
          <p:cNvSpPr>
            <a:spLocks noGrp="1"/>
          </p:cNvSpPr>
          <p:nvPr/>
        </p:nvSpPr>
        <p:spPr>
          <a:xfrm>
            <a:off x="2830070" y="415931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8" name="a_full_bar_577">
            <a:extLst>
              <a:ext uri="{FF2B5EF4-FFF2-40B4-BE49-F238E27FC236}">
                <a16:creationId xmlns:a16="http://schemas.microsoft.com/office/drawing/2014/main" id="{494BF150-DC2F-49C9-8EC9-9B53B41CCBBA}"/>
              </a:ext>
            </a:extLst>
          </p:cNvPr>
          <p:cNvSpPr>
            <a:spLocks noGrp="1"/>
          </p:cNvSpPr>
          <p:nvPr/>
        </p:nvSpPr>
        <p:spPr>
          <a:xfrm>
            <a:off x="2665975" y="36462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9" name="a_full_bar_578">
            <a:extLst>
              <a:ext uri="{FF2B5EF4-FFF2-40B4-BE49-F238E27FC236}">
                <a16:creationId xmlns:a16="http://schemas.microsoft.com/office/drawing/2014/main" id="{5FC51AB5-82B1-478E-B1B0-51C27E5D889A}"/>
              </a:ext>
            </a:extLst>
          </p:cNvPr>
          <p:cNvSpPr>
            <a:spLocks noGrp="1"/>
          </p:cNvSpPr>
          <p:nvPr/>
        </p:nvSpPr>
        <p:spPr>
          <a:xfrm>
            <a:off x="2635367" y="31062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0" name="a_full_bar_579">
            <a:extLst>
              <a:ext uri="{FF2B5EF4-FFF2-40B4-BE49-F238E27FC236}">
                <a16:creationId xmlns:a16="http://schemas.microsoft.com/office/drawing/2014/main" id="{F2A8FFA8-94A8-4720-88DD-CE42DF39FFEA}"/>
              </a:ext>
            </a:extLst>
          </p:cNvPr>
          <p:cNvSpPr>
            <a:spLocks noGrp="1"/>
          </p:cNvSpPr>
          <p:nvPr/>
        </p:nvSpPr>
        <p:spPr>
          <a:xfrm>
            <a:off x="2920327" y="318846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1" name="a_full_bar_580">
            <a:extLst>
              <a:ext uri="{FF2B5EF4-FFF2-40B4-BE49-F238E27FC236}">
                <a16:creationId xmlns:a16="http://schemas.microsoft.com/office/drawing/2014/main" id="{36BCAC5B-81C4-41C3-896A-85F9B9D07D51}"/>
              </a:ext>
            </a:extLst>
          </p:cNvPr>
          <p:cNvSpPr>
            <a:spLocks noGrp="1"/>
          </p:cNvSpPr>
          <p:nvPr/>
        </p:nvSpPr>
        <p:spPr>
          <a:xfrm>
            <a:off x="2914140" y="417812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2" name="a_full_bar_581">
            <a:extLst>
              <a:ext uri="{FF2B5EF4-FFF2-40B4-BE49-F238E27FC236}">
                <a16:creationId xmlns:a16="http://schemas.microsoft.com/office/drawing/2014/main" id="{7A0D4372-8DAF-4032-AA35-DF062DE522D6}"/>
              </a:ext>
            </a:extLst>
          </p:cNvPr>
          <p:cNvSpPr>
            <a:spLocks noGrp="1"/>
          </p:cNvSpPr>
          <p:nvPr/>
        </p:nvSpPr>
        <p:spPr>
          <a:xfrm>
            <a:off x="2784331" y="421542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3" name="a_full_bar_582">
            <a:extLst>
              <a:ext uri="{FF2B5EF4-FFF2-40B4-BE49-F238E27FC236}">
                <a16:creationId xmlns:a16="http://schemas.microsoft.com/office/drawing/2014/main" id="{7E6D7A0C-35F6-4519-8DD5-FA18D063C87F}"/>
              </a:ext>
            </a:extLst>
          </p:cNvPr>
          <p:cNvSpPr>
            <a:spLocks noGrp="1"/>
          </p:cNvSpPr>
          <p:nvPr/>
        </p:nvSpPr>
        <p:spPr>
          <a:xfrm>
            <a:off x="2790431" y="39944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4" name="a_full_bar_583">
            <a:extLst>
              <a:ext uri="{FF2B5EF4-FFF2-40B4-BE49-F238E27FC236}">
                <a16:creationId xmlns:a16="http://schemas.microsoft.com/office/drawing/2014/main" id="{20A966A4-BA5E-4435-AF02-04C16A3375F9}"/>
              </a:ext>
            </a:extLst>
          </p:cNvPr>
          <p:cNvSpPr>
            <a:spLocks noGrp="1"/>
          </p:cNvSpPr>
          <p:nvPr/>
        </p:nvSpPr>
        <p:spPr>
          <a:xfrm>
            <a:off x="3005434" y="38291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5" name="a_full_bar_584">
            <a:extLst>
              <a:ext uri="{FF2B5EF4-FFF2-40B4-BE49-F238E27FC236}">
                <a16:creationId xmlns:a16="http://schemas.microsoft.com/office/drawing/2014/main" id="{BBE052BC-4645-435E-9CF8-4964E4897543}"/>
              </a:ext>
            </a:extLst>
          </p:cNvPr>
          <p:cNvSpPr>
            <a:spLocks noGrp="1"/>
          </p:cNvSpPr>
          <p:nvPr/>
        </p:nvSpPr>
        <p:spPr>
          <a:xfrm>
            <a:off x="2731836" y="51487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6" name="a_full_bar_585">
            <a:extLst>
              <a:ext uri="{FF2B5EF4-FFF2-40B4-BE49-F238E27FC236}">
                <a16:creationId xmlns:a16="http://schemas.microsoft.com/office/drawing/2014/main" id="{919982D8-F06C-4BD0-984A-1F275A6A9EB5}"/>
              </a:ext>
            </a:extLst>
          </p:cNvPr>
          <p:cNvSpPr>
            <a:spLocks noGrp="1"/>
          </p:cNvSpPr>
          <p:nvPr/>
        </p:nvSpPr>
        <p:spPr>
          <a:xfrm>
            <a:off x="2890865" y="438991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7" name="a_full_bar_586">
            <a:extLst>
              <a:ext uri="{FF2B5EF4-FFF2-40B4-BE49-F238E27FC236}">
                <a16:creationId xmlns:a16="http://schemas.microsoft.com/office/drawing/2014/main" id="{47666704-5AB6-48E9-94CD-D977C7AAC9B3}"/>
              </a:ext>
            </a:extLst>
          </p:cNvPr>
          <p:cNvSpPr>
            <a:spLocks noGrp="1"/>
          </p:cNvSpPr>
          <p:nvPr/>
        </p:nvSpPr>
        <p:spPr>
          <a:xfrm>
            <a:off x="2996967" y="400101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8" name="a_full_bar_587">
            <a:extLst>
              <a:ext uri="{FF2B5EF4-FFF2-40B4-BE49-F238E27FC236}">
                <a16:creationId xmlns:a16="http://schemas.microsoft.com/office/drawing/2014/main" id="{6013DF67-70F1-45C9-844F-3917B50D956A}"/>
              </a:ext>
            </a:extLst>
          </p:cNvPr>
          <p:cNvSpPr>
            <a:spLocks noGrp="1"/>
          </p:cNvSpPr>
          <p:nvPr/>
        </p:nvSpPr>
        <p:spPr>
          <a:xfrm>
            <a:off x="2752772" y="29985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9" name="a_full_bar_588">
            <a:extLst>
              <a:ext uri="{FF2B5EF4-FFF2-40B4-BE49-F238E27FC236}">
                <a16:creationId xmlns:a16="http://schemas.microsoft.com/office/drawing/2014/main" id="{74951691-44B2-4E64-B7E0-BAD01E4E366D}"/>
              </a:ext>
            </a:extLst>
          </p:cNvPr>
          <p:cNvSpPr>
            <a:spLocks noGrp="1"/>
          </p:cNvSpPr>
          <p:nvPr/>
        </p:nvSpPr>
        <p:spPr>
          <a:xfrm>
            <a:off x="2778507" y="551154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0" name="a_full_bar_589">
            <a:extLst>
              <a:ext uri="{FF2B5EF4-FFF2-40B4-BE49-F238E27FC236}">
                <a16:creationId xmlns:a16="http://schemas.microsoft.com/office/drawing/2014/main" id="{FCAC8C78-0055-44B6-A03B-B0333E866CCB}"/>
              </a:ext>
            </a:extLst>
          </p:cNvPr>
          <p:cNvSpPr>
            <a:spLocks noGrp="1"/>
          </p:cNvSpPr>
          <p:nvPr/>
        </p:nvSpPr>
        <p:spPr>
          <a:xfrm>
            <a:off x="263836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1" name="a_full_bar_590">
            <a:extLst>
              <a:ext uri="{FF2B5EF4-FFF2-40B4-BE49-F238E27FC236}">
                <a16:creationId xmlns:a16="http://schemas.microsoft.com/office/drawing/2014/main" id="{34977BDA-66E3-4683-89A1-FF61BEFA417E}"/>
              </a:ext>
            </a:extLst>
          </p:cNvPr>
          <p:cNvSpPr>
            <a:spLocks noGrp="1"/>
          </p:cNvSpPr>
          <p:nvPr/>
        </p:nvSpPr>
        <p:spPr>
          <a:xfrm>
            <a:off x="2809766" y="4769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2" name="a_full_bar_591">
            <a:extLst>
              <a:ext uri="{FF2B5EF4-FFF2-40B4-BE49-F238E27FC236}">
                <a16:creationId xmlns:a16="http://schemas.microsoft.com/office/drawing/2014/main" id="{B2E6D424-230D-4566-A79C-4E32C0A8BD12}"/>
              </a:ext>
            </a:extLst>
          </p:cNvPr>
          <p:cNvSpPr>
            <a:spLocks noGrp="1"/>
          </p:cNvSpPr>
          <p:nvPr/>
        </p:nvSpPr>
        <p:spPr>
          <a:xfrm>
            <a:off x="2990755" y="49986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3" name="a_full_bar_592">
            <a:extLst>
              <a:ext uri="{FF2B5EF4-FFF2-40B4-BE49-F238E27FC236}">
                <a16:creationId xmlns:a16="http://schemas.microsoft.com/office/drawing/2014/main" id="{2403F40C-70B1-4541-B306-0E1A284725F3}"/>
              </a:ext>
            </a:extLst>
          </p:cNvPr>
          <p:cNvSpPr>
            <a:spLocks noGrp="1"/>
          </p:cNvSpPr>
          <p:nvPr/>
        </p:nvSpPr>
        <p:spPr>
          <a:xfrm>
            <a:off x="2627138" y="295064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4" name="a_full_bar_593">
            <a:extLst>
              <a:ext uri="{FF2B5EF4-FFF2-40B4-BE49-F238E27FC236}">
                <a16:creationId xmlns:a16="http://schemas.microsoft.com/office/drawing/2014/main" id="{D1189A58-B03C-43C9-8114-C90C67679C3A}"/>
              </a:ext>
            </a:extLst>
          </p:cNvPr>
          <p:cNvSpPr>
            <a:spLocks noGrp="1"/>
          </p:cNvSpPr>
          <p:nvPr/>
        </p:nvSpPr>
        <p:spPr>
          <a:xfrm>
            <a:off x="2858754" y="29484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5" name="a_full_bar_594">
            <a:extLst>
              <a:ext uri="{FF2B5EF4-FFF2-40B4-BE49-F238E27FC236}">
                <a16:creationId xmlns:a16="http://schemas.microsoft.com/office/drawing/2014/main" id="{6788F43E-FC5D-4EFA-894C-1B96C928DCD9}"/>
              </a:ext>
            </a:extLst>
          </p:cNvPr>
          <p:cNvSpPr>
            <a:spLocks noGrp="1"/>
          </p:cNvSpPr>
          <p:nvPr/>
        </p:nvSpPr>
        <p:spPr>
          <a:xfrm>
            <a:off x="301003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6" name="a_full_bar_595">
            <a:extLst>
              <a:ext uri="{FF2B5EF4-FFF2-40B4-BE49-F238E27FC236}">
                <a16:creationId xmlns:a16="http://schemas.microsoft.com/office/drawing/2014/main" id="{7CBF288C-11AE-469A-AEBA-00D9C3A5915C}"/>
              </a:ext>
            </a:extLst>
          </p:cNvPr>
          <p:cNvSpPr>
            <a:spLocks noGrp="1"/>
          </p:cNvSpPr>
          <p:nvPr/>
        </p:nvSpPr>
        <p:spPr>
          <a:xfrm>
            <a:off x="2978830" y="420938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7" name="a_full_bar_596">
            <a:extLst>
              <a:ext uri="{FF2B5EF4-FFF2-40B4-BE49-F238E27FC236}">
                <a16:creationId xmlns:a16="http://schemas.microsoft.com/office/drawing/2014/main" id="{9812EBA5-5142-4BB0-A6EC-5408ECECB561}"/>
              </a:ext>
            </a:extLst>
          </p:cNvPr>
          <p:cNvSpPr>
            <a:spLocks noGrp="1"/>
          </p:cNvSpPr>
          <p:nvPr/>
        </p:nvSpPr>
        <p:spPr>
          <a:xfrm>
            <a:off x="293500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8" name="a_full_bar_597">
            <a:extLst>
              <a:ext uri="{FF2B5EF4-FFF2-40B4-BE49-F238E27FC236}">
                <a16:creationId xmlns:a16="http://schemas.microsoft.com/office/drawing/2014/main" id="{C9D668EA-E44F-469F-9ED7-4EC76714D1F9}"/>
              </a:ext>
            </a:extLst>
          </p:cNvPr>
          <p:cNvSpPr>
            <a:spLocks noGrp="1"/>
          </p:cNvSpPr>
          <p:nvPr/>
        </p:nvSpPr>
        <p:spPr>
          <a:xfrm>
            <a:off x="2718048" y="439786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9" name="a_full_bar_598">
            <a:extLst>
              <a:ext uri="{FF2B5EF4-FFF2-40B4-BE49-F238E27FC236}">
                <a16:creationId xmlns:a16="http://schemas.microsoft.com/office/drawing/2014/main" id="{BCA5A72E-117C-4428-9EF7-83AE4CAE03CB}"/>
              </a:ext>
            </a:extLst>
          </p:cNvPr>
          <p:cNvSpPr>
            <a:spLocks noGrp="1"/>
          </p:cNvSpPr>
          <p:nvPr/>
        </p:nvSpPr>
        <p:spPr>
          <a:xfrm>
            <a:off x="2991932" y="367908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0" name="a_full_bar_599">
            <a:extLst>
              <a:ext uri="{FF2B5EF4-FFF2-40B4-BE49-F238E27FC236}">
                <a16:creationId xmlns:a16="http://schemas.microsoft.com/office/drawing/2014/main" id="{CE3F5684-E21F-4961-91B2-2EA552793B07}"/>
              </a:ext>
            </a:extLst>
          </p:cNvPr>
          <p:cNvSpPr>
            <a:spLocks noGrp="1"/>
          </p:cNvSpPr>
          <p:nvPr/>
        </p:nvSpPr>
        <p:spPr>
          <a:xfrm>
            <a:off x="294648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1" name="a_full_bar_600">
            <a:extLst>
              <a:ext uri="{FF2B5EF4-FFF2-40B4-BE49-F238E27FC236}">
                <a16:creationId xmlns:a16="http://schemas.microsoft.com/office/drawing/2014/main" id="{0A003C64-B735-4A3F-A897-27B4D7269DDA}"/>
              </a:ext>
            </a:extLst>
          </p:cNvPr>
          <p:cNvSpPr>
            <a:spLocks noGrp="1"/>
          </p:cNvSpPr>
          <p:nvPr/>
        </p:nvSpPr>
        <p:spPr>
          <a:xfrm>
            <a:off x="294148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2" name="a_full_bar_601">
            <a:extLst>
              <a:ext uri="{FF2B5EF4-FFF2-40B4-BE49-F238E27FC236}">
                <a16:creationId xmlns:a16="http://schemas.microsoft.com/office/drawing/2014/main" id="{5882B381-2DA8-4BFD-8E80-D8A5AB6694E7}"/>
              </a:ext>
            </a:extLst>
          </p:cNvPr>
          <p:cNvSpPr>
            <a:spLocks noGrp="1"/>
          </p:cNvSpPr>
          <p:nvPr/>
        </p:nvSpPr>
        <p:spPr>
          <a:xfrm>
            <a:off x="2687814" y="42182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3" name="a_full_bar_602">
            <a:extLst>
              <a:ext uri="{FF2B5EF4-FFF2-40B4-BE49-F238E27FC236}">
                <a16:creationId xmlns:a16="http://schemas.microsoft.com/office/drawing/2014/main" id="{9341651A-627B-49E0-8252-750EC6F871D0}"/>
              </a:ext>
            </a:extLst>
          </p:cNvPr>
          <p:cNvSpPr>
            <a:spLocks noGrp="1"/>
          </p:cNvSpPr>
          <p:nvPr/>
        </p:nvSpPr>
        <p:spPr>
          <a:xfrm>
            <a:off x="2814975" y="28658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4" name="a_full_bar_603">
            <a:extLst>
              <a:ext uri="{FF2B5EF4-FFF2-40B4-BE49-F238E27FC236}">
                <a16:creationId xmlns:a16="http://schemas.microsoft.com/office/drawing/2014/main" id="{6BA0543C-A44B-4A1C-88AE-B71A99AB61F3}"/>
              </a:ext>
            </a:extLst>
          </p:cNvPr>
          <p:cNvSpPr>
            <a:spLocks noGrp="1"/>
          </p:cNvSpPr>
          <p:nvPr/>
        </p:nvSpPr>
        <p:spPr>
          <a:xfrm>
            <a:off x="2965349" y="29805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5" name="a_full_bar_604">
            <a:extLst>
              <a:ext uri="{FF2B5EF4-FFF2-40B4-BE49-F238E27FC236}">
                <a16:creationId xmlns:a16="http://schemas.microsoft.com/office/drawing/2014/main" id="{D75593DF-2F05-4A02-B92F-83BF0FDB6E8E}"/>
              </a:ext>
            </a:extLst>
          </p:cNvPr>
          <p:cNvSpPr>
            <a:spLocks noGrp="1"/>
          </p:cNvSpPr>
          <p:nvPr/>
        </p:nvSpPr>
        <p:spPr>
          <a:xfrm>
            <a:off x="267014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6" name="a_full_bar_605">
            <a:extLst>
              <a:ext uri="{FF2B5EF4-FFF2-40B4-BE49-F238E27FC236}">
                <a16:creationId xmlns:a16="http://schemas.microsoft.com/office/drawing/2014/main" id="{75136829-61D8-4787-96AB-AA6DACB62999}"/>
              </a:ext>
            </a:extLst>
          </p:cNvPr>
          <p:cNvSpPr>
            <a:spLocks noGrp="1"/>
          </p:cNvSpPr>
          <p:nvPr/>
        </p:nvSpPr>
        <p:spPr>
          <a:xfrm>
            <a:off x="2686663" y="30468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7" name="a_full_bar_606">
            <a:extLst>
              <a:ext uri="{FF2B5EF4-FFF2-40B4-BE49-F238E27FC236}">
                <a16:creationId xmlns:a16="http://schemas.microsoft.com/office/drawing/2014/main" id="{18D4F481-C18C-4149-8C5F-BC80B69A1A25}"/>
              </a:ext>
            </a:extLst>
          </p:cNvPr>
          <p:cNvSpPr>
            <a:spLocks noGrp="1"/>
          </p:cNvSpPr>
          <p:nvPr/>
        </p:nvSpPr>
        <p:spPr>
          <a:xfrm>
            <a:off x="2749833" y="45599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8" name="a_full_bar_607">
            <a:extLst>
              <a:ext uri="{FF2B5EF4-FFF2-40B4-BE49-F238E27FC236}">
                <a16:creationId xmlns:a16="http://schemas.microsoft.com/office/drawing/2014/main" id="{5A8107A4-691C-4429-B734-30F9205EEC69}"/>
              </a:ext>
            </a:extLst>
          </p:cNvPr>
          <p:cNvSpPr>
            <a:spLocks noGrp="1"/>
          </p:cNvSpPr>
          <p:nvPr/>
        </p:nvSpPr>
        <p:spPr>
          <a:xfrm>
            <a:off x="2791211" y="337417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9" name="a_full_bar_608">
            <a:extLst>
              <a:ext uri="{FF2B5EF4-FFF2-40B4-BE49-F238E27FC236}">
                <a16:creationId xmlns:a16="http://schemas.microsoft.com/office/drawing/2014/main" id="{3BC72C44-DBFC-43F2-961D-79318C7FC4F2}"/>
              </a:ext>
            </a:extLst>
          </p:cNvPr>
          <p:cNvSpPr>
            <a:spLocks noGrp="1"/>
          </p:cNvSpPr>
          <p:nvPr/>
        </p:nvSpPr>
        <p:spPr>
          <a:xfrm>
            <a:off x="2787735" y="35213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0" name="a_full_bar_609">
            <a:extLst>
              <a:ext uri="{FF2B5EF4-FFF2-40B4-BE49-F238E27FC236}">
                <a16:creationId xmlns:a16="http://schemas.microsoft.com/office/drawing/2014/main" id="{EB351F67-3522-48ED-9236-D64DF5D15351}"/>
              </a:ext>
            </a:extLst>
          </p:cNvPr>
          <p:cNvSpPr>
            <a:spLocks noGrp="1"/>
          </p:cNvSpPr>
          <p:nvPr/>
        </p:nvSpPr>
        <p:spPr>
          <a:xfrm>
            <a:off x="2672616" y="46260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1" name="a_full_bar_610">
            <a:extLst>
              <a:ext uri="{FF2B5EF4-FFF2-40B4-BE49-F238E27FC236}">
                <a16:creationId xmlns:a16="http://schemas.microsoft.com/office/drawing/2014/main" id="{18261083-A9BC-4A88-843A-9ECF2DA1C023}"/>
              </a:ext>
            </a:extLst>
          </p:cNvPr>
          <p:cNvSpPr>
            <a:spLocks noGrp="1"/>
          </p:cNvSpPr>
          <p:nvPr/>
        </p:nvSpPr>
        <p:spPr>
          <a:xfrm>
            <a:off x="2888255" y="454023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2" name="a_full_bar_611">
            <a:extLst>
              <a:ext uri="{FF2B5EF4-FFF2-40B4-BE49-F238E27FC236}">
                <a16:creationId xmlns:a16="http://schemas.microsoft.com/office/drawing/2014/main" id="{A0F4B798-42A3-4E0C-BB15-B4C540C7D4E7}"/>
              </a:ext>
            </a:extLst>
          </p:cNvPr>
          <p:cNvSpPr>
            <a:spLocks noGrp="1"/>
          </p:cNvSpPr>
          <p:nvPr/>
        </p:nvSpPr>
        <p:spPr>
          <a:xfrm>
            <a:off x="2894838" y="57238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3" name="a_full_bar_612">
            <a:extLst>
              <a:ext uri="{FF2B5EF4-FFF2-40B4-BE49-F238E27FC236}">
                <a16:creationId xmlns:a16="http://schemas.microsoft.com/office/drawing/2014/main" id="{5442C991-8BBF-40A1-A331-3EB57903AAB5}"/>
              </a:ext>
            </a:extLst>
          </p:cNvPr>
          <p:cNvSpPr>
            <a:spLocks noGrp="1"/>
          </p:cNvSpPr>
          <p:nvPr/>
        </p:nvSpPr>
        <p:spPr>
          <a:xfrm>
            <a:off x="2864996" y="43628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4" name="a_full_bar_613">
            <a:extLst>
              <a:ext uri="{FF2B5EF4-FFF2-40B4-BE49-F238E27FC236}">
                <a16:creationId xmlns:a16="http://schemas.microsoft.com/office/drawing/2014/main" id="{21B56CB9-3E2D-4B99-A8D9-F3ED30339C9F}"/>
              </a:ext>
            </a:extLst>
          </p:cNvPr>
          <p:cNvSpPr>
            <a:spLocks noGrp="1"/>
          </p:cNvSpPr>
          <p:nvPr/>
        </p:nvSpPr>
        <p:spPr>
          <a:xfrm>
            <a:off x="2746936" y="306696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5" name="a_full_bar_614">
            <a:extLst>
              <a:ext uri="{FF2B5EF4-FFF2-40B4-BE49-F238E27FC236}">
                <a16:creationId xmlns:a16="http://schemas.microsoft.com/office/drawing/2014/main" id="{28B72457-18B6-4E9F-8DB4-D8366F6E6E0E}"/>
              </a:ext>
            </a:extLst>
          </p:cNvPr>
          <p:cNvSpPr>
            <a:spLocks noGrp="1"/>
          </p:cNvSpPr>
          <p:nvPr/>
        </p:nvSpPr>
        <p:spPr>
          <a:xfrm>
            <a:off x="2800169" y="375003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6" name="a_full_bar_615">
            <a:extLst>
              <a:ext uri="{FF2B5EF4-FFF2-40B4-BE49-F238E27FC236}">
                <a16:creationId xmlns:a16="http://schemas.microsoft.com/office/drawing/2014/main" id="{6414EE2E-B7D9-4F7A-93FF-FCD6FF4AE765}"/>
              </a:ext>
            </a:extLst>
          </p:cNvPr>
          <p:cNvSpPr>
            <a:spLocks noGrp="1"/>
          </p:cNvSpPr>
          <p:nvPr/>
        </p:nvSpPr>
        <p:spPr>
          <a:xfrm>
            <a:off x="282382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7" name="a_full_bar_616">
            <a:extLst>
              <a:ext uri="{FF2B5EF4-FFF2-40B4-BE49-F238E27FC236}">
                <a16:creationId xmlns:a16="http://schemas.microsoft.com/office/drawing/2014/main" id="{38D15B59-D82C-423A-8D93-8214D3B0AE8D}"/>
              </a:ext>
            </a:extLst>
          </p:cNvPr>
          <p:cNvSpPr>
            <a:spLocks noGrp="1"/>
          </p:cNvSpPr>
          <p:nvPr/>
        </p:nvSpPr>
        <p:spPr>
          <a:xfrm>
            <a:off x="2924727" y="404879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8" name="a_full_bar_617">
            <a:extLst>
              <a:ext uri="{FF2B5EF4-FFF2-40B4-BE49-F238E27FC236}">
                <a16:creationId xmlns:a16="http://schemas.microsoft.com/office/drawing/2014/main" id="{4AADED0C-06EF-4432-8BB5-FA7913A57EF7}"/>
              </a:ext>
            </a:extLst>
          </p:cNvPr>
          <p:cNvSpPr>
            <a:spLocks noGrp="1"/>
          </p:cNvSpPr>
          <p:nvPr/>
        </p:nvSpPr>
        <p:spPr>
          <a:xfrm>
            <a:off x="2888597" y="41113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9" name="a_full_bar_618">
            <a:extLst>
              <a:ext uri="{FF2B5EF4-FFF2-40B4-BE49-F238E27FC236}">
                <a16:creationId xmlns:a16="http://schemas.microsoft.com/office/drawing/2014/main" id="{6BACE427-FC7E-4BCA-ABB0-07A1E74A5FCB}"/>
              </a:ext>
            </a:extLst>
          </p:cNvPr>
          <p:cNvSpPr>
            <a:spLocks noGrp="1"/>
          </p:cNvSpPr>
          <p:nvPr/>
        </p:nvSpPr>
        <p:spPr>
          <a:xfrm>
            <a:off x="2842753" y="377065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0" name="a_full_bar_619">
            <a:extLst>
              <a:ext uri="{FF2B5EF4-FFF2-40B4-BE49-F238E27FC236}">
                <a16:creationId xmlns:a16="http://schemas.microsoft.com/office/drawing/2014/main" id="{D2E1AA50-2208-4CD3-946A-48F9CFC6FDD3}"/>
              </a:ext>
            </a:extLst>
          </p:cNvPr>
          <p:cNvSpPr>
            <a:spLocks noGrp="1"/>
          </p:cNvSpPr>
          <p:nvPr/>
        </p:nvSpPr>
        <p:spPr>
          <a:xfrm>
            <a:off x="2973209" y="395717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1" name="a_full_bar_620">
            <a:extLst>
              <a:ext uri="{FF2B5EF4-FFF2-40B4-BE49-F238E27FC236}">
                <a16:creationId xmlns:a16="http://schemas.microsoft.com/office/drawing/2014/main" id="{62B1E56C-1694-4D08-8FC6-C024BB20C613}"/>
              </a:ext>
            </a:extLst>
          </p:cNvPr>
          <p:cNvSpPr>
            <a:spLocks noGrp="1"/>
          </p:cNvSpPr>
          <p:nvPr/>
        </p:nvSpPr>
        <p:spPr>
          <a:xfrm>
            <a:off x="2666631" y="57782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2" name="a_full_bar_621">
            <a:extLst>
              <a:ext uri="{FF2B5EF4-FFF2-40B4-BE49-F238E27FC236}">
                <a16:creationId xmlns:a16="http://schemas.microsoft.com/office/drawing/2014/main" id="{BBB9A3F2-BDC7-489E-B2B3-11668537C055}"/>
              </a:ext>
            </a:extLst>
          </p:cNvPr>
          <p:cNvSpPr>
            <a:spLocks noGrp="1"/>
          </p:cNvSpPr>
          <p:nvPr/>
        </p:nvSpPr>
        <p:spPr>
          <a:xfrm>
            <a:off x="2880680" y="28570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3" name="a_full_bar_622">
            <a:extLst>
              <a:ext uri="{FF2B5EF4-FFF2-40B4-BE49-F238E27FC236}">
                <a16:creationId xmlns:a16="http://schemas.microsoft.com/office/drawing/2014/main" id="{4C554C5E-C306-41C0-B85C-ABD824519F64}"/>
              </a:ext>
            </a:extLst>
          </p:cNvPr>
          <p:cNvSpPr>
            <a:spLocks noGrp="1"/>
          </p:cNvSpPr>
          <p:nvPr/>
        </p:nvSpPr>
        <p:spPr>
          <a:xfrm>
            <a:off x="2784761" y="338448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4" name="a_full_bar_623">
            <a:extLst>
              <a:ext uri="{FF2B5EF4-FFF2-40B4-BE49-F238E27FC236}">
                <a16:creationId xmlns:a16="http://schemas.microsoft.com/office/drawing/2014/main" id="{6AB2E46B-2F21-4114-81AE-4267436152DF}"/>
              </a:ext>
            </a:extLst>
          </p:cNvPr>
          <p:cNvSpPr>
            <a:spLocks noGrp="1"/>
          </p:cNvSpPr>
          <p:nvPr/>
        </p:nvSpPr>
        <p:spPr>
          <a:xfrm>
            <a:off x="2663262" y="315240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5" name="a_full_bar_624">
            <a:extLst>
              <a:ext uri="{FF2B5EF4-FFF2-40B4-BE49-F238E27FC236}">
                <a16:creationId xmlns:a16="http://schemas.microsoft.com/office/drawing/2014/main" id="{45DC7B2D-C007-4AAA-BFA1-239076EE4115}"/>
              </a:ext>
            </a:extLst>
          </p:cNvPr>
          <p:cNvSpPr>
            <a:spLocks noGrp="1"/>
          </p:cNvSpPr>
          <p:nvPr/>
        </p:nvSpPr>
        <p:spPr>
          <a:xfrm>
            <a:off x="2931693" y="395117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6" name="a_full_bar_625">
            <a:extLst>
              <a:ext uri="{FF2B5EF4-FFF2-40B4-BE49-F238E27FC236}">
                <a16:creationId xmlns:a16="http://schemas.microsoft.com/office/drawing/2014/main" id="{7535D6E6-0564-4A68-9C70-ED8A66CB0B42}"/>
              </a:ext>
            </a:extLst>
          </p:cNvPr>
          <p:cNvSpPr>
            <a:spLocks noGrp="1"/>
          </p:cNvSpPr>
          <p:nvPr/>
        </p:nvSpPr>
        <p:spPr>
          <a:xfrm>
            <a:off x="2960863" y="26701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7" name="a_full_bar_626">
            <a:extLst>
              <a:ext uri="{FF2B5EF4-FFF2-40B4-BE49-F238E27FC236}">
                <a16:creationId xmlns:a16="http://schemas.microsoft.com/office/drawing/2014/main" id="{E1B3C2D0-EF96-4E4A-8DCD-E0BB7DBF04E2}"/>
              </a:ext>
            </a:extLst>
          </p:cNvPr>
          <p:cNvSpPr>
            <a:spLocks noGrp="1"/>
          </p:cNvSpPr>
          <p:nvPr/>
        </p:nvSpPr>
        <p:spPr>
          <a:xfrm>
            <a:off x="2624382" y="39030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8" name="a_full_bar_627">
            <a:extLst>
              <a:ext uri="{FF2B5EF4-FFF2-40B4-BE49-F238E27FC236}">
                <a16:creationId xmlns:a16="http://schemas.microsoft.com/office/drawing/2014/main" id="{ABE776C6-1BF3-4743-B5D0-10ED85F90E57}"/>
              </a:ext>
            </a:extLst>
          </p:cNvPr>
          <p:cNvSpPr>
            <a:spLocks noGrp="1"/>
          </p:cNvSpPr>
          <p:nvPr/>
        </p:nvSpPr>
        <p:spPr>
          <a:xfrm>
            <a:off x="2805133" y="53350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9" name="a_full_bar_628">
            <a:extLst>
              <a:ext uri="{FF2B5EF4-FFF2-40B4-BE49-F238E27FC236}">
                <a16:creationId xmlns:a16="http://schemas.microsoft.com/office/drawing/2014/main" id="{330F9771-ED2F-499A-95BE-24A93A75C3D5}"/>
              </a:ext>
            </a:extLst>
          </p:cNvPr>
          <p:cNvSpPr>
            <a:spLocks noGrp="1"/>
          </p:cNvSpPr>
          <p:nvPr/>
        </p:nvSpPr>
        <p:spPr>
          <a:xfrm>
            <a:off x="2684360" y="53947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0" name="a_full_bar_629">
            <a:extLst>
              <a:ext uri="{FF2B5EF4-FFF2-40B4-BE49-F238E27FC236}">
                <a16:creationId xmlns:a16="http://schemas.microsoft.com/office/drawing/2014/main" id="{00087487-67A2-42AF-A2B9-70A969B7C971}"/>
              </a:ext>
            </a:extLst>
          </p:cNvPr>
          <p:cNvSpPr>
            <a:spLocks noGrp="1"/>
          </p:cNvSpPr>
          <p:nvPr/>
        </p:nvSpPr>
        <p:spPr>
          <a:xfrm>
            <a:off x="2749361" y="443660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1" name="a_full_bar_630">
            <a:extLst>
              <a:ext uri="{FF2B5EF4-FFF2-40B4-BE49-F238E27FC236}">
                <a16:creationId xmlns:a16="http://schemas.microsoft.com/office/drawing/2014/main" id="{D1702B5B-B0E7-4871-9A1B-D91D3716D0A4}"/>
              </a:ext>
            </a:extLst>
          </p:cNvPr>
          <p:cNvSpPr>
            <a:spLocks noGrp="1"/>
          </p:cNvSpPr>
          <p:nvPr/>
        </p:nvSpPr>
        <p:spPr>
          <a:xfrm>
            <a:off x="2641063" y="494418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2" name="a_full_bar_631">
            <a:extLst>
              <a:ext uri="{FF2B5EF4-FFF2-40B4-BE49-F238E27FC236}">
                <a16:creationId xmlns:a16="http://schemas.microsoft.com/office/drawing/2014/main" id="{B564D667-BBDD-4551-BA37-05E62B023A03}"/>
              </a:ext>
            </a:extLst>
          </p:cNvPr>
          <p:cNvSpPr>
            <a:spLocks noGrp="1"/>
          </p:cNvSpPr>
          <p:nvPr/>
        </p:nvSpPr>
        <p:spPr>
          <a:xfrm>
            <a:off x="296685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3" name="a_full_bar_632">
            <a:extLst>
              <a:ext uri="{FF2B5EF4-FFF2-40B4-BE49-F238E27FC236}">
                <a16:creationId xmlns:a16="http://schemas.microsoft.com/office/drawing/2014/main" id="{B8A47116-5F75-4537-AE4E-A399DF23C7BD}"/>
              </a:ext>
            </a:extLst>
          </p:cNvPr>
          <p:cNvSpPr>
            <a:spLocks noGrp="1"/>
          </p:cNvSpPr>
          <p:nvPr/>
        </p:nvSpPr>
        <p:spPr>
          <a:xfrm>
            <a:off x="2910692" y="36023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4" name="a_full_bar_633">
            <a:extLst>
              <a:ext uri="{FF2B5EF4-FFF2-40B4-BE49-F238E27FC236}">
                <a16:creationId xmlns:a16="http://schemas.microsoft.com/office/drawing/2014/main" id="{8B74CDEC-E831-4316-B87D-37702AA6E284}"/>
              </a:ext>
            </a:extLst>
          </p:cNvPr>
          <p:cNvSpPr>
            <a:spLocks noGrp="1"/>
          </p:cNvSpPr>
          <p:nvPr/>
        </p:nvSpPr>
        <p:spPr>
          <a:xfrm>
            <a:off x="2694638" y="48541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5" name="a_full_bar_634">
            <a:extLst>
              <a:ext uri="{FF2B5EF4-FFF2-40B4-BE49-F238E27FC236}">
                <a16:creationId xmlns:a16="http://schemas.microsoft.com/office/drawing/2014/main" id="{F319CC14-42B5-4FDB-90A5-7466C200805F}"/>
              </a:ext>
            </a:extLst>
          </p:cNvPr>
          <p:cNvSpPr>
            <a:spLocks noGrp="1"/>
          </p:cNvSpPr>
          <p:nvPr/>
        </p:nvSpPr>
        <p:spPr>
          <a:xfrm>
            <a:off x="2756083" y="28694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6" name="a_full_bar_635">
            <a:extLst>
              <a:ext uri="{FF2B5EF4-FFF2-40B4-BE49-F238E27FC236}">
                <a16:creationId xmlns:a16="http://schemas.microsoft.com/office/drawing/2014/main" id="{B47CE2C4-215A-4CEC-AC03-C443AC81C0F7}"/>
              </a:ext>
            </a:extLst>
          </p:cNvPr>
          <p:cNvSpPr>
            <a:spLocks noGrp="1"/>
          </p:cNvSpPr>
          <p:nvPr/>
        </p:nvSpPr>
        <p:spPr>
          <a:xfrm>
            <a:off x="2632017" y="45899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7" name="a_full_bar_636">
            <a:extLst>
              <a:ext uri="{FF2B5EF4-FFF2-40B4-BE49-F238E27FC236}">
                <a16:creationId xmlns:a16="http://schemas.microsoft.com/office/drawing/2014/main" id="{147704F3-BAB7-4E30-83BF-FE0510079499}"/>
              </a:ext>
            </a:extLst>
          </p:cNvPr>
          <p:cNvSpPr>
            <a:spLocks noGrp="1"/>
          </p:cNvSpPr>
          <p:nvPr/>
        </p:nvSpPr>
        <p:spPr>
          <a:xfrm>
            <a:off x="2844363" y="408845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8" name="a_full_bar_637">
            <a:extLst>
              <a:ext uri="{FF2B5EF4-FFF2-40B4-BE49-F238E27FC236}">
                <a16:creationId xmlns:a16="http://schemas.microsoft.com/office/drawing/2014/main" id="{5EEEF4EF-BB89-456E-9E09-CC839E419393}"/>
              </a:ext>
            </a:extLst>
          </p:cNvPr>
          <p:cNvSpPr>
            <a:spLocks noGrp="1"/>
          </p:cNvSpPr>
          <p:nvPr/>
        </p:nvSpPr>
        <p:spPr>
          <a:xfrm>
            <a:off x="2925679" y="336563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9" name="a_full_bar_638">
            <a:extLst>
              <a:ext uri="{FF2B5EF4-FFF2-40B4-BE49-F238E27FC236}">
                <a16:creationId xmlns:a16="http://schemas.microsoft.com/office/drawing/2014/main" id="{225A7CF3-3B9C-4BFD-88ED-396E928049F7}"/>
              </a:ext>
            </a:extLst>
          </p:cNvPr>
          <p:cNvSpPr>
            <a:spLocks noGrp="1"/>
          </p:cNvSpPr>
          <p:nvPr/>
        </p:nvSpPr>
        <p:spPr>
          <a:xfrm>
            <a:off x="2681635" y="490101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0" name="a_full_bar_639">
            <a:extLst>
              <a:ext uri="{FF2B5EF4-FFF2-40B4-BE49-F238E27FC236}">
                <a16:creationId xmlns:a16="http://schemas.microsoft.com/office/drawing/2014/main" id="{92C8BDF9-456C-40F0-A98F-D5D1D05F2C9B}"/>
              </a:ext>
            </a:extLst>
          </p:cNvPr>
          <p:cNvSpPr>
            <a:spLocks noGrp="1"/>
          </p:cNvSpPr>
          <p:nvPr/>
        </p:nvSpPr>
        <p:spPr>
          <a:xfrm>
            <a:off x="2901441" y="50981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1" name="a_full_bar_640">
            <a:extLst>
              <a:ext uri="{FF2B5EF4-FFF2-40B4-BE49-F238E27FC236}">
                <a16:creationId xmlns:a16="http://schemas.microsoft.com/office/drawing/2014/main" id="{7B386279-E27C-4114-8972-DA6D58957F0E}"/>
              </a:ext>
            </a:extLst>
          </p:cNvPr>
          <p:cNvSpPr>
            <a:spLocks noGrp="1"/>
          </p:cNvSpPr>
          <p:nvPr/>
        </p:nvSpPr>
        <p:spPr>
          <a:xfrm>
            <a:off x="265526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2" name="a_full_bar_641">
            <a:extLst>
              <a:ext uri="{FF2B5EF4-FFF2-40B4-BE49-F238E27FC236}">
                <a16:creationId xmlns:a16="http://schemas.microsoft.com/office/drawing/2014/main" id="{7F855399-B978-4C6D-A543-9184923CBF3E}"/>
              </a:ext>
            </a:extLst>
          </p:cNvPr>
          <p:cNvSpPr>
            <a:spLocks noGrp="1"/>
          </p:cNvSpPr>
          <p:nvPr/>
        </p:nvSpPr>
        <p:spPr>
          <a:xfrm>
            <a:off x="2730332" y="31384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3" name="a_full_bar_642">
            <a:extLst>
              <a:ext uri="{FF2B5EF4-FFF2-40B4-BE49-F238E27FC236}">
                <a16:creationId xmlns:a16="http://schemas.microsoft.com/office/drawing/2014/main" id="{9CBCF0FB-0413-41A9-9EBF-614D5446B2F8}"/>
              </a:ext>
            </a:extLst>
          </p:cNvPr>
          <p:cNvSpPr>
            <a:spLocks noGrp="1"/>
          </p:cNvSpPr>
          <p:nvPr/>
        </p:nvSpPr>
        <p:spPr>
          <a:xfrm>
            <a:off x="2735363" y="352883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4" name="a_full_bar_643">
            <a:extLst>
              <a:ext uri="{FF2B5EF4-FFF2-40B4-BE49-F238E27FC236}">
                <a16:creationId xmlns:a16="http://schemas.microsoft.com/office/drawing/2014/main" id="{FAAB8B4B-D9E5-42F8-ACBE-BB962E2B7202}"/>
              </a:ext>
            </a:extLst>
          </p:cNvPr>
          <p:cNvSpPr>
            <a:spLocks noGrp="1"/>
          </p:cNvSpPr>
          <p:nvPr/>
        </p:nvSpPr>
        <p:spPr>
          <a:xfrm>
            <a:off x="2861556" y="325808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5" name="a_full_bar_644">
            <a:extLst>
              <a:ext uri="{FF2B5EF4-FFF2-40B4-BE49-F238E27FC236}">
                <a16:creationId xmlns:a16="http://schemas.microsoft.com/office/drawing/2014/main" id="{51169F31-7C0B-4AEC-9959-7E276A9F4CB2}"/>
              </a:ext>
            </a:extLst>
          </p:cNvPr>
          <p:cNvSpPr>
            <a:spLocks noGrp="1"/>
          </p:cNvSpPr>
          <p:nvPr/>
        </p:nvSpPr>
        <p:spPr>
          <a:xfrm>
            <a:off x="2878096" y="301054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6" name="a_full_bar_645">
            <a:extLst>
              <a:ext uri="{FF2B5EF4-FFF2-40B4-BE49-F238E27FC236}">
                <a16:creationId xmlns:a16="http://schemas.microsoft.com/office/drawing/2014/main" id="{444420AA-76AE-4493-BADF-A0BBC0D34533}"/>
              </a:ext>
            </a:extLst>
          </p:cNvPr>
          <p:cNvSpPr>
            <a:spLocks noGrp="1"/>
          </p:cNvSpPr>
          <p:nvPr/>
        </p:nvSpPr>
        <p:spPr>
          <a:xfrm>
            <a:off x="278455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7" name="a_full_bar_646">
            <a:extLst>
              <a:ext uri="{FF2B5EF4-FFF2-40B4-BE49-F238E27FC236}">
                <a16:creationId xmlns:a16="http://schemas.microsoft.com/office/drawing/2014/main" id="{078BDE51-3BEE-4968-A388-56F7F350A2FD}"/>
              </a:ext>
            </a:extLst>
          </p:cNvPr>
          <p:cNvSpPr>
            <a:spLocks noGrp="1"/>
          </p:cNvSpPr>
          <p:nvPr/>
        </p:nvSpPr>
        <p:spPr>
          <a:xfrm>
            <a:off x="2831856" y="326987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8" name="a_full_bar_647">
            <a:extLst>
              <a:ext uri="{FF2B5EF4-FFF2-40B4-BE49-F238E27FC236}">
                <a16:creationId xmlns:a16="http://schemas.microsoft.com/office/drawing/2014/main" id="{5205F84B-9A98-441A-B210-E67E32559769}"/>
              </a:ext>
            </a:extLst>
          </p:cNvPr>
          <p:cNvSpPr>
            <a:spLocks noGrp="1"/>
          </p:cNvSpPr>
          <p:nvPr/>
        </p:nvSpPr>
        <p:spPr>
          <a:xfrm>
            <a:off x="2802504" y="346391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9" name="a_full_bar_648">
            <a:extLst>
              <a:ext uri="{FF2B5EF4-FFF2-40B4-BE49-F238E27FC236}">
                <a16:creationId xmlns:a16="http://schemas.microsoft.com/office/drawing/2014/main" id="{9F1335B7-816D-49A2-B82A-BED475E7608A}"/>
              </a:ext>
            </a:extLst>
          </p:cNvPr>
          <p:cNvSpPr>
            <a:spLocks noGrp="1"/>
          </p:cNvSpPr>
          <p:nvPr/>
        </p:nvSpPr>
        <p:spPr>
          <a:xfrm>
            <a:off x="2780474" y="28457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0" name="a_full_bar_649">
            <a:extLst>
              <a:ext uri="{FF2B5EF4-FFF2-40B4-BE49-F238E27FC236}">
                <a16:creationId xmlns:a16="http://schemas.microsoft.com/office/drawing/2014/main" id="{FEA0E814-8313-494E-9EAB-052AC9B07931}"/>
              </a:ext>
            </a:extLst>
          </p:cNvPr>
          <p:cNvSpPr>
            <a:spLocks noGrp="1"/>
          </p:cNvSpPr>
          <p:nvPr/>
        </p:nvSpPr>
        <p:spPr>
          <a:xfrm>
            <a:off x="2692869" y="498407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1" name="a_full_bar_650">
            <a:extLst>
              <a:ext uri="{FF2B5EF4-FFF2-40B4-BE49-F238E27FC236}">
                <a16:creationId xmlns:a16="http://schemas.microsoft.com/office/drawing/2014/main" id="{A303C6EB-605F-46D7-B453-494F00AC27DA}"/>
              </a:ext>
            </a:extLst>
          </p:cNvPr>
          <p:cNvSpPr>
            <a:spLocks noGrp="1"/>
          </p:cNvSpPr>
          <p:nvPr/>
        </p:nvSpPr>
        <p:spPr>
          <a:xfrm>
            <a:off x="2653144" y="423918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2" name="a_full_bar_651">
            <a:extLst>
              <a:ext uri="{FF2B5EF4-FFF2-40B4-BE49-F238E27FC236}">
                <a16:creationId xmlns:a16="http://schemas.microsoft.com/office/drawing/2014/main" id="{6B7A83A9-EB9B-44B6-84D7-5BF2DA29400B}"/>
              </a:ext>
            </a:extLst>
          </p:cNvPr>
          <p:cNvSpPr>
            <a:spLocks noGrp="1"/>
          </p:cNvSpPr>
          <p:nvPr/>
        </p:nvSpPr>
        <p:spPr>
          <a:xfrm>
            <a:off x="2740541" y="260004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3" name="a_full_bar_652">
            <a:extLst>
              <a:ext uri="{FF2B5EF4-FFF2-40B4-BE49-F238E27FC236}">
                <a16:creationId xmlns:a16="http://schemas.microsoft.com/office/drawing/2014/main" id="{E3D31788-E89D-43EC-A910-BD5BBBA1D44F}"/>
              </a:ext>
            </a:extLst>
          </p:cNvPr>
          <p:cNvSpPr>
            <a:spLocks noGrp="1"/>
          </p:cNvSpPr>
          <p:nvPr/>
        </p:nvSpPr>
        <p:spPr>
          <a:xfrm>
            <a:off x="2667060" y="54922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4" name="a_full_bar_653">
            <a:extLst>
              <a:ext uri="{FF2B5EF4-FFF2-40B4-BE49-F238E27FC236}">
                <a16:creationId xmlns:a16="http://schemas.microsoft.com/office/drawing/2014/main" id="{691417D2-092C-4F5B-8588-554282274C3F}"/>
              </a:ext>
            </a:extLst>
          </p:cNvPr>
          <p:cNvSpPr>
            <a:spLocks noGrp="1"/>
          </p:cNvSpPr>
          <p:nvPr/>
        </p:nvSpPr>
        <p:spPr>
          <a:xfrm>
            <a:off x="2772301" y="295968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5" name="a_full_bar_654">
            <a:extLst>
              <a:ext uri="{FF2B5EF4-FFF2-40B4-BE49-F238E27FC236}">
                <a16:creationId xmlns:a16="http://schemas.microsoft.com/office/drawing/2014/main" id="{07E92942-8BB5-4993-8239-204AF0991CEB}"/>
              </a:ext>
            </a:extLst>
          </p:cNvPr>
          <p:cNvSpPr>
            <a:spLocks noGrp="1"/>
          </p:cNvSpPr>
          <p:nvPr/>
        </p:nvSpPr>
        <p:spPr>
          <a:xfrm>
            <a:off x="2723008" y="469969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6" name="a_full_bar_655">
            <a:extLst>
              <a:ext uri="{FF2B5EF4-FFF2-40B4-BE49-F238E27FC236}">
                <a16:creationId xmlns:a16="http://schemas.microsoft.com/office/drawing/2014/main" id="{54BC640D-81F4-4BE2-976F-32FEEF3A3414}"/>
              </a:ext>
            </a:extLst>
          </p:cNvPr>
          <p:cNvSpPr>
            <a:spLocks noGrp="1"/>
          </p:cNvSpPr>
          <p:nvPr/>
        </p:nvSpPr>
        <p:spPr>
          <a:xfrm>
            <a:off x="2739426" y="52832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7" name="a_full_bar_656">
            <a:extLst>
              <a:ext uri="{FF2B5EF4-FFF2-40B4-BE49-F238E27FC236}">
                <a16:creationId xmlns:a16="http://schemas.microsoft.com/office/drawing/2014/main" id="{A46E99AC-8FBF-4072-87FB-6018D00A984D}"/>
              </a:ext>
            </a:extLst>
          </p:cNvPr>
          <p:cNvSpPr>
            <a:spLocks noGrp="1"/>
          </p:cNvSpPr>
          <p:nvPr/>
        </p:nvSpPr>
        <p:spPr>
          <a:xfrm>
            <a:off x="2869246" y="265838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8" name="a_full_bar_657">
            <a:extLst>
              <a:ext uri="{FF2B5EF4-FFF2-40B4-BE49-F238E27FC236}">
                <a16:creationId xmlns:a16="http://schemas.microsoft.com/office/drawing/2014/main" id="{804E7B50-20F1-45FF-AAA1-11CED21EF0CA}"/>
              </a:ext>
            </a:extLst>
          </p:cNvPr>
          <p:cNvSpPr>
            <a:spLocks noGrp="1"/>
          </p:cNvSpPr>
          <p:nvPr/>
        </p:nvSpPr>
        <p:spPr>
          <a:xfrm>
            <a:off x="2969853" y="31679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9" name="a_full_bar_658">
            <a:extLst>
              <a:ext uri="{FF2B5EF4-FFF2-40B4-BE49-F238E27FC236}">
                <a16:creationId xmlns:a16="http://schemas.microsoft.com/office/drawing/2014/main" id="{853EF4F1-DEC6-49B6-938D-802DCB2F95A6}"/>
              </a:ext>
            </a:extLst>
          </p:cNvPr>
          <p:cNvSpPr>
            <a:spLocks noGrp="1"/>
          </p:cNvSpPr>
          <p:nvPr/>
        </p:nvSpPr>
        <p:spPr>
          <a:xfrm>
            <a:off x="263542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0" name="a_full_bar_659">
            <a:extLst>
              <a:ext uri="{FF2B5EF4-FFF2-40B4-BE49-F238E27FC236}">
                <a16:creationId xmlns:a16="http://schemas.microsoft.com/office/drawing/2014/main" id="{513EA158-8346-48A7-A5F4-C739108CED6B}"/>
              </a:ext>
            </a:extLst>
          </p:cNvPr>
          <p:cNvSpPr>
            <a:spLocks noGrp="1"/>
          </p:cNvSpPr>
          <p:nvPr/>
        </p:nvSpPr>
        <p:spPr>
          <a:xfrm>
            <a:off x="2930419" y="460872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1" name="a_full_bar_660">
            <a:extLst>
              <a:ext uri="{FF2B5EF4-FFF2-40B4-BE49-F238E27FC236}">
                <a16:creationId xmlns:a16="http://schemas.microsoft.com/office/drawing/2014/main" id="{60A660A6-F3FE-40DC-8F34-7BD8CA1E2F96}"/>
              </a:ext>
            </a:extLst>
          </p:cNvPr>
          <p:cNvSpPr>
            <a:spLocks noGrp="1"/>
          </p:cNvSpPr>
          <p:nvPr/>
        </p:nvSpPr>
        <p:spPr>
          <a:xfrm>
            <a:off x="3001872" y="443699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2" name="a_full_bar_661">
            <a:extLst>
              <a:ext uri="{FF2B5EF4-FFF2-40B4-BE49-F238E27FC236}">
                <a16:creationId xmlns:a16="http://schemas.microsoft.com/office/drawing/2014/main" id="{52FFB004-97FB-4B3A-B33E-7F27F47B9538}"/>
              </a:ext>
            </a:extLst>
          </p:cNvPr>
          <p:cNvSpPr>
            <a:spLocks noGrp="1"/>
          </p:cNvSpPr>
          <p:nvPr/>
        </p:nvSpPr>
        <p:spPr>
          <a:xfrm>
            <a:off x="2894426" y="46668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3" name="a_full_bar_662">
            <a:extLst>
              <a:ext uri="{FF2B5EF4-FFF2-40B4-BE49-F238E27FC236}">
                <a16:creationId xmlns:a16="http://schemas.microsoft.com/office/drawing/2014/main" id="{51997F12-E73A-4EDF-B1C3-190527D319A7}"/>
              </a:ext>
            </a:extLst>
          </p:cNvPr>
          <p:cNvSpPr>
            <a:spLocks noGrp="1"/>
          </p:cNvSpPr>
          <p:nvPr/>
        </p:nvSpPr>
        <p:spPr>
          <a:xfrm>
            <a:off x="281466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4" name="a_full_bar_663">
            <a:extLst>
              <a:ext uri="{FF2B5EF4-FFF2-40B4-BE49-F238E27FC236}">
                <a16:creationId xmlns:a16="http://schemas.microsoft.com/office/drawing/2014/main" id="{7D9EA7C9-6D96-487B-923E-1B7E04272EFF}"/>
              </a:ext>
            </a:extLst>
          </p:cNvPr>
          <p:cNvSpPr>
            <a:spLocks noGrp="1"/>
          </p:cNvSpPr>
          <p:nvPr/>
        </p:nvSpPr>
        <p:spPr>
          <a:xfrm>
            <a:off x="3001124" y="393825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5" name="a_full_bar_664">
            <a:extLst>
              <a:ext uri="{FF2B5EF4-FFF2-40B4-BE49-F238E27FC236}">
                <a16:creationId xmlns:a16="http://schemas.microsoft.com/office/drawing/2014/main" id="{566FB223-4B81-424A-B7AD-2BA50C4F6E77}"/>
              </a:ext>
            </a:extLst>
          </p:cNvPr>
          <p:cNvSpPr>
            <a:spLocks noGrp="1"/>
          </p:cNvSpPr>
          <p:nvPr/>
        </p:nvSpPr>
        <p:spPr>
          <a:xfrm>
            <a:off x="2913345" y="298806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6" name="a_full_bar_665">
            <a:extLst>
              <a:ext uri="{FF2B5EF4-FFF2-40B4-BE49-F238E27FC236}">
                <a16:creationId xmlns:a16="http://schemas.microsoft.com/office/drawing/2014/main" id="{61D84AA6-9420-42C1-B825-F5AC52BFCAD7}"/>
              </a:ext>
            </a:extLst>
          </p:cNvPr>
          <p:cNvSpPr>
            <a:spLocks noGrp="1"/>
          </p:cNvSpPr>
          <p:nvPr/>
        </p:nvSpPr>
        <p:spPr>
          <a:xfrm>
            <a:off x="2726682" y="53917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7" name="a_full_bar_666">
            <a:extLst>
              <a:ext uri="{FF2B5EF4-FFF2-40B4-BE49-F238E27FC236}">
                <a16:creationId xmlns:a16="http://schemas.microsoft.com/office/drawing/2014/main" id="{5C3A5B06-BBF0-495F-AB3E-3D003CABF308}"/>
              </a:ext>
            </a:extLst>
          </p:cNvPr>
          <p:cNvSpPr>
            <a:spLocks noGrp="1"/>
          </p:cNvSpPr>
          <p:nvPr/>
        </p:nvSpPr>
        <p:spPr>
          <a:xfrm>
            <a:off x="281406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8" name="a_full_bar_667">
            <a:extLst>
              <a:ext uri="{FF2B5EF4-FFF2-40B4-BE49-F238E27FC236}">
                <a16:creationId xmlns:a16="http://schemas.microsoft.com/office/drawing/2014/main" id="{50A3D6BF-B7C9-4124-B69B-2E7395B6F96D}"/>
              </a:ext>
            </a:extLst>
          </p:cNvPr>
          <p:cNvSpPr>
            <a:spLocks noGrp="1"/>
          </p:cNvSpPr>
          <p:nvPr/>
        </p:nvSpPr>
        <p:spPr>
          <a:xfrm>
            <a:off x="266780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9" name="a_full_bar_668">
            <a:extLst>
              <a:ext uri="{FF2B5EF4-FFF2-40B4-BE49-F238E27FC236}">
                <a16:creationId xmlns:a16="http://schemas.microsoft.com/office/drawing/2014/main" id="{F15EF139-5748-40BE-83CC-9908D6F651E1}"/>
              </a:ext>
            </a:extLst>
          </p:cNvPr>
          <p:cNvSpPr>
            <a:spLocks noGrp="1"/>
          </p:cNvSpPr>
          <p:nvPr/>
        </p:nvSpPr>
        <p:spPr>
          <a:xfrm>
            <a:off x="2701131" y="48157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0" name="a_full_bar_669">
            <a:extLst>
              <a:ext uri="{FF2B5EF4-FFF2-40B4-BE49-F238E27FC236}">
                <a16:creationId xmlns:a16="http://schemas.microsoft.com/office/drawing/2014/main" id="{6AC39CEF-D275-4FC4-A25F-A5FF4CC108C0}"/>
              </a:ext>
            </a:extLst>
          </p:cNvPr>
          <p:cNvSpPr>
            <a:spLocks noGrp="1"/>
          </p:cNvSpPr>
          <p:nvPr/>
        </p:nvSpPr>
        <p:spPr>
          <a:xfrm>
            <a:off x="2950960" y="49631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1" name="a_full_bar_670">
            <a:extLst>
              <a:ext uri="{FF2B5EF4-FFF2-40B4-BE49-F238E27FC236}">
                <a16:creationId xmlns:a16="http://schemas.microsoft.com/office/drawing/2014/main" id="{57B79867-2E50-4FA4-8B66-ACFF572F8D6A}"/>
              </a:ext>
            </a:extLst>
          </p:cNvPr>
          <p:cNvSpPr>
            <a:spLocks noGrp="1"/>
          </p:cNvSpPr>
          <p:nvPr/>
        </p:nvSpPr>
        <p:spPr>
          <a:xfrm>
            <a:off x="2915529" y="28539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2" name="a_full_bar_671">
            <a:extLst>
              <a:ext uri="{FF2B5EF4-FFF2-40B4-BE49-F238E27FC236}">
                <a16:creationId xmlns:a16="http://schemas.microsoft.com/office/drawing/2014/main" id="{27FEC6AD-A11A-4462-9410-07318AB3EF92}"/>
              </a:ext>
            </a:extLst>
          </p:cNvPr>
          <p:cNvSpPr>
            <a:spLocks noGrp="1"/>
          </p:cNvSpPr>
          <p:nvPr/>
        </p:nvSpPr>
        <p:spPr>
          <a:xfrm>
            <a:off x="2967990" y="35728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3" name="a_full_bar_672">
            <a:extLst>
              <a:ext uri="{FF2B5EF4-FFF2-40B4-BE49-F238E27FC236}">
                <a16:creationId xmlns:a16="http://schemas.microsoft.com/office/drawing/2014/main" id="{F57EDC60-D1C4-4A11-9BFE-8EA33F4729CB}"/>
              </a:ext>
            </a:extLst>
          </p:cNvPr>
          <p:cNvSpPr>
            <a:spLocks noGrp="1"/>
          </p:cNvSpPr>
          <p:nvPr/>
        </p:nvSpPr>
        <p:spPr>
          <a:xfrm>
            <a:off x="2647812" y="460529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4" name="a_full_bar_673">
            <a:extLst>
              <a:ext uri="{FF2B5EF4-FFF2-40B4-BE49-F238E27FC236}">
                <a16:creationId xmlns:a16="http://schemas.microsoft.com/office/drawing/2014/main" id="{6BFA59D5-118B-46B3-B108-7CB3D38FBF62}"/>
              </a:ext>
            </a:extLst>
          </p:cNvPr>
          <p:cNvSpPr>
            <a:spLocks noGrp="1"/>
          </p:cNvSpPr>
          <p:nvPr/>
        </p:nvSpPr>
        <p:spPr>
          <a:xfrm>
            <a:off x="2779860" y="44183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5" name="a_full_bar_674">
            <a:extLst>
              <a:ext uri="{FF2B5EF4-FFF2-40B4-BE49-F238E27FC236}">
                <a16:creationId xmlns:a16="http://schemas.microsoft.com/office/drawing/2014/main" id="{E727844C-57C2-4DAF-84A0-45AB5767F6E9}"/>
              </a:ext>
            </a:extLst>
          </p:cNvPr>
          <p:cNvSpPr>
            <a:spLocks noGrp="1"/>
          </p:cNvSpPr>
          <p:nvPr/>
        </p:nvSpPr>
        <p:spPr>
          <a:xfrm>
            <a:off x="2843601" y="489861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6" name="a_full_bar_675">
            <a:extLst>
              <a:ext uri="{FF2B5EF4-FFF2-40B4-BE49-F238E27FC236}">
                <a16:creationId xmlns:a16="http://schemas.microsoft.com/office/drawing/2014/main" id="{411F1B1D-41DF-4C33-A44E-FC83563D1C08}"/>
              </a:ext>
            </a:extLst>
          </p:cNvPr>
          <p:cNvSpPr>
            <a:spLocks noGrp="1"/>
          </p:cNvSpPr>
          <p:nvPr/>
        </p:nvSpPr>
        <p:spPr>
          <a:xfrm>
            <a:off x="2828783" y="41058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7" name="a_full_bar_676">
            <a:extLst>
              <a:ext uri="{FF2B5EF4-FFF2-40B4-BE49-F238E27FC236}">
                <a16:creationId xmlns:a16="http://schemas.microsoft.com/office/drawing/2014/main" id="{E59D4EF8-679D-40CD-8833-C3C5CB19F4EE}"/>
              </a:ext>
            </a:extLst>
          </p:cNvPr>
          <p:cNvSpPr>
            <a:spLocks noGrp="1"/>
          </p:cNvSpPr>
          <p:nvPr/>
        </p:nvSpPr>
        <p:spPr>
          <a:xfrm>
            <a:off x="2662058" y="385775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8" name="a_full_bar_677">
            <a:extLst>
              <a:ext uri="{FF2B5EF4-FFF2-40B4-BE49-F238E27FC236}">
                <a16:creationId xmlns:a16="http://schemas.microsoft.com/office/drawing/2014/main" id="{C3FB8B3C-B544-4F0C-80E5-AB8F231C7417}"/>
              </a:ext>
            </a:extLst>
          </p:cNvPr>
          <p:cNvSpPr>
            <a:spLocks noGrp="1"/>
          </p:cNvSpPr>
          <p:nvPr/>
        </p:nvSpPr>
        <p:spPr>
          <a:xfrm>
            <a:off x="2693969" y="330397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9" name="a_full_bar_678">
            <a:extLst>
              <a:ext uri="{FF2B5EF4-FFF2-40B4-BE49-F238E27FC236}">
                <a16:creationId xmlns:a16="http://schemas.microsoft.com/office/drawing/2014/main" id="{A548AD15-238B-4167-B989-B77B4E52FC40}"/>
              </a:ext>
            </a:extLst>
          </p:cNvPr>
          <p:cNvSpPr>
            <a:spLocks noGrp="1"/>
          </p:cNvSpPr>
          <p:nvPr/>
        </p:nvSpPr>
        <p:spPr>
          <a:xfrm>
            <a:off x="2654386" y="399238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0" name="a_full_bar_679">
            <a:extLst>
              <a:ext uri="{FF2B5EF4-FFF2-40B4-BE49-F238E27FC236}">
                <a16:creationId xmlns:a16="http://schemas.microsoft.com/office/drawing/2014/main" id="{89B9C38F-8813-4F3F-86F5-DF10E3DBC5E5}"/>
              </a:ext>
            </a:extLst>
          </p:cNvPr>
          <p:cNvSpPr>
            <a:spLocks noGrp="1"/>
          </p:cNvSpPr>
          <p:nvPr/>
        </p:nvSpPr>
        <p:spPr>
          <a:xfrm>
            <a:off x="2789679" y="48655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1" name="a_full_bar_680">
            <a:extLst>
              <a:ext uri="{FF2B5EF4-FFF2-40B4-BE49-F238E27FC236}">
                <a16:creationId xmlns:a16="http://schemas.microsoft.com/office/drawing/2014/main" id="{B99A688F-F812-4A1C-9A75-2F1B9FE6E4AD}"/>
              </a:ext>
            </a:extLst>
          </p:cNvPr>
          <p:cNvSpPr>
            <a:spLocks noGrp="1"/>
          </p:cNvSpPr>
          <p:nvPr/>
        </p:nvSpPr>
        <p:spPr>
          <a:xfrm>
            <a:off x="2983966" y="536166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2" name="a_full_bar_681">
            <a:extLst>
              <a:ext uri="{FF2B5EF4-FFF2-40B4-BE49-F238E27FC236}">
                <a16:creationId xmlns:a16="http://schemas.microsoft.com/office/drawing/2014/main" id="{7F798A94-C109-4D87-B492-290BD25650B3}"/>
              </a:ext>
            </a:extLst>
          </p:cNvPr>
          <p:cNvSpPr>
            <a:spLocks noGrp="1"/>
          </p:cNvSpPr>
          <p:nvPr/>
        </p:nvSpPr>
        <p:spPr>
          <a:xfrm>
            <a:off x="2713806" y="319934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3" name="a_full_bar_682">
            <a:extLst>
              <a:ext uri="{FF2B5EF4-FFF2-40B4-BE49-F238E27FC236}">
                <a16:creationId xmlns:a16="http://schemas.microsoft.com/office/drawing/2014/main" id="{BA3668C0-46F1-477F-93B9-F923845AB4DC}"/>
              </a:ext>
            </a:extLst>
          </p:cNvPr>
          <p:cNvSpPr>
            <a:spLocks noGrp="1"/>
          </p:cNvSpPr>
          <p:nvPr/>
        </p:nvSpPr>
        <p:spPr>
          <a:xfrm>
            <a:off x="287393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4" name="a_full_bar_683">
            <a:extLst>
              <a:ext uri="{FF2B5EF4-FFF2-40B4-BE49-F238E27FC236}">
                <a16:creationId xmlns:a16="http://schemas.microsoft.com/office/drawing/2014/main" id="{8340C19E-BCD1-46B5-89BC-38E05FA69FA3}"/>
              </a:ext>
            </a:extLst>
          </p:cNvPr>
          <p:cNvSpPr>
            <a:spLocks noGrp="1"/>
          </p:cNvSpPr>
          <p:nvPr/>
        </p:nvSpPr>
        <p:spPr>
          <a:xfrm>
            <a:off x="2978674" y="305508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5" name="a_full_bar_684">
            <a:extLst>
              <a:ext uri="{FF2B5EF4-FFF2-40B4-BE49-F238E27FC236}">
                <a16:creationId xmlns:a16="http://schemas.microsoft.com/office/drawing/2014/main" id="{0929E0D0-656A-4CB4-AD09-3CCAC8A40301}"/>
              </a:ext>
            </a:extLst>
          </p:cNvPr>
          <p:cNvSpPr>
            <a:spLocks noGrp="1"/>
          </p:cNvSpPr>
          <p:nvPr/>
        </p:nvSpPr>
        <p:spPr>
          <a:xfrm>
            <a:off x="268234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6" name="a_full_bar_685">
            <a:extLst>
              <a:ext uri="{FF2B5EF4-FFF2-40B4-BE49-F238E27FC236}">
                <a16:creationId xmlns:a16="http://schemas.microsoft.com/office/drawing/2014/main" id="{77B7B6F0-C8DB-48F7-8136-BB4FA6CCDB35}"/>
              </a:ext>
            </a:extLst>
          </p:cNvPr>
          <p:cNvSpPr>
            <a:spLocks noGrp="1"/>
          </p:cNvSpPr>
          <p:nvPr/>
        </p:nvSpPr>
        <p:spPr>
          <a:xfrm>
            <a:off x="2623750" y="381682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7" name="a_full_bar_686">
            <a:extLst>
              <a:ext uri="{FF2B5EF4-FFF2-40B4-BE49-F238E27FC236}">
                <a16:creationId xmlns:a16="http://schemas.microsoft.com/office/drawing/2014/main" id="{985821FF-741C-4A15-B90B-EBACAE15686B}"/>
              </a:ext>
            </a:extLst>
          </p:cNvPr>
          <p:cNvSpPr>
            <a:spLocks noGrp="1"/>
          </p:cNvSpPr>
          <p:nvPr/>
        </p:nvSpPr>
        <p:spPr>
          <a:xfrm>
            <a:off x="2625310" y="49674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8" name="a_full_bar_687">
            <a:extLst>
              <a:ext uri="{FF2B5EF4-FFF2-40B4-BE49-F238E27FC236}">
                <a16:creationId xmlns:a16="http://schemas.microsoft.com/office/drawing/2014/main" id="{0A1746EC-CD9F-415F-897F-29271CB0B4EA}"/>
              </a:ext>
            </a:extLst>
          </p:cNvPr>
          <p:cNvSpPr>
            <a:spLocks noGrp="1"/>
          </p:cNvSpPr>
          <p:nvPr/>
        </p:nvSpPr>
        <p:spPr>
          <a:xfrm>
            <a:off x="2646904" y="52470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9" name="a_full_bar_688">
            <a:extLst>
              <a:ext uri="{FF2B5EF4-FFF2-40B4-BE49-F238E27FC236}">
                <a16:creationId xmlns:a16="http://schemas.microsoft.com/office/drawing/2014/main" id="{9724837E-7F33-46F6-AD6B-ED2DEF098D39}"/>
              </a:ext>
            </a:extLst>
          </p:cNvPr>
          <p:cNvSpPr>
            <a:spLocks noGrp="1"/>
          </p:cNvSpPr>
          <p:nvPr/>
        </p:nvSpPr>
        <p:spPr>
          <a:xfrm>
            <a:off x="2984876" y="31569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0" name="a_full_bar_689">
            <a:extLst>
              <a:ext uri="{FF2B5EF4-FFF2-40B4-BE49-F238E27FC236}">
                <a16:creationId xmlns:a16="http://schemas.microsoft.com/office/drawing/2014/main" id="{11EA1280-A5BA-46A3-9890-818A8B0D7D2F}"/>
              </a:ext>
            </a:extLst>
          </p:cNvPr>
          <p:cNvSpPr>
            <a:spLocks noGrp="1"/>
          </p:cNvSpPr>
          <p:nvPr/>
        </p:nvSpPr>
        <p:spPr>
          <a:xfrm>
            <a:off x="2682832" y="282384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1" name="a_full_bar_690">
            <a:extLst>
              <a:ext uri="{FF2B5EF4-FFF2-40B4-BE49-F238E27FC236}">
                <a16:creationId xmlns:a16="http://schemas.microsoft.com/office/drawing/2014/main" id="{9BE09E39-BE56-46A4-B6A9-565F88049735}"/>
              </a:ext>
            </a:extLst>
          </p:cNvPr>
          <p:cNvSpPr>
            <a:spLocks noGrp="1"/>
          </p:cNvSpPr>
          <p:nvPr/>
        </p:nvSpPr>
        <p:spPr>
          <a:xfrm>
            <a:off x="2896036" y="509090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2" name="a_full_bar_691">
            <a:extLst>
              <a:ext uri="{FF2B5EF4-FFF2-40B4-BE49-F238E27FC236}">
                <a16:creationId xmlns:a16="http://schemas.microsoft.com/office/drawing/2014/main" id="{B92164A2-6484-4BC7-A4BC-888034E0AB0D}"/>
              </a:ext>
            </a:extLst>
          </p:cNvPr>
          <p:cNvSpPr>
            <a:spLocks noGrp="1"/>
          </p:cNvSpPr>
          <p:nvPr/>
        </p:nvSpPr>
        <p:spPr>
          <a:xfrm>
            <a:off x="290036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3" name="a_full_bar_692">
            <a:extLst>
              <a:ext uri="{FF2B5EF4-FFF2-40B4-BE49-F238E27FC236}">
                <a16:creationId xmlns:a16="http://schemas.microsoft.com/office/drawing/2014/main" id="{BC23F4C1-37D2-438E-9E27-C91956C4690E}"/>
              </a:ext>
            </a:extLst>
          </p:cNvPr>
          <p:cNvSpPr>
            <a:spLocks noGrp="1"/>
          </p:cNvSpPr>
          <p:nvPr/>
        </p:nvSpPr>
        <p:spPr>
          <a:xfrm>
            <a:off x="2740682" y="401697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4" name="a_full_bar_693">
            <a:extLst>
              <a:ext uri="{FF2B5EF4-FFF2-40B4-BE49-F238E27FC236}">
                <a16:creationId xmlns:a16="http://schemas.microsoft.com/office/drawing/2014/main" id="{AA5AA8A5-CEE2-4080-97E9-B19D7AC714DE}"/>
              </a:ext>
            </a:extLst>
          </p:cNvPr>
          <p:cNvSpPr>
            <a:spLocks noGrp="1"/>
          </p:cNvSpPr>
          <p:nvPr/>
        </p:nvSpPr>
        <p:spPr>
          <a:xfrm>
            <a:off x="2871288" y="29794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5" name="a_full_bar_694">
            <a:extLst>
              <a:ext uri="{FF2B5EF4-FFF2-40B4-BE49-F238E27FC236}">
                <a16:creationId xmlns:a16="http://schemas.microsoft.com/office/drawing/2014/main" id="{339890F8-D843-4D2A-BE62-0F56B9F40CD7}"/>
              </a:ext>
            </a:extLst>
          </p:cNvPr>
          <p:cNvSpPr>
            <a:spLocks noGrp="1"/>
          </p:cNvSpPr>
          <p:nvPr/>
        </p:nvSpPr>
        <p:spPr>
          <a:xfrm>
            <a:off x="2754401" y="37036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6" name="a_full_bar_695">
            <a:extLst>
              <a:ext uri="{FF2B5EF4-FFF2-40B4-BE49-F238E27FC236}">
                <a16:creationId xmlns:a16="http://schemas.microsoft.com/office/drawing/2014/main" id="{790BCF1B-0CF5-4090-AAF6-6858F4E2967C}"/>
              </a:ext>
            </a:extLst>
          </p:cNvPr>
          <p:cNvSpPr>
            <a:spLocks noGrp="1"/>
          </p:cNvSpPr>
          <p:nvPr/>
        </p:nvSpPr>
        <p:spPr>
          <a:xfrm>
            <a:off x="2913814" y="39277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7" name="a_full_bar_696">
            <a:extLst>
              <a:ext uri="{FF2B5EF4-FFF2-40B4-BE49-F238E27FC236}">
                <a16:creationId xmlns:a16="http://schemas.microsoft.com/office/drawing/2014/main" id="{B9EAFB90-4CBA-4B50-9EC6-1240DEDE9DC1}"/>
              </a:ext>
            </a:extLst>
          </p:cNvPr>
          <p:cNvSpPr>
            <a:spLocks noGrp="1"/>
          </p:cNvSpPr>
          <p:nvPr/>
        </p:nvSpPr>
        <p:spPr>
          <a:xfrm>
            <a:off x="2725188" y="30827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8" name="a_full_bar_697">
            <a:extLst>
              <a:ext uri="{FF2B5EF4-FFF2-40B4-BE49-F238E27FC236}">
                <a16:creationId xmlns:a16="http://schemas.microsoft.com/office/drawing/2014/main" id="{E2914898-5C24-4E97-B3E2-083094FEF378}"/>
              </a:ext>
            </a:extLst>
          </p:cNvPr>
          <p:cNvSpPr>
            <a:spLocks noGrp="1"/>
          </p:cNvSpPr>
          <p:nvPr/>
        </p:nvSpPr>
        <p:spPr>
          <a:xfrm>
            <a:off x="2646116" y="3139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9" name="a_full_bar_698">
            <a:extLst>
              <a:ext uri="{FF2B5EF4-FFF2-40B4-BE49-F238E27FC236}">
                <a16:creationId xmlns:a16="http://schemas.microsoft.com/office/drawing/2014/main" id="{1179B666-6FD0-45F3-AA4B-1B4C4A6BDFA6}"/>
              </a:ext>
            </a:extLst>
          </p:cNvPr>
          <p:cNvSpPr>
            <a:spLocks noGrp="1"/>
          </p:cNvSpPr>
          <p:nvPr/>
        </p:nvSpPr>
        <p:spPr>
          <a:xfrm>
            <a:off x="2983032" y="4033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0" name="a_full_bar_699">
            <a:extLst>
              <a:ext uri="{FF2B5EF4-FFF2-40B4-BE49-F238E27FC236}">
                <a16:creationId xmlns:a16="http://schemas.microsoft.com/office/drawing/2014/main" id="{42AE7CAC-6210-43E1-A60C-BEEE142C53BE}"/>
              </a:ext>
            </a:extLst>
          </p:cNvPr>
          <p:cNvSpPr>
            <a:spLocks noGrp="1"/>
          </p:cNvSpPr>
          <p:nvPr/>
        </p:nvSpPr>
        <p:spPr>
          <a:xfrm>
            <a:off x="2837668" y="354745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1" name="a_full_bar_700">
            <a:extLst>
              <a:ext uri="{FF2B5EF4-FFF2-40B4-BE49-F238E27FC236}">
                <a16:creationId xmlns:a16="http://schemas.microsoft.com/office/drawing/2014/main" id="{CDDBDD55-3937-439D-B947-554A9BA8302B}"/>
              </a:ext>
            </a:extLst>
          </p:cNvPr>
          <p:cNvSpPr>
            <a:spLocks noGrp="1"/>
          </p:cNvSpPr>
          <p:nvPr/>
        </p:nvSpPr>
        <p:spPr>
          <a:xfrm>
            <a:off x="2715721" y="430064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2" name="a_full_bar_701">
            <a:extLst>
              <a:ext uri="{FF2B5EF4-FFF2-40B4-BE49-F238E27FC236}">
                <a16:creationId xmlns:a16="http://schemas.microsoft.com/office/drawing/2014/main" id="{3156E787-0C61-4F4C-A82F-D91B118DB92D}"/>
              </a:ext>
            </a:extLst>
          </p:cNvPr>
          <p:cNvSpPr>
            <a:spLocks noGrp="1"/>
          </p:cNvSpPr>
          <p:nvPr/>
        </p:nvSpPr>
        <p:spPr>
          <a:xfrm>
            <a:off x="2836711" y="331177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3" name="a_full_bar_702">
            <a:extLst>
              <a:ext uri="{FF2B5EF4-FFF2-40B4-BE49-F238E27FC236}">
                <a16:creationId xmlns:a16="http://schemas.microsoft.com/office/drawing/2014/main" id="{7D0A646A-B9EB-4438-A9A9-404926D7D8DB}"/>
              </a:ext>
            </a:extLst>
          </p:cNvPr>
          <p:cNvSpPr>
            <a:spLocks noGrp="1"/>
          </p:cNvSpPr>
          <p:nvPr/>
        </p:nvSpPr>
        <p:spPr>
          <a:xfrm>
            <a:off x="281093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4" name="a_full_bar_703">
            <a:extLst>
              <a:ext uri="{FF2B5EF4-FFF2-40B4-BE49-F238E27FC236}">
                <a16:creationId xmlns:a16="http://schemas.microsoft.com/office/drawing/2014/main" id="{428A9CDC-DAF3-401B-BEBC-EE8151816423}"/>
              </a:ext>
            </a:extLst>
          </p:cNvPr>
          <p:cNvSpPr>
            <a:spLocks noGrp="1"/>
          </p:cNvSpPr>
          <p:nvPr/>
        </p:nvSpPr>
        <p:spPr>
          <a:xfrm>
            <a:off x="2999471" y="399813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5" name="a_full_bar_704">
            <a:extLst>
              <a:ext uri="{FF2B5EF4-FFF2-40B4-BE49-F238E27FC236}">
                <a16:creationId xmlns:a16="http://schemas.microsoft.com/office/drawing/2014/main" id="{3ADAB346-BBE0-4DBA-AED2-2A29B83CD93C}"/>
              </a:ext>
            </a:extLst>
          </p:cNvPr>
          <p:cNvSpPr>
            <a:spLocks noGrp="1"/>
          </p:cNvSpPr>
          <p:nvPr/>
        </p:nvSpPr>
        <p:spPr>
          <a:xfrm>
            <a:off x="2683647" y="315360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6" name="a_full_bar_705">
            <a:extLst>
              <a:ext uri="{FF2B5EF4-FFF2-40B4-BE49-F238E27FC236}">
                <a16:creationId xmlns:a16="http://schemas.microsoft.com/office/drawing/2014/main" id="{4D10F6A5-35E0-4356-819D-CB60D4365D1E}"/>
              </a:ext>
            </a:extLst>
          </p:cNvPr>
          <p:cNvSpPr>
            <a:spLocks noGrp="1"/>
          </p:cNvSpPr>
          <p:nvPr/>
        </p:nvSpPr>
        <p:spPr>
          <a:xfrm>
            <a:off x="266952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7" name="a_full_bar_706">
            <a:extLst>
              <a:ext uri="{FF2B5EF4-FFF2-40B4-BE49-F238E27FC236}">
                <a16:creationId xmlns:a16="http://schemas.microsoft.com/office/drawing/2014/main" id="{74EE1D6B-F4A4-4F3F-A329-0A596190C75F}"/>
              </a:ext>
            </a:extLst>
          </p:cNvPr>
          <p:cNvSpPr>
            <a:spLocks noGrp="1"/>
          </p:cNvSpPr>
          <p:nvPr/>
        </p:nvSpPr>
        <p:spPr>
          <a:xfrm>
            <a:off x="2876243" y="39077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8" name="a_full_bar_707">
            <a:extLst>
              <a:ext uri="{FF2B5EF4-FFF2-40B4-BE49-F238E27FC236}">
                <a16:creationId xmlns:a16="http://schemas.microsoft.com/office/drawing/2014/main" id="{E76D9340-F126-4EE4-BCA4-723C0D8BEFAC}"/>
              </a:ext>
            </a:extLst>
          </p:cNvPr>
          <p:cNvSpPr>
            <a:spLocks noGrp="1"/>
          </p:cNvSpPr>
          <p:nvPr/>
        </p:nvSpPr>
        <p:spPr>
          <a:xfrm>
            <a:off x="281374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9" name="a_full_bar_708">
            <a:extLst>
              <a:ext uri="{FF2B5EF4-FFF2-40B4-BE49-F238E27FC236}">
                <a16:creationId xmlns:a16="http://schemas.microsoft.com/office/drawing/2014/main" id="{489E3ECA-AAAA-4E0A-9DD4-F135B92FCB76}"/>
              </a:ext>
            </a:extLst>
          </p:cNvPr>
          <p:cNvSpPr>
            <a:spLocks noGrp="1"/>
          </p:cNvSpPr>
          <p:nvPr/>
        </p:nvSpPr>
        <p:spPr>
          <a:xfrm>
            <a:off x="280983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0" name="a_full_bar_709">
            <a:extLst>
              <a:ext uri="{FF2B5EF4-FFF2-40B4-BE49-F238E27FC236}">
                <a16:creationId xmlns:a16="http://schemas.microsoft.com/office/drawing/2014/main" id="{CE998FF3-40D2-4C28-9042-9FC5BB89CA5D}"/>
              </a:ext>
            </a:extLst>
          </p:cNvPr>
          <p:cNvSpPr>
            <a:spLocks noGrp="1"/>
          </p:cNvSpPr>
          <p:nvPr/>
        </p:nvSpPr>
        <p:spPr>
          <a:xfrm>
            <a:off x="2873986" y="56030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1" name="a_full_bar_710">
            <a:extLst>
              <a:ext uri="{FF2B5EF4-FFF2-40B4-BE49-F238E27FC236}">
                <a16:creationId xmlns:a16="http://schemas.microsoft.com/office/drawing/2014/main" id="{F9CF1D4B-1CF8-485B-A8F6-B24C09DE9326}"/>
              </a:ext>
            </a:extLst>
          </p:cNvPr>
          <p:cNvSpPr>
            <a:spLocks noGrp="1"/>
          </p:cNvSpPr>
          <p:nvPr/>
        </p:nvSpPr>
        <p:spPr>
          <a:xfrm>
            <a:off x="2746167" y="411191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2" name="a_full_bar_711">
            <a:extLst>
              <a:ext uri="{FF2B5EF4-FFF2-40B4-BE49-F238E27FC236}">
                <a16:creationId xmlns:a16="http://schemas.microsoft.com/office/drawing/2014/main" id="{D0256E5A-A14B-46FB-A999-7BDA4EFC33F4}"/>
              </a:ext>
            </a:extLst>
          </p:cNvPr>
          <p:cNvSpPr>
            <a:spLocks noGrp="1"/>
          </p:cNvSpPr>
          <p:nvPr/>
        </p:nvSpPr>
        <p:spPr>
          <a:xfrm>
            <a:off x="3014009" y="55260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3" name="a_full_bar_712">
            <a:extLst>
              <a:ext uri="{FF2B5EF4-FFF2-40B4-BE49-F238E27FC236}">
                <a16:creationId xmlns:a16="http://schemas.microsoft.com/office/drawing/2014/main" id="{B864563E-CBAF-4B83-A594-5A8E367E0B38}"/>
              </a:ext>
            </a:extLst>
          </p:cNvPr>
          <p:cNvSpPr>
            <a:spLocks noGrp="1"/>
          </p:cNvSpPr>
          <p:nvPr/>
        </p:nvSpPr>
        <p:spPr>
          <a:xfrm>
            <a:off x="2843462" y="37256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4" name="a_full_bar_713">
            <a:extLst>
              <a:ext uri="{FF2B5EF4-FFF2-40B4-BE49-F238E27FC236}">
                <a16:creationId xmlns:a16="http://schemas.microsoft.com/office/drawing/2014/main" id="{8742B3E4-BA99-4450-AA9E-00A785DFC014}"/>
              </a:ext>
            </a:extLst>
          </p:cNvPr>
          <p:cNvSpPr>
            <a:spLocks noGrp="1"/>
          </p:cNvSpPr>
          <p:nvPr/>
        </p:nvSpPr>
        <p:spPr>
          <a:xfrm>
            <a:off x="2831415" y="308867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5" name="a_full_bar_714">
            <a:extLst>
              <a:ext uri="{FF2B5EF4-FFF2-40B4-BE49-F238E27FC236}">
                <a16:creationId xmlns:a16="http://schemas.microsoft.com/office/drawing/2014/main" id="{9518498B-ADCD-4686-9D37-70CE1DA321DA}"/>
              </a:ext>
            </a:extLst>
          </p:cNvPr>
          <p:cNvSpPr>
            <a:spLocks noGrp="1"/>
          </p:cNvSpPr>
          <p:nvPr/>
        </p:nvSpPr>
        <p:spPr>
          <a:xfrm>
            <a:off x="2812312" y="48334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6" name="a_full_bar_715">
            <a:extLst>
              <a:ext uri="{FF2B5EF4-FFF2-40B4-BE49-F238E27FC236}">
                <a16:creationId xmlns:a16="http://schemas.microsoft.com/office/drawing/2014/main" id="{4A48FC0F-45D2-4D9C-B300-771B945326C1}"/>
              </a:ext>
            </a:extLst>
          </p:cNvPr>
          <p:cNvSpPr>
            <a:spLocks noGrp="1"/>
          </p:cNvSpPr>
          <p:nvPr/>
        </p:nvSpPr>
        <p:spPr>
          <a:xfrm>
            <a:off x="2951181" y="32641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7" name="a_full_bar_716">
            <a:extLst>
              <a:ext uri="{FF2B5EF4-FFF2-40B4-BE49-F238E27FC236}">
                <a16:creationId xmlns:a16="http://schemas.microsoft.com/office/drawing/2014/main" id="{802D118D-CEB6-4C7A-B0A9-9FD389631543}"/>
              </a:ext>
            </a:extLst>
          </p:cNvPr>
          <p:cNvSpPr>
            <a:spLocks noGrp="1"/>
          </p:cNvSpPr>
          <p:nvPr/>
        </p:nvSpPr>
        <p:spPr>
          <a:xfrm>
            <a:off x="2707492" y="498315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8" name="a_full_bar_717">
            <a:extLst>
              <a:ext uri="{FF2B5EF4-FFF2-40B4-BE49-F238E27FC236}">
                <a16:creationId xmlns:a16="http://schemas.microsoft.com/office/drawing/2014/main" id="{11F3E312-5AE7-4DAD-85A1-C6BB120B614B}"/>
              </a:ext>
            </a:extLst>
          </p:cNvPr>
          <p:cNvSpPr>
            <a:spLocks noGrp="1"/>
          </p:cNvSpPr>
          <p:nvPr/>
        </p:nvSpPr>
        <p:spPr>
          <a:xfrm>
            <a:off x="2652608" y="39359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9" name="a_full_bar_718">
            <a:extLst>
              <a:ext uri="{FF2B5EF4-FFF2-40B4-BE49-F238E27FC236}">
                <a16:creationId xmlns:a16="http://schemas.microsoft.com/office/drawing/2014/main" id="{9C4EC7F1-5752-4BF5-9103-538EA3B7C1F8}"/>
              </a:ext>
            </a:extLst>
          </p:cNvPr>
          <p:cNvSpPr>
            <a:spLocks noGrp="1"/>
          </p:cNvSpPr>
          <p:nvPr/>
        </p:nvSpPr>
        <p:spPr>
          <a:xfrm>
            <a:off x="2634622" y="526373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0" name="a_full_bar_719">
            <a:extLst>
              <a:ext uri="{FF2B5EF4-FFF2-40B4-BE49-F238E27FC236}">
                <a16:creationId xmlns:a16="http://schemas.microsoft.com/office/drawing/2014/main" id="{1A5E5462-1A75-40C9-B24B-261D821F74C1}"/>
              </a:ext>
            </a:extLst>
          </p:cNvPr>
          <p:cNvSpPr>
            <a:spLocks noGrp="1"/>
          </p:cNvSpPr>
          <p:nvPr/>
        </p:nvSpPr>
        <p:spPr>
          <a:xfrm>
            <a:off x="2949184" y="430598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1" name="a_full_bar_720">
            <a:extLst>
              <a:ext uri="{FF2B5EF4-FFF2-40B4-BE49-F238E27FC236}">
                <a16:creationId xmlns:a16="http://schemas.microsoft.com/office/drawing/2014/main" id="{42673CB5-D32A-41F7-81EF-E8423634F12D}"/>
              </a:ext>
            </a:extLst>
          </p:cNvPr>
          <p:cNvSpPr>
            <a:spLocks noGrp="1"/>
          </p:cNvSpPr>
          <p:nvPr/>
        </p:nvSpPr>
        <p:spPr>
          <a:xfrm>
            <a:off x="3001477" y="35478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2" name="a_full_bar_721">
            <a:extLst>
              <a:ext uri="{FF2B5EF4-FFF2-40B4-BE49-F238E27FC236}">
                <a16:creationId xmlns:a16="http://schemas.microsoft.com/office/drawing/2014/main" id="{FECDE321-ED1A-4DCA-AF90-D65ACF2DC5EC}"/>
              </a:ext>
            </a:extLst>
          </p:cNvPr>
          <p:cNvSpPr>
            <a:spLocks noGrp="1"/>
          </p:cNvSpPr>
          <p:nvPr/>
        </p:nvSpPr>
        <p:spPr>
          <a:xfrm>
            <a:off x="2976190" y="319934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3" name="a_full_bar_722">
            <a:extLst>
              <a:ext uri="{FF2B5EF4-FFF2-40B4-BE49-F238E27FC236}">
                <a16:creationId xmlns:a16="http://schemas.microsoft.com/office/drawing/2014/main" id="{9F484781-B2A6-445A-8B3A-DFECA26DAAFA}"/>
              </a:ext>
            </a:extLst>
          </p:cNvPr>
          <p:cNvSpPr>
            <a:spLocks noGrp="1"/>
          </p:cNvSpPr>
          <p:nvPr/>
        </p:nvSpPr>
        <p:spPr>
          <a:xfrm>
            <a:off x="3011894" y="491326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4" name="a_full_bar_723">
            <a:extLst>
              <a:ext uri="{FF2B5EF4-FFF2-40B4-BE49-F238E27FC236}">
                <a16:creationId xmlns:a16="http://schemas.microsoft.com/office/drawing/2014/main" id="{013AD01B-F4F2-4A1B-9D9A-42F62C7EF5C0}"/>
              </a:ext>
            </a:extLst>
          </p:cNvPr>
          <p:cNvSpPr>
            <a:spLocks noGrp="1"/>
          </p:cNvSpPr>
          <p:nvPr/>
        </p:nvSpPr>
        <p:spPr>
          <a:xfrm>
            <a:off x="2985038" y="320254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5" name="a_full_bar_724">
            <a:extLst>
              <a:ext uri="{FF2B5EF4-FFF2-40B4-BE49-F238E27FC236}">
                <a16:creationId xmlns:a16="http://schemas.microsoft.com/office/drawing/2014/main" id="{03A34752-4B36-4990-A7AC-4F5ACBD4ECC3}"/>
              </a:ext>
            </a:extLst>
          </p:cNvPr>
          <p:cNvSpPr>
            <a:spLocks noGrp="1"/>
          </p:cNvSpPr>
          <p:nvPr/>
        </p:nvSpPr>
        <p:spPr>
          <a:xfrm>
            <a:off x="2840767" y="54664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6" name="a_full_bar_725">
            <a:extLst>
              <a:ext uri="{FF2B5EF4-FFF2-40B4-BE49-F238E27FC236}">
                <a16:creationId xmlns:a16="http://schemas.microsoft.com/office/drawing/2014/main" id="{07AC1DD7-007E-4A5D-B07B-55231B3C3E3B}"/>
              </a:ext>
            </a:extLst>
          </p:cNvPr>
          <p:cNvSpPr>
            <a:spLocks noGrp="1"/>
          </p:cNvSpPr>
          <p:nvPr/>
        </p:nvSpPr>
        <p:spPr>
          <a:xfrm>
            <a:off x="2953909" y="31061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7" name="a_full_bar_726">
            <a:extLst>
              <a:ext uri="{FF2B5EF4-FFF2-40B4-BE49-F238E27FC236}">
                <a16:creationId xmlns:a16="http://schemas.microsoft.com/office/drawing/2014/main" id="{F6DD9643-E7B0-4513-A320-5A7F6B2C2837}"/>
              </a:ext>
            </a:extLst>
          </p:cNvPr>
          <p:cNvSpPr>
            <a:spLocks noGrp="1"/>
          </p:cNvSpPr>
          <p:nvPr/>
        </p:nvSpPr>
        <p:spPr>
          <a:xfrm>
            <a:off x="2749160" y="375414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8" name="a_full_bar_727">
            <a:extLst>
              <a:ext uri="{FF2B5EF4-FFF2-40B4-BE49-F238E27FC236}">
                <a16:creationId xmlns:a16="http://schemas.microsoft.com/office/drawing/2014/main" id="{BB8DAFD7-4E26-4762-97DB-6207E299A793}"/>
              </a:ext>
            </a:extLst>
          </p:cNvPr>
          <p:cNvSpPr>
            <a:spLocks noGrp="1"/>
          </p:cNvSpPr>
          <p:nvPr/>
        </p:nvSpPr>
        <p:spPr>
          <a:xfrm>
            <a:off x="2969510" y="30958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9" name="a_full_bar_728">
            <a:extLst>
              <a:ext uri="{FF2B5EF4-FFF2-40B4-BE49-F238E27FC236}">
                <a16:creationId xmlns:a16="http://schemas.microsoft.com/office/drawing/2014/main" id="{E0876F7E-F380-4091-927C-00F8F8DAA6AB}"/>
              </a:ext>
            </a:extLst>
          </p:cNvPr>
          <p:cNvSpPr>
            <a:spLocks noGrp="1"/>
          </p:cNvSpPr>
          <p:nvPr/>
        </p:nvSpPr>
        <p:spPr>
          <a:xfrm>
            <a:off x="2741910" y="511602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0" name="a_full_bar_729">
            <a:extLst>
              <a:ext uri="{FF2B5EF4-FFF2-40B4-BE49-F238E27FC236}">
                <a16:creationId xmlns:a16="http://schemas.microsoft.com/office/drawing/2014/main" id="{66274ACA-8530-4299-9353-97CE8A04631E}"/>
              </a:ext>
            </a:extLst>
          </p:cNvPr>
          <p:cNvSpPr>
            <a:spLocks noGrp="1"/>
          </p:cNvSpPr>
          <p:nvPr/>
        </p:nvSpPr>
        <p:spPr>
          <a:xfrm>
            <a:off x="2791453" y="35537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1" name="a_full_bar_730">
            <a:extLst>
              <a:ext uri="{FF2B5EF4-FFF2-40B4-BE49-F238E27FC236}">
                <a16:creationId xmlns:a16="http://schemas.microsoft.com/office/drawing/2014/main" id="{2039E045-1A2F-42DC-A4F2-93AA2654A564}"/>
              </a:ext>
            </a:extLst>
          </p:cNvPr>
          <p:cNvSpPr>
            <a:spLocks noGrp="1"/>
          </p:cNvSpPr>
          <p:nvPr/>
        </p:nvSpPr>
        <p:spPr>
          <a:xfrm>
            <a:off x="2766963" y="437276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2" name="a_full_bar_731">
            <a:extLst>
              <a:ext uri="{FF2B5EF4-FFF2-40B4-BE49-F238E27FC236}">
                <a16:creationId xmlns:a16="http://schemas.microsoft.com/office/drawing/2014/main" id="{0A920D53-B137-44CB-8E16-480D31C92954}"/>
              </a:ext>
            </a:extLst>
          </p:cNvPr>
          <p:cNvSpPr>
            <a:spLocks noGrp="1"/>
          </p:cNvSpPr>
          <p:nvPr/>
        </p:nvSpPr>
        <p:spPr>
          <a:xfrm>
            <a:off x="2629095" y="438097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3" name="a_full_bar_732">
            <a:extLst>
              <a:ext uri="{FF2B5EF4-FFF2-40B4-BE49-F238E27FC236}">
                <a16:creationId xmlns:a16="http://schemas.microsoft.com/office/drawing/2014/main" id="{EA0B9D07-9346-4661-B9DE-7F3819F7756E}"/>
              </a:ext>
            </a:extLst>
          </p:cNvPr>
          <p:cNvSpPr>
            <a:spLocks noGrp="1"/>
          </p:cNvSpPr>
          <p:nvPr/>
        </p:nvSpPr>
        <p:spPr>
          <a:xfrm>
            <a:off x="2867687" y="43897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4" name="a_full_bar_733">
            <a:extLst>
              <a:ext uri="{FF2B5EF4-FFF2-40B4-BE49-F238E27FC236}">
                <a16:creationId xmlns:a16="http://schemas.microsoft.com/office/drawing/2014/main" id="{1AEB3AAE-74C0-440B-B0D3-E3387512EBF0}"/>
              </a:ext>
            </a:extLst>
          </p:cNvPr>
          <p:cNvSpPr>
            <a:spLocks noGrp="1"/>
          </p:cNvSpPr>
          <p:nvPr/>
        </p:nvSpPr>
        <p:spPr>
          <a:xfrm>
            <a:off x="2737311" y="43134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5" name="a_full_bar_734">
            <a:extLst>
              <a:ext uri="{FF2B5EF4-FFF2-40B4-BE49-F238E27FC236}">
                <a16:creationId xmlns:a16="http://schemas.microsoft.com/office/drawing/2014/main" id="{78B83717-13AF-416F-934F-037F6E3693F6}"/>
              </a:ext>
            </a:extLst>
          </p:cNvPr>
          <p:cNvSpPr>
            <a:spLocks noGrp="1"/>
          </p:cNvSpPr>
          <p:nvPr/>
        </p:nvSpPr>
        <p:spPr>
          <a:xfrm>
            <a:off x="2950617" y="33142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6" name="a_full_bar_735">
            <a:extLst>
              <a:ext uri="{FF2B5EF4-FFF2-40B4-BE49-F238E27FC236}">
                <a16:creationId xmlns:a16="http://schemas.microsoft.com/office/drawing/2014/main" id="{8CC6B217-EFBF-4968-BC10-141749C8D0E8}"/>
              </a:ext>
            </a:extLst>
          </p:cNvPr>
          <p:cNvSpPr>
            <a:spLocks noGrp="1"/>
          </p:cNvSpPr>
          <p:nvPr/>
        </p:nvSpPr>
        <p:spPr>
          <a:xfrm>
            <a:off x="2730101" y="577011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7" name="a_full_bar_736">
            <a:extLst>
              <a:ext uri="{FF2B5EF4-FFF2-40B4-BE49-F238E27FC236}">
                <a16:creationId xmlns:a16="http://schemas.microsoft.com/office/drawing/2014/main" id="{F64F3A19-05B6-4495-BC06-85770ED1BE48}"/>
              </a:ext>
            </a:extLst>
          </p:cNvPr>
          <p:cNvSpPr>
            <a:spLocks noGrp="1"/>
          </p:cNvSpPr>
          <p:nvPr/>
        </p:nvSpPr>
        <p:spPr>
          <a:xfrm>
            <a:off x="2935513" y="450736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8" name="a_full_bar_737">
            <a:extLst>
              <a:ext uri="{FF2B5EF4-FFF2-40B4-BE49-F238E27FC236}">
                <a16:creationId xmlns:a16="http://schemas.microsoft.com/office/drawing/2014/main" id="{B8839BE2-494F-4AFF-8328-CC715229AD02}"/>
              </a:ext>
            </a:extLst>
          </p:cNvPr>
          <p:cNvSpPr>
            <a:spLocks noGrp="1"/>
          </p:cNvSpPr>
          <p:nvPr/>
        </p:nvSpPr>
        <p:spPr>
          <a:xfrm>
            <a:off x="2892175" y="368779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9" name="a_full_bar_738">
            <a:extLst>
              <a:ext uri="{FF2B5EF4-FFF2-40B4-BE49-F238E27FC236}">
                <a16:creationId xmlns:a16="http://schemas.microsoft.com/office/drawing/2014/main" id="{19A2767B-ED48-451F-888C-18E10744C5A9}"/>
              </a:ext>
            </a:extLst>
          </p:cNvPr>
          <p:cNvSpPr>
            <a:spLocks noGrp="1"/>
          </p:cNvSpPr>
          <p:nvPr/>
        </p:nvSpPr>
        <p:spPr>
          <a:xfrm>
            <a:off x="2784470" y="46665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0" name="a_full_bar_739">
            <a:extLst>
              <a:ext uri="{FF2B5EF4-FFF2-40B4-BE49-F238E27FC236}">
                <a16:creationId xmlns:a16="http://schemas.microsoft.com/office/drawing/2014/main" id="{D5C3818F-A618-46F5-8E69-9EF571821DA0}"/>
              </a:ext>
            </a:extLst>
          </p:cNvPr>
          <p:cNvSpPr>
            <a:spLocks noGrp="1"/>
          </p:cNvSpPr>
          <p:nvPr/>
        </p:nvSpPr>
        <p:spPr>
          <a:xfrm>
            <a:off x="282352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1" name="a_full_bar_740">
            <a:extLst>
              <a:ext uri="{FF2B5EF4-FFF2-40B4-BE49-F238E27FC236}">
                <a16:creationId xmlns:a16="http://schemas.microsoft.com/office/drawing/2014/main" id="{4FB68B96-4328-4F1E-8831-C4757D84235E}"/>
              </a:ext>
            </a:extLst>
          </p:cNvPr>
          <p:cNvSpPr>
            <a:spLocks noGrp="1"/>
          </p:cNvSpPr>
          <p:nvPr/>
        </p:nvSpPr>
        <p:spPr>
          <a:xfrm>
            <a:off x="2633575" y="529726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2" name="a_full_bar_741">
            <a:extLst>
              <a:ext uri="{FF2B5EF4-FFF2-40B4-BE49-F238E27FC236}">
                <a16:creationId xmlns:a16="http://schemas.microsoft.com/office/drawing/2014/main" id="{B158B485-4351-4047-8BFE-46BDFE29ED95}"/>
              </a:ext>
            </a:extLst>
          </p:cNvPr>
          <p:cNvSpPr>
            <a:spLocks noGrp="1"/>
          </p:cNvSpPr>
          <p:nvPr/>
        </p:nvSpPr>
        <p:spPr>
          <a:xfrm>
            <a:off x="280314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3" name="a_full_bar_742">
            <a:extLst>
              <a:ext uri="{FF2B5EF4-FFF2-40B4-BE49-F238E27FC236}">
                <a16:creationId xmlns:a16="http://schemas.microsoft.com/office/drawing/2014/main" id="{78E990F9-3CB2-4D35-8E33-BF344278F4D3}"/>
              </a:ext>
            </a:extLst>
          </p:cNvPr>
          <p:cNvSpPr>
            <a:spLocks noGrp="1"/>
          </p:cNvSpPr>
          <p:nvPr/>
        </p:nvSpPr>
        <p:spPr>
          <a:xfrm>
            <a:off x="264682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4" name="a_full_bar_743">
            <a:extLst>
              <a:ext uri="{FF2B5EF4-FFF2-40B4-BE49-F238E27FC236}">
                <a16:creationId xmlns:a16="http://schemas.microsoft.com/office/drawing/2014/main" id="{4C2A7B40-1329-4137-9D96-FF1B37748F57}"/>
              </a:ext>
            </a:extLst>
          </p:cNvPr>
          <p:cNvSpPr>
            <a:spLocks noGrp="1"/>
          </p:cNvSpPr>
          <p:nvPr/>
        </p:nvSpPr>
        <p:spPr>
          <a:xfrm>
            <a:off x="510552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5" name="a_full_bar_744">
            <a:extLst>
              <a:ext uri="{FF2B5EF4-FFF2-40B4-BE49-F238E27FC236}">
                <a16:creationId xmlns:a16="http://schemas.microsoft.com/office/drawing/2014/main" id="{3324077F-8D40-47C3-9FE6-6302B6A2C8DC}"/>
              </a:ext>
            </a:extLst>
          </p:cNvPr>
          <p:cNvSpPr>
            <a:spLocks noGrp="1"/>
          </p:cNvSpPr>
          <p:nvPr/>
        </p:nvSpPr>
        <p:spPr>
          <a:xfrm>
            <a:off x="5413376" y="33453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6" name="a_full_bar_745">
            <a:extLst>
              <a:ext uri="{FF2B5EF4-FFF2-40B4-BE49-F238E27FC236}">
                <a16:creationId xmlns:a16="http://schemas.microsoft.com/office/drawing/2014/main" id="{A25B7B17-ADE7-4CDC-8AE9-57AE3F406DF0}"/>
              </a:ext>
            </a:extLst>
          </p:cNvPr>
          <p:cNvSpPr>
            <a:spLocks noGrp="1"/>
          </p:cNvSpPr>
          <p:nvPr/>
        </p:nvSpPr>
        <p:spPr>
          <a:xfrm>
            <a:off x="532346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7" name="a_full_bar_746">
            <a:extLst>
              <a:ext uri="{FF2B5EF4-FFF2-40B4-BE49-F238E27FC236}">
                <a16:creationId xmlns:a16="http://schemas.microsoft.com/office/drawing/2014/main" id="{6407C600-7663-46BF-810E-67601149D9F6}"/>
              </a:ext>
            </a:extLst>
          </p:cNvPr>
          <p:cNvSpPr>
            <a:spLocks noGrp="1"/>
          </p:cNvSpPr>
          <p:nvPr/>
        </p:nvSpPr>
        <p:spPr>
          <a:xfrm>
            <a:off x="5266114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8" name="a_full_bar_747">
            <a:extLst>
              <a:ext uri="{FF2B5EF4-FFF2-40B4-BE49-F238E27FC236}">
                <a16:creationId xmlns:a16="http://schemas.microsoft.com/office/drawing/2014/main" id="{2EB6B50B-0CAD-4472-A786-47F3C9A94E1E}"/>
              </a:ext>
            </a:extLst>
          </p:cNvPr>
          <p:cNvSpPr>
            <a:spLocks noGrp="1"/>
          </p:cNvSpPr>
          <p:nvPr/>
        </p:nvSpPr>
        <p:spPr>
          <a:xfrm>
            <a:off x="5417086" y="39394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9" name="a_full_bar_748">
            <a:extLst>
              <a:ext uri="{FF2B5EF4-FFF2-40B4-BE49-F238E27FC236}">
                <a16:creationId xmlns:a16="http://schemas.microsoft.com/office/drawing/2014/main" id="{E75F4D10-99CF-46FA-A1E2-7D461D30BE52}"/>
              </a:ext>
            </a:extLst>
          </p:cNvPr>
          <p:cNvSpPr>
            <a:spLocks noGrp="1"/>
          </p:cNvSpPr>
          <p:nvPr/>
        </p:nvSpPr>
        <p:spPr>
          <a:xfrm>
            <a:off x="513546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0" name="a_full_bar_749">
            <a:extLst>
              <a:ext uri="{FF2B5EF4-FFF2-40B4-BE49-F238E27FC236}">
                <a16:creationId xmlns:a16="http://schemas.microsoft.com/office/drawing/2014/main" id="{E764AAD0-0DE6-4667-B568-3ED78A98FA91}"/>
              </a:ext>
            </a:extLst>
          </p:cNvPr>
          <p:cNvSpPr>
            <a:spLocks noGrp="1"/>
          </p:cNvSpPr>
          <p:nvPr/>
        </p:nvSpPr>
        <p:spPr>
          <a:xfrm>
            <a:off x="528877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1" name="a_full_bar_750">
            <a:extLst>
              <a:ext uri="{FF2B5EF4-FFF2-40B4-BE49-F238E27FC236}">
                <a16:creationId xmlns:a16="http://schemas.microsoft.com/office/drawing/2014/main" id="{0CA4F315-C92E-4506-ACE1-AF70BE9457A2}"/>
              </a:ext>
            </a:extLst>
          </p:cNvPr>
          <p:cNvSpPr>
            <a:spLocks noGrp="1"/>
          </p:cNvSpPr>
          <p:nvPr/>
        </p:nvSpPr>
        <p:spPr>
          <a:xfrm>
            <a:off x="510488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2" name="a_full_bar_751">
            <a:extLst>
              <a:ext uri="{FF2B5EF4-FFF2-40B4-BE49-F238E27FC236}">
                <a16:creationId xmlns:a16="http://schemas.microsoft.com/office/drawing/2014/main" id="{E0727755-76AD-4C2D-9035-9DE788EED4C7}"/>
              </a:ext>
            </a:extLst>
          </p:cNvPr>
          <p:cNvSpPr>
            <a:spLocks noGrp="1"/>
          </p:cNvSpPr>
          <p:nvPr/>
        </p:nvSpPr>
        <p:spPr>
          <a:xfrm>
            <a:off x="5217431" y="503259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3" name="a_full_bar_752">
            <a:extLst>
              <a:ext uri="{FF2B5EF4-FFF2-40B4-BE49-F238E27FC236}">
                <a16:creationId xmlns:a16="http://schemas.microsoft.com/office/drawing/2014/main" id="{894B5FD7-6587-485A-A47C-181212A92578}"/>
              </a:ext>
            </a:extLst>
          </p:cNvPr>
          <p:cNvSpPr>
            <a:spLocks noGrp="1"/>
          </p:cNvSpPr>
          <p:nvPr/>
        </p:nvSpPr>
        <p:spPr>
          <a:xfrm>
            <a:off x="545371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4" name="a_full_bar_753">
            <a:extLst>
              <a:ext uri="{FF2B5EF4-FFF2-40B4-BE49-F238E27FC236}">
                <a16:creationId xmlns:a16="http://schemas.microsoft.com/office/drawing/2014/main" id="{EB92BACD-4044-4850-A947-E5E1B8FAECF0}"/>
              </a:ext>
            </a:extLst>
          </p:cNvPr>
          <p:cNvSpPr>
            <a:spLocks noGrp="1"/>
          </p:cNvSpPr>
          <p:nvPr/>
        </p:nvSpPr>
        <p:spPr>
          <a:xfrm>
            <a:off x="5422771" y="425644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5" name="a_full_bar_754">
            <a:extLst>
              <a:ext uri="{FF2B5EF4-FFF2-40B4-BE49-F238E27FC236}">
                <a16:creationId xmlns:a16="http://schemas.microsoft.com/office/drawing/2014/main" id="{2452A62C-1D1E-4DB7-A3F5-6D1AAFAA81F0}"/>
              </a:ext>
            </a:extLst>
          </p:cNvPr>
          <p:cNvSpPr>
            <a:spLocks noGrp="1"/>
          </p:cNvSpPr>
          <p:nvPr/>
        </p:nvSpPr>
        <p:spPr>
          <a:xfrm>
            <a:off x="5364829" y="38142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6" name="a_full_bar_755">
            <a:extLst>
              <a:ext uri="{FF2B5EF4-FFF2-40B4-BE49-F238E27FC236}">
                <a16:creationId xmlns:a16="http://schemas.microsoft.com/office/drawing/2014/main" id="{DF5A91C8-E9F6-41C1-8334-3BBE0124499D}"/>
              </a:ext>
            </a:extLst>
          </p:cNvPr>
          <p:cNvSpPr>
            <a:spLocks noGrp="1"/>
          </p:cNvSpPr>
          <p:nvPr/>
        </p:nvSpPr>
        <p:spPr>
          <a:xfrm>
            <a:off x="5085436" y="434409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7" name="a_full_bar_756">
            <a:extLst>
              <a:ext uri="{FF2B5EF4-FFF2-40B4-BE49-F238E27FC236}">
                <a16:creationId xmlns:a16="http://schemas.microsoft.com/office/drawing/2014/main" id="{AE91BAC6-79C2-4CDB-A62F-FE66D4B095B4}"/>
              </a:ext>
            </a:extLst>
          </p:cNvPr>
          <p:cNvSpPr>
            <a:spLocks noGrp="1"/>
          </p:cNvSpPr>
          <p:nvPr/>
        </p:nvSpPr>
        <p:spPr>
          <a:xfrm>
            <a:off x="5080138" y="37403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8" name="a_full_bar_757">
            <a:extLst>
              <a:ext uri="{FF2B5EF4-FFF2-40B4-BE49-F238E27FC236}">
                <a16:creationId xmlns:a16="http://schemas.microsoft.com/office/drawing/2014/main" id="{E49BDDB8-73F0-4D69-B085-C81AA5D551E6}"/>
              </a:ext>
            </a:extLst>
          </p:cNvPr>
          <p:cNvSpPr>
            <a:spLocks noGrp="1"/>
          </p:cNvSpPr>
          <p:nvPr/>
        </p:nvSpPr>
        <p:spPr>
          <a:xfrm>
            <a:off x="5337386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9" name="a_full_bar_758">
            <a:extLst>
              <a:ext uri="{FF2B5EF4-FFF2-40B4-BE49-F238E27FC236}">
                <a16:creationId xmlns:a16="http://schemas.microsoft.com/office/drawing/2014/main" id="{510D8C6C-55BE-443B-A51E-A5866D5ADB0E}"/>
              </a:ext>
            </a:extLst>
          </p:cNvPr>
          <p:cNvSpPr>
            <a:spLocks noGrp="1"/>
          </p:cNvSpPr>
          <p:nvPr/>
        </p:nvSpPr>
        <p:spPr>
          <a:xfrm>
            <a:off x="5078620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0" name="a_full_bar_759">
            <a:extLst>
              <a:ext uri="{FF2B5EF4-FFF2-40B4-BE49-F238E27FC236}">
                <a16:creationId xmlns:a16="http://schemas.microsoft.com/office/drawing/2014/main" id="{154CBE8A-6511-45FD-881D-E1C37EFE16AE}"/>
              </a:ext>
            </a:extLst>
          </p:cNvPr>
          <p:cNvSpPr>
            <a:spLocks noGrp="1"/>
          </p:cNvSpPr>
          <p:nvPr/>
        </p:nvSpPr>
        <p:spPr>
          <a:xfrm>
            <a:off x="5375548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1" name="a_full_bar_760">
            <a:extLst>
              <a:ext uri="{FF2B5EF4-FFF2-40B4-BE49-F238E27FC236}">
                <a16:creationId xmlns:a16="http://schemas.microsoft.com/office/drawing/2014/main" id="{F4E0B21D-F775-402B-9123-42BC13E26DBC}"/>
              </a:ext>
            </a:extLst>
          </p:cNvPr>
          <p:cNvSpPr>
            <a:spLocks noGrp="1"/>
          </p:cNvSpPr>
          <p:nvPr/>
        </p:nvSpPr>
        <p:spPr>
          <a:xfrm>
            <a:off x="546234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2" name="a_full_bar_761">
            <a:extLst>
              <a:ext uri="{FF2B5EF4-FFF2-40B4-BE49-F238E27FC236}">
                <a16:creationId xmlns:a16="http://schemas.microsoft.com/office/drawing/2014/main" id="{6AD0C1EA-1E46-4DC0-BBB6-5FCEE9B56DE4}"/>
              </a:ext>
            </a:extLst>
          </p:cNvPr>
          <p:cNvSpPr>
            <a:spLocks noGrp="1"/>
          </p:cNvSpPr>
          <p:nvPr/>
        </p:nvSpPr>
        <p:spPr>
          <a:xfrm>
            <a:off x="5424446" y="253792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3" name="a_full_bar_762">
            <a:extLst>
              <a:ext uri="{FF2B5EF4-FFF2-40B4-BE49-F238E27FC236}">
                <a16:creationId xmlns:a16="http://schemas.microsoft.com/office/drawing/2014/main" id="{2BF9D6A7-8B2D-4058-B113-F9B488B84B7C}"/>
              </a:ext>
            </a:extLst>
          </p:cNvPr>
          <p:cNvSpPr>
            <a:spLocks noGrp="1"/>
          </p:cNvSpPr>
          <p:nvPr/>
        </p:nvSpPr>
        <p:spPr>
          <a:xfrm>
            <a:off x="5353714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4" name="a_full_bar_763">
            <a:extLst>
              <a:ext uri="{FF2B5EF4-FFF2-40B4-BE49-F238E27FC236}">
                <a16:creationId xmlns:a16="http://schemas.microsoft.com/office/drawing/2014/main" id="{5731242A-D6CC-450F-9EC3-B971BA3218DC}"/>
              </a:ext>
            </a:extLst>
          </p:cNvPr>
          <p:cNvSpPr>
            <a:spLocks noGrp="1"/>
          </p:cNvSpPr>
          <p:nvPr/>
        </p:nvSpPr>
        <p:spPr>
          <a:xfrm>
            <a:off x="5398498" y="434035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5" name="a_full_bar_764">
            <a:extLst>
              <a:ext uri="{FF2B5EF4-FFF2-40B4-BE49-F238E27FC236}">
                <a16:creationId xmlns:a16="http://schemas.microsoft.com/office/drawing/2014/main" id="{C6CCF412-E308-4388-A42B-E9E95537B438}"/>
              </a:ext>
            </a:extLst>
          </p:cNvPr>
          <p:cNvSpPr>
            <a:spLocks noGrp="1"/>
          </p:cNvSpPr>
          <p:nvPr/>
        </p:nvSpPr>
        <p:spPr>
          <a:xfrm>
            <a:off x="5120954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6" name="a_full_bar_765">
            <a:extLst>
              <a:ext uri="{FF2B5EF4-FFF2-40B4-BE49-F238E27FC236}">
                <a16:creationId xmlns:a16="http://schemas.microsoft.com/office/drawing/2014/main" id="{31150201-B6CA-4D7D-A926-D69DC43CB7DE}"/>
              </a:ext>
            </a:extLst>
          </p:cNvPr>
          <p:cNvSpPr>
            <a:spLocks noGrp="1"/>
          </p:cNvSpPr>
          <p:nvPr/>
        </p:nvSpPr>
        <p:spPr>
          <a:xfrm>
            <a:off x="5412922" y="310918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7" name="a_full_bar_766">
            <a:extLst>
              <a:ext uri="{FF2B5EF4-FFF2-40B4-BE49-F238E27FC236}">
                <a16:creationId xmlns:a16="http://schemas.microsoft.com/office/drawing/2014/main" id="{E93CD331-3F93-43C0-A889-CEA77E98DFDC}"/>
              </a:ext>
            </a:extLst>
          </p:cNvPr>
          <p:cNvSpPr>
            <a:spLocks noGrp="1"/>
          </p:cNvSpPr>
          <p:nvPr/>
        </p:nvSpPr>
        <p:spPr>
          <a:xfrm>
            <a:off x="5359313" y="37403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8" name="a_full_bar_767">
            <a:extLst>
              <a:ext uri="{FF2B5EF4-FFF2-40B4-BE49-F238E27FC236}">
                <a16:creationId xmlns:a16="http://schemas.microsoft.com/office/drawing/2014/main" id="{400534B6-BB7D-4353-B7C1-B54BA6702566}"/>
              </a:ext>
            </a:extLst>
          </p:cNvPr>
          <p:cNvSpPr>
            <a:spLocks noGrp="1"/>
          </p:cNvSpPr>
          <p:nvPr/>
        </p:nvSpPr>
        <p:spPr>
          <a:xfrm>
            <a:off x="5210193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9" name="a_full_bar_768">
            <a:extLst>
              <a:ext uri="{FF2B5EF4-FFF2-40B4-BE49-F238E27FC236}">
                <a16:creationId xmlns:a16="http://schemas.microsoft.com/office/drawing/2014/main" id="{B54C1A7B-15E4-4189-A3CD-3D39084E01BF}"/>
              </a:ext>
            </a:extLst>
          </p:cNvPr>
          <p:cNvSpPr>
            <a:spLocks noGrp="1"/>
          </p:cNvSpPr>
          <p:nvPr/>
        </p:nvSpPr>
        <p:spPr>
          <a:xfrm>
            <a:off x="512692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0" name="a_full_bar_769">
            <a:extLst>
              <a:ext uri="{FF2B5EF4-FFF2-40B4-BE49-F238E27FC236}">
                <a16:creationId xmlns:a16="http://schemas.microsoft.com/office/drawing/2014/main" id="{01573E77-51A4-410E-9F66-4421D5E97D52}"/>
              </a:ext>
            </a:extLst>
          </p:cNvPr>
          <p:cNvSpPr>
            <a:spLocks noGrp="1"/>
          </p:cNvSpPr>
          <p:nvPr/>
        </p:nvSpPr>
        <p:spPr>
          <a:xfrm>
            <a:off x="5170499" y="443152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1" name="a_full_bar_770">
            <a:extLst>
              <a:ext uri="{FF2B5EF4-FFF2-40B4-BE49-F238E27FC236}">
                <a16:creationId xmlns:a16="http://schemas.microsoft.com/office/drawing/2014/main" id="{5797421C-CA92-4271-857A-E51446543E3D}"/>
              </a:ext>
            </a:extLst>
          </p:cNvPr>
          <p:cNvSpPr>
            <a:spLocks noGrp="1"/>
          </p:cNvSpPr>
          <p:nvPr/>
        </p:nvSpPr>
        <p:spPr>
          <a:xfrm>
            <a:off x="5387743" y="52368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2" name="a_full_bar_771">
            <a:extLst>
              <a:ext uri="{FF2B5EF4-FFF2-40B4-BE49-F238E27FC236}">
                <a16:creationId xmlns:a16="http://schemas.microsoft.com/office/drawing/2014/main" id="{4FC2D4EF-DEAD-4896-AAA5-7EE38BA622C0}"/>
              </a:ext>
            </a:extLst>
          </p:cNvPr>
          <p:cNvSpPr>
            <a:spLocks noGrp="1"/>
          </p:cNvSpPr>
          <p:nvPr/>
        </p:nvSpPr>
        <p:spPr>
          <a:xfrm>
            <a:off x="5415426" y="496389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3" name="a_full_bar_772">
            <a:extLst>
              <a:ext uri="{FF2B5EF4-FFF2-40B4-BE49-F238E27FC236}">
                <a16:creationId xmlns:a16="http://schemas.microsoft.com/office/drawing/2014/main" id="{E90F1151-5F42-4FF7-8DE8-788B34AD78B2}"/>
              </a:ext>
            </a:extLst>
          </p:cNvPr>
          <p:cNvSpPr>
            <a:spLocks noGrp="1"/>
          </p:cNvSpPr>
          <p:nvPr/>
        </p:nvSpPr>
        <p:spPr>
          <a:xfrm>
            <a:off x="531180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4" name="a_full_bar_773">
            <a:extLst>
              <a:ext uri="{FF2B5EF4-FFF2-40B4-BE49-F238E27FC236}">
                <a16:creationId xmlns:a16="http://schemas.microsoft.com/office/drawing/2014/main" id="{B1303365-D0B5-4C16-9ABD-6002E4E7F074}"/>
              </a:ext>
            </a:extLst>
          </p:cNvPr>
          <p:cNvSpPr>
            <a:spLocks noGrp="1"/>
          </p:cNvSpPr>
          <p:nvPr/>
        </p:nvSpPr>
        <p:spPr>
          <a:xfrm>
            <a:off x="535730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5" name="a_full_bar_774">
            <a:extLst>
              <a:ext uri="{FF2B5EF4-FFF2-40B4-BE49-F238E27FC236}">
                <a16:creationId xmlns:a16="http://schemas.microsoft.com/office/drawing/2014/main" id="{7F453F75-E013-4CD7-B3B0-1FC1D9E10A47}"/>
              </a:ext>
            </a:extLst>
          </p:cNvPr>
          <p:cNvSpPr>
            <a:spLocks noGrp="1"/>
          </p:cNvSpPr>
          <p:nvPr/>
        </p:nvSpPr>
        <p:spPr>
          <a:xfrm>
            <a:off x="5275731" y="509452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6" name="a_full_bar_775">
            <a:extLst>
              <a:ext uri="{FF2B5EF4-FFF2-40B4-BE49-F238E27FC236}">
                <a16:creationId xmlns:a16="http://schemas.microsoft.com/office/drawing/2014/main" id="{B92EEE6A-6F0F-4691-AB00-964D8F750F85}"/>
              </a:ext>
            </a:extLst>
          </p:cNvPr>
          <p:cNvSpPr>
            <a:spLocks noGrp="1"/>
          </p:cNvSpPr>
          <p:nvPr/>
        </p:nvSpPr>
        <p:spPr>
          <a:xfrm>
            <a:off x="536967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7" name="a_full_bar_776">
            <a:extLst>
              <a:ext uri="{FF2B5EF4-FFF2-40B4-BE49-F238E27FC236}">
                <a16:creationId xmlns:a16="http://schemas.microsoft.com/office/drawing/2014/main" id="{6E67F7F2-2360-4736-82A0-689D6CD49C7A}"/>
              </a:ext>
            </a:extLst>
          </p:cNvPr>
          <p:cNvSpPr>
            <a:spLocks noGrp="1"/>
          </p:cNvSpPr>
          <p:nvPr/>
        </p:nvSpPr>
        <p:spPr>
          <a:xfrm>
            <a:off x="5423495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8" name="a_full_bar_777">
            <a:extLst>
              <a:ext uri="{FF2B5EF4-FFF2-40B4-BE49-F238E27FC236}">
                <a16:creationId xmlns:a16="http://schemas.microsoft.com/office/drawing/2014/main" id="{A208C88E-B0FC-42BC-9D78-69C737B2851A}"/>
              </a:ext>
            </a:extLst>
          </p:cNvPr>
          <p:cNvSpPr>
            <a:spLocks noGrp="1"/>
          </p:cNvSpPr>
          <p:nvPr/>
        </p:nvSpPr>
        <p:spPr>
          <a:xfrm>
            <a:off x="540981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9" name="a_full_bar_778">
            <a:extLst>
              <a:ext uri="{FF2B5EF4-FFF2-40B4-BE49-F238E27FC236}">
                <a16:creationId xmlns:a16="http://schemas.microsoft.com/office/drawing/2014/main" id="{D0BEA095-B248-4114-AC36-FA69114C3708}"/>
              </a:ext>
            </a:extLst>
          </p:cNvPr>
          <p:cNvSpPr>
            <a:spLocks noGrp="1"/>
          </p:cNvSpPr>
          <p:nvPr/>
        </p:nvSpPr>
        <p:spPr>
          <a:xfrm>
            <a:off x="542399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0" name="a_full_bar_779">
            <a:extLst>
              <a:ext uri="{FF2B5EF4-FFF2-40B4-BE49-F238E27FC236}">
                <a16:creationId xmlns:a16="http://schemas.microsoft.com/office/drawing/2014/main" id="{4AA77130-8A25-439B-B267-C2F799F0D2A9}"/>
              </a:ext>
            </a:extLst>
          </p:cNvPr>
          <p:cNvSpPr>
            <a:spLocks noGrp="1"/>
          </p:cNvSpPr>
          <p:nvPr/>
        </p:nvSpPr>
        <p:spPr>
          <a:xfrm>
            <a:off x="530725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1" name="a_full_bar_780">
            <a:extLst>
              <a:ext uri="{FF2B5EF4-FFF2-40B4-BE49-F238E27FC236}">
                <a16:creationId xmlns:a16="http://schemas.microsoft.com/office/drawing/2014/main" id="{F31E4282-8986-4E32-BB94-F2E8567ECAA0}"/>
              </a:ext>
            </a:extLst>
          </p:cNvPr>
          <p:cNvSpPr>
            <a:spLocks noGrp="1"/>
          </p:cNvSpPr>
          <p:nvPr/>
        </p:nvSpPr>
        <p:spPr>
          <a:xfrm>
            <a:off x="535445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2" name="a_full_bar_781">
            <a:extLst>
              <a:ext uri="{FF2B5EF4-FFF2-40B4-BE49-F238E27FC236}">
                <a16:creationId xmlns:a16="http://schemas.microsoft.com/office/drawing/2014/main" id="{2F7EC64B-FC2D-4325-9EBA-DCA20537BBD2}"/>
              </a:ext>
            </a:extLst>
          </p:cNvPr>
          <p:cNvSpPr>
            <a:spLocks noGrp="1"/>
          </p:cNvSpPr>
          <p:nvPr/>
        </p:nvSpPr>
        <p:spPr>
          <a:xfrm>
            <a:off x="538953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3" name="a_full_bar_782">
            <a:extLst>
              <a:ext uri="{FF2B5EF4-FFF2-40B4-BE49-F238E27FC236}">
                <a16:creationId xmlns:a16="http://schemas.microsoft.com/office/drawing/2014/main" id="{A82C504B-CDE5-4CCD-9B44-67BF3BB9C9AA}"/>
              </a:ext>
            </a:extLst>
          </p:cNvPr>
          <p:cNvSpPr>
            <a:spLocks noGrp="1"/>
          </p:cNvSpPr>
          <p:nvPr/>
        </p:nvSpPr>
        <p:spPr>
          <a:xfrm>
            <a:off x="5307171" y="283870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4" name="a_full_bar_783">
            <a:extLst>
              <a:ext uri="{FF2B5EF4-FFF2-40B4-BE49-F238E27FC236}">
                <a16:creationId xmlns:a16="http://schemas.microsoft.com/office/drawing/2014/main" id="{C4F6933E-6C5D-4850-BF3E-67FBE5EC42D9}"/>
              </a:ext>
            </a:extLst>
          </p:cNvPr>
          <p:cNvSpPr>
            <a:spLocks noGrp="1"/>
          </p:cNvSpPr>
          <p:nvPr/>
        </p:nvSpPr>
        <p:spPr>
          <a:xfrm>
            <a:off x="5161502" y="55935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5" name="a_full_bar_784">
            <a:extLst>
              <a:ext uri="{FF2B5EF4-FFF2-40B4-BE49-F238E27FC236}">
                <a16:creationId xmlns:a16="http://schemas.microsoft.com/office/drawing/2014/main" id="{99938569-1CC9-4406-9105-8082285C8B07}"/>
              </a:ext>
            </a:extLst>
          </p:cNvPr>
          <p:cNvSpPr>
            <a:spLocks noGrp="1"/>
          </p:cNvSpPr>
          <p:nvPr/>
        </p:nvSpPr>
        <p:spPr>
          <a:xfrm>
            <a:off x="517659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6" name="a_full_bar_785">
            <a:extLst>
              <a:ext uri="{FF2B5EF4-FFF2-40B4-BE49-F238E27FC236}">
                <a16:creationId xmlns:a16="http://schemas.microsoft.com/office/drawing/2014/main" id="{B0A0318C-4D3D-471D-8F5F-DB17730AFEFC}"/>
              </a:ext>
            </a:extLst>
          </p:cNvPr>
          <p:cNvSpPr>
            <a:spLocks noGrp="1"/>
          </p:cNvSpPr>
          <p:nvPr/>
        </p:nvSpPr>
        <p:spPr>
          <a:xfrm>
            <a:off x="510101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7" name="a_full_bar_786">
            <a:extLst>
              <a:ext uri="{FF2B5EF4-FFF2-40B4-BE49-F238E27FC236}">
                <a16:creationId xmlns:a16="http://schemas.microsoft.com/office/drawing/2014/main" id="{B96129FE-DD56-4CA8-A62D-4D36C1B3495F}"/>
              </a:ext>
            </a:extLst>
          </p:cNvPr>
          <p:cNvSpPr>
            <a:spLocks noGrp="1"/>
          </p:cNvSpPr>
          <p:nvPr/>
        </p:nvSpPr>
        <p:spPr>
          <a:xfrm>
            <a:off x="5085278" y="317277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8" name="a_full_bar_787">
            <a:extLst>
              <a:ext uri="{FF2B5EF4-FFF2-40B4-BE49-F238E27FC236}">
                <a16:creationId xmlns:a16="http://schemas.microsoft.com/office/drawing/2014/main" id="{433D2C49-DA9F-4101-BB78-DB4775BC0EF8}"/>
              </a:ext>
            </a:extLst>
          </p:cNvPr>
          <p:cNvSpPr>
            <a:spLocks noGrp="1"/>
          </p:cNvSpPr>
          <p:nvPr/>
        </p:nvSpPr>
        <p:spPr>
          <a:xfrm>
            <a:off x="541212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9" name="a_full_bar_788">
            <a:extLst>
              <a:ext uri="{FF2B5EF4-FFF2-40B4-BE49-F238E27FC236}">
                <a16:creationId xmlns:a16="http://schemas.microsoft.com/office/drawing/2014/main" id="{F02AC5D9-1204-4830-B8D2-ED2929F73CFA}"/>
              </a:ext>
            </a:extLst>
          </p:cNvPr>
          <p:cNvSpPr>
            <a:spLocks noGrp="1"/>
          </p:cNvSpPr>
          <p:nvPr/>
        </p:nvSpPr>
        <p:spPr>
          <a:xfrm>
            <a:off x="526412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0" name="a_full_bar_789">
            <a:extLst>
              <a:ext uri="{FF2B5EF4-FFF2-40B4-BE49-F238E27FC236}">
                <a16:creationId xmlns:a16="http://schemas.microsoft.com/office/drawing/2014/main" id="{2E8748BC-53E2-48E0-82F0-A820468391ED}"/>
              </a:ext>
            </a:extLst>
          </p:cNvPr>
          <p:cNvSpPr>
            <a:spLocks noGrp="1"/>
          </p:cNvSpPr>
          <p:nvPr/>
        </p:nvSpPr>
        <p:spPr>
          <a:xfrm>
            <a:off x="5292326" y="488505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1" name="a_full_bar_790">
            <a:extLst>
              <a:ext uri="{FF2B5EF4-FFF2-40B4-BE49-F238E27FC236}">
                <a16:creationId xmlns:a16="http://schemas.microsoft.com/office/drawing/2014/main" id="{663A436C-5EBA-4595-9758-01F9052508BA}"/>
              </a:ext>
            </a:extLst>
          </p:cNvPr>
          <p:cNvSpPr>
            <a:spLocks noGrp="1"/>
          </p:cNvSpPr>
          <p:nvPr/>
        </p:nvSpPr>
        <p:spPr>
          <a:xfrm>
            <a:off x="5374169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2" name="a_full_bar_791">
            <a:extLst>
              <a:ext uri="{FF2B5EF4-FFF2-40B4-BE49-F238E27FC236}">
                <a16:creationId xmlns:a16="http://schemas.microsoft.com/office/drawing/2014/main" id="{71E79312-E56B-4A4A-8739-6DC9AEA2DB02}"/>
              </a:ext>
            </a:extLst>
          </p:cNvPr>
          <p:cNvSpPr>
            <a:spLocks noGrp="1"/>
          </p:cNvSpPr>
          <p:nvPr/>
        </p:nvSpPr>
        <p:spPr>
          <a:xfrm>
            <a:off x="5289922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3" name="a_full_bar_792">
            <a:extLst>
              <a:ext uri="{FF2B5EF4-FFF2-40B4-BE49-F238E27FC236}">
                <a16:creationId xmlns:a16="http://schemas.microsoft.com/office/drawing/2014/main" id="{419388EA-C006-410C-BEE7-D5427AC9517E}"/>
              </a:ext>
            </a:extLst>
          </p:cNvPr>
          <p:cNvSpPr>
            <a:spLocks noGrp="1"/>
          </p:cNvSpPr>
          <p:nvPr/>
        </p:nvSpPr>
        <p:spPr>
          <a:xfrm>
            <a:off x="5223204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4" name="a_full_bar_793">
            <a:extLst>
              <a:ext uri="{FF2B5EF4-FFF2-40B4-BE49-F238E27FC236}">
                <a16:creationId xmlns:a16="http://schemas.microsoft.com/office/drawing/2014/main" id="{FC4A189A-D35E-415D-B543-4F38E6C61941}"/>
              </a:ext>
            </a:extLst>
          </p:cNvPr>
          <p:cNvSpPr>
            <a:spLocks noGrp="1"/>
          </p:cNvSpPr>
          <p:nvPr/>
        </p:nvSpPr>
        <p:spPr>
          <a:xfrm>
            <a:off x="5284075" y="5006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5" name="a_full_bar_794">
            <a:extLst>
              <a:ext uri="{FF2B5EF4-FFF2-40B4-BE49-F238E27FC236}">
                <a16:creationId xmlns:a16="http://schemas.microsoft.com/office/drawing/2014/main" id="{95FF568C-D645-45B3-AC69-3978EFDB8D38}"/>
              </a:ext>
            </a:extLst>
          </p:cNvPr>
          <p:cNvSpPr>
            <a:spLocks noGrp="1"/>
          </p:cNvSpPr>
          <p:nvPr/>
        </p:nvSpPr>
        <p:spPr>
          <a:xfrm>
            <a:off x="510881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6" name="a_full_bar_795">
            <a:extLst>
              <a:ext uri="{FF2B5EF4-FFF2-40B4-BE49-F238E27FC236}">
                <a16:creationId xmlns:a16="http://schemas.microsoft.com/office/drawing/2014/main" id="{4C0020BC-D64F-40D9-8BD5-88610CF3EE73}"/>
              </a:ext>
            </a:extLst>
          </p:cNvPr>
          <p:cNvSpPr>
            <a:spLocks noGrp="1"/>
          </p:cNvSpPr>
          <p:nvPr/>
        </p:nvSpPr>
        <p:spPr>
          <a:xfrm>
            <a:off x="5106061" y="339081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7" name="a_full_bar_796">
            <a:extLst>
              <a:ext uri="{FF2B5EF4-FFF2-40B4-BE49-F238E27FC236}">
                <a16:creationId xmlns:a16="http://schemas.microsoft.com/office/drawing/2014/main" id="{C68237C0-441A-4BDF-9E22-4351C72EACDA}"/>
              </a:ext>
            </a:extLst>
          </p:cNvPr>
          <p:cNvSpPr>
            <a:spLocks noGrp="1"/>
          </p:cNvSpPr>
          <p:nvPr/>
        </p:nvSpPr>
        <p:spPr>
          <a:xfrm>
            <a:off x="5370326" y="35647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8" name="a_full_bar_797">
            <a:extLst>
              <a:ext uri="{FF2B5EF4-FFF2-40B4-BE49-F238E27FC236}">
                <a16:creationId xmlns:a16="http://schemas.microsoft.com/office/drawing/2014/main" id="{D8D25195-820D-452D-AA83-2D54A0E1BDA1}"/>
              </a:ext>
            </a:extLst>
          </p:cNvPr>
          <p:cNvSpPr>
            <a:spLocks noGrp="1"/>
          </p:cNvSpPr>
          <p:nvPr/>
        </p:nvSpPr>
        <p:spPr>
          <a:xfrm>
            <a:off x="5139617" y="37872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9" name="a_full_bar_798">
            <a:extLst>
              <a:ext uri="{FF2B5EF4-FFF2-40B4-BE49-F238E27FC236}">
                <a16:creationId xmlns:a16="http://schemas.microsoft.com/office/drawing/2014/main" id="{597B6D0D-8474-4B88-9210-AEC0DF924450}"/>
              </a:ext>
            </a:extLst>
          </p:cNvPr>
          <p:cNvSpPr>
            <a:spLocks noGrp="1"/>
          </p:cNvSpPr>
          <p:nvPr/>
        </p:nvSpPr>
        <p:spPr>
          <a:xfrm>
            <a:off x="5139865" y="38519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0" name="a_full_bar_799">
            <a:extLst>
              <a:ext uri="{FF2B5EF4-FFF2-40B4-BE49-F238E27FC236}">
                <a16:creationId xmlns:a16="http://schemas.microsoft.com/office/drawing/2014/main" id="{60B9F773-587F-4564-9C13-5136332C990A}"/>
              </a:ext>
            </a:extLst>
          </p:cNvPr>
          <p:cNvSpPr>
            <a:spLocks noGrp="1"/>
          </p:cNvSpPr>
          <p:nvPr/>
        </p:nvSpPr>
        <p:spPr>
          <a:xfrm>
            <a:off x="5176513" y="444869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1" name="a_full_bar_800">
            <a:extLst>
              <a:ext uri="{FF2B5EF4-FFF2-40B4-BE49-F238E27FC236}">
                <a16:creationId xmlns:a16="http://schemas.microsoft.com/office/drawing/2014/main" id="{0FF003C1-E931-407E-9664-5798041280F7}"/>
              </a:ext>
            </a:extLst>
          </p:cNvPr>
          <p:cNvSpPr>
            <a:spLocks noGrp="1"/>
          </p:cNvSpPr>
          <p:nvPr/>
        </p:nvSpPr>
        <p:spPr>
          <a:xfrm>
            <a:off x="542971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2" name="a_full_bar_801">
            <a:extLst>
              <a:ext uri="{FF2B5EF4-FFF2-40B4-BE49-F238E27FC236}">
                <a16:creationId xmlns:a16="http://schemas.microsoft.com/office/drawing/2014/main" id="{C76A5ABD-FFE6-4736-AA1E-C4F9681F0052}"/>
              </a:ext>
            </a:extLst>
          </p:cNvPr>
          <p:cNvSpPr>
            <a:spLocks noGrp="1"/>
          </p:cNvSpPr>
          <p:nvPr/>
        </p:nvSpPr>
        <p:spPr>
          <a:xfrm>
            <a:off x="5205897" y="59112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3" name="a_full_bar_802">
            <a:extLst>
              <a:ext uri="{FF2B5EF4-FFF2-40B4-BE49-F238E27FC236}">
                <a16:creationId xmlns:a16="http://schemas.microsoft.com/office/drawing/2014/main" id="{DE5F5774-A0CC-4637-ACED-9464118D20FF}"/>
              </a:ext>
            </a:extLst>
          </p:cNvPr>
          <p:cNvSpPr>
            <a:spLocks noGrp="1"/>
          </p:cNvSpPr>
          <p:nvPr/>
        </p:nvSpPr>
        <p:spPr>
          <a:xfrm>
            <a:off x="5113695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4" name="a_full_bar_803">
            <a:extLst>
              <a:ext uri="{FF2B5EF4-FFF2-40B4-BE49-F238E27FC236}">
                <a16:creationId xmlns:a16="http://schemas.microsoft.com/office/drawing/2014/main" id="{9D60CB37-AD67-4620-BC6B-36E3B33B836C}"/>
              </a:ext>
            </a:extLst>
          </p:cNvPr>
          <p:cNvSpPr>
            <a:spLocks noGrp="1"/>
          </p:cNvSpPr>
          <p:nvPr/>
        </p:nvSpPr>
        <p:spPr>
          <a:xfrm>
            <a:off x="5093432" y="35449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5" name="a_full_bar_804">
            <a:extLst>
              <a:ext uri="{FF2B5EF4-FFF2-40B4-BE49-F238E27FC236}">
                <a16:creationId xmlns:a16="http://schemas.microsoft.com/office/drawing/2014/main" id="{84BDE100-059A-42DC-9F50-CF4AA3A62A60}"/>
              </a:ext>
            </a:extLst>
          </p:cNvPr>
          <p:cNvSpPr>
            <a:spLocks noGrp="1"/>
          </p:cNvSpPr>
          <p:nvPr/>
        </p:nvSpPr>
        <p:spPr>
          <a:xfrm>
            <a:off x="511204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6" name="a_full_bar_805">
            <a:extLst>
              <a:ext uri="{FF2B5EF4-FFF2-40B4-BE49-F238E27FC236}">
                <a16:creationId xmlns:a16="http://schemas.microsoft.com/office/drawing/2014/main" id="{7729CD41-8D29-4A7C-B6E1-F82338C78038}"/>
              </a:ext>
            </a:extLst>
          </p:cNvPr>
          <p:cNvSpPr>
            <a:spLocks noGrp="1"/>
          </p:cNvSpPr>
          <p:nvPr/>
        </p:nvSpPr>
        <p:spPr>
          <a:xfrm>
            <a:off x="542300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7" name="a_full_bar_806">
            <a:extLst>
              <a:ext uri="{FF2B5EF4-FFF2-40B4-BE49-F238E27FC236}">
                <a16:creationId xmlns:a16="http://schemas.microsoft.com/office/drawing/2014/main" id="{28C2F695-87E7-4017-9A1C-34B6A0166C1C}"/>
              </a:ext>
            </a:extLst>
          </p:cNvPr>
          <p:cNvSpPr>
            <a:spLocks noGrp="1"/>
          </p:cNvSpPr>
          <p:nvPr/>
        </p:nvSpPr>
        <p:spPr>
          <a:xfrm>
            <a:off x="5379851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8" name="a_full_bar_807">
            <a:extLst>
              <a:ext uri="{FF2B5EF4-FFF2-40B4-BE49-F238E27FC236}">
                <a16:creationId xmlns:a16="http://schemas.microsoft.com/office/drawing/2014/main" id="{91FBB366-F029-4872-A0EB-49AA08D5D048}"/>
              </a:ext>
            </a:extLst>
          </p:cNvPr>
          <p:cNvSpPr>
            <a:spLocks noGrp="1"/>
          </p:cNvSpPr>
          <p:nvPr/>
        </p:nvSpPr>
        <p:spPr>
          <a:xfrm>
            <a:off x="521464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9" name="a_full_bar_808">
            <a:extLst>
              <a:ext uri="{FF2B5EF4-FFF2-40B4-BE49-F238E27FC236}">
                <a16:creationId xmlns:a16="http://schemas.microsoft.com/office/drawing/2014/main" id="{EE7DCB5C-8207-4DCD-B3CB-F739F71B13F5}"/>
              </a:ext>
            </a:extLst>
          </p:cNvPr>
          <p:cNvSpPr>
            <a:spLocks noGrp="1"/>
          </p:cNvSpPr>
          <p:nvPr/>
        </p:nvSpPr>
        <p:spPr>
          <a:xfrm>
            <a:off x="5387203" y="433421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0" name="a_full_bar_809">
            <a:extLst>
              <a:ext uri="{FF2B5EF4-FFF2-40B4-BE49-F238E27FC236}">
                <a16:creationId xmlns:a16="http://schemas.microsoft.com/office/drawing/2014/main" id="{5C40FC2F-6738-4667-AC01-99A88627FA27}"/>
              </a:ext>
            </a:extLst>
          </p:cNvPr>
          <p:cNvSpPr>
            <a:spLocks noGrp="1"/>
          </p:cNvSpPr>
          <p:nvPr/>
        </p:nvSpPr>
        <p:spPr>
          <a:xfrm>
            <a:off x="5286592" y="356550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1" name="a_full_bar_810">
            <a:extLst>
              <a:ext uri="{FF2B5EF4-FFF2-40B4-BE49-F238E27FC236}">
                <a16:creationId xmlns:a16="http://schemas.microsoft.com/office/drawing/2014/main" id="{0269F38E-F0E0-4A70-AF62-9CD67A0267CA}"/>
              </a:ext>
            </a:extLst>
          </p:cNvPr>
          <p:cNvSpPr>
            <a:spLocks noGrp="1"/>
          </p:cNvSpPr>
          <p:nvPr/>
        </p:nvSpPr>
        <p:spPr>
          <a:xfrm>
            <a:off x="507743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2" name="a_full_bar_811">
            <a:extLst>
              <a:ext uri="{FF2B5EF4-FFF2-40B4-BE49-F238E27FC236}">
                <a16:creationId xmlns:a16="http://schemas.microsoft.com/office/drawing/2014/main" id="{54DA740D-D3E3-4DEC-9947-887EA81A5709}"/>
              </a:ext>
            </a:extLst>
          </p:cNvPr>
          <p:cNvSpPr>
            <a:spLocks noGrp="1"/>
          </p:cNvSpPr>
          <p:nvPr/>
        </p:nvSpPr>
        <p:spPr>
          <a:xfrm>
            <a:off x="524358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3" name="a_full_bar_812">
            <a:extLst>
              <a:ext uri="{FF2B5EF4-FFF2-40B4-BE49-F238E27FC236}">
                <a16:creationId xmlns:a16="http://schemas.microsoft.com/office/drawing/2014/main" id="{923FD20F-6867-4E50-B998-3D476DE0E1F0}"/>
              </a:ext>
            </a:extLst>
          </p:cNvPr>
          <p:cNvSpPr>
            <a:spLocks noGrp="1"/>
          </p:cNvSpPr>
          <p:nvPr/>
        </p:nvSpPr>
        <p:spPr>
          <a:xfrm>
            <a:off x="5305170" y="39098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4" name="a_full_bar_813">
            <a:extLst>
              <a:ext uri="{FF2B5EF4-FFF2-40B4-BE49-F238E27FC236}">
                <a16:creationId xmlns:a16="http://schemas.microsoft.com/office/drawing/2014/main" id="{993D978C-DE9E-4262-B025-48F021E2A3B4}"/>
              </a:ext>
            </a:extLst>
          </p:cNvPr>
          <p:cNvSpPr>
            <a:spLocks noGrp="1"/>
          </p:cNvSpPr>
          <p:nvPr/>
        </p:nvSpPr>
        <p:spPr>
          <a:xfrm>
            <a:off x="5242258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5" name="a_full_bar_814">
            <a:extLst>
              <a:ext uri="{FF2B5EF4-FFF2-40B4-BE49-F238E27FC236}">
                <a16:creationId xmlns:a16="http://schemas.microsoft.com/office/drawing/2014/main" id="{0E444F03-28E3-44A6-8CC3-699EADFB2E37}"/>
              </a:ext>
            </a:extLst>
          </p:cNvPr>
          <p:cNvSpPr>
            <a:spLocks noGrp="1"/>
          </p:cNvSpPr>
          <p:nvPr/>
        </p:nvSpPr>
        <p:spPr>
          <a:xfrm>
            <a:off x="5135432" y="25682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6" name="a_full_bar_815">
            <a:extLst>
              <a:ext uri="{FF2B5EF4-FFF2-40B4-BE49-F238E27FC236}">
                <a16:creationId xmlns:a16="http://schemas.microsoft.com/office/drawing/2014/main" id="{B9B2EEBE-473E-4FC3-B1B9-3C1AC2607C59}"/>
              </a:ext>
            </a:extLst>
          </p:cNvPr>
          <p:cNvSpPr>
            <a:spLocks noGrp="1"/>
          </p:cNvSpPr>
          <p:nvPr/>
        </p:nvSpPr>
        <p:spPr>
          <a:xfrm>
            <a:off x="5248170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7" name="a_full_bar_816">
            <a:extLst>
              <a:ext uri="{FF2B5EF4-FFF2-40B4-BE49-F238E27FC236}">
                <a16:creationId xmlns:a16="http://schemas.microsoft.com/office/drawing/2014/main" id="{22050AAA-803D-4B23-8661-BFE28B68F85A}"/>
              </a:ext>
            </a:extLst>
          </p:cNvPr>
          <p:cNvSpPr>
            <a:spLocks noGrp="1"/>
          </p:cNvSpPr>
          <p:nvPr/>
        </p:nvSpPr>
        <p:spPr>
          <a:xfrm>
            <a:off x="5334289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8" name="a_full_bar_817">
            <a:extLst>
              <a:ext uri="{FF2B5EF4-FFF2-40B4-BE49-F238E27FC236}">
                <a16:creationId xmlns:a16="http://schemas.microsoft.com/office/drawing/2014/main" id="{0ACF3075-2463-4A46-8DC3-CCB091C56711}"/>
              </a:ext>
            </a:extLst>
          </p:cNvPr>
          <p:cNvSpPr>
            <a:spLocks noGrp="1"/>
          </p:cNvSpPr>
          <p:nvPr/>
        </p:nvSpPr>
        <p:spPr>
          <a:xfrm>
            <a:off x="5223108" y="55993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9" name="a_full_bar_818">
            <a:extLst>
              <a:ext uri="{FF2B5EF4-FFF2-40B4-BE49-F238E27FC236}">
                <a16:creationId xmlns:a16="http://schemas.microsoft.com/office/drawing/2014/main" id="{24EC59B0-489C-4011-AC3A-77FD14B13B31}"/>
              </a:ext>
            </a:extLst>
          </p:cNvPr>
          <p:cNvSpPr>
            <a:spLocks noGrp="1"/>
          </p:cNvSpPr>
          <p:nvPr/>
        </p:nvSpPr>
        <p:spPr>
          <a:xfrm>
            <a:off x="5100959" y="39556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0" name="a_full_bar_819">
            <a:extLst>
              <a:ext uri="{FF2B5EF4-FFF2-40B4-BE49-F238E27FC236}">
                <a16:creationId xmlns:a16="http://schemas.microsoft.com/office/drawing/2014/main" id="{B445AE13-2FD0-4C43-9EC9-58042120985A}"/>
              </a:ext>
            </a:extLst>
          </p:cNvPr>
          <p:cNvSpPr>
            <a:spLocks noGrp="1"/>
          </p:cNvSpPr>
          <p:nvPr/>
        </p:nvSpPr>
        <p:spPr>
          <a:xfrm>
            <a:off x="507233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1" name="a_full_bar_820">
            <a:extLst>
              <a:ext uri="{FF2B5EF4-FFF2-40B4-BE49-F238E27FC236}">
                <a16:creationId xmlns:a16="http://schemas.microsoft.com/office/drawing/2014/main" id="{B6FFC1DC-7DF7-4F4F-8020-40E7144D04EA}"/>
              </a:ext>
            </a:extLst>
          </p:cNvPr>
          <p:cNvSpPr>
            <a:spLocks noGrp="1"/>
          </p:cNvSpPr>
          <p:nvPr/>
        </p:nvSpPr>
        <p:spPr>
          <a:xfrm>
            <a:off x="5099558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2" name="a_full_bar_821">
            <a:extLst>
              <a:ext uri="{FF2B5EF4-FFF2-40B4-BE49-F238E27FC236}">
                <a16:creationId xmlns:a16="http://schemas.microsoft.com/office/drawing/2014/main" id="{3D417C76-8230-4E6D-9D67-392961B0BB3E}"/>
              </a:ext>
            </a:extLst>
          </p:cNvPr>
          <p:cNvSpPr>
            <a:spLocks noGrp="1"/>
          </p:cNvSpPr>
          <p:nvPr/>
        </p:nvSpPr>
        <p:spPr>
          <a:xfrm>
            <a:off x="5427141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3" name="a_full_bar_822">
            <a:extLst>
              <a:ext uri="{FF2B5EF4-FFF2-40B4-BE49-F238E27FC236}">
                <a16:creationId xmlns:a16="http://schemas.microsoft.com/office/drawing/2014/main" id="{AC83472F-9CB4-4ABB-9244-F729F4FB985D}"/>
              </a:ext>
            </a:extLst>
          </p:cNvPr>
          <p:cNvSpPr>
            <a:spLocks noGrp="1"/>
          </p:cNvSpPr>
          <p:nvPr/>
        </p:nvSpPr>
        <p:spPr>
          <a:xfrm>
            <a:off x="5225333" y="286211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4" name="a_full_bar_823">
            <a:extLst>
              <a:ext uri="{FF2B5EF4-FFF2-40B4-BE49-F238E27FC236}">
                <a16:creationId xmlns:a16="http://schemas.microsoft.com/office/drawing/2014/main" id="{5A6D516B-2982-4E15-BE4F-495A58EB978F}"/>
              </a:ext>
            </a:extLst>
          </p:cNvPr>
          <p:cNvSpPr>
            <a:spLocks noGrp="1"/>
          </p:cNvSpPr>
          <p:nvPr/>
        </p:nvSpPr>
        <p:spPr>
          <a:xfrm>
            <a:off x="5084638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5" name="a_full_bar_824">
            <a:extLst>
              <a:ext uri="{FF2B5EF4-FFF2-40B4-BE49-F238E27FC236}">
                <a16:creationId xmlns:a16="http://schemas.microsoft.com/office/drawing/2014/main" id="{3CD47428-FA31-4E35-BB10-74C77C69BEE8}"/>
              </a:ext>
            </a:extLst>
          </p:cNvPr>
          <p:cNvSpPr>
            <a:spLocks noGrp="1"/>
          </p:cNvSpPr>
          <p:nvPr/>
        </p:nvSpPr>
        <p:spPr>
          <a:xfrm>
            <a:off x="5214548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6" name="a_full_bar_825">
            <a:extLst>
              <a:ext uri="{FF2B5EF4-FFF2-40B4-BE49-F238E27FC236}">
                <a16:creationId xmlns:a16="http://schemas.microsoft.com/office/drawing/2014/main" id="{77DDF292-CD07-4032-AC01-DBF6069D052F}"/>
              </a:ext>
            </a:extLst>
          </p:cNvPr>
          <p:cNvSpPr>
            <a:spLocks noGrp="1"/>
          </p:cNvSpPr>
          <p:nvPr/>
        </p:nvSpPr>
        <p:spPr>
          <a:xfrm>
            <a:off x="5454819" y="34183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7" name="a_full_bar_826">
            <a:extLst>
              <a:ext uri="{FF2B5EF4-FFF2-40B4-BE49-F238E27FC236}">
                <a16:creationId xmlns:a16="http://schemas.microsoft.com/office/drawing/2014/main" id="{8BE971CF-2719-49E5-9C1C-04FD4D3981E7}"/>
              </a:ext>
            </a:extLst>
          </p:cNvPr>
          <p:cNvSpPr>
            <a:spLocks noGrp="1"/>
          </p:cNvSpPr>
          <p:nvPr/>
        </p:nvSpPr>
        <p:spPr>
          <a:xfrm>
            <a:off x="520255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8" name="a_full_bar_827">
            <a:extLst>
              <a:ext uri="{FF2B5EF4-FFF2-40B4-BE49-F238E27FC236}">
                <a16:creationId xmlns:a16="http://schemas.microsoft.com/office/drawing/2014/main" id="{6A2CD6EC-B060-49E9-9FD9-505F10E33FDD}"/>
              </a:ext>
            </a:extLst>
          </p:cNvPr>
          <p:cNvSpPr>
            <a:spLocks noGrp="1"/>
          </p:cNvSpPr>
          <p:nvPr/>
        </p:nvSpPr>
        <p:spPr>
          <a:xfrm>
            <a:off x="514554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9" name="a_full_bar_828">
            <a:extLst>
              <a:ext uri="{FF2B5EF4-FFF2-40B4-BE49-F238E27FC236}">
                <a16:creationId xmlns:a16="http://schemas.microsoft.com/office/drawing/2014/main" id="{0A54E325-F039-4FD0-83E9-9E715865FBC9}"/>
              </a:ext>
            </a:extLst>
          </p:cNvPr>
          <p:cNvSpPr>
            <a:spLocks noGrp="1"/>
          </p:cNvSpPr>
          <p:nvPr/>
        </p:nvSpPr>
        <p:spPr>
          <a:xfrm>
            <a:off x="5130798" y="490264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0" name="a_full_bar_829">
            <a:extLst>
              <a:ext uri="{FF2B5EF4-FFF2-40B4-BE49-F238E27FC236}">
                <a16:creationId xmlns:a16="http://schemas.microsoft.com/office/drawing/2014/main" id="{148B87CF-AFF2-4C31-949A-0542E9105D48}"/>
              </a:ext>
            </a:extLst>
          </p:cNvPr>
          <p:cNvSpPr>
            <a:spLocks noGrp="1"/>
          </p:cNvSpPr>
          <p:nvPr/>
        </p:nvSpPr>
        <p:spPr>
          <a:xfrm>
            <a:off x="5191717" y="39907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1" name="a_full_bar_830">
            <a:extLst>
              <a:ext uri="{FF2B5EF4-FFF2-40B4-BE49-F238E27FC236}">
                <a16:creationId xmlns:a16="http://schemas.microsoft.com/office/drawing/2014/main" id="{47E49535-3CB8-49EA-B9A7-996BB66A227E}"/>
              </a:ext>
            </a:extLst>
          </p:cNvPr>
          <p:cNvSpPr>
            <a:spLocks noGrp="1"/>
          </p:cNvSpPr>
          <p:nvPr/>
        </p:nvSpPr>
        <p:spPr>
          <a:xfrm>
            <a:off x="516317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2" name="a_full_bar_831">
            <a:extLst>
              <a:ext uri="{FF2B5EF4-FFF2-40B4-BE49-F238E27FC236}">
                <a16:creationId xmlns:a16="http://schemas.microsoft.com/office/drawing/2014/main" id="{798B0BCA-E8A9-4649-99EC-173339D9553B}"/>
              </a:ext>
            </a:extLst>
          </p:cNvPr>
          <p:cNvSpPr>
            <a:spLocks noGrp="1"/>
          </p:cNvSpPr>
          <p:nvPr/>
        </p:nvSpPr>
        <p:spPr>
          <a:xfrm>
            <a:off x="5354814" y="448179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3" name="a_full_bar_832">
            <a:extLst>
              <a:ext uri="{FF2B5EF4-FFF2-40B4-BE49-F238E27FC236}">
                <a16:creationId xmlns:a16="http://schemas.microsoft.com/office/drawing/2014/main" id="{B41765D3-BE3A-411C-89BF-75E30E579900}"/>
              </a:ext>
            </a:extLst>
          </p:cNvPr>
          <p:cNvSpPr>
            <a:spLocks noGrp="1"/>
          </p:cNvSpPr>
          <p:nvPr/>
        </p:nvSpPr>
        <p:spPr>
          <a:xfrm>
            <a:off x="5353258" y="25706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4" name="a_full_bar_833">
            <a:extLst>
              <a:ext uri="{FF2B5EF4-FFF2-40B4-BE49-F238E27FC236}">
                <a16:creationId xmlns:a16="http://schemas.microsoft.com/office/drawing/2014/main" id="{7EEF09A0-6B9C-4481-AFA6-5A30A814E3B4}"/>
              </a:ext>
            </a:extLst>
          </p:cNvPr>
          <p:cNvSpPr>
            <a:spLocks noGrp="1"/>
          </p:cNvSpPr>
          <p:nvPr/>
        </p:nvSpPr>
        <p:spPr>
          <a:xfrm>
            <a:off x="5085701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5" name="a_full_bar_834">
            <a:extLst>
              <a:ext uri="{FF2B5EF4-FFF2-40B4-BE49-F238E27FC236}">
                <a16:creationId xmlns:a16="http://schemas.microsoft.com/office/drawing/2014/main" id="{A872E518-5047-4D98-A7A6-E8B38ACC4DCE}"/>
              </a:ext>
            </a:extLst>
          </p:cNvPr>
          <p:cNvSpPr>
            <a:spLocks noGrp="1"/>
          </p:cNvSpPr>
          <p:nvPr/>
        </p:nvSpPr>
        <p:spPr>
          <a:xfrm>
            <a:off x="5188857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6" name="a_full_bar_835">
            <a:extLst>
              <a:ext uri="{FF2B5EF4-FFF2-40B4-BE49-F238E27FC236}">
                <a16:creationId xmlns:a16="http://schemas.microsoft.com/office/drawing/2014/main" id="{59B34EB2-A87E-4348-B086-3509DAA5A1B7}"/>
              </a:ext>
            </a:extLst>
          </p:cNvPr>
          <p:cNvSpPr>
            <a:spLocks noGrp="1"/>
          </p:cNvSpPr>
          <p:nvPr/>
        </p:nvSpPr>
        <p:spPr>
          <a:xfrm>
            <a:off x="514494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7" name="a_full_bar_836">
            <a:extLst>
              <a:ext uri="{FF2B5EF4-FFF2-40B4-BE49-F238E27FC236}">
                <a16:creationId xmlns:a16="http://schemas.microsoft.com/office/drawing/2014/main" id="{004456B7-FE09-4A18-95AA-325F25226B57}"/>
              </a:ext>
            </a:extLst>
          </p:cNvPr>
          <p:cNvSpPr>
            <a:spLocks noGrp="1"/>
          </p:cNvSpPr>
          <p:nvPr/>
        </p:nvSpPr>
        <p:spPr>
          <a:xfrm>
            <a:off x="5407327" y="26884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8" name="a_full_bar_837">
            <a:extLst>
              <a:ext uri="{FF2B5EF4-FFF2-40B4-BE49-F238E27FC236}">
                <a16:creationId xmlns:a16="http://schemas.microsoft.com/office/drawing/2014/main" id="{37961934-95B0-47A1-9552-AA2B853574C4}"/>
              </a:ext>
            </a:extLst>
          </p:cNvPr>
          <p:cNvSpPr>
            <a:spLocks noGrp="1"/>
          </p:cNvSpPr>
          <p:nvPr/>
        </p:nvSpPr>
        <p:spPr>
          <a:xfrm>
            <a:off x="538708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9" name="a_full_bar_838">
            <a:extLst>
              <a:ext uri="{FF2B5EF4-FFF2-40B4-BE49-F238E27FC236}">
                <a16:creationId xmlns:a16="http://schemas.microsoft.com/office/drawing/2014/main" id="{5FA7205D-305A-4C16-9E6F-516F37D03989}"/>
              </a:ext>
            </a:extLst>
          </p:cNvPr>
          <p:cNvSpPr>
            <a:spLocks noGrp="1"/>
          </p:cNvSpPr>
          <p:nvPr/>
        </p:nvSpPr>
        <p:spPr>
          <a:xfrm>
            <a:off x="5336663" y="499251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0" name="a_full_bar_839">
            <a:extLst>
              <a:ext uri="{FF2B5EF4-FFF2-40B4-BE49-F238E27FC236}">
                <a16:creationId xmlns:a16="http://schemas.microsoft.com/office/drawing/2014/main" id="{3DF613D1-792E-46C2-A84B-2A85DB6D2C32}"/>
              </a:ext>
            </a:extLst>
          </p:cNvPr>
          <p:cNvSpPr>
            <a:spLocks noGrp="1"/>
          </p:cNvSpPr>
          <p:nvPr/>
        </p:nvSpPr>
        <p:spPr>
          <a:xfrm>
            <a:off x="5260026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1" name="a_full_bar_840">
            <a:extLst>
              <a:ext uri="{FF2B5EF4-FFF2-40B4-BE49-F238E27FC236}">
                <a16:creationId xmlns:a16="http://schemas.microsoft.com/office/drawing/2014/main" id="{64399AA8-F9D1-4BE5-BA2E-96199EED13C3}"/>
              </a:ext>
            </a:extLst>
          </p:cNvPr>
          <p:cNvSpPr>
            <a:spLocks noGrp="1"/>
          </p:cNvSpPr>
          <p:nvPr/>
        </p:nvSpPr>
        <p:spPr>
          <a:xfrm>
            <a:off x="5144249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2" name="a_full_bar_841">
            <a:extLst>
              <a:ext uri="{FF2B5EF4-FFF2-40B4-BE49-F238E27FC236}">
                <a16:creationId xmlns:a16="http://schemas.microsoft.com/office/drawing/2014/main" id="{EC6ABDEB-5E3A-4284-85A8-1971A52CE90C}"/>
              </a:ext>
            </a:extLst>
          </p:cNvPr>
          <p:cNvSpPr>
            <a:spLocks noGrp="1"/>
          </p:cNvSpPr>
          <p:nvPr/>
        </p:nvSpPr>
        <p:spPr>
          <a:xfrm>
            <a:off x="5294036" y="54790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3" name="a_full_bar_842">
            <a:extLst>
              <a:ext uri="{FF2B5EF4-FFF2-40B4-BE49-F238E27FC236}">
                <a16:creationId xmlns:a16="http://schemas.microsoft.com/office/drawing/2014/main" id="{6B6FD9FE-59D6-4E3E-AB9E-F76E982B1FF5}"/>
              </a:ext>
            </a:extLst>
          </p:cNvPr>
          <p:cNvSpPr>
            <a:spLocks noGrp="1"/>
          </p:cNvSpPr>
          <p:nvPr/>
        </p:nvSpPr>
        <p:spPr>
          <a:xfrm>
            <a:off x="5414946" y="426842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4" name="a_full_bar_843">
            <a:extLst>
              <a:ext uri="{FF2B5EF4-FFF2-40B4-BE49-F238E27FC236}">
                <a16:creationId xmlns:a16="http://schemas.microsoft.com/office/drawing/2014/main" id="{56AA22FE-CB54-4C7E-B886-A911DE988F95}"/>
              </a:ext>
            </a:extLst>
          </p:cNvPr>
          <p:cNvSpPr>
            <a:spLocks noGrp="1"/>
          </p:cNvSpPr>
          <p:nvPr/>
        </p:nvSpPr>
        <p:spPr>
          <a:xfrm>
            <a:off x="5104662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5" name="a_full_bar_844">
            <a:extLst>
              <a:ext uri="{FF2B5EF4-FFF2-40B4-BE49-F238E27FC236}">
                <a16:creationId xmlns:a16="http://schemas.microsoft.com/office/drawing/2014/main" id="{3034AC20-BE0F-4F0E-A7AA-38B67260445D}"/>
              </a:ext>
            </a:extLst>
          </p:cNvPr>
          <p:cNvSpPr>
            <a:spLocks noGrp="1"/>
          </p:cNvSpPr>
          <p:nvPr/>
        </p:nvSpPr>
        <p:spPr>
          <a:xfrm>
            <a:off x="540617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6" name="a_full_bar_845">
            <a:extLst>
              <a:ext uri="{FF2B5EF4-FFF2-40B4-BE49-F238E27FC236}">
                <a16:creationId xmlns:a16="http://schemas.microsoft.com/office/drawing/2014/main" id="{9AA76193-94C5-42F6-852F-C8B8522280A2}"/>
              </a:ext>
            </a:extLst>
          </p:cNvPr>
          <p:cNvSpPr>
            <a:spLocks noGrp="1"/>
          </p:cNvSpPr>
          <p:nvPr/>
        </p:nvSpPr>
        <p:spPr>
          <a:xfrm>
            <a:off x="537176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7" name="a_full_bar_846">
            <a:extLst>
              <a:ext uri="{FF2B5EF4-FFF2-40B4-BE49-F238E27FC236}">
                <a16:creationId xmlns:a16="http://schemas.microsoft.com/office/drawing/2014/main" id="{AF72020F-E3E7-477D-9FF1-000E85D6D5D0}"/>
              </a:ext>
            </a:extLst>
          </p:cNvPr>
          <p:cNvSpPr>
            <a:spLocks noGrp="1"/>
          </p:cNvSpPr>
          <p:nvPr/>
        </p:nvSpPr>
        <p:spPr>
          <a:xfrm>
            <a:off x="516644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8" name="a_full_bar_847">
            <a:extLst>
              <a:ext uri="{FF2B5EF4-FFF2-40B4-BE49-F238E27FC236}">
                <a16:creationId xmlns:a16="http://schemas.microsoft.com/office/drawing/2014/main" id="{0245BE60-B81F-4735-9F50-E73C472DF988}"/>
              </a:ext>
            </a:extLst>
          </p:cNvPr>
          <p:cNvSpPr>
            <a:spLocks noGrp="1"/>
          </p:cNvSpPr>
          <p:nvPr/>
        </p:nvSpPr>
        <p:spPr>
          <a:xfrm>
            <a:off x="5397334" y="326198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9" name="a_full_bar_848">
            <a:extLst>
              <a:ext uri="{FF2B5EF4-FFF2-40B4-BE49-F238E27FC236}">
                <a16:creationId xmlns:a16="http://schemas.microsoft.com/office/drawing/2014/main" id="{05AB2940-CFC3-4652-8C77-CE9D5C326D73}"/>
              </a:ext>
            </a:extLst>
          </p:cNvPr>
          <p:cNvSpPr>
            <a:spLocks noGrp="1"/>
          </p:cNvSpPr>
          <p:nvPr/>
        </p:nvSpPr>
        <p:spPr>
          <a:xfrm>
            <a:off x="5074230" y="35449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0" name="a_full_bar_849">
            <a:extLst>
              <a:ext uri="{FF2B5EF4-FFF2-40B4-BE49-F238E27FC236}">
                <a16:creationId xmlns:a16="http://schemas.microsoft.com/office/drawing/2014/main" id="{7A8A8E70-E583-42E5-BFE5-FF88E85F4F79}"/>
              </a:ext>
            </a:extLst>
          </p:cNvPr>
          <p:cNvSpPr>
            <a:spLocks noGrp="1"/>
          </p:cNvSpPr>
          <p:nvPr/>
        </p:nvSpPr>
        <p:spPr>
          <a:xfrm>
            <a:off x="5152641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1" name="a_full_bar_850">
            <a:extLst>
              <a:ext uri="{FF2B5EF4-FFF2-40B4-BE49-F238E27FC236}">
                <a16:creationId xmlns:a16="http://schemas.microsoft.com/office/drawing/2014/main" id="{3402C4AF-5699-47C2-8F9F-BE8590519F65}"/>
              </a:ext>
            </a:extLst>
          </p:cNvPr>
          <p:cNvSpPr>
            <a:spLocks noGrp="1"/>
          </p:cNvSpPr>
          <p:nvPr/>
        </p:nvSpPr>
        <p:spPr>
          <a:xfrm>
            <a:off x="5222694" y="491661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2" name="a_full_bar_851">
            <a:extLst>
              <a:ext uri="{FF2B5EF4-FFF2-40B4-BE49-F238E27FC236}">
                <a16:creationId xmlns:a16="http://schemas.microsoft.com/office/drawing/2014/main" id="{9AFB8827-D6ED-4AEA-9F08-9450EF2ABEAE}"/>
              </a:ext>
            </a:extLst>
          </p:cNvPr>
          <p:cNvSpPr>
            <a:spLocks noGrp="1"/>
          </p:cNvSpPr>
          <p:nvPr/>
        </p:nvSpPr>
        <p:spPr>
          <a:xfrm>
            <a:off x="5092911" y="346982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3" name="a_full_bar_852">
            <a:extLst>
              <a:ext uri="{FF2B5EF4-FFF2-40B4-BE49-F238E27FC236}">
                <a16:creationId xmlns:a16="http://schemas.microsoft.com/office/drawing/2014/main" id="{54C7DFFB-E947-490A-81B3-A350A34824C2}"/>
              </a:ext>
            </a:extLst>
          </p:cNvPr>
          <p:cNvSpPr>
            <a:spLocks noGrp="1"/>
          </p:cNvSpPr>
          <p:nvPr/>
        </p:nvSpPr>
        <p:spPr>
          <a:xfrm>
            <a:off x="546201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4" name="a_full_bar_853">
            <a:extLst>
              <a:ext uri="{FF2B5EF4-FFF2-40B4-BE49-F238E27FC236}">
                <a16:creationId xmlns:a16="http://schemas.microsoft.com/office/drawing/2014/main" id="{A282E606-7FE0-4514-BCFB-1018B5CFD64F}"/>
              </a:ext>
            </a:extLst>
          </p:cNvPr>
          <p:cNvSpPr>
            <a:spLocks noGrp="1"/>
          </p:cNvSpPr>
          <p:nvPr/>
        </p:nvSpPr>
        <p:spPr>
          <a:xfrm>
            <a:off x="5421617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5" name="a_full_bar_854">
            <a:extLst>
              <a:ext uri="{FF2B5EF4-FFF2-40B4-BE49-F238E27FC236}">
                <a16:creationId xmlns:a16="http://schemas.microsoft.com/office/drawing/2014/main" id="{C0172286-0B50-40AD-A2EB-CE1DA6687089}"/>
              </a:ext>
            </a:extLst>
          </p:cNvPr>
          <p:cNvSpPr>
            <a:spLocks noGrp="1"/>
          </p:cNvSpPr>
          <p:nvPr/>
        </p:nvSpPr>
        <p:spPr>
          <a:xfrm>
            <a:off x="529319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6" name="a_full_bar_855">
            <a:extLst>
              <a:ext uri="{FF2B5EF4-FFF2-40B4-BE49-F238E27FC236}">
                <a16:creationId xmlns:a16="http://schemas.microsoft.com/office/drawing/2014/main" id="{E4DDC50C-6A91-4A52-9AD9-D85C99E41561}"/>
              </a:ext>
            </a:extLst>
          </p:cNvPr>
          <p:cNvSpPr>
            <a:spLocks noGrp="1"/>
          </p:cNvSpPr>
          <p:nvPr/>
        </p:nvSpPr>
        <p:spPr>
          <a:xfrm>
            <a:off x="5157628" y="34763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7" name="a_full_bar_856">
            <a:extLst>
              <a:ext uri="{FF2B5EF4-FFF2-40B4-BE49-F238E27FC236}">
                <a16:creationId xmlns:a16="http://schemas.microsoft.com/office/drawing/2014/main" id="{0C2D1A58-2BDF-469C-9E13-629AA5ABE719}"/>
              </a:ext>
            </a:extLst>
          </p:cNvPr>
          <p:cNvSpPr>
            <a:spLocks noGrp="1"/>
          </p:cNvSpPr>
          <p:nvPr/>
        </p:nvSpPr>
        <p:spPr>
          <a:xfrm>
            <a:off x="5280494" y="298897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8" name="a_full_bar_857">
            <a:extLst>
              <a:ext uri="{FF2B5EF4-FFF2-40B4-BE49-F238E27FC236}">
                <a16:creationId xmlns:a16="http://schemas.microsoft.com/office/drawing/2014/main" id="{FE45354E-855D-40BE-9CB1-27CD006915BA}"/>
              </a:ext>
            </a:extLst>
          </p:cNvPr>
          <p:cNvSpPr>
            <a:spLocks noGrp="1"/>
          </p:cNvSpPr>
          <p:nvPr/>
        </p:nvSpPr>
        <p:spPr>
          <a:xfrm>
            <a:off x="5434959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9" name="a_full_bar_858">
            <a:extLst>
              <a:ext uri="{FF2B5EF4-FFF2-40B4-BE49-F238E27FC236}">
                <a16:creationId xmlns:a16="http://schemas.microsoft.com/office/drawing/2014/main" id="{0F52B471-51FF-4353-A7AE-12F1AB7617A9}"/>
              </a:ext>
            </a:extLst>
          </p:cNvPr>
          <p:cNvSpPr>
            <a:spLocks noGrp="1"/>
          </p:cNvSpPr>
          <p:nvPr/>
        </p:nvSpPr>
        <p:spPr>
          <a:xfrm>
            <a:off x="5294565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0" name="a_full_bar_859">
            <a:extLst>
              <a:ext uri="{FF2B5EF4-FFF2-40B4-BE49-F238E27FC236}">
                <a16:creationId xmlns:a16="http://schemas.microsoft.com/office/drawing/2014/main" id="{21D647FE-46E3-4ED4-9B89-0FD3F96A06D2}"/>
              </a:ext>
            </a:extLst>
          </p:cNvPr>
          <p:cNvSpPr>
            <a:spLocks noGrp="1"/>
          </p:cNvSpPr>
          <p:nvPr/>
        </p:nvSpPr>
        <p:spPr>
          <a:xfrm>
            <a:off x="5267041" y="45693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1" name="a_full_bar_860">
            <a:extLst>
              <a:ext uri="{FF2B5EF4-FFF2-40B4-BE49-F238E27FC236}">
                <a16:creationId xmlns:a16="http://schemas.microsoft.com/office/drawing/2014/main" id="{6294D338-FBFE-4C1F-8C5F-026348808AD9}"/>
              </a:ext>
            </a:extLst>
          </p:cNvPr>
          <p:cNvSpPr>
            <a:spLocks noGrp="1"/>
          </p:cNvSpPr>
          <p:nvPr/>
        </p:nvSpPr>
        <p:spPr>
          <a:xfrm>
            <a:off x="518718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2" name="a_full_bar_861">
            <a:extLst>
              <a:ext uri="{FF2B5EF4-FFF2-40B4-BE49-F238E27FC236}">
                <a16:creationId xmlns:a16="http://schemas.microsoft.com/office/drawing/2014/main" id="{C8B6FAE4-83E2-443F-BFC8-37D71A95ADA5}"/>
              </a:ext>
            </a:extLst>
          </p:cNvPr>
          <p:cNvSpPr>
            <a:spLocks noGrp="1"/>
          </p:cNvSpPr>
          <p:nvPr/>
        </p:nvSpPr>
        <p:spPr>
          <a:xfrm>
            <a:off x="532321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3" name="a_full_bar_862">
            <a:extLst>
              <a:ext uri="{FF2B5EF4-FFF2-40B4-BE49-F238E27FC236}">
                <a16:creationId xmlns:a16="http://schemas.microsoft.com/office/drawing/2014/main" id="{99268B9E-8027-4F01-9541-B58C715CB739}"/>
              </a:ext>
            </a:extLst>
          </p:cNvPr>
          <p:cNvSpPr>
            <a:spLocks noGrp="1"/>
          </p:cNvSpPr>
          <p:nvPr/>
        </p:nvSpPr>
        <p:spPr>
          <a:xfrm>
            <a:off x="5316931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4" name="a_full_bar_863">
            <a:extLst>
              <a:ext uri="{FF2B5EF4-FFF2-40B4-BE49-F238E27FC236}">
                <a16:creationId xmlns:a16="http://schemas.microsoft.com/office/drawing/2014/main" id="{4975C57A-A43C-4CB1-AAC8-0AD0B6A23E93}"/>
              </a:ext>
            </a:extLst>
          </p:cNvPr>
          <p:cNvSpPr>
            <a:spLocks noGrp="1"/>
          </p:cNvSpPr>
          <p:nvPr/>
        </p:nvSpPr>
        <p:spPr>
          <a:xfrm>
            <a:off x="546194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5" name="a_full_bar_864">
            <a:extLst>
              <a:ext uri="{FF2B5EF4-FFF2-40B4-BE49-F238E27FC236}">
                <a16:creationId xmlns:a16="http://schemas.microsoft.com/office/drawing/2014/main" id="{53E6216C-1B86-41B5-932D-48ABD0BDFDED}"/>
              </a:ext>
            </a:extLst>
          </p:cNvPr>
          <p:cNvSpPr>
            <a:spLocks noGrp="1"/>
          </p:cNvSpPr>
          <p:nvPr/>
        </p:nvSpPr>
        <p:spPr>
          <a:xfrm>
            <a:off x="5304499" y="39863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6" name="a_full_bar_865">
            <a:extLst>
              <a:ext uri="{FF2B5EF4-FFF2-40B4-BE49-F238E27FC236}">
                <a16:creationId xmlns:a16="http://schemas.microsoft.com/office/drawing/2014/main" id="{F0E7693C-DFED-4D82-943D-87F714808CA5}"/>
              </a:ext>
            </a:extLst>
          </p:cNvPr>
          <p:cNvSpPr>
            <a:spLocks noGrp="1"/>
          </p:cNvSpPr>
          <p:nvPr/>
        </p:nvSpPr>
        <p:spPr>
          <a:xfrm>
            <a:off x="5098536" y="25739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7" name="a_full_bar_866">
            <a:extLst>
              <a:ext uri="{FF2B5EF4-FFF2-40B4-BE49-F238E27FC236}">
                <a16:creationId xmlns:a16="http://schemas.microsoft.com/office/drawing/2014/main" id="{40E1A675-259A-40C9-A640-A09A8C9841C7}"/>
              </a:ext>
            </a:extLst>
          </p:cNvPr>
          <p:cNvSpPr>
            <a:spLocks noGrp="1"/>
          </p:cNvSpPr>
          <p:nvPr/>
        </p:nvSpPr>
        <p:spPr>
          <a:xfrm>
            <a:off x="5361015" y="52617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8" name="a_full_bar_867">
            <a:extLst>
              <a:ext uri="{FF2B5EF4-FFF2-40B4-BE49-F238E27FC236}">
                <a16:creationId xmlns:a16="http://schemas.microsoft.com/office/drawing/2014/main" id="{CB8DC312-CD58-415E-BF23-FEAC95E7EDD3}"/>
              </a:ext>
            </a:extLst>
          </p:cNvPr>
          <p:cNvSpPr>
            <a:spLocks noGrp="1"/>
          </p:cNvSpPr>
          <p:nvPr/>
        </p:nvSpPr>
        <p:spPr>
          <a:xfrm>
            <a:off x="535213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9" name="a_full_bar_868">
            <a:extLst>
              <a:ext uri="{FF2B5EF4-FFF2-40B4-BE49-F238E27FC236}">
                <a16:creationId xmlns:a16="http://schemas.microsoft.com/office/drawing/2014/main" id="{6CFF5946-A1D5-4B32-8C95-7DAE91A33E80}"/>
              </a:ext>
            </a:extLst>
          </p:cNvPr>
          <p:cNvSpPr>
            <a:spLocks noGrp="1"/>
          </p:cNvSpPr>
          <p:nvPr/>
        </p:nvSpPr>
        <p:spPr>
          <a:xfrm>
            <a:off x="531458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0" name="a_full_bar_869">
            <a:extLst>
              <a:ext uri="{FF2B5EF4-FFF2-40B4-BE49-F238E27FC236}">
                <a16:creationId xmlns:a16="http://schemas.microsoft.com/office/drawing/2014/main" id="{746987A7-B1CC-4E7F-80EF-0B08AF9B2A73}"/>
              </a:ext>
            </a:extLst>
          </p:cNvPr>
          <p:cNvSpPr>
            <a:spLocks noGrp="1"/>
          </p:cNvSpPr>
          <p:nvPr/>
        </p:nvSpPr>
        <p:spPr>
          <a:xfrm>
            <a:off x="5089020" y="43614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1" name="a_full_bar_870">
            <a:extLst>
              <a:ext uri="{FF2B5EF4-FFF2-40B4-BE49-F238E27FC236}">
                <a16:creationId xmlns:a16="http://schemas.microsoft.com/office/drawing/2014/main" id="{7D7A206B-AE0E-45CF-8377-8672F90B95DE}"/>
              </a:ext>
            </a:extLst>
          </p:cNvPr>
          <p:cNvSpPr>
            <a:spLocks noGrp="1"/>
          </p:cNvSpPr>
          <p:nvPr/>
        </p:nvSpPr>
        <p:spPr>
          <a:xfrm>
            <a:off x="538561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2" name="a_full_bar_871">
            <a:extLst>
              <a:ext uri="{FF2B5EF4-FFF2-40B4-BE49-F238E27FC236}">
                <a16:creationId xmlns:a16="http://schemas.microsoft.com/office/drawing/2014/main" id="{176709DB-48EE-49C5-865D-650720A5D053}"/>
              </a:ext>
            </a:extLst>
          </p:cNvPr>
          <p:cNvSpPr>
            <a:spLocks noGrp="1"/>
          </p:cNvSpPr>
          <p:nvPr/>
        </p:nvSpPr>
        <p:spPr>
          <a:xfrm>
            <a:off x="522665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3" name="a_full_bar_872">
            <a:extLst>
              <a:ext uri="{FF2B5EF4-FFF2-40B4-BE49-F238E27FC236}">
                <a16:creationId xmlns:a16="http://schemas.microsoft.com/office/drawing/2014/main" id="{6FD84405-E396-4319-A07C-F3CD8C780E48}"/>
              </a:ext>
            </a:extLst>
          </p:cNvPr>
          <p:cNvSpPr>
            <a:spLocks noGrp="1"/>
          </p:cNvSpPr>
          <p:nvPr/>
        </p:nvSpPr>
        <p:spPr>
          <a:xfrm>
            <a:off x="5168212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4" name="a_full_bar_873">
            <a:extLst>
              <a:ext uri="{FF2B5EF4-FFF2-40B4-BE49-F238E27FC236}">
                <a16:creationId xmlns:a16="http://schemas.microsoft.com/office/drawing/2014/main" id="{6DF9133F-EDFF-45DC-ADBC-C296C90D2CF8}"/>
              </a:ext>
            </a:extLst>
          </p:cNvPr>
          <p:cNvSpPr>
            <a:spLocks noGrp="1"/>
          </p:cNvSpPr>
          <p:nvPr/>
        </p:nvSpPr>
        <p:spPr>
          <a:xfrm>
            <a:off x="5275866" y="59728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5" name="a_full_bar_874">
            <a:extLst>
              <a:ext uri="{FF2B5EF4-FFF2-40B4-BE49-F238E27FC236}">
                <a16:creationId xmlns:a16="http://schemas.microsoft.com/office/drawing/2014/main" id="{ED11FE12-316A-4F3E-905A-06F1220B4122}"/>
              </a:ext>
            </a:extLst>
          </p:cNvPr>
          <p:cNvSpPr>
            <a:spLocks noGrp="1"/>
          </p:cNvSpPr>
          <p:nvPr/>
        </p:nvSpPr>
        <p:spPr>
          <a:xfrm>
            <a:off x="5335984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6" name="a_full_bar_875">
            <a:extLst>
              <a:ext uri="{FF2B5EF4-FFF2-40B4-BE49-F238E27FC236}">
                <a16:creationId xmlns:a16="http://schemas.microsoft.com/office/drawing/2014/main" id="{1D25FCE2-40BE-4A24-B4D7-E28DAE6D3C29}"/>
              </a:ext>
            </a:extLst>
          </p:cNvPr>
          <p:cNvSpPr>
            <a:spLocks noGrp="1"/>
          </p:cNvSpPr>
          <p:nvPr/>
        </p:nvSpPr>
        <p:spPr>
          <a:xfrm>
            <a:off x="507404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7" name="a_full_bar_876">
            <a:extLst>
              <a:ext uri="{FF2B5EF4-FFF2-40B4-BE49-F238E27FC236}">
                <a16:creationId xmlns:a16="http://schemas.microsoft.com/office/drawing/2014/main" id="{3194EC80-CB6C-40A3-8061-CA4064C02722}"/>
              </a:ext>
            </a:extLst>
          </p:cNvPr>
          <p:cNvSpPr>
            <a:spLocks noGrp="1"/>
          </p:cNvSpPr>
          <p:nvPr/>
        </p:nvSpPr>
        <p:spPr>
          <a:xfrm>
            <a:off x="5399367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8" name="a_full_bar_877">
            <a:extLst>
              <a:ext uri="{FF2B5EF4-FFF2-40B4-BE49-F238E27FC236}">
                <a16:creationId xmlns:a16="http://schemas.microsoft.com/office/drawing/2014/main" id="{A6EFFDC0-AB96-40A7-9EF4-BEF6E3D9075F}"/>
              </a:ext>
            </a:extLst>
          </p:cNvPr>
          <p:cNvSpPr>
            <a:spLocks noGrp="1"/>
          </p:cNvSpPr>
          <p:nvPr/>
        </p:nvSpPr>
        <p:spPr>
          <a:xfrm>
            <a:off x="5241645" y="44959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9" name="a_full_bar_878">
            <a:extLst>
              <a:ext uri="{FF2B5EF4-FFF2-40B4-BE49-F238E27FC236}">
                <a16:creationId xmlns:a16="http://schemas.microsoft.com/office/drawing/2014/main" id="{B0D463C6-09D9-42F1-A258-747665F183B3}"/>
              </a:ext>
            </a:extLst>
          </p:cNvPr>
          <p:cNvSpPr>
            <a:spLocks noGrp="1"/>
          </p:cNvSpPr>
          <p:nvPr/>
        </p:nvSpPr>
        <p:spPr>
          <a:xfrm>
            <a:off x="541767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0" name="a_full_bar_879">
            <a:extLst>
              <a:ext uri="{FF2B5EF4-FFF2-40B4-BE49-F238E27FC236}">
                <a16:creationId xmlns:a16="http://schemas.microsoft.com/office/drawing/2014/main" id="{1DEBCC76-5CF1-483F-91B7-838A85C7A115}"/>
              </a:ext>
            </a:extLst>
          </p:cNvPr>
          <p:cNvSpPr>
            <a:spLocks noGrp="1"/>
          </p:cNvSpPr>
          <p:nvPr/>
        </p:nvSpPr>
        <p:spPr>
          <a:xfrm>
            <a:off x="5078532" y="43614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1" name="a_full_bar_880">
            <a:extLst>
              <a:ext uri="{FF2B5EF4-FFF2-40B4-BE49-F238E27FC236}">
                <a16:creationId xmlns:a16="http://schemas.microsoft.com/office/drawing/2014/main" id="{1C2FD485-EF14-45AF-A5C8-94B798738876}"/>
              </a:ext>
            </a:extLst>
          </p:cNvPr>
          <p:cNvSpPr>
            <a:spLocks noGrp="1"/>
          </p:cNvSpPr>
          <p:nvPr/>
        </p:nvSpPr>
        <p:spPr>
          <a:xfrm>
            <a:off x="5249557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2" name="a_full_bar_881">
            <a:extLst>
              <a:ext uri="{FF2B5EF4-FFF2-40B4-BE49-F238E27FC236}">
                <a16:creationId xmlns:a16="http://schemas.microsoft.com/office/drawing/2014/main" id="{33638B1E-6CBD-4F9F-AA3B-B3D5779D2059}"/>
              </a:ext>
            </a:extLst>
          </p:cNvPr>
          <p:cNvSpPr>
            <a:spLocks noGrp="1"/>
          </p:cNvSpPr>
          <p:nvPr/>
        </p:nvSpPr>
        <p:spPr>
          <a:xfrm>
            <a:off x="527016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3" name="a_full_bar_882">
            <a:extLst>
              <a:ext uri="{FF2B5EF4-FFF2-40B4-BE49-F238E27FC236}">
                <a16:creationId xmlns:a16="http://schemas.microsoft.com/office/drawing/2014/main" id="{898BAEA2-1972-495B-B3E2-33A2D81531DE}"/>
              </a:ext>
            </a:extLst>
          </p:cNvPr>
          <p:cNvSpPr>
            <a:spLocks noGrp="1"/>
          </p:cNvSpPr>
          <p:nvPr/>
        </p:nvSpPr>
        <p:spPr>
          <a:xfrm>
            <a:off x="5381336" y="4491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4" name="a_full_bar_883">
            <a:extLst>
              <a:ext uri="{FF2B5EF4-FFF2-40B4-BE49-F238E27FC236}">
                <a16:creationId xmlns:a16="http://schemas.microsoft.com/office/drawing/2014/main" id="{7D9A553D-7CD9-41A9-84E4-E659D014EBCF}"/>
              </a:ext>
            </a:extLst>
          </p:cNvPr>
          <p:cNvSpPr>
            <a:spLocks noGrp="1"/>
          </p:cNvSpPr>
          <p:nvPr/>
        </p:nvSpPr>
        <p:spPr>
          <a:xfrm>
            <a:off x="5303982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5" name="a_full_bar_884">
            <a:extLst>
              <a:ext uri="{FF2B5EF4-FFF2-40B4-BE49-F238E27FC236}">
                <a16:creationId xmlns:a16="http://schemas.microsoft.com/office/drawing/2014/main" id="{DEC8B763-C1D2-44DC-BE64-EFE27B3B3E75}"/>
              </a:ext>
            </a:extLst>
          </p:cNvPr>
          <p:cNvSpPr>
            <a:spLocks noGrp="1"/>
          </p:cNvSpPr>
          <p:nvPr/>
        </p:nvSpPr>
        <p:spPr>
          <a:xfrm>
            <a:off x="532418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6" name="a_full_bar_885">
            <a:extLst>
              <a:ext uri="{FF2B5EF4-FFF2-40B4-BE49-F238E27FC236}">
                <a16:creationId xmlns:a16="http://schemas.microsoft.com/office/drawing/2014/main" id="{09E76FE9-9C5D-4872-AC8E-B071F6D758CB}"/>
              </a:ext>
            </a:extLst>
          </p:cNvPr>
          <p:cNvSpPr>
            <a:spLocks noGrp="1"/>
          </p:cNvSpPr>
          <p:nvPr/>
        </p:nvSpPr>
        <p:spPr>
          <a:xfrm>
            <a:off x="5074834" y="48572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7" name="a_full_bar_886">
            <a:extLst>
              <a:ext uri="{FF2B5EF4-FFF2-40B4-BE49-F238E27FC236}">
                <a16:creationId xmlns:a16="http://schemas.microsoft.com/office/drawing/2014/main" id="{79B5A758-D45A-473F-B5DA-8031D237250D}"/>
              </a:ext>
            </a:extLst>
          </p:cNvPr>
          <p:cNvSpPr>
            <a:spLocks noGrp="1"/>
          </p:cNvSpPr>
          <p:nvPr/>
        </p:nvSpPr>
        <p:spPr>
          <a:xfrm>
            <a:off x="512745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8" name="a_full_bar_887">
            <a:extLst>
              <a:ext uri="{FF2B5EF4-FFF2-40B4-BE49-F238E27FC236}">
                <a16:creationId xmlns:a16="http://schemas.microsoft.com/office/drawing/2014/main" id="{D62DF282-DA21-4095-865F-E4138BB9D039}"/>
              </a:ext>
            </a:extLst>
          </p:cNvPr>
          <p:cNvSpPr>
            <a:spLocks noGrp="1"/>
          </p:cNvSpPr>
          <p:nvPr/>
        </p:nvSpPr>
        <p:spPr>
          <a:xfrm>
            <a:off x="5222395" y="48727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9" name="a_full_bar_888">
            <a:extLst>
              <a:ext uri="{FF2B5EF4-FFF2-40B4-BE49-F238E27FC236}">
                <a16:creationId xmlns:a16="http://schemas.microsoft.com/office/drawing/2014/main" id="{0234ACA6-494A-463D-B7B4-FC65DCAE5274}"/>
              </a:ext>
            </a:extLst>
          </p:cNvPr>
          <p:cNvSpPr>
            <a:spLocks noGrp="1"/>
          </p:cNvSpPr>
          <p:nvPr/>
        </p:nvSpPr>
        <p:spPr>
          <a:xfrm>
            <a:off x="5341916" y="57418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0" name="a_full_bar_889">
            <a:extLst>
              <a:ext uri="{FF2B5EF4-FFF2-40B4-BE49-F238E27FC236}">
                <a16:creationId xmlns:a16="http://schemas.microsoft.com/office/drawing/2014/main" id="{2FE1E8C6-4300-40AB-B29B-C85A478EC121}"/>
              </a:ext>
            </a:extLst>
          </p:cNvPr>
          <p:cNvSpPr>
            <a:spLocks noGrp="1"/>
          </p:cNvSpPr>
          <p:nvPr/>
        </p:nvSpPr>
        <p:spPr>
          <a:xfrm>
            <a:off x="5302105" y="360819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1" name="a_full_bar_890">
            <a:extLst>
              <a:ext uri="{FF2B5EF4-FFF2-40B4-BE49-F238E27FC236}">
                <a16:creationId xmlns:a16="http://schemas.microsoft.com/office/drawing/2014/main" id="{BF30606E-D12C-421B-A073-80DFD2E4C2EB}"/>
              </a:ext>
            </a:extLst>
          </p:cNvPr>
          <p:cNvSpPr>
            <a:spLocks noGrp="1"/>
          </p:cNvSpPr>
          <p:nvPr/>
        </p:nvSpPr>
        <p:spPr>
          <a:xfrm>
            <a:off x="525217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2" name="a_full_bar_891">
            <a:extLst>
              <a:ext uri="{FF2B5EF4-FFF2-40B4-BE49-F238E27FC236}">
                <a16:creationId xmlns:a16="http://schemas.microsoft.com/office/drawing/2014/main" id="{4AE2DBAA-918F-444D-8E70-01793D62AB54}"/>
              </a:ext>
            </a:extLst>
          </p:cNvPr>
          <p:cNvSpPr>
            <a:spLocks noGrp="1"/>
          </p:cNvSpPr>
          <p:nvPr/>
        </p:nvSpPr>
        <p:spPr>
          <a:xfrm>
            <a:off x="510899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3" name="a_full_bar_892">
            <a:extLst>
              <a:ext uri="{FF2B5EF4-FFF2-40B4-BE49-F238E27FC236}">
                <a16:creationId xmlns:a16="http://schemas.microsoft.com/office/drawing/2014/main" id="{1B62EE34-AFCD-45A0-A517-377969F3535C}"/>
              </a:ext>
            </a:extLst>
          </p:cNvPr>
          <p:cNvSpPr>
            <a:spLocks noGrp="1"/>
          </p:cNvSpPr>
          <p:nvPr/>
        </p:nvSpPr>
        <p:spPr>
          <a:xfrm>
            <a:off x="533092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4" name="a_full_bar_893">
            <a:extLst>
              <a:ext uri="{FF2B5EF4-FFF2-40B4-BE49-F238E27FC236}">
                <a16:creationId xmlns:a16="http://schemas.microsoft.com/office/drawing/2014/main" id="{7F28EACC-A7C3-4277-A7CF-E6AED43DC5C7}"/>
              </a:ext>
            </a:extLst>
          </p:cNvPr>
          <p:cNvSpPr>
            <a:spLocks noGrp="1"/>
          </p:cNvSpPr>
          <p:nvPr/>
        </p:nvSpPr>
        <p:spPr>
          <a:xfrm>
            <a:off x="5348480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5" name="a_full_bar_894">
            <a:extLst>
              <a:ext uri="{FF2B5EF4-FFF2-40B4-BE49-F238E27FC236}">
                <a16:creationId xmlns:a16="http://schemas.microsoft.com/office/drawing/2014/main" id="{76DB4BBB-E126-4B78-B90E-41A06C1A4487}"/>
              </a:ext>
            </a:extLst>
          </p:cNvPr>
          <p:cNvSpPr>
            <a:spLocks noGrp="1"/>
          </p:cNvSpPr>
          <p:nvPr/>
        </p:nvSpPr>
        <p:spPr>
          <a:xfrm>
            <a:off x="527185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6" name="a_full_bar_895">
            <a:extLst>
              <a:ext uri="{FF2B5EF4-FFF2-40B4-BE49-F238E27FC236}">
                <a16:creationId xmlns:a16="http://schemas.microsoft.com/office/drawing/2014/main" id="{1671A860-5467-4CB7-A30A-D06DC6F40C5B}"/>
              </a:ext>
            </a:extLst>
          </p:cNvPr>
          <p:cNvSpPr>
            <a:spLocks noGrp="1"/>
          </p:cNvSpPr>
          <p:nvPr/>
        </p:nvSpPr>
        <p:spPr>
          <a:xfrm>
            <a:off x="5329311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7" name="a_full_bar_896">
            <a:extLst>
              <a:ext uri="{FF2B5EF4-FFF2-40B4-BE49-F238E27FC236}">
                <a16:creationId xmlns:a16="http://schemas.microsoft.com/office/drawing/2014/main" id="{E20D2263-7967-4CAC-8F28-E13D01650266}"/>
              </a:ext>
            </a:extLst>
          </p:cNvPr>
          <p:cNvSpPr>
            <a:spLocks noGrp="1"/>
          </p:cNvSpPr>
          <p:nvPr/>
        </p:nvSpPr>
        <p:spPr>
          <a:xfrm>
            <a:off x="5290634" y="348592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8" name="a_full_bar_897">
            <a:extLst>
              <a:ext uri="{FF2B5EF4-FFF2-40B4-BE49-F238E27FC236}">
                <a16:creationId xmlns:a16="http://schemas.microsoft.com/office/drawing/2014/main" id="{C6534939-60DD-4196-8368-11D6E16577A5}"/>
              </a:ext>
            </a:extLst>
          </p:cNvPr>
          <p:cNvSpPr>
            <a:spLocks noGrp="1"/>
          </p:cNvSpPr>
          <p:nvPr/>
        </p:nvSpPr>
        <p:spPr>
          <a:xfrm>
            <a:off x="5241589" y="523294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9" name="a_full_bar_898">
            <a:extLst>
              <a:ext uri="{FF2B5EF4-FFF2-40B4-BE49-F238E27FC236}">
                <a16:creationId xmlns:a16="http://schemas.microsoft.com/office/drawing/2014/main" id="{AC501D2C-194E-4966-987A-BAFDD1B47AC9}"/>
              </a:ext>
            </a:extLst>
          </p:cNvPr>
          <p:cNvSpPr>
            <a:spLocks noGrp="1"/>
          </p:cNvSpPr>
          <p:nvPr/>
        </p:nvSpPr>
        <p:spPr>
          <a:xfrm>
            <a:off x="5131615" y="35524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0" name="a_full_bar_899">
            <a:extLst>
              <a:ext uri="{FF2B5EF4-FFF2-40B4-BE49-F238E27FC236}">
                <a16:creationId xmlns:a16="http://schemas.microsoft.com/office/drawing/2014/main" id="{4A5F945D-6211-473D-8F57-DFBB0FA4CB6A}"/>
              </a:ext>
            </a:extLst>
          </p:cNvPr>
          <p:cNvSpPr>
            <a:spLocks noGrp="1"/>
          </p:cNvSpPr>
          <p:nvPr/>
        </p:nvSpPr>
        <p:spPr>
          <a:xfrm>
            <a:off x="5325472" y="4491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1" name="a_full_bar_900">
            <a:extLst>
              <a:ext uri="{FF2B5EF4-FFF2-40B4-BE49-F238E27FC236}">
                <a16:creationId xmlns:a16="http://schemas.microsoft.com/office/drawing/2014/main" id="{879D2036-9281-4D8E-AA1E-756AC88D552E}"/>
              </a:ext>
            </a:extLst>
          </p:cNvPr>
          <p:cNvSpPr>
            <a:spLocks noGrp="1"/>
          </p:cNvSpPr>
          <p:nvPr/>
        </p:nvSpPr>
        <p:spPr>
          <a:xfrm>
            <a:off x="5276556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2" name="a_full_bar_901">
            <a:extLst>
              <a:ext uri="{FF2B5EF4-FFF2-40B4-BE49-F238E27FC236}">
                <a16:creationId xmlns:a16="http://schemas.microsoft.com/office/drawing/2014/main" id="{FED762AF-18FF-4A12-BF94-B2BD44C1E236}"/>
              </a:ext>
            </a:extLst>
          </p:cNvPr>
          <p:cNvSpPr>
            <a:spLocks noGrp="1"/>
          </p:cNvSpPr>
          <p:nvPr/>
        </p:nvSpPr>
        <p:spPr>
          <a:xfrm>
            <a:off x="5447586" y="491237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3" name="a_full_bar_902">
            <a:extLst>
              <a:ext uri="{FF2B5EF4-FFF2-40B4-BE49-F238E27FC236}">
                <a16:creationId xmlns:a16="http://schemas.microsoft.com/office/drawing/2014/main" id="{35269ADF-CDCD-4693-9806-62DF38D8F1AE}"/>
              </a:ext>
            </a:extLst>
          </p:cNvPr>
          <p:cNvSpPr>
            <a:spLocks noGrp="1"/>
          </p:cNvSpPr>
          <p:nvPr/>
        </p:nvSpPr>
        <p:spPr>
          <a:xfrm>
            <a:off x="5392642" y="38304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4" name="a_full_bar_903">
            <a:extLst>
              <a:ext uri="{FF2B5EF4-FFF2-40B4-BE49-F238E27FC236}">
                <a16:creationId xmlns:a16="http://schemas.microsoft.com/office/drawing/2014/main" id="{6186DBEE-6ECA-49CC-AA52-A945EB20B43E}"/>
              </a:ext>
            </a:extLst>
          </p:cNvPr>
          <p:cNvSpPr>
            <a:spLocks noGrp="1"/>
          </p:cNvSpPr>
          <p:nvPr/>
        </p:nvSpPr>
        <p:spPr>
          <a:xfrm>
            <a:off x="514914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5" name="a_full_bar_904">
            <a:extLst>
              <a:ext uri="{FF2B5EF4-FFF2-40B4-BE49-F238E27FC236}">
                <a16:creationId xmlns:a16="http://schemas.microsoft.com/office/drawing/2014/main" id="{4FC498DC-DBD9-4E0C-8830-554C986763FF}"/>
              </a:ext>
            </a:extLst>
          </p:cNvPr>
          <p:cNvSpPr>
            <a:spLocks noGrp="1"/>
          </p:cNvSpPr>
          <p:nvPr/>
        </p:nvSpPr>
        <p:spPr>
          <a:xfrm>
            <a:off x="531735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6" name="a_full_bar_905">
            <a:extLst>
              <a:ext uri="{FF2B5EF4-FFF2-40B4-BE49-F238E27FC236}">
                <a16:creationId xmlns:a16="http://schemas.microsoft.com/office/drawing/2014/main" id="{80C9A016-D2B7-4B60-B78F-091C7128F9C2}"/>
              </a:ext>
            </a:extLst>
          </p:cNvPr>
          <p:cNvSpPr>
            <a:spLocks noGrp="1"/>
          </p:cNvSpPr>
          <p:nvPr/>
        </p:nvSpPr>
        <p:spPr>
          <a:xfrm>
            <a:off x="5091139" y="39907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7" name="a_full_bar_906">
            <a:extLst>
              <a:ext uri="{FF2B5EF4-FFF2-40B4-BE49-F238E27FC236}">
                <a16:creationId xmlns:a16="http://schemas.microsoft.com/office/drawing/2014/main" id="{504D4D9E-EC65-470C-BB15-FE27E3BFA067}"/>
              </a:ext>
            </a:extLst>
          </p:cNvPr>
          <p:cNvSpPr>
            <a:spLocks noGrp="1"/>
          </p:cNvSpPr>
          <p:nvPr/>
        </p:nvSpPr>
        <p:spPr>
          <a:xfrm>
            <a:off x="521158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8" name="a_full_bar_907">
            <a:extLst>
              <a:ext uri="{FF2B5EF4-FFF2-40B4-BE49-F238E27FC236}">
                <a16:creationId xmlns:a16="http://schemas.microsoft.com/office/drawing/2014/main" id="{4323BD86-8E14-4892-A74A-4065B6B0C448}"/>
              </a:ext>
            </a:extLst>
          </p:cNvPr>
          <p:cNvSpPr>
            <a:spLocks noGrp="1"/>
          </p:cNvSpPr>
          <p:nvPr/>
        </p:nvSpPr>
        <p:spPr>
          <a:xfrm>
            <a:off x="5378111" y="298897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9" name="a_full_bar_908">
            <a:extLst>
              <a:ext uri="{FF2B5EF4-FFF2-40B4-BE49-F238E27FC236}">
                <a16:creationId xmlns:a16="http://schemas.microsoft.com/office/drawing/2014/main" id="{0769368D-745F-4322-94B3-13369D532072}"/>
              </a:ext>
            </a:extLst>
          </p:cNvPr>
          <p:cNvSpPr>
            <a:spLocks noGrp="1"/>
          </p:cNvSpPr>
          <p:nvPr/>
        </p:nvSpPr>
        <p:spPr>
          <a:xfrm>
            <a:off x="5080804" y="507613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0" name="a_full_bar_909">
            <a:extLst>
              <a:ext uri="{FF2B5EF4-FFF2-40B4-BE49-F238E27FC236}">
                <a16:creationId xmlns:a16="http://schemas.microsoft.com/office/drawing/2014/main" id="{A2567406-7273-4D41-82F8-4E0090D8ECD5}"/>
              </a:ext>
            </a:extLst>
          </p:cNvPr>
          <p:cNvSpPr>
            <a:spLocks noGrp="1"/>
          </p:cNvSpPr>
          <p:nvPr/>
        </p:nvSpPr>
        <p:spPr>
          <a:xfrm>
            <a:off x="5107112" y="445167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1" name="a_full_bar_910">
            <a:extLst>
              <a:ext uri="{FF2B5EF4-FFF2-40B4-BE49-F238E27FC236}">
                <a16:creationId xmlns:a16="http://schemas.microsoft.com/office/drawing/2014/main" id="{09B0D436-0172-4D97-B01E-827E406D7932}"/>
              </a:ext>
            </a:extLst>
          </p:cNvPr>
          <p:cNvSpPr>
            <a:spLocks noGrp="1"/>
          </p:cNvSpPr>
          <p:nvPr/>
        </p:nvSpPr>
        <p:spPr>
          <a:xfrm>
            <a:off x="540794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2" name="a_full_bar_911">
            <a:extLst>
              <a:ext uri="{FF2B5EF4-FFF2-40B4-BE49-F238E27FC236}">
                <a16:creationId xmlns:a16="http://schemas.microsoft.com/office/drawing/2014/main" id="{76EA80AF-3606-463E-9F9C-F525286E009E}"/>
              </a:ext>
            </a:extLst>
          </p:cNvPr>
          <p:cNvSpPr>
            <a:spLocks noGrp="1"/>
          </p:cNvSpPr>
          <p:nvPr/>
        </p:nvSpPr>
        <p:spPr>
          <a:xfrm>
            <a:off x="5439941" y="43320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3" name="a_full_bar_912">
            <a:extLst>
              <a:ext uri="{FF2B5EF4-FFF2-40B4-BE49-F238E27FC236}">
                <a16:creationId xmlns:a16="http://schemas.microsoft.com/office/drawing/2014/main" id="{9130E5C9-CACE-4BB5-B359-FEE1182DA5A0}"/>
              </a:ext>
            </a:extLst>
          </p:cNvPr>
          <p:cNvSpPr>
            <a:spLocks noGrp="1"/>
          </p:cNvSpPr>
          <p:nvPr/>
        </p:nvSpPr>
        <p:spPr>
          <a:xfrm>
            <a:off x="5151344" y="455173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4" name="a_full_bar_913">
            <a:extLst>
              <a:ext uri="{FF2B5EF4-FFF2-40B4-BE49-F238E27FC236}">
                <a16:creationId xmlns:a16="http://schemas.microsoft.com/office/drawing/2014/main" id="{E8F4DF2A-EB34-44FC-9510-14B5C30A415C}"/>
              </a:ext>
            </a:extLst>
          </p:cNvPr>
          <p:cNvSpPr>
            <a:spLocks noGrp="1"/>
          </p:cNvSpPr>
          <p:nvPr/>
        </p:nvSpPr>
        <p:spPr>
          <a:xfrm>
            <a:off x="537354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5" name="a_full_bar_914">
            <a:extLst>
              <a:ext uri="{FF2B5EF4-FFF2-40B4-BE49-F238E27FC236}">
                <a16:creationId xmlns:a16="http://schemas.microsoft.com/office/drawing/2014/main" id="{90BBB9D4-A454-43CD-B014-56F359CCCD3E}"/>
              </a:ext>
            </a:extLst>
          </p:cNvPr>
          <p:cNvSpPr>
            <a:spLocks noGrp="1"/>
          </p:cNvSpPr>
          <p:nvPr/>
        </p:nvSpPr>
        <p:spPr>
          <a:xfrm>
            <a:off x="5323915" y="522571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6" name="a_full_bar_915">
            <a:extLst>
              <a:ext uri="{FF2B5EF4-FFF2-40B4-BE49-F238E27FC236}">
                <a16:creationId xmlns:a16="http://schemas.microsoft.com/office/drawing/2014/main" id="{EFB7DF1C-2630-4D34-81B4-7FAA101D2C4E}"/>
              </a:ext>
            </a:extLst>
          </p:cNvPr>
          <p:cNvSpPr>
            <a:spLocks noGrp="1"/>
          </p:cNvSpPr>
          <p:nvPr/>
        </p:nvSpPr>
        <p:spPr>
          <a:xfrm>
            <a:off x="5407030" y="56937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7" name="a_full_bar_916">
            <a:extLst>
              <a:ext uri="{FF2B5EF4-FFF2-40B4-BE49-F238E27FC236}">
                <a16:creationId xmlns:a16="http://schemas.microsoft.com/office/drawing/2014/main" id="{0DEC5A03-43D4-4BE2-AD8F-D544D40BE3ED}"/>
              </a:ext>
            </a:extLst>
          </p:cNvPr>
          <p:cNvSpPr>
            <a:spLocks noGrp="1"/>
          </p:cNvSpPr>
          <p:nvPr/>
        </p:nvSpPr>
        <p:spPr>
          <a:xfrm>
            <a:off x="513723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8" name="a_full_bar_917">
            <a:extLst>
              <a:ext uri="{FF2B5EF4-FFF2-40B4-BE49-F238E27FC236}">
                <a16:creationId xmlns:a16="http://schemas.microsoft.com/office/drawing/2014/main" id="{4B32ECDD-9720-4F48-9AD1-8D0C70E91312}"/>
              </a:ext>
            </a:extLst>
          </p:cNvPr>
          <p:cNvSpPr>
            <a:spLocks noGrp="1"/>
          </p:cNvSpPr>
          <p:nvPr/>
        </p:nvSpPr>
        <p:spPr>
          <a:xfrm>
            <a:off x="5182295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9" name="a_full_bar_918">
            <a:extLst>
              <a:ext uri="{FF2B5EF4-FFF2-40B4-BE49-F238E27FC236}">
                <a16:creationId xmlns:a16="http://schemas.microsoft.com/office/drawing/2014/main" id="{93AD2558-9AD8-47A1-9A01-4E2D2E441660}"/>
              </a:ext>
            </a:extLst>
          </p:cNvPr>
          <p:cNvSpPr>
            <a:spLocks noGrp="1"/>
          </p:cNvSpPr>
          <p:nvPr/>
        </p:nvSpPr>
        <p:spPr>
          <a:xfrm>
            <a:off x="528606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0" name="a_full_bar_919">
            <a:extLst>
              <a:ext uri="{FF2B5EF4-FFF2-40B4-BE49-F238E27FC236}">
                <a16:creationId xmlns:a16="http://schemas.microsoft.com/office/drawing/2014/main" id="{13BB0097-2D83-464D-AB59-A1B139B735F1}"/>
              </a:ext>
            </a:extLst>
          </p:cNvPr>
          <p:cNvSpPr>
            <a:spLocks noGrp="1"/>
          </p:cNvSpPr>
          <p:nvPr/>
        </p:nvSpPr>
        <p:spPr>
          <a:xfrm>
            <a:off x="5192681" y="458632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1" name="a_full_bar_920">
            <a:extLst>
              <a:ext uri="{FF2B5EF4-FFF2-40B4-BE49-F238E27FC236}">
                <a16:creationId xmlns:a16="http://schemas.microsoft.com/office/drawing/2014/main" id="{E78B3BB4-A237-4BAB-B7DB-4B6EAEFA17F0}"/>
              </a:ext>
            </a:extLst>
          </p:cNvPr>
          <p:cNvSpPr>
            <a:spLocks noGrp="1"/>
          </p:cNvSpPr>
          <p:nvPr/>
        </p:nvSpPr>
        <p:spPr>
          <a:xfrm>
            <a:off x="532537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2" name="a_full_bar_921">
            <a:extLst>
              <a:ext uri="{FF2B5EF4-FFF2-40B4-BE49-F238E27FC236}">
                <a16:creationId xmlns:a16="http://schemas.microsoft.com/office/drawing/2014/main" id="{CD0F49FC-5674-47B8-87F2-E3E29561B484}"/>
              </a:ext>
            </a:extLst>
          </p:cNvPr>
          <p:cNvSpPr>
            <a:spLocks noGrp="1"/>
          </p:cNvSpPr>
          <p:nvPr/>
        </p:nvSpPr>
        <p:spPr>
          <a:xfrm>
            <a:off x="5313116" y="57366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3" name="a_full_bar_922">
            <a:extLst>
              <a:ext uri="{FF2B5EF4-FFF2-40B4-BE49-F238E27FC236}">
                <a16:creationId xmlns:a16="http://schemas.microsoft.com/office/drawing/2014/main" id="{EF024B72-D2D7-48A2-811E-DA0F4FF97163}"/>
              </a:ext>
            </a:extLst>
          </p:cNvPr>
          <p:cNvSpPr>
            <a:spLocks noGrp="1"/>
          </p:cNvSpPr>
          <p:nvPr/>
        </p:nvSpPr>
        <p:spPr>
          <a:xfrm>
            <a:off x="773938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4" name="a_full_bar_923">
            <a:extLst>
              <a:ext uri="{FF2B5EF4-FFF2-40B4-BE49-F238E27FC236}">
                <a16:creationId xmlns:a16="http://schemas.microsoft.com/office/drawing/2014/main" id="{313996C8-02CF-4B49-80FF-7A6903CB9BAF}"/>
              </a:ext>
            </a:extLst>
          </p:cNvPr>
          <p:cNvSpPr>
            <a:spLocks noGrp="1"/>
          </p:cNvSpPr>
          <p:nvPr/>
        </p:nvSpPr>
        <p:spPr>
          <a:xfrm>
            <a:off x="7857238" y="33453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5" name="a_full_bar_924">
            <a:extLst>
              <a:ext uri="{FF2B5EF4-FFF2-40B4-BE49-F238E27FC236}">
                <a16:creationId xmlns:a16="http://schemas.microsoft.com/office/drawing/2014/main" id="{D28850F9-7D08-4050-B078-ACBD6D70E880}"/>
              </a:ext>
            </a:extLst>
          </p:cNvPr>
          <p:cNvSpPr>
            <a:spLocks noGrp="1"/>
          </p:cNvSpPr>
          <p:nvPr/>
        </p:nvSpPr>
        <p:spPr>
          <a:xfrm>
            <a:off x="758804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6" name="a_full_bar_925">
            <a:extLst>
              <a:ext uri="{FF2B5EF4-FFF2-40B4-BE49-F238E27FC236}">
                <a16:creationId xmlns:a16="http://schemas.microsoft.com/office/drawing/2014/main" id="{58246302-E882-40FE-8509-0D22BD45838B}"/>
              </a:ext>
            </a:extLst>
          </p:cNvPr>
          <p:cNvSpPr>
            <a:spLocks noGrp="1"/>
          </p:cNvSpPr>
          <p:nvPr/>
        </p:nvSpPr>
        <p:spPr>
          <a:xfrm>
            <a:off x="7848495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7" name="a_full_bar_926">
            <a:extLst>
              <a:ext uri="{FF2B5EF4-FFF2-40B4-BE49-F238E27FC236}">
                <a16:creationId xmlns:a16="http://schemas.microsoft.com/office/drawing/2014/main" id="{DCEDFF4D-291A-45D3-9088-7BAD0FBE98A1}"/>
              </a:ext>
            </a:extLst>
          </p:cNvPr>
          <p:cNvSpPr>
            <a:spLocks noGrp="1"/>
          </p:cNvSpPr>
          <p:nvPr/>
        </p:nvSpPr>
        <p:spPr>
          <a:xfrm>
            <a:off x="7705669" y="39394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8" name="a_full_bar_927">
            <a:extLst>
              <a:ext uri="{FF2B5EF4-FFF2-40B4-BE49-F238E27FC236}">
                <a16:creationId xmlns:a16="http://schemas.microsoft.com/office/drawing/2014/main" id="{4064BFCC-9EB3-409B-A20E-2E65E575C097}"/>
              </a:ext>
            </a:extLst>
          </p:cNvPr>
          <p:cNvSpPr>
            <a:spLocks noGrp="1"/>
          </p:cNvSpPr>
          <p:nvPr/>
        </p:nvSpPr>
        <p:spPr>
          <a:xfrm>
            <a:off x="783715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9" name="a_full_bar_928">
            <a:extLst>
              <a:ext uri="{FF2B5EF4-FFF2-40B4-BE49-F238E27FC236}">
                <a16:creationId xmlns:a16="http://schemas.microsoft.com/office/drawing/2014/main" id="{791E298F-C216-4BC7-8D8A-99ADBB89EF95}"/>
              </a:ext>
            </a:extLst>
          </p:cNvPr>
          <p:cNvSpPr>
            <a:spLocks noGrp="1"/>
          </p:cNvSpPr>
          <p:nvPr/>
        </p:nvSpPr>
        <p:spPr>
          <a:xfrm>
            <a:off x="777042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0" name="a_full_bar_929">
            <a:extLst>
              <a:ext uri="{FF2B5EF4-FFF2-40B4-BE49-F238E27FC236}">
                <a16:creationId xmlns:a16="http://schemas.microsoft.com/office/drawing/2014/main" id="{08B8EA15-3C76-4808-9801-BCD248A341CD}"/>
              </a:ext>
            </a:extLst>
          </p:cNvPr>
          <p:cNvSpPr>
            <a:spLocks noGrp="1"/>
          </p:cNvSpPr>
          <p:nvPr/>
        </p:nvSpPr>
        <p:spPr>
          <a:xfrm>
            <a:off x="778814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1" name="a_full_bar_930">
            <a:extLst>
              <a:ext uri="{FF2B5EF4-FFF2-40B4-BE49-F238E27FC236}">
                <a16:creationId xmlns:a16="http://schemas.microsoft.com/office/drawing/2014/main" id="{F25B68C1-047D-4D86-AC18-1614AF0EA159}"/>
              </a:ext>
            </a:extLst>
          </p:cNvPr>
          <p:cNvSpPr>
            <a:spLocks noGrp="1"/>
          </p:cNvSpPr>
          <p:nvPr/>
        </p:nvSpPr>
        <p:spPr>
          <a:xfrm>
            <a:off x="7730730" y="593418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2" name="a_full_bar_931">
            <a:extLst>
              <a:ext uri="{FF2B5EF4-FFF2-40B4-BE49-F238E27FC236}">
                <a16:creationId xmlns:a16="http://schemas.microsoft.com/office/drawing/2014/main" id="{246DDBFF-F249-4122-9330-CD64D5223F34}"/>
              </a:ext>
            </a:extLst>
          </p:cNvPr>
          <p:cNvSpPr>
            <a:spLocks noGrp="1"/>
          </p:cNvSpPr>
          <p:nvPr/>
        </p:nvSpPr>
        <p:spPr>
          <a:xfrm>
            <a:off x="782845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3" name="a_full_bar_932">
            <a:extLst>
              <a:ext uri="{FF2B5EF4-FFF2-40B4-BE49-F238E27FC236}">
                <a16:creationId xmlns:a16="http://schemas.microsoft.com/office/drawing/2014/main" id="{82AEA296-5367-48A0-8C26-29F75DB514E8}"/>
              </a:ext>
            </a:extLst>
          </p:cNvPr>
          <p:cNvSpPr>
            <a:spLocks noGrp="1"/>
          </p:cNvSpPr>
          <p:nvPr/>
        </p:nvSpPr>
        <p:spPr>
          <a:xfrm>
            <a:off x="7851368" y="425644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4" name="a_full_bar_933">
            <a:extLst>
              <a:ext uri="{FF2B5EF4-FFF2-40B4-BE49-F238E27FC236}">
                <a16:creationId xmlns:a16="http://schemas.microsoft.com/office/drawing/2014/main" id="{2DA0BC2B-1EE6-4756-B57F-A83E9929D6B8}"/>
              </a:ext>
            </a:extLst>
          </p:cNvPr>
          <p:cNvSpPr>
            <a:spLocks noGrp="1"/>
          </p:cNvSpPr>
          <p:nvPr/>
        </p:nvSpPr>
        <p:spPr>
          <a:xfrm>
            <a:off x="7737746" y="38142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5" name="a_full_bar_934">
            <a:extLst>
              <a:ext uri="{FF2B5EF4-FFF2-40B4-BE49-F238E27FC236}">
                <a16:creationId xmlns:a16="http://schemas.microsoft.com/office/drawing/2014/main" id="{E4F87B6A-9A13-47FD-9B06-4A6A6881A392}"/>
              </a:ext>
            </a:extLst>
          </p:cNvPr>
          <p:cNvSpPr>
            <a:spLocks noGrp="1"/>
          </p:cNvSpPr>
          <p:nvPr/>
        </p:nvSpPr>
        <p:spPr>
          <a:xfrm>
            <a:off x="7871282" y="434409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6" name="a_full_bar_935">
            <a:extLst>
              <a:ext uri="{FF2B5EF4-FFF2-40B4-BE49-F238E27FC236}">
                <a16:creationId xmlns:a16="http://schemas.microsoft.com/office/drawing/2014/main" id="{450438F2-673C-4281-B044-C37D2D6B9742}"/>
              </a:ext>
            </a:extLst>
          </p:cNvPr>
          <p:cNvSpPr>
            <a:spLocks noGrp="1"/>
          </p:cNvSpPr>
          <p:nvPr/>
        </p:nvSpPr>
        <p:spPr>
          <a:xfrm>
            <a:off x="7579804" y="37403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7" name="a_full_bar_936">
            <a:extLst>
              <a:ext uri="{FF2B5EF4-FFF2-40B4-BE49-F238E27FC236}">
                <a16:creationId xmlns:a16="http://schemas.microsoft.com/office/drawing/2014/main" id="{83DA139C-170A-41AC-86F4-E929C0103AB7}"/>
              </a:ext>
            </a:extLst>
          </p:cNvPr>
          <p:cNvSpPr>
            <a:spLocks noGrp="1"/>
          </p:cNvSpPr>
          <p:nvPr/>
        </p:nvSpPr>
        <p:spPr>
          <a:xfrm>
            <a:off x="7770973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8" name="a_full_bar_937">
            <a:extLst>
              <a:ext uri="{FF2B5EF4-FFF2-40B4-BE49-F238E27FC236}">
                <a16:creationId xmlns:a16="http://schemas.microsoft.com/office/drawing/2014/main" id="{1D957183-D75A-4131-A40E-36ECF007F4A4}"/>
              </a:ext>
            </a:extLst>
          </p:cNvPr>
          <p:cNvSpPr>
            <a:spLocks noGrp="1"/>
          </p:cNvSpPr>
          <p:nvPr/>
        </p:nvSpPr>
        <p:spPr>
          <a:xfrm>
            <a:off x="773068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9" name="a_full_bar_938">
            <a:extLst>
              <a:ext uri="{FF2B5EF4-FFF2-40B4-BE49-F238E27FC236}">
                <a16:creationId xmlns:a16="http://schemas.microsoft.com/office/drawing/2014/main" id="{9FA8E6C1-EFE9-4407-B34D-03A83FE449D5}"/>
              </a:ext>
            </a:extLst>
          </p:cNvPr>
          <p:cNvSpPr>
            <a:spLocks noGrp="1"/>
          </p:cNvSpPr>
          <p:nvPr/>
        </p:nvSpPr>
        <p:spPr>
          <a:xfrm>
            <a:off x="7670324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0" name="a_full_bar_939">
            <a:extLst>
              <a:ext uri="{FF2B5EF4-FFF2-40B4-BE49-F238E27FC236}">
                <a16:creationId xmlns:a16="http://schemas.microsoft.com/office/drawing/2014/main" id="{1B4CB86C-1509-42A3-BDAF-588AD72B7BAA}"/>
              </a:ext>
            </a:extLst>
          </p:cNvPr>
          <p:cNvSpPr>
            <a:spLocks noGrp="1"/>
          </p:cNvSpPr>
          <p:nvPr/>
        </p:nvSpPr>
        <p:spPr>
          <a:xfrm>
            <a:off x="774498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1" name="a_full_bar_940">
            <a:extLst>
              <a:ext uri="{FF2B5EF4-FFF2-40B4-BE49-F238E27FC236}">
                <a16:creationId xmlns:a16="http://schemas.microsoft.com/office/drawing/2014/main" id="{20E1018A-A632-4C87-97B4-5B092806DDF7}"/>
              </a:ext>
            </a:extLst>
          </p:cNvPr>
          <p:cNvSpPr>
            <a:spLocks noGrp="1"/>
          </p:cNvSpPr>
          <p:nvPr/>
        </p:nvSpPr>
        <p:spPr>
          <a:xfrm>
            <a:off x="7592656" y="253792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2" name="a_full_bar_941">
            <a:extLst>
              <a:ext uri="{FF2B5EF4-FFF2-40B4-BE49-F238E27FC236}">
                <a16:creationId xmlns:a16="http://schemas.microsoft.com/office/drawing/2014/main" id="{B9DB3D54-CA37-4F43-8677-A86F64D35E65}"/>
              </a:ext>
            </a:extLst>
          </p:cNvPr>
          <p:cNvSpPr>
            <a:spLocks noGrp="1"/>
          </p:cNvSpPr>
          <p:nvPr/>
        </p:nvSpPr>
        <p:spPr>
          <a:xfrm>
            <a:off x="7853372" y="39055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3" name="a_full_bar_942">
            <a:extLst>
              <a:ext uri="{FF2B5EF4-FFF2-40B4-BE49-F238E27FC236}">
                <a16:creationId xmlns:a16="http://schemas.microsoft.com/office/drawing/2014/main" id="{43B8F90E-02DD-4EBE-AC2D-4FB452F28021}"/>
              </a:ext>
            </a:extLst>
          </p:cNvPr>
          <p:cNvSpPr>
            <a:spLocks noGrp="1"/>
          </p:cNvSpPr>
          <p:nvPr/>
        </p:nvSpPr>
        <p:spPr>
          <a:xfrm>
            <a:off x="7847403" y="540435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4" name="a_full_bar_943">
            <a:extLst>
              <a:ext uri="{FF2B5EF4-FFF2-40B4-BE49-F238E27FC236}">
                <a16:creationId xmlns:a16="http://schemas.microsoft.com/office/drawing/2014/main" id="{02E97F77-B2A9-4B43-B840-AFFFBBFF00FB}"/>
              </a:ext>
            </a:extLst>
          </p:cNvPr>
          <p:cNvSpPr>
            <a:spLocks noGrp="1"/>
          </p:cNvSpPr>
          <p:nvPr/>
        </p:nvSpPr>
        <p:spPr>
          <a:xfrm>
            <a:off x="756686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5" name="a_full_bar_944">
            <a:extLst>
              <a:ext uri="{FF2B5EF4-FFF2-40B4-BE49-F238E27FC236}">
                <a16:creationId xmlns:a16="http://schemas.microsoft.com/office/drawing/2014/main" id="{7C3604EB-9202-402E-B6DB-080612DC6881}"/>
              </a:ext>
            </a:extLst>
          </p:cNvPr>
          <p:cNvSpPr>
            <a:spLocks noGrp="1"/>
          </p:cNvSpPr>
          <p:nvPr/>
        </p:nvSpPr>
        <p:spPr>
          <a:xfrm>
            <a:off x="7896469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6" name="a_full_bar_945">
            <a:extLst>
              <a:ext uri="{FF2B5EF4-FFF2-40B4-BE49-F238E27FC236}">
                <a16:creationId xmlns:a16="http://schemas.microsoft.com/office/drawing/2014/main" id="{D533FBA7-3D54-4B46-8285-48765E3B4BB8}"/>
              </a:ext>
            </a:extLst>
          </p:cNvPr>
          <p:cNvSpPr>
            <a:spLocks noGrp="1"/>
          </p:cNvSpPr>
          <p:nvPr/>
        </p:nvSpPr>
        <p:spPr>
          <a:xfrm>
            <a:off x="7853753" y="37403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7" name="a_full_bar_946">
            <a:extLst>
              <a:ext uri="{FF2B5EF4-FFF2-40B4-BE49-F238E27FC236}">
                <a16:creationId xmlns:a16="http://schemas.microsoft.com/office/drawing/2014/main" id="{DD401FEC-F58A-491D-B715-0D7999C15C77}"/>
              </a:ext>
            </a:extLst>
          </p:cNvPr>
          <p:cNvSpPr>
            <a:spLocks noGrp="1"/>
          </p:cNvSpPr>
          <p:nvPr/>
        </p:nvSpPr>
        <p:spPr>
          <a:xfrm>
            <a:off x="7871639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8" name="a_full_bar_947">
            <a:extLst>
              <a:ext uri="{FF2B5EF4-FFF2-40B4-BE49-F238E27FC236}">
                <a16:creationId xmlns:a16="http://schemas.microsoft.com/office/drawing/2014/main" id="{FEFD4656-BCD2-487E-AB0F-792280558629}"/>
              </a:ext>
            </a:extLst>
          </p:cNvPr>
          <p:cNvSpPr>
            <a:spLocks noGrp="1"/>
          </p:cNvSpPr>
          <p:nvPr/>
        </p:nvSpPr>
        <p:spPr>
          <a:xfrm>
            <a:off x="756350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9" name="a_full_bar_948">
            <a:extLst>
              <a:ext uri="{FF2B5EF4-FFF2-40B4-BE49-F238E27FC236}">
                <a16:creationId xmlns:a16="http://schemas.microsoft.com/office/drawing/2014/main" id="{53C5EFFB-0ADC-4F42-A358-D13934C27AFB}"/>
              </a:ext>
            </a:extLst>
          </p:cNvPr>
          <p:cNvSpPr>
            <a:spLocks noGrp="1"/>
          </p:cNvSpPr>
          <p:nvPr/>
        </p:nvSpPr>
        <p:spPr>
          <a:xfrm>
            <a:off x="7640030" y="587408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0" name="a_full_bar_949">
            <a:extLst>
              <a:ext uri="{FF2B5EF4-FFF2-40B4-BE49-F238E27FC236}">
                <a16:creationId xmlns:a16="http://schemas.microsoft.com/office/drawing/2014/main" id="{EFE9B22C-8F04-4F12-95EA-D175E4379055}"/>
              </a:ext>
            </a:extLst>
          </p:cNvPr>
          <p:cNvSpPr>
            <a:spLocks noGrp="1"/>
          </p:cNvSpPr>
          <p:nvPr/>
        </p:nvSpPr>
        <p:spPr>
          <a:xfrm>
            <a:off x="7613244" y="52368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1" name="a_full_bar_950">
            <a:extLst>
              <a:ext uri="{FF2B5EF4-FFF2-40B4-BE49-F238E27FC236}">
                <a16:creationId xmlns:a16="http://schemas.microsoft.com/office/drawing/2014/main" id="{C64F4AA0-6EFB-47B0-9AD0-0AF28E7B3EDA}"/>
              </a:ext>
            </a:extLst>
          </p:cNvPr>
          <p:cNvSpPr>
            <a:spLocks noGrp="1"/>
          </p:cNvSpPr>
          <p:nvPr/>
        </p:nvSpPr>
        <p:spPr>
          <a:xfrm>
            <a:off x="7569022" y="58060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2" name="a_full_bar_951">
            <a:extLst>
              <a:ext uri="{FF2B5EF4-FFF2-40B4-BE49-F238E27FC236}">
                <a16:creationId xmlns:a16="http://schemas.microsoft.com/office/drawing/2014/main" id="{8034B136-56B7-4FD9-A18A-19C6E8FDC28C}"/>
              </a:ext>
            </a:extLst>
          </p:cNvPr>
          <p:cNvSpPr>
            <a:spLocks noGrp="1"/>
          </p:cNvSpPr>
          <p:nvPr/>
        </p:nvSpPr>
        <p:spPr>
          <a:xfrm>
            <a:off x="761848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3" name="a_full_bar_952">
            <a:extLst>
              <a:ext uri="{FF2B5EF4-FFF2-40B4-BE49-F238E27FC236}">
                <a16:creationId xmlns:a16="http://schemas.microsoft.com/office/drawing/2014/main" id="{59386BAE-69CA-4993-B484-074268CD79B6}"/>
              </a:ext>
            </a:extLst>
          </p:cNvPr>
          <p:cNvSpPr>
            <a:spLocks noGrp="1"/>
          </p:cNvSpPr>
          <p:nvPr/>
        </p:nvSpPr>
        <p:spPr>
          <a:xfrm>
            <a:off x="770567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4" name="a_full_bar_953">
            <a:extLst>
              <a:ext uri="{FF2B5EF4-FFF2-40B4-BE49-F238E27FC236}">
                <a16:creationId xmlns:a16="http://schemas.microsoft.com/office/drawing/2014/main" id="{B8120F7D-ACF1-44CA-9E13-F4035A47BD51}"/>
              </a:ext>
            </a:extLst>
          </p:cNvPr>
          <p:cNvSpPr>
            <a:spLocks noGrp="1"/>
          </p:cNvSpPr>
          <p:nvPr/>
        </p:nvSpPr>
        <p:spPr>
          <a:xfrm>
            <a:off x="7864240" y="534358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5" name="a_full_bar_954">
            <a:extLst>
              <a:ext uri="{FF2B5EF4-FFF2-40B4-BE49-F238E27FC236}">
                <a16:creationId xmlns:a16="http://schemas.microsoft.com/office/drawing/2014/main" id="{CC79CAD7-5324-46FC-9328-3F2B0824EFCC}"/>
              </a:ext>
            </a:extLst>
          </p:cNvPr>
          <p:cNvSpPr>
            <a:spLocks noGrp="1"/>
          </p:cNvSpPr>
          <p:nvPr/>
        </p:nvSpPr>
        <p:spPr>
          <a:xfrm>
            <a:off x="762459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6" name="a_full_bar_955">
            <a:extLst>
              <a:ext uri="{FF2B5EF4-FFF2-40B4-BE49-F238E27FC236}">
                <a16:creationId xmlns:a16="http://schemas.microsoft.com/office/drawing/2014/main" id="{FDA3267B-6305-4BC1-AC7D-14595748B5AB}"/>
              </a:ext>
            </a:extLst>
          </p:cNvPr>
          <p:cNvSpPr>
            <a:spLocks noGrp="1"/>
          </p:cNvSpPr>
          <p:nvPr/>
        </p:nvSpPr>
        <p:spPr>
          <a:xfrm>
            <a:off x="7816934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7" name="a_full_bar_956">
            <a:extLst>
              <a:ext uri="{FF2B5EF4-FFF2-40B4-BE49-F238E27FC236}">
                <a16:creationId xmlns:a16="http://schemas.microsoft.com/office/drawing/2014/main" id="{C50E4A06-9EAA-4A72-8225-8102E4E7D8B2}"/>
              </a:ext>
            </a:extLst>
          </p:cNvPr>
          <p:cNvSpPr>
            <a:spLocks noGrp="1"/>
          </p:cNvSpPr>
          <p:nvPr/>
        </p:nvSpPr>
        <p:spPr>
          <a:xfrm>
            <a:off x="7761361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8" name="a_full_bar_957">
            <a:extLst>
              <a:ext uri="{FF2B5EF4-FFF2-40B4-BE49-F238E27FC236}">
                <a16:creationId xmlns:a16="http://schemas.microsoft.com/office/drawing/2014/main" id="{90DF18C0-1E21-4C8A-9FE5-8041711CD14A}"/>
              </a:ext>
            </a:extLst>
          </p:cNvPr>
          <p:cNvSpPr>
            <a:spLocks noGrp="1"/>
          </p:cNvSpPr>
          <p:nvPr/>
        </p:nvSpPr>
        <p:spPr>
          <a:xfrm>
            <a:off x="758475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9" name="a_full_bar_958">
            <a:extLst>
              <a:ext uri="{FF2B5EF4-FFF2-40B4-BE49-F238E27FC236}">
                <a16:creationId xmlns:a16="http://schemas.microsoft.com/office/drawing/2014/main" id="{829AB766-0510-48A6-A412-EC633072F402}"/>
              </a:ext>
            </a:extLst>
          </p:cNvPr>
          <p:cNvSpPr>
            <a:spLocks noGrp="1"/>
          </p:cNvSpPr>
          <p:nvPr/>
        </p:nvSpPr>
        <p:spPr>
          <a:xfrm>
            <a:off x="774333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0" name="a_full_bar_959">
            <a:extLst>
              <a:ext uri="{FF2B5EF4-FFF2-40B4-BE49-F238E27FC236}">
                <a16:creationId xmlns:a16="http://schemas.microsoft.com/office/drawing/2014/main" id="{A45D2B2A-13B1-481E-91B3-113638C603BB}"/>
              </a:ext>
            </a:extLst>
          </p:cNvPr>
          <p:cNvSpPr>
            <a:spLocks noGrp="1"/>
          </p:cNvSpPr>
          <p:nvPr/>
        </p:nvSpPr>
        <p:spPr>
          <a:xfrm>
            <a:off x="767709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1" name="a_full_bar_960">
            <a:extLst>
              <a:ext uri="{FF2B5EF4-FFF2-40B4-BE49-F238E27FC236}">
                <a16:creationId xmlns:a16="http://schemas.microsoft.com/office/drawing/2014/main" id="{DC6E164F-7EC3-4C66-B814-51F65209D8B6}"/>
              </a:ext>
            </a:extLst>
          </p:cNvPr>
          <p:cNvSpPr>
            <a:spLocks noGrp="1"/>
          </p:cNvSpPr>
          <p:nvPr/>
        </p:nvSpPr>
        <p:spPr>
          <a:xfrm>
            <a:off x="771202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2" name="a_full_bar_961">
            <a:extLst>
              <a:ext uri="{FF2B5EF4-FFF2-40B4-BE49-F238E27FC236}">
                <a16:creationId xmlns:a16="http://schemas.microsoft.com/office/drawing/2014/main" id="{BF5CC4B7-64AB-43FD-AE1F-9E286FA10A0A}"/>
              </a:ext>
            </a:extLst>
          </p:cNvPr>
          <p:cNvSpPr>
            <a:spLocks noGrp="1"/>
          </p:cNvSpPr>
          <p:nvPr/>
        </p:nvSpPr>
        <p:spPr>
          <a:xfrm>
            <a:off x="7636003" y="283870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3" name="a_full_bar_962">
            <a:extLst>
              <a:ext uri="{FF2B5EF4-FFF2-40B4-BE49-F238E27FC236}">
                <a16:creationId xmlns:a16="http://schemas.microsoft.com/office/drawing/2014/main" id="{77889386-5C96-41BA-9F76-65D052F83671}"/>
              </a:ext>
            </a:extLst>
          </p:cNvPr>
          <p:cNvSpPr>
            <a:spLocks noGrp="1"/>
          </p:cNvSpPr>
          <p:nvPr/>
        </p:nvSpPr>
        <p:spPr>
          <a:xfrm>
            <a:off x="7861083" y="55935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4" name="a_full_bar_963">
            <a:extLst>
              <a:ext uri="{FF2B5EF4-FFF2-40B4-BE49-F238E27FC236}">
                <a16:creationId xmlns:a16="http://schemas.microsoft.com/office/drawing/2014/main" id="{579D4CA8-229E-4F25-BE33-A625609E42E8}"/>
              </a:ext>
            </a:extLst>
          </p:cNvPr>
          <p:cNvSpPr>
            <a:spLocks noGrp="1"/>
          </p:cNvSpPr>
          <p:nvPr/>
        </p:nvSpPr>
        <p:spPr>
          <a:xfrm>
            <a:off x="7684539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5" name="a_full_bar_964">
            <a:extLst>
              <a:ext uri="{FF2B5EF4-FFF2-40B4-BE49-F238E27FC236}">
                <a16:creationId xmlns:a16="http://schemas.microsoft.com/office/drawing/2014/main" id="{4E661917-5167-4649-B60A-E6F9A98D9AF4}"/>
              </a:ext>
            </a:extLst>
          </p:cNvPr>
          <p:cNvSpPr>
            <a:spLocks noGrp="1"/>
          </p:cNvSpPr>
          <p:nvPr/>
        </p:nvSpPr>
        <p:spPr>
          <a:xfrm>
            <a:off x="757201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6" name="a_full_bar_965">
            <a:extLst>
              <a:ext uri="{FF2B5EF4-FFF2-40B4-BE49-F238E27FC236}">
                <a16:creationId xmlns:a16="http://schemas.microsoft.com/office/drawing/2014/main" id="{75AC0D59-B805-4317-B95C-74CAFB9914C1}"/>
              </a:ext>
            </a:extLst>
          </p:cNvPr>
          <p:cNvSpPr>
            <a:spLocks noGrp="1"/>
          </p:cNvSpPr>
          <p:nvPr/>
        </p:nvSpPr>
        <p:spPr>
          <a:xfrm>
            <a:off x="7664285" y="317277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7" name="a_full_bar_966">
            <a:extLst>
              <a:ext uri="{FF2B5EF4-FFF2-40B4-BE49-F238E27FC236}">
                <a16:creationId xmlns:a16="http://schemas.microsoft.com/office/drawing/2014/main" id="{125D9A9E-1503-43E4-8A01-AA31C6D0B550}"/>
              </a:ext>
            </a:extLst>
          </p:cNvPr>
          <p:cNvSpPr>
            <a:spLocks noGrp="1"/>
          </p:cNvSpPr>
          <p:nvPr/>
        </p:nvSpPr>
        <p:spPr>
          <a:xfrm>
            <a:off x="766521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8" name="a_full_bar_967">
            <a:extLst>
              <a:ext uri="{FF2B5EF4-FFF2-40B4-BE49-F238E27FC236}">
                <a16:creationId xmlns:a16="http://schemas.microsoft.com/office/drawing/2014/main" id="{7FB59686-832E-438D-9D6E-3E4069C0C53D}"/>
              </a:ext>
            </a:extLst>
          </p:cNvPr>
          <p:cNvSpPr>
            <a:spLocks noGrp="1"/>
          </p:cNvSpPr>
          <p:nvPr/>
        </p:nvSpPr>
        <p:spPr>
          <a:xfrm>
            <a:off x="759464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9" name="a_full_bar_968">
            <a:extLst>
              <a:ext uri="{FF2B5EF4-FFF2-40B4-BE49-F238E27FC236}">
                <a16:creationId xmlns:a16="http://schemas.microsoft.com/office/drawing/2014/main" id="{ABB483B5-2263-4765-A4D0-8F14EB075DF7}"/>
              </a:ext>
            </a:extLst>
          </p:cNvPr>
          <p:cNvSpPr>
            <a:spLocks noGrp="1"/>
          </p:cNvSpPr>
          <p:nvPr/>
        </p:nvSpPr>
        <p:spPr>
          <a:xfrm>
            <a:off x="7895784" y="526755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0" name="a_full_bar_969">
            <a:extLst>
              <a:ext uri="{FF2B5EF4-FFF2-40B4-BE49-F238E27FC236}">
                <a16:creationId xmlns:a16="http://schemas.microsoft.com/office/drawing/2014/main" id="{0202BF61-A2E6-463A-AF6B-D3D3B92AFA24}"/>
              </a:ext>
            </a:extLst>
          </p:cNvPr>
          <p:cNvSpPr>
            <a:spLocks noGrp="1"/>
          </p:cNvSpPr>
          <p:nvPr/>
        </p:nvSpPr>
        <p:spPr>
          <a:xfrm>
            <a:off x="7758285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1" name="a_full_bar_970">
            <a:extLst>
              <a:ext uri="{FF2B5EF4-FFF2-40B4-BE49-F238E27FC236}">
                <a16:creationId xmlns:a16="http://schemas.microsoft.com/office/drawing/2014/main" id="{12C17CC6-35E1-41E3-9F89-400E052369ED}"/>
              </a:ext>
            </a:extLst>
          </p:cNvPr>
          <p:cNvSpPr>
            <a:spLocks noGrp="1"/>
          </p:cNvSpPr>
          <p:nvPr/>
        </p:nvSpPr>
        <p:spPr>
          <a:xfrm>
            <a:off x="7554907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2" name="a_full_bar_971">
            <a:extLst>
              <a:ext uri="{FF2B5EF4-FFF2-40B4-BE49-F238E27FC236}">
                <a16:creationId xmlns:a16="http://schemas.microsoft.com/office/drawing/2014/main" id="{9E2B05AC-B8EA-406E-8486-9D7A757A7EF3}"/>
              </a:ext>
            </a:extLst>
          </p:cNvPr>
          <p:cNvSpPr>
            <a:spLocks noGrp="1"/>
          </p:cNvSpPr>
          <p:nvPr/>
        </p:nvSpPr>
        <p:spPr>
          <a:xfrm>
            <a:off x="7906755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3" name="a_full_bar_972">
            <a:extLst>
              <a:ext uri="{FF2B5EF4-FFF2-40B4-BE49-F238E27FC236}">
                <a16:creationId xmlns:a16="http://schemas.microsoft.com/office/drawing/2014/main" id="{ADD1675D-CC02-456D-B8AB-6E89B374766C}"/>
              </a:ext>
            </a:extLst>
          </p:cNvPr>
          <p:cNvSpPr>
            <a:spLocks noGrp="1"/>
          </p:cNvSpPr>
          <p:nvPr/>
        </p:nvSpPr>
        <p:spPr>
          <a:xfrm>
            <a:off x="754383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4" name="a_full_bar_973">
            <a:extLst>
              <a:ext uri="{FF2B5EF4-FFF2-40B4-BE49-F238E27FC236}">
                <a16:creationId xmlns:a16="http://schemas.microsoft.com/office/drawing/2014/main" id="{9A620CFE-080F-48FE-A3DE-A52690DEABA7}"/>
              </a:ext>
            </a:extLst>
          </p:cNvPr>
          <p:cNvSpPr>
            <a:spLocks noGrp="1"/>
          </p:cNvSpPr>
          <p:nvPr/>
        </p:nvSpPr>
        <p:spPr>
          <a:xfrm>
            <a:off x="783948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5" name="a_full_bar_974">
            <a:extLst>
              <a:ext uri="{FF2B5EF4-FFF2-40B4-BE49-F238E27FC236}">
                <a16:creationId xmlns:a16="http://schemas.microsoft.com/office/drawing/2014/main" id="{F0E4187B-6C65-4F70-8C62-E4537E6F0E74}"/>
              </a:ext>
            </a:extLst>
          </p:cNvPr>
          <p:cNvSpPr>
            <a:spLocks noGrp="1"/>
          </p:cNvSpPr>
          <p:nvPr/>
        </p:nvSpPr>
        <p:spPr>
          <a:xfrm>
            <a:off x="7634780" y="395601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6" name="a_full_bar_975">
            <a:extLst>
              <a:ext uri="{FF2B5EF4-FFF2-40B4-BE49-F238E27FC236}">
                <a16:creationId xmlns:a16="http://schemas.microsoft.com/office/drawing/2014/main" id="{97F98049-C9E7-4116-89EE-7C3E31561A00}"/>
              </a:ext>
            </a:extLst>
          </p:cNvPr>
          <p:cNvSpPr>
            <a:spLocks noGrp="1"/>
          </p:cNvSpPr>
          <p:nvPr/>
        </p:nvSpPr>
        <p:spPr>
          <a:xfrm>
            <a:off x="7636493" y="53349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7" name="a_full_bar_976">
            <a:extLst>
              <a:ext uri="{FF2B5EF4-FFF2-40B4-BE49-F238E27FC236}">
                <a16:creationId xmlns:a16="http://schemas.microsoft.com/office/drawing/2014/main" id="{2F4DA157-A462-42FD-80FF-C0E1B94F1EA5}"/>
              </a:ext>
            </a:extLst>
          </p:cNvPr>
          <p:cNvSpPr>
            <a:spLocks noGrp="1"/>
          </p:cNvSpPr>
          <p:nvPr/>
        </p:nvSpPr>
        <p:spPr>
          <a:xfrm>
            <a:off x="7852748" y="37872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8" name="a_full_bar_977">
            <a:extLst>
              <a:ext uri="{FF2B5EF4-FFF2-40B4-BE49-F238E27FC236}">
                <a16:creationId xmlns:a16="http://schemas.microsoft.com/office/drawing/2014/main" id="{8A8A29EB-4CC6-4F70-AED6-1884BCFA3076}"/>
              </a:ext>
            </a:extLst>
          </p:cNvPr>
          <p:cNvSpPr>
            <a:spLocks noGrp="1"/>
          </p:cNvSpPr>
          <p:nvPr/>
        </p:nvSpPr>
        <p:spPr>
          <a:xfrm>
            <a:off x="7587094" y="572238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9" name="a_full_bar_978">
            <a:extLst>
              <a:ext uri="{FF2B5EF4-FFF2-40B4-BE49-F238E27FC236}">
                <a16:creationId xmlns:a16="http://schemas.microsoft.com/office/drawing/2014/main" id="{D1F705F8-C286-4FFB-9145-0A812B0AF614}"/>
              </a:ext>
            </a:extLst>
          </p:cNvPr>
          <p:cNvSpPr>
            <a:spLocks noGrp="1"/>
          </p:cNvSpPr>
          <p:nvPr/>
        </p:nvSpPr>
        <p:spPr>
          <a:xfrm>
            <a:off x="7824346" y="57366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0" name="a_full_bar_979">
            <a:extLst>
              <a:ext uri="{FF2B5EF4-FFF2-40B4-BE49-F238E27FC236}">
                <a16:creationId xmlns:a16="http://schemas.microsoft.com/office/drawing/2014/main" id="{92F4CFD4-2DBE-4310-BF58-7E4A416FA8CA}"/>
              </a:ext>
            </a:extLst>
          </p:cNvPr>
          <p:cNvSpPr>
            <a:spLocks noGrp="1"/>
          </p:cNvSpPr>
          <p:nvPr/>
        </p:nvSpPr>
        <p:spPr>
          <a:xfrm>
            <a:off x="782051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1" name="a_full_bar_980">
            <a:extLst>
              <a:ext uri="{FF2B5EF4-FFF2-40B4-BE49-F238E27FC236}">
                <a16:creationId xmlns:a16="http://schemas.microsoft.com/office/drawing/2014/main" id="{E3D87DFC-090C-4AE4-9103-6339EBCE82EE}"/>
              </a:ext>
            </a:extLst>
          </p:cNvPr>
          <p:cNvSpPr>
            <a:spLocks noGrp="1"/>
          </p:cNvSpPr>
          <p:nvPr/>
        </p:nvSpPr>
        <p:spPr>
          <a:xfrm>
            <a:off x="7832430" y="59424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2" name="a_full_bar_981">
            <a:extLst>
              <a:ext uri="{FF2B5EF4-FFF2-40B4-BE49-F238E27FC236}">
                <a16:creationId xmlns:a16="http://schemas.microsoft.com/office/drawing/2014/main" id="{34250232-CF49-4318-874E-F32674A93056}"/>
              </a:ext>
            </a:extLst>
          </p:cNvPr>
          <p:cNvSpPr>
            <a:spLocks noGrp="1"/>
          </p:cNvSpPr>
          <p:nvPr/>
        </p:nvSpPr>
        <p:spPr>
          <a:xfrm>
            <a:off x="7560404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3" name="a_full_bar_982">
            <a:extLst>
              <a:ext uri="{FF2B5EF4-FFF2-40B4-BE49-F238E27FC236}">
                <a16:creationId xmlns:a16="http://schemas.microsoft.com/office/drawing/2014/main" id="{34344BF0-EF4D-4389-A874-7C1551AC03AF}"/>
              </a:ext>
            </a:extLst>
          </p:cNvPr>
          <p:cNvSpPr>
            <a:spLocks noGrp="1"/>
          </p:cNvSpPr>
          <p:nvPr/>
        </p:nvSpPr>
        <p:spPr>
          <a:xfrm>
            <a:off x="7623407" y="49424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4" name="a_full_bar_983">
            <a:extLst>
              <a:ext uri="{FF2B5EF4-FFF2-40B4-BE49-F238E27FC236}">
                <a16:creationId xmlns:a16="http://schemas.microsoft.com/office/drawing/2014/main" id="{1D344E74-6EBA-4A4D-827C-D6D35F2AE219}"/>
              </a:ext>
            </a:extLst>
          </p:cNvPr>
          <p:cNvSpPr>
            <a:spLocks noGrp="1"/>
          </p:cNvSpPr>
          <p:nvPr/>
        </p:nvSpPr>
        <p:spPr>
          <a:xfrm>
            <a:off x="767734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5" name="a_full_bar_984">
            <a:extLst>
              <a:ext uri="{FF2B5EF4-FFF2-40B4-BE49-F238E27FC236}">
                <a16:creationId xmlns:a16="http://schemas.microsoft.com/office/drawing/2014/main" id="{F611666A-C156-43F2-86E0-068997A61C81}"/>
              </a:ext>
            </a:extLst>
          </p:cNvPr>
          <p:cNvSpPr>
            <a:spLocks noGrp="1"/>
          </p:cNvSpPr>
          <p:nvPr/>
        </p:nvSpPr>
        <p:spPr>
          <a:xfrm>
            <a:off x="785485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6" name="a_full_bar_985">
            <a:extLst>
              <a:ext uri="{FF2B5EF4-FFF2-40B4-BE49-F238E27FC236}">
                <a16:creationId xmlns:a16="http://schemas.microsoft.com/office/drawing/2014/main" id="{5034424C-6823-4064-8784-C2A7C4FC11FB}"/>
              </a:ext>
            </a:extLst>
          </p:cNvPr>
          <p:cNvSpPr>
            <a:spLocks noGrp="1"/>
          </p:cNvSpPr>
          <p:nvPr/>
        </p:nvSpPr>
        <p:spPr>
          <a:xfrm>
            <a:off x="780831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7" name="a_full_bar_986">
            <a:extLst>
              <a:ext uri="{FF2B5EF4-FFF2-40B4-BE49-F238E27FC236}">
                <a16:creationId xmlns:a16="http://schemas.microsoft.com/office/drawing/2014/main" id="{BC62D396-4048-4DCF-A19D-10F0B90A5816}"/>
              </a:ext>
            </a:extLst>
          </p:cNvPr>
          <p:cNvSpPr>
            <a:spLocks noGrp="1"/>
          </p:cNvSpPr>
          <p:nvPr/>
        </p:nvSpPr>
        <p:spPr>
          <a:xfrm>
            <a:off x="774716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8" name="a_full_bar_987">
            <a:extLst>
              <a:ext uri="{FF2B5EF4-FFF2-40B4-BE49-F238E27FC236}">
                <a16:creationId xmlns:a16="http://schemas.microsoft.com/office/drawing/2014/main" id="{5F54A793-22C3-4E57-97BB-FA9A69F39F9F}"/>
              </a:ext>
            </a:extLst>
          </p:cNvPr>
          <p:cNvSpPr>
            <a:spLocks noGrp="1"/>
          </p:cNvSpPr>
          <p:nvPr/>
        </p:nvSpPr>
        <p:spPr>
          <a:xfrm>
            <a:off x="7886378" y="46347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9" name="a_full_bar_988">
            <a:extLst>
              <a:ext uri="{FF2B5EF4-FFF2-40B4-BE49-F238E27FC236}">
                <a16:creationId xmlns:a16="http://schemas.microsoft.com/office/drawing/2014/main" id="{7CC1391C-29E7-4FBD-910B-5006EA0274A1}"/>
              </a:ext>
            </a:extLst>
          </p:cNvPr>
          <p:cNvSpPr>
            <a:spLocks noGrp="1"/>
          </p:cNvSpPr>
          <p:nvPr/>
        </p:nvSpPr>
        <p:spPr>
          <a:xfrm>
            <a:off x="7760640" y="471243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0" name="a_full_bar_989">
            <a:extLst>
              <a:ext uri="{FF2B5EF4-FFF2-40B4-BE49-F238E27FC236}">
                <a16:creationId xmlns:a16="http://schemas.microsoft.com/office/drawing/2014/main" id="{70CFCA7B-68EB-41CF-86CB-B4A03EC6B884}"/>
              </a:ext>
            </a:extLst>
          </p:cNvPr>
          <p:cNvSpPr>
            <a:spLocks noGrp="1"/>
          </p:cNvSpPr>
          <p:nvPr/>
        </p:nvSpPr>
        <p:spPr>
          <a:xfrm>
            <a:off x="767704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1" name="a_full_bar_990">
            <a:extLst>
              <a:ext uri="{FF2B5EF4-FFF2-40B4-BE49-F238E27FC236}">
                <a16:creationId xmlns:a16="http://schemas.microsoft.com/office/drawing/2014/main" id="{347BBCB9-D6E5-4F3E-A5E9-EDC3FE231A40}"/>
              </a:ext>
            </a:extLst>
          </p:cNvPr>
          <p:cNvSpPr>
            <a:spLocks noGrp="1"/>
          </p:cNvSpPr>
          <p:nvPr/>
        </p:nvSpPr>
        <p:spPr>
          <a:xfrm>
            <a:off x="7896547" y="359179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2" name="a_full_bar_991">
            <a:extLst>
              <a:ext uri="{FF2B5EF4-FFF2-40B4-BE49-F238E27FC236}">
                <a16:creationId xmlns:a16="http://schemas.microsoft.com/office/drawing/2014/main" id="{6F749512-2512-4A5D-8B20-C4E60C0754D3}"/>
              </a:ext>
            </a:extLst>
          </p:cNvPr>
          <p:cNvSpPr>
            <a:spLocks noGrp="1"/>
          </p:cNvSpPr>
          <p:nvPr/>
        </p:nvSpPr>
        <p:spPr>
          <a:xfrm>
            <a:off x="7676886" y="39098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3" name="a_full_bar_992">
            <a:extLst>
              <a:ext uri="{FF2B5EF4-FFF2-40B4-BE49-F238E27FC236}">
                <a16:creationId xmlns:a16="http://schemas.microsoft.com/office/drawing/2014/main" id="{988D1DAF-DA4F-4A1D-9E78-E2953E19EC9F}"/>
              </a:ext>
            </a:extLst>
          </p:cNvPr>
          <p:cNvSpPr>
            <a:spLocks noGrp="1"/>
          </p:cNvSpPr>
          <p:nvPr/>
        </p:nvSpPr>
        <p:spPr>
          <a:xfrm>
            <a:off x="773793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4" name="a_full_bar_993">
            <a:extLst>
              <a:ext uri="{FF2B5EF4-FFF2-40B4-BE49-F238E27FC236}">
                <a16:creationId xmlns:a16="http://schemas.microsoft.com/office/drawing/2014/main" id="{DF9CDCA0-9EC9-4322-B40C-04621AD8C848}"/>
              </a:ext>
            </a:extLst>
          </p:cNvPr>
          <p:cNvSpPr>
            <a:spLocks noGrp="1"/>
          </p:cNvSpPr>
          <p:nvPr/>
        </p:nvSpPr>
        <p:spPr>
          <a:xfrm>
            <a:off x="7870651" y="25682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5" name="a_full_bar_994">
            <a:extLst>
              <a:ext uri="{FF2B5EF4-FFF2-40B4-BE49-F238E27FC236}">
                <a16:creationId xmlns:a16="http://schemas.microsoft.com/office/drawing/2014/main" id="{09BA24F1-5A0C-4DD2-8191-1E9A82CC72D8}"/>
              </a:ext>
            </a:extLst>
          </p:cNvPr>
          <p:cNvSpPr>
            <a:spLocks noGrp="1"/>
          </p:cNvSpPr>
          <p:nvPr/>
        </p:nvSpPr>
        <p:spPr>
          <a:xfrm>
            <a:off x="7730546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6" name="a_full_bar_995">
            <a:extLst>
              <a:ext uri="{FF2B5EF4-FFF2-40B4-BE49-F238E27FC236}">
                <a16:creationId xmlns:a16="http://schemas.microsoft.com/office/drawing/2014/main" id="{6569CEB5-63F8-4A76-975B-A123338F44CD}"/>
              </a:ext>
            </a:extLst>
          </p:cNvPr>
          <p:cNvSpPr>
            <a:spLocks noGrp="1"/>
          </p:cNvSpPr>
          <p:nvPr/>
        </p:nvSpPr>
        <p:spPr>
          <a:xfrm>
            <a:off x="7800018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7" name="a_full_bar_996">
            <a:extLst>
              <a:ext uri="{FF2B5EF4-FFF2-40B4-BE49-F238E27FC236}">
                <a16:creationId xmlns:a16="http://schemas.microsoft.com/office/drawing/2014/main" id="{44029941-BDED-4EDC-9D84-6694925CE90B}"/>
              </a:ext>
            </a:extLst>
          </p:cNvPr>
          <p:cNvSpPr>
            <a:spLocks noGrp="1"/>
          </p:cNvSpPr>
          <p:nvPr/>
        </p:nvSpPr>
        <p:spPr>
          <a:xfrm>
            <a:off x="751666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8" name="a_full_bar_997">
            <a:extLst>
              <a:ext uri="{FF2B5EF4-FFF2-40B4-BE49-F238E27FC236}">
                <a16:creationId xmlns:a16="http://schemas.microsoft.com/office/drawing/2014/main" id="{24D80CE6-E0A4-4F05-B5DC-44EC382A1501}"/>
              </a:ext>
            </a:extLst>
          </p:cNvPr>
          <p:cNvSpPr>
            <a:spLocks noGrp="1"/>
          </p:cNvSpPr>
          <p:nvPr/>
        </p:nvSpPr>
        <p:spPr>
          <a:xfrm>
            <a:off x="7888001" y="537820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9" name="a_full_bar_998">
            <a:extLst>
              <a:ext uri="{FF2B5EF4-FFF2-40B4-BE49-F238E27FC236}">
                <a16:creationId xmlns:a16="http://schemas.microsoft.com/office/drawing/2014/main" id="{250184A5-5BB2-4AA5-89DE-516A68C40B21}"/>
              </a:ext>
            </a:extLst>
          </p:cNvPr>
          <p:cNvSpPr>
            <a:spLocks noGrp="1"/>
          </p:cNvSpPr>
          <p:nvPr/>
        </p:nvSpPr>
        <p:spPr>
          <a:xfrm>
            <a:off x="763017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0" name="a_full_bar_999">
            <a:extLst>
              <a:ext uri="{FF2B5EF4-FFF2-40B4-BE49-F238E27FC236}">
                <a16:creationId xmlns:a16="http://schemas.microsoft.com/office/drawing/2014/main" id="{19976541-D222-4391-B92C-03F5F594C496}"/>
              </a:ext>
            </a:extLst>
          </p:cNvPr>
          <p:cNvSpPr>
            <a:spLocks noGrp="1"/>
          </p:cNvSpPr>
          <p:nvPr/>
        </p:nvSpPr>
        <p:spPr>
          <a:xfrm>
            <a:off x="7602320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1" name="a_full_bar_1000">
            <a:extLst>
              <a:ext uri="{FF2B5EF4-FFF2-40B4-BE49-F238E27FC236}">
                <a16:creationId xmlns:a16="http://schemas.microsoft.com/office/drawing/2014/main" id="{735EC27B-EBF5-454B-A494-1108DE99A84E}"/>
              </a:ext>
            </a:extLst>
          </p:cNvPr>
          <p:cNvSpPr>
            <a:spLocks noGrp="1"/>
          </p:cNvSpPr>
          <p:nvPr/>
        </p:nvSpPr>
        <p:spPr>
          <a:xfrm>
            <a:off x="782874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2" name="a_full_bar_1001">
            <a:extLst>
              <a:ext uri="{FF2B5EF4-FFF2-40B4-BE49-F238E27FC236}">
                <a16:creationId xmlns:a16="http://schemas.microsoft.com/office/drawing/2014/main" id="{05921894-7CAF-4AF6-9825-D7FEF34D22D6}"/>
              </a:ext>
            </a:extLst>
          </p:cNvPr>
          <p:cNvSpPr>
            <a:spLocks noGrp="1"/>
          </p:cNvSpPr>
          <p:nvPr/>
        </p:nvSpPr>
        <p:spPr>
          <a:xfrm>
            <a:off x="7868969" y="286211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3" name="a_full_bar_1002">
            <a:extLst>
              <a:ext uri="{FF2B5EF4-FFF2-40B4-BE49-F238E27FC236}">
                <a16:creationId xmlns:a16="http://schemas.microsoft.com/office/drawing/2014/main" id="{F00CE8E1-AFB1-4D03-9CE0-3CDB8AE427E7}"/>
              </a:ext>
            </a:extLst>
          </p:cNvPr>
          <p:cNvSpPr>
            <a:spLocks noGrp="1"/>
          </p:cNvSpPr>
          <p:nvPr/>
        </p:nvSpPr>
        <p:spPr>
          <a:xfrm>
            <a:off x="7877470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4" name="a_full_bar_1003">
            <a:extLst>
              <a:ext uri="{FF2B5EF4-FFF2-40B4-BE49-F238E27FC236}">
                <a16:creationId xmlns:a16="http://schemas.microsoft.com/office/drawing/2014/main" id="{CF2BC389-393C-45FF-974E-9ED0A199F921}"/>
              </a:ext>
            </a:extLst>
          </p:cNvPr>
          <p:cNvSpPr>
            <a:spLocks noGrp="1"/>
          </p:cNvSpPr>
          <p:nvPr/>
        </p:nvSpPr>
        <p:spPr>
          <a:xfrm>
            <a:off x="7726386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5" name="a_full_bar_1004">
            <a:extLst>
              <a:ext uri="{FF2B5EF4-FFF2-40B4-BE49-F238E27FC236}">
                <a16:creationId xmlns:a16="http://schemas.microsoft.com/office/drawing/2014/main" id="{C45B921C-1159-419E-AEBB-4488B196814D}"/>
              </a:ext>
            </a:extLst>
          </p:cNvPr>
          <p:cNvSpPr>
            <a:spLocks noGrp="1"/>
          </p:cNvSpPr>
          <p:nvPr/>
        </p:nvSpPr>
        <p:spPr>
          <a:xfrm>
            <a:off x="7699131" y="54790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6" name="a_full_bar_1005">
            <a:extLst>
              <a:ext uri="{FF2B5EF4-FFF2-40B4-BE49-F238E27FC236}">
                <a16:creationId xmlns:a16="http://schemas.microsoft.com/office/drawing/2014/main" id="{B27649BC-BCBD-418E-A85C-599DA3F9DCD6}"/>
              </a:ext>
            </a:extLst>
          </p:cNvPr>
          <p:cNvSpPr>
            <a:spLocks noGrp="1"/>
          </p:cNvSpPr>
          <p:nvPr/>
        </p:nvSpPr>
        <p:spPr>
          <a:xfrm>
            <a:off x="753402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7" name="a_full_bar_1006">
            <a:extLst>
              <a:ext uri="{FF2B5EF4-FFF2-40B4-BE49-F238E27FC236}">
                <a16:creationId xmlns:a16="http://schemas.microsoft.com/office/drawing/2014/main" id="{024FBAC1-973A-4F31-A433-7E1A686C53E2}"/>
              </a:ext>
            </a:extLst>
          </p:cNvPr>
          <p:cNvSpPr>
            <a:spLocks noGrp="1"/>
          </p:cNvSpPr>
          <p:nvPr/>
        </p:nvSpPr>
        <p:spPr>
          <a:xfrm>
            <a:off x="780878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8" name="a_full_bar_1007">
            <a:extLst>
              <a:ext uri="{FF2B5EF4-FFF2-40B4-BE49-F238E27FC236}">
                <a16:creationId xmlns:a16="http://schemas.microsoft.com/office/drawing/2014/main" id="{EA5A4DC3-B5A9-4459-96BE-00AA882D2674}"/>
              </a:ext>
            </a:extLst>
          </p:cNvPr>
          <p:cNvSpPr>
            <a:spLocks noGrp="1"/>
          </p:cNvSpPr>
          <p:nvPr/>
        </p:nvSpPr>
        <p:spPr>
          <a:xfrm>
            <a:off x="7668573" y="561865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9" name="a_full_bar_1008">
            <a:extLst>
              <a:ext uri="{FF2B5EF4-FFF2-40B4-BE49-F238E27FC236}">
                <a16:creationId xmlns:a16="http://schemas.microsoft.com/office/drawing/2014/main" id="{CFF77503-B4AA-4F7F-9392-AD32530C082F}"/>
              </a:ext>
            </a:extLst>
          </p:cNvPr>
          <p:cNvSpPr>
            <a:spLocks noGrp="1"/>
          </p:cNvSpPr>
          <p:nvPr/>
        </p:nvSpPr>
        <p:spPr>
          <a:xfrm>
            <a:off x="7654908" y="39907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0" name="a_full_bar_1009">
            <a:extLst>
              <a:ext uri="{FF2B5EF4-FFF2-40B4-BE49-F238E27FC236}">
                <a16:creationId xmlns:a16="http://schemas.microsoft.com/office/drawing/2014/main" id="{36B398BB-8F80-49E2-AD9E-AC0F861F9A13}"/>
              </a:ext>
            </a:extLst>
          </p:cNvPr>
          <p:cNvSpPr>
            <a:spLocks noGrp="1"/>
          </p:cNvSpPr>
          <p:nvPr/>
        </p:nvSpPr>
        <p:spPr>
          <a:xfrm>
            <a:off x="766858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1" name="a_full_bar_1010">
            <a:extLst>
              <a:ext uri="{FF2B5EF4-FFF2-40B4-BE49-F238E27FC236}">
                <a16:creationId xmlns:a16="http://schemas.microsoft.com/office/drawing/2014/main" id="{9A9E4314-6747-4A5B-9AE2-3E6D3D0DF2B8}"/>
              </a:ext>
            </a:extLst>
          </p:cNvPr>
          <p:cNvSpPr>
            <a:spLocks noGrp="1"/>
          </p:cNvSpPr>
          <p:nvPr/>
        </p:nvSpPr>
        <p:spPr>
          <a:xfrm>
            <a:off x="7843240" y="514278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2" name="a_full_bar_1011">
            <a:extLst>
              <a:ext uri="{FF2B5EF4-FFF2-40B4-BE49-F238E27FC236}">
                <a16:creationId xmlns:a16="http://schemas.microsoft.com/office/drawing/2014/main" id="{7B209206-5940-44C0-B98C-26E1523D2147}"/>
              </a:ext>
            </a:extLst>
          </p:cNvPr>
          <p:cNvSpPr>
            <a:spLocks noGrp="1"/>
          </p:cNvSpPr>
          <p:nvPr/>
        </p:nvSpPr>
        <p:spPr>
          <a:xfrm>
            <a:off x="7546923" y="25706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3" name="a_full_bar_1012">
            <a:extLst>
              <a:ext uri="{FF2B5EF4-FFF2-40B4-BE49-F238E27FC236}">
                <a16:creationId xmlns:a16="http://schemas.microsoft.com/office/drawing/2014/main" id="{C2FA4A19-39CD-439A-AF8D-08A0471EDAB4}"/>
              </a:ext>
            </a:extLst>
          </p:cNvPr>
          <p:cNvSpPr>
            <a:spLocks noGrp="1"/>
          </p:cNvSpPr>
          <p:nvPr/>
        </p:nvSpPr>
        <p:spPr>
          <a:xfrm>
            <a:off x="7697114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4" name="a_full_bar_1013">
            <a:extLst>
              <a:ext uri="{FF2B5EF4-FFF2-40B4-BE49-F238E27FC236}">
                <a16:creationId xmlns:a16="http://schemas.microsoft.com/office/drawing/2014/main" id="{05EF81D7-32C2-4EE1-81B3-5F672A64DEBA}"/>
              </a:ext>
            </a:extLst>
          </p:cNvPr>
          <p:cNvSpPr>
            <a:spLocks noGrp="1"/>
          </p:cNvSpPr>
          <p:nvPr/>
        </p:nvSpPr>
        <p:spPr>
          <a:xfrm>
            <a:off x="7846940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5" name="a_full_bar_1014">
            <a:extLst>
              <a:ext uri="{FF2B5EF4-FFF2-40B4-BE49-F238E27FC236}">
                <a16:creationId xmlns:a16="http://schemas.microsoft.com/office/drawing/2014/main" id="{E204B29D-A681-48E9-A791-B89ACCD3BFEF}"/>
              </a:ext>
            </a:extLst>
          </p:cNvPr>
          <p:cNvSpPr>
            <a:spLocks noGrp="1"/>
          </p:cNvSpPr>
          <p:nvPr/>
        </p:nvSpPr>
        <p:spPr>
          <a:xfrm>
            <a:off x="755459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6" name="a_full_bar_1015">
            <a:extLst>
              <a:ext uri="{FF2B5EF4-FFF2-40B4-BE49-F238E27FC236}">
                <a16:creationId xmlns:a16="http://schemas.microsoft.com/office/drawing/2014/main" id="{F9E5187E-4344-4774-913D-20BACAFE8902}"/>
              </a:ext>
            </a:extLst>
          </p:cNvPr>
          <p:cNvSpPr>
            <a:spLocks noGrp="1"/>
          </p:cNvSpPr>
          <p:nvPr/>
        </p:nvSpPr>
        <p:spPr>
          <a:xfrm>
            <a:off x="7792762" y="26884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7" name="a_full_bar_1016">
            <a:extLst>
              <a:ext uri="{FF2B5EF4-FFF2-40B4-BE49-F238E27FC236}">
                <a16:creationId xmlns:a16="http://schemas.microsoft.com/office/drawing/2014/main" id="{75FDCEB7-8B9B-40AA-8F55-EAA870A74214}"/>
              </a:ext>
            </a:extLst>
          </p:cNvPr>
          <p:cNvSpPr>
            <a:spLocks noGrp="1"/>
          </p:cNvSpPr>
          <p:nvPr/>
        </p:nvSpPr>
        <p:spPr>
          <a:xfrm>
            <a:off x="752592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8" name="a_full_bar_1017">
            <a:extLst>
              <a:ext uri="{FF2B5EF4-FFF2-40B4-BE49-F238E27FC236}">
                <a16:creationId xmlns:a16="http://schemas.microsoft.com/office/drawing/2014/main" id="{BEFA46F7-1DD3-47D5-81FE-84D6A7989CE2}"/>
              </a:ext>
            </a:extLst>
          </p:cNvPr>
          <p:cNvSpPr>
            <a:spLocks noGrp="1"/>
          </p:cNvSpPr>
          <p:nvPr/>
        </p:nvSpPr>
        <p:spPr>
          <a:xfrm>
            <a:off x="7549451" y="499251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9" name="a_full_bar_1018">
            <a:extLst>
              <a:ext uri="{FF2B5EF4-FFF2-40B4-BE49-F238E27FC236}">
                <a16:creationId xmlns:a16="http://schemas.microsoft.com/office/drawing/2014/main" id="{04A72874-998D-4EE7-BDB4-12BF1118B7B2}"/>
              </a:ext>
            </a:extLst>
          </p:cNvPr>
          <p:cNvSpPr>
            <a:spLocks noGrp="1"/>
          </p:cNvSpPr>
          <p:nvPr/>
        </p:nvSpPr>
        <p:spPr>
          <a:xfrm>
            <a:off x="7776554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0" name="a_full_bar_1019">
            <a:extLst>
              <a:ext uri="{FF2B5EF4-FFF2-40B4-BE49-F238E27FC236}">
                <a16:creationId xmlns:a16="http://schemas.microsoft.com/office/drawing/2014/main" id="{E8A8148E-8319-4FF8-B9DB-5A106AED7513}"/>
              </a:ext>
            </a:extLst>
          </p:cNvPr>
          <p:cNvSpPr>
            <a:spLocks noGrp="1"/>
          </p:cNvSpPr>
          <p:nvPr/>
        </p:nvSpPr>
        <p:spPr>
          <a:xfrm>
            <a:off x="7531044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1" name="a_full_bar_1020">
            <a:extLst>
              <a:ext uri="{FF2B5EF4-FFF2-40B4-BE49-F238E27FC236}">
                <a16:creationId xmlns:a16="http://schemas.microsoft.com/office/drawing/2014/main" id="{65E6BE78-AC0F-4976-BF6A-8FEF88E5BA30}"/>
              </a:ext>
            </a:extLst>
          </p:cNvPr>
          <p:cNvSpPr>
            <a:spLocks noGrp="1"/>
          </p:cNvSpPr>
          <p:nvPr/>
        </p:nvSpPr>
        <p:spPr>
          <a:xfrm>
            <a:off x="7604909" y="54790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2" name="a_full_bar_1021">
            <a:extLst>
              <a:ext uri="{FF2B5EF4-FFF2-40B4-BE49-F238E27FC236}">
                <a16:creationId xmlns:a16="http://schemas.microsoft.com/office/drawing/2014/main" id="{5D10307F-8CDA-49D7-AC09-AB54BE983433}"/>
              </a:ext>
            </a:extLst>
          </p:cNvPr>
          <p:cNvSpPr>
            <a:spLocks noGrp="1"/>
          </p:cNvSpPr>
          <p:nvPr/>
        </p:nvSpPr>
        <p:spPr>
          <a:xfrm>
            <a:off x="7763569" y="475021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3" name="a_full_bar_1022">
            <a:extLst>
              <a:ext uri="{FF2B5EF4-FFF2-40B4-BE49-F238E27FC236}">
                <a16:creationId xmlns:a16="http://schemas.microsoft.com/office/drawing/2014/main" id="{E4EF6D7B-89B7-415B-9CDB-CCA4F651C2EA}"/>
              </a:ext>
            </a:extLst>
          </p:cNvPr>
          <p:cNvSpPr>
            <a:spLocks noGrp="1"/>
          </p:cNvSpPr>
          <p:nvPr/>
        </p:nvSpPr>
        <p:spPr>
          <a:xfrm>
            <a:off x="7760003" y="45717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4" name="a_full_bar_1023">
            <a:extLst>
              <a:ext uri="{FF2B5EF4-FFF2-40B4-BE49-F238E27FC236}">
                <a16:creationId xmlns:a16="http://schemas.microsoft.com/office/drawing/2014/main" id="{733CA96D-CCF0-4682-A099-06F2B69580CB}"/>
              </a:ext>
            </a:extLst>
          </p:cNvPr>
          <p:cNvSpPr>
            <a:spLocks noGrp="1"/>
          </p:cNvSpPr>
          <p:nvPr/>
        </p:nvSpPr>
        <p:spPr>
          <a:xfrm>
            <a:off x="7753676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5" name="a_full_bar_1024">
            <a:extLst>
              <a:ext uri="{FF2B5EF4-FFF2-40B4-BE49-F238E27FC236}">
                <a16:creationId xmlns:a16="http://schemas.microsoft.com/office/drawing/2014/main" id="{AABEF192-C457-4521-A93E-05E38ABF3B96}"/>
              </a:ext>
            </a:extLst>
          </p:cNvPr>
          <p:cNvSpPr>
            <a:spLocks noGrp="1"/>
          </p:cNvSpPr>
          <p:nvPr/>
        </p:nvSpPr>
        <p:spPr>
          <a:xfrm>
            <a:off x="754900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6" name="a_full_bar_1025">
            <a:extLst>
              <a:ext uri="{FF2B5EF4-FFF2-40B4-BE49-F238E27FC236}">
                <a16:creationId xmlns:a16="http://schemas.microsoft.com/office/drawing/2014/main" id="{8D127206-56EE-4D2C-B045-BD4DFB9868FB}"/>
              </a:ext>
            </a:extLst>
          </p:cNvPr>
          <p:cNvSpPr>
            <a:spLocks noGrp="1"/>
          </p:cNvSpPr>
          <p:nvPr/>
        </p:nvSpPr>
        <p:spPr>
          <a:xfrm>
            <a:off x="7584547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7" name="a_full_bar_1026">
            <a:extLst>
              <a:ext uri="{FF2B5EF4-FFF2-40B4-BE49-F238E27FC236}">
                <a16:creationId xmlns:a16="http://schemas.microsoft.com/office/drawing/2014/main" id="{413EB78C-401B-4E52-885B-28F077D3A876}"/>
              </a:ext>
            </a:extLst>
          </p:cNvPr>
          <p:cNvSpPr>
            <a:spLocks noGrp="1"/>
          </p:cNvSpPr>
          <p:nvPr/>
        </p:nvSpPr>
        <p:spPr>
          <a:xfrm>
            <a:off x="7706614" y="598042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8" name="a_full_bar_1027">
            <a:extLst>
              <a:ext uri="{FF2B5EF4-FFF2-40B4-BE49-F238E27FC236}">
                <a16:creationId xmlns:a16="http://schemas.microsoft.com/office/drawing/2014/main" id="{2160DE21-784C-4E9E-83EC-AE2C104DAA5A}"/>
              </a:ext>
            </a:extLst>
          </p:cNvPr>
          <p:cNvSpPr>
            <a:spLocks noGrp="1"/>
          </p:cNvSpPr>
          <p:nvPr/>
        </p:nvSpPr>
        <p:spPr>
          <a:xfrm>
            <a:off x="7894067" y="35449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9" name="a_full_bar_1028">
            <a:extLst>
              <a:ext uri="{FF2B5EF4-FFF2-40B4-BE49-F238E27FC236}">
                <a16:creationId xmlns:a16="http://schemas.microsoft.com/office/drawing/2014/main" id="{38C13772-03D1-4087-A9D6-FF9021E096FE}"/>
              </a:ext>
            </a:extLst>
          </p:cNvPr>
          <p:cNvSpPr>
            <a:spLocks noGrp="1"/>
          </p:cNvSpPr>
          <p:nvPr/>
        </p:nvSpPr>
        <p:spPr>
          <a:xfrm>
            <a:off x="7678266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0" name="a_full_bar_1029">
            <a:extLst>
              <a:ext uri="{FF2B5EF4-FFF2-40B4-BE49-F238E27FC236}">
                <a16:creationId xmlns:a16="http://schemas.microsoft.com/office/drawing/2014/main" id="{4CCBEB6F-C3F1-4F83-974D-0B77D4D2598E}"/>
              </a:ext>
            </a:extLst>
          </p:cNvPr>
          <p:cNvSpPr>
            <a:spLocks noGrp="1"/>
          </p:cNvSpPr>
          <p:nvPr/>
        </p:nvSpPr>
        <p:spPr>
          <a:xfrm>
            <a:off x="7831016" y="50474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1" name="a_full_bar_1030">
            <a:extLst>
              <a:ext uri="{FF2B5EF4-FFF2-40B4-BE49-F238E27FC236}">
                <a16:creationId xmlns:a16="http://schemas.microsoft.com/office/drawing/2014/main" id="{C51FBB35-D52A-497D-B834-0A615DB4422E}"/>
              </a:ext>
            </a:extLst>
          </p:cNvPr>
          <p:cNvSpPr>
            <a:spLocks noGrp="1"/>
          </p:cNvSpPr>
          <p:nvPr/>
        </p:nvSpPr>
        <p:spPr>
          <a:xfrm>
            <a:off x="7611628" y="346982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2" name="a_full_bar_1031">
            <a:extLst>
              <a:ext uri="{FF2B5EF4-FFF2-40B4-BE49-F238E27FC236}">
                <a16:creationId xmlns:a16="http://schemas.microsoft.com/office/drawing/2014/main" id="{14A4EA28-281D-43B6-8589-30F185C0B96A}"/>
              </a:ext>
            </a:extLst>
          </p:cNvPr>
          <p:cNvSpPr>
            <a:spLocks noGrp="1"/>
          </p:cNvSpPr>
          <p:nvPr/>
        </p:nvSpPr>
        <p:spPr>
          <a:xfrm>
            <a:off x="777761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3" name="a_full_bar_1032">
            <a:extLst>
              <a:ext uri="{FF2B5EF4-FFF2-40B4-BE49-F238E27FC236}">
                <a16:creationId xmlns:a16="http://schemas.microsoft.com/office/drawing/2014/main" id="{A8A64E59-C99E-4B74-9CD2-5DA0BC4AF273}"/>
              </a:ext>
            </a:extLst>
          </p:cNvPr>
          <p:cNvSpPr>
            <a:spLocks noGrp="1"/>
          </p:cNvSpPr>
          <p:nvPr/>
        </p:nvSpPr>
        <p:spPr>
          <a:xfrm>
            <a:off x="7590543" y="55434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4" name="a_full_bar_1033">
            <a:extLst>
              <a:ext uri="{FF2B5EF4-FFF2-40B4-BE49-F238E27FC236}">
                <a16:creationId xmlns:a16="http://schemas.microsoft.com/office/drawing/2014/main" id="{CC0334CD-09F7-4AB5-90A7-C6203AD8DE89}"/>
              </a:ext>
            </a:extLst>
          </p:cNvPr>
          <p:cNvSpPr>
            <a:spLocks noGrp="1"/>
          </p:cNvSpPr>
          <p:nvPr/>
        </p:nvSpPr>
        <p:spPr>
          <a:xfrm>
            <a:off x="768813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5" name="a_full_bar_1034">
            <a:extLst>
              <a:ext uri="{FF2B5EF4-FFF2-40B4-BE49-F238E27FC236}">
                <a16:creationId xmlns:a16="http://schemas.microsoft.com/office/drawing/2014/main" id="{D905D011-7614-4C93-9C74-28E81A1230E4}"/>
              </a:ext>
            </a:extLst>
          </p:cNvPr>
          <p:cNvSpPr>
            <a:spLocks noGrp="1"/>
          </p:cNvSpPr>
          <p:nvPr/>
        </p:nvSpPr>
        <p:spPr>
          <a:xfrm>
            <a:off x="7711020" y="360219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6" name="a_full_bar_1035">
            <a:extLst>
              <a:ext uri="{FF2B5EF4-FFF2-40B4-BE49-F238E27FC236}">
                <a16:creationId xmlns:a16="http://schemas.microsoft.com/office/drawing/2014/main" id="{CB8C8B6D-9D77-4575-B8EA-DDA56A2DC015}"/>
              </a:ext>
            </a:extLst>
          </p:cNvPr>
          <p:cNvSpPr>
            <a:spLocks noGrp="1"/>
          </p:cNvSpPr>
          <p:nvPr/>
        </p:nvSpPr>
        <p:spPr>
          <a:xfrm>
            <a:off x="7579012" y="298897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7" name="a_full_bar_1036">
            <a:extLst>
              <a:ext uri="{FF2B5EF4-FFF2-40B4-BE49-F238E27FC236}">
                <a16:creationId xmlns:a16="http://schemas.microsoft.com/office/drawing/2014/main" id="{AFD1C71B-9122-4D5C-A961-0EE1280D3361}"/>
              </a:ext>
            </a:extLst>
          </p:cNvPr>
          <p:cNvSpPr>
            <a:spLocks noGrp="1"/>
          </p:cNvSpPr>
          <p:nvPr/>
        </p:nvSpPr>
        <p:spPr>
          <a:xfrm>
            <a:off x="7848371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8" name="a_full_bar_1037">
            <a:extLst>
              <a:ext uri="{FF2B5EF4-FFF2-40B4-BE49-F238E27FC236}">
                <a16:creationId xmlns:a16="http://schemas.microsoft.com/office/drawing/2014/main" id="{43BB4D3F-B83D-42AC-A91C-85C07DEA1859}"/>
              </a:ext>
            </a:extLst>
          </p:cNvPr>
          <p:cNvSpPr>
            <a:spLocks noGrp="1"/>
          </p:cNvSpPr>
          <p:nvPr/>
        </p:nvSpPr>
        <p:spPr>
          <a:xfrm>
            <a:off x="770395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9" name="a_full_bar_1038">
            <a:extLst>
              <a:ext uri="{FF2B5EF4-FFF2-40B4-BE49-F238E27FC236}">
                <a16:creationId xmlns:a16="http://schemas.microsoft.com/office/drawing/2014/main" id="{BB90F10B-F114-4F5E-958D-8AA20297EDBF}"/>
              </a:ext>
            </a:extLst>
          </p:cNvPr>
          <p:cNvSpPr>
            <a:spLocks noGrp="1"/>
          </p:cNvSpPr>
          <p:nvPr/>
        </p:nvSpPr>
        <p:spPr>
          <a:xfrm>
            <a:off x="7777548" y="483922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0" name="a_full_bar_1039">
            <a:extLst>
              <a:ext uri="{FF2B5EF4-FFF2-40B4-BE49-F238E27FC236}">
                <a16:creationId xmlns:a16="http://schemas.microsoft.com/office/drawing/2014/main" id="{5940AB11-2C75-4CB0-8485-E8E11EA10F36}"/>
              </a:ext>
            </a:extLst>
          </p:cNvPr>
          <p:cNvSpPr>
            <a:spLocks noGrp="1"/>
          </p:cNvSpPr>
          <p:nvPr/>
        </p:nvSpPr>
        <p:spPr>
          <a:xfrm>
            <a:off x="771865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1" name="a_full_bar_1040">
            <a:extLst>
              <a:ext uri="{FF2B5EF4-FFF2-40B4-BE49-F238E27FC236}">
                <a16:creationId xmlns:a16="http://schemas.microsoft.com/office/drawing/2014/main" id="{AC09E543-BF06-4BFA-8CB7-2A0FA805C8A2}"/>
              </a:ext>
            </a:extLst>
          </p:cNvPr>
          <p:cNvSpPr>
            <a:spLocks noGrp="1"/>
          </p:cNvSpPr>
          <p:nvPr/>
        </p:nvSpPr>
        <p:spPr>
          <a:xfrm>
            <a:off x="788199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2" name="a_full_bar_1041">
            <a:extLst>
              <a:ext uri="{FF2B5EF4-FFF2-40B4-BE49-F238E27FC236}">
                <a16:creationId xmlns:a16="http://schemas.microsoft.com/office/drawing/2014/main" id="{0D56AC3B-9149-41FD-87A4-589C7D59A828}"/>
              </a:ext>
            </a:extLst>
          </p:cNvPr>
          <p:cNvSpPr>
            <a:spLocks noGrp="1"/>
          </p:cNvSpPr>
          <p:nvPr/>
        </p:nvSpPr>
        <p:spPr>
          <a:xfrm>
            <a:off x="7807729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3" name="a_full_bar_1042">
            <a:extLst>
              <a:ext uri="{FF2B5EF4-FFF2-40B4-BE49-F238E27FC236}">
                <a16:creationId xmlns:a16="http://schemas.microsoft.com/office/drawing/2014/main" id="{F873E5AD-DA1B-4BD9-82C5-6D5EDFBDE5DF}"/>
              </a:ext>
            </a:extLst>
          </p:cNvPr>
          <p:cNvSpPr>
            <a:spLocks noGrp="1"/>
          </p:cNvSpPr>
          <p:nvPr/>
        </p:nvSpPr>
        <p:spPr>
          <a:xfrm>
            <a:off x="780785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4" name="a_full_bar_1043">
            <a:extLst>
              <a:ext uri="{FF2B5EF4-FFF2-40B4-BE49-F238E27FC236}">
                <a16:creationId xmlns:a16="http://schemas.microsoft.com/office/drawing/2014/main" id="{4DAB4DDB-28E8-4296-AAE0-6B4B2FFC7BDC}"/>
              </a:ext>
            </a:extLst>
          </p:cNvPr>
          <p:cNvSpPr>
            <a:spLocks noGrp="1"/>
          </p:cNvSpPr>
          <p:nvPr/>
        </p:nvSpPr>
        <p:spPr>
          <a:xfrm>
            <a:off x="7737186" y="450716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5" name="a_full_bar_1044">
            <a:extLst>
              <a:ext uri="{FF2B5EF4-FFF2-40B4-BE49-F238E27FC236}">
                <a16:creationId xmlns:a16="http://schemas.microsoft.com/office/drawing/2014/main" id="{01106147-7CD6-4C83-B1E0-1AAF09AD75DB}"/>
              </a:ext>
            </a:extLst>
          </p:cNvPr>
          <p:cNvSpPr>
            <a:spLocks noGrp="1"/>
          </p:cNvSpPr>
          <p:nvPr/>
        </p:nvSpPr>
        <p:spPr>
          <a:xfrm>
            <a:off x="757238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6" name="a_full_bar_1045">
            <a:extLst>
              <a:ext uri="{FF2B5EF4-FFF2-40B4-BE49-F238E27FC236}">
                <a16:creationId xmlns:a16="http://schemas.microsoft.com/office/drawing/2014/main" id="{C058F901-77AB-4672-B0C8-45537F060122}"/>
              </a:ext>
            </a:extLst>
          </p:cNvPr>
          <p:cNvSpPr>
            <a:spLocks noGrp="1"/>
          </p:cNvSpPr>
          <p:nvPr/>
        </p:nvSpPr>
        <p:spPr>
          <a:xfrm>
            <a:off x="7593660" y="52617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7" name="a_full_bar_1046">
            <a:extLst>
              <a:ext uri="{FF2B5EF4-FFF2-40B4-BE49-F238E27FC236}">
                <a16:creationId xmlns:a16="http://schemas.microsoft.com/office/drawing/2014/main" id="{42EBB962-C836-452C-B3BE-2F79CB13AC78}"/>
              </a:ext>
            </a:extLst>
          </p:cNvPr>
          <p:cNvSpPr>
            <a:spLocks noGrp="1"/>
          </p:cNvSpPr>
          <p:nvPr/>
        </p:nvSpPr>
        <p:spPr>
          <a:xfrm>
            <a:off x="760726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8" name="a_full_bar_1047">
            <a:extLst>
              <a:ext uri="{FF2B5EF4-FFF2-40B4-BE49-F238E27FC236}">
                <a16:creationId xmlns:a16="http://schemas.microsoft.com/office/drawing/2014/main" id="{A1DA021B-9913-4504-AFB6-9A50C9C76245}"/>
              </a:ext>
            </a:extLst>
          </p:cNvPr>
          <p:cNvSpPr>
            <a:spLocks noGrp="1"/>
          </p:cNvSpPr>
          <p:nvPr/>
        </p:nvSpPr>
        <p:spPr>
          <a:xfrm>
            <a:off x="782265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9" name="a_full_bar_1048">
            <a:extLst>
              <a:ext uri="{FF2B5EF4-FFF2-40B4-BE49-F238E27FC236}">
                <a16:creationId xmlns:a16="http://schemas.microsoft.com/office/drawing/2014/main" id="{91D78E00-8810-4575-AC87-0B56E22E6CC5}"/>
              </a:ext>
            </a:extLst>
          </p:cNvPr>
          <p:cNvSpPr>
            <a:spLocks noGrp="1"/>
          </p:cNvSpPr>
          <p:nvPr/>
        </p:nvSpPr>
        <p:spPr>
          <a:xfrm>
            <a:off x="7762044" y="43614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0" name="a_full_bar_1049">
            <a:extLst>
              <a:ext uri="{FF2B5EF4-FFF2-40B4-BE49-F238E27FC236}">
                <a16:creationId xmlns:a16="http://schemas.microsoft.com/office/drawing/2014/main" id="{B79D1DCE-7E14-44E7-B136-7752D7DE23B1}"/>
              </a:ext>
            </a:extLst>
          </p:cNvPr>
          <p:cNvSpPr>
            <a:spLocks noGrp="1"/>
          </p:cNvSpPr>
          <p:nvPr/>
        </p:nvSpPr>
        <p:spPr>
          <a:xfrm>
            <a:off x="758139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1" name="a_full_bar_1050">
            <a:extLst>
              <a:ext uri="{FF2B5EF4-FFF2-40B4-BE49-F238E27FC236}">
                <a16:creationId xmlns:a16="http://schemas.microsoft.com/office/drawing/2014/main" id="{0AD6E875-92BF-4045-9C9E-D6EAB00C9DCB}"/>
              </a:ext>
            </a:extLst>
          </p:cNvPr>
          <p:cNvSpPr>
            <a:spLocks noGrp="1"/>
          </p:cNvSpPr>
          <p:nvPr/>
        </p:nvSpPr>
        <p:spPr>
          <a:xfrm>
            <a:off x="769339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2" name="a_full_bar_1051">
            <a:extLst>
              <a:ext uri="{FF2B5EF4-FFF2-40B4-BE49-F238E27FC236}">
                <a16:creationId xmlns:a16="http://schemas.microsoft.com/office/drawing/2014/main" id="{EC5E6CFF-B36D-4D72-A143-4740E4DCDA72}"/>
              </a:ext>
            </a:extLst>
          </p:cNvPr>
          <p:cNvSpPr>
            <a:spLocks noGrp="1"/>
          </p:cNvSpPr>
          <p:nvPr/>
        </p:nvSpPr>
        <p:spPr>
          <a:xfrm>
            <a:off x="7578050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3" name="a_full_bar_1052">
            <a:extLst>
              <a:ext uri="{FF2B5EF4-FFF2-40B4-BE49-F238E27FC236}">
                <a16:creationId xmlns:a16="http://schemas.microsoft.com/office/drawing/2014/main" id="{9C74A9CA-0235-417B-838F-FCABF8D84516}"/>
              </a:ext>
            </a:extLst>
          </p:cNvPr>
          <p:cNvSpPr>
            <a:spLocks noGrp="1"/>
          </p:cNvSpPr>
          <p:nvPr/>
        </p:nvSpPr>
        <p:spPr>
          <a:xfrm>
            <a:off x="7775050" y="59728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4" name="a_full_bar_1053">
            <a:extLst>
              <a:ext uri="{FF2B5EF4-FFF2-40B4-BE49-F238E27FC236}">
                <a16:creationId xmlns:a16="http://schemas.microsoft.com/office/drawing/2014/main" id="{69478580-BC91-4772-B09D-420DAA12C0F8}"/>
              </a:ext>
            </a:extLst>
          </p:cNvPr>
          <p:cNvSpPr>
            <a:spLocks noGrp="1"/>
          </p:cNvSpPr>
          <p:nvPr/>
        </p:nvSpPr>
        <p:spPr>
          <a:xfrm>
            <a:off x="7520794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5" name="a_full_bar_1054">
            <a:extLst>
              <a:ext uri="{FF2B5EF4-FFF2-40B4-BE49-F238E27FC236}">
                <a16:creationId xmlns:a16="http://schemas.microsoft.com/office/drawing/2014/main" id="{FB7DFAA2-2C41-4ABE-AEB8-748C6B4C4B48}"/>
              </a:ext>
            </a:extLst>
          </p:cNvPr>
          <p:cNvSpPr>
            <a:spLocks noGrp="1"/>
          </p:cNvSpPr>
          <p:nvPr/>
        </p:nvSpPr>
        <p:spPr>
          <a:xfrm>
            <a:off x="786934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6" name="a_full_bar_1055">
            <a:extLst>
              <a:ext uri="{FF2B5EF4-FFF2-40B4-BE49-F238E27FC236}">
                <a16:creationId xmlns:a16="http://schemas.microsoft.com/office/drawing/2014/main" id="{9AB049A4-2C85-4F33-AF9B-9F42F9250E0D}"/>
              </a:ext>
            </a:extLst>
          </p:cNvPr>
          <p:cNvSpPr>
            <a:spLocks noGrp="1"/>
          </p:cNvSpPr>
          <p:nvPr/>
        </p:nvSpPr>
        <p:spPr>
          <a:xfrm>
            <a:off x="775135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7" name="a_full_bar_1056">
            <a:extLst>
              <a:ext uri="{FF2B5EF4-FFF2-40B4-BE49-F238E27FC236}">
                <a16:creationId xmlns:a16="http://schemas.microsoft.com/office/drawing/2014/main" id="{6E61CB6A-0E61-4708-8474-9F27FD326806}"/>
              </a:ext>
            </a:extLst>
          </p:cNvPr>
          <p:cNvSpPr>
            <a:spLocks noGrp="1"/>
          </p:cNvSpPr>
          <p:nvPr/>
        </p:nvSpPr>
        <p:spPr>
          <a:xfrm>
            <a:off x="7744825" y="544195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8" name="a_full_bar_1057">
            <a:extLst>
              <a:ext uri="{FF2B5EF4-FFF2-40B4-BE49-F238E27FC236}">
                <a16:creationId xmlns:a16="http://schemas.microsoft.com/office/drawing/2014/main" id="{EC5E162A-860C-4E68-B315-5902DDFE6EDE}"/>
              </a:ext>
            </a:extLst>
          </p:cNvPr>
          <p:cNvSpPr>
            <a:spLocks noGrp="1"/>
          </p:cNvSpPr>
          <p:nvPr/>
        </p:nvSpPr>
        <p:spPr>
          <a:xfrm>
            <a:off x="781509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9" name="a_full_bar_1058">
            <a:extLst>
              <a:ext uri="{FF2B5EF4-FFF2-40B4-BE49-F238E27FC236}">
                <a16:creationId xmlns:a16="http://schemas.microsoft.com/office/drawing/2014/main" id="{0644129C-E582-445B-8C04-B3979096C8A8}"/>
              </a:ext>
            </a:extLst>
          </p:cNvPr>
          <p:cNvSpPr>
            <a:spLocks noGrp="1"/>
          </p:cNvSpPr>
          <p:nvPr/>
        </p:nvSpPr>
        <p:spPr>
          <a:xfrm>
            <a:off x="7688765" y="43614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0" name="a_full_bar_1059">
            <a:extLst>
              <a:ext uri="{FF2B5EF4-FFF2-40B4-BE49-F238E27FC236}">
                <a16:creationId xmlns:a16="http://schemas.microsoft.com/office/drawing/2014/main" id="{420B6EA0-51E9-47A3-B3AF-C8FE5A6E5C42}"/>
              </a:ext>
            </a:extLst>
          </p:cNvPr>
          <p:cNvSpPr>
            <a:spLocks noGrp="1"/>
          </p:cNvSpPr>
          <p:nvPr/>
        </p:nvSpPr>
        <p:spPr>
          <a:xfrm>
            <a:off x="764802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1" name="a_full_bar_1060">
            <a:extLst>
              <a:ext uri="{FF2B5EF4-FFF2-40B4-BE49-F238E27FC236}">
                <a16:creationId xmlns:a16="http://schemas.microsoft.com/office/drawing/2014/main" id="{EE1D2500-FA3C-48C5-94C2-6C447701C67C}"/>
              </a:ext>
            </a:extLst>
          </p:cNvPr>
          <p:cNvSpPr>
            <a:spLocks noGrp="1"/>
          </p:cNvSpPr>
          <p:nvPr/>
        </p:nvSpPr>
        <p:spPr>
          <a:xfrm>
            <a:off x="769713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2" name="a_full_bar_1061">
            <a:extLst>
              <a:ext uri="{FF2B5EF4-FFF2-40B4-BE49-F238E27FC236}">
                <a16:creationId xmlns:a16="http://schemas.microsoft.com/office/drawing/2014/main" id="{E5AA0446-749D-472E-B5C5-40222451FC63}"/>
              </a:ext>
            </a:extLst>
          </p:cNvPr>
          <p:cNvSpPr>
            <a:spLocks noGrp="1"/>
          </p:cNvSpPr>
          <p:nvPr/>
        </p:nvSpPr>
        <p:spPr>
          <a:xfrm>
            <a:off x="7602250" y="4491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3" name="a_full_bar_1062">
            <a:extLst>
              <a:ext uri="{FF2B5EF4-FFF2-40B4-BE49-F238E27FC236}">
                <a16:creationId xmlns:a16="http://schemas.microsoft.com/office/drawing/2014/main" id="{821514AC-B286-4C57-83A4-67EA76F371BD}"/>
              </a:ext>
            </a:extLst>
          </p:cNvPr>
          <p:cNvSpPr>
            <a:spLocks noGrp="1"/>
          </p:cNvSpPr>
          <p:nvPr/>
        </p:nvSpPr>
        <p:spPr>
          <a:xfrm>
            <a:off x="780929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4" name="a_full_bar_1063">
            <a:extLst>
              <a:ext uri="{FF2B5EF4-FFF2-40B4-BE49-F238E27FC236}">
                <a16:creationId xmlns:a16="http://schemas.microsoft.com/office/drawing/2014/main" id="{A32FC31E-14C4-49E5-A760-3098CDA72473}"/>
              </a:ext>
            </a:extLst>
          </p:cNvPr>
          <p:cNvSpPr>
            <a:spLocks noGrp="1"/>
          </p:cNvSpPr>
          <p:nvPr/>
        </p:nvSpPr>
        <p:spPr>
          <a:xfrm>
            <a:off x="778620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5" name="a_full_bar_1064">
            <a:extLst>
              <a:ext uri="{FF2B5EF4-FFF2-40B4-BE49-F238E27FC236}">
                <a16:creationId xmlns:a16="http://schemas.microsoft.com/office/drawing/2014/main" id="{6300B38E-64D3-423C-9FF3-FCCC1666BA7A}"/>
              </a:ext>
            </a:extLst>
          </p:cNvPr>
          <p:cNvSpPr>
            <a:spLocks noGrp="1"/>
          </p:cNvSpPr>
          <p:nvPr/>
        </p:nvSpPr>
        <p:spPr>
          <a:xfrm>
            <a:off x="7560668" y="57355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6" name="a_full_bar_1065">
            <a:extLst>
              <a:ext uri="{FF2B5EF4-FFF2-40B4-BE49-F238E27FC236}">
                <a16:creationId xmlns:a16="http://schemas.microsoft.com/office/drawing/2014/main" id="{DF8F402E-1F43-4FE5-BF2F-B198ACF6962F}"/>
              </a:ext>
            </a:extLst>
          </p:cNvPr>
          <p:cNvSpPr>
            <a:spLocks noGrp="1"/>
          </p:cNvSpPr>
          <p:nvPr/>
        </p:nvSpPr>
        <p:spPr>
          <a:xfrm>
            <a:off x="786610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7" name="a_full_bar_1066">
            <a:extLst>
              <a:ext uri="{FF2B5EF4-FFF2-40B4-BE49-F238E27FC236}">
                <a16:creationId xmlns:a16="http://schemas.microsoft.com/office/drawing/2014/main" id="{314A8FA8-E503-45E0-B68C-0AF46521FD34}"/>
              </a:ext>
            </a:extLst>
          </p:cNvPr>
          <p:cNvSpPr>
            <a:spLocks noGrp="1"/>
          </p:cNvSpPr>
          <p:nvPr/>
        </p:nvSpPr>
        <p:spPr>
          <a:xfrm>
            <a:off x="7676783" y="51603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8" name="a_full_bar_1067">
            <a:extLst>
              <a:ext uri="{FF2B5EF4-FFF2-40B4-BE49-F238E27FC236}">
                <a16:creationId xmlns:a16="http://schemas.microsoft.com/office/drawing/2014/main" id="{1BA4CEA0-3331-49D4-8E81-1F220FED288F}"/>
              </a:ext>
            </a:extLst>
          </p:cNvPr>
          <p:cNvSpPr>
            <a:spLocks noGrp="1"/>
          </p:cNvSpPr>
          <p:nvPr/>
        </p:nvSpPr>
        <p:spPr>
          <a:xfrm>
            <a:off x="7618469" y="593017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9" name="a_full_bar_1068">
            <a:extLst>
              <a:ext uri="{FF2B5EF4-FFF2-40B4-BE49-F238E27FC236}">
                <a16:creationId xmlns:a16="http://schemas.microsoft.com/office/drawing/2014/main" id="{F43359AC-BFF5-47E2-9CF2-B9F01674E3B7}"/>
              </a:ext>
            </a:extLst>
          </p:cNvPr>
          <p:cNvSpPr>
            <a:spLocks noGrp="1"/>
          </p:cNvSpPr>
          <p:nvPr/>
        </p:nvSpPr>
        <p:spPr>
          <a:xfrm>
            <a:off x="7635603" y="396655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0" name="a_full_bar_1069">
            <a:extLst>
              <a:ext uri="{FF2B5EF4-FFF2-40B4-BE49-F238E27FC236}">
                <a16:creationId xmlns:a16="http://schemas.microsoft.com/office/drawing/2014/main" id="{C9173644-0D6A-4488-B7DE-3E2CC86BD609}"/>
              </a:ext>
            </a:extLst>
          </p:cNvPr>
          <p:cNvSpPr>
            <a:spLocks noGrp="1"/>
          </p:cNvSpPr>
          <p:nvPr/>
        </p:nvSpPr>
        <p:spPr>
          <a:xfrm>
            <a:off x="784454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1" name="a_full_bar_1070">
            <a:extLst>
              <a:ext uri="{FF2B5EF4-FFF2-40B4-BE49-F238E27FC236}">
                <a16:creationId xmlns:a16="http://schemas.microsoft.com/office/drawing/2014/main" id="{F9BECA6F-B909-48D0-8337-3EB074C19936}"/>
              </a:ext>
            </a:extLst>
          </p:cNvPr>
          <p:cNvSpPr>
            <a:spLocks noGrp="1"/>
          </p:cNvSpPr>
          <p:nvPr/>
        </p:nvSpPr>
        <p:spPr>
          <a:xfrm>
            <a:off x="7727387" y="37738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2" name="a_full_bar_1071">
            <a:extLst>
              <a:ext uri="{FF2B5EF4-FFF2-40B4-BE49-F238E27FC236}">
                <a16:creationId xmlns:a16="http://schemas.microsoft.com/office/drawing/2014/main" id="{E06B776D-47C0-40D2-B1F8-56E889679950}"/>
              </a:ext>
            </a:extLst>
          </p:cNvPr>
          <p:cNvSpPr>
            <a:spLocks noGrp="1"/>
          </p:cNvSpPr>
          <p:nvPr/>
        </p:nvSpPr>
        <p:spPr>
          <a:xfrm>
            <a:off x="756638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3" name="a_full_bar_1072">
            <a:extLst>
              <a:ext uri="{FF2B5EF4-FFF2-40B4-BE49-F238E27FC236}">
                <a16:creationId xmlns:a16="http://schemas.microsoft.com/office/drawing/2014/main" id="{F8D14348-E30B-4432-BA52-6F31675CB0C1}"/>
              </a:ext>
            </a:extLst>
          </p:cNvPr>
          <p:cNvSpPr>
            <a:spLocks noGrp="1"/>
          </p:cNvSpPr>
          <p:nvPr/>
        </p:nvSpPr>
        <p:spPr>
          <a:xfrm>
            <a:off x="752386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4" name="a_full_bar_1073">
            <a:extLst>
              <a:ext uri="{FF2B5EF4-FFF2-40B4-BE49-F238E27FC236}">
                <a16:creationId xmlns:a16="http://schemas.microsoft.com/office/drawing/2014/main" id="{AC02E62C-CA32-4831-B107-03CFB4DA71C8}"/>
              </a:ext>
            </a:extLst>
          </p:cNvPr>
          <p:cNvSpPr>
            <a:spLocks noGrp="1"/>
          </p:cNvSpPr>
          <p:nvPr/>
        </p:nvSpPr>
        <p:spPr>
          <a:xfrm>
            <a:off x="789704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5" name="a_full_bar_1074">
            <a:extLst>
              <a:ext uri="{FF2B5EF4-FFF2-40B4-BE49-F238E27FC236}">
                <a16:creationId xmlns:a16="http://schemas.microsoft.com/office/drawing/2014/main" id="{EAD41C12-4E9E-4B9B-95B5-75866799BFDD}"/>
              </a:ext>
            </a:extLst>
          </p:cNvPr>
          <p:cNvSpPr>
            <a:spLocks noGrp="1"/>
          </p:cNvSpPr>
          <p:nvPr/>
        </p:nvSpPr>
        <p:spPr>
          <a:xfrm>
            <a:off x="7860614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6" name="a_full_bar_1075">
            <a:extLst>
              <a:ext uri="{FF2B5EF4-FFF2-40B4-BE49-F238E27FC236}">
                <a16:creationId xmlns:a16="http://schemas.microsoft.com/office/drawing/2014/main" id="{7B834FE6-6C36-40C3-AFB5-A7E970A92751}"/>
              </a:ext>
            </a:extLst>
          </p:cNvPr>
          <p:cNvSpPr>
            <a:spLocks noGrp="1"/>
          </p:cNvSpPr>
          <p:nvPr/>
        </p:nvSpPr>
        <p:spPr>
          <a:xfrm>
            <a:off x="7660202" y="483187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7" name="a_full_bar_1076">
            <a:extLst>
              <a:ext uri="{FF2B5EF4-FFF2-40B4-BE49-F238E27FC236}">
                <a16:creationId xmlns:a16="http://schemas.microsoft.com/office/drawing/2014/main" id="{BCFD897E-3F3F-4AC8-BFFD-ECF6729C6FB8}"/>
              </a:ext>
            </a:extLst>
          </p:cNvPr>
          <p:cNvSpPr>
            <a:spLocks noGrp="1"/>
          </p:cNvSpPr>
          <p:nvPr/>
        </p:nvSpPr>
        <p:spPr>
          <a:xfrm>
            <a:off x="780141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8" name="a_full_bar_1077">
            <a:extLst>
              <a:ext uri="{FF2B5EF4-FFF2-40B4-BE49-F238E27FC236}">
                <a16:creationId xmlns:a16="http://schemas.microsoft.com/office/drawing/2014/main" id="{B742070B-8E49-4DF8-9B86-D357753B9D5E}"/>
              </a:ext>
            </a:extLst>
          </p:cNvPr>
          <p:cNvSpPr>
            <a:spLocks noGrp="1"/>
          </p:cNvSpPr>
          <p:nvPr/>
        </p:nvSpPr>
        <p:spPr>
          <a:xfrm>
            <a:off x="7798146" y="35524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9" name="a_full_bar_1078">
            <a:extLst>
              <a:ext uri="{FF2B5EF4-FFF2-40B4-BE49-F238E27FC236}">
                <a16:creationId xmlns:a16="http://schemas.microsoft.com/office/drawing/2014/main" id="{F3CBBCEA-ABEE-492C-9F66-9E410AEB1CE6}"/>
              </a:ext>
            </a:extLst>
          </p:cNvPr>
          <p:cNvSpPr>
            <a:spLocks noGrp="1"/>
          </p:cNvSpPr>
          <p:nvPr/>
        </p:nvSpPr>
        <p:spPr>
          <a:xfrm>
            <a:off x="7907873" y="4491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0" name="a_full_bar_1079">
            <a:extLst>
              <a:ext uri="{FF2B5EF4-FFF2-40B4-BE49-F238E27FC236}">
                <a16:creationId xmlns:a16="http://schemas.microsoft.com/office/drawing/2014/main" id="{FAE8D753-943B-4DB5-B038-A01E34EE02B6}"/>
              </a:ext>
            </a:extLst>
          </p:cNvPr>
          <p:cNvSpPr>
            <a:spLocks noGrp="1"/>
          </p:cNvSpPr>
          <p:nvPr/>
        </p:nvSpPr>
        <p:spPr>
          <a:xfrm>
            <a:off x="7518175" y="55434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1" name="a_full_bar_1080">
            <a:extLst>
              <a:ext uri="{FF2B5EF4-FFF2-40B4-BE49-F238E27FC236}">
                <a16:creationId xmlns:a16="http://schemas.microsoft.com/office/drawing/2014/main" id="{2E576220-ACCA-4913-812A-E54A25F9ABEF}"/>
              </a:ext>
            </a:extLst>
          </p:cNvPr>
          <p:cNvSpPr>
            <a:spLocks noGrp="1"/>
          </p:cNvSpPr>
          <p:nvPr/>
        </p:nvSpPr>
        <p:spPr>
          <a:xfrm>
            <a:off x="7642050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2" name="a_full_bar_1081">
            <a:extLst>
              <a:ext uri="{FF2B5EF4-FFF2-40B4-BE49-F238E27FC236}">
                <a16:creationId xmlns:a16="http://schemas.microsoft.com/office/drawing/2014/main" id="{338D5A71-E5DB-4183-9F71-F4BEAB13BA11}"/>
              </a:ext>
            </a:extLst>
          </p:cNvPr>
          <p:cNvSpPr>
            <a:spLocks noGrp="1"/>
          </p:cNvSpPr>
          <p:nvPr/>
        </p:nvSpPr>
        <p:spPr>
          <a:xfrm>
            <a:off x="7582455" y="515280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3" name="a_full_bar_1082">
            <a:extLst>
              <a:ext uri="{FF2B5EF4-FFF2-40B4-BE49-F238E27FC236}">
                <a16:creationId xmlns:a16="http://schemas.microsoft.com/office/drawing/2014/main" id="{6DDEB773-A1C7-41D9-8FB9-EC91F109055F}"/>
              </a:ext>
            </a:extLst>
          </p:cNvPr>
          <p:cNvSpPr>
            <a:spLocks noGrp="1"/>
          </p:cNvSpPr>
          <p:nvPr/>
        </p:nvSpPr>
        <p:spPr>
          <a:xfrm>
            <a:off x="751505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4" name="a_full_bar_1083">
            <a:extLst>
              <a:ext uri="{FF2B5EF4-FFF2-40B4-BE49-F238E27FC236}">
                <a16:creationId xmlns:a16="http://schemas.microsoft.com/office/drawing/2014/main" id="{F00B9122-0C9B-477A-A3CE-3B0DDB8FEDCE}"/>
              </a:ext>
            </a:extLst>
          </p:cNvPr>
          <p:cNvSpPr>
            <a:spLocks noGrp="1"/>
          </p:cNvSpPr>
          <p:nvPr/>
        </p:nvSpPr>
        <p:spPr>
          <a:xfrm>
            <a:off x="763945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5" name="a_full_bar_1084">
            <a:extLst>
              <a:ext uri="{FF2B5EF4-FFF2-40B4-BE49-F238E27FC236}">
                <a16:creationId xmlns:a16="http://schemas.microsoft.com/office/drawing/2014/main" id="{1A9A84C4-20A0-40F7-8716-236B95A8B107}"/>
              </a:ext>
            </a:extLst>
          </p:cNvPr>
          <p:cNvSpPr>
            <a:spLocks noGrp="1"/>
          </p:cNvSpPr>
          <p:nvPr/>
        </p:nvSpPr>
        <p:spPr>
          <a:xfrm>
            <a:off x="7755291" y="39907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6" name="a_full_bar_1085">
            <a:extLst>
              <a:ext uri="{FF2B5EF4-FFF2-40B4-BE49-F238E27FC236}">
                <a16:creationId xmlns:a16="http://schemas.microsoft.com/office/drawing/2014/main" id="{74B5E84A-115D-4127-B16D-FE97294BB745}"/>
              </a:ext>
            </a:extLst>
          </p:cNvPr>
          <p:cNvSpPr>
            <a:spLocks noGrp="1"/>
          </p:cNvSpPr>
          <p:nvPr/>
        </p:nvSpPr>
        <p:spPr>
          <a:xfrm>
            <a:off x="761958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7" name="a_full_bar_1086">
            <a:extLst>
              <a:ext uri="{FF2B5EF4-FFF2-40B4-BE49-F238E27FC236}">
                <a16:creationId xmlns:a16="http://schemas.microsoft.com/office/drawing/2014/main" id="{4ADBE43C-5DF2-47E8-B7AA-235EAC14A27E}"/>
              </a:ext>
            </a:extLst>
          </p:cNvPr>
          <p:cNvSpPr>
            <a:spLocks noGrp="1"/>
          </p:cNvSpPr>
          <p:nvPr/>
        </p:nvSpPr>
        <p:spPr>
          <a:xfrm>
            <a:off x="7808074" y="298897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8" name="a_full_bar_1087">
            <a:extLst>
              <a:ext uri="{FF2B5EF4-FFF2-40B4-BE49-F238E27FC236}">
                <a16:creationId xmlns:a16="http://schemas.microsoft.com/office/drawing/2014/main" id="{794C7414-726B-4D4E-AA7B-53748DA2F2B7}"/>
              </a:ext>
            </a:extLst>
          </p:cNvPr>
          <p:cNvSpPr>
            <a:spLocks noGrp="1"/>
          </p:cNvSpPr>
          <p:nvPr/>
        </p:nvSpPr>
        <p:spPr>
          <a:xfrm>
            <a:off x="7763906" y="507613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9" name="a_full_bar_1088">
            <a:extLst>
              <a:ext uri="{FF2B5EF4-FFF2-40B4-BE49-F238E27FC236}">
                <a16:creationId xmlns:a16="http://schemas.microsoft.com/office/drawing/2014/main" id="{3FC02F79-BDF5-48EF-87BD-0D9810C2594E}"/>
              </a:ext>
            </a:extLst>
          </p:cNvPr>
          <p:cNvSpPr>
            <a:spLocks noGrp="1"/>
          </p:cNvSpPr>
          <p:nvPr/>
        </p:nvSpPr>
        <p:spPr>
          <a:xfrm>
            <a:off x="7879552" y="445167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0" name="a_full_bar_1089">
            <a:extLst>
              <a:ext uri="{FF2B5EF4-FFF2-40B4-BE49-F238E27FC236}">
                <a16:creationId xmlns:a16="http://schemas.microsoft.com/office/drawing/2014/main" id="{462A176A-859C-4DD4-B0D3-30E6C657634B}"/>
              </a:ext>
            </a:extLst>
          </p:cNvPr>
          <p:cNvSpPr>
            <a:spLocks noGrp="1"/>
          </p:cNvSpPr>
          <p:nvPr/>
        </p:nvSpPr>
        <p:spPr>
          <a:xfrm>
            <a:off x="756267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1" name="a_full_bar_1090">
            <a:extLst>
              <a:ext uri="{FF2B5EF4-FFF2-40B4-BE49-F238E27FC236}">
                <a16:creationId xmlns:a16="http://schemas.microsoft.com/office/drawing/2014/main" id="{86C693D5-456F-41B7-85DB-396028B75725}"/>
              </a:ext>
            </a:extLst>
          </p:cNvPr>
          <p:cNvSpPr>
            <a:spLocks noGrp="1"/>
          </p:cNvSpPr>
          <p:nvPr/>
        </p:nvSpPr>
        <p:spPr>
          <a:xfrm>
            <a:off x="7766730" y="457509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2" name="a_full_bar_1091">
            <a:extLst>
              <a:ext uri="{FF2B5EF4-FFF2-40B4-BE49-F238E27FC236}">
                <a16:creationId xmlns:a16="http://schemas.microsoft.com/office/drawing/2014/main" id="{4D80C3EE-EC07-4CCE-9E20-7AFF757C66E6}"/>
              </a:ext>
            </a:extLst>
          </p:cNvPr>
          <p:cNvSpPr>
            <a:spLocks noGrp="1"/>
          </p:cNvSpPr>
          <p:nvPr/>
        </p:nvSpPr>
        <p:spPr>
          <a:xfrm>
            <a:off x="7897770" y="52730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3" name="a_full_bar_1092">
            <a:extLst>
              <a:ext uri="{FF2B5EF4-FFF2-40B4-BE49-F238E27FC236}">
                <a16:creationId xmlns:a16="http://schemas.microsoft.com/office/drawing/2014/main" id="{CE6FCDC2-4DE0-44FA-9473-B42EF42E7148}"/>
              </a:ext>
            </a:extLst>
          </p:cNvPr>
          <p:cNvSpPr>
            <a:spLocks noGrp="1"/>
          </p:cNvSpPr>
          <p:nvPr/>
        </p:nvSpPr>
        <p:spPr>
          <a:xfrm>
            <a:off x="776679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4" name="a_full_bar_1093">
            <a:extLst>
              <a:ext uri="{FF2B5EF4-FFF2-40B4-BE49-F238E27FC236}">
                <a16:creationId xmlns:a16="http://schemas.microsoft.com/office/drawing/2014/main" id="{034BADC0-E386-490B-898A-91A4634001A5}"/>
              </a:ext>
            </a:extLst>
          </p:cNvPr>
          <p:cNvSpPr>
            <a:spLocks noGrp="1"/>
          </p:cNvSpPr>
          <p:nvPr/>
        </p:nvSpPr>
        <p:spPr>
          <a:xfrm>
            <a:off x="7718134" y="558658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5" name="a_full_bar_1094">
            <a:extLst>
              <a:ext uri="{FF2B5EF4-FFF2-40B4-BE49-F238E27FC236}">
                <a16:creationId xmlns:a16="http://schemas.microsoft.com/office/drawing/2014/main" id="{14CAEA47-C0DB-4D53-A9A9-F47EAA5F7F71}"/>
              </a:ext>
            </a:extLst>
          </p:cNvPr>
          <p:cNvSpPr>
            <a:spLocks noGrp="1"/>
          </p:cNvSpPr>
          <p:nvPr/>
        </p:nvSpPr>
        <p:spPr>
          <a:xfrm>
            <a:off x="7659248" y="56937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6" name="a_full_bar_1095">
            <a:extLst>
              <a:ext uri="{FF2B5EF4-FFF2-40B4-BE49-F238E27FC236}">
                <a16:creationId xmlns:a16="http://schemas.microsoft.com/office/drawing/2014/main" id="{7643ADA0-5468-452A-BB5D-5EF4526DE7DC}"/>
              </a:ext>
            </a:extLst>
          </p:cNvPr>
          <p:cNvSpPr>
            <a:spLocks noGrp="1"/>
          </p:cNvSpPr>
          <p:nvPr/>
        </p:nvSpPr>
        <p:spPr>
          <a:xfrm>
            <a:off x="753788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7" name="a_full_bar_1096">
            <a:extLst>
              <a:ext uri="{FF2B5EF4-FFF2-40B4-BE49-F238E27FC236}">
                <a16:creationId xmlns:a16="http://schemas.microsoft.com/office/drawing/2014/main" id="{7DC1E212-7C62-4C1C-B895-35D778A170FD}"/>
              </a:ext>
            </a:extLst>
          </p:cNvPr>
          <p:cNvSpPr>
            <a:spLocks noGrp="1"/>
          </p:cNvSpPr>
          <p:nvPr/>
        </p:nvSpPr>
        <p:spPr>
          <a:xfrm>
            <a:off x="7566677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8" name="a_full_bar_1097">
            <a:extLst>
              <a:ext uri="{FF2B5EF4-FFF2-40B4-BE49-F238E27FC236}">
                <a16:creationId xmlns:a16="http://schemas.microsoft.com/office/drawing/2014/main" id="{2BF87FAC-A3A8-430C-A880-2C6BFB3C7875}"/>
              </a:ext>
            </a:extLst>
          </p:cNvPr>
          <p:cNvSpPr>
            <a:spLocks noGrp="1"/>
          </p:cNvSpPr>
          <p:nvPr/>
        </p:nvSpPr>
        <p:spPr>
          <a:xfrm>
            <a:off x="771686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9" name="a_full_bar_1098">
            <a:extLst>
              <a:ext uri="{FF2B5EF4-FFF2-40B4-BE49-F238E27FC236}">
                <a16:creationId xmlns:a16="http://schemas.microsoft.com/office/drawing/2014/main" id="{686594C1-15DA-4B4D-B2B9-F0FAB5D6FE72}"/>
              </a:ext>
            </a:extLst>
          </p:cNvPr>
          <p:cNvSpPr>
            <a:spLocks noGrp="1"/>
          </p:cNvSpPr>
          <p:nvPr/>
        </p:nvSpPr>
        <p:spPr>
          <a:xfrm>
            <a:off x="7802205" y="532214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0" name="a_full_bar_1099">
            <a:extLst>
              <a:ext uri="{FF2B5EF4-FFF2-40B4-BE49-F238E27FC236}">
                <a16:creationId xmlns:a16="http://schemas.microsoft.com/office/drawing/2014/main" id="{9504381C-811A-4343-A998-B76075C5D147}"/>
              </a:ext>
            </a:extLst>
          </p:cNvPr>
          <p:cNvSpPr>
            <a:spLocks noGrp="1"/>
          </p:cNvSpPr>
          <p:nvPr/>
        </p:nvSpPr>
        <p:spPr>
          <a:xfrm>
            <a:off x="782440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1" name="a_full_bar_1100">
            <a:extLst>
              <a:ext uri="{FF2B5EF4-FFF2-40B4-BE49-F238E27FC236}">
                <a16:creationId xmlns:a16="http://schemas.microsoft.com/office/drawing/2014/main" id="{4EBB1F3E-69D1-4935-AFCA-BE091FD10976}"/>
              </a:ext>
            </a:extLst>
          </p:cNvPr>
          <p:cNvSpPr>
            <a:spLocks noGrp="1"/>
          </p:cNvSpPr>
          <p:nvPr/>
        </p:nvSpPr>
        <p:spPr>
          <a:xfrm>
            <a:off x="7579633" y="57366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2" name="a_full_bar_1101">
            <a:extLst>
              <a:ext uri="{FF2B5EF4-FFF2-40B4-BE49-F238E27FC236}">
                <a16:creationId xmlns:a16="http://schemas.microsoft.com/office/drawing/2014/main" id="{906CF843-0655-43E2-AE75-60EE30BBF592}"/>
              </a:ext>
            </a:extLst>
          </p:cNvPr>
          <p:cNvSpPr>
            <a:spLocks noGrp="1"/>
          </p:cNvSpPr>
          <p:nvPr/>
        </p:nvSpPr>
        <p:spPr>
          <a:xfrm>
            <a:off x="345296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3" name="a_full_bar_1102">
            <a:extLst>
              <a:ext uri="{FF2B5EF4-FFF2-40B4-BE49-F238E27FC236}">
                <a16:creationId xmlns:a16="http://schemas.microsoft.com/office/drawing/2014/main" id="{59C238A4-F9AD-4690-9AFA-07BD9BA245FB}"/>
              </a:ext>
            </a:extLst>
          </p:cNvPr>
          <p:cNvSpPr>
            <a:spLocks noGrp="1"/>
          </p:cNvSpPr>
          <p:nvPr/>
        </p:nvSpPr>
        <p:spPr>
          <a:xfrm>
            <a:off x="33162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4" name="a_full_bar_1103">
            <a:extLst>
              <a:ext uri="{FF2B5EF4-FFF2-40B4-BE49-F238E27FC236}">
                <a16:creationId xmlns:a16="http://schemas.microsoft.com/office/drawing/2014/main" id="{96D59CE1-B3BA-41B3-83C7-14C4C9C61D0E}"/>
              </a:ext>
            </a:extLst>
          </p:cNvPr>
          <p:cNvSpPr>
            <a:spLocks noGrp="1"/>
          </p:cNvSpPr>
          <p:nvPr/>
        </p:nvSpPr>
        <p:spPr>
          <a:xfrm>
            <a:off x="3430279" y="597395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5" name="a_full_bar_1104">
            <a:extLst>
              <a:ext uri="{FF2B5EF4-FFF2-40B4-BE49-F238E27FC236}">
                <a16:creationId xmlns:a16="http://schemas.microsoft.com/office/drawing/2014/main" id="{EFD0C440-F49B-477E-9ACF-90FAFE9A8EE9}"/>
              </a:ext>
            </a:extLst>
          </p:cNvPr>
          <p:cNvSpPr>
            <a:spLocks noGrp="1"/>
          </p:cNvSpPr>
          <p:nvPr/>
        </p:nvSpPr>
        <p:spPr>
          <a:xfrm>
            <a:off x="353119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6" name="a_full_bar_1105">
            <a:extLst>
              <a:ext uri="{FF2B5EF4-FFF2-40B4-BE49-F238E27FC236}">
                <a16:creationId xmlns:a16="http://schemas.microsoft.com/office/drawing/2014/main" id="{19900F95-5323-4C5E-B34D-ED6C13E6DCA9}"/>
              </a:ext>
            </a:extLst>
          </p:cNvPr>
          <p:cNvSpPr>
            <a:spLocks noGrp="1"/>
          </p:cNvSpPr>
          <p:nvPr/>
        </p:nvSpPr>
        <p:spPr>
          <a:xfrm>
            <a:off x="3351396" y="589284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7" name="a_full_bar_1106">
            <a:extLst>
              <a:ext uri="{FF2B5EF4-FFF2-40B4-BE49-F238E27FC236}">
                <a16:creationId xmlns:a16="http://schemas.microsoft.com/office/drawing/2014/main" id="{A006B61B-9316-4ACC-B69B-72490618B344}"/>
              </a:ext>
            </a:extLst>
          </p:cNvPr>
          <p:cNvSpPr>
            <a:spLocks noGrp="1"/>
          </p:cNvSpPr>
          <p:nvPr/>
        </p:nvSpPr>
        <p:spPr>
          <a:xfrm>
            <a:off x="335375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8" name="a_full_bar_1107">
            <a:extLst>
              <a:ext uri="{FF2B5EF4-FFF2-40B4-BE49-F238E27FC236}">
                <a16:creationId xmlns:a16="http://schemas.microsoft.com/office/drawing/2014/main" id="{DA2FDEFF-5F36-4B37-BDE0-5F2B37D6B6AA}"/>
              </a:ext>
            </a:extLst>
          </p:cNvPr>
          <p:cNvSpPr>
            <a:spLocks noGrp="1"/>
          </p:cNvSpPr>
          <p:nvPr/>
        </p:nvSpPr>
        <p:spPr>
          <a:xfrm>
            <a:off x="331939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9" name="a_full_bar_1108">
            <a:extLst>
              <a:ext uri="{FF2B5EF4-FFF2-40B4-BE49-F238E27FC236}">
                <a16:creationId xmlns:a16="http://schemas.microsoft.com/office/drawing/2014/main" id="{939EC7E7-D7EB-4170-8DBC-C91CEAC9DA07}"/>
              </a:ext>
            </a:extLst>
          </p:cNvPr>
          <p:cNvSpPr>
            <a:spLocks noGrp="1"/>
          </p:cNvSpPr>
          <p:nvPr/>
        </p:nvSpPr>
        <p:spPr>
          <a:xfrm>
            <a:off x="3222785" y="593404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0" name="a_full_bar_1109">
            <a:extLst>
              <a:ext uri="{FF2B5EF4-FFF2-40B4-BE49-F238E27FC236}">
                <a16:creationId xmlns:a16="http://schemas.microsoft.com/office/drawing/2014/main" id="{16060B77-AD47-4933-8FCE-EF307E0E48ED}"/>
              </a:ext>
            </a:extLst>
          </p:cNvPr>
          <p:cNvSpPr>
            <a:spLocks noGrp="1"/>
          </p:cNvSpPr>
          <p:nvPr/>
        </p:nvSpPr>
        <p:spPr>
          <a:xfrm>
            <a:off x="347583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1" name="a_full_bar_1110">
            <a:extLst>
              <a:ext uri="{FF2B5EF4-FFF2-40B4-BE49-F238E27FC236}">
                <a16:creationId xmlns:a16="http://schemas.microsoft.com/office/drawing/2014/main" id="{70BBA90E-B17A-4E3F-9C0E-985BFDFA9454}"/>
              </a:ext>
            </a:extLst>
          </p:cNvPr>
          <p:cNvSpPr>
            <a:spLocks noGrp="1"/>
          </p:cNvSpPr>
          <p:nvPr/>
        </p:nvSpPr>
        <p:spPr>
          <a:xfrm>
            <a:off x="3407470" y="59750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2" name="a_full_bar_1111">
            <a:extLst>
              <a:ext uri="{FF2B5EF4-FFF2-40B4-BE49-F238E27FC236}">
                <a16:creationId xmlns:a16="http://schemas.microsoft.com/office/drawing/2014/main" id="{D969BB39-92E3-450F-9F1B-6D5F5BA5A0C7}"/>
              </a:ext>
            </a:extLst>
          </p:cNvPr>
          <p:cNvSpPr>
            <a:spLocks noGrp="1"/>
          </p:cNvSpPr>
          <p:nvPr/>
        </p:nvSpPr>
        <p:spPr>
          <a:xfrm>
            <a:off x="3380048" y="480243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3" name="a_full_bar_1112">
            <a:extLst>
              <a:ext uri="{FF2B5EF4-FFF2-40B4-BE49-F238E27FC236}">
                <a16:creationId xmlns:a16="http://schemas.microsoft.com/office/drawing/2014/main" id="{DA6085E8-FA2C-4894-897E-CEBC32E8A6F8}"/>
              </a:ext>
            </a:extLst>
          </p:cNvPr>
          <p:cNvSpPr>
            <a:spLocks noGrp="1"/>
          </p:cNvSpPr>
          <p:nvPr/>
        </p:nvSpPr>
        <p:spPr>
          <a:xfrm>
            <a:off x="3214340" y="55382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4" name="a_full_bar_1113">
            <a:extLst>
              <a:ext uri="{FF2B5EF4-FFF2-40B4-BE49-F238E27FC236}">
                <a16:creationId xmlns:a16="http://schemas.microsoft.com/office/drawing/2014/main" id="{3E35873D-B3BC-44C3-B017-D0A866F58A1D}"/>
              </a:ext>
            </a:extLst>
          </p:cNvPr>
          <p:cNvSpPr>
            <a:spLocks noGrp="1"/>
          </p:cNvSpPr>
          <p:nvPr/>
        </p:nvSpPr>
        <p:spPr>
          <a:xfrm>
            <a:off x="3539560" y="597326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5" name="a_full_bar_1114">
            <a:extLst>
              <a:ext uri="{FF2B5EF4-FFF2-40B4-BE49-F238E27FC236}">
                <a16:creationId xmlns:a16="http://schemas.microsoft.com/office/drawing/2014/main" id="{CAEEB4D1-5914-436B-8DD1-BE99092F1D2D}"/>
              </a:ext>
            </a:extLst>
          </p:cNvPr>
          <p:cNvSpPr>
            <a:spLocks noGrp="1"/>
          </p:cNvSpPr>
          <p:nvPr/>
        </p:nvSpPr>
        <p:spPr>
          <a:xfrm>
            <a:off x="35731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6" name="a_full_bar_1115">
            <a:extLst>
              <a:ext uri="{FF2B5EF4-FFF2-40B4-BE49-F238E27FC236}">
                <a16:creationId xmlns:a16="http://schemas.microsoft.com/office/drawing/2014/main" id="{7AECE0FA-1A0B-46A5-A55A-059F7DD69546}"/>
              </a:ext>
            </a:extLst>
          </p:cNvPr>
          <p:cNvSpPr>
            <a:spLocks noGrp="1"/>
          </p:cNvSpPr>
          <p:nvPr/>
        </p:nvSpPr>
        <p:spPr>
          <a:xfrm>
            <a:off x="3245610" y="52414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7" name="a_full_bar_1116">
            <a:extLst>
              <a:ext uri="{FF2B5EF4-FFF2-40B4-BE49-F238E27FC236}">
                <a16:creationId xmlns:a16="http://schemas.microsoft.com/office/drawing/2014/main" id="{F1BBDCEF-4327-462F-B4A8-ED4CF7AE129D}"/>
              </a:ext>
            </a:extLst>
          </p:cNvPr>
          <p:cNvSpPr>
            <a:spLocks noGrp="1"/>
          </p:cNvSpPr>
          <p:nvPr/>
        </p:nvSpPr>
        <p:spPr>
          <a:xfrm>
            <a:off x="3192707" y="595756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8" name="a_full_bar_1117">
            <a:extLst>
              <a:ext uri="{FF2B5EF4-FFF2-40B4-BE49-F238E27FC236}">
                <a16:creationId xmlns:a16="http://schemas.microsoft.com/office/drawing/2014/main" id="{2A34256B-7BD7-43E3-86FD-7C6389EE6AA8}"/>
              </a:ext>
            </a:extLst>
          </p:cNvPr>
          <p:cNvSpPr>
            <a:spLocks noGrp="1"/>
          </p:cNvSpPr>
          <p:nvPr/>
        </p:nvSpPr>
        <p:spPr>
          <a:xfrm>
            <a:off x="354051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9" name="a_full_bar_1118">
            <a:extLst>
              <a:ext uri="{FF2B5EF4-FFF2-40B4-BE49-F238E27FC236}">
                <a16:creationId xmlns:a16="http://schemas.microsoft.com/office/drawing/2014/main" id="{2836866F-8858-4463-B52A-2629C87EB046}"/>
              </a:ext>
            </a:extLst>
          </p:cNvPr>
          <p:cNvSpPr>
            <a:spLocks noGrp="1"/>
          </p:cNvSpPr>
          <p:nvPr/>
        </p:nvSpPr>
        <p:spPr>
          <a:xfrm>
            <a:off x="3287828" y="527571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0" name="a_full_bar_1119">
            <a:extLst>
              <a:ext uri="{FF2B5EF4-FFF2-40B4-BE49-F238E27FC236}">
                <a16:creationId xmlns:a16="http://schemas.microsoft.com/office/drawing/2014/main" id="{388D07FE-F527-4C38-A367-05CECA025BCA}"/>
              </a:ext>
            </a:extLst>
          </p:cNvPr>
          <p:cNvSpPr>
            <a:spLocks noGrp="1"/>
          </p:cNvSpPr>
          <p:nvPr/>
        </p:nvSpPr>
        <p:spPr>
          <a:xfrm>
            <a:off x="3284984" y="581394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1" name="a_full_bar_1120">
            <a:extLst>
              <a:ext uri="{FF2B5EF4-FFF2-40B4-BE49-F238E27FC236}">
                <a16:creationId xmlns:a16="http://schemas.microsoft.com/office/drawing/2014/main" id="{01294817-499D-4F43-98A0-603F8FE0F0D8}"/>
              </a:ext>
            </a:extLst>
          </p:cNvPr>
          <p:cNvSpPr>
            <a:spLocks noGrp="1"/>
          </p:cNvSpPr>
          <p:nvPr/>
        </p:nvSpPr>
        <p:spPr>
          <a:xfrm>
            <a:off x="3418371" y="594246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2" name="a_full_bar_1121">
            <a:extLst>
              <a:ext uri="{FF2B5EF4-FFF2-40B4-BE49-F238E27FC236}">
                <a16:creationId xmlns:a16="http://schemas.microsoft.com/office/drawing/2014/main" id="{720AA53E-F0D1-4E93-A8B2-6186E94ACC7E}"/>
              </a:ext>
            </a:extLst>
          </p:cNvPr>
          <p:cNvSpPr>
            <a:spLocks noGrp="1"/>
          </p:cNvSpPr>
          <p:nvPr/>
        </p:nvSpPr>
        <p:spPr>
          <a:xfrm>
            <a:off x="3442865" y="58612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3" name="a_full_bar_1122">
            <a:extLst>
              <a:ext uri="{FF2B5EF4-FFF2-40B4-BE49-F238E27FC236}">
                <a16:creationId xmlns:a16="http://schemas.microsoft.com/office/drawing/2014/main" id="{0EDCA667-F5AC-463C-83BF-6A54432481D9}"/>
              </a:ext>
            </a:extLst>
          </p:cNvPr>
          <p:cNvSpPr>
            <a:spLocks noGrp="1"/>
          </p:cNvSpPr>
          <p:nvPr/>
        </p:nvSpPr>
        <p:spPr>
          <a:xfrm>
            <a:off x="357935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4" name="a_full_bar_1123">
            <a:extLst>
              <a:ext uri="{FF2B5EF4-FFF2-40B4-BE49-F238E27FC236}">
                <a16:creationId xmlns:a16="http://schemas.microsoft.com/office/drawing/2014/main" id="{C2C7E331-6754-4161-80F4-89B5966F9B68}"/>
              </a:ext>
            </a:extLst>
          </p:cNvPr>
          <p:cNvSpPr>
            <a:spLocks noGrp="1"/>
          </p:cNvSpPr>
          <p:nvPr/>
        </p:nvSpPr>
        <p:spPr>
          <a:xfrm>
            <a:off x="3383377" y="530281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5" name="a_full_bar_1124">
            <a:extLst>
              <a:ext uri="{FF2B5EF4-FFF2-40B4-BE49-F238E27FC236}">
                <a16:creationId xmlns:a16="http://schemas.microsoft.com/office/drawing/2014/main" id="{9FD8CAB9-AEBE-47BC-823C-C72E9DF08BD9}"/>
              </a:ext>
            </a:extLst>
          </p:cNvPr>
          <p:cNvSpPr>
            <a:spLocks noGrp="1"/>
          </p:cNvSpPr>
          <p:nvPr/>
        </p:nvSpPr>
        <p:spPr>
          <a:xfrm>
            <a:off x="3427047" y="477904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6" name="a_full_bar_1125">
            <a:extLst>
              <a:ext uri="{FF2B5EF4-FFF2-40B4-BE49-F238E27FC236}">
                <a16:creationId xmlns:a16="http://schemas.microsoft.com/office/drawing/2014/main" id="{3836E536-1F57-4769-9DD9-88D40BB8DB2B}"/>
              </a:ext>
            </a:extLst>
          </p:cNvPr>
          <p:cNvSpPr>
            <a:spLocks noGrp="1"/>
          </p:cNvSpPr>
          <p:nvPr/>
        </p:nvSpPr>
        <p:spPr>
          <a:xfrm>
            <a:off x="335660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7" name="a_full_bar_1126">
            <a:extLst>
              <a:ext uri="{FF2B5EF4-FFF2-40B4-BE49-F238E27FC236}">
                <a16:creationId xmlns:a16="http://schemas.microsoft.com/office/drawing/2014/main" id="{39217AB9-EF9A-4181-A1B2-8CC72C92D9EA}"/>
              </a:ext>
            </a:extLst>
          </p:cNvPr>
          <p:cNvSpPr>
            <a:spLocks noGrp="1"/>
          </p:cNvSpPr>
          <p:nvPr/>
        </p:nvSpPr>
        <p:spPr>
          <a:xfrm>
            <a:off x="322567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8" name="a_full_bar_1127">
            <a:extLst>
              <a:ext uri="{FF2B5EF4-FFF2-40B4-BE49-F238E27FC236}">
                <a16:creationId xmlns:a16="http://schemas.microsoft.com/office/drawing/2014/main" id="{04C6BD16-B376-4EA3-AF12-A8A0704CE477}"/>
              </a:ext>
            </a:extLst>
          </p:cNvPr>
          <p:cNvSpPr>
            <a:spLocks noGrp="1"/>
          </p:cNvSpPr>
          <p:nvPr/>
        </p:nvSpPr>
        <p:spPr>
          <a:xfrm>
            <a:off x="3227123" y="597515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9" name="a_full_bar_1128">
            <a:extLst>
              <a:ext uri="{FF2B5EF4-FFF2-40B4-BE49-F238E27FC236}">
                <a16:creationId xmlns:a16="http://schemas.microsoft.com/office/drawing/2014/main" id="{125E9CC2-0F5A-405A-8635-2D2CD1275267}"/>
              </a:ext>
            </a:extLst>
          </p:cNvPr>
          <p:cNvSpPr>
            <a:spLocks noGrp="1"/>
          </p:cNvSpPr>
          <p:nvPr/>
        </p:nvSpPr>
        <p:spPr>
          <a:xfrm>
            <a:off x="331869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0" name="a_full_bar_1129">
            <a:extLst>
              <a:ext uri="{FF2B5EF4-FFF2-40B4-BE49-F238E27FC236}">
                <a16:creationId xmlns:a16="http://schemas.microsoft.com/office/drawing/2014/main" id="{68AFC90D-23BF-43C6-A0A6-8DAD22337393}"/>
              </a:ext>
            </a:extLst>
          </p:cNvPr>
          <p:cNvSpPr>
            <a:spLocks noGrp="1"/>
          </p:cNvSpPr>
          <p:nvPr/>
        </p:nvSpPr>
        <p:spPr>
          <a:xfrm>
            <a:off x="3217562" y="58965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1" name="a_full_bar_1130">
            <a:extLst>
              <a:ext uri="{FF2B5EF4-FFF2-40B4-BE49-F238E27FC236}">
                <a16:creationId xmlns:a16="http://schemas.microsoft.com/office/drawing/2014/main" id="{E9F88F52-7FD3-4327-8A9D-ED0DB7CC0E4A}"/>
              </a:ext>
            </a:extLst>
          </p:cNvPr>
          <p:cNvSpPr>
            <a:spLocks noGrp="1"/>
          </p:cNvSpPr>
          <p:nvPr/>
        </p:nvSpPr>
        <p:spPr>
          <a:xfrm>
            <a:off x="3276719" y="54978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2" name="a_full_bar_1131">
            <a:extLst>
              <a:ext uri="{FF2B5EF4-FFF2-40B4-BE49-F238E27FC236}">
                <a16:creationId xmlns:a16="http://schemas.microsoft.com/office/drawing/2014/main" id="{1AE33099-5C24-4523-8877-CE266E54E205}"/>
              </a:ext>
            </a:extLst>
          </p:cNvPr>
          <p:cNvSpPr>
            <a:spLocks noGrp="1"/>
          </p:cNvSpPr>
          <p:nvPr/>
        </p:nvSpPr>
        <p:spPr>
          <a:xfrm>
            <a:off x="350817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3" name="a_full_bar_1132">
            <a:extLst>
              <a:ext uri="{FF2B5EF4-FFF2-40B4-BE49-F238E27FC236}">
                <a16:creationId xmlns:a16="http://schemas.microsoft.com/office/drawing/2014/main" id="{595E298A-1847-4457-8F14-1D5A81194DEB}"/>
              </a:ext>
            </a:extLst>
          </p:cNvPr>
          <p:cNvSpPr>
            <a:spLocks noGrp="1"/>
          </p:cNvSpPr>
          <p:nvPr/>
        </p:nvSpPr>
        <p:spPr>
          <a:xfrm>
            <a:off x="3369464" y="50214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4" name="a_full_bar_1133">
            <a:extLst>
              <a:ext uri="{FF2B5EF4-FFF2-40B4-BE49-F238E27FC236}">
                <a16:creationId xmlns:a16="http://schemas.microsoft.com/office/drawing/2014/main" id="{7D645AFE-2066-402B-BB28-24C21653E5FC}"/>
              </a:ext>
            </a:extLst>
          </p:cNvPr>
          <p:cNvSpPr>
            <a:spLocks noGrp="1"/>
          </p:cNvSpPr>
          <p:nvPr/>
        </p:nvSpPr>
        <p:spPr>
          <a:xfrm>
            <a:off x="341750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5" name="a_full_bar_1134">
            <a:extLst>
              <a:ext uri="{FF2B5EF4-FFF2-40B4-BE49-F238E27FC236}">
                <a16:creationId xmlns:a16="http://schemas.microsoft.com/office/drawing/2014/main" id="{39FDA983-6503-440E-BD80-374808492575}"/>
              </a:ext>
            </a:extLst>
          </p:cNvPr>
          <p:cNvSpPr>
            <a:spLocks noGrp="1"/>
          </p:cNvSpPr>
          <p:nvPr/>
        </p:nvSpPr>
        <p:spPr>
          <a:xfrm>
            <a:off x="3487555" y="59917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6" name="a_full_bar_1135">
            <a:extLst>
              <a:ext uri="{FF2B5EF4-FFF2-40B4-BE49-F238E27FC236}">
                <a16:creationId xmlns:a16="http://schemas.microsoft.com/office/drawing/2014/main" id="{38AE9BE5-1BAE-4F65-A1FE-79FD30BA3CE3}"/>
              </a:ext>
            </a:extLst>
          </p:cNvPr>
          <p:cNvSpPr>
            <a:spLocks noGrp="1"/>
          </p:cNvSpPr>
          <p:nvPr/>
        </p:nvSpPr>
        <p:spPr>
          <a:xfrm>
            <a:off x="33283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7" name="a_full_bar_1136">
            <a:extLst>
              <a:ext uri="{FF2B5EF4-FFF2-40B4-BE49-F238E27FC236}">
                <a16:creationId xmlns:a16="http://schemas.microsoft.com/office/drawing/2014/main" id="{49EB25FF-EB97-41F1-84E3-183CF0EE82AC}"/>
              </a:ext>
            </a:extLst>
          </p:cNvPr>
          <p:cNvSpPr>
            <a:spLocks noGrp="1"/>
          </p:cNvSpPr>
          <p:nvPr/>
        </p:nvSpPr>
        <p:spPr>
          <a:xfrm>
            <a:off x="34547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8" name="a_full_bar_1137">
            <a:extLst>
              <a:ext uri="{FF2B5EF4-FFF2-40B4-BE49-F238E27FC236}">
                <a16:creationId xmlns:a16="http://schemas.microsoft.com/office/drawing/2014/main" id="{EBB54ADE-B38E-40E7-AC2C-5E41476BF047}"/>
              </a:ext>
            </a:extLst>
          </p:cNvPr>
          <p:cNvSpPr>
            <a:spLocks noGrp="1"/>
          </p:cNvSpPr>
          <p:nvPr/>
        </p:nvSpPr>
        <p:spPr>
          <a:xfrm>
            <a:off x="345458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9" name="a_full_bar_1138">
            <a:extLst>
              <a:ext uri="{FF2B5EF4-FFF2-40B4-BE49-F238E27FC236}">
                <a16:creationId xmlns:a16="http://schemas.microsoft.com/office/drawing/2014/main" id="{FAA4B45A-8423-4A1D-8863-8319BDF78CE8}"/>
              </a:ext>
            </a:extLst>
          </p:cNvPr>
          <p:cNvSpPr>
            <a:spLocks noGrp="1"/>
          </p:cNvSpPr>
          <p:nvPr/>
        </p:nvSpPr>
        <p:spPr>
          <a:xfrm>
            <a:off x="3313516" y="59881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0" name="a_full_bar_1139">
            <a:extLst>
              <a:ext uri="{FF2B5EF4-FFF2-40B4-BE49-F238E27FC236}">
                <a16:creationId xmlns:a16="http://schemas.microsoft.com/office/drawing/2014/main" id="{043FB0D3-D549-4036-81D7-CB55AE2C0A93}"/>
              </a:ext>
            </a:extLst>
          </p:cNvPr>
          <p:cNvSpPr>
            <a:spLocks noGrp="1"/>
          </p:cNvSpPr>
          <p:nvPr/>
        </p:nvSpPr>
        <p:spPr>
          <a:xfrm>
            <a:off x="320444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1" name="a_full_bar_1140">
            <a:extLst>
              <a:ext uri="{FF2B5EF4-FFF2-40B4-BE49-F238E27FC236}">
                <a16:creationId xmlns:a16="http://schemas.microsoft.com/office/drawing/2014/main" id="{DB90EA36-91E2-43EB-821F-E24A16FE9492}"/>
              </a:ext>
            </a:extLst>
          </p:cNvPr>
          <p:cNvSpPr>
            <a:spLocks noGrp="1"/>
          </p:cNvSpPr>
          <p:nvPr/>
        </p:nvSpPr>
        <p:spPr>
          <a:xfrm>
            <a:off x="3512488" y="570187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2" name="a_full_bar_1141">
            <a:extLst>
              <a:ext uri="{FF2B5EF4-FFF2-40B4-BE49-F238E27FC236}">
                <a16:creationId xmlns:a16="http://schemas.microsoft.com/office/drawing/2014/main" id="{1051AA71-B8C9-4731-B709-7C68D413BDE3}"/>
              </a:ext>
            </a:extLst>
          </p:cNvPr>
          <p:cNvSpPr>
            <a:spLocks noGrp="1"/>
          </p:cNvSpPr>
          <p:nvPr/>
        </p:nvSpPr>
        <p:spPr>
          <a:xfrm>
            <a:off x="326763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3" name="a_full_bar_1142">
            <a:extLst>
              <a:ext uri="{FF2B5EF4-FFF2-40B4-BE49-F238E27FC236}">
                <a16:creationId xmlns:a16="http://schemas.microsoft.com/office/drawing/2014/main" id="{889B789D-1932-4FBD-B0F5-F890713D3FBB}"/>
              </a:ext>
            </a:extLst>
          </p:cNvPr>
          <p:cNvSpPr>
            <a:spLocks noGrp="1"/>
          </p:cNvSpPr>
          <p:nvPr/>
        </p:nvSpPr>
        <p:spPr>
          <a:xfrm>
            <a:off x="3388969" y="372085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4" name="a_full_bar_1143">
            <a:extLst>
              <a:ext uri="{FF2B5EF4-FFF2-40B4-BE49-F238E27FC236}">
                <a16:creationId xmlns:a16="http://schemas.microsoft.com/office/drawing/2014/main" id="{1F3E2434-0897-4BCE-BF27-C90309724D93}"/>
              </a:ext>
            </a:extLst>
          </p:cNvPr>
          <p:cNvSpPr>
            <a:spLocks noGrp="1"/>
          </p:cNvSpPr>
          <p:nvPr/>
        </p:nvSpPr>
        <p:spPr>
          <a:xfrm>
            <a:off x="323271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5" name="a_full_bar_1144">
            <a:extLst>
              <a:ext uri="{FF2B5EF4-FFF2-40B4-BE49-F238E27FC236}">
                <a16:creationId xmlns:a16="http://schemas.microsoft.com/office/drawing/2014/main" id="{1782318F-A521-4D04-A3A8-28E79D21A8DE}"/>
              </a:ext>
            </a:extLst>
          </p:cNvPr>
          <p:cNvSpPr>
            <a:spLocks noGrp="1"/>
          </p:cNvSpPr>
          <p:nvPr/>
        </p:nvSpPr>
        <p:spPr>
          <a:xfrm>
            <a:off x="324858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6" name="a_full_bar_1145">
            <a:extLst>
              <a:ext uri="{FF2B5EF4-FFF2-40B4-BE49-F238E27FC236}">
                <a16:creationId xmlns:a16="http://schemas.microsoft.com/office/drawing/2014/main" id="{41946F67-7B0A-4FF6-8680-5C56D3AF4FE7}"/>
              </a:ext>
            </a:extLst>
          </p:cNvPr>
          <p:cNvSpPr>
            <a:spLocks noGrp="1"/>
          </p:cNvSpPr>
          <p:nvPr/>
        </p:nvSpPr>
        <p:spPr>
          <a:xfrm>
            <a:off x="327190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7" name="a_full_bar_1146">
            <a:extLst>
              <a:ext uri="{FF2B5EF4-FFF2-40B4-BE49-F238E27FC236}">
                <a16:creationId xmlns:a16="http://schemas.microsoft.com/office/drawing/2014/main" id="{242BD41D-D72E-4C6C-9D3C-44588A7FC20F}"/>
              </a:ext>
            </a:extLst>
          </p:cNvPr>
          <p:cNvSpPr>
            <a:spLocks noGrp="1"/>
          </p:cNvSpPr>
          <p:nvPr/>
        </p:nvSpPr>
        <p:spPr>
          <a:xfrm>
            <a:off x="31957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8" name="a_full_bar_1147">
            <a:extLst>
              <a:ext uri="{FF2B5EF4-FFF2-40B4-BE49-F238E27FC236}">
                <a16:creationId xmlns:a16="http://schemas.microsoft.com/office/drawing/2014/main" id="{E09ABEA3-75CA-44CC-A636-32815B472913}"/>
              </a:ext>
            </a:extLst>
          </p:cNvPr>
          <p:cNvSpPr>
            <a:spLocks noGrp="1"/>
          </p:cNvSpPr>
          <p:nvPr/>
        </p:nvSpPr>
        <p:spPr>
          <a:xfrm>
            <a:off x="3550312" y="596586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9" name="a_full_bar_1148">
            <a:extLst>
              <a:ext uri="{FF2B5EF4-FFF2-40B4-BE49-F238E27FC236}">
                <a16:creationId xmlns:a16="http://schemas.microsoft.com/office/drawing/2014/main" id="{F593DDF8-8061-4563-B209-2AA5DED9FEA1}"/>
              </a:ext>
            </a:extLst>
          </p:cNvPr>
          <p:cNvSpPr>
            <a:spLocks noGrp="1"/>
          </p:cNvSpPr>
          <p:nvPr/>
        </p:nvSpPr>
        <p:spPr>
          <a:xfrm>
            <a:off x="321574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0" name="a_full_bar_1149">
            <a:extLst>
              <a:ext uri="{FF2B5EF4-FFF2-40B4-BE49-F238E27FC236}">
                <a16:creationId xmlns:a16="http://schemas.microsoft.com/office/drawing/2014/main" id="{7D0E1C0D-A978-46EC-9611-6C931B475F91}"/>
              </a:ext>
            </a:extLst>
          </p:cNvPr>
          <p:cNvSpPr>
            <a:spLocks noGrp="1"/>
          </p:cNvSpPr>
          <p:nvPr/>
        </p:nvSpPr>
        <p:spPr>
          <a:xfrm>
            <a:off x="3224750" y="597238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1" name="a_full_bar_1150">
            <a:extLst>
              <a:ext uri="{FF2B5EF4-FFF2-40B4-BE49-F238E27FC236}">
                <a16:creationId xmlns:a16="http://schemas.microsoft.com/office/drawing/2014/main" id="{9601E8B6-B8EB-4C38-A13C-A71E513CECCE}"/>
              </a:ext>
            </a:extLst>
          </p:cNvPr>
          <p:cNvSpPr>
            <a:spLocks noGrp="1"/>
          </p:cNvSpPr>
          <p:nvPr/>
        </p:nvSpPr>
        <p:spPr>
          <a:xfrm>
            <a:off x="3545667" y="400202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2" name="a_full_bar_1151">
            <a:extLst>
              <a:ext uri="{FF2B5EF4-FFF2-40B4-BE49-F238E27FC236}">
                <a16:creationId xmlns:a16="http://schemas.microsoft.com/office/drawing/2014/main" id="{EDC9149F-FBE2-49A9-8D17-C3E7B58B7F14}"/>
              </a:ext>
            </a:extLst>
          </p:cNvPr>
          <p:cNvSpPr>
            <a:spLocks noGrp="1"/>
          </p:cNvSpPr>
          <p:nvPr/>
        </p:nvSpPr>
        <p:spPr>
          <a:xfrm>
            <a:off x="3402234" y="598852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3" name="a_full_bar_1152">
            <a:extLst>
              <a:ext uri="{FF2B5EF4-FFF2-40B4-BE49-F238E27FC236}">
                <a16:creationId xmlns:a16="http://schemas.microsoft.com/office/drawing/2014/main" id="{4E760DA4-C574-49BE-AA34-1390F83E4066}"/>
              </a:ext>
            </a:extLst>
          </p:cNvPr>
          <p:cNvSpPr>
            <a:spLocks noGrp="1"/>
          </p:cNvSpPr>
          <p:nvPr/>
        </p:nvSpPr>
        <p:spPr>
          <a:xfrm>
            <a:off x="342538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4" name="a_full_bar_1153">
            <a:extLst>
              <a:ext uri="{FF2B5EF4-FFF2-40B4-BE49-F238E27FC236}">
                <a16:creationId xmlns:a16="http://schemas.microsoft.com/office/drawing/2014/main" id="{357B032B-5219-456F-9882-8A8AEC8935DA}"/>
              </a:ext>
            </a:extLst>
          </p:cNvPr>
          <p:cNvSpPr>
            <a:spLocks noGrp="1"/>
          </p:cNvSpPr>
          <p:nvPr/>
        </p:nvSpPr>
        <p:spPr>
          <a:xfrm>
            <a:off x="3357948" y="57831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5" name="a_full_bar_1154">
            <a:extLst>
              <a:ext uri="{FF2B5EF4-FFF2-40B4-BE49-F238E27FC236}">
                <a16:creationId xmlns:a16="http://schemas.microsoft.com/office/drawing/2014/main" id="{060AC321-5A56-4BB3-AFB3-700EED05CB2A}"/>
              </a:ext>
            </a:extLst>
          </p:cNvPr>
          <p:cNvSpPr>
            <a:spLocks noGrp="1"/>
          </p:cNvSpPr>
          <p:nvPr/>
        </p:nvSpPr>
        <p:spPr>
          <a:xfrm>
            <a:off x="3326517" y="410303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6" name="a_full_bar_1155">
            <a:extLst>
              <a:ext uri="{FF2B5EF4-FFF2-40B4-BE49-F238E27FC236}">
                <a16:creationId xmlns:a16="http://schemas.microsoft.com/office/drawing/2014/main" id="{DFA93D13-8523-4107-9992-BB848BE2CED3}"/>
              </a:ext>
            </a:extLst>
          </p:cNvPr>
          <p:cNvSpPr>
            <a:spLocks noGrp="1"/>
          </p:cNvSpPr>
          <p:nvPr/>
        </p:nvSpPr>
        <p:spPr>
          <a:xfrm>
            <a:off x="325524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7" name="a_full_bar_1156">
            <a:extLst>
              <a:ext uri="{FF2B5EF4-FFF2-40B4-BE49-F238E27FC236}">
                <a16:creationId xmlns:a16="http://schemas.microsoft.com/office/drawing/2014/main" id="{4151F6B2-6706-406B-B410-0C3103991369}"/>
              </a:ext>
            </a:extLst>
          </p:cNvPr>
          <p:cNvSpPr>
            <a:spLocks noGrp="1"/>
          </p:cNvSpPr>
          <p:nvPr/>
        </p:nvSpPr>
        <p:spPr>
          <a:xfrm>
            <a:off x="3324169" y="596924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8" name="a_full_bar_1157">
            <a:extLst>
              <a:ext uri="{FF2B5EF4-FFF2-40B4-BE49-F238E27FC236}">
                <a16:creationId xmlns:a16="http://schemas.microsoft.com/office/drawing/2014/main" id="{D6AF4BB4-4BF9-42EA-8FC8-E3FDF2F1B378}"/>
              </a:ext>
            </a:extLst>
          </p:cNvPr>
          <p:cNvSpPr>
            <a:spLocks noGrp="1"/>
          </p:cNvSpPr>
          <p:nvPr/>
        </p:nvSpPr>
        <p:spPr>
          <a:xfrm>
            <a:off x="3399284" y="571058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9" name="a_full_bar_1158">
            <a:extLst>
              <a:ext uri="{FF2B5EF4-FFF2-40B4-BE49-F238E27FC236}">
                <a16:creationId xmlns:a16="http://schemas.microsoft.com/office/drawing/2014/main" id="{E9F9A608-38FD-43F1-B9C1-C75D2A40459D}"/>
              </a:ext>
            </a:extLst>
          </p:cNvPr>
          <p:cNvSpPr>
            <a:spLocks noGrp="1"/>
          </p:cNvSpPr>
          <p:nvPr/>
        </p:nvSpPr>
        <p:spPr>
          <a:xfrm>
            <a:off x="3444896" y="54580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0" name="a_full_bar_1159">
            <a:extLst>
              <a:ext uri="{FF2B5EF4-FFF2-40B4-BE49-F238E27FC236}">
                <a16:creationId xmlns:a16="http://schemas.microsoft.com/office/drawing/2014/main" id="{8DC553D1-04E2-4154-9E62-8FD4CF2339FE}"/>
              </a:ext>
            </a:extLst>
          </p:cNvPr>
          <p:cNvSpPr>
            <a:spLocks noGrp="1"/>
          </p:cNvSpPr>
          <p:nvPr/>
        </p:nvSpPr>
        <p:spPr>
          <a:xfrm>
            <a:off x="3246208" y="371856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1" name="a_full_bar_1160">
            <a:extLst>
              <a:ext uri="{FF2B5EF4-FFF2-40B4-BE49-F238E27FC236}">
                <a16:creationId xmlns:a16="http://schemas.microsoft.com/office/drawing/2014/main" id="{CB104B56-6121-42A4-9475-6AC2D93427C3}"/>
              </a:ext>
            </a:extLst>
          </p:cNvPr>
          <p:cNvSpPr>
            <a:spLocks noGrp="1"/>
          </p:cNvSpPr>
          <p:nvPr/>
        </p:nvSpPr>
        <p:spPr>
          <a:xfrm>
            <a:off x="3519969" y="59779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2" name="a_full_bar_1161">
            <a:extLst>
              <a:ext uri="{FF2B5EF4-FFF2-40B4-BE49-F238E27FC236}">
                <a16:creationId xmlns:a16="http://schemas.microsoft.com/office/drawing/2014/main" id="{1F3BB97B-D91F-4DA1-A374-9C284449EBBE}"/>
              </a:ext>
            </a:extLst>
          </p:cNvPr>
          <p:cNvSpPr>
            <a:spLocks noGrp="1"/>
          </p:cNvSpPr>
          <p:nvPr/>
        </p:nvSpPr>
        <p:spPr>
          <a:xfrm>
            <a:off x="3460983" y="589518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3" name="a_full_bar_1162">
            <a:extLst>
              <a:ext uri="{FF2B5EF4-FFF2-40B4-BE49-F238E27FC236}">
                <a16:creationId xmlns:a16="http://schemas.microsoft.com/office/drawing/2014/main" id="{568CA47D-FA94-45A8-BEBB-808CDC60D014}"/>
              </a:ext>
            </a:extLst>
          </p:cNvPr>
          <p:cNvSpPr>
            <a:spLocks noGrp="1"/>
          </p:cNvSpPr>
          <p:nvPr/>
        </p:nvSpPr>
        <p:spPr>
          <a:xfrm>
            <a:off x="341770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4" name="a_full_bar_1163">
            <a:extLst>
              <a:ext uri="{FF2B5EF4-FFF2-40B4-BE49-F238E27FC236}">
                <a16:creationId xmlns:a16="http://schemas.microsoft.com/office/drawing/2014/main" id="{EDB64374-DE2B-4F4B-851D-D218AFEE5DFF}"/>
              </a:ext>
            </a:extLst>
          </p:cNvPr>
          <p:cNvSpPr>
            <a:spLocks noGrp="1"/>
          </p:cNvSpPr>
          <p:nvPr/>
        </p:nvSpPr>
        <p:spPr>
          <a:xfrm>
            <a:off x="335003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5" name="a_full_bar_1164">
            <a:extLst>
              <a:ext uri="{FF2B5EF4-FFF2-40B4-BE49-F238E27FC236}">
                <a16:creationId xmlns:a16="http://schemas.microsoft.com/office/drawing/2014/main" id="{4B388543-7D2E-4E5D-94FE-6B155A28D68D}"/>
              </a:ext>
            </a:extLst>
          </p:cNvPr>
          <p:cNvSpPr>
            <a:spLocks noGrp="1"/>
          </p:cNvSpPr>
          <p:nvPr/>
        </p:nvSpPr>
        <p:spPr>
          <a:xfrm>
            <a:off x="337001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6" name="a_full_bar_1165">
            <a:extLst>
              <a:ext uri="{FF2B5EF4-FFF2-40B4-BE49-F238E27FC236}">
                <a16:creationId xmlns:a16="http://schemas.microsoft.com/office/drawing/2014/main" id="{AFF798C0-DD46-4377-A454-1740EE3EE604}"/>
              </a:ext>
            </a:extLst>
          </p:cNvPr>
          <p:cNvSpPr>
            <a:spLocks noGrp="1"/>
          </p:cNvSpPr>
          <p:nvPr/>
        </p:nvSpPr>
        <p:spPr>
          <a:xfrm>
            <a:off x="3498290" y="598848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7" name="a_full_bar_1166">
            <a:extLst>
              <a:ext uri="{FF2B5EF4-FFF2-40B4-BE49-F238E27FC236}">
                <a16:creationId xmlns:a16="http://schemas.microsoft.com/office/drawing/2014/main" id="{DB792E89-AE69-4E61-822C-F8E260A7BA3E}"/>
              </a:ext>
            </a:extLst>
          </p:cNvPr>
          <p:cNvSpPr>
            <a:spLocks noGrp="1"/>
          </p:cNvSpPr>
          <p:nvPr/>
        </p:nvSpPr>
        <p:spPr>
          <a:xfrm>
            <a:off x="339589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8" name="a_full_bar_1167">
            <a:extLst>
              <a:ext uri="{FF2B5EF4-FFF2-40B4-BE49-F238E27FC236}">
                <a16:creationId xmlns:a16="http://schemas.microsoft.com/office/drawing/2014/main" id="{51707372-6439-41A4-8395-2FE6E7E7054D}"/>
              </a:ext>
            </a:extLst>
          </p:cNvPr>
          <p:cNvSpPr>
            <a:spLocks noGrp="1"/>
          </p:cNvSpPr>
          <p:nvPr/>
        </p:nvSpPr>
        <p:spPr>
          <a:xfrm>
            <a:off x="320441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9" name="a_full_bar_1168">
            <a:extLst>
              <a:ext uri="{FF2B5EF4-FFF2-40B4-BE49-F238E27FC236}">
                <a16:creationId xmlns:a16="http://schemas.microsoft.com/office/drawing/2014/main" id="{5080CFBD-7C06-41DA-94B5-084DFFDB81E1}"/>
              </a:ext>
            </a:extLst>
          </p:cNvPr>
          <p:cNvSpPr>
            <a:spLocks noGrp="1"/>
          </p:cNvSpPr>
          <p:nvPr/>
        </p:nvSpPr>
        <p:spPr>
          <a:xfrm>
            <a:off x="340342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0" name="a_full_bar_1169">
            <a:extLst>
              <a:ext uri="{FF2B5EF4-FFF2-40B4-BE49-F238E27FC236}">
                <a16:creationId xmlns:a16="http://schemas.microsoft.com/office/drawing/2014/main" id="{83299C58-D808-475F-A6A9-95FF44C73765}"/>
              </a:ext>
            </a:extLst>
          </p:cNvPr>
          <p:cNvSpPr>
            <a:spLocks noGrp="1"/>
          </p:cNvSpPr>
          <p:nvPr/>
        </p:nvSpPr>
        <p:spPr>
          <a:xfrm>
            <a:off x="3518572" y="582048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1" name="a_full_bar_1170">
            <a:extLst>
              <a:ext uri="{FF2B5EF4-FFF2-40B4-BE49-F238E27FC236}">
                <a16:creationId xmlns:a16="http://schemas.microsoft.com/office/drawing/2014/main" id="{D2C1F86B-7B7A-4BC4-8481-10838FCD95A1}"/>
              </a:ext>
            </a:extLst>
          </p:cNvPr>
          <p:cNvSpPr>
            <a:spLocks noGrp="1"/>
          </p:cNvSpPr>
          <p:nvPr/>
        </p:nvSpPr>
        <p:spPr>
          <a:xfrm>
            <a:off x="321027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2" name="a_full_bar_1171">
            <a:extLst>
              <a:ext uri="{FF2B5EF4-FFF2-40B4-BE49-F238E27FC236}">
                <a16:creationId xmlns:a16="http://schemas.microsoft.com/office/drawing/2014/main" id="{417E04C1-BCD6-462D-BFB2-62FFBC58C8E4}"/>
              </a:ext>
            </a:extLst>
          </p:cNvPr>
          <p:cNvSpPr>
            <a:spLocks noGrp="1"/>
          </p:cNvSpPr>
          <p:nvPr/>
        </p:nvSpPr>
        <p:spPr>
          <a:xfrm>
            <a:off x="3451490" y="59864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3" name="a_full_bar_1172">
            <a:extLst>
              <a:ext uri="{FF2B5EF4-FFF2-40B4-BE49-F238E27FC236}">
                <a16:creationId xmlns:a16="http://schemas.microsoft.com/office/drawing/2014/main" id="{5D3BD5CD-9361-4FC1-8CE1-B695DF9C382E}"/>
              </a:ext>
            </a:extLst>
          </p:cNvPr>
          <p:cNvSpPr>
            <a:spLocks noGrp="1"/>
          </p:cNvSpPr>
          <p:nvPr/>
        </p:nvSpPr>
        <p:spPr>
          <a:xfrm>
            <a:off x="3309303" y="595383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4" name="a_full_bar_1173">
            <a:extLst>
              <a:ext uri="{FF2B5EF4-FFF2-40B4-BE49-F238E27FC236}">
                <a16:creationId xmlns:a16="http://schemas.microsoft.com/office/drawing/2014/main" id="{A04FEB08-D1D6-47B2-9654-9C3062E54EB5}"/>
              </a:ext>
            </a:extLst>
          </p:cNvPr>
          <p:cNvSpPr>
            <a:spLocks noGrp="1"/>
          </p:cNvSpPr>
          <p:nvPr/>
        </p:nvSpPr>
        <p:spPr>
          <a:xfrm>
            <a:off x="3490098" y="59807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5" name="a_full_bar_1174">
            <a:extLst>
              <a:ext uri="{FF2B5EF4-FFF2-40B4-BE49-F238E27FC236}">
                <a16:creationId xmlns:a16="http://schemas.microsoft.com/office/drawing/2014/main" id="{E960ED20-B300-4204-9444-80347B9B8999}"/>
              </a:ext>
            </a:extLst>
          </p:cNvPr>
          <p:cNvSpPr>
            <a:spLocks noGrp="1"/>
          </p:cNvSpPr>
          <p:nvPr/>
        </p:nvSpPr>
        <p:spPr>
          <a:xfrm>
            <a:off x="3467742" y="598646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6" name="a_full_bar_1175">
            <a:extLst>
              <a:ext uri="{FF2B5EF4-FFF2-40B4-BE49-F238E27FC236}">
                <a16:creationId xmlns:a16="http://schemas.microsoft.com/office/drawing/2014/main" id="{BC94054E-8BB3-47AF-B20A-90CF740C4FAC}"/>
              </a:ext>
            </a:extLst>
          </p:cNvPr>
          <p:cNvSpPr>
            <a:spLocks noGrp="1"/>
          </p:cNvSpPr>
          <p:nvPr/>
        </p:nvSpPr>
        <p:spPr>
          <a:xfrm>
            <a:off x="3241647" y="597351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7" name="a_full_bar_1176">
            <a:extLst>
              <a:ext uri="{FF2B5EF4-FFF2-40B4-BE49-F238E27FC236}">
                <a16:creationId xmlns:a16="http://schemas.microsoft.com/office/drawing/2014/main" id="{BE23C47E-E069-4061-8C52-6F2268ABEA7E}"/>
              </a:ext>
            </a:extLst>
          </p:cNvPr>
          <p:cNvSpPr>
            <a:spLocks noGrp="1"/>
          </p:cNvSpPr>
          <p:nvPr/>
        </p:nvSpPr>
        <p:spPr>
          <a:xfrm>
            <a:off x="3468269" y="59884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8" name="a_full_bar_1177">
            <a:extLst>
              <a:ext uri="{FF2B5EF4-FFF2-40B4-BE49-F238E27FC236}">
                <a16:creationId xmlns:a16="http://schemas.microsoft.com/office/drawing/2014/main" id="{4C40AC09-95C6-4622-AF8D-0E9E3897D775}"/>
              </a:ext>
            </a:extLst>
          </p:cNvPr>
          <p:cNvSpPr>
            <a:spLocks noGrp="1"/>
          </p:cNvSpPr>
          <p:nvPr/>
        </p:nvSpPr>
        <p:spPr>
          <a:xfrm>
            <a:off x="319158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9" name="a_full_bar_1178">
            <a:extLst>
              <a:ext uri="{FF2B5EF4-FFF2-40B4-BE49-F238E27FC236}">
                <a16:creationId xmlns:a16="http://schemas.microsoft.com/office/drawing/2014/main" id="{D8434C15-EA94-468B-89B4-B4EEC7E2D25C}"/>
              </a:ext>
            </a:extLst>
          </p:cNvPr>
          <p:cNvSpPr>
            <a:spLocks noGrp="1"/>
          </p:cNvSpPr>
          <p:nvPr/>
        </p:nvSpPr>
        <p:spPr>
          <a:xfrm>
            <a:off x="3275346" y="58903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0" name="a_full_bar_1179">
            <a:extLst>
              <a:ext uri="{FF2B5EF4-FFF2-40B4-BE49-F238E27FC236}">
                <a16:creationId xmlns:a16="http://schemas.microsoft.com/office/drawing/2014/main" id="{93FA7C48-CACE-4C06-A29F-F120F22F852F}"/>
              </a:ext>
            </a:extLst>
          </p:cNvPr>
          <p:cNvSpPr>
            <a:spLocks noGrp="1"/>
          </p:cNvSpPr>
          <p:nvPr/>
        </p:nvSpPr>
        <p:spPr>
          <a:xfrm>
            <a:off x="3511250" y="599366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1" name="a_full_bar_1180">
            <a:extLst>
              <a:ext uri="{FF2B5EF4-FFF2-40B4-BE49-F238E27FC236}">
                <a16:creationId xmlns:a16="http://schemas.microsoft.com/office/drawing/2014/main" id="{A07CF5B1-A88F-4266-9D7C-E08828F75E88}"/>
              </a:ext>
            </a:extLst>
          </p:cNvPr>
          <p:cNvSpPr>
            <a:spLocks noGrp="1"/>
          </p:cNvSpPr>
          <p:nvPr/>
        </p:nvSpPr>
        <p:spPr>
          <a:xfrm>
            <a:off x="3283123" y="59920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2" name="a_full_bar_1181">
            <a:extLst>
              <a:ext uri="{FF2B5EF4-FFF2-40B4-BE49-F238E27FC236}">
                <a16:creationId xmlns:a16="http://schemas.microsoft.com/office/drawing/2014/main" id="{2F45F0CF-6E22-4606-B24F-8A7B3179221C}"/>
              </a:ext>
            </a:extLst>
          </p:cNvPr>
          <p:cNvSpPr>
            <a:spLocks noGrp="1"/>
          </p:cNvSpPr>
          <p:nvPr/>
        </p:nvSpPr>
        <p:spPr>
          <a:xfrm>
            <a:off x="3246947" y="583483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3" name="a_full_bar_1182">
            <a:extLst>
              <a:ext uri="{FF2B5EF4-FFF2-40B4-BE49-F238E27FC236}">
                <a16:creationId xmlns:a16="http://schemas.microsoft.com/office/drawing/2014/main" id="{CB023B15-8CAB-4005-9345-56ECFAACFAB8}"/>
              </a:ext>
            </a:extLst>
          </p:cNvPr>
          <p:cNvSpPr>
            <a:spLocks noGrp="1"/>
          </p:cNvSpPr>
          <p:nvPr/>
        </p:nvSpPr>
        <p:spPr>
          <a:xfrm>
            <a:off x="3543895" y="596143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4" name="a_full_bar_1183">
            <a:extLst>
              <a:ext uri="{FF2B5EF4-FFF2-40B4-BE49-F238E27FC236}">
                <a16:creationId xmlns:a16="http://schemas.microsoft.com/office/drawing/2014/main" id="{634DCFC4-0530-40BF-801F-541B11A58EDF}"/>
              </a:ext>
            </a:extLst>
          </p:cNvPr>
          <p:cNvSpPr>
            <a:spLocks noGrp="1"/>
          </p:cNvSpPr>
          <p:nvPr/>
        </p:nvSpPr>
        <p:spPr>
          <a:xfrm>
            <a:off x="3512065" y="42748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5" name="a_full_bar_1184">
            <a:extLst>
              <a:ext uri="{FF2B5EF4-FFF2-40B4-BE49-F238E27FC236}">
                <a16:creationId xmlns:a16="http://schemas.microsoft.com/office/drawing/2014/main" id="{BD7F796E-8124-4AF7-9420-C7EF4DCC3771}"/>
              </a:ext>
            </a:extLst>
          </p:cNvPr>
          <p:cNvSpPr>
            <a:spLocks noGrp="1"/>
          </p:cNvSpPr>
          <p:nvPr/>
        </p:nvSpPr>
        <p:spPr>
          <a:xfrm>
            <a:off x="348704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6" name="a_full_bar_1185">
            <a:extLst>
              <a:ext uri="{FF2B5EF4-FFF2-40B4-BE49-F238E27FC236}">
                <a16:creationId xmlns:a16="http://schemas.microsoft.com/office/drawing/2014/main" id="{453F1B12-DBFA-49CE-8032-95AB5F602D89}"/>
              </a:ext>
            </a:extLst>
          </p:cNvPr>
          <p:cNvSpPr>
            <a:spLocks noGrp="1"/>
          </p:cNvSpPr>
          <p:nvPr/>
        </p:nvSpPr>
        <p:spPr>
          <a:xfrm>
            <a:off x="3291208" y="588099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7" name="a_full_bar_1186">
            <a:extLst>
              <a:ext uri="{FF2B5EF4-FFF2-40B4-BE49-F238E27FC236}">
                <a16:creationId xmlns:a16="http://schemas.microsoft.com/office/drawing/2014/main" id="{A886651D-4301-4A84-B84E-5FE1D3A41FC7}"/>
              </a:ext>
            </a:extLst>
          </p:cNvPr>
          <p:cNvSpPr>
            <a:spLocks noGrp="1"/>
          </p:cNvSpPr>
          <p:nvPr/>
        </p:nvSpPr>
        <p:spPr>
          <a:xfrm>
            <a:off x="3247100" y="594636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8" name="a_full_bar_1187">
            <a:extLst>
              <a:ext uri="{FF2B5EF4-FFF2-40B4-BE49-F238E27FC236}">
                <a16:creationId xmlns:a16="http://schemas.microsoft.com/office/drawing/2014/main" id="{D26C2481-DB64-4528-91CE-A249D190F495}"/>
              </a:ext>
            </a:extLst>
          </p:cNvPr>
          <p:cNvSpPr>
            <a:spLocks noGrp="1"/>
          </p:cNvSpPr>
          <p:nvPr/>
        </p:nvSpPr>
        <p:spPr>
          <a:xfrm>
            <a:off x="3384553" y="59711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9" name="a_full_bar_1188">
            <a:extLst>
              <a:ext uri="{FF2B5EF4-FFF2-40B4-BE49-F238E27FC236}">
                <a16:creationId xmlns:a16="http://schemas.microsoft.com/office/drawing/2014/main" id="{2BF31DD1-2676-468A-AFAB-83A4883D2F47}"/>
              </a:ext>
            </a:extLst>
          </p:cNvPr>
          <p:cNvSpPr>
            <a:spLocks noGrp="1"/>
          </p:cNvSpPr>
          <p:nvPr/>
        </p:nvSpPr>
        <p:spPr>
          <a:xfrm>
            <a:off x="34954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0" name="a_full_bar_1189">
            <a:extLst>
              <a:ext uri="{FF2B5EF4-FFF2-40B4-BE49-F238E27FC236}">
                <a16:creationId xmlns:a16="http://schemas.microsoft.com/office/drawing/2014/main" id="{FCD11905-4B9E-4255-8636-313B834F528D}"/>
              </a:ext>
            </a:extLst>
          </p:cNvPr>
          <p:cNvSpPr>
            <a:spLocks noGrp="1"/>
          </p:cNvSpPr>
          <p:nvPr/>
        </p:nvSpPr>
        <p:spPr>
          <a:xfrm>
            <a:off x="34688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1" name="a_full_bar_1190">
            <a:extLst>
              <a:ext uri="{FF2B5EF4-FFF2-40B4-BE49-F238E27FC236}">
                <a16:creationId xmlns:a16="http://schemas.microsoft.com/office/drawing/2014/main" id="{D617FDC5-A074-4A8C-9E87-632C17CEEA1E}"/>
              </a:ext>
            </a:extLst>
          </p:cNvPr>
          <p:cNvSpPr>
            <a:spLocks noGrp="1"/>
          </p:cNvSpPr>
          <p:nvPr/>
        </p:nvSpPr>
        <p:spPr>
          <a:xfrm>
            <a:off x="3488232" y="579838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2" name="a_full_bar_1191">
            <a:extLst>
              <a:ext uri="{FF2B5EF4-FFF2-40B4-BE49-F238E27FC236}">
                <a16:creationId xmlns:a16="http://schemas.microsoft.com/office/drawing/2014/main" id="{0A018F10-17F5-43E5-89BB-3975B1F19438}"/>
              </a:ext>
            </a:extLst>
          </p:cNvPr>
          <p:cNvSpPr>
            <a:spLocks noGrp="1"/>
          </p:cNvSpPr>
          <p:nvPr/>
        </p:nvSpPr>
        <p:spPr>
          <a:xfrm>
            <a:off x="328922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3" name="a_full_bar_1192">
            <a:extLst>
              <a:ext uri="{FF2B5EF4-FFF2-40B4-BE49-F238E27FC236}">
                <a16:creationId xmlns:a16="http://schemas.microsoft.com/office/drawing/2014/main" id="{49D3BD0B-C4F2-491F-81B6-B69C8F4A1F0D}"/>
              </a:ext>
            </a:extLst>
          </p:cNvPr>
          <p:cNvSpPr>
            <a:spLocks noGrp="1"/>
          </p:cNvSpPr>
          <p:nvPr/>
        </p:nvSpPr>
        <p:spPr>
          <a:xfrm>
            <a:off x="3419073" y="596669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4" name="a_full_bar_1193">
            <a:extLst>
              <a:ext uri="{FF2B5EF4-FFF2-40B4-BE49-F238E27FC236}">
                <a16:creationId xmlns:a16="http://schemas.microsoft.com/office/drawing/2014/main" id="{FF37C704-2C3B-4DEC-B8EF-427718754E8B}"/>
              </a:ext>
            </a:extLst>
          </p:cNvPr>
          <p:cNvSpPr>
            <a:spLocks noGrp="1"/>
          </p:cNvSpPr>
          <p:nvPr/>
        </p:nvSpPr>
        <p:spPr>
          <a:xfrm>
            <a:off x="331902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5" name="a_full_bar_1194">
            <a:extLst>
              <a:ext uri="{FF2B5EF4-FFF2-40B4-BE49-F238E27FC236}">
                <a16:creationId xmlns:a16="http://schemas.microsoft.com/office/drawing/2014/main" id="{5936C38F-9C66-4BE0-826F-F52DE66B5517}"/>
              </a:ext>
            </a:extLst>
          </p:cNvPr>
          <p:cNvSpPr>
            <a:spLocks noGrp="1"/>
          </p:cNvSpPr>
          <p:nvPr/>
        </p:nvSpPr>
        <p:spPr>
          <a:xfrm>
            <a:off x="3424972" y="598943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6" name="a_full_bar_1195">
            <a:extLst>
              <a:ext uri="{FF2B5EF4-FFF2-40B4-BE49-F238E27FC236}">
                <a16:creationId xmlns:a16="http://schemas.microsoft.com/office/drawing/2014/main" id="{6CFF30D3-42CD-40C0-8776-85923A8279C2}"/>
              </a:ext>
            </a:extLst>
          </p:cNvPr>
          <p:cNvSpPr>
            <a:spLocks noGrp="1"/>
          </p:cNvSpPr>
          <p:nvPr/>
        </p:nvSpPr>
        <p:spPr>
          <a:xfrm>
            <a:off x="332170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7" name="a_full_bar_1196">
            <a:extLst>
              <a:ext uri="{FF2B5EF4-FFF2-40B4-BE49-F238E27FC236}">
                <a16:creationId xmlns:a16="http://schemas.microsoft.com/office/drawing/2014/main" id="{C6ADE17B-4898-4B1F-A7D7-909C37314ACF}"/>
              </a:ext>
            </a:extLst>
          </p:cNvPr>
          <p:cNvSpPr>
            <a:spLocks noGrp="1"/>
          </p:cNvSpPr>
          <p:nvPr/>
        </p:nvSpPr>
        <p:spPr>
          <a:xfrm>
            <a:off x="3392428" y="591269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8" name="a_full_bar_1197">
            <a:extLst>
              <a:ext uri="{FF2B5EF4-FFF2-40B4-BE49-F238E27FC236}">
                <a16:creationId xmlns:a16="http://schemas.microsoft.com/office/drawing/2014/main" id="{CFAA76E5-B556-45F3-BA77-F2E20C850501}"/>
              </a:ext>
            </a:extLst>
          </p:cNvPr>
          <p:cNvSpPr>
            <a:spLocks noGrp="1"/>
          </p:cNvSpPr>
          <p:nvPr/>
        </p:nvSpPr>
        <p:spPr>
          <a:xfrm>
            <a:off x="33641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9" name="a_full_bar_1198">
            <a:extLst>
              <a:ext uri="{FF2B5EF4-FFF2-40B4-BE49-F238E27FC236}">
                <a16:creationId xmlns:a16="http://schemas.microsoft.com/office/drawing/2014/main" id="{7C1A58FC-389D-4EF7-A3E2-548B2E65765E}"/>
              </a:ext>
            </a:extLst>
          </p:cNvPr>
          <p:cNvSpPr>
            <a:spLocks noGrp="1"/>
          </p:cNvSpPr>
          <p:nvPr/>
        </p:nvSpPr>
        <p:spPr>
          <a:xfrm>
            <a:off x="3200593" y="59716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0" name="a_full_bar_1199">
            <a:extLst>
              <a:ext uri="{FF2B5EF4-FFF2-40B4-BE49-F238E27FC236}">
                <a16:creationId xmlns:a16="http://schemas.microsoft.com/office/drawing/2014/main" id="{A5D3D6E9-0F6B-4DAB-8A35-CDE7D5D6A2A3}"/>
              </a:ext>
            </a:extLst>
          </p:cNvPr>
          <p:cNvSpPr>
            <a:spLocks noGrp="1"/>
          </p:cNvSpPr>
          <p:nvPr/>
        </p:nvSpPr>
        <p:spPr>
          <a:xfrm>
            <a:off x="3513430" y="59457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1" name="a_full_bar_1200">
            <a:extLst>
              <a:ext uri="{FF2B5EF4-FFF2-40B4-BE49-F238E27FC236}">
                <a16:creationId xmlns:a16="http://schemas.microsoft.com/office/drawing/2014/main" id="{4E58C51C-5750-49C8-85D5-74B0B118D8C4}"/>
              </a:ext>
            </a:extLst>
          </p:cNvPr>
          <p:cNvSpPr>
            <a:spLocks noGrp="1"/>
          </p:cNvSpPr>
          <p:nvPr/>
        </p:nvSpPr>
        <p:spPr>
          <a:xfrm>
            <a:off x="3499678" y="469968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2" name="a_full_bar_1201">
            <a:extLst>
              <a:ext uri="{FF2B5EF4-FFF2-40B4-BE49-F238E27FC236}">
                <a16:creationId xmlns:a16="http://schemas.microsoft.com/office/drawing/2014/main" id="{196B7A22-5775-4961-BA0C-B53CCBA164F3}"/>
              </a:ext>
            </a:extLst>
          </p:cNvPr>
          <p:cNvSpPr>
            <a:spLocks noGrp="1"/>
          </p:cNvSpPr>
          <p:nvPr/>
        </p:nvSpPr>
        <p:spPr>
          <a:xfrm>
            <a:off x="3450772" y="543024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3" name="a_full_bar_1202">
            <a:extLst>
              <a:ext uri="{FF2B5EF4-FFF2-40B4-BE49-F238E27FC236}">
                <a16:creationId xmlns:a16="http://schemas.microsoft.com/office/drawing/2014/main" id="{A6C39F3D-C860-46E3-A609-B164793A838B}"/>
              </a:ext>
            </a:extLst>
          </p:cNvPr>
          <p:cNvSpPr>
            <a:spLocks noGrp="1"/>
          </p:cNvSpPr>
          <p:nvPr/>
        </p:nvSpPr>
        <p:spPr>
          <a:xfrm>
            <a:off x="3485683" y="599382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4" name="a_full_bar_1203">
            <a:extLst>
              <a:ext uri="{FF2B5EF4-FFF2-40B4-BE49-F238E27FC236}">
                <a16:creationId xmlns:a16="http://schemas.microsoft.com/office/drawing/2014/main" id="{6A2E6DC5-4984-4916-A07F-6015A25F264D}"/>
              </a:ext>
            </a:extLst>
          </p:cNvPr>
          <p:cNvSpPr>
            <a:spLocks noGrp="1"/>
          </p:cNvSpPr>
          <p:nvPr/>
        </p:nvSpPr>
        <p:spPr>
          <a:xfrm>
            <a:off x="351285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5" name="a_full_bar_1204">
            <a:extLst>
              <a:ext uri="{FF2B5EF4-FFF2-40B4-BE49-F238E27FC236}">
                <a16:creationId xmlns:a16="http://schemas.microsoft.com/office/drawing/2014/main" id="{417EFF2A-AE5C-4971-A57B-0DBFA4FB1E6E}"/>
              </a:ext>
            </a:extLst>
          </p:cNvPr>
          <p:cNvSpPr>
            <a:spLocks noGrp="1"/>
          </p:cNvSpPr>
          <p:nvPr/>
        </p:nvSpPr>
        <p:spPr>
          <a:xfrm>
            <a:off x="3244749" y="592157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6" name="a_full_bar_1205">
            <a:extLst>
              <a:ext uri="{FF2B5EF4-FFF2-40B4-BE49-F238E27FC236}">
                <a16:creationId xmlns:a16="http://schemas.microsoft.com/office/drawing/2014/main" id="{86A7FDD5-B68A-4B74-8716-8E27069F35C7}"/>
              </a:ext>
            </a:extLst>
          </p:cNvPr>
          <p:cNvSpPr>
            <a:spLocks noGrp="1"/>
          </p:cNvSpPr>
          <p:nvPr/>
        </p:nvSpPr>
        <p:spPr>
          <a:xfrm>
            <a:off x="3561824" y="57278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7" name="a_full_bar_1206">
            <a:extLst>
              <a:ext uri="{FF2B5EF4-FFF2-40B4-BE49-F238E27FC236}">
                <a16:creationId xmlns:a16="http://schemas.microsoft.com/office/drawing/2014/main" id="{132E518A-37CF-4F21-8013-EC524AB8A60C}"/>
              </a:ext>
            </a:extLst>
          </p:cNvPr>
          <p:cNvSpPr>
            <a:spLocks noGrp="1"/>
          </p:cNvSpPr>
          <p:nvPr/>
        </p:nvSpPr>
        <p:spPr>
          <a:xfrm>
            <a:off x="3368952" y="591789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8" name="a_full_bar_1207">
            <a:extLst>
              <a:ext uri="{FF2B5EF4-FFF2-40B4-BE49-F238E27FC236}">
                <a16:creationId xmlns:a16="http://schemas.microsoft.com/office/drawing/2014/main" id="{913A7A0A-8605-4FFA-93B6-6E57C2E2B445}"/>
              </a:ext>
            </a:extLst>
          </p:cNvPr>
          <p:cNvSpPr>
            <a:spLocks noGrp="1"/>
          </p:cNvSpPr>
          <p:nvPr/>
        </p:nvSpPr>
        <p:spPr>
          <a:xfrm>
            <a:off x="3266986" y="581943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9" name="a_full_bar_1208">
            <a:extLst>
              <a:ext uri="{FF2B5EF4-FFF2-40B4-BE49-F238E27FC236}">
                <a16:creationId xmlns:a16="http://schemas.microsoft.com/office/drawing/2014/main" id="{4626DC21-A3B0-47DF-AE83-5061BDD247B4}"/>
              </a:ext>
            </a:extLst>
          </p:cNvPr>
          <p:cNvSpPr>
            <a:spLocks noGrp="1"/>
          </p:cNvSpPr>
          <p:nvPr/>
        </p:nvSpPr>
        <p:spPr>
          <a:xfrm>
            <a:off x="3280442" y="574223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0" name="a_full_bar_1209">
            <a:extLst>
              <a:ext uri="{FF2B5EF4-FFF2-40B4-BE49-F238E27FC236}">
                <a16:creationId xmlns:a16="http://schemas.microsoft.com/office/drawing/2014/main" id="{EC1920B2-90EC-4947-A0A5-65EB23226F1E}"/>
              </a:ext>
            </a:extLst>
          </p:cNvPr>
          <p:cNvSpPr>
            <a:spLocks noGrp="1"/>
          </p:cNvSpPr>
          <p:nvPr/>
        </p:nvSpPr>
        <p:spPr>
          <a:xfrm>
            <a:off x="349156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1" name="a_full_bar_1210">
            <a:extLst>
              <a:ext uri="{FF2B5EF4-FFF2-40B4-BE49-F238E27FC236}">
                <a16:creationId xmlns:a16="http://schemas.microsoft.com/office/drawing/2014/main" id="{C407E8EA-B5E4-40A4-980B-BF60403EDC4D}"/>
              </a:ext>
            </a:extLst>
          </p:cNvPr>
          <p:cNvSpPr>
            <a:spLocks noGrp="1"/>
          </p:cNvSpPr>
          <p:nvPr/>
        </p:nvSpPr>
        <p:spPr>
          <a:xfrm>
            <a:off x="3526250" y="595009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2" name="a_full_bar_1211">
            <a:extLst>
              <a:ext uri="{FF2B5EF4-FFF2-40B4-BE49-F238E27FC236}">
                <a16:creationId xmlns:a16="http://schemas.microsoft.com/office/drawing/2014/main" id="{9F4E81A7-F2D1-45EC-A711-1BD8200D06EB}"/>
              </a:ext>
            </a:extLst>
          </p:cNvPr>
          <p:cNvSpPr>
            <a:spLocks noGrp="1"/>
          </p:cNvSpPr>
          <p:nvPr/>
        </p:nvSpPr>
        <p:spPr>
          <a:xfrm>
            <a:off x="3245658" y="593382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3" name="a_full_bar_1212">
            <a:extLst>
              <a:ext uri="{FF2B5EF4-FFF2-40B4-BE49-F238E27FC236}">
                <a16:creationId xmlns:a16="http://schemas.microsoft.com/office/drawing/2014/main" id="{62502341-EEA4-462F-B417-EFE9FCB9A302}"/>
              </a:ext>
            </a:extLst>
          </p:cNvPr>
          <p:cNvSpPr>
            <a:spLocks noGrp="1"/>
          </p:cNvSpPr>
          <p:nvPr/>
        </p:nvSpPr>
        <p:spPr>
          <a:xfrm>
            <a:off x="34591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4" name="a_full_bar_1213">
            <a:extLst>
              <a:ext uri="{FF2B5EF4-FFF2-40B4-BE49-F238E27FC236}">
                <a16:creationId xmlns:a16="http://schemas.microsoft.com/office/drawing/2014/main" id="{D1F8FF42-08FC-4927-BC49-8C252F57C718}"/>
              </a:ext>
            </a:extLst>
          </p:cNvPr>
          <p:cNvSpPr>
            <a:spLocks noGrp="1"/>
          </p:cNvSpPr>
          <p:nvPr/>
        </p:nvSpPr>
        <p:spPr>
          <a:xfrm>
            <a:off x="339211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5" name="a_full_bar_1214">
            <a:extLst>
              <a:ext uri="{FF2B5EF4-FFF2-40B4-BE49-F238E27FC236}">
                <a16:creationId xmlns:a16="http://schemas.microsoft.com/office/drawing/2014/main" id="{F04B285F-9399-4069-BF3E-16D201A65987}"/>
              </a:ext>
            </a:extLst>
          </p:cNvPr>
          <p:cNvSpPr>
            <a:spLocks noGrp="1"/>
          </p:cNvSpPr>
          <p:nvPr/>
        </p:nvSpPr>
        <p:spPr>
          <a:xfrm>
            <a:off x="3440097" y="5671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6" name="a_full_bar_1215">
            <a:extLst>
              <a:ext uri="{FF2B5EF4-FFF2-40B4-BE49-F238E27FC236}">
                <a16:creationId xmlns:a16="http://schemas.microsoft.com/office/drawing/2014/main" id="{C7317B92-E801-4E7A-AF29-6915907CBB3D}"/>
              </a:ext>
            </a:extLst>
          </p:cNvPr>
          <p:cNvSpPr>
            <a:spLocks noGrp="1"/>
          </p:cNvSpPr>
          <p:nvPr/>
        </p:nvSpPr>
        <p:spPr>
          <a:xfrm>
            <a:off x="335990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7" name="a_full_bar_1216">
            <a:extLst>
              <a:ext uri="{FF2B5EF4-FFF2-40B4-BE49-F238E27FC236}">
                <a16:creationId xmlns:a16="http://schemas.microsoft.com/office/drawing/2014/main" id="{8A2925ED-F6A1-4AA5-93C5-AE30DB2BF1E5}"/>
              </a:ext>
            </a:extLst>
          </p:cNvPr>
          <p:cNvSpPr>
            <a:spLocks noGrp="1"/>
          </p:cNvSpPr>
          <p:nvPr/>
        </p:nvSpPr>
        <p:spPr>
          <a:xfrm>
            <a:off x="350820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8" name="a_full_bar_1217">
            <a:extLst>
              <a:ext uri="{FF2B5EF4-FFF2-40B4-BE49-F238E27FC236}">
                <a16:creationId xmlns:a16="http://schemas.microsoft.com/office/drawing/2014/main" id="{8D9BE8D5-1B68-46C0-84E4-E033B563FAF2}"/>
              </a:ext>
            </a:extLst>
          </p:cNvPr>
          <p:cNvSpPr>
            <a:spLocks noGrp="1"/>
          </p:cNvSpPr>
          <p:nvPr/>
        </p:nvSpPr>
        <p:spPr>
          <a:xfrm>
            <a:off x="3420069" y="54881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9" name="a_full_bar_1218">
            <a:extLst>
              <a:ext uri="{FF2B5EF4-FFF2-40B4-BE49-F238E27FC236}">
                <a16:creationId xmlns:a16="http://schemas.microsoft.com/office/drawing/2014/main" id="{B4B451B4-B38F-452A-9BF6-5AFF1D87B763}"/>
              </a:ext>
            </a:extLst>
          </p:cNvPr>
          <p:cNvSpPr>
            <a:spLocks noGrp="1"/>
          </p:cNvSpPr>
          <p:nvPr/>
        </p:nvSpPr>
        <p:spPr>
          <a:xfrm>
            <a:off x="33991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0" name="a_full_bar_1219">
            <a:extLst>
              <a:ext uri="{FF2B5EF4-FFF2-40B4-BE49-F238E27FC236}">
                <a16:creationId xmlns:a16="http://schemas.microsoft.com/office/drawing/2014/main" id="{D0755449-F7A6-42FB-A9D7-FAF4A6DDD9DD}"/>
              </a:ext>
            </a:extLst>
          </p:cNvPr>
          <p:cNvSpPr>
            <a:spLocks noGrp="1"/>
          </p:cNvSpPr>
          <p:nvPr/>
        </p:nvSpPr>
        <p:spPr>
          <a:xfrm>
            <a:off x="352107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1" name="a_full_bar_1220">
            <a:extLst>
              <a:ext uri="{FF2B5EF4-FFF2-40B4-BE49-F238E27FC236}">
                <a16:creationId xmlns:a16="http://schemas.microsoft.com/office/drawing/2014/main" id="{319FA7E9-2E05-4A39-B2E2-C7178C34862B}"/>
              </a:ext>
            </a:extLst>
          </p:cNvPr>
          <p:cNvSpPr>
            <a:spLocks noGrp="1"/>
          </p:cNvSpPr>
          <p:nvPr/>
        </p:nvSpPr>
        <p:spPr>
          <a:xfrm>
            <a:off x="3467193" y="596211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2" name="a_full_bar_1221">
            <a:extLst>
              <a:ext uri="{FF2B5EF4-FFF2-40B4-BE49-F238E27FC236}">
                <a16:creationId xmlns:a16="http://schemas.microsoft.com/office/drawing/2014/main" id="{4D9E8FA4-21F6-4B87-9BB7-04DC671CE5E4}"/>
              </a:ext>
            </a:extLst>
          </p:cNvPr>
          <p:cNvSpPr>
            <a:spLocks noGrp="1"/>
          </p:cNvSpPr>
          <p:nvPr/>
        </p:nvSpPr>
        <p:spPr>
          <a:xfrm>
            <a:off x="3246194" y="53588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3" name="a_full_bar_1222">
            <a:extLst>
              <a:ext uri="{FF2B5EF4-FFF2-40B4-BE49-F238E27FC236}">
                <a16:creationId xmlns:a16="http://schemas.microsoft.com/office/drawing/2014/main" id="{97C09E82-4E31-423C-8AB8-1A92A9A77273}"/>
              </a:ext>
            </a:extLst>
          </p:cNvPr>
          <p:cNvSpPr>
            <a:spLocks noGrp="1"/>
          </p:cNvSpPr>
          <p:nvPr/>
        </p:nvSpPr>
        <p:spPr>
          <a:xfrm>
            <a:off x="3216184" y="599298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4" name="a_full_bar_1223">
            <a:extLst>
              <a:ext uri="{FF2B5EF4-FFF2-40B4-BE49-F238E27FC236}">
                <a16:creationId xmlns:a16="http://schemas.microsoft.com/office/drawing/2014/main" id="{AE5ECDCF-614B-4873-BA6A-5411914DE9CE}"/>
              </a:ext>
            </a:extLst>
          </p:cNvPr>
          <p:cNvSpPr>
            <a:spLocks noGrp="1"/>
          </p:cNvSpPr>
          <p:nvPr/>
        </p:nvSpPr>
        <p:spPr>
          <a:xfrm>
            <a:off x="3301926" y="598884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5" name="a_full_bar_1224">
            <a:extLst>
              <a:ext uri="{FF2B5EF4-FFF2-40B4-BE49-F238E27FC236}">
                <a16:creationId xmlns:a16="http://schemas.microsoft.com/office/drawing/2014/main" id="{027F9EC7-6482-4B9A-865A-B23100ACF98B}"/>
              </a:ext>
            </a:extLst>
          </p:cNvPr>
          <p:cNvSpPr>
            <a:spLocks noGrp="1"/>
          </p:cNvSpPr>
          <p:nvPr/>
        </p:nvSpPr>
        <p:spPr>
          <a:xfrm>
            <a:off x="3378566" y="577972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6" name="a_full_bar_1225">
            <a:extLst>
              <a:ext uri="{FF2B5EF4-FFF2-40B4-BE49-F238E27FC236}">
                <a16:creationId xmlns:a16="http://schemas.microsoft.com/office/drawing/2014/main" id="{9AC74D38-8FB2-44D4-9208-DE518E414E78}"/>
              </a:ext>
            </a:extLst>
          </p:cNvPr>
          <p:cNvSpPr>
            <a:spLocks noGrp="1"/>
          </p:cNvSpPr>
          <p:nvPr/>
        </p:nvSpPr>
        <p:spPr>
          <a:xfrm>
            <a:off x="3374073" y="596443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7" name="a_full_bar_1226">
            <a:extLst>
              <a:ext uri="{FF2B5EF4-FFF2-40B4-BE49-F238E27FC236}">
                <a16:creationId xmlns:a16="http://schemas.microsoft.com/office/drawing/2014/main" id="{D225D9ED-CDC3-457A-8FF0-C8A9194099CF}"/>
              </a:ext>
            </a:extLst>
          </p:cNvPr>
          <p:cNvSpPr>
            <a:spLocks noGrp="1"/>
          </p:cNvSpPr>
          <p:nvPr/>
        </p:nvSpPr>
        <p:spPr>
          <a:xfrm>
            <a:off x="350987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8" name="a_full_bar_1227">
            <a:extLst>
              <a:ext uri="{FF2B5EF4-FFF2-40B4-BE49-F238E27FC236}">
                <a16:creationId xmlns:a16="http://schemas.microsoft.com/office/drawing/2014/main" id="{902714F9-75D5-42F4-9B45-5C98222CB065}"/>
              </a:ext>
            </a:extLst>
          </p:cNvPr>
          <p:cNvSpPr>
            <a:spLocks noGrp="1"/>
          </p:cNvSpPr>
          <p:nvPr/>
        </p:nvSpPr>
        <p:spPr>
          <a:xfrm>
            <a:off x="349199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9" name="a_full_bar_1228">
            <a:extLst>
              <a:ext uri="{FF2B5EF4-FFF2-40B4-BE49-F238E27FC236}">
                <a16:creationId xmlns:a16="http://schemas.microsoft.com/office/drawing/2014/main" id="{B770A58C-1553-44BE-B14E-9F77B480B050}"/>
              </a:ext>
            </a:extLst>
          </p:cNvPr>
          <p:cNvSpPr>
            <a:spLocks noGrp="1"/>
          </p:cNvSpPr>
          <p:nvPr/>
        </p:nvSpPr>
        <p:spPr>
          <a:xfrm>
            <a:off x="331589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0" name="a_full_bar_1229">
            <a:extLst>
              <a:ext uri="{FF2B5EF4-FFF2-40B4-BE49-F238E27FC236}">
                <a16:creationId xmlns:a16="http://schemas.microsoft.com/office/drawing/2014/main" id="{E6051215-8F74-40B5-9DB1-43DCE525462B}"/>
              </a:ext>
            </a:extLst>
          </p:cNvPr>
          <p:cNvSpPr>
            <a:spLocks noGrp="1"/>
          </p:cNvSpPr>
          <p:nvPr/>
        </p:nvSpPr>
        <p:spPr>
          <a:xfrm>
            <a:off x="3382323" y="510571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1" name="a_full_bar_1230">
            <a:extLst>
              <a:ext uri="{FF2B5EF4-FFF2-40B4-BE49-F238E27FC236}">
                <a16:creationId xmlns:a16="http://schemas.microsoft.com/office/drawing/2014/main" id="{EBB817DB-45DA-461B-835A-C37ED77F5BCC}"/>
              </a:ext>
            </a:extLst>
          </p:cNvPr>
          <p:cNvSpPr>
            <a:spLocks noGrp="1"/>
          </p:cNvSpPr>
          <p:nvPr/>
        </p:nvSpPr>
        <p:spPr>
          <a:xfrm>
            <a:off x="3195307" y="598017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2" name="a_full_bar_1231">
            <a:extLst>
              <a:ext uri="{FF2B5EF4-FFF2-40B4-BE49-F238E27FC236}">
                <a16:creationId xmlns:a16="http://schemas.microsoft.com/office/drawing/2014/main" id="{10D56BBD-01CB-4931-8F00-B176D5627FAA}"/>
              </a:ext>
            </a:extLst>
          </p:cNvPr>
          <p:cNvSpPr>
            <a:spLocks noGrp="1"/>
          </p:cNvSpPr>
          <p:nvPr/>
        </p:nvSpPr>
        <p:spPr>
          <a:xfrm>
            <a:off x="3260910" y="566768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3" name="a_full_bar_1232">
            <a:extLst>
              <a:ext uri="{FF2B5EF4-FFF2-40B4-BE49-F238E27FC236}">
                <a16:creationId xmlns:a16="http://schemas.microsoft.com/office/drawing/2014/main" id="{DBD09549-E681-459F-8B65-5CAFD2224857}"/>
              </a:ext>
            </a:extLst>
          </p:cNvPr>
          <p:cNvSpPr>
            <a:spLocks noGrp="1"/>
          </p:cNvSpPr>
          <p:nvPr/>
        </p:nvSpPr>
        <p:spPr>
          <a:xfrm>
            <a:off x="3460588" y="597363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4" name="a_full_bar_1233">
            <a:extLst>
              <a:ext uri="{FF2B5EF4-FFF2-40B4-BE49-F238E27FC236}">
                <a16:creationId xmlns:a16="http://schemas.microsoft.com/office/drawing/2014/main" id="{F7E0DDAC-5B23-45F2-8852-5D653DA48D9F}"/>
              </a:ext>
            </a:extLst>
          </p:cNvPr>
          <p:cNvSpPr>
            <a:spLocks noGrp="1"/>
          </p:cNvSpPr>
          <p:nvPr/>
        </p:nvSpPr>
        <p:spPr>
          <a:xfrm>
            <a:off x="341855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5" name="a_full_bar_1234">
            <a:extLst>
              <a:ext uri="{FF2B5EF4-FFF2-40B4-BE49-F238E27FC236}">
                <a16:creationId xmlns:a16="http://schemas.microsoft.com/office/drawing/2014/main" id="{F86BC92D-5A4F-4742-8638-42E8C14AE492}"/>
              </a:ext>
            </a:extLst>
          </p:cNvPr>
          <p:cNvSpPr>
            <a:spLocks noGrp="1"/>
          </p:cNvSpPr>
          <p:nvPr/>
        </p:nvSpPr>
        <p:spPr>
          <a:xfrm>
            <a:off x="3306508" y="589826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6" name="a_full_bar_1235">
            <a:extLst>
              <a:ext uri="{FF2B5EF4-FFF2-40B4-BE49-F238E27FC236}">
                <a16:creationId xmlns:a16="http://schemas.microsoft.com/office/drawing/2014/main" id="{4B9CF3FC-E41C-4455-A51C-F54CD9E85F9A}"/>
              </a:ext>
            </a:extLst>
          </p:cNvPr>
          <p:cNvSpPr>
            <a:spLocks noGrp="1"/>
          </p:cNvSpPr>
          <p:nvPr/>
        </p:nvSpPr>
        <p:spPr>
          <a:xfrm>
            <a:off x="3351669" y="577205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7" name="a_full_bar_1236">
            <a:extLst>
              <a:ext uri="{FF2B5EF4-FFF2-40B4-BE49-F238E27FC236}">
                <a16:creationId xmlns:a16="http://schemas.microsoft.com/office/drawing/2014/main" id="{E1EFB8B3-17E4-4BCB-A803-3177A5BAFAD5}"/>
              </a:ext>
            </a:extLst>
          </p:cNvPr>
          <p:cNvSpPr>
            <a:spLocks noGrp="1"/>
          </p:cNvSpPr>
          <p:nvPr/>
        </p:nvSpPr>
        <p:spPr>
          <a:xfrm>
            <a:off x="3450532" y="539898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8" name="a_full_bar_1237">
            <a:extLst>
              <a:ext uri="{FF2B5EF4-FFF2-40B4-BE49-F238E27FC236}">
                <a16:creationId xmlns:a16="http://schemas.microsoft.com/office/drawing/2014/main" id="{AC5FDEBD-D155-4691-868A-5810BE546C13}"/>
              </a:ext>
            </a:extLst>
          </p:cNvPr>
          <p:cNvSpPr>
            <a:spLocks noGrp="1"/>
          </p:cNvSpPr>
          <p:nvPr/>
        </p:nvSpPr>
        <p:spPr>
          <a:xfrm>
            <a:off x="3243467" y="597491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9" name="a_full_bar_1238">
            <a:extLst>
              <a:ext uri="{FF2B5EF4-FFF2-40B4-BE49-F238E27FC236}">
                <a16:creationId xmlns:a16="http://schemas.microsoft.com/office/drawing/2014/main" id="{656466EC-7008-4689-8B6D-421FDE4E8758}"/>
              </a:ext>
            </a:extLst>
          </p:cNvPr>
          <p:cNvSpPr>
            <a:spLocks noGrp="1"/>
          </p:cNvSpPr>
          <p:nvPr/>
        </p:nvSpPr>
        <p:spPr>
          <a:xfrm>
            <a:off x="3437116" y="597985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0" name="a_full_bar_1239">
            <a:extLst>
              <a:ext uri="{FF2B5EF4-FFF2-40B4-BE49-F238E27FC236}">
                <a16:creationId xmlns:a16="http://schemas.microsoft.com/office/drawing/2014/main" id="{4D3E4FB3-53E5-4834-9C76-D1DBE64DA519}"/>
              </a:ext>
            </a:extLst>
          </p:cNvPr>
          <p:cNvSpPr>
            <a:spLocks noGrp="1"/>
          </p:cNvSpPr>
          <p:nvPr/>
        </p:nvSpPr>
        <p:spPr>
          <a:xfrm>
            <a:off x="3292128" y="550045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1" name="a_full_bar_1240">
            <a:extLst>
              <a:ext uri="{FF2B5EF4-FFF2-40B4-BE49-F238E27FC236}">
                <a16:creationId xmlns:a16="http://schemas.microsoft.com/office/drawing/2014/main" id="{455C9B0E-690C-4214-83FF-97D5C6F81E73}"/>
              </a:ext>
            </a:extLst>
          </p:cNvPr>
          <p:cNvSpPr>
            <a:spLocks noGrp="1"/>
          </p:cNvSpPr>
          <p:nvPr/>
        </p:nvSpPr>
        <p:spPr>
          <a:xfrm>
            <a:off x="332229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2" name="a_full_bar_1241">
            <a:extLst>
              <a:ext uri="{FF2B5EF4-FFF2-40B4-BE49-F238E27FC236}">
                <a16:creationId xmlns:a16="http://schemas.microsoft.com/office/drawing/2014/main" id="{8995BCE0-1979-4E3A-8C0D-763052029413}"/>
              </a:ext>
            </a:extLst>
          </p:cNvPr>
          <p:cNvSpPr>
            <a:spLocks noGrp="1"/>
          </p:cNvSpPr>
          <p:nvPr/>
        </p:nvSpPr>
        <p:spPr>
          <a:xfrm>
            <a:off x="3416792" y="570640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3" name="a_full_bar_1242">
            <a:extLst>
              <a:ext uri="{FF2B5EF4-FFF2-40B4-BE49-F238E27FC236}">
                <a16:creationId xmlns:a16="http://schemas.microsoft.com/office/drawing/2014/main" id="{73FD02D1-0065-4303-8A52-4487FB9B660C}"/>
              </a:ext>
            </a:extLst>
          </p:cNvPr>
          <p:cNvSpPr>
            <a:spLocks noGrp="1"/>
          </p:cNvSpPr>
          <p:nvPr/>
        </p:nvSpPr>
        <p:spPr>
          <a:xfrm>
            <a:off x="330295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4" name="a_full_bar_1243">
            <a:extLst>
              <a:ext uri="{FF2B5EF4-FFF2-40B4-BE49-F238E27FC236}">
                <a16:creationId xmlns:a16="http://schemas.microsoft.com/office/drawing/2014/main" id="{B5DC089D-97ED-4239-A0AA-7AA2B444AD70}"/>
              </a:ext>
            </a:extLst>
          </p:cNvPr>
          <p:cNvSpPr>
            <a:spLocks noGrp="1"/>
          </p:cNvSpPr>
          <p:nvPr/>
        </p:nvSpPr>
        <p:spPr>
          <a:xfrm>
            <a:off x="3276892" y="59420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5" name="a_full_bar_1244">
            <a:extLst>
              <a:ext uri="{FF2B5EF4-FFF2-40B4-BE49-F238E27FC236}">
                <a16:creationId xmlns:a16="http://schemas.microsoft.com/office/drawing/2014/main" id="{5E1EEEB4-A84E-482F-902D-3F99CB811A7A}"/>
              </a:ext>
            </a:extLst>
          </p:cNvPr>
          <p:cNvSpPr>
            <a:spLocks noGrp="1"/>
          </p:cNvSpPr>
          <p:nvPr/>
        </p:nvSpPr>
        <p:spPr>
          <a:xfrm>
            <a:off x="322117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6" name="a_full_bar_1245">
            <a:extLst>
              <a:ext uri="{FF2B5EF4-FFF2-40B4-BE49-F238E27FC236}">
                <a16:creationId xmlns:a16="http://schemas.microsoft.com/office/drawing/2014/main" id="{8F9715B1-5E1F-46DD-9740-847089AC430A}"/>
              </a:ext>
            </a:extLst>
          </p:cNvPr>
          <p:cNvSpPr>
            <a:spLocks noGrp="1"/>
          </p:cNvSpPr>
          <p:nvPr/>
        </p:nvSpPr>
        <p:spPr>
          <a:xfrm>
            <a:off x="3265024" y="590191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7" name="a_full_bar_1246">
            <a:extLst>
              <a:ext uri="{FF2B5EF4-FFF2-40B4-BE49-F238E27FC236}">
                <a16:creationId xmlns:a16="http://schemas.microsoft.com/office/drawing/2014/main" id="{894ADF97-C607-47F5-87B6-F60B089D3F01}"/>
              </a:ext>
            </a:extLst>
          </p:cNvPr>
          <p:cNvSpPr>
            <a:spLocks noGrp="1"/>
          </p:cNvSpPr>
          <p:nvPr/>
        </p:nvSpPr>
        <p:spPr>
          <a:xfrm>
            <a:off x="3536205" y="587841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8" name="a_full_bar_1247">
            <a:extLst>
              <a:ext uri="{FF2B5EF4-FFF2-40B4-BE49-F238E27FC236}">
                <a16:creationId xmlns:a16="http://schemas.microsoft.com/office/drawing/2014/main" id="{D91E86A6-5C6E-45DC-85AD-44FC13713037}"/>
              </a:ext>
            </a:extLst>
          </p:cNvPr>
          <p:cNvSpPr>
            <a:spLocks noGrp="1"/>
          </p:cNvSpPr>
          <p:nvPr/>
        </p:nvSpPr>
        <p:spPr>
          <a:xfrm>
            <a:off x="3429324" y="583274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9" name="a_full_bar_1248">
            <a:extLst>
              <a:ext uri="{FF2B5EF4-FFF2-40B4-BE49-F238E27FC236}">
                <a16:creationId xmlns:a16="http://schemas.microsoft.com/office/drawing/2014/main" id="{494518B1-C408-492C-A218-5590EE1FE156}"/>
              </a:ext>
            </a:extLst>
          </p:cNvPr>
          <p:cNvSpPr>
            <a:spLocks noGrp="1"/>
          </p:cNvSpPr>
          <p:nvPr/>
        </p:nvSpPr>
        <p:spPr>
          <a:xfrm>
            <a:off x="3552853" y="58669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0" name="a_full_bar_1249">
            <a:extLst>
              <a:ext uri="{FF2B5EF4-FFF2-40B4-BE49-F238E27FC236}">
                <a16:creationId xmlns:a16="http://schemas.microsoft.com/office/drawing/2014/main" id="{9D43063F-FB6B-44F7-9A3D-C6F1690682DE}"/>
              </a:ext>
            </a:extLst>
          </p:cNvPr>
          <p:cNvSpPr>
            <a:spLocks noGrp="1"/>
          </p:cNvSpPr>
          <p:nvPr/>
        </p:nvSpPr>
        <p:spPr>
          <a:xfrm>
            <a:off x="3432219" y="598482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1" name="a_full_bar_1250">
            <a:extLst>
              <a:ext uri="{FF2B5EF4-FFF2-40B4-BE49-F238E27FC236}">
                <a16:creationId xmlns:a16="http://schemas.microsoft.com/office/drawing/2014/main" id="{72051067-9FB7-41D9-99AE-5035CD5222ED}"/>
              </a:ext>
            </a:extLst>
          </p:cNvPr>
          <p:cNvSpPr>
            <a:spLocks noGrp="1"/>
          </p:cNvSpPr>
          <p:nvPr/>
        </p:nvSpPr>
        <p:spPr>
          <a:xfrm>
            <a:off x="3388665" y="58032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2" name="a_full_bar_1251">
            <a:extLst>
              <a:ext uri="{FF2B5EF4-FFF2-40B4-BE49-F238E27FC236}">
                <a16:creationId xmlns:a16="http://schemas.microsoft.com/office/drawing/2014/main" id="{67104F2A-86C5-4220-8E5F-6360CE4ED064}"/>
              </a:ext>
            </a:extLst>
          </p:cNvPr>
          <p:cNvSpPr>
            <a:spLocks noGrp="1"/>
          </p:cNvSpPr>
          <p:nvPr/>
        </p:nvSpPr>
        <p:spPr>
          <a:xfrm>
            <a:off x="3536595" y="593932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3" name="a_full_bar_1252">
            <a:extLst>
              <a:ext uri="{FF2B5EF4-FFF2-40B4-BE49-F238E27FC236}">
                <a16:creationId xmlns:a16="http://schemas.microsoft.com/office/drawing/2014/main" id="{C79F800D-9F78-49AB-A283-E9751754FE97}"/>
              </a:ext>
            </a:extLst>
          </p:cNvPr>
          <p:cNvSpPr>
            <a:spLocks noGrp="1"/>
          </p:cNvSpPr>
          <p:nvPr/>
        </p:nvSpPr>
        <p:spPr>
          <a:xfrm>
            <a:off x="321556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4" name="a_full_bar_1253">
            <a:extLst>
              <a:ext uri="{FF2B5EF4-FFF2-40B4-BE49-F238E27FC236}">
                <a16:creationId xmlns:a16="http://schemas.microsoft.com/office/drawing/2014/main" id="{E3CE1633-4CB5-4231-AF8F-B52BABF190AC}"/>
              </a:ext>
            </a:extLst>
          </p:cNvPr>
          <p:cNvSpPr>
            <a:spLocks noGrp="1"/>
          </p:cNvSpPr>
          <p:nvPr/>
        </p:nvSpPr>
        <p:spPr>
          <a:xfrm>
            <a:off x="33098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5" name="a_full_bar_1254">
            <a:extLst>
              <a:ext uri="{FF2B5EF4-FFF2-40B4-BE49-F238E27FC236}">
                <a16:creationId xmlns:a16="http://schemas.microsoft.com/office/drawing/2014/main" id="{753A5BA6-328A-4815-B035-68B1CB5789FD}"/>
              </a:ext>
            </a:extLst>
          </p:cNvPr>
          <p:cNvSpPr>
            <a:spLocks noGrp="1"/>
          </p:cNvSpPr>
          <p:nvPr/>
        </p:nvSpPr>
        <p:spPr>
          <a:xfrm>
            <a:off x="3562164" y="594617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6" name="a_full_bar_1255">
            <a:extLst>
              <a:ext uri="{FF2B5EF4-FFF2-40B4-BE49-F238E27FC236}">
                <a16:creationId xmlns:a16="http://schemas.microsoft.com/office/drawing/2014/main" id="{7E0D8CEE-B7C1-4911-B529-A989D1354EB0}"/>
              </a:ext>
            </a:extLst>
          </p:cNvPr>
          <p:cNvSpPr>
            <a:spLocks noGrp="1"/>
          </p:cNvSpPr>
          <p:nvPr/>
        </p:nvSpPr>
        <p:spPr>
          <a:xfrm>
            <a:off x="3299379" y="449642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7" name="a_full_bar_1256">
            <a:extLst>
              <a:ext uri="{FF2B5EF4-FFF2-40B4-BE49-F238E27FC236}">
                <a16:creationId xmlns:a16="http://schemas.microsoft.com/office/drawing/2014/main" id="{AEB8C45B-A041-4D11-BF3A-F4A395C84B34}"/>
              </a:ext>
            </a:extLst>
          </p:cNvPr>
          <p:cNvSpPr>
            <a:spLocks noGrp="1"/>
          </p:cNvSpPr>
          <p:nvPr/>
        </p:nvSpPr>
        <p:spPr>
          <a:xfrm>
            <a:off x="339375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8" name="a_full_bar_1257">
            <a:extLst>
              <a:ext uri="{FF2B5EF4-FFF2-40B4-BE49-F238E27FC236}">
                <a16:creationId xmlns:a16="http://schemas.microsoft.com/office/drawing/2014/main" id="{5CA9A203-E451-4E60-A3B8-D8EA354EEB68}"/>
              </a:ext>
            </a:extLst>
          </p:cNvPr>
          <p:cNvSpPr>
            <a:spLocks noGrp="1"/>
          </p:cNvSpPr>
          <p:nvPr/>
        </p:nvSpPr>
        <p:spPr>
          <a:xfrm>
            <a:off x="3335139" y="59796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9" name="a_full_bar_1258">
            <a:extLst>
              <a:ext uri="{FF2B5EF4-FFF2-40B4-BE49-F238E27FC236}">
                <a16:creationId xmlns:a16="http://schemas.microsoft.com/office/drawing/2014/main" id="{FD49D6C4-809C-41AF-AD0F-29C2146126DF}"/>
              </a:ext>
            </a:extLst>
          </p:cNvPr>
          <p:cNvSpPr>
            <a:spLocks noGrp="1"/>
          </p:cNvSpPr>
          <p:nvPr/>
        </p:nvSpPr>
        <p:spPr>
          <a:xfrm>
            <a:off x="3471444" y="59206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0" name="a_full_bar_1259">
            <a:extLst>
              <a:ext uri="{FF2B5EF4-FFF2-40B4-BE49-F238E27FC236}">
                <a16:creationId xmlns:a16="http://schemas.microsoft.com/office/drawing/2014/main" id="{37DABB1E-1E32-4D5B-95A2-C232EDF705BB}"/>
              </a:ext>
            </a:extLst>
          </p:cNvPr>
          <p:cNvSpPr>
            <a:spLocks noGrp="1"/>
          </p:cNvSpPr>
          <p:nvPr/>
        </p:nvSpPr>
        <p:spPr>
          <a:xfrm>
            <a:off x="331804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1" name="a_full_bar_1260">
            <a:extLst>
              <a:ext uri="{FF2B5EF4-FFF2-40B4-BE49-F238E27FC236}">
                <a16:creationId xmlns:a16="http://schemas.microsoft.com/office/drawing/2014/main" id="{5A0811FE-66C1-4BA9-9071-3143722497C7}"/>
              </a:ext>
            </a:extLst>
          </p:cNvPr>
          <p:cNvSpPr>
            <a:spLocks noGrp="1"/>
          </p:cNvSpPr>
          <p:nvPr/>
        </p:nvSpPr>
        <p:spPr>
          <a:xfrm>
            <a:off x="3468596" y="59136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2" name="a_full_bar_1261">
            <a:extLst>
              <a:ext uri="{FF2B5EF4-FFF2-40B4-BE49-F238E27FC236}">
                <a16:creationId xmlns:a16="http://schemas.microsoft.com/office/drawing/2014/main" id="{B6113D14-DF9F-46B7-BA3A-C78B99638881}"/>
              </a:ext>
            </a:extLst>
          </p:cNvPr>
          <p:cNvSpPr>
            <a:spLocks noGrp="1"/>
          </p:cNvSpPr>
          <p:nvPr/>
        </p:nvSpPr>
        <p:spPr>
          <a:xfrm>
            <a:off x="3240794" y="595329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3" name="a_full_bar_1262">
            <a:extLst>
              <a:ext uri="{FF2B5EF4-FFF2-40B4-BE49-F238E27FC236}">
                <a16:creationId xmlns:a16="http://schemas.microsoft.com/office/drawing/2014/main" id="{27E5A400-8E60-4419-BC18-28F727EB7EC0}"/>
              </a:ext>
            </a:extLst>
          </p:cNvPr>
          <p:cNvSpPr>
            <a:spLocks noGrp="1"/>
          </p:cNvSpPr>
          <p:nvPr/>
        </p:nvSpPr>
        <p:spPr>
          <a:xfrm>
            <a:off x="318670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4" name="a_full_bar_1263">
            <a:extLst>
              <a:ext uri="{FF2B5EF4-FFF2-40B4-BE49-F238E27FC236}">
                <a16:creationId xmlns:a16="http://schemas.microsoft.com/office/drawing/2014/main" id="{B6789EA8-5875-4B1D-A19B-CC48DC1B09DC}"/>
              </a:ext>
            </a:extLst>
          </p:cNvPr>
          <p:cNvSpPr>
            <a:spLocks noGrp="1"/>
          </p:cNvSpPr>
          <p:nvPr/>
        </p:nvSpPr>
        <p:spPr>
          <a:xfrm>
            <a:off x="333584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5" name="a_full_bar_1264">
            <a:extLst>
              <a:ext uri="{FF2B5EF4-FFF2-40B4-BE49-F238E27FC236}">
                <a16:creationId xmlns:a16="http://schemas.microsoft.com/office/drawing/2014/main" id="{21532387-7697-440D-9DD3-ECDF8F500139}"/>
              </a:ext>
            </a:extLst>
          </p:cNvPr>
          <p:cNvSpPr>
            <a:spLocks noGrp="1"/>
          </p:cNvSpPr>
          <p:nvPr/>
        </p:nvSpPr>
        <p:spPr>
          <a:xfrm>
            <a:off x="34115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6" name="a_full_bar_1265">
            <a:extLst>
              <a:ext uri="{FF2B5EF4-FFF2-40B4-BE49-F238E27FC236}">
                <a16:creationId xmlns:a16="http://schemas.microsoft.com/office/drawing/2014/main" id="{8A46B819-740B-4C0E-B6E2-5AA92D58202C}"/>
              </a:ext>
            </a:extLst>
          </p:cNvPr>
          <p:cNvSpPr>
            <a:spLocks noGrp="1"/>
          </p:cNvSpPr>
          <p:nvPr/>
        </p:nvSpPr>
        <p:spPr>
          <a:xfrm>
            <a:off x="35474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7" name="a_full_bar_1266">
            <a:extLst>
              <a:ext uri="{FF2B5EF4-FFF2-40B4-BE49-F238E27FC236}">
                <a16:creationId xmlns:a16="http://schemas.microsoft.com/office/drawing/2014/main" id="{15E1A2B9-7637-4B56-AF4A-E4DD5EA8C2B0}"/>
              </a:ext>
            </a:extLst>
          </p:cNvPr>
          <p:cNvSpPr>
            <a:spLocks noGrp="1"/>
          </p:cNvSpPr>
          <p:nvPr/>
        </p:nvSpPr>
        <p:spPr>
          <a:xfrm>
            <a:off x="3556015" y="591105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8" name="a_full_bar_1267">
            <a:extLst>
              <a:ext uri="{FF2B5EF4-FFF2-40B4-BE49-F238E27FC236}">
                <a16:creationId xmlns:a16="http://schemas.microsoft.com/office/drawing/2014/main" id="{E6B67313-9273-444D-9883-27379D2427D1}"/>
              </a:ext>
            </a:extLst>
          </p:cNvPr>
          <p:cNvSpPr>
            <a:spLocks noGrp="1"/>
          </p:cNvSpPr>
          <p:nvPr/>
        </p:nvSpPr>
        <p:spPr>
          <a:xfrm>
            <a:off x="323291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9" name="a_full_bar_1268">
            <a:extLst>
              <a:ext uri="{FF2B5EF4-FFF2-40B4-BE49-F238E27FC236}">
                <a16:creationId xmlns:a16="http://schemas.microsoft.com/office/drawing/2014/main" id="{27248012-1F36-4A0D-98D0-98C1447EA53A}"/>
              </a:ext>
            </a:extLst>
          </p:cNvPr>
          <p:cNvSpPr>
            <a:spLocks noGrp="1"/>
          </p:cNvSpPr>
          <p:nvPr/>
        </p:nvSpPr>
        <p:spPr>
          <a:xfrm>
            <a:off x="3577047" y="586148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0" name="a_full_bar_1269">
            <a:extLst>
              <a:ext uri="{FF2B5EF4-FFF2-40B4-BE49-F238E27FC236}">
                <a16:creationId xmlns:a16="http://schemas.microsoft.com/office/drawing/2014/main" id="{D681812B-1865-4E7B-954A-0038736C6BA5}"/>
              </a:ext>
            </a:extLst>
          </p:cNvPr>
          <p:cNvSpPr>
            <a:spLocks noGrp="1"/>
          </p:cNvSpPr>
          <p:nvPr/>
        </p:nvSpPr>
        <p:spPr>
          <a:xfrm>
            <a:off x="3275234" y="595186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1" name="a_full_bar_1270">
            <a:extLst>
              <a:ext uri="{FF2B5EF4-FFF2-40B4-BE49-F238E27FC236}">
                <a16:creationId xmlns:a16="http://schemas.microsoft.com/office/drawing/2014/main" id="{FC1CC3FD-56AE-4AD2-A58E-0CE27DD562C5}"/>
              </a:ext>
            </a:extLst>
          </p:cNvPr>
          <p:cNvSpPr>
            <a:spLocks noGrp="1"/>
          </p:cNvSpPr>
          <p:nvPr/>
        </p:nvSpPr>
        <p:spPr>
          <a:xfrm>
            <a:off x="3381131" y="588476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2" name="a_full_bar_1271">
            <a:extLst>
              <a:ext uri="{FF2B5EF4-FFF2-40B4-BE49-F238E27FC236}">
                <a16:creationId xmlns:a16="http://schemas.microsoft.com/office/drawing/2014/main" id="{DF8D62A9-4025-4EB8-B6FA-4B18CF42132D}"/>
              </a:ext>
            </a:extLst>
          </p:cNvPr>
          <p:cNvSpPr>
            <a:spLocks noGrp="1"/>
          </p:cNvSpPr>
          <p:nvPr/>
        </p:nvSpPr>
        <p:spPr>
          <a:xfrm>
            <a:off x="3525661" y="58809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3" name="a_full_bar_1272">
            <a:extLst>
              <a:ext uri="{FF2B5EF4-FFF2-40B4-BE49-F238E27FC236}">
                <a16:creationId xmlns:a16="http://schemas.microsoft.com/office/drawing/2014/main" id="{577D9BC9-334A-4D0D-8A59-582CE770BAB8}"/>
              </a:ext>
            </a:extLst>
          </p:cNvPr>
          <p:cNvSpPr>
            <a:spLocks noGrp="1"/>
          </p:cNvSpPr>
          <p:nvPr/>
        </p:nvSpPr>
        <p:spPr>
          <a:xfrm>
            <a:off x="3276594" y="507879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4" name="a_full_bar_1273">
            <a:extLst>
              <a:ext uri="{FF2B5EF4-FFF2-40B4-BE49-F238E27FC236}">
                <a16:creationId xmlns:a16="http://schemas.microsoft.com/office/drawing/2014/main" id="{87D751A3-96A0-41A4-B2DE-B632D76D30BD}"/>
              </a:ext>
            </a:extLst>
          </p:cNvPr>
          <p:cNvSpPr>
            <a:spLocks noGrp="1"/>
          </p:cNvSpPr>
          <p:nvPr/>
        </p:nvSpPr>
        <p:spPr>
          <a:xfrm>
            <a:off x="3341589" y="59630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5" name="a_full_bar_1274">
            <a:extLst>
              <a:ext uri="{FF2B5EF4-FFF2-40B4-BE49-F238E27FC236}">
                <a16:creationId xmlns:a16="http://schemas.microsoft.com/office/drawing/2014/main" id="{FCAA9572-32E6-486D-ADA2-CF3215D62436}"/>
              </a:ext>
            </a:extLst>
          </p:cNvPr>
          <p:cNvSpPr>
            <a:spLocks noGrp="1"/>
          </p:cNvSpPr>
          <p:nvPr/>
        </p:nvSpPr>
        <p:spPr>
          <a:xfrm>
            <a:off x="329019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6" name="a_full_bar_1275">
            <a:extLst>
              <a:ext uri="{FF2B5EF4-FFF2-40B4-BE49-F238E27FC236}">
                <a16:creationId xmlns:a16="http://schemas.microsoft.com/office/drawing/2014/main" id="{DB20F8A9-3BF8-42E8-97E6-025EE48C3F9B}"/>
              </a:ext>
            </a:extLst>
          </p:cNvPr>
          <p:cNvSpPr>
            <a:spLocks noGrp="1"/>
          </p:cNvSpPr>
          <p:nvPr/>
        </p:nvSpPr>
        <p:spPr>
          <a:xfrm>
            <a:off x="3190354" y="597473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7" name="a_full_bar_1276">
            <a:extLst>
              <a:ext uri="{FF2B5EF4-FFF2-40B4-BE49-F238E27FC236}">
                <a16:creationId xmlns:a16="http://schemas.microsoft.com/office/drawing/2014/main" id="{0FE7A6D8-0608-4CFF-BFE6-F112ABFD842D}"/>
              </a:ext>
            </a:extLst>
          </p:cNvPr>
          <p:cNvSpPr>
            <a:spLocks noGrp="1"/>
          </p:cNvSpPr>
          <p:nvPr/>
        </p:nvSpPr>
        <p:spPr>
          <a:xfrm>
            <a:off x="3548783" y="59910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8" name="a_full_bar_1277">
            <a:extLst>
              <a:ext uri="{FF2B5EF4-FFF2-40B4-BE49-F238E27FC236}">
                <a16:creationId xmlns:a16="http://schemas.microsoft.com/office/drawing/2014/main" id="{ADCA30DC-0FE6-4FEE-A199-719C4C50974D}"/>
              </a:ext>
            </a:extLst>
          </p:cNvPr>
          <p:cNvSpPr>
            <a:spLocks noGrp="1"/>
          </p:cNvSpPr>
          <p:nvPr/>
        </p:nvSpPr>
        <p:spPr>
          <a:xfrm>
            <a:off x="3322462" y="560606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9" name="a_full_bar_1278">
            <a:extLst>
              <a:ext uri="{FF2B5EF4-FFF2-40B4-BE49-F238E27FC236}">
                <a16:creationId xmlns:a16="http://schemas.microsoft.com/office/drawing/2014/main" id="{C29DD656-60FC-45CE-ABFA-4718523CF34E}"/>
              </a:ext>
            </a:extLst>
          </p:cNvPr>
          <p:cNvSpPr>
            <a:spLocks noGrp="1"/>
          </p:cNvSpPr>
          <p:nvPr/>
        </p:nvSpPr>
        <p:spPr>
          <a:xfrm>
            <a:off x="34183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0" name="a_full_bar_1279">
            <a:extLst>
              <a:ext uri="{FF2B5EF4-FFF2-40B4-BE49-F238E27FC236}">
                <a16:creationId xmlns:a16="http://schemas.microsoft.com/office/drawing/2014/main" id="{6117A859-207B-403B-BA94-3BDCBE7245E8}"/>
              </a:ext>
            </a:extLst>
          </p:cNvPr>
          <p:cNvSpPr>
            <a:spLocks noGrp="1"/>
          </p:cNvSpPr>
          <p:nvPr/>
        </p:nvSpPr>
        <p:spPr>
          <a:xfrm>
            <a:off x="3286334" y="580072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1" name="a_full_bar_1280">
            <a:extLst>
              <a:ext uri="{FF2B5EF4-FFF2-40B4-BE49-F238E27FC236}">
                <a16:creationId xmlns:a16="http://schemas.microsoft.com/office/drawing/2014/main" id="{567D3F6B-B814-4530-860A-B34293F29A02}"/>
              </a:ext>
            </a:extLst>
          </p:cNvPr>
          <p:cNvSpPr>
            <a:spLocks noGrp="1"/>
          </p:cNvSpPr>
          <p:nvPr/>
        </p:nvSpPr>
        <p:spPr>
          <a:xfrm>
            <a:off x="577627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2" name="a_full_bar_1281">
            <a:extLst>
              <a:ext uri="{FF2B5EF4-FFF2-40B4-BE49-F238E27FC236}">
                <a16:creationId xmlns:a16="http://schemas.microsoft.com/office/drawing/2014/main" id="{BC366586-2933-4AF2-ACE4-DA3F532C116F}"/>
              </a:ext>
            </a:extLst>
          </p:cNvPr>
          <p:cNvSpPr>
            <a:spLocks noGrp="1"/>
          </p:cNvSpPr>
          <p:nvPr/>
        </p:nvSpPr>
        <p:spPr>
          <a:xfrm>
            <a:off x="569160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3" name="a_full_bar_1282">
            <a:extLst>
              <a:ext uri="{FF2B5EF4-FFF2-40B4-BE49-F238E27FC236}">
                <a16:creationId xmlns:a16="http://schemas.microsoft.com/office/drawing/2014/main" id="{FF88298A-577B-430A-AA49-65C03851148F}"/>
              </a:ext>
            </a:extLst>
          </p:cNvPr>
          <p:cNvSpPr>
            <a:spLocks noGrp="1"/>
          </p:cNvSpPr>
          <p:nvPr/>
        </p:nvSpPr>
        <p:spPr>
          <a:xfrm>
            <a:off x="580014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4" name="a_full_bar_1283">
            <a:extLst>
              <a:ext uri="{FF2B5EF4-FFF2-40B4-BE49-F238E27FC236}">
                <a16:creationId xmlns:a16="http://schemas.microsoft.com/office/drawing/2014/main" id="{530674C2-F6CF-4EE7-AA5F-B2FD1EEE01A7}"/>
              </a:ext>
            </a:extLst>
          </p:cNvPr>
          <p:cNvSpPr>
            <a:spLocks noGrp="1"/>
          </p:cNvSpPr>
          <p:nvPr/>
        </p:nvSpPr>
        <p:spPr>
          <a:xfrm>
            <a:off x="59776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5" name="a_full_bar_1284">
            <a:extLst>
              <a:ext uri="{FF2B5EF4-FFF2-40B4-BE49-F238E27FC236}">
                <a16:creationId xmlns:a16="http://schemas.microsoft.com/office/drawing/2014/main" id="{A3CF98AD-A798-4438-8D16-EFF0D332D171}"/>
              </a:ext>
            </a:extLst>
          </p:cNvPr>
          <p:cNvSpPr>
            <a:spLocks noGrp="1"/>
          </p:cNvSpPr>
          <p:nvPr/>
        </p:nvSpPr>
        <p:spPr>
          <a:xfrm>
            <a:off x="5774777" y="42903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6" name="a_full_bar_1285">
            <a:extLst>
              <a:ext uri="{FF2B5EF4-FFF2-40B4-BE49-F238E27FC236}">
                <a16:creationId xmlns:a16="http://schemas.microsoft.com/office/drawing/2014/main" id="{8ADD0A66-7037-4DA3-BA35-6191436B0518}"/>
              </a:ext>
            </a:extLst>
          </p:cNvPr>
          <p:cNvSpPr>
            <a:spLocks noGrp="1"/>
          </p:cNvSpPr>
          <p:nvPr/>
        </p:nvSpPr>
        <p:spPr>
          <a:xfrm>
            <a:off x="596753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7" name="a_full_bar_1286">
            <a:extLst>
              <a:ext uri="{FF2B5EF4-FFF2-40B4-BE49-F238E27FC236}">
                <a16:creationId xmlns:a16="http://schemas.microsoft.com/office/drawing/2014/main" id="{5F634E7D-FA27-4494-A23E-2194A6F51100}"/>
              </a:ext>
            </a:extLst>
          </p:cNvPr>
          <p:cNvSpPr>
            <a:spLocks noGrp="1"/>
          </p:cNvSpPr>
          <p:nvPr/>
        </p:nvSpPr>
        <p:spPr>
          <a:xfrm>
            <a:off x="569956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8" name="a_full_bar_1287">
            <a:extLst>
              <a:ext uri="{FF2B5EF4-FFF2-40B4-BE49-F238E27FC236}">
                <a16:creationId xmlns:a16="http://schemas.microsoft.com/office/drawing/2014/main" id="{2A8CAB62-D091-458D-9C75-C951E318B745}"/>
              </a:ext>
            </a:extLst>
          </p:cNvPr>
          <p:cNvSpPr>
            <a:spLocks noGrp="1"/>
          </p:cNvSpPr>
          <p:nvPr/>
        </p:nvSpPr>
        <p:spPr>
          <a:xfrm>
            <a:off x="572437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9" name="a_full_bar_1288">
            <a:extLst>
              <a:ext uri="{FF2B5EF4-FFF2-40B4-BE49-F238E27FC236}">
                <a16:creationId xmlns:a16="http://schemas.microsoft.com/office/drawing/2014/main" id="{5EEED19D-B0F5-457E-9B6F-CB9422509C46}"/>
              </a:ext>
            </a:extLst>
          </p:cNvPr>
          <p:cNvSpPr>
            <a:spLocks noGrp="1"/>
          </p:cNvSpPr>
          <p:nvPr/>
        </p:nvSpPr>
        <p:spPr>
          <a:xfrm>
            <a:off x="593684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0" name="a_full_bar_1289">
            <a:extLst>
              <a:ext uri="{FF2B5EF4-FFF2-40B4-BE49-F238E27FC236}">
                <a16:creationId xmlns:a16="http://schemas.microsoft.com/office/drawing/2014/main" id="{A336FA2E-37AD-4CDF-8F9F-37D699CE6DEE}"/>
              </a:ext>
            </a:extLst>
          </p:cNvPr>
          <p:cNvSpPr>
            <a:spLocks noGrp="1"/>
          </p:cNvSpPr>
          <p:nvPr/>
        </p:nvSpPr>
        <p:spPr>
          <a:xfrm>
            <a:off x="588017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1" name="a_full_bar_1290">
            <a:extLst>
              <a:ext uri="{FF2B5EF4-FFF2-40B4-BE49-F238E27FC236}">
                <a16:creationId xmlns:a16="http://schemas.microsoft.com/office/drawing/2014/main" id="{0EE73722-F172-4287-A538-5159322E3054}"/>
              </a:ext>
            </a:extLst>
          </p:cNvPr>
          <p:cNvSpPr>
            <a:spLocks noGrp="1"/>
          </p:cNvSpPr>
          <p:nvPr/>
        </p:nvSpPr>
        <p:spPr>
          <a:xfrm>
            <a:off x="5840897" y="315368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2" name="a_full_bar_1291">
            <a:extLst>
              <a:ext uri="{FF2B5EF4-FFF2-40B4-BE49-F238E27FC236}">
                <a16:creationId xmlns:a16="http://schemas.microsoft.com/office/drawing/2014/main" id="{6569B6AC-9CC1-4C8C-A420-92F1FC55CE0F}"/>
              </a:ext>
            </a:extLst>
          </p:cNvPr>
          <p:cNvSpPr>
            <a:spLocks noGrp="1"/>
          </p:cNvSpPr>
          <p:nvPr/>
        </p:nvSpPr>
        <p:spPr>
          <a:xfrm>
            <a:off x="5792054" y="373600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3" name="a_full_bar_1292">
            <a:extLst>
              <a:ext uri="{FF2B5EF4-FFF2-40B4-BE49-F238E27FC236}">
                <a16:creationId xmlns:a16="http://schemas.microsoft.com/office/drawing/2014/main" id="{A54736C3-FA87-43BA-B610-E594E8F07AC6}"/>
              </a:ext>
            </a:extLst>
          </p:cNvPr>
          <p:cNvSpPr>
            <a:spLocks noGrp="1"/>
          </p:cNvSpPr>
          <p:nvPr/>
        </p:nvSpPr>
        <p:spPr>
          <a:xfrm>
            <a:off x="5877759" y="31292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4" name="a_full_bar_1293">
            <a:extLst>
              <a:ext uri="{FF2B5EF4-FFF2-40B4-BE49-F238E27FC236}">
                <a16:creationId xmlns:a16="http://schemas.microsoft.com/office/drawing/2014/main" id="{63999A03-3B99-47B6-B284-8C12A073531F}"/>
              </a:ext>
            </a:extLst>
          </p:cNvPr>
          <p:cNvSpPr>
            <a:spLocks noGrp="1"/>
          </p:cNvSpPr>
          <p:nvPr/>
        </p:nvSpPr>
        <p:spPr>
          <a:xfrm>
            <a:off x="58196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5" name="a_full_bar_1294">
            <a:extLst>
              <a:ext uri="{FF2B5EF4-FFF2-40B4-BE49-F238E27FC236}">
                <a16:creationId xmlns:a16="http://schemas.microsoft.com/office/drawing/2014/main" id="{3C73FFFA-E220-498B-BE65-38E2F1C3057E}"/>
              </a:ext>
            </a:extLst>
          </p:cNvPr>
          <p:cNvSpPr>
            <a:spLocks noGrp="1"/>
          </p:cNvSpPr>
          <p:nvPr/>
        </p:nvSpPr>
        <p:spPr>
          <a:xfrm>
            <a:off x="5803235" y="519287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6" name="a_full_bar_1295">
            <a:extLst>
              <a:ext uri="{FF2B5EF4-FFF2-40B4-BE49-F238E27FC236}">
                <a16:creationId xmlns:a16="http://schemas.microsoft.com/office/drawing/2014/main" id="{88B8AF9E-9951-4FD2-9902-E100BE21AC22}"/>
              </a:ext>
            </a:extLst>
          </p:cNvPr>
          <p:cNvSpPr>
            <a:spLocks noGrp="1"/>
          </p:cNvSpPr>
          <p:nvPr/>
        </p:nvSpPr>
        <p:spPr>
          <a:xfrm>
            <a:off x="5902960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7" name="a_full_bar_1296">
            <a:extLst>
              <a:ext uri="{FF2B5EF4-FFF2-40B4-BE49-F238E27FC236}">
                <a16:creationId xmlns:a16="http://schemas.microsoft.com/office/drawing/2014/main" id="{84E0F07D-09C6-418A-B982-F6D5E642CE98}"/>
              </a:ext>
            </a:extLst>
          </p:cNvPr>
          <p:cNvSpPr>
            <a:spLocks noGrp="1"/>
          </p:cNvSpPr>
          <p:nvPr/>
        </p:nvSpPr>
        <p:spPr>
          <a:xfrm>
            <a:off x="581172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8" name="a_full_bar_1297">
            <a:extLst>
              <a:ext uri="{FF2B5EF4-FFF2-40B4-BE49-F238E27FC236}">
                <a16:creationId xmlns:a16="http://schemas.microsoft.com/office/drawing/2014/main" id="{8EB05340-1BCF-4E70-A6D1-E3B51A1B4948}"/>
              </a:ext>
            </a:extLst>
          </p:cNvPr>
          <p:cNvSpPr>
            <a:spLocks noGrp="1"/>
          </p:cNvSpPr>
          <p:nvPr/>
        </p:nvSpPr>
        <p:spPr>
          <a:xfrm>
            <a:off x="5858062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9" name="a_full_bar_1298">
            <a:extLst>
              <a:ext uri="{FF2B5EF4-FFF2-40B4-BE49-F238E27FC236}">
                <a16:creationId xmlns:a16="http://schemas.microsoft.com/office/drawing/2014/main" id="{0CB195F3-AE1F-4814-BB4D-FC4BB66683FC}"/>
              </a:ext>
            </a:extLst>
          </p:cNvPr>
          <p:cNvSpPr>
            <a:spLocks noGrp="1"/>
          </p:cNvSpPr>
          <p:nvPr/>
        </p:nvSpPr>
        <p:spPr>
          <a:xfrm>
            <a:off x="5672039" y="326840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0" name="a_full_bar_1299">
            <a:extLst>
              <a:ext uri="{FF2B5EF4-FFF2-40B4-BE49-F238E27FC236}">
                <a16:creationId xmlns:a16="http://schemas.microsoft.com/office/drawing/2014/main" id="{58D1EE01-3686-4D3B-AB1C-D74437087EDC}"/>
              </a:ext>
            </a:extLst>
          </p:cNvPr>
          <p:cNvSpPr>
            <a:spLocks noGrp="1"/>
          </p:cNvSpPr>
          <p:nvPr/>
        </p:nvSpPr>
        <p:spPr>
          <a:xfrm>
            <a:off x="5974484" y="34857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1" name="a_full_bar_1300">
            <a:extLst>
              <a:ext uri="{FF2B5EF4-FFF2-40B4-BE49-F238E27FC236}">
                <a16:creationId xmlns:a16="http://schemas.microsoft.com/office/drawing/2014/main" id="{44B42668-775F-4992-B9AD-C8EA15707C70}"/>
              </a:ext>
            </a:extLst>
          </p:cNvPr>
          <p:cNvSpPr>
            <a:spLocks noGrp="1"/>
          </p:cNvSpPr>
          <p:nvPr/>
        </p:nvSpPr>
        <p:spPr>
          <a:xfrm>
            <a:off x="5814909" y="51797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2" name="a_full_bar_1301">
            <a:extLst>
              <a:ext uri="{FF2B5EF4-FFF2-40B4-BE49-F238E27FC236}">
                <a16:creationId xmlns:a16="http://schemas.microsoft.com/office/drawing/2014/main" id="{FB3BBBF5-BA40-443F-BBBA-7A0F8FD2754A}"/>
              </a:ext>
            </a:extLst>
          </p:cNvPr>
          <p:cNvSpPr>
            <a:spLocks noGrp="1"/>
          </p:cNvSpPr>
          <p:nvPr/>
        </p:nvSpPr>
        <p:spPr>
          <a:xfrm>
            <a:off x="587472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3" name="a_full_bar_1302">
            <a:extLst>
              <a:ext uri="{FF2B5EF4-FFF2-40B4-BE49-F238E27FC236}">
                <a16:creationId xmlns:a16="http://schemas.microsoft.com/office/drawing/2014/main" id="{412B64E0-D2F9-4798-8791-5510BC88D2B7}"/>
              </a:ext>
            </a:extLst>
          </p:cNvPr>
          <p:cNvSpPr>
            <a:spLocks noGrp="1"/>
          </p:cNvSpPr>
          <p:nvPr/>
        </p:nvSpPr>
        <p:spPr>
          <a:xfrm>
            <a:off x="5779744" y="363812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4" name="a_full_bar_1303">
            <a:extLst>
              <a:ext uri="{FF2B5EF4-FFF2-40B4-BE49-F238E27FC236}">
                <a16:creationId xmlns:a16="http://schemas.microsoft.com/office/drawing/2014/main" id="{2406B1B1-B566-47D9-B8E1-2B61A2D72F2E}"/>
              </a:ext>
            </a:extLst>
          </p:cNvPr>
          <p:cNvSpPr>
            <a:spLocks noGrp="1"/>
          </p:cNvSpPr>
          <p:nvPr/>
        </p:nvSpPr>
        <p:spPr>
          <a:xfrm>
            <a:off x="6001449" y="37403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5" name="a_full_bar_1304">
            <a:extLst>
              <a:ext uri="{FF2B5EF4-FFF2-40B4-BE49-F238E27FC236}">
                <a16:creationId xmlns:a16="http://schemas.microsoft.com/office/drawing/2014/main" id="{E49B34F0-0D32-43FD-A205-96F2490242EB}"/>
              </a:ext>
            </a:extLst>
          </p:cNvPr>
          <p:cNvSpPr>
            <a:spLocks noGrp="1"/>
          </p:cNvSpPr>
          <p:nvPr/>
        </p:nvSpPr>
        <p:spPr>
          <a:xfrm>
            <a:off x="57631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6" name="a_full_bar_1305">
            <a:extLst>
              <a:ext uri="{FF2B5EF4-FFF2-40B4-BE49-F238E27FC236}">
                <a16:creationId xmlns:a16="http://schemas.microsoft.com/office/drawing/2014/main" id="{F801667C-F7F9-482A-BC03-EB7D4075A63F}"/>
              </a:ext>
            </a:extLst>
          </p:cNvPr>
          <p:cNvSpPr>
            <a:spLocks noGrp="1"/>
          </p:cNvSpPr>
          <p:nvPr/>
        </p:nvSpPr>
        <p:spPr>
          <a:xfrm>
            <a:off x="565978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7" name="a_full_bar_1306">
            <a:extLst>
              <a:ext uri="{FF2B5EF4-FFF2-40B4-BE49-F238E27FC236}">
                <a16:creationId xmlns:a16="http://schemas.microsoft.com/office/drawing/2014/main" id="{C7A9A6DD-4E97-4A99-8D1F-68D480EFEED7}"/>
              </a:ext>
            </a:extLst>
          </p:cNvPr>
          <p:cNvSpPr>
            <a:spLocks noGrp="1"/>
          </p:cNvSpPr>
          <p:nvPr/>
        </p:nvSpPr>
        <p:spPr>
          <a:xfrm>
            <a:off x="5680833" y="529305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8" name="a_full_bar_1307">
            <a:extLst>
              <a:ext uri="{FF2B5EF4-FFF2-40B4-BE49-F238E27FC236}">
                <a16:creationId xmlns:a16="http://schemas.microsoft.com/office/drawing/2014/main" id="{4BCFE26C-8273-41FF-9E8A-3C3894B220F2}"/>
              </a:ext>
            </a:extLst>
          </p:cNvPr>
          <p:cNvSpPr>
            <a:spLocks noGrp="1"/>
          </p:cNvSpPr>
          <p:nvPr/>
        </p:nvSpPr>
        <p:spPr>
          <a:xfrm>
            <a:off x="58711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9" name="a_full_bar_1308">
            <a:extLst>
              <a:ext uri="{FF2B5EF4-FFF2-40B4-BE49-F238E27FC236}">
                <a16:creationId xmlns:a16="http://schemas.microsoft.com/office/drawing/2014/main" id="{9E87F1B2-EBE1-4AC6-9094-B717833FEAB3}"/>
              </a:ext>
            </a:extLst>
          </p:cNvPr>
          <p:cNvSpPr>
            <a:spLocks noGrp="1"/>
          </p:cNvSpPr>
          <p:nvPr/>
        </p:nvSpPr>
        <p:spPr>
          <a:xfrm>
            <a:off x="5990465" y="54790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0" name="a_full_bar_1309">
            <a:extLst>
              <a:ext uri="{FF2B5EF4-FFF2-40B4-BE49-F238E27FC236}">
                <a16:creationId xmlns:a16="http://schemas.microsoft.com/office/drawing/2014/main" id="{1885EB74-7975-482F-98F0-90E4E95CAE83}"/>
              </a:ext>
            </a:extLst>
          </p:cNvPr>
          <p:cNvSpPr>
            <a:spLocks noGrp="1"/>
          </p:cNvSpPr>
          <p:nvPr/>
        </p:nvSpPr>
        <p:spPr>
          <a:xfrm>
            <a:off x="5729370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1" name="a_full_bar_1310">
            <a:extLst>
              <a:ext uri="{FF2B5EF4-FFF2-40B4-BE49-F238E27FC236}">
                <a16:creationId xmlns:a16="http://schemas.microsoft.com/office/drawing/2014/main" id="{88104304-88A7-4F33-856C-962213FE5922}"/>
              </a:ext>
            </a:extLst>
          </p:cNvPr>
          <p:cNvSpPr>
            <a:spLocks noGrp="1"/>
          </p:cNvSpPr>
          <p:nvPr/>
        </p:nvSpPr>
        <p:spPr>
          <a:xfrm>
            <a:off x="583143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2" name="a_full_bar_1311">
            <a:extLst>
              <a:ext uri="{FF2B5EF4-FFF2-40B4-BE49-F238E27FC236}">
                <a16:creationId xmlns:a16="http://schemas.microsoft.com/office/drawing/2014/main" id="{B877AAB8-FB10-45B9-9A8C-5564FB282508}"/>
              </a:ext>
            </a:extLst>
          </p:cNvPr>
          <p:cNvSpPr>
            <a:spLocks noGrp="1"/>
          </p:cNvSpPr>
          <p:nvPr/>
        </p:nvSpPr>
        <p:spPr>
          <a:xfrm>
            <a:off x="5709767" y="54857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3" name="a_full_bar_1312">
            <a:extLst>
              <a:ext uri="{FF2B5EF4-FFF2-40B4-BE49-F238E27FC236}">
                <a16:creationId xmlns:a16="http://schemas.microsoft.com/office/drawing/2014/main" id="{BA14D2FA-2BC4-4FEA-938A-6FEFE4FE1A99}"/>
              </a:ext>
            </a:extLst>
          </p:cNvPr>
          <p:cNvSpPr>
            <a:spLocks noGrp="1"/>
          </p:cNvSpPr>
          <p:nvPr/>
        </p:nvSpPr>
        <p:spPr>
          <a:xfrm>
            <a:off x="580939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4" name="a_full_bar_1313">
            <a:extLst>
              <a:ext uri="{FF2B5EF4-FFF2-40B4-BE49-F238E27FC236}">
                <a16:creationId xmlns:a16="http://schemas.microsoft.com/office/drawing/2014/main" id="{DCA47D97-B625-4860-BFF3-482FF612FAA7}"/>
              </a:ext>
            </a:extLst>
          </p:cNvPr>
          <p:cNvSpPr>
            <a:spLocks noGrp="1"/>
          </p:cNvSpPr>
          <p:nvPr/>
        </p:nvSpPr>
        <p:spPr>
          <a:xfrm>
            <a:off x="5952829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5" name="a_full_bar_1314">
            <a:extLst>
              <a:ext uri="{FF2B5EF4-FFF2-40B4-BE49-F238E27FC236}">
                <a16:creationId xmlns:a16="http://schemas.microsoft.com/office/drawing/2014/main" id="{25A48A1F-112B-45F8-8D7F-D0ED83974763}"/>
              </a:ext>
            </a:extLst>
          </p:cNvPr>
          <p:cNvSpPr>
            <a:spLocks noGrp="1"/>
          </p:cNvSpPr>
          <p:nvPr/>
        </p:nvSpPr>
        <p:spPr>
          <a:xfrm>
            <a:off x="57424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6" name="a_full_bar_1315">
            <a:extLst>
              <a:ext uri="{FF2B5EF4-FFF2-40B4-BE49-F238E27FC236}">
                <a16:creationId xmlns:a16="http://schemas.microsoft.com/office/drawing/2014/main" id="{A9F04764-77D2-4FF1-9D79-B95D3AA72524}"/>
              </a:ext>
            </a:extLst>
          </p:cNvPr>
          <p:cNvSpPr>
            <a:spLocks noGrp="1"/>
          </p:cNvSpPr>
          <p:nvPr/>
        </p:nvSpPr>
        <p:spPr>
          <a:xfrm>
            <a:off x="602287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7" name="a_full_bar_1316">
            <a:extLst>
              <a:ext uri="{FF2B5EF4-FFF2-40B4-BE49-F238E27FC236}">
                <a16:creationId xmlns:a16="http://schemas.microsoft.com/office/drawing/2014/main" id="{95FC7083-91E0-4EF5-88B8-4E2B28C2D085}"/>
              </a:ext>
            </a:extLst>
          </p:cNvPr>
          <p:cNvSpPr>
            <a:spLocks noGrp="1"/>
          </p:cNvSpPr>
          <p:nvPr/>
        </p:nvSpPr>
        <p:spPr>
          <a:xfrm>
            <a:off x="581723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8" name="a_full_bar_1317">
            <a:extLst>
              <a:ext uri="{FF2B5EF4-FFF2-40B4-BE49-F238E27FC236}">
                <a16:creationId xmlns:a16="http://schemas.microsoft.com/office/drawing/2014/main" id="{94B49AD9-8B3D-4DEF-8342-A6735B0DA877}"/>
              </a:ext>
            </a:extLst>
          </p:cNvPr>
          <p:cNvSpPr>
            <a:spLocks noGrp="1"/>
          </p:cNvSpPr>
          <p:nvPr/>
        </p:nvSpPr>
        <p:spPr>
          <a:xfrm>
            <a:off x="5720111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9" name="a_full_bar_1318">
            <a:extLst>
              <a:ext uri="{FF2B5EF4-FFF2-40B4-BE49-F238E27FC236}">
                <a16:creationId xmlns:a16="http://schemas.microsoft.com/office/drawing/2014/main" id="{8C348F58-A230-47AC-BCF8-478883618234}"/>
              </a:ext>
            </a:extLst>
          </p:cNvPr>
          <p:cNvSpPr>
            <a:spLocks noGrp="1"/>
          </p:cNvSpPr>
          <p:nvPr/>
        </p:nvSpPr>
        <p:spPr>
          <a:xfrm>
            <a:off x="585226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0" name="a_full_bar_1319">
            <a:extLst>
              <a:ext uri="{FF2B5EF4-FFF2-40B4-BE49-F238E27FC236}">
                <a16:creationId xmlns:a16="http://schemas.microsoft.com/office/drawing/2014/main" id="{33774867-3536-4883-999E-48B9ADD581FF}"/>
              </a:ext>
            </a:extLst>
          </p:cNvPr>
          <p:cNvSpPr>
            <a:spLocks noGrp="1"/>
          </p:cNvSpPr>
          <p:nvPr/>
        </p:nvSpPr>
        <p:spPr>
          <a:xfrm>
            <a:off x="5675432" y="464189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1" name="a_full_bar_1320">
            <a:extLst>
              <a:ext uri="{FF2B5EF4-FFF2-40B4-BE49-F238E27FC236}">
                <a16:creationId xmlns:a16="http://schemas.microsoft.com/office/drawing/2014/main" id="{7052B0B8-8CF5-49D8-81A2-26BEB3413897}"/>
              </a:ext>
            </a:extLst>
          </p:cNvPr>
          <p:cNvSpPr>
            <a:spLocks noGrp="1"/>
          </p:cNvSpPr>
          <p:nvPr/>
        </p:nvSpPr>
        <p:spPr>
          <a:xfrm>
            <a:off x="564620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2" name="a_full_bar_1321">
            <a:extLst>
              <a:ext uri="{FF2B5EF4-FFF2-40B4-BE49-F238E27FC236}">
                <a16:creationId xmlns:a16="http://schemas.microsoft.com/office/drawing/2014/main" id="{E963B4C3-BF25-44AB-8C45-B465A801BD80}"/>
              </a:ext>
            </a:extLst>
          </p:cNvPr>
          <p:cNvSpPr>
            <a:spLocks noGrp="1"/>
          </p:cNvSpPr>
          <p:nvPr/>
        </p:nvSpPr>
        <p:spPr>
          <a:xfrm>
            <a:off x="5751654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3" name="a_full_bar_1322">
            <a:extLst>
              <a:ext uri="{FF2B5EF4-FFF2-40B4-BE49-F238E27FC236}">
                <a16:creationId xmlns:a16="http://schemas.microsoft.com/office/drawing/2014/main" id="{D67FDF4F-C990-4BDD-AC61-948920113702}"/>
              </a:ext>
            </a:extLst>
          </p:cNvPr>
          <p:cNvSpPr>
            <a:spLocks noGrp="1"/>
          </p:cNvSpPr>
          <p:nvPr/>
        </p:nvSpPr>
        <p:spPr>
          <a:xfrm>
            <a:off x="578152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4" name="a_full_bar_1323">
            <a:extLst>
              <a:ext uri="{FF2B5EF4-FFF2-40B4-BE49-F238E27FC236}">
                <a16:creationId xmlns:a16="http://schemas.microsoft.com/office/drawing/2014/main" id="{72462A0D-D4F8-4F33-AC02-D5536A63C85F}"/>
              </a:ext>
            </a:extLst>
          </p:cNvPr>
          <p:cNvSpPr>
            <a:spLocks noGrp="1"/>
          </p:cNvSpPr>
          <p:nvPr/>
        </p:nvSpPr>
        <p:spPr>
          <a:xfrm>
            <a:off x="572116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5" name="a_full_bar_1324">
            <a:extLst>
              <a:ext uri="{FF2B5EF4-FFF2-40B4-BE49-F238E27FC236}">
                <a16:creationId xmlns:a16="http://schemas.microsoft.com/office/drawing/2014/main" id="{7F59AC1B-B4FE-4C33-9BBF-30F088388327}"/>
              </a:ext>
            </a:extLst>
          </p:cNvPr>
          <p:cNvSpPr>
            <a:spLocks noGrp="1"/>
          </p:cNvSpPr>
          <p:nvPr/>
        </p:nvSpPr>
        <p:spPr>
          <a:xfrm>
            <a:off x="591341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6" name="a_full_bar_1325">
            <a:extLst>
              <a:ext uri="{FF2B5EF4-FFF2-40B4-BE49-F238E27FC236}">
                <a16:creationId xmlns:a16="http://schemas.microsoft.com/office/drawing/2014/main" id="{6E5E7A62-A178-4CB0-8E4A-ED41C4571CA2}"/>
              </a:ext>
            </a:extLst>
          </p:cNvPr>
          <p:cNvSpPr>
            <a:spLocks noGrp="1"/>
          </p:cNvSpPr>
          <p:nvPr/>
        </p:nvSpPr>
        <p:spPr>
          <a:xfrm>
            <a:off x="589898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7" name="a_full_bar_1326">
            <a:extLst>
              <a:ext uri="{FF2B5EF4-FFF2-40B4-BE49-F238E27FC236}">
                <a16:creationId xmlns:a16="http://schemas.microsoft.com/office/drawing/2014/main" id="{EF2EB4E4-2E65-4A15-8ACF-BA07D77C1B9E}"/>
              </a:ext>
            </a:extLst>
          </p:cNvPr>
          <p:cNvSpPr>
            <a:spLocks noGrp="1"/>
          </p:cNvSpPr>
          <p:nvPr/>
        </p:nvSpPr>
        <p:spPr>
          <a:xfrm>
            <a:off x="5891005" y="52339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8" name="a_full_bar_1327">
            <a:extLst>
              <a:ext uri="{FF2B5EF4-FFF2-40B4-BE49-F238E27FC236}">
                <a16:creationId xmlns:a16="http://schemas.microsoft.com/office/drawing/2014/main" id="{BB92C32A-F5F2-470F-88FC-3EF1C48CF1D9}"/>
              </a:ext>
            </a:extLst>
          </p:cNvPr>
          <p:cNvSpPr>
            <a:spLocks noGrp="1"/>
          </p:cNvSpPr>
          <p:nvPr/>
        </p:nvSpPr>
        <p:spPr>
          <a:xfrm>
            <a:off x="599936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9" name="a_full_bar_1328">
            <a:extLst>
              <a:ext uri="{FF2B5EF4-FFF2-40B4-BE49-F238E27FC236}">
                <a16:creationId xmlns:a16="http://schemas.microsoft.com/office/drawing/2014/main" id="{3CF49F05-FD9F-4F45-849A-4AD65A2740A9}"/>
              </a:ext>
            </a:extLst>
          </p:cNvPr>
          <p:cNvSpPr>
            <a:spLocks noGrp="1"/>
          </p:cNvSpPr>
          <p:nvPr/>
        </p:nvSpPr>
        <p:spPr>
          <a:xfrm>
            <a:off x="5979188" y="395067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0" name="a_full_bar_1329">
            <a:extLst>
              <a:ext uri="{FF2B5EF4-FFF2-40B4-BE49-F238E27FC236}">
                <a16:creationId xmlns:a16="http://schemas.microsoft.com/office/drawing/2014/main" id="{567B7F37-96D3-4EE6-8378-F770B9433B57}"/>
              </a:ext>
            </a:extLst>
          </p:cNvPr>
          <p:cNvSpPr>
            <a:spLocks noGrp="1"/>
          </p:cNvSpPr>
          <p:nvPr/>
        </p:nvSpPr>
        <p:spPr>
          <a:xfrm>
            <a:off x="5687290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1" name="a_full_bar_1330">
            <a:extLst>
              <a:ext uri="{FF2B5EF4-FFF2-40B4-BE49-F238E27FC236}">
                <a16:creationId xmlns:a16="http://schemas.microsoft.com/office/drawing/2014/main" id="{8AF50231-2395-4B9B-A93D-AEA90715DC00}"/>
              </a:ext>
            </a:extLst>
          </p:cNvPr>
          <p:cNvSpPr>
            <a:spLocks noGrp="1"/>
          </p:cNvSpPr>
          <p:nvPr/>
        </p:nvSpPr>
        <p:spPr>
          <a:xfrm>
            <a:off x="589211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2" name="a_full_bar_1331">
            <a:extLst>
              <a:ext uri="{FF2B5EF4-FFF2-40B4-BE49-F238E27FC236}">
                <a16:creationId xmlns:a16="http://schemas.microsoft.com/office/drawing/2014/main" id="{5E7A3426-9450-4D3D-A10D-E1DF39258D2C}"/>
              </a:ext>
            </a:extLst>
          </p:cNvPr>
          <p:cNvSpPr>
            <a:spLocks noGrp="1"/>
          </p:cNvSpPr>
          <p:nvPr/>
        </p:nvSpPr>
        <p:spPr>
          <a:xfrm>
            <a:off x="570269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3" name="a_full_bar_1332">
            <a:extLst>
              <a:ext uri="{FF2B5EF4-FFF2-40B4-BE49-F238E27FC236}">
                <a16:creationId xmlns:a16="http://schemas.microsoft.com/office/drawing/2014/main" id="{5B7CB68F-C15E-4538-9464-F6551A89156B}"/>
              </a:ext>
            </a:extLst>
          </p:cNvPr>
          <p:cNvSpPr>
            <a:spLocks noGrp="1"/>
          </p:cNvSpPr>
          <p:nvPr/>
        </p:nvSpPr>
        <p:spPr>
          <a:xfrm>
            <a:off x="573408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4" name="a_full_bar_1333">
            <a:extLst>
              <a:ext uri="{FF2B5EF4-FFF2-40B4-BE49-F238E27FC236}">
                <a16:creationId xmlns:a16="http://schemas.microsoft.com/office/drawing/2014/main" id="{3E33AECC-AF7F-4FC1-A386-E0C564DC5D47}"/>
              </a:ext>
            </a:extLst>
          </p:cNvPr>
          <p:cNvSpPr>
            <a:spLocks noGrp="1"/>
          </p:cNvSpPr>
          <p:nvPr/>
        </p:nvSpPr>
        <p:spPr>
          <a:xfrm>
            <a:off x="5938507" y="323924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5" name="a_full_bar_1334">
            <a:extLst>
              <a:ext uri="{FF2B5EF4-FFF2-40B4-BE49-F238E27FC236}">
                <a16:creationId xmlns:a16="http://schemas.microsoft.com/office/drawing/2014/main" id="{F499B624-E055-4820-B55D-51DF825A667C}"/>
              </a:ext>
            </a:extLst>
          </p:cNvPr>
          <p:cNvSpPr>
            <a:spLocks noGrp="1"/>
          </p:cNvSpPr>
          <p:nvPr/>
        </p:nvSpPr>
        <p:spPr>
          <a:xfrm>
            <a:off x="582049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6" name="a_full_bar_1335">
            <a:extLst>
              <a:ext uri="{FF2B5EF4-FFF2-40B4-BE49-F238E27FC236}">
                <a16:creationId xmlns:a16="http://schemas.microsoft.com/office/drawing/2014/main" id="{E74AB081-99B1-4978-8EF8-C1DF5633507F}"/>
              </a:ext>
            </a:extLst>
          </p:cNvPr>
          <p:cNvSpPr>
            <a:spLocks noGrp="1"/>
          </p:cNvSpPr>
          <p:nvPr/>
        </p:nvSpPr>
        <p:spPr>
          <a:xfrm>
            <a:off x="5779039" y="35900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7" name="a_full_bar_1336">
            <a:extLst>
              <a:ext uri="{FF2B5EF4-FFF2-40B4-BE49-F238E27FC236}">
                <a16:creationId xmlns:a16="http://schemas.microsoft.com/office/drawing/2014/main" id="{8AB5062B-2800-423A-AEB9-7B86994D195E}"/>
              </a:ext>
            </a:extLst>
          </p:cNvPr>
          <p:cNvSpPr>
            <a:spLocks noGrp="1"/>
          </p:cNvSpPr>
          <p:nvPr/>
        </p:nvSpPr>
        <p:spPr>
          <a:xfrm>
            <a:off x="586278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8" name="a_full_bar_1337">
            <a:extLst>
              <a:ext uri="{FF2B5EF4-FFF2-40B4-BE49-F238E27FC236}">
                <a16:creationId xmlns:a16="http://schemas.microsoft.com/office/drawing/2014/main" id="{1E497F22-19A2-462F-A495-F3166B521ADD}"/>
              </a:ext>
            </a:extLst>
          </p:cNvPr>
          <p:cNvSpPr>
            <a:spLocks noGrp="1"/>
          </p:cNvSpPr>
          <p:nvPr/>
        </p:nvSpPr>
        <p:spPr>
          <a:xfrm>
            <a:off x="5895309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9" name="a_full_bar_1338">
            <a:extLst>
              <a:ext uri="{FF2B5EF4-FFF2-40B4-BE49-F238E27FC236}">
                <a16:creationId xmlns:a16="http://schemas.microsoft.com/office/drawing/2014/main" id="{14A757ED-1FA2-4047-9F5F-42C8099F33D1}"/>
              </a:ext>
            </a:extLst>
          </p:cNvPr>
          <p:cNvSpPr>
            <a:spLocks noGrp="1"/>
          </p:cNvSpPr>
          <p:nvPr/>
        </p:nvSpPr>
        <p:spPr>
          <a:xfrm>
            <a:off x="5754983" y="592488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0" name="a_full_bar_1339">
            <a:extLst>
              <a:ext uri="{FF2B5EF4-FFF2-40B4-BE49-F238E27FC236}">
                <a16:creationId xmlns:a16="http://schemas.microsoft.com/office/drawing/2014/main" id="{A0B7CFEB-46E9-4CDE-91C5-730D7FA1125D}"/>
              </a:ext>
            </a:extLst>
          </p:cNvPr>
          <p:cNvSpPr>
            <a:spLocks noGrp="1"/>
          </p:cNvSpPr>
          <p:nvPr/>
        </p:nvSpPr>
        <p:spPr>
          <a:xfrm>
            <a:off x="5647051" y="35900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1" name="a_full_bar_1340">
            <a:extLst>
              <a:ext uri="{FF2B5EF4-FFF2-40B4-BE49-F238E27FC236}">
                <a16:creationId xmlns:a16="http://schemas.microsoft.com/office/drawing/2014/main" id="{9DDDEBC7-559D-41DF-8ADD-4D0DD08E9FE9}"/>
              </a:ext>
            </a:extLst>
          </p:cNvPr>
          <p:cNvSpPr>
            <a:spLocks noGrp="1"/>
          </p:cNvSpPr>
          <p:nvPr/>
        </p:nvSpPr>
        <p:spPr>
          <a:xfrm>
            <a:off x="5908774" y="49424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2" name="a_full_bar_1341">
            <a:extLst>
              <a:ext uri="{FF2B5EF4-FFF2-40B4-BE49-F238E27FC236}">
                <a16:creationId xmlns:a16="http://schemas.microsoft.com/office/drawing/2014/main" id="{A2430397-EB44-4B53-A291-D9EBB649C77C}"/>
              </a:ext>
            </a:extLst>
          </p:cNvPr>
          <p:cNvSpPr>
            <a:spLocks noGrp="1"/>
          </p:cNvSpPr>
          <p:nvPr/>
        </p:nvSpPr>
        <p:spPr>
          <a:xfrm>
            <a:off x="57437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3" name="a_full_bar_1342">
            <a:extLst>
              <a:ext uri="{FF2B5EF4-FFF2-40B4-BE49-F238E27FC236}">
                <a16:creationId xmlns:a16="http://schemas.microsoft.com/office/drawing/2014/main" id="{2E7AA6EF-68E8-4F49-8C51-79495C8F3CEE}"/>
              </a:ext>
            </a:extLst>
          </p:cNvPr>
          <p:cNvSpPr>
            <a:spLocks noGrp="1"/>
          </p:cNvSpPr>
          <p:nvPr/>
        </p:nvSpPr>
        <p:spPr>
          <a:xfrm>
            <a:off x="563523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4" name="a_full_bar_1343">
            <a:extLst>
              <a:ext uri="{FF2B5EF4-FFF2-40B4-BE49-F238E27FC236}">
                <a16:creationId xmlns:a16="http://schemas.microsoft.com/office/drawing/2014/main" id="{C08340DA-8031-4F60-B6D2-54CEC9CAFB5D}"/>
              </a:ext>
            </a:extLst>
          </p:cNvPr>
          <p:cNvSpPr>
            <a:spLocks noGrp="1"/>
          </p:cNvSpPr>
          <p:nvPr/>
        </p:nvSpPr>
        <p:spPr>
          <a:xfrm>
            <a:off x="57996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5" name="a_full_bar_1344">
            <a:extLst>
              <a:ext uri="{FF2B5EF4-FFF2-40B4-BE49-F238E27FC236}">
                <a16:creationId xmlns:a16="http://schemas.microsoft.com/office/drawing/2014/main" id="{5FFA497B-BAC7-4D6D-A929-A9448AEE1826}"/>
              </a:ext>
            </a:extLst>
          </p:cNvPr>
          <p:cNvSpPr>
            <a:spLocks noGrp="1"/>
          </p:cNvSpPr>
          <p:nvPr/>
        </p:nvSpPr>
        <p:spPr>
          <a:xfrm>
            <a:off x="5719865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6" name="a_full_bar_1345">
            <a:extLst>
              <a:ext uri="{FF2B5EF4-FFF2-40B4-BE49-F238E27FC236}">
                <a16:creationId xmlns:a16="http://schemas.microsoft.com/office/drawing/2014/main" id="{887770FA-777B-4A10-BB6B-037E4F77DD1F}"/>
              </a:ext>
            </a:extLst>
          </p:cNvPr>
          <p:cNvSpPr>
            <a:spLocks noGrp="1"/>
          </p:cNvSpPr>
          <p:nvPr/>
        </p:nvSpPr>
        <p:spPr>
          <a:xfrm>
            <a:off x="572898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7" name="a_full_bar_1346">
            <a:extLst>
              <a:ext uri="{FF2B5EF4-FFF2-40B4-BE49-F238E27FC236}">
                <a16:creationId xmlns:a16="http://schemas.microsoft.com/office/drawing/2014/main" id="{523AEFE4-D757-47B6-9BBF-038596624378}"/>
              </a:ext>
            </a:extLst>
          </p:cNvPr>
          <p:cNvSpPr>
            <a:spLocks noGrp="1"/>
          </p:cNvSpPr>
          <p:nvPr/>
        </p:nvSpPr>
        <p:spPr>
          <a:xfrm>
            <a:off x="574366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8" name="a_full_bar_1347">
            <a:extLst>
              <a:ext uri="{FF2B5EF4-FFF2-40B4-BE49-F238E27FC236}">
                <a16:creationId xmlns:a16="http://schemas.microsoft.com/office/drawing/2014/main" id="{A0059FD8-54A9-464F-B41A-E8B3E7A43FA2}"/>
              </a:ext>
            </a:extLst>
          </p:cNvPr>
          <p:cNvSpPr>
            <a:spLocks noGrp="1"/>
          </p:cNvSpPr>
          <p:nvPr/>
        </p:nvSpPr>
        <p:spPr>
          <a:xfrm>
            <a:off x="56838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9" name="a_full_bar_1348">
            <a:extLst>
              <a:ext uri="{FF2B5EF4-FFF2-40B4-BE49-F238E27FC236}">
                <a16:creationId xmlns:a16="http://schemas.microsoft.com/office/drawing/2014/main" id="{9142F80C-73A9-4AD4-8FC8-EB00BDE9C56A}"/>
              </a:ext>
            </a:extLst>
          </p:cNvPr>
          <p:cNvSpPr>
            <a:spLocks noGrp="1"/>
          </p:cNvSpPr>
          <p:nvPr/>
        </p:nvSpPr>
        <p:spPr>
          <a:xfrm>
            <a:off x="5841334" y="457995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0" name="a_full_bar_1349">
            <a:extLst>
              <a:ext uri="{FF2B5EF4-FFF2-40B4-BE49-F238E27FC236}">
                <a16:creationId xmlns:a16="http://schemas.microsoft.com/office/drawing/2014/main" id="{DF169399-5267-4B85-9509-C4B5DAA72FFE}"/>
              </a:ext>
            </a:extLst>
          </p:cNvPr>
          <p:cNvSpPr>
            <a:spLocks noGrp="1"/>
          </p:cNvSpPr>
          <p:nvPr/>
        </p:nvSpPr>
        <p:spPr>
          <a:xfrm>
            <a:off x="583692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1" name="a_full_bar_1350">
            <a:extLst>
              <a:ext uri="{FF2B5EF4-FFF2-40B4-BE49-F238E27FC236}">
                <a16:creationId xmlns:a16="http://schemas.microsoft.com/office/drawing/2014/main" id="{FC84D683-6289-4DEB-A0D9-2978DFACC044}"/>
              </a:ext>
            </a:extLst>
          </p:cNvPr>
          <p:cNvSpPr>
            <a:spLocks noGrp="1"/>
          </p:cNvSpPr>
          <p:nvPr/>
        </p:nvSpPr>
        <p:spPr>
          <a:xfrm>
            <a:off x="5873394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2" name="a_full_bar_1351">
            <a:extLst>
              <a:ext uri="{FF2B5EF4-FFF2-40B4-BE49-F238E27FC236}">
                <a16:creationId xmlns:a16="http://schemas.microsoft.com/office/drawing/2014/main" id="{82B5EBA9-9882-4129-952B-709944EF61F8}"/>
              </a:ext>
            </a:extLst>
          </p:cNvPr>
          <p:cNvSpPr>
            <a:spLocks noGrp="1"/>
          </p:cNvSpPr>
          <p:nvPr/>
        </p:nvSpPr>
        <p:spPr>
          <a:xfrm>
            <a:off x="5643109" y="38047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3" name="a_full_bar_1352">
            <a:extLst>
              <a:ext uri="{FF2B5EF4-FFF2-40B4-BE49-F238E27FC236}">
                <a16:creationId xmlns:a16="http://schemas.microsoft.com/office/drawing/2014/main" id="{D3F206E4-C626-4776-8A29-BB11B73D4ACE}"/>
              </a:ext>
            </a:extLst>
          </p:cNvPr>
          <p:cNvSpPr>
            <a:spLocks noGrp="1"/>
          </p:cNvSpPr>
          <p:nvPr/>
        </p:nvSpPr>
        <p:spPr>
          <a:xfrm>
            <a:off x="59928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4" name="a_full_bar_1353">
            <a:extLst>
              <a:ext uri="{FF2B5EF4-FFF2-40B4-BE49-F238E27FC236}">
                <a16:creationId xmlns:a16="http://schemas.microsoft.com/office/drawing/2014/main" id="{E9263093-8FB9-43F5-AFBA-133E33CE90C6}"/>
              </a:ext>
            </a:extLst>
          </p:cNvPr>
          <p:cNvSpPr>
            <a:spLocks noGrp="1"/>
          </p:cNvSpPr>
          <p:nvPr/>
        </p:nvSpPr>
        <p:spPr>
          <a:xfrm>
            <a:off x="5875788" y="556853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5" name="a_full_bar_1354">
            <a:extLst>
              <a:ext uri="{FF2B5EF4-FFF2-40B4-BE49-F238E27FC236}">
                <a16:creationId xmlns:a16="http://schemas.microsoft.com/office/drawing/2014/main" id="{4329B444-BB55-4FAE-AA5D-1252C774DD64}"/>
              </a:ext>
            </a:extLst>
          </p:cNvPr>
          <p:cNvSpPr>
            <a:spLocks noGrp="1"/>
          </p:cNvSpPr>
          <p:nvPr/>
        </p:nvSpPr>
        <p:spPr>
          <a:xfrm>
            <a:off x="5680035" y="488232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6" name="a_full_bar_1355">
            <a:extLst>
              <a:ext uri="{FF2B5EF4-FFF2-40B4-BE49-F238E27FC236}">
                <a16:creationId xmlns:a16="http://schemas.microsoft.com/office/drawing/2014/main" id="{F8C19075-A01B-48F7-966F-945E5A193492}"/>
              </a:ext>
            </a:extLst>
          </p:cNvPr>
          <p:cNvSpPr>
            <a:spLocks noGrp="1"/>
          </p:cNvSpPr>
          <p:nvPr/>
        </p:nvSpPr>
        <p:spPr>
          <a:xfrm>
            <a:off x="5694175" y="58740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7" name="a_full_bar_1356">
            <a:extLst>
              <a:ext uri="{FF2B5EF4-FFF2-40B4-BE49-F238E27FC236}">
                <a16:creationId xmlns:a16="http://schemas.microsoft.com/office/drawing/2014/main" id="{D0FE1BD0-02B0-4AAA-BBFB-770D3FC64696}"/>
              </a:ext>
            </a:extLst>
          </p:cNvPr>
          <p:cNvSpPr>
            <a:spLocks noGrp="1"/>
          </p:cNvSpPr>
          <p:nvPr/>
        </p:nvSpPr>
        <p:spPr>
          <a:xfrm>
            <a:off x="60246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8" name="a_full_bar_1357">
            <a:extLst>
              <a:ext uri="{FF2B5EF4-FFF2-40B4-BE49-F238E27FC236}">
                <a16:creationId xmlns:a16="http://schemas.microsoft.com/office/drawing/2014/main" id="{99D640FA-ACA1-4454-A97D-F99F23D7A25A}"/>
              </a:ext>
            </a:extLst>
          </p:cNvPr>
          <p:cNvSpPr>
            <a:spLocks noGrp="1"/>
          </p:cNvSpPr>
          <p:nvPr/>
        </p:nvSpPr>
        <p:spPr>
          <a:xfrm>
            <a:off x="5777472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9" name="a_full_bar_1358">
            <a:extLst>
              <a:ext uri="{FF2B5EF4-FFF2-40B4-BE49-F238E27FC236}">
                <a16:creationId xmlns:a16="http://schemas.microsoft.com/office/drawing/2014/main" id="{8F4291D4-39C5-41E0-B8EC-2ED74A935F61}"/>
              </a:ext>
            </a:extLst>
          </p:cNvPr>
          <p:cNvSpPr>
            <a:spLocks noGrp="1"/>
          </p:cNvSpPr>
          <p:nvPr/>
        </p:nvSpPr>
        <p:spPr>
          <a:xfrm>
            <a:off x="584015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0" name="a_full_bar_1359">
            <a:extLst>
              <a:ext uri="{FF2B5EF4-FFF2-40B4-BE49-F238E27FC236}">
                <a16:creationId xmlns:a16="http://schemas.microsoft.com/office/drawing/2014/main" id="{4FC6D025-2A80-4289-8DEC-31E481D5267D}"/>
              </a:ext>
            </a:extLst>
          </p:cNvPr>
          <p:cNvSpPr>
            <a:spLocks noGrp="1"/>
          </p:cNvSpPr>
          <p:nvPr/>
        </p:nvSpPr>
        <p:spPr>
          <a:xfrm>
            <a:off x="579868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1" name="a_full_bar_1360">
            <a:extLst>
              <a:ext uri="{FF2B5EF4-FFF2-40B4-BE49-F238E27FC236}">
                <a16:creationId xmlns:a16="http://schemas.microsoft.com/office/drawing/2014/main" id="{7CBF0490-32D5-42C7-87A7-F16E4DE98ECF}"/>
              </a:ext>
            </a:extLst>
          </p:cNvPr>
          <p:cNvSpPr>
            <a:spLocks noGrp="1"/>
          </p:cNvSpPr>
          <p:nvPr/>
        </p:nvSpPr>
        <p:spPr>
          <a:xfrm>
            <a:off x="5652591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2" name="a_full_bar_1361">
            <a:extLst>
              <a:ext uri="{FF2B5EF4-FFF2-40B4-BE49-F238E27FC236}">
                <a16:creationId xmlns:a16="http://schemas.microsoft.com/office/drawing/2014/main" id="{68E3F408-EB9C-4D6D-94AE-29B194D8B4DD}"/>
              </a:ext>
            </a:extLst>
          </p:cNvPr>
          <p:cNvSpPr>
            <a:spLocks noGrp="1"/>
          </p:cNvSpPr>
          <p:nvPr/>
        </p:nvSpPr>
        <p:spPr>
          <a:xfrm>
            <a:off x="5696910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3" name="a_full_bar_1362">
            <a:extLst>
              <a:ext uri="{FF2B5EF4-FFF2-40B4-BE49-F238E27FC236}">
                <a16:creationId xmlns:a16="http://schemas.microsoft.com/office/drawing/2014/main" id="{5B5920B4-7B56-4BBA-A23E-6C594E7ADFF3}"/>
              </a:ext>
            </a:extLst>
          </p:cNvPr>
          <p:cNvSpPr>
            <a:spLocks noGrp="1"/>
          </p:cNvSpPr>
          <p:nvPr/>
        </p:nvSpPr>
        <p:spPr>
          <a:xfrm>
            <a:off x="5813990" y="34183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4" name="a_full_bar_1363">
            <a:extLst>
              <a:ext uri="{FF2B5EF4-FFF2-40B4-BE49-F238E27FC236}">
                <a16:creationId xmlns:a16="http://schemas.microsoft.com/office/drawing/2014/main" id="{C2CADB7A-C5DC-4254-B848-B3682E552597}"/>
              </a:ext>
            </a:extLst>
          </p:cNvPr>
          <p:cNvSpPr>
            <a:spLocks noGrp="1"/>
          </p:cNvSpPr>
          <p:nvPr/>
        </p:nvSpPr>
        <p:spPr>
          <a:xfrm>
            <a:off x="566316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5" name="a_full_bar_1364">
            <a:extLst>
              <a:ext uri="{FF2B5EF4-FFF2-40B4-BE49-F238E27FC236}">
                <a16:creationId xmlns:a16="http://schemas.microsoft.com/office/drawing/2014/main" id="{324D8422-1743-4FC3-B846-DC4873A4473D}"/>
              </a:ext>
            </a:extLst>
          </p:cNvPr>
          <p:cNvSpPr>
            <a:spLocks noGrp="1"/>
          </p:cNvSpPr>
          <p:nvPr/>
        </p:nvSpPr>
        <p:spPr>
          <a:xfrm>
            <a:off x="567448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6" name="a_full_bar_1365">
            <a:extLst>
              <a:ext uri="{FF2B5EF4-FFF2-40B4-BE49-F238E27FC236}">
                <a16:creationId xmlns:a16="http://schemas.microsoft.com/office/drawing/2014/main" id="{627092B6-30A3-4915-95DE-5F4029451D78}"/>
              </a:ext>
            </a:extLst>
          </p:cNvPr>
          <p:cNvSpPr>
            <a:spLocks noGrp="1"/>
          </p:cNvSpPr>
          <p:nvPr/>
        </p:nvSpPr>
        <p:spPr>
          <a:xfrm>
            <a:off x="5779954" y="545755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7" name="a_full_bar_1366">
            <a:extLst>
              <a:ext uri="{FF2B5EF4-FFF2-40B4-BE49-F238E27FC236}">
                <a16:creationId xmlns:a16="http://schemas.microsoft.com/office/drawing/2014/main" id="{7FA6FD82-65CF-48F7-B504-7DCD774B513D}"/>
              </a:ext>
            </a:extLst>
          </p:cNvPr>
          <p:cNvSpPr>
            <a:spLocks noGrp="1"/>
          </p:cNvSpPr>
          <p:nvPr/>
        </p:nvSpPr>
        <p:spPr>
          <a:xfrm>
            <a:off x="5721674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8" name="a_full_bar_1367">
            <a:extLst>
              <a:ext uri="{FF2B5EF4-FFF2-40B4-BE49-F238E27FC236}">
                <a16:creationId xmlns:a16="http://schemas.microsoft.com/office/drawing/2014/main" id="{9FA98A30-9462-4842-8AE4-97E231E8CB35}"/>
              </a:ext>
            </a:extLst>
          </p:cNvPr>
          <p:cNvSpPr>
            <a:spLocks noGrp="1"/>
          </p:cNvSpPr>
          <p:nvPr/>
        </p:nvSpPr>
        <p:spPr>
          <a:xfrm>
            <a:off x="602042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9" name="a_full_bar_1368">
            <a:extLst>
              <a:ext uri="{FF2B5EF4-FFF2-40B4-BE49-F238E27FC236}">
                <a16:creationId xmlns:a16="http://schemas.microsoft.com/office/drawing/2014/main" id="{3604FDF1-916F-4A73-B631-74D8EAFD6D8B}"/>
              </a:ext>
            </a:extLst>
          </p:cNvPr>
          <p:cNvSpPr>
            <a:spLocks noGrp="1"/>
          </p:cNvSpPr>
          <p:nvPr/>
        </p:nvSpPr>
        <p:spPr>
          <a:xfrm>
            <a:off x="596943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0" name="a_full_bar_1369">
            <a:extLst>
              <a:ext uri="{FF2B5EF4-FFF2-40B4-BE49-F238E27FC236}">
                <a16:creationId xmlns:a16="http://schemas.microsoft.com/office/drawing/2014/main" id="{2D2CF091-7518-4DE7-9549-12A668F0D344}"/>
              </a:ext>
            </a:extLst>
          </p:cNvPr>
          <p:cNvSpPr>
            <a:spLocks noGrp="1"/>
          </p:cNvSpPr>
          <p:nvPr/>
        </p:nvSpPr>
        <p:spPr>
          <a:xfrm>
            <a:off x="5666745" y="37932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1" name="a_full_bar_1370">
            <a:extLst>
              <a:ext uri="{FF2B5EF4-FFF2-40B4-BE49-F238E27FC236}">
                <a16:creationId xmlns:a16="http://schemas.microsoft.com/office/drawing/2014/main" id="{19B11C18-C6C4-4882-8F20-ED4B9891B9F7}"/>
              </a:ext>
            </a:extLst>
          </p:cNvPr>
          <p:cNvSpPr>
            <a:spLocks noGrp="1"/>
          </p:cNvSpPr>
          <p:nvPr/>
        </p:nvSpPr>
        <p:spPr>
          <a:xfrm>
            <a:off x="60040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2" name="a_full_bar_1371">
            <a:extLst>
              <a:ext uri="{FF2B5EF4-FFF2-40B4-BE49-F238E27FC236}">
                <a16:creationId xmlns:a16="http://schemas.microsoft.com/office/drawing/2014/main" id="{89E244B6-41CB-4B48-9183-883B7E7966ED}"/>
              </a:ext>
            </a:extLst>
          </p:cNvPr>
          <p:cNvSpPr>
            <a:spLocks noGrp="1"/>
          </p:cNvSpPr>
          <p:nvPr/>
        </p:nvSpPr>
        <p:spPr>
          <a:xfrm>
            <a:off x="5652910" y="59921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3" name="a_full_bar_1372">
            <a:extLst>
              <a:ext uri="{FF2B5EF4-FFF2-40B4-BE49-F238E27FC236}">
                <a16:creationId xmlns:a16="http://schemas.microsoft.com/office/drawing/2014/main" id="{A85E8FCE-A653-4B3F-A4EF-9043BF48800E}"/>
              </a:ext>
            </a:extLst>
          </p:cNvPr>
          <p:cNvSpPr>
            <a:spLocks noGrp="1"/>
          </p:cNvSpPr>
          <p:nvPr/>
        </p:nvSpPr>
        <p:spPr>
          <a:xfrm>
            <a:off x="589962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4" name="a_full_bar_1373">
            <a:extLst>
              <a:ext uri="{FF2B5EF4-FFF2-40B4-BE49-F238E27FC236}">
                <a16:creationId xmlns:a16="http://schemas.microsoft.com/office/drawing/2014/main" id="{FA33F38E-9813-4FFD-BB7F-62C64F49507E}"/>
              </a:ext>
            </a:extLst>
          </p:cNvPr>
          <p:cNvSpPr>
            <a:spLocks noGrp="1"/>
          </p:cNvSpPr>
          <p:nvPr/>
        </p:nvSpPr>
        <p:spPr>
          <a:xfrm>
            <a:off x="5639691" y="552489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5" name="a_full_bar_1374">
            <a:extLst>
              <a:ext uri="{FF2B5EF4-FFF2-40B4-BE49-F238E27FC236}">
                <a16:creationId xmlns:a16="http://schemas.microsoft.com/office/drawing/2014/main" id="{56EB65E3-8F66-4426-BF70-7FF423FDA2C8}"/>
              </a:ext>
            </a:extLst>
          </p:cNvPr>
          <p:cNvSpPr>
            <a:spLocks noGrp="1"/>
          </p:cNvSpPr>
          <p:nvPr/>
        </p:nvSpPr>
        <p:spPr>
          <a:xfrm>
            <a:off x="576220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6" name="a_full_bar_1375">
            <a:extLst>
              <a:ext uri="{FF2B5EF4-FFF2-40B4-BE49-F238E27FC236}">
                <a16:creationId xmlns:a16="http://schemas.microsoft.com/office/drawing/2014/main" id="{4AB20FD2-6BFB-45D4-BB7A-AA3B7B38E83B}"/>
              </a:ext>
            </a:extLst>
          </p:cNvPr>
          <p:cNvSpPr>
            <a:spLocks noGrp="1"/>
          </p:cNvSpPr>
          <p:nvPr/>
        </p:nvSpPr>
        <p:spPr>
          <a:xfrm>
            <a:off x="5915192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7" name="a_full_bar_1376">
            <a:extLst>
              <a:ext uri="{FF2B5EF4-FFF2-40B4-BE49-F238E27FC236}">
                <a16:creationId xmlns:a16="http://schemas.microsoft.com/office/drawing/2014/main" id="{C5E50357-17F7-48FA-AC88-5F02D5F32688}"/>
              </a:ext>
            </a:extLst>
          </p:cNvPr>
          <p:cNvSpPr>
            <a:spLocks noGrp="1"/>
          </p:cNvSpPr>
          <p:nvPr/>
        </p:nvSpPr>
        <p:spPr>
          <a:xfrm>
            <a:off x="56787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8" name="a_full_bar_1377">
            <a:extLst>
              <a:ext uri="{FF2B5EF4-FFF2-40B4-BE49-F238E27FC236}">
                <a16:creationId xmlns:a16="http://schemas.microsoft.com/office/drawing/2014/main" id="{0CD918BB-3860-456C-A89B-EBAB11B2069E}"/>
              </a:ext>
            </a:extLst>
          </p:cNvPr>
          <p:cNvSpPr>
            <a:spLocks noGrp="1"/>
          </p:cNvSpPr>
          <p:nvPr/>
        </p:nvSpPr>
        <p:spPr>
          <a:xfrm>
            <a:off x="5920612" y="32895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9" name="a_full_bar_1378">
            <a:extLst>
              <a:ext uri="{FF2B5EF4-FFF2-40B4-BE49-F238E27FC236}">
                <a16:creationId xmlns:a16="http://schemas.microsoft.com/office/drawing/2014/main" id="{4784DB1F-9FD6-4614-8DA7-931E3AF6FF15}"/>
              </a:ext>
            </a:extLst>
          </p:cNvPr>
          <p:cNvSpPr>
            <a:spLocks noGrp="1"/>
          </p:cNvSpPr>
          <p:nvPr/>
        </p:nvSpPr>
        <p:spPr>
          <a:xfrm>
            <a:off x="579116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0" name="a_full_bar_1379">
            <a:extLst>
              <a:ext uri="{FF2B5EF4-FFF2-40B4-BE49-F238E27FC236}">
                <a16:creationId xmlns:a16="http://schemas.microsoft.com/office/drawing/2014/main" id="{054C8604-CDA7-4040-8F36-827D6F13871C}"/>
              </a:ext>
            </a:extLst>
          </p:cNvPr>
          <p:cNvSpPr>
            <a:spLocks noGrp="1"/>
          </p:cNvSpPr>
          <p:nvPr/>
        </p:nvSpPr>
        <p:spPr>
          <a:xfrm>
            <a:off x="5646042" y="439831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1" name="a_full_bar_1380">
            <a:extLst>
              <a:ext uri="{FF2B5EF4-FFF2-40B4-BE49-F238E27FC236}">
                <a16:creationId xmlns:a16="http://schemas.microsoft.com/office/drawing/2014/main" id="{B9E57E9B-61D3-4F5A-B099-5164ABDFE5CB}"/>
              </a:ext>
            </a:extLst>
          </p:cNvPr>
          <p:cNvSpPr>
            <a:spLocks noGrp="1"/>
          </p:cNvSpPr>
          <p:nvPr/>
        </p:nvSpPr>
        <p:spPr>
          <a:xfrm>
            <a:off x="5792742" y="35900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2" name="a_full_bar_1381">
            <a:extLst>
              <a:ext uri="{FF2B5EF4-FFF2-40B4-BE49-F238E27FC236}">
                <a16:creationId xmlns:a16="http://schemas.microsoft.com/office/drawing/2014/main" id="{BECD261A-7BE6-4703-88C4-348F0FFE7C0F}"/>
              </a:ext>
            </a:extLst>
          </p:cNvPr>
          <p:cNvSpPr>
            <a:spLocks noGrp="1"/>
          </p:cNvSpPr>
          <p:nvPr/>
        </p:nvSpPr>
        <p:spPr>
          <a:xfrm>
            <a:off x="577306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3" name="a_full_bar_1382">
            <a:extLst>
              <a:ext uri="{FF2B5EF4-FFF2-40B4-BE49-F238E27FC236}">
                <a16:creationId xmlns:a16="http://schemas.microsoft.com/office/drawing/2014/main" id="{CE4CA6EE-465C-48E8-AC69-82566D87494E}"/>
              </a:ext>
            </a:extLst>
          </p:cNvPr>
          <p:cNvSpPr>
            <a:spLocks noGrp="1"/>
          </p:cNvSpPr>
          <p:nvPr/>
        </p:nvSpPr>
        <p:spPr>
          <a:xfrm>
            <a:off x="575787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4" name="a_full_bar_1383">
            <a:extLst>
              <a:ext uri="{FF2B5EF4-FFF2-40B4-BE49-F238E27FC236}">
                <a16:creationId xmlns:a16="http://schemas.microsoft.com/office/drawing/2014/main" id="{CF91C769-BE2A-4D5B-BB5C-07F08E1CEC99}"/>
              </a:ext>
            </a:extLst>
          </p:cNvPr>
          <p:cNvSpPr>
            <a:spLocks noGrp="1"/>
          </p:cNvSpPr>
          <p:nvPr/>
        </p:nvSpPr>
        <p:spPr>
          <a:xfrm>
            <a:off x="5639557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5" name="a_full_bar_1384">
            <a:extLst>
              <a:ext uri="{FF2B5EF4-FFF2-40B4-BE49-F238E27FC236}">
                <a16:creationId xmlns:a16="http://schemas.microsoft.com/office/drawing/2014/main" id="{8E86098A-20E3-4395-A4BC-B33149ED6B16}"/>
              </a:ext>
            </a:extLst>
          </p:cNvPr>
          <p:cNvSpPr>
            <a:spLocks noGrp="1"/>
          </p:cNvSpPr>
          <p:nvPr/>
        </p:nvSpPr>
        <p:spPr>
          <a:xfrm>
            <a:off x="5716850" y="314925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6" name="a_full_bar_1385">
            <a:extLst>
              <a:ext uri="{FF2B5EF4-FFF2-40B4-BE49-F238E27FC236}">
                <a16:creationId xmlns:a16="http://schemas.microsoft.com/office/drawing/2014/main" id="{25095F54-F72C-48C9-8F42-3AC19DE9530C}"/>
              </a:ext>
            </a:extLst>
          </p:cNvPr>
          <p:cNvSpPr>
            <a:spLocks noGrp="1"/>
          </p:cNvSpPr>
          <p:nvPr/>
        </p:nvSpPr>
        <p:spPr>
          <a:xfrm>
            <a:off x="563239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7" name="a_full_bar_1386">
            <a:extLst>
              <a:ext uri="{FF2B5EF4-FFF2-40B4-BE49-F238E27FC236}">
                <a16:creationId xmlns:a16="http://schemas.microsoft.com/office/drawing/2014/main" id="{CBFB844A-F127-491C-89CF-FA9925B72FDE}"/>
              </a:ext>
            </a:extLst>
          </p:cNvPr>
          <p:cNvSpPr>
            <a:spLocks noGrp="1"/>
          </p:cNvSpPr>
          <p:nvPr/>
        </p:nvSpPr>
        <p:spPr>
          <a:xfrm>
            <a:off x="5994396" y="4268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8" name="a_full_bar_1387">
            <a:extLst>
              <a:ext uri="{FF2B5EF4-FFF2-40B4-BE49-F238E27FC236}">
                <a16:creationId xmlns:a16="http://schemas.microsoft.com/office/drawing/2014/main" id="{CCF77A0C-7FF9-4936-83F0-A4C79561A2FE}"/>
              </a:ext>
            </a:extLst>
          </p:cNvPr>
          <p:cNvSpPr>
            <a:spLocks noGrp="1"/>
          </p:cNvSpPr>
          <p:nvPr/>
        </p:nvSpPr>
        <p:spPr>
          <a:xfrm>
            <a:off x="5793489" y="473205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9" name="a_full_bar_1388">
            <a:extLst>
              <a:ext uri="{FF2B5EF4-FFF2-40B4-BE49-F238E27FC236}">
                <a16:creationId xmlns:a16="http://schemas.microsoft.com/office/drawing/2014/main" id="{DDB794ED-D175-46C0-8308-87691002F102}"/>
              </a:ext>
            </a:extLst>
          </p:cNvPr>
          <p:cNvSpPr>
            <a:spLocks noGrp="1"/>
          </p:cNvSpPr>
          <p:nvPr/>
        </p:nvSpPr>
        <p:spPr>
          <a:xfrm>
            <a:off x="568187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0" name="a_full_bar_1389">
            <a:extLst>
              <a:ext uri="{FF2B5EF4-FFF2-40B4-BE49-F238E27FC236}">
                <a16:creationId xmlns:a16="http://schemas.microsoft.com/office/drawing/2014/main" id="{2C84E183-55F1-4829-9CF0-6FD746FF85D9}"/>
              </a:ext>
            </a:extLst>
          </p:cNvPr>
          <p:cNvSpPr>
            <a:spLocks noGrp="1"/>
          </p:cNvSpPr>
          <p:nvPr/>
        </p:nvSpPr>
        <p:spPr>
          <a:xfrm>
            <a:off x="585432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1" name="a_full_bar_1390">
            <a:extLst>
              <a:ext uri="{FF2B5EF4-FFF2-40B4-BE49-F238E27FC236}">
                <a16:creationId xmlns:a16="http://schemas.microsoft.com/office/drawing/2014/main" id="{E389D5DE-5056-4C42-B425-309CA08AF622}"/>
              </a:ext>
            </a:extLst>
          </p:cNvPr>
          <p:cNvSpPr>
            <a:spLocks noGrp="1"/>
          </p:cNvSpPr>
          <p:nvPr/>
        </p:nvSpPr>
        <p:spPr>
          <a:xfrm>
            <a:off x="5984137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2" name="a_full_bar_1391">
            <a:extLst>
              <a:ext uri="{FF2B5EF4-FFF2-40B4-BE49-F238E27FC236}">
                <a16:creationId xmlns:a16="http://schemas.microsoft.com/office/drawing/2014/main" id="{9880225F-8C85-4835-AD03-DB1263C1CE23}"/>
              </a:ext>
            </a:extLst>
          </p:cNvPr>
          <p:cNvSpPr>
            <a:spLocks noGrp="1"/>
          </p:cNvSpPr>
          <p:nvPr/>
        </p:nvSpPr>
        <p:spPr>
          <a:xfrm>
            <a:off x="563192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3" name="a_full_bar_1392">
            <a:extLst>
              <a:ext uri="{FF2B5EF4-FFF2-40B4-BE49-F238E27FC236}">
                <a16:creationId xmlns:a16="http://schemas.microsoft.com/office/drawing/2014/main" id="{17D070A2-D580-4565-9C05-C6B5921760BA}"/>
              </a:ext>
            </a:extLst>
          </p:cNvPr>
          <p:cNvSpPr>
            <a:spLocks noGrp="1"/>
          </p:cNvSpPr>
          <p:nvPr/>
        </p:nvSpPr>
        <p:spPr>
          <a:xfrm>
            <a:off x="563655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4" name="a_full_bar_1393">
            <a:extLst>
              <a:ext uri="{FF2B5EF4-FFF2-40B4-BE49-F238E27FC236}">
                <a16:creationId xmlns:a16="http://schemas.microsoft.com/office/drawing/2014/main" id="{68FBC1E2-4110-4CBA-ABB3-F2A295A4DA81}"/>
              </a:ext>
            </a:extLst>
          </p:cNvPr>
          <p:cNvSpPr>
            <a:spLocks noGrp="1"/>
          </p:cNvSpPr>
          <p:nvPr/>
        </p:nvSpPr>
        <p:spPr>
          <a:xfrm>
            <a:off x="5638837" y="46794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5" name="a_full_bar_1394">
            <a:extLst>
              <a:ext uri="{FF2B5EF4-FFF2-40B4-BE49-F238E27FC236}">
                <a16:creationId xmlns:a16="http://schemas.microsoft.com/office/drawing/2014/main" id="{89259868-BB3E-4430-A611-BDBF93EE7A3A}"/>
              </a:ext>
            </a:extLst>
          </p:cNvPr>
          <p:cNvSpPr>
            <a:spLocks noGrp="1"/>
          </p:cNvSpPr>
          <p:nvPr/>
        </p:nvSpPr>
        <p:spPr>
          <a:xfrm>
            <a:off x="579439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6" name="a_full_bar_1395">
            <a:extLst>
              <a:ext uri="{FF2B5EF4-FFF2-40B4-BE49-F238E27FC236}">
                <a16:creationId xmlns:a16="http://schemas.microsoft.com/office/drawing/2014/main" id="{4DCD2728-8DCE-4A9F-B23A-BFD05C6C22EE}"/>
              </a:ext>
            </a:extLst>
          </p:cNvPr>
          <p:cNvSpPr>
            <a:spLocks noGrp="1"/>
          </p:cNvSpPr>
          <p:nvPr/>
        </p:nvSpPr>
        <p:spPr>
          <a:xfrm>
            <a:off x="563356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7" name="a_full_bar_1396">
            <a:extLst>
              <a:ext uri="{FF2B5EF4-FFF2-40B4-BE49-F238E27FC236}">
                <a16:creationId xmlns:a16="http://schemas.microsoft.com/office/drawing/2014/main" id="{4ABF3CFD-66F9-4B08-9088-63ADCE262C96}"/>
              </a:ext>
            </a:extLst>
          </p:cNvPr>
          <p:cNvSpPr>
            <a:spLocks noGrp="1"/>
          </p:cNvSpPr>
          <p:nvPr/>
        </p:nvSpPr>
        <p:spPr>
          <a:xfrm>
            <a:off x="5999910" y="58484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8" name="a_full_bar_1397">
            <a:extLst>
              <a:ext uri="{FF2B5EF4-FFF2-40B4-BE49-F238E27FC236}">
                <a16:creationId xmlns:a16="http://schemas.microsoft.com/office/drawing/2014/main" id="{876C65F8-679E-4485-BBF4-8FA6EF7019A2}"/>
              </a:ext>
            </a:extLst>
          </p:cNvPr>
          <p:cNvSpPr>
            <a:spLocks noGrp="1"/>
          </p:cNvSpPr>
          <p:nvPr/>
        </p:nvSpPr>
        <p:spPr>
          <a:xfrm>
            <a:off x="59419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9" name="a_full_bar_1398">
            <a:extLst>
              <a:ext uri="{FF2B5EF4-FFF2-40B4-BE49-F238E27FC236}">
                <a16:creationId xmlns:a16="http://schemas.microsoft.com/office/drawing/2014/main" id="{1688F3B4-6B23-48F1-89B0-1DC1BA21761B}"/>
              </a:ext>
            </a:extLst>
          </p:cNvPr>
          <p:cNvSpPr>
            <a:spLocks noGrp="1"/>
          </p:cNvSpPr>
          <p:nvPr/>
        </p:nvSpPr>
        <p:spPr>
          <a:xfrm>
            <a:off x="569542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0" name="a_full_bar_1399">
            <a:extLst>
              <a:ext uri="{FF2B5EF4-FFF2-40B4-BE49-F238E27FC236}">
                <a16:creationId xmlns:a16="http://schemas.microsoft.com/office/drawing/2014/main" id="{D0434350-55EF-4058-A168-DE53CC23F8C2}"/>
              </a:ext>
            </a:extLst>
          </p:cNvPr>
          <p:cNvSpPr>
            <a:spLocks noGrp="1"/>
          </p:cNvSpPr>
          <p:nvPr/>
        </p:nvSpPr>
        <p:spPr>
          <a:xfrm>
            <a:off x="5910507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1" name="a_full_bar_1400">
            <a:extLst>
              <a:ext uri="{FF2B5EF4-FFF2-40B4-BE49-F238E27FC236}">
                <a16:creationId xmlns:a16="http://schemas.microsoft.com/office/drawing/2014/main" id="{A6F205CD-4F18-44C5-AFD6-01C699C2436E}"/>
              </a:ext>
            </a:extLst>
          </p:cNvPr>
          <p:cNvSpPr>
            <a:spLocks noGrp="1"/>
          </p:cNvSpPr>
          <p:nvPr/>
        </p:nvSpPr>
        <p:spPr>
          <a:xfrm>
            <a:off x="57703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2" name="a_full_bar_1401">
            <a:extLst>
              <a:ext uri="{FF2B5EF4-FFF2-40B4-BE49-F238E27FC236}">
                <a16:creationId xmlns:a16="http://schemas.microsoft.com/office/drawing/2014/main" id="{3FE2B677-0E1E-4451-99FD-7968D9070585}"/>
              </a:ext>
            </a:extLst>
          </p:cNvPr>
          <p:cNvSpPr>
            <a:spLocks noGrp="1"/>
          </p:cNvSpPr>
          <p:nvPr/>
        </p:nvSpPr>
        <p:spPr>
          <a:xfrm>
            <a:off x="576582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3" name="a_full_bar_1402">
            <a:extLst>
              <a:ext uri="{FF2B5EF4-FFF2-40B4-BE49-F238E27FC236}">
                <a16:creationId xmlns:a16="http://schemas.microsoft.com/office/drawing/2014/main" id="{C8FDBB13-16EE-471C-B182-F0211A18A7AD}"/>
              </a:ext>
            </a:extLst>
          </p:cNvPr>
          <p:cNvSpPr>
            <a:spLocks noGrp="1"/>
          </p:cNvSpPr>
          <p:nvPr/>
        </p:nvSpPr>
        <p:spPr>
          <a:xfrm>
            <a:off x="564483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4" name="a_full_bar_1403">
            <a:extLst>
              <a:ext uri="{FF2B5EF4-FFF2-40B4-BE49-F238E27FC236}">
                <a16:creationId xmlns:a16="http://schemas.microsoft.com/office/drawing/2014/main" id="{6E792C6F-F236-474A-BE11-28F25085F95E}"/>
              </a:ext>
            </a:extLst>
          </p:cNvPr>
          <p:cNvSpPr>
            <a:spLocks noGrp="1"/>
          </p:cNvSpPr>
          <p:nvPr/>
        </p:nvSpPr>
        <p:spPr>
          <a:xfrm>
            <a:off x="5759008" y="481250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5" name="a_full_bar_1404">
            <a:extLst>
              <a:ext uri="{FF2B5EF4-FFF2-40B4-BE49-F238E27FC236}">
                <a16:creationId xmlns:a16="http://schemas.microsoft.com/office/drawing/2014/main" id="{CE7F7B85-B332-44A7-9641-27B27956FB96}"/>
              </a:ext>
            </a:extLst>
          </p:cNvPr>
          <p:cNvSpPr>
            <a:spLocks noGrp="1"/>
          </p:cNvSpPr>
          <p:nvPr/>
        </p:nvSpPr>
        <p:spPr>
          <a:xfrm>
            <a:off x="564404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6" name="a_full_bar_1405">
            <a:extLst>
              <a:ext uri="{FF2B5EF4-FFF2-40B4-BE49-F238E27FC236}">
                <a16:creationId xmlns:a16="http://schemas.microsoft.com/office/drawing/2014/main" id="{0679DA85-AF47-4640-9187-1F32CDB522ED}"/>
              </a:ext>
            </a:extLst>
          </p:cNvPr>
          <p:cNvSpPr>
            <a:spLocks noGrp="1"/>
          </p:cNvSpPr>
          <p:nvPr/>
        </p:nvSpPr>
        <p:spPr>
          <a:xfrm>
            <a:off x="595725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7" name="a_full_bar_1406">
            <a:extLst>
              <a:ext uri="{FF2B5EF4-FFF2-40B4-BE49-F238E27FC236}">
                <a16:creationId xmlns:a16="http://schemas.microsoft.com/office/drawing/2014/main" id="{4E7D97E8-4D8E-4452-9DD3-96BA7D245425}"/>
              </a:ext>
            </a:extLst>
          </p:cNvPr>
          <p:cNvSpPr>
            <a:spLocks noGrp="1"/>
          </p:cNvSpPr>
          <p:nvPr/>
        </p:nvSpPr>
        <p:spPr>
          <a:xfrm>
            <a:off x="582413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8" name="a_full_bar_1407">
            <a:extLst>
              <a:ext uri="{FF2B5EF4-FFF2-40B4-BE49-F238E27FC236}">
                <a16:creationId xmlns:a16="http://schemas.microsoft.com/office/drawing/2014/main" id="{B8503171-AC0F-444D-BC0B-26D8DC3708D2}"/>
              </a:ext>
            </a:extLst>
          </p:cNvPr>
          <p:cNvSpPr>
            <a:spLocks noGrp="1"/>
          </p:cNvSpPr>
          <p:nvPr/>
        </p:nvSpPr>
        <p:spPr>
          <a:xfrm>
            <a:off x="56481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9" name="a_full_bar_1408">
            <a:extLst>
              <a:ext uri="{FF2B5EF4-FFF2-40B4-BE49-F238E27FC236}">
                <a16:creationId xmlns:a16="http://schemas.microsoft.com/office/drawing/2014/main" id="{85F7A615-F874-4936-9DF5-216E216CC4EB}"/>
              </a:ext>
            </a:extLst>
          </p:cNvPr>
          <p:cNvSpPr>
            <a:spLocks noGrp="1"/>
          </p:cNvSpPr>
          <p:nvPr/>
        </p:nvSpPr>
        <p:spPr>
          <a:xfrm>
            <a:off x="580456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0" name="a_full_bar_1409">
            <a:extLst>
              <a:ext uri="{FF2B5EF4-FFF2-40B4-BE49-F238E27FC236}">
                <a16:creationId xmlns:a16="http://schemas.microsoft.com/office/drawing/2014/main" id="{4824EA0D-F2FB-44CB-81C8-28DE91592264}"/>
              </a:ext>
            </a:extLst>
          </p:cNvPr>
          <p:cNvSpPr>
            <a:spLocks noGrp="1"/>
          </p:cNvSpPr>
          <p:nvPr/>
        </p:nvSpPr>
        <p:spPr>
          <a:xfrm>
            <a:off x="5719661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1" name="a_full_bar_1410">
            <a:extLst>
              <a:ext uri="{FF2B5EF4-FFF2-40B4-BE49-F238E27FC236}">
                <a16:creationId xmlns:a16="http://schemas.microsoft.com/office/drawing/2014/main" id="{889F47B5-F2C4-41CD-B37F-100B97661376}"/>
              </a:ext>
            </a:extLst>
          </p:cNvPr>
          <p:cNvSpPr>
            <a:spLocks noGrp="1"/>
          </p:cNvSpPr>
          <p:nvPr/>
        </p:nvSpPr>
        <p:spPr>
          <a:xfrm>
            <a:off x="581669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2" name="a_full_bar_1411">
            <a:extLst>
              <a:ext uri="{FF2B5EF4-FFF2-40B4-BE49-F238E27FC236}">
                <a16:creationId xmlns:a16="http://schemas.microsoft.com/office/drawing/2014/main" id="{1E55722D-ECB0-4AC4-878E-6FEE06DDCA95}"/>
              </a:ext>
            </a:extLst>
          </p:cNvPr>
          <p:cNvSpPr>
            <a:spLocks noGrp="1"/>
          </p:cNvSpPr>
          <p:nvPr/>
        </p:nvSpPr>
        <p:spPr>
          <a:xfrm>
            <a:off x="5694642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3" name="a_full_bar_1412">
            <a:extLst>
              <a:ext uri="{FF2B5EF4-FFF2-40B4-BE49-F238E27FC236}">
                <a16:creationId xmlns:a16="http://schemas.microsoft.com/office/drawing/2014/main" id="{C3EC74E4-2DA2-48D9-83BA-D5C298EE86C9}"/>
              </a:ext>
            </a:extLst>
          </p:cNvPr>
          <p:cNvSpPr>
            <a:spLocks noGrp="1"/>
          </p:cNvSpPr>
          <p:nvPr/>
        </p:nvSpPr>
        <p:spPr>
          <a:xfrm>
            <a:off x="576532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4" name="a_full_bar_1413">
            <a:extLst>
              <a:ext uri="{FF2B5EF4-FFF2-40B4-BE49-F238E27FC236}">
                <a16:creationId xmlns:a16="http://schemas.microsoft.com/office/drawing/2014/main" id="{9285A4BA-8D7D-4B0D-9DFE-51B25297F7BE}"/>
              </a:ext>
            </a:extLst>
          </p:cNvPr>
          <p:cNvSpPr>
            <a:spLocks noGrp="1"/>
          </p:cNvSpPr>
          <p:nvPr/>
        </p:nvSpPr>
        <p:spPr>
          <a:xfrm>
            <a:off x="5788074" y="423403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5" name="a_full_bar_1414">
            <a:extLst>
              <a:ext uri="{FF2B5EF4-FFF2-40B4-BE49-F238E27FC236}">
                <a16:creationId xmlns:a16="http://schemas.microsoft.com/office/drawing/2014/main" id="{B0D1F4FC-4C24-440F-BE20-DE905BFAB7E6}"/>
              </a:ext>
            </a:extLst>
          </p:cNvPr>
          <p:cNvSpPr>
            <a:spLocks noGrp="1"/>
          </p:cNvSpPr>
          <p:nvPr/>
        </p:nvSpPr>
        <p:spPr>
          <a:xfrm>
            <a:off x="5795521" y="32895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6" name="a_full_bar_1415">
            <a:extLst>
              <a:ext uri="{FF2B5EF4-FFF2-40B4-BE49-F238E27FC236}">
                <a16:creationId xmlns:a16="http://schemas.microsoft.com/office/drawing/2014/main" id="{6FC13EC1-2C03-4FEC-94AA-4419643730AA}"/>
              </a:ext>
            </a:extLst>
          </p:cNvPr>
          <p:cNvSpPr>
            <a:spLocks noGrp="1"/>
          </p:cNvSpPr>
          <p:nvPr/>
        </p:nvSpPr>
        <p:spPr>
          <a:xfrm>
            <a:off x="594434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7" name="a_full_bar_1416">
            <a:extLst>
              <a:ext uri="{FF2B5EF4-FFF2-40B4-BE49-F238E27FC236}">
                <a16:creationId xmlns:a16="http://schemas.microsoft.com/office/drawing/2014/main" id="{8AFFC763-9097-48A2-9322-0880EC5840E5}"/>
              </a:ext>
            </a:extLst>
          </p:cNvPr>
          <p:cNvSpPr>
            <a:spLocks noGrp="1"/>
          </p:cNvSpPr>
          <p:nvPr/>
        </p:nvSpPr>
        <p:spPr>
          <a:xfrm>
            <a:off x="6005444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8" name="a_full_bar_1417">
            <a:extLst>
              <a:ext uri="{FF2B5EF4-FFF2-40B4-BE49-F238E27FC236}">
                <a16:creationId xmlns:a16="http://schemas.microsoft.com/office/drawing/2014/main" id="{B0839A02-813E-48CA-A582-F73A42868583}"/>
              </a:ext>
            </a:extLst>
          </p:cNvPr>
          <p:cNvSpPr>
            <a:spLocks noGrp="1"/>
          </p:cNvSpPr>
          <p:nvPr/>
        </p:nvSpPr>
        <p:spPr>
          <a:xfrm>
            <a:off x="5866853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9" name="a_full_bar_1418">
            <a:extLst>
              <a:ext uri="{FF2B5EF4-FFF2-40B4-BE49-F238E27FC236}">
                <a16:creationId xmlns:a16="http://schemas.microsoft.com/office/drawing/2014/main" id="{C9DD3D89-5CB1-4A0E-AA6C-64371018C30D}"/>
              </a:ext>
            </a:extLst>
          </p:cNvPr>
          <p:cNvSpPr>
            <a:spLocks noGrp="1"/>
          </p:cNvSpPr>
          <p:nvPr/>
        </p:nvSpPr>
        <p:spPr>
          <a:xfrm>
            <a:off x="5847050" y="593794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0" name="a_full_bar_1419">
            <a:extLst>
              <a:ext uri="{FF2B5EF4-FFF2-40B4-BE49-F238E27FC236}">
                <a16:creationId xmlns:a16="http://schemas.microsoft.com/office/drawing/2014/main" id="{AB58A672-9B3C-45A8-9D14-F92FEF01DD0D}"/>
              </a:ext>
            </a:extLst>
          </p:cNvPr>
          <p:cNvSpPr>
            <a:spLocks noGrp="1"/>
          </p:cNvSpPr>
          <p:nvPr/>
        </p:nvSpPr>
        <p:spPr>
          <a:xfrm>
            <a:off x="595249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1" name="a_full_bar_1420">
            <a:extLst>
              <a:ext uri="{FF2B5EF4-FFF2-40B4-BE49-F238E27FC236}">
                <a16:creationId xmlns:a16="http://schemas.microsoft.com/office/drawing/2014/main" id="{BD64B400-51A8-44DB-B01C-4965D16FE182}"/>
              </a:ext>
            </a:extLst>
          </p:cNvPr>
          <p:cNvSpPr>
            <a:spLocks noGrp="1"/>
          </p:cNvSpPr>
          <p:nvPr/>
        </p:nvSpPr>
        <p:spPr>
          <a:xfrm>
            <a:off x="5924291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2" name="a_full_bar_1421">
            <a:extLst>
              <a:ext uri="{FF2B5EF4-FFF2-40B4-BE49-F238E27FC236}">
                <a16:creationId xmlns:a16="http://schemas.microsoft.com/office/drawing/2014/main" id="{EE0CDDD6-B566-44FC-BC8D-AA140A950E43}"/>
              </a:ext>
            </a:extLst>
          </p:cNvPr>
          <p:cNvSpPr>
            <a:spLocks noGrp="1"/>
          </p:cNvSpPr>
          <p:nvPr/>
        </p:nvSpPr>
        <p:spPr>
          <a:xfrm>
            <a:off x="565568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3" name="a_full_bar_1422">
            <a:extLst>
              <a:ext uri="{FF2B5EF4-FFF2-40B4-BE49-F238E27FC236}">
                <a16:creationId xmlns:a16="http://schemas.microsoft.com/office/drawing/2014/main" id="{D01805C2-6D0D-467C-AD0D-9C6F7E6365DC}"/>
              </a:ext>
            </a:extLst>
          </p:cNvPr>
          <p:cNvSpPr>
            <a:spLocks noGrp="1"/>
          </p:cNvSpPr>
          <p:nvPr/>
        </p:nvSpPr>
        <p:spPr>
          <a:xfrm>
            <a:off x="580261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4" name="a_full_bar_1423">
            <a:extLst>
              <a:ext uri="{FF2B5EF4-FFF2-40B4-BE49-F238E27FC236}">
                <a16:creationId xmlns:a16="http://schemas.microsoft.com/office/drawing/2014/main" id="{FAE08FD7-15A0-479A-9AE2-465019D13A79}"/>
              </a:ext>
            </a:extLst>
          </p:cNvPr>
          <p:cNvSpPr>
            <a:spLocks noGrp="1"/>
          </p:cNvSpPr>
          <p:nvPr/>
        </p:nvSpPr>
        <p:spPr>
          <a:xfrm>
            <a:off x="597717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5" name="a_full_bar_1424">
            <a:extLst>
              <a:ext uri="{FF2B5EF4-FFF2-40B4-BE49-F238E27FC236}">
                <a16:creationId xmlns:a16="http://schemas.microsoft.com/office/drawing/2014/main" id="{AFFC7829-9EA0-48EE-AC2D-0FC268515D61}"/>
              </a:ext>
            </a:extLst>
          </p:cNvPr>
          <p:cNvSpPr>
            <a:spLocks noGrp="1"/>
          </p:cNvSpPr>
          <p:nvPr/>
        </p:nvSpPr>
        <p:spPr>
          <a:xfrm>
            <a:off x="5946870" y="522536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6" name="a_full_bar_1425">
            <a:extLst>
              <a:ext uri="{FF2B5EF4-FFF2-40B4-BE49-F238E27FC236}">
                <a16:creationId xmlns:a16="http://schemas.microsoft.com/office/drawing/2014/main" id="{A1013463-3144-4CC2-84D0-C2B00656CF3D}"/>
              </a:ext>
            </a:extLst>
          </p:cNvPr>
          <p:cNvSpPr>
            <a:spLocks noGrp="1"/>
          </p:cNvSpPr>
          <p:nvPr/>
        </p:nvSpPr>
        <p:spPr>
          <a:xfrm>
            <a:off x="569298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7" name="a_full_bar_1426">
            <a:extLst>
              <a:ext uri="{FF2B5EF4-FFF2-40B4-BE49-F238E27FC236}">
                <a16:creationId xmlns:a16="http://schemas.microsoft.com/office/drawing/2014/main" id="{316DBA99-265D-4E99-8315-00CD958F410A}"/>
              </a:ext>
            </a:extLst>
          </p:cNvPr>
          <p:cNvSpPr>
            <a:spLocks noGrp="1"/>
          </p:cNvSpPr>
          <p:nvPr/>
        </p:nvSpPr>
        <p:spPr>
          <a:xfrm>
            <a:off x="5681742" y="394818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8" name="a_full_bar_1427">
            <a:extLst>
              <a:ext uri="{FF2B5EF4-FFF2-40B4-BE49-F238E27FC236}">
                <a16:creationId xmlns:a16="http://schemas.microsoft.com/office/drawing/2014/main" id="{BBFB0045-43FB-4278-AE4F-E265C61717EB}"/>
              </a:ext>
            </a:extLst>
          </p:cNvPr>
          <p:cNvSpPr>
            <a:spLocks noGrp="1"/>
          </p:cNvSpPr>
          <p:nvPr/>
        </p:nvSpPr>
        <p:spPr>
          <a:xfrm>
            <a:off x="5821088" y="58740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9" name="a_full_bar_1428">
            <a:extLst>
              <a:ext uri="{FF2B5EF4-FFF2-40B4-BE49-F238E27FC236}">
                <a16:creationId xmlns:a16="http://schemas.microsoft.com/office/drawing/2014/main" id="{AFD6955B-4C2E-4023-8E3C-79EF3E5A602B}"/>
              </a:ext>
            </a:extLst>
          </p:cNvPr>
          <p:cNvSpPr>
            <a:spLocks noGrp="1"/>
          </p:cNvSpPr>
          <p:nvPr/>
        </p:nvSpPr>
        <p:spPr>
          <a:xfrm>
            <a:off x="5894243" y="420304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0" name="a_full_bar_1429">
            <a:extLst>
              <a:ext uri="{FF2B5EF4-FFF2-40B4-BE49-F238E27FC236}">
                <a16:creationId xmlns:a16="http://schemas.microsoft.com/office/drawing/2014/main" id="{298E6C86-39C0-4AD8-9E2E-6C5A82518B24}"/>
              </a:ext>
            </a:extLst>
          </p:cNvPr>
          <p:cNvSpPr>
            <a:spLocks noGrp="1"/>
          </p:cNvSpPr>
          <p:nvPr/>
        </p:nvSpPr>
        <p:spPr>
          <a:xfrm>
            <a:off x="5681026" y="51773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1" name="a_full_bar_1430">
            <a:extLst>
              <a:ext uri="{FF2B5EF4-FFF2-40B4-BE49-F238E27FC236}">
                <a16:creationId xmlns:a16="http://schemas.microsoft.com/office/drawing/2014/main" id="{CF8D52AE-D271-4D54-9376-E0DDD63B9080}"/>
              </a:ext>
            </a:extLst>
          </p:cNvPr>
          <p:cNvSpPr>
            <a:spLocks noGrp="1"/>
          </p:cNvSpPr>
          <p:nvPr/>
        </p:nvSpPr>
        <p:spPr>
          <a:xfrm>
            <a:off x="5743058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2" name="a_full_bar_1431">
            <a:extLst>
              <a:ext uri="{FF2B5EF4-FFF2-40B4-BE49-F238E27FC236}">
                <a16:creationId xmlns:a16="http://schemas.microsoft.com/office/drawing/2014/main" id="{936058CA-829E-4E11-9719-DD1C1BC25AA6}"/>
              </a:ext>
            </a:extLst>
          </p:cNvPr>
          <p:cNvSpPr>
            <a:spLocks noGrp="1"/>
          </p:cNvSpPr>
          <p:nvPr/>
        </p:nvSpPr>
        <p:spPr>
          <a:xfrm>
            <a:off x="589888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3" name="a_full_bar_1432">
            <a:extLst>
              <a:ext uri="{FF2B5EF4-FFF2-40B4-BE49-F238E27FC236}">
                <a16:creationId xmlns:a16="http://schemas.microsoft.com/office/drawing/2014/main" id="{705836CD-E914-49C4-85D1-9FCFD5D6A86D}"/>
              </a:ext>
            </a:extLst>
          </p:cNvPr>
          <p:cNvSpPr>
            <a:spLocks noGrp="1"/>
          </p:cNvSpPr>
          <p:nvPr/>
        </p:nvSpPr>
        <p:spPr>
          <a:xfrm>
            <a:off x="567042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4" name="a_full_bar_1433">
            <a:extLst>
              <a:ext uri="{FF2B5EF4-FFF2-40B4-BE49-F238E27FC236}">
                <a16:creationId xmlns:a16="http://schemas.microsoft.com/office/drawing/2014/main" id="{681D8FBB-66D9-4DCF-9CF9-A24B14DFF2D7}"/>
              </a:ext>
            </a:extLst>
          </p:cNvPr>
          <p:cNvSpPr>
            <a:spLocks noGrp="1"/>
          </p:cNvSpPr>
          <p:nvPr/>
        </p:nvSpPr>
        <p:spPr>
          <a:xfrm>
            <a:off x="5654172" y="444235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5" name="a_full_bar_1434">
            <a:extLst>
              <a:ext uri="{FF2B5EF4-FFF2-40B4-BE49-F238E27FC236}">
                <a16:creationId xmlns:a16="http://schemas.microsoft.com/office/drawing/2014/main" id="{FA9D1CAA-FB59-49FD-A7B6-141C9F96643C}"/>
              </a:ext>
            </a:extLst>
          </p:cNvPr>
          <p:cNvSpPr>
            <a:spLocks noGrp="1"/>
          </p:cNvSpPr>
          <p:nvPr/>
        </p:nvSpPr>
        <p:spPr>
          <a:xfrm>
            <a:off x="586415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6" name="a_full_bar_1435">
            <a:extLst>
              <a:ext uri="{FF2B5EF4-FFF2-40B4-BE49-F238E27FC236}">
                <a16:creationId xmlns:a16="http://schemas.microsoft.com/office/drawing/2014/main" id="{F396A67A-AC2B-4578-8CCC-7CF0978B03B9}"/>
              </a:ext>
            </a:extLst>
          </p:cNvPr>
          <p:cNvSpPr>
            <a:spLocks noGrp="1"/>
          </p:cNvSpPr>
          <p:nvPr/>
        </p:nvSpPr>
        <p:spPr>
          <a:xfrm>
            <a:off x="588333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7" name="a_full_bar_1436">
            <a:extLst>
              <a:ext uri="{FF2B5EF4-FFF2-40B4-BE49-F238E27FC236}">
                <a16:creationId xmlns:a16="http://schemas.microsoft.com/office/drawing/2014/main" id="{C00D253C-07F9-4EE4-A646-43AE590520D4}"/>
              </a:ext>
            </a:extLst>
          </p:cNvPr>
          <p:cNvSpPr>
            <a:spLocks noGrp="1"/>
          </p:cNvSpPr>
          <p:nvPr/>
        </p:nvSpPr>
        <p:spPr>
          <a:xfrm>
            <a:off x="5740106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8" name="a_full_bar_1437">
            <a:extLst>
              <a:ext uri="{FF2B5EF4-FFF2-40B4-BE49-F238E27FC236}">
                <a16:creationId xmlns:a16="http://schemas.microsoft.com/office/drawing/2014/main" id="{B6F554BE-A558-49E8-A013-8F3FF5C1B390}"/>
              </a:ext>
            </a:extLst>
          </p:cNvPr>
          <p:cNvSpPr>
            <a:spLocks noGrp="1"/>
          </p:cNvSpPr>
          <p:nvPr/>
        </p:nvSpPr>
        <p:spPr>
          <a:xfrm>
            <a:off x="5972420" y="55434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9" name="a_full_bar_1438">
            <a:extLst>
              <a:ext uri="{FF2B5EF4-FFF2-40B4-BE49-F238E27FC236}">
                <a16:creationId xmlns:a16="http://schemas.microsoft.com/office/drawing/2014/main" id="{FBAD1790-D80F-44E2-8397-AE05DC345E95}"/>
              </a:ext>
            </a:extLst>
          </p:cNvPr>
          <p:cNvSpPr>
            <a:spLocks noGrp="1"/>
          </p:cNvSpPr>
          <p:nvPr/>
        </p:nvSpPr>
        <p:spPr>
          <a:xfrm>
            <a:off x="600911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0" name="a_full_bar_1439">
            <a:extLst>
              <a:ext uri="{FF2B5EF4-FFF2-40B4-BE49-F238E27FC236}">
                <a16:creationId xmlns:a16="http://schemas.microsoft.com/office/drawing/2014/main" id="{1452355A-1ED5-43B5-8DA4-E6CEBC3C6FDD}"/>
              </a:ext>
            </a:extLst>
          </p:cNvPr>
          <p:cNvSpPr>
            <a:spLocks noGrp="1"/>
          </p:cNvSpPr>
          <p:nvPr/>
        </p:nvSpPr>
        <p:spPr>
          <a:xfrm>
            <a:off x="5899745" y="37194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1" name="a_full_bar_1440">
            <a:extLst>
              <a:ext uri="{FF2B5EF4-FFF2-40B4-BE49-F238E27FC236}">
                <a16:creationId xmlns:a16="http://schemas.microsoft.com/office/drawing/2014/main" id="{9B9E077C-5FBE-4F8B-ADC5-2565FAA91BC8}"/>
              </a:ext>
            </a:extLst>
          </p:cNvPr>
          <p:cNvSpPr>
            <a:spLocks noGrp="1"/>
          </p:cNvSpPr>
          <p:nvPr/>
        </p:nvSpPr>
        <p:spPr>
          <a:xfrm>
            <a:off x="5945499" y="29889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2" name="a_full_bar_1441">
            <a:extLst>
              <a:ext uri="{FF2B5EF4-FFF2-40B4-BE49-F238E27FC236}">
                <a16:creationId xmlns:a16="http://schemas.microsoft.com/office/drawing/2014/main" id="{3C30E8B1-4B95-43B5-841F-E98B9592DEC8}"/>
              </a:ext>
            </a:extLst>
          </p:cNvPr>
          <p:cNvSpPr>
            <a:spLocks noGrp="1"/>
          </p:cNvSpPr>
          <p:nvPr/>
        </p:nvSpPr>
        <p:spPr>
          <a:xfrm>
            <a:off x="594402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3" name="a_full_bar_1442">
            <a:extLst>
              <a:ext uri="{FF2B5EF4-FFF2-40B4-BE49-F238E27FC236}">
                <a16:creationId xmlns:a16="http://schemas.microsoft.com/office/drawing/2014/main" id="{591E130A-41A5-4DA0-AFEC-D134F874D7F2}"/>
              </a:ext>
            </a:extLst>
          </p:cNvPr>
          <p:cNvSpPr>
            <a:spLocks noGrp="1"/>
          </p:cNvSpPr>
          <p:nvPr/>
        </p:nvSpPr>
        <p:spPr>
          <a:xfrm>
            <a:off x="580470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4" name="a_full_bar_1443">
            <a:extLst>
              <a:ext uri="{FF2B5EF4-FFF2-40B4-BE49-F238E27FC236}">
                <a16:creationId xmlns:a16="http://schemas.microsoft.com/office/drawing/2014/main" id="{B266DCC4-72FD-45E3-B4C8-9D36588FEE28}"/>
              </a:ext>
            </a:extLst>
          </p:cNvPr>
          <p:cNvSpPr>
            <a:spLocks noGrp="1"/>
          </p:cNvSpPr>
          <p:nvPr/>
        </p:nvSpPr>
        <p:spPr>
          <a:xfrm>
            <a:off x="589815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5" name="a_full_bar_1444">
            <a:extLst>
              <a:ext uri="{FF2B5EF4-FFF2-40B4-BE49-F238E27FC236}">
                <a16:creationId xmlns:a16="http://schemas.microsoft.com/office/drawing/2014/main" id="{60394D9B-7156-4F61-ACF8-F0C5D9051364}"/>
              </a:ext>
            </a:extLst>
          </p:cNvPr>
          <p:cNvSpPr>
            <a:spLocks noGrp="1"/>
          </p:cNvSpPr>
          <p:nvPr/>
        </p:nvSpPr>
        <p:spPr>
          <a:xfrm>
            <a:off x="56436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6" name="a_full_bar_1445">
            <a:extLst>
              <a:ext uri="{FF2B5EF4-FFF2-40B4-BE49-F238E27FC236}">
                <a16:creationId xmlns:a16="http://schemas.microsoft.com/office/drawing/2014/main" id="{AA165AF9-B252-4A95-AEF2-DF666F1CD81A}"/>
              </a:ext>
            </a:extLst>
          </p:cNvPr>
          <p:cNvSpPr>
            <a:spLocks noGrp="1"/>
          </p:cNvSpPr>
          <p:nvPr/>
        </p:nvSpPr>
        <p:spPr>
          <a:xfrm>
            <a:off x="5767137" y="448549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7" name="a_full_bar_1446">
            <a:extLst>
              <a:ext uri="{FF2B5EF4-FFF2-40B4-BE49-F238E27FC236}">
                <a16:creationId xmlns:a16="http://schemas.microsoft.com/office/drawing/2014/main" id="{F56B9419-0D1F-4E9E-AFC9-4A1953BD45A5}"/>
              </a:ext>
            </a:extLst>
          </p:cNvPr>
          <p:cNvSpPr>
            <a:spLocks noGrp="1"/>
          </p:cNvSpPr>
          <p:nvPr/>
        </p:nvSpPr>
        <p:spPr>
          <a:xfrm>
            <a:off x="581243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8" name="a_full_bar_1447">
            <a:extLst>
              <a:ext uri="{FF2B5EF4-FFF2-40B4-BE49-F238E27FC236}">
                <a16:creationId xmlns:a16="http://schemas.microsoft.com/office/drawing/2014/main" id="{FD3947A8-AAD3-457F-8D2E-3A26D7B36CBE}"/>
              </a:ext>
            </a:extLst>
          </p:cNvPr>
          <p:cNvSpPr>
            <a:spLocks noGrp="1"/>
          </p:cNvSpPr>
          <p:nvPr/>
        </p:nvSpPr>
        <p:spPr>
          <a:xfrm>
            <a:off x="6016518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9" name="a_full_bar_1448">
            <a:extLst>
              <a:ext uri="{FF2B5EF4-FFF2-40B4-BE49-F238E27FC236}">
                <a16:creationId xmlns:a16="http://schemas.microsoft.com/office/drawing/2014/main" id="{DC49A915-2742-494F-A7C1-DE9486D870B3}"/>
              </a:ext>
            </a:extLst>
          </p:cNvPr>
          <p:cNvSpPr>
            <a:spLocks noGrp="1"/>
          </p:cNvSpPr>
          <p:nvPr/>
        </p:nvSpPr>
        <p:spPr>
          <a:xfrm>
            <a:off x="5641533" y="572366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0" name="a_full_bar_1449">
            <a:extLst>
              <a:ext uri="{FF2B5EF4-FFF2-40B4-BE49-F238E27FC236}">
                <a16:creationId xmlns:a16="http://schemas.microsoft.com/office/drawing/2014/main" id="{BB829CCB-1BDE-4CFC-A05E-BE485DEE3C75}"/>
              </a:ext>
            </a:extLst>
          </p:cNvPr>
          <p:cNvSpPr>
            <a:spLocks noGrp="1"/>
          </p:cNvSpPr>
          <p:nvPr/>
        </p:nvSpPr>
        <p:spPr>
          <a:xfrm>
            <a:off x="5943289" y="448304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1" name="a_full_bar_1450">
            <a:extLst>
              <a:ext uri="{FF2B5EF4-FFF2-40B4-BE49-F238E27FC236}">
                <a16:creationId xmlns:a16="http://schemas.microsoft.com/office/drawing/2014/main" id="{6593E2C4-7932-48CF-8C00-EB6BEC304784}"/>
              </a:ext>
            </a:extLst>
          </p:cNvPr>
          <p:cNvSpPr>
            <a:spLocks noGrp="1"/>
          </p:cNvSpPr>
          <p:nvPr/>
        </p:nvSpPr>
        <p:spPr>
          <a:xfrm>
            <a:off x="591693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2" name="a_full_bar_1451">
            <a:extLst>
              <a:ext uri="{FF2B5EF4-FFF2-40B4-BE49-F238E27FC236}">
                <a16:creationId xmlns:a16="http://schemas.microsoft.com/office/drawing/2014/main" id="{1A54E448-C6B3-4F29-95FA-6D5E0A02CA99}"/>
              </a:ext>
            </a:extLst>
          </p:cNvPr>
          <p:cNvSpPr>
            <a:spLocks noGrp="1"/>
          </p:cNvSpPr>
          <p:nvPr/>
        </p:nvSpPr>
        <p:spPr>
          <a:xfrm>
            <a:off x="6009672" y="59130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3" name="a_full_bar_1452">
            <a:extLst>
              <a:ext uri="{FF2B5EF4-FFF2-40B4-BE49-F238E27FC236}">
                <a16:creationId xmlns:a16="http://schemas.microsoft.com/office/drawing/2014/main" id="{0E43B2EF-72D4-4568-8692-AA26AE49088C}"/>
              </a:ext>
            </a:extLst>
          </p:cNvPr>
          <p:cNvSpPr>
            <a:spLocks noGrp="1"/>
          </p:cNvSpPr>
          <p:nvPr/>
        </p:nvSpPr>
        <p:spPr>
          <a:xfrm>
            <a:off x="5925550" y="59849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4" name="a_full_bar_1453">
            <a:extLst>
              <a:ext uri="{FF2B5EF4-FFF2-40B4-BE49-F238E27FC236}">
                <a16:creationId xmlns:a16="http://schemas.microsoft.com/office/drawing/2014/main" id="{C3BE773D-5B2F-4A6E-9572-86BED319FC21}"/>
              </a:ext>
            </a:extLst>
          </p:cNvPr>
          <p:cNvSpPr>
            <a:spLocks noGrp="1"/>
          </p:cNvSpPr>
          <p:nvPr/>
        </p:nvSpPr>
        <p:spPr>
          <a:xfrm>
            <a:off x="580235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5" name="a_full_bar_1454">
            <a:extLst>
              <a:ext uri="{FF2B5EF4-FFF2-40B4-BE49-F238E27FC236}">
                <a16:creationId xmlns:a16="http://schemas.microsoft.com/office/drawing/2014/main" id="{B5C944D3-BC81-4C1A-8E92-982D3C13FF44}"/>
              </a:ext>
            </a:extLst>
          </p:cNvPr>
          <p:cNvSpPr>
            <a:spLocks noGrp="1"/>
          </p:cNvSpPr>
          <p:nvPr/>
        </p:nvSpPr>
        <p:spPr>
          <a:xfrm>
            <a:off x="5875722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6" name="a_full_bar_1455">
            <a:extLst>
              <a:ext uri="{FF2B5EF4-FFF2-40B4-BE49-F238E27FC236}">
                <a16:creationId xmlns:a16="http://schemas.microsoft.com/office/drawing/2014/main" id="{8A7BA88F-B2F6-435D-906A-25291687C158}"/>
              </a:ext>
            </a:extLst>
          </p:cNvPr>
          <p:cNvSpPr>
            <a:spLocks noGrp="1"/>
          </p:cNvSpPr>
          <p:nvPr/>
        </p:nvSpPr>
        <p:spPr>
          <a:xfrm>
            <a:off x="5787670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7" name="a_full_bar_1456">
            <a:extLst>
              <a:ext uri="{FF2B5EF4-FFF2-40B4-BE49-F238E27FC236}">
                <a16:creationId xmlns:a16="http://schemas.microsoft.com/office/drawing/2014/main" id="{1DD79F5F-9350-4D62-812F-E4F868FC7542}"/>
              </a:ext>
            </a:extLst>
          </p:cNvPr>
          <p:cNvSpPr>
            <a:spLocks noGrp="1"/>
          </p:cNvSpPr>
          <p:nvPr/>
        </p:nvSpPr>
        <p:spPr>
          <a:xfrm>
            <a:off x="5801496" y="449585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8" name="a_full_bar_1457">
            <a:extLst>
              <a:ext uri="{FF2B5EF4-FFF2-40B4-BE49-F238E27FC236}">
                <a16:creationId xmlns:a16="http://schemas.microsoft.com/office/drawing/2014/main" id="{1AAA1EC6-7C8B-4086-B616-72BB5A1A399C}"/>
              </a:ext>
            </a:extLst>
          </p:cNvPr>
          <p:cNvSpPr>
            <a:spLocks noGrp="1"/>
          </p:cNvSpPr>
          <p:nvPr/>
        </p:nvSpPr>
        <p:spPr>
          <a:xfrm>
            <a:off x="584266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9" name="a_full_bar_1458">
            <a:extLst>
              <a:ext uri="{FF2B5EF4-FFF2-40B4-BE49-F238E27FC236}">
                <a16:creationId xmlns:a16="http://schemas.microsoft.com/office/drawing/2014/main" id="{004F9438-D781-4735-BF71-1107CF8D2905}"/>
              </a:ext>
            </a:extLst>
          </p:cNvPr>
          <p:cNvSpPr>
            <a:spLocks noGrp="1"/>
          </p:cNvSpPr>
          <p:nvPr/>
        </p:nvSpPr>
        <p:spPr>
          <a:xfrm>
            <a:off x="5999476" y="563365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0" name="a_full_bar_1459">
            <a:extLst>
              <a:ext uri="{FF2B5EF4-FFF2-40B4-BE49-F238E27FC236}">
                <a16:creationId xmlns:a16="http://schemas.microsoft.com/office/drawing/2014/main" id="{5D04F3E3-91BD-4F6F-B173-5153007B74DB}"/>
              </a:ext>
            </a:extLst>
          </p:cNvPr>
          <p:cNvSpPr>
            <a:spLocks noGrp="1"/>
          </p:cNvSpPr>
          <p:nvPr/>
        </p:nvSpPr>
        <p:spPr>
          <a:xfrm>
            <a:off x="833691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1" name="a_full_bar_1460">
            <a:extLst>
              <a:ext uri="{FF2B5EF4-FFF2-40B4-BE49-F238E27FC236}">
                <a16:creationId xmlns:a16="http://schemas.microsoft.com/office/drawing/2014/main" id="{31ADBCDC-BA0C-4B0D-ACCF-AB4ED1644253}"/>
              </a:ext>
            </a:extLst>
          </p:cNvPr>
          <p:cNvSpPr>
            <a:spLocks noGrp="1"/>
          </p:cNvSpPr>
          <p:nvPr/>
        </p:nvSpPr>
        <p:spPr>
          <a:xfrm>
            <a:off x="831078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2" name="a_full_bar_1461">
            <a:extLst>
              <a:ext uri="{FF2B5EF4-FFF2-40B4-BE49-F238E27FC236}">
                <a16:creationId xmlns:a16="http://schemas.microsoft.com/office/drawing/2014/main" id="{BCFEDD39-8D82-4BD8-80AC-37B113A95FFA}"/>
              </a:ext>
            </a:extLst>
          </p:cNvPr>
          <p:cNvSpPr>
            <a:spLocks noGrp="1"/>
          </p:cNvSpPr>
          <p:nvPr/>
        </p:nvSpPr>
        <p:spPr>
          <a:xfrm>
            <a:off x="840211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3" name="a_full_bar_1462">
            <a:extLst>
              <a:ext uri="{FF2B5EF4-FFF2-40B4-BE49-F238E27FC236}">
                <a16:creationId xmlns:a16="http://schemas.microsoft.com/office/drawing/2014/main" id="{3FCD7765-4198-4D37-A813-A012F9CC6427}"/>
              </a:ext>
            </a:extLst>
          </p:cNvPr>
          <p:cNvSpPr>
            <a:spLocks noGrp="1"/>
          </p:cNvSpPr>
          <p:nvPr/>
        </p:nvSpPr>
        <p:spPr>
          <a:xfrm>
            <a:off x="845709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4" name="a_full_bar_1463">
            <a:extLst>
              <a:ext uri="{FF2B5EF4-FFF2-40B4-BE49-F238E27FC236}">
                <a16:creationId xmlns:a16="http://schemas.microsoft.com/office/drawing/2014/main" id="{3407C551-E484-4E6E-81C5-C08F7E55C972}"/>
              </a:ext>
            </a:extLst>
          </p:cNvPr>
          <p:cNvSpPr>
            <a:spLocks noGrp="1"/>
          </p:cNvSpPr>
          <p:nvPr/>
        </p:nvSpPr>
        <p:spPr>
          <a:xfrm>
            <a:off x="8105967" y="466562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5" name="a_full_bar_1464">
            <a:extLst>
              <a:ext uri="{FF2B5EF4-FFF2-40B4-BE49-F238E27FC236}">
                <a16:creationId xmlns:a16="http://schemas.microsoft.com/office/drawing/2014/main" id="{94F4287E-EFF6-49DE-A24E-305716438DB0}"/>
              </a:ext>
            </a:extLst>
          </p:cNvPr>
          <p:cNvSpPr>
            <a:spLocks noGrp="1"/>
          </p:cNvSpPr>
          <p:nvPr/>
        </p:nvSpPr>
        <p:spPr>
          <a:xfrm>
            <a:off x="811892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6" name="a_full_bar_1465">
            <a:extLst>
              <a:ext uri="{FF2B5EF4-FFF2-40B4-BE49-F238E27FC236}">
                <a16:creationId xmlns:a16="http://schemas.microsoft.com/office/drawing/2014/main" id="{C62B0FC8-A495-452A-B627-893E1BD8B10D}"/>
              </a:ext>
            </a:extLst>
          </p:cNvPr>
          <p:cNvSpPr>
            <a:spLocks noGrp="1"/>
          </p:cNvSpPr>
          <p:nvPr/>
        </p:nvSpPr>
        <p:spPr>
          <a:xfrm>
            <a:off x="840556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7" name="a_full_bar_1466">
            <a:extLst>
              <a:ext uri="{FF2B5EF4-FFF2-40B4-BE49-F238E27FC236}">
                <a16:creationId xmlns:a16="http://schemas.microsoft.com/office/drawing/2014/main" id="{C76A484D-BBAB-477C-9CE4-7E33FB4A5CEE}"/>
              </a:ext>
            </a:extLst>
          </p:cNvPr>
          <p:cNvSpPr>
            <a:spLocks noGrp="1"/>
          </p:cNvSpPr>
          <p:nvPr/>
        </p:nvSpPr>
        <p:spPr>
          <a:xfrm>
            <a:off x="8463796" y="32895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8" name="a_full_bar_1467">
            <a:extLst>
              <a:ext uri="{FF2B5EF4-FFF2-40B4-BE49-F238E27FC236}">
                <a16:creationId xmlns:a16="http://schemas.microsoft.com/office/drawing/2014/main" id="{C85D5E4D-2442-45B7-9012-298F78374C14}"/>
              </a:ext>
            </a:extLst>
          </p:cNvPr>
          <p:cNvSpPr>
            <a:spLocks noGrp="1"/>
          </p:cNvSpPr>
          <p:nvPr/>
        </p:nvSpPr>
        <p:spPr>
          <a:xfrm>
            <a:off x="83595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9" name="a_full_bar_1468">
            <a:extLst>
              <a:ext uri="{FF2B5EF4-FFF2-40B4-BE49-F238E27FC236}">
                <a16:creationId xmlns:a16="http://schemas.microsoft.com/office/drawing/2014/main" id="{ACD27354-F7FD-40CB-9A5D-8C3D5940635B}"/>
              </a:ext>
            </a:extLst>
          </p:cNvPr>
          <p:cNvSpPr>
            <a:spLocks noGrp="1"/>
          </p:cNvSpPr>
          <p:nvPr/>
        </p:nvSpPr>
        <p:spPr>
          <a:xfrm>
            <a:off x="843399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0" name="a_full_bar_1469">
            <a:extLst>
              <a:ext uri="{FF2B5EF4-FFF2-40B4-BE49-F238E27FC236}">
                <a16:creationId xmlns:a16="http://schemas.microsoft.com/office/drawing/2014/main" id="{91765AFA-18D1-47A2-9EDF-7FADAB138198}"/>
              </a:ext>
            </a:extLst>
          </p:cNvPr>
          <p:cNvSpPr>
            <a:spLocks noGrp="1"/>
          </p:cNvSpPr>
          <p:nvPr/>
        </p:nvSpPr>
        <p:spPr>
          <a:xfrm>
            <a:off x="8424240" y="532698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1" name="a_full_bar_1470">
            <a:extLst>
              <a:ext uri="{FF2B5EF4-FFF2-40B4-BE49-F238E27FC236}">
                <a16:creationId xmlns:a16="http://schemas.microsoft.com/office/drawing/2014/main" id="{2EF5FBD3-3DF3-42AC-B84D-58357B6972CF}"/>
              </a:ext>
            </a:extLst>
          </p:cNvPr>
          <p:cNvSpPr>
            <a:spLocks noGrp="1"/>
          </p:cNvSpPr>
          <p:nvPr/>
        </p:nvSpPr>
        <p:spPr>
          <a:xfrm>
            <a:off x="8354456" y="444011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2" name="a_full_bar_1471">
            <a:extLst>
              <a:ext uri="{FF2B5EF4-FFF2-40B4-BE49-F238E27FC236}">
                <a16:creationId xmlns:a16="http://schemas.microsoft.com/office/drawing/2014/main" id="{067A06FA-5731-4E45-BC88-3BC2B4FE079E}"/>
              </a:ext>
            </a:extLst>
          </p:cNvPr>
          <p:cNvSpPr>
            <a:spLocks noGrp="1"/>
          </p:cNvSpPr>
          <p:nvPr/>
        </p:nvSpPr>
        <p:spPr>
          <a:xfrm>
            <a:off x="8387892" y="31292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3" name="a_full_bar_1472">
            <a:extLst>
              <a:ext uri="{FF2B5EF4-FFF2-40B4-BE49-F238E27FC236}">
                <a16:creationId xmlns:a16="http://schemas.microsoft.com/office/drawing/2014/main" id="{B1409327-9861-442C-82F8-1F7834FAB935}"/>
              </a:ext>
            </a:extLst>
          </p:cNvPr>
          <p:cNvSpPr>
            <a:spLocks noGrp="1"/>
          </p:cNvSpPr>
          <p:nvPr/>
        </p:nvSpPr>
        <p:spPr>
          <a:xfrm>
            <a:off x="833410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4" name="a_full_bar_1473">
            <a:extLst>
              <a:ext uri="{FF2B5EF4-FFF2-40B4-BE49-F238E27FC236}">
                <a16:creationId xmlns:a16="http://schemas.microsoft.com/office/drawing/2014/main" id="{8D3F5EFA-5DC4-42EF-92B3-72ABF55A622E}"/>
              </a:ext>
            </a:extLst>
          </p:cNvPr>
          <p:cNvSpPr>
            <a:spLocks noGrp="1"/>
          </p:cNvSpPr>
          <p:nvPr/>
        </p:nvSpPr>
        <p:spPr>
          <a:xfrm>
            <a:off x="825629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5" name="a_full_bar_1474">
            <a:extLst>
              <a:ext uri="{FF2B5EF4-FFF2-40B4-BE49-F238E27FC236}">
                <a16:creationId xmlns:a16="http://schemas.microsoft.com/office/drawing/2014/main" id="{9B5D50BC-25F7-400D-B7F3-80ECB5534D54}"/>
              </a:ext>
            </a:extLst>
          </p:cNvPr>
          <p:cNvSpPr>
            <a:spLocks noGrp="1"/>
          </p:cNvSpPr>
          <p:nvPr/>
        </p:nvSpPr>
        <p:spPr>
          <a:xfrm>
            <a:off x="8466566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6" name="a_full_bar_1475">
            <a:extLst>
              <a:ext uri="{FF2B5EF4-FFF2-40B4-BE49-F238E27FC236}">
                <a16:creationId xmlns:a16="http://schemas.microsoft.com/office/drawing/2014/main" id="{D45C9CBE-11D5-4A10-8B01-A95C48F5025C}"/>
              </a:ext>
            </a:extLst>
          </p:cNvPr>
          <p:cNvSpPr>
            <a:spLocks noGrp="1"/>
          </p:cNvSpPr>
          <p:nvPr/>
        </p:nvSpPr>
        <p:spPr>
          <a:xfrm>
            <a:off x="831815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7" name="a_full_bar_1476">
            <a:extLst>
              <a:ext uri="{FF2B5EF4-FFF2-40B4-BE49-F238E27FC236}">
                <a16:creationId xmlns:a16="http://schemas.microsoft.com/office/drawing/2014/main" id="{EBD2F85B-C38A-4F8A-B1FB-7FCE44A48873}"/>
              </a:ext>
            </a:extLst>
          </p:cNvPr>
          <p:cNvSpPr>
            <a:spLocks noGrp="1"/>
          </p:cNvSpPr>
          <p:nvPr/>
        </p:nvSpPr>
        <p:spPr>
          <a:xfrm>
            <a:off x="81599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8" name="a_full_bar_1477">
            <a:extLst>
              <a:ext uri="{FF2B5EF4-FFF2-40B4-BE49-F238E27FC236}">
                <a16:creationId xmlns:a16="http://schemas.microsoft.com/office/drawing/2014/main" id="{9D7F95DF-D865-4B9D-A675-5C7D0A5C2B19}"/>
              </a:ext>
            </a:extLst>
          </p:cNvPr>
          <p:cNvSpPr>
            <a:spLocks noGrp="1"/>
          </p:cNvSpPr>
          <p:nvPr/>
        </p:nvSpPr>
        <p:spPr>
          <a:xfrm>
            <a:off x="8236062" y="55298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9" name="a_full_bar_1478">
            <a:extLst>
              <a:ext uri="{FF2B5EF4-FFF2-40B4-BE49-F238E27FC236}">
                <a16:creationId xmlns:a16="http://schemas.microsoft.com/office/drawing/2014/main" id="{5C566995-23B0-4864-982E-F084BC648B73}"/>
              </a:ext>
            </a:extLst>
          </p:cNvPr>
          <p:cNvSpPr>
            <a:spLocks noGrp="1"/>
          </p:cNvSpPr>
          <p:nvPr/>
        </p:nvSpPr>
        <p:spPr>
          <a:xfrm>
            <a:off x="8329611" y="461589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0" name="a_full_bar_1479">
            <a:extLst>
              <a:ext uri="{FF2B5EF4-FFF2-40B4-BE49-F238E27FC236}">
                <a16:creationId xmlns:a16="http://schemas.microsoft.com/office/drawing/2014/main" id="{3470FD99-E559-4A1A-94B0-BCC3DD7C01EA}"/>
              </a:ext>
            </a:extLst>
          </p:cNvPr>
          <p:cNvSpPr>
            <a:spLocks noGrp="1"/>
          </p:cNvSpPr>
          <p:nvPr/>
        </p:nvSpPr>
        <p:spPr>
          <a:xfrm>
            <a:off x="838163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1" name="a_full_bar_1480">
            <a:extLst>
              <a:ext uri="{FF2B5EF4-FFF2-40B4-BE49-F238E27FC236}">
                <a16:creationId xmlns:a16="http://schemas.microsoft.com/office/drawing/2014/main" id="{8023DBA2-0C27-4F41-A836-27EADFDDCC3E}"/>
              </a:ext>
            </a:extLst>
          </p:cNvPr>
          <p:cNvSpPr>
            <a:spLocks noGrp="1"/>
          </p:cNvSpPr>
          <p:nvPr/>
        </p:nvSpPr>
        <p:spPr>
          <a:xfrm>
            <a:off x="807984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2" name="a_full_bar_1481">
            <a:extLst>
              <a:ext uri="{FF2B5EF4-FFF2-40B4-BE49-F238E27FC236}">
                <a16:creationId xmlns:a16="http://schemas.microsoft.com/office/drawing/2014/main" id="{428FF8CC-1744-4BD8-A1C0-542356F25EF3}"/>
              </a:ext>
            </a:extLst>
          </p:cNvPr>
          <p:cNvSpPr>
            <a:spLocks noGrp="1"/>
          </p:cNvSpPr>
          <p:nvPr/>
        </p:nvSpPr>
        <p:spPr>
          <a:xfrm>
            <a:off x="8198336" y="52730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3" name="a_full_bar_1482">
            <a:extLst>
              <a:ext uri="{FF2B5EF4-FFF2-40B4-BE49-F238E27FC236}">
                <a16:creationId xmlns:a16="http://schemas.microsoft.com/office/drawing/2014/main" id="{9762DFE4-30FA-4833-9A16-88C09EF26E8D}"/>
              </a:ext>
            </a:extLst>
          </p:cNvPr>
          <p:cNvSpPr>
            <a:spLocks noGrp="1"/>
          </p:cNvSpPr>
          <p:nvPr/>
        </p:nvSpPr>
        <p:spPr>
          <a:xfrm>
            <a:off x="8131096" y="37403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4" name="a_full_bar_1483">
            <a:extLst>
              <a:ext uri="{FF2B5EF4-FFF2-40B4-BE49-F238E27FC236}">
                <a16:creationId xmlns:a16="http://schemas.microsoft.com/office/drawing/2014/main" id="{CE18F764-701B-4024-AC57-20F61D5E0FF1}"/>
              </a:ext>
            </a:extLst>
          </p:cNvPr>
          <p:cNvSpPr>
            <a:spLocks noGrp="1"/>
          </p:cNvSpPr>
          <p:nvPr/>
        </p:nvSpPr>
        <p:spPr>
          <a:xfrm>
            <a:off x="830582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5" name="a_full_bar_1484">
            <a:extLst>
              <a:ext uri="{FF2B5EF4-FFF2-40B4-BE49-F238E27FC236}">
                <a16:creationId xmlns:a16="http://schemas.microsoft.com/office/drawing/2014/main" id="{1535C67A-1DF8-4489-B7B9-1C21A7D41BF7}"/>
              </a:ext>
            </a:extLst>
          </p:cNvPr>
          <p:cNvSpPr>
            <a:spLocks noGrp="1"/>
          </p:cNvSpPr>
          <p:nvPr/>
        </p:nvSpPr>
        <p:spPr>
          <a:xfrm>
            <a:off x="843061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6" name="a_full_bar_1485">
            <a:extLst>
              <a:ext uri="{FF2B5EF4-FFF2-40B4-BE49-F238E27FC236}">
                <a16:creationId xmlns:a16="http://schemas.microsoft.com/office/drawing/2014/main" id="{894EA592-3915-4BD4-957E-9A65A6C1344A}"/>
              </a:ext>
            </a:extLst>
          </p:cNvPr>
          <p:cNvSpPr>
            <a:spLocks noGrp="1"/>
          </p:cNvSpPr>
          <p:nvPr/>
        </p:nvSpPr>
        <p:spPr>
          <a:xfrm>
            <a:off x="845727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7" name="a_full_bar_1486">
            <a:extLst>
              <a:ext uri="{FF2B5EF4-FFF2-40B4-BE49-F238E27FC236}">
                <a16:creationId xmlns:a16="http://schemas.microsoft.com/office/drawing/2014/main" id="{EB979423-4086-4204-8741-275CCF8B0666}"/>
              </a:ext>
            </a:extLst>
          </p:cNvPr>
          <p:cNvSpPr>
            <a:spLocks noGrp="1"/>
          </p:cNvSpPr>
          <p:nvPr/>
        </p:nvSpPr>
        <p:spPr>
          <a:xfrm>
            <a:off x="838025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8" name="a_full_bar_1487">
            <a:extLst>
              <a:ext uri="{FF2B5EF4-FFF2-40B4-BE49-F238E27FC236}">
                <a16:creationId xmlns:a16="http://schemas.microsoft.com/office/drawing/2014/main" id="{BF5F78B8-AA0F-41E3-9DFC-906D37ED3865}"/>
              </a:ext>
            </a:extLst>
          </p:cNvPr>
          <p:cNvSpPr>
            <a:spLocks noGrp="1"/>
          </p:cNvSpPr>
          <p:nvPr/>
        </p:nvSpPr>
        <p:spPr>
          <a:xfrm>
            <a:off x="8400943" y="54790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9" name="a_full_bar_1488">
            <a:extLst>
              <a:ext uri="{FF2B5EF4-FFF2-40B4-BE49-F238E27FC236}">
                <a16:creationId xmlns:a16="http://schemas.microsoft.com/office/drawing/2014/main" id="{9AB16EA2-09C1-4462-B148-5D508F0B2F8B}"/>
              </a:ext>
            </a:extLst>
          </p:cNvPr>
          <p:cNvSpPr>
            <a:spLocks noGrp="1"/>
          </p:cNvSpPr>
          <p:nvPr/>
        </p:nvSpPr>
        <p:spPr>
          <a:xfrm>
            <a:off x="832618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0" name="a_full_bar_1489">
            <a:extLst>
              <a:ext uri="{FF2B5EF4-FFF2-40B4-BE49-F238E27FC236}">
                <a16:creationId xmlns:a16="http://schemas.microsoft.com/office/drawing/2014/main" id="{AC957E1F-08A8-41A7-ABE4-59C14994F6FE}"/>
              </a:ext>
            </a:extLst>
          </p:cNvPr>
          <p:cNvSpPr>
            <a:spLocks noGrp="1"/>
          </p:cNvSpPr>
          <p:nvPr/>
        </p:nvSpPr>
        <p:spPr>
          <a:xfrm>
            <a:off x="843641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1" name="a_full_bar_1490">
            <a:extLst>
              <a:ext uri="{FF2B5EF4-FFF2-40B4-BE49-F238E27FC236}">
                <a16:creationId xmlns:a16="http://schemas.microsoft.com/office/drawing/2014/main" id="{98000F5B-7369-4DE1-8983-023D38D9C4FA}"/>
              </a:ext>
            </a:extLst>
          </p:cNvPr>
          <p:cNvSpPr>
            <a:spLocks noGrp="1"/>
          </p:cNvSpPr>
          <p:nvPr/>
        </p:nvSpPr>
        <p:spPr>
          <a:xfrm>
            <a:off x="8380004" y="583246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2" name="a_full_bar_1491">
            <a:extLst>
              <a:ext uri="{FF2B5EF4-FFF2-40B4-BE49-F238E27FC236}">
                <a16:creationId xmlns:a16="http://schemas.microsoft.com/office/drawing/2014/main" id="{99E20609-6173-43E3-9C98-1811940AEFB0}"/>
              </a:ext>
            </a:extLst>
          </p:cNvPr>
          <p:cNvSpPr>
            <a:spLocks noGrp="1"/>
          </p:cNvSpPr>
          <p:nvPr/>
        </p:nvSpPr>
        <p:spPr>
          <a:xfrm>
            <a:off x="813306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3" name="a_full_bar_1492">
            <a:extLst>
              <a:ext uri="{FF2B5EF4-FFF2-40B4-BE49-F238E27FC236}">
                <a16:creationId xmlns:a16="http://schemas.microsoft.com/office/drawing/2014/main" id="{C0426568-8631-40CE-801C-418E7833E411}"/>
              </a:ext>
            </a:extLst>
          </p:cNvPr>
          <p:cNvSpPr>
            <a:spLocks noGrp="1"/>
          </p:cNvSpPr>
          <p:nvPr/>
        </p:nvSpPr>
        <p:spPr>
          <a:xfrm>
            <a:off x="819312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4" name="a_full_bar_1493">
            <a:extLst>
              <a:ext uri="{FF2B5EF4-FFF2-40B4-BE49-F238E27FC236}">
                <a16:creationId xmlns:a16="http://schemas.microsoft.com/office/drawing/2014/main" id="{DF412BBF-3D6B-46D3-A1FF-4D1F01FBEEFB}"/>
              </a:ext>
            </a:extLst>
          </p:cNvPr>
          <p:cNvSpPr>
            <a:spLocks noGrp="1"/>
          </p:cNvSpPr>
          <p:nvPr/>
        </p:nvSpPr>
        <p:spPr>
          <a:xfrm>
            <a:off x="838245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5" name="a_full_bar_1494">
            <a:extLst>
              <a:ext uri="{FF2B5EF4-FFF2-40B4-BE49-F238E27FC236}">
                <a16:creationId xmlns:a16="http://schemas.microsoft.com/office/drawing/2014/main" id="{0EC55152-F574-4412-9DA6-B18221ABDFF5}"/>
              </a:ext>
            </a:extLst>
          </p:cNvPr>
          <p:cNvSpPr>
            <a:spLocks noGrp="1"/>
          </p:cNvSpPr>
          <p:nvPr/>
        </p:nvSpPr>
        <p:spPr>
          <a:xfrm>
            <a:off x="810585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6" name="a_full_bar_1495">
            <a:extLst>
              <a:ext uri="{FF2B5EF4-FFF2-40B4-BE49-F238E27FC236}">
                <a16:creationId xmlns:a16="http://schemas.microsoft.com/office/drawing/2014/main" id="{58BD4ECB-BA26-41D5-8F8C-CCC0BA250CBD}"/>
              </a:ext>
            </a:extLst>
          </p:cNvPr>
          <p:cNvSpPr>
            <a:spLocks noGrp="1"/>
          </p:cNvSpPr>
          <p:nvPr/>
        </p:nvSpPr>
        <p:spPr>
          <a:xfrm>
            <a:off x="815657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7" name="a_full_bar_1496">
            <a:extLst>
              <a:ext uri="{FF2B5EF4-FFF2-40B4-BE49-F238E27FC236}">
                <a16:creationId xmlns:a16="http://schemas.microsoft.com/office/drawing/2014/main" id="{0B2F2398-2F39-42F3-8326-895D18D68F04}"/>
              </a:ext>
            </a:extLst>
          </p:cNvPr>
          <p:cNvSpPr>
            <a:spLocks noGrp="1"/>
          </p:cNvSpPr>
          <p:nvPr/>
        </p:nvSpPr>
        <p:spPr>
          <a:xfrm>
            <a:off x="8093991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8" name="a_full_bar_1497">
            <a:extLst>
              <a:ext uri="{FF2B5EF4-FFF2-40B4-BE49-F238E27FC236}">
                <a16:creationId xmlns:a16="http://schemas.microsoft.com/office/drawing/2014/main" id="{DB5B7782-219E-4B9D-9155-5F0E631C8F89}"/>
              </a:ext>
            </a:extLst>
          </p:cNvPr>
          <p:cNvSpPr>
            <a:spLocks noGrp="1"/>
          </p:cNvSpPr>
          <p:nvPr/>
        </p:nvSpPr>
        <p:spPr>
          <a:xfrm>
            <a:off x="83259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9" name="a_full_bar_1498">
            <a:extLst>
              <a:ext uri="{FF2B5EF4-FFF2-40B4-BE49-F238E27FC236}">
                <a16:creationId xmlns:a16="http://schemas.microsoft.com/office/drawing/2014/main" id="{BFD639AD-6FB1-4666-AF56-6E92C33B2EA6}"/>
              </a:ext>
            </a:extLst>
          </p:cNvPr>
          <p:cNvSpPr>
            <a:spLocks noGrp="1"/>
          </p:cNvSpPr>
          <p:nvPr/>
        </p:nvSpPr>
        <p:spPr>
          <a:xfrm>
            <a:off x="8107327" y="584402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0" name="a_full_bar_1499">
            <a:extLst>
              <a:ext uri="{FF2B5EF4-FFF2-40B4-BE49-F238E27FC236}">
                <a16:creationId xmlns:a16="http://schemas.microsoft.com/office/drawing/2014/main" id="{5F34C412-6D1A-4539-93CF-E42C240AC5E2}"/>
              </a:ext>
            </a:extLst>
          </p:cNvPr>
          <p:cNvSpPr>
            <a:spLocks noGrp="1"/>
          </p:cNvSpPr>
          <p:nvPr/>
        </p:nvSpPr>
        <p:spPr>
          <a:xfrm>
            <a:off x="81785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1" name="a_full_bar_1500">
            <a:extLst>
              <a:ext uri="{FF2B5EF4-FFF2-40B4-BE49-F238E27FC236}">
                <a16:creationId xmlns:a16="http://schemas.microsoft.com/office/drawing/2014/main" id="{29A24576-A4C9-4D99-8C8A-EB9F58CA5897}"/>
              </a:ext>
            </a:extLst>
          </p:cNvPr>
          <p:cNvSpPr>
            <a:spLocks noGrp="1"/>
          </p:cNvSpPr>
          <p:nvPr/>
        </p:nvSpPr>
        <p:spPr>
          <a:xfrm>
            <a:off x="8228703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2" name="a_full_bar_1501">
            <a:extLst>
              <a:ext uri="{FF2B5EF4-FFF2-40B4-BE49-F238E27FC236}">
                <a16:creationId xmlns:a16="http://schemas.microsoft.com/office/drawing/2014/main" id="{4A05C28A-9127-4465-A49E-3267AD6FC6C2}"/>
              </a:ext>
            </a:extLst>
          </p:cNvPr>
          <p:cNvSpPr>
            <a:spLocks noGrp="1"/>
          </p:cNvSpPr>
          <p:nvPr/>
        </p:nvSpPr>
        <p:spPr>
          <a:xfrm>
            <a:off x="820052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3" name="a_full_bar_1502">
            <a:extLst>
              <a:ext uri="{FF2B5EF4-FFF2-40B4-BE49-F238E27FC236}">
                <a16:creationId xmlns:a16="http://schemas.microsoft.com/office/drawing/2014/main" id="{6959B212-C108-4CC7-863B-DBCB00B13B07}"/>
              </a:ext>
            </a:extLst>
          </p:cNvPr>
          <p:cNvSpPr>
            <a:spLocks noGrp="1"/>
          </p:cNvSpPr>
          <p:nvPr/>
        </p:nvSpPr>
        <p:spPr>
          <a:xfrm>
            <a:off x="815780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4" name="a_full_bar_1503">
            <a:extLst>
              <a:ext uri="{FF2B5EF4-FFF2-40B4-BE49-F238E27FC236}">
                <a16:creationId xmlns:a16="http://schemas.microsoft.com/office/drawing/2014/main" id="{29F4DD37-112C-4D6E-A52E-6E9241EAFEA1}"/>
              </a:ext>
            </a:extLst>
          </p:cNvPr>
          <p:cNvSpPr>
            <a:spLocks noGrp="1"/>
          </p:cNvSpPr>
          <p:nvPr/>
        </p:nvSpPr>
        <p:spPr>
          <a:xfrm>
            <a:off x="825868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5" name="a_full_bar_1504">
            <a:extLst>
              <a:ext uri="{FF2B5EF4-FFF2-40B4-BE49-F238E27FC236}">
                <a16:creationId xmlns:a16="http://schemas.microsoft.com/office/drawing/2014/main" id="{49AFCA67-DAF1-43CD-A153-8EB436E1AF8A}"/>
              </a:ext>
            </a:extLst>
          </p:cNvPr>
          <p:cNvSpPr>
            <a:spLocks noGrp="1"/>
          </p:cNvSpPr>
          <p:nvPr/>
        </p:nvSpPr>
        <p:spPr>
          <a:xfrm>
            <a:off x="840358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6" name="a_full_bar_1505">
            <a:extLst>
              <a:ext uri="{FF2B5EF4-FFF2-40B4-BE49-F238E27FC236}">
                <a16:creationId xmlns:a16="http://schemas.microsoft.com/office/drawing/2014/main" id="{ECF99E7E-2156-4DC5-AA9D-BF36E4983F67}"/>
              </a:ext>
            </a:extLst>
          </p:cNvPr>
          <p:cNvSpPr>
            <a:spLocks noGrp="1"/>
          </p:cNvSpPr>
          <p:nvPr/>
        </p:nvSpPr>
        <p:spPr>
          <a:xfrm>
            <a:off x="8394060" y="531594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7" name="a_full_bar_1506">
            <a:extLst>
              <a:ext uri="{FF2B5EF4-FFF2-40B4-BE49-F238E27FC236}">
                <a16:creationId xmlns:a16="http://schemas.microsoft.com/office/drawing/2014/main" id="{3AAE3BC9-EDE5-4151-B314-5BF666E1F7E3}"/>
              </a:ext>
            </a:extLst>
          </p:cNvPr>
          <p:cNvSpPr>
            <a:spLocks noGrp="1"/>
          </p:cNvSpPr>
          <p:nvPr/>
        </p:nvSpPr>
        <p:spPr>
          <a:xfrm>
            <a:off x="835300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8" name="a_full_bar_1507">
            <a:extLst>
              <a:ext uri="{FF2B5EF4-FFF2-40B4-BE49-F238E27FC236}">
                <a16:creationId xmlns:a16="http://schemas.microsoft.com/office/drawing/2014/main" id="{B27C4F92-C19D-4CD9-B055-F6243AF74A9C}"/>
              </a:ext>
            </a:extLst>
          </p:cNvPr>
          <p:cNvSpPr>
            <a:spLocks noGrp="1"/>
          </p:cNvSpPr>
          <p:nvPr/>
        </p:nvSpPr>
        <p:spPr>
          <a:xfrm>
            <a:off x="8431638" y="58740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9" name="a_full_bar_1508">
            <a:extLst>
              <a:ext uri="{FF2B5EF4-FFF2-40B4-BE49-F238E27FC236}">
                <a16:creationId xmlns:a16="http://schemas.microsoft.com/office/drawing/2014/main" id="{50D242F4-1D8C-4BA9-99AC-49D044F745E1}"/>
              </a:ext>
            </a:extLst>
          </p:cNvPr>
          <p:cNvSpPr>
            <a:spLocks noGrp="1"/>
          </p:cNvSpPr>
          <p:nvPr/>
        </p:nvSpPr>
        <p:spPr>
          <a:xfrm>
            <a:off x="8106103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0" name="a_full_bar_1509">
            <a:extLst>
              <a:ext uri="{FF2B5EF4-FFF2-40B4-BE49-F238E27FC236}">
                <a16:creationId xmlns:a16="http://schemas.microsoft.com/office/drawing/2014/main" id="{64CD52DB-7FEC-4C74-86D2-DC5DDBF2E947}"/>
              </a:ext>
            </a:extLst>
          </p:cNvPr>
          <p:cNvSpPr>
            <a:spLocks noGrp="1"/>
          </p:cNvSpPr>
          <p:nvPr/>
        </p:nvSpPr>
        <p:spPr>
          <a:xfrm>
            <a:off x="827866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1" name="a_full_bar_1510">
            <a:extLst>
              <a:ext uri="{FF2B5EF4-FFF2-40B4-BE49-F238E27FC236}">
                <a16:creationId xmlns:a16="http://schemas.microsoft.com/office/drawing/2014/main" id="{4B98A6DE-0EF4-4289-AC3F-5B371199F508}"/>
              </a:ext>
            </a:extLst>
          </p:cNvPr>
          <p:cNvSpPr>
            <a:spLocks noGrp="1"/>
          </p:cNvSpPr>
          <p:nvPr/>
        </p:nvSpPr>
        <p:spPr>
          <a:xfrm>
            <a:off x="824844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2" name="a_full_bar_1511">
            <a:extLst>
              <a:ext uri="{FF2B5EF4-FFF2-40B4-BE49-F238E27FC236}">
                <a16:creationId xmlns:a16="http://schemas.microsoft.com/office/drawing/2014/main" id="{49025F17-BE44-45F6-AF0E-FD46BD2C19ED}"/>
              </a:ext>
            </a:extLst>
          </p:cNvPr>
          <p:cNvSpPr>
            <a:spLocks noGrp="1"/>
          </p:cNvSpPr>
          <p:nvPr/>
        </p:nvSpPr>
        <p:spPr>
          <a:xfrm>
            <a:off x="843775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3" name="a_full_bar_1512">
            <a:extLst>
              <a:ext uri="{FF2B5EF4-FFF2-40B4-BE49-F238E27FC236}">
                <a16:creationId xmlns:a16="http://schemas.microsoft.com/office/drawing/2014/main" id="{33BB4AA1-BC71-47F0-809B-1893B949ED89}"/>
              </a:ext>
            </a:extLst>
          </p:cNvPr>
          <p:cNvSpPr>
            <a:spLocks noGrp="1"/>
          </p:cNvSpPr>
          <p:nvPr/>
        </p:nvSpPr>
        <p:spPr>
          <a:xfrm>
            <a:off x="8081781" y="514413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4" name="a_full_bar_1513">
            <a:extLst>
              <a:ext uri="{FF2B5EF4-FFF2-40B4-BE49-F238E27FC236}">
                <a16:creationId xmlns:a16="http://schemas.microsoft.com/office/drawing/2014/main" id="{5C4FB43A-5886-482A-8286-D42DE496CCED}"/>
              </a:ext>
            </a:extLst>
          </p:cNvPr>
          <p:cNvSpPr>
            <a:spLocks noGrp="1"/>
          </p:cNvSpPr>
          <p:nvPr/>
        </p:nvSpPr>
        <p:spPr>
          <a:xfrm>
            <a:off x="829920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5" name="a_full_bar_1514">
            <a:extLst>
              <a:ext uri="{FF2B5EF4-FFF2-40B4-BE49-F238E27FC236}">
                <a16:creationId xmlns:a16="http://schemas.microsoft.com/office/drawing/2014/main" id="{229DF0B9-3228-4BCA-8A20-95267841DF4D}"/>
              </a:ext>
            </a:extLst>
          </p:cNvPr>
          <p:cNvSpPr>
            <a:spLocks noGrp="1"/>
          </p:cNvSpPr>
          <p:nvPr/>
        </p:nvSpPr>
        <p:spPr>
          <a:xfrm>
            <a:off x="8282300" y="579393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6" name="a_full_bar_1515">
            <a:extLst>
              <a:ext uri="{FF2B5EF4-FFF2-40B4-BE49-F238E27FC236}">
                <a16:creationId xmlns:a16="http://schemas.microsoft.com/office/drawing/2014/main" id="{39A24048-8E48-4BAD-8895-A404C4D9DC54}"/>
              </a:ext>
            </a:extLst>
          </p:cNvPr>
          <p:cNvSpPr>
            <a:spLocks noGrp="1"/>
          </p:cNvSpPr>
          <p:nvPr/>
        </p:nvSpPr>
        <p:spPr>
          <a:xfrm>
            <a:off x="826968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7" name="a_full_bar_1516">
            <a:extLst>
              <a:ext uri="{FF2B5EF4-FFF2-40B4-BE49-F238E27FC236}">
                <a16:creationId xmlns:a16="http://schemas.microsoft.com/office/drawing/2014/main" id="{6C704F28-8F38-4B4A-AECF-DC41FDDA5A61}"/>
              </a:ext>
            </a:extLst>
          </p:cNvPr>
          <p:cNvSpPr>
            <a:spLocks noGrp="1"/>
          </p:cNvSpPr>
          <p:nvPr/>
        </p:nvSpPr>
        <p:spPr>
          <a:xfrm>
            <a:off x="8286505" y="58815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8" name="a_full_bar_1517">
            <a:extLst>
              <a:ext uri="{FF2B5EF4-FFF2-40B4-BE49-F238E27FC236}">
                <a16:creationId xmlns:a16="http://schemas.microsoft.com/office/drawing/2014/main" id="{EA09036C-F719-4A1A-A4A3-6AF809090BE8}"/>
              </a:ext>
            </a:extLst>
          </p:cNvPr>
          <p:cNvSpPr>
            <a:spLocks noGrp="1"/>
          </p:cNvSpPr>
          <p:nvPr/>
        </p:nvSpPr>
        <p:spPr>
          <a:xfrm>
            <a:off x="8387425" y="592488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9" name="a_full_bar_1518">
            <a:extLst>
              <a:ext uri="{FF2B5EF4-FFF2-40B4-BE49-F238E27FC236}">
                <a16:creationId xmlns:a16="http://schemas.microsoft.com/office/drawing/2014/main" id="{140F708D-3EB1-4106-8B61-7A54D82C2D77}"/>
              </a:ext>
            </a:extLst>
          </p:cNvPr>
          <p:cNvSpPr>
            <a:spLocks noGrp="1"/>
          </p:cNvSpPr>
          <p:nvPr/>
        </p:nvSpPr>
        <p:spPr>
          <a:xfrm>
            <a:off x="8353683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0" name="a_full_bar_1519">
            <a:extLst>
              <a:ext uri="{FF2B5EF4-FFF2-40B4-BE49-F238E27FC236}">
                <a16:creationId xmlns:a16="http://schemas.microsoft.com/office/drawing/2014/main" id="{6DC304FA-2BE4-4194-8FB9-F160FB90FFB5}"/>
              </a:ext>
            </a:extLst>
          </p:cNvPr>
          <p:cNvSpPr>
            <a:spLocks noGrp="1"/>
          </p:cNvSpPr>
          <p:nvPr/>
        </p:nvSpPr>
        <p:spPr>
          <a:xfrm>
            <a:off x="8152754" y="55434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1" name="a_full_bar_1520">
            <a:extLst>
              <a:ext uri="{FF2B5EF4-FFF2-40B4-BE49-F238E27FC236}">
                <a16:creationId xmlns:a16="http://schemas.microsoft.com/office/drawing/2014/main" id="{BC0004D7-B6D3-474D-9D5F-6AB06C5CF2B1}"/>
              </a:ext>
            </a:extLst>
          </p:cNvPr>
          <p:cNvSpPr>
            <a:spLocks noGrp="1"/>
          </p:cNvSpPr>
          <p:nvPr/>
        </p:nvSpPr>
        <p:spPr>
          <a:xfrm>
            <a:off x="83628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2" name="a_full_bar_1521">
            <a:extLst>
              <a:ext uri="{FF2B5EF4-FFF2-40B4-BE49-F238E27FC236}">
                <a16:creationId xmlns:a16="http://schemas.microsoft.com/office/drawing/2014/main" id="{683F163E-3048-483B-B21D-25CAA511CED7}"/>
              </a:ext>
            </a:extLst>
          </p:cNvPr>
          <p:cNvSpPr>
            <a:spLocks noGrp="1"/>
          </p:cNvSpPr>
          <p:nvPr/>
        </p:nvSpPr>
        <p:spPr>
          <a:xfrm>
            <a:off x="826019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3" name="a_full_bar_1522">
            <a:extLst>
              <a:ext uri="{FF2B5EF4-FFF2-40B4-BE49-F238E27FC236}">
                <a16:creationId xmlns:a16="http://schemas.microsoft.com/office/drawing/2014/main" id="{E5014ADC-C5A9-4438-B911-E72FF2A1F0E3}"/>
              </a:ext>
            </a:extLst>
          </p:cNvPr>
          <p:cNvSpPr>
            <a:spLocks noGrp="1"/>
          </p:cNvSpPr>
          <p:nvPr/>
        </p:nvSpPr>
        <p:spPr>
          <a:xfrm>
            <a:off x="81962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4" name="a_full_bar_1523">
            <a:extLst>
              <a:ext uri="{FF2B5EF4-FFF2-40B4-BE49-F238E27FC236}">
                <a16:creationId xmlns:a16="http://schemas.microsoft.com/office/drawing/2014/main" id="{2CAABA80-4025-442C-8E14-72C899048FBF}"/>
              </a:ext>
            </a:extLst>
          </p:cNvPr>
          <p:cNvSpPr>
            <a:spLocks noGrp="1"/>
          </p:cNvSpPr>
          <p:nvPr/>
        </p:nvSpPr>
        <p:spPr>
          <a:xfrm>
            <a:off x="8284032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5" name="a_full_bar_1524">
            <a:extLst>
              <a:ext uri="{FF2B5EF4-FFF2-40B4-BE49-F238E27FC236}">
                <a16:creationId xmlns:a16="http://schemas.microsoft.com/office/drawing/2014/main" id="{1890A6E0-7B37-475E-9E62-1C758CE038C9}"/>
              </a:ext>
            </a:extLst>
          </p:cNvPr>
          <p:cNvSpPr>
            <a:spLocks noGrp="1"/>
          </p:cNvSpPr>
          <p:nvPr/>
        </p:nvSpPr>
        <p:spPr>
          <a:xfrm>
            <a:off x="815453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6" name="a_full_bar_1525">
            <a:extLst>
              <a:ext uri="{FF2B5EF4-FFF2-40B4-BE49-F238E27FC236}">
                <a16:creationId xmlns:a16="http://schemas.microsoft.com/office/drawing/2014/main" id="{4AEEB67C-0D44-4FD8-81D1-1E2E39B31702}"/>
              </a:ext>
            </a:extLst>
          </p:cNvPr>
          <p:cNvSpPr>
            <a:spLocks noGrp="1"/>
          </p:cNvSpPr>
          <p:nvPr/>
        </p:nvSpPr>
        <p:spPr>
          <a:xfrm>
            <a:off x="818678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7" name="a_full_bar_1526">
            <a:extLst>
              <a:ext uri="{FF2B5EF4-FFF2-40B4-BE49-F238E27FC236}">
                <a16:creationId xmlns:a16="http://schemas.microsoft.com/office/drawing/2014/main" id="{1479A408-629A-4962-9305-70885246347E}"/>
              </a:ext>
            </a:extLst>
          </p:cNvPr>
          <p:cNvSpPr>
            <a:spLocks noGrp="1"/>
          </p:cNvSpPr>
          <p:nvPr/>
        </p:nvSpPr>
        <p:spPr>
          <a:xfrm>
            <a:off x="845097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8" name="a_full_bar_1527">
            <a:extLst>
              <a:ext uri="{FF2B5EF4-FFF2-40B4-BE49-F238E27FC236}">
                <a16:creationId xmlns:a16="http://schemas.microsoft.com/office/drawing/2014/main" id="{6487298B-8078-456A-B455-902F1B024E93}"/>
              </a:ext>
            </a:extLst>
          </p:cNvPr>
          <p:cNvSpPr>
            <a:spLocks noGrp="1"/>
          </p:cNvSpPr>
          <p:nvPr/>
        </p:nvSpPr>
        <p:spPr>
          <a:xfrm>
            <a:off x="8242461" y="556496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9" name="a_full_bar_1528">
            <a:extLst>
              <a:ext uri="{FF2B5EF4-FFF2-40B4-BE49-F238E27FC236}">
                <a16:creationId xmlns:a16="http://schemas.microsoft.com/office/drawing/2014/main" id="{D7D32E2C-8A2D-4A68-AB21-A617328CB21A}"/>
              </a:ext>
            </a:extLst>
          </p:cNvPr>
          <p:cNvSpPr>
            <a:spLocks noGrp="1"/>
          </p:cNvSpPr>
          <p:nvPr/>
        </p:nvSpPr>
        <p:spPr>
          <a:xfrm>
            <a:off x="822802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0" name="a_full_bar_1529">
            <a:extLst>
              <a:ext uri="{FF2B5EF4-FFF2-40B4-BE49-F238E27FC236}">
                <a16:creationId xmlns:a16="http://schemas.microsoft.com/office/drawing/2014/main" id="{BC63436E-31DA-45F2-A6AB-6D8DF00D9F34}"/>
              </a:ext>
            </a:extLst>
          </p:cNvPr>
          <p:cNvSpPr>
            <a:spLocks noGrp="1"/>
          </p:cNvSpPr>
          <p:nvPr/>
        </p:nvSpPr>
        <p:spPr>
          <a:xfrm>
            <a:off x="8093345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1" name="a_full_bar_1530">
            <a:extLst>
              <a:ext uri="{FF2B5EF4-FFF2-40B4-BE49-F238E27FC236}">
                <a16:creationId xmlns:a16="http://schemas.microsoft.com/office/drawing/2014/main" id="{66A1C0FA-ECEE-49D5-8311-0A391E0A7AAA}"/>
              </a:ext>
            </a:extLst>
          </p:cNvPr>
          <p:cNvSpPr>
            <a:spLocks noGrp="1"/>
          </p:cNvSpPr>
          <p:nvPr/>
        </p:nvSpPr>
        <p:spPr>
          <a:xfrm>
            <a:off x="8458823" y="58654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2" name="a_full_bar_1531">
            <a:extLst>
              <a:ext uri="{FF2B5EF4-FFF2-40B4-BE49-F238E27FC236}">
                <a16:creationId xmlns:a16="http://schemas.microsoft.com/office/drawing/2014/main" id="{121B98ED-875F-4D4E-8129-631E14034571}"/>
              </a:ext>
            </a:extLst>
          </p:cNvPr>
          <p:cNvSpPr>
            <a:spLocks noGrp="1"/>
          </p:cNvSpPr>
          <p:nvPr/>
        </p:nvSpPr>
        <p:spPr>
          <a:xfrm>
            <a:off x="839337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3" name="a_full_bar_1532">
            <a:extLst>
              <a:ext uri="{FF2B5EF4-FFF2-40B4-BE49-F238E27FC236}">
                <a16:creationId xmlns:a16="http://schemas.microsoft.com/office/drawing/2014/main" id="{64A72258-72B8-4CFD-A6C2-637236E47E8B}"/>
              </a:ext>
            </a:extLst>
          </p:cNvPr>
          <p:cNvSpPr>
            <a:spLocks noGrp="1"/>
          </p:cNvSpPr>
          <p:nvPr/>
        </p:nvSpPr>
        <p:spPr>
          <a:xfrm>
            <a:off x="8464258" y="58941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4" name="a_full_bar_1533">
            <a:extLst>
              <a:ext uri="{FF2B5EF4-FFF2-40B4-BE49-F238E27FC236}">
                <a16:creationId xmlns:a16="http://schemas.microsoft.com/office/drawing/2014/main" id="{69CA829B-7D63-4088-BAFF-FD84CC788BBF}"/>
              </a:ext>
            </a:extLst>
          </p:cNvPr>
          <p:cNvSpPr>
            <a:spLocks noGrp="1"/>
          </p:cNvSpPr>
          <p:nvPr/>
        </p:nvSpPr>
        <p:spPr>
          <a:xfrm>
            <a:off x="8379416" y="551344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5" name="a_full_bar_1534">
            <a:extLst>
              <a:ext uri="{FF2B5EF4-FFF2-40B4-BE49-F238E27FC236}">
                <a16:creationId xmlns:a16="http://schemas.microsoft.com/office/drawing/2014/main" id="{FFB66617-1D75-46D2-B127-47302B085DDA}"/>
              </a:ext>
            </a:extLst>
          </p:cNvPr>
          <p:cNvSpPr>
            <a:spLocks noGrp="1"/>
          </p:cNvSpPr>
          <p:nvPr/>
        </p:nvSpPr>
        <p:spPr>
          <a:xfrm>
            <a:off x="809982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6" name="a_full_bar_1535">
            <a:extLst>
              <a:ext uri="{FF2B5EF4-FFF2-40B4-BE49-F238E27FC236}">
                <a16:creationId xmlns:a16="http://schemas.microsoft.com/office/drawing/2014/main" id="{B1A13999-533D-4738-9319-B412B7998503}"/>
              </a:ext>
            </a:extLst>
          </p:cNvPr>
          <p:cNvSpPr>
            <a:spLocks noGrp="1"/>
          </p:cNvSpPr>
          <p:nvPr/>
        </p:nvSpPr>
        <p:spPr>
          <a:xfrm>
            <a:off x="820948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7" name="a_full_bar_1536">
            <a:extLst>
              <a:ext uri="{FF2B5EF4-FFF2-40B4-BE49-F238E27FC236}">
                <a16:creationId xmlns:a16="http://schemas.microsoft.com/office/drawing/2014/main" id="{1D2BF137-36FF-4981-BE69-F4102E8EDEAB}"/>
              </a:ext>
            </a:extLst>
          </p:cNvPr>
          <p:cNvSpPr>
            <a:spLocks noGrp="1"/>
          </p:cNvSpPr>
          <p:nvPr/>
        </p:nvSpPr>
        <p:spPr>
          <a:xfrm>
            <a:off x="8167597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8" name="a_full_bar_1537">
            <a:extLst>
              <a:ext uri="{FF2B5EF4-FFF2-40B4-BE49-F238E27FC236}">
                <a16:creationId xmlns:a16="http://schemas.microsoft.com/office/drawing/2014/main" id="{B313C3CE-7C9C-435C-A608-F6451BAE51FD}"/>
              </a:ext>
            </a:extLst>
          </p:cNvPr>
          <p:cNvSpPr>
            <a:spLocks noGrp="1"/>
          </p:cNvSpPr>
          <p:nvPr/>
        </p:nvSpPr>
        <p:spPr>
          <a:xfrm>
            <a:off x="826912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9" name="a_full_bar_1538">
            <a:extLst>
              <a:ext uri="{FF2B5EF4-FFF2-40B4-BE49-F238E27FC236}">
                <a16:creationId xmlns:a16="http://schemas.microsoft.com/office/drawing/2014/main" id="{0F66AE23-3E88-476C-B238-BE9E9783F987}"/>
              </a:ext>
            </a:extLst>
          </p:cNvPr>
          <p:cNvSpPr>
            <a:spLocks noGrp="1"/>
          </p:cNvSpPr>
          <p:nvPr/>
        </p:nvSpPr>
        <p:spPr>
          <a:xfrm>
            <a:off x="834606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0" name="a_full_bar_1539">
            <a:extLst>
              <a:ext uri="{FF2B5EF4-FFF2-40B4-BE49-F238E27FC236}">
                <a16:creationId xmlns:a16="http://schemas.microsoft.com/office/drawing/2014/main" id="{1EF84248-44EC-4A32-A915-D42608B1254A}"/>
              </a:ext>
            </a:extLst>
          </p:cNvPr>
          <p:cNvSpPr>
            <a:spLocks noGrp="1"/>
          </p:cNvSpPr>
          <p:nvPr/>
        </p:nvSpPr>
        <p:spPr>
          <a:xfrm>
            <a:off x="8436192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1" name="a_full_bar_1540">
            <a:extLst>
              <a:ext uri="{FF2B5EF4-FFF2-40B4-BE49-F238E27FC236}">
                <a16:creationId xmlns:a16="http://schemas.microsoft.com/office/drawing/2014/main" id="{2D97730C-FF8F-4E25-B83A-DA30650FF6DE}"/>
              </a:ext>
            </a:extLst>
          </p:cNvPr>
          <p:cNvSpPr>
            <a:spLocks noGrp="1"/>
          </p:cNvSpPr>
          <p:nvPr/>
        </p:nvSpPr>
        <p:spPr>
          <a:xfrm>
            <a:off x="8350443" y="55434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2" name="a_full_bar_1541">
            <a:extLst>
              <a:ext uri="{FF2B5EF4-FFF2-40B4-BE49-F238E27FC236}">
                <a16:creationId xmlns:a16="http://schemas.microsoft.com/office/drawing/2014/main" id="{35F60D65-2BE8-4D4B-91E8-14D86097BFD9}"/>
              </a:ext>
            </a:extLst>
          </p:cNvPr>
          <p:cNvSpPr>
            <a:spLocks noGrp="1"/>
          </p:cNvSpPr>
          <p:nvPr/>
        </p:nvSpPr>
        <p:spPr>
          <a:xfrm>
            <a:off x="8407376" y="57366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3" name="a_full_bar_1542">
            <a:extLst>
              <a:ext uri="{FF2B5EF4-FFF2-40B4-BE49-F238E27FC236}">
                <a16:creationId xmlns:a16="http://schemas.microsoft.com/office/drawing/2014/main" id="{82089AAD-A326-4507-AF96-15A459CE525E}"/>
              </a:ext>
            </a:extLst>
          </p:cNvPr>
          <p:cNvSpPr>
            <a:spLocks noGrp="1"/>
          </p:cNvSpPr>
          <p:nvPr/>
        </p:nvSpPr>
        <p:spPr>
          <a:xfrm>
            <a:off x="816404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4" name="a_full_bar_1543">
            <a:extLst>
              <a:ext uri="{FF2B5EF4-FFF2-40B4-BE49-F238E27FC236}">
                <a16:creationId xmlns:a16="http://schemas.microsoft.com/office/drawing/2014/main" id="{49714E4A-3710-45C1-AFE9-6468E74416F5}"/>
              </a:ext>
            </a:extLst>
          </p:cNvPr>
          <p:cNvSpPr>
            <a:spLocks noGrp="1"/>
          </p:cNvSpPr>
          <p:nvPr/>
        </p:nvSpPr>
        <p:spPr>
          <a:xfrm>
            <a:off x="844439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5" name="a_full_bar_1544">
            <a:extLst>
              <a:ext uri="{FF2B5EF4-FFF2-40B4-BE49-F238E27FC236}">
                <a16:creationId xmlns:a16="http://schemas.microsoft.com/office/drawing/2014/main" id="{BDA0D6D5-719F-484E-91E3-072BB495AC5F}"/>
              </a:ext>
            </a:extLst>
          </p:cNvPr>
          <p:cNvSpPr>
            <a:spLocks noGrp="1"/>
          </p:cNvSpPr>
          <p:nvPr/>
        </p:nvSpPr>
        <p:spPr>
          <a:xfrm>
            <a:off x="8229901" y="597284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6" name="a_full_bar_1545">
            <a:extLst>
              <a:ext uri="{FF2B5EF4-FFF2-40B4-BE49-F238E27FC236}">
                <a16:creationId xmlns:a16="http://schemas.microsoft.com/office/drawing/2014/main" id="{90BF715E-DD06-4897-BFE4-9AEEA357D8B3}"/>
              </a:ext>
            </a:extLst>
          </p:cNvPr>
          <p:cNvSpPr>
            <a:spLocks noGrp="1"/>
          </p:cNvSpPr>
          <p:nvPr/>
        </p:nvSpPr>
        <p:spPr>
          <a:xfrm>
            <a:off x="8187103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7" name="a_full_bar_1546">
            <a:extLst>
              <a:ext uri="{FF2B5EF4-FFF2-40B4-BE49-F238E27FC236}">
                <a16:creationId xmlns:a16="http://schemas.microsoft.com/office/drawing/2014/main" id="{936AD9C1-2FD3-4451-9146-6A09CB5C6302}"/>
              </a:ext>
            </a:extLst>
          </p:cNvPr>
          <p:cNvSpPr>
            <a:spLocks noGrp="1"/>
          </p:cNvSpPr>
          <p:nvPr/>
        </p:nvSpPr>
        <p:spPr>
          <a:xfrm>
            <a:off x="832432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8" name="a_full_bar_1547">
            <a:extLst>
              <a:ext uri="{FF2B5EF4-FFF2-40B4-BE49-F238E27FC236}">
                <a16:creationId xmlns:a16="http://schemas.microsoft.com/office/drawing/2014/main" id="{F7CF0DF3-4146-49BC-9D51-48447401FB5E}"/>
              </a:ext>
            </a:extLst>
          </p:cNvPr>
          <p:cNvSpPr>
            <a:spLocks noGrp="1"/>
          </p:cNvSpPr>
          <p:nvPr/>
        </p:nvSpPr>
        <p:spPr>
          <a:xfrm>
            <a:off x="832456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9" name="a_full_bar_1548">
            <a:extLst>
              <a:ext uri="{FF2B5EF4-FFF2-40B4-BE49-F238E27FC236}">
                <a16:creationId xmlns:a16="http://schemas.microsoft.com/office/drawing/2014/main" id="{EB6D32B5-85F6-4D5C-80ED-584228E39D3E}"/>
              </a:ext>
            </a:extLst>
          </p:cNvPr>
          <p:cNvSpPr>
            <a:spLocks noGrp="1"/>
          </p:cNvSpPr>
          <p:nvPr/>
        </p:nvSpPr>
        <p:spPr>
          <a:xfrm>
            <a:off x="8274803" y="37932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0" name="a_full_bar_1549">
            <a:extLst>
              <a:ext uri="{FF2B5EF4-FFF2-40B4-BE49-F238E27FC236}">
                <a16:creationId xmlns:a16="http://schemas.microsoft.com/office/drawing/2014/main" id="{69CBD03C-1F85-41D8-9F1C-9F8A01BC98E2}"/>
              </a:ext>
            </a:extLst>
          </p:cNvPr>
          <p:cNvSpPr>
            <a:spLocks noGrp="1"/>
          </p:cNvSpPr>
          <p:nvPr/>
        </p:nvSpPr>
        <p:spPr>
          <a:xfrm>
            <a:off x="809657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1" name="a_full_bar_1550">
            <a:extLst>
              <a:ext uri="{FF2B5EF4-FFF2-40B4-BE49-F238E27FC236}">
                <a16:creationId xmlns:a16="http://schemas.microsoft.com/office/drawing/2014/main" id="{609A84A7-FFF8-4B7E-8F3F-FC0F9B43524E}"/>
              </a:ext>
            </a:extLst>
          </p:cNvPr>
          <p:cNvSpPr>
            <a:spLocks noGrp="1"/>
          </p:cNvSpPr>
          <p:nvPr/>
        </p:nvSpPr>
        <p:spPr>
          <a:xfrm>
            <a:off x="8343411" y="59921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2" name="a_full_bar_1551">
            <a:extLst>
              <a:ext uri="{FF2B5EF4-FFF2-40B4-BE49-F238E27FC236}">
                <a16:creationId xmlns:a16="http://schemas.microsoft.com/office/drawing/2014/main" id="{2139529C-1DD9-46F8-9E70-983BE4A59F6D}"/>
              </a:ext>
            </a:extLst>
          </p:cNvPr>
          <p:cNvSpPr>
            <a:spLocks noGrp="1"/>
          </p:cNvSpPr>
          <p:nvPr/>
        </p:nvSpPr>
        <p:spPr>
          <a:xfrm>
            <a:off x="825345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3" name="a_full_bar_1552">
            <a:extLst>
              <a:ext uri="{FF2B5EF4-FFF2-40B4-BE49-F238E27FC236}">
                <a16:creationId xmlns:a16="http://schemas.microsoft.com/office/drawing/2014/main" id="{7072073A-CC0F-42F3-B194-411721439F91}"/>
              </a:ext>
            </a:extLst>
          </p:cNvPr>
          <p:cNvSpPr>
            <a:spLocks noGrp="1"/>
          </p:cNvSpPr>
          <p:nvPr/>
        </p:nvSpPr>
        <p:spPr>
          <a:xfrm>
            <a:off x="82254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4" name="a_full_bar_1553">
            <a:extLst>
              <a:ext uri="{FF2B5EF4-FFF2-40B4-BE49-F238E27FC236}">
                <a16:creationId xmlns:a16="http://schemas.microsoft.com/office/drawing/2014/main" id="{7B906981-903D-445D-8256-F4189EB38BDF}"/>
              </a:ext>
            </a:extLst>
          </p:cNvPr>
          <p:cNvSpPr>
            <a:spLocks noGrp="1"/>
          </p:cNvSpPr>
          <p:nvPr/>
        </p:nvSpPr>
        <p:spPr>
          <a:xfrm>
            <a:off x="826811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5" name="a_full_bar_1554">
            <a:extLst>
              <a:ext uri="{FF2B5EF4-FFF2-40B4-BE49-F238E27FC236}">
                <a16:creationId xmlns:a16="http://schemas.microsoft.com/office/drawing/2014/main" id="{6269F771-2F90-4464-87B2-FD5E16D18DA5}"/>
              </a:ext>
            </a:extLst>
          </p:cNvPr>
          <p:cNvSpPr>
            <a:spLocks noGrp="1"/>
          </p:cNvSpPr>
          <p:nvPr/>
        </p:nvSpPr>
        <p:spPr>
          <a:xfrm>
            <a:off x="8129048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6" name="a_full_bar_1555">
            <a:extLst>
              <a:ext uri="{FF2B5EF4-FFF2-40B4-BE49-F238E27FC236}">
                <a16:creationId xmlns:a16="http://schemas.microsoft.com/office/drawing/2014/main" id="{89E6D6B7-1A79-46AC-BA98-BD8BD5C33AA3}"/>
              </a:ext>
            </a:extLst>
          </p:cNvPr>
          <p:cNvSpPr>
            <a:spLocks noGrp="1"/>
          </p:cNvSpPr>
          <p:nvPr/>
        </p:nvSpPr>
        <p:spPr>
          <a:xfrm>
            <a:off x="837804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7" name="a_full_bar_1556">
            <a:extLst>
              <a:ext uri="{FF2B5EF4-FFF2-40B4-BE49-F238E27FC236}">
                <a16:creationId xmlns:a16="http://schemas.microsoft.com/office/drawing/2014/main" id="{0F864555-B73D-44B0-89D8-E519704C4D2B}"/>
              </a:ext>
            </a:extLst>
          </p:cNvPr>
          <p:cNvSpPr>
            <a:spLocks noGrp="1"/>
          </p:cNvSpPr>
          <p:nvPr/>
        </p:nvSpPr>
        <p:spPr>
          <a:xfrm>
            <a:off x="8277415" y="55434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8" name="a_full_bar_1557">
            <a:extLst>
              <a:ext uri="{FF2B5EF4-FFF2-40B4-BE49-F238E27FC236}">
                <a16:creationId xmlns:a16="http://schemas.microsoft.com/office/drawing/2014/main" id="{1FD4891A-E2A1-4121-B0AC-6E338E5164F8}"/>
              </a:ext>
            </a:extLst>
          </p:cNvPr>
          <p:cNvSpPr>
            <a:spLocks noGrp="1"/>
          </p:cNvSpPr>
          <p:nvPr/>
        </p:nvSpPr>
        <p:spPr>
          <a:xfrm>
            <a:off x="843051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9" name="a_full_bar_1558">
            <a:extLst>
              <a:ext uri="{FF2B5EF4-FFF2-40B4-BE49-F238E27FC236}">
                <a16:creationId xmlns:a16="http://schemas.microsoft.com/office/drawing/2014/main" id="{61B59FB8-DB9B-4014-88D6-C5574D28CC93}"/>
              </a:ext>
            </a:extLst>
          </p:cNvPr>
          <p:cNvSpPr>
            <a:spLocks noGrp="1"/>
          </p:cNvSpPr>
          <p:nvPr/>
        </p:nvSpPr>
        <p:spPr>
          <a:xfrm>
            <a:off x="8461361" y="59578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0" name="a_full_bar_1559">
            <a:extLst>
              <a:ext uri="{FF2B5EF4-FFF2-40B4-BE49-F238E27FC236}">
                <a16:creationId xmlns:a16="http://schemas.microsoft.com/office/drawing/2014/main" id="{11A4237F-273F-4408-9649-07862C460C4F}"/>
              </a:ext>
            </a:extLst>
          </p:cNvPr>
          <p:cNvSpPr>
            <a:spLocks noGrp="1"/>
          </p:cNvSpPr>
          <p:nvPr/>
        </p:nvSpPr>
        <p:spPr>
          <a:xfrm>
            <a:off x="8291100" y="423784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1" name="a_full_bar_1560">
            <a:extLst>
              <a:ext uri="{FF2B5EF4-FFF2-40B4-BE49-F238E27FC236}">
                <a16:creationId xmlns:a16="http://schemas.microsoft.com/office/drawing/2014/main" id="{ED7DCDEC-8FF8-4D29-AC04-F6BB022523E9}"/>
              </a:ext>
            </a:extLst>
          </p:cNvPr>
          <p:cNvSpPr>
            <a:spLocks noGrp="1"/>
          </p:cNvSpPr>
          <p:nvPr/>
        </p:nvSpPr>
        <p:spPr>
          <a:xfrm>
            <a:off x="831407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2" name="a_full_bar_1561">
            <a:extLst>
              <a:ext uri="{FF2B5EF4-FFF2-40B4-BE49-F238E27FC236}">
                <a16:creationId xmlns:a16="http://schemas.microsoft.com/office/drawing/2014/main" id="{BD83C051-3A41-4D73-9B52-D4FAF1090953}"/>
              </a:ext>
            </a:extLst>
          </p:cNvPr>
          <p:cNvSpPr>
            <a:spLocks noGrp="1"/>
          </p:cNvSpPr>
          <p:nvPr/>
        </p:nvSpPr>
        <p:spPr>
          <a:xfrm>
            <a:off x="810271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3" name="a_full_bar_1562">
            <a:extLst>
              <a:ext uri="{FF2B5EF4-FFF2-40B4-BE49-F238E27FC236}">
                <a16:creationId xmlns:a16="http://schemas.microsoft.com/office/drawing/2014/main" id="{C62D196D-3433-483A-8C75-C55DB2C8A711}"/>
              </a:ext>
            </a:extLst>
          </p:cNvPr>
          <p:cNvSpPr>
            <a:spLocks noGrp="1"/>
          </p:cNvSpPr>
          <p:nvPr/>
        </p:nvSpPr>
        <p:spPr>
          <a:xfrm>
            <a:off x="8428883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4" name="a_full_bar_1563">
            <a:extLst>
              <a:ext uri="{FF2B5EF4-FFF2-40B4-BE49-F238E27FC236}">
                <a16:creationId xmlns:a16="http://schemas.microsoft.com/office/drawing/2014/main" id="{2831A4B3-8DBC-4BCD-AC17-DD6F49B4C5AD}"/>
              </a:ext>
            </a:extLst>
          </p:cNvPr>
          <p:cNvSpPr>
            <a:spLocks noGrp="1"/>
          </p:cNvSpPr>
          <p:nvPr/>
        </p:nvSpPr>
        <p:spPr>
          <a:xfrm>
            <a:off x="8211211" y="569489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5" name="a_full_bar_1564">
            <a:extLst>
              <a:ext uri="{FF2B5EF4-FFF2-40B4-BE49-F238E27FC236}">
                <a16:creationId xmlns:a16="http://schemas.microsoft.com/office/drawing/2014/main" id="{C8115291-F208-4335-863B-FA480A514B78}"/>
              </a:ext>
            </a:extLst>
          </p:cNvPr>
          <p:cNvSpPr>
            <a:spLocks noGrp="1"/>
          </p:cNvSpPr>
          <p:nvPr/>
        </p:nvSpPr>
        <p:spPr>
          <a:xfrm>
            <a:off x="838483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6" name="a_full_bar_1565">
            <a:extLst>
              <a:ext uri="{FF2B5EF4-FFF2-40B4-BE49-F238E27FC236}">
                <a16:creationId xmlns:a16="http://schemas.microsoft.com/office/drawing/2014/main" id="{22546FB4-EB96-4B31-BBBC-478A6D349090}"/>
              </a:ext>
            </a:extLst>
          </p:cNvPr>
          <p:cNvSpPr>
            <a:spLocks noGrp="1"/>
          </p:cNvSpPr>
          <p:nvPr/>
        </p:nvSpPr>
        <p:spPr>
          <a:xfrm>
            <a:off x="8118954" y="490882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7" name="a_full_bar_1566">
            <a:extLst>
              <a:ext uri="{FF2B5EF4-FFF2-40B4-BE49-F238E27FC236}">
                <a16:creationId xmlns:a16="http://schemas.microsoft.com/office/drawing/2014/main" id="{AD14F4AB-1667-4226-9001-166F5D0A253E}"/>
              </a:ext>
            </a:extLst>
          </p:cNvPr>
          <p:cNvSpPr>
            <a:spLocks noGrp="1"/>
          </p:cNvSpPr>
          <p:nvPr/>
        </p:nvSpPr>
        <p:spPr>
          <a:xfrm>
            <a:off x="8142517" y="473205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8" name="a_full_bar_1567">
            <a:extLst>
              <a:ext uri="{FF2B5EF4-FFF2-40B4-BE49-F238E27FC236}">
                <a16:creationId xmlns:a16="http://schemas.microsoft.com/office/drawing/2014/main" id="{93E22DF2-A71E-44DB-B95E-A47190BD70F6}"/>
              </a:ext>
            </a:extLst>
          </p:cNvPr>
          <p:cNvSpPr>
            <a:spLocks noGrp="1"/>
          </p:cNvSpPr>
          <p:nvPr/>
        </p:nvSpPr>
        <p:spPr>
          <a:xfrm>
            <a:off x="831931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9" name="a_full_bar_1568">
            <a:extLst>
              <a:ext uri="{FF2B5EF4-FFF2-40B4-BE49-F238E27FC236}">
                <a16:creationId xmlns:a16="http://schemas.microsoft.com/office/drawing/2014/main" id="{6C2C0A8A-ED7D-4C9F-9702-1213A54B3244}"/>
              </a:ext>
            </a:extLst>
          </p:cNvPr>
          <p:cNvSpPr>
            <a:spLocks noGrp="1"/>
          </p:cNvSpPr>
          <p:nvPr/>
        </p:nvSpPr>
        <p:spPr>
          <a:xfrm>
            <a:off x="8447209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0" name="a_full_bar_1569">
            <a:extLst>
              <a:ext uri="{FF2B5EF4-FFF2-40B4-BE49-F238E27FC236}">
                <a16:creationId xmlns:a16="http://schemas.microsoft.com/office/drawing/2014/main" id="{A3BCB69C-4A23-48C6-8E3E-6817E06A7999}"/>
              </a:ext>
            </a:extLst>
          </p:cNvPr>
          <p:cNvSpPr>
            <a:spLocks noGrp="1"/>
          </p:cNvSpPr>
          <p:nvPr/>
        </p:nvSpPr>
        <p:spPr>
          <a:xfrm>
            <a:off x="8107736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1" name="a_full_bar_1570">
            <a:extLst>
              <a:ext uri="{FF2B5EF4-FFF2-40B4-BE49-F238E27FC236}">
                <a16:creationId xmlns:a16="http://schemas.microsoft.com/office/drawing/2014/main" id="{27401159-7688-4D1A-984D-28639EB61177}"/>
              </a:ext>
            </a:extLst>
          </p:cNvPr>
          <p:cNvSpPr>
            <a:spLocks noGrp="1"/>
          </p:cNvSpPr>
          <p:nvPr/>
        </p:nvSpPr>
        <p:spPr>
          <a:xfrm>
            <a:off x="846526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2" name="a_full_bar_1571">
            <a:extLst>
              <a:ext uri="{FF2B5EF4-FFF2-40B4-BE49-F238E27FC236}">
                <a16:creationId xmlns:a16="http://schemas.microsoft.com/office/drawing/2014/main" id="{1C0B8576-BDD3-44A8-B0B3-44ACBF7212C9}"/>
              </a:ext>
            </a:extLst>
          </p:cNvPr>
          <p:cNvSpPr>
            <a:spLocks noGrp="1"/>
          </p:cNvSpPr>
          <p:nvPr/>
        </p:nvSpPr>
        <p:spPr>
          <a:xfrm>
            <a:off x="821294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3" name="a_full_bar_1572">
            <a:extLst>
              <a:ext uri="{FF2B5EF4-FFF2-40B4-BE49-F238E27FC236}">
                <a16:creationId xmlns:a16="http://schemas.microsoft.com/office/drawing/2014/main" id="{D3150907-C021-4FF1-B79D-95C46ABCA025}"/>
              </a:ext>
            </a:extLst>
          </p:cNvPr>
          <p:cNvSpPr>
            <a:spLocks noGrp="1"/>
          </p:cNvSpPr>
          <p:nvPr/>
        </p:nvSpPr>
        <p:spPr>
          <a:xfrm>
            <a:off x="8223750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4" name="a_full_bar_1573">
            <a:extLst>
              <a:ext uri="{FF2B5EF4-FFF2-40B4-BE49-F238E27FC236}">
                <a16:creationId xmlns:a16="http://schemas.microsoft.com/office/drawing/2014/main" id="{5A10AD41-A1F2-449D-A4A6-4EE36B503E25}"/>
              </a:ext>
            </a:extLst>
          </p:cNvPr>
          <p:cNvSpPr>
            <a:spLocks noGrp="1"/>
          </p:cNvSpPr>
          <p:nvPr/>
        </p:nvSpPr>
        <p:spPr>
          <a:xfrm>
            <a:off x="844711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5" name="a_full_bar_1574">
            <a:extLst>
              <a:ext uri="{FF2B5EF4-FFF2-40B4-BE49-F238E27FC236}">
                <a16:creationId xmlns:a16="http://schemas.microsoft.com/office/drawing/2014/main" id="{9411D509-0635-418E-BBC4-E3F3F3E85223}"/>
              </a:ext>
            </a:extLst>
          </p:cNvPr>
          <p:cNvSpPr>
            <a:spLocks noGrp="1"/>
          </p:cNvSpPr>
          <p:nvPr/>
        </p:nvSpPr>
        <p:spPr>
          <a:xfrm>
            <a:off x="809224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6" name="a_full_bar_1575">
            <a:extLst>
              <a:ext uri="{FF2B5EF4-FFF2-40B4-BE49-F238E27FC236}">
                <a16:creationId xmlns:a16="http://schemas.microsoft.com/office/drawing/2014/main" id="{50F67B5F-697D-46A8-B69F-210DEADE8FF5}"/>
              </a:ext>
            </a:extLst>
          </p:cNvPr>
          <p:cNvSpPr>
            <a:spLocks noGrp="1"/>
          </p:cNvSpPr>
          <p:nvPr/>
        </p:nvSpPr>
        <p:spPr>
          <a:xfrm>
            <a:off x="8444832" y="595343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7" name="a_full_bar_1576">
            <a:extLst>
              <a:ext uri="{FF2B5EF4-FFF2-40B4-BE49-F238E27FC236}">
                <a16:creationId xmlns:a16="http://schemas.microsoft.com/office/drawing/2014/main" id="{CCEBA877-40ED-404B-9307-C57C6CD0F3E7}"/>
              </a:ext>
            </a:extLst>
          </p:cNvPr>
          <p:cNvSpPr>
            <a:spLocks noGrp="1"/>
          </p:cNvSpPr>
          <p:nvPr/>
        </p:nvSpPr>
        <p:spPr>
          <a:xfrm>
            <a:off x="820916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8" name="a_full_bar_1577">
            <a:extLst>
              <a:ext uri="{FF2B5EF4-FFF2-40B4-BE49-F238E27FC236}">
                <a16:creationId xmlns:a16="http://schemas.microsoft.com/office/drawing/2014/main" id="{71F6504B-43FF-49CB-B6DA-E7953798A181}"/>
              </a:ext>
            </a:extLst>
          </p:cNvPr>
          <p:cNvSpPr>
            <a:spLocks noGrp="1"/>
          </p:cNvSpPr>
          <p:nvPr/>
        </p:nvSpPr>
        <p:spPr>
          <a:xfrm>
            <a:off x="815674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9" name="a_full_bar_1578">
            <a:extLst>
              <a:ext uri="{FF2B5EF4-FFF2-40B4-BE49-F238E27FC236}">
                <a16:creationId xmlns:a16="http://schemas.microsoft.com/office/drawing/2014/main" id="{8A16033E-8A2F-4A19-AA5C-0F55D5740D97}"/>
              </a:ext>
            </a:extLst>
          </p:cNvPr>
          <p:cNvSpPr>
            <a:spLocks noGrp="1"/>
          </p:cNvSpPr>
          <p:nvPr/>
        </p:nvSpPr>
        <p:spPr>
          <a:xfrm>
            <a:off x="8227574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0" name="a_full_bar_1579">
            <a:extLst>
              <a:ext uri="{FF2B5EF4-FFF2-40B4-BE49-F238E27FC236}">
                <a16:creationId xmlns:a16="http://schemas.microsoft.com/office/drawing/2014/main" id="{AE5B2808-A6BB-49F9-A958-BA3BB160EEDE}"/>
              </a:ext>
            </a:extLst>
          </p:cNvPr>
          <p:cNvSpPr>
            <a:spLocks noGrp="1"/>
          </p:cNvSpPr>
          <p:nvPr/>
        </p:nvSpPr>
        <p:spPr>
          <a:xfrm>
            <a:off x="821586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1" name="a_full_bar_1580">
            <a:extLst>
              <a:ext uri="{FF2B5EF4-FFF2-40B4-BE49-F238E27FC236}">
                <a16:creationId xmlns:a16="http://schemas.microsoft.com/office/drawing/2014/main" id="{B3D8AFD8-4FAC-4624-AE1C-49BDF4BBB791}"/>
              </a:ext>
            </a:extLst>
          </p:cNvPr>
          <p:cNvSpPr>
            <a:spLocks noGrp="1"/>
          </p:cNvSpPr>
          <p:nvPr/>
        </p:nvSpPr>
        <p:spPr>
          <a:xfrm>
            <a:off x="841121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2" name="a_full_bar_1581">
            <a:extLst>
              <a:ext uri="{FF2B5EF4-FFF2-40B4-BE49-F238E27FC236}">
                <a16:creationId xmlns:a16="http://schemas.microsoft.com/office/drawing/2014/main" id="{B13DC24D-F171-4038-B274-A15F428C674E}"/>
              </a:ext>
            </a:extLst>
          </p:cNvPr>
          <p:cNvSpPr>
            <a:spLocks noGrp="1"/>
          </p:cNvSpPr>
          <p:nvPr/>
        </p:nvSpPr>
        <p:spPr>
          <a:xfrm>
            <a:off x="836022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3" name="a_full_bar_1582">
            <a:extLst>
              <a:ext uri="{FF2B5EF4-FFF2-40B4-BE49-F238E27FC236}">
                <a16:creationId xmlns:a16="http://schemas.microsoft.com/office/drawing/2014/main" id="{1DEBCD96-50F2-4022-B32F-ED9E71B647DD}"/>
              </a:ext>
            </a:extLst>
          </p:cNvPr>
          <p:cNvSpPr>
            <a:spLocks noGrp="1"/>
          </p:cNvSpPr>
          <p:nvPr/>
        </p:nvSpPr>
        <p:spPr>
          <a:xfrm>
            <a:off x="8304223" y="55341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4" name="a_full_bar_1583">
            <a:extLst>
              <a:ext uri="{FF2B5EF4-FFF2-40B4-BE49-F238E27FC236}">
                <a16:creationId xmlns:a16="http://schemas.microsoft.com/office/drawing/2014/main" id="{F8843A06-2285-464D-B85A-B1F8C9CE1926}"/>
              </a:ext>
            </a:extLst>
          </p:cNvPr>
          <p:cNvSpPr>
            <a:spLocks noGrp="1"/>
          </p:cNvSpPr>
          <p:nvPr/>
        </p:nvSpPr>
        <p:spPr>
          <a:xfrm>
            <a:off x="833603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5" name="a_full_bar_1584">
            <a:extLst>
              <a:ext uri="{FF2B5EF4-FFF2-40B4-BE49-F238E27FC236}">
                <a16:creationId xmlns:a16="http://schemas.microsoft.com/office/drawing/2014/main" id="{2ADB55A6-9AD5-4D96-8DE9-E48698955637}"/>
              </a:ext>
            </a:extLst>
          </p:cNvPr>
          <p:cNvSpPr>
            <a:spLocks noGrp="1"/>
          </p:cNvSpPr>
          <p:nvPr/>
        </p:nvSpPr>
        <p:spPr>
          <a:xfrm>
            <a:off x="814128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6" name="a_full_bar_1585">
            <a:extLst>
              <a:ext uri="{FF2B5EF4-FFF2-40B4-BE49-F238E27FC236}">
                <a16:creationId xmlns:a16="http://schemas.microsoft.com/office/drawing/2014/main" id="{C90EC78D-D6AE-4784-A503-F28C1F88F6C6}"/>
              </a:ext>
            </a:extLst>
          </p:cNvPr>
          <p:cNvSpPr>
            <a:spLocks noGrp="1"/>
          </p:cNvSpPr>
          <p:nvPr/>
        </p:nvSpPr>
        <p:spPr>
          <a:xfrm>
            <a:off x="825816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7" name="a_full_bar_1586">
            <a:extLst>
              <a:ext uri="{FF2B5EF4-FFF2-40B4-BE49-F238E27FC236}">
                <a16:creationId xmlns:a16="http://schemas.microsoft.com/office/drawing/2014/main" id="{04754C47-57CF-48F4-9A85-404A056D99EF}"/>
              </a:ext>
            </a:extLst>
          </p:cNvPr>
          <p:cNvSpPr>
            <a:spLocks noGrp="1"/>
          </p:cNvSpPr>
          <p:nvPr/>
        </p:nvSpPr>
        <p:spPr>
          <a:xfrm>
            <a:off x="84297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8" name="a_full_bar_1587">
            <a:extLst>
              <a:ext uri="{FF2B5EF4-FFF2-40B4-BE49-F238E27FC236}">
                <a16:creationId xmlns:a16="http://schemas.microsoft.com/office/drawing/2014/main" id="{60CB2395-9632-4F36-8B2E-B6D9030432C6}"/>
              </a:ext>
            </a:extLst>
          </p:cNvPr>
          <p:cNvSpPr>
            <a:spLocks noGrp="1"/>
          </p:cNvSpPr>
          <p:nvPr/>
        </p:nvSpPr>
        <p:spPr>
          <a:xfrm>
            <a:off x="822965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9" name="a_full_bar_1588">
            <a:extLst>
              <a:ext uri="{FF2B5EF4-FFF2-40B4-BE49-F238E27FC236}">
                <a16:creationId xmlns:a16="http://schemas.microsoft.com/office/drawing/2014/main" id="{BE5EE178-7AAB-43B0-BA1B-FD9F13F142E4}"/>
              </a:ext>
            </a:extLst>
          </p:cNvPr>
          <p:cNvSpPr>
            <a:spLocks noGrp="1"/>
          </p:cNvSpPr>
          <p:nvPr/>
        </p:nvSpPr>
        <p:spPr>
          <a:xfrm>
            <a:off x="8409466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0" name="a_full_bar_1589">
            <a:extLst>
              <a:ext uri="{FF2B5EF4-FFF2-40B4-BE49-F238E27FC236}">
                <a16:creationId xmlns:a16="http://schemas.microsoft.com/office/drawing/2014/main" id="{1F24A6E6-56D3-4A65-BCE7-92AE86A51E86}"/>
              </a:ext>
            </a:extLst>
          </p:cNvPr>
          <p:cNvSpPr>
            <a:spLocks noGrp="1"/>
          </p:cNvSpPr>
          <p:nvPr/>
        </p:nvSpPr>
        <p:spPr>
          <a:xfrm>
            <a:off x="809548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1" name="a_full_bar_1590">
            <a:extLst>
              <a:ext uri="{FF2B5EF4-FFF2-40B4-BE49-F238E27FC236}">
                <a16:creationId xmlns:a16="http://schemas.microsoft.com/office/drawing/2014/main" id="{46BA661D-E5A3-4DA5-AD5D-51FAE8EBD79A}"/>
              </a:ext>
            </a:extLst>
          </p:cNvPr>
          <p:cNvSpPr>
            <a:spLocks noGrp="1"/>
          </p:cNvSpPr>
          <p:nvPr/>
        </p:nvSpPr>
        <p:spPr>
          <a:xfrm>
            <a:off x="8088043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2" name="a_full_bar_1591">
            <a:extLst>
              <a:ext uri="{FF2B5EF4-FFF2-40B4-BE49-F238E27FC236}">
                <a16:creationId xmlns:a16="http://schemas.microsoft.com/office/drawing/2014/main" id="{B9EA7E9C-BBFB-4C81-93B1-C6DE8690AE47}"/>
              </a:ext>
            </a:extLst>
          </p:cNvPr>
          <p:cNvSpPr>
            <a:spLocks noGrp="1"/>
          </p:cNvSpPr>
          <p:nvPr/>
        </p:nvSpPr>
        <p:spPr>
          <a:xfrm>
            <a:off x="83221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3" name="a_full_bar_1592">
            <a:extLst>
              <a:ext uri="{FF2B5EF4-FFF2-40B4-BE49-F238E27FC236}">
                <a16:creationId xmlns:a16="http://schemas.microsoft.com/office/drawing/2014/main" id="{EA5FEDC1-EF86-4B17-AB30-DC485893F4F2}"/>
              </a:ext>
            </a:extLst>
          </p:cNvPr>
          <p:cNvSpPr>
            <a:spLocks noGrp="1"/>
          </p:cNvSpPr>
          <p:nvPr/>
        </p:nvSpPr>
        <p:spPr>
          <a:xfrm>
            <a:off x="8330031" y="471273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4" name="a_full_bar_1593">
            <a:extLst>
              <a:ext uri="{FF2B5EF4-FFF2-40B4-BE49-F238E27FC236}">
                <a16:creationId xmlns:a16="http://schemas.microsoft.com/office/drawing/2014/main" id="{2A5669A5-052F-4DDA-AA27-C67C4E43D235}"/>
              </a:ext>
            </a:extLst>
          </p:cNvPr>
          <p:cNvSpPr>
            <a:spLocks noGrp="1"/>
          </p:cNvSpPr>
          <p:nvPr/>
        </p:nvSpPr>
        <p:spPr>
          <a:xfrm>
            <a:off x="8170358" y="52429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5" name="a_full_bar_1594">
            <a:extLst>
              <a:ext uri="{FF2B5EF4-FFF2-40B4-BE49-F238E27FC236}">
                <a16:creationId xmlns:a16="http://schemas.microsoft.com/office/drawing/2014/main" id="{D0B84D4F-AD99-4A66-9A0B-2F7390CC2365}"/>
              </a:ext>
            </a:extLst>
          </p:cNvPr>
          <p:cNvSpPr>
            <a:spLocks noGrp="1"/>
          </p:cNvSpPr>
          <p:nvPr/>
        </p:nvSpPr>
        <p:spPr>
          <a:xfrm>
            <a:off x="826782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6" name="a_full_bar_1595">
            <a:extLst>
              <a:ext uri="{FF2B5EF4-FFF2-40B4-BE49-F238E27FC236}">
                <a16:creationId xmlns:a16="http://schemas.microsoft.com/office/drawing/2014/main" id="{42E5468D-1F67-4B68-8EC8-E47782EC2D83}"/>
              </a:ext>
            </a:extLst>
          </p:cNvPr>
          <p:cNvSpPr>
            <a:spLocks noGrp="1"/>
          </p:cNvSpPr>
          <p:nvPr/>
        </p:nvSpPr>
        <p:spPr>
          <a:xfrm>
            <a:off x="8238174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7" name="a_full_bar_1596">
            <a:extLst>
              <a:ext uri="{FF2B5EF4-FFF2-40B4-BE49-F238E27FC236}">
                <a16:creationId xmlns:a16="http://schemas.microsoft.com/office/drawing/2014/main" id="{A2171DD4-9B01-43EC-A52A-66B2D85AC4B7}"/>
              </a:ext>
            </a:extLst>
          </p:cNvPr>
          <p:cNvSpPr>
            <a:spLocks noGrp="1"/>
          </p:cNvSpPr>
          <p:nvPr/>
        </p:nvSpPr>
        <p:spPr>
          <a:xfrm>
            <a:off x="8276196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8" name="a_full_bar_1597">
            <a:extLst>
              <a:ext uri="{FF2B5EF4-FFF2-40B4-BE49-F238E27FC236}">
                <a16:creationId xmlns:a16="http://schemas.microsoft.com/office/drawing/2014/main" id="{E593561C-ABC4-4690-8C34-DCFACC1C49B5}"/>
              </a:ext>
            </a:extLst>
          </p:cNvPr>
          <p:cNvSpPr>
            <a:spLocks noGrp="1"/>
          </p:cNvSpPr>
          <p:nvPr/>
        </p:nvSpPr>
        <p:spPr>
          <a:xfrm>
            <a:off x="826688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9" name="a_full_bar_1598">
            <a:extLst>
              <a:ext uri="{FF2B5EF4-FFF2-40B4-BE49-F238E27FC236}">
                <a16:creationId xmlns:a16="http://schemas.microsoft.com/office/drawing/2014/main" id="{CAD2F5C8-F1FA-418C-9F8B-1FE3E35AD19C}"/>
              </a:ext>
            </a:extLst>
          </p:cNvPr>
          <p:cNvSpPr>
            <a:spLocks noGrp="1"/>
          </p:cNvSpPr>
          <p:nvPr/>
        </p:nvSpPr>
        <p:spPr>
          <a:xfrm>
            <a:off x="81385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0" name="a_full_bar_1599">
            <a:extLst>
              <a:ext uri="{FF2B5EF4-FFF2-40B4-BE49-F238E27FC236}">
                <a16:creationId xmlns:a16="http://schemas.microsoft.com/office/drawing/2014/main" id="{F1C41789-E8BD-42D4-9089-A9D2FEFE926A}"/>
              </a:ext>
            </a:extLst>
          </p:cNvPr>
          <p:cNvSpPr>
            <a:spLocks noGrp="1"/>
          </p:cNvSpPr>
          <p:nvPr/>
        </p:nvSpPr>
        <p:spPr>
          <a:xfrm>
            <a:off x="826175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1" name="a_full_bar_1600">
            <a:extLst>
              <a:ext uri="{FF2B5EF4-FFF2-40B4-BE49-F238E27FC236}">
                <a16:creationId xmlns:a16="http://schemas.microsoft.com/office/drawing/2014/main" id="{C630ABE5-D8E9-487D-836C-9CD134465E8F}"/>
              </a:ext>
            </a:extLst>
          </p:cNvPr>
          <p:cNvSpPr>
            <a:spLocks noGrp="1"/>
          </p:cNvSpPr>
          <p:nvPr/>
        </p:nvSpPr>
        <p:spPr>
          <a:xfrm>
            <a:off x="829991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2" name="a_full_bar_1601">
            <a:extLst>
              <a:ext uri="{FF2B5EF4-FFF2-40B4-BE49-F238E27FC236}">
                <a16:creationId xmlns:a16="http://schemas.microsoft.com/office/drawing/2014/main" id="{FFAAE471-CCC6-4395-B0DF-7D39597F2215}"/>
              </a:ext>
            </a:extLst>
          </p:cNvPr>
          <p:cNvSpPr>
            <a:spLocks noGrp="1"/>
          </p:cNvSpPr>
          <p:nvPr/>
        </p:nvSpPr>
        <p:spPr>
          <a:xfrm>
            <a:off x="81464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3" name="a_full_bar_1602">
            <a:extLst>
              <a:ext uri="{FF2B5EF4-FFF2-40B4-BE49-F238E27FC236}">
                <a16:creationId xmlns:a16="http://schemas.microsoft.com/office/drawing/2014/main" id="{0DF0BCFF-A4DB-4AB7-848C-0F4262FFA27F}"/>
              </a:ext>
            </a:extLst>
          </p:cNvPr>
          <p:cNvSpPr>
            <a:spLocks noGrp="1"/>
          </p:cNvSpPr>
          <p:nvPr/>
        </p:nvSpPr>
        <p:spPr>
          <a:xfrm>
            <a:off x="842542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4" name="a_full_bar_1603">
            <a:extLst>
              <a:ext uri="{FF2B5EF4-FFF2-40B4-BE49-F238E27FC236}">
                <a16:creationId xmlns:a16="http://schemas.microsoft.com/office/drawing/2014/main" id="{F6435D36-9A96-4637-983D-2EE1DE47BE08}"/>
              </a:ext>
            </a:extLst>
          </p:cNvPr>
          <p:cNvSpPr>
            <a:spLocks noGrp="1"/>
          </p:cNvSpPr>
          <p:nvPr/>
        </p:nvSpPr>
        <p:spPr>
          <a:xfrm>
            <a:off x="8255323" y="574184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5" name="a_full_bar_1604">
            <a:extLst>
              <a:ext uri="{FF2B5EF4-FFF2-40B4-BE49-F238E27FC236}">
                <a16:creationId xmlns:a16="http://schemas.microsoft.com/office/drawing/2014/main" id="{A9F229FE-1D0A-4F41-8060-1F16CCE528C8}"/>
              </a:ext>
            </a:extLst>
          </p:cNvPr>
          <p:cNvSpPr>
            <a:spLocks noGrp="1"/>
          </p:cNvSpPr>
          <p:nvPr/>
        </p:nvSpPr>
        <p:spPr>
          <a:xfrm>
            <a:off x="82117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6" name="a_full_bar_1605">
            <a:extLst>
              <a:ext uri="{FF2B5EF4-FFF2-40B4-BE49-F238E27FC236}">
                <a16:creationId xmlns:a16="http://schemas.microsoft.com/office/drawing/2014/main" id="{5B356CD5-C58F-416E-9CD4-161962332F00}"/>
              </a:ext>
            </a:extLst>
          </p:cNvPr>
          <p:cNvSpPr>
            <a:spLocks noGrp="1"/>
          </p:cNvSpPr>
          <p:nvPr/>
        </p:nvSpPr>
        <p:spPr>
          <a:xfrm>
            <a:off x="8195042" y="57423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7" name="a_full_bar_1606">
            <a:extLst>
              <a:ext uri="{FF2B5EF4-FFF2-40B4-BE49-F238E27FC236}">
                <a16:creationId xmlns:a16="http://schemas.microsoft.com/office/drawing/2014/main" id="{06E40599-D79F-4F25-BBD6-644EB4586B01}"/>
              </a:ext>
            </a:extLst>
          </p:cNvPr>
          <p:cNvSpPr>
            <a:spLocks noGrp="1"/>
          </p:cNvSpPr>
          <p:nvPr/>
        </p:nvSpPr>
        <p:spPr>
          <a:xfrm>
            <a:off x="845380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8" name="a_full_bar_1607">
            <a:extLst>
              <a:ext uri="{FF2B5EF4-FFF2-40B4-BE49-F238E27FC236}">
                <a16:creationId xmlns:a16="http://schemas.microsoft.com/office/drawing/2014/main" id="{9F0DEA8B-0F30-4691-B043-E62B4FD424BD}"/>
              </a:ext>
            </a:extLst>
          </p:cNvPr>
          <p:cNvSpPr>
            <a:spLocks noGrp="1"/>
          </p:cNvSpPr>
          <p:nvPr/>
        </p:nvSpPr>
        <p:spPr>
          <a:xfrm>
            <a:off x="816038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9" name="a_full_bar_1608">
            <a:extLst>
              <a:ext uri="{FF2B5EF4-FFF2-40B4-BE49-F238E27FC236}">
                <a16:creationId xmlns:a16="http://schemas.microsoft.com/office/drawing/2014/main" id="{7400F1B7-7629-40E0-8E66-395D1CF8B1DB}"/>
              </a:ext>
            </a:extLst>
          </p:cNvPr>
          <p:cNvSpPr>
            <a:spLocks noGrp="1"/>
          </p:cNvSpPr>
          <p:nvPr/>
        </p:nvSpPr>
        <p:spPr>
          <a:xfrm>
            <a:off x="836275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0" name="a_full_bar_1609">
            <a:extLst>
              <a:ext uri="{FF2B5EF4-FFF2-40B4-BE49-F238E27FC236}">
                <a16:creationId xmlns:a16="http://schemas.microsoft.com/office/drawing/2014/main" id="{8D63FA36-7AB1-4C72-A74F-9C35A36C126A}"/>
              </a:ext>
            </a:extLst>
          </p:cNvPr>
          <p:cNvSpPr>
            <a:spLocks noGrp="1"/>
          </p:cNvSpPr>
          <p:nvPr/>
        </p:nvSpPr>
        <p:spPr>
          <a:xfrm>
            <a:off x="8346841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1" name="a_full_bar_1610">
            <a:extLst>
              <a:ext uri="{FF2B5EF4-FFF2-40B4-BE49-F238E27FC236}">
                <a16:creationId xmlns:a16="http://schemas.microsoft.com/office/drawing/2014/main" id="{150E6E1D-B2CD-42E9-9DD2-86332C95F5D6}"/>
              </a:ext>
            </a:extLst>
          </p:cNvPr>
          <p:cNvSpPr>
            <a:spLocks noGrp="1"/>
          </p:cNvSpPr>
          <p:nvPr/>
        </p:nvSpPr>
        <p:spPr>
          <a:xfrm>
            <a:off x="809161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2" name="a_full_bar_1611">
            <a:extLst>
              <a:ext uri="{FF2B5EF4-FFF2-40B4-BE49-F238E27FC236}">
                <a16:creationId xmlns:a16="http://schemas.microsoft.com/office/drawing/2014/main" id="{D248015F-65C6-4E4E-AA09-1D5A3CD72911}"/>
              </a:ext>
            </a:extLst>
          </p:cNvPr>
          <p:cNvSpPr>
            <a:spLocks noGrp="1"/>
          </p:cNvSpPr>
          <p:nvPr/>
        </p:nvSpPr>
        <p:spPr>
          <a:xfrm>
            <a:off x="842143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3" name="a_full_bar_1612">
            <a:extLst>
              <a:ext uri="{FF2B5EF4-FFF2-40B4-BE49-F238E27FC236}">
                <a16:creationId xmlns:a16="http://schemas.microsoft.com/office/drawing/2014/main" id="{1D6F275D-46FC-4976-8374-368DEA6834C8}"/>
              </a:ext>
            </a:extLst>
          </p:cNvPr>
          <p:cNvSpPr>
            <a:spLocks noGrp="1"/>
          </p:cNvSpPr>
          <p:nvPr/>
        </p:nvSpPr>
        <p:spPr>
          <a:xfrm>
            <a:off x="8220279" y="59298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4" name="a_full_bar_1613">
            <a:extLst>
              <a:ext uri="{FF2B5EF4-FFF2-40B4-BE49-F238E27FC236}">
                <a16:creationId xmlns:a16="http://schemas.microsoft.com/office/drawing/2014/main" id="{42CE9D7A-14CE-40B1-81BC-F9B8BAE18D96}"/>
              </a:ext>
            </a:extLst>
          </p:cNvPr>
          <p:cNvSpPr>
            <a:spLocks noGrp="1"/>
          </p:cNvSpPr>
          <p:nvPr/>
        </p:nvSpPr>
        <p:spPr>
          <a:xfrm>
            <a:off x="826057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5" name="a_full_bar_1614">
            <a:extLst>
              <a:ext uri="{FF2B5EF4-FFF2-40B4-BE49-F238E27FC236}">
                <a16:creationId xmlns:a16="http://schemas.microsoft.com/office/drawing/2014/main" id="{59406735-92B5-49DC-80F6-5D639AE1429C}"/>
              </a:ext>
            </a:extLst>
          </p:cNvPr>
          <p:cNvSpPr>
            <a:spLocks noGrp="1"/>
          </p:cNvSpPr>
          <p:nvPr/>
        </p:nvSpPr>
        <p:spPr>
          <a:xfrm>
            <a:off x="826321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6" name="a_full_bar_1615">
            <a:extLst>
              <a:ext uri="{FF2B5EF4-FFF2-40B4-BE49-F238E27FC236}">
                <a16:creationId xmlns:a16="http://schemas.microsoft.com/office/drawing/2014/main" id="{061CE717-D4B7-44E8-9ECC-F95C7253B745}"/>
              </a:ext>
            </a:extLst>
          </p:cNvPr>
          <p:cNvSpPr>
            <a:spLocks noGrp="1"/>
          </p:cNvSpPr>
          <p:nvPr/>
        </p:nvSpPr>
        <p:spPr>
          <a:xfrm>
            <a:off x="8425484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7" name="a_full_bar_1616">
            <a:extLst>
              <a:ext uri="{FF2B5EF4-FFF2-40B4-BE49-F238E27FC236}">
                <a16:creationId xmlns:a16="http://schemas.microsoft.com/office/drawing/2014/main" id="{1760FD3E-1AC5-46BF-AF72-F24EB84950E2}"/>
              </a:ext>
            </a:extLst>
          </p:cNvPr>
          <p:cNvSpPr>
            <a:spLocks noGrp="1"/>
          </p:cNvSpPr>
          <p:nvPr/>
        </p:nvSpPr>
        <p:spPr>
          <a:xfrm>
            <a:off x="8207308" y="55434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8" name="a_full_bar_1617">
            <a:extLst>
              <a:ext uri="{FF2B5EF4-FFF2-40B4-BE49-F238E27FC236}">
                <a16:creationId xmlns:a16="http://schemas.microsoft.com/office/drawing/2014/main" id="{FC1F4344-C180-48F2-8284-79BBC7AC21DF}"/>
              </a:ext>
            </a:extLst>
          </p:cNvPr>
          <p:cNvSpPr>
            <a:spLocks noGrp="1"/>
          </p:cNvSpPr>
          <p:nvPr/>
        </p:nvSpPr>
        <p:spPr>
          <a:xfrm>
            <a:off x="844295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9" name="a_full_bar_1618">
            <a:extLst>
              <a:ext uri="{FF2B5EF4-FFF2-40B4-BE49-F238E27FC236}">
                <a16:creationId xmlns:a16="http://schemas.microsoft.com/office/drawing/2014/main" id="{D72BD2CD-8803-4AE0-8DD7-FE45A2321FE4}"/>
              </a:ext>
            </a:extLst>
          </p:cNvPr>
          <p:cNvSpPr>
            <a:spLocks noGrp="1"/>
          </p:cNvSpPr>
          <p:nvPr/>
        </p:nvSpPr>
        <p:spPr>
          <a:xfrm>
            <a:off x="8336238" y="470894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0" name="a_full_bar_1619">
            <a:extLst>
              <a:ext uri="{FF2B5EF4-FFF2-40B4-BE49-F238E27FC236}">
                <a16:creationId xmlns:a16="http://schemas.microsoft.com/office/drawing/2014/main" id="{EDC06411-30AC-424F-9F28-E510B77CAC77}"/>
              </a:ext>
            </a:extLst>
          </p:cNvPr>
          <p:cNvSpPr>
            <a:spLocks noGrp="1"/>
          </p:cNvSpPr>
          <p:nvPr/>
        </p:nvSpPr>
        <p:spPr>
          <a:xfrm>
            <a:off x="8294748" y="29889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1" name="a_full_bar_1620">
            <a:extLst>
              <a:ext uri="{FF2B5EF4-FFF2-40B4-BE49-F238E27FC236}">
                <a16:creationId xmlns:a16="http://schemas.microsoft.com/office/drawing/2014/main" id="{E9055902-92F6-4AF1-B07F-E1722C7AD45E}"/>
              </a:ext>
            </a:extLst>
          </p:cNvPr>
          <p:cNvSpPr>
            <a:spLocks noGrp="1"/>
          </p:cNvSpPr>
          <p:nvPr/>
        </p:nvSpPr>
        <p:spPr>
          <a:xfrm>
            <a:off x="809129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2" name="a_full_bar_1621">
            <a:extLst>
              <a:ext uri="{FF2B5EF4-FFF2-40B4-BE49-F238E27FC236}">
                <a16:creationId xmlns:a16="http://schemas.microsoft.com/office/drawing/2014/main" id="{B951E2E9-967F-4B3E-B682-503EDB6D96A6}"/>
              </a:ext>
            </a:extLst>
          </p:cNvPr>
          <p:cNvSpPr>
            <a:spLocks noGrp="1"/>
          </p:cNvSpPr>
          <p:nvPr/>
        </p:nvSpPr>
        <p:spPr>
          <a:xfrm>
            <a:off x="841102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3" name="a_full_bar_1622">
            <a:extLst>
              <a:ext uri="{FF2B5EF4-FFF2-40B4-BE49-F238E27FC236}">
                <a16:creationId xmlns:a16="http://schemas.microsoft.com/office/drawing/2014/main" id="{B897D0E6-DF69-4EEB-A75F-C7DAA15F57D3}"/>
              </a:ext>
            </a:extLst>
          </p:cNvPr>
          <p:cNvSpPr>
            <a:spLocks noGrp="1"/>
          </p:cNvSpPr>
          <p:nvPr/>
        </p:nvSpPr>
        <p:spPr>
          <a:xfrm>
            <a:off x="819541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4" name="a_full_bar_1623">
            <a:extLst>
              <a:ext uri="{FF2B5EF4-FFF2-40B4-BE49-F238E27FC236}">
                <a16:creationId xmlns:a16="http://schemas.microsoft.com/office/drawing/2014/main" id="{8A72FC80-99B4-4596-9C8B-04754618F803}"/>
              </a:ext>
            </a:extLst>
          </p:cNvPr>
          <p:cNvSpPr>
            <a:spLocks noGrp="1"/>
          </p:cNvSpPr>
          <p:nvPr/>
        </p:nvSpPr>
        <p:spPr>
          <a:xfrm>
            <a:off x="827090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5" name="a_full_bar_1624">
            <a:extLst>
              <a:ext uri="{FF2B5EF4-FFF2-40B4-BE49-F238E27FC236}">
                <a16:creationId xmlns:a16="http://schemas.microsoft.com/office/drawing/2014/main" id="{95FF0C24-94EE-4DEF-A650-95DB612DC3A2}"/>
              </a:ext>
            </a:extLst>
          </p:cNvPr>
          <p:cNvSpPr>
            <a:spLocks noGrp="1"/>
          </p:cNvSpPr>
          <p:nvPr/>
        </p:nvSpPr>
        <p:spPr>
          <a:xfrm>
            <a:off x="8407604" y="448549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6" name="a_full_bar_1625">
            <a:extLst>
              <a:ext uri="{FF2B5EF4-FFF2-40B4-BE49-F238E27FC236}">
                <a16:creationId xmlns:a16="http://schemas.microsoft.com/office/drawing/2014/main" id="{40BA796B-24D6-465D-B1F3-604FD86240F0}"/>
              </a:ext>
            </a:extLst>
          </p:cNvPr>
          <p:cNvSpPr>
            <a:spLocks noGrp="1"/>
          </p:cNvSpPr>
          <p:nvPr/>
        </p:nvSpPr>
        <p:spPr>
          <a:xfrm>
            <a:off x="844348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7" name="a_full_bar_1626">
            <a:extLst>
              <a:ext uri="{FF2B5EF4-FFF2-40B4-BE49-F238E27FC236}">
                <a16:creationId xmlns:a16="http://schemas.microsoft.com/office/drawing/2014/main" id="{13BD646A-BE83-4F0E-825D-CBC407646E55}"/>
              </a:ext>
            </a:extLst>
          </p:cNvPr>
          <p:cNvSpPr>
            <a:spLocks noGrp="1"/>
          </p:cNvSpPr>
          <p:nvPr/>
        </p:nvSpPr>
        <p:spPr>
          <a:xfrm>
            <a:off x="834835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8" name="a_full_bar_1627">
            <a:extLst>
              <a:ext uri="{FF2B5EF4-FFF2-40B4-BE49-F238E27FC236}">
                <a16:creationId xmlns:a16="http://schemas.microsoft.com/office/drawing/2014/main" id="{9BF49956-BCB8-40DC-8CE7-06186F34AEE8}"/>
              </a:ext>
            </a:extLst>
          </p:cNvPr>
          <p:cNvSpPr>
            <a:spLocks noGrp="1"/>
          </p:cNvSpPr>
          <p:nvPr/>
        </p:nvSpPr>
        <p:spPr>
          <a:xfrm>
            <a:off x="817550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9" name="a_full_bar_1628">
            <a:extLst>
              <a:ext uri="{FF2B5EF4-FFF2-40B4-BE49-F238E27FC236}">
                <a16:creationId xmlns:a16="http://schemas.microsoft.com/office/drawing/2014/main" id="{3ECCDCAD-2747-42D5-846E-AC61B7EA7ED2}"/>
              </a:ext>
            </a:extLst>
          </p:cNvPr>
          <p:cNvSpPr>
            <a:spLocks noGrp="1"/>
          </p:cNvSpPr>
          <p:nvPr/>
        </p:nvSpPr>
        <p:spPr>
          <a:xfrm>
            <a:off x="8218783" y="554778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0" name="a_full_bar_1629">
            <a:extLst>
              <a:ext uri="{FF2B5EF4-FFF2-40B4-BE49-F238E27FC236}">
                <a16:creationId xmlns:a16="http://schemas.microsoft.com/office/drawing/2014/main" id="{1A37B9EA-6664-43FB-B869-05471CB9B98E}"/>
              </a:ext>
            </a:extLst>
          </p:cNvPr>
          <p:cNvSpPr>
            <a:spLocks noGrp="1"/>
          </p:cNvSpPr>
          <p:nvPr/>
        </p:nvSpPr>
        <p:spPr>
          <a:xfrm>
            <a:off x="840185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1" name="a_full_bar_1630">
            <a:extLst>
              <a:ext uri="{FF2B5EF4-FFF2-40B4-BE49-F238E27FC236}">
                <a16:creationId xmlns:a16="http://schemas.microsoft.com/office/drawing/2014/main" id="{2C22C1C1-1169-47D2-AA71-0207A688A911}"/>
              </a:ext>
            </a:extLst>
          </p:cNvPr>
          <p:cNvSpPr>
            <a:spLocks noGrp="1"/>
          </p:cNvSpPr>
          <p:nvPr/>
        </p:nvSpPr>
        <p:spPr>
          <a:xfrm>
            <a:off x="8104650" y="59919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2" name="a_full_bar_1631">
            <a:extLst>
              <a:ext uri="{FF2B5EF4-FFF2-40B4-BE49-F238E27FC236}">
                <a16:creationId xmlns:a16="http://schemas.microsoft.com/office/drawing/2014/main" id="{35C4089A-224C-4224-ABC9-A3CD8E0C3336}"/>
              </a:ext>
            </a:extLst>
          </p:cNvPr>
          <p:cNvSpPr>
            <a:spLocks noGrp="1"/>
          </p:cNvSpPr>
          <p:nvPr/>
        </p:nvSpPr>
        <p:spPr>
          <a:xfrm>
            <a:off x="825519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3" name="a_full_bar_1632">
            <a:extLst>
              <a:ext uri="{FF2B5EF4-FFF2-40B4-BE49-F238E27FC236}">
                <a16:creationId xmlns:a16="http://schemas.microsoft.com/office/drawing/2014/main" id="{1319B1A0-F0C4-40FF-920A-F1AA6735A3DD}"/>
              </a:ext>
            </a:extLst>
          </p:cNvPr>
          <p:cNvSpPr>
            <a:spLocks noGrp="1"/>
          </p:cNvSpPr>
          <p:nvPr/>
        </p:nvSpPr>
        <p:spPr>
          <a:xfrm>
            <a:off x="814062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4" name="a_full_bar_1633">
            <a:extLst>
              <a:ext uri="{FF2B5EF4-FFF2-40B4-BE49-F238E27FC236}">
                <a16:creationId xmlns:a16="http://schemas.microsoft.com/office/drawing/2014/main" id="{213B5E2B-8FB5-43B0-80F5-CF551C42FD82}"/>
              </a:ext>
            </a:extLst>
          </p:cNvPr>
          <p:cNvSpPr>
            <a:spLocks noGrp="1"/>
          </p:cNvSpPr>
          <p:nvPr/>
        </p:nvSpPr>
        <p:spPr>
          <a:xfrm>
            <a:off x="822827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5" name="a_full_bar_1634">
            <a:extLst>
              <a:ext uri="{FF2B5EF4-FFF2-40B4-BE49-F238E27FC236}">
                <a16:creationId xmlns:a16="http://schemas.microsoft.com/office/drawing/2014/main" id="{F9940265-1E85-4946-BE01-5089194DE74F}"/>
              </a:ext>
            </a:extLst>
          </p:cNvPr>
          <p:cNvSpPr>
            <a:spLocks noGrp="1"/>
          </p:cNvSpPr>
          <p:nvPr/>
        </p:nvSpPr>
        <p:spPr>
          <a:xfrm>
            <a:off x="816525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6" name="a_full_bar_1635">
            <a:extLst>
              <a:ext uri="{FF2B5EF4-FFF2-40B4-BE49-F238E27FC236}">
                <a16:creationId xmlns:a16="http://schemas.microsoft.com/office/drawing/2014/main" id="{294653D0-1288-4367-9DF9-B636A6D7B25B}"/>
              </a:ext>
            </a:extLst>
          </p:cNvPr>
          <p:cNvSpPr>
            <a:spLocks noGrp="1"/>
          </p:cNvSpPr>
          <p:nvPr/>
        </p:nvSpPr>
        <p:spPr>
          <a:xfrm>
            <a:off x="8282713" y="5894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7" name="a_full_bar_1636">
            <a:extLst>
              <a:ext uri="{FF2B5EF4-FFF2-40B4-BE49-F238E27FC236}">
                <a16:creationId xmlns:a16="http://schemas.microsoft.com/office/drawing/2014/main" id="{10AEDCB2-3C9D-4E6B-9531-6CDA71827600}"/>
              </a:ext>
            </a:extLst>
          </p:cNvPr>
          <p:cNvSpPr>
            <a:spLocks noGrp="1"/>
          </p:cNvSpPr>
          <p:nvPr/>
        </p:nvSpPr>
        <p:spPr>
          <a:xfrm>
            <a:off x="840958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8" name="a_full_bar_1637">
            <a:extLst>
              <a:ext uri="{FF2B5EF4-FFF2-40B4-BE49-F238E27FC236}">
                <a16:creationId xmlns:a16="http://schemas.microsoft.com/office/drawing/2014/main" id="{2E6A7776-FE44-4D5B-818D-D4C2D9DD7F1C}"/>
              </a:ext>
            </a:extLst>
          </p:cNvPr>
          <p:cNvSpPr>
            <a:spLocks noGrp="1"/>
          </p:cNvSpPr>
          <p:nvPr/>
        </p:nvSpPr>
        <p:spPr>
          <a:xfrm>
            <a:off x="8286826" y="57366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9" name="a_full_bar_1638">
            <a:extLst>
              <a:ext uri="{FF2B5EF4-FFF2-40B4-BE49-F238E27FC236}">
                <a16:creationId xmlns:a16="http://schemas.microsoft.com/office/drawing/2014/main" id="{283BB778-7BE9-498C-984C-C694C515BF31}"/>
              </a:ext>
            </a:extLst>
          </p:cNvPr>
          <p:cNvSpPr>
            <a:spLocks noGrp="1"/>
          </p:cNvSpPr>
          <p:nvPr/>
        </p:nvSpPr>
        <p:spPr>
          <a:xfrm>
            <a:off x="1685925" y="2300957"/>
            <a:ext cx="191" cy="3732609"/>
          </a:xfrm>
          <a:custGeom>
            <a:avLst/>
            <a:gdLst/>
            <a:ahLst/>
            <a:cxnLst/>
            <a:rect l="0" t="0" r="0" b="0"/>
            <a:pathLst>
              <a:path w="191" h="3732609">
                <a:moveTo>
                  <a:pt x="0" y="3732609"/>
                </a:moveTo>
                <a:lnTo>
                  <a:pt x="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640" name="a_full_bar_1639">
            <a:extLst>
              <a:ext uri="{FF2B5EF4-FFF2-40B4-BE49-F238E27FC236}">
                <a16:creationId xmlns:a16="http://schemas.microsoft.com/office/drawing/2014/main" id="{FF9CA127-831B-4081-AC45-A3327BB5CE35}"/>
              </a:ext>
            </a:extLst>
          </p:cNvPr>
          <p:cNvSpPr>
            <a:spLocks noGrp="1"/>
          </p:cNvSpPr>
          <p:nvPr/>
        </p:nvSpPr>
        <p:spPr>
          <a:xfrm>
            <a:off x="1685925" y="6033567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641" name="a_full_bar_1640">
            <a:extLst>
              <a:ext uri="{FF2B5EF4-FFF2-40B4-BE49-F238E27FC236}">
                <a16:creationId xmlns:a16="http://schemas.microsoft.com/office/drawing/2014/main" id="{B333F43E-004D-4675-A8C6-EB15C20CE17B}"/>
              </a:ext>
            </a:extLst>
          </p:cNvPr>
          <p:cNvSpPr>
            <a:spLocks noGrp="1"/>
          </p:cNvSpPr>
          <p:nvPr/>
        </p:nvSpPr>
        <p:spPr>
          <a:xfrm>
            <a:off x="2297327" y="3785020"/>
            <a:ext cx="191" cy="283950"/>
          </a:xfrm>
          <a:custGeom>
            <a:avLst/>
            <a:gdLst/>
            <a:ahLst/>
            <a:cxnLst/>
            <a:rect l="0" t="0" r="0" b="0"/>
            <a:pathLst>
              <a:path w="191" h="283950">
                <a:moveTo>
                  <a:pt x="0" y="283950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2" name="a_full_bar_1641">
            <a:extLst>
              <a:ext uri="{FF2B5EF4-FFF2-40B4-BE49-F238E27FC236}">
                <a16:creationId xmlns:a16="http://schemas.microsoft.com/office/drawing/2014/main" id="{460B64B9-A8B7-4CFD-95D3-987460EB7A0F}"/>
              </a:ext>
            </a:extLst>
          </p:cNvPr>
          <p:cNvSpPr>
            <a:spLocks noGrp="1"/>
          </p:cNvSpPr>
          <p:nvPr/>
        </p:nvSpPr>
        <p:spPr>
          <a:xfrm>
            <a:off x="2162819" y="4068970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3" name="a_full_bar_1642">
            <a:extLst>
              <a:ext uri="{FF2B5EF4-FFF2-40B4-BE49-F238E27FC236}">
                <a16:creationId xmlns:a16="http://schemas.microsoft.com/office/drawing/2014/main" id="{81356010-D7B7-46FA-9E94-BB8FFC028B60}"/>
              </a:ext>
            </a:extLst>
          </p:cNvPr>
          <p:cNvSpPr>
            <a:spLocks noGrp="1"/>
          </p:cNvSpPr>
          <p:nvPr/>
        </p:nvSpPr>
        <p:spPr>
          <a:xfrm>
            <a:off x="2162819" y="3785020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4" name="a_full_bar_1643">
            <a:extLst>
              <a:ext uri="{FF2B5EF4-FFF2-40B4-BE49-F238E27FC236}">
                <a16:creationId xmlns:a16="http://schemas.microsoft.com/office/drawing/2014/main" id="{D723DCB4-8F29-4B7B-9863-9F22FCD5FA3D}"/>
              </a:ext>
            </a:extLst>
          </p:cNvPr>
          <p:cNvSpPr>
            <a:spLocks noGrp="1"/>
          </p:cNvSpPr>
          <p:nvPr/>
        </p:nvSpPr>
        <p:spPr>
          <a:xfrm>
            <a:off x="4742935" y="3473124"/>
            <a:ext cx="191" cy="342464"/>
          </a:xfrm>
          <a:custGeom>
            <a:avLst/>
            <a:gdLst/>
            <a:ahLst/>
            <a:cxnLst/>
            <a:rect l="0" t="0" r="0" b="0"/>
            <a:pathLst>
              <a:path w="191" h="342464">
                <a:moveTo>
                  <a:pt x="0" y="342464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5" name="a_full_bar_1644">
            <a:extLst>
              <a:ext uri="{FF2B5EF4-FFF2-40B4-BE49-F238E27FC236}">
                <a16:creationId xmlns:a16="http://schemas.microsoft.com/office/drawing/2014/main" id="{6A2F441A-B230-41F7-8A45-28562767BE6F}"/>
              </a:ext>
            </a:extLst>
          </p:cNvPr>
          <p:cNvSpPr>
            <a:spLocks noGrp="1"/>
          </p:cNvSpPr>
          <p:nvPr/>
        </p:nvSpPr>
        <p:spPr>
          <a:xfrm>
            <a:off x="4608427" y="3815588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6" name="a_full_bar_1645">
            <a:extLst>
              <a:ext uri="{FF2B5EF4-FFF2-40B4-BE49-F238E27FC236}">
                <a16:creationId xmlns:a16="http://schemas.microsoft.com/office/drawing/2014/main" id="{46CFEE7A-38ED-4967-86D9-058C13B78AFD}"/>
              </a:ext>
            </a:extLst>
          </p:cNvPr>
          <p:cNvSpPr>
            <a:spLocks noGrp="1"/>
          </p:cNvSpPr>
          <p:nvPr/>
        </p:nvSpPr>
        <p:spPr>
          <a:xfrm>
            <a:off x="4608427" y="3473124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7" name="a_full_bar_1646">
            <a:extLst>
              <a:ext uri="{FF2B5EF4-FFF2-40B4-BE49-F238E27FC236}">
                <a16:creationId xmlns:a16="http://schemas.microsoft.com/office/drawing/2014/main" id="{8E6935D4-EC9A-4351-970B-239F5547CFB0}"/>
              </a:ext>
            </a:extLst>
          </p:cNvPr>
          <p:cNvSpPr>
            <a:spLocks noGrp="1"/>
          </p:cNvSpPr>
          <p:nvPr/>
        </p:nvSpPr>
        <p:spPr>
          <a:xfrm>
            <a:off x="7188543" y="3821808"/>
            <a:ext cx="191" cy="401908"/>
          </a:xfrm>
          <a:custGeom>
            <a:avLst/>
            <a:gdLst/>
            <a:ahLst/>
            <a:cxnLst/>
            <a:rect l="0" t="0" r="0" b="0"/>
            <a:pathLst>
              <a:path w="191" h="401908">
                <a:moveTo>
                  <a:pt x="0" y="401908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8" name="a_full_bar_1647">
            <a:extLst>
              <a:ext uri="{FF2B5EF4-FFF2-40B4-BE49-F238E27FC236}">
                <a16:creationId xmlns:a16="http://schemas.microsoft.com/office/drawing/2014/main" id="{32326003-872E-481C-BFE0-333286C26AD3}"/>
              </a:ext>
            </a:extLst>
          </p:cNvPr>
          <p:cNvSpPr>
            <a:spLocks noGrp="1"/>
          </p:cNvSpPr>
          <p:nvPr/>
        </p:nvSpPr>
        <p:spPr>
          <a:xfrm>
            <a:off x="7054035" y="4223715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9" name="a_full_bar_1648">
            <a:extLst>
              <a:ext uri="{FF2B5EF4-FFF2-40B4-BE49-F238E27FC236}">
                <a16:creationId xmlns:a16="http://schemas.microsoft.com/office/drawing/2014/main" id="{7805A2FC-4A48-41C5-9EB0-366A7C947E56}"/>
              </a:ext>
            </a:extLst>
          </p:cNvPr>
          <p:cNvSpPr>
            <a:spLocks noGrp="1"/>
          </p:cNvSpPr>
          <p:nvPr/>
        </p:nvSpPr>
        <p:spPr>
          <a:xfrm>
            <a:off x="7054035" y="3821808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50" name="a_full_bar_1649">
            <a:extLst>
              <a:ext uri="{FF2B5EF4-FFF2-40B4-BE49-F238E27FC236}">
                <a16:creationId xmlns:a16="http://schemas.microsoft.com/office/drawing/2014/main" id="{D6393F35-EE3B-4BA5-81E0-0A4B850DC2E1}"/>
              </a:ext>
            </a:extLst>
          </p:cNvPr>
          <p:cNvSpPr>
            <a:spLocks noGrp="1"/>
          </p:cNvSpPr>
          <p:nvPr/>
        </p:nvSpPr>
        <p:spPr>
          <a:xfrm>
            <a:off x="2859817" y="4166546"/>
            <a:ext cx="191" cy="298611"/>
          </a:xfrm>
          <a:custGeom>
            <a:avLst/>
            <a:gdLst/>
            <a:ahLst/>
            <a:cxnLst/>
            <a:rect l="0" t="0" r="0" b="0"/>
            <a:pathLst>
              <a:path w="191" h="298611">
                <a:moveTo>
                  <a:pt x="0" y="298611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1" name="a_full_bar_1650">
            <a:extLst>
              <a:ext uri="{FF2B5EF4-FFF2-40B4-BE49-F238E27FC236}">
                <a16:creationId xmlns:a16="http://schemas.microsoft.com/office/drawing/2014/main" id="{09968EAD-A48F-4FC1-AB0E-759AEDAC784A}"/>
              </a:ext>
            </a:extLst>
          </p:cNvPr>
          <p:cNvSpPr>
            <a:spLocks noGrp="1"/>
          </p:cNvSpPr>
          <p:nvPr/>
        </p:nvSpPr>
        <p:spPr>
          <a:xfrm>
            <a:off x="2725308" y="4465158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2" name="a_full_bar_1651">
            <a:extLst>
              <a:ext uri="{FF2B5EF4-FFF2-40B4-BE49-F238E27FC236}">
                <a16:creationId xmlns:a16="http://schemas.microsoft.com/office/drawing/2014/main" id="{2D6BF24C-711A-414D-AC71-DE52D386008E}"/>
              </a:ext>
            </a:extLst>
          </p:cNvPr>
          <p:cNvSpPr>
            <a:spLocks noGrp="1"/>
          </p:cNvSpPr>
          <p:nvPr/>
        </p:nvSpPr>
        <p:spPr>
          <a:xfrm>
            <a:off x="2725308" y="4166546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3" name="a_full_bar_1652">
            <a:extLst>
              <a:ext uri="{FF2B5EF4-FFF2-40B4-BE49-F238E27FC236}">
                <a16:creationId xmlns:a16="http://schemas.microsoft.com/office/drawing/2014/main" id="{60AF3D66-B0D4-4831-AE87-FA7DAACAE86A}"/>
              </a:ext>
            </a:extLst>
          </p:cNvPr>
          <p:cNvSpPr>
            <a:spLocks noGrp="1"/>
          </p:cNvSpPr>
          <p:nvPr/>
        </p:nvSpPr>
        <p:spPr>
          <a:xfrm>
            <a:off x="5305425" y="3909305"/>
            <a:ext cx="191" cy="349898"/>
          </a:xfrm>
          <a:custGeom>
            <a:avLst/>
            <a:gdLst/>
            <a:ahLst/>
            <a:cxnLst/>
            <a:rect l="0" t="0" r="0" b="0"/>
            <a:pathLst>
              <a:path w="191" h="349898">
                <a:moveTo>
                  <a:pt x="0" y="349898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4" name="a_full_bar_1653">
            <a:extLst>
              <a:ext uri="{FF2B5EF4-FFF2-40B4-BE49-F238E27FC236}">
                <a16:creationId xmlns:a16="http://schemas.microsoft.com/office/drawing/2014/main" id="{EDC5A25F-D925-4642-9882-39CC0420DFDD}"/>
              </a:ext>
            </a:extLst>
          </p:cNvPr>
          <p:cNvSpPr>
            <a:spLocks noGrp="1"/>
          </p:cNvSpPr>
          <p:nvPr/>
        </p:nvSpPr>
        <p:spPr>
          <a:xfrm>
            <a:off x="5170917" y="4259203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5" name="a_full_bar_1654">
            <a:extLst>
              <a:ext uri="{FF2B5EF4-FFF2-40B4-BE49-F238E27FC236}">
                <a16:creationId xmlns:a16="http://schemas.microsoft.com/office/drawing/2014/main" id="{E885FB56-8A1E-44F9-9914-72497F08F637}"/>
              </a:ext>
            </a:extLst>
          </p:cNvPr>
          <p:cNvSpPr>
            <a:spLocks noGrp="1"/>
          </p:cNvSpPr>
          <p:nvPr/>
        </p:nvSpPr>
        <p:spPr>
          <a:xfrm>
            <a:off x="5170917" y="3909305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6" name="a_full_bar_1655">
            <a:extLst>
              <a:ext uri="{FF2B5EF4-FFF2-40B4-BE49-F238E27FC236}">
                <a16:creationId xmlns:a16="http://schemas.microsoft.com/office/drawing/2014/main" id="{A832D301-D5CE-47AB-9F84-000C08AB0F23}"/>
              </a:ext>
            </a:extLst>
          </p:cNvPr>
          <p:cNvSpPr>
            <a:spLocks noGrp="1"/>
          </p:cNvSpPr>
          <p:nvPr/>
        </p:nvSpPr>
        <p:spPr>
          <a:xfrm>
            <a:off x="7751033" y="4230327"/>
            <a:ext cx="191" cy="380449"/>
          </a:xfrm>
          <a:custGeom>
            <a:avLst/>
            <a:gdLst/>
            <a:ahLst/>
            <a:cxnLst/>
            <a:rect l="0" t="0" r="0" b="0"/>
            <a:pathLst>
              <a:path w="191" h="380449">
                <a:moveTo>
                  <a:pt x="0" y="380449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7" name="a_full_bar_1656">
            <a:extLst>
              <a:ext uri="{FF2B5EF4-FFF2-40B4-BE49-F238E27FC236}">
                <a16:creationId xmlns:a16="http://schemas.microsoft.com/office/drawing/2014/main" id="{2D0DDC25-044F-452E-8BC1-E62F26612853}"/>
              </a:ext>
            </a:extLst>
          </p:cNvPr>
          <p:cNvSpPr>
            <a:spLocks noGrp="1"/>
          </p:cNvSpPr>
          <p:nvPr/>
        </p:nvSpPr>
        <p:spPr>
          <a:xfrm>
            <a:off x="7616525" y="4610776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8" name="a_full_bar_1657">
            <a:extLst>
              <a:ext uri="{FF2B5EF4-FFF2-40B4-BE49-F238E27FC236}">
                <a16:creationId xmlns:a16="http://schemas.microsoft.com/office/drawing/2014/main" id="{89884892-7424-4E3B-980C-81C42739B213}"/>
              </a:ext>
            </a:extLst>
          </p:cNvPr>
          <p:cNvSpPr>
            <a:spLocks noGrp="1"/>
          </p:cNvSpPr>
          <p:nvPr/>
        </p:nvSpPr>
        <p:spPr>
          <a:xfrm>
            <a:off x="7616525" y="4230327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9" name="a_full_bar_1658">
            <a:extLst>
              <a:ext uri="{FF2B5EF4-FFF2-40B4-BE49-F238E27FC236}">
                <a16:creationId xmlns:a16="http://schemas.microsoft.com/office/drawing/2014/main" id="{82B93500-5166-4BC4-80D0-8FD1941394B1}"/>
              </a:ext>
            </a:extLst>
          </p:cNvPr>
          <p:cNvSpPr>
            <a:spLocks noGrp="1"/>
          </p:cNvSpPr>
          <p:nvPr/>
        </p:nvSpPr>
        <p:spPr>
          <a:xfrm>
            <a:off x="3422307" y="5791141"/>
            <a:ext cx="191" cy="117876"/>
          </a:xfrm>
          <a:custGeom>
            <a:avLst/>
            <a:gdLst/>
            <a:ahLst/>
            <a:cxnLst/>
            <a:rect l="0" t="0" r="0" b="0"/>
            <a:pathLst>
              <a:path w="191" h="117876">
                <a:moveTo>
                  <a:pt x="0" y="117876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0" name="a_full_bar_1659">
            <a:extLst>
              <a:ext uri="{FF2B5EF4-FFF2-40B4-BE49-F238E27FC236}">
                <a16:creationId xmlns:a16="http://schemas.microsoft.com/office/drawing/2014/main" id="{6ED946E9-A07E-43CA-8148-2CCDAAB77ACB}"/>
              </a:ext>
            </a:extLst>
          </p:cNvPr>
          <p:cNvSpPr>
            <a:spLocks noGrp="1"/>
          </p:cNvSpPr>
          <p:nvPr/>
        </p:nvSpPr>
        <p:spPr>
          <a:xfrm>
            <a:off x="3287798" y="5909017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1" name="a_full_bar_1660">
            <a:extLst>
              <a:ext uri="{FF2B5EF4-FFF2-40B4-BE49-F238E27FC236}">
                <a16:creationId xmlns:a16="http://schemas.microsoft.com/office/drawing/2014/main" id="{C7038BB6-DED3-48D8-A7B8-8850F42232AB}"/>
              </a:ext>
            </a:extLst>
          </p:cNvPr>
          <p:cNvSpPr>
            <a:spLocks noGrp="1"/>
          </p:cNvSpPr>
          <p:nvPr/>
        </p:nvSpPr>
        <p:spPr>
          <a:xfrm>
            <a:off x="3287798" y="5791141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2" name="a_full_bar_1661">
            <a:extLst>
              <a:ext uri="{FF2B5EF4-FFF2-40B4-BE49-F238E27FC236}">
                <a16:creationId xmlns:a16="http://schemas.microsoft.com/office/drawing/2014/main" id="{CD9D37FE-C824-47E2-B016-FBE6AE10F231}"/>
              </a:ext>
            </a:extLst>
          </p:cNvPr>
          <p:cNvSpPr>
            <a:spLocks noGrp="1"/>
          </p:cNvSpPr>
          <p:nvPr/>
        </p:nvSpPr>
        <p:spPr>
          <a:xfrm>
            <a:off x="5867915" y="4937830"/>
            <a:ext cx="191" cy="342889"/>
          </a:xfrm>
          <a:custGeom>
            <a:avLst/>
            <a:gdLst/>
            <a:ahLst/>
            <a:cxnLst/>
            <a:rect l="0" t="0" r="0" b="0"/>
            <a:pathLst>
              <a:path w="191" h="342889">
                <a:moveTo>
                  <a:pt x="0" y="342889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3" name="a_full_bar_1662">
            <a:extLst>
              <a:ext uri="{FF2B5EF4-FFF2-40B4-BE49-F238E27FC236}">
                <a16:creationId xmlns:a16="http://schemas.microsoft.com/office/drawing/2014/main" id="{BF3B39F3-599A-44C7-8FF8-5CF76028BCC2}"/>
              </a:ext>
            </a:extLst>
          </p:cNvPr>
          <p:cNvSpPr>
            <a:spLocks noGrp="1"/>
          </p:cNvSpPr>
          <p:nvPr/>
        </p:nvSpPr>
        <p:spPr>
          <a:xfrm>
            <a:off x="5733406" y="5280719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4" name="a_full_bar_1663">
            <a:extLst>
              <a:ext uri="{FF2B5EF4-FFF2-40B4-BE49-F238E27FC236}">
                <a16:creationId xmlns:a16="http://schemas.microsoft.com/office/drawing/2014/main" id="{076B2EA3-5EBB-4FA6-8239-5166EEB36F67}"/>
              </a:ext>
            </a:extLst>
          </p:cNvPr>
          <p:cNvSpPr>
            <a:spLocks noGrp="1"/>
          </p:cNvSpPr>
          <p:nvPr/>
        </p:nvSpPr>
        <p:spPr>
          <a:xfrm>
            <a:off x="5733406" y="4937830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5" name="a_full_bar_1664">
            <a:extLst>
              <a:ext uri="{FF2B5EF4-FFF2-40B4-BE49-F238E27FC236}">
                <a16:creationId xmlns:a16="http://schemas.microsoft.com/office/drawing/2014/main" id="{A339155F-4731-4668-9C94-DC7DF97255BE}"/>
              </a:ext>
            </a:extLst>
          </p:cNvPr>
          <p:cNvSpPr>
            <a:spLocks noGrp="1"/>
          </p:cNvSpPr>
          <p:nvPr/>
        </p:nvSpPr>
        <p:spPr>
          <a:xfrm>
            <a:off x="8313523" y="5452603"/>
            <a:ext cx="191" cy="242621"/>
          </a:xfrm>
          <a:custGeom>
            <a:avLst/>
            <a:gdLst/>
            <a:ahLst/>
            <a:cxnLst/>
            <a:rect l="0" t="0" r="0" b="0"/>
            <a:pathLst>
              <a:path w="191" h="242621">
                <a:moveTo>
                  <a:pt x="0" y="242621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6" name="a_full_bar_1665">
            <a:extLst>
              <a:ext uri="{FF2B5EF4-FFF2-40B4-BE49-F238E27FC236}">
                <a16:creationId xmlns:a16="http://schemas.microsoft.com/office/drawing/2014/main" id="{D0149224-87EE-4D92-87B3-C48E351858A2}"/>
              </a:ext>
            </a:extLst>
          </p:cNvPr>
          <p:cNvSpPr>
            <a:spLocks noGrp="1"/>
          </p:cNvSpPr>
          <p:nvPr/>
        </p:nvSpPr>
        <p:spPr>
          <a:xfrm>
            <a:off x="8179015" y="5695223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7" name="a_full_bar_1666">
            <a:extLst>
              <a:ext uri="{FF2B5EF4-FFF2-40B4-BE49-F238E27FC236}">
                <a16:creationId xmlns:a16="http://schemas.microsoft.com/office/drawing/2014/main" id="{5C79A100-6BD6-44B8-91BF-F6C955D4C666}"/>
              </a:ext>
            </a:extLst>
          </p:cNvPr>
          <p:cNvSpPr>
            <a:spLocks noGrp="1"/>
          </p:cNvSpPr>
          <p:nvPr/>
        </p:nvSpPr>
        <p:spPr>
          <a:xfrm>
            <a:off x="8179015" y="5452603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8" name="a_full_bar_1667">
            <a:extLst>
              <a:ext uri="{FF2B5EF4-FFF2-40B4-BE49-F238E27FC236}">
                <a16:creationId xmlns:a16="http://schemas.microsoft.com/office/drawing/2014/main" id="{EB2B6365-2E10-4BE7-8CB0-B0522F236D8E}"/>
              </a:ext>
            </a:extLst>
          </p:cNvPr>
          <p:cNvSpPr>
            <a:spLocks noGrp="1"/>
          </p:cNvSpPr>
          <p:nvPr/>
        </p:nvSpPr>
        <p:spPr>
          <a:xfrm>
            <a:off x="2087005" y="3925640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007C83"/>
            </a:solidFill>
            <a:prstDash val="solid"/>
          </a:ln>
        </p:spPr>
      </p:sp>
      <p:sp>
        <p:nvSpPr>
          <p:cNvPr id="1669" name="a_full_bar_1668">
            <a:extLst>
              <a:ext uri="{FF2B5EF4-FFF2-40B4-BE49-F238E27FC236}">
                <a16:creationId xmlns:a16="http://schemas.microsoft.com/office/drawing/2014/main" id="{6A559B2E-CDA9-464A-83CF-F13FDFADD1EE}"/>
              </a:ext>
            </a:extLst>
          </p:cNvPr>
          <p:cNvSpPr>
            <a:spLocks noGrp="1"/>
          </p:cNvSpPr>
          <p:nvPr/>
        </p:nvSpPr>
        <p:spPr>
          <a:xfrm>
            <a:off x="4532613" y="3641943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007C83"/>
            </a:solidFill>
            <a:prstDash val="solid"/>
          </a:ln>
        </p:spPr>
      </p:sp>
      <p:sp>
        <p:nvSpPr>
          <p:cNvPr id="1670" name="a_full_bar_1669">
            <a:extLst>
              <a:ext uri="{FF2B5EF4-FFF2-40B4-BE49-F238E27FC236}">
                <a16:creationId xmlns:a16="http://schemas.microsoft.com/office/drawing/2014/main" id="{86A3C1C9-52F4-4A21-9DDE-4080C76F7CE2}"/>
              </a:ext>
            </a:extLst>
          </p:cNvPr>
          <p:cNvSpPr>
            <a:spLocks noGrp="1"/>
          </p:cNvSpPr>
          <p:nvPr/>
        </p:nvSpPr>
        <p:spPr>
          <a:xfrm>
            <a:off x="6978221" y="4022750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007C83"/>
            </a:solidFill>
            <a:prstDash val="solid"/>
          </a:ln>
        </p:spPr>
      </p:sp>
      <p:sp>
        <p:nvSpPr>
          <p:cNvPr id="1671" name="a_full_bar_1670">
            <a:extLst>
              <a:ext uri="{FF2B5EF4-FFF2-40B4-BE49-F238E27FC236}">
                <a16:creationId xmlns:a16="http://schemas.microsoft.com/office/drawing/2014/main" id="{54BEAFDE-443E-4139-9869-4BE2F6660758}"/>
              </a:ext>
            </a:extLst>
          </p:cNvPr>
          <p:cNvSpPr>
            <a:spLocks noGrp="1"/>
          </p:cNvSpPr>
          <p:nvPr/>
        </p:nvSpPr>
        <p:spPr>
          <a:xfrm>
            <a:off x="2649495" y="4313764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566AB4"/>
            </a:solidFill>
            <a:prstDash val="solid"/>
          </a:ln>
        </p:spPr>
      </p:sp>
      <p:sp>
        <p:nvSpPr>
          <p:cNvPr id="1672" name="a_full_bar_1671">
            <a:extLst>
              <a:ext uri="{FF2B5EF4-FFF2-40B4-BE49-F238E27FC236}">
                <a16:creationId xmlns:a16="http://schemas.microsoft.com/office/drawing/2014/main" id="{E8BE4489-30A0-4F9A-B147-506F451400B8}"/>
              </a:ext>
            </a:extLst>
          </p:cNvPr>
          <p:cNvSpPr>
            <a:spLocks noGrp="1"/>
          </p:cNvSpPr>
          <p:nvPr/>
        </p:nvSpPr>
        <p:spPr>
          <a:xfrm>
            <a:off x="5095103" y="4082933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566AB4"/>
            </a:solidFill>
            <a:prstDash val="solid"/>
          </a:ln>
        </p:spPr>
      </p:sp>
      <p:sp>
        <p:nvSpPr>
          <p:cNvPr id="1673" name="a_full_bar_1672">
            <a:extLst>
              <a:ext uri="{FF2B5EF4-FFF2-40B4-BE49-F238E27FC236}">
                <a16:creationId xmlns:a16="http://schemas.microsoft.com/office/drawing/2014/main" id="{A38C92C7-FC77-4926-AA89-4E54340FEBE2}"/>
              </a:ext>
            </a:extLst>
          </p:cNvPr>
          <p:cNvSpPr>
            <a:spLocks noGrp="1"/>
          </p:cNvSpPr>
          <p:nvPr/>
        </p:nvSpPr>
        <p:spPr>
          <a:xfrm>
            <a:off x="7540711" y="4421466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566AB4"/>
            </a:solidFill>
            <a:prstDash val="solid"/>
          </a:ln>
        </p:spPr>
      </p:sp>
      <p:sp>
        <p:nvSpPr>
          <p:cNvPr id="1674" name="a_full_bar_1673">
            <a:extLst>
              <a:ext uri="{FF2B5EF4-FFF2-40B4-BE49-F238E27FC236}">
                <a16:creationId xmlns:a16="http://schemas.microsoft.com/office/drawing/2014/main" id="{50BFD5AD-2851-4371-97BF-681536B0C832}"/>
              </a:ext>
            </a:extLst>
          </p:cNvPr>
          <p:cNvSpPr>
            <a:spLocks noGrp="1"/>
          </p:cNvSpPr>
          <p:nvPr/>
        </p:nvSpPr>
        <p:spPr>
          <a:xfrm>
            <a:off x="3211984" y="5853769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8B9298"/>
            </a:solidFill>
            <a:prstDash val="solid"/>
          </a:ln>
        </p:spPr>
      </p:sp>
      <p:sp>
        <p:nvSpPr>
          <p:cNvPr id="1675" name="a_full_bar_1674">
            <a:extLst>
              <a:ext uri="{FF2B5EF4-FFF2-40B4-BE49-F238E27FC236}">
                <a16:creationId xmlns:a16="http://schemas.microsoft.com/office/drawing/2014/main" id="{EB2B7B12-F459-41A7-85F6-D726A6D0EE7D}"/>
              </a:ext>
            </a:extLst>
          </p:cNvPr>
          <p:cNvSpPr>
            <a:spLocks noGrp="1"/>
          </p:cNvSpPr>
          <p:nvPr/>
        </p:nvSpPr>
        <p:spPr>
          <a:xfrm>
            <a:off x="5657593" y="5113159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8B9298"/>
            </a:solidFill>
            <a:prstDash val="solid"/>
          </a:ln>
        </p:spPr>
      </p:sp>
      <p:sp>
        <p:nvSpPr>
          <p:cNvPr id="1676" name="a_full_bar_1675">
            <a:extLst>
              <a:ext uri="{FF2B5EF4-FFF2-40B4-BE49-F238E27FC236}">
                <a16:creationId xmlns:a16="http://schemas.microsoft.com/office/drawing/2014/main" id="{49A424D2-6F8C-450C-B88D-9FD25DBD173B}"/>
              </a:ext>
            </a:extLst>
          </p:cNvPr>
          <p:cNvSpPr>
            <a:spLocks noGrp="1"/>
          </p:cNvSpPr>
          <p:nvPr/>
        </p:nvSpPr>
        <p:spPr>
          <a:xfrm>
            <a:off x="8103201" y="5578540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8B9298"/>
            </a:solidFill>
            <a:prstDash val="solid"/>
          </a:ln>
        </p:spPr>
      </p:sp>
      <p:sp>
        <p:nvSpPr>
          <p:cNvPr id="1677" name="text_1676">
            <a:extLst>
              <a:ext uri="{FF2B5EF4-FFF2-40B4-BE49-F238E27FC236}">
                <a16:creationId xmlns:a16="http://schemas.microsoft.com/office/drawing/2014/main" id="{089E55BC-CF69-468A-9670-D056DA5D9BB4}"/>
              </a:ext>
            </a:extLst>
          </p:cNvPr>
          <p:cNvSpPr>
            <a:spLocks noGrp="1"/>
          </p:cNvSpPr>
          <p:nvPr/>
        </p:nvSpPr>
        <p:spPr>
          <a:xfrm>
            <a:off x="1685925" y="873537"/>
            <a:ext cx="2591442" cy="466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938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8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Overall scores</a:t>
            </a:r>
          </a:p>
        </p:txBody>
      </p:sp>
      <p:sp>
        <p:nvSpPr>
          <p:cNvPr id="1678" name="text_1677">
            <a:extLst>
              <a:ext uri="{FF2B5EF4-FFF2-40B4-BE49-F238E27FC236}">
                <a16:creationId xmlns:a16="http://schemas.microsoft.com/office/drawing/2014/main" id="{B78943D7-D946-449F-ABAA-6D35100EE2FA}"/>
              </a:ext>
            </a:extLst>
          </p:cNvPr>
          <p:cNvSpPr>
            <a:spLocks noGrp="1"/>
          </p:cNvSpPr>
          <p:nvPr/>
        </p:nvSpPr>
        <p:spPr>
          <a:xfrm>
            <a:off x="1685925" y="1320205"/>
            <a:ext cx="1415619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All ligands</a:t>
            </a:r>
          </a:p>
        </p:txBody>
      </p:sp>
      <p:sp>
        <p:nvSpPr>
          <p:cNvPr id="1679" name="a_full_bar_1678">
            <a:extLst>
              <a:ext uri="{FF2B5EF4-FFF2-40B4-BE49-F238E27FC236}">
                <a16:creationId xmlns:a16="http://schemas.microsoft.com/office/drawing/2014/main" id="{2A263633-6124-4F22-8BBD-7F251D4D2172}"/>
              </a:ext>
            </a:extLst>
          </p:cNvPr>
          <p:cNvSpPr>
            <a:spLocks noGrp="1"/>
          </p:cNvSpPr>
          <p:nvPr/>
        </p:nvSpPr>
        <p:spPr>
          <a:xfrm>
            <a:off x="3312828" y="7147315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007C83"/>
          </a:solidFill>
          <a:ln w="0">
            <a:noFill/>
            <a:prstDash val="solid"/>
          </a:ln>
        </p:spPr>
      </p:sp>
      <p:sp>
        <p:nvSpPr>
          <p:cNvPr id="1680" name="text_1679">
            <a:extLst>
              <a:ext uri="{FF2B5EF4-FFF2-40B4-BE49-F238E27FC236}">
                <a16:creationId xmlns:a16="http://schemas.microsoft.com/office/drawing/2014/main" id="{F0CDCD9E-77CB-48BA-821C-B397C5AEB78D}"/>
              </a:ext>
            </a:extLst>
          </p:cNvPr>
          <p:cNvSpPr>
            <a:spLocks noGrp="1"/>
          </p:cNvSpPr>
          <p:nvPr/>
        </p:nvSpPr>
        <p:spPr>
          <a:xfrm>
            <a:off x="3644694" y="7124340"/>
            <a:ext cx="3141220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Ligandseek-Find · deposited receptor</a:t>
            </a:r>
          </a:p>
        </p:txBody>
      </p:sp>
      <p:sp>
        <p:nvSpPr>
          <p:cNvPr id="1681" name="a_full_bar_1680">
            <a:extLst>
              <a:ext uri="{FF2B5EF4-FFF2-40B4-BE49-F238E27FC236}">
                <a16:creationId xmlns:a16="http://schemas.microsoft.com/office/drawing/2014/main" id="{C01C0698-4E92-4CED-9040-92A08D19A910}"/>
              </a:ext>
            </a:extLst>
          </p:cNvPr>
          <p:cNvSpPr>
            <a:spLocks noGrp="1"/>
          </p:cNvSpPr>
          <p:nvPr/>
        </p:nvSpPr>
        <p:spPr>
          <a:xfrm>
            <a:off x="3312828" y="7447710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566AB4"/>
          </a:solidFill>
          <a:ln w="0">
            <a:noFill/>
            <a:prstDash val="solid"/>
          </a:ln>
        </p:spPr>
      </p:sp>
      <p:sp>
        <p:nvSpPr>
          <p:cNvPr id="1682" name="text_1681">
            <a:extLst>
              <a:ext uri="{FF2B5EF4-FFF2-40B4-BE49-F238E27FC236}">
                <a16:creationId xmlns:a16="http://schemas.microsoft.com/office/drawing/2014/main" id="{8E5D0714-1F6E-4813-9BA9-0B1B08C72CA1}"/>
              </a:ext>
            </a:extLst>
          </p:cNvPr>
          <p:cNvSpPr>
            <a:spLocks noGrp="1"/>
          </p:cNvSpPr>
          <p:nvPr/>
        </p:nvSpPr>
        <p:spPr>
          <a:xfrm>
            <a:off x="3644694" y="7424735"/>
            <a:ext cx="3310982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Ligandseek-Find · CryoAtom2 receptor</a:t>
            </a:r>
          </a:p>
        </p:txBody>
      </p:sp>
      <p:sp>
        <p:nvSpPr>
          <p:cNvPr id="1683" name="a_full_bar_1682">
            <a:extLst>
              <a:ext uri="{FF2B5EF4-FFF2-40B4-BE49-F238E27FC236}">
                <a16:creationId xmlns:a16="http://schemas.microsoft.com/office/drawing/2014/main" id="{43D71D67-8E92-4800-BBE3-0424EA993745}"/>
              </a:ext>
            </a:extLst>
          </p:cNvPr>
          <p:cNvSpPr>
            <a:spLocks noGrp="1"/>
          </p:cNvSpPr>
          <p:nvPr/>
        </p:nvSpPr>
        <p:spPr>
          <a:xfrm>
            <a:off x="3312828" y="7748743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8B9298"/>
          </a:solidFill>
          <a:ln w="0">
            <a:noFill/>
            <a:prstDash val="solid"/>
          </a:ln>
        </p:spPr>
      </p:sp>
      <p:sp>
        <p:nvSpPr>
          <p:cNvPr id="1684" name="text_1683">
            <a:extLst>
              <a:ext uri="{FF2B5EF4-FFF2-40B4-BE49-F238E27FC236}">
                <a16:creationId xmlns:a16="http://schemas.microsoft.com/office/drawing/2014/main" id="{CB89BFBF-F311-4A87-B47D-2676B1623EBC}"/>
              </a:ext>
            </a:extLst>
          </p:cNvPr>
          <p:cNvSpPr>
            <a:spLocks noGrp="1"/>
          </p:cNvSpPr>
          <p:nvPr/>
        </p:nvSpPr>
        <p:spPr>
          <a:xfrm>
            <a:off x="3644694" y="7725767"/>
            <a:ext cx="1083651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Emap2lig-Find</a:t>
            </a:r>
          </a:p>
        </p:txBody>
      </p:sp>
    </p:spTree>
    <p:extLst>
      <p:ext uri="{BB962C8B-B14F-4D97-AF65-F5344CB8AC3E}">
        <p14:creationId xmlns:p14="http://schemas.microsoft.com/office/powerpoint/2010/main" val="3806910733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" name="b_small_bar_1684">
            <a:extLst>
              <a:ext uri="{FF2B5EF4-FFF2-40B4-BE49-F238E27FC236}">
                <a16:creationId xmlns:a16="http://schemas.microsoft.com/office/drawing/2014/main" id="{BE50AA35-0981-458C-9F49-2AEFE0D232CC}"/>
              </a:ext>
            </a:extLst>
          </p:cNvPr>
          <p:cNvSpPr>
            <a:spLocks noGrp="1"/>
          </p:cNvSpPr>
          <p:nvPr/>
        </p:nvSpPr>
        <p:spPr>
          <a:xfrm>
            <a:off x="238125" y="512415"/>
            <a:ext cx="9048750" cy="7776270"/>
          </a:xfrm>
          <a:custGeom>
            <a:avLst/>
            <a:gdLst/>
            <a:ahLst/>
            <a:cxnLst/>
            <a:rect l="0" t="0" r="0" b="0"/>
            <a:pathLst>
              <a:path w="9048750" h="7776270">
                <a:moveTo>
                  <a:pt x="0" y="7776270"/>
                </a:moveTo>
                <a:lnTo>
                  <a:pt x="9048750" y="7776270"/>
                </a:lnTo>
                <a:lnTo>
                  <a:pt x="9048750" y="0"/>
                </a:lnTo>
                <a:lnTo>
                  <a:pt x="0" y="0"/>
                </a:lnTo>
                <a:lnTo>
                  <a:pt x="0" y="777627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b_small_bar_1685">
            <a:extLst>
              <a:ext uri="{FF2B5EF4-FFF2-40B4-BE49-F238E27FC236}">
                <a16:creationId xmlns:a16="http://schemas.microsoft.com/office/drawing/2014/main" id="{D6703F13-E6D4-475C-896A-BEFA87D07DA4}"/>
              </a:ext>
            </a:extLst>
          </p:cNvPr>
          <p:cNvSpPr>
            <a:spLocks noGrp="1"/>
          </p:cNvSpPr>
          <p:nvPr/>
        </p:nvSpPr>
        <p:spPr>
          <a:xfrm>
            <a:off x="1685925" y="2300957"/>
            <a:ext cx="7239000" cy="3732609"/>
          </a:xfrm>
          <a:custGeom>
            <a:avLst/>
            <a:gdLst/>
            <a:ahLst/>
            <a:cxnLst/>
            <a:rect l="0" t="0" r="0" b="0"/>
            <a:pathLst>
              <a:path w="7239000" h="3732609">
                <a:moveTo>
                  <a:pt x="0" y="3732609"/>
                </a:moveTo>
                <a:lnTo>
                  <a:pt x="7239000" y="3732609"/>
                </a:lnTo>
                <a:lnTo>
                  <a:pt x="7239000" y="0"/>
                </a:lnTo>
                <a:lnTo>
                  <a:pt x="0" y="0"/>
                </a:lnTo>
                <a:lnTo>
                  <a:pt x="0" y="3732609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text_1686">
            <a:extLst>
              <a:ext uri="{FF2B5EF4-FFF2-40B4-BE49-F238E27FC236}">
                <a16:creationId xmlns:a16="http://schemas.microsoft.com/office/drawing/2014/main" id="{B1FA257D-EC4F-4215-98AC-AF68F3F8CE1F}"/>
              </a:ext>
            </a:extLst>
          </p:cNvPr>
          <p:cNvSpPr>
            <a:spLocks noGrp="1"/>
          </p:cNvSpPr>
          <p:nvPr/>
        </p:nvSpPr>
        <p:spPr>
          <a:xfrm>
            <a:off x="2286848" y="6209533"/>
            <a:ext cx="1165498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4" name="text_1687">
            <a:extLst>
              <a:ext uri="{FF2B5EF4-FFF2-40B4-BE49-F238E27FC236}">
                <a16:creationId xmlns:a16="http://schemas.microsoft.com/office/drawing/2014/main" id="{EC52A212-9043-4399-8C77-40D2E6EC31CE}"/>
              </a:ext>
            </a:extLst>
          </p:cNvPr>
          <p:cNvSpPr>
            <a:spLocks noGrp="1"/>
          </p:cNvSpPr>
          <p:nvPr/>
        </p:nvSpPr>
        <p:spPr>
          <a:xfrm>
            <a:off x="2584834" y="6500311"/>
            <a:ext cx="5694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Dice</a:t>
            </a:r>
          </a:p>
        </p:txBody>
      </p:sp>
      <p:sp>
        <p:nvSpPr>
          <p:cNvPr id="5" name="text_1688">
            <a:extLst>
              <a:ext uri="{FF2B5EF4-FFF2-40B4-BE49-F238E27FC236}">
                <a16:creationId xmlns:a16="http://schemas.microsoft.com/office/drawing/2014/main" id="{F0C84BFE-6A08-4D11-B52C-D20BCA16A27B}"/>
              </a:ext>
            </a:extLst>
          </p:cNvPr>
          <p:cNvSpPr>
            <a:spLocks noGrp="1"/>
          </p:cNvSpPr>
          <p:nvPr/>
        </p:nvSpPr>
        <p:spPr>
          <a:xfrm>
            <a:off x="4610139" y="6209533"/>
            <a:ext cx="1410175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6" name="text_1689">
            <a:extLst>
              <a:ext uri="{FF2B5EF4-FFF2-40B4-BE49-F238E27FC236}">
                <a16:creationId xmlns:a16="http://schemas.microsoft.com/office/drawing/2014/main" id="{627E69D1-A343-4CDB-8722-B6ED25D8371C}"/>
              </a:ext>
            </a:extLst>
          </p:cNvPr>
          <p:cNvSpPr>
            <a:spLocks noGrp="1"/>
          </p:cNvSpPr>
          <p:nvPr/>
        </p:nvSpPr>
        <p:spPr>
          <a:xfrm>
            <a:off x="4345830" y="6500311"/>
            <a:ext cx="193884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7" name="text_1690">
            <a:extLst>
              <a:ext uri="{FF2B5EF4-FFF2-40B4-BE49-F238E27FC236}">
                <a16:creationId xmlns:a16="http://schemas.microsoft.com/office/drawing/2014/main" id="{F20CCA7D-D0EE-4C27-B84A-D0E878E02345}"/>
              </a:ext>
            </a:extLst>
          </p:cNvPr>
          <p:cNvSpPr>
            <a:spLocks noGrp="1"/>
          </p:cNvSpPr>
          <p:nvPr/>
        </p:nvSpPr>
        <p:spPr>
          <a:xfrm>
            <a:off x="7055747" y="6209533"/>
            <a:ext cx="1410175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8" name="text_1691">
            <a:extLst>
              <a:ext uri="{FF2B5EF4-FFF2-40B4-BE49-F238E27FC236}">
                <a16:creationId xmlns:a16="http://schemas.microsoft.com/office/drawing/2014/main" id="{63E2CADE-FF93-45FC-9605-33477DC8C53E}"/>
              </a:ext>
            </a:extLst>
          </p:cNvPr>
          <p:cNvSpPr>
            <a:spLocks noGrp="1"/>
          </p:cNvSpPr>
          <p:nvPr/>
        </p:nvSpPr>
        <p:spPr>
          <a:xfrm>
            <a:off x="6791438" y="6500311"/>
            <a:ext cx="193884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0.5</a:t>
            </a:r>
          </a:p>
        </p:txBody>
      </p:sp>
      <p:sp>
        <p:nvSpPr>
          <p:cNvPr id="9" name="b_small_bar_1692">
            <a:extLst>
              <a:ext uri="{FF2B5EF4-FFF2-40B4-BE49-F238E27FC236}">
                <a16:creationId xmlns:a16="http://schemas.microsoft.com/office/drawing/2014/main" id="{C751303C-652A-48BF-BEB9-6058DE2F0AEA}"/>
              </a:ext>
            </a:extLst>
          </p:cNvPr>
          <p:cNvSpPr>
            <a:spLocks noGrp="1"/>
          </p:cNvSpPr>
          <p:nvPr/>
        </p:nvSpPr>
        <p:spPr>
          <a:xfrm>
            <a:off x="1685925" y="6033567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0" name="b_small_bar_1693">
            <a:extLst>
              <a:ext uri="{FF2B5EF4-FFF2-40B4-BE49-F238E27FC236}">
                <a16:creationId xmlns:a16="http://schemas.microsoft.com/office/drawing/2014/main" id="{8C45DA2B-AD03-467E-8FE4-8F1BBD411FBE}"/>
              </a:ext>
            </a:extLst>
          </p:cNvPr>
          <p:cNvSpPr>
            <a:spLocks noGrp="1"/>
          </p:cNvSpPr>
          <p:nvPr/>
        </p:nvSpPr>
        <p:spPr>
          <a:xfrm>
            <a:off x="1595595" y="6033567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1" name="text_1694">
            <a:extLst>
              <a:ext uri="{FF2B5EF4-FFF2-40B4-BE49-F238E27FC236}">
                <a16:creationId xmlns:a16="http://schemas.microsoft.com/office/drawing/2014/main" id="{E4DBBB84-1A20-4CEB-ABA8-29313968B0F0}"/>
              </a:ext>
            </a:extLst>
          </p:cNvPr>
          <p:cNvSpPr>
            <a:spLocks noGrp="1"/>
          </p:cNvSpPr>
          <p:nvPr/>
        </p:nvSpPr>
        <p:spPr>
          <a:xfrm>
            <a:off x="1075998" y="5914772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2" name="b_small_bar_1695">
            <a:extLst>
              <a:ext uri="{FF2B5EF4-FFF2-40B4-BE49-F238E27FC236}">
                <a16:creationId xmlns:a16="http://schemas.microsoft.com/office/drawing/2014/main" id="{0236CA80-00A1-4001-AEC5-3EF91C92896F}"/>
              </a:ext>
            </a:extLst>
          </p:cNvPr>
          <p:cNvSpPr>
            <a:spLocks noGrp="1"/>
          </p:cNvSpPr>
          <p:nvPr/>
        </p:nvSpPr>
        <p:spPr>
          <a:xfrm>
            <a:off x="1685925" y="4230374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3" name="b_small_bar_1696">
            <a:extLst>
              <a:ext uri="{FF2B5EF4-FFF2-40B4-BE49-F238E27FC236}">
                <a16:creationId xmlns:a16="http://schemas.microsoft.com/office/drawing/2014/main" id="{3D40ED30-2C5D-4677-93D6-33836D8829F5}"/>
              </a:ext>
            </a:extLst>
          </p:cNvPr>
          <p:cNvSpPr>
            <a:spLocks noGrp="1"/>
          </p:cNvSpPr>
          <p:nvPr/>
        </p:nvSpPr>
        <p:spPr>
          <a:xfrm>
            <a:off x="1595595" y="4230374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4" name="text_1697">
            <a:extLst>
              <a:ext uri="{FF2B5EF4-FFF2-40B4-BE49-F238E27FC236}">
                <a16:creationId xmlns:a16="http://schemas.microsoft.com/office/drawing/2014/main" id="{8A555162-6DC1-4575-9A5A-39E985B0DCC2}"/>
              </a:ext>
            </a:extLst>
          </p:cNvPr>
          <p:cNvSpPr>
            <a:spLocks noGrp="1"/>
          </p:cNvSpPr>
          <p:nvPr/>
        </p:nvSpPr>
        <p:spPr>
          <a:xfrm>
            <a:off x="1075998" y="4111579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5" name="b_small_bar_1698">
            <a:extLst>
              <a:ext uri="{FF2B5EF4-FFF2-40B4-BE49-F238E27FC236}">
                <a16:creationId xmlns:a16="http://schemas.microsoft.com/office/drawing/2014/main" id="{15FD4FA5-D8ED-4E97-A17F-0BA4D9201115}"/>
              </a:ext>
            </a:extLst>
          </p:cNvPr>
          <p:cNvSpPr>
            <a:spLocks noGrp="1"/>
          </p:cNvSpPr>
          <p:nvPr/>
        </p:nvSpPr>
        <p:spPr>
          <a:xfrm>
            <a:off x="1685925" y="2427181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6" name="b_small_bar_1699">
            <a:extLst>
              <a:ext uri="{FF2B5EF4-FFF2-40B4-BE49-F238E27FC236}">
                <a16:creationId xmlns:a16="http://schemas.microsoft.com/office/drawing/2014/main" id="{CAA66D3F-5691-473B-80CF-EBA3800E3D0B}"/>
              </a:ext>
            </a:extLst>
          </p:cNvPr>
          <p:cNvSpPr>
            <a:spLocks noGrp="1"/>
          </p:cNvSpPr>
          <p:nvPr/>
        </p:nvSpPr>
        <p:spPr>
          <a:xfrm>
            <a:off x="1595595" y="242718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7" name="text_1700">
            <a:extLst>
              <a:ext uri="{FF2B5EF4-FFF2-40B4-BE49-F238E27FC236}">
                <a16:creationId xmlns:a16="http://schemas.microsoft.com/office/drawing/2014/main" id="{940ADF7C-4734-4B25-A745-B62876CCD0B3}"/>
              </a:ext>
            </a:extLst>
          </p:cNvPr>
          <p:cNvSpPr>
            <a:spLocks noGrp="1"/>
          </p:cNvSpPr>
          <p:nvPr/>
        </p:nvSpPr>
        <p:spPr>
          <a:xfrm>
            <a:off x="1075998" y="230838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8" name="text_1701">
            <a:extLst>
              <a:ext uri="{FF2B5EF4-FFF2-40B4-BE49-F238E27FC236}">
                <a16:creationId xmlns:a16="http://schemas.microsoft.com/office/drawing/2014/main" id="{9A5D8F10-DF48-40DB-A864-312C336DE273}"/>
              </a:ext>
            </a:extLst>
          </p:cNvPr>
          <p:cNvSpPr>
            <a:spLocks noGrp="1"/>
          </p:cNvSpPr>
          <p:nvPr/>
        </p:nvSpPr>
        <p:spPr>
          <a:xfrm rot="-5400000">
            <a:off x="407394" y="3975801"/>
            <a:ext cx="819792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19" name="b_small_bar_1702">
            <a:extLst>
              <a:ext uri="{FF2B5EF4-FFF2-40B4-BE49-F238E27FC236}">
                <a16:creationId xmlns:a16="http://schemas.microsoft.com/office/drawing/2014/main" id="{0DAE594D-E35C-43E3-ADDA-7C6892BB9CD0}"/>
              </a:ext>
            </a:extLst>
          </p:cNvPr>
          <p:cNvSpPr>
            <a:spLocks noGrp="1"/>
          </p:cNvSpPr>
          <p:nvPr/>
        </p:nvSpPr>
        <p:spPr>
          <a:xfrm>
            <a:off x="2049831" y="3955515"/>
            <a:ext cx="494991" cy="2078052"/>
          </a:xfrm>
          <a:custGeom>
            <a:avLst/>
            <a:gdLst/>
            <a:ahLst/>
            <a:cxnLst/>
            <a:rect l="0" t="0" r="0" b="0"/>
            <a:pathLst>
              <a:path w="494991" h="2078052">
                <a:moveTo>
                  <a:pt x="0" y="2078052"/>
                </a:moveTo>
                <a:lnTo>
                  <a:pt x="494991" y="2078052"/>
                </a:lnTo>
                <a:lnTo>
                  <a:pt x="494991" y="0"/>
                </a:lnTo>
                <a:lnTo>
                  <a:pt x="0" y="0"/>
                </a:lnTo>
                <a:lnTo>
                  <a:pt x="0" y="2078052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0" name="b_small_bar_1703">
            <a:extLst>
              <a:ext uri="{FF2B5EF4-FFF2-40B4-BE49-F238E27FC236}">
                <a16:creationId xmlns:a16="http://schemas.microsoft.com/office/drawing/2014/main" id="{6B531FAE-994C-487C-A9C8-7726A52BE81E}"/>
              </a:ext>
            </a:extLst>
          </p:cNvPr>
          <p:cNvSpPr>
            <a:spLocks noGrp="1"/>
          </p:cNvSpPr>
          <p:nvPr/>
        </p:nvSpPr>
        <p:spPr>
          <a:xfrm>
            <a:off x="4495440" y="3504972"/>
            <a:ext cx="494991" cy="2528594"/>
          </a:xfrm>
          <a:custGeom>
            <a:avLst/>
            <a:gdLst/>
            <a:ahLst/>
            <a:cxnLst/>
            <a:rect l="0" t="0" r="0" b="0"/>
            <a:pathLst>
              <a:path w="494991" h="2528594">
                <a:moveTo>
                  <a:pt x="0" y="2528594"/>
                </a:moveTo>
                <a:lnTo>
                  <a:pt x="494991" y="2528594"/>
                </a:lnTo>
                <a:lnTo>
                  <a:pt x="494991" y="0"/>
                </a:lnTo>
                <a:lnTo>
                  <a:pt x="0" y="0"/>
                </a:lnTo>
                <a:lnTo>
                  <a:pt x="0" y="2528594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1" name="b_small_bar_1704">
            <a:extLst>
              <a:ext uri="{FF2B5EF4-FFF2-40B4-BE49-F238E27FC236}">
                <a16:creationId xmlns:a16="http://schemas.microsoft.com/office/drawing/2014/main" id="{DDED9CA0-C725-4B1B-A237-E358AE6F0F8C}"/>
              </a:ext>
            </a:extLst>
          </p:cNvPr>
          <p:cNvSpPr>
            <a:spLocks noGrp="1"/>
          </p:cNvSpPr>
          <p:nvPr/>
        </p:nvSpPr>
        <p:spPr>
          <a:xfrm>
            <a:off x="6941048" y="3852215"/>
            <a:ext cx="494991" cy="2181351"/>
          </a:xfrm>
          <a:custGeom>
            <a:avLst/>
            <a:gdLst/>
            <a:ahLst/>
            <a:cxnLst/>
            <a:rect l="0" t="0" r="0" b="0"/>
            <a:pathLst>
              <a:path w="494991" h="2181351">
                <a:moveTo>
                  <a:pt x="0" y="2181351"/>
                </a:moveTo>
                <a:lnTo>
                  <a:pt x="494991" y="2181351"/>
                </a:lnTo>
                <a:lnTo>
                  <a:pt x="494991" y="0"/>
                </a:lnTo>
                <a:lnTo>
                  <a:pt x="0" y="0"/>
                </a:lnTo>
                <a:lnTo>
                  <a:pt x="0" y="2181351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2" name="b_small_bar_1705">
            <a:extLst>
              <a:ext uri="{FF2B5EF4-FFF2-40B4-BE49-F238E27FC236}">
                <a16:creationId xmlns:a16="http://schemas.microsoft.com/office/drawing/2014/main" id="{21A05175-A857-4381-B35C-16ECA4ABE5AC}"/>
              </a:ext>
            </a:extLst>
          </p:cNvPr>
          <p:cNvSpPr>
            <a:spLocks noGrp="1"/>
          </p:cNvSpPr>
          <p:nvPr/>
        </p:nvSpPr>
        <p:spPr>
          <a:xfrm>
            <a:off x="2612321" y="4297078"/>
            <a:ext cx="494991" cy="1736488"/>
          </a:xfrm>
          <a:custGeom>
            <a:avLst/>
            <a:gdLst/>
            <a:ahLst/>
            <a:cxnLst/>
            <a:rect l="0" t="0" r="0" b="0"/>
            <a:pathLst>
              <a:path w="494991" h="1736488">
                <a:moveTo>
                  <a:pt x="0" y="1736488"/>
                </a:moveTo>
                <a:lnTo>
                  <a:pt x="494991" y="1736488"/>
                </a:lnTo>
                <a:lnTo>
                  <a:pt x="494991" y="0"/>
                </a:lnTo>
                <a:lnTo>
                  <a:pt x="0" y="0"/>
                </a:lnTo>
                <a:lnTo>
                  <a:pt x="0" y="1736488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3" name="b_small_bar_1706">
            <a:extLst>
              <a:ext uri="{FF2B5EF4-FFF2-40B4-BE49-F238E27FC236}">
                <a16:creationId xmlns:a16="http://schemas.microsoft.com/office/drawing/2014/main" id="{EAAA32AE-4F26-4247-AD46-6E781EB40CAF}"/>
              </a:ext>
            </a:extLst>
          </p:cNvPr>
          <p:cNvSpPr>
            <a:spLocks noGrp="1"/>
          </p:cNvSpPr>
          <p:nvPr/>
        </p:nvSpPr>
        <p:spPr>
          <a:xfrm>
            <a:off x="5057929" y="3968494"/>
            <a:ext cx="494991" cy="2065072"/>
          </a:xfrm>
          <a:custGeom>
            <a:avLst/>
            <a:gdLst/>
            <a:ahLst/>
            <a:cxnLst/>
            <a:rect l="0" t="0" r="0" b="0"/>
            <a:pathLst>
              <a:path w="494991" h="2065072">
                <a:moveTo>
                  <a:pt x="0" y="2065072"/>
                </a:moveTo>
                <a:lnTo>
                  <a:pt x="494991" y="2065072"/>
                </a:lnTo>
                <a:lnTo>
                  <a:pt x="494991" y="0"/>
                </a:lnTo>
                <a:lnTo>
                  <a:pt x="0" y="0"/>
                </a:lnTo>
                <a:lnTo>
                  <a:pt x="0" y="2065072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4" name="b_small_bar_1707">
            <a:extLst>
              <a:ext uri="{FF2B5EF4-FFF2-40B4-BE49-F238E27FC236}">
                <a16:creationId xmlns:a16="http://schemas.microsoft.com/office/drawing/2014/main" id="{544E6322-6278-47FD-A527-00BCE8597DA1}"/>
              </a:ext>
            </a:extLst>
          </p:cNvPr>
          <p:cNvSpPr>
            <a:spLocks noGrp="1"/>
          </p:cNvSpPr>
          <p:nvPr/>
        </p:nvSpPr>
        <p:spPr>
          <a:xfrm>
            <a:off x="7503538" y="4232921"/>
            <a:ext cx="494991" cy="1800646"/>
          </a:xfrm>
          <a:custGeom>
            <a:avLst/>
            <a:gdLst/>
            <a:ahLst/>
            <a:cxnLst/>
            <a:rect l="0" t="0" r="0" b="0"/>
            <a:pathLst>
              <a:path w="494991" h="1800646">
                <a:moveTo>
                  <a:pt x="0" y="1800646"/>
                </a:moveTo>
                <a:lnTo>
                  <a:pt x="494991" y="1800646"/>
                </a:lnTo>
                <a:lnTo>
                  <a:pt x="494991" y="0"/>
                </a:lnTo>
                <a:lnTo>
                  <a:pt x="0" y="0"/>
                </a:lnTo>
                <a:lnTo>
                  <a:pt x="0" y="1800646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5" name="b_small_bar_1708">
            <a:extLst>
              <a:ext uri="{FF2B5EF4-FFF2-40B4-BE49-F238E27FC236}">
                <a16:creationId xmlns:a16="http://schemas.microsoft.com/office/drawing/2014/main" id="{BF0D7923-E76F-41EE-B456-6DECE3406979}"/>
              </a:ext>
            </a:extLst>
          </p:cNvPr>
          <p:cNvSpPr>
            <a:spLocks noGrp="1"/>
          </p:cNvSpPr>
          <p:nvPr/>
        </p:nvSpPr>
        <p:spPr>
          <a:xfrm>
            <a:off x="3174811" y="5771722"/>
            <a:ext cx="494991" cy="261845"/>
          </a:xfrm>
          <a:custGeom>
            <a:avLst/>
            <a:gdLst/>
            <a:ahLst/>
            <a:cxnLst/>
            <a:rect l="0" t="0" r="0" b="0"/>
            <a:pathLst>
              <a:path w="494991" h="261845">
                <a:moveTo>
                  <a:pt x="0" y="261845"/>
                </a:moveTo>
                <a:lnTo>
                  <a:pt x="494991" y="261845"/>
                </a:lnTo>
                <a:lnTo>
                  <a:pt x="494991" y="0"/>
                </a:lnTo>
                <a:lnTo>
                  <a:pt x="0" y="0"/>
                </a:lnTo>
                <a:lnTo>
                  <a:pt x="0" y="261845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6" name="b_small_bar_1709">
            <a:extLst>
              <a:ext uri="{FF2B5EF4-FFF2-40B4-BE49-F238E27FC236}">
                <a16:creationId xmlns:a16="http://schemas.microsoft.com/office/drawing/2014/main" id="{7E0A378C-8B1A-499C-A7AB-285CD73E1325}"/>
              </a:ext>
            </a:extLst>
          </p:cNvPr>
          <p:cNvSpPr>
            <a:spLocks noGrp="1"/>
          </p:cNvSpPr>
          <p:nvPr/>
        </p:nvSpPr>
        <p:spPr>
          <a:xfrm>
            <a:off x="5620419" y="4367296"/>
            <a:ext cx="494991" cy="1666271"/>
          </a:xfrm>
          <a:custGeom>
            <a:avLst/>
            <a:gdLst/>
            <a:ahLst/>
            <a:cxnLst/>
            <a:rect l="0" t="0" r="0" b="0"/>
            <a:pathLst>
              <a:path w="494991" h="1666271">
                <a:moveTo>
                  <a:pt x="0" y="1666271"/>
                </a:moveTo>
                <a:lnTo>
                  <a:pt x="494991" y="1666271"/>
                </a:lnTo>
                <a:lnTo>
                  <a:pt x="494991" y="0"/>
                </a:lnTo>
                <a:lnTo>
                  <a:pt x="0" y="0"/>
                </a:lnTo>
                <a:lnTo>
                  <a:pt x="0" y="1666271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7" name="b_small_bar_1710">
            <a:extLst>
              <a:ext uri="{FF2B5EF4-FFF2-40B4-BE49-F238E27FC236}">
                <a16:creationId xmlns:a16="http://schemas.microsoft.com/office/drawing/2014/main" id="{724526C0-A6AC-4A18-B747-28C51EF44475}"/>
              </a:ext>
            </a:extLst>
          </p:cNvPr>
          <p:cNvSpPr>
            <a:spLocks noGrp="1"/>
          </p:cNvSpPr>
          <p:nvPr/>
        </p:nvSpPr>
        <p:spPr>
          <a:xfrm>
            <a:off x="8066027" y="4976123"/>
            <a:ext cx="494991" cy="1057444"/>
          </a:xfrm>
          <a:custGeom>
            <a:avLst/>
            <a:gdLst/>
            <a:ahLst/>
            <a:cxnLst/>
            <a:rect l="0" t="0" r="0" b="0"/>
            <a:pathLst>
              <a:path w="494991" h="1057444">
                <a:moveTo>
                  <a:pt x="0" y="1057444"/>
                </a:moveTo>
                <a:lnTo>
                  <a:pt x="494991" y="1057444"/>
                </a:lnTo>
                <a:lnTo>
                  <a:pt x="494991" y="0"/>
                </a:lnTo>
                <a:lnTo>
                  <a:pt x="0" y="0"/>
                </a:lnTo>
                <a:lnTo>
                  <a:pt x="0" y="1057444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8" name="b_small_bar_1711">
            <a:extLst>
              <a:ext uri="{FF2B5EF4-FFF2-40B4-BE49-F238E27FC236}">
                <a16:creationId xmlns:a16="http://schemas.microsoft.com/office/drawing/2014/main" id="{81C2F158-AB0C-4FE0-8B36-9EF350A1BD16}"/>
              </a:ext>
            </a:extLst>
          </p:cNvPr>
          <p:cNvSpPr>
            <a:spLocks noGrp="1"/>
          </p:cNvSpPr>
          <p:nvPr/>
        </p:nvSpPr>
        <p:spPr>
          <a:xfrm>
            <a:off x="2151911" y="29490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" name="b_small_bar_1712">
            <a:extLst>
              <a:ext uri="{FF2B5EF4-FFF2-40B4-BE49-F238E27FC236}">
                <a16:creationId xmlns:a16="http://schemas.microsoft.com/office/drawing/2014/main" id="{E4DDADDE-29F5-443B-9F6E-0C089EFB2619}"/>
              </a:ext>
            </a:extLst>
          </p:cNvPr>
          <p:cNvSpPr>
            <a:spLocks noGrp="1"/>
          </p:cNvSpPr>
          <p:nvPr/>
        </p:nvSpPr>
        <p:spPr>
          <a:xfrm>
            <a:off x="2096529" y="334194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" name="b_small_bar_1713">
            <a:extLst>
              <a:ext uri="{FF2B5EF4-FFF2-40B4-BE49-F238E27FC236}">
                <a16:creationId xmlns:a16="http://schemas.microsoft.com/office/drawing/2014/main" id="{9597E32F-3019-4F4F-9AD2-7C383F7EFD5B}"/>
              </a:ext>
            </a:extLst>
          </p:cNvPr>
          <p:cNvSpPr>
            <a:spLocks noGrp="1"/>
          </p:cNvSpPr>
          <p:nvPr/>
        </p:nvSpPr>
        <p:spPr>
          <a:xfrm>
            <a:off x="2352812" y="300622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" name="b_small_bar_1714">
            <a:extLst>
              <a:ext uri="{FF2B5EF4-FFF2-40B4-BE49-F238E27FC236}">
                <a16:creationId xmlns:a16="http://schemas.microsoft.com/office/drawing/2014/main" id="{DE4329A6-FCED-463C-BA5C-1123CA28A06D}"/>
              </a:ext>
            </a:extLst>
          </p:cNvPr>
          <p:cNvSpPr>
            <a:spLocks noGrp="1"/>
          </p:cNvSpPr>
          <p:nvPr/>
        </p:nvSpPr>
        <p:spPr>
          <a:xfrm>
            <a:off x="2176752" y="31143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" name="b_small_bar_1715">
            <a:extLst>
              <a:ext uri="{FF2B5EF4-FFF2-40B4-BE49-F238E27FC236}">
                <a16:creationId xmlns:a16="http://schemas.microsoft.com/office/drawing/2014/main" id="{5537651E-6681-420B-9A98-45FB339F04E9}"/>
              </a:ext>
            </a:extLst>
          </p:cNvPr>
          <p:cNvSpPr>
            <a:spLocks noGrp="1"/>
          </p:cNvSpPr>
          <p:nvPr/>
        </p:nvSpPr>
        <p:spPr>
          <a:xfrm>
            <a:off x="2438641" y="44707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" name="b_small_bar_1716">
            <a:extLst>
              <a:ext uri="{FF2B5EF4-FFF2-40B4-BE49-F238E27FC236}">
                <a16:creationId xmlns:a16="http://schemas.microsoft.com/office/drawing/2014/main" id="{5FDAD768-EDCD-4562-BA4F-685C54B962BD}"/>
              </a:ext>
            </a:extLst>
          </p:cNvPr>
          <p:cNvSpPr>
            <a:spLocks noGrp="1"/>
          </p:cNvSpPr>
          <p:nvPr/>
        </p:nvSpPr>
        <p:spPr>
          <a:xfrm>
            <a:off x="2068777" y="45446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" name="b_small_bar_1717">
            <a:extLst>
              <a:ext uri="{FF2B5EF4-FFF2-40B4-BE49-F238E27FC236}">
                <a16:creationId xmlns:a16="http://schemas.microsoft.com/office/drawing/2014/main" id="{78F9EF22-06A3-4823-8C4E-C1A9DFAD0E12}"/>
              </a:ext>
            </a:extLst>
          </p:cNvPr>
          <p:cNvSpPr>
            <a:spLocks noGrp="1"/>
          </p:cNvSpPr>
          <p:nvPr/>
        </p:nvSpPr>
        <p:spPr>
          <a:xfrm>
            <a:off x="2431507" y="303368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" name="b_small_bar_1718">
            <a:extLst>
              <a:ext uri="{FF2B5EF4-FFF2-40B4-BE49-F238E27FC236}">
                <a16:creationId xmlns:a16="http://schemas.microsoft.com/office/drawing/2014/main" id="{DA572CC4-EB68-4EB6-BBA9-9C8D76D4C2D8}"/>
              </a:ext>
            </a:extLst>
          </p:cNvPr>
          <p:cNvSpPr>
            <a:spLocks noGrp="1"/>
          </p:cNvSpPr>
          <p:nvPr/>
        </p:nvSpPr>
        <p:spPr>
          <a:xfrm>
            <a:off x="2097532" y="34674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" name="b_small_bar_1719">
            <a:extLst>
              <a:ext uri="{FF2B5EF4-FFF2-40B4-BE49-F238E27FC236}">
                <a16:creationId xmlns:a16="http://schemas.microsoft.com/office/drawing/2014/main" id="{CAC587A4-924D-4E97-BE05-7DC812D94A1A}"/>
              </a:ext>
            </a:extLst>
          </p:cNvPr>
          <p:cNvSpPr>
            <a:spLocks noGrp="1"/>
          </p:cNvSpPr>
          <p:nvPr/>
        </p:nvSpPr>
        <p:spPr>
          <a:xfrm>
            <a:off x="2115973" y="33618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" name="b_small_bar_1720">
            <a:extLst>
              <a:ext uri="{FF2B5EF4-FFF2-40B4-BE49-F238E27FC236}">
                <a16:creationId xmlns:a16="http://schemas.microsoft.com/office/drawing/2014/main" id="{E2A0FF84-7F6B-4913-A3F5-AE61A69B08E5}"/>
              </a:ext>
            </a:extLst>
          </p:cNvPr>
          <p:cNvSpPr>
            <a:spLocks noGrp="1"/>
          </p:cNvSpPr>
          <p:nvPr/>
        </p:nvSpPr>
        <p:spPr>
          <a:xfrm>
            <a:off x="2293974" y="31974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" name="b_small_bar_1721">
            <a:extLst>
              <a:ext uri="{FF2B5EF4-FFF2-40B4-BE49-F238E27FC236}">
                <a16:creationId xmlns:a16="http://schemas.microsoft.com/office/drawing/2014/main" id="{E54F76B7-2307-402C-BDA4-86EDBFDCBF36}"/>
              </a:ext>
            </a:extLst>
          </p:cNvPr>
          <p:cNvSpPr>
            <a:spLocks noGrp="1"/>
          </p:cNvSpPr>
          <p:nvPr/>
        </p:nvSpPr>
        <p:spPr>
          <a:xfrm>
            <a:off x="2064361" y="329198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" name="b_small_bar_1722">
            <a:extLst>
              <a:ext uri="{FF2B5EF4-FFF2-40B4-BE49-F238E27FC236}">
                <a16:creationId xmlns:a16="http://schemas.microsoft.com/office/drawing/2014/main" id="{4F8C9FA9-FDCE-41C8-A6FC-91BECE189D05}"/>
              </a:ext>
            </a:extLst>
          </p:cNvPr>
          <p:cNvSpPr>
            <a:spLocks noGrp="1"/>
          </p:cNvSpPr>
          <p:nvPr/>
        </p:nvSpPr>
        <p:spPr>
          <a:xfrm>
            <a:off x="2189576" y="339572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" name="b_small_bar_1723">
            <a:extLst>
              <a:ext uri="{FF2B5EF4-FFF2-40B4-BE49-F238E27FC236}">
                <a16:creationId xmlns:a16="http://schemas.microsoft.com/office/drawing/2014/main" id="{00737C00-9B90-41A6-9166-F85B206B2AA5}"/>
              </a:ext>
            </a:extLst>
          </p:cNvPr>
          <p:cNvSpPr>
            <a:spLocks noGrp="1"/>
          </p:cNvSpPr>
          <p:nvPr/>
        </p:nvSpPr>
        <p:spPr>
          <a:xfrm>
            <a:off x="2271927" y="433548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" name="b_small_bar_1724">
            <a:extLst>
              <a:ext uri="{FF2B5EF4-FFF2-40B4-BE49-F238E27FC236}">
                <a16:creationId xmlns:a16="http://schemas.microsoft.com/office/drawing/2014/main" id="{1ACEC9A5-9DE9-4A97-A66B-77F6D0077D4C}"/>
              </a:ext>
            </a:extLst>
          </p:cNvPr>
          <p:cNvSpPr>
            <a:spLocks noGrp="1"/>
          </p:cNvSpPr>
          <p:nvPr/>
        </p:nvSpPr>
        <p:spPr>
          <a:xfrm>
            <a:off x="2268044" y="344685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" name="b_small_bar_1725">
            <a:extLst>
              <a:ext uri="{FF2B5EF4-FFF2-40B4-BE49-F238E27FC236}">
                <a16:creationId xmlns:a16="http://schemas.microsoft.com/office/drawing/2014/main" id="{3C62D70D-3FF8-4491-8E40-5EA265A04058}"/>
              </a:ext>
            </a:extLst>
          </p:cNvPr>
          <p:cNvSpPr>
            <a:spLocks noGrp="1"/>
          </p:cNvSpPr>
          <p:nvPr/>
        </p:nvSpPr>
        <p:spPr>
          <a:xfrm>
            <a:off x="2326062" y="307923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" name="b_small_bar_1726">
            <a:extLst>
              <a:ext uri="{FF2B5EF4-FFF2-40B4-BE49-F238E27FC236}">
                <a16:creationId xmlns:a16="http://schemas.microsoft.com/office/drawing/2014/main" id="{D915C51C-B998-468F-99F0-2B9B24C22F13}"/>
              </a:ext>
            </a:extLst>
          </p:cNvPr>
          <p:cNvSpPr>
            <a:spLocks noGrp="1"/>
          </p:cNvSpPr>
          <p:nvPr/>
        </p:nvSpPr>
        <p:spPr>
          <a:xfrm>
            <a:off x="206485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" name="b_small_bar_1727">
            <a:extLst>
              <a:ext uri="{FF2B5EF4-FFF2-40B4-BE49-F238E27FC236}">
                <a16:creationId xmlns:a16="http://schemas.microsoft.com/office/drawing/2014/main" id="{395AE83D-14BD-4BA3-A9CB-E1871153AD46}"/>
              </a:ext>
            </a:extLst>
          </p:cNvPr>
          <p:cNvSpPr>
            <a:spLocks noGrp="1"/>
          </p:cNvSpPr>
          <p:nvPr/>
        </p:nvSpPr>
        <p:spPr>
          <a:xfrm>
            <a:off x="2237207" y="306146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" name="b_small_bar_1728">
            <a:extLst>
              <a:ext uri="{FF2B5EF4-FFF2-40B4-BE49-F238E27FC236}">
                <a16:creationId xmlns:a16="http://schemas.microsoft.com/office/drawing/2014/main" id="{CB4C9267-3CB7-4ACE-A37F-584E23FFF3F2}"/>
              </a:ext>
            </a:extLst>
          </p:cNvPr>
          <p:cNvSpPr>
            <a:spLocks noGrp="1"/>
          </p:cNvSpPr>
          <p:nvPr/>
        </p:nvSpPr>
        <p:spPr>
          <a:xfrm>
            <a:off x="2100659" y="29367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" name="b_small_bar_1729">
            <a:extLst>
              <a:ext uri="{FF2B5EF4-FFF2-40B4-BE49-F238E27FC236}">
                <a16:creationId xmlns:a16="http://schemas.microsoft.com/office/drawing/2014/main" id="{71582C9B-712A-44EE-86C8-01FD48DA8779}"/>
              </a:ext>
            </a:extLst>
          </p:cNvPr>
          <p:cNvSpPr>
            <a:spLocks noGrp="1"/>
          </p:cNvSpPr>
          <p:nvPr/>
        </p:nvSpPr>
        <p:spPr>
          <a:xfrm>
            <a:off x="2096932" y="382895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" name="b_small_bar_1730">
            <a:extLst>
              <a:ext uri="{FF2B5EF4-FFF2-40B4-BE49-F238E27FC236}">
                <a16:creationId xmlns:a16="http://schemas.microsoft.com/office/drawing/2014/main" id="{5D2DA934-B80B-454D-9ACD-330F62F8B320}"/>
              </a:ext>
            </a:extLst>
          </p:cNvPr>
          <p:cNvSpPr>
            <a:spLocks noGrp="1"/>
          </p:cNvSpPr>
          <p:nvPr/>
        </p:nvSpPr>
        <p:spPr>
          <a:xfrm>
            <a:off x="227036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" name="b_small_bar_1731">
            <a:extLst>
              <a:ext uri="{FF2B5EF4-FFF2-40B4-BE49-F238E27FC236}">
                <a16:creationId xmlns:a16="http://schemas.microsoft.com/office/drawing/2014/main" id="{03511AFA-A99D-40E5-B1BE-352F77E4293F}"/>
              </a:ext>
            </a:extLst>
          </p:cNvPr>
          <p:cNvSpPr>
            <a:spLocks noGrp="1"/>
          </p:cNvSpPr>
          <p:nvPr/>
        </p:nvSpPr>
        <p:spPr>
          <a:xfrm>
            <a:off x="2110116" y="48313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" name="b_small_bar_1732">
            <a:extLst>
              <a:ext uri="{FF2B5EF4-FFF2-40B4-BE49-F238E27FC236}">
                <a16:creationId xmlns:a16="http://schemas.microsoft.com/office/drawing/2014/main" id="{EA0968BA-4D26-4718-86BB-24ECE7AC289C}"/>
              </a:ext>
            </a:extLst>
          </p:cNvPr>
          <p:cNvSpPr>
            <a:spLocks noGrp="1"/>
          </p:cNvSpPr>
          <p:nvPr/>
        </p:nvSpPr>
        <p:spPr>
          <a:xfrm>
            <a:off x="212857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" name="b_small_bar_1733">
            <a:extLst>
              <a:ext uri="{FF2B5EF4-FFF2-40B4-BE49-F238E27FC236}">
                <a16:creationId xmlns:a16="http://schemas.microsoft.com/office/drawing/2014/main" id="{335F49C9-A168-4193-A7C3-43749AE5CFC7}"/>
              </a:ext>
            </a:extLst>
          </p:cNvPr>
          <p:cNvSpPr>
            <a:spLocks noGrp="1"/>
          </p:cNvSpPr>
          <p:nvPr/>
        </p:nvSpPr>
        <p:spPr>
          <a:xfrm>
            <a:off x="2304384" y="298055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" name="b_small_bar_1734">
            <a:extLst>
              <a:ext uri="{FF2B5EF4-FFF2-40B4-BE49-F238E27FC236}">
                <a16:creationId xmlns:a16="http://schemas.microsoft.com/office/drawing/2014/main" id="{CB207478-C53F-4BA4-8A28-474D93C560E3}"/>
              </a:ext>
            </a:extLst>
          </p:cNvPr>
          <p:cNvSpPr>
            <a:spLocks noGrp="1"/>
          </p:cNvSpPr>
          <p:nvPr/>
        </p:nvSpPr>
        <p:spPr>
          <a:xfrm>
            <a:off x="2061414" y="321932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" name="b_small_bar_1735">
            <a:extLst>
              <a:ext uri="{FF2B5EF4-FFF2-40B4-BE49-F238E27FC236}">
                <a16:creationId xmlns:a16="http://schemas.microsoft.com/office/drawing/2014/main" id="{A30C6BD5-E8AC-4D25-9DF5-44514A3D218E}"/>
              </a:ext>
            </a:extLst>
          </p:cNvPr>
          <p:cNvSpPr>
            <a:spLocks noGrp="1"/>
          </p:cNvSpPr>
          <p:nvPr/>
        </p:nvSpPr>
        <p:spPr>
          <a:xfrm>
            <a:off x="2261449" y="335885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" name="b_small_bar_1736">
            <a:extLst>
              <a:ext uri="{FF2B5EF4-FFF2-40B4-BE49-F238E27FC236}">
                <a16:creationId xmlns:a16="http://schemas.microsoft.com/office/drawing/2014/main" id="{686EBC8C-836A-406A-9C06-835040CC870C}"/>
              </a:ext>
            </a:extLst>
          </p:cNvPr>
          <p:cNvSpPr>
            <a:spLocks noGrp="1"/>
          </p:cNvSpPr>
          <p:nvPr/>
        </p:nvSpPr>
        <p:spPr>
          <a:xfrm>
            <a:off x="2306150" y="417562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" name="b_small_bar_1737">
            <a:extLst>
              <a:ext uri="{FF2B5EF4-FFF2-40B4-BE49-F238E27FC236}">
                <a16:creationId xmlns:a16="http://schemas.microsoft.com/office/drawing/2014/main" id="{D63BF60A-DAF4-4032-827D-7468FEC3F452}"/>
              </a:ext>
            </a:extLst>
          </p:cNvPr>
          <p:cNvSpPr>
            <a:spLocks noGrp="1"/>
          </p:cNvSpPr>
          <p:nvPr/>
        </p:nvSpPr>
        <p:spPr>
          <a:xfrm>
            <a:off x="2073501" y="319098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" name="b_small_bar_1738">
            <a:extLst>
              <a:ext uri="{FF2B5EF4-FFF2-40B4-BE49-F238E27FC236}">
                <a16:creationId xmlns:a16="http://schemas.microsoft.com/office/drawing/2014/main" id="{2E29711A-5EF5-4AED-B54C-71EC7D37B0A5}"/>
              </a:ext>
            </a:extLst>
          </p:cNvPr>
          <p:cNvSpPr>
            <a:spLocks noGrp="1"/>
          </p:cNvSpPr>
          <p:nvPr/>
        </p:nvSpPr>
        <p:spPr>
          <a:xfrm>
            <a:off x="2092145" y="329012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" name="b_small_bar_1739">
            <a:extLst>
              <a:ext uri="{FF2B5EF4-FFF2-40B4-BE49-F238E27FC236}">
                <a16:creationId xmlns:a16="http://schemas.microsoft.com/office/drawing/2014/main" id="{FF3A5E0D-1190-45F0-8FB9-69BC65896C53}"/>
              </a:ext>
            </a:extLst>
          </p:cNvPr>
          <p:cNvSpPr>
            <a:spLocks noGrp="1"/>
          </p:cNvSpPr>
          <p:nvPr/>
        </p:nvSpPr>
        <p:spPr>
          <a:xfrm>
            <a:off x="2184270" y="364919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" name="b_small_bar_1740">
            <a:extLst>
              <a:ext uri="{FF2B5EF4-FFF2-40B4-BE49-F238E27FC236}">
                <a16:creationId xmlns:a16="http://schemas.microsoft.com/office/drawing/2014/main" id="{7ABECCFA-8300-4AA2-8BAF-A2A74380A328}"/>
              </a:ext>
            </a:extLst>
          </p:cNvPr>
          <p:cNvSpPr>
            <a:spLocks noGrp="1"/>
          </p:cNvSpPr>
          <p:nvPr/>
        </p:nvSpPr>
        <p:spPr>
          <a:xfrm>
            <a:off x="2155472" y="422264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" name="b_small_bar_1741">
            <a:extLst>
              <a:ext uri="{FF2B5EF4-FFF2-40B4-BE49-F238E27FC236}">
                <a16:creationId xmlns:a16="http://schemas.microsoft.com/office/drawing/2014/main" id="{156B1D4D-3165-43AA-A5B0-DE9D884FD835}"/>
              </a:ext>
            </a:extLst>
          </p:cNvPr>
          <p:cNvSpPr>
            <a:spLocks noGrp="1"/>
          </p:cNvSpPr>
          <p:nvPr/>
        </p:nvSpPr>
        <p:spPr>
          <a:xfrm>
            <a:off x="2225673" y="491455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" name="b_small_bar_1742">
            <a:extLst>
              <a:ext uri="{FF2B5EF4-FFF2-40B4-BE49-F238E27FC236}">
                <a16:creationId xmlns:a16="http://schemas.microsoft.com/office/drawing/2014/main" id="{F93D788F-1CB8-47B6-8D45-41C30D14D1B4}"/>
              </a:ext>
            </a:extLst>
          </p:cNvPr>
          <p:cNvSpPr>
            <a:spLocks noGrp="1"/>
          </p:cNvSpPr>
          <p:nvPr/>
        </p:nvSpPr>
        <p:spPr>
          <a:xfrm>
            <a:off x="2155496" y="285643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" name="b_small_bar_1743">
            <a:extLst>
              <a:ext uri="{FF2B5EF4-FFF2-40B4-BE49-F238E27FC236}">
                <a16:creationId xmlns:a16="http://schemas.microsoft.com/office/drawing/2014/main" id="{51F1950E-F2E4-42D1-8D7B-1495958DFC33}"/>
              </a:ext>
            </a:extLst>
          </p:cNvPr>
          <p:cNvSpPr>
            <a:spLocks noGrp="1"/>
          </p:cNvSpPr>
          <p:nvPr/>
        </p:nvSpPr>
        <p:spPr>
          <a:xfrm>
            <a:off x="2376710" y="316475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" name="b_small_bar_1744">
            <a:extLst>
              <a:ext uri="{FF2B5EF4-FFF2-40B4-BE49-F238E27FC236}">
                <a16:creationId xmlns:a16="http://schemas.microsoft.com/office/drawing/2014/main" id="{1FBE1CEE-96AD-43EF-A631-B6F581CA5E07}"/>
              </a:ext>
            </a:extLst>
          </p:cNvPr>
          <p:cNvSpPr>
            <a:spLocks noGrp="1"/>
          </p:cNvSpPr>
          <p:nvPr/>
        </p:nvSpPr>
        <p:spPr>
          <a:xfrm>
            <a:off x="2165718" y="303547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" name="b_small_bar_1745">
            <a:extLst>
              <a:ext uri="{FF2B5EF4-FFF2-40B4-BE49-F238E27FC236}">
                <a16:creationId xmlns:a16="http://schemas.microsoft.com/office/drawing/2014/main" id="{A05192A3-0839-4C6B-88C9-AF85668E1CC0}"/>
              </a:ext>
            </a:extLst>
          </p:cNvPr>
          <p:cNvSpPr>
            <a:spLocks noGrp="1"/>
          </p:cNvSpPr>
          <p:nvPr/>
        </p:nvSpPr>
        <p:spPr>
          <a:xfrm>
            <a:off x="2062542" y="315866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" name="b_small_bar_1746">
            <a:extLst>
              <a:ext uri="{FF2B5EF4-FFF2-40B4-BE49-F238E27FC236}">
                <a16:creationId xmlns:a16="http://schemas.microsoft.com/office/drawing/2014/main" id="{EDBB43D2-7598-4CA7-A10E-3ECD9DE21163}"/>
              </a:ext>
            </a:extLst>
          </p:cNvPr>
          <p:cNvSpPr>
            <a:spLocks noGrp="1"/>
          </p:cNvSpPr>
          <p:nvPr/>
        </p:nvSpPr>
        <p:spPr>
          <a:xfrm>
            <a:off x="234872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" name="b_small_bar_1747">
            <a:extLst>
              <a:ext uri="{FF2B5EF4-FFF2-40B4-BE49-F238E27FC236}">
                <a16:creationId xmlns:a16="http://schemas.microsoft.com/office/drawing/2014/main" id="{8EB52069-D0CB-4B5A-ADAB-8C31770EB895}"/>
              </a:ext>
            </a:extLst>
          </p:cNvPr>
          <p:cNvSpPr>
            <a:spLocks noGrp="1"/>
          </p:cNvSpPr>
          <p:nvPr/>
        </p:nvSpPr>
        <p:spPr>
          <a:xfrm>
            <a:off x="2138293" y="305164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" name="b_small_bar_1748">
            <a:extLst>
              <a:ext uri="{FF2B5EF4-FFF2-40B4-BE49-F238E27FC236}">
                <a16:creationId xmlns:a16="http://schemas.microsoft.com/office/drawing/2014/main" id="{81ECB458-7C40-4ABF-AB35-219864E80753}"/>
              </a:ext>
            </a:extLst>
          </p:cNvPr>
          <p:cNvSpPr>
            <a:spLocks noGrp="1"/>
          </p:cNvSpPr>
          <p:nvPr/>
        </p:nvSpPr>
        <p:spPr>
          <a:xfrm>
            <a:off x="2417356" y="42101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" name="b_small_bar_1749">
            <a:extLst>
              <a:ext uri="{FF2B5EF4-FFF2-40B4-BE49-F238E27FC236}">
                <a16:creationId xmlns:a16="http://schemas.microsoft.com/office/drawing/2014/main" id="{AE147C57-72A2-4AA3-A721-10352C29E78E}"/>
              </a:ext>
            </a:extLst>
          </p:cNvPr>
          <p:cNvSpPr>
            <a:spLocks noGrp="1"/>
          </p:cNvSpPr>
          <p:nvPr/>
        </p:nvSpPr>
        <p:spPr>
          <a:xfrm>
            <a:off x="2117846" y="398732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" name="b_small_bar_1750">
            <a:extLst>
              <a:ext uri="{FF2B5EF4-FFF2-40B4-BE49-F238E27FC236}">
                <a16:creationId xmlns:a16="http://schemas.microsoft.com/office/drawing/2014/main" id="{CE426DF5-6685-4AEB-8AAA-3EE463DAF137}"/>
              </a:ext>
            </a:extLst>
          </p:cNvPr>
          <p:cNvSpPr>
            <a:spLocks noGrp="1"/>
          </p:cNvSpPr>
          <p:nvPr/>
        </p:nvSpPr>
        <p:spPr>
          <a:xfrm>
            <a:off x="2070535" y="351042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" name="b_small_bar_1751">
            <a:extLst>
              <a:ext uri="{FF2B5EF4-FFF2-40B4-BE49-F238E27FC236}">
                <a16:creationId xmlns:a16="http://schemas.microsoft.com/office/drawing/2014/main" id="{B5FE72B2-5F72-4436-80AF-8667C53DDE5E}"/>
              </a:ext>
            </a:extLst>
          </p:cNvPr>
          <p:cNvSpPr>
            <a:spLocks noGrp="1"/>
          </p:cNvSpPr>
          <p:nvPr/>
        </p:nvSpPr>
        <p:spPr>
          <a:xfrm>
            <a:off x="2136245" y="389728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" name="b_small_bar_1752">
            <a:extLst>
              <a:ext uri="{FF2B5EF4-FFF2-40B4-BE49-F238E27FC236}">
                <a16:creationId xmlns:a16="http://schemas.microsoft.com/office/drawing/2014/main" id="{7361B444-92A9-41B6-9279-4C5B05A6DCE2}"/>
              </a:ext>
            </a:extLst>
          </p:cNvPr>
          <p:cNvSpPr>
            <a:spLocks noGrp="1"/>
          </p:cNvSpPr>
          <p:nvPr/>
        </p:nvSpPr>
        <p:spPr>
          <a:xfrm>
            <a:off x="2349294" y="311861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" name="b_small_bar_1753">
            <a:extLst>
              <a:ext uri="{FF2B5EF4-FFF2-40B4-BE49-F238E27FC236}">
                <a16:creationId xmlns:a16="http://schemas.microsoft.com/office/drawing/2014/main" id="{259903CF-24E9-4347-A35F-88D8D0BA9B31}"/>
              </a:ext>
            </a:extLst>
          </p:cNvPr>
          <p:cNvSpPr>
            <a:spLocks noGrp="1"/>
          </p:cNvSpPr>
          <p:nvPr/>
        </p:nvSpPr>
        <p:spPr>
          <a:xfrm>
            <a:off x="2437503" y="312675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" name="b_small_bar_1754">
            <a:extLst>
              <a:ext uri="{FF2B5EF4-FFF2-40B4-BE49-F238E27FC236}">
                <a16:creationId xmlns:a16="http://schemas.microsoft.com/office/drawing/2014/main" id="{7A591295-A6F5-4F5E-B17B-1C916F60B59E}"/>
              </a:ext>
            </a:extLst>
          </p:cNvPr>
          <p:cNvSpPr>
            <a:spLocks noGrp="1"/>
          </p:cNvSpPr>
          <p:nvPr/>
        </p:nvSpPr>
        <p:spPr>
          <a:xfrm>
            <a:off x="2385260" y="438974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" name="b_small_bar_1755">
            <a:extLst>
              <a:ext uri="{FF2B5EF4-FFF2-40B4-BE49-F238E27FC236}">
                <a16:creationId xmlns:a16="http://schemas.microsoft.com/office/drawing/2014/main" id="{3E3BB997-AC94-4B14-A50C-0675E8AFBF7C}"/>
              </a:ext>
            </a:extLst>
          </p:cNvPr>
          <p:cNvSpPr>
            <a:spLocks noGrp="1"/>
          </p:cNvSpPr>
          <p:nvPr/>
        </p:nvSpPr>
        <p:spPr>
          <a:xfrm>
            <a:off x="2067073" y="32546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" name="b_small_bar_1756">
            <a:extLst>
              <a:ext uri="{FF2B5EF4-FFF2-40B4-BE49-F238E27FC236}">
                <a16:creationId xmlns:a16="http://schemas.microsoft.com/office/drawing/2014/main" id="{863A2771-69F0-4380-AE12-E6024DEFFA41}"/>
              </a:ext>
            </a:extLst>
          </p:cNvPr>
          <p:cNvSpPr>
            <a:spLocks noGrp="1"/>
          </p:cNvSpPr>
          <p:nvPr/>
        </p:nvSpPr>
        <p:spPr>
          <a:xfrm>
            <a:off x="2180897" y="345945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" name="b_small_bar_1757">
            <a:extLst>
              <a:ext uri="{FF2B5EF4-FFF2-40B4-BE49-F238E27FC236}">
                <a16:creationId xmlns:a16="http://schemas.microsoft.com/office/drawing/2014/main" id="{3BBD7FCB-B20A-4E00-ACBD-09733A81D104}"/>
              </a:ext>
            </a:extLst>
          </p:cNvPr>
          <p:cNvSpPr>
            <a:spLocks noGrp="1"/>
          </p:cNvSpPr>
          <p:nvPr/>
        </p:nvSpPr>
        <p:spPr>
          <a:xfrm>
            <a:off x="2364410" y="284177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" name="b_small_bar_1758">
            <a:extLst>
              <a:ext uri="{FF2B5EF4-FFF2-40B4-BE49-F238E27FC236}">
                <a16:creationId xmlns:a16="http://schemas.microsoft.com/office/drawing/2014/main" id="{FA569271-32EE-447D-9A9F-AD77BF4BD7AE}"/>
              </a:ext>
            </a:extLst>
          </p:cNvPr>
          <p:cNvSpPr>
            <a:spLocks noGrp="1"/>
          </p:cNvSpPr>
          <p:nvPr/>
        </p:nvSpPr>
        <p:spPr>
          <a:xfrm>
            <a:off x="2271436" y="48855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" name="b_small_bar_1759">
            <a:extLst>
              <a:ext uri="{FF2B5EF4-FFF2-40B4-BE49-F238E27FC236}">
                <a16:creationId xmlns:a16="http://schemas.microsoft.com/office/drawing/2014/main" id="{DDD85D23-D985-47ED-87BB-0539D1153EED}"/>
              </a:ext>
            </a:extLst>
          </p:cNvPr>
          <p:cNvSpPr>
            <a:spLocks noGrp="1"/>
          </p:cNvSpPr>
          <p:nvPr/>
        </p:nvSpPr>
        <p:spPr>
          <a:xfrm>
            <a:off x="2107417" y="292915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" name="b_small_bar_1760">
            <a:extLst>
              <a:ext uri="{FF2B5EF4-FFF2-40B4-BE49-F238E27FC236}">
                <a16:creationId xmlns:a16="http://schemas.microsoft.com/office/drawing/2014/main" id="{6FDEE5C3-B9FB-4A63-8B3A-CEF89319FDD8}"/>
              </a:ext>
            </a:extLst>
          </p:cNvPr>
          <p:cNvSpPr>
            <a:spLocks noGrp="1"/>
          </p:cNvSpPr>
          <p:nvPr/>
        </p:nvSpPr>
        <p:spPr>
          <a:xfrm>
            <a:off x="2412393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" name="b_small_bar_1761">
            <a:extLst>
              <a:ext uri="{FF2B5EF4-FFF2-40B4-BE49-F238E27FC236}">
                <a16:creationId xmlns:a16="http://schemas.microsoft.com/office/drawing/2014/main" id="{0A9C66CE-2DC7-41DE-B7EA-AA1825E9D973}"/>
              </a:ext>
            </a:extLst>
          </p:cNvPr>
          <p:cNvSpPr>
            <a:spLocks noGrp="1"/>
          </p:cNvSpPr>
          <p:nvPr/>
        </p:nvSpPr>
        <p:spPr>
          <a:xfrm>
            <a:off x="2123995" y="541412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" name="b_small_bar_1762">
            <a:extLst>
              <a:ext uri="{FF2B5EF4-FFF2-40B4-BE49-F238E27FC236}">
                <a16:creationId xmlns:a16="http://schemas.microsoft.com/office/drawing/2014/main" id="{391B6558-5868-40D8-B6F0-B95DB053A065}"/>
              </a:ext>
            </a:extLst>
          </p:cNvPr>
          <p:cNvSpPr>
            <a:spLocks noGrp="1"/>
          </p:cNvSpPr>
          <p:nvPr/>
        </p:nvSpPr>
        <p:spPr>
          <a:xfrm>
            <a:off x="219395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" name="b_small_bar_1763">
            <a:extLst>
              <a:ext uri="{FF2B5EF4-FFF2-40B4-BE49-F238E27FC236}">
                <a16:creationId xmlns:a16="http://schemas.microsoft.com/office/drawing/2014/main" id="{A4704C7C-F4AA-4CEA-A8DD-81E36061A58E}"/>
              </a:ext>
            </a:extLst>
          </p:cNvPr>
          <p:cNvSpPr>
            <a:spLocks noGrp="1"/>
          </p:cNvSpPr>
          <p:nvPr/>
        </p:nvSpPr>
        <p:spPr>
          <a:xfrm>
            <a:off x="2371516" y="463992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" name="b_small_bar_1764">
            <a:extLst>
              <a:ext uri="{FF2B5EF4-FFF2-40B4-BE49-F238E27FC236}">
                <a16:creationId xmlns:a16="http://schemas.microsoft.com/office/drawing/2014/main" id="{27E5B749-0274-40D0-B767-1E8C46E6112B}"/>
              </a:ext>
            </a:extLst>
          </p:cNvPr>
          <p:cNvSpPr>
            <a:spLocks noGrp="1"/>
          </p:cNvSpPr>
          <p:nvPr/>
        </p:nvSpPr>
        <p:spPr>
          <a:xfrm>
            <a:off x="2229946" y="50999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" name="b_small_bar_1765">
            <a:extLst>
              <a:ext uri="{FF2B5EF4-FFF2-40B4-BE49-F238E27FC236}">
                <a16:creationId xmlns:a16="http://schemas.microsoft.com/office/drawing/2014/main" id="{A2DE8AAD-C0BD-45BD-A92A-5081D64ADC85}"/>
              </a:ext>
            </a:extLst>
          </p:cNvPr>
          <p:cNvSpPr>
            <a:spLocks noGrp="1"/>
          </p:cNvSpPr>
          <p:nvPr/>
        </p:nvSpPr>
        <p:spPr>
          <a:xfrm>
            <a:off x="2221594" y="297791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" name="b_small_bar_1766">
            <a:extLst>
              <a:ext uri="{FF2B5EF4-FFF2-40B4-BE49-F238E27FC236}">
                <a16:creationId xmlns:a16="http://schemas.microsoft.com/office/drawing/2014/main" id="{48EDEE01-C4F0-4580-A3EC-7B133D4636E3}"/>
              </a:ext>
            </a:extLst>
          </p:cNvPr>
          <p:cNvSpPr>
            <a:spLocks noGrp="1"/>
          </p:cNvSpPr>
          <p:nvPr/>
        </p:nvSpPr>
        <p:spPr>
          <a:xfrm>
            <a:off x="2424831" y="344392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" name="b_small_bar_1767">
            <a:extLst>
              <a:ext uri="{FF2B5EF4-FFF2-40B4-BE49-F238E27FC236}">
                <a16:creationId xmlns:a16="http://schemas.microsoft.com/office/drawing/2014/main" id="{C563CAFA-E0D5-4AD3-B046-034FF27FB80C}"/>
              </a:ext>
            </a:extLst>
          </p:cNvPr>
          <p:cNvSpPr>
            <a:spLocks noGrp="1"/>
          </p:cNvSpPr>
          <p:nvPr/>
        </p:nvSpPr>
        <p:spPr>
          <a:xfrm>
            <a:off x="2321531" y="39609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" name="b_small_bar_1768">
            <a:extLst>
              <a:ext uri="{FF2B5EF4-FFF2-40B4-BE49-F238E27FC236}">
                <a16:creationId xmlns:a16="http://schemas.microsoft.com/office/drawing/2014/main" id="{E1B9C9A5-55EE-4BF6-988A-53E3609F582D}"/>
              </a:ext>
            </a:extLst>
          </p:cNvPr>
          <p:cNvSpPr>
            <a:spLocks noGrp="1"/>
          </p:cNvSpPr>
          <p:nvPr/>
        </p:nvSpPr>
        <p:spPr>
          <a:xfrm>
            <a:off x="2452574" y="303069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" name="b_small_bar_1769">
            <a:extLst>
              <a:ext uri="{FF2B5EF4-FFF2-40B4-BE49-F238E27FC236}">
                <a16:creationId xmlns:a16="http://schemas.microsoft.com/office/drawing/2014/main" id="{C8A49139-73B3-47D4-B529-FDE4F2A43313}"/>
              </a:ext>
            </a:extLst>
          </p:cNvPr>
          <p:cNvSpPr>
            <a:spLocks noGrp="1"/>
          </p:cNvSpPr>
          <p:nvPr/>
        </p:nvSpPr>
        <p:spPr>
          <a:xfrm>
            <a:off x="2293567" y="326698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" name="b_small_bar_1770">
            <a:extLst>
              <a:ext uri="{FF2B5EF4-FFF2-40B4-BE49-F238E27FC236}">
                <a16:creationId xmlns:a16="http://schemas.microsoft.com/office/drawing/2014/main" id="{3954FA12-CE76-4B2E-9C28-67767C26239C}"/>
              </a:ext>
            </a:extLst>
          </p:cNvPr>
          <p:cNvSpPr>
            <a:spLocks noGrp="1"/>
          </p:cNvSpPr>
          <p:nvPr/>
        </p:nvSpPr>
        <p:spPr>
          <a:xfrm>
            <a:off x="2296447" y="422291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" name="b_small_bar_1771">
            <a:extLst>
              <a:ext uri="{FF2B5EF4-FFF2-40B4-BE49-F238E27FC236}">
                <a16:creationId xmlns:a16="http://schemas.microsoft.com/office/drawing/2014/main" id="{90BCFC2B-CE7B-436D-BECC-3E557B6EBAF7}"/>
              </a:ext>
            </a:extLst>
          </p:cNvPr>
          <p:cNvSpPr>
            <a:spLocks noGrp="1"/>
          </p:cNvSpPr>
          <p:nvPr/>
        </p:nvSpPr>
        <p:spPr>
          <a:xfrm>
            <a:off x="2316393" y="336864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" name="b_small_bar_1772">
            <a:extLst>
              <a:ext uri="{FF2B5EF4-FFF2-40B4-BE49-F238E27FC236}">
                <a16:creationId xmlns:a16="http://schemas.microsoft.com/office/drawing/2014/main" id="{92C40C35-8DB7-4193-B598-27FF01AC4200}"/>
              </a:ext>
            </a:extLst>
          </p:cNvPr>
          <p:cNvSpPr>
            <a:spLocks noGrp="1"/>
          </p:cNvSpPr>
          <p:nvPr/>
        </p:nvSpPr>
        <p:spPr>
          <a:xfrm>
            <a:off x="244667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" name="b_small_bar_1773">
            <a:extLst>
              <a:ext uri="{FF2B5EF4-FFF2-40B4-BE49-F238E27FC236}">
                <a16:creationId xmlns:a16="http://schemas.microsoft.com/office/drawing/2014/main" id="{1FDE4291-70DF-4008-9752-A1F5DB90E5AE}"/>
              </a:ext>
            </a:extLst>
          </p:cNvPr>
          <p:cNvSpPr>
            <a:spLocks noGrp="1"/>
          </p:cNvSpPr>
          <p:nvPr/>
        </p:nvSpPr>
        <p:spPr>
          <a:xfrm>
            <a:off x="2348101" y="328244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" name="b_small_bar_1774">
            <a:extLst>
              <a:ext uri="{FF2B5EF4-FFF2-40B4-BE49-F238E27FC236}">
                <a16:creationId xmlns:a16="http://schemas.microsoft.com/office/drawing/2014/main" id="{819C7212-FE31-4743-8DE6-1CC6E9A42F92}"/>
              </a:ext>
            </a:extLst>
          </p:cNvPr>
          <p:cNvSpPr>
            <a:spLocks noGrp="1"/>
          </p:cNvSpPr>
          <p:nvPr/>
        </p:nvSpPr>
        <p:spPr>
          <a:xfrm>
            <a:off x="208626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" name="b_small_bar_1775">
            <a:extLst>
              <a:ext uri="{FF2B5EF4-FFF2-40B4-BE49-F238E27FC236}">
                <a16:creationId xmlns:a16="http://schemas.microsoft.com/office/drawing/2014/main" id="{BD071F79-5D06-4C61-8CA5-6EADFED57DBF}"/>
              </a:ext>
            </a:extLst>
          </p:cNvPr>
          <p:cNvSpPr>
            <a:spLocks noGrp="1"/>
          </p:cNvSpPr>
          <p:nvPr/>
        </p:nvSpPr>
        <p:spPr>
          <a:xfrm>
            <a:off x="2372764" y="42460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" name="b_small_bar_1776">
            <a:extLst>
              <a:ext uri="{FF2B5EF4-FFF2-40B4-BE49-F238E27FC236}">
                <a16:creationId xmlns:a16="http://schemas.microsoft.com/office/drawing/2014/main" id="{A290B7BC-1307-4D67-980E-6198862408B5}"/>
              </a:ext>
            </a:extLst>
          </p:cNvPr>
          <p:cNvSpPr>
            <a:spLocks noGrp="1"/>
          </p:cNvSpPr>
          <p:nvPr/>
        </p:nvSpPr>
        <p:spPr>
          <a:xfrm>
            <a:off x="2447161" y="34975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" name="b_small_bar_1777">
            <a:extLst>
              <a:ext uri="{FF2B5EF4-FFF2-40B4-BE49-F238E27FC236}">
                <a16:creationId xmlns:a16="http://schemas.microsoft.com/office/drawing/2014/main" id="{299EE3B7-3CA6-43DB-9C29-0C72A36C34B4}"/>
              </a:ext>
            </a:extLst>
          </p:cNvPr>
          <p:cNvSpPr>
            <a:spLocks noGrp="1"/>
          </p:cNvSpPr>
          <p:nvPr/>
        </p:nvSpPr>
        <p:spPr>
          <a:xfrm>
            <a:off x="2405031" y="315501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" name="b_small_bar_1778">
            <a:extLst>
              <a:ext uri="{FF2B5EF4-FFF2-40B4-BE49-F238E27FC236}">
                <a16:creationId xmlns:a16="http://schemas.microsoft.com/office/drawing/2014/main" id="{769D2461-60C9-44E7-8070-26E7775738AE}"/>
              </a:ext>
            </a:extLst>
          </p:cNvPr>
          <p:cNvSpPr>
            <a:spLocks noGrp="1"/>
          </p:cNvSpPr>
          <p:nvPr/>
        </p:nvSpPr>
        <p:spPr>
          <a:xfrm>
            <a:off x="2115783" y="39178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" name="b_small_bar_1779">
            <a:extLst>
              <a:ext uri="{FF2B5EF4-FFF2-40B4-BE49-F238E27FC236}">
                <a16:creationId xmlns:a16="http://schemas.microsoft.com/office/drawing/2014/main" id="{94660B80-3E18-4C25-8A63-EAC0B9F6EBD2}"/>
              </a:ext>
            </a:extLst>
          </p:cNvPr>
          <p:cNvSpPr>
            <a:spLocks noGrp="1"/>
          </p:cNvSpPr>
          <p:nvPr/>
        </p:nvSpPr>
        <p:spPr>
          <a:xfrm>
            <a:off x="2273094" y="36750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" name="b_small_bar_1780">
            <a:extLst>
              <a:ext uri="{FF2B5EF4-FFF2-40B4-BE49-F238E27FC236}">
                <a16:creationId xmlns:a16="http://schemas.microsoft.com/office/drawing/2014/main" id="{C63B7768-2F09-4989-87EE-D47CC1716DB5}"/>
              </a:ext>
            </a:extLst>
          </p:cNvPr>
          <p:cNvSpPr>
            <a:spLocks noGrp="1"/>
          </p:cNvSpPr>
          <p:nvPr/>
        </p:nvSpPr>
        <p:spPr>
          <a:xfrm>
            <a:off x="2444234" y="328521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" name="b_small_bar_1781">
            <a:extLst>
              <a:ext uri="{FF2B5EF4-FFF2-40B4-BE49-F238E27FC236}">
                <a16:creationId xmlns:a16="http://schemas.microsoft.com/office/drawing/2014/main" id="{965927F1-C8BA-46C6-A4D1-871038BCDA5C}"/>
              </a:ext>
            </a:extLst>
          </p:cNvPr>
          <p:cNvSpPr>
            <a:spLocks noGrp="1"/>
          </p:cNvSpPr>
          <p:nvPr/>
        </p:nvSpPr>
        <p:spPr>
          <a:xfrm>
            <a:off x="2349396" y="28028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" name="b_small_bar_1782">
            <a:extLst>
              <a:ext uri="{FF2B5EF4-FFF2-40B4-BE49-F238E27FC236}">
                <a16:creationId xmlns:a16="http://schemas.microsoft.com/office/drawing/2014/main" id="{A8AB9AE0-3062-4526-9BFB-E3F3EE7CB5DF}"/>
              </a:ext>
            </a:extLst>
          </p:cNvPr>
          <p:cNvSpPr>
            <a:spLocks noGrp="1"/>
          </p:cNvSpPr>
          <p:nvPr/>
        </p:nvSpPr>
        <p:spPr>
          <a:xfrm>
            <a:off x="2453158" y="357544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" name="b_small_bar_1783">
            <a:extLst>
              <a:ext uri="{FF2B5EF4-FFF2-40B4-BE49-F238E27FC236}">
                <a16:creationId xmlns:a16="http://schemas.microsoft.com/office/drawing/2014/main" id="{CB30F558-8146-4070-ACA4-CBE7FB3C72C9}"/>
              </a:ext>
            </a:extLst>
          </p:cNvPr>
          <p:cNvSpPr>
            <a:spLocks noGrp="1"/>
          </p:cNvSpPr>
          <p:nvPr/>
        </p:nvSpPr>
        <p:spPr>
          <a:xfrm>
            <a:off x="2379352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" name="b_small_bar_1784">
            <a:extLst>
              <a:ext uri="{FF2B5EF4-FFF2-40B4-BE49-F238E27FC236}">
                <a16:creationId xmlns:a16="http://schemas.microsoft.com/office/drawing/2014/main" id="{0FF1B732-90CF-46E4-A587-287C8EF2BC22}"/>
              </a:ext>
            </a:extLst>
          </p:cNvPr>
          <p:cNvSpPr>
            <a:spLocks noGrp="1"/>
          </p:cNvSpPr>
          <p:nvPr/>
        </p:nvSpPr>
        <p:spPr>
          <a:xfrm>
            <a:off x="2422610" y="340885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" name="b_small_bar_1785">
            <a:extLst>
              <a:ext uri="{FF2B5EF4-FFF2-40B4-BE49-F238E27FC236}">
                <a16:creationId xmlns:a16="http://schemas.microsoft.com/office/drawing/2014/main" id="{56DE2864-733E-4377-A64D-239C282B2624}"/>
              </a:ext>
            </a:extLst>
          </p:cNvPr>
          <p:cNvSpPr>
            <a:spLocks noGrp="1"/>
          </p:cNvSpPr>
          <p:nvPr/>
        </p:nvSpPr>
        <p:spPr>
          <a:xfrm>
            <a:off x="2124829" y="421805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" name="b_small_bar_1786">
            <a:extLst>
              <a:ext uri="{FF2B5EF4-FFF2-40B4-BE49-F238E27FC236}">
                <a16:creationId xmlns:a16="http://schemas.microsoft.com/office/drawing/2014/main" id="{CB9EFC7F-68AB-4593-A5B6-54E2A42366AF}"/>
              </a:ext>
            </a:extLst>
          </p:cNvPr>
          <p:cNvSpPr>
            <a:spLocks noGrp="1"/>
          </p:cNvSpPr>
          <p:nvPr/>
        </p:nvSpPr>
        <p:spPr>
          <a:xfrm>
            <a:off x="2243367" y="57065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" name="b_small_bar_1787">
            <a:extLst>
              <a:ext uri="{FF2B5EF4-FFF2-40B4-BE49-F238E27FC236}">
                <a16:creationId xmlns:a16="http://schemas.microsoft.com/office/drawing/2014/main" id="{FD53A716-B7A8-4712-AED0-4210110A8098}"/>
              </a:ext>
            </a:extLst>
          </p:cNvPr>
          <p:cNvSpPr>
            <a:spLocks noGrp="1"/>
          </p:cNvSpPr>
          <p:nvPr/>
        </p:nvSpPr>
        <p:spPr>
          <a:xfrm>
            <a:off x="2278865" y="40853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" name="b_small_bar_1788">
            <a:extLst>
              <a:ext uri="{FF2B5EF4-FFF2-40B4-BE49-F238E27FC236}">
                <a16:creationId xmlns:a16="http://schemas.microsoft.com/office/drawing/2014/main" id="{FFE2A3BA-081F-4FC4-B0B9-0A937AE06D49}"/>
              </a:ext>
            </a:extLst>
          </p:cNvPr>
          <p:cNvSpPr>
            <a:spLocks noGrp="1"/>
          </p:cNvSpPr>
          <p:nvPr/>
        </p:nvSpPr>
        <p:spPr>
          <a:xfrm>
            <a:off x="2225246" y="466694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" name="b_small_bar_1789">
            <a:extLst>
              <a:ext uri="{FF2B5EF4-FFF2-40B4-BE49-F238E27FC236}">
                <a16:creationId xmlns:a16="http://schemas.microsoft.com/office/drawing/2014/main" id="{42B3E769-DDD3-410B-A1E8-130D587A66E1}"/>
              </a:ext>
            </a:extLst>
          </p:cNvPr>
          <p:cNvSpPr>
            <a:spLocks noGrp="1"/>
          </p:cNvSpPr>
          <p:nvPr/>
        </p:nvSpPr>
        <p:spPr>
          <a:xfrm>
            <a:off x="2441742" y="555556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" name="b_small_bar_1790">
            <a:extLst>
              <a:ext uri="{FF2B5EF4-FFF2-40B4-BE49-F238E27FC236}">
                <a16:creationId xmlns:a16="http://schemas.microsoft.com/office/drawing/2014/main" id="{D4E796D1-B2CC-46F0-9CC8-B702FEDEE857}"/>
              </a:ext>
            </a:extLst>
          </p:cNvPr>
          <p:cNvSpPr>
            <a:spLocks noGrp="1"/>
          </p:cNvSpPr>
          <p:nvPr/>
        </p:nvSpPr>
        <p:spPr>
          <a:xfrm>
            <a:off x="2449719" y="319775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" name="b_small_bar_1791">
            <a:extLst>
              <a:ext uri="{FF2B5EF4-FFF2-40B4-BE49-F238E27FC236}">
                <a16:creationId xmlns:a16="http://schemas.microsoft.com/office/drawing/2014/main" id="{B796D7E4-7AFA-4821-A816-74B7D75DE64F}"/>
              </a:ext>
            </a:extLst>
          </p:cNvPr>
          <p:cNvSpPr>
            <a:spLocks noGrp="1"/>
          </p:cNvSpPr>
          <p:nvPr/>
        </p:nvSpPr>
        <p:spPr>
          <a:xfrm>
            <a:off x="2422572" y="29819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" name="b_small_bar_1792">
            <a:extLst>
              <a:ext uri="{FF2B5EF4-FFF2-40B4-BE49-F238E27FC236}">
                <a16:creationId xmlns:a16="http://schemas.microsoft.com/office/drawing/2014/main" id="{46194D23-9DBD-4DDC-BF99-D87CFADCDB6E}"/>
              </a:ext>
            </a:extLst>
          </p:cNvPr>
          <p:cNvSpPr>
            <a:spLocks noGrp="1"/>
          </p:cNvSpPr>
          <p:nvPr/>
        </p:nvSpPr>
        <p:spPr>
          <a:xfrm>
            <a:off x="2409612" y="30685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" name="b_small_bar_1793">
            <a:extLst>
              <a:ext uri="{FF2B5EF4-FFF2-40B4-BE49-F238E27FC236}">
                <a16:creationId xmlns:a16="http://schemas.microsoft.com/office/drawing/2014/main" id="{F0C281AA-CA41-40A1-9C9D-AE47E1D2ABA1}"/>
              </a:ext>
            </a:extLst>
          </p:cNvPr>
          <p:cNvSpPr>
            <a:spLocks noGrp="1"/>
          </p:cNvSpPr>
          <p:nvPr/>
        </p:nvSpPr>
        <p:spPr>
          <a:xfrm>
            <a:off x="2142782" y="431979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" name="b_small_bar_1794">
            <a:extLst>
              <a:ext uri="{FF2B5EF4-FFF2-40B4-BE49-F238E27FC236}">
                <a16:creationId xmlns:a16="http://schemas.microsoft.com/office/drawing/2014/main" id="{08B27FA3-64D6-41E4-AAAC-C1B3BA1DFCBF}"/>
              </a:ext>
            </a:extLst>
          </p:cNvPr>
          <p:cNvSpPr>
            <a:spLocks noGrp="1"/>
          </p:cNvSpPr>
          <p:nvPr/>
        </p:nvSpPr>
        <p:spPr>
          <a:xfrm>
            <a:off x="2334907" y="52577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" name="b_small_bar_1795">
            <a:extLst>
              <a:ext uri="{FF2B5EF4-FFF2-40B4-BE49-F238E27FC236}">
                <a16:creationId xmlns:a16="http://schemas.microsoft.com/office/drawing/2014/main" id="{F37E4F15-07B6-4C89-BEBB-2A93379F895D}"/>
              </a:ext>
            </a:extLst>
          </p:cNvPr>
          <p:cNvSpPr>
            <a:spLocks noGrp="1"/>
          </p:cNvSpPr>
          <p:nvPr/>
        </p:nvSpPr>
        <p:spPr>
          <a:xfrm>
            <a:off x="2374901" y="36217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" name="b_small_bar_1796">
            <a:extLst>
              <a:ext uri="{FF2B5EF4-FFF2-40B4-BE49-F238E27FC236}">
                <a16:creationId xmlns:a16="http://schemas.microsoft.com/office/drawing/2014/main" id="{FBAF6902-A642-4600-84FE-0CAB5FFE96AA}"/>
              </a:ext>
            </a:extLst>
          </p:cNvPr>
          <p:cNvSpPr>
            <a:spLocks noGrp="1"/>
          </p:cNvSpPr>
          <p:nvPr/>
        </p:nvSpPr>
        <p:spPr>
          <a:xfrm>
            <a:off x="2128861" y="303394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" name="b_small_bar_1797">
            <a:extLst>
              <a:ext uri="{FF2B5EF4-FFF2-40B4-BE49-F238E27FC236}">
                <a16:creationId xmlns:a16="http://schemas.microsoft.com/office/drawing/2014/main" id="{4F8415C1-F4D9-405D-B019-88520AB842C7}"/>
              </a:ext>
            </a:extLst>
          </p:cNvPr>
          <p:cNvSpPr>
            <a:spLocks noGrp="1"/>
          </p:cNvSpPr>
          <p:nvPr/>
        </p:nvSpPr>
        <p:spPr>
          <a:xfrm>
            <a:off x="2208799" y="320551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" name="b_small_bar_1798">
            <a:extLst>
              <a:ext uri="{FF2B5EF4-FFF2-40B4-BE49-F238E27FC236}">
                <a16:creationId xmlns:a16="http://schemas.microsoft.com/office/drawing/2014/main" id="{C78FF488-F883-474B-B703-5555B7253A16}"/>
              </a:ext>
            </a:extLst>
          </p:cNvPr>
          <p:cNvSpPr>
            <a:spLocks noGrp="1"/>
          </p:cNvSpPr>
          <p:nvPr/>
        </p:nvSpPr>
        <p:spPr>
          <a:xfrm>
            <a:off x="213584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" name="b_small_bar_1799">
            <a:extLst>
              <a:ext uri="{FF2B5EF4-FFF2-40B4-BE49-F238E27FC236}">
                <a16:creationId xmlns:a16="http://schemas.microsoft.com/office/drawing/2014/main" id="{F8DF375E-BC0F-446F-B388-A9BB1C8C81C8}"/>
              </a:ext>
            </a:extLst>
          </p:cNvPr>
          <p:cNvSpPr>
            <a:spLocks noGrp="1"/>
          </p:cNvSpPr>
          <p:nvPr/>
        </p:nvSpPr>
        <p:spPr>
          <a:xfrm>
            <a:off x="2364284" y="30263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" name="b_small_bar_1800">
            <a:extLst>
              <a:ext uri="{FF2B5EF4-FFF2-40B4-BE49-F238E27FC236}">
                <a16:creationId xmlns:a16="http://schemas.microsoft.com/office/drawing/2014/main" id="{B4CC6937-7C3C-450F-812E-AE2E8E9910F0}"/>
              </a:ext>
            </a:extLst>
          </p:cNvPr>
          <p:cNvSpPr>
            <a:spLocks noGrp="1"/>
          </p:cNvSpPr>
          <p:nvPr/>
        </p:nvSpPr>
        <p:spPr>
          <a:xfrm>
            <a:off x="2246368" y="367348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" name="b_small_bar_1801">
            <a:extLst>
              <a:ext uri="{FF2B5EF4-FFF2-40B4-BE49-F238E27FC236}">
                <a16:creationId xmlns:a16="http://schemas.microsoft.com/office/drawing/2014/main" id="{67C7765C-D108-45CF-BEF6-6F7DF9F47768}"/>
              </a:ext>
            </a:extLst>
          </p:cNvPr>
          <p:cNvSpPr>
            <a:spLocks noGrp="1"/>
          </p:cNvSpPr>
          <p:nvPr/>
        </p:nvSpPr>
        <p:spPr>
          <a:xfrm>
            <a:off x="2398253" y="299529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" name="b_small_bar_1802">
            <a:extLst>
              <a:ext uri="{FF2B5EF4-FFF2-40B4-BE49-F238E27FC236}">
                <a16:creationId xmlns:a16="http://schemas.microsoft.com/office/drawing/2014/main" id="{36DBE48F-6440-4AE6-8467-8195281A4F72}"/>
              </a:ext>
            </a:extLst>
          </p:cNvPr>
          <p:cNvSpPr>
            <a:spLocks noGrp="1"/>
          </p:cNvSpPr>
          <p:nvPr/>
        </p:nvSpPr>
        <p:spPr>
          <a:xfrm>
            <a:off x="2426603" y="325659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" name="b_small_bar_1803">
            <a:extLst>
              <a:ext uri="{FF2B5EF4-FFF2-40B4-BE49-F238E27FC236}">
                <a16:creationId xmlns:a16="http://schemas.microsoft.com/office/drawing/2014/main" id="{E8189F68-A239-4026-B941-33A3D0533B05}"/>
              </a:ext>
            </a:extLst>
          </p:cNvPr>
          <p:cNvSpPr>
            <a:spLocks noGrp="1"/>
          </p:cNvSpPr>
          <p:nvPr/>
        </p:nvSpPr>
        <p:spPr>
          <a:xfrm>
            <a:off x="2087552" y="347084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" name="b_small_bar_1804">
            <a:extLst>
              <a:ext uri="{FF2B5EF4-FFF2-40B4-BE49-F238E27FC236}">
                <a16:creationId xmlns:a16="http://schemas.microsoft.com/office/drawing/2014/main" id="{D669D09A-9152-4B7F-B0A7-85C4ED4D8585}"/>
              </a:ext>
            </a:extLst>
          </p:cNvPr>
          <p:cNvSpPr>
            <a:spLocks noGrp="1"/>
          </p:cNvSpPr>
          <p:nvPr/>
        </p:nvSpPr>
        <p:spPr>
          <a:xfrm>
            <a:off x="2443373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" name="b_small_bar_1805">
            <a:extLst>
              <a:ext uri="{FF2B5EF4-FFF2-40B4-BE49-F238E27FC236}">
                <a16:creationId xmlns:a16="http://schemas.microsoft.com/office/drawing/2014/main" id="{DD2F7D5F-75E4-428C-8935-4B50D849F589}"/>
              </a:ext>
            </a:extLst>
          </p:cNvPr>
          <p:cNvSpPr>
            <a:spLocks noGrp="1"/>
          </p:cNvSpPr>
          <p:nvPr/>
        </p:nvSpPr>
        <p:spPr>
          <a:xfrm>
            <a:off x="471114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" name="b_small_bar_1806">
            <a:extLst>
              <a:ext uri="{FF2B5EF4-FFF2-40B4-BE49-F238E27FC236}">
                <a16:creationId xmlns:a16="http://schemas.microsoft.com/office/drawing/2014/main" id="{63C91BE3-A3E7-4FC3-8E07-AF205D7E6A46}"/>
              </a:ext>
            </a:extLst>
          </p:cNvPr>
          <p:cNvSpPr>
            <a:spLocks noGrp="1"/>
          </p:cNvSpPr>
          <p:nvPr/>
        </p:nvSpPr>
        <p:spPr>
          <a:xfrm>
            <a:off x="4627415" y="2415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" name="b_small_bar_1807">
            <a:extLst>
              <a:ext uri="{FF2B5EF4-FFF2-40B4-BE49-F238E27FC236}">
                <a16:creationId xmlns:a16="http://schemas.microsoft.com/office/drawing/2014/main" id="{67CB155B-B85C-4445-A7F0-114305D1BEA5}"/>
              </a:ext>
            </a:extLst>
          </p:cNvPr>
          <p:cNvSpPr>
            <a:spLocks noGrp="1"/>
          </p:cNvSpPr>
          <p:nvPr/>
        </p:nvSpPr>
        <p:spPr>
          <a:xfrm>
            <a:off x="48743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" name="b_small_bar_1808">
            <a:extLst>
              <a:ext uri="{FF2B5EF4-FFF2-40B4-BE49-F238E27FC236}">
                <a16:creationId xmlns:a16="http://schemas.microsoft.com/office/drawing/2014/main" id="{23A12C32-54C8-4A0C-9931-B6F0C6BAB013}"/>
              </a:ext>
            </a:extLst>
          </p:cNvPr>
          <p:cNvSpPr>
            <a:spLocks noGrp="1"/>
          </p:cNvSpPr>
          <p:nvPr/>
        </p:nvSpPr>
        <p:spPr>
          <a:xfrm>
            <a:off x="481656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" name="b_small_bar_1809">
            <a:extLst>
              <a:ext uri="{FF2B5EF4-FFF2-40B4-BE49-F238E27FC236}">
                <a16:creationId xmlns:a16="http://schemas.microsoft.com/office/drawing/2014/main" id="{0F6B709F-B849-49C4-AF09-CE6E398CE7F2}"/>
              </a:ext>
            </a:extLst>
          </p:cNvPr>
          <p:cNvSpPr>
            <a:spLocks noGrp="1"/>
          </p:cNvSpPr>
          <p:nvPr/>
        </p:nvSpPr>
        <p:spPr>
          <a:xfrm>
            <a:off x="458111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" name="b_small_bar_1810">
            <a:extLst>
              <a:ext uri="{FF2B5EF4-FFF2-40B4-BE49-F238E27FC236}">
                <a16:creationId xmlns:a16="http://schemas.microsoft.com/office/drawing/2014/main" id="{3B2128D5-E995-490E-A50A-B986FCAF81EA}"/>
              </a:ext>
            </a:extLst>
          </p:cNvPr>
          <p:cNvSpPr>
            <a:spLocks noGrp="1"/>
          </p:cNvSpPr>
          <p:nvPr/>
        </p:nvSpPr>
        <p:spPr>
          <a:xfrm>
            <a:off x="4563809" y="397444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" name="b_small_bar_1811">
            <a:extLst>
              <a:ext uri="{FF2B5EF4-FFF2-40B4-BE49-F238E27FC236}">
                <a16:creationId xmlns:a16="http://schemas.microsoft.com/office/drawing/2014/main" id="{C583BD82-C30D-405B-BA03-057014AE2CBA}"/>
              </a:ext>
            </a:extLst>
          </p:cNvPr>
          <p:cNvSpPr>
            <a:spLocks noGrp="1"/>
          </p:cNvSpPr>
          <p:nvPr/>
        </p:nvSpPr>
        <p:spPr>
          <a:xfrm>
            <a:off x="467753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" name="b_small_bar_1812">
            <a:extLst>
              <a:ext uri="{FF2B5EF4-FFF2-40B4-BE49-F238E27FC236}">
                <a16:creationId xmlns:a16="http://schemas.microsoft.com/office/drawing/2014/main" id="{89FF99DB-C5F6-4086-B61E-0F8DCC7C11DB}"/>
              </a:ext>
            </a:extLst>
          </p:cNvPr>
          <p:cNvSpPr>
            <a:spLocks noGrp="1"/>
          </p:cNvSpPr>
          <p:nvPr/>
        </p:nvSpPr>
        <p:spPr>
          <a:xfrm>
            <a:off x="472273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" name="b_small_bar_1813">
            <a:extLst>
              <a:ext uri="{FF2B5EF4-FFF2-40B4-BE49-F238E27FC236}">
                <a16:creationId xmlns:a16="http://schemas.microsoft.com/office/drawing/2014/main" id="{098E442C-81C0-4F39-A02E-CEDAA18E1F0E}"/>
              </a:ext>
            </a:extLst>
          </p:cNvPr>
          <p:cNvSpPr>
            <a:spLocks noGrp="1"/>
          </p:cNvSpPr>
          <p:nvPr/>
        </p:nvSpPr>
        <p:spPr>
          <a:xfrm>
            <a:off x="4780580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" name="b_small_bar_1814">
            <a:extLst>
              <a:ext uri="{FF2B5EF4-FFF2-40B4-BE49-F238E27FC236}">
                <a16:creationId xmlns:a16="http://schemas.microsoft.com/office/drawing/2014/main" id="{1E03787D-2D8C-454C-84F0-FE7EE4BF84BD}"/>
              </a:ext>
            </a:extLst>
          </p:cNvPr>
          <p:cNvSpPr>
            <a:spLocks noGrp="1"/>
          </p:cNvSpPr>
          <p:nvPr/>
        </p:nvSpPr>
        <p:spPr>
          <a:xfrm>
            <a:off x="45344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" name="b_small_bar_1815">
            <a:extLst>
              <a:ext uri="{FF2B5EF4-FFF2-40B4-BE49-F238E27FC236}">
                <a16:creationId xmlns:a16="http://schemas.microsoft.com/office/drawing/2014/main" id="{759A353A-8DED-4F95-BF19-402AAC0973C0}"/>
              </a:ext>
            </a:extLst>
          </p:cNvPr>
          <p:cNvSpPr>
            <a:spLocks noGrp="1"/>
          </p:cNvSpPr>
          <p:nvPr/>
        </p:nvSpPr>
        <p:spPr>
          <a:xfrm>
            <a:off x="451795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" name="b_small_bar_1816">
            <a:extLst>
              <a:ext uri="{FF2B5EF4-FFF2-40B4-BE49-F238E27FC236}">
                <a16:creationId xmlns:a16="http://schemas.microsoft.com/office/drawing/2014/main" id="{02B7FBF4-94FD-44D9-8DAE-5102BAD9BDDA}"/>
              </a:ext>
            </a:extLst>
          </p:cNvPr>
          <p:cNvSpPr>
            <a:spLocks noGrp="1"/>
          </p:cNvSpPr>
          <p:nvPr/>
        </p:nvSpPr>
        <p:spPr>
          <a:xfrm>
            <a:off x="453804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" name="b_small_bar_1817">
            <a:extLst>
              <a:ext uri="{FF2B5EF4-FFF2-40B4-BE49-F238E27FC236}">
                <a16:creationId xmlns:a16="http://schemas.microsoft.com/office/drawing/2014/main" id="{70EA71FA-CBD5-47B3-8B8A-FA950BC26645}"/>
              </a:ext>
            </a:extLst>
          </p:cNvPr>
          <p:cNvSpPr>
            <a:spLocks noGrp="1"/>
          </p:cNvSpPr>
          <p:nvPr/>
        </p:nvSpPr>
        <p:spPr>
          <a:xfrm>
            <a:off x="4713110" y="37903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" name="b_small_bar_1818">
            <a:extLst>
              <a:ext uri="{FF2B5EF4-FFF2-40B4-BE49-F238E27FC236}">
                <a16:creationId xmlns:a16="http://schemas.microsoft.com/office/drawing/2014/main" id="{1FDEAFCA-5E5F-4FA5-908D-20119B6EF1EC}"/>
              </a:ext>
            </a:extLst>
          </p:cNvPr>
          <p:cNvSpPr>
            <a:spLocks noGrp="1"/>
          </p:cNvSpPr>
          <p:nvPr/>
        </p:nvSpPr>
        <p:spPr>
          <a:xfrm>
            <a:off x="471784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" name="b_small_bar_1819">
            <a:extLst>
              <a:ext uri="{FF2B5EF4-FFF2-40B4-BE49-F238E27FC236}">
                <a16:creationId xmlns:a16="http://schemas.microsoft.com/office/drawing/2014/main" id="{AB0EFA9B-A1D3-4B40-ACC1-49BC402B0F18}"/>
              </a:ext>
            </a:extLst>
          </p:cNvPr>
          <p:cNvSpPr>
            <a:spLocks noGrp="1"/>
          </p:cNvSpPr>
          <p:nvPr/>
        </p:nvSpPr>
        <p:spPr>
          <a:xfrm>
            <a:off x="463760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" name="b_small_bar_1820">
            <a:extLst>
              <a:ext uri="{FF2B5EF4-FFF2-40B4-BE49-F238E27FC236}">
                <a16:creationId xmlns:a16="http://schemas.microsoft.com/office/drawing/2014/main" id="{027559A8-246E-474C-9336-3D98C2127F76}"/>
              </a:ext>
            </a:extLst>
          </p:cNvPr>
          <p:cNvSpPr>
            <a:spLocks noGrp="1"/>
          </p:cNvSpPr>
          <p:nvPr/>
        </p:nvSpPr>
        <p:spPr>
          <a:xfrm>
            <a:off x="487870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" name="b_small_bar_1821">
            <a:extLst>
              <a:ext uri="{FF2B5EF4-FFF2-40B4-BE49-F238E27FC236}">
                <a16:creationId xmlns:a16="http://schemas.microsoft.com/office/drawing/2014/main" id="{4171078E-C842-4B56-9BD1-A6F085FC0C42}"/>
              </a:ext>
            </a:extLst>
          </p:cNvPr>
          <p:cNvSpPr>
            <a:spLocks noGrp="1"/>
          </p:cNvSpPr>
          <p:nvPr/>
        </p:nvSpPr>
        <p:spPr>
          <a:xfrm>
            <a:off x="4805594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" name="b_small_bar_1822">
            <a:extLst>
              <a:ext uri="{FF2B5EF4-FFF2-40B4-BE49-F238E27FC236}">
                <a16:creationId xmlns:a16="http://schemas.microsoft.com/office/drawing/2014/main" id="{11482BE2-DDA4-4D26-AC51-1B767F02E6E4}"/>
              </a:ext>
            </a:extLst>
          </p:cNvPr>
          <p:cNvSpPr>
            <a:spLocks noGrp="1"/>
          </p:cNvSpPr>
          <p:nvPr/>
        </p:nvSpPr>
        <p:spPr>
          <a:xfrm>
            <a:off x="484190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" name="b_small_bar_1823">
            <a:extLst>
              <a:ext uri="{FF2B5EF4-FFF2-40B4-BE49-F238E27FC236}">
                <a16:creationId xmlns:a16="http://schemas.microsoft.com/office/drawing/2014/main" id="{637AE163-58D9-4EB6-AA52-1740736FF586}"/>
              </a:ext>
            </a:extLst>
          </p:cNvPr>
          <p:cNvSpPr>
            <a:spLocks noGrp="1"/>
          </p:cNvSpPr>
          <p:nvPr/>
        </p:nvSpPr>
        <p:spPr>
          <a:xfrm>
            <a:off x="4544820" y="478083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" name="b_small_bar_1824">
            <a:extLst>
              <a:ext uri="{FF2B5EF4-FFF2-40B4-BE49-F238E27FC236}">
                <a16:creationId xmlns:a16="http://schemas.microsoft.com/office/drawing/2014/main" id="{391BBF51-DEFE-4A37-8B57-B659978ECB46}"/>
              </a:ext>
            </a:extLst>
          </p:cNvPr>
          <p:cNvSpPr>
            <a:spLocks noGrp="1"/>
          </p:cNvSpPr>
          <p:nvPr/>
        </p:nvSpPr>
        <p:spPr>
          <a:xfrm>
            <a:off x="453947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" name="b_small_bar_1825">
            <a:extLst>
              <a:ext uri="{FF2B5EF4-FFF2-40B4-BE49-F238E27FC236}">
                <a16:creationId xmlns:a16="http://schemas.microsoft.com/office/drawing/2014/main" id="{22FC402F-B8C8-4870-AD0D-88E6623389D9}"/>
              </a:ext>
            </a:extLst>
          </p:cNvPr>
          <p:cNvSpPr>
            <a:spLocks noGrp="1"/>
          </p:cNvSpPr>
          <p:nvPr/>
        </p:nvSpPr>
        <p:spPr>
          <a:xfrm>
            <a:off x="4762879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" name="b_small_bar_1826">
            <a:extLst>
              <a:ext uri="{FF2B5EF4-FFF2-40B4-BE49-F238E27FC236}">
                <a16:creationId xmlns:a16="http://schemas.microsoft.com/office/drawing/2014/main" id="{D024C0B4-32F8-4CF1-9EA7-66981EAB8D24}"/>
              </a:ext>
            </a:extLst>
          </p:cNvPr>
          <p:cNvSpPr>
            <a:spLocks noGrp="1"/>
          </p:cNvSpPr>
          <p:nvPr/>
        </p:nvSpPr>
        <p:spPr>
          <a:xfrm>
            <a:off x="473591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" name="b_small_bar_1827">
            <a:extLst>
              <a:ext uri="{FF2B5EF4-FFF2-40B4-BE49-F238E27FC236}">
                <a16:creationId xmlns:a16="http://schemas.microsoft.com/office/drawing/2014/main" id="{3CB75630-C781-4560-86EA-026682DF6BD4}"/>
              </a:ext>
            </a:extLst>
          </p:cNvPr>
          <p:cNvSpPr>
            <a:spLocks noGrp="1"/>
          </p:cNvSpPr>
          <p:nvPr/>
        </p:nvSpPr>
        <p:spPr>
          <a:xfrm>
            <a:off x="4694126" y="283870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" name="b_small_bar_1828">
            <a:extLst>
              <a:ext uri="{FF2B5EF4-FFF2-40B4-BE49-F238E27FC236}">
                <a16:creationId xmlns:a16="http://schemas.microsoft.com/office/drawing/2014/main" id="{29B6B6EB-43A7-4A36-A4DC-DAAE56BEA630}"/>
              </a:ext>
            </a:extLst>
          </p:cNvPr>
          <p:cNvSpPr>
            <a:spLocks noGrp="1"/>
          </p:cNvSpPr>
          <p:nvPr/>
        </p:nvSpPr>
        <p:spPr>
          <a:xfrm>
            <a:off x="488914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" name="b_small_bar_1829">
            <a:extLst>
              <a:ext uri="{FF2B5EF4-FFF2-40B4-BE49-F238E27FC236}">
                <a16:creationId xmlns:a16="http://schemas.microsoft.com/office/drawing/2014/main" id="{30384ECA-AC11-4CB3-8EC0-4A49496D170F}"/>
              </a:ext>
            </a:extLst>
          </p:cNvPr>
          <p:cNvSpPr>
            <a:spLocks noGrp="1"/>
          </p:cNvSpPr>
          <p:nvPr/>
        </p:nvSpPr>
        <p:spPr>
          <a:xfrm>
            <a:off x="482141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" name="b_small_bar_1830">
            <a:extLst>
              <a:ext uri="{FF2B5EF4-FFF2-40B4-BE49-F238E27FC236}">
                <a16:creationId xmlns:a16="http://schemas.microsoft.com/office/drawing/2014/main" id="{F3D2EDDF-BD1D-4FF7-93E5-3715E3619A88}"/>
              </a:ext>
            </a:extLst>
          </p:cNvPr>
          <p:cNvSpPr>
            <a:spLocks noGrp="1"/>
          </p:cNvSpPr>
          <p:nvPr/>
        </p:nvSpPr>
        <p:spPr>
          <a:xfrm>
            <a:off x="4623087" y="313494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" name="b_small_bar_1831">
            <a:extLst>
              <a:ext uri="{FF2B5EF4-FFF2-40B4-BE49-F238E27FC236}">
                <a16:creationId xmlns:a16="http://schemas.microsoft.com/office/drawing/2014/main" id="{81EF37C6-8184-413D-AD15-B8AB95C03172}"/>
              </a:ext>
            </a:extLst>
          </p:cNvPr>
          <p:cNvSpPr>
            <a:spLocks noGrp="1"/>
          </p:cNvSpPr>
          <p:nvPr/>
        </p:nvSpPr>
        <p:spPr>
          <a:xfrm>
            <a:off x="480095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" name="b_small_bar_1832">
            <a:extLst>
              <a:ext uri="{FF2B5EF4-FFF2-40B4-BE49-F238E27FC236}">
                <a16:creationId xmlns:a16="http://schemas.microsoft.com/office/drawing/2014/main" id="{BBCDE7F5-48BC-414F-91A9-E6993472A60D}"/>
              </a:ext>
            </a:extLst>
          </p:cNvPr>
          <p:cNvSpPr>
            <a:spLocks noGrp="1"/>
          </p:cNvSpPr>
          <p:nvPr/>
        </p:nvSpPr>
        <p:spPr>
          <a:xfrm>
            <a:off x="459173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" name="b_small_bar_1833">
            <a:extLst>
              <a:ext uri="{FF2B5EF4-FFF2-40B4-BE49-F238E27FC236}">
                <a16:creationId xmlns:a16="http://schemas.microsoft.com/office/drawing/2014/main" id="{18C5F6F9-410B-436E-B9EA-27250F4C8576}"/>
              </a:ext>
            </a:extLst>
          </p:cNvPr>
          <p:cNvSpPr>
            <a:spLocks noGrp="1"/>
          </p:cNvSpPr>
          <p:nvPr/>
        </p:nvSpPr>
        <p:spPr>
          <a:xfrm>
            <a:off x="483018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" name="b_small_bar_1834">
            <a:extLst>
              <a:ext uri="{FF2B5EF4-FFF2-40B4-BE49-F238E27FC236}">
                <a16:creationId xmlns:a16="http://schemas.microsoft.com/office/drawing/2014/main" id="{B97B2A20-6810-4D3A-B23E-6AC4151223F8}"/>
              </a:ext>
            </a:extLst>
          </p:cNvPr>
          <p:cNvSpPr>
            <a:spLocks noGrp="1"/>
          </p:cNvSpPr>
          <p:nvPr/>
        </p:nvSpPr>
        <p:spPr>
          <a:xfrm>
            <a:off x="4522926" y="440576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" name="b_small_bar_1835">
            <a:extLst>
              <a:ext uri="{FF2B5EF4-FFF2-40B4-BE49-F238E27FC236}">
                <a16:creationId xmlns:a16="http://schemas.microsoft.com/office/drawing/2014/main" id="{04AEDD8F-FA2F-4FEA-83E6-BE064443CB87}"/>
              </a:ext>
            </a:extLst>
          </p:cNvPr>
          <p:cNvSpPr>
            <a:spLocks noGrp="1"/>
          </p:cNvSpPr>
          <p:nvPr/>
        </p:nvSpPr>
        <p:spPr>
          <a:xfrm>
            <a:off x="4847868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" name="b_small_bar_1836">
            <a:extLst>
              <a:ext uri="{FF2B5EF4-FFF2-40B4-BE49-F238E27FC236}">
                <a16:creationId xmlns:a16="http://schemas.microsoft.com/office/drawing/2014/main" id="{1FB6EC43-0F40-4DCB-9D38-C90A54A881D6}"/>
              </a:ext>
            </a:extLst>
          </p:cNvPr>
          <p:cNvSpPr>
            <a:spLocks noGrp="1"/>
          </p:cNvSpPr>
          <p:nvPr/>
        </p:nvSpPr>
        <p:spPr>
          <a:xfrm>
            <a:off x="4791161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" name="b_small_bar_1837">
            <a:extLst>
              <a:ext uri="{FF2B5EF4-FFF2-40B4-BE49-F238E27FC236}">
                <a16:creationId xmlns:a16="http://schemas.microsoft.com/office/drawing/2014/main" id="{4D753327-A192-421E-B57D-401B76B3EA7C}"/>
              </a:ext>
            </a:extLst>
          </p:cNvPr>
          <p:cNvSpPr>
            <a:spLocks noGrp="1"/>
          </p:cNvSpPr>
          <p:nvPr/>
        </p:nvSpPr>
        <p:spPr>
          <a:xfrm>
            <a:off x="4857338" y="591777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" name="b_small_bar_1838">
            <a:extLst>
              <a:ext uri="{FF2B5EF4-FFF2-40B4-BE49-F238E27FC236}">
                <a16:creationId xmlns:a16="http://schemas.microsoft.com/office/drawing/2014/main" id="{B8751F29-0FC5-48D9-9AFB-91FF600E8F23}"/>
              </a:ext>
            </a:extLst>
          </p:cNvPr>
          <p:cNvSpPr>
            <a:spLocks noGrp="1"/>
          </p:cNvSpPr>
          <p:nvPr/>
        </p:nvSpPr>
        <p:spPr>
          <a:xfrm>
            <a:off x="461344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" name="b_small_bar_1839">
            <a:extLst>
              <a:ext uri="{FF2B5EF4-FFF2-40B4-BE49-F238E27FC236}">
                <a16:creationId xmlns:a16="http://schemas.microsoft.com/office/drawing/2014/main" id="{32B0ACA8-2131-41E1-867D-304EBE2EF73D}"/>
              </a:ext>
            </a:extLst>
          </p:cNvPr>
          <p:cNvSpPr>
            <a:spLocks noGrp="1"/>
          </p:cNvSpPr>
          <p:nvPr/>
        </p:nvSpPr>
        <p:spPr>
          <a:xfrm>
            <a:off x="471540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" name="b_small_bar_1840">
            <a:extLst>
              <a:ext uri="{FF2B5EF4-FFF2-40B4-BE49-F238E27FC236}">
                <a16:creationId xmlns:a16="http://schemas.microsoft.com/office/drawing/2014/main" id="{A73774E1-1E28-4B4C-9106-9D23B5423092}"/>
              </a:ext>
            </a:extLst>
          </p:cNvPr>
          <p:cNvSpPr>
            <a:spLocks noGrp="1"/>
          </p:cNvSpPr>
          <p:nvPr/>
        </p:nvSpPr>
        <p:spPr>
          <a:xfrm>
            <a:off x="481804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" name="b_small_bar_1841">
            <a:extLst>
              <a:ext uri="{FF2B5EF4-FFF2-40B4-BE49-F238E27FC236}">
                <a16:creationId xmlns:a16="http://schemas.microsoft.com/office/drawing/2014/main" id="{1D26259D-F15E-459E-926A-DFCF01CC53DF}"/>
              </a:ext>
            </a:extLst>
          </p:cNvPr>
          <p:cNvSpPr>
            <a:spLocks noGrp="1"/>
          </p:cNvSpPr>
          <p:nvPr/>
        </p:nvSpPr>
        <p:spPr>
          <a:xfrm>
            <a:off x="450800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" name="b_small_bar_1842">
            <a:extLst>
              <a:ext uri="{FF2B5EF4-FFF2-40B4-BE49-F238E27FC236}">
                <a16:creationId xmlns:a16="http://schemas.microsoft.com/office/drawing/2014/main" id="{418F4858-6709-4AF0-AF9F-70C227534342}"/>
              </a:ext>
            </a:extLst>
          </p:cNvPr>
          <p:cNvSpPr>
            <a:spLocks noGrp="1"/>
          </p:cNvSpPr>
          <p:nvPr/>
        </p:nvSpPr>
        <p:spPr>
          <a:xfrm>
            <a:off x="4876621" y="30891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" name="b_small_bar_1843">
            <a:extLst>
              <a:ext uri="{FF2B5EF4-FFF2-40B4-BE49-F238E27FC236}">
                <a16:creationId xmlns:a16="http://schemas.microsoft.com/office/drawing/2014/main" id="{1F6FBECE-1661-483A-AF8F-81909954B8AF}"/>
              </a:ext>
            </a:extLst>
          </p:cNvPr>
          <p:cNvSpPr>
            <a:spLocks noGrp="1"/>
          </p:cNvSpPr>
          <p:nvPr/>
        </p:nvSpPr>
        <p:spPr>
          <a:xfrm>
            <a:off x="470179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" name="b_small_bar_1844">
            <a:extLst>
              <a:ext uri="{FF2B5EF4-FFF2-40B4-BE49-F238E27FC236}">
                <a16:creationId xmlns:a16="http://schemas.microsoft.com/office/drawing/2014/main" id="{3493A4D2-18EA-432D-82DF-F2DDF2D46F9A}"/>
              </a:ext>
            </a:extLst>
          </p:cNvPr>
          <p:cNvSpPr>
            <a:spLocks noGrp="1"/>
          </p:cNvSpPr>
          <p:nvPr/>
        </p:nvSpPr>
        <p:spPr>
          <a:xfrm>
            <a:off x="464503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" name="b_small_bar_1845">
            <a:extLst>
              <a:ext uri="{FF2B5EF4-FFF2-40B4-BE49-F238E27FC236}">
                <a16:creationId xmlns:a16="http://schemas.microsoft.com/office/drawing/2014/main" id="{F6F72232-428D-4F2B-90BF-AAD031D53439}"/>
              </a:ext>
            </a:extLst>
          </p:cNvPr>
          <p:cNvSpPr>
            <a:spLocks noGrp="1"/>
          </p:cNvSpPr>
          <p:nvPr/>
        </p:nvSpPr>
        <p:spPr>
          <a:xfrm>
            <a:off x="454301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" name="b_small_bar_1846">
            <a:extLst>
              <a:ext uri="{FF2B5EF4-FFF2-40B4-BE49-F238E27FC236}">
                <a16:creationId xmlns:a16="http://schemas.microsoft.com/office/drawing/2014/main" id="{9C200031-A455-4858-9280-276BAE96EBB4}"/>
              </a:ext>
            </a:extLst>
          </p:cNvPr>
          <p:cNvSpPr>
            <a:spLocks noGrp="1"/>
          </p:cNvSpPr>
          <p:nvPr/>
        </p:nvSpPr>
        <p:spPr>
          <a:xfrm>
            <a:off x="457786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4" name="b_small_bar_1847">
            <a:extLst>
              <a:ext uri="{FF2B5EF4-FFF2-40B4-BE49-F238E27FC236}">
                <a16:creationId xmlns:a16="http://schemas.microsoft.com/office/drawing/2014/main" id="{1880689B-2FEA-4B80-8F5B-189BC5168DE1}"/>
              </a:ext>
            </a:extLst>
          </p:cNvPr>
          <p:cNvSpPr>
            <a:spLocks noGrp="1"/>
          </p:cNvSpPr>
          <p:nvPr/>
        </p:nvSpPr>
        <p:spPr>
          <a:xfrm>
            <a:off x="490046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5" name="b_small_bar_1848">
            <a:extLst>
              <a:ext uri="{FF2B5EF4-FFF2-40B4-BE49-F238E27FC236}">
                <a16:creationId xmlns:a16="http://schemas.microsoft.com/office/drawing/2014/main" id="{413BEE44-10FF-42BC-800A-44C1224812B3}"/>
              </a:ext>
            </a:extLst>
          </p:cNvPr>
          <p:cNvSpPr>
            <a:spLocks noGrp="1"/>
          </p:cNvSpPr>
          <p:nvPr/>
        </p:nvSpPr>
        <p:spPr>
          <a:xfrm>
            <a:off x="467819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6" name="b_small_bar_1849">
            <a:extLst>
              <a:ext uri="{FF2B5EF4-FFF2-40B4-BE49-F238E27FC236}">
                <a16:creationId xmlns:a16="http://schemas.microsoft.com/office/drawing/2014/main" id="{E547445C-AD8C-4F15-8796-1EDE58DD022B}"/>
              </a:ext>
            </a:extLst>
          </p:cNvPr>
          <p:cNvSpPr>
            <a:spLocks noGrp="1"/>
          </p:cNvSpPr>
          <p:nvPr/>
        </p:nvSpPr>
        <p:spPr>
          <a:xfrm>
            <a:off x="4618410" y="34183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7" name="b_small_bar_1850">
            <a:extLst>
              <a:ext uri="{FF2B5EF4-FFF2-40B4-BE49-F238E27FC236}">
                <a16:creationId xmlns:a16="http://schemas.microsoft.com/office/drawing/2014/main" id="{9CB814FF-37E1-4BE9-BC5F-A659F31760C7}"/>
              </a:ext>
            </a:extLst>
          </p:cNvPr>
          <p:cNvSpPr>
            <a:spLocks noGrp="1"/>
          </p:cNvSpPr>
          <p:nvPr/>
        </p:nvSpPr>
        <p:spPr>
          <a:xfrm>
            <a:off x="466228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8" name="b_small_bar_1851">
            <a:extLst>
              <a:ext uri="{FF2B5EF4-FFF2-40B4-BE49-F238E27FC236}">
                <a16:creationId xmlns:a16="http://schemas.microsoft.com/office/drawing/2014/main" id="{9BA1A8EE-A695-4A75-8F72-05332AE687CB}"/>
              </a:ext>
            </a:extLst>
          </p:cNvPr>
          <p:cNvSpPr>
            <a:spLocks noGrp="1"/>
          </p:cNvSpPr>
          <p:nvPr/>
        </p:nvSpPr>
        <p:spPr>
          <a:xfrm>
            <a:off x="477078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9" name="b_small_bar_1852">
            <a:extLst>
              <a:ext uri="{FF2B5EF4-FFF2-40B4-BE49-F238E27FC236}">
                <a16:creationId xmlns:a16="http://schemas.microsoft.com/office/drawing/2014/main" id="{52249DF7-5670-428F-9DE4-A65DB12D7D88}"/>
              </a:ext>
            </a:extLst>
          </p:cNvPr>
          <p:cNvSpPr>
            <a:spLocks noGrp="1"/>
          </p:cNvSpPr>
          <p:nvPr/>
        </p:nvSpPr>
        <p:spPr>
          <a:xfrm>
            <a:off x="4615959" y="418745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0" name="b_small_bar_1853">
            <a:extLst>
              <a:ext uri="{FF2B5EF4-FFF2-40B4-BE49-F238E27FC236}">
                <a16:creationId xmlns:a16="http://schemas.microsoft.com/office/drawing/2014/main" id="{1483B9BF-0FC7-4A0D-A0A7-FA6730C679D4}"/>
              </a:ext>
            </a:extLst>
          </p:cNvPr>
          <p:cNvSpPr>
            <a:spLocks noGrp="1"/>
          </p:cNvSpPr>
          <p:nvPr/>
        </p:nvSpPr>
        <p:spPr>
          <a:xfrm>
            <a:off x="475198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1" name="b_small_bar_1854">
            <a:extLst>
              <a:ext uri="{FF2B5EF4-FFF2-40B4-BE49-F238E27FC236}">
                <a16:creationId xmlns:a16="http://schemas.microsoft.com/office/drawing/2014/main" id="{2D599210-BD80-4742-85F6-FEAD14E91456}"/>
              </a:ext>
            </a:extLst>
          </p:cNvPr>
          <p:cNvSpPr>
            <a:spLocks noGrp="1"/>
          </p:cNvSpPr>
          <p:nvPr/>
        </p:nvSpPr>
        <p:spPr>
          <a:xfrm>
            <a:off x="486188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2" name="b_small_bar_1855">
            <a:extLst>
              <a:ext uri="{FF2B5EF4-FFF2-40B4-BE49-F238E27FC236}">
                <a16:creationId xmlns:a16="http://schemas.microsoft.com/office/drawing/2014/main" id="{65719BF4-69E1-489A-99A2-DAD18A015A7D}"/>
              </a:ext>
            </a:extLst>
          </p:cNvPr>
          <p:cNvSpPr>
            <a:spLocks noGrp="1"/>
          </p:cNvSpPr>
          <p:nvPr/>
        </p:nvSpPr>
        <p:spPr>
          <a:xfrm>
            <a:off x="4578298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3" name="b_small_bar_1856">
            <a:extLst>
              <a:ext uri="{FF2B5EF4-FFF2-40B4-BE49-F238E27FC236}">
                <a16:creationId xmlns:a16="http://schemas.microsoft.com/office/drawing/2014/main" id="{3ABCDD4C-AECB-426D-8D3D-8F97B776FE11}"/>
              </a:ext>
            </a:extLst>
          </p:cNvPr>
          <p:cNvSpPr>
            <a:spLocks noGrp="1"/>
          </p:cNvSpPr>
          <p:nvPr/>
        </p:nvSpPr>
        <p:spPr>
          <a:xfrm>
            <a:off x="4603627" y="45918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4" name="b_small_bar_1857">
            <a:extLst>
              <a:ext uri="{FF2B5EF4-FFF2-40B4-BE49-F238E27FC236}">
                <a16:creationId xmlns:a16="http://schemas.microsoft.com/office/drawing/2014/main" id="{8BDF8BA5-B5FD-400B-ABDA-955179452EA2}"/>
              </a:ext>
            </a:extLst>
          </p:cNvPr>
          <p:cNvSpPr>
            <a:spLocks noGrp="1"/>
          </p:cNvSpPr>
          <p:nvPr/>
        </p:nvSpPr>
        <p:spPr>
          <a:xfrm>
            <a:off x="4566154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5" name="b_small_bar_1858">
            <a:extLst>
              <a:ext uri="{FF2B5EF4-FFF2-40B4-BE49-F238E27FC236}">
                <a16:creationId xmlns:a16="http://schemas.microsoft.com/office/drawing/2014/main" id="{87394D24-4C72-42AB-B47A-DFD821394B0B}"/>
              </a:ext>
            </a:extLst>
          </p:cNvPr>
          <p:cNvSpPr>
            <a:spLocks noGrp="1"/>
          </p:cNvSpPr>
          <p:nvPr/>
        </p:nvSpPr>
        <p:spPr>
          <a:xfrm>
            <a:off x="4713926" y="547909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6" name="b_small_bar_1859">
            <a:extLst>
              <a:ext uri="{FF2B5EF4-FFF2-40B4-BE49-F238E27FC236}">
                <a16:creationId xmlns:a16="http://schemas.microsoft.com/office/drawing/2014/main" id="{74B5090E-009C-4F9C-8C48-CBA680088C65}"/>
              </a:ext>
            </a:extLst>
          </p:cNvPr>
          <p:cNvSpPr>
            <a:spLocks noGrp="1"/>
          </p:cNvSpPr>
          <p:nvPr/>
        </p:nvSpPr>
        <p:spPr>
          <a:xfrm>
            <a:off x="4527207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7" name="b_small_bar_1860">
            <a:extLst>
              <a:ext uri="{FF2B5EF4-FFF2-40B4-BE49-F238E27FC236}">
                <a16:creationId xmlns:a16="http://schemas.microsoft.com/office/drawing/2014/main" id="{FAE897E5-E489-4D87-840E-601C9BEBFA1D}"/>
              </a:ext>
            </a:extLst>
          </p:cNvPr>
          <p:cNvSpPr>
            <a:spLocks noGrp="1"/>
          </p:cNvSpPr>
          <p:nvPr/>
        </p:nvSpPr>
        <p:spPr>
          <a:xfrm>
            <a:off x="4838511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8" name="b_small_bar_1861">
            <a:extLst>
              <a:ext uri="{FF2B5EF4-FFF2-40B4-BE49-F238E27FC236}">
                <a16:creationId xmlns:a16="http://schemas.microsoft.com/office/drawing/2014/main" id="{98659899-9FED-419F-A1CC-80B7FFC8FC99}"/>
              </a:ext>
            </a:extLst>
          </p:cNvPr>
          <p:cNvSpPr>
            <a:spLocks noGrp="1"/>
          </p:cNvSpPr>
          <p:nvPr/>
        </p:nvSpPr>
        <p:spPr>
          <a:xfrm>
            <a:off x="4533459" y="35449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9" name="b_small_bar_1862">
            <a:extLst>
              <a:ext uri="{FF2B5EF4-FFF2-40B4-BE49-F238E27FC236}">
                <a16:creationId xmlns:a16="http://schemas.microsoft.com/office/drawing/2014/main" id="{5280F738-30BE-4840-9EF9-6CA63FA9EC78}"/>
              </a:ext>
            </a:extLst>
          </p:cNvPr>
          <p:cNvSpPr>
            <a:spLocks noGrp="1"/>
          </p:cNvSpPr>
          <p:nvPr/>
        </p:nvSpPr>
        <p:spPr>
          <a:xfrm>
            <a:off x="460896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0" name="b_small_bar_1863">
            <a:extLst>
              <a:ext uri="{FF2B5EF4-FFF2-40B4-BE49-F238E27FC236}">
                <a16:creationId xmlns:a16="http://schemas.microsoft.com/office/drawing/2014/main" id="{684FBE2C-3452-4E3F-AABE-94E4AF093139}"/>
              </a:ext>
            </a:extLst>
          </p:cNvPr>
          <p:cNvSpPr>
            <a:spLocks noGrp="1"/>
          </p:cNvSpPr>
          <p:nvPr/>
        </p:nvSpPr>
        <p:spPr>
          <a:xfrm>
            <a:off x="488427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1" name="b_small_bar_1864">
            <a:extLst>
              <a:ext uri="{FF2B5EF4-FFF2-40B4-BE49-F238E27FC236}">
                <a16:creationId xmlns:a16="http://schemas.microsoft.com/office/drawing/2014/main" id="{B28DE169-938E-490D-9C87-13E473BE4A23}"/>
              </a:ext>
            </a:extLst>
          </p:cNvPr>
          <p:cNvSpPr>
            <a:spLocks noGrp="1"/>
          </p:cNvSpPr>
          <p:nvPr/>
        </p:nvSpPr>
        <p:spPr>
          <a:xfrm>
            <a:off x="460701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2" name="b_small_bar_1865">
            <a:extLst>
              <a:ext uri="{FF2B5EF4-FFF2-40B4-BE49-F238E27FC236}">
                <a16:creationId xmlns:a16="http://schemas.microsoft.com/office/drawing/2014/main" id="{87A044E3-67C8-48C7-B696-7C65E0E74562}"/>
              </a:ext>
            </a:extLst>
          </p:cNvPr>
          <p:cNvSpPr>
            <a:spLocks noGrp="1"/>
          </p:cNvSpPr>
          <p:nvPr/>
        </p:nvSpPr>
        <p:spPr>
          <a:xfrm>
            <a:off x="4712054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3" name="b_small_bar_1866">
            <a:extLst>
              <a:ext uri="{FF2B5EF4-FFF2-40B4-BE49-F238E27FC236}">
                <a16:creationId xmlns:a16="http://schemas.microsoft.com/office/drawing/2014/main" id="{BB02081E-7A71-4BF5-B857-DC2FFFB56112}"/>
              </a:ext>
            </a:extLst>
          </p:cNvPr>
          <p:cNvSpPr>
            <a:spLocks noGrp="1"/>
          </p:cNvSpPr>
          <p:nvPr/>
        </p:nvSpPr>
        <p:spPr>
          <a:xfrm>
            <a:off x="484177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4" name="b_small_bar_1867">
            <a:extLst>
              <a:ext uri="{FF2B5EF4-FFF2-40B4-BE49-F238E27FC236}">
                <a16:creationId xmlns:a16="http://schemas.microsoft.com/office/drawing/2014/main" id="{879E65F0-7FEB-4EDE-8A86-271312E39935}"/>
              </a:ext>
            </a:extLst>
          </p:cNvPr>
          <p:cNvSpPr>
            <a:spLocks noGrp="1"/>
          </p:cNvSpPr>
          <p:nvPr/>
        </p:nvSpPr>
        <p:spPr>
          <a:xfrm>
            <a:off x="454960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5" name="b_small_bar_1868">
            <a:extLst>
              <a:ext uri="{FF2B5EF4-FFF2-40B4-BE49-F238E27FC236}">
                <a16:creationId xmlns:a16="http://schemas.microsoft.com/office/drawing/2014/main" id="{D453FD6C-1106-4671-ABCA-BDB35D60DE85}"/>
              </a:ext>
            </a:extLst>
          </p:cNvPr>
          <p:cNvSpPr>
            <a:spLocks noGrp="1"/>
          </p:cNvSpPr>
          <p:nvPr/>
        </p:nvSpPr>
        <p:spPr>
          <a:xfrm>
            <a:off x="4710423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6" name="b_small_bar_1869">
            <a:extLst>
              <a:ext uri="{FF2B5EF4-FFF2-40B4-BE49-F238E27FC236}">
                <a16:creationId xmlns:a16="http://schemas.microsoft.com/office/drawing/2014/main" id="{7F07CB7B-B0BF-4877-8C70-8432693A34BE}"/>
              </a:ext>
            </a:extLst>
          </p:cNvPr>
          <p:cNvSpPr>
            <a:spLocks noGrp="1"/>
          </p:cNvSpPr>
          <p:nvPr/>
        </p:nvSpPr>
        <p:spPr>
          <a:xfrm>
            <a:off x="4554973" y="593418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7" name="b_small_bar_1870">
            <a:extLst>
              <a:ext uri="{FF2B5EF4-FFF2-40B4-BE49-F238E27FC236}">
                <a16:creationId xmlns:a16="http://schemas.microsoft.com/office/drawing/2014/main" id="{B2672079-C367-424B-8511-B882F8359971}"/>
              </a:ext>
            </a:extLst>
          </p:cNvPr>
          <p:cNvSpPr>
            <a:spLocks noGrp="1"/>
          </p:cNvSpPr>
          <p:nvPr/>
        </p:nvSpPr>
        <p:spPr>
          <a:xfrm>
            <a:off x="451920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8" name="b_small_bar_1871">
            <a:extLst>
              <a:ext uri="{FF2B5EF4-FFF2-40B4-BE49-F238E27FC236}">
                <a16:creationId xmlns:a16="http://schemas.microsoft.com/office/drawing/2014/main" id="{207EF426-FD50-498B-A13F-FFCC05B99E53}"/>
              </a:ext>
            </a:extLst>
          </p:cNvPr>
          <p:cNvSpPr>
            <a:spLocks noGrp="1"/>
          </p:cNvSpPr>
          <p:nvPr/>
        </p:nvSpPr>
        <p:spPr>
          <a:xfrm>
            <a:off x="470379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9" name="b_small_bar_1872">
            <a:extLst>
              <a:ext uri="{FF2B5EF4-FFF2-40B4-BE49-F238E27FC236}">
                <a16:creationId xmlns:a16="http://schemas.microsoft.com/office/drawing/2014/main" id="{8CEBDF7F-427B-4881-9DA3-95BFCC20AAEB}"/>
              </a:ext>
            </a:extLst>
          </p:cNvPr>
          <p:cNvSpPr>
            <a:spLocks noGrp="1"/>
          </p:cNvSpPr>
          <p:nvPr/>
        </p:nvSpPr>
        <p:spPr>
          <a:xfrm>
            <a:off x="4725897" y="578882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0" name="b_small_bar_1873">
            <a:extLst>
              <a:ext uri="{FF2B5EF4-FFF2-40B4-BE49-F238E27FC236}">
                <a16:creationId xmlns:a16="http://schemas.microsoft.com/office/drawing/2014/main" id="{04CDFE65-2B3E-4B9F-8CB1-CA8B4DE88445}"/>
              </a:ext>
            </a:extLst>
          </p:cNvPr>
          <p:cNvSpPr>
            <a:spLocks noGrp="1"/>
          </p:cNvSpPr>
          <p:nvPr/>
        </p:nvSpPr>
        <p:spPr>
          <a:xfrm>
            <a:off x="455962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1" name="b_small_bar_1874">
            <a:extLst>
              <a:ext uri="{FF2B5EF4-FFF2-40B4-BE49-F238E27FC236}">
                <a16:creationId xmlns:a16="http://schemas.microsoft.com/office/drawing/2014/main" id="{2E05C82E-661A-4191-ACEC-769C80047235}"/>
              </a:ext>
            </a:extLst>
          </p:cNvPr>
          <p:cNvSpPr>
            <a:spLocks noGrp="1"/>
          </p:cNvSpPr>
          <p:nvPr/>
        </p:nvSpPr>
        <p:spPr>
          <a:xfrm>
            <a:off x="482181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2" name="b_small_bar_1875">
            <a:extLst>
              <a:ext uri="{FF2B5EF4-FFF2-40B4-BE49-F238E27FC236}">
                <a16:creationId xmlns:a16="http://schemas.microsoft.com/office/drawing/2014/main" id="{F02F3924-6A93-458B-A7B0-852BAE593F12}"/>
              </a:ext>
            </a:extLst>
          </p:cNvPr>
          <p:cNvSpPr>
            <a:spLocks noGrp="1"/>
          </p:cNvSpPr>
          <p:nvPr/>
        </p:nvSpPr>
        <p:spPr>
          <a:xfrm>
            <a:off x="464211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3" name="b_small_bar_1876">
            <a:extLst>
              <a:ext uri="{FF2B5EF4-FFF2-40B4-BE49-F238E27FC236}">
                <a16:creationId xmlns:a16="http://schemas.microsoft.com/office/drawing/2014/main" id="{21D7E0FF-BBDE-4EB1-BAA1-603638855DFA}"/>
              </a:ext>
            </a:extLst>
          </p:cNvPr>
          <p:cNvSpPr>
            <a:spLocks noGrp="1"/>
          </p:cNvSpPr>
          <p:nvPr/>
        </p:nvSpPr>
        <p:spPr>
          <a:xfrm>
            <a:off x="461478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4" name="b_small_bar_1877">
            <a:extLst>
              <a:ext uri="{FF2B5EF4-FFF2-40B4-BE49-F238E27FC236}">
                <a16:creationId xmlns:a16="http://schemas.microsoft.com/office/drawing/2014/main" id="{658F8AFB-1E10-4DA9-B482-9E339BAC7D33}"/>
              </a:ext>
            </a:extLst>
          </p:cNvPr>
          <p:cNvSpPr>
            <a:spLocks noGrp="1"/>
          </p:cNvSpPr>
          <p:nvPr/>
        </p:nvSpPr>
        <p:spPr>
          <a:xfrm>
            <a:off x="4834093" y="59755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5" name="b_small_bar_1878">
            <a:extLst>
              <a:ext uri="{FF2B5EF4-FFF2-40B4-BE49-F238E27FC236}">
                <a16:creationId xmlns:a16="http://schemas.microsoft.com/office/drawing/2014/main" id="{7A634904-7E87-4D6E-9686-2FCC53FA74CE}"/>
              </a:ext>
            </a:extLst>
          </p:cNvPr>
          <p:cNvSpPr>
            <a:spLocks noGrp="1"/>
          </p:cNvSpPr>
          <p:nvPr/>
        </p:nvSpPr>
        <p:spPr>
          <a:xfrm>
            <a:off x="462255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6" name="b_small_bar_1879">
            <a:extLst>
              <a:ext uri="{FF2B5EF4-FFF2-40B4-BE49-F238E27FC236}">
                <a16:creationId xmlns:a16="http://schemas.microsoft.com/office/drawing/2014/main" id="{6527C59C-1CD1-4005-B1F9-EE6C7AD3BECD}"/>
              </a:ext>
            </a:extLst>
          </p:cNvPr>
          <p:cNvSpPr>
            <a:spLocks noGrp="1"/>
          </p:cNvSpPr>
          <p:nvPr/>
        </p:nvSpPr>
        <p:spPr>
          <a:xfrm>
            <a:off x="4530489" y="511273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7" name="b_small_bar_1880">
            <a:extLst>
              <a:ext uri="{FF2B5EF4-FFF2-40B4-BE49-F238E27FC236}">
                <a16:creationId xmlns:a16="http://schemas.microsoft.com/office/drawing/2014/main" id="{879E3A65-7578-43A5-8BD0-89DD132D95B5}"/>
              </a:ext>
            </a:extLst>
          </p:cNvPr>
          <p:cNvSpPr>
            <a:spLocks noGrp="1"/>
          </p:cNvSpPr>
          <p:nvPr/>
        </p:nvSpPr>
        <p:spPr>
          <a:xfrm>
            <a:off x="4751116" y="475282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8" name="b_small_bar_1881">
            <a:extLst>
              <a:ext uri="{FF2B5EF4-FFF2-40B4-BE49-F238E27FC236}">
                <a16:creationId xmlns:a16="http://schemas.microsoft.com/office/drawing/2014/main" id="{194C1851-BEA9-4A4E-8F32-EBA6977DE6C7}"/>
              </a:ext>
            </a:extLst>
          </p:cNvPr>
          <p:cNvSpPr>
            <a:spLocks noGrp="1"/>
          </p:cNvSpPr>
          <p:nvPr/>
        </p:nvSpPr>
        <p:spPr>
          <a:xfrm>
            <a:off x="4584475" y="491237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9" name="b_small_bar_1882">
            <a:extLst>
              <a:ext uri="{FF2B5EF4-FFF2-40B4-BE49-F238E27FC236}">
                <a16:creationId xmlns:a16="http://schemas.microsoft.com/office/drawing/2014/main" id="{6A37F1FD-D549-49E8-AB52-F303304655DD}"/>
              </a:ext>
            </a:extLst>
          </p:cNvPr>
          <p:cNvSpPr>
            <a:spLocks noGrp="1"/>
          </p:cNvSpPr>
          <p:nvPr/>
        </p:nvSpPr>
        <p:spPr>
          <a:xfrm>
            <a:off x="454348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0" name="b_small_bar_1883">
            <a:extLst>
              <a:ext uri="{FF2B5EF4-FFF2-40B4-BE49-F238E27FC236}">
                <a16:creationId xmlns:a16="http://schemas.microsoft.com/office/drawing/2014/main" id="{5E015C74-CC4E-477B-9623-0F8FA68029A5}"/>
              </a:ext>
            </a:extLst>
          </p:cNvPr>
          <p:cNvSpPr>
            <a:spLocks noGrp="1"/>
          </p:cNvSpPr>
          <p:nvPr/>
        </p:nvSpPr>
        <p:spPr>
          <a:xfrm>
            <a:off x="451981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1" name="b_small_bar_1884">
            <a:extLst>
              <a:ext uri="{FF2B5EF4-FFF2-40B4-BE49-F238E27FC236}">
                <a16:creationId xmlns:a16="http://schemas.microsoft.com/office/drawing/2014/main" id="{21C6EB1A-1345-41F7-8F07-A8C2A3523017}"/>
              </a:ext>
            </a:extLst>
          </p:cNvPr>
          <p:cNvSpPr>
            <a:spLocks noGrp="1"/>
          </p:cNvSpPr>
          <p:nvPr/>
        </p:nvSpPr>
        <p:spPr>
          <a:xfrm>
            <a:off x="477349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2" name="b_small_bar_1885">
            <a:extLst>
              <a:ext uri="{FF2B5EF4-FFF2-40B4-BE49-F238E27FC236}">
                <a16:creationId xmlns:a16="http://schemas.microsoft.com/office/drawing/2014/main" id="{862B8BB5-6590-4DE0-94DB-7F2991B88182}"/>
              </a:ext>
            </a:extLst>
          </p:cNvPr>
          <p:cNvSpPr>
            <a:spLocks noGrp="1"/>
          </p:cNvSpPr>
          <p:nvPr/>
        </p:nvSpPr>
        <p:spPr>
          <a:xfrm>
            <a:off x="454624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3" name="b_small_bar_1886">
            <a:extLst>
              <a:ext uri="{FF2B5EF4-FFF2-40B4-BE49-F238E27FC236}">
                <a16:creationId xmlns:a16="http://schemas.microsoft.com/office/drawing/2014/main" id="{6FE74FE0-BC14-4287-A250-FCE498AFD706}"/>
              </a:ext>
            </a:extLst>
          </p:cNvPr>
          <p:cNvSpPr>
            <a:spLocks noGrp="1"/>
          </p:cNvSpPr>
          <p:nvPr/>
        </p:nvSpPr>
        <p:spPr>
          <a:xfrm>
            <a:off x="461218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4" name="b_small_bar_1887">
            <a:extLst>
              <a:ext uri="{FF2B5EF4-FFF2-40B4-BE49-F238E27FC236}">
                <a16:creationId xmlns:a16="http://schemas.microsoft.com/office/drawing/2014/main" id="{B15FF0A4-C60F-4120-B711-075F5848888E}"/>
              </a:ext>
            </a:extLst>
          </p:cNvPr>
          <p:cNvSpPr>
            <a:spLocks noGrp="1"/>
          </p:cNvSpPr>
          <p:nvPr/>
        </p:nvSpPr>
        <p:spPr>
          <a:xfrm>
            <a:off x="463793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5" name="b_small_bar_1888">
            <a:extLst>
              <a:ext uri="{FF2B5EF4-FFF2-40B4-BE49-F238E27FC236}">
                <a16:creationId xmlns:a16="http://schemas.microsoft.com/office/drawing/2014/main" id="{34490B3B-B1C6-41A5-8567-BB239405B9C7}"/>
              </a:ext>
            </a:extLst>
          </p:cNvPr>
          <p:cNvSpPr>
            <a:spLocks noGrp="1"/>
          </p:cNvSpPr>
          <p:nvPr/>
        </p:nvSpPr>
        <p:spPr>
          <a:xfrm>
            <a:off x="4638297" y="53288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6" name="b_small_bar_1889">
            <a:extLst>
              <a:ext uri="{FF2B5EF4-FFF2-40B4-BE49-F238E27FC236}">
                <a16:creationId xmlns:a16="http://schemas.microsoft.com/office/drawing/2014/main" id="{30978C60-9BFA-4EC8-BFA8-5481A1B2DB1A}"/>
              </a:ext>
            </a:extLst>
          </p:cNvPr>
          <p:cNvSpPr>
            <a:spLocks noGrp="1"/>
          </p:cNvSpPr>
          <p:nvPr/>
        </p:nvSpPr>
        <p:spPr>
          <a:xfrm>
            <a:off x="459266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7" name="b_small_bar_1890">
            <a:extLst>
              <a:ext uri="{FF2B5EF4-FFF2-40B4-BE49-F238E27FC236}">
                <a16:creationId xmlns:a16="http://schemas.microsoft.com/office/drawing/2014/main" id="{243D0FB8-C6F7-4894-BF8A-9A1326E030F5}"/>
              </a:ext>
            </a:extLst>
          </p:cNvPr>
          <p:cNvSpPr>
            <a:spLocks noGrp="1"/>
          </p:cNvSpPr>
          <p:nvPr/>
        </p:nvSpPr>
        <p:spPr>
          <a:xfrm>
            <a:off x="4670011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8" name="b_small_bar_1891">
            <a:extLst>
              <a:ext uri="{FF2B5EF4-FFF2-40B4-BE49-F238E27FC236}">
                <a16:creationId xmlns:a16="http://schemas.microsoft.com/office/drawing/2014/main" id="{ECE83CC0-322B-431F-A8C2-66765AF08D41}"/>
              </a:ext>
            </a:extLst>
          </p:cNvPr>
          <p:cNvSpPr>
            <a:spLocks noGrp="1"/>
          </p:cNvSpPr>
          <p:nvPr/>
        </p:nvSpPr>
        <p:spPr>
          <a:xfrm>
            <a:off x="4686400" y="51528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9" name="b_small_bar_1892">
            <a:extLst>
              <a:ext uri="{FF2B5EF4-FFF2-40B4-BE49-F238E27FC236}">
                <a16:creationId xmlns:a16="http://schemas.microsoft.com/office/drawing/2014/main" id="{B3EDC810-A6AE-4667-B117-5A6F575DCEF0}"/>
              </a:ext>
            </a:extLst>
          </p:cNvPr>
          <p:cNvSpPr>
            <a:spLocks noGrp="1"/>
          </p:cNvSpPr>
          <p:nvPr/>
        </p:nvSpPr>
        <p:spPr>
          <a:xfrm>
            <a:off x="466332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0" name="b_small_bar_1893">
            <a:extLst>
              <a:ext uri="{FF2B5EF4-FFF2-40B4-BE49-F238E27FC236}">
                <a16:creationId xmlns:a16="http://schemas.microsoft.com/office/drawing/2014/main" id="{610E75AB-3C3B-4F57-927F-D52F9933CB40}"/>
              </a:ext>
            </a:extLst>
          </p:cNvPr>
          <p:cNvSpPr>
            <a:spLocks noGrp="1"/>
          </p:cNvSpPr>
          <p:nvPr/>
        </p:nvSpPr>
        <p:spPr>
          <a:xfrm>
            <a:off x="452935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1" name="b_small_bar_1894">
            <a:extLst>
              <a:ext uri="{FF2B5EF4-FFF2-40B4-BE49-F238E27FC236}">
                <a16:creationId xmlns:a16="http://schemas.microsoft.com/office/drawing/2014/main" id="{481F1FFC-8554-44B1-949E-D9A869392121}"/>
              </a:ext>
            </a:extLst>
          </p:cNvPr>
          <p:cNvSpPr>
            <a:spLocks noGrp="1"/>
          </p:cNvSpPr>
          <p:nvPr/>
        </p:nvSpPr>
        <p:spPr>
          <a:xfrm>
            <a:off x="4620018" y="253817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2" name="b_small_bar_1895">
            <a:extLst>
              <a:ext uri="{FF2B5EF4-FFF2-40B4-BE49-F238E27FC236}">
                <a16:creationId xmlns:a16="http://schemas.microsoft.com/office/drawing/2014/main" id="{118085BE-6C87-417A-82C9-52FA26DF80D7}"/>
              </a:ext>
            </a:extLst>
          </p:cNvPr>
          <p:cNvSpPr>
            <a:spLocks noGrp="1"/>
          </p:cNvSpPr>
          <p:nvPr/>
        </p:nvSpPr>
        <p:spPr>
          <a:xfrm>
            <a:off x="472891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3" name="b_small_bar_1896">
            <a:extLst>
              <a:ext uri="{FF2B5EF4-FFF2-40B4-BE49-F238E27FC236}">
                <a16:creationId xmlns:a16="http://schemas.microsoft.com/office/drawing/2014/main" id="{9E031A4B-6759-41CC-8D13-F2E6D6FB9F32}"/>
              </a:ext>
            </a:extLst>
          </p:cNvPr>
          <p:cNvSpPr>
            <a:spLocks noGrp="1"/>
          </p:cNvSpPr>
          <p:nvPr/>
        </p:nvSpPr>
        <p:spPr>
          <a:xfrm>
            <a:off x="473162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4" name="b_small_bar_1897">
            <a:extLst>
              <a:ext uri="{FF2B5EF4-FFF2-40B4-BE49-F238E27FC236}">
                <a16:creationId xmlns:a16="http://schemas.microsoft.com/office/drawing/2014/main" id="{DE232185-F0DB-49E2-9122-A0BE589D46DB}"/>
              </a:ext>
            </a:extLst>
          </p:cNvPr>
          <p:cNvSpPr>
            <a:spLocks noGrp="1"/>
          </p:cNvSpPr>
          <p:nvPr/>
        </p:nvSpPr>
        <p:spPr>
          <a:xfrm>
            <a:off x="459683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5" name="b_small_bar_1898">
            <a:extLst>
              <a:ext uri="{FF2B5EF4-FFF2-40B4-BE49-F238E27FC236}">
                <a16:creationId xmlns:a16="http://schemas.microsoft.com/office/drawing/2014/main" id="{B75EF6E0-A7C9-404D-835B-8423452CEA68}"/>
              </a:ext>
            </a:extLst>
          </p:cNvPr>
          <p:cNvSpPr>
            <a:spLocks noGrp="1"/>
          </p:cNvSpPr>
          <p:nvPr/>
        </p:nvSpPr>
        <p:spPr>
          <a:xfrm>
            <a:off x="4580411" y="556496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6" name="b_small_bar_1899">
            <a:extLst>
              <a:ext uri="{FF2B5EF4-FFF2-40B4-BE49-F238E27FC236}">
                <a16:creationId xmlns:a16="http://schemas.microsoft.com/office/drawing/2014/main" id="{4B4849EA-5804-4D0D-B18C-12906D10B95C}"/>
              </a:ext>
            </a:extLst>
          </p:cNvPr>
          <p:cNvSpPr>
            <a:spLocks noGrp="1"/>
          </p:cNvSpPr>
          <p:nvPr/>
        </p:nvSpPr>
        <p:spPr>
          <a:xfrm>
            <a:off x="709855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7" name="b_small_bar_1900">
            <a:extLst>
              <a:ext uri="{FF2B5EF4-FFF2-40B4-BE49-F238E27FC236}">
                <a16:creationId xmlns:a16="http://schemas.microsoft.com/office/drawing/2014/main" id="{9396E5F5-1AE8-4FCF-9810-B205F0215962}"/>
              </a:ext>
            </a:extLst>
          </p:cNvPr>
          <p:cNvSpPr>
            <a:spLocks noGrp="1"/>
          </p:cNvSpPr>
          <p:nvPr/>
        </p:nvSpPr>
        <p:spPr>
          <a:xfrm>
            <a:off x="7004589" y="2415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8" name="b_small_bar_1901">
            <a:extLst>
              <a:ext uri="{FF2B5EF4-FFF2-40B4-BE49-F238E27FC236}">
                <a16:creationId xmlns:a16="http://schemas.microsoft.com/office/drawing/2014/main" id="{E7A85F2A-8EBD-405A-8101-71E579DCDF8C}"/>
              </a:ext>
            </a:extLst>
          </p:cNvPr>
          <p:cNvSpPr>
            <a:spLocks noGrp="1"/>
          </p:cNvSpPr>
          <p:nvPr/>
        </p:nvSpPr>
        <p:spPr>
          <a:xfrm>
            <a:off x="706825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9" name="b_small_bar_1902">
            <a:extLst>
              <a:ext uri="{FF2B5EF4-FFF2-40B4-BE49-F238E27FC236}">
                <a16:creationId xmlns:a16="http://schemas.microsoft.com/office/drawing/2014/main" id="{EA32EB32-F088-458B-8495-47146CEBCF12}"/>
              </a:ext>
            </a:extLst>
          </p:cNvPr>
          <p:cNvSpPr>
            <a:spLocks noGrp="1"/>
          </p:cNvSpPr>
          <p:nvPr/>
        </p:nvSpPr>
        <p:spPr>
          <a:xfrm>
            <a:off x="721351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0" name="b_small_bar_1903">
            <a:extLst>
              <a:ext uri="{FF2B5EF4-FFF2-40B4-BE49-F238E27FC236}">
                <a16:creationId xmlns:a16="http://schemas.microsoft.com/office/drawing/2014/main" id="{3BDBF84D-56A1-4B47-A5F9-B8A0E783E458}"/>
              </a:ext>
            </a:extLst>
          </p:cNvPr>
          <p:cNvSpPr>
            <a:spLocks noGrp="1"/>
          </p:cNvSpPr>
          <p:nvPr/>
        </p:nvSpPr>
        <p:spPr>
          <a:xfrm>
            <a:off x="719826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1" name="b_small_bar_1904">
            <a:extLst>
              <a:ext uri="{FF2B5EF4-FFF2-40B4-BE49-F238E27FC236}">
                <a16:creationId xmlns:a16="http://schemas.microsoft.com/office/drawing/2014/main" id="{B8571B5D-7766-4D9C-A09A-73AD91E7E421}"/>
              </a:ext>
            </a:extLst>
          </p:cNvPr>
          <p:cNvSpPr>
            <a:spLocks noGrp="1"/>
          </p:cNvSpPr>
          <p:nvPr/>
        </p:nvSpPr>
        <p:spPr>
          <a:xfrm>
            <a:off x="7028028" y="400353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2" name="b_small_bar_1905">
            <a:extLst>
              <a:ext uri="{FF2B5EF4-FFF2-40B4-BE49-F238E27FC236}">
                <a16:creationId xmlns:a16="http://schemas.microsoft.com/office/drawing/2014/main" id="{C425005B-08DC-4A6F-A515-1DD4E46036AF}"/>
              </a:ext>
            </a:extLst>
          </p:cNvPr>
          <p:cNvSpPr>
            <a:spLocks noGrp="1"/>
          </p:cNvSpPr>
          <p:nvPr/>
        </p:nvSpPr>
        <p:spPr>
          <a:xfrm>
            <a:off x="701743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3" name="b_small_bar_1906">
            <a:extLst>
              <a:ext uri="{FF2B5EF4-FFF2-40B4-BE49-F238E27FC236}">
                <a16:creationId xmlns:a16="http://schemas.microsoft.com/office/drawing/2014/main" id="{699641A8-9ECA-428B-95AB-510C767B61D6}"/>
              </a:ext>
            </a:extLst>
          </p:cNvPr>
          <p:cNvSpPr>
            <a:spLocks noGrp="1"/>
          </p:cNvSpPr>
          <p:nvPr/>
        </p:nvSpPr>
        <p:spPr>
          <a:xfrm>
            <a:off x="7158368" y="36741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4" name="b_small_bar_1907">
            <a:extLst>
              <a:ext uri="{FF2B5EF4-FFF2-40B4-BE49-F238E27FC236}">
                <a16:creationId xmlns:a16="http://schemas.microsoft.com/office/drawing/2014/main" id="{2DA54CEE-28F8-4F90-86FE-A959BE6A2878}"/>
              </a:ext>
            </a:extLst>
          </p:cNvPr>
          <p:cNvSpPr>
            <a:spLocks noGrp="1"/>
          </p:cNvSpPr>
          <p:nvPr/>
        </p:nvSpPr>
        <p:spPr>
          <a:xfrm>
            <a:off x="7059447" y="5393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5" name="b_small_bar_1908">
            <a:extLst>
              <a:ext uri="{FF2B5EF4-FFF2-40B4-BE49-F238E27FC236}">
                <a16:creationId xmlns:a16="http://schemas.microsoft.com/office/drawing/2014/main" id="{1D467DE3-08FD-40B1-9491-D349FC4F8028}"/>
              </a:ext>
            </a:extLst>
          </p:cNvPr>
          <p:cNvSpPr>
            <a:spLocks noGrp="1"/>
          </p:cNvSpPr>
          <p:nvPr/>
        </p:nvSpPr>
        <p:spPr>
          <a:xfrm>
            <a:off x="730798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6" name="b_small_bar_1909">
            <a:extLst>
              <a:ext uri="{FF2B5EF4-FFF2-40B4-BE49-F238E27FC236}">
                <a16:creationId xmlns:a16="http://schemas.microsoft.com/office/drawing/2014/main" id="{F2772874-32EC-4200-A50D-5773A0DDF3D6}"/>
              </a:ext>
            </a:extLst>
          </p:cNvPr>
          <p:cNvSpPr>
            <a:spLocks noGrp="1"/>
          </p:cNvSpPr>
          <p:nvPr/>
        </p:nvSpPr>
        <p:spPr>
          <a:xfrm>
            <a:off x="719366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7" name="b_small_bar_1910">
            <a:extLst>
              <a:ext uri="{FF2B5EF4-FFF2-40B4-BE49-F238E27FC236}">
                <a16:creationId xmlns:a16="http://schemas.microsoft.com/office/drawing/2014/main" id="{BD5E38FA-CEE4-4570-9252-469D3EE72F20}"/>
              </a:ext>
            </a:extLst>
          </p:cNvPr>
          <p:cNvSpPr>
            <a:spLocks noGrp="1"/>
          </p:cNvSpPr>
          <p:nvPr/>
        </p:nvSpPr>
        <p:spPr>
          <a:xfrm>
            <a:off x="731539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8" name="b_small_bar_1911">
            <a:extLst>
              <a:ext uri="{FF2B5EF4-FFF2-40B4-BE49-F238E27FC236}">
                <a16:creationId xmlns:a16="http://schemas.microsoft.com/office/drawing/2014/main" id="{52F77FCA-3FD2-4616-910D-8222DCCA23C1}"/>
              </a:ext>
            </a:extLst>
          </p:cNvPr>
          <p:cNvSpPr>
            <a:spLocks noGrp="1"/>
          </p:cNvSpPr>
          <p:nvPr/>
        </p:nvSpPr>
        <p:spPr>
          <a:xfrm>
            <a:off x="7075040" y="5393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9" name="b_small_bar_1912">
            <a:extLst>
              <a:ext uri="{FF2B5EF4-FFF2-40B4-BE49-F238E27FC236}">
                <a16:creationId xmlns:a16="http://schemas.microsoft.com/office/drawing/2014/main" id="{20F00D1B-4077-4708-BE29-D0B77F4007C1}"/>
              </a:ext>
            </a:extLst>
          </p:cNvPr>
          <p:cNvSpPr>
            <a:spLocks noGrp="1"/>
          </p:cNvSpPr>
          <p:nvPr/>
        </p:nvSpPr>
        <p:spPr>
          <a:xfrm>
            <a:off x="706012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0" name="b_small_bar_1913">
            <a:extLst>
              <a:ext uri="{FF2B5EF4-FFF2-40B4-BE49-F238E27FC236}">
                <a16:creationId xmlns:a16="http://schemas.microsoft.com/office/drawing/2014/main" id="{5BB1D153-4432-4A5A-A9AA-3AD5B265D428}"/>
              </a:ext>
            </a:extLst>
          </p:cNvPr>
          <p:cNvSpPr>
            <a:spLocks noGrp="1"/>
          </p:cNvSpPr>
          <p:nvPr/>
        </p:nvSpPr>
        <p:spPr>
          <a:xfrm>
            <a:off x="709766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1" name="b_small_bar_1914">
            <a:extLst>
              <a:ext uri="{FF2B5EF4-FFF2-40B4-BE49-F238E27FC236}">
                <a16:creationId xmlns:a16="http://schemas.microsoft.com/office/drawing/2014/main" id="{499979FC-EE4C-4FEE-AC07-CB541FDA81C8}"/>
              </a:ext>
            </a:extLst>
          </p:cNvPr>
          <p:cNvSpPr>
            <a:spLocks noGrp="1"/>
          </p:cNvSpPr>
          <p:nvPr/>
        </p:nvSpPr>
        <p:spPr>
          <a:xfrm>
            <a:off x="699765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2" name="b_small_bar_1915">
            <a:extLst>
              <a:ext uri="{FF2B5EF4-FFF2-40B4-BE49-F238E27FC236}">
                <a16:creationId xmlns:a16="http://schemas.microsoft.com/office/drawing/2014/main" id="{1C010AB3-AE39-4479-AA27-0F02245EC258}"/>
              </a:ext>
            </a:extLst>
          </p:cNvPr>
          <p:cNvSpPr>
            <a:spLocks noGrp="1"/>
          </p:cNvSpPr>
          <p:nvPr/>
        </p:nvSpPr>
        <p:spPr>
          <a:xfrm>
            <a:off x="7261009" y="555494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3" name="b_small_bar_1916">
            <a:extLst>
              <a:ext uri="{FF2B5EF4-FFF2-40B4-BE49-F238E27FC236}">
                <a16:creationId xmlns:a16="http://schemas.microsoft.com/office/drawing/2014/main" id="{1964A385-4A1D-4C00-971B-F11A1987ABCA}"/>
              </a:ext>
            </a:extLst>
          </p:cNvPr>
          <p:cNvSpPr>
            <a:spLocks noGrp="1"/>
          </p:cNvSpPr>
          <p:nvPr/>
        </p:nvSpPr>
        <p:spPr>
          <a:xfrm>
            <a:off x="709901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4" name="b_small_bar_1917">
            <a:extLst>
              <a:ext uri="{FF2B5EF4-FFF2-40B4-BE49-F238E27FC236}">
                <a16:creationId xmlns:a16="http://schemas.microsoft.com/office/drawing/2014/main" id="{A52E6A85-AD64-4E08-B49B-3399E9B25A89}"/>
              </a:ext>
            </a:extLst>
          </p:cNvPr>
          <p:cNvSpPr>
            <a:spLocks noGrp="1"/>
          </p:cNvSpPr>
          <p:nvPr/>
        </p:nvSpPr>
        <p:spPr>
          <a:xfrm>
            <a:off x="7095487" y="505374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5" name="b_small_bar_1918">
            <a:extLst>
              <a:ext uri="{FF2B5EF4-FFF2-40B4-BE49-F238E27FC236}">
                <a16:creationId xmlns:a16="http://schemas.microsoft.com/office/drawing/2014/main" id="{58C8C15C-C5BE-48FD-BBD8-8B01C7BAE55A}"/>
              </a:ext>
            </a:extLst>
          </p:cNvPr>
          <p:cNvSpPr>
            <a:spLocks noGrp="1"/>
          </p:cNvSpPr>
          <p:nvPr/>
        </p:nvSpPr>
        <p:spPr>
          <a:xfrm>
            <a:off x="705265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6" name="b_small_bar_1919">
            <a:extLst>
              <a:ext uri="{FF2B5EF4-FFF2-40B4-BE49-F238E27FC236}">
                <a16:creationId xmlns:a16="http://schemas.microsoft.com/office/drawing/2014/main" id="{4EC7AEE9-E943-4513-AB67-36FE7BD902AC}"/>
              </a:ext>
            </a:extLst>
          </p:cNvPr>
          <p:cNvSpPr>
            <a:spLocks noGrp="1"/>
          </p:cNvSpPr>
          <p:nvPr/>
        </p:nvSpPr>
        <p:spPr>
          <a:xfrm>
            <a:off x="6954738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7" name="b_small_bar_1920">
            <a:extLst>
              <a:ext uri="{FF2B5EF4-FFF2-40B4-BE49-F238E27FC236}">
                <a16:creationId xmlns:a16="http://schemas.microsoft.com/office/drawing/2014/main" id="{96356BBC-9400-4D57-BCEB-749F150770B3}"/>
              </a:ext>
            </a:extLst>
          </p:cNvPr>
          <p:cNvSpPr>
            <a:spLocks noGrp="1"/>
          </p:cNvSpPr>
          <p:nvPr/>
        </p:nvSpPr>
        <p:spPr>
          <a:xfrm>
            <a:off x="716024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8" name="b_small_bar_1921">
            <a:extLst>
              <a:ext uri="{FF2B5EF4-FFF2-40B4-BE49-F238E27FC236}">
                <a16:creationId xmlns:a16="http://schemas.microsoft.com/office/drawing/2014/main" id="{DAC31587-AAED-49A4-8116-4C72367F8D27}"/>
              </a:ext>
            </a:extLst>
          </p:cNvPr>
          <p:cNvSpPr>
            <a:spLocks noGrp="1"/>
          </p:cNvSpPr>
          <p:nvPr/>
        </p:nvSpPr>
        <p:spPr>
          <a:xfrm>
            <a:off x="7173232" y="283870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9" name="b_small_bar_1922">
            <a:extLst>
              <a:ext uri="{FF2B5EF4-FFF2-40B4-BE49-F238E27FC236}">
                <a16:creationId xmlns:a16="http://schemas.microsoft.com/office/drawing/2014/main" id="{DA906843-5A77-4997-B960-6E8E5905C8FE}"/>
              </a:ext>
            </a:extLst>
          </p:cNvPr>
          <p:cNvSpPr>
            <a:spLocks noGrp="1"/>
          </p:cNvSpPr>
          <p:nvPr/>
        </p:nvSpPr>
        <p:spPr>
          <a:xfrm>
            <a:off x="728092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0" name="b_small_bar_1923">
            <a:extLst>
              <a:ext uri="{FF2B5EF4-FFF2-40B4-BE49-F238E27FC236}">
                <a16:creationId xmlns:a16="http://schemas.microsoft.com/office/drawing/2014/main" id="{AAAC35AC-BF1B-498A-9EA2-BC8A46941283}"/>
              </a:ext>
            </a:extLst>
          </p:cNvPr>
          <p:cNvSpPr>
            <a:spLocks noGrp="1"/>
          </p:cNvSpPr>
          <p:nvPr/>
        </p:nvSpPr>
        <p:spPr>
          <a:xfrm>
            <a:off x="708103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1" name="b_small_bar_1924">
            <a:extLst>
              <a:ext uri="{FF2B5EF4-FFF2-40B4-BE49-F238E27FC236}">
                <a16:creationId xmlns:a16="http://schemas.microsoft.com/office/drawing/2014/main" id="{19C9E394-FF99-4750-963D-F7EAF080B32B}"/>
              </a:ext>
            </a:extLst>
          </p:cNvPr>
          <p:cNvSpPr>
            <a:spLocks noGrp="1"/>
          </p:cNvSpPr>
          <p:nvPr/>
        </p:nvSpPr>
        <p:spPr>
          <a:xfrm>
            <a:off x="7168691" y="365014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2" name="b_small_bar_1925">
            <a:extLst>
              <a:ext uri="{FF2B5EF4-FFF2-40B4-BE49-F238E27FC236}">
                <a16:creationId xmlns:a16="http://schemas.microsoft.com/office/drawing/2014/main" id="{2FBCCAD9-B3DE-4EDF-AC9D-E619F664B346}"/>
              </a:ext>
            </a:extLst>
          </p:cNvPr>
          <p:cNvSpPr>
            <a:spLocks noGrp="1"/>
          </p:cNvSpPr>
          <p:nvPr/>
        </p:nvSpPr>
        <p:spPr>
          <a:xfrm>
            <a:off x="717038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3" name="b_small_bar_1926">
            <a:extLst>
              <a:ext uri="{FF2B5EF4-FFF2-40B4-BE49-F238E27FC236}">
                <a16:creationId xmlns:a16="http://schemas.microsoft.com/office/drawing/2014/main" id="{7F9B6CD6-6B5C-4808-BB78-DF0E56F53FF5}"/>
              </a:ext>
            </a:extLst>
          </p:cNvPr>
          <p:cNvSpPr>
            <a:spLocks noGrp="1"/>
          </p:cNvSpPr>
          <p:nvPr/>
        </p:nvSpPr>
        <p:spPr>
          <a:xfrm>
            <a:off x="729908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4" name="b_small_bar_1927">
            <a:extLst>
              <a:ext uri="{FF2B5EF4-FFF2-40B4-BE49-F238E27FC236}">
                <a16:creationId xmlns:a16="http://schemas.microsoft.com/office/drawing/2014/main" id="{9A4A0D15-EE9F-4ECC-BBB0-FCB94E4E9749}"/>
              </a:ext>
            </a:extLst>
          </p:cNvPr>
          <p:cNvSpPr>
            <a:spLocks noGrp="1"/>
          </p:cNvSpPr>
          <p:nvPr/>
        </p:nvSpPr>
        <p:spPr>
          <a:xfrm>
            <a:off x="731160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5" name="b_small_bar_1928">
            <a:extLst>
              <a:ext uri="{FF2B5EF4-FFF2-40B4-BE49-F238E27FC236}">
                <a16:creationId xmlns:a16="http://schemas.microsoft.com/office/drawing/2014/main" id="{BED030E6-84BB-4729-9DE9-FE03AF649A92}"/>
              </a:ext>
            </a:extLst>
          </p:cNvPr>
          <p:cNvSpPr>
            <a:spLocks noGrp="1"/>
          </p:cNvSpPr>
          <p:nvPr/>
        </p:nvSpPr>
        <p:spPr>
          <a:xfrm>
            <a:off x="7130396" y="440576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6" name="b_small_bar_1929">
            <a:extLst>
              <a:ext uri="{FF2B5EF4-FFF2-40B4-BE49-F238E27FC236}">
                <a16:creationId xmlns:a16="http://schemas.microsoft.com/office/drawing/2014/main" id="{3427BE79-A0A0-4B85-8A08-176966109469}"/>
              </a:ext>
            </a:extLst>
          </p:cNvPr>
          <p:cNvSpPr>
            <a:spLocks noGrp="1"/>
          </p:cNvSpPr>
          <p:nvPr/>
        </p:nvSpPr>
        <p:spPr>
          <a:xfrm>
            <a:off x="7323615" y="5393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7" name="b_small_bar_1930">
            <a:extLst>
              <a:ext uri="{FF2B5EF4-FFF2-40B4-BE49-F238E27FC236}">
                <a16:creationId xmlns:a16="http://schemas.microsoft.com/office/drawing/2014/main" id="{95B5C3F1-5BA0-4268-9047-232CE5805026}"/>
              </a:ext>
            </a:extLst>
          </p:cNvPr>
          <p:cNvSpPr>
            <a:spLocks noGrp="1"/>
          </p:cNvSpPr>
          <p:nvPr/>
        </p:nvSpPr>
        <p:spPr>
          <a:xfrm>
            <a:off x="712833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8" name="b_small_bar_1931">
            <a:extLst>
              <a:ext uri="{FF2B5EF4-FFF2-40B4-BE49-F238E27FC236}">
                <a16:creationId xmlns:a16="http://schemas.microsoft.com/office/drawing/2014/main" id="{E2399308-47D0-4D50-81A8-E4DBA8027CB0}"/>
              </a:ext>
            </a:extLst>
          </p:cNvPr>
          <p:cNvSpPr>
            <a:spLocks noGrp="1"/>
          </p:cNvSpPr>
          <p:nvPr/>
        </p:nvSpPr>
        <p:spPr>
          <a:xfrm>
            <a:off x="6964860" y="594921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9" name="b_small_bar_1932">
            <a:extLst>
              <a:ext uri="{FF2B5EF4-FFF2-40B4-BE49-F238E27FC236}">
                <a16:creationId xmlns:a16="http://schemas.microsoft.com/office/drawing/2014/main" id="{C40542D0-B4E5-47A7-B887-9C68AAAE605F}"/>
              </a:ext>
            </a:extLst>
          </p:cNvPr>
          <p:cNvSpPr>
            <a:spLocks noGrp="1"/>
          </p:cNvSpPr>
          <p:nvPr/>
        </p:nvSpPr>
        <p:spPr>
          <a:xfrm>
            <a:off x="701144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0" name="b_small_bar_1933">
            <a:extLst>
              <a:ext uri="{FF2B5EF4-FFF2-40B4-BE49-F238E27FC236}">
                <a16:creationId xmlns:a16="http://schemas.microsoft.com/office/drawing/2014/main" id="{C69C690C-8EDF-41AE-8F2D-6481A8DB6106}"/>
              </a:ext>
            </a:extLst>
          </p:cNvPr>
          <p:cNvSpPr>
            <a:spLocks noGrp="1"/>
          </p:cNvSpPr>
          <p:nvPr/>
        </p:nvSpPr>
        <p:spPr>
          <a:xfrm>
            <a:off x="724708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1" name="b_small_bar_1934">
            <a:extLst>
              <a:ext uri="{FF2B5EF4-FFF2-40B4-BE49-F238E27FC236}">
                <a16:creationId xmlns:a16="http://schemas.microsoft.com/office/drawing/2014/main" id="{AC6C40AC-C310-41CB-8AFB-7C9E3F6B502C}"/>
              </a:ext>
            </a:extLst>
          </p:cNvPr>
          <p:cNvSpPr>
            <a:spLocks noGrp="1"/>
          </p:cNvSpPr>
          <p:nvPr/>
        </p:nvSpPr>
        <p:spPr>
          <a:xfrm>
            <a:off x="713955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2" name="b_small_bar_1935">
            <a:extLst>
              <a:ext uri="{FF2B5EF4-FFF2-40B4-BE49-F238E27FC236}">
                <a16:creationId xmlns:a16="http://schemas.microsoft.com/office/drawing/2014/main" id="{2CECF140-6046-4E33-87F9-8EC92D91F277}"/>
              </a:ext>
            </a:extLst>
          </p:cNvPr>
          <p:cNvSpPr>
            <a:spLocks noGrp="1"/>
          </p:cNvSpPr>
          <p:nvPr/>
        </p:nvSpPr>
        <p:spPr>
          <a:xfrm>
            <a:off x="705667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3" name="b_small_bar_1936">
            <a:extLst>
              <a:ext uri="{FF2B5EF4-FFF2-40B4-BE49-F238E27FC236}">
                <a16:creationId xmlns:a16="http://schemas.microsoft.com/office/drawing/2014/main" id="{80E126E6-48C6-4239-B183-814AE1AA08AE}"/>
              </a:ext>
            </a:extLst>
          </p:cNvPr>
          <p:cNvSpPr>
            <a:spLocks noGrp="1"/>
          </p:cNvSpPr>
          <p:nvPr/>
        </p:nvSpPr>
        <p:spPr>
          <a:xfrm>
            <a:off x="7337082" y="30891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4" name="b_small_bar_1937">
            <a:extLst>
              <a:ext uri="{FF2B5EF4-FFF2-40B4-BE49-F238E27FC236}">
                <a16:creationId xmlns:a16="http://schemas.microsoft.com/office/drawing/2014/main" id="{5E3DAA55-7B95-43C3-90A7-86962C1783D4}"/>
              </a:ext>
            </a:extLst>
          </p:cNvPr>
          <p:cNvSpPr>
            <a:spLocks noGrp="1"/>
          </p:cNvSpPr>
          <p:nvPr/>
        </p:nvSpPr>
        <p:spPr>
          <a:xfrm>
            <a:off x="712570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5" name="b_small_bar_1938">
            <a:extLst>
              <a:ext uri="{FF2B5EF4-FFF2-40B4-BE49-F238E27FC236}">
                <a16:creationId xmlns:a16="http://schemas.microsoft.com/office/drawing/2014/main" id="{660C4BF9-453C-4DE3-9A2F-64FF80E83F98}"/>
              </a:ext>
            </a:extLst>
          </p:cNvPr>
          <p:cNvSpPr>
            <a:spLocks noGrp="1"/>
          </p:cNvSpPr>
          <p:nvPr/>
        </p:nvSpPr>
        <p:spPr>
          <a:xfrm>
            <a:off x="715654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6" name="b_small_bar_1939">
            <a:extLst>
              <a:ext uri="{FF2B5EF4-FFF2-40B4-BE49-F238E27FC236}">
                <a16:creationId xmlns:a16="http://schemas.microsoft.com/office/drawing/2014/main" id="{1CD42A9A-2140-4439-8E28-52792C8DC81F}"/>
              </a:ext>
            </a:extLst>
          </p:cNvPr>
          <p:cNvSpPr>
            <a:spLocks noGrp="1"/>
          </p:cNvSpPr>
          <p:nvPr/>
        </p:nvSpPr>
        <p:spPr>
          <a:xfrm>
            <a:off x="710331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7" name="b_small_bar_1940">
            <a:extLst>
              <a:ext uri="{FF2B5EF4-FFF2-40B4-BE49-F238E27FC236}">
                <a16:creationId xmlns:a16="http://schemas.microsoft.com/office/drawing/2014/main" id="{4233A558-43D5-41F4-98F3-00E36AD87881}"/>
              </a:ext>
            </a:extLst>
          </p:cNvPr>
          <p:cNvSpPr>
            <a:spLocks noGrp="1"/>
          </p:cNvSpPr>
          <p:nvPr/>
        </p:nvSpPr>
        <p:spPr>
          <a:xfrm>
            <a:off x="72835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8" name="b_small_bar_1941">
            <a:extLst>
              <a:ext uri="{FF2B5EF4-FFF2-40B4-BE49-F238E27FC236}">
                <a16:creationId xmlns:a16="http://schemas.microsoft.com/office/drawing/2014/main" id="{FA29CCB5-78E2-47E9-9C6B-83A00289FAA8}"/>
              </a:ext>
            </a:extLst>
          </p:cNvPr>
          <p:cNvSpPr>
            <a:spLocks noGrp="1"/>
          </p:cNvSpPr>
          <p:nvPr/>
        </p:nvSpPr>
        <p:spPr>
          <a:xfrm>
            <a:off x="725166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9" name="b_small_bar_1942">
            <a:extLst>
              <a:ext uri="{FF2B5EF4-FFF2-40B4-BE49-F238E27FC236}">
                <a16:creationId xmlns:a16="http://schemas.microsoft.com/office/drawing/2014/main" id="{38F78D0C-7A82-49C5-98FB-7C88041F89D1}"/>
              </a:ext>
            </a:extLst>
          </p:cNvPr>
          <p:cNvSpPr>
            <a:spLocks noGrp="1"/>
          </p:cNvSpPr>
          <p:nvPr/>
        </p:nvSpPr>
        <p:spPr>
          <a:xfrm>
            <a:off x="7290041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0" name="b_small_bar_1943">
            <a:extLst>
              <a:ext uri="{FF2B5EF4-FFF2-40B4-BE49-F238E27FC236}">
                <a16:creationId xmlns:a16="http://schemas.microsoft.com/office/drawing/2014/main" id="{5748A881-D7DA-4A0B-AD55-3D13B5830120}"/>
              </a:ext>
            </a:extLst>
          </p:cNvPr>
          <p:cNvSpPr>
            <a:spLocks noGrp="1"/>
          </p:cNvSpPr>
          <p:nvPr/>
        </p:nvSpPr>
        <p:spPr>
          <a:xfrm>
            <a:off x="7286192" y="556496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1" name="b_small_bar_1944">
            <a:extLst>
              <a:ext uri="{FF2B5EF4-FFF2-40B4-BE49-F238E27FC236}">
                <a16:creationId xmlns:a16="http://schemas.microsoft.com/office/drawing/2014/main" id="{410BB776-8C38-4EC1-929D-DDD9B0084415}"/>
              </a:ext>
            </a:extLst>
          </p:cNvPr>
          <p:cNvSpPr>
            <a:spLocks noGrp="1"/>
          </p:cNvSpPr>
          <p:nvPr/>
        </p:nvSpPr>
        <p:spPr>
          <a:xfrm>
            <a:off x="695817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2" name="b_small_bar_1945">
            <a:extLst>
              <a:ext uri="{FF2B5EF4-FFF2-40B4-BE49-F238E27FC236}">
                <a16:creationId xmlns:a16="http://schemas.microsoft.com/office/drawing/2014/main" id="{6016575F-7B16-4257-8E61-5E7BCBAF6616}"/>
              </a:ext>
            </a:extLst>
          </p:cNvPr>
          <p:cNvSpPr>
            <a:spLocks noGrp="1"/>
          </p:cNvSpPr>
          <p:nvPr/>
        </p:nvSpPr>
        <p:spPr>
          <a:xfrm>
            <a:off x="707656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3" name="b_small_bar_1946">
            <a:extLst>
              <a:ext uri="{FF2B5EF4-FFF2-40B4-BE49-F238E27FC236}">
                <a16:creationId xmlns:a16="http://schemas.microsoft.com/office/drawing/2014/main" id="{B1C1A960-7E28-40FD-9421-31AD3D21E096}"/>
              </a:ext>
            </a:extLst>
          </p:cNvPr>
          <p:cNvSpPr>
            <a:spLocks noGrp="1"/>
          </p:cNvSpPr>
          <p:nvPr/>
        </p:nvSpPr>
        <p:spPr>
          <a:xfrm>
            <a:off x="7018460" y="556664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4" name="b_small_bar_1947">
            <a:extLst>
              <a:ext uri="{FF2B5EF4-FFF2-40B4-BE49-F238E27FC236}">
                <a16:creationId xmlns:a16="http://schemas.microsoft.com/office/drawing/2014/main" id="{F63C93C1-912F-440E-BE37-02E57E72FB12}"/>
              </a:ext>
            </a:extLst>
          </p:cNvPr>
          <p:cNvSpPr>
            <a:spLocks noGrp="1"/>
          </p:cNvSpPr>
          <p:nvPr/>
        </p:nvSpPr>
        <p:spPr>
          <a:xfrm>
            <a:off x="726262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5" name="b_small_bar_1948">
            <a:extLst>
              <a:ext uri="{FF2B5EF4-FFF2-40B4-BE49-F238E27FC236}">
                <a16:creationId xmlns:a16="http://schemas.microsoft.com/office/drawing/2014/main" id="{EF92DF37-A608-4A23-9E88-62A7E06BE325}"/>
              </a:ext>
            </a:extLst>
          </p:cNvPr>
          <p:cNvSpPr>
            <a:spLocks noGrp="1"/>
          </p:cNvSpPr>
          <p:nvPr/>
        </p:nvSpPr>
        <p:spPr>
          <a:xfrm>
            <a:off x="712434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6" name="b_small_bar_1949">
            <a:extLst>
              <a:ext uri="{FF2B5EF4-FFF2-40B4-BE49-F238E27FC236}">
                <a16:creationId xmlns:a16="http://schemas.microsoft.com/office/drawing/2014/main" id="{B41D2853-8910-4859-B7B9-2D6C63C9D62A}"/>
              </a:ext>
            </a:extLst>
          </p:cNvPr>
          <p:cNvSpPr>
            <a:spLocks noGrp="1"/>
          </p:cNvSpPr>
          <p:nvPr/>
        </p:nvSpPr>
        <p:spPr>
          <a:xfrm>
            <a:off x="7024469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7" name="b_small_bar_1950">
            <a:extLst>
              <a:ext uri="{FF2B5EF4-FFF2-40B4-BE49-F238E27FC236}">
                <a16:creationId xmlns:a16="http://schemas.microsoft.com/office/drawing/2014/main" id="{3FB38484-6209-44B8-8752-87DB76ABAFDE}"/>
              </a:ext>
            </a:extLst>
          </p:cNvPr>
          <p:cNvSpPr>
            <a:spLocks noGrp="1"/>
          </p:cNvSpPr>
          <p:nvPr/>
        </p:nvSpPr>
        <p:spPr>
          <a:xfrm>
            <a:off x="6991503" y="559358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8" name="b_small_bar_1951">
            <a:extLst>
              <a:ext uri="{FF2B5EF4-FFF2-40B4-BE49-F238E27FC236}">
                <a16:creationId xmlns:a16="http://schemas.microsoft.com/office/drawing/2014/main" id="{99D2C1D0-231C-4DE0-8C73-482EF9260B1A}"/>
              </a:ext>
            </a:extLst>
          </p:cNvPr>
          <p:cNvSpPr>
            <a:spLocks noGrp="1"/>
          </p:cNvSpPr>
          <p:nvPr/>
        </p:nvSpPr>
        <p:spPr>
          <a:xfrm>
            <a:off x="7165674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9" name="b_small_bar_1952">
            <a:extLst>
              <a:ext uri="{FF2B5EF4-FFF2-40B4-BE49-F238E27FC236}">
                <a16:creationId xmlns:a16="http://schemas.microsoft.com/office/drawing/2014/main" id="{4A9FD22F-5F08-4DC9-B28C-A512381F1E8E}"/>
              </a:ext>
            </a:extLst>
          </p:cNvPr>
          <p:cNvSpPr>
            <a:spLocks noGrp="1"/>
          </p:cNvSpPr>
          <p:nvPr/>
        </p:nvSpPr>
        <p:spPr>
          <a:xfrm>
            <a:off x="717504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0" name="b_small_bar_1953">
            <a:extLst>
              <a:ext uri="{FF2B5EF4-FFF2-40B4-BE49-F238E27FC236}">
                <a16:creationId xmlns:a16="http://schemas.microsoft.com/office/drawing/2014/main" id="{A394C7E0-19B2-45E2-A383-B02D9582EF90}"/>
              </a:ext>
            </a:extLst>
          </p:cNvPr>
          <p:cNvSpPr>
            <a:spLocks noGrp="1"/>
          </p:cNvSpPr>
          <p:nvPr/>
        </p:nvSpPr>
        <p:spPr>
          <a:xfrm>
            <a:off x="7322170" y="439395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1" name="b_small_bar_1954">
            <a:extLst>
              <a:ext uri="{FF2B5EF4-FFF2-40B4-BE49-F238E27FC236}">
                <a16:creationId xmlns:a16="http://schemas.microsoft.com/office/drawing/2014/main" id="{37DEAEC7-DC89-4462-B05B-7F783CCFCDE7}"/>
              </a:ext>
            </a:extLst>
          </p:cNvPr>
          <p:cNvSpPr>
            <a:spLocks noGrp="1"/>
          </p:cNvSpPr>
          <p:nvPr/>
        </p:nvSpPr>
        <p:spPr>
          <a:xfrm>
            <a:off x="7090501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2" name="b_small_bar_1955">
            <a:extLst>
              <a:ext uri="{FF2B5EF4-FFF2-40B4-BE49-F238E27FC236}">
                <a16:creationId xmlns:a16="http://schemas.microsoft.com/office/drawing/2014/main" id="{64389DFC-2D15-4C54-9C48-675097FE5E98}"/>
              </a:ext>
            </a:extLst>
          </p:cNvPr>
          <p:cNvSpPr>
            <a:spLocks noGrp="1"/>
          </p:cNvSpPr>
          <p:nvPr/>
        </p:nvSpPr>
        <p:spPr>
          <a:xfrm>
            <a:off x="7319047" y="35449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3" name="b_small_bar_1956">
            <a:extLst>
              <a:ext uri="{FF2B5EF4-FFF2-40B4-BE49-F238E27FC236}">
                <a16:creationId xmlns:a16="http://schemas.microsoft.com/office/drawing/2014/main" id="{D0B9923A-7883-48FF-BF61-84D820FB7E27}"/>
              </a:ext>
            </a:extLst>
          </p:cNvPr>
          <p:cNvSpPr>
            <a:spLocks noGrp="1"/>
          </p:cNvSpPr>
          <p:nvPr/>
        </p:nvSpPr>
        <p:spPr>
          <a:xfrm>
            <a:off x="695746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4" name="b_small_bar_1957">
            <a:extLst>
              <a:ext uri="{FF2B5EF4-FFF2-40B4-BE49-F238E27FC236}">
                <a16:creationId xmlns:a16="http://schemas.microsoft.com/office/drawing/2014/main" id="{BCE2C88E-BA6F-4187-8F2C-74F204F75714}"/>
              </a:ext>
            </a:extLst>
          </p:cNvPr>
          <p:cNvSpPr>
            <a:spLocks noGrp="1"/>
          </p:cNvSpPr>
          <p:nvPr/>
        </p:nvSpPr>
        <p:spPr>
          <a:xfrm>
            <a:off x="699263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5" name="b_small_bar_1958">
            <a:extLst>
              <a:ext uri="{FF2B5EF4-FFF2-40B4-BE49-F238E27FC236}">
                <a16:creationId xmlns:a16="http://schemas.microsoft.com/office/drawing/2014/main" id="{E95FFDF7-0B48-4822-9162-34CCBC5CADE7}"/>
              </a:ext>
            </a:extLst>
          </p:cNvPr>
          <p:cNvSpPr>
            <a:spLocks noGrp="1"/>
          </p:cNvSpPr>
          <p:nvPr/>
        </p:nvSpPr>
        <p:spPr>
          <a:xfrm>
            <a:off x="727032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6" name="b_small_bar_1959">
            <a:extLst>
              <a:ext uri="{FF2B5EF4-FFF2-40B4-BE49-F238E27FC236}">
                <a16:creationId xmlns:a16="http://schemas.microsoft.com/office/drawing/2014/main" id="{1B136503-A8FA-4B02-95C1-4CB05891CB96}"/>
              </a:ext>
            </a:extLst>
          </p:cNvPr>
          <p:cNvSpPr>
            <a:spLocks noGrp="1"/>
          </p:cNvSpPr>
          <p:nvPr/>
        </p:nvSpPr>
        <p:spPr>
          <a:xfrm>
            <a:off x="6962956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7" name="b_small_bar_1960">
            <a:extLst>
              <a:ext uri="{FF2B5EF4-FFF2-40B4-BE49-F238E27FC236}">
                <a16:creationId xmlns:a16="http://schemas.microsoft.com/office/drawing/2014/main" id="{8A0017C0-01E2-4D13-BC27-5B566385632E}"/>
              </a:ext>
            </a:extLst>
          </p:cNvPr>
          <p:cNvSpPr>
            <a:spLocks noGrp="1"/>
          </p:cNvSpPr>
          <p:nvPr/>
        </p:nvSpPr>
        <p:spPr>
          <a:xfrm>
            <a:off x="707720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8" name="b_small_bar_1961">
            <a:extLst>
              <a:ext uri="{FF2B5EF4-FFF2-40B4-BE49-F238E27FC236}">
                <a16:creationId xmlns:a16="http://schemas.microsoft.com/office/drawing/2014/main" id="{0F4E2B43-D14A-4C4A-B7FD-DEE56EC97DE1}"/>
              </a:ext>
            </a:extLst>
          </p:cNvPr>
          <p:cNvSpPr>
            <a:spLocks noGrp="1"/>
          </p:cNvSpPr>
          <p:nvPr/>
        </p:nvSpPr>
        <p:spPr>
          <a:xfrm>
            <a:off x="731621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9" name="b_small_bar_1962">
            <a:extLst>
              <a:ext uri="{FF2B5EF4-FFF2-40B4-BE49-F238E27FC236}">
                <a16:creationId xmlns:a16="http://schemas.microsoft.com/office/drawing/2014/main" id="{ED0D5618-894E-4E7D-9908-D72A9B9F2484}"/>
              </a:ext>
            </a:extLst>
          </p:cNvPr>
          <p:cNvSpPr>
            <a:spLocks noGrp="1"/>
          </p:cNvSpPr>
          <p:nvPr/>
        </p:nvSpPr>
        <p:spPr>
          <a:xfrm>
            <a:off x="7179542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0" name="b_small_bar_1963">
            <a:extLst>
              <a:ext uri="{FF2B5EF4-FFF2-40B4-BE49-F238E27FC236}">
                <a16:creationId xmlns:a16="http://schemas.microsoft.com/office/drawing/2014/main" id="{9C135507-BCF9-4E50-A536-EA02CCC889E2}"/>
              </a:ext>
            </a:extLst>
          </p:cNvPr>
          <p:cNvSpPr>
            <a:spLocks noGrp="1"/>
          </p:cNvSpPr>
          <p:nvPr/>
        </p:nvSpPr>
        <p:spPr>
          <a:xfrm>
            <a:off x="7111502" y="593418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1" name="b_small_bar_1964">
            <a:extLst>
              <a:ext uri="{FF2B5EF4-FFF2-40B4-BE49-F238E27FC236}">
                <a16:creationId xmlns:a16="http://schemas.microsoft.com/office/drawing/2014/main" id="{73C9CF0B-3C0F-4029-99CB-A28D5B2BD430}"/>
              </a:ext>
            </a:extLst>
          </p:cNvPr>
          <p:cNvSpPr>
            <a:spLocks noGrp="1"/>
          </p:cNvSpPr>
          <p:nvPr/>
        </p:nvSpPr>
        <p:spPr>
          <a:xfrm>
            <a:off x="707957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2" name="b_small_bar_1965">
            <a:extLst>
              <a:ext uri="{FF2B5EF4-FFF2-40B4-BE49-F238E27FC236}">
                <a16:creationId xmlns:a16="http://schemas.microsoft.com/office/drawing/2014/main" id="{7472D4F4-84DF-4CCE-A234-064534542A7C}"/>
              </a:ext>
            </a:extLst>
          </p:cNvPr>
          <p:cNvSpPr>
            <a:spLocks noGrp="1"/>
          </p:cNvSpPr>
          <p:nvPr/>
        </p:nvSpPr>
        <p:spPr>
          <a:xfrm>
            <a:off x="714385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3" name="b_small_bar_1966">
            <a:extLst>
              <a:ext uri="{FF2B5EF4-FFF2-40B4-BE49-F238E27FC236}">
                <a16:creationId xmlns:a16="http://schemas.microsoft.com/office/drawing/2014/main" id="{8F382554-8E94-4318-A30C-D4031BA0A65E}"/>
              </a:ext>
            </a:extLst>
          </p:cNvPr>
          <p:cNvSpPr>
            <a:spLocks noGrp="1"/>
          </p:cNvSpPr>
          <p:nvPr/>
        </p:nvSpPr>
        <p:spPr>
          <a:xfrm>
            <a:off x="727433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4" name="b_small_bar_1967">
            <a:extLst>
              <a:ext uri="{FF2B5EF4-FFF2-40B4-BE49-F238E27FC236}">
                <a16:creationId xmlns:a16="http://schemas.microsoft.com/office/drawing/2014/main" id="{47A36197-96F6-4252-A00C-081040E09189}"/>
              </a:ext>
            </a:extLst>
          </p:cNvPr>
          <p:cNvSpPr>
            <a:spLocks noGrp="1"/>
          </p:cNvSpPr>
          <p:nvPr/>
        </p:nvSpPr>
        <p:spPr>
          <a:xfrm>
            <a:off x="723836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5" name="b_small_bar_1968">
            <a:extLst>
              <a:ext uri="{FF2B5EF4-FFF2-40B4-BE49-F238E27FC236}">
                <a16:creationId xmlns:a16="http://schemas.microsoft.com/office/drawing/2014/main" id="{E030DD75-AF58-4E12-8F89-BB1BA18F8D73}"/>
              </a:ext>
            </a:extLst>
          </p:cNvPr>
          <p:cNvSpPr>
            <a:spLocks noGrp="1"/>
          </p:cNvSpPr>
          <p:nvPr/>
        </p:nvSpPr>
        <p:spPr>
          <a:xfrm>
            <a:off x="733274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6" name="b_small_bar_1969">
            <a:extLst>
              <a:ext uri="{FF2B5EF4-FFF2-40B4-BE49-F238E27FC236}">
                <a16:creationId xmlns:a16="http://schemas.microsoft.com/office/drawing/2014/main" id="{A2E14195-F697-413C-9C80-817EFE88DC8F}"/>
              </a:ext>
            </a:extLst>
          </p:cNvPr>
          <p:cNvSpPr>
            <a:spLocks noGrp="1"/>
          </p:cNvSpPr>
          <p:nvPr/>
        </p:nvSpPr>
        <p:spPr>
          <a:xfrm>
            <a:off x="701898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7" name="b_small_bar_1970">
            <a:extLst>
              <a:ext uri="{FF2B5EF4-FFF2-40B4-BE49-F238E27FC236}">
                <a16:creationId xmlns:a16="http://schemas.microsoft.com/office/drawing/2014/main" id="{A4B26424-71A0-444D-B8D4-62399334ECA7}"/>
              </a:ext>
            </a:extLst>
          </p:cNvPr>
          <p:cNvSpPr>
            <a:spLocks noGrp="1"/>
          </p:cNvSpPr>
          <p:nvPr/>
        </p:nvSpPr>
        <p:spPr>
          <a:xfrm>
            <a:off x="702642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8" name="b_small_bar_1971">
            <a:extLst>
              <a:ext uri="{FF2B5EF4-FFF2-40B4-BE49-F238E27FC236}">
                <a16:creationId xmlns:a16="http://schemas.microsoft.com/office/drawing/2014/main" id="{E081DC5C-2B65-4334-8A84-33E1DE1E4BE4}"/>
              </a:ext>
            </a:extLst>
          </p:cNvPr>
          <p:cNvSpPr>
            <a:spLocks noGrp="1"/>
          </p:cNvSpPr>
          <p:nvPr/>
        </p:nvSpPr>
        <p:spPr>
          <a:xfrm>
            <a:off x="7209464" y="59755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9" name="b_small_bar_1972">
            <a:extLst>
              <a:ext uri="{FF2B5EF4-FFF2-40B4-BE49-F238E27FC236}">
                <a16:creationId xmlns:a16="http://schemas.microsoft.com/office/drawing/2014/main" id="{52EEB359-7EAC-4D1D-A804-877DC6671098}"/>
              </a:ext>
            </a:extLst>
          </p:cNvPr>
          <p:cNvSpPr>
            <a:spLocks noGrp="1"/>
          </p:cNvSpPr>
          <p:nvPr/>
        </p:nvSpPr>
        <p:spPr>
          <a:xfrm>
            <a:off x="723910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0" name="b_small_bar_1973">
            <a:extLst>
              <a:ext uri="{FF2B5EF4-FFF2-40B4-BE49-F238E27FC236}">
                <a16:creationId xmlns:a16="http://schemas.microsoft.com/office/drawing/2014/main" id="{89A32799-0756-4DBD-A15C-E4818B63D77D}"/>
              </a:ext>
            </a:extLst>
          </p:cNvPr>
          <p:cNvSpPr>
            <a:spLocks noGrp="1"/>
          </p:cNvSpPr>
          <p:nvPr/>
        </p:nvSpPr>
        <p:spPr>
          <a:xfrm>
            <a:off x="7241744" y="596423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1" name="b_small_bar_1974">
            <a:extLst>
              <a:ext uri="{FF2B5EF4-FFF2-40B4-BE49-F238E27FC236}">
                <a16:creationId xmlns:a16="http://schemas.microsoft.com/office/drawing/2014/main" id="{3C2FEEF0-336F-4E80-B6F9-1CE414B39B5F}"/>
              </a:ext>
            </a:extLst>
          </p:cNvPr>
          <p:cNvSpPr>
            <a:spLocks noGrp="1"/>
          </p:cNvSpPr>
          <p:nvPr/>
        </p:nvSpPr>
        <p:spPr>
          <a:xfrm>
            <a:off x="7033910" y="530974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2" name="b_small_bar_1975">
            <a:extLst>
              <a:ext uri="{FF2B5EF4-FFF2-40B4-BE49-F238E27FC236}">
                <a16:creationId xmlns:a16="http://schemas.microsoft.com/office/drawing/2014/main" id="{53A5BDFA-3507-4A39-BBA1-8B09F78D51A8}"/>
              </a:ext>
            </a:extLst>
          </p:cNvPr>
          <p:cNvSpPr>
            <a:spLocks noGrp="1"/>
          </p:cNvSpPr>
          <p:nvPr/>
        </p:nvSpPr>
        <p:spPr>
          <a:xfrm>
            <a:off x="7317406" y="58213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3" name="b_small_bar_1976">
            <a:extLst>
              <a:ext uri="{FF2B5EF4-FFF2-40B4-BE49-F238E27FC236}">
                <a16:creationId xmlns:a16="http://schemas.microsoft.com/office/drawing/2014/main" id="{CFBACF19-345E-4BA5-8776-435C9583A9BA}"/>
              </a:ext>
            </a:extLst>
          </p:cNvPr>
          <p:cNvSpPr>
            <a:spLocks noGrp="1"/>
          </p:cNvSpPr>
          <p:nvPr/>
        </p:nvSpPr>
        <p:spPr>
          <a:xfrm>
            <a:off x="705752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4" name="b_small_bar_1977">
            <a:extLst>
              <a:ext uri="{FF2B5EF4-FFF2-40B4-BE49-F238E27FC236}">
                <a16:creationId xmlns:a16="http://schemas.microsoft.com/office/drawing/2014/main" id="{AE9B81C3-6C06-48CB-B914-801D6D667A5F}"/>
              </a:ext>
            </a:extLst>
          </p:cNvPr>
          <p:cNvSpPr>
            <a:spLocks noGrp="1"/>
          </p:cNvSpPr>
          <p:nvPr/>
        </p:nvSpPr>
        <p:spPr>
          <a:xfrm>
            <a:off x="715217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5" name="b_small_bar_1978">
            <a:extLst>
              <a:ext uri="{FF2B5EF4-FFF2-40B4-BE49-F238E27FC236}">
                <a16:creationId xmlns:a16="http://schemas.microsoft.com/office/drawing/2014/main" id="{5EAB6268-6D4A-4D5E-81C8-6A7106415311}"/>
              </a:ext>
            </a:extLst>
          </p:cNvPr>
          <p:cNvSpPr>
            <a:spLocks noGrp="1"/>
          </p:cNvSpPr>
          <p:nvPr/>
        </p:nvSpPr>
        <p:spPr>
          <a:xfrm>
            <a:off x="700499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6" name="b_small_bar_1979">
            <a:extLst>
              <a:ext uri="{FF2B5EF4-FFF2-40B4-BE49-F238E27FC236}">
                <a16:creationId xmlns:a16="http://schemas.microsoft.com/office/drawing/2014/main" id="{55E67E12-89FB-4C2C-B804-CA8650189E0B}"/>
              </a:ext>
            </a:extLst>
          </p:cNvPr>
          <p:cNvSpPr>
            <a:spLocks noGrp="1"/>
          </p:cNvSpPr>
          <p:nvPr/>
        </p:nvSpPr>
        <p:spPr>
          <a:xfrm>
            <a:off x="731529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7" name="b_small_bar_1980">
            <a:extLst>
              <a:ext uri="{FF2B5EF4-FFF2-40B4-BE49-F238E27FC236}">
                <a16:creationId xmlns:a16="http://schemas.microsoft.com/office/drawing/2014/main" id="{E48CF834-9155-4304-BBF4-434E0233C399}"/>
              </a:ext>
            </a:extLst>
          </p:cNvPr>
          <p:cNvSpPr>
            <a:spLocks noGrp="1"/>
          </p:cNvSpPr>
          <p:nvPr/>
        </p:nvSpPr>
        <p:spPr>
          <a:xfrm>
            <a:off x="716560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8" name="b_small_bar_1981">
            <a:extLst>
              <a:ext uri="{FF2B5EF4-FFF2-40B4-BE49-F238E27FC236}">
                <a16:creationId xmlns:a16="http://schemas.microsoft.com/office/drawing/2014/main" id="{E2B51AFD-ACB9-4639-A2C1-E42E9991894D}"/>
              </a:ext>
            </a:extLst>
          </p:cNvPr>
          <p:cNvSpPr>
            <a:spLocks noGrp="1"/>
          </p:cNvSpPr>
          <p:nvPr/>
        </p:nvSpPr>
        <p:spPr>
          <a:xfrm>
            <a:off x="704374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9" name="b_small_bar_1982">
            <a:extLst>
              <a:ext uri="{FF2B5EF4-FFF2-40B4-BE49-F238E27FC236}">
                <a16:creationId xmlns:a16="http://schemas.microsoft.com/office/drawing/2014/main" id="{6002C139-5B97-4EEC-9FCD-A543D852F075}"/>
              </a:ext>
            </a:extLst>
          </p:cNvPr>
          <p:cNvSpPr>
            <a:spLocks noGrp="1"/>
          </p:cNvSpPr>
          <p:nvPr/>
        </p:nvSpPr>
        <p:spPr>
          <a:xfrm>
            <a:off x="714497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0" name="b_small_bar_1983">
            <a:extLst>
              <a:ext uri="{FF2B5EF4-FFF2-40B4-BE49-F238E27FC236}">
                <a16:creationId xmlns:a16="http://schemas.microsoft.com/office/drawing/2014/main" id="{B822D0CD-13F4-4E46-B5CF-568BD8731599}"/>
              </a:ext>
            </a:extLst>
          </p:cNvPr>
          <p:cNvSpPr>
            <a:spLocks noGrp="1"/>
          </p:cNvSpPr>
          <p:nvPr/>
        </p:nvSpPr>
        <p:spPr>
          <a:xfrm>
            <a:off x="703542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1" name="b_small_bar_1984">
            <a:extLst>
              <a:ext uri="{FF2B5EF4-FFF2-40B4-BE49-F238E27FC236}">
                <a16:creationId xmlns:a16="http://schemas.microsoft.com/office/drawing/2014/main" id="{F6BE1170-F8AC-4985-BCF3-C39C3CF220D0}"/>
              </a:ext>
            </a:extLst>
          </p:cNvPr>
          <p:cNvSpPr>
            <a:spLocks noGrp="1"/>
          </p:cNvSpPr>
          <p:nvPr/>
        </p:nvSpPr>
        <p:spPr>
          <a:xfrm>
            <a:off x="7342663" y="5393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2" name="b_small_bar_1985">
            <a:extLst>
              <a:ext uri="{FF2B5EF4-FFF2-40B4-BE49-F238E27FC236}">
                <a16:creationId xmlns:a16="http://schemas.microsoft.com/office/drawing/2014/main" id="{C345C779-1633-4592-B830-B504C55B18EE}"/>
              </a:ext>
            </a:extLst>
          </p:cNvPr>
          <p:cNvSpPr>
            <a:spLocks noGrp="1"/>
          </p:cNvSpPr>
          <p:nvPr/>
        </p:nvSpPr>
        <p:spPr>
          <a:xfrm>
            <a:off x="7069368" y="51528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3" name="b_small_bar_1986">
            <a:extLst>
              <a:ext uri="{FF2B5EF4-FFF2-40B4-BE49-F238E27FC236}">
                <a16:creationId xmlns:a16="http://schemas.microsoft.com/office/drawing/2014/main" id="{0A6C745E-D85B-4CB9-B85E-D0B2883CAA29}"/>
              </a:ext>
            </a:extLst>
          </p:cNvPr>
          <p:cNvSpPr>
            <a:spLocks noGrp="1"/>
          </p:cNvSpPr>
          <p:nvPr/>
        </p:nvSpPr>
        <p:spPr>
          <a:xfrm>
            <a:off x="704106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4" name="b_small_bar_1987">
            <a:extLst>
              <a:ext uri="{FF2B5EF4-FFF2-40B4-BE49-F238E27FC236}">
                <a16:creationId xmlns:a16="http://schemas.microsoft.com/office/drawing/2014/main" id="{DA6C4B88-74C9-4C3A-ADAB-B11735F9391A}"/>
              </a:ext>
            </a:extLst>
          </p:cNvPr>
          <p:cNvSpPr>
            <a:spLocks noGrp="1"/>
          </p:cNvSpPr>
          <p:nvPr/>
        </p:nvSpPr>
        <p:spPr>
          <a:xfrm>
            <a:off x="719367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5" name="b_small_bar_1988">
            <a:extLst>
              <a:ext uri="{FF2B5EF4-FFF2-40B4-BE49-F238E27FC236}">
                <a16:creationId xmlns:a16="http://schemas.microsoft.com/office/drawing/2014/main" id="{F0C4AE9B-211C-489B-BB2E-5A6B2E646B01}"/>
              </a:ext>
            </a:extLst>
          </p:cNvPr>
          <p:cNvSpPr>
            <a:spLocks noGrp="1"/>
          </p:cNvSpPr>
          <p:nvPr/>
        </p:nvSpPr>
        <p:spPr>
          <a:xfrm>
            <a:off x="7155022" y="253817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6" name="b_small_bar_1989">
            <a:extLst>
              <a:ext uri="{FF2B5EF4-FFF2-40B4-BE49-F238E27FC236}">
                <a16:creationId xmlns:a16="http://schemas.microsoft.com/office/drawing/2014/main" id="{A853C91B-03E2-4335-B930-9E06EF7BC104}"/>
              </a:ext>
            </a:extLst>
          </p:cNvPr>
          <p:cNvSpPr>
            <a:spLocks noGrp="1"/>
          </p:cNvSpPr>
          <p:nvPr/>
        </p:nvSpPr>
        <p:spPr>
          <a:xfrm>
            <a:off x="706710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7" name="b_small_bar_1990">
            <a:extLst>
              <a:ext uri="{FF2B5EF4-FFF2-40B4-BE49-F238E27FC236}">
                <a16:creationId xmlns:a16="http://schemas.microsoft.com/office/drawing/2014/main" id="{DCF59C27-BCB5-48AD-8564-BC2EB103600E}"/>
              </a:ext>
            </a:extLst>
          </p:cNvPr>
          <p:cNvSpPr>
            <a:spLocks noGrp="1"/>
          </p:cNvSpPr>
          <p:nvPr/>
        </p:nvSpPr>
        <p:spPr>
          <a:xfrm>
            <a:off x="733984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8" name="b_small_bar_1991">
            <a:extLst>
              <a:ext uri="{FF2B5EF4-FFF2-40B4-BE49-F238E27FC236}">
                <a16:creationId xmlns:a16="http://schemas.microsoft.com/office/drawing/2014/main" id="{E5D6C8D7-1E2B-49F4-81F7-E9EEB6494741}"/>
              </a:ext>
            </a:extLst>
          </p:cNvPr>
          <p:cNvSpPr>
            <a:spLocks noGrp="1"/>
          </p:cNvSpPr>
          <p:nvPr/>
        </p:nvSpPr>
        <p:spPr>
          <a:xfrm>
            <a:off x="699756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9" name="b_small_bar_1992">
            <a:extLst>
              <a:ext uri="{FF2B5EF4-FFF2-40B4-BE49-F238E27FC236}">
                <a16:creationId xmlns:a16="http://schemas.microsoft.com/office/drawing/2014/main" id="{24CEAD98-9F40-42FE-B539-426A977A07DE}"/>
              </a:ext>
            </a:extLst>
          </p:cNvPr>
          <p:cNvSpPr>
            <a:spLocks noGrp="1"/>
          </p:cNvSpPr>
          <p:nvPr/>
        </p:nvSpPr>
        <p:spPr>
          <a:xfrm>
            <a:off x="6984910" y="57366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0" name="b_small_bar_1993">
            <a:extLst>
              <a:ext uri="{FF2B5EF4-FFF2-40B4-BE49-F238E27FC236}">
                <a16:creationId xmlns:a16="http://schemas.microsoft.com/office/drawing/2014/main" id="{2A04E34C-BBEA-4FD2-9A9B-4C3F2F8F92B6}"/>
              </a:ext>
            </a:extLst>
          </p:cNvPr>
          <p:cNvSpPr>
            <a:spLocks noGrp="1"/>
          </p:cNvSpPr>
          <p:nvPr/>
        </p:nvSpPr>
        <p:spPr>
          <a:xfrm>
            <a:off x="2727085" y="3275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1" name="b_small_bar_1994">
            <a:extLst>
              <a:ext uri="{FF2B5EF4-FFF2-40B4-BE49-F238E27FC236}">
                <a16:creationId xmlns:a16="http://schemas.microsoft.com/office/drawing/2014/main" id="{A9986E75-4AB3-4F3D-86D6-DF8D4E2BF508}"/>
              </a:ext>
            </a:extLst>
          </p:cNvPr>
          <p:cNvSpPr>
            <a:spLocks noGrp="1"/>
          </p:cNvSpPr>
          <p:nvPr/>
        </p:nvSpPr>
        <p:spPr>
          <a:xfrm>
            <a:off x="2802802" y="36285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2" name="b_small_bar_1995">
            <a:extLst>
              <a:ext uri="{FF2B5EF4-FFF2-40B4-BE49-F238E27FC236}">
                <a16:creationId xmlns:a16="http://schemas.microsoft.com/office/drawing/2014/main" id="{686DDE14-3EFD-41C9-B22C-7B9EC5091342}"/>
              </a:ext>
            </a:extLst>
          </p:cNvPr>
          <p:cNvSpPr>
            <a:spLocks noGrp="1"/>
          </p:cNvSpPr>
          <p:nvPr/>
        </p:nvSpPr>
        <p:spPr>
          <a:xfrm>
            <a:off x="2697977" y="30475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3" name="b_small_bar_1996">
            <a:extLst>
              <a:ext uri="{FF2B5EF4-FFF2-40B4-BE49-F238E27FC236}">
                <a16:creationId xmlns:a16="http://schemas.microsoft.com/office/drawing/2014/main" id="{96B0C331-A59D-40C3-8017-E88452925F67}"/>
              </a:ext>
            </a:extLst>
          </p:cNvPr>
          <p:cNvSpPr>
            <a:spLocks noGrp="1"/>
          </p:cNvSpPr>
          <p:nvPr/>
        </p:nvSpPr>
        <p:spPr>
          <a:xfrm>
            <a:off x="2934384" y="31203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4" name="b_small_bar_1997">
            <a:extLst>
              <a:ext uri="{FF2B5EF4-FFF2-40B4-BE49-F238E27FC236}">
                <a16:creationId xmlns:a16="http://schemas.microsoft.com/office/drawing/2014/main" id="{5DAD5C60-8202-4492-8ACF-410A8E643D35}"/>
              </a:ext>
            </a:extLst>
          </p:cNvPr>
          <p:cNvSpPr>
            <a:spLocks noGrp="1"/>
          </p:cNvSpPr>
          <p:nvPr/>
        </p:nvSpPr>
        <p:spPr>
          <a:xfrm>
            <a:off x="2790055" y="29389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5" name="b_small_bar_1998">
            <a:extLst>
              <a:ext uri="{FF2B5EF4-FFF2-40B4-BE49-F238E27FC236}">
                <a16:creationId xmlns:a16="http://schemas.microsoft.com/office/drawing/2014/main" id="{F921C9AA-F1B6-467E-BC4C-1B4FD89B9D48}"/>
              </a:ext>
            </a:extLst>
          </p:cNvPr>
          <p:cNvSpPr>
            <a:spLocks noGrp="1"/>
          </p:cNvSpPr>
          <p:nvPr/>
        </p:nvSpPr>
        <p:spPr>
          <a:xfrm>
            <a:off x="2911851" y="44313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6" name="b_small_bar_1999">
            <a:extLst>
              <a:ext uri="{FF2B5EF4-FFF2-40B4-BE49-F238E27FC236}">
                <a16:creationId xmlns:a16="http://schemas.microsoft.com/office/drawing/2014/main" id="{A1C999ED-711E-47BD-8DDE-9ED6EF88E5D0}"/>
              </a:ext>
            </a:extLst>
          </p:cNvPr>
          <p:cNvSpPr>
            <a:spLocks noGrp="1"/>
          </p:cNvSpPr>
          <p:nvPr/>
        </p:nvSpPr>
        <p:spPr>
          <a:xfrm>
            <a:off x="2941703" y="396399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7" name="b_small_bar_2000">
            <a:extLst>
              <a:ext uri="{FF2B5EF4-FFF2-40B4-BE49-F238E27FC236}">
                <a16:creationId xmlns:a16="http://schemas.microsoft.com/office/drawing/2014/main" id="{0A3CD1F0-F1FE-4BEE-B24E-72B41A34E4E1}"/>
              </a:ext>
            </a:extLst>
          </p:cNvPr>
          <p:cNvSpPr>
            <a:spLocks noGrp="1"/>
          </p:cNvSpPr>
          <p:nvPr/>
        </p:nvSpPr>
        <p:spPr>
          <a:xfrm>
            <a:off x="2659413" y="415931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8" name="b_small_bar_2001">
            <a:extLst>
              <a:ext uri="{FF2B5EF4-FFF2-40B4-BE49-F238E27FC236}">
                <a16:creationId xmlns:a16="http://schemas.microsoft.com/office/drawing/2014/main" id="{7D28524A-1800-44B2-BF3A-0448BA7BE50F}"/>
              </a:ext>
            </a:extLst>
          </p:cNvPr>
          <p:cNvSpPr>
            <a:spLocks noGrp="1"/>
          </p:cNvSpPr>
          <p:nvPr/>
        </p:nvSpPr>
        <p:spPr>
          <a:xfrm>
            <a:off x="3012847" y="33679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9" name="b_small_bar_2002">
            <a:extLst>
              <a:ext uri="{FF2B5EF4-FFF2-40B4-BE49-F238E27FC236}">
                <a16:creationId xmlns:a16="http://schemas.microsoft.com/office/drawing/2014/main" id="{B5015CF1-8B95-4FC3-B892-136A10C0CC98}"/>
              </a:ext>
            </a:extLst>
          </p:cNvPr>
          <p:cNvSpPr>
            <a:spLocks noGrp="1"/>
          </p:cNvSpPr>
          <p:nvPr/>
        </p:nvSpPr>
        <p:spPr>
          <a:xfrm>
            <a:off x="2808533" y="3252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0" name="b_small_bar_2003">
            <a:extLst>
              <a:ext uri="{FF2B5EF4-FFF2-40B4-BE49-F238E27FC236}">
                <a16:creationId xmlns:a16="http://schemas.microsoft.com/office/drawing/2014/main" id="{0D6C96FF-EFB2-4511-BB6A-A7247657E1FC}"/>
              </a:ext>
            </a:extLst>
          </p:cNvPr>
          <p:cNvSpPr>
            <a:spLocks noGrp="1"/>
          </p:cNvSpPr>
          <p:nvPr/>
        </p:nvSpPr>
        <p:spPr>
          <a:xfrm>
            <a:off x="2635437" y="421542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1" name="b_small_bar_2004">
            <a:extLst>
              <a:ext uri="{FF2B5EF4-FFF2-40B4-BE49-F238E27FC236}">
                <a16:creationId xmlns:a16="http://schemas.microsoft.com/office/drawing/2014/main" id="{A5EE266A-724E-4E74-956C-63F73C4F7D6C}"/>
              </a:ext>
            </a:extLst>
          </p:cNvPr>
          <p:cNvSpPr>
            <a:spLocks noGrp="1"/>
          </p:cNvSpPr>
          <p:nvPr/>
        </p:nvSpPr>
        <p:spPr>
          <a:xfrm>
            <a:off x="2817974" y="39944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2" name="b_small_bar_2005">
            <a:extLst>
              <a:ext uri="{FF2B5EF4-FFF2-40B4-BE49-F238E27FC236}">
                <a16:creationId xmlns:a16="http://schemas.microsoft.com/office/drawing/2014/main" id="{73537320-0D0C-441D-8E3D-18AE8ECE7997}"/>
              </a:ext>
            </a:extLst>
          </p:cNvPr>
          <p:cNvSpPr>
            <a:spLocks noGrp="1"/>
          </p:cNvSpPr>
          <p:nvPr/>
        </p:nvSpPr>
        <p:spPr>
          <a:xfrm>
            <a:off x="2830070" y="51487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3" name="b_small_bar_2006">
            <a:extLst>
              <a:ext uri="{FF2B5EF4-FFF2-40B4-BE49-F238E27FC236}">
                <a16:creationId xmlns:a16="http://schemas.microsoft.com/office/drawing/2014/main" id="{F621649C-3F03-464C-A2AF-6F63E5ACB545}"/>
              </a:ext>
            </a:extLst>
          </p:cNvPr>
          <p:cNvSpPr>
            <a:spLocks noGrp="1"/>
          </p:cNvSpPr>
          <p:nvPr/>
        </p:nvSpPr>
        <p:spPr>
          <a:xfrm>
            <a:off x="2665975" y="438991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4" name="b_small_bar_2007">
            <a:extLst>
              <a:ext uri="{FF2B5EF4-FFF2-40B4-BE49-F238E27FC236}">
                <a16:creationId xmlns:a16="http://schemas.microsoft.com/office/drawing/2014/main" id="{36182269-B340-4701-AFF1-7F5919521494}"/>
              </a:ext>
            </a:extLst>
          </p:cNvPr>
          <p:cNvSpPr>
            <a:spLocks noGrp="1"/>
          </p:cNvSpPr>
          <p:nvPr/>
        </p:nvSpPr>
        <p:spPr>
          <a:xfrm>
            <a:off x="2635367" y="30802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5" name="b_small_bar_2008">
            <a:extLst>
              <a:ext uri="{FF2B5EF4-FFF2-40B4-BE49-F238E27FC236}">
                <a16:creationId xmlns:a16="http://schemas.microsoft.com/office/drawing/2014/main" id="{7F59187A-BB26-4893-A653-BF30278F2F6F}"/>
              </a:ext>
            </a:extLst>
          </p:cNvPr>
          <p:cNvSpPr>
            <a:spLocks noGrp="1"/>
          </p:cNvSpPr>
          <p:nvPr/>
        </p:nvSpPr>
        <p:spPr>
          <a:xfrm>
            <a:off x="292032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6" name="b_small_bar_2009">
            <a:extLst>
              <a:ext uri="{FF2B5EF4-FFF2-40B4-BE49-F238E27FC236}">
                <a16:creationId xmlns:a16="http://schemas.microsoft.com/office/drawing/2014/main" id="{10B80BAA-A105-4021-A4B6-6C9D7AE4DCF8}"/>
              </a:ext>
            </a:extLst>
          </p:cNvPr>
          <p:cNvSpPr>
            <a:spLocks noGrp="1"/>
          </p:cNvSpPr>
          <p:nvPr/>
        </p:nvSpPr>
        <p:spPr>
          <a:xfrm>
            <a:off x="2914140" y="305912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" name="b_small_bar_2010">
            <a:extLst>
              <a:ext uri="{FF2B5EF4-FFF2-40B4-BE49-F238E27FC236}">
                <a16:creationId xmlns:a16="http://schemas.microsoft.com/office/drawing/2014/main" id="{128B1B9F-49B2-4BDA-906A-F2BC0C7A17E7}"/>
              </a:ext>
            </a:extLst>
          </p:cNvPr>
          <p:cNvSpPr>
            <a:spLocks noGrp="1"/>
          </p:cNvSpPr>
          <p:nvPr/>
        </p:nvSpPr>
        <p:spPr>
          <a:xfrm>
            <a:off x="2784331" y="29484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" name="b_small_bar_2011">
            <a:extLst>
              <a:ext uri="{FF2B5EF4-FFF2-40B4-BE49-F238E27FC236}">
                <a16:creationId xmlns:a16="http://schemas.microsoft.com/office/drawing/2014/main" id="{020DFE29-F912-4A17-B386-118081BE4D48}"/>
              </a:ext>
            </a:extLst>
          </p:cNvPr>
          <p:cNvSpPr>
            <a:spLocks noGrp="1"/>
          </p:cNvSpPr>
          <p:nvPr/>
        </p:nvSpPr>
        <p:spPr>
          <a:xfrm>
            <a:off x="2790431" y="417135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" name="b_small_bar_2012">
            <a:extLst>
              <a:ext uri="{FF2B5EF4-FFF2-40B4-BE49-F238E27FC236}">
                <a16:creationId xmlns:a16="http://schemas.microsoft.com/office/drawing/2014/main" id="{9DE208F8-B101-4A9C-9D08-CE55AA056B57}"/>
              </a:ext>
            </a:extLst>
          </p:cNvPr>
          <p:cNvSpPr>
            <a:spLocks noGrp="1"/>
          </p:cNvSpPr>
          <p:nvPr/>
        </p:nvSpPr>
        <p:spPr>
          <a:xfrm>
            <a:off x="300543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" name="b_small_bar_2013">
            <a:extLst>
              <a:ext uri="{FF2B5EF4-FFF2-40B4-BE49-F238E27FC236}">
                <a16:creationId xmlns:a16="http://schemas.microsoft.com/office/drawing/2014/main" id="{6C6E5D64-1235-4CE7-A201-DB94ADE58345}"/>
              </a:ext>
            </a:extLst>
          </p:cNvPr>
          <p:cNvSpPr>
            <a:spLocks noGrp="1"/>
          </p:cNvSpPr>
          <p:nvPr/>
        </p:nvSpPr>
        <p:spPr>
          <a:xfrm>
            <a:off x="2731836" y="439786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" name="b_small_bar_2014">
            <a:extLst>
              <a:ext uri="{FF2B5EF4-FFF2-40B4-BE49-F238E27FC236}">
                <a16:creationId xmlns:a16="http://schemas.microsoft.com/office/drawing/2014/main" id="{EF7A15B2-0930-437D-91C0-9E4A7840CB31}"/>
              </a:ext>
            </a:extLst>
          </p:cNvPr>
          <p:cNvSpPr>
            <a:spLocks noGrp="1"/>
          </p:cNvSpPr>
          <p:nvPr/>
        </p:nvSpPr>
        <p:spPr>
          <a:xfrm>
            <a:off x="289086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" name="b_small_bar_2015">
            <a:extLst>
              <a:ext uri="{FF2B5EF4-FFF2-40B4-BE49-F238E27FC236}">
                <a16:creationId xmlns:a16="http://schemas.microsoft.com/office/drawing/2014/main" id="{ABC95054-DAC7-4BAD-A045-CA6E331260A4}"/>
              </a:ext>
            </a:extLst>
          </p:cNvPr>
          <p:cNvSpPr>
            <a:spLocks noGrp="1"/>
          </p:cNvSpPr>
          <p:nvPr/>
        </p:nvSpPr>
        <p:spPr>
          <a:xfrm>
            <a:off x="2996967" y="29805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" name="b_small_bar_2016">
            <a:extLst>
              <a:ext uri="{FF2B5EF4-FFF2-40B4-BE49-F238E27FC236}">
                <a16:creationId xmlns:a16="http://schemas.microsoft.com/office/drawing/2014/main" id="{8A53544A-641A-40C6-A25A-5A0E51B33975}"/>
              </a:ext>
            </a:extLst>
          </p:cNvPr>
          <p:cNvSpPr>
            <a:spLocks noGrp="1"/>
          </p:cNvSpPr>
          <p:nvPr/>
        </p:nvSpPr>
        <p:spPr>
          <a:xfrm>
            <a:off x="2752772" y="32478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" name="b_small_bar_2017">
            <a:extLst>
              <a:ext uri="{FF2B5EF4-FFF2-40B4-BE49-F238E27FC236}">
                <a16:creationId xmlns:a16="http://schemas.microsoft.com/office/drawing/2014/main" id="{AE1EC7DB-3F41-46D1-B308-6723EE0999EC}"/>
              </a:ext>
            </a:extLst>
          </p:cNvPr>
          <p:cNvSpPr>
            <a:spLocks noGrp="1"/>
          </p:cNvSpPr>
          <p:nvPr/>
        </p:nvSpPr>
        <p:spPr>
          <a:xfrm>
            <a:off x="2778507" y="35213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" name="b_small_bar_2018">
            <a:extLst>
              <a:ext uri="{FF2B5EF4-FFF2-40B4-BE49-F238E27FC236}">
                <a16:creationId xmlns:a16="http://schemas.microsoft.com/office/drawing/2014/main" id="{C99C1BD6-43D5-4597-9244-A244E695AD4A}"/>
              </a:ext>
            </a:extLst>
          </p:cNvPr>
          <p:cNvSpPr>
            <a:spLocks noGrp="1"/>
          </p:cNvSpPr>
          <p:nvPr/>
        </p:nvSpPr>
        <p:spPr>
          <a:xfrm>
            <a:off x="2638363" y="454023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" name="b_small_bar_2019">
            <a:extLst>
              <a:ext uri="{FF2B5EF4-FFF2-40B4-BE49-F238E27FC236}">
                <a16:creationId xmlns:a16="http://schemas.microsoft.com/office/drawing/2014/main" id="{5BB7FFCD-B5E4-4575-BE37-5399FD56DD18}"/>
              </a:ext>
            </a:extLst>
          </p:cNvPr>
          <p:cNvSpPr>
            <a:spLocks noGrp="1"/>
          </p:cNvSpPr>
          <p:nvPr/>
        </p:nvSpPr>
        <p:spPr>
          <a:xfrm>
            <a:off x="2809766" y="57238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" name="b_small_bar_2020">
            <a:extLst>
              <a:ext uri="{FF2B5EF4-FFF2-40B4-BE49-F238E27FC236}">
                <a16:creationId xmlns:a16="http://schemas.microsoft.com/office/drawing/2014/main" id="{940D6518-A210-43F5-A635-E775197626CA}"/>
              </a:ext>
            </a:extLst>
          </p:cNvPr>
          <p:cNvSpPr>
            <a:spLocks noGrp="1"/>
          </p:cNvSpPr>
          <p:nvPr/>
        </p:nvSpPr>
        <p:spPr>
          <a:xfrm>
            <a:off x="2990755" y="330152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" name="b_small_bar_2021">
            <a:extLst>
              <a:ext uri="{FF2B5EF4-FFF2-40B4-BE49-F238E27FC236}">
                <a16:creationId xmlns:a16="http://schemas.microsoft.com/office/drawing/2014/main" id="{93622FAF-44C6-444A-965D-495B25A56CEB}"/>
              </a:ext>
            </a:extLst>
          </p:cNvPr>
          <p:cNvSpPr>
            <a:spLocks noGrp="1"/>
          </p:cNvSpPr>
          <p:nvPr/>
        </p:nvSpPr>
        <p:spPr>
          <a:xfrm>
            <a:off x="262713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" name="b_small_bar_2022">
            <a:extLst>
              <a:ext uri="{FF2B5EF4-FFF2-40B4-BE49-F238E27FC236}">
                <a16:creationId xmlns:a16="http://schemas.microsoft.com/office/drawing/2014/main" id="{CD3006BD-A7AD-4A8E-9BEC-9C4DB4081412}"/>
              </a:ext>
            </a:extLst>
          </p:cNvPr>
          <p:cNvSpPr>
            <a:spLocks noGrp="1"/>
          </p:cNvSpPr>
          <p:nvPr/>
        </p:nvSpPr>
        <p:spPr>
          <a:xfrm>
            <a:off x="2858754" y="42946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" name="b_small_bar_2023">
            <a:extLst>
              <a:ext uri="{FF2B5EF4-FFF2-40B4-BE49-F238E27FC236}">
                <a16:creationId xmlns:a16="http://schemas.microsoft.com/office/drawing/2014/main" id="{78487C85-3D3A-4F89-8B4C-D3FE9D17FAF2}"/>
              </a:ext>
            </a:extLst>
          </p:cNvPr>
          <p:cNvSpPr>
            <a:spLocks noGrp="1"/>
          </p:cNvSpPr>
          <p:nvPr/>
        </p:nvSpPr>
        <p:spPr>
          <a:xfrm>
            <a:off x="3010031" y="587278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" name="b_small_bar_2024">
            <a:extLst>
              <a:ext uri="{FF2B5EF4-FFF2-40B4-BE49-F238E27FC236}">
                <a16:creationId xmlns:a16="http://schemas.microsoft.com/office/drawing/2014/main" id="{114F85CB-DBB5-43CD-BF5C-6399B69D2056}"/>
              </a:ext>
            </a:extLst>
          </p:cNvPr>
          <p:cNvSpPr>
            <a:spLocks noGrp="1"/>
          </p:cNvSpPr>
          <p:nvPr/>
        </p:nvSpPr>
        <p:spPr>
          <a:xfrm>
            <a:off x="2978830" y="28570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" name="b_small_bar_2025">
            <a:extLst>
              <a:ext uri="{FF2B5EF4-FFF2-40B4-BE49-F238E27FC236}">
                <a16:creationId xmlns:a16="http://schemas.microsoft.com/office/drawing/2014/main" id="{6697B4EA-D286-47F7-B0CA-F8497D7D713D}"/>
              </a:ext>
            </a:extLst>
          </p:cNvPr>
          <p:cNvSpPr>
            <a:spLocks noGrp="1"/>
          </p:cNvSpPr>
          <p:nvPr/>
        </p:nvSpPr>
        <p:spPr>
          <a:xfrm>
            <a:off x="2935006" y="32695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" name="b_small_bar_2026">
            <a:extLst>
              <a:ext uri="{FF2B5EF4-FFF2-40B4-BE49-F238E27FC236}">
                <a16:creationId xmlns:a16="http://schemas.microsoft.com/office/drawing/2014/main" id="{55A0939F-B1DC-4AEB-B619-8DDBBCD03ED4}"/>
              </a:ext>
            </a:extLst>
          </p:cNvPr>
          <p:cNvSpPr>
            <a:spLocks noGrp="1"/>
          </p:cNvSpPr>
          <p:nvPr/>
        </p:nvSpPr>
        <p:spPr>
          <a:xfrm>
            <a:off x="2718048" y="314027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" name="b_small_bar_2027">
            <a:extLst>
              <a:ext uri="{FF2B5EF4-FFF2-40B4-BE49-F238E27FC236}">
                <a16:creationId xmlns:a16="http://schemas.microsoft.com/office/drawing/2014/main" id="{8F801476-FB3B-4D08-8FFA-3B6D4BA29B96}"/>
              </a:ext>
            </a:extLst>
          </p:cNvPr>
          <p:cNvSpPr>
            <a:spLocks noGrp="1"/>
          </p:cNvSpPr>
          <p:nvPr/>
        </p:nvSpPr>
        <p:spPr>
          <a:xfrm>
            <a:off x="2991932" y="53947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" name="b_small_bar_2028">
            <a:extLst>
              <a:ext uri="{FF2B5EF4-FFF2-40B4-BE49-F238E27FC236}">
                <a16:creationId xmlns:a16="http://schemas.microsoft.com/office/drawing/2014/main" id="{FCE15A0D-1216-4971-844F-CFB74FA3D28D}"/>
              </a:ext>
            </a:extLst>
          </p:cNvPr>
          <p:cNvSpPr>
            <a:spLocks noGrp="1"/>
          </p:cNvSpPr>
          <p:nvPr/>
        </p:nvSpPr>
        <p:spPr>
          <a:xfrm>
            <a:off x="294648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" name="b_small_bar_2029">
            <a:extLst>
              <a:ext uri="{FF2B5EF4-FFF2-40B4-BE49-F238E27FC236}">
                <a16:creationId xmlns:a16="http://schemas.microsoft.com/office/drawing/2014/main" id="{6DFFEDD3-A2D3-4F55-BF05-6D8B22421BAF}"/>
              </a:ext>
            </a:extLst>
          </p:cNvPr>
          <p:cNvSpPr>
            <a:spLocks noGrp="1"/>
          </p:cNvSpPr>
          <p:nvPr/>
        </p:nvSpPr>
        <p:spPr>
          <a:xfrm>
            <a:off x="2941487" y="305538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" name="b_small_bar_2030">
            <a:extLst>
              <a:ext uri="{FF2B5EF4-FFF2-40B4-BE49-F238E27FC236}">
                <a16:creationId xmlns:a16="http://schemas.microsoft.com/office/drawing/2014/main" id="{8BDFB43C-F721-453C-9B5C-55ED872D864B}"/>
              </a:ext>
            </a:extLst>
          </p:cNvPr>
          <p:cNvSpPr>
            <a:spLocks noGrp="1"/>
          </p:cNvSpPr>
          <p:nvPr/>
        </p:nvSpPr>
        <p:spPr>
          <a:xfrm>
            <a:off x="2687814" y="461920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" name="b_small_bar_2031">
            <a:extLst>
              <a:ext uri="{FF2B5EF4-FFF2-40B4-BE49-F238E27FC236}">
                <a16:creationId xmlns:a16="http://schemas.microsoft.com/office/drawing/2014/main" id="{B2FD7AA3-EBCF-4B1B-9249-E834FA7ACDF0}"/>
              </a:ext>
            </a:extLst>
          </p:cNvPr>
          <p:cNvSpPr>
            <a:spLocks noGrp="1"/>
          </p:cNvSpPr>
          <p:nvPr/>
        </p:nvSpPr>
        <p:spPr>
          <a:xfrm>
            <a:off x="2814975" y="44456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" name="b_small_bar_2032">
            <a:extLst>
              <a:ext uri="{FF2B5EF4-FFF2-40B4-BE49-F238E27FC236}">
                <a16:creationId xmlns:a16="http://schemas.microsoft.com/office/drawing/2014/main" id="{AD18949D-5B2D-4A61-826A-06893BBF0F84}"/>
              </a:ext>
            </a:extLst>
          </p:cNvPr>
          <p:cNvSpPr>
            <a:spLocks noGrp="1"/>
          </p:cNvSpPr>
          <p:nvPr/>
        </p:nvSpPr>
        <p:spPr>
          <a:xfrm>
            <a:off x="2965349" y="416768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" name="b_small_bar_2033">
            <a:extLst>
              <a:ext uri="{FF2B5EF4-FFF2-40B4-BE49-F238E27FC236}">
                <a16:creationId xmlns:a16="http://schemas.microsoft.com/office/drawing/2014/main" id="{4CA9B279-A0A2-47D0-925B-EC2CF50E9876}"/>
              </a:ext>
            </a:extLst>
          </p:cNvPr>
          <p:cNvSpPr>
            <a:spLocks noGrp="1"/>
          </p:cNvSpPr>
          <p:nvPr/>
        </p:nvSpPr>
        <p:spPr>
          <a:xfrm>
            <a:off x="2670147" y="50981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" name="b_small_bar_2034">
            <a:extLst>
              <a:ext uri="{FF2B5EF4-FFF2-40B4-BE49-F238E27FC236}">
                <a16:creationId xmlns:a16="http://schemas.microsoft.com/office/drawing/2014/main" id="{E604BF1C-0511-4AE5-B8E1-E99CD1E777B3}"/>
              </a:ext>
            </a:extLst>
          </p:cNvPr>
          <p:cNvSpPr>
            <a:spLocks noGrp="1"/>
          </p:cNvSpPr>
          <p:nvPr/>
        </p:nvSpPr>
        <p:spPr>
          <a:xfrm>
            <a:off x="2686663" y="344616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" name="b_small_bar_2035">
            <a:extLst>
              <a:ext uri="{FF2B5EF4-FFF2-40B4-BE49-F238E27FC236}">
                <a16:creationId xmlns:a16="http://schemas.microsoft.com/office/drawing/2014/main" id="{72502FF3-7CC9-4BB5-8A23-16A09BEED6DD}"/>
              </a:ext>
            </a:extLst>
          </p:cNvPr>
          <p:cNvSpPr>
            <a:spLocks noGrp="1"/>
          </p:cNvSpPr>
          <p:nvPr/>
        </p:nvSpPr>
        <p:spPr>
          <a:xfrm>
            <a:off x="2749833" y="31304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" name="b_small_bar_2036">
            <a:extLst>
              <a:ext uri="{FF2B5EF4-FFF2-40B4-BE49-F238E27FC236}">
                <a16:creationId xmlns:a16="http://schemas.microsoft.com/office/drawing/2014/main" id="{87A93F28-E914-4714-B6F5-87B8DD0E758C}"/>
              </a:ext>
            </a:extLst>
          </p:cNvPr>
          <p:cNvSpPr>
            <a:spLocks noGrp="1"/>
          </p:cNvSpPr>
          <p:nvPr/>
        </p:nvSpPr>
        <p:spPr>
          <a:xfrm>
            <a:off x="279121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" name="b_small_bar_2037">
            <a:extLst>
              <a:ext uri="{FF2B5EF4-FFF2-40B4-BE49-F238E27FC236}">
                <a16:creationId xmlns:a16="http://schemas.microsoft.com/office/drawing/2014/main" id="{4D0D5CB0-DD6E-4457-A9C3-E00B69920C9F}"/>
              </a:ext>
            </a:extLst>
          </p:cNvPr>
          <p:cNvSpPr>
            <a:spLocks noGrp="1"/>
          </p:cNvSpPr>
          <p:nvPr/>
        </p:nvSpPr>
        <p:spPr>
          <a:xfrm>
            <a:off x="2787735" y="326987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" name="b_small_bar_2038">
            <a:extLst>
              <a:ext uri="{FF2B5EF4-FFF2-40B4-BE49-F238E27FC236}">
                <a16:creationId xmlns:a16="http://schemas.microsoft.com/office/drawing/2014/main" id="{B34A2446-3ADB-4CAB-A592-B50D377564D2}"/>
              </a:ext>
            </a:extLst>
          </p:cNvPr>
          <p:cNvSpPr>
            <a:spLocks noGrp="1"/>
          </p:cNvSpPr>
          <p:nvPr/>
        </p:nvSpPr>
        <p:spPr>
          <a:xfrm>
            <a:off x="2672616" y="346391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" name="b_small_bar_2039">
            <a:extLst>
              <a:ext uri="{FF2B5EF4-FFF2-40B4-BE49-F238E27FC236}">
                <a16:creationId xmlns:a16="http://schemas.microsoft.com/office/drawing/2014/main" id="{E296CF24-BF39-4068-B034-86337D4AC05B}"/>
              </a:ext>
            </a:extLst>
          </p:cNvPr>
          <p:cNvSpPr>
            <a:spLocks noGrp="1"/>
          </p:cNvSpPr>
          <p:nvPr/>
        </p:nvSpPr>
        <p:spPr>
          <a:xfrm>
            <a:off x="2888255" y="28457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" name="b_small_bar_2040">
            <a:extLst>
              <a:ext uri="{FF2B5EF4-FFF2-40B4-BE49-F238E27FC236}">
                <a16:creationId xmlns:a16="http://schemas.microsoft.com/office/drawing/2014/main" id="{963EFBCD-70E8-4859-A81D-CE37C9BBE5CB}"/>
              </a:ext>
            </a:extLst>
          </p:cNvPr>
          <p:cNvSpPr>
            <a:spLocks noGrp="1"/>
          </p:cNvSpPr>
          <p:nvPr/>
        </p:nvSpPr>
        <p:spPr>
          <a:xfrm>
            <a:off x="2894838" y="498407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" name="b_small_bar_2041">
            <a:extLst>
              <a:ext uri="{FF2B5EF4-FFF2-40B4-BE49-F238E27FC236}">
                <a16:creationId xmlns:a16="http://schemas.microsoft.com/office/drawing/2014/main" id="{9D2537D1-DF6A-4CF1-AFAB-81F4BA55CD0F}"/>
              </a:ext>
            </a:extLst>
          </p:cNvPr>
          <p:cNvSpPr>
            <a:spLocks noGrp="1"/>
          </p:cNvSpPr>
          <p:nvPr/>
        </p:nvSpPr>
        <p:spPr>
          <a:xfrm>
            <a:off x="2864996" y="295968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" name="b_small_bar_2042">
            <a:extLst>
              <a:ext uri="{FF2B5EF4-FFF2-40B4-BE49-F238E27FC236}">
                <a16:creationId xmlns:a16="http://schemas.microsoft.com/office/drawing/2014/main" id="{E08406ED-E532-40B7-8D46-C86758F0F9EE}"/>
              </a:ext>
            </a:extLst>
          </p:cNvPr>
          <p:cNvSpPr>
            <a:spLocks noGrp="1"/>
          </p:cNvSpPr>
          <p:nvPr/>
        </p:nvSpPr>
        <p:spPr>
          <a:xfrm>
            <a:off x="274693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" name="b_small_bar_2043">
            <a:extLst>
              <a:ext uri="{FF2B5EF4-FFF2-40B4-BE49-F238E27FC236}">
                <a16:creationId xmlns:a16="http://schemas.microsoft.com/office/drawing/2014/main" id="{1E5F1E8B-BCF9-4E78-BF27-C1E11D41A449}"/>
              </a:ext>
            </a:extLst>
          </p:cNvPr>
          <p:cNvSpPr>
            <a:spLocks noGrp="1"/>
          </p:cNvSpPr>
          <p:nvPr/>
        </p:nvSpPr>
        <p:spPr>
          <a:xfrm>
            <a:off x="2800169" y="545356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" name="b_small_bar_2044">
            <a:extLst>
              <a:ext uri="{FF2B5EF4-FFF2-40B4-BE49-F238E27FC236}">
                <a16:creationId xmlns:a16="http://schemas.microsoft.com/office/drawing/2014/main" id="{E762B05D-B704-46B0-B2EF-5A9C501D7F58}"/>
              </a:ext>
            </a:extLst>
          </p:cNvPr>
          <p:cNvSpPr>
            <a:spLocks noGrp="1"/>
          </p:cNvSpPr>
          <p:nvPr/>
        </p:nvSpPr>
        <p:spPr>
          <a:xfrm>
            <a:off x="2823820" y="460872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" name="b_small_bar_2045">
            <a:extLst>
              <a:ext uri="{FF2B5EF4-FFF2-40B4-BE49-F238E27FC236}">
                <a16:creationId xmlns:a16="http://schemas.microsoft.com/office/drawing/2014/main" id="{0882F41A-533A-4B0C-9222-942148665B67}"/>
              </a:ext>
            </a:extLst>
          </p:cNvPr>
          <p:cNvSpPr>
            <a:spLocks noGrp="1"/>
          </p:cNvSpPr>
          <p:nvPr/>
        </p:nvSpPr>
        <p:spPr>
          <a:xfrm>
            <a:off x="2924727" y="46668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" name="b_small_bar_2046">
            <a:extLst>
              <a:ext uri="{FF2B5EF4-FFF2-40B4-BE49-F238E27FC236}">
                <a16:creationId xmlns:a16="http://schemas.microsoft.com/office/drawing/2014/main" id="{73F2D3AC-C4D4-4E82-8951-BC48A39AEBED}"/>
              </a:ext>
            </a:extLst>
          </p:cNvPr>
          <p:cNvSpPr>
            <a:spLocks noGrp="1"/>
          </p:cNvSpPr>
          <p:nvPr/>
        </p:nvSpPr>
        <p:spPr>
          <a:xfrm>
            <a:off x="288859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" name="b_small_bar_2047">
            <a:extLst>
              <a:ext uri="{FF2B5EF4-FFF2-40B4-BE49-F238E27FC236}">
                <a16:creationId xmlns:a16="http://schemas.microsoft.com/office/drawing/2014/main" id="{C635E834-C624-4A7F-96D7-E729056C8E5C}"/>
              </a:ext>
            </a:extLst>
          </p:cNvPr>
          <p:cNvSpPr>
            <a:spLocks noGrp="1"/>
          </p:cNvSpPr>
          <p:nvPr/>
        </p:nvSpPr>
        <p:spPr>
          <a:xfrm>
            <a:off x="2842753" y="300394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" name="b_small_bar_2048">
            <a:extLst>
              <a:ext uri="{FF2B5EF4-FFF2-40B4-BE49-F238E27FC236}">
                <a16:creationId xmlns:a16="http://schemas.microsoft.com/office/drawing/2014/main" id="{28CB0BB8-F2E6-4D2D-8996-CFE3806D868C}"/>
              </a:ext>
            </a:extLst>
          </p:cNvPr>
          <p:cNvSpPr>
            <a:spLocks noGrp="1"/>
          </p:cNvSpPr>
          <p:nvPr/>
        </p:nvSpPr>
        <p:spPr>
          <a:xfrm>
            <a:off x="297320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" name="b_small_bar_2049">
            <a:extLst>
              <a:ext uri="{FF2B5EF4-FFF2-40B4-BE49-F238E27FC236}">
                <a16:creationId xmlns:a16="http://schemas.microsoft.com/office/drawing/2014/main" id="{114453AC-0397-4FA9-8B83-5E9346AB14AA}"/>
              </a:ext>
            </a:extLst>
          </p:cNvPr>
          <p:cNvSpPr>
            <a:spLocks noGrp="1"/>
          </p:cNvSpPr>
          <p:nvPr/>
        </p:nvSpPr>
        <p:spPr>
          <a:xfrm>
            <a:off x="2666631" y="49631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" name="b_small_bar_2050">
            <a:extLst>
              <a:ext uri="{FF2B5EF4-FFF2-40B4-BE49-F238E27FC236}">
                <a16:creationId xmlns:a16="http://schemas.microsoft.com/office/drawing/2014/main" id="{67C9D884-F50C-495E-9766-606C7E391F27}"/>
              </a:ext>
            </a:extLst>
          </p:cNvPr>
          <p:cNvSpPr>
            <a:spLocks noGrp="1"/>
          </p:cNvSpPr>
          <p:nvPr/>
        </p:nvSpPr>
        <p:spPr>
          <a:xfrm>
            <a:off x="2880680" y="303762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" name="b_small_bar_2051">
            <a:extLst>
              <a:ext uri="{FF2B5EF4-FFF2-40B4-BE49-F238E27FC236}">
                <a16:creationId xmlns:a16="http://schemas.microsoft.com/office/drawing/2014/main" id="{C282AD0E-08AE-4F25-9664-E70FFF1A6574}"/>
              </a:ext>
            </a:extLst>
          </p:cNvPr>
          <p:cNvSpPr>
            <a:spLocks noGrp="1"/>
          </p:cNvSpPr>
          <p:nvPr/>
        </p:nvSpPr>
        <p:spPr>
          <a:xfrm>
            <a:off x="2784761" y="36469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" name="b_small_bar_2052">
            <a:extLst>
              <a:ext uri="{FF2B5EF4-FFF2-40B4-BE49-F238E27FC236}">
                <a16:creationId xmlns:a16="http://schemas.microsoft.com/office/drawing/2014/main" id="{36FB8D5F-F3FE-482D-B568-A4E5D9E909FB}"/>
              </a:ext>
            </a:extLst>
          </p:cNvPr>
          <p:cNvSpPr>
            <a:spLocks noGrp="1"/>
          </p:cNvSpPr>
          <p:nvPr/>
        </p:nvSpPr>
        <p:spPr>
          <a:xfrm>
            <a:off x="2663262" y="44183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" name="b_small_bar_2053">
            <a:extLst>
              <a:ext uri="{FF2B5EF4-FFF2-40B4-BE49-F238E27FC236}">
                <a16:creationId xmlns:a16="http://schemas.microsoft.com/office/drawing/2014/main" id="{DBC9AA9C-7BA4-4BC1-9E36-00F0284A1398}"/>
              </a:ext>
            </a:extLst>
          </p:cNvPr>
          <p:cNvSpPr>
            <a:spLocks noGrp="1"/>
          </p:cNvSpPr>
          <p:nvPr/>
        </p:nvSpPr>
        <p:spPr>
          <a:xfrm>
            <a:off x="2931693" y="336943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" name="b_small_bar_2054">
            <a:extLst>
              <a:ext uri="{FF2B5EF4-FFF2-40B4-BE49-F238E27FC236}">
                <a16:creationId xmlns:a16="http://schemas.microsoft.com/office/drawing/2014/main" id="{D8379571-CE0A-412A-BE1B-0A4A52B48CD4}"/>
              </a:ext>
            </a:extLst>
          </p:cNvPr>
          <p:cNvSpPr>
            <a:spLocks noGrp="1"/>
          </p:cNvSpPr>
          <p:nvPr/>
        </p:nvSpPr>
        <p:spPr>
          <a:xfrm>
            <a:off x="296086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" name="b_small_bar_2055">
            <a:extLst>
              <a:ext uri="{FF2B5EF4-FFF2-40B4-BE49-F238E27FC236}">
                <a16:creationId xmlns:a16="http://schemas.microsoft.com/office/drawing/2014/main" id="{0AB22DAC-9FDE-40B0-AB6D-757BDD21175B}"/>
              </a:ext>
            </a:extLst>
          </p:cNvPr>
          <p:cNvSpPr>
            <a:spLocks noGrp="1"/>
          </p:cNvSpPr>
          <p:nvPr/>
        </p:nvSpPr>
        <p:spPr>
          <a:xfrm>
            <a:off x="2624382" y="327285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" name="b_small_bar_2056">
            <a:extLst>
              <a:ext uri="{FF2B5EF4-FFF2-40B4-BE49-F238E27FC236}">
                <a16:creationId xmlns:a16="http://schemas.microsoft.com/office/drawing/2014/main" id="{276F28C4-E147-45F5-BC16-C0BFDAEB31E6}"/>
              </a:ext>
            </a:extLst>
          </p:cNvPr>
          <p:cNvSpPr>
            <a:spLocks noGrp="1"/>
          </p:cNvSpPr>
          <p:nvPr/>
        </p:nvSpPr>
        <p:spPr>
          <a:xfrm>
            <a:off x="280513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" name="b_small_bar_2057">
            <a:extLst>
              <a:ext uri="{FF2B5EF4-FFF2-40B4-BE49-F238E27FC236}">
                <a16:creationId xmlns:a16="http://schemas.microsoft.com/office/drawing/2014/main" id="{3BEAFD29-8507-47BF-B95B-106DC148E279}"/>
              </a:ext>
            </a:extLst>
          </p:cNvPr>
          <p:cNvSpPr>
            <a:spLocks noGrp="1"/>
          </p:cNvSpPr>
          <p:nvPr/>
        </p:nvSpPr>
        <p:spPr>
          <a:xfrm>
            <a:off x="268436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" name="b_small_bar_2058">
            <a:extLst>
              <a:ext uri="{FF2B5EF4-FFF2-40B4-BE49-F238E27FC236}">
                <a16:creationId xmlns:a16="http://schemas.microsoft.com/office/drawing/2014/main" id="{8ECE89D5-85FC-4793-AB13-8E0DF92EE5C5}"/>
              </a:ext>
            </a:extLst>
          </p:cNvPr>
          <p:cNvSpPr>
            <a:spLocks noGrp="1"/>
          </p:cNvSpPr>
          <p:nvPr/>
        </p:nvSpPr>
        <p:spPr>
          <a:xfrm>
            <a:off x="2749361" y="401697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" name="b_small_bar_2059">
            <a:extLst>
              <a:ext uri="{FF2B5EF4-FFF2-40B4-BE49-F238E27FC236}">
                <a16:creationId xmlns:a16="http://schemas.microsoft.com/office/drawing/2014/main" id="{BCEF4CD0-6711-4CEE-BA58-52F73BE85D41}"/>
              </a:ext>
            </a:extLst>
          </p:cNvPr>
          <p:cNvSpPr>
            <a:spLocks noGrp="1"/>
          </p:cNvSpPr>
          <p:nvPr/>
        </p:nvSpPr>
        <p:spPr>
          <a:xfrm>
            <a:off x="2641063" y="318764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" name="b_small_bar_2060">
            <a:extLst>
              <a:ext uri="{FF2B5EF4-FFF2-40B4-BE49-F238E27FC236}">
                <a16:creationId xmlns:a16="http://schemas.microsoft.com/office/drawing/2014/main" id="{CB89CE54-8279-4DBF-8539-5886CE0CDC08}"/>
              </a:ext>
            </a:extLst>
          </p:cNvPr>
          <p:cNvSpPr>
            <a:spLocks noGrp="1"/>
          </p:cNvSpPr>
          <p:nvPr/>
        </p:nvSpPr>
        <p:spPr>
          <a:xfrm>
            <a:off x="2966850" y="37036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" name="b_small_bar_2061">
            <a:extLst>
              <a:ext uri="{FF2B5EF4-FFF2-40B4-BE49-F238E27FC236}">
                <a16:creationId xmlns:a16="http://schemas.microsoft.com/office/drawing/2014/main" id="{B0952D59-2AB2-42CF-9804-F324572AD86D}"/>
              </a:ext>
            </a:extLst>
          </p:cNvPr>
          <p:cNvSpPr>
            <a:spLocks noGrp="1"/>
          </p:cNvSpPr>
          <p:nvPr/>
        </p:nvSpPr>
        <p:spPr>
          <a:xfrm>
            <a:off x="2910692" y="38120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" name="b_small_bar_2062">
            <a:extLst>
              <a:ext uri="{FF2B5EF4-FFF2-40B4-BE49-F238E27FC236}">
                <a16:creationId xmlns:a16="http://schemas.microsoft.com/office/drawing/2014/main" id="{73FAF2A6-974E-45DD-8488-6F016CBA2B83}"/>
              </a:ext>
            </a:extLst>
          </p:cNvPr>
          <p:cNvSpPr>
            <a:spLocks noGrp="1"/>
          </p:cNvSpPr>
          <p:nvPr/>
        </p:nvSpPr>
        <p:spPr>
          <a:xfrm>
            <a:off x="2694638" y="328020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" name="b_small_bar_2063">
            <a:extLst>
              <a:ext uri="{FF2B5EF4-FFF2-40B4-BE49-F238E27FC236}">
                <a16:creationId xmlns:a16="http://schemas.microsoft.com/office/drawing/2014/main" id="{C4638FEC-E435-424C-BACD-A2B7325649A6}"/>
              </a:ext>
            </a:extLst>
          </p:cNvPr>
          <p:cNvSpPr>
            <a:spLocks noGrp="1"/>
          </p:cNvSpPr>
          <p:nvPr/>
        </p:nvSpPr>
        <p:spPr>
          <a:xfrm>
            <a:off x="2756083" y="354745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" name="b_small_bar_2064">
            <a:extLst>
              <a:ext uri="{FF2B5EF4-FFF2-40B4-BE49-F238E27FC236}">
                <a16:creationId xmlns:a16="http://schemas.microsoft.com/office/drawing/2014/main" id="{A10800DA-075C-4DE8-A987-494D2BD7B33B}"/>
              </a:ext>
            </a:extLst>
          </p:cNvPr>
          <p:cNvSpPr>
            <a:spLocks noGrp="1"/>
          </p:cNvSpPr>
          <p:nvPr/>
        </p:nvSpPr>
        <p:spPr>
          <a:xfrm>
            <a:off x="2632017" y="35605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" name="b_small_bar_2065">
            <a:extLst>
              <a:ext uri="{FF2B5EF4-FFF2-40B4-BE49-F238E27FC236}">
                <a16:creationId xmlns:a16="http://schemas.microsoft.com/office/drawing/2014/main" id="{CBD79B80-10C1-4C0D-9417-5A0D580B474E}"/>
              </a:ext>
            </a:extLst>
          </p:cNvPr>
          <p:cNvSpPr>
            <a:spLocks noGrp="1"/>
          </p:cNvSpPr>
          <p:nvPr/>
        </p:nvSpPr>
        <p:spPr>
          <a:xfrm>
            <a:off x="284436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" name="b_small_bar_2066">
            <a:extLst>
              <a:ext uri="{FF2B5EF4-FFF2-40B4-BE49-F238E27FC236}">
                <a16:creationId xmlns:a16="http://schemas.microsoft.com/office/drawing/2014/main" id="{4A7503A2-C9E7-4BCE-992F-E9EC43E16201}"/>
              </a:ext>
            </a:extLst>
          </p:cNvPr>
          <p:cNvSpPr>
            <a:spLocks noGrp="1"/>
          </p:cNvSpPr>
          <p:nvPr/>
        </p:nvSpPr>
        <p:spPr>
          <a:xfrm>
            <a:off x="2925679" y="34504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" name="b_small_bar_2067">
            <a:extLst>
              <a:ext uri="{FF2B5EF4-FFF2-40B4-BE49-F238E27FC236}">
                <a16:creationId xmlns:a16="http://schemas.microsoft.com/office/drawing/2014/main" id="{0A4A71C4-07B1-46D0-B04E-6E18A9F6F395}"/>
              </a:ext>
            </a:extLst>
          </p:cNvPr>
          <p:cNvSpPr>
            <a:spLocks noGrp="1"/>
          </p:cNvSpPr>
          <p:nvPr/>
        </p:nvSpPr>
        <p:spPr>
          <a:xfrm>
            <a:off x="2681635" y="406370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" name="b_small_bar_2068">
            <a:extLst>
              <a:ext uri="{FF2B5EF4-FFF2-40B4-BE49-F238E27FC236}">
                <a16:creationId xmlns:a16="http://schemas.microsoft.com/office/drawing/2014/main" id="{D115A452-A206-4B18-8FAB-5773700A7ACB}"/>
              </a:ext>
            </a:extLst>
          </p:cNvPr>
          <p:cNvSpPr>
            <a:spLocks noGrp="1"/>
          </p:cNvSpPr>
          <p:nvPr/>
        </p:nvSpPr>
        <p:spPr>
          <a:xfrm>
            <a:off x="290144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" name="b_small_bar_2069">
            <a:extLst>
              <a:ext uri="{FF2B5EF4-FFF2-40B4-BE49-F238E27FC236}">
                <a16:creationId xmlns:a16="http://schemas.microsoft.com/office/drawing/2014/main" id="{172AF022-C060-4EB7-B10C-51F542B9BF36}"/>
              </a:ext>
            </a:extLst>
          </p:cNvPr>
          <p:cNvSpPr>
            <a:spLocks noGrp="1"/>
          </p:cNvSpPr>
          <p:nvPr/>
        </p:nvSpPr>
        <p:spPr>
          <a:xfrm>
            <a:off x="2655266" y="56030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" name="b_small_bar_2070">
            <a:extLst>
              <a:ext uri="{FF2B5EF4-FFF2-40B4-BE49-F238E27FC236}">
                <a16:creationId xmlns:a16="http://schemas.microsoft.com/office/drawing/2014/main" id="{5212544A-DAA4-4BA2-8DE2-A93661276E05}"/>
              </a:ext>
            </a:extLst>
          </p:cNvPr>
          <p:cNvSpPr>
            <a:spLocks noGrp="1"/>
          </p:cNvSpPr>
          <p:nvPr/>
        </p:nvSpPr>
        <p:spPr>
          <a:xfrm>
            <a:off x="2730332" y="555563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" name="b_small_bar_2071">
            <a:extLst>
              <a:ext uri="{FF2B5EF4-FFF2-40B4-BE49-F238E27FC236}">
                <a16:creationId xmlns:a16="http://schemas.microsoft.com/office/drawing/2014/main" id="{3FCF16E6-19EA-43C8-B2E0-5572BD65F13B}"/>
              </a:ext>
            </a:extLst>
          </p:cNvPr>
          <p:cNvSpPr>
            <a:spLocks noGrp="1"/>
          </p:cNvSpPr>
          <p:nvPr/>
        </p:nvSpPr>
        <p:spPr>
          <a:xfrm>
            <a:off x="2735363" y="55260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" name="b_small_bar_2072">
            <a:extLst>
              <a:ext uri="{FF2B5EF4-FFF2-40B4-BE49-F238E27FC236}">
                <a16:creationId xmlns:a16="http://schemas.microsoft.com/office/drawing/2014/main" id="{BFF161EF-3C96-4516-A72C-CBE593CBE44B}"/>
              </a:ext>
            </a:extLst>
          </p:cNvPr>
          <p:cNvSpPr>
            <a:spLocks noGrp="1"/>
          </p:cNvSpPr>
          <p:nvPr/>
        </p:nvSpPr>
        <p:spPr>
          <a:xfrm>
            <a:off x="2861556" y="308867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" name="b_small_bar_2073">
            <a:extLst>
              <a:ext uri="{FF2B5EF4-FFF2-40B4-BE49-F238E27FC236}">
                <a16:creationId xmlns:a16="http://schemas.microsoft.com/office/drawing/2014/main" id="{912DFE52-6489-4C26-8F61-15C8B07E4120}"/>
              </a:ext>
            </a:extLst>
          </p:cNvPr>
          <p:cNvSpPr>
            <a:spLocks noGrp="1"/>
          </p:cNvSpPr>
          <p:nvPr/>
        </p:nvSpPr>
        <p:spPr>
          <a:xfrm>
            <a:off x="2878096" y="500418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" name="b_small_bar_2074">
            <a:extLst>
              <a:ext uri="{FF2B5EF4-FFF2-40B4-BE49-F238E27FC236}">
                <a16:creationId xmlns:a16="http://schemas.microsoft.com/office/drawing/2014/main" id="{1DF4C3A6-CC98-4529-8FCC-963A74152F40}"/>
              </a:ext>
            </a:extLst>
          </p:cNvPr>
          <p:cNvSpPr>
            <a:spLocks noGrp="1"/>
          </p:cNvSpPr>
          <p:nvPr/>
        </p:nvSpPr>
        <p:spPr>
          <a:xfrm>
            <a:off x="2784553" y="32641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" name="b_small_bar_2075">
            <a:extLst>
              <a:ext uri="{FF2B5EF4-FFF2-40B4-BE49-F238E27FC236}">
                <a16:creationId xmlns:a16="http://schemas.microsoft.com/office/drawing/2014/main" id="{72AF35DA-B784-4DC4-96B0-9E963CCBF20D}"/>
              </a:ext>
            </a:extLst>
          </p:cNvPr>
          <p:cNvSpPr>
            <a:spLocks noGrp="1"/>
          </p:cNvSpPr>
          <p:nvPr/>
        </p:nvSpPr>
        <p:spPr>
          <a:xfrm>
            <a:off x="2831856" y="45458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" name="b_small_bar_2076">
            <a:extLst>
              <a:ext uri="{FF2B5EF4-FFF2-40B4-BE49-F238E27FC236}">
                <a16:creationId xmlns:a16="http://schemas.microsoft.com/office/drawing/2014/main" id="{9CB44362-783A-418D-9C9A-5A335AADAFF3}"/>
              </a:ext>
            </a:extLst>
          </p:cNvPr>
          <p:cNvSpPr>
            <a:spLocks noGrp="1"/>
          </p:cNvSpPr>
          <p:nvPr/>
        </p:nvSpPr>
        <p:spPr>
          <a:xfrm>
            <a:off x="2802504" y="526373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" name="b_small_bar_2077">
            <a:extLst>
              <a:ext uri="{FF2B5EF4-FFF2-40B4-BE49-F238E27FC236}">
                <a16:creationId xmlns:a16="http://schemas.microsoft.com/office/drawing/2014/main" id="{81609CD5-6966-4F07-97B1-EB21EF873D0D}"/>
              </a:ext>
            </a:extLst>
          </p:cNvPr>
          <p:cNvSpPr>
            <a:spLocks noGrp="1"/>
          </p:cNvSpPr>
          <p:nvPr/>
        </p:nvSpPr>
        <p:spPr>
          <a:xfrm>
            <a:off x="2780474" y="35478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" name="b_small_bar_2078">
            <a:extLst>
              <a:ext uri="{FF2B5EF4-FFF2-40B4-BE49-F238E27FC236}">
                <a16:creationId xmlns:a16="http://schemas.microsoft.com/office/drawing/2014/main" id="{24D525C4-39FC-4BCD-9E79-218B4BE31A15}"/>
              </a:ext>
            </a:extLst>
          </p:cNvPr>
          <p:cNvSpPr>
            <a:spLocks noGrp="1"/>
          </p:cNvSpPr>
          <p:nvPr/>
        </p:nvSpPr>
        <p:spPr>
          <a:xfrm>
            <a:off x="2692869" y="322815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" name="b_small_bar_2079">
            <a:extLst>
              <a:ext uri="{FF2B5EF4-FFF2-40B4-BE49-F238E27FC236}">
                <a16:creationId xmlns:a16="http://schemas.microsoft.com/office/drawing/2014/main" id="{25EA97F3-BE37-4590-A9ED-47E55BB8778C}"/>
              </a:ext>
            </a:extLst>
          </p:cNvPr>
          <p:cNvSpPr>
            <a:spLocks noGrp="1"/>
          </p:cNvSpPr>
          <p:nvPr/>
        </p:nvSpPr>
        <p:spPr>
          <a:xfrm>
            <a:off x="2653144" y="320254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" name="b_small_bar_2080">
            <a:extLst>
              <a:ext uri="{FF2B5EF4-FFF2-40B4-BE49-F238E27FC236}">
                <a16:creationId xmlns:a16="http://schemas.microsoft.com/office/drawing/2014/main" id="{A357B400-8F2A-4D54-B205-FFB4B9850DEB}"/>
              </a:ext>
            </a:extLst>
          </p:cNvPr>
          <p:cNvSpPr>
            <a:spLocks noGrp="1"/>
          </p:cNvSpPr>
          <p:nvPr/>
        </p:nvSpPr>
        <p:spPr>
          <a:xfrm>
            <a:off x="274054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" name="b_small_bar_2081">
            <a:extLst>
              <a:ext uri="{FF2B5EF4-FFF2-40B4-BE49-F238E27FC236}">
                <a16:creationId xmlns:a16="http://schemas.microsoft.com/office/drawing/2014/main" id="{81C249FE-0EDC-4B21-BBE8-6149D8935876}"/>
              </a:ext>
            </a:extLst>
          </p:cNvPr>
          <p:cNvSpPr>
            <a:spLocks noGrp="1"/>
          </p:cNvSpPr>
          <p:nvPr/>
        </p:nvSpPr>
        <p:spPr>
          <a:xfrm>
            <a:off x="2667060" y="30958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" name="b_small_bar_2082">
            <a:extLst>
              <a:ext uri="{FF2B5EF4-FFF2-40B4-BE49-F238E27FC236}">
                <a16:creationId xmlns:a16="http://schemas.microsoft.com/office/drawing/2014/main" id="{5A9A1444-4723-44AB-81D8-C913070A6866}"/>
              </a:ext>
            </a:extLst>
          </p:cNvPr>
          <p:cNvSpPr>
            <a:spLocks noGrp="1"/>
          </p:cNvSpPr>
          <p:nvPr/>
        </p:nvSpPr>
        <p:spPr>
          <a:xfrm>
            <a:off x="2772301" y="3687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" name="b_small_bar_2083">
            <a:extLst>
              <a:ext uri="{FF2B5EF4-FFF2-40B4-BE49-F238E27FC236}">
                <a16:creationId xmlns:a16="http://schemas.microsoft.com/office/drawing/2014/main" id="{50ACF02F-583F-47BF-983C-F816E59F1C14}"/>
              </a:ext>
            </a:extLst>
          </p:cNvPr>
          <p:cNvSpPr>
            <a:spLocks noGrp="1"/>
          </p:cNvSpPr>
          <p:nvPr/>
        </p:nvSpPr>
        <p:spPr>
          <a:xfrm>
            <a:off x="2723008" y="33142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" name="b_small_bar_2084">
            <a:extLst>
              <a:ext uri="{FF2B5EF4-FFF2-40B4-BE49-F238E27FC236}">
                <a16:creationId xmlns:a16="http://schemas.microsoft.com/office/drawing/2014/main" id="{167F8EAA-F1AB-4BE6-965C-A28D92E4D40B}"/>
              </a:ext>
            </a:extLst>
          </p:cNvPr>
          <p:cNvSpPr>
            <a:spLocks noGrp="1"/>
          </p:cNvSpPr>
          <p:nvPr/>
        </p:nvSpPr>
        <p:spPr>
          <a:xfrm>
            <a:off x="2739426" y="44447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" name="b_small_bar_2085">
            <a:extLst>
              <a:ext uri="{FF2B5EF4-FFF2-40B4-BE49-F238E27FC236}">
                <a16:creationId xmlns:a16="http://schemas.microsoft.com/office/drawing/2014/main" id="{DE260A2E-6060-464E-A604-C18A93E7E615}"/>
              </a:ext>
            </a:extLst>
          </p:cNvPr>
          <p:cNvSpPr>
            <a:spLocks noGrp="1"/>
          </p:cNvSpPr>
          <p:nvPr/>
        </p:nvSpPr>
        <p:spPr>
          <a:xfrm>
            <a:off x="2869246" y="46665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" name="b_small_bar_2086">
            <a:extLst>
              <a:ext uri="{FF2B5EF4-FFF2-40B4-BE49-F238E27FC236}">
                <a16:creationId xmlns:a16="http://schemas.microsoft.com/office/drawing/2014/main" id="{9FF3E03A-7C55-4884-9C15-F1E0781AB2CC}"/>
              </a:ext>
            </a:extLst>
          </p:cNvPr>
          <p:cNvSpPr>
            <a:spLocks noGrp="1"/>
          </p:cNvSpPr>
          <p:nvPr/>
        </p:nvSpPr>
        <p:spPr>
          <a:xfrm>
            <a:off x="296985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" name="b_small_bar_2087">
            <a:extLst>
              <a:ext uri="{FF2B5EF4-FFF2-40B4-BE49-F238E27FC236}">
                <a16:creationId xmlns:a16="http://schemas.microsoft.com/office/drawing/2014/main" id="{7A893EAA-F448-4BE2-9962-AB78FEB14067}"/>
              </a:ext>
            </a:extLst>
          </p:cNvPr>
          <p:cNvSpPr>
            <a:spLocks noGrp="1"/>
          </p:cNvSpPr>
          <p:nvPr/>
        </p:nvSpPr>
        <p:spPr>
          <a:xfrm>
            <a:off x="510552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" name="b_small_bar_2088">
            <a:extLst>
              <a:ext uri="{FF2B5EF4-FFF2-40B4-BE49-F238E27FC236}">
                <a16:creationId xmlns:a16="http://schemas.microsoft.com/office/drawing/2014/main" id="{68BC1924-20D9-4F0D-B2E6-B41D72E4BD8A}"/>
              </a:ext>
            </a:extLst>
          </p:cNvPr>
          <p:cNvSpPr>
            <a:spLocks noGrp="1"/>
          </p:cNvSpPr>
          <p:nvPr/>
        </p:nvSpPr>
        <p:spPr>
          <a:xfrm>
            <a:off x="5413376" y="244503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" name="b_small_bar_2089">
            <a:extLst>
              <a:ext uri="{FF2B5EF4-FFF2-40B4-BE49-F238E27FC236}">
                <a16:creationId xmlns:a16="http://schemas.microsoft.com/office/drawing/2014/main" id="{A3E2DA76-6AC0-4702-B48D-17EE58FED809}"/>
              </a:ext>
            </a:extLst>
          </p:cNvPr>
          <p:cNvSpPr>
            <a:spLocks noGrp="1"/>
          </p:cNvSpPr>
          <p:nvPr/>
        </p:nvSpPr>
        <p:spPr>
          <a:xfrm>
            <a:off x="532346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" name="b_small_bar_2090">
            <a:extLst>
              <a:ext uri="{FF2B5EF4-FFF2-40B4-BE49-F238E27FC236}">
                <a16:creationId xmlns:a16="http://schemas.microsoft.com/office/drawing/2014/main" id="{FCE3FDBD-91B5-4547-ACE8-8D0F7B766D45}"/>
              </a:ext>
            </a:extLst>
          </p:cNvPr>
          <p:cNvSpPr>
            <a:spLocks noGrp="1"/>
          </p:cNvSpPr>
          <p:nvPr/>
        </p:nvSpPr>
        <p:spPr>
          <a:xfrm>
            <a:off x="526611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" name="b_small_bar_2091">
            <a:extLst>
              <a:ext uri="{FF2B5EF4-FFF2-40B4-BE49-F238E27FC236}">
                <a16:creationId xmlns:a16="http://schemas.microsoft.com/office/drawing/2014/main" id="{3972521D-FCE7-4CC5-8BD9-F9EA6F694FF5}"/>
              </a:ext>
            </a:extLst>
          </p:cNvPr>
          <p:cNvSpPr>
            <a:spLocks noGrp="1"/>
          </p:cNvSpPr>
          <p:nvPr/>
        </p:nvSpPr>
        <p:spPr>
          <a:xfrm>
            <a:off x="541708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" name="b_small_bar_2092">
            <a:extLst>
              <a:ext uri="{FF2B5EF4-FFF2-40B4-BE49-F238E27FC236}">
                <a16:creationId xmlns:a16="http://schemas.microsoft.com/office/drawing/2014/main" id="{430AAD21-F93B-4541-AFCF-751FE9DEF517}"/>
              </a:ext>
            </a:extLst>
          </p:cNvPr>
          <p:cNvSpPr>
            <a:spLocks noGrp="1"/>
          </p:cNvSpPr>
          <p:nvPr/>
        </p:nvSpPr>
        <p:spPr>
          <a:xfrm>
            <a:off x="5135467" y="425644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" name="b_small_bar_2093">
            <a:extLst>
              <a:ext uri="{FF2B5EF4-FFF2-40B4-BE49-F238E27FC236}">
                <a16:creationId xmlns:a16="http://schemas.microsoft.com/office/drawing/2014/main" id="{8A58E3C3-98B6-40F5-9AA8-CEFEC460F3EE}"/>
              </a:ext>
            </a:extLst>
          </p:cNvPr>
          <p:cNvSpPr>
            <a:spLocks noGrp="1"/>
          </p:cNvSpPr>
          <p:nvPr/>
        </p:nvSpPr>
        <p:spPr>
          <a:xfrm>
            <a:off x="5288770" y="38142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" name="b_small_bar_2094">
            <a:extLst>
              <a:ext uri="{FF2B5EF4-FFF2-40B4-BE49-F238E27FC236}">
                <a16:creationId xmlns:a16="http://schemas.microsoft.com/office/drawing/2014/main" id="{CB32D13E-5AFD-4309-BB1A-A6D76ABB98CF}"/>
              </a:ext>
            </a:extLst>
          </p:cNvPr>
          <p:cNvSpPr>
            <a:spLocks noGrp="1"/>
          </p:cNvSpPr>
          <p:nvPr/>
        </p:nvSpPr>
        <p:spPr>
          <a:xfrm>
            <a:off x="5104881" y="434409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2" name="b_small_bar_2095">
            <a:extLst>
              <a:ext uri="{FF2B5EF4-FFF2-40B4-BE49-F238E27FC236}">
                <a16:creationId xmlns:a16="http://schemas.microsoft.com/office/drawing/2014/main" id="{FED60B1B-D203-4547-AB64-BAAF95B49A34}"/>
              </a:ext>
            </a:extLst>
          </p:cNvPr>
          <p:cNvSpPr>
            <a:spLocks noGrp="1"/>
          </p:cNvSpPr>
          <p:nvPr/>
        </p:nvSpPr>
        <p:spPr>
          <a:xfrm>
            <a:off x="5217431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3" name="b_small_bar_2096">
            <a:extLst>
              <a:ext uri="{FF2B5EF4-FFF2-40B4-BE49-F238E27FC236}">
                <a16:creationId xmlns:a16="http://schemas.microsoft.com/office/drawing/2014/main" id="{3ACAB12E-BDB7-49AA-8D8D-8AEBEF57F42D}"/>
              </a:ext>
            </a:extLst>
          </p:cNvPr>
          <p:cNvSpPr>
            <a:spLocks noGrp="1"/>
          </p:cNvSpPr>
          <p:nvPr/>
        </p:nvSpPr>
        <p:spPr>
          <a:xfrm>
            <a:off x="545371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4" name="b_small_bar_2097">
            <a:extLst>
              <a:ext uri="{FF2B5EF4-FFF2-40B4-BE49-F238E27FC236}">
                <a16:creationId xmlns:a16="http://schemas.microsoft.com/office/drawing/2014/main" id="{2559B4D1-9760-4A56-A6F0-55FBE93C67A9}"/>
              </a:ext>
            </a:extLst>
          </p:cNvPr>
          <p:cNvSpPr>
            <a:spLocks noGrp="1"/>
          </p:cNvSpPr>
          <p:nvPr/>
        </p:nvSpPr>
        <p:spPr>
          <a:xfrm>
            <a:off x="542277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5" name="b_small_bar_2098">
            <a:extLst>
              <a:ext uri="{FF2B5EF4-FFF2-40B4-BE49-F238E27FC236}">
                <a16:creationId xmlns:a16="http://schemas.microsoft.com/office/drawing/2014/main" id="{58902063-681E-4897-8EA6-80E7BCDC7473}"/>
              </a:ext>
            </a:extLst>
          </p:cNvPr>
          <p:cNvSpPr>
            <a:spLocks noGrp="1"/>
          </p:cNvSpPr>
          <p:nvPr/>
        </p:nvSpPr>
        <p:spPr>
          <a:xfrm>
            <a:off x="5364829" y="253792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6" name="b_small_bar_2099">
            <a:extLst>
              <a:ext uri="{FF2B5EF4-FFF2-40B4-BE49-F238E27FC236}">
                <a16:creationId xmlns:a16="http://schemas.microsoft.com/office/drawing/2014/main" id="{66146664-1132-4FF7-AEE8-559A952D08F3}"/>
              </a:ext>
            </a:extLst>
          </p:cNvPr>
          <p:cNvSpPr>
            <a:spLocks noGrp="1"/>
          </p:cNvSpPr>
          <p:nvPr/>
        </p:nvSpPr>
        <p:spPr>
          <a:xfrm>
            <a:off x="5085436" y="434035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7" name="b_small_bar_2100">
            <a:extLst>
              <a:ext uri="{FF2B5EF4-FFF2-40B4-BE49-F238E27FC236}">
                <a16:creationId xmlns:a16="http://schemas.microsoft.com/office/drawing/2014/main" id="{747391AA-C380-4ACF-BD38-A24EDA796691}"/>
              </a:ext>
            </a:extLst>
          </p:cNvPr>
          <p:cNvSpPr>
            <a:spLocks noGrp="1"/>
          </p:cNvSpPr>
          <p:nvPr/>
        </p:nvSpPr>
        <p:spPr>
          <a:xfrm>
            <a:off x="5080138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8" name="b_small_bar_2101">
            <a:extLst>
              <a:ext uri="{FF2B5EF4-FFF2-40B4-BE49-F238E27FC236}">
                <a16:creationId xmlns:a16="http://schemas.microsoft.com/office/drawing/2014/main" id="{188742FF-FDDB-4302-99A6-8FF788ED884D}"/>
              </a:ext>
            </a:extLst>
          </p:cNvPr>
          <p:cNvSpPr>
            <a:spLocks noGrp="1"/>
          </p:cNvSpPr>
          <p:nvPr/>
        </p:nvSpPr>
        <p:spPr>
          <a:xfrm>
            <a:off x="533738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9" name="b_small_bar_2102">
            <a:extLst>
              <a:ext uri="{FF2B5EF4-FFF2-40B4-BE49-F238E27FC236}">
                <a16:creationId xmlns:a16="http://schemas.microsoft.com/office/drawing/2014/main" id="{BF7CE57A-4D99-4D13-B51A-C7CC9B0576B6}"/>
              </a:ext>
            </a:extLst>
          </p:cNvPr>
          <p:cNvSpPr>
            <a:spLocks noGrp="1"/>
          </p:cNvSpPr>
          <p:nvPr/>
        </p:nvSpPr>
        <p:spPr>
          <a:xfrm>
            <a:off x="507862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0" name="b_small_bar_2103">
            <a:extLst>
              <a:ext uri="{FF2B5EF4-FFF2-40B4-BE49-F238E27FC236}">
                <a16:creationId xmlns:a16="http://schemas.microsoft.com/office/drawing/2014/main" id="{9FCE3405-479D-4B52-9590-72BDF3A93A66}"/>
              </a:ext>
            </a:extLst>
          </p:cNvPr>
          <p:cNvSpPr>
            <a:spLocks noGrp="1"/>
          </p:cNvSpPr>
          <p:nvPr/>
        </p:nvSpPr>
        <p:spPr>
          <a:xfrm>
            <a:off x="537554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1" name="b_small_bar_2104">
            <a:extLst>
              <a:ext uri="{FF2B5EF4-FFF2-40B4-BE49-F238E27FC236}">
                <a16:creationId xmlns:a16="http://schemas.microsoft.com/office/drawing/2014/main" id="{01A973F2-36C2-4C46-9581-41BCCF234116}"/>
              </a:ext>
            </a:extLst>
          </p:cNvPr>
          <p:cNvSpPr>
            <a:spLocks noGrp="1"/>
          </p:cNvSpPr>
          <p:nvPr/>
        </p:nvSpPr>
        <p:spPr>
          <a:xfrm>
            <a:off x="546234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2" name="b_small_bar_2105">
            <a:extLst>
              <a:ext uri="{FF2B5EF4-FFF2-40B4-BE49-F238E27FC236}">
                <a16:creationId xmlns:a16="http://schemas.microsoft.com/office/drawing/2014/main" id="{EDE99FC1-AE4C-4988-AEBB-FA5D89183EDA}"/>
              </a:ext>
            </a:extLst>
          </p:cNvPr>
          <p:cNvSpPr>
            <a:spLocks noGrp="1"/>
          </p:cNvSpPr>
          <p:nvPr/>
        </p:nvSpPr>
        <p:spPr>
          <a:xfrm>
            <a:off x="5424446" y="482459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3" name="b_small_bar_2106">
            <a:extLst>
              <a:ext uri="{FF2B5EF4-FFF2-40B4-BE49-F238E27FC236}">
                <a16:creationId xmlns:a16="http://schemas.microsoft.com/office/drawing/2014/main" id="{31463053-E239-44CD-BC8F-C79D71850E4D}"/>
              </a:ext>
            </a:extLst>
          </p:cNvPr>
          <p:cNvSpPr>
            <a:spLocks noGrp="1"/>
          </p:cNvSpPr>
          <p:nvPr/>
        </p:nvSpPr>
        <p:spPr>
          <a:xfrm>
            <a:off x="535371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4" name="b_small_bar_2107">
            <a:extLst>
              <a:ext uri="{FF2B5EF4-FFF2-40B4-BE49-F238E27FC236}">
                <a16:creationId xmlns:a16="http://schemas.microsoft.com/office/drawing/2014/main" id="{5A0CF69B-631A-497D-99F5-8AB844D19490}"/>
              </a:ext>
            </a:extLst>
          </p:cNvPr>
          <p:cNvSpPr>
            <a:spLocks noGrp="1"/>
          </p:cNvSpPr>
          <p:nvPr/>
        </p:nvSpPr>
        <p:spPr>
          <a:xfrm>
            <a:off x="5398498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5" name="b_small_bar_2108">
            <a:extLst>
              <a:ext uri="{FF2B5EF4-FFF2-40B4-BE49-F238E27FC236}">
                <a16:creationId xmlns:a16="http://schemas.microsoft.com/office/drawing/2014/main" id="{8B88E4CD-5C2C-45BD-A14A-3E90DF9C9715}"/>
              </a:ext>
            </a:extLst>
          </p:cNvPr>
          <p:cNvSpPr>
            <a:spLocks noGrp="1"/>
          </p:cNvSpPr>
          <p:nvPr/>
        </p:nvSpPr>
        <p:spPr>
          <a:xfrm>
            <a:off x="512095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6" name="b_small_bar_2109">
            <a:extLst>
              <a:ext uri="{FF2B5EF4-FFF2-40B4-BE49-F238E27FC236}">
                <a16:creationId xmlns:a16="http://schemas.microsoft.com/office/drawing/2014/main" id="{0F62A4F6-F633-41B1-9FDF-6AB9A8585FA5}"/>
              </a:ext>
            </a:extLst>
          </p:cNvPr>
          <p:cNvSpPr>
            <a:spLocks noGrp="1"/>
          </p:cNvSpPr>
          <p:nvPr/>
        </p:nvSpPr>
        <p:spPr>
          <a:xfrm>
            <a:off x="5412922" y="283870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7" name="b_small_bar_2110">
            <a:extLst>
              <a:ext uri="{FF2B5EF4-FFF2-40B4-BE49-F238E27FC236}">
                <a16:creationId xmlns:a16="http://schemas.microsoft.com/office/drawing/2014/main" id="{3B6C60FF-A9FA-42EF-B848-6895D6C583C4}"/>
              </a:ext>
            </a:extLst>
          </p:cNvPr>
          <p:cNvSpPr>
            <a:spLocks noGrp="1"/>
          </p:cNvSpPr>
          <p:nvPr/>
        </p:nvSpPr>
        <p:spPr>
          <a:xfrm>
            <a:off x="535931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8" name="b_small_bar_2111">
            <a:extLst>
              <a:ext uri="{FF2B5EF4-FFF2-40B4-BE49-F238E27FC236}">
                <a16:creationId xmlns:a16="http://schemas.microsoft.com/office/drawing/2014/main" id="{BBBF168C-C756-44AF-B122-4D60BE27CC28}"/>
              </a:ext>
            </a:extLst>
          </p:cNvPr>
          <p:cNvSpPr>
            <a:spLocks noGrp="1"/>
          </p:cNvSpPr>
          <p:nvPr/>
        </p:nvSpPr>
        <p:spPr>
          <a:xfrm>
            <a:off x="521019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9" name="b_small_bar_2112">
            <a:extLst>
              <a:ext uri="{FF2B5EF4-FFF2-40B4-BE49-F238E27FC236}">
                <a16:creationId xmlns:a16="http://schemas.microsoft.com/office/drawing/2014/main" id="{F480C87B-C22E-430F-8F45-C58FCD2B1F6F}"/>
              </a:ext>
            </a:extLst>
          </p:cNvPr>
          <p:cNvSpPr>
            <a:spLocks noGrp="1"/>
          </p:cNvSpPr>
          <p:nvPr/>
        </p:nvSpPr>
        <p:spPr>
          <a:xfrm>
            <a:off x="5126922" y="488505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0" name="b_small_bar_2113">
            <a:extLst>
              <a:ext uri="{FF2B5EF4-FFF2-40B4-BE49-F238E27FC236}">
                <a16:creationId xmlns:a16="http://schemas.microsoft.com/office/drawing/2014/main" id="{757A86DD-2037-4632-AC4D-5293C8095357}"/>
              </a:ext>
            </a:extLst>
          </p:cNvPr>
          <p:cNvSpPr>
            <a:spLocks noGrp="1"/>
          </p:cNvSpPr>
          <p:nvPr/>
        </p:nvSpPr>
        <p:spPr>
          <a:xfrm>
            <a:off x="5170499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1" name="b_small_bar_2114">
            <a:extLst>
              <a:ext uri="{FF2B5EF4-FFF2-40B4-BE49-F238E27FC236}">
                <a16:creationId xmlns:a16="http://schemas.microsoft.com/office/drawing/2014/main" id="{49D73AFE-BB6D-4FFF-A1AD-934E68A9EDF6}"/>
              </a:ext>
            </a:extLst>
          </p:cNvPr>
          <p:cNvSpPr>
            <a:spLocks noGrp="1"/>
          </p:cNvSpPr>
          <p:nvPr/>
        </p:nvSpPr>
        <p:spPr>
          <a:xfrm>
            <a:off x="538774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2" name="b_small_bar_2115">
            <a:extLst>
              <a:ext uri="{FF2B5EF4-FFF2-40B4-BE49-F238E27FC236}">
                <a16:creationId xmlns:a16="http://schemas.microsoft.com/office/drawing/2014/main" id="{6326D188-B81C-428C-AD1C-B44E9F995DF0}"/>
              </a:ext>
            </a:extLst>
          </p:cNvPr>
          <p:cNvSpPr>
            <a:spLocks noGrp="1"/>
          </p:cNvSpPr>
          <p:nvPr/>
        </p:nvSpPr>
        <p:spPr>
          <a:xfrm>
            <a:off x="541542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3" name="b_small_bar_2116">
            <a:extLst>
              <a:ext uri="{FF2B5EF4-FFF2-40B4-BE49-F238E27FC236}">
                <a16:creationId xmlns:a16="http://schemas.microsoft.com/office/drawing/2014/main" id="{E47E6477-24A4-44ED-8BA7-59F907505D13}"/>
              </a:ext>
            </a:extLst>
          </p:cNvPr>
          <p:cNvSpPr>
            <a:spLocks noGrp="1"/>
          </p:cNvSpPr>
          <p:nvPr/>
        </p:nvSpPr>
        <p:spPr>
          <a:xfrm>
            <a:off x="5311804" y="51673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4" name="b_small_bar_2117">
            <a:extLst>
              <a:ext uri="{FF2B5EF4-FFF2-40B4-BE49-F238E27FC236}">
                <a16:creationId xmlns:a16="http://schemas.microsoft.com/office/drawing/2014/main" id="{BE0A7B70-199C-4B95-A29E-E92D1FD67534}"/>
              </a:ext>
            </a:extLst>
          </p:cNvPr>
          <p:cNvSpPr>
            <a:spLocks noGrp="1"/>
          </p:cNvSpPr>
          <p:nvPr/>
        </p:nvSpPr>
        <p:spPr>
          <a:xfrm>
            <a:off x="5357304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5" name="b_small_bar_2118">
            <a:extLst>
              <a:ext uri="{FF2B5EF4-FFF2-40B4-BE49-F238E27FC236}">
                <a16:creationId xmlns:a16="http://schemas.microsoft.com/office/drawing/2014/main" id="{37EB782A-3DE4-4490-B728-C67D5A15F0D6}"/>
              </a:ext>
            </a:extLst>
          </p:cNvPr>
          <p:cNvSpPr>
            <a:spLocks noGrp="1"/>
          </p:cNvSpPr>
          <p:nvPr/>
        </p:nvSpPr>
        <p:spPr>
          <a:xfrm>
            <a:off x="5275731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6" name="b_small_bar_2119">
            <a:extLst>
              <a:ext uri="{FF2B5EF4-FFF2-40B4-BE49-F238E27FC236}">
                <a16:creationId xmlns:a16="http://schemas.microsoft.com/office/drawing/2014/main" id="{21EB3E3A-AE96-4B7F-9850-A63B0F9A17B9}"/>
              </a:ext>
            </a:extLst>
          </p:cNvPr>
          <p:cNvSpPr>
            <a:spLocks noGrp="1"/>
          </p:cNvSpPr>
          <p:nvPr/>
        </p:nvSpPr>
        <p:spPr>
          <a:xfrm>
            <a:off x="5369677" y="59357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7" name="b_small_bar_2120">
            <a:extLst>
              <a:ext uri="{FF2B5EF4-FFF2-40B4-BE49-F238E27FC236}">
                <a16:creationId xmlns:a16="http://schemas.microsoft.com/office/drawing/2014/main" id="{51A44871-5C41-4EF1-927F-BA125502DB1B}"/>
              </a:ext>
            </a:extLst>
          </p:cNvPr>
          <p:cNvSpPr>
            <a:spLocks noGrp="1"/>
          </p:cNvSpPr>
          <p:nvPr/>
        </p:nvSpPr>
        <p:spPr>
          <a:xfrm>
            <a:off x="542349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8" name="b_small_bar_2121">
            <a:extLst>
              <a:ext uri="{FF2B5EF4-FFF2-40B4-BE49-F238E27FC236}">
                <a16:creationId xmlns:a16="http://schemas.microsoft.com/office/drawing/2014/main" id="{FEA1AC07-76AB-46B4-A5AC-D1B6153FB47F}"/>
              </a:ext>
            </a:extLst>
          </p:cNvPr>
          <p:cNvSpPr>
            <a:spLocks noGrp="1"/>
          </p:cNvSpPr>
          <p:nvPr/>
        </p:nvSpPr>
        <p:spPr>
          <a:xfrm>
            <a:off x="540981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9" name="b_small_bar_2122">
            <a:extLst>
              <a:ext uri="{FF2B5EF4-FFF2-40B4-BE49-F238E27FC236}">
                <a16:creationId xmlns:a16="http://schemas.microsoft.com/office/drawing/2014/main" id="{3EAE0404-4B05-4EDF-B2E8-FEC1D8B67A03}"/>
              </a:ext>
            </a:extLst>
          </p:cNvPr>
          <p:cNvSpPr>
            <a:spLocks noGrp="1"/>
          </p:cNvSpPr>
          <p:nvPr/>
        </p:nvSpPr>
        <p:spPr>
          <a:xfrm>
            <a:off x="542399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0" name="b_small_bar_2123">
            <a:extLst>
              <a:ext uri="{FF2B5EF4-FFF2-40B4-BE49-F238E27FC236}">
                <a16:creationId xmlns:a16="http://schemas.microsoft.com/office/drawing/2014/main" id="{BC295EB7-C3EB-4608-9605-4D5870716ACB}"/>
              </a:ext>
            </a:extLst>
          </p:cNvPr>
          <p:cNvSpPr>
            <a:spLocks noGrp="1"/>
          </p:cNvSpPr>
          <p:nvPr/>
        </p:nvSpPr>
        <p:spPr>
          <a:xfrm>
            <a:off x="530725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1" name="b_small_bar_2124">
            <a:extLst>
              <a:ext uri="{FF2B5EF4-FFF2-40B4-BE49-F238E27FC236}">
                <a16:creationId xmlns:a16="http://schemas.microsoft.com/office/drawing/2014/main" id="{2912CF51-0E7A-45B0-9BAD-A1649B7B5DE7}"/>
              </a:ext>
            </a:extLst>
          </p:cNvPr>
          <p:cNvSpPr>
            <a:spLocks noGrp="1"/>
          </p:cNvSpPr>
          <p:nvPr/>
        </p:nvSpPr>
        <p:spPr>
          <a:xfrm>
            <a:off x="5354459" y="26884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2" name="b_small_bar_2125">
            <a:extLst>
              <a:ext uri="{FF2B5EF4-FFF2-40B4-BE49-F238E27FC236}">
                <a16:creationId xmlns:a16="http://schemas.microsoft.com/office/drawing/2014/main" id="{34423A82-AD9F-4447-B1F4-474A382EDFAA}"/>
              </a:ext>
            </a:extLst>
          </p:cNvPr>
          <p:cNvSpPr>
            <a:spLocks noGrp="1"/>
          </p:cNvSpPr>
          <p:nvPr/>
        </p:nvSpPr>
        <p:spPr>
          <a:xfrm>
            <a:off x="538953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3" name="b_small_bar_2126">
            <a:extLst>
              <a:ext uri="{FF2B5EF4-FFF2-40B4-BE49-F238E27FC236}">
                <a16:creationId xmlns:a16="http://schemas.microsoft.com/office/drawing/2014/main" id="{85962BEA-812A-4298-8CD3-354FC53C5089}"/>
              </a:ext>
            </a:extLst>
          </p:cNvPr>
          <p:cNvSpPr>
            <a:spLocks noGrp="1"/>
          </p:cNvSpPr>
          <p:nvPr/>
        </p:nvSpPr>
        <p:spPr>
          <a:xfrm>
            <a:off x="5307171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4" name="b_small_bar_2127">
            <a:extLst>
              <a:ext uri="{FF2B5EF4-FFF2-40B4-BE49-F238E27FC236}">
                <a16:creationId xmlns:a16="http://schemas.microsoft.com/office/drawing/2014/main" id="{128EF931-A879-481C-9779-89FBF24E5912}"/>
              </a:ext>
            </a:extLst>
          </p:cNvPr>
          <p:cNvSpPr>
            <a:spLocks noGrp="1"/>
          </p:cNvSpPr>
          <p:nvPr/>
        </p:nvSpPr>
        <p:spPr>
          <a:xfrm>
            <a:off x="5161502" y="39556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5" name="b_small_bar_2128">
            <a:extLst>
              <a:ext uri="{FF2B5EF4-FFF2-40B4-BE49-F238E27FC236}">
                <a16:creationId xmlns:a16="http://schemas.microsoft.com/office/drawing/2014/main" id="{3DB04AAD-3EFE-41B9-8C54-7BF56A94B77C}"/>
              </a:ext>
            </a:extLst>
          </p:cNvPr>
          <p:cNvSpPr>
            <a:spLocks noGrp="1"/>
          </p:cNvSpPr>
          <p:nvPr/>
        </p:nvSpPr>
        <p:spPr>
          <a:xfrm>
            <a:off x="517659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6" name="b_small_bar_2129">
            <a:extLst>
              <a:ext uri="{FF2B5EF4-FFF2-40B4-BE49-F238E27FC236}">
                <a16:creationId xmlns:a16="http://schemas.microsoft.com/office/drawing/2014/main" id="{455406DB-0AE4-4376-9ADD-FDB10FEC9EDA}"/>
              </a:ext>
            </a:extLst>
          </p:cNvPr>
          <p:cNvSpPr>
            <a:spLocks noGrp="1"/>
          </p:cNvSpPr>
          <p:nvPr/>
        </p:nvSpPr>
        <p:spPr>
          <a:xfrm>
            <a:off x="510101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7" name="b_small_bar_2130">
            <a:extLst>
              <a:ext uri="{FF2B5EF4-FFF2-40B4-BE49-F238E27FC236}">
                <a16:creationId xmlns:a16="http://schemas.microsoft.com/office/drawing/2014/main" id="{8662CE92-EC45-4E40-B4CE-43FABD373D8F}"/>
              </a:ext>
            </a:extLst>
          </p:cNvPr>
          <p:cNvSpPr>
            <a:spLocks noGrp="1"/>
          </p:cNvSpPr>
          <p:nvPr/>
        </p:nvSpPr>
        <p:spPr>
          <a:xfrm>
            <a:off x="5085278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8" name="b_small_bar_2131">
            <a:extLst>
              <a:ext uri="{FF2B5EF4-FFF2-40B4-BE49-F238E27FC236}">
                <a16:creationId xmlns:a16="http://schemas.microsoft.com/office/drawing/2014/main" id="{4A73BEE3-D266-4211-8602-9035B1410C87}"/>
              </a:ext>
            </a:extLst>
          </p:cNvPr>
          <p:cNvSpPr>
            <a:spLocks noGrp="1"/>
          </p:cNvSpPr>
          <p:nvPr/>
        </p:nvSpPr>
        <p:spPr>
          <a:xfrm>
            <a:off x="5412120" y="34183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9" name="b_small_bar_2132">
            <a:extLst>
              <a:ext uri="{FF2B5EF4-FFF2-40B4-BE49-F238E27FC236}">
                <a16:creationId xmlns:a16="http://schemas.microsoft.com/office/drawing/2014/main" id="{3F1EBB42-8EF6-48B5-BE35-7915927C24E3}"/>
              </a:ext>
            </a:extLst>
          </p:cNvPr>
          <p:cNvSpPr>
            <a:spLocks noGrp="1"/>
          </p:cNvSpPr>
          <p:nvPr/>
        </p:nvSpPr>
        <p:spPr>
          <a:xfrm>
            <a:off x="526412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0" name="b_small_bar_2133">
            <a:extLst>
              <a:ext uri="{FF2B5EF4-FFF2-40B4-BE49-F238E27FC236}">
                <a16:creationId xmlns:a16="http://schemas.microsoft.com/office/drawing/2014/main" id="{271E6ACF-8B85-4723-B11B-FC25659509F6}"/>
              </a:ext>
            </a:extLst>
          </p:cNvPr>
          <p:cNvSpPr>
            <a:spLocks noGrp="1"/>
          </p:cNvSpPr>
          <p:nvPr/>
        </p:nvSpPr>
        <p:spPr>
          <a:xfrm>
            <a:off x="529232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1" name="b_small_bar_2134">
            <a:extLst>
              <a:ext uri="{FF2B5EF4-FFF2-40B4-BE49-F238E27FC236}">
                <a16:creationId xmlns:a16="http://schemas.microsoft.com/office/drawing/2014/main" id="{AF6633B5-41D0-4A8F-BF30-5B04916BF37A}"/>
              </a:ext>
            </a:extLst>
          </p:cNvPr>
          <p:cNvSpPr>
            <a:spLocks noGrp="1"/>
          </p:cNvSpPr>
          <p:nvPr/>
        </p:nvSpPr>
        <p:spPr>
          <a:xfrm>
            <a:off x="5374169" y="490264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2" name="b_small_bar_2135">
            <a:extLst>
              <a:ext uri="{FF2B5EF4-FFF2-40B4-BE49-F238E27FC236}">
                <a16:creationId xmlns:a16="http://schemas.microsoft.com/office/drawing/2014/main" id="{6443134D-5729-4F7E-B5CE-CA55865D3324}"/>
              </a:ext>
            </a:extLst>
          </p:cNvPr>
          <p:cNvSpPr>
            <a:spLocks noGrp="1"/>
          </p:cNvSpPr>
          <p:nvPr/>
        </p:nvSpPr>
        <p:spPr>
          <a:xfrm>
            <a:off x="5289922" y="25706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3" name="b_small_bar_2136">
            <a:extLst>
              <a:ext uri="{FF2B5EF4-FFF2-40B4-BE49-F238E27FC236}">
                <a16:creationId xmlns:a16="http://schemas.microsoft.com/office/drawing/2014/main" id="{0FE1A674-1F3D-4496-A1C1-2345C8E724A1}"/>
              </a:ext>
            </a:extLst>
          </p:cNvPr>
          <p:cNvSpPr>
            <a:spLocks noGrp="1"/>
          </p:cNvSpPr>
          <p:nvPr/>
        </p:nvSpPr>
        <p:spPr>
          <a:xfrm>
            <a:off x="522320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4" name="b_small_bar_2137">
            <a:extLst>
              <a:ext uri="{FF2B5EF4-FFF2-40B4-BE49-F238E27FC236}">
                <a16:creationId xmlns:a16="http://schemas.microsoft.com/office/drawing/2014/main" id="{765E5625-15E8-4C8C-B72A-AA531AF34031}"/>
              </a:ext>
            </a:extLst>
          </p:cNvPr>
          <p:cNvSpPr>
            <a:spLocks noGrp="1"/>
          </p:cNvSpPr>
          <p:nvPr/>
        </p:nvSpPr>
        <p:spPr>
          <a:xfrm>
            <a:off x="5284075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5" name="b_small_bar_2138">
            <a:extLst>
              <a:ext uri="{FF2B5EF4-FFF2-40B4-BE49-F238E27FC236}">
                <a16:creationId xmlns:a16="http://schemas.microsoft.com/office/drawing/2014/main" id="{A51A0A5D-69E7-4161-BC8E-0477D538947A}"/>
              </a:ext>
            </a:extLst>
          </p:cNvPr>
          <p:cNvSpPr>
            <a:spLocks noGrp="1"/>
          </p:cNvSpPr>
          <p:nvPr/>
        </p:nvSpPr>
        <p:spPr>
          <a:xfrm>
            <a:off x="5108810" y="499251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6" name="b_small_bar_2139">
            <a:extLst>
              <a:ext uri="{FF2B5EF4-FFF2-40B4-BE49-F238E27FC236}">
                <a16:creationId xmlns:a16="http://schemas.microsoft.com/office/drawing/2014/main" id="{F0E31A8C-BAAC-4D05-B532-2A74A02A4AE7}"/>
              </a:ext>
            </a:extLst>
          </p:cNvPr>
          <p:cNvSpPr>
            <a:spLocks noGrp="1"/>
          </p:cNvSpPr>
          <p:nvPr/>
        </p:nvSpPr>
        <p:spPr>
          <a:xfrm>
            <a:off x="5106061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7" name="b_small_bar_2140">
            <a:extLst>
              <a:ext uri="{FF2B5EF4-FFF2-40B4-BE49-F238E27FC236}">
                <a16:creationId xmlns:a16="http://schemas.microsoft.com/office/drawing/2014/main" id="{041E007B-F60A-43A9-90C9-2AA6C8176EC2}"/>
              </a:ext>
            </a:extLst>
          </p:cNvPr>
          <p:cNvSpPr>
            <a:spLocks noGrp="1"/>
          </p:cNvSpPr>
          <p:nvPr/>
        </p:nvSpPr>
        <p:spPr>
          <a:xfrm>
            <a:off x="5370326" y="54790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8" name="b_small_bar_2141">
            <a:extLst>
              <a:ext uri="{FF2B5EF4-FFF2-40B4-BE49-F238E27FC236}">
                <a16:creationId xmlns:a16="http://schemas.microsoft.com/office/drawing/2014/main" id="{AA77E92A-E028-457D-B9BD-0B4F22BF3B84}"/>
              </a:ext>
            </a:extLst>
          </p:cNvPr>
          <p:cNvSpPr>
            <a:spLocks noGrp="1"/>
          </p:cNvSpPr>
          <p:nvPr/>
        </p:nvSpPr>
        <p:spPr>
          <a:xfrm>
            <a:off x="5139617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9" name="b_small_bar_2142">
            <a:extLst>
              <a:ext uri="{FF2B5EF4-FFF2-40B4-BE49-F238E27FC236}">
                <a16:creationId xmlns:a16="http://schemas.microsoft.com/office/drawing/2014/main" id="{A2C0F654-E7A7-486A-A664-8192ACBA7065}"/>
              </a:ext>
            </a:extLst>
          </p:cNvPr>
          <p:cNvSpPr>
            <a:spLocks noGrp="1"/>
          </p:cNvSpPr>
          <p:nvPr/>
        </p:nvSpPr>
        <p:spPr>
          <a:xfrm>
            <a:off x="5139865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0" name="b_small_bar_2143">
            <a:extLst>
              <a:ext uri="{FF2B5EF4-FFF2-40B4-BE49-F238E27FC236}">
                <a16:creationId xmlns:a16="http://schemas.microsoft.com/office/drawing/2014/main" id="{DC23DF25-6C05-49B0-B04C-2454FE709008}"/>
              </a:ext>
            </a:extLst>
          </p:cNvPr>
          <p:cNvSpPr>
            <a:spLocks noGrp="1"/>
          </p:cNvSpPr>
          <p:nvPr/>
        </p:nvSpPr>
        <p:spPr>
          <a:xfrm>
            <a:off x="5176513" y="35449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1" name="b_small_bar_2144">
            <a:extLst>
              <a:ext uri="{FF2B5EF4-FFF2-40B4-BE49-F238E27FC236}">
                <a16:creationId xmlns:a16="http://schemas.microsoft.com/office/drawing/2014/main" id="{12999FF7-71B9-4135-8E45-2AB91AD43892}"/>
              </a:ext>
            </a:extLst>
          </p:cNvPr>
          <p:cNvSpPr>
            <a:spLocks noGrp="1"/>
          </p:cNvSpPr>
          <p:nvPr/>
        </p:nvSpPr>
        <p:spPr>
          <a:xfrm>
            <a:off x="542971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2" name="b_small_bar_2145">
            <a:extLst>
              <a:ext uri="{FF2B5EF4-FFF2-40B4-BE49-F238E27FC236}">
                <a16:creationId xmlns:a16="http://schemas.microsoft.com/office/drawing/2014/main" id="{5C0C9DDC-A9BA-432A-888A-BC1367B7DBCA}"/>
              </a:ext>
            </a:extLst>
          </p:cNvPr>
          <p:cNvSpPr>
            <a:spLocks noGrp="1"/>
          </p:cNvSpPr>
          <p:nvPr/>
        </p:nvSpPr>
        <p:spPr>
          <a:xfrm>
            <a:off x="5205897" y="42921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3" name="b_small_bar_2146">
            <a:extLst>
              <a:ext uri="{FF2B5EF4-FFF2-40B4-BE49-F238E27FC236}">
                <a16:creationId xmlns:a16="http://schemas.microsoft.com/office/drawing/2014/main" id="{5FCC9D75-A0FD-4947-838B-9BE83A1E64BC}"/>
              </a:ext>
            </a:extLst>
          </p:cNvPr>
          <p:cNvSpPr>
            <a:spLocks noGrp="1"/>
          </p:cNvSpPr>
          <p:nvPr/>
        </p:nvSpPr>
        <p:spPr>
          <a:xfrm>
            <a:off x="511369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4" name="b_small_bar_2147">
            <a:extLst>
              <a:ext uri="{FF2B5EF4-FFF2-40B4-BE49-F238E27FC236}">
                <a16:creationId xmlns:a16="http://schemas.microsoft.com/office/drawing/2014/main" id="{A8C96734-8887-4F23-8DEB-C690F89D1C24}"/>
              </a:ext>
            </a:extLst>
          </p:cNvPr>
          <p:cNvSpPr>
            <a:spLocks noGrp="1"/>
          </p:cNvSpPr>
          <p:nvPr/>
        </p:nvSpPr>
        <p:spPr>
          <a:xfrm>
            <a:off x="5093432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5" name="b_small_bar_2148">
            <a:extLst>
              <a:ext uri="{FF2B5EF4-FFF2-40B4-BE49-F238E27FC236}">
                <a16:creationId xmlns:a16="http://schemas.microsoft.com/office/drawing/2014/main" id="{4F32A0A0-8029-4494-9930-B1E0CE969DCD}"/>
              </a:ext>
            </a:extLst>
          </p:cNvPr>
          <p:cNvSpPr>
            <a:spLocks noGrp="1"/>
          </p:cNvSpPr>
          <p:nvPr/>
        </p:nvSpPr>
        <p:spPr>
          <a:xfrm>
            <a:off x="511204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6" name="b_small_bar_2149">
            <a:extLst>
              <a:ext uri="{FF2B5EF4-FFF2-40B4-BE49-F238E27FC236}">
                <a16:creationId xmlns:a16="http://schemas.microsoft.com/office/drawing/2014/main" id="{E4225257-63D8-4E11-8F85-D72792A99788}"/>
              </a:ext>
            </a:extLst>
          </p:cNvPr>
          <p:cNvSpPr>
            <a:spLocks noGrp="1"/>
          </p:cNvSpPr>
          <p:nvPr/>
        </p:nvSpPr>
        <p:spPr>
          <a:xfrm>
            <a:off x="542300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7" name="b_small_bar_2150">
            <a:extLst>
              <a:ext uri="{FF2B5EF4-FFF2-40B4-BE49-F238E27FC236}">
                <a16:creationId xmlns:a16="http://schemas.microsoft.com/office/drawing/2014/main" id="{E181E0C7-322E-4274-997F-6441AF84F351}"/>
              </a:ext>
            </a:extLst>
          </p:cNvPr>
          <p:cNvSpPr>
            <a:spLocks noGrp="1"/>
          </p:cNvSpPr>
          <p:nvPr/>
        </p:nvSpPr>
        <p:spPr>
          <a:xfrm>
            <a:off x="537985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8" name="b_small_bar_2151">
            <a:extLst>
              <a:ext uri="{FF2B5EF4-FFF2-40B4-BE49-F238E27FC236}">
                <a16:creationId xmlns:a16="http://schemas.microsoft.com/office/drawing/2014/main" id="{B05A51A9-F839-4375-B686-053DD9A2C803}"/>
              </a:ext>
            </a:extLst>
          </p:cNvPr>
          <p:cNvSpPr>
            <a:spLocks noGrp="1"/>
          </p:cNvSpPr>
          <p:nvPr/>
        </p:nvSpPr>
        <p:spPr>
          <a:xfrm>
            <a:off x="5214641" y="593418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9" name="b_small_bar_2152">
            <a:extLst>
              <a:ext uri="{FF2B5EF4-FFF2-40B4-BE49-F238E27FC236}">
                <a16:creationId xmlns:a16="http://schemas.microsoft.com/office/drawing/2014/main" id="{5FDFE5EE-605D-4475-9D7C-29F812E641EB}"/>
              </a:ext>
            </a:extLst>
          </p:cNvPr>
          <p:cNvSpPr>
            <a:spLocks noGrp="1"/>
          </p:cNvSpPr>
          <p:nvPr/>
        </p:nvSpPr>
        <p:spPr>
          <a:xfrm>
            <a:off x="538720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0" name="b_small_bar_2153">
            <a:extLst>
              <a:ext uri="{FF2B5EF4-FFF2-40B4-BE49-F238E27FC236}">
                <a16:creationId xmlns:a16="http://schemas.microsoft.com/office/drawing/2014/main" id="{17E9270F-8B94-4B0F-9766-227914BCAC62}"/>
              </a:ext>
            </a:extLst>
          </p:cNvPr>
          <p:cNvSpPr>
            <a:spLocks noGrp="1"/>
          </p:cNvSpPr>
          <p:nvPr/>
        </p:nvSpPr>
        <p:spPr>
          <a:xfrm>
            <a:off x="528659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1" name="b_small_bar_2154">
            <a:extLst>
              <a:ext uri="{FF2B5EF4-FFF2-40B4-BE49-F238E27FC236}">
                <a16:creationId xmlns:a16="http://schemas.microsoft.com/office/drawing/2014/main" id="{FF736E12-AD4D-4A41-B7ED-818111B16E03}"/>
              </a:ext>
            </a:extLst>
          </p:cNvPr>
          <p:cNvSpPr>
            <a:spLocks noGrp="1"/>
          </p:cNvSpPr>
          <p:nvPr/>
        </p:nvSpPr>
        <p:spPr>
          <a:xfrm>
            <a:off x="5077436" y="59728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2" name="b_small_bar_2155">
            <a:extLst>
              <a:ext uri="{FF2B5EF4-FFF2-40B4-BE49-F238E27FC236}">
                <a16:creationId xmlns:a16="http://schemas.microsoft.com/office/drawing/2014/main" id="{5E0542C3-FF1F-4D94-8FBD-551E386506A4}"/>
              </a:ext>
            </a:extLst>
          </p:cNvPr>
          <p:cNvSpPr>
            <a:spLocks noGrp="1"/>
          </p:cNvSpPr>
          <p:nvPr/>
        </p:nvSpPr>
        <p:spPr>
          <a:xfrm>
            <a:off x="5243581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3" name="b_small_bar_2156">
            <a:extLst>
              <a:ext uri="{FF2B5EF4-FFF2-40B4-BE49-F238E27FC236}">
                <a16:creationId xmlns:a16="http://schemas.microsoft.com/office/drawing/2014/main" id="{077B2924-841C-47F3-B82E-1103B3DAE7A4}"/>
              </a:ext>
            </a:extLst>
          </p:cNvPr>
          <p:cNvSpPr>
            <a:spLocks noGrp="1"/>
          </p:cNvSpPr>
          <p:nvPr/>
        </p:nvSpPr>
        <p:spPr>
          <a:xfrm>
            <a:off x="530517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4" name="b_small_bar_2157">
            <a:extLst>
              <a:ext uri="{FF2B5EF4-FFF2-40B4-BE49-F238E27FC236}">
                <a16:creationId xmlns:a16="http://schemas.microsoft.com/office/drawing/2014/main" id="{6B57950B-5D30-4C51-BE2D-2EA36948DDA7}"/>
              </a:ext>
            </a:extLst>
          </p:cNvPr>
          <p:cNvSpPr>
            <a:spLocks noGrp="1"/>
          </p:cNvSpPr>
          <p:nvPr/>
        </p:nvSpPr>
        <p:spPr>
          <a:xfrm>
            <a:off x="524225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5" name="b_small_bar_2158">
            <a:extLst>
              <a:ext uri="{FF2B5EF4-FFF2-40B4-BE49-F238E27FC236}">
                <a16:creationId xmlns:a16="http://schemas.microsoft.com/office/drawing/2014/main" id="{5B0DD37E-E861-4996-BD43-16F8F5D613CA}"/>
              </a:ext>
            </a:extLst>
          </p:cNvPr>
          <p:cNvSpPr>
            <a:spLocks noGrp="1"/>
          </p:cNvSpPr>
          <p:nvPr/>
        </p:nvSpPr>
        <p:spPr>
          <a:xfrm>
            <a:off x="513543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6" name="b_small_bar_2159">
            <a:extLst>
              <a:ext uri="{FF2B5EF4-FFF2-40B4-BE49-F238E27FC236}">
                <a16:creationId xmlns:a16="http://schemas.microsoft.com/office/drawing/2014/main" id="{BD6D7250-4FA6-478E-B63C-9A624C7C9023}"/>
              </a:ext>
            </a:extLst>
          </p:cNvPr>
          <p:cNvSpPr>
            <a:spLocks noGrp="1"/>
          </p:cNvSpPr>
          <p:nvPr/>
        </p:nvSpPr>
        <p:spPr>
          <a:xfrm>
            <a:off x="524817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7" name="b_small_bar_2160">
            <a:extLst>
              <a:ext uri="{FF2B5EF4-FFF2-40B4-BE49-F238E27FC236}">
                <a16:creationId xmlns:a16="http://schemas.microsoft.com/office/drawing/2014/main" id="{13BA514C-E2B3-4579-8DC1-119685BB4C18}"/>
              </a:ext>
            </a:extLst>
          </p:cNvPr>
          <p:cNvSpPr>
            <a:spLocks noGrp="1"/>
          </p:cNvSpPr>
          <p:nvPr/>
        </p:nvSpPr>
        <p:spPr>
          <a:xfrm>
            <a:off x="533428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8" name="b_small_bar_2161">
            <a:extLst>
              <a:ext uri="{FF2B5EF4-FFF2-40B4-BE49-F238E27FC236}">
                <a16:creationId xmlns:a16="http://schemas.microsoft.com/office/drawing/2014/main" id="{485396DD-F36A-40E1-86DD-F922FFF122F1}"/>
              </a:ext>
            </a:extLst>
          </p:cNvPr>
          <p:cNvSpPr>
            <a:spLocks noGrp="1"/>
          </p:cNvSpPr>
          <p:nvPr/>
        </p:nvSpPr>
        <p:spPr>
          <a:xfrm>
            <a:off x="5223108" y="49958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9" name="b_small_bar_2162">
            <a:extLst>
              <a:ext uri="{FF2B5EF4-FFF2-40B4-BE49-F238E27FC236}">
                <a16:creationId xmlns:a16="http://schemas.microsoft.com/office/drawing/2014/main" id="{771AF669-091D-48CC-BD1B-8555656EF5C4}"/>
              </a:ext>
            </a:extLst>
          </p:cNvPr>
          <p:cNvSpPr>
            <a:spLocks noGrp="1"/>
          </p:cNvSpPr>
          <p:nvPr/>
        </p:nvSpPr>
        <p:spPr>
          <a:xfrm>
            <a:off x="5100959" y="474814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0" name="b_small_bar_2163">
            <a:extLst>
              <a:ext uri="{FF2B5EF4-FFF2-40B4-BE49-F238E27FC236}">
                <a16:creationId xmlns:a16="http://schemas.microsoft.com/office/drawing/2014/main" id="{E330FC34-0A05-4F31-AAE5-7EF277CFA932}"/>
              </a:ext>
            </a:extLst>
          </p:cNvPr>
          <p:cNvSpPr>
            <a:spLocks noGrp="1"/>
          </p:cNvSpPr>
          <p:nvPr/>
        </p:nvSpPr>
        <p:spPr>
          <a:xfrm>
            <a:off x="5072332" y="57418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1" name="b_small_bar_2164">
            <a:extLst>
              <a:ext uri="{FF2B5EF4-FFF2-40B4-BE49-F238E27FC236}">
                <a16:creationId xmlns:a16="http://schemas.microsoft.com/office/drawing/2014/main" id="{B0FB0163-240F-48BE-9C16-4F506784360E}"/>
              </a:ext>
            </a:extLst>
          </p:cNvPr>
          <p:cNvSpPr>
            <a:spLocks noGrp="1"/>
          </p:cNvSpPr>
          <p:nvPr/>
        </p:nvSpPr>
        <p:spPr>
          <a:xfrm>
            <a:off x="509955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2" name="b_small_bar_2165">
            <a:extLst>
              <a:ext uri="{FF2B5EF4-FFF2-40B4-BE49-F238E27FC236}">
                <a16:creationId xmlns:a16="http://schemas.microsoft.com/office/drawing/2014/main" id="{07D9E20B-D146-41D3-8DC4-AA843D442E5A}"/>
              </a:ext>
            </a:extLst>
          </p:cNvPr>
          <p:cNvSpPr>
            <a:spLocks noGrp="1"/>
          </p:cNvSpPr>
          <p:nvPr/>
        </p:nvSpPr>
        <p:spPr>
          <a:xfrm>
            <a:off x="542714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3" name="b_small_bar_2166">
            <a:extLst>
              <a:ext uri="{FF2B5EF4-FFF2-40B4-BE49-F238E27FC236}">
                <a16:creationId xmlns:a16="http://schemas.microsoft.com/office/drawing/2014/main" id="{7AE66E60-94A9-4884-9EB4-1976D22F6342}"/>
              </a:ext>
            </a:extLst>
          </p:cNvPr>
          <p:cNvSpPr>
            <a:spLocks noGrp="1"/>
          </p:cNvSpPr>
          <p:nvPr/>
        </p:nvSpPr>
        <p:spPr>
          <a:xfrm>
            <a:off x="522533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4" name="b_small_bar_2167">
            <a:extLst>
              <a:ext uri="{FF2B5EF4-FFF2-40B4-BE49-F238E27FC236}">
                <a16:creationId xmlns:a16="http://schemas.microsoft.com/office/drawing/2014/main" id="{79456528-D218-4F42-80BC-29408C627E8D}"/>
              </a:ext>
            </a:extLst>
          </p:cNvPr>
          <p:cNvSpPr>
            <a:spLocks noGrp="1"/>
          </p:cNvSpPr>
          <p:nvPr/>
        </p:nvSpPr>
        <p:spPr>
          <a:xfrm>
            <a:off x="508463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5" name="b_small_bar_2168">
            <a:extLst>
              <a:ext uri="{FF2B5EF4-FFF2-40B4-BE49-F238E27FC236}">
                <a16:creationId xmlns:a16="http://schemas.microsoft.com/office/drawing/2014/main" id="{5DA91021-DF22-4D72-94F3-4D156B4F7EE4}"/>
              </a:ext>
            </a:extLst>
          </p:cNvPr>
          <p:cNvSpPr>
            <a:spLocks noGrp="1"/>
          </p:cNvSpPr>
          <p:nvPr/>
        </p:nvSpPr>
        <p:spPr>
          <a:xfrm>
            <a:off x="521454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6" name="b_small_bar_2169">
            <a:extLst>
              <a:ext uri="{FF2B5EF4-FFF2-40B4-BE49-F238E27FC236}">
                <a16:creationId xmlns:a16="http://schemas.microsoft.com/office/drawing/2014/main" id="{6A4BF950-0D57-463F-9747-432B61717047}"/>
              </a:ext>
            </a:extLst>
          </p:cNvPr>
          <p:cNvSpPr>
            <a:spLocks noGrp="1"/>
          </p:cNvSpPr>
          <p:nvPr/>
        </p:nvSpPr>
        <p:spPr>
          <a:xfrm>
            <a:off x="5454819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7" name="b_small_bar_2170">
            <a:extLst>
              <a:ext uri="{FF2B5EF4-FFF2-40B4-BE49-F238E27FC236}">
                <a16:creationId xmlns:a16="http://schemas.microsoft.com/office/drawing/2014/main" id="{F30ADE70-C622-4483-A451-537630EB8BDC}"/>
              </a:ext>
            </a:extLst>
          </p:cNvPr>
          <p:cNvSpPr>
            <a:spLocks noGrp="1"/>
          </p:cNvSpPr>
          <p:nvPr/>
        </p:nvSpPr>
        <p:spPr>
          <a:xfrm>
            <a:off x="5202554" y="523294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8" name="b_small_bar_2171">
            <a:extLst>
              <a:ext uri="{FF2B5EF4-FFF2-40B4-BE49-F238E27FC236}">
                <a16:creationId xmlns:a16="http://schemas.microsoft.com/office/drawing/2014/main" id="{2669C182-FAAD-4B4B-8AFD-4413F2D11929}"/>
              </a:ext>
            </a:extLst>
          </p:cNvPr>
          <p:cNvSpPr>
            <a:spLocks noGrp="1"/>
          </p:cNvSpPr>
          <p:nvPr/>
        </p:nvSpPr>
        <p:spPr>
          <a:xfrm>
            <a:off x="5145546" y="4491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9" name="b_small_bar_2172">
            <a:extLst>
              <a:ext uri="{FF2B5EF4-FFF2-40B4-BE49-F238E27FC236}">
                <a16:creationId xmlns:a16="http://schemas.microsoft.com/office/drawing/2014/main" id="{7A076BCB-D6EB-4EDF-ADAC-6F2B0C915E1A}"/>
              </a:ext>
            </a:extLst>
          </p:cNvPr>
          <p:cNvSpPr>
            <a:spLocks noGrp="1"/>
          </p:cNvSpPr>
          <p:nvPr/>
        </p:nvSpPr>
        <p:spPr>
          <a:xfrm>
            <a:off x="513079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0" name="b_small_bar_2173">
            <a:extLst>
              <a:ext uri="{FF2B5EF4-FFF2-40B4-BE49-F238E27FC236}">
                <a16:creationId xmlns:a16="http://schemas.microsoft.com/office/drawing/2014/main" id="{D4E7004F-403C-4DCD-B39A-D4E6CB40AD0F}"/>
              </a:ext>
            </a:extLst>
          </p:cNvPr>
          <p:cNvSpPr>
            <a:spLocks noGrp="1"/>
          </p:cNvSpPr>
          <p:nvPr/>
        </p:nvSpPr>
        <p:spPr>
          <a:xfrm>
            <a:off x="5191717" y="38304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1" name="b_small_bar_2174">
            <a:extLst>
              <a:ext uri="{FF2B5EF4-FFF2-40B4-BE49-F238E27FC236}">
                <a16:creationId xmlns:a16="http://schemas.microsoft.com/office/drawing/2014/main" id="{C95D6B6B-5A5C-4B45-BF7C-2C523B0DB569}"/>
              </a:ext>
            </a:extLst>
          </p:cNvPr>
          <p:cNvSpPr>
            <a:spLocks noGrp="1"/>
          </p:cNvSpPr>
          <p:nvPr/>
        </p:nvSpPr>
        <p:spPr>
          <a:xfrm>
            <a:off x="516317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2" name="b_small_bar_2175">
            <a:extLst>
              <a:ext uri="{FF2B5EF4-FFF2-40B4-BE49-F238E27FC236}">
                <a16:creationId xmlns:a16="http://schemas.microsoft.com/office/drawing/2014/main" id="{180FBE11-1AF5-48CF-9C62-2437EE76203F}"/>
              </a:ext>
            </a:extLst>
          </p:cNvPr>
          <p:cNvSpPr>
            <a:spLocks noGrp="1"/>
          </p:cNvSpPr>
          <p:nvPr/>
        </p:nvSpPr>
        <p:spPr>
          <a:xfrm>
            <a:off x="535481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3" name="b_small_bar_2176">
            <a:extLst>
              <a:ext uri="{FF2B5EF4-FFF2-40B4-BE49-F238E27FC236}">
                <a16:creationId xmlns:a16="http://schemas.microsoft.com/office/drawing/2014/main" id="{ACD75861-B51C-457A-90BF-B1B9067CFD8D}"/>
              </a:ext>
            </a:extLst>
          </p:cNvPr>
          <p:cNvSpPr>
            <a:spLocks noGrp="1"/>
          </p:cNvSpPr>
          <p:nvPr/>
        </p:nvSpPr>
        <p:spPr>
          <a:xfrm>
            <a:off x="5353258" y="38519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4" name="b_small_bar_2177">
            <a:extLst>
              <a:ext uri="{FF2B5EF4-FFF2-40B4-BE49-F238E27FC236}">
                <a16:creationId xmlns:a16="http://schemas.microsoft.com/office/drawing/2014/main" id="{369ABAA7-AA77-4541-85FF-EA66F0B4FABE}"/>
              </a:ext>
            </a:extLst>
          </p:cNvPr>
          <p:cNvSpPr>
            <a:spLocks noGrp="1"/>
          </p:cNvSpPr>
          <p:nvPr/>
        </p:nvSpPr>
        <p:spPr>
          <a:xfrm>
            <a:off x="508570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5" name="b_small_bar_2178">
            <a:extLst>
              <a:ext uri="{FF2B5EF4-FFF2-40B4-BE49-F238E27FC236}">
                <a16:creationId xmlns:a16="http://schemas.microsoft.com/office/drawing/2014/main" id="{3FE7860A-9289-4C58-A7EC-B94066385670}"/>
              </a:ext>
            </a:extLst>
          </p:cNvPr>
          <p:cNvSpPr>
            <a:spLocks noGrp="1"/>
          </p:cNvSpPr>
          <p:nvPr/>
        </p:nvSpPr>
        <p:spPr>
          <a:xfrm>
            <a:off x="5188857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6" name="b_small_bar_2179">
            <a:extLst>
              <a:ext uri="{FF2B5EF4-FFF2-40B4-BE49-F238E27FC236}">
                <a16:creationId xmlns:a16="http://schemas.microsoft.com/office/drawing/2014/main" id="{9E1622B7-FD14-492E-A5CC-8D7A16AA7DDE}"/>
              </a:ext>
            </a:extLst>
          </p:cNvPr>
          <p:cNvSpPr>
            <a:spLocks noGrp="1"/>
          </p:cNvSpPr>
          <p:nvPr/>
        </p:nvSpPr>
        <p:spPr>
          <a:xfrm>
            <a:off x="514494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7" name="b_small_bar_2180">
            <a:extLst>
              <a:ext uri="{FF2B5EF4-FFF2-40B4-BE49-F238E27FC236}">
                <a16:creationId xmlns:a16="http://schemas.microsoft.com/office/drawing/2014/main" id="{A0D054B8-D71B-4374-9347-721246EE5420}"/>
              </a:ext>
            </a:extLst>
          </p:cNvPr>
          <p:cNvSpPr>
            <a:spLocks noGrp="1"/>
          </p:cNvSpPr>
          <p:nvPr/>
        </p:nvSpPr>
        <p:spPr>
          <a:xfrm>
            <a:off x="5407327" y="57366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8" name="b_small_bar_2181">
            <a:extLst>
              <a:ext uri="{FF2B5EF4-FFF2-40B4-BE49-F238E27FC236}">
                <a16:creationId xmlns:a16="http://schemas.microsoft.com/office/drawing/2014/main" id="{B36117E4-9734-463D-B7C2-C3F1B0CA2182}"/>
              </a:ext>
            </a:extLst>
          </p:cNvPr>
          <p:cNvSpPr>
            <a:spLocks noGrp="1"/>
          </p:cNvSpPr>
          <p:nvPr/>
        </p:nvSpPr>
        <p:spPr>
          <a:xfrm>
            <a:off x="773938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9" name="b_small_bar_2182">
            <a:extLst>
              <a:ext uri="{FF2B5EF4-FFF2-40B4-BE49-F238E27FC236}">
                <a16:creationId xmlns:a16="http://schemas.microsoft.com/office/drawing/2014/main" id="{CC0313E3-7316-46AF-A1DA-F1DFD4BC40C8}"/>
              </a:ext>
            </a:extLst>
          </p:cNvPr>
          <p:cNvSpPr>
            <a:spLocks noGrp="1"/>
          </p:cNvSpPr>
          <p:nvPr/>
        </p:nvSpPr>
        <p:spPr>
          <a:xfrm>
            <a:off x="7857238" y="244503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0" name="b_small_bar_2183">
            <a:extLst>
              <a:ext uri="{FF2B5EF4-FFF2-40B4-BE49-F238E27FC236}">
                <a16:creationId xmlns:a16="http://schemas.microsoft.com/office/drawing/2014/main" id="{22F245AB-0767-4A75-8FF3-DDEC19B208FD}"/>
              </a:ext>
            </a:extLst>
          </p:cNvPr>
          <p:cNvSpPr>
            <a:spLocks noGrp="1"/>
          </p:cNvSpPr>
          <p:nvPr/>
        </p:nvSpPr>
        <p:spPr>
          <a:xfrm>
            <a:off x="758804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1" name="b_small_bar_2184">
            <a:extLst>
              <a:ext uri="{FF2B5EF4-FFF2-40B4-BE49-F238E27FC236}">
                <a16:creationId xmlns:a16="http://schemas.microsoft.com/office/drawing/2014/main" id="{D2C0BC17-7886-411B-AD68-4BAB26A1D296}"/>
              </a:ext>
            </a:extLst>
          </p:cNvPr>
          <p:cNvSpPr>
            <a:spLocks noGrp="1"/>
          </p:cNvSpPr>
          <p:nvPr/>
        </p:nvSpPr>
        <p:spPr>
          <a:xfrm>
            <a:off x="784849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2" name="b_small_bar_2185">
            <a:extLst>
              <a:ext uri="{FF2B5EF4-FFF2-40B4-BE49-F238E27FC236}">
                <a16:creationId xmlns:a16="http://schemas.microsoft.com/office/drawing/2014/main" id="{C9604527-2EA5-422E-A670-FB6A3786BC7A}"/>
              </a:ext>
            </a:extLst>
          </p:cNvPr>
          <p:cNvSpPr>
            <a:spLocks noGrp="1"/>
          </p:cNvSpPr>
          <p:nvPr/>
        </p:nvSpPr>
        <p:spPr>
          <a:xfrm>
            <a:off x="770566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3" name="b_small_bar_2186">
            <a:extLst>
              <a:ext uri="{FF2B5EF4-FFF2-40B4-BE49-F238E27FC236}">
                <a16:creationId xmlns:a16="http://schemas.microsoft.com/office/drawing/2014/main" id="{208E9310-B909-4C1C-8B40-4C884E207F40}"/>
              </a:ext>
            </a:extLst>
          </p:cNvPr>
          <p:cNvSpPr>
            <a:spLocks noGrp="1"/>
          </p:cNvSpPr>
          <p:nvPr/>
        </p:nvSpPr>
        <p:spPr>
          <a:xfrm>
            <a:off x="7837159" y="425644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4" name="b_small_bar_2187">
            <a:extLst>
              <a:ext uri="{FF2B5EF4-FFF2-40B4-BE49-F238E27FC236}">
                <a16:creationId xmlns:a16="http://schemas.microsoft.com/office/drawing/2014/main" id="{B2F1FB98-1963-4EB9-827A-7951D920BD6C}"/>
              </a:ext>
            </a:extLst>
          </p:cNvPr>
          <p:cNvSpPr>
            <a:spLocks noGrp="1"/>
          </p:cNvSpPr>
          <p:nvPr/>
        </p:nvSpPr>
        <p:spPr>
          <a:xfrm>
            <a:off x="7770422" y="38142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5" name="b_small_bar_2188">
            <a:extLst>
              <a:ext uri="{FF2B5EF4-FFF2-40B4-BE49-F238E27FC236}">
                <a16:creationId xmlns:a16="http://schemas.microsoft.com/office/drawing/2014/main" id="{2E7B3BD9-7A25-48B9-82C0-07899C5B608E}"/>
              </a:ext>
            </a:extLst>
          </p:cNvPr>
          <p:cNvSpPr>
            <a:spLocks noGrp="1"/>
          </p:cNvSpPr>
          <p:nvPr/>
        </p:nvSpPr>
        <p:spPr>
          <a:xfrm>
            <a:off x="7788140" y="434409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6" name="b_small_bar_2189">
            <a:extLst>
              <a:ext uri="{FF2B5EF4-FFF2-40B4-BE49-F238E27FC236}">
                <a16:creationId xmlns:a16="http://schemas.microsoft.com/office/drawing/2014/main" id="{0AF160DD-1EAE-473B-92B9-6F6BABE96317}"/>
              </a:ext>
            </a:extLst>
          </p:cNvPr>
          <p:cNvSpPr>
            <a:spLocks noGrp="1"/>
          </p:cNvSpPr>
          <p:nvPr/>
        </p:nvSpPr>
        <p:spPr>
          <a:xfrm>
            <a:off x="7730730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7" name="b_small_bar_2190">
            <a:extLst>
              <a:ext uri="{FF2B5EF4-FFF2-40B4-BE49-F238E27FC236}">
                <a16:creationId xmlns:a16="http://schemas.microsoft.com/office/drawing/2014/main" id="{65B6734A-6E26-4C2F-B801-0646DB54F4CA}"/>
              </a:ext>
            </a:extLst>
          </p:cNvPr>
          <p:cNvSpPr>
            <a:spLocks noGrp="1"/>
          </p:cNvSpPr>
          <p:nvPr/>
        </p:nvSpPr>
        <p:spPr>
          <a:xfrm>
            <a:off x="782845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8" name="b_small_bar_2191">
            <a:extLst>
              <a:ext uri="{FF2B5EF4-FFF2-40B4-BE49-F238E27FC236}">
                <a16:creationId xmlns:a16="http://schemas.microsoft.com/office/drawing/2014/main" id="{4181E8A1-CE34-4141-954C-A16832126D32}"/>
              </a:ext>
            </a:extLst>
          </p:cNvPr>
          <p:cNvSpPr>
            <a:spLocks noGrp="1"/>
          </p:cNvSpPr>
          <p:nvPr/>
        </p:nvSpPr>
        <p:spPr>
          <a:xfrm>
            <a:off x="785136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9" name="b_small_bar_2192">
            <a:extLst>
              <a:ext uri="{FF2B5EF4-FFF2-40B4-BE49-F238E27FC236}">
                <a16:creationId xmlns:a16="http://schemas.microsoft.com/office/drawing/2014/main" id="{ECBFAA12-0DED-4400-97B2-248E1963105D}"/>
              </a:ext>
            </a:extLst>
          </p:cNvPr>
          <p:cNvSpPr>
            <a:spLocks noGrp="1"/>
          </p:cNvSpPr>
          <p:nvPr/>
        </p:nvSpPr>
        <p:spPr>
          <a:xfrm>
            <a:off x="7737746" y="253792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0" name="b_small_bar_2193">
            <a:extLst>
              <a:ext uri="{FF2B5EF4-FFF2-40B4-BE49-F238E27FC236}">
                <a16:creationId xmlns:a16="http://schemas.microsoft.com/office/drawing/2014/main" id="{E9A15FC3-045E-440C-8BB8-273C3DE2A114}"/>
              </a:ext>
            </a:extLst>
          </p:cNvPr>
          <p:cNvSpPr>
            <a:spLocks noGrp="1"/>
          </p:cNvSpPr>
          <p:nvPr/>
        </p:nvSpPr>
        <p:spPr>
          <a:xfrm>
            <a:off x="7871282" y="540435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1" name="b_small_bar_2194">
            <a:extLst>
              <a:ext uri="{FF2B5EF4-FFF2-40B4-BE49-F238E27FC236}">
                <a16:creationId xmlns:a16="http://schemas.microsoft.com/office/drawing/2014/main" id="{4584CB34-3324-4B90-A6EE-1AD283E14577}"/>
              </a:ext>
            </a:extLst>
          </p:cNvPr>
          <p:cNvSpPr>
            <a:spLocks noGrp="1"/>
          </p:cNvSpPr>
          <p:nvPr/>
        </p:nvSpPr>
        <p:spPr>
          <a:xfrm>
            <a:off x="757980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2" name="b_small_bar_2195">
            <a:extLst>
              <a:ext uri="{FF2B5EF4-FFF2-40B4-BE49-F238E27FC236}">
                <a16:creationId xmlns:a16="http://schemas.microsoft.com/office/drawing/2014/main" id="{BC26A61D-58FA-4FB3-97BB-6A597CD0FDB9}"/>
              </a:ext>
            </a:extLst>
          </p:cNvPr>
          <p:cNvSpPr>
            <a:spLocks noGrp="1"/>
          </p:cNvSpPr>
          <p:nvPr/>
        </p:nvSpPr>
        <p:spPr>
          <a:xfrm>
            <a:off x="777097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3" name="b_small_bar_2196">
            <a:extLst>
              <a:ext uri="{FF2B5EF4-FFF2-40B4-BE49-F238E27FC236}">
                <a16:creationId xmlns:a16="http://schemas.microsoft.com/office/drawing/2014/main" id="{49E5138F-BF65-479E-AFD8-532A53514F26}"/>
              </a:ext>
            </a:extLst>
          </p:cNvPr>
          <p:cNvSpPr>
            <a:spLocks noGrp="1"/>
          </p:cNvSpPr>
          <p:nvPr/>
        </p:nvSpPr>
        <p:spPr>
          <a:xfrm>
            <a:off x="773068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4" name="b_small_bar_2197">
            <a:extLst>
              <a:ext uri="{FF2B5EF4-FFF2-40B4-BE49-F238E27FC236}">
                <a16:creationId xmlns:a16="http://schemas.microsoft.com/office/drawing/2014/main" id="{F0F0744E-5AB2-4DE6-A812-AC3E64B4EFCF}"/>
              </a:ext>
            </a:extLst>
          </p:cNvPr>
          <p:cNvSpPr>
            <a:spLocks noGrp="1"/>
          </p:cNvSpPr>
          <p:nvPr/>
        </p:nvSpPr>
        <p:spPr>
          <a:xfrm>
            <a:off x="7670324" y="555494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5" name="b_small_bar_2198">
            <a:extLst>
              <a:ext uri="{FF2B5EF4-FFF2-40B4-BE49-F238E27FC236}">
                <a16:creationId xmlns:a16="http://schemas.microsoft.com/office/drawing/2014/main" id="{F2BD2DF4-8486-46F0-96E3-FBE2324F5193}"/>
              </a:ext>
            </a:extLst>
          </p:cNvPr>
          <p:cNvSpPr>
            <a:spLocks noGrp="1"/>
          </p:cNvSpPr>
          <p:nvPr/>
        </p:nvSpPr>
        <p:spPr>
          <a:xfrm>
            <a:off x="774498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6" name="b_small_bar_2199">
            <a:extLst>
              <a:ext uri="{FF2B5EF4-FFF2-40B4-BE49-F238E27FC236}">
                <a16:creationId xmlns:a16="http://schemas.microsoft.com/office/drawing/2014/main" id="{F3B3496C-98B2-403E-BD27-B3A562E72271}"/>
              </a:ext>
            </a:extLst>
          </p:cNvPr>
          <p:cNvSpPr>
            <a:spLocks noGrp="1"/>
          </p:cNvSpPr>
          <p:nvPr/>
        </p:nvSpPr>
        <p:spPr>
          <a:xfrm>
            <a:off x="7592656" y="514837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7" name="b_small_bar_2200">
            <a:extLst>
              <a:ext uri="{FF2B5EF4-FFF2-40B4-BE49-F238E27FC236}">
                <a16:creationId xmlns:a16="http://schemas.microsoft.com/office/drawing/2014/main" id="{57EB9B29-D891-4D7D-9706-169BE2D98BDC}"/>
              </a:ext>
            </a:extLst>
          </p:cNvPr>
          <p:cNvSpPr>
            <a:spLocks noGrp="1"/>
          </p:cNvSpPr>
          <p:nvPr/>
        </p:nvSpPr>
        <p:spPr>
          <a:xfrm>
            <a:off x="785337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8" name="b_small_bar_2201">
            <a:extLst>
              <a:ext uri="{FF2B5EF4-FFF2-40B4-BE49-F238E27FC236}">
                <a16:creationId xmlns:a16="http://schemas.microsoft.com/office/drawing/2014/main" id="{AC75DE19-FF5B-480E-81E6-843335546C7A}"/>
              </a:ext>
            </a:extLst>
          </p:cNvPr>
          <p:cNvSpPr>
            <a:spLocks noGrp="1"/>
          </p:cNvSpPr>
          <p:nvPr/>
        </p:nvSpPr>
        <p:spPr>
          <a:xfrm>
            <a:off x="7847403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9" name="b_small_bar_2202">
            <a:extLst>
              <a:ext uri="{FF2B5EF4-FFF2-40B4-BE49-F238E27FC236}">
                <a16:creationId xmlns:a16="http://schemas.microsoft.com/office/drawing/2014/main" id="{5A7AEEDC-0F00-44B7-A076-DE7DFC3A2690}"/>
              </a:ext>
            </a:extLst>
          </p:cNvPr>
          <p:cNvSpPr>
            <a:spLocks noGrp="1"/>
          </p:cNvSpPr>
          <p:nvPr/>
        </p:nvSpPr>
        <p:spPr>
          <a:xfrm>
            <a:off x="756686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0" name="b_small_bar_2203">
            <a:extLst>
              <a:ext uri="{FF2B5EF4-FFF2-40B4-BE49-F238E27FC236}">
                <a16:creationId xmlns:a16="http://schemas.microsoft.com/office/drawing/2014/main" id="{50C3E920-75AC-4066-A9F4-511F89A147FA}"/>
              </a:ext>
            </a:extLst>
          </p:cNvPr>
          <p:cNvSpPr>
            <a:spLocks noGrp="1"/>
          </p:cNvSpPr>
          <p:nvPr/>
        </p:nvSpPr>
        <p:spPr>
          <a:xfrm>
            <a:off x="7896469" y="283870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1" name="b_small_bar_2204">
            <a:extLst>
              <a:ext uri="{FF2B5EF4-FFF2-40B4-BE49-F238E27FC236}">
                <a16:creationId xmlns:a16="http://schemas.microsoft.com/office/drawing/2014/main" id="{02C5AA45-8697-4631-85ED-6DACFD0C72AA}"/>
              </a:ext>
            </a:extLst>
          </p:cNvPr>
          <p:cNvSpPr>
            <a:spLocks noGrp="1"/>
          </p:cNvSpPr>
          <p:nvPr/>
        </p:nvSpPr>
        <p:spPr>
          <a:xfrm>
            <a:off x="785375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2" name="b_small_bar_2205">
            <a:extLst>
              <a:ext uri="{FF2B5EF4-FFF2-40B4-BE49-F238E27FC236}">
                <a16:creationId xmlns:a16="http://schemas.microsoft.com/office/drawing/2014/main" id="{DE83EBA5-B1AC-4AB6-8FA7-6362D158F459}"/>
              </a:ext>
            </a:extLst>
          </p:cNvPr>
          <p:cNvSpPr>
            <a:spLocks noGrp="1"/>
          </p:cNvSpPr>
          <p:nvPr/>
        </p:nvSpPr>
        <p:spPr>
          <a:xfrm>
            <a:off x="787163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3" name="b_small_bar_2206">
            <a:extLst>
              <a:ext uri="{FF2B5EF4-FFF2-40B4-BE49-F238E27FC236}">
                <a16:creationId xmlns:a16="http://schemas.microsoft.com/office/drawing/2014/main" id="{F06A4CDB-4EEF-49B3-98D3-CBEE0D2ECCFC}"/>
              </a:ext>
            </a:extLst>
          </p:cNvPr>
          <p:cNvSpPr>
            <a:spLocks noGrp="1"/>
          </p:cNvSpPr>
          <p:nvPr/>
        </p:nvSpPr>
        <p:spPr>
          <a:xfrm>
            <a:off x="7563504" y="526755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4" name="b_small_bar_2207">
            <a:extLst>
              <a:ext uri="{FF2B5EF4-FFF2-40B4-BE49-F238E27FC236}">
                <a16:creationId xmlns:a16="http://schemas.microsoft.com/office/drawing/2014/main" id="{17CD59D6-1045-4560-BA40-F973B931B841}"/>
              </a:ext>
            </a:extLst>
          </p:cNvPr>
          <p:cNvSpPr>
            <a:spLocks noGrp="1"/>
          </p:cNvSpPr>
          <p:nvPr/>
        </p:nvSpPr>
        <p:spPr>
          <a:xfrm>
            <a:off x="7640030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5" name="b_small_bar_2208">
            <a:extLst>
              <a:ext uri="{FF2B5EF4-FFF2-40B4-BE49-F238E27FC236}">
                <a16:creationId xmlns:a16="http://schemas.microsoft.com/office/drawing/2014/main" id="{291E86C0-3EC3-4900-8FC9-47BD5B97EA9B}"/>
              </a:ext>
            </a:extLst>
          </p:cNvPr>
          <p:cNvSpPr>
            <a:spLocks noGrp="1"/>
          </p:cNvSpPr>
          <p:nvPr/>
        </p:nvSpPr>
        <p:spPr>
          <a:xfrm>
            <a:off x="761324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6" name="b_small_bar_2209">
            <a:extLst>
              <a:ext uri="{FF2B5EF4-FFF2-40B4-BE49-F238E27FC236}">
                <a16:creationId xmlns:a16="http://schemas.microsoft.com/office/drawing/2014/main" id="{2188E69C-D8AE-4322-AEBB-16B5870ACC93}"/>
              </a:ext>
            </a:extLst>
          </p:cNvPr>
          <p:cNvSpPr>
            <a:spLocks noGrp="1"/>
          </p:cNvSpPr>
          <p:nvPr/>
        </p:nvSpPr>
        <p:spPr>
          <a:xfrm>
            <a:off x="756902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7" name="b_small_bar_2210">
            <a:extLst>
              <a:ext uri="{FF2B5EF4-FFF2-40B4-BE49-F238E27FC236}">
                <a16:creationId xmlns:a16="http://schemas.microsoft.com/office/drawing/2014/main" id="{84AC5672-943E-4A46-AD26-CBFC518F88CA}"/>
              </a:ext>
            </a:extLst>
          </p:cNvPr>
          <p:cNvSpPr>
            <a:spLocks noGrp="1"/>
          </p:cNvSpPr>
          <p:nvPr/>
        </p:nvSpPr>
        <p:spPr>
          <a:xfrm>
            <a:off x="761848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8" name="b_small_bar_2211">
            <a:extLst>
              <a:ext uri="{FF2B5EF4-FFF2-40B4-BE49-F238E27FC236}">
                <a16:creationId xmlns:a16="http://schemas.microsoft.com/office/drawing/2014/main" id="{2C30685A-F814-4CB6-9A5E-6C9549E82DA1}"/>
              </a:ext>
            </a:extLst>
          </p:cNvPr>
          <p:cNvSpPr>
            <a:spLocks noGrp="1"/>
          </p:cNvSpPr>
          <p:nvPr/>
        </p:nvSpPr>
        <p:spPr>
          <a:xfrm>
            <a:off x="7705673" y="56937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9" name="b_small_bar_2212">
            <a:extLst>
              <a:ext uri="{FF2B5EF4-FFF2-40B4-BE49-F238E27FC236}">
                <a16:creationId xmlns:a16="http://schemas.microsoft.com/office/drawing/2014/main" id="{887B5C8F-00C0-4D72-AC12-2F01635AD1C3}"/>
              </a:ext>
            </a:extLst>
          </p:cNvPr>
          <p:cNvSpPr>
            <a:spLocks noGrp="1"/>
          </p:cNvSpPr>
          <p:nvPr/>
        </p:nvSpPr>
        <p:spPr>
          <a:xfrm>
            <a:off x="786424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0" name="b_small_bar_2213">
            <a:extLst>
              <a:ext uri="{FF2B5EF4-FFF2-40B4-BE49-F238E27FC236}">
                <a16:creationId xmlns:a16="http://schemas.microsoft.com/office/drawing/2014/main" id="{3250BF59-EE65-4219-A910-1A38F069C47A}"/>
              </a:ext>
            </a:extLst>
          </p:cNvPr>
          <p:cNvSpPr>
            <a:spLocks noGrp="1"/>
          </p:cNvSpPr>
          <p:nvPr/>
        </p:nvSpPr>
        <p:spPr>
          <a:xfrm>
            <a:off x="7624596" y="594921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1" name="b_small_bar_2214">
            <a:extLst>
              <a:ext uri="{FF2B5EF4-FFF2-40B4-BE49-F238E27FC236}">
                <a16:creationId xmlns:a16="http://schemas.microsoft.com/office/drawing/2014/main" id="{30126B07-3D32-41D3-97C4-F1E038EEE966}"/>
              </a:ext>
            </a:extLst>
          </p:cNvPr>
          <p:cNvSpPr>
            <a:spLocks noGrp="1"/>
          </p:cNvSpPr>
          <p:nvPr/>
        </p:nvSpPr>
        <p:spPr>
          <a:xfrm>
            <a:off x="781693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2" name="b_small_bar_2215">
            <a:extLst>
              <a:ext uri="{FF2B5EF4-FFF2-40B4-BE49-F238E27FC236}">
                <a16:creationId xmlns:a16="http://schemas.microsoft.com/office/drawing/2014/main" id="{E132A930-B147-47F9-95D6-4EA631EC79CC}"/>
              </a:ext>
            </a:extLst>
          </p:cNvPr>
          <p:cNvSpPr>
            <a:spLocks noGrp="1"/>
          </p:cNvSpPr>
          <p:nvPr/>
        </p:nvSpPr>
        <p:spPr>
          <a:xfrm>
            <a:off x="776136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3" name="b_small_bar_2216">
            <a:extLst>
              <a:ext uri="{FF2B5EF4-FFF2-40B4-BE49-F238E27FC236}">
                <a16:creationId xmlns:a16="http://schemas.microsoft.com/office/drawing/2014/main" id="{C14BBA01-6BF9-4E2B-BF16-5D971BD0314A}"/>
              </a:ext>
            </a:extLst>
          </p:cNvPr>
          <p:cNvSpPr>
            <a:spLocks noGrp="1"/>
          </p:cNvSpPr>
          <p:nvPr/>
        </p:nvSpPr>
        <p:spPr>
          <a:xfrm>
            <a:off x="758475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4" name="b_small_bar_2217">
            <a:extLst>
              <a:ext uri="{FF2B5EF4-FFF2-40B4-BE49-F238E27FC236}">
                <a16:creationId xmlns:a16="http://schemas.microsoft.com/office/drawing/2014/main" id="{9E02B61B-366C-428B-9A0F-19D8F581D4ED}"/>
              </a:ext>
            </a:extLst>
          </p:cNvPr>
          <p:cNvSpPr>
            <a:spLocks noGrp="1"/>
          </p:cNvSpPr>
          <p:nvPr/>
        </p:nvSpPr>
        <p:spPr>
          <a:xfrm>
            <a:off x="774333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5" name="b_small_bar_2218">
            <a:extLst>
              <a:ext uri="{FF2B5EF4-FFF2-40B4-BE49-F238E27FC236}">
                <a16:creationId xmlns:a16="http://schemas.microsoft.com/office/drawing/2014/main" id="{DCB0B4F7-15A8-4B60-BFDC-C8021E7411DD}"/>
              </a:ext>
            </a:extLst>
          </p:cNvPr>
          <p:cNvSpPr>
            <a:spLocks noGrp="1"/>
          </p:cNvSpPr>
          <p:nvPr/>
        </p:nvSpPr>
        <p:spPr>
          <a:xfrm>
            <a:off x="7677093" y="26884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6" name="b_small_bar_2219">
            <a:extLst>
              <a:ext uri="{FF2B5EF4-FFF2-40B4-BE49-F238E27FC236}">
                <a16:creationId xmlns:a16="http://schemas.microsoft.com/office/drawing/2014/main" id="{F90CBBF4-17B2-418B-B0C2-7B3C1DA41DDA}"/>
              </a:ext>
            </a:extLst>
          </p:cNvPr>
          <p:cNvSpPr>
            <a:spLocks noGrp="1"/>
          </p:cNvSpPr>
          <p:nvPr/>
        </p:nvSpPr>
        <p:spPr>
          <a:xfrm>
            <a:off x="771202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7" name="b_small_bar_2220">
            <a:extLst>
              <a:ext uri="{FF2B5EF4-FFF2-40B4-BE49-F238E27FC236}">
                <a16:creationId xmlns:a16="http://schemas.microsoft.com/office/drawing/2014/main" id="{1A1E18DC-AA58-4F62-8AB4-974204E0CBAE}"/>
              </a:ext>
            </a:extLst>
          </p:cNvPr>
          <p:cNvSpPr>
            <a:spLocks noGrp="1"/>
          </p:cNvSpPr>
          <p:nvPr/>
        </p:nvSpPr>
        <p:spPr>
          <a:xfrm>
            <a:off x="763600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8" name="b_small_bar_2221">
            <a:extLst>
              <a:ext uri="{FF2B5EF4-FFF2-40B4-BE49-F238E27FC236}">
                <a16:creationId xmlns:a16="http://schemas.microsoft.com/office/drawing/2014/main" id="{B89D18F9-D539-4684-AF0E-1E5C0A76F16D}"/>
              </a:ext>
            </a:extLst>
          </p:cNvPr>
          <p:cNvSpPr>
            <a:spLocks noGrp="1"/>
          </p:cNvSpPr>
          <p:nvPr/>
        </p:nvSpPr>
        <p:spPr>
          <a:xfrm>
            <a:off x="7861083" y="537820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9" name="b_small_bar_2222">
            <a:extLst>
              <a:ext uri="{FF2B5EF4-FFF2-40B4-BE49-F238E27FC236}">
                <a16:creationId xmlns:a16="http://schemas.microsoft.com/office/drawing/2014/main" id="{A080B785-F259-494D-927A-573F60F2422C}"/>
              </a:ext>
            </a:extLst>
          </p:cNvPr>
          <p:cNvSpPr>
            <a:spLocks noGrp="1"/>
          </p:cNvSpPr>
          <p:nvPr/>
        </p:nvSpPr>
        <p:spPr>
          <a:xfrm>
            <a:off x="768453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0" name="b_small_bar_2223">
            <a:extLst>
              <a:ext uri="{FF2B5EF4-FFF2-40B4-BE49-F238E27FC236}">
                <a16:creationId xmlns:a16="http://schemas.microsoft.com/office/drawing/2014/main" id="{9C8271C5-5E4F-4703-8A45-71FC35116BB0}"/>
              </a:ext>
            </a:extLst>
          </p:cNvPr>
          <p:cNvSpPr>
            <a:spLocks noGrp="1"/>
          </p:cNvSpPr>
          <p:nvPr/>
        </p:nvSpPr>
        <p:spPr>
          <a:xfrm>
            <a:off x="757201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1" name="b_small_bar_2224">
            <a:extLst>
              <a:ext uri="{FF2B5EF4-FFF2-40B4-BE49-F238E27FC236}">
                <a16:creationId xmlns:a16="http://schemas.microsoft.com/office/drawing/2014/main" id="{F37D2EB7-1274-4559-8D0F-C7C94699AEFD}"/>
              </a:ext>
            </a:extLst>
          </p:cNvPr>
          <p:cNvSpPr>
            <a:spLocks noGrp="1"/>
          </p:cNvSpPr>
          <p:nvPr/>
        </p:nvSpPr>
        <p:spPr>
          <a:xfrm>
            <a:off x="7664285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2" name="b_small_bar_2225">
            <a:extLst>
              <a:ext uri="{FF2B5EF4-FFF2-40B4-BE49-F238E27FC236}">
                <a16:creationId xmlns:a16="http://schemas.microsoft.com/office/drawing/2014/main" id="{DD868F94-A00B-4342-877D-27DFA3EC8A3A}"/>
              </a:ext>
            </a:extLst>
          </p:cNvPr>
          <p:cNvSpPr>
            <a:spLocks noGrp="1"/>
          </p:cNvSpPr>
          <p:nvPr/>
        </p:nvSpPr>
        <p:spPr>
          <a:xfrm>
            <a:off x="7665216" y="54790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3" name="b_small_bar_2226">
            <a:extLst>
              <a:ext uri="{FF2B5EF4-FFF2-40B4-BE49-F238E27FC236}">
                <a16:creationId xmlns:a16="http://schemas.microsoft.com/office/drawing/2014/main" id="{7AB88D6F-09C9-47C2-AE95-A18CDE524CD1}"/>
              </a:ext>
            </a:extLst>
          </p:cNvPr>
          <p:cNvSpPr>
            <a:spLocks noGrp="1"/>
          </p:cNvSpPr>
          <p:nvPr/>
        </p:nvSpPr>
        <p:spPr>
          <a:xfrm>
            <a:off x="759464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4" name="b_small_bar_2227">
            <a:extLst>
              <a:ext uri="{FF2B5EF4-FFF2-40B4-BE49-F238E27FC236}">
                <a16:creationId xmlns:a16="http://schemas.microsoft.com/office/drawing/2014/main" id="{F85476C0-0327-489C-B465-4E4D0BE7E12F}"/>
              </a:ext>
            </a:extLst>
          </p:cNvPr>
          <p:cNvSpPr>
            <a:spLocks noGrp="1"/>
          </p:cNvSpPr>
          <p:nvPr/>
        </p:nvSpPr>
        <p:spPr>
          <a:xfrm>
            <a:off x="789578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5" name="b_small_bar_2228">
            <a:extLst>
              <a:ext uri="{FF2B5EF4-FFF2-40B4-BE49-F238E27FC236}">
                <a16:creationId xmlns:a16="http://schemas.microsoft.com/office/drawing/2014/main" id="{6D32B3A1-2E11-44F6-9525-DADCE644476C}"/>
              </a:ext>
            </a:extLst>
          </p:cNvPr>
          <p:cNvSpPr>
            <a:spLocks noGrp="1"/>
          </p:cNvSpPr>
          <p:nvPr/>
        </p:nvSpPr>
        <p:spPr>
          <a:xfrm>
            <a:off x="7758285" y="561865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6" name="b_small_bar_2229">
            <a:extLst>
              <a:ext uri="{FF2B5EF4-FFF2-40B4-BE49-F238E27FC236}">
                <a16:creationId xmlns:a16="http://schemas.microsoft.com/office/drawing/2014/main" id="{9C7AD6D5-4C4C-45D5-B92D-9998B6D4BFCE}"/>
              </a:ext>
            </a:extLst>
          </p:cNvPr>
          <p:cNvSpPr>
            <a:spLocks noGrp="1"/>
          </p:cNvSpPr>
          <p:nvPr/>
        </p:nvSpPr>
        <p:spPr>
          <a:xfrm>
            <a:off x="7554907" y="25706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7" name="b_small_bar_2230">
            <a:extLst>
              <a:ext uri="{FF2B5EF4-FFF2-40B4-BE49-F238E27FC236}">
                <a16:creationId xmlns:a16="http://schemas.microsoft.com/office/drawing/2014/main" id="{16006975-FD37-41BA-B900-54F43729A62C}"/>
              </a:ext>
            </a:extLst>
          </p:cNvPr>
          <p:cNvSpPr>
            <a:spLocks noGrp="1"/>
          </p:cNvSpPr>
          <p:nvPr/>
        </p:nvSpPr>
        <p:spPr>
          <a:xfrm>
            <a:off x="790675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8" name="b_small_bar_2231">
            <a:extLst>
              <a:ext uri="{FF2B5EF4-FFF2-40B4-BE49-F238E27FC236}">
                <a16:creationId xmlns:a16="http://schemas.microsoft.com/office/drawing/2014/main" id="{EA446C3B-5EF7-4BDA-87D2-EA9F62DA693E}"/>
              </a:ext>
            </a:extLst>
          </p:cNvPr>
          <p:cNvSpPr>
            <a:spLocks noGrp="1"/>
          </p:cNvSpPr>
          <p:nvPr/>
        </p:nvSpPr>
        <p:spPr>
          <a:xfrm>
            <a:off x="7543835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9" name="b_small_bar_2232">
            <a:extLst>
              <a:ext uri="{FF2B5EF4-FFF2-40B4-BE49-F238E27FC236}">
                <a16:creationId xmlns:a16="http://schemas.microsoft.com/office/drawing/2014/main" id="{8556F229-112B-4BA5-8CA8-6DA3DFD3221E}"/>
              </a:ext>
            </a:extLst>
          </p:cNvPr>
          <p:cNvSpPr>
            <a:spLocks noGrp="1"/>
          </p:cNvSpPr>
          <p:nvPr/>
        </p:nvSpPr>
        <p:spPr>
          <a:xfrm>
            <a:off x="7839489" y="499251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0" name="b_small_bar_2233">
            <a:extLst>
              <a:ext uri="{FF2B5EF4-FFF2-40B4-BE49-F238E27FC236}">
                <a16:creationId xmlns:a16="http://schemas.microsoft.com/office/drawing/2014/main" id="{7E1381FD-E484-4FBA-A924-6A41016C79BA}"/>
              </a:ext>
            </a:extLst>
          </p:cNvPr>
          <p:cNvSpPr>
            <a:spLocks noGrp="1"/>
          </p:cNvSpPr>
          <p:nvPr/>
        </p:nvSpPr>
        <p:spPr>
          <a:xfrm>
            <a:off x="7634780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1" name="b_small_bar_2234">
            <a:extLst>
              <a:ext uri="{FF2B5EF4-FFF2-40B4-BE49-F238E27FC236}">
                <a16:creationId xmlns:a16="http://schemas.microsoft.com/office/drawing/2014/main" id="{43CF07AD-D573-4321-A6DA-E5D035D3AF0E}"/>
              </a:ext>
            </a:extLst>
          </p:cNvPr>
          <p:cNvSpPr>
            <a:spLocks noGrp="1"/>
          </p:cNvSpPr>
          <p:nvPr/>
        </p:nvSpPr>
        <p:spPr>
          <a:xfrm>
            <a:off x="7636493" y="54790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2" name="b_small_bar_2235">
            <a:extLst>
              <a:ext uri="{FF2B5EF4-FFF2-40B4-BE49-F238E27FC236}">
                <a16:creationId xmlns:a16="http://schemas.microsoft.com/office/drawing/2014/main" id="{45C14E46-6DAC-4F87-9240-BE18241FF005}"/>
              </a:ext>
            </a:extLst>
          </p:cNvPr>
          <p:cNvSpPr>
            <a:spLocks noGrp="1"/>
          </p:cNvSpPr>
          <p:nvPr/>
        </p:nvSpPr>
        <p:spPr>
          <a:xfrm>
            <a:off x="7852748" y="439395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3" name="b_small_bar_2236">
            <a:extLst>
              <a:ext uri="{FF2B5EF4-FFF2-40B4-BE49-F238E27FC236}">
                <a16:creationId xmlns:a16="http://schemas.microsoft.com/office/drawing/2014/main" id="{CE4A108C-9DC9-4D08-A179-FC6F98417720}"/>
              </a:ext>
            </a:extLst>
          </p:cNvPr>
          <p:cNvSpPr>
            <a:spLocks noGrp="1"/>
          </p:cNvSpPr>
          <p:nvPr/>
        </p:nvSpPr>
        <p:spPr>
          <a:xfrm>
            <a:off x="7587094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4" name="b_small_bar_2237">
            <a:extLst>
              <a:ext uri="{FF2B5EF4-FFF2-40B4-BE49-F238E27FC236}">
                <a16:creationId xmlns:a16="http://schemas.microsoft.com/office/drawing/2014/main" id="{4071CFC3-FC22-456F-A4AA-F63CDE12951E}"/>
              </a:ext>
            </a:extLst>
          </p:cNvPr>
          <p:cNvSpPr>
            <a:spLocks noGrp="1"/>
          </p:cNvSpPr>
          <p:nvPr/>
        </p:nvSpPr>
        <p:spPr>
          <a:xfrm>
            <a:off x="7824346" y="35449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5" name="b_small_bar_2238">
            <a:extLst>
              <a:ext uri="{FF2B5EF4-FFF2-40B4-BE49-F238E27FC236}">
                <a16:creationId xmlns:a16="http://schemas.microsoft.com/office/drawing/2014/main" id="{12E59579-2957-43B8-A333-281523A22CAA}"/>
              </a:ext>
            </a:extLst>
          </p:cNvPr>
          <p:cNvSpPr>
            <a:spLocks noGrp="1"/>
          </p:cNvSpPr>
          <p:nvPr/>
        </p:nvSpPr>
        <p:spPr>
          <a:xfrm>
            <a:off x="782051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6" name="b_small_bar_2239">
            <a:extLst>
              <a:ext uri="{FF2B5EF4-FFF2-40B4-BE49-F238E27FC236}">
                <a16:creationId xmlns:a16="http://schemas.microsoft.com/office/drawing/2014/main" id="{04567CF7-70B9-4563-8DE0-A68BE4354228}"/>
              </a:ext>
            </a:extLst>
          </p:cNvPr>
          <p:cNvSpPr>
            <a:spLocks noGrp="1"/>
          </p:cNvSpPr>
          <p:nvPr/>
        </p:nvSpPr>
        <p:spPr>
          <a:xfrm>
            <a:off x="7832430" y="42921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7" name="b_small_bar_2240">
            <a:extLst>
              <a:ext uri="{FF2B5EF4-FFF2-40B4-BE49-F238E27FC236}">
                <a16:creationId xmlns:a16="http://schemas.microsoft.com/office/drawing/2014/main" id="{1A7BBC05-39CE-438B-85DA-BE94892BC247}"/>
              </a:ext>
            </a:extLst>
          </p:cNvPr>
          <p:cNvSpPr>
            <a:spLocks noGrp="1"/>
          </p:cNvSpPr>
          <p:nvPr/>
        </p:nvSpPr>
        <p:spPr>
          <a:xfrm>
            <a:off x="756040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8" name="b_small_bar_2241">
            <a:extLst>
              <a:ext uri="{FF2B5EF4-FFF2-40B4-BE49-F238E27FC236}">
                <a16:creationId xmlns:a16="http://schemas.microsoft.com/office/drawing/2014/main" id="{EB8BC96B-7FD0-4CAD-BC41-BC91B70F5E4F}"/>
              </a:ext>
            </a:extLst>
          </p:cNvPr>
          <p:cNvSpPr>
            <a:spLocks noGrp="1"/>
          </p:cNvSpPr>
          <p:nvPr/>
        </p:nvSpPr>
        <p:spPr>
          <a:xfrm>
            <a:off x="7623407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9" name="b_small_bar_2242">
            <a:extLst>
              <a:ext uri="{FF2B5EF4-FFF2-40B4-BE49-F238E27FC236}">
                <a16:creationId xmlns:a16="http://schemas.microsoft.com/office/drawing/2014/main" id="{525B4D34-74C5-464F-AD42-0438FCE3AD1A}"/>
              </a:ext>
            </a:extLst>
          </p:cNvPr>
          <p:cNvSpPr>
            <a:spLocks noGrp="1"/>
          </p:cNvSpPr>
          <p:nvPr/>
        </p:nvSpPr>
        <p:spPr>
          <a:xfrm>
            <a:off x="767734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0" name="b_small_bar_2243">
            <a:extLst>
              <a:ext uri="{FF2B5EF4-FFF2-40B4-BE49-F238E27FC236}">
                <a16:creationId xmlns:a16="http://schemas.microsoft.com/office/drawing/2014/main" id="{BC6BD3DE-E822-4F70-8309-12BCFC542EC4}"/>
              </a:ext>
            </a:extLst>
          </p:cNvPr>
          <p:cNvSpPr>
            <a:spLocks noGrp="1"/>
          </p:cNvSpPr>
          <p:nvPr/>
        </p:nvSpPr>
        <p:spPr>
          <a:xfrm>
            <a:off x="785485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1" name="b_small_bar_2244">
            <a:extLst>
              <a:ext uri="{FF2B5EF4-FFF2-40B4-BE49-F238E27FC236}">
                <a16:creationId xmlns:a16="http://schemas.microsoft.com/office/drawing/2014/main" id="{B840DAE7-1E4C-4CEB-A798-D5ECAB69DCDC}"/>
              </a:ext>
            </a:extLst>
          </p:cNvPr>
          <p:cNvSpPr>
            <a:spLocks noGrp="1"/>
          </p:cNvSpPr>
          <p:nvPr/>
        </p:nvSpPr>
        <p:spPr>
          <a:xfrm>
            <a:off x="780831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2" name="b_small_bar_2245">
            <a:extLst>
              <a:ext uri="{FF2B5EF4-FFF2-40B4-BE49-F238E27FC236}">
                <a16:creationId xmlns:a16="http://schemas.microsoft.com/office/drawing/2014/main" id="{DC264A10-440F-4F3F-883B-98AAD1FA8E59}"/>
              </a:ext>
            </a:extLst>
          </p:cNvPr>
          <p:cNvSpPr>
            <a:spLocks noGrp="1"/>
          </p:cNvSpPr>
          <p:nvPr/>
        </p:nvSpPr>
        <p:spPr>
          <a:xfrm>
            <a:off x="7747168" y="593418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3" name="b_small_bar_2246">
            <a:extLst>
              <a:ext uri="{FF2B5EF4-FFF2-40B4-BE49-F238E27FC236}">
                <a16:creationId xmlns:a16="http://schemas.microsoft.com/office/drawing/2014/main" id="{50382FBF-E739-42D8-9E57-D02DE2AF149E}"/>
              </a:ext>
            </a:extLst>
          </p:cNvPr>
          <p:cNvSpPr>
            <a:spLocks noGrp="1"/>
          </p:cNvSpPr>
          <p:nvPr/>
        </p:nvSpPr>
        <p:spPr>
          <a:xfrm>
            <a:off x="788637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4" name="b_small_bar_2247">
            <a:extLst>
              <a:ext uri="{FF2B5EF4-FFF2-40B4-BE49-F238E27FC236}">
                <a16:creationId xmlns:a16="http://schemas.microsoft.com/office/drawing/2014/main" id="{4CB5F4B1-A69D-406E-AE6B-767B8CA073A5}"/>
              </a:ext>
            </a:extLst>
          </p:cNvPr>
          <p:cNvSpPr>
            <a:spLocks noGrp="1"/>
          </p:cNvSpPr>
          <p:nvPr/>
        </p:nvSpPr>
        <p:spPr>
          <a:xfrm>
            <a:off x="776064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5" name="b_small_bar_2248">
            <a:extLst>
              <a:ext uri="{FF2B5EF4-FFF2-40B4-BE49-F238E27FC236}">
                <a16:creationId xmlns:a16="http://schemas.microsoft.com/office/drawing/2014/main" id="{4567D788-2A01-4C95-9CD5-B71E2E4D9619}"/>
              </a:ext>
            </a:extLst>
          </p:cNvPr>
          <p:cNvSpPr>
            <a:spLocks noGrp="1"/>
          </p:cNvSpPr>
          <p:nvPr/>
        </p:nvSpPr>
        <p:spPr>
          <a:xfrm>
            <a:off x="7677040" y="59728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6" name="b_small_bar_2249">
            <a:extLst>
              <a:ext uri="{FF2B5EF4-FFF2-40B4-BE49-F238E27FC236}">
                <a16:creationId xmlns:a16="http://schemas.microsoft.com/office/drawing/2014/main" id="{7922D66C-6D64-4D20-ACD7-E4BC4C21CDE1}"/>
              </a:ext>
            </a:extLst>
          </p:cNvPr>
          <p:cNvSpPr>
            <a:spLocks noGrp="1"/>
          </p:cNvSpPr>
          <p:nvPr/>
        </p:nvSpPr>
        <p:spPr>
          <a:xfrm>
            <a:off x="7896547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7" name="b_small_bar_2250">
            <a:extLst>
              <a:ext uri="{FF2B5EF4-FFF2-40B4-BE49-F238E27FC236}">
                <a16:creationId xmlns:a16="http://schemas.microsoft.com/office/drawing/2014/main" id="{525AC835-2E53-49AD-88FC-881747AC5EFB}"/>
              </a:ext>
            </a:extLst>
          </p:cNvPr>
          <p:cNvSpPr>
            <a:spLocks noGrp="1"/>
          </p:cNvSpPr>
          <p:nvPr/>
        </p:nvSpPr>
        <p:spPr>
          <a:xfrm>
            <a:off x="767688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8" name="b_small_bar_2251">
            <a:extLst>
              <a:ext uri="{FF2B5EF4-FFF2-40B4-BE49-F238E27FC236}">
                <a16:creationId xmlns:a16="http://schemas.microsoft.com/office/drawing/2014/main" id="{A5D3DB60-EC62-4365-8BD6-20F341FF54A3}"/>
              </a:ext>
            </a:extLst>
          </p:cNvPr>
          <p:cNvSpPr>
            <a:spLocks noGrp="1"/>
          </p:cNvSpPr>
          <p:nvPr/>
        </p:nvSpPr>
        <p:spPr>
          <a:xfrm>
            <a:off x="773793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9" name="b_small_bar_2252">
            <a:extLst>
              <a:ext uri="{FF2B5EF4-FFF2-40B4-BE49-F238E27FC236}">
                <a16:creationId xmlns:a16="http://schemas.microsoft.com/office/drawing/2014/main" id="{2B93909D-3078-4C85-A058-A2605F66FE0E}"/>
              </a:ext>
            </a:extLst>
          </p:cNvPr>
          <p:cNvSpPr>
            <a:spLocks noGrp="1"/>
          </p:cNvSpPr>
          <p:nvPr/>
        </p:nvSpPr>
        <p:spPr>
          <a:xfrm>
            <a:off x="787065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0" name="b_small_bar_2253">
            <a:extLst>
              <a:ext uri="{FF2B5EF4-FFF2-40B4-BE49-F238E27FC236}">
                <a16:creationId xmlns:a16="http://schemas.microsoft.com/office/drawing/2014/main" id="{745EE6C5-F5A8-4D89-95F3-C09D9DCDB97C}"/>
              </a:ext>
            </a:extLst>
          </p:cNvPr>
          <p:cNvSpPr>
            <a:spLocks noGrp="1"/>
          </p:cNvSpPr>
          <p:nvPr/>
        </p:nvSpPr>
        <p:spPr>
          <a:xfrm>
            <a:off x="773054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1" name="b_small_bar_2254">
            <a:extLst>
              <a:ext uri="{FF2B5EF4-FFF2-40B4-BE49-F238E27FC236}">
                <a16:creationId xmlns:a16="http://schemas.microsoft.com/office/drawing/2014/main" id="{B0E7FF44-1628-4529-BF45-0466C488598F}"/>
              </a:ext>
            </a:extLst>
          </p:cNvPr>
          <p:cNvSpPr>
            <a:spLocks noGrp="1"/>
          </p:cNvSpPr>
          <p:nvPr/>
        </p:nvSpPr>
        <p:spPr>
          <a:xfrm>
            <a:off x="780001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2" name="b_small_bar_2255">
            <a:extLst>
              <a:ext uri="{FF2B5EF4-FFF2-40B4-BE49-F238E27FC236}">
                <a16:creationId xmlns:a16="http://schemas.microsoft.com/office/drawing/2014/main" id="{8E2883F6-2A1E-455D-812A-FA19B32CA665}"/>
              </a:ext>
            </a:extLst>
          </p:cNvPr>
          <p:cNvSpPr>
            <a:spLocks noGrp="1"/>
          </p:cNvSpPr>
          <p:nvPr/>
        </p:nvSpPr>
        <p:spPr>
          <a:xfrm>
            <a:off x="7516668" y="59609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3" name="b_small_bar_2256">
            <a:extLst>
              <a:ext uri="{FF2B5EF4-FFF2-40B4-BE49-F238E27FC236}">
                <a16:creationId xmlns:a16="http://schemas.microsoft.com/office/drawing/2014/main" id="{43596C39-7B82-4A61-B012-0268B0D3EDB7}"/>
              </a:ext>
            </a:extLst>
          </p:cNvPr>
          <p:cNvSpPr>
            <a:spLocks noGrp="1"/>
          </p:cNvSpPr>
          <p:nvPr/>
        </p:nvSpPr>
        <p:spPr>
          <a:xfrm>
            <a:off x="7888001" y="506765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4" name="b_small_bar_2257">
            <a:extLst>
              <a:ext uri="{FF2B5EF4-FFF2-40B4-BE49-F238E27FC236}">
                <a16:creationId xmlns:a16="http://schemas.microsoft.com/office/drawing/2014/main" id="{53B3FF9F-D8AB-4401-898F-F6E32BE9E3D4}"/>
              </a:ext>
            </a:extLst>
          </p:cNvPr>
          <p:cNvSpPr>
            <a:spLocks noGrp="1"/>
          </p:cNvSpPr>
          <p:nvPr/>
        </p:nvSpPr>
        <p:spPr>
          <a:xfrm>
            <a:off x="7630171" y="593017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5" name="b_small_bar_2258">
            <a:extLst>
              <a:ext uri="{FF2B5EF4-FFF2-40B4-BE49-F238E27FC236}">
                <a16:creationId xmlns:a16="http://schemas.microsoft.com/office/drawing/2014/main" id="{E6DC8A0C-6BF5-4FE3-8371-7DD75CD0DED0}"/>
              </a:ext>
            </a:extLst>
          </p:cNvPr>
          <p:cNvSpPr>
            <a:spLocks noGrp="1"/>
          </p:cNvSpPr>
          <p:nvPr/>
        </p:nvSpPr>
        <p:spPr>
          <a:xfrm>
            <a:off x="760232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6" name="b_small_bar_2259">
            <a:extLst>
              <a:ext uri="{FF2B5EF4-FFF2-40B4-BE49-F238E27FC236}">
                <a16:creationId xmlns:a16="http://schemas.microsoft.com/office/drawing/2014/main" id="{13CC73CA-5CF7-400E-B169-5E97E327E38E}"/>
              </a:ext>
            </a:extLst>
          </p:cNvPr>
          <p:cNvSpPr>
            <a:spLocks noGrp="1"/>
          </p:cNvSpPr>
          <p:nvPr/>
        </p:nvSpPr>
        <p:spPr>
          <a:xfrm>
            <a:off x="782874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7" name="b_small_bar_2260">
            <a:extLst>
              <a:ext uri="{FF2B5EF4-FFF2-40B4-BE49-F238E27FC236}">
                <a16:creationId xmlns:a16="http://schemas.microsoft.com/office/drawing/2014/main" id="{74D9BD8D-EB88-422E-9728-AA7F40EA3A0A}"/>
              </a:ext>
            </a:extLst>
          </p:cNvPr>
          <p:cNvSpPr>
            <a:spLocks noGrp="1"/>
          </p:cNvSpPr>
          <p:nvPr/>
        </p:nvSpPr>
        <p:spPr>
          <a:xfrm>
            <a:off x="786896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8" name="b_small_bar_2261">
            <a:extLst>
              <a:ext uri="{FF2B5EF4-FFF2-40B4-BE49-F238E27FC236}">
                <a16:creationId xmlns:a16="http://schemas.microsoft.com/office/drawing/2014/main" id="{6EB6D3B7-24E1-44C5-8349-8BB5A90710E8}"/>
              </a:ext>
            </a:extLst>
          </p:cNvPr>
          <p:cNvSpPr>
            <a:spLocks noGrp="1"/>
          </p:cNvSpPr>
          <p:nvPr/>
        </p:nvSpPr>
        <p:spPr>
          <a:xfrm>
            <a:off x="787747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9" name="b_small_bar_2262">
            <a:extLst>
              <a:ext uri="{FF2B5EF4-FFF2-40B4-BE49-F238E27FC236}">
                <a16:creationId xmlns:a16="http://schemas.microsoft.com/office/drawing/2014/main" id="{AB261CE9-AA6E-4C75-BC07-3538027D7C6F}"/>
              </a:ext>
            </a:extLst>
          </p:cNvPr>
          <p:cNvSpPr>
            <a:spLocks noGrp="1"/>
          </p:cNvSpPr>
          <p:nvPr/>
        </p:nvSpPr>
        <p:spPr>
          <a:xfrm>
            <a:off x="772638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0" name="b_small_bar_2263">
            <a:extLst>
              <a:ext uri="{FF2B5EF4-FFF2-40B4-BE49-F238E27FC236}">
                <a16:creationId xmlns:a16="http://schemas.microsoft.com/office/drawing/2014/main" id="{A24EFBC6-8A58-41C7-AF4F-F19FD54AD003}"/>
              </a:ext>
            </a:extLst>
          </p:cNvPr>
          <p:cNvSpPr>
            <a:spLocks noGrp="1"/>
          </p:cNvSpPr>
          <p:nvPr/>
        </p:nvSpPr>
        <p:spPr>
          <a:xfrm>
            <a:off x="7699131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1" name="b_small_bar_2264">
            <a:extLst>
              <a:ext uri="{FF2B5EF4-FFF2-40B4-BE49-F238E27FC236}">
                <a16:creationId xmlns:a16="http://schemas.microsoft.com/office/drawing/2014/main" id="{B27C48C4-E5F2-471B-8665-4B89C1A9F4D0}"/>
              </a:ext>
            </a:extLst>
          </p:cNvPr>
          <p:cNvSpPr>
            <a:spLocks noGrp="1"/>
          </p:cNvSpPr>
          <p:nvPr/>
        </p:nvSpPr>
        <p:spPr>
          <a:xfrm>
            <a:off x="753402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2" name="b_small_bar_2265">
            <a:extLst>
              <a:ext uri="{FF2B5EF4-FFF2-40B4-BE49-F238E27FC236}">
                <a16:creationId xmlns:a16="http://schemas.microsoft.com/office/drawing/2014/main" id="{31CB80C9-95FB-422C-B2E3-D17D944E8B8B}"/>
              </a:ext>
            </a:extLst>
          </p:cNvPr>
          <p:cNvSpPr>
            <a:spLocks noGrp="1"/>
          </p:cNvSpPr>
          <p:nvPr/>
        </p:nvSpPr>
        <p:spPr>
          <a:xfrm>
            <a:off x="7808787" y="4491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3" name="b_small_bar_2266">
            <a:extLst>
              <a:ext uri="{FF2B5EF4-FFF2-40B4-BE49-F238E27FC236}">
                <a16:creationId xmlns:a16="http://schemas.microsoft.com/office/drawing/2014/main" id="{7F8AA0B5-2F9E-4A11-954B-B164AC561903}"/>
              </a:ext>
            </a:extLst>
          </p:cNvPr>
          <p:cNvSpPr>
            <a:spLocks noGrp="1"/>
          </p:cNvSpPr>
          <p:nvPr/>
        </p:nvSpPr>
        <p:spPr>
          <a:xfrm>
            <a:off x="7668573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4" name="b_small_bar_2267">
            <a:extLst>
              <a:ext uri="{FF2B5EF4-FFF2-40B4-BE49-F238E27FC236}">
                <a16:creationId xmlns:a16="http://schemas.microsoft.com/office/drawing/2014/main" id="{27EF6C14-5EBB-4E24-BCF3-41F77FAC486E}"/>
              </a:ext>
            </a:extLst>
          </p:cNvPr>
          <p:cNvSpPr>
            <a:spLocks noGrp="1"/>
          </p:cNvSpPr>
          <p:nvPr/>
        </p:nvSpPr>
        <p:spPr>
          <a:xfrm>
            <a:off x="7654908" y="515280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5" name="b_small_bar_2268">
            <a:extLst>
              <a:ext uri="{FF2B5EF4-FFF2-40B4-BE49-F238E27FC236}">
                <a16:creationId xmlns:a16="http://schemas.microsoft.com/office/drawing/2014/main" id="{7C79C513-3E96-450B-879F-2C6A038C8BE1}"/>
              </a:ext>
            </a:extLst>
          </p:cNvPr>
          <p:cNvSpPr>
            <a:spLocks noGrp="1"/>
          </p:cNvSpPr>
          <p:nvPr/>
        </p:nvSpPr>
        <p:spPr>
          <a:xfrm>
            <a:off x="766858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6" name="b_small_bar_2269">
            <a:extLst>
              <a:ext uri="{FF2B5EF4-FFF2-40B4-BE49-F238E27FC236}">
                <a16:creationId xmlns:a16="http://schemas.microsoft.com/office/drawing/2014/main" id="{F8D24D28-D44B-4CF6-AB7B-769E05E36EC4}"/>
              </a:ext>
            </a:extLst>
          </p:cNvPr>
          <p:cNvSpPr>
            <a:spLocks noGrp="1"/>
          </p:cNvSpPr>
          <p:nvPr/>
        </p:nvSpPr>
        <p:spPr>
          <a:xfrm>
            <a:off x="784324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7" name="b_small_bar_2270">
            <a:extLst>
              <a:ext uri="{FF2B5EF4-FFF2-40B4-BE49-F238E27FC236}">
                <a16:creationId xmlns:a16="http://schemas.microsoft.com/office/drawing/2014/main" id="{267EAA1A-0B58-4572-8ED8-9477C94EA919}"/>
              </a:ext>
            </a:extLst>
          </p:cNvPr>
          <p:cNvSpPr>
            <a:spLocks noGrp="1"/>
          </p:cNvSpPr>
          <p:nvPr/>
        </p:nvSpPr>
        <p:spPr>
          <a:xfrm>
            <a:off x="7546923" y="38519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8" name="b_small_bar_2271">
            <a:extLst>
              <a:ext uri="{FF2B5EF4-FFF2-40B4-BE49-F238E27FC236}">
                <a16:creationId xmlns:a16="http://schemas.microsoft.com/office/drawing/2014/main" id="{1EB9B153-5F49-43C3-8D95-9843A1D7CA4C}"/>
              </a:ext>
            </a:extLst>
          </p:cNvPr>
          <p:cNvSpPr>
            <a:spLocks noGrp="1"/>
          </p:cNvSpPr>
          <p:nvPr/>
        </p:nvSpPr>
        <p:spPr>
          <a:xfrm>
            <a:off x="769711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9" name="b_small_bar_2272">
            <a:extLst>
              <a:ext uri="{FF2B5EF4-FFF2-40B4-BE49-F238E27FC236}">
                <a16:creationId xmlns:a16="http://schemas.microsoft.com/office/drawing/2014/main" id="{4B0847F1-20F7-4A87-B080-BD54DFA7807D}"/>
              </a:ext>
            </a:extLst>
          </p:cNvPr>
          <p:cNvSpPr>
            <a:spLocks noGrp="1"/>
          </p:cNvSpPr>
          <p:nvPr/>
        </p:nvSpPr>
        <p:spPr>
          <a:xfrm>
            <a:off x="7846940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0" name="b_small_bar_2273">
            <a:extLst>
              <a:ext uri="{FF2B5EF4-FFF2-40B4-BE49-F238E27FC236}">
                <a16:creationId xmlns:a16="http://schemas.microsoft.com/office/drawing/2014/main" id="{67F54002-35C7-4FCF-874B-E0CE5AEB7016}"/>
              </a:ext>
            </a:extLst>
          </p:cNvPr>
          <p:cNvSpPr>
            <a:spLocks noGrp="1"/>
          </p:cNvSpPr>
          <p:nvPr/>
        </p:nvSpPr>
        <p:spPr>
          <a:xfrm>
            <a:off x="7554598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1" name="b_small_bar_2274">
            <a:extLst>
              <a:ext uri="{FF2B5EF4-FFF2-40B4-BE49-F238E27FC236}">
                <a16:creationId xmlns:a16="http://schemas.microsoft.com/office/drawing/2014/main" id="{1958B5B9-7B0A-4ACD-A754-4D93B78B126F}"/>
              </a:ext>
            </a:extLst>
          </p:cNvPr>
          <p:cNvSpPr>
            <a:spLocks noGrp="1"/>
          </p:cNvSpPr>
          <p:nvPr/>
        </p:nvSpPr>
        <p:spPr>
          <a:xfrm>
            <a:off x="7792762" y="57366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2" name="b_small_bar_2275">
            <a:extLst>
              <a:ext uri="{FF2B5EF4-FFF2-40B4-BE49-F238E27FC236}">
                <a16:creationId xmlns:a16="http://schemas.microsoft.com/office/drawing/2014/main" id="{76862E73-078D-4C78-A7BC-91C03F832E35}"/>
              </a:ext>
            </a:extLst>
          </p:cNvPr>
          <p:cNvSpPr>
            <a:spLocks noGrp="1"/>
          </p:cNvSpPr>
          <p:nvPr/>
        </p:nvSpPr>
        <p:spPr>
          <a:xfrm>
            <a:off x="3452963" y="597395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3" name="b_small_bar_2276">
            <a:extLst>
              <a:ext uri="{FF2B5EF4-FFF2-40B4-BE49-F238E27FC236}">
                <a16:creationId xmlns:a16="http://schemas.microsoft.com/office/drawing/2014/main" id="{6217E106-A873-4E0D-95E1-334B4238445D}"/>
              </a:ext>
            </a:extLst>
          </p:cNvPr>
          <p:cNvSpPr>
            <a:spLocks noGrp="1"/>
          </p:cNvSpPr>
          <p:nvPr/>
        </p:nvSpPr>
        <p:spPr>
          <a:xfrm>
            <a:off x="3316254" y="589562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4" name="b_small_bar_2277">
            <a:extLst>
              <a:ext uri="{FF2B5EF4-FFF2-40B4-BE49-F238E27FC236}">
                <a16:creationId xmlns:a16="http://schemas.microsoft.com/office/drawing/2014/main" id="{DBAE0B63-0C2F-4BAC-90EB-0C34DC82695B}"/>
              </a:ext>
            </a:extLst>
          </p:cNvPr>
          <p:cNvSpPr>
            <a:spLocks noGrp="1"/>
          </p:cNvSpPr>
          <p:nvPr/>
        </p:nvSpPr>
        <p:spPr>
          <a:xfrm>
            <a:off x="343027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5" name="b_small_bar_2278">
            <a:extLst>
              <a:ext uri="{FF2B5EF4-FFF2-40B4-BE49-F238E27FC236}">
                <a16:creationId xmlns:a16="http://schemas.microsoft.com/office/drawing/2014/main" id="{15024340-F1C9-456D-AA1B-C080240CE399}"/>
              </a:ext>
            </a:extLst>
          </p:cNvPr>
          <p:cNvSpPr>
            <a:spLocks noGrp="1"/>
          </p:cNvSpPr>
          <p:nvPr/>
        </p:nvSpPr>
        <p:spPr>
          <a:xfrm>
            <a:off x="3531194" y="593404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6" name="b_small_bar_2279">
            <a:extLst>
              <a:ext uri="{FF2B5EF4-FFF2-40B4-BE49-F238E27FC236}">
                <a16:creationId xmlns:a16="http://schemas.microsoft.com/office/drawing/2014/main" id="{1029E583-1081-4723-8B44-B3D428A575C7}"/>
              </a:ext>
            </a:extLst>
          </p:cNvPr>
          <p:cNvSpPr>
            <a:spLocks noGrp="1"/>
          </p:cNvSpPr>
          <p:nvPr/>
        </p:nvSpPr>
        <p:spPr>
          <a:xfrm>
            <a:off x="3351396" y="59750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7" name="b_small_bar_2280">
            <a:extLst>
              <a:ext uri="{FF2B5EF4-FFF2-40B4-BE49-F238E27FC236}">
                <a16:creationId xmlns:a16="http://schemas.microsoft.com/office/drawing/2014/main" id="{FF83DC5F-7A66-494C-A40E-12E9B2144032}"/>
              </a:ext>
            </a:extLst>
          </p:cNvPr>
          <p:cNvSpPr>
            <a:spLocks noGrp="1"/>
          </p:cNvSpPr>
          <p:nvPr/>
        </p:nvSpPr>
        <p:spPr>
          <a:xfrm>
            <a:off x="3353756" y="480243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8" name="b_small_bar_2281">
            <a:extLst>
              <a:ext uri="{FF2B5EF4-FFF2-40B4-BE49-F238E27FC236}">
                <a16:creationId xmlns:a16="http://schemas.microsoft.com/office/drawing/2014/main" id="{04423E59-C312-4942-82F1-9533C069A497}"/>
              </a:ext>
            </a:extLst>
          </p:cNvPr>
          <p:cNvSpPr>
            <a:spLocks noGrp="1"/>
          </p:cNvSpPr>
          <p:nvPr/>
        </p:nvSpPr>
        <p:spPr>
          <a:xfrm>
            <a:off x="3319390" y="55382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9" name="b_small_bar_2282">
            <a:extLst>
              <a:ext uri="{FF2B5EF4-FFF2-40B4-BE49-F238E27FC236}">
                <a16:creationId xmlns:a16="http://schemas.microsoft.com/office/drawing/2014/main" id="{21EBEA45-28A8-4E10-B740-E2FAE5E67C57}"/>
              </a:ext>
            </a:extLst>
          </p:cNvPr>
          <p:cNvSpPr>
            <a:spLocks noGrp="1"/>
          </p:cNvSpPr>
          <p:nvPr/>
        </p:nvSpPr>
        <p:spPr>
          <a:xfrm>
            <a:off x="3222785" y="597326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0" name="b_small_bar_2283">
            <a:extLst>
              <a:ext uri="{FF2B5EF4-FFF2-40B4-BE49-F238E27FC236}">
                <a16:creationId xmlns:a16="http://schemas.microsoft.com/office/drawing/2014/main" id="{13C21A30-C6DF-47F9-B82F-3C8DCB929845}"/>
              </a:ext>
            </a:extLst>
          </p:cNvPr>
          <p:cNvSpPr>
            <a:spLocks noGrp="1"/>
          </p:cNvSpPr>
          <p:nvPr/>
        </p:nvSpPr>
        <p:spPr>
          <a:xfrm>
            <a:off x="3475831" y="537959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1" name="b_small_bar_2284">
            <a:extLst>
              <a:ext uri="{FF2B5EF4-FFF2-40B4-BE49-F238E27FC236}">
                <a16:creationId xmlns:a16="http://schemas.microsoft.com/office/drawing/2014/main" id="{AD0D6F24-D0DE-49D3-AA2C-93B61AA047B6}"/>
              </a:ext>
            </a:extLst>
          </p:cNvPr>
          <p:cNvSpPr>
            <a:spLocks noGrp="1"/>
          </p:cNvSpPr>
          <p:nvPr/>
        </p:nvSpPr>
        <p:spPr>
          <a:xfrm>
            <a:off x="3407470" y="595923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2" name="b_small_bar_2285">
            <a:extLst>
              <a:ext uri="{FF2B5EF4-FFF2-40B4-BE49-F238E27FC236}">
                <a16:creationId xmlns:a16="http://schemas.microsoft.com/office/drawing/2014/main" id="{D1CC038F-E131-42E7-BFC3-CFB99F4912D9}"/>
              </a:ext>
            </a:extLst>
          </p:cNvPr>
          <p:cNvSpPr>
            <a:spLocks noGrp="1"/>
          </p:cNvSpPr>
          <p:nvPr/>
        </p:nvSpPr>
        <p:spPr>
          <a:xfrm>
            <a:off x="3380048" y="527571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3" name="b_small_bar_2286">
            <a:extLst>
              <a:ext uri="{FF2B5EF4-FFF2-40B4-BE49-F238E27FC236}">
                <a16:creationId xmlns:a16="http://schemas.microsoft.com/office/drawing/2014/main" id="{3899F9F4-3634-4357-9718-0201E1CCC3D5}"/>
              </a:ext>
            </a:extLst>
          </p:cNvPr>
          <p:cNvSpPr>
            <a:spLocks noGrp="1"/>
          </p:cNvSpPr>
          <p:nvPr/>
        </p:nvSpPr>
        <p:spPr>
          <a:xfrm>
            <a:off x="3214340" y="581394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4" name="b_small_bar_2287">
            <a:extLst>
              <a:ext uri="{FF2B5EF4-FFF2-40B4-BE49-F238E27FC236}">
                <a16:creationId xmlns:a16="http://schemas.microsoft.com/office/drawing/2014/main" id="{3B002A4D-9D60-4853-A93F-E04C747DB1DC}"/>
              </a:ext>
            </a:extLst>
          </p:cNvPr>
          <p:cNvSpPr>
            <a:spLocks noGrp="1"/>
          </p:cNvSpPr>
          <p:nvPr/>
        </p:nvSpPr>
        <p:spPr>
          <a:xfrm>
            <a:off x="3539560" y="58612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5" name="b_small_bar_2288">
            <a:extLst>
              <a:ext uri="{FF2B5EF4-FFF2-40B4-BE49-F238E27FC236}">
                <a16:creationId xmlns:a16="http://schemas.microsoft.com/office/drawing/2014/main" id="{4693E34B-069D-47B0-82A1-A77FD833CBED}"/>
              </a:ext>
            </a:extLst>
          </p:cNvPr>
          <p:cNvSpPr>
            <a:spLocks noGrp="1"/>
          </p:cNvSpPr>
          <p:nvPr/>
        </p:nvSpPr>
        <p:spPr>
          <a:xfrm>
            <a:off x="35731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6" name="b_small_bar_2289">
            <a:extLst>
              <a:ext uri="{FF2B5EF4-FFF2-40B4-BE49-F238E27FC236}">
                <a16:creationId xmlns:a16="http://schemas.microsoft.com/office/drawing/2014/main" id="{AB4D0E7E-6928-4204-9528-D75C7A15407E}"/>
              </a:ext>
            </a:extLst>
          </p:cNvPr>
          <p:cNvSpPr>
            <a:spLocks noGrp="1"/>
          </p:cNvSpPr>
          <p:nvPr/>
        </p:nvSpPr>
        <p:spPr>
          <a:xfrm>
            <a:off x="3245610" y="47891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7" name="b_small_bar_2290">
            <a:extLst>
              <a:ext uri="{FF2B5EF4-FFF2-40B4-BE49-F238E27FC236}">
                <a16:creationId xmlns:a16="http://schemas.microsoft.com/office/drawing/2014/main" id="{52524EB9-692E-4D04-9DBE-65032FE8091D}"/>
              </a:ext>
            </a:extLst>
          </p:cNvPr>
          <p:cNvSpPr>
            <a:spLocks noGrp="1"/>
          </p:cNvSpPr>
          <p:nvPr/>
        </p:nvSpPr>
        <p:spPr>
          <a:xfrm>
            <a:off x="31927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8" name="b_small_bar_2291">
            <a:extLst>
              <a:ext uri="{FF2B5EF4-FFF2-40B4-BE49-F238E27FC236}">
                <a16:creationId xmlns:a16="http://schemas.microsoft.com/office/drawing/2014/main" id="{0A8DF684-1326-45AC-BBBB-1ABA184EAFA6}"/>
              </a:ext>
            </a:extLst>
          </p:cNvPr>
          <p:cNvSpPr>
            <a:spLocks noGrp="1"/>
          </p:cNvSpPr>
          <p:nvPr/>
        </p:nvSpPr>
        <p:spPr>
          <a:xfrm>
            <a:off x="3540515" y="590574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9" name="b_small_bar_2292">
            <a:extLst>
              <a:ext uri="{FF2B5EF4-FFF2-40B4-BE49-F238E27FC236}">
                <a16:creationId xmlns:a16="http://schemas.microsoft.com/office/drawing/2014/main" id="{96D26CA1-D6F0-43D2-A32F-077C4D17C126}"/>
              </a:ext>
            </a:extLst>
          </p:cNvPr>
          <p:cNvSpPr>
            <a:spLocks noGrp="1"/>
          </p:cNvSpPr>
          <p:nvPr/>
        </p:nvSpPr>
        <p:spPr>
          <a:xfrm>
            <a:off x="3287828" y="54978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0" name="b_small_bar_2293">
            <a:extLst>
              <a:ext uri="{FF2B5EF4-FFF2-40B4-BE49-F238E27FC236}">
                <a16:creationId xmlns:a16="http://schemas.microsoft.com/office/drawing/2014/main" id="{B1B9FF8B-FADC-4F2B-8931-435282E196B0}"/>
              </a:ext>
            </a:extLst>
          </p:cNvPr>
          <p:cNvSpPr>
            <a:spLocks noGrp="1"/>
          </p:cNvSpPr>
          <p:nvPr/>
        </p:nvSpPr>
        <p:spPr>
          <a:xfrm>
            <a:off x="3284984" y="501212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1" name="b_small_bar_2294">
            <a:extLst>
              <a:ext uri="{FF2B5EF4-FFF2-40B4-BE49-F238E27FC236}">
                <a16:creationId xmlns:a16="http://schemas.microsoft.com/office/drawing/2014/main" id="{55B8E4F8-7CD3-4693-A8EC-42B75B2C15C3}"/>
              </a:ext>
            </a:extLst>
          </p:cNvPr>
          <p:cNvSpPr>
            <a:spLocks noGrp="1"/>
          </p:cNvSpPr>
          <p:nvPr/>
        </p:nvSpPr>
        <p:spPr>
          <a:xfrm>
            <a:off x="341837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2" name="b_small_bar_2295">
            <a:extLst>
              <a:ext uri="{FF2B5EF4-FFF2-40B4-BE49-F238E27FC236}">
                <a16:creationId xmlns:a16="http://schemas.microsoft.com/office/drawing/2014/main" id="{8BEC68FC-B7CC-4BAF-A002-8EDE975579BF}"/>
              </a:ext>
            </a:extLst>
          </p:cNvPr>
          <p:cNvSpPr>
            <a:spLocks noGrp="1"/>
          </p:cNvSpPr>
          <p:nvPr/>
        </p:nvSpPr>
        <p:spPr>
          <a:xfrm>
            <a:off x="3442865" y="59917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3" name="b_small_bar_2296">
            <a:extLst>
              <a:ext uri="{FF2B5EF4-FFF2-40B4-BE49-F238E27FC236}">
                <a16:creationId xmlns:a16="http://schemas.microsoft.com/office/drawing/2014/main" id="{71BC59B8-46A5-4BA5-B426-F1ED6B44FF4B}"/>
              </a:ext>
            </a:extLst>
          </p:cNvPr>
          <p:cNvSpPr>
            <a:spLocks noGrp="1"/>
          </p:cNvSpPr>
          <p:nvPr/>
        </p:nvSpPr>
        <p:spPr>
          <a:xfrm>
            <a:off x="357935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4" name="b_small_bar_2297">
            <a:extLst>
              <a:ext uri="{FF2B5EF4-FFF2-40B4-BE49-F238E27FC236}">
                <a16:creationId xmlns:a16="http://schemas.microsoft.com/office/drawing/2014/main" id="{899D46BB-4F60-4A6B-A732-F7F6C9F314C2}"/>
              </a:ext>
            </a:extLst>
          </p:cNvPr>
          <p:cNvSpPr>
            <a:spLocks noGrp="1"/>
          </p:cNvSpPr>
          <p:nvPr/>
        </p:nvSpPr>
        <p:spPr>
          <a:xfrm>
            <a:off x="3383377" y="570187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5" name="b_small_bar_2298">
            <a:extLst>
              <a:ext uri="{FF2B5EF4-FFF2-40B4-BE49-F238E27FC236}">
                <a16:creationId xmlns:a16="http://schemas.microsoft.com/office/drawing/2014/main" id="{9F543A57-5986-4051-AB76-40EB63C6C6D2}"/>
              </a:ext>
            </a:extLst>
          </p:cNvPr>
          <p:cNvSpPr>
            <a:spLocks noGrp="1"/>
          </p:cNvSpPr>
          <p:nvPr/>
        </p:nvSpPr>
        <p:spPr>
          <a:xfrm>
            <a:off x="3427047" y="381052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6" name="b_small_bar_2299">
            <a:extLst>
              <a:ext uri="{FF2B5EF4-FFF2-40B4-BE49-F238E27FC236}">
                <a16:creationId xmlns:a16="http://schemas.microsoft.com/office/drawing/2014/main" id="{956E2909-4928-430C-939A-D152C2E45266}"/>
              </a:ext>
            </a:extLst>
          </p:cNvPr>
          <p:cNvSpPr>
            <a:spLocks noGrp="1"/>
          </p:cNvSpPr>
          <p:nvPr/>
        </p:nvSpPr>
        <p:spPr>
          <a:xfrm>
            <a:off x="335660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7" name="b_small_bar_2300">
            <a:extLst>
              <a:ext uri="{FF2B5EF4-FFF2-40B4-BE49-F238E27FC236}">
                <a16:creationId xmlns:a16="http://schemas.microsoft.com/office/drawing/2014/main" id="{8C4E95F3-DDB5-49FE-89BE-240BA4F1D74E}"/>
              </a:ext>
            </a:extLst>
          </p:cNvPr>
          <p:cNvSpPr>
            <a:spLocks noGrp="1"/>
          </p:cNvSpPr>
          <p:nvPr/>
        </p:nvSpPr>
        <p:spPr>
          <a:xfrm>
            <a:off x="3225671" y="596586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8" name="b_small_bar_2301">
            <a:extLst>
              <a:ext uri="{FF2B5EF4-FFF2-40B4-BE49-F238E27FC236}">
                <a16:creationId xmlns:a16="http://schemas.microsoft.com/office/drawing/2014/main" id="{B29491CC-7022-497C-A3F7-3F2663CA76C6}"/>
              </a:ext>
            </a:extLst>
          </p:cNvPr>
          <p:cNvSpPr>
            <a:spLocks noGrp="1"/>
          </p:cNvSpPr>
          <p:nvPr/>
        </p:nvSpPr>
        <p:spPr>
          <a:xfrm>
            <a:off x="322712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9" name="b_small_bar_2302">
            <a:extLst>
              <a:ext uri="{FF2B5EF4-FFF2-40B4-BE49-F238E27FC236}">
                <a16:creationId xmlns:a16="http://schemas.microsoft.com/office/drawing/2014/main" id="{F93A2958-3AA1-41DA-834C-51CAD4DF063D}"/>
              </a:ext>
            </a:extLst>
          </p:cNvPr>
          <p:cNvSpPr>
            <a:spLocks noGrp="1"/>
          </p:cNvSpPr>
          <p:nvPr/>
        </p:nvSpPr>
        <p:spPr>
          <a:xfrm>
            <a:off x="3318695" y="378997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0" name="b_small_bar_2303">
            <a:extLst>
              <a:ext uri="{FF2B5EF4-FFF2-40B4-BE49-F238E27FC236}">
                <a16:creationId xmlns:a16="http://schemas.microsoft.com/office/drawing/2014/main" id="{AD235411-6BB8-48B4-8543-E4669729F271}"/>
              </a:ext>
            </a:extLst>
          </p:cNvPr>
          <p:cNvSpPr>
            <a:spLocks noGrp="1"/>
          </p:cNvSpPr>
          <p:nvPr/>
        </p:nvSpPr>
        <p:spPr>
          <a:xfrm>
            <a:off x="32175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1" name="b_small_bar_2304">
            <a:extLst>
              <a:ext uri="{FF2B5EF4-FFF2-40B4-BE49-F238E27FC236}">
                <a16:creationId xmlns:a16="http://schemas.microsoft.com/office/drawing/2014/main" id="{F0A9EAFC-E8D4-4671-8117-A00ADD063954}"/>
              </a:ext>
            </a:extLst>
          </p:cNvPr>
          <p:cNvSpPr>
            <a:spLocks noGrp="1"/>
          </p:cNvSpPr>
          <p:nvPr/>
        </p:nvSpPr>
        <p:spPr>
          <a:xfrm>
            <a:off x="3276719" y="578026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2" name="b_small_bar_2305">
            <a:extLst>
              <a:ext uri="{FF2B5EF4-FFF2-40B4-BE49-F238E27FC236}">
                <a16:creationId xmlns:a16="http://schemas.microsoft.com/office/drawing/2014/main" id="{A6889656-6F50-4962-A4E4-D361957B2B0F}"/>
              </a:ext>
            </a:extLst>
          </p:cNvPr>
          <p:cNvSpPr>
            <a:spLocks noGrp="1"/>
          </p:cNvSpPr>
          <p:nvPr/>
        </p:nvSpPr>
        <p:spPr>
          <a:xfrm>
            <a:off x="3508176" y="571027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3" name="b_small_bar_2306">
            <a:extLst>
              <a:ext uri="{FF2B5EF4-FFF2-40B4-BE49-F238E27FC236}">
                <a16:creationId xmlns:a16="http://schemas.microsoft.com/office/drawing/2014/main" id="{F92EB2EB-F93B-473C-8EE5-23B0F481F42F}"/>
              </a:ext>
            </a:extLst>
          </p:cNvPr>
          <p:cNvSpPr>
            <a:spLocks noGrp="1"/>
          </p:cNvSpPr>
          <p:nvPr/>
        </p:nvSpPr>
        <p:spPr>
          <a:xfrm>
            <a:off x="3369464" y="54580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4" name="b_small_bar_2307">
            <a:extLst>
              <a:ext uri="{FF2B5EF4-FFF2-40B4-BE49-F238E27FC236}">
                <a16:creationId xmlns:a16="http://schemas.microsoft.com/office/drawing/2014/main" id="{09FAE7A0-8792-4AC0-9323-8541BA282507}"/>
              </a:ext>
            </a:extLst>
          </p:cNvPr>
          <p:cNvSpPr>
            <a:spLocks noGrp="1"/>
          </p:cNvSpPr>
          <p:nvPr/>
        </p:nvSpPr>
        <p:spPr>
          <a:xfrm>
            <a:off x="3417500" y="378715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5" name="b_small_bar_2308">
            <a:extLst>
              <a:ext uri="{FF2B5EF4-FFF2-40B4-BE49-F238E27FC236}">
                <a16:creationId xmlns:a16="http://schemas.microsoft.com/office/drawing/2014/main" id="{A4F2F761-33D6-4FCD-95AA-7CF45828F7F1}"/>
              </a:ext>
            </a:extLst>
          </p:cNvPr>
          <p:cNvSpPr>
            <a:spLocks noGrp="1"/>
          </p:cNvSpPr>
          <p:nvPr/>
        </p:nvSpPr>
        <p:spPr>
          <a:xfrm>
            <a:off x="3487555" y="59783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6" name="b_small_bar_2309">
            <a:extLst>
              <a:ext uri="{FF2B5EF4-FFF2-40B4-BE49-F238E27FC236}">
                <a16:creationId xmlns:a16="http://schemas.microsoft.com/office/drawing/2014/main" id="{F3DF729F-867E-471B-A1E0-F5C9BB0D9BCD}"/>
              </a:ext>
            </a:extLst>
          </p:cNvPr>
          <p:cNvSpPr>
            <a:spLocks noGrp="1"/>
          </p:cNvSpPr>
          <p:nvPr/>
        </p:nvSpPr>
        <p:spPr>
          <a:xfrm>
            <a:off x="3328332" y="598848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7" name="b_small_bar_2310">
            <a:extLst>
              <a:ext uri="{FF2B5EF4-FFF2-40B4-BE49-F238E27FC236}">
                <a16:creationId xmlns:a16="http://schemas.microsoft.com/office/drawing/2014/main" id="{9F7D3E81-D72C-4E29-BBBD-E913147C176A}"/>
              </a:ext>
            </a:extLst>
          </p:cNvPr>
          <p:cNvSpPr>
            <a:spLocks noGrp="1"/>
          </p:cNvSpPr>
          <p:nvPr/>
        </p:nvSpPr>
        <p:spPr>
          <a:xfrm>
            <a:off x="34547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8" name="b_small_bar_2311">
            <a:extLst>
              <a:ext uri="{FF2B5EF4-FFF2-40B4-BE49-F238E27FC236}">
                <a16:creationId xmlns:a16="http://schemas.microsoft.com/office/drawing/2014/main" id="{DDE1AB7E-8655-4572-A22D-9D10B2839E8A}"/>
              </a:ext>
            </a:extLst>
          </p:cNvPr>
          <p:cNvSpPr>
            <a:spLocks noGrp="1"/>
          </p:cNvSpPr>
          <p:nvPr/>
        </p:nvSpPr>
        <p:spPr>
          <a:xfrm>
            <a:off x="3454582" y="59866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9" name="b_small_bar_2312">
            <a:extLst>
              <a:ext uri="{FF2B5EF4-FFF2-40B4-BE49-F238E27FC236}">
                <a16:creationId xmlns:a16="http://schemas.microsoft.com/office/drawing/2014/main" id="{24D20C16-DC8A-43EE-BBD3-599FAF266896}"/>
              </a:ext>
            </a:extLst>
          </p:cNvPr>
          <p:cNvSpPr>
            <a:spLocks noGrp="1"/>
          </p:cNvSpPr>
          <p:nvPr/>
        </p:nvSpPr>
        <p:spPr>
          <a:xfrm>
            <a:off x="3313516" y="595383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0" name="b_small_bar_2313">
            <a:extLst>
              <a:ext uri="{FF2B5EF4-FFF2-40B4-BE49-F238E27FC236}">
                <a16:creationId xmlns:a16="http://schemas.microsoft.com/office/drawing/2014/main" id="{3648E60D-FBDC-4485-9587-057F882D9F74}"/>
              </a:ext>
            </a:extLst>
          </p:cNvPr>
          <p:cNvSpPr>
            <a:spLocks noGrp="1"/>
          </p:cNvSpPr>
          <p:nvPr/>
        </p:nvSpPr>
        <p:spPr>
          <a:xfrm>
            <a:off x="320444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1" name="b_small_bar_2314">
            <a:extLst>
              <a:ext uri="{FF2B5EF4-FFF2-40B4-BE49-F238E27FC236}">
                <a16:creationId xmlns:a16="http://schemas.microsoft.com/office/drawing/2014/main" id="{50F56938-5524-4BDF-BA47-ECB6512BE354}"/>
              </a:ext>
            </a:extLst>
          </p:cNvPr>
          <p:cNvSpPr>
            <a:spLocks noGrp="1"/>
          </p:cNvSpPr>
          <p:nvPr/>
        </p:nvSpPr>
        <p:spPr>
          <a:xfrm>
            <a:off x="3512488" y="598645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2" name="b_small_bar_2315">
            <a:extLst>
              <a:ext uri="{FF2B5EF4-FFF2-40B4-BE49-F238E27FC236}">
                <a16:creationId xmlns:a16="http://schemas.microsoft.com/office/drawing/2014/main" id="{1C767F04-16DA-4188-A633-9CFD286EB815}"/>
              </a:ext>
            </a:extLst>
          </p:cNvPr>
          <p:cNvSpPr>
            <a:spLocks noGrp="1"/>
          </p:cNvSpPr>
          <p:nvPr/>
        </p:nvSpPr>
        <p:spPr>
          <a:xfrm>
            <a:off x="3267639" y="59884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3" name="b_small_bar_2316">
            <a:extLst>
              <a:ext uri="{FF2B5EF4-FFF2-40B4-BE49-F238E27FC236}">
                <a16:creationId xmlns:a16="http://schemas.microsoft.com/office/drawing/2014/main" id="{063AE01C-09A4-48D7-921C-D9467C909A9E}"/>
              </a:ext>
            </a:extLst>
          </p:cNvPr>
          <p:cNvSpPr>
            <a:spLocks noGrp="1"/>
          </p:cNvSpPr>
          <p:nvPr/>
        </p:nvSpPr>
        <p:spPr>
          <a:xfrm>
            <a:off x="3388969" y="59011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4" name="b_small_bar_2317">
            <a:extLst>
              <a:ext uri="{FF2B5EF4-FFF2-40B4-BE49-F238E27FC236}">
                <a16:creationId xmlns:a16="http://schemas.microsoft.com/office/drawing/2014/main" id="{2AA7701D-3833-4E88-886A-116945EFA503}"/>
              </a:ext>
            </a:extLst>
          </p:cNvPr>
          <p:cNvSpPr>
            <a:spLocks noGrp="1"/>
          </p:cNvSpPr>
          <p:nvPr/>
        </p:nvSpPr>
        <p:spPr>
          <a:xfrm>
            <a:off x="3232715" y="584121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5" name="b_small_bar_2318">
            <a:extLst>
              <a:ext uri="{FF2B5EF4-FFF2-40B4-BE49-F238E27FC236}">
                <a16:creationId xmlns:a16="http://schemas.microsoft.com/office/drawing/2014/main" id="{91CA873D-4FDA-490F-9772-CC7C36EDDFA4}"/>
              </a:ext>
            </a:extLst>
          </p:cNvPr>
          <p:cNvSpPr>
            <a:spLocks noGrp="1"/>
          </p:cNvSpPr>
          <p:nvPr/>
        </p:nvSpPr>
        <p:spPr>
          <a:xfrm>
            <a:off x="3248588" y="596141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6" name="b_small_bar_2319">
            <a:extLst>
              <a:ext uri="{FF2B5EF4-FFF2-40B4-BE49-F238E27FC236}">
                <a16:creationId xmlns:a16="http://schemas.microsoft.com/office/drawing/2014/main" id="{74E141B5-E9E6-4FF3-B010-34EF81A40F3D}"/>
              </a:ext>
            </a:extLst>
          </p:cNvPr>
          <p:cNvSpPr>
            <a:spLocks noGrp="1"/>
          </p:cNvSpPr>
          <p:nvPr/>
        </p:nvSpPr>
        <p:spPr>
          <a:xfrm>
            <a:off x="3271908" y="42748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7" name="b_small_bar_2320">
            <a:extLst>
              <a:ext uri="{FF2B5EF4-FFF2-40B4-BE49-F238E27FC236}">
                <a16:creationId xmlns:a16="http://schemas.microsoft.com/office/drawing/2014/main" id="{09D5BC70-091C-41FD-BE70-8A8EAEEA2663}"/>
              </a:ext>
            </a:extLst>
          </p:cNvPr>
          <p:cNvSpPr>
            <a:spLocks noGrp="1"/>
          </p:cNvSpPr>
          <p:nvPr/>
        </p:nvSpPr>
        <p:spPr>
          <a:xfrm>
            <a:off x="31957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8" name="b_small_bar_2321">
            <a:extLst>
              <a:ext uri="{FF2B5EF4-FFF2-40B4-BE49-F238E27FC236}">
                <a16:creationId xmlns:a16="http://schemas.microsoft.com/office/drawing/2014/main" id="{EA2627D5-6741-4B8D-9F30-9B96EE914050}"/>
              </a:ext>
            </a:extLst>
          </p:cNvPr>
          <p:cNvSpPr>
            <a:spLocks noGrp="1"/>
          </p:cNvSpPr>
          <p:nvPr/>
        </p:nvSpPr>
        <p:spPr>
          <a:xfrm>
            <a:off x="3550312" y="588099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9" name="b_small_bar_2322">
            <a:extLst>
              <a:ext uri="{FF2B5EF4-FFF2-40B4-BE49-F238E27FC236}">
                <a16:creationId xmlns:a16="http://schemas.microsoft.com/office/drawing/2014/main" id="{CB656721-930D-4A61-A5C5-8D7097550C6B}"/>
              </a:ext>
            </a:extLst>
          </p:cNvPr>
          <p:cNvSpPr>
            <a:spLocks noGrp="1"/>
          </p:cNvSpPr>
          <p:nvPr/>
        </p:nvSpPr>
        <p:spPr>
          <a:xfrm>
            <a:off x="3215745" y="594636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0" name="b_small_bar_2323">
            <a:extLst>
              <a:ext uri="{FF2B5EF4-FFF2-40B4-BE49-F238E27FC236}">
                <a16:creationId xmlns:a16="http://schemas.microsoft.com/office/drawing/2014/main" id="{33AFDFED-ED59-4627-BFC4-9E058A782427}"/>
              </a:ext>
            </a:extLst>
          </p:cNvPr>
          <p:cNvSpPr>
            <a:spLocks noGrp="1"/>
          </p:cNvSpPr>
          <p:nvPr/>
        </p:nvSpPr>
        <p:spPr>
          <a:xfrm>
            <a:off x="3224750" y="579838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1" name="b_small_bar_2324">
            <a:extLst>
              <a:ext uri="{FF2B5EF4-FFF2-40B4-BE49-F238E27FC236}">
                <a16:creationId xmlns:a16="http://schemas.microsoft.com/office/drawing/2014/main" id="{2010EC77-FF06-4C65-ACE2-4F12A77283A6}"/>
              </a:ext>
            </a:extLst>
          </p:cNvPr>
          <p:cNvSpPr>
            <a:spLocks noGrp="1"/>
          </p:cNvSpPr>
          <p:nvPr/>
        </p:nvSpPr>
        <p:spPr>
          <a:xfrm>
            <a:off x="354566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2" name="b_small_bar_2325">
            <a:extLst>
              <a:ext uri="{FF2B5EF4-FFF2-40B4-BE49-F238E27FC236}">
                <a16:creationId xmlns:a16="http://schemas.microsoft.com/office/drawing/2014/main" id="{E28CFB88-65F7-4CE5-A873-A8BFB5EEB6A1}"/>
              </a:ext>
            </a:extLst>
          </p:cNvPr>
          <p:cNvSpPr>
            <a:spLocks noGrp="1"/>
          </p:cNvSpPr>
          <p:nvPr/>
        </p:nvSpPr>
        <p:spPr>
          <a:xfrm>
            <a:off x="3402234" y="59665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3" name="b_small_bar_2326">
            <a:extLst>
              <a:ext uri="{FF2B5EF4-FFF2-40B4-BE49-F238E27FC236}">
                <a16:creationId xmlns:a16="http://schemas.microsoft.com/office/drawing/2014/main" id="{F54924B5-36A3-47C7-BFEE-A9841264B76A}"/>
              </a:ext>
            </a:extLst>
          </p:cNvPr>
          <p:cNvSpPr>
            <a:spLocks noGrp="1"/>
          </p:cNvSpPr>
          <p:nvPr/>
        </p:nvSpPr>
        <p:spPr>
          <a:xfrm>
            <a:off x="3425385" y="591269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4" name="b_small_bar_2327">
            <a:extLst>
              <a:ext uri="{FF2B5EF4-FFF2-40B4-BE49-F238E27FC236}">
                <a16:creationId xmlns:a16="http://schemas.microsoft.com/office/drawing/2014/main" id="{54F085F7-8763-455B-99F7-52E3355C5FDD}"/>
              </a:ext>
            </a:extLst>
          </p:cNvPr>
          <p:cNvSpPr>
            <a:spLocks noGrp="1"/>
          </p:cNvSpPr>
          <p:nvPr/>
        </p:nvSpPr>
        <p:spPr>
          <a:xfrm>
            <a:off x="3357948" y="59716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5" name="b_small_bar_2328">
            <a:extLst>
              <a:ext uri="{FF2B5EF4-FFF2-40B4-BE49-F238E27FC236}">
                <a16:creationId xmlns:a16="http://schemas.microsoft.com/office/drawing/2014/main" id="{AA5101C5-7DEA-405D-83C2-60A96AE3F46E}"/>
              </a:ext>
            </a:extLst>
          </p:cNvPr>
          <p:cNvSpPr>
            <a:spLocks noGrp="1"/>
          </p:cNvSpPr>
          <p:nvPr/>
        </p:nvSpPr>
        <p:spPr>
          <a:xfrm>
            <a:off x="3326517" y="59457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6" name="b_small_bar_2329">
            <a:extLst>
              <a:ext uri="{FF2B5EF4-FFF2-40B4-BE49-F238E27FC236}">
                <a16:creationId xmlns:a16="http://schemas.microsoft.com/office/drawing/2014/main" id="{7CC8A1CA-9E10-42E0-B8E4-17CB6651B8C8}"/>
              </a:ext>
            </a:extLst>
          </p:cNvPr>
          <p:cNvSpPr>
            <a:spLocks noGrp="1"/>
          </p:cNvSpPr>
          <p:nvPr/>
        </p:nvSpPr>
        <p:spPr>
          <a:xfrm>
            <a:off x="3255241" y="543552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7" name="b_small_bar_2330">
            <a:extLst>
              <a:ext uri="{FF2B5EF4-FFF2-40B4-BE49-F238E27FC236}">
                <a16:creationId xmlns:a16="http://schemas.microsoft.com/office/drawing/2014/main" id="{DADF7AF5-D780-42B3-9116-2723488C5386}"/>
              </a:ext>
            </a:extLst>
          </p:cNvPr>
          <p:cNvSpPr>
            <a:spLocks noGrp="1"/>
          </p:cNvSpPr>
          <p:nvPr/>
        </p:nvSpPr>
        <p:spPr>
          <a:xfrm>
            <a:off x="3324169" y="592157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8" name="b_small_bar_2331">
            <a:extLst>
              <a:ext uri="{FF2B5EF4-FFF2-40B4-BE49-F238E27FC236}">
                <a16:creationId xmlns:a16="http://schemas.microsoft.com/office/drawing/2014/main" id="{5EE0AFAC-6709-4287-95AD-8B4374310CED}"/>
              </a:ext>
            </a:extLst>
          </p:cNvPr>
          <p:cNvSpPr>
            <a:spLocks noGrp="1"/>
          </p:cNvSpPr>
          <p:nvPr/>
        </p:nvSpPr>
        <p:spPr>
          <a:xfrm>
            <a:off x="3399284" y="591789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9" name="b_small_bar_2332">
            <a:extLst>
              <a:ext uri="{FF2B5EF4-FFF2-40B4-BE49-F238E27FC236}">
                <a16:creationId xmlns:a16="http://schemas.microsoft.com/office/drawing/2014/main" id="{2C6A8FD5-CE31-4954-BF06-35A2C0DE6B13}"/>
              </a:ext>
            </a:extLst>
          </p:cNvPr>
          <p:cNvSpPr>
            <a:spLocks noGrp="1"/>
          </p:cNvSpPr>
          <p:nvPr/>
        </p:nvSpPr>
        <p:spPr>
          <a:xfrm>
            <a:off x="3444896" y="582015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0" name="b_small_bar_2333">
            <a:extLst>
              <a:ext uri="{FF2B5EF4-FFF2-40B4-BE49-F238E27FC236}">
                <a16:creationId xmlns:a16="http://schemas.microsoft.com/office/drawing/2014/main" id="{3AD524D0-A902-4F94-8DC5-831BD964A40E}"/>
              </a:ext>
            </a:extLst>
          </p:cNvPr>
          <p:cNvSpPr>
            <a:spLocks noGrp="1"/>
          </p:cNvSpPr>
          <p:nvPr/>
        </p:nvSpPr>
        <p:spPr>
          <a:xfrm>
            <a:off x="3246208" y="575417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1" name="b_small_bar_2334">
            <a:extLst>
              <a:ext uri="{FF2B5EF4-FFF2-40B4-BE49-F238E27FC236}">
                <a16:creationId xmlns:a16="http://schemas.microsoft.com/office/drawing/2014/main" id="{4A656901-1598-4D9C-BB69-D177D026A2E8}"/>
              </a:ext>
            </a:extLst>
          </p:cNvPr>
          <p:cNvSpPr>
            <a:spLocks noGrp="1"/>
          </p:cNvSpPr>
          <p:nvPr/>
        </p:nvSpPr>
        <p:spPr>
          <a:xfrm>
            <a:off x="3519969" y="595009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2" name="b_small_bar_2335">
            <a:extLst>
              <a:ext uri="{FF2B5EF4-FFF2-40B4-BE49-F238E27FC236}">
                <a16:creationId xmlns:a16="http://schemas.microsoft.com/office/drawing/2014/main" id="{50D1D611-EE89-4E85-814C-A8CCD7D08762}"/>
              </a:ext>
            </a:extLst>
          </p:cNvPr>
          <p:cNvSpPr>
            <a:spLocks noGrp="1"/>
          </p:cNvSpPr>
          <p:nvPr/>
        </p:nvSpPr>
        <p:spPr>
          <a:xfrm>
            <a:off x="3460983" y="566854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3" name="b_small_bar_2336">
            <a:extLst>
              <a:ext uri="{FF2B5EF4-FFF2-40B4-BE49-F238E27FC236}">
                <a16:creationId xmlns:a16="http://schemas.microsoft.com/office/drawing/2014/main" id="{77C99FBE-0D6C-47D7-9671-35A3CE892183}"/>
              </a:ext>
            </a:extLst>
          </p:cNvPr>
          <p:cNvSpPr>
            <a:spLocks noGrp="1"/>
          </p:cNvSpPr>
          <p:nvPr/>
        </p:nvSpPr>
        <p:spPr>
          <a:xfrm>
            <a:off x="341770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4" name="b_small_bar_2337">
            <a:extLst>
              <a:ext uri="{FF2B5EF4-FFF2-40B4-BE49-F238E27FC236}">
                <a16:creationId xmlns:a16="http://schemas.microsoft.com/office/drawing/2014/main" id="{0FD72690-A20C-47E3-AEB8-23C9DDED6834}"/>
              </a:ext>
            </a:extLst>
          </p:cNvPr>
          <p:cNvSpPr>
            <a:spLocks noGrp="1"/>
          </p:cNvSpPr>
          <p:nvPr/>
        </p:nvSpPr>
        <p:spPr>
          <a:xfrm>
            <a:off x="3350038" y="596337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5" name="b_small_bar_2338">
            <a:extLst>
              <a:ext uri="{FF2B5EF4-FFF2-40B4-BE49-F238E27FC236}">
                <a16:creationId xmlns:a16="http://schemas.microsoft.com/office/drawing/2014/main" id="{50921B5E-0609-4C6E-835C-382093E8AC49}"/>
              </a:ext>
            </a:extLst>
          </p:cNvPr>
          <p:cNvSpPr>
            <a:spLocks noGrp="1"/>
          </p:cNvSpPr>
          <p:nvPr/>
        </p:nvSpPr>
        <p:spPr>
          <a:xfrm>
            <a:off x="3370018" y="53588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6" name="b_small_bar_2339">
            <a:extLst>
              <a:ext uri="{FF2B5EF4-FFF2-40B4-BE49-F238E27FC236}">
                <a16:creationId xmlns:a16="http://schemas.microsoft.com/office/drawing/2014/main" id="{6C8CD263-A4C5-4E9F-AAE2-7930E61B1DB7}"/>
              </a:ext>
            </a:extLst>
          </p:cNvPr>
          <p:cNvSpPr>
            <a:spLocks noGrp="1"/>
          </p:cNvSpPr>
          <p:nvPr/>
        </p:nvSpPr>
        <p:spPr>
          <a:xfrm>
            <a:off x="3498290" y="587245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7" name="b_small_bar_2340">
            <a:extLst>
              <a:ext uri="{FF2B5EF4-FFF2-40B4-BE49-F238E27FC236}">
                <a16:creationId xmlns:a16="http://schemas.microsoft.com/office/drawing/2014/main" id="{A0EFD2CA-04DB-4A14-99A5-855580E8FEFB}"/>
              </a:ext>
            </a:extLst>
          </p:cNvPr>
          <p:cNvSpPr>
            <a:spLocks noGrp="1"/>
          </p:cNvSpPr>
          <p:nvPr/>
        </p:nvSpPr>
        <p:spPr>
          <a:xfrm>
            <a:off x="3395894" y="510571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8" name="b_small_bar_2341">
            <a:extLst>
              <a:ext uri="{FF2B5EF4-FFF2-40B4-BE49-F238E27FC236}">
                <a16:creationId xmlns:a16="http://schemas.microsoft.com/office/drawing/2014/main" id="{B7E43CAE-A51E-44DC-A214-70D65A702301}"/>
              </a:ext>
            </a:extLst>
          </p:cNvPr>
          <p:cNvSpPr>
            <a:spLocks noGrp="1"/>
          </p:cNvSpPr>
          <p:nvPr/>
        </p:nvSpPr>
        <p:spPr>
          <a:xfrm>
            <a:off x="3204415" y="598043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9" name="b_small_bar_2342">
            <a:extLst>
              <a:ext uri="{FF2B5EF4-FFF2-40B4-BE49-F238E27FC236}">
                <a16:creationId xmlns:a16="http://schemas.microsoft.com/office/drawing/2014/main" id="{F4AB5402-C79F-46E3-8B9F-605A071D7F46}"/>
              </a:ext>
            </a:extLst>
          </p:cNvPr>
          <p:cNvSpPr>
            <a:spLocks noGrp="1"/>
          </p:cNvSpPr>
          <p:nvPr/>
        </p:nvSpPr>
        <p:spPr>
          <a:xfrm>
            <a:off x="3403425" y="566768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0" name="b_small_bar_2343">
            <a:extLst>
              <a:ext uri="{FF2B5EF4-FFF2-40B4-BE49-F238E27FC236}">
                <a16:creationId xmlns:a16="http://schemas.microsoft.com/office/drawing/2014/main" id="{707692E3-29DF-40C4-AB95-B09450CDBA43}"/>
              </a:ext>
            </a:extLst>
          </p:cNvPr>
          <p:cNvSpPr>
            <a:spLocks noGrp="1"/>
          </p:cNvSpPr>
          <p:nvPr/>
        </p:nvSpPr>
        <p:spPr>
          <a:xfrm>
            <a:off x="3518572" y="597362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1" name="b_small_bar_2344">
            <a:extLst>
              <a:ext uri="{FF2B5EF4-FFF2-40B4-BE49-F238E27FC236}">
                <a16:creationId xmlns:a16="http://schemas.microsoft.com/office/drawing/2014/main" id="{BC5D6ABB-D47D-460D-BB2F-C93A8D443C91}"/>
              </a:ext>
            </a:extLst>
          </p:cNvPr>
          <p:cNvSpPr>
            <a:spLocks noGrp="1"/>
          </p:cNvSpPr>
          <p:nvPr/>
        </p:nvSpPr>
        <p:spPr>
          <a:xfrm>
            <a:off x="3210271" y="59037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2" name="b_small_bar_2345">
            <a:extLst>
              <a:ext uri="{FF2B5EF4-FFF2-40B4-BE49-F238E27FC236}">
                <a16:creationId xmlns:a16="http://schemas.microsoft.com/office/drawing/2014/main" id="{F9E92BE1-60CC-4BF3-8832-3DBCA7711728}"/>
              </a:ext>
            </a:extLst>
          </p:cNvPr>
          <p:cNvSpPr>
            <a:spLocks noGrp="1"/>
          </p:cNvSpPr>
          <p:nvPr/>
        </p:nvSpPr>
        <p:spPr>
          <a:xfrm>
            <a:off x="3451490" y="539898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3" name="b_small_bar_2346">
            <a:extLst>
              <a:ext uri="{FF2B5EF4-FFF2-40B4-BE49-F238E27FC236}">
                <a16:creationId xmlns:a16="http://schemas.microsoft.com/office/drawing/2014/main" id="{193562F3-BED1-44D6-AFBC-17C8382AD620}"/>
              </a:ext>
            </a:extLst>
          </p:cNvPr>
          <p:cNvSpPr>
            <a:spLocks noGrp="1"/>
          </p:cNvSpPr>
          <p:nvPr/>
        </p:nvSpPr>
        <p:spPr>
          <a:xfrm>
            <a:off x="3309303" y="598070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4" name="b_small_bar_2347">
            <a:extLst>
              <a:ext uri="{FF2B5EF4-FFF2-40B4-BE49-F238E27FC236}">
                <a16:creationId xmlns:a16="http://schemas.microsoft.com/office/drawing/2014/main" id="{219C890E-7313-4E18-BB05-96B072CA9836}"/>
              </a:ext>
            </a:extLst>
          </p:cNvPr>
          <p:cNvSpPr>
            <a:spLocks noGrp="1"/>
          </p:cNvSpPr>
          <p:nvPr/>
        </p:nvSpPr>
        <p:spPr>
          <a:xfrm>
            <a:off x="3490098" y="550045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5" name="b_small_bar_2348">
            <a:extLst>
              <a:ext uri="{FF2B5EF4-FFF2-40B4-BE49-F238E27FC236}">
                <a16:creationId xmlns:a16="http://schemas.microsoft.com/office/drawing/2014/main" id="{EE85B1C7-764A-41C2-B9F3-8DE35051FCD9}"/>
              </a:ext>
            </a:extLst>
          </p:cNvPr>
          <p:cNvSpPr>
            <a:spLocks noGrp="1"/>
          </p:cNvSpPr>
          <p:nvPr/>
        </p:nvSpPr>
        <p:spPr>
          <a:xfrm>
            <a:off x="3467742" y="573695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6" name="b_small_bar_2349">
            <a:extLst>
              <a:ext uri="{FF2B5EF4-FFF2-40B4-BE49-F238E27FC236}">
                <a16:creationId xmlns:a16="http://schemas.microsoft.com/office/drawing/2014/main" id="{29A1E781-2095-40AD-8157-F0333C3AD2D2}"/>
              </a:ext>
            </a:extLst>
          </p:cNvPr>
          <p:cNvSpPr>
            <a:spLocks noGrp="1"/>
          </p:cNvSpPr>
          <p:nvPr/>
        </p:nvSpPr>
        <p:spPr>
          <a:xfrm>
            <a:off x="3241647" y="595113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7" name="b_small_bar_2350">
            <a:extLst>
              <a:ext uri="{FF2B5EF4-FFF2-40B4-BE49-F238E27FC236}">
                <a16:creationId xmlns:a16="http://schemas.microsoft.com/office/drawing/2014/main" id="{0F83BEBD-81D8-4F84-93E8-C32A9D807EBD}"/>
              </a:ext>
            </a:extLst>
          </p:cNvPr>
          <p:cNvSpPr>
            <a:spLocks noGrp="1"/>
          </p:cNvSpPr>
          <p:nvPr/>
        </p:nvSpPr>
        <p:spPr>
          <a:xfrm>
            <a:off x="3468269" y="590186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8" name="b_small_bar_2351">
            <a:extLst>
              <a:ext uri="{FF2B5EF4-FFF2-40B4-BE49-F238E27FC236}">
                <a16:creationId xmlns:a16="http://schemas.microsoft.com/office/drawing/2014/main" id="{4D806C79-EC31-433C-BB7D-A8E49058A6EF}"/>
              </a:ext>
            </a:extLst>
          </p:cNvPr>
          <p:cNvSpPr>
            <a:spLocks noGrp="1"/>
          </p:cNvSpPr>
          <p:nvPr/>
        </p:nvSpPr>
        <p:spPr>
          <a:xfrm>
            <a:off x="3191588" y="587841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9" name="b_small_bar_2352">
            <a:extLst>
              <a:ext uri="{FF2B5EF4-FFF2-40B4-BE49-F238E27FC236}">
                <a16:creationId xmlns:a16="http://schemas.microsoft.com/office/drawing/2014/main" id="{E55B1631-E0EE-48FB-A402-C71C26F2C867}"/>
              </a:ext>
            </a:extLst>
          </p:cNvPr>
          <p:cNvSpPr>
            <a:spLocks noGrp="1"/>
          </p:cNvSpPr>
          <p:nvPr/>
        </p:nvSpPr>
        <p:spPr>
          <a:xfrm>
            <a:off x="3275346" y="598512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0" name="b_small_bar_2353">
            <a:extLst>
              <a:ext uri="{FF2B5EF4-FFF2-40B4-BE49-F238E27FC236}">
                <a16:creationId xmlns:a16="http://schemas.microsoft.com/office/drawing/2014/main" id="{E4D1FA22-5550-4BDE-A133-E12A6D8E9F1F}"/>
              </a:ext>
            </a:extLst>
          </p:cNvPr>
          <p:cNvSpPr>
            <a:spLocks noGrp="1"/>
          </p:cNvSpPr>
          <p:nvPr/>
        </p:nvSpPr>
        <p:spPr>
          <a:xfrm>
            <a:off x="3511250" y="58669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1" name="b_small_bar_2354">
            <a:extLst>
              <a:ext uri="{FF2B5EF4-FFF2-40B4-BE49-F238E27FC236}">
                <a16:creationId xmlns:a16="http://schemas.microsoft.com/office/drawing/2014/main" id="{3480DD1A-BD64-4AB3-B26F-094EDFD2FF3E}"/>
              </a:ext>
            </a:extLst>
          </p:cNvPr>
          <p:cNvSpPr>
            <a:spLocks noGrp="1"/>
          </p:cNvSpPr>
          <p:nvPr/>
        </p:nvSpPr>
        <p:spPr>
          <a:xfrm>
            <a:off x="3283123" y="58032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2" name="b_small_bar_2355">
            <a:extLst>
              <a:ext uri="{FF2B5EF4-FFF2-40B4-BE49-F238E27FC236}">
                <a16:creationId xmlns:a16="http://schemas.microsoft.com/office/drawing/2014/main" id="{238AAABB-A0F9-4D47-9737-1B8E05017436}"/>
              </a:ext>
            </a:extLst>
          </p:cNvPr>
          <p:cNvSpPr>
            <a:spLocks noGrp="1"/>
          </p:cNvSpPr>
          <p:nvPr/>
        </p:nvSpPr>
        <p:spPr>
          <a:xfrm>
            <a:off x="3246947" y="59401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3" name="b_small_bar_2356">
            <a:extLst>
              <a:ext uri="{FF2B5EF4-FFF2-40B4-BE49-F238E27FC236}">
                <a16:creationId xmlns:a16="http://schemas.microsoft.com/office/drawing/2014/main" id="{A1C6A226-6654-44A4-914F-2581212A6120}"/>
              </a:ext>
            </a:extLst>
          </p:cNvPr>
          <p:cNvSpPr>
            <a:spLocks noGrp="1"/>
          </p:cNvSpPr>
          <p:nvPr/>
        </p:nvSpPr>
        <p:spPr>
          <a:xfrm>
            <a:off x="354389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4" name="b_small_bar_2357">
            <a:extLst>
              <a:ext uri="{FF2B5EF4-FFF2-40B4-BE49-F238E27FC236}">
                <a16:creationId xmlns:a16="http://schemas.microsoft.com/office/drawing/2014/main" id="{2257C83B-9C9A-419D-A81B-85F793F2A924}"/>
              </a:ext>
            </a:extLst>
          </p:cNvPr>
          <p:cNvSpPr>
            <a:spLocks noGrp="1"/>
          </p:cNvSpPr>
          <p:nvPr/>
        </p:nvSpPr>
        <p:spPr>
          <a:xfrm>
            <a:off x="3512065" y="598598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5" name="b_small_bar_2358">
            <a:extLst>
              <a:ext uri="{FF2B5EF4-FFF2-40B4-BE49-F238E27FC236}">
                <a16:creationId xmlns:a16="http://schemas.microsoft.com/office/drawing/2014/main" id="{B11F8D6A-8647-400F-9376-281CB6458AD7}"/>
              </a:ext>
            </a:extLst>
          </p:cNvPr>
          <p:cNvSpPr>
            <a:spLocks noGrp="1"/>
          </p:cNvSpPr>
          <p:nvPr/>
        </p:nvSpPr>
        <p:spPr>
          <a:xfrm>
            <a:off x="3487042" y="449642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6" name="b_small_bar_2359">
            <a:extLst>
              <a:ext uri="{FF2B5EF4-FFF2-40B4-BE49-F238E27FC236}">
                <a16:creationId xmlns:a16="http://schemas.microsoft.com/office/drawing/2014/main" id="{04B40AF9-67E3-4ECD-A7BC-8B41F7FAE74E}"/>
              </a:ext>
            </a:extLst>
          </p:cNvPr>
          <p:cNvSpPr>
            <a:spLocks noGrp="1"/>
          </p:cNvSpPr>
          <p:nvPr/>
        </p:nvSpPr>
        <p:spPr>
          <a:xfrm>
            <a:off x="3291208" y="59796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7" name="b_small_bar_2360">
            <a:extLst>
              <a:ext uri="{FF2B5EF4-FFF2-40B4-BE49-F238E27FC236}">
                <a16:creationId xmlns:a16="http://schemas.microsoft.com/office/drawing/2014/main" id="{405B508D-DD8D-4BC8-BBDA-90812332963B}"/>
              </a:ext>
            </a:extLst>
          </p:cNvPr>
          <p:cNvSpPr>
            <a:spLocks noGrp="1"/>
          </p:cNvSpPr>
          <p:nvPr/>
        </p:nvSpPr>
        <p:spPr>
          <a:xfrm>
            <a:off x="3247100" y="592397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8" name="b_small_bar_2361">
            <a:extLst>
              <a:ext uri="{FF2B5EF4-FFF2-40B4-BE49-F238E27FC236}">
                <a16:creationId xmlns:a16="http://schemas.microsoft.com/office/drawing/2014/main" id="{E222A9EC-AD6E-46FE-A258-47321ED03A3F}"/>
              </a:ext>
            </a:extLst>
          </p:cNvPr>
          <p:cNvSpPr>
            <a:spLocks noGrp="1"/>
          </p:cNvSpPr>
          <p:nvPr/>
        </p:nvSpPr>
        <p:spPr>
          <a:xfrm>
            <a:off x="3384553" y="59136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9" name="b_small_bar_2362">
            <a:extLst>
              <a:ext uri="{FF2B5EF4-FFF2-40B4-BE49-F238E27FC236}">
                <a16:creationId xmlns:a16="http://schemas.microsoft.com/office/drawing/2014/main" id="{97B50938-B4E5-40F1-BEC4-A96EF8173A8A}"/>
              </a:ext>
            </a:extLst>
          </p:cNvPr>
          <p:cNvSpPr>
            <a:spLocks noGrp="1"/>
          </p:cNvSpPr>
          <p:nvPr/>
        </p:nvSpPr>
        <p:spPr>
          <a:xfrm>
            <a:off x="34954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0" name="b_small_bar_2363">
            <a:extLst>
              <a:ext uri="{FF2B5EF4-FFF2-40B4-BE49-F238E27FC236}">
                <a16:creationId xmlns:a16="http://schemas.microsoft.com/office/drawing/2014/main" id="{D645088F-0E9D-4478-B242-820531A5ED7C}"/>
              </a:ext>
            </a:extLst>
          </p:cNvPr>
          <p:cNvSpPr>
            <a:spLocks noGrp="1"/>
          </p:cNvSpPr>
          <p:nvPr/>
        </p:nvSpPr>
        <p:spPr>
          <a:xfrm>
            <a:off x="34688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1" name="b_small_bar_2364">
            <a:extLst>
              <a:ext uri="{FF2B5EF4-FFF2-40B4-BE49-F238E27FC236}">
                <a16:creationId xmlns:a16="http://schemas.microsoft.com/office/drawing/2014/main" id="{6B6DC2D4-C52B-442F-A85F-E40307978AA2}"/>
              </a:ext>
            </a:extLst>
          </p:cNvPr>
          <p:cNvSpPr>
            <a:spLocks noGrp="1"/>
          </p:cNvSpPr>
          <p:nvPr/>
        </p:nvSpPr>
        <p:spPr>
          <a:xfrm>
            <a:off x="3488232" y="59186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2" name="b_small_bar_2365">
            <a:extLst>
              <a:ext uri="{FF2B5EF4-FFF2-40B4-BE49-F238E27FC236}">
                <a16:creationId xmlns:a16="http://schemas.microsoft.com/office/drawing/2014/main" id="{B949E5E7-E79B-48AD-B33A-D096839AB9B3}"/>
              </a:ext>
            </a:extLst>
          </p:cNvPr>
          <p:cNvSpPr>
            <a:spLocks noGrp="1"/>
          </p:cNvSpPr>
          <p:nvPr/>
        </p:nvSpPr>
        <p:spPr>
          <a:xfrm>
            <a:off x="3289223" y="58809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3" name="b_small_bar_2366">
            <a:extLst>
              <a:ext uri="{FF2B5EF4-FFF2-40B4-BE49-F238E27FC236}">
                <a16:creationId xmlns:a16="http://schemas.microsoft.com/office/drawing/2014/main" id="{A65E2C88-11E0-49FE-9EB4-F9B9BBD4763B}"/>
              </a:ext>
            </a:extLst>
          </p:cNvPr>
          <p:cNvSpPr>
            <a:spLocks noGrp="1"/>
          </p:cNvSpPr>
          <p:nvPr/>
        </p:nvSpPr>
        <p:spPr>
          <a:xfrm>
            <a:off x="3419073" y="596274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4" name="b_small_bar_2367">
            <a:extLst>
              <a:ext uri="{FF2B5EF4-FFF2-40B4-BE49-F238E27FC236}">
                <a16:creationId xmlns:a16="http://schemas.microsoft.com/office/drawing/2014/main" id="{ABC9AD6A-1B13-4999-8963-4B4A7AAFE215}"/>
              </a:ext>
            </a:extLst>
          </p:cNvPr>
          <p:cNvSpPr>
            <a:spLocks noGrp="1"/>
          </p:cNvSpPr>
          <p:nvPr/>
        </p:nvSpPr>
        <p:spPr>
          <a:xfrm>
            <a:off x="3319027" y="597473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5" name="b_small_bar_2368">
            <a:extLst>
              <a:ext uri="{FF2B5EF4-FFF2-40B4-BE49-F238E27FC236}">
                <a16:creationId xmlns:a16="http://schemas.microsoft.com/office/drawing/2014/main" id="{09CF8B23-1233-4E53-A8C9-2D8512F2A229}"/>
              </a:ext>
            </a:extLst>
          </p:cNvPr>
          <p:cNvSpPr>
            <a:spLocks noGrp="1"/>
          </p:cNvSpPr>
          <p:nvPr/>
        </p:nvSpPr>
        <p:spPr>
          <a:xfrm>
            <a:off x="3424972" y="580072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6" name="b_small_bar_2369">
            <a:extLst>
              <a:ext uri="{FF2B5EF4-FFF2-40B4-BE49-F238E27FC236}">
                <a16:creationId xmlns:a16="http://schemas.microsoft.com/office/drawing/2014/main" id="{F0A56AEE-DC52-4C1A-A73F-260DF83B2B43}"/>
              </a:ext>
            </a:extLst>
          </p:cNvPr>
          <p:cNvSpPr>
            <a:spLocks noGrp="1"/>
          </p:cNvSpPr>
          <p:nvPr/>
        </p:nvSpPr>
        <p:spPr>
          <a:xfrm>
            <a:off x="5776270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7" name="b_small_bar_2370">
            <a:extLst>
              <a:ext uri="{FF2B5EF4-FFF2-40B4-BE49-F238E27FC236}">
                <a16:creationId xmlns:a16="http://schemas.microsoft.com/office/drawing/2014/main" id="{07B428C9-5E5D-4235-8C17-E44E93B8D018}"/>
              </a:ext>
            </a:extLst>
          </p:cNvPr>
          <p:cNvSpPr>
            <a:spLocks noGrp="1"/>
          </p:cNvSpPr>
          <p:nvPr/>
        </p:nvSpPr>
        <p:spPr>
          <a:xfrm>
            <a:off x="5691603" y="305117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8" name="b_small_bar_2371">
            <a:extLst>
              <a:ext uri="{FF2B5EF4-FFF2-40B4-BE49-F238E27FC236}">
                <a16:creationId xmlns:a16="http://schemas.microsoft.com/office/drawing/2014/main" id="{CB66EF42-74B8-4AFB-87D2-479325634E38}"/>
              </a:ext>
            </a:extLst>
          </p:cNvPr>
          <p:cNvSpPr>
            <a:spLocks noGrp="1"/>
          </p:cNvSpPr>
          <p:nvPr/>
        </p:nvSpPr>
        <p:spPr>
          <a:xfrm>
            <a:off x="580014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9" name="b_small_bar_2372">
            <a:extLst>
              <a:ext uri="{FF2B5EF4-FFF2-40B4-BE49-F238E27FC236}">
                <a16:creationId xmlns:a16="http://schemas.microsoft.com/office/drawing/2014/main" id="{74645684-F65F-4B3F-9E56-2FE67954A8B6}"/>
              </a:ext>
            </a:extLst>
          </p:cNvPr>
          <p:cNvSpPr>
            <a:spLocks noGrp="1"/>
          </p:cNvSpPr>
          <p:nvPr/>
        </p:nvSpPr>
        <p:spPr>
          <a:xfrm>
            <a:off x="5977636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0" name="b_small_bar_2373">
            <a:extLst>
              <a:ext uri="{FF2B5EF4-FFF2-40B4-BE49-F238E27FC236}">
                <a16:creationId xmlns:a16="http://schemas.microsoft.com/office/drawing/2014/main" id="{0A05A8FC-9A94-42FE-A3CD-9441CFC940E6}"/>
              </a:ext>
            </a:extLst>
          </p:cNvPr>
          <p:cNvSpPr>
            <a:spLocks noGrp="1"/>
          </p:cNvSpPr>
          <p:nvPr/>
        </p:nvSpPr>
        <p:spPr>
          <a:xfrm>
            <a:off x="577477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1" name="b_small_bar_2374">
            <a:extLst>
              <a:ext uri="{FF2B5EF4-FFF2-40B4-BE49-F238E27FC236}">
                <a16:creationId xmlns:a16="http://schemas.microsoft.com/office/drawing/2014/main" id="{077640C3-1FE8-4A24-BA1C-862F0A17B5AC}"/>
              </a:ext>
            </a:extLst>
          </p:cNvPr>
          <p:cNvSpPr>
            <a:spLocks noGrp="1"/>
          </p:cNvSpPr>
          <p:nvPr/>
        </p:nvSpPr>
        <p:spPr>
          <a:xfrm>
            <a:off x="5967538" y="315368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2" name="b_small_bar_2375">
            <a:extLst>
              <a:ext uri="{FF2B5EF4-FFF2-40B4-BE49-F238E27FC236}">
                <a16:creationId xmlns:a16="http://schemas.microsoft.com/office/drawing/2014/main" id="{D097009F-9915-4127-8553-50B84FFE9BD9}"/>
              </a:ext>
            </a:extLst>
          </p:cNvPr>
          <p:cNvSpPr>
            <a:spLocks noGrp="1"/>
          </p:cNvSpPr>
          <p:nvPr/>
        </p:nvSpPr>
        <p:spPr>
          <a:xfrm>
            <a:off x="5699567" y="373600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3" name="b_small_bar_2376">
            <a:extLst>
              <a:ext uri="{FF2B5EF4-FFF2-40B4-BE49-F238E27FC236}">
                <a16:creationId xmlns:a16="http://schemas.microsoft.com/office/drawing/2014/main" id="{7C171928-5B68-4639-A408-C08F31049B72}"/>
              </a:ext>
            </a:extLst>
          </p:cNvPr>
          <p:cNvSpPr>
            <a:spLocks noGrp="1"/>
          </p:cNvSpPr>
          <p:nvPr/>
        </p:nvSpPr>
        <p:spPr>
          <a:xfrm>
            <a:off x="5724373" y="31292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4" name="b_small_bar_2377">
            <a:extLst>
              <a:ext uri="{FF2B5EF4-FFF2-40B4-BE49-F238E27FC236}">
                <a16:creationId xmlns:a16="http://schemas.microsoft.com/office/drawing/2014/main" id="{DC1FE0E2-4B14-4A54-B833-84E58481C81C}"/>
              </a:ext>
            </a:extLst>
          </p:cNvPr>
          <p:cNvSpPr>
            <a:spLocks noGrp="1"/>
          </p:cNvSpPr>
          <p:nvPr/>
        </p:nvSpPr>
        <p:spPr>
          <a:xfrm>
            <a:off x="5936845" y="439145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5" name="b_small_bar_2378">
            <a:extLst>
              <a:ext uri="{FF2B5EF4-FFF2-40B4-BE49-F238E27FC236}">
                <a16:creationId xmlns:a16="http://schemas.microsoft.com/office/drawing/2014/main" id="{B0F7CF31-B199-4AAE-B48A-FFEB36523F66}"/>
              </a:ext>
            </a:extLst>
          </p:cNvPr>
          <p:cNvSpPr>
            <a:spLocks noGrp="1"/>
          </p:cNvSpPr>
          <p:nvPr/>
        </p:nvSpPr>
        <p:spPr>
          <a:xfrm>
            <a:off x="588017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6" name="b_small_bar_2379">
            <a:extLst>
              <a:ext uri="{FF2B5EF4-FFF2-40B4-BE49-F238E27FC236}">
                <a16:creationId xmlns:a16="http://schemas.microsoft.com/office/drawing/2014/main" id="{02EBDF25-1974-40B3-B866-65D98447C113}"/>
              </a:ext>
            </a:extLst>
          </p:cNvPr>
          <p:cNvSpPr>
            <a:spLocks noGrp="1"/>
          </p:cNvSpPr>
          <p:nvPr/>
        </p:nvSpPr>
        <p:spPr>
          <a:xfrm>
            <a:off x="5840897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7" name="b_small_bar_2380">
            <a:extLst>
              <a:ext uri="{FF2B5EF4-FFF2-40B4-BE49-F238E27FC236}">
                <a16:creationId xmlns:a16="http://schemas.microsoft.com/office/drawing/2014/main" id="{2375ACEC-3F2D-41B7-878C-57C5BEADD0BB}"/>
              </a:ext>
            </a:extLst>
          </p:cNvPr>
          <p:cNvSpPr>
            <a:spLocks noGrp="1"/>
          </p:cNvSpPr>
          <p:nvPr/>
        </p:nvSpPr>
        <p:spPr>
          <a:xfrm>
            <a:off x="5792054" y="326840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8" name="b_small_bar_2381">
            <a:extLst>
              <a:ext uri="{FF2B5EF4-FFF2-40B4-BE49-F238E27FC236}">
                <a16:creationId xmlns:a16="http://schemas.microsoft.com/office/drawing/2014/main" id="{42568FA6-4B65-454D-913B-1C6ED1D7389C}"/>
              </a:ext>
            </a:extLst>
          </p:cNvPr>
          <p:cNvSpPr>
            <a:spLocks noGrp="1"/>
          </p:cNvSpPr>
          <p:nvPr/>
        </p:nvSpPr>
        <p:spPr>
          <a:xfrm>
            <a:off x="5877759" y="51797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9" name="b_small_bar_2382">
            <a:extLst>
              <a:ext uri="{FF2B5EF4-FFF2-40B4-BE49-F238E27FC236}">
                <a16:creationId xmlns:a16="http://schemas.microsoft.com/office/drawing/2014/main" id="{0F332D8B-B754-4330-82C4-7ED095A77072}"/>
              </a:ext>
            </a:extLst>
          </p:cNvPr>
          <p:cNvSpPr>
            <a:spLocks noGrp="1"/>
          </p:cNvSpPr>
          <p:nvPr/>
        </p:nvSpPr>
        <p:spPr>
          <a:xfrm>
            <a:off x="58196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0" name="b_small_bar_2383">
            <a:extLst>
              <a:ext uri="{FF2B5EF4-FFF2-40B4-BE49-F238E27FC236}">
                <a16:creationId xmlns:a16="http://schemas.microsoft.com/office/drawing/2014/main" id="{002E20E1-C65E-4BC8-9E85-BB88BE7E35E2}"/>
              </a:ext>
            </a:extLst>
          </p:cNvPr>
          <p:cNvSpPr>
            <a:spLocks noGrp="1"/>
          </p:cNvSpPr>
          <p:nvPr/>
        </p:nvSpPr>
        <p:spPr>
          <a:xfrm>
            <a:off x="580323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1" name="b_small_bar_2384">
            <a:extLst>
              <a:ext uri="{FF2B5EF4-FFF2-40B4-BE49-F238E27FC236}">
                <a16:creationId xmlns:a16="http://schemas.microsoft.com/office/drawing/2014/main" id="{82271187-9D94-42E7-8673-0264B008B3B4}"/>
              </a:ext>
            </a:extLst>
          </p:cNvPr>
          <p:cNvSpPr>
            <a:spLocks noGrp="1"/>
          </p:cNvSpPr>
          <p:nvPr/>
        </p:nvSpPr>
        <p:spPr>
          <a:xfrm>
            <a:off x="590296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2" name="b_small_bar_2385">
            <a:extLst>
              <a:ext uri="{FF2B5EF4-FFF2-40B4-BE49-F238E27FC236}">
                <a16:creationId xmlns:a16="http://schemas.microsoft.com/office/drawing/2014/main" id="{C9C2207F-7EDC-45A9-82B5-D7A08E5413FF}"/>
              </a:ext>
            </a:extLst>
          </p:cNvPr>
          <p:cNvSpPr>
            <a:spLocks noGrp="1"/>
          </p:cNvSpPr>
          <p:nvPr/>
        </p:nvSpPr>
        <p:spPr>
          <a:xfrm>
            <a:off x="5811725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3" name="b_small_bar_2386">
            <a:extLst>
              <a:ext uri="{FF2B5EF4-FFF2-40B4-BE49-F238E27FC236}">
                <a16:creationId xmlns:a16="http://schemas.microsoft.com/office/drawing/2014/main" id="{31DEC2E1-40F5-4E00-B80E-1243283F3533}"/>
              </a:ext>
            </a:extLst>
          </p:cNvPr>
          <p:cNvSpPr>
            <a:spLocks noGrp="1"/>
          </p:cNvSpPr>
          <p:nvPr/>
        </p:nvSpPr>
        <p:spPr>
          <a:xfrm>
            <a:off x="585806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4" name="b_small_bar_2387">
            <a:extLst>
              <a:ext uri="{FF2B5EF4-FFF2-40B4-BE49-F238E27FC236}">
                <a16:creationId xmlns:a16="http://schemas.microsoft.com/office/drawing/2014/main" id="{4ED6029F-6537-4D8A-976C-DFC66EA5AFC6}"/>
              </a:ext>
            </a:extLst>
          </p:cNvPr>
          <p:cNvSpPr>
            <a:spLocks noGrp="1"/>
          </p:cNvSpPr>
          <p:nvPr/>
        </p:nvSpPr>
        <p:spPr>
          <a:xfrm>
            <a:off x="5672039" y="533312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5" name="b_small_bar_2388">
            <a:extLst>
              <a:ext uri="{FF2B5EF4-FFF2-40B4-BE49-F238E27FC236}">
                <a16:creationId xmlns:a16="http://schemas.microsoft.com/office/drawing/2014/main" id="{99F4334D-54CE-4DA6-B5FA-F53E6ACBD645}"/>
              </a:ext>
            </a:extLst>
          </p:cNvPr>
          <p:cNvSpPr>
            <a:spLocks noGrp="1"/>
          </p:cNvSpPr>
          <p:nvPr/>
        </p:nvSpPr>
        <p:spPr>
          <a:xfrm>
            <a:off x="597448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6" name="b_small_bar_2389">
            <a:extLst>
              <a:ext uri="{FF2B5EF4-FFF2-40B4-BE49-F238E27FC236}">
                <a16:creationId xmlns:a16="http://schemas.microsoft.com/office/drawing/2014/main" id="{97BA4A0F-82C3-4AEB-8241-B5ECE8BA133B}"/>
              </a:ext>
            </a:extLst>
          </p:cNvPr>
          <p:cNvSpPr>
            <a:spLocks noGrp="1"/>
          </p:cNvSpPr>
          <p:nvPr/>
        </p:nvSpPr>
        <p:spPr>
          <a:xfrm>
            <a:off x="5814909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7" name="b_small_bar_2390">
            <a:extLst>
              <a:ext uri="{FF2B5EF4-FFF2-40B4-BE49-F238E27FC236}">
                <a16:creationId xmlns:a16="http://schemas.microsoft.com/office/drawing/2014/main" id="{8294BFBE-22A4-491C-B4A4-BA9EC7889786}"/>
              </a:ext>
            </a:extLst>
          </p:cNvPr>
          <p:cNvSpPr>
            <a:spLocks noGrp="1"/>
          </p:cNvSpPr>
          <p:nvPr/>
        </p:nvSpPr>
        <p:spPr>
          <a:xfrm>
            <a:off x="587472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8" name="b_small_bar_2391">
            <a:extLst>
              <a:ext uri="{FF2B5EF4-FFF2-40B4-BE49-F238E27FC236}">
                <a16:creationId xmlns:a16="http://schemas.microsoft.com/office/drawing/2014/main" id="{0A309D28-080B-4735-8E24-7FFC665F1C16}"/>
              </a:ext>
            </a:extLst>
          </p:cNvPr>
          <p:cNvSpPr>
            <a:spLocks noGrp="1"/>
          </p:cNvSpPr>
          <p:nvPr/>
        </p:nvSpPr>
        <p:spPr>
          <a:xfrm>
            <a:off x="5779744" y="464189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9" name="b_small_bar_2392">
            <a:extLst>
              <a:ext uri="{FF2B5EF4-FFF2-40B4-BE49-F238E27FC236}">
                <a16:creationId xmlns:a16="http://schemas.microsoft.com/office/drawing/2014/main" id="{0523D09C-B6C2-4B43-A3AD-24562E4477EA}"/>
              </a:ext>
            </a:extLst>
          </p:cNvPr>
          <p:cNvSpPr>
            <a:spLocks noGrp="1"/>
          </p:cNvSpPr>
          <p:nvPr/>
        </p:nvSpPr>
        <p:spPr>
          <a:xfrm>
            <a:off x="600144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0" name="b_small_bar_2393">
            <a:extLst>
              <a:ext uri="{FF2B5EF4-FFF2-40B4-BE49-F238E27FC236}">
                <a16:creationId xmlns:a16="http://schemas.microsoft.com/office/drawing/2014/main" id="{2C942A6F-7E63-4454-AFA8-769A701B58D7}"/>
              </a:ext>
            </a:extLst>
          </p:cNvPr>
          <p:cNvSpPr>
            <a:spLocks noGrp="1"/>
          </p:cNvSpPr>
          <p:nvPr/>
        </p:nvSpPr>
        <p:spPr>
          <a:xfrm>
            <a:off x="57631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1" name="b_small_bar_2394">
            <a:extLst>
              <a:ext uri="{FF2B5EF4-FFF2-40B4-BE49-F238E27FC236}">
                <a16:creationId xmlns:a16="http://schemas.microsoft.com/office/drawing/2014/main" id="{68492B05-07CE-416F-9758-320A586897EE}"/>
              </a:ext>
            </a:extLst>
          </p:cNvPr>
          <p:cNvSpPr>
            <a:spLocks noGrp="1"/>
          </p:cNvSpPr>
          <p:nvPr/>
        </p:nvSpPr>
        <p:spPr>
          <a:xfrm>
            <a:off x="5659780" y="52339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2" name="b_small_bar_2395">
            <a:extLst>
              <a:ext uri="{FF2B5EF4-FFF2-40B4-BE49-F238E27FC236}">
                <a16:creationId xmlns:a16="http://schemas.microsoft.com/office/drawing/2014/main" id="{EF834A47-15AD-454A-95B1-8080BDD250FD}"/>
              </a:ext>
            </a:extLst>
          </p:cNvPr>
          <p:cNvSpPr>
            <a:spLocks noGrp="1"/>
          </p:cNvSpPr>
          <p:nvPr/>
        </p:nvSpPr>
        <p:spPr>
          <a:xfrm>
            <a:off x="568083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3" name="b_small_bar_2396">
            <a:extLst>
              <a:ext uri="{FF2B5EF4-FFF2-40B4-BE49-F238E27FC236}">
                <a16:creationId xmlns:a16="http://schemas.microsoft.com/office/drawing/2014/main" id="{0B328881-2A80-4722-950C-54162C1B4D15}"/>
              </a:ext>
            </a:extLst>
          </p:cNvPr>
          <p:cNvSpPr>
            <a:spLocks noGrp="1"/>
          </p:cNvSpPr>
          <p:nvPr/>
        </p:nvSpPr>
        <p:spPr>
          <a:xfrm>
            <a:off x="5871121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4" name="b_small_bar_2397">
            <a:extLst>
              <a:ext uri="{FF2B5EF4-FFF2-40B4-BE49-F238E27FC236}">
                <a16:creationId xmlns:a16="http://schemas.microsoft.com/office/drawing/2014/main" id="{7A38E8C3-080F-4A16-9520-30BB74AF0EC1}"/>
              </a:ext>
            </a:extLst>
          </p:cNvPr>
          <p:cNvSpPr>
            <a:spLocks noGrp="1"/>
          </p:cNvSpPr>
          <p:nvPr/>
        </p:nvSpPr>
        <p:spPr>
          <a:xfrm>
            <a:off x="599046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5" name="b_small_bar_2398">
            <a:extLst>
              <a:ext uri="{FF2B5EF4-FFF2-40B4-BE49-F238E27FC236}">
                <a16:creationId xmlns:a16="http://schemas.microsoft.com/office/drawing/2014/main" id="{43C849EE-55AE-4AA3-8CB1-DBF5CF75BE71}"/>
              </a:ext>
            </a:extLst>
          </p:cNvPr>
          <p:cNvSpPr>
            <a:spLocks noGrp="1"/>
          </p:cNvSpPr>
          <p:nvPr/>
        </p:nvSpPr>
        <p:spPr>
          <a:xfrm>
            <a:off x="572937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6" name="b_small_bar_2399">
            <a:extLst>
              <a:ext uri="{FF2B5EF4-FFF2-40B4-BE49-F238E27FC236}">
                <a16:creationId xmlns:a16="http://schemas.microsoft.com/office/drawing/2014/main" id="{1034D5D4-9A42-42F1-BD23-50833725D590}"/>
              </a:ext>
            </a:extLst>
          </p:cNvPr>
          <p:cNvSpPr>
            <a:spLocks noGrp="1"/>
          </p:cNvSpPr>
          <p:nvPr/>
        </p:nvSpPr>
        <p:spPr>
          <a:xfrm>
            <a:off x="583143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7" name="b_small_bar_2400">
            <a:extLst>
              <a:ext uri="{FF2B5EF4-FFF2-40B4-BE49-F238E27FC236}">
                <a16:creationId xmlns:a16="http://schemas.microsoft.com/office/drawing/2014/main" id="{1B691BA8-9D32-43DD-9FB6-A63EB04412FC}"/>
              </a:ext>
            </a:extLst>
          </p:cNvPr>
          <p:cNvSpPr>
            <a:spLocks noGrp="1"/>
          </p:cNvSpPr>
          <p:nvPr/>
        </p:nvSpPr>
        <p:spPr>
          <a:xfrm>
            <a:off x="5709767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8" name="b_small_bar_2401">
            <a:extLst>
              <a:ext uri="{FF2B5EF4-FFF2-40B4-BE49-F238E27FC236}">
                <a16:creationId xmlns:a16="http://schemas.microsoft.com/office/drawing/2014/main" id="{4FB43F2E-9339-49C1-834E-B9467633EDB8}"/>
              </a:ext>
            </a:extLst>
          </p:cNvPr>
          <p:cNvSpPr>
            <a:spLocks noGrp="1"/>
          </p:cNvSpPr>
          <p:nvPr/>
        </p:nvSpPr>
        <p:spPr>
          <a:xfrm>
            <a:off x="5809391" y="593525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9" name="b_small_bar_2402">
            <a:extLst>
              <a:ext uri="{FF2B5EF4-FFF2-40B4-BE49-F238E27FC236}">
                <a16:creationId xmlns:a16="http://schemas.microsoft.com/office/drawing/2014/main" id="{CA5BB466-2AEC-4C02-B184-669C888619EB}"/>
              </a:ext>
            </a:extLst>
          </p:cNvPr>
          <p:cNvSpPr>
            <a:spLocks noGrp="1"/>
          </p:cNvSpPr>
          <p:nvPr/>
        </p:nvSpPr>
        <p:spPr>
          <a:xfrm>
            <a:off x="595282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0" name="b_small_bar_2403">
            <a:extLst>
              <a:ext uri="{FF2B5EF4-FFF2-40B4-BE49-F238E27FC236}">
                <a16:creationId xmlns:a16="http://schemas.microsoft.com/office/drawing/2014/main" id="{DB01AA72-E8B0-45DF-A297-826A6CE7BE23}"/>
              </a:ext>
            </a:extLst>
          </p:cNvPr>
          <p:cNvSpPr>
            <a:spLocks noGrp="1"/>
          </p:cNvSpPr>
          <p:nvPr/>
        </p:nvSpPr>
        <p:spPr>
          <a:xfrm>
            <a:off x="5742407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1" name="b_small_bar_2404">
            <a:extLst>
              <a:ext uri="{FF2B5EF4-FFF2-40B4-BE49-F238E27FC236}">
                <a16:creationId xmlns:a16="http://schemas.microsoft.com/office/drawing/2014/main" id="{C736F5FF-FAAF-4256-AA02-19F9809DE491}"/>
              </a:ext>
            </a:extLst>
          </p:cNvPr>
          <p:cNvSpPr>
            <a:spLocks noGrp="1"/>
          </p:cNvSpPr>
          <p:nvPr/>
        </p:nvSpPr>
        <p:spPr>
          <a:xfrm>
            <a:off x="602287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2" name="b_small_bar_2405">
            <a:extLst>
              <a:ext uri="{FF2B5EF4-FFF2-40B4-BE49-F238E27FC236}">
                <a16:creationId xmlns:a16="http://schemas.microsoft.com/office/drawing/2014/main" id="{D839FB53-133C-49B1-BD6B-ACF3ECE2BAE4}"/>
              </a:ext>
            </a:extLst>
          </p:cNvPr>
          <p:cNvSpPr>
            <a:spLocks noGrp="1"/>
          </p:cNvSpPr>
          <p:nvPr/>
        </p:nvSpPr>
        <p:spPr>
          <a:xfrm>
            <a:off x="581723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3" name="b_small_bar_2406">
            <a:extLst>
              <a:ext uri="{FF2B5EF4-FFF2-40B4-BE49-F238E27FC236}">
                <a16:creationId xmlns:a16="http://schemas.microsoft.com/office/drawing/2014/main" id="{C7EF2620-1B53-4864-9FF7-0BCE49F9CBFF}"/>
              </a:ext>
            </a:extLst>
          </p:cNvPr>
          <p:cNvSpPr>
            <a:spLocks noGrp="1"/>
          </p:cNvSpPr>
          <p:nvPr/>
        </p:nvSpPr>
        <p:spPr>
          <a:xfrm>
            <a:off x="5720111" y="307483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4" name="b_small_bar_2407">
            <a:extLst>
              <a:ext uri="{FF2B5EF4-FFF2-40B4-BE49-F238E27FC236}">
                <a16:creationId xmlns:a16="http://schemas.microsoft.com/office/drawing/2014/main" id="{5111FC0E-64DE-467B-AA33-F0853B3AAAA1}"/>
              </a:ext>
            </a:extLst>
          </p:cNvPr>
          <p:cNvSpPr>
            <a:spLocks noGrp="1"/>
          </p:cNvSpPr>
          <p:nvPr/>
        </p:nvSpPr>
        <p:spPr>
          <a:xfrm>
            <a:off x="585226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5" name="b_small_bar_2408">
            <a:extLst>
              <a:ext uri="{FF2B5EF4-FFF2-40B4-BE49-F238E27FC236}">
                <a16:creationId xmlns:a16="http://schemas.microsoft.com/office/drawing/2014/main" id="{700D5588-F9BB-4A5B-AE2D-2FC6CE749B5D}"/>
              </a:ext>
            </a:extLst>
          </p:cNvPr>
          <p:cNvSpPr>
            <a:spLocks noGrp="1"/>
          </p:cNvSpPr>
          <p:nvPr/>
        </p:nvSpPr>
        <p:spPr>
          <a:xfrm>
            <a:off x="5675432" y="51427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6" name="b_small_bar_2409">
            <a:extLst>
              <a:ext uri="{FF2B5EF4-FFF2-40B4-BE49-F238E27FC236}">
                <a16:creationId xmlns:a16="http://schemas.microsoft.com/office/drawing/2014/main" id="{ACE4D4BE-B5F4-4E04-B389-33A8849BD533}"/>
              </a:ext>
            </a:extLst>
          </p:cNvPr>
          <p:cNvSpPr>
            <a:spLocks noGrp="1"/>
          </p:cNvSpPr>
          <p:nvPr/>
        </p:nvSpPr>
        <p:spPr>
          <a:xfrm>
            <a:off x="5646208" y="58740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7" name="b_small_bar_2410">
            <a:extLst>
              <a:ext uri="{FF2B5EF4-FFF2-40B4-BE49-F238E27FC236}">
                <a16:creationId xmlns:a16="http://schemas.microsoft.com/office/drawing/2014/main" id="{08E9D0F6-24D7-49DC-8E10-ADA0619FC159}"/>
              </a:ext>
            </a:extLst>
          </p:cNvPr>
          <p:cNvSpPr>
            <a:spLocks noGrp="1"/>
          </p:cNvSpPr>
          <p:nvPr/>
        </p:nvSpPr>
        <p:spPr>
          <a:xfrm>
            <a:off x="5751654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8" name="b_small_bar_2411">
            <a:extLst>
              <a:ext uri="{FF2B5EF4-FFF2-40B4-BE49-F238E27FC236}">
                <a16:creationId xmlns:a16="http://schemas.microsoft.com/office/drawing/2014/main" id="{91EBE9EE-8958-449A-A88D-E2B2C638B451}"/>
              </a:ext>
            </a:extLst>
          </p:cNvPr>
          <p:cNvSpPr>
            <a:spLocks noGrp="1"/>
          </p:cNvSpPr>
          <p:nvPr/>
        </p:nvSpPr>
        <p:spPr>
          <a:xfrm>
            <a:off x="578152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9" name="b_small_bar_2412">
            <a:extLst>
              <a:ext uri="{FF2B5EF4-FFF2-40B4-BE49-F238E27FC236}">
                <a16:creationId xmlns:a16="http://schemas.microsoft.com/office/drawing/2014/main" id="{53A0D54E-4C3F-472D-A12A-0FE9BE696897}"/>
              </a:ext>
            </a:extLst>
          </p:cNvPr>
          <p:cNvSpPr>
            <a:spLocks noGrp="1"/>
          </p:cNvSpPr>
          <p:nvPr/>
        </p:nvSpPr>
        <p:spPr>
          <a:xfrm>
            <a:off x="5721166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0" name="b_small_bar_2413">
            <a:extLst>
              <a:ext uri="{FF2B5EF4-FFF2-40B4-BE49-F238E27FC236}">
                <a16:creationId xmlns:a16="http://schemas.microsoft.com/office/drawing/2014/main" id="{E4B7AD0B-D80B-48F4-880F-14AE104B423E}"/>
              </a:ext>
            </a:extLst>
          </p:cNvPr>
          <p:cNvSpPr>
            <a:spLocks noGrp="1"/>
          </p:cNvSpPr>
          <p:nvPr/>
        </p:nvSpPr>
        <p:spPr>
          <a:xfrm>
            <a:off x="5913417" y="34183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1" name="b_small_bar_2414">
            <a:extLst>
              <a:ext uri="{FF2B5EF4-FFF2-40B4-BE49-F238E27FC236}">
                <a16:creationId xmlns:a16="http://schemas.microsoft.com/office/drawing/2014/main" id="{6339F982-57C7-4597-8110-B15E35582D98}"/>
              </a:ext>
            </a:extLst>
          </p:cNvPr>
          <p:cNvSpPr>
            <a:spLocks noGrp="1"/>
          </p:cNvSpPr>
          <p:nvPr/>
        </p:nvSpPr>
        <p:spPr>
          <a:xfrm>
            <a:off x="589898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2" name="b_small_bar_2415">
            <a:extLst>
              <a:ext uri="{FF2B5EF4-FFF2-40B4-BE49-F238E27FC236}">
                <a16:creationId xmlns:a16="http://schemas.microsoft.com/office/drawing/2014/main" id="{897262E2-0E3C-4AEC-9E29-EE6C7B54D71F}"/>
              </a:ext>
            </a:extLst>
          </p:cNvPr>
          <p:cNvSpPr>
            <a:spLocks noGrp="1"/>
          </p:cNvSpPr>
          <p:nvPr/>
        </p:nvSpPr>
        <p:spPr>
          <a:xfrm>
            <a:off x="589100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3" name="b_small_bar_2416">
            <a:extLst>
              <a:ext uri="{FF2B5EF4-FFF2-40B4-BE49-F238E27FC236}">
                <a16:creationId xmlns:a16="http://schemas.microsoft.com/office/drawing/2014/main" id="{3B23580D-A7C9-4C02-BA6A-028043368955}"/>
              </a:ext>
            </a:extLst>
          </p:cNvPr>
          <p:cNvSpPr>
            <a:spLocks noGrp="1"/>
          </p:cNvSpPr>
          <p:nvPr/>
        </p:nvSpPr>
        <p:spPr>
          <a:xfrm>
            <a:off x="5999367" y="545755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4" name="b_small_bar_2417">
            <a:extLst>
              <a:ext uri="{FF2B5EF4-FFF2-40B4-BE49-F238E27FC236}">
                <a16:creationId xmlns:a16="http://schemas.microsoft.com/office/drawing/2014/main" id="{FD2C5AE9-5B24-4B29-AA39-DBDC3215F465}"/>
              </a:ext>
            </a:extLst>
          </p:cNvPr>
          <p:cNvSpPr>
            <a:spLocks noGrp="1"/>
          </p:cNvSpPr>
          <p:nvPr/>
        </p:nvSpPr>
        <p:spPr>
          <a:xfrm>
            <a:off x="5979188" y="37932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5" name="b_small_bar_2418">
            <a:extLst>
              <a:ext uri="{FF2B5EF4-FFF2-40B4-BE49-F238E27FC236}">
                <a16:creationId xmlns:a16="http://schemas.microsoft.com/office/drawing/2014/main" id="{2394B7A5-5E42-41B7-9B7A-20604570DE7B}"/>
              </a:ext>
            </a:extLst>
          </p:cNvPr>
          <p:cNvSpPr>
            <a:spLocks noGrp="1"/>
          </p:cNvSpPr>
          <p:nvPr/>
        </p:nvSpPr>
        <p:spPr>
          <a:xfrm>
            <a:off x="568729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6" name="b_small_bar_2419">
            <a:extLst>
              <a:ext uri="{FF2B5EF4-FFF2-40B4-BE49-F238E27FC236}">
                <a16:creationId xmlns:a16="http://schemas.microsoft.com/office/drawing/2014/main" id="{CC79F713-176C-4B74-A765-8311A643D755}"/>
              </a:ext>
            </a:extLst>
          </p:cNvPr>
          <p:cNvSpPr>
            <a:spLocks noGrp="1"/>
          </p:cNvSpPr>
          <p:nvPr/>
        </p:nvSpPr>
        <p:spPr>
          <a:xfrm>
            <a:off x="5892110" y="599102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7" name="b_small_bar_2420">
            <a:extLst>
              <a:ext uri="{FF2B5EF4-FFF2-40B4-BE49-F238E27FC236}">
                <a16:creationId xmlns:a16="http://schemas.microsoft.com/office/drawing/2014/main" id="{C7B63B31-A5BA-43CF-8AFC-D2BEC11AD831}"/>
              </a:ext>
            </a:extLst>
          </p:cNvPr>
          <p:cNvSpPr>
            <a:spLocks noGrp="1"/>
          </p:cNvSpPr>
          <p:nvPr/>
        </p:nvSpPr>
        <p:spPr>
          <a:xfrm>
            <a:off x="5702699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8" name="b_small_bar_2421">
            <a:extLst>
              <a:ext uri="{FF2B5EF4-FFF2-40B4-BE49-F238E27FC236}">
                <a16:creationId xmlns:a16="http://schemas.microsoft.com/office/drawing/2014/main" id="{611DF37A-AC4B-44C8-97B8-1C416E13D625}"/>
              </a:ext>
            </a:extLst>
          </p:cNvPr>
          <p:cNvSpPr>
            <a:spLocks noGrp="1"/>
          </p:cNvSpPr>
          <p:nvPr/>
        </p:nvSpPr>
        <p:spPr>
          <a:xfrm>
            <a:off x="5734085" y="32895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9" name="b_small_bar_2422">
            <a:extLst>
              <a:ext uri="{FF2B5EF4-FFF2-40B4-BE49-F238E27FC236}">
                <a16:creationId xmlns:a16="http://schemas.microsoft.com/office/drawing/2014/main" id="{EAD1F935-4B0C-4048-8659-5E95AA689A17}"/>
              </a:ext>
            </a:extLst>
          </p:cNvPr>
          <p:cNvSpPr>
            <a:spLocks noGrp="1"/>
          </p:cNvSpPr>
          <p:nvPr/>
        </p:nvSpPr>
        <p:spPr>
          <a:xfrm>
            <a:off x="59385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0" name="b_small_bar_2423">
            <a:extLst>
              <a:ext uri="{FF2B5EF4-FFF2-40B4-BE49-F238E27FC236}">
                <a16:creationId xmlns:a16="http://schemas.microsoft.com/office/drawing/2014/main" id="{C997D675-4C0A-4359-B38D-EAAB59490F9E}"/>
              </a:ext>
            </a:extLst>
          </p:cNvPr>
          <p:cNvSpPr>
            <a:spLocks noGrp="1"/>
          </p:cNvSpPr>
          <p:nvPr/>
        </p:nvSpPr>
        <p:spPr>
          <a:xfrm>
            <a:off x="5820491" y="32895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1" name="b_small_bar_2424">
            <a:extLst>
              <a:ext uri="{FF2B5EF4-FFF2-40B4-BE49-F238E27FC236}">
                <a16:creationId xmlns:a16="http://schemas.microsoft.com/office/drawing/2014/main" id="{37FF06E2-DC52-4811-999E-FDF9E83B1D38}"/>
              </a:ext>
            </a:extLst>
          </p:cNvPr>
          <p:cNvSpPr>
            <a:spLocks noGrp="1"/>
          </p:cNvSpPr>
          <p:nvPr/>
        </p:nvSpPr>
        <p:spPr>
          <a:xfrm>
            <a:off x="5779039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2" name="b_small_bar_2425">
            <a:extLst>
              <a:ext uri="{FF2B5EF4-FFF2-40B4-BE49-F238E27FC236}">
                <a16:creationId xmlns:a16="http://schemas.microsoft.com/office/drawing/2014/main" id="{27E45CC1-4A4F-42A8-81E9-A587F8BBEDA2}"/>
              </a:ext>
            </a:extLst>
          </p:cNvPr>
          <p:cNvSpPr>
            <a:spLocks noGrp="1"/>
          </p:cNvSpPr>
          <p:nvPr/>
        </p:nvSpPr>
        <p:spPr>
          <a:xfrm>
            <a:off x="586278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3" name="b_small_bar_2426">
            <a:extLst>
              <a:ext uri="{FF2B5EF4-FFF2-40B4-BE49-F238E27FC236}">
                <a16:creationId xmlns:a16="http://schemas.microsoft.com/office/drawing/2014/main" id="{4256FCDD-F9B1-448C-A445-AB90AB1126F5}"/>
              </a:ext>
            </a:extLst>
          </p:cNvPr>
          <p:cNvSpPr>
            <a:spLocks noGrp="1"/>
          </p:cNvSpPr>
          <p:nvPr/>
        </p:nvSpPr>
        <p:spPr>
          <a:xfrm>
            <a:off x="5895309" y="2541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4" name="b_small_bar_2427">
            <a:extLst>
              <a:ext uri="{FF2B5EF4-FFF2-40B4-BE49-F238E27FC236}">
                <a16:creationId xmlns:a16="http://schemas.microsoft.com/office/drawing/2014/main" id="{3D01C9F2-5597-4A48-93C5-D434664B9FC7}"/>
              </a:ext>
            </a:extLst>
          </p:cNvPr>
          <p:cNvSpPr>
            <a:spLocks noGrp="1"/>
          </p:cNvSpPr>
          <p:nvPr/>
        </p:nvSpPr>
        <p:spPr>
          <a:xfrm>
            <a:off x="575498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5" name="b_small_bar_2428">
            <a:extLst>
              <a:ext uri="{FF2B5EF4-FFF2-40B4-BE49-F238E27FC236}">
                <a16:creationId xmlns:a16="http://schemas.microsoft.com/office/drawing/2014/main" id="{738C00F3-7E7A-4996-914C-8D43C33157AA}"/>
              </a:ext>
            </a:extLst>
          </p:cNvPr>
          <p:cNvSpPr>
            <a:spLocks noGrp="1"/>
          </p:cNvSpPr>
          <p:nvPr/>
        </p:nvSpPr>
        <p:spPr>
          <a:xfrm>
            <a:off x="5647051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6" name="b_small_bar_2429">
            <a:extLst>
              <a:ext uri="{FF2B5EF4-FFF2-40B4-BE49-F238E27FC236}">
                <a16:creationId xmlns:a16="http://schemas.microsoft.com/office/drawing/2014/main" id="{DFCEC4A9-968D-412B-85DF-D9C539B525DD}"/>
              </a:ext>
            </a:extLst>
          </p:cNvPr>
          <p:cNvSpPr>
            <a:spLocks noGrp="1"/>
          </p:cNvSpPr>
          <p:nvPr/>
        </p:nvSpPr>
        <p:spPr>
          <a:xfrm>
            <a:off x="5908774" y="402205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7" name="b_small_bar_2430">
            <a:extLst>
              <a:ext uri="{FF2B5EF4-FFF2-40B4-BE49-F238E27FC236}">
                <a16:creationId xmlns:a16="http://schemas.microsoft.com/office/drawing/2014/main" id="{A35255B7-A94A-4EAC-A463-E1DA3E6580E0}"/>
              </a:ext>
            </a:extLst>
          </p:cNvPr>
          <p:cNvSpPr>
            <a:spLocks noGrp="1"/>
          </p:cNvSpPr>
          <p:nvPr/>
        </p:nvSpPr>
        <p:spPr>
          <a:xfrm>
            <a:off x="57437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8" name="b_small_bar_2431">
            <a:extLst>
              <a:ext uri="{FF2B5EF4-FFF2-40B4-BE49-F238E27FC236}">
                <a16:creationId xmlns:a16="http://schemas.microsoft.com/office/drawing/2014/main" id="{5BF1A450-B72F-4574-90F0-05B9B87DD5F6}"/>
              </a:ext>
            </a:extLst>
          </p:cNvPr>
          <p:cNvSpPr>
            <a:spLocks noGrp="1"/>
          </p:cNvSpPr>
          <p:nvPr/>
        </p:nvSpPr>
        <p:spPr>
          <a:xfrm>
            <a:off x="563523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9" name="b_small_bar_2432">
            <a:extLst>
              <a:ext uri="{FF2B5EF4-FFF2-40B4-BE49-F238E27FC236}">
                <a16:creationId xmlns:a16="http://schemas.microsoft.com/office/drawing/2014/main" id="{221DEA6A-DBD9-4B82-82E0-AEB6E85B2C36}"/>
              </a:ext>
            </a:extLst>
          </p:cNvPr>
          <p:cNvSpPr>
            <a:spLocks noGrp="1"/>
          </p:cNvSpPr>
          <p:nvPr/>
        </p:nvSpPr>
        <p:spPr>
          <a:xfrm>
            <a:off x="57996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0" name="b_small_bar_2433">
            <a:extLst>
              <a:ext uri="{FF2B5EF4-FFF2-40B4-BE49-F238E27FC236}">
                <a16:creationId xmlns:a16="http://schemas.microsoft.com/office/drawing/2014/main" id="{B8725E20-7509-408B-A739-010775B81DAA}"/>
              </a:ext>
            </a:extLst>
          </p:cNvPr>
          <p:cNvSpPr>
            <a:spLocks noGrp="1"/>
          </p:cNvSpPr>
          <p:nvPr/>
        </p:nvSpPr>
        <p:spPr>
          <a:xfrm>
            <a:off x="5719865" y="532993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1" name="b_small_bar_2434">
            <a:extLst>
              <a:ext uri="{FF2B5EF4-FFF2-40B4-BE49-F238E27FC236}">
                <a16:creationId xmlns:a16="http://schemas.microsoft.com/office/drawing/2014/main" id="{EC4214C1-B57B-4501-B4EA-0708DFB1502C}"/>
              </a:ext>
            </a:extLst>
          </p:cNvPr>
          <p:cNvSpPr>
            <a:spLocks noGrp="1"/>
          </p:cNvSpPr>
          <p:nvPr/>
        </p:nvSpPr>
        <p:spPr>
          <a:xfrm>
            <a:off x="572898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2" name="b_small_bar_2435">
            <a:extLst>
              <a:ext uri="{FF2B5EF4-FFF2-40B4-BE49-F238E27FC236}">
                <a16:creationId xmlns:a16="http://schemas.microsoft.com/office/drawing/2014/main" id="{0E593C0D-EDD7-4D76-A97D-3CC53B6A90CD}"/>
              </a:ext>
            </a:extLst>
          </p:cNvPr>
          <p:cNvSpPr>
            <a:spLocks noGrp="1"/>
          </p:cNvSpPr>
          <p:nvPr/>
        </p:nvSpPr>
        <p:spPr>
          <a:xfrm>
            <a:off x="5743668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3" name="b_small_bar_2436">
            <a:extLst>
              <a:ext uri="{FF2B5EF4-FFF2-40B4-BE49-F238E27FC236}">
                <a16:creationId xmlns:a16="http://schemas.microsoft.com/office/drawing/2014/main" id="{693CE621-5E9B-4BCB-B258-7FD1C90D1EAE}"/>
              </a:ext>
            </a:extLst>
          </p:cNvPr>
          <p:cNvSpPr>
            <a:spLocks noGrp="1"/>
          </p:cNvSpPr>
          <p:nvPr/>
        </p:nvSpPr>
        <p:spPr>
          <a:xfrm>
            <a:off x="56838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4" name="b_small_bar_2437">
            <a:extLst>
              <a:ext uri="{FF2B5EF4-FFF2-40B4-BE49-F238E27FC236}">
                <a16:creationId xmlns:a16="http://schemas.microsoft.com/office/drawing/2014/main" id="{B5F19587-E538-4A33-BBA1-8841201DD3F1}"/>
              </a:ext>
            </a:extLst>
          </p:cNvPr>
          <p:cNvSpPr>
            <a:spLocks noGrp="1"/>
          </p:cNvSpPr>
          <p:nvPr/>
        </p:nvSpPr>
        <p:spPr>
          <a:xfrm>
            <a:off x="5841334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5" name="b_small_bar_2438">
            <a:extLst>
              <a:ext uri="{FF2B5EF4-FFF2-40B4-BE49-F238E27FC236}">
                <a16:creationId xmlns:a16="http://schemas.microsoft.com/office/drawing/2014/main" id="{6F152174-9E73-47EB-B6E7-F3B320D1ED5F}"/>
              </a:ext>
            </a:extLst>
          </p:cNvPr>
          <p:cNvSpPr>
            <a:spLocks noGrp="1"/>
          </p:cNvSpPr>
          <p:nvPr/>
        </p:nvSpPr>
        <p:spPr>
          <a:xfrm>
            <a:off x="5836926" y="247377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6" name="b_small_bar_2439">
            <a:extLst>
              <a:ext uri="{FF2B5EF4-FFF2-40B4-BE49-F238E27FC236}">
                <a16:creationId xmlns:a16="http://schemas.microsoft.com/office/drawing/2014/main" id="{8AB3FF01-981B-4477-A601-8CEF7D6F2D34}"/>
              </a:ext>
            </a:extLst>
          </p:cNvPr>
          <p:cNvSpPr>
            <a:spLocks noGrp="1"/>
          </p:cNvSpPr>
          <p:nvPr/>
        </p:nvSpPr>
        <p:spPr>
          <a:xfrm>
            <a:off x="5873394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7" name="b_small_bar_2440">
            <a:extLst>
              <a:ext uri="{FF2B5EF4-FFF2-40B4-BE49-F238E27FC236}">
                <a16:creationId xmlns:a16="http://schemas.microsoft.com/office/drawing/2014/main" id="{3CC9C352-8A44-4450-9C3D-49AC461E0EC2}"/>
              </a:ext>
            </a:extLst>
          </p:cNvPr>
          <p:cNvSpPr>
            <a:spLocks noGrp="1"/>
          </p:cNvSpPr>
          <p:nvPr/>
        </p:nvSpPr>
        <p:spPr>
          <a:xfrm>
            <a:off x="564310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8" name="b_small_bar_2441">
            <a:extLst>
              <a:ext uri="{FF2B5EF4-FFF2-40B4-BE49-F238E27FC236}">
                <a16:creationId xmlns:a16="http://schemas.microsoft.com/office/drawing/2014/main" id="{20B2B61B-DBC1-4DBE-AE93-2018F82EEC42}"/>
              </a:ext>
            </a:extLst>
          </p:cNvPr>
          <p:cNvSpPr>
            <a:spLocks noGrp="1"/>
          </p:cNvSpPr>
          <p:nvPr/>
        </p:nvSpPr>
        <p:spPr>
          <a:xfrm>
            <a:off x="5992816" y="593794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9" name="b_small_bar_2442">
            <a:extLst>
              <a:ext uri="{FF2B5EF4-FFF2-40B4-BE49-F238E27FC236}">
                <a16:creationId xmlns:a16="http://schemas.microsoft.com/office/drawing/2014/main" id="{DBD6C93D-FEFF-498E-9A9E-A0334E91B5DD}"/>
              </a:ext>
            </a:extLst>
          </p:cNvPr>
          <p:cNvSpPr>
            <a:spLocks noGrp="1"/>
          </p:cNvSpPr>
          <p:nvPr/>
        </p:nvSpPr>
        <p:spPr>
          <a:xfrm>
            <a:off x="5875788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0" name="b_small_bar_2443">
            <a:extLst>
              <a:ext uri="{FF2B5EF4-FFF2-40B4-BE49-F238E27FC236}">
                <a16:creationId xmlns:a16="http://schemas.microsoft.com/office/drawing/2014/main" id="{8EF6D235-E61B-48C6-A29C-BFFA7285C3DC}"/>
              </a:ext>
            </a:extLst>
          </p:cNvPr>
          <p:cNvSpPr>
            <a:spLocks noGrp="1"/>
          </p:cNvSpPr>
          <p:nvPr/>
        </p:nvSpPr>
        <p:spPr>
          <a:xfrm>
            <a:off x="568003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1" name="b_small_bar_2444">
            <a:extLst>
              <a:ext uri="{FF2B5EF4-FFF2-40B4-BE49-F238E27FC236}">
                <a16:creationId xmlns:a16="http://schemas.microsoft.com/office/drawing/2014/main" id="{2AC3D58A-D478-47ED-A85B-5378C227283A}"/>
              </a:ext>
            </a:extLst>
          </p:cNvPr>
          <p:cNvSpPr>
            <a:spLocks noGrp="1"/>
          </p:cNvSpPr>
          <p:nvPr/>
        </p:nvSpPr>
        <p:spPr>
          <a:xfrm>
            <a:off x="5694175" y="513992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2" name="b_small_bar_2445">
            <a:extLst>
              <a:ext uri="{FF2B5EF4-FFF2-40B4-BE49-F238E27FC236}">
                <a16:creationId xmlns:a16="http://schemas.microsoft.com/office/drawing/2014/main" id="{DD264199-508C-4711-BD3B-23596227CC11}"/>
              </a:ext>
            </a:extLst>
          </p:cNvPr>
          <p:cNvSpPr>
            <a:spLocks noGrp="1"/>
          </p:cNvSpPr>
          <p:nvPr/>
        </p:nvSpPr>
        <p:spPr>
          <a:xfrm>
            <a:off x="60246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3" name="b_small_bar_2446">
            <a:extLst>
              <a:ext uri="{FF2B5EF4-FFF2-40B4-BE49-F238E27FC236}">
                <a16:creationId xmlns:a16="http://schemas.microsoft.com/office/drawing/2014/main" id="{739F49DB-A026-49A6-8E3F-36EDFA394615}"/>
              </a:ext>
            </a:extLst>
          </p:cNvPr>
          <p:cNvSpPr>
            <a:spLocks noGrp="1"/>
          </p:cNvSpPr>
          <p:nvPr/>
        </p:nvSpPr>
        <p:spPr>
          <a:xfrm>
            <a:off x="577747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4" name="b_small_bar_2447">
            <a:extLst>
              <a:ext uri="{FF2B5EF4-FFF2-40B4-BE49-F238E27FC236}">
                <a16:creationId xmlns:a16="http://schemas.microsoft.com/office/drawing/2014/main" id="{59B08159-0DBE-4C91-A424-43CDBBA80E8C}"/>
              </a:ext>
            </a:extLst>
          </p:cNvPr>
          <p:cNvSpPr>
            <a:spLocks noGrp="1"/>
          </p:cNvSpPr>
          <p:nvPr/>
        </p:nvSpPr>
        <p:spPr>
          <a:xfrm>
            <a:off x="5840155" y="58740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5" name="b_small_bar_2448">
            <a:extLst>
              <a:ext uri="{FF2B5EF4-FFF2-40B4-BE49-F238E27FC236}">
                <a16:creationId xmlns:a16="http://schemas.microsoft.com/office/drawing/2014/main" id="{CFF9EE6C-BE7D-44E9-BB96-E75ECA81E25F}"/>
              </a:ext>
            </a:extLst>
          </p:cNvPr>
          <p:cNvSpPr>
            <a:spLocks noGrp="1"/>
          </p:cNvSpPr>
          <p:nvPr/>
        </p:nvSpPr>
        <p:spPr>
          <a:xfrm>
            <a:off x="5798689" y="51773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6" name="b_small_bar_2449">
            <a:extLst>
              <a:ext uri="{FF2B5EF4-FFF2-40B4-BE49-F238E27FC236}">
                <a16:creationId xmlns:a16="http://schemas.microsoft.com/office/drawing/2014/main" id="{3FBB9D80-07C9-420C-B8B3-6A31530CB6F7}"/>
              </a:ext>
            </a:extLst>
          </p:cNvPr>
          <p:cNvSpPr>
            <a:spLocks noGrp="1"/>
          </p:cNvSpPr>
          <p:nvPr/>
        </p:nvSpPr>
        <p:spPr>
          <a:xfrm>
            <a:off x="5652591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7" name="b_small_bar_2450">
            <a:extLst>
              <a:ext uri="{FF2B5EF4-FFF2-40B4-BE49-F238E27FC236}">
                <a16:creationId xmlns:a16="http://schemas.microsoft.com/office/drawing/2014/main" id="{30FDC3AA-2945-49CD-958B-99C2E7520953}"/>
              </a:ext>
            </a:extLst>
          </p:cNvPr>
          <p:cNvSpPr>
            <a:spLocks noGrp="1"/>
          </p:cNvSpPr>
          <p:nvPr/>
        </p:nvSpPr>
        <p:spPr>
          <a:xfrm>
            <a:off x="569691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8" name="b_small_bar_2451">
            <a:extLst>
              <a:ext uri="{FF2B5EF4-FFF2-40B4-BE49-F238E27FC236}">
                <a16:creationId xmlns:a16="http://schemas.microsoft.com/office/drawing/2014/main" id="{7775CEB2-D141-4362-AF99-33859BC69F09}"/>
              </a:ext>
            </a:extLst>
          </p:cNvPr>
          <p:cNvSpPr>
            <a:spLocks noGrp="1"/>
          </p:cNvSpPr>
          <p:nvPr/>
        </p:nvSpPr>
        <p:spPr>
          <a:xfrm>
            <a:off x="581399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9" name="b_small_bar_2452">
            <a:extLst>
              <a:ext uri="{FF2B5EF4-FFF2-40B4-BE49-F238E27FC236}">
                <a16:creationId xmlns:a16="http://schemas.microsoft.com/office/drawing/2014/main" id="{CF8B4D85-D3FE-481E-81EF-5E478948C274}"/>
              </a:ext>
            </a:extLst>
          </p:cNvPr>
          <p:cNvSpPr>
            <a:spLocks noGrp="1"/>
          </p:cNvSpPr>
          <p:nvPr/>
        </p:nvSpPr>
        <p:spPr>
          <a:xfrm>
            <a:off x="566316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0" name="b_small_bar_2453">
            <a:extLst>
              <a:ext uri="{FF2B5EF4-FFF2-40B4-BE49-F238E27FC236}">
                <a16:creationId xmlns:a16="http://schemas.microsoft.com/office/drawing/2014/main" id="{B0A27753-1813-4866-9698-60BCF86AFD41}"/>
              </a:ext>
            </a:extLst>
          </p:cNvPr>
          <p:cNvSpPr>
            <a:spLocks noGrp="1"/>
          </p:cNvSpPr>
          <p:nvPr/>
        </p:nvSpPr>
        <p:spPr>
          <a:xfrm>
            <a:off x="567448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1" name="b_small_bar_2454">
            <a:extLst>
              <a:ext uri="{FF2B5EF4-FFF2-40B4-BE49-F238E27FC236}">
                <a16:creationId xmlns:a16="http://schemas.microsoft.com/office/drawing/2014/main" id="{E95FCBFD-9DC6-4F56-B2E9-756DC5F1573E}"/>
              </a:ext>
            </a:extLst>
          </p:cNvPr>
          <p:cNvSpPr>
            <a:spLocks noGrp="1"/>
          </p:cNvSpPr>
          <p:nvPr/>
        </p:nvSpPr>
        <p:spPr>
          <a:xfrm>
            <a:off x="5779954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2" name="b_small_bar_2455">
            <a:extLst>
              <a:ext uri="{FF2B5EF4-FFF2-40B4-BE49-F238E27FC236}">
                <a16:creationId xmlns:a16="http://schemas.microsoft.com/office/drawing/2014/main" id="{C45B7643-7B70-46DE-A6FD-955858D155BA}"/>
              </a:ext>
            </a:extLst>
          </p:cNvPr>
          <p:cNvSpPr>
            <a:spLocks noGrp="1"/>
          </p:cNvSpPr>
          <p:nvPr/>
        </p:nvSpPr>
        <p:spPr>
          <a:xfrm>
            <a:off x="5721674" y="37194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3" name="b_small_bar_2456">
            <a:extLst>
              <a:ext uri="{FF2B5EF4-FFF2-40B4-BE49-F238E27FC236}">
                <a16:creationId xmlns:a16="http://schemas.microsoft.com/office/drawing/2014/main" id="{940F651F-5E63-4352-A55C-6532F0225DA1}"/>
              </a:ext>
            </a:extLst>
          </p:cNvPr>
          <p:cNvSpPr>
            <a:spLocks noGrp="1"/>
          </p:cNvSpPr>
          <p:nvPr/>
        </p:nvSpPr>
        <p:spPr>
          <a:xfrm>
            <a:off x="602042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4" name="b_small_bar_2457">
            <a:extLst>
              <a:ext uri="{FF2B5EF4-FFF2-40B4-BE49-F238E27FC236}">
                <a16:creationId xmlns:a16="http://schemas.microsoft.com/office/drawing/2014/main" id="{51BBF629-45FE-45D2-8AE9-F945B9C9CCC1}"/>
              </a:ext>
            </a:extLst>
          </p:cNvPr>
          <p:cNvSpPr>
            <a:spLocks noGrp="1"/>
          </p:cNvSpPr>
          <p:nvPr/>
        </p:nvSpPr>
        <p:spPr>
          <a:xfrm>
            <a:off x="596943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5" name="b_small_bar_2458">
            <a:extLst>
              <a:ext uri="{FF2B5EF4-FFF2-40B4-BE49-F238E27FC236}">
                <a16:creationId xmlns:a16="http://schemas.microsoft.com/office/drawing/2014/main" id="{0F417548-BFD9-4150-96BE-8A44CF26CC8D}"/>
              </a:ext>
            </a:extLst>
          </p:cNvPr>
          <p:cNvSpPr>
            <a:spLocks noGrp="1"/>
          </p:cNvSpPr>
          <p:nvPr/>
        </p:nvSpPr>
        <p:spPr>
          <a:xfrm>
            <a:off x="5666745" y="247377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6" name="b_small_bar_2459">
            <a:extLst>
              <a:ext uri="{FF2B5EF4-FFF2-40B4-BE49-F238E27FC236}">
                <a16:creationId xmlns:a16="http://schemas.microsoft.com/office/drawing/2014/main" id="{D5E6DE37-80C9-4BF0-92B8-0BE5F20C74FD}"/>
              </a:ext>
            </a:extLst>
          </p:cNvPr>
          <p:cNvSpPr>
            <a:spLocks noGrp="1"/>
          </p:cNvSpPr>
          <p:nvPr/>
        </p:nvSpPr>
        <p:spPr>
          <a:xfrm>
            <a:off x="600400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7" name="b_small_bar_2460">
            <a:extLst>
              <a:ext uri="{FF2B5EF4-FFF2-40B4-BE49-F238E27FC236}">
                <a16:creationId xmlns:a16="http://schemas.microsoft.com/office/drawing/2014/main" id="{B2F0F048-A1C4-44B7-A527-8DEA071F49CF}"/>
              </a:ext>
            </a:extLst>
          </p:cNvPr>
          <p:cNvSpPr>
            <a:spLocks noGrp="1"/>
          </p:cNvSpPr>
          <p:nvPr/>
        </p:nvSpPr>
        <p:spPr>
          <a:xfrm>
            <a:off x="5652910" y="596611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8" name="b_small_bar_2461">
            <a:extLst>
              <a:ext uri="{FF2B5EF4-FFF2-40B4-BE49-F238E27FC236}">
                <a16:creationId xmlns:a16="http://schemas.microsoft.com/office/drawing/2014/main" id="{82F7536E-F665-427F-80E0-51B3F83CADB5}"/>
              </a:ext>
            </a:extLst>
          </p:cNvPr>
          <p:cNvSpPr>
            <a:spLocks noGrp="1"/>
          </p:cNvSpPr>
          <p:nvPr/>
        </p:nvSpPr>
        <p:spPr>
          <a:xfrm>
            <a:off x="5899623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9" name="b_small_bar_2462">
            <a:extLst>
              <a:ext uri="{FF2B5EF4-FFF2-40B4-BE49-F238E27FC236}">
                <a16:creationId xmlns:a16="http://schemas.microsoft.com/office/drawing/2014/main" id="{DC0BB674-E6EA-4ABE-8F5F-E7715758AC7C}"/>
              </a:ext>
            </a:extLst>
          </p:cNvPr>
          <p:cNvSpPr>
            <a:spLocks noGrp="1"/>
          </p:cNvSpPr>
          <p:nvPr/>
        </p:nvSpPr>
        <p:spPr>
          <a:xfrm>
            <a:off x="5639691" y="563365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0" name="b_small_bar_2463">
            <a:extLst>
              <a:ext uri="{FF2B5EF4-FFF2-40B4-BE49-F238E27FC236}">
                <a16:creationId xmlns:a16="http://schemas.microsoft.com/office/drawing/2014/main" id="{A1B7E8CD-ACFE-433F-96E0-5EA5CC1196C9}"/>
              </a:ext>
            </a:extLst>
          </p:cNvPr>
          <p:cNvSpPr>
            <a:spLocks noGrp="1"/>
          </p:cNvSpPr>
          <p:nvPr/>
        </p:nvSpPr>
        <p:spPr>
          <a:xfrm>
            <a:off x="833691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1" name="b_small_bar_2464">
            <a:extLst>
              <a:ext uri="{FF2B5EF4-FFF2-40B4-BE49-F238E27FC236}">
                <a16:creationId xmlns:a16="http://schemas.microsoft.com/office/drawing/2014/main" id="{E8895565-A90B-4418-9705-074CA2D3F30C}"/>
              </a:ext>
            </a:extLst>
          </p:cNvPr>
          <p:cNvSpPr>
            <a:spLocks noGrp="1"/>
          </p:cNvSpPr>
          <p:nvPr/>
        </p:nvSpPr>
        <p:spPr>
          <a:xfrm>
            <a:off x="8310783" y="369932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2" name="b_small_bar_2465">
            <a:extLst>
              <a:ext uri="{FF2B5EF4-FFF2-40B4-BE49-F238E27FC236}">
                <a16:creationId xmlns:a16="http://schemas.microsoft.com/office/drawing/2014/main" id="{7A2A02F4-26C7-45F2-A186-59C6E1027664}"/>
              </a:ext>
            </a:extLst>
          </p:cNvPr>
          <p:cNvSpPr>
            <a:spLocks noGrp="1"/>
          </p:cNvSpPr>
          <p:nvPr/>
        </p:nvSpPr>
        <p:spPr>
          <a:xfrm>
            <a:off x="840211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3" name="b_small_bar_2466">
            <a:extLst>
              <a:ext uri="{FF2B5EF4-FFF2-40B4-BE49-F238E27FC236}">
                <a16:creationId xmlns:a16="http://schemas.microsoft.com/office/drawing/2014/main" id="{AA934BD3-3F47-4706-A2EE-851342E885A0}"/>
              </a:ext>
            </a:extLst>
          </p:cNvPr>
          <p:cNvSpPr>
            <a:spLocks noGrp="1"/>
          </p:cNvSpPr>
          <p:nvPr/>
        </p:nvSpPr>
        <p:spPr>
          <a:xfrm>
            <a:off x="8457097" y="32895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4" name="b_small_bar_2467">
            <a:extLst>
              <a:ext uri="{FF2B5EF4-FFF2-40B4-BE49-F238E27FC236}">
                <a16:creationId xmlns:a16="http://schemas.microsoft.com/office/drawing/2014/main" id="{6B6D4F37-6B80-47C5-B8C6-E1B1013474D6}"/>
              </a:ext>
            </a:extLst>
          </p:cNvPr>
          <p:cNvSpPr>
            <a:spLocks noGrp="1"/>
          </p:cNvSpPr>
          <p:nvPr/>
        </p:nvSpPr>
        <p:spPr>
          <a:xfrm>
            <a:off x="810596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5" name="b_small_bar_2468">
            <a:extLst>
              <a:ext uri="{FF2B5EF4-FFF2-40B4-BE49-F238E27FC236}">
                <a16:creationId xmlns:a16="http://schemas.microsoft.com/office/drawing/2014/main" id="{D78D3514-FFF9-4F46-B294-C6F8730EF737}"/>
              </a:ext>
            </a:extLst>
          </p:cNvPr>
          <p:cNvSpPr>
            <a:spLocks noGrp="1"/>
          </p:cNvSpPr>
          <p:nvPr/>
        </p:nvSpPr>
        <p:spPr>
          <a:xfrm>
            <a:off x="8118923" y="532698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6" name="b_small_bar_2469">
            <a:extLst>
              <a:ext uri="{FF2B5EF4-FFF2-40B4-BE49-F238E27FC236}">
                <a16:creationId xmlns:a16="http://schemas.microsoft.com/office/drawing/2014/main" id="{04C3AFC2-D6E3-4ACD-8D9B-AB45B2AE3D3A}"/>
              </a:ext>
            </a:extLst>
          </p:cNvPr>
          <p:cNvSpPr>
            <a:spLocks noGrp="1"/>
          </p:cNvSpPr>
          <p:nvPr/>
        </p:nvSpPr>
        <p:spPr>
          <a:xfrm>
            <a:off x="8405563" y="444011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7" name="b_small_bar_2470">
            <a:extLst>
              <a:ext uri="{FF2B5EF4-FFF2-40B4-BE49-F238E27FC236}">
                <a16:creationId xmlns:a16="http://schemas.microsoft.com/office/drawing/2014/main" id="{EAE41A94-78EB-4696-B7CE-E99442A62579}"/>
              </a:ext>
            </a:extLst>
          </p:cNvPr>
          <p:cNvSpPr>
            <a:spLocks noGrp="1"/>
          </p:cNvSpPr>
          <p:nvPr/>
        </p:nvSpPr>
        <p:spPr>
          <a:xfrm>
            <a:off x="8463796" y="31292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8" name="b_small_bar_2471">
            <a:extLst>
              <a:ext uri="{FF2B5EF4-FFF2-40B4-BE49-F238E27FC236}">
                <a16:creationId xmlns:a16="http://schemas.microsoft.com/office/drawing/2014/main" id="{AF613F9E-9470-4F2E-A7CD-F15DB84E259C}"/>
              </a:ext>
            </a:extLst>
          </p:cNvPr>
          <p:cNvSpPr>
            <a:spLocks noGrp="1"/>
          </p:cNvSpPr>
          <p:nvPr/>
        </p:nvSpPr>
        <p:spPr>
          <a:xfrm>
            <a:off x="83595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9" name="b_small_bar_2472">
            <a:extLst>
              <a:ext uri="{FF2B5EF4-FFF2-40B4-BE49-F238E27FC236}">
                <a16:creationId xmlns:a16="http://schemas.microsoft.com/office/drawing/2014/main" id="{C76E2D54-D99C-4B40-8997-D79A39B11938}"/>
              </a:ext>
            </a:extLst>
          </p:cNvPr>
          <p:cNvSpPr>
            <a:spLocks noGrp="1"/>
          </p:cNvSpPr>
          <p:nvPr/>
        </p:nvSpPr>
        <p:spPr>
          <a:xfrm>
            <a:off x="843399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0" name="b_small_bar_2473">
            <a:extLst>
              <a:ext uri="{FF2B5EF4-FFF2-40B4-BE49-F238E27FC236}">
                <a16:creationId xmlns:a16="http://schemas.microsoft.com/office/drawing/2014/main" id="{3FE388CF-6F43-4B57-A240-B43866C2ECDC}"/>
              </a:ext>
            </a:extLst>
          </p:cNvPr>
          <p:cNvSpPr>
            <a:spLocks noGrp="1"/>
          </p:cNvSpPr>
          <p:nvPr/>
        </p:nvSpPr>
        <p:spPr>
          <a:xfrm>
            <a:off x="842424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1" name="b_small_bar_2474">
            <a:extLst>
              <a:ext uri="{FF2B5EF4-FFF2-40B4-BE49-F238E27FC236}">
                <a16:creationId xmlns:a16="http://schemas.microsoft.com/office/drawing/2014/main" id="{A49EF7FF-56E8-4D6B-98CA-4CC645F891E5}"/>
              </a:ext>
            </a:extLst>
          </p:cNvPr>
          <p:cNvSpPr>
            <a:spLocks noGrp="1"/>
          </p:cNvSpPr>
          <p:nvPr/>
        </p:nvSpPr>
        <p:spPr>
          <a:xfrm>
            <a:off x="8354456" y="55298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2" name="b_small_bar_2475">
            <a:extLst>
              <a:ext uri="{FF2B5EF4-FFF2-40B4-BE49-F238E27FC236}">
                <a16:creationId xmlns:a16="http://schemas.microsoft.com/office/drawing/2014/main" id="{8D51493D-1DAE-479C-AEA5-0B54B9B1EA27}"/>
              </a:ext>
            </a:extLst>
          </p:cNvPr>
          <p:cNvSpPr>
            <a:spLocks noGrp="1"/>
          </p:cNvSpPr>
          <p:nvPr/>
        </p:nvSpPr>
        <p:spPr>
          <a:xfrm>
            <a:off x="838789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3" name="b_small_bar_2476">
            <a:extLst>
              <a:ext uri="{FF2B5EF4-FFF2-40B4-BE49-F238E27FC236}">
                <a16:creationId xmlns:a16="http://schemas.microsoft.com/office/drawing/2014/main" id="{95D810D7-654A-4A1C-8677-DC30A4E415DC}"/>
              </a:ext>
            </a:extLst>
          </p:cNvPr>
          <p:cNvSpPr>
            <a:spLocks noGrp="1"/>
          </p:cNvSpPr>
          <p:nvPr/>
        </p:nvSpPr>
        <p:spPr>
          <a:xfrm>
            <a:off x="833410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4" name="b_small_bar_2477">
            <a:extLst>
              <a:ext uri="{FF2B5EF4-FFF2-40B4-BE49-F238E27FC236}">
                <a16:creationId xmlns:a16="http://schemas.microsoft.com/office/drawing/2014/main" id="{8152D268-B328-48B5-A644-7D6FC11C57D8}"/>
              </a:ext>
            </a:extLst>
          </p:cNvPr>
          <p:cNvSpPr>
            <a:spLocks noGrp="1"/>
          </p:cNvSpPr>
          <p:nvPr/>
        </p:nvSpPr>
        <p:spPr>
          <a:xfrm>
            <a:off x="825629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5" name="b_small_bar_2478">
            <a:extLst>
              <a:ext uri="{FF2B5EF4-FFF2-40B4-BE49-F238E27FC236}">
                <a16:creationId xmlns:a16="http://schemas.microsoft.com/office/drawing/2014/main" id="{3CC9B624-02D9-4E17-BC29-A1812C0A17E7}"/>
              </a:ext>
            </a:extLst>
          </p:cNvPr>
          <p:cNvSpPr>
            <a:spLocks noGrp="1"/>
          </p:cNvSpPr>
          <p:nvPr/>
        </p:nvSpPr>
        <p:spPr>
          <a:xfrm>
            <a:off x="846656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6" name="b_small_bar_2479">
            <a:extLst>
              <a:ext uri="{FF2B5EF4-FFF2-40B4-BE49-F238E27FC236}">
                <a16:creationId xmlns:a16="http://schemas.microsoft.com/office/drawing/2014/main" id="{4BDE4113-5DA8-4A81-A245-518E7A814C3A}"/>
              </a:ext>
            </a:extLst>
          </p:cNvPr>
          <p:cNvSpPr>
            <a:spLocks noGrp="1"/>
          </p:cNvSpPr>
          <p:nvPr/>
        </p:nvSpPr>
        <p:spPr>
          <a:xfrm>
            <a:off x="8318157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7" name="b_small_bar_2480">
            <a:extLst>
              <a:ext uri="{FF2B5EF4-FFF2-40B4-BE49-F238E27FC236}">
                <a16:creationId xmlns:a16="http://schemas.microsoft.com/office/drawing/2014/main" id="{95FEF246-CC97-482A-B2CD-2101BF1D81DB}"/>
              </a:ext>
            </a:extLst>
          </p:cNvPr>
          <p:cNvSpPr>
            <a:spLocks noGrp="1"/>
          </p:cNvSpPr>
          <p:nvPr/>
        </p:nvSpPr>
        <p:spPr>
          <a:xfrm>
            <a:off x="8159936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8" name="b_small_bar_2481">
            <a:extLst>
              <a:ext uri="{FF2B5EF4-FFF2-40B4-BE49-F238E27FC236}">
                <a16:creationId xmlns:a16="http://schemas.microsoft.com/office/drawing/2014/main" id="{3F62EFA6-1FC8-4694-A2F7-FA3789B01C86}"/>
              </a:ext>
            </a:extLst>
          </p:cNvPr>
          <p:cNvSpPr>
            <a:spLocks noGrp="1"/>
          </p:cNvSpPr>
          <p:nvPr/>
        </p:nvSpPr>
        <p:spPr>
          <a:xfrm>
            <a:off x="8236062" y="578392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9" name="b_small_bar_2482">
            <a:extLst>
              <a:ext uri="{FF2B5EF4-FFF2-40B4-BE49-F238E27FC236}">
                <a16:creationId xmlns:a16="http://schemas.microsoft.com/office/drawing/2014/main" id="{678E7583-3AFA-4392-879A-E62375961252}"/>
              </a:ext>
            </a:extLst>
          </p:cNvPr>
          <p:cNvSpPr>
            <a:spLocks noGrp="1"/>
          </p:cNvSpPr>
          <p:nvPr/>
        </p:nvSpPr>
        <p:spPr>
          <a:xfrm>
            <a:off x="832961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0" name="b_small_bar_2483">
            <a:extLst>
              <a:ext uri="{FF2B5EF4-FFF2-40B4-BE49-F238E27FC236}">
                <a16:creationId xmlns:a16="http://schemas.microsoft.com/office/drawing/2014/main" id="{7B4A6DA6-C2E1-4B7F-895B-B13EF15D1D7C}"/>
              </a:ext>
            </a:extLst>
          </p:cNvPr>
          <p:cNvSpPr>
            <a:spLocks noGrp="1"/>
          </p:cNvSpPr>
          <p:nvPr/>
        </p:nvSpPr>
        <p:spPr>
          <a:xfrm>
            <a:off x="838163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1" name="b_small_bar_2484">
            <a:extLst>
              <a:ext uri="{FF2B5EF4-FFF2-40B4-BE49-F238E27FC236}">
                <a16:creationId xmlns:a16="http://schemas.microsoft.com/office/drawing/2014/main" id="{0E628A39-3F5D-4A38-98E8-886E13576D1B}"/>
              </a:ext>
            </a:extLst>
          </p:cNvPr>
          <p:cNvSpPr>
            <a:spLocks noGrp="1"/>
          </p:cNvSpPr>
          <p:nvPr/>
        </p:nvSpPr>
        <p:spPr>
          <a:xfrm>
            <a:off x="807984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2" name="b_small_bar_2485">
            <a:extLst>
              <a:ext uri="{FF2B5EF4-FFF2-40B4-BE49-F238E27FC236}">
                <a16:creationId xmlns:a16="http://schemas.microsoft.com/office/drawing/2014/main" id="{9F07B952-E26F-4BA8-86D0-0A2C23E540DB}"/>
              </a:ext>
            </a:extLst>
          </p:cNvPr>
          <p:cNvSpPr>
            <a:spLocks noGrp="1"/>
          </p:cNvSpPr>
          <p:nvPr/>
        </p:nvSpPr>
        <p:spPr>
          <a:xfrm>
            <a:off x="8198336" y="584402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3" name="b_small_bar_2486">
            <a:extLst>
              <a:ext uri="{FF2B5EF4-FFF2-40B4-BE49-F238E27FC236}">
                <a16:creationId xmlns:a16="http://schemas.microsoft.com/office/drawing/2014/main" id="{3E0F9431-D865-47F5-A287-3F1908B6FDAB}"/>
              </a:ext>
            </a:extLst>
          </p:cNvPr>
          <p:cNvSpPr>
            <a:spLocks noGrp="1"/>
          </p:cNvSpPr>
          <p:nvPr/>
        </p:nvSpPr>
        <p:spPr>
          <a:xfrm>
            <a:off x="8131096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4" name="b_small_bar_2487">
            <a:extLst>
              <a:ext uri="{FF2B5EF4-FFF2-40B4-BE49-F238E27FC236}">
                <a16:creationId xmlns:a16="http://schemas.microsoft.com/office/drawing/2014/main" id="{CF24C997-20C0-47BD-91AB-298DE26F756D}"/>
              </a:ext>
            </a:extLst>
          </p:cNvPr>
          <p:cNvSpPr>
            <a:spLocks noGrp="1"/>
          </p:cNvSpPr>
          <p:nvPr/>
        </p:nvSpPr>
        <p:spPr>
          <a:xfrm>
            <a:off x="830582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5" name="b_small_bar_2488">
            <a:extLst>
              <a:ext uri="{FF2B5EF4-FFF2-40B4-BE49-F238E27FC236}">
                <a16:creationId xmlns:a16="http://schemas.microsoft.com/office/drawing/2014/main" id="{30B64781-D306-44C2-AD38-1E35DA3DD094}"/>
              </a:ext>
            </a:extLst>
          </p:cNvPr>
          <p:cNvSpPr>
            <a:spLocks noGrp="1"/>
          </p:cNvSpPr>
          <p:nvPr/>
        </p:nvSpPr>
        <p:spPr>
          <a:xfrm>
            <a:off x="8430615" y="531594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6" name="b_small_bar_2489">
            <a:extLst>
              <a:ext uri="{FF2B5EF4-FFF2-40B4-BE49-F238E27FC236}">
                <a16:creationId xmlns:a16="http://schemas.microsoft.com/office/drawing/2014/main" id="{D366C6F0-B618-45BF-9917-56F506D555FB}"/>
              </a:ext>
            </a:extLst>
          </p:cNvPr>
          <p:cNvSpPr>
            <a:spLocks noGrp="1"/>
          </p:cNvSpPr>
          <p:nvPr/>
        </p:nvSpPr>
        <p:spPr>
          <a:xfrm>
            <a:off x="845727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7" name="b_small_bar_2490">
            <a:extLst>
              <a:ext uri="{FF2B5EF4-FFF2-40B4-BE49-F238E27FC236}">
                <a16:creationId xmlns:a16="http://schemas.microsoft.com/office/drawing/2014/main" id="{D2EB9011-E86A-4382-B9CA-0229B29DE1F2}"/>
              </a:ext>
            </a:extLst>
          </p:cNvPr>
          <p:cNvSpPr>
            <a:spLocks noGrp="1"/>
          </p:cNvSpPr>
          <p:nvPr/>
        </p:nvSpPr>
        <p:spPr>
          <a:xfrm>
            <a:off x="838025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8" name="b_small_bar_2491">
            <a:extLst>
              <a:ext uri="{FF2B5EF4-FFF2-40B4-BE49-F238E27FC236}">
                <a16:creationId xmlns:a16="http://schemas.microsoft.com/office/drawing/2014/main" id="{6F941FE5-1AB0-4259-8550-B873385803B1}"/>
              </a:ext>
            </a:extLst>
          </p:cNvPr>
          <p:cNvSpPr>
            <a:spLocks noGrp="1"/>
          </p:cNvSpPr>
          <p:nvPr/>
        </p:nvSpPr>
        <p:spPr>
          <a:xfrm>
            <a:off x="840094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9" name="b_small_bar_2492">
            <a:extLst>
              <a:ext uri="{FF2B5EF4-FFF2-40B4-BE49-F238E27FC236}">
                <a16:creationId xmlns:a16="http://schemas.microsoft.com/office/drawing/2014/main" id="{4AA2E3E5-1346-4BE1-AC96-E8AE86401B5C}"/>
              </a:ext>
            </a:extLst>
          </p:cNvPr>
          <p:cNvSpPr>
            <a:spLocks noGrp="1"/>
          </p:cNvSpPr>
          <p:nvPr/>
        </p:nvSpPr>
        <p:spPr>
          <a:xfrm>
            <a:off x="832618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0" name="b_small_bar_2493">
            <a:extLst>
              <a:ext uri="{FF2B5EF4-FFF2-40B4-BE49-F238E27FC236}">
                <a16:creationId xmlns:a16="http://schemas.microsoft.com/office/drawing/2014/main" id="{53AA736B-5F1F-40D7-BEE0-8C8803C9BAFD}"/>
              </a:ext>
            </a:extLst>
          </p:cNvPr>
          <p:cNvSpPr>
            <a:spLocks noGrp="1"/>
          </p:cNvSpPr>
          <p:nvPr/>
        </p:nvSpPr>
        <p:spPr>
          <a:xfrm>
            <a:off x="843641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1" name="b_small_bar_2494">
            <a:extLst>
              <a:ext uri="{FF2B5EF4-FFF2-40B4-BE49-F238E27FC236}">
                <a16:creationId xmlns:a16="http://schemas.microsoft.com/office/drawing/2014/main" id="{3821FACC-2478-4816-A659-96740D7CDD50}"/>
              </a:ext>
            </a:extLst>
          </p:cNvPr>
          <p:cNvSpPr>
            <a:spLocks noGrp="1"/>
          </p:cNvSpPr>
          <p:nvPr/>
        </p:nvSpPr>
        <p:spPr>
          <a:xfrm>
            <a:off x="8380004" y="58815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2" name="b_small_bar_2495">
            <a:extLst>
              <a:ext uri="{FF2B5EF4-FFF2-40B4-BE49-F238E27FC236}">
                <a16:creationId xmlns:a16="http://schemas.microsoft.com/office/drawing/2014/main" id="{B7F7A46F-ECAF-4E0E-A78C-9148A3FC24AC}"/>
              </a:ext>
            </a:extLst>
          </p:cNvPr>
          <p:cNvSpPr>
            <a:spLocks noGrp="1"/>
          </p:cNvSpPr>
          <p:nvPr/>
        </p:nvSpPr>
        <p:spPr>
          <a:xfrm>
            <a:off x="8133069" y="593525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3" name="b_small_bar_2496">
            <a:extLst>
              <a:ext uri="{FF2B5EF4-FFF2-40B4-BE49-F238E27FC236}">
                <a16:creationId xmlns:a16="http://schemas.microsoft.com/office/drawing/2014/main" id="{8E19DB3E-67B8-4377-8129-939292B013E2}"/>
              </a:ext>
            </a:extLst>
          </p:cNvPr>
          <p:cNvSpPr>
            <a:spLocks noGrp="1"/>
          </p:cNvSpPr>
          <p:nvPr/>
        </p:nvSpPr>
        <p:spPr>
          <a:xfrm>
            <a:off x="8193127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4" name="b_small_bar_2497">
            <a:extLst>
              <a:ext uri="{FF2B5EF4-FFF2-40B4-BE49-F238E27FC236}">
                <a16:creationId xmlns:a16="http://schemas.microsoft.com/office/drawing/2014/main" id="{37C9D7DC-F603-46E4-8390-32E17E7DD7AC}"/>
              </a:ext>
            </a:extLst>
          </p:cNvPr>
          <p:cNvSpPr>
            <a:spLocks noGrp="1"/>
          </p:cNvSpPr>
          <p:nvPr/>
        </p:nvSpPr>
        <p:spPr>
          <a:xfrm>
            <a:off x="8382451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5" name="b_small_bar_2498">
            <a:extLst>
              <a:ext uri="{FF2B5EF4-FFF2-40B4-BE49-F238E27FC236}">
                <a16:creationId xmlns:a16="http://schemas.microsoft.com/office/drawing/2014/main" id="{314D9104-246C-473D-9CA4-536FC4E20B2F}"/>
              </a:ext>
            </a:extLst>
          </p:cNvPr>
          <p:cNvSpPr>
            <a:spLocks noGrp="1"/>
          </p:cNvSpPr>
          <p:nvPr/>
        </p:nvSpPr>
        <p:spPr>
          <a:xfrm>
            <a:off x="810585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6" name="b_small_bar_2499">
            <a:extLst>
              <a:ext uri="{FF2B5EF4-FFF2-40B4-BE49-F238E27FC236}">
                <a16:creationId xmlns:a16="http://schemas.microsoft.com/office/drawing/2014/main" id="{5296BF7E-7ADF-4B97-A103-9042B646175E}"/>
              </a:ext>
            </a:extLst>
          </p:cNvPr>
          <p:cNvSpPr>
            <a:spLocks noGrp="1"/>
          </p:cNvSpPr>
          <p:nvPr/>
        </p:nvSpPr>
        <p:spPr>
          <a:xfrm>
            <a:off x="8156576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7" name="b_small_bar_2500">
            <a:extLst>
              <a:ext uri="{FF2B5EF4-FFF2-40B4-BE49-F238E27FC236}">
                <a16:creationId xmlns:a16="http://schemas.microsoft.com/office/drawing/2014/main" id="{DE3371BE-239C-4618-B2EC-17786642A986}"/>
              </a:ext>
            </a:extLst>
          </p:cNvPr>
          <p:cNvSpPr>
            <a:spLocks noGrp="1"/>
          </p:cNvSpPr>
          <p:nvPr/>
        </p:nvSpPr>
        <p:spPr>
          <a:xfrm>
            <a:off x="8093991" y="582256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8" name="b_small_bar_2501">
            <a:extLst>
              <a:ext uri="{FF2B5EF4-FFF2-40B4-BE49-F238E27FC236}">
                <a16:creationId xmlns:a16="http://schemas.microsoft.com/office/drawing/2014/main" id="{A4DBD805-2356-4F29-BBCD-DB1B8B49DF87}"/>
              </a:ext>
            </a:extLst>
          </p:cNvPr>
          <p:cNvSpPr>
            <a:spLocks noGrp="1"/>
          </p:cNvSpPr>
          <p:nvPr/>
        </p:nvSpPr>
        <p:spPr>
          <a:xfrm>
            <a:off x="83259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9" name="b_small_bar_2502">
            <a:extLst>
              <a:ext uri="{FF2B5EF4-FFF2-40B4-BE49-F238E27FC236}">
                <a16:creationId xmlns:a16="http://schemas.microsoft.com/office/drawing/2014/main" id="{472072B7-A49A-4FC1-B743-63BA340959C7}"/>
              </a:ext>
            </a:extLst>
          </p:cNvPr>
          <p:cNvSpPr>
            <a:spLocks noGrp="1"/>
          </p:cNvSpPr>
          <p:nvPr/>
        </p:nvSpPr>
        <p:spPr>
          <a:xfrm>
            <a:off x="8107327" y="579393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0" name="b_small_bar_2503">
            <a:extLst>
              <a:ext uri="{FF2B5EF4-FFF2-40B4-BE49-F238E27FC236}">
                <a16:creationId xmlns:a16="http://schemas.microsoft.com/office/drawing/2014/main" id="{75E19C0A-7A0B-41ED-A7AF-1772CD9FB66E}"/>
              </a:ext>
            </a:extLst>
          </p:cNvPr>
          <p:cNvSpPr>
            <a:spLocks noGrp="1"/>
          </p:cNvSpPr>
          <p:nvPr/>
        </p:nvSpPr>
        <p:spPr>
          <a:xfrm>
            <a:off x="81785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1" name="b_small_bar_2504">
            <a:extLst>
              <a:ext uri="{FF2B5EF4-FFF2-40B4-BE49-F238E27FC236}">
                <a16:creationId xmlns:a16="http://schemas.microsoft.com/office/drawing/2014/main" id="{FFAE73B2-BB11-4BBF-8C41-D6442A50F94B}"/>
              </a:ext>
            </a:extLst>
          </p:cNvPr>
          <p:cNvSpPr>
            <a:spLocks noGrp="1"/>
          </p:cNvSpPr>
          <p:nvPr/>
        </p:nvSpPr>
        <p:spPr>
          <a:xfrm>
            <a:off x="822870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2" name="b_small_bar_2505">
            <a:extLst>
              <a:ext uri="{FF2B5EF4-FFF2-40B4-BE49-F238E27FC236}">
                <a16:creationId xmlns:a16="http://schemas.microsoft.com/office/drawing/2014/main" id="{1B695DD4-5DB5-4059-8EE9-B6C8A7018860}"/>
              </a:ext>
            </a:extLst>
          </p:cNvPr>
          <p:cNvSpPr>
            <a:spLocks noGrp="1"/>
          </p:cNvSpPr>
          <p:nvPr/>
        </p:nvSpPr>
        <p:spPr>
          <a:xfrm>
            <a:off x="820052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3" name="b_small_bar_2506">
            <a:extLst>
              <a:ext uri="{FF2B5EF4-FFF2-40B4-BE49-F238E27FC236}">
                <a16:creationId xmlns:a16="http://schemas.microsoft.com/office/drawing/2014/main" id="{EC36B102-D2DD-47A6-9650-F77B8DE0BDF1}"/>
              </a:ext>
            </a:extLst>
          </p:cNvPr>
          <p:cNvSpPr>
            <a:spLocks noGrp="1"/>
          </p:cNvSpPr>
          <p:nvPr/>
        </p:nvSpPr>
        <p:spPr>
          <a:xfrm>
            <a:off x="8157801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4" name="b_small_bar_2507">
            <a:extLst>
              <a:ext uri="{FF2B5EF4-FFF2-40B4-BE49-F238E27FC236}">
                <a16:creationId xmlns:a16="http://schemas.microsoft.com/office/drawing/2014/main" id="{393571AF-4AD6-4ABD-AF7F-52117C2EFE94}"/>
              </a:ext>
            </a:extLst>
          </p:cNvPr>
          <p:cNvSpPr>
            <a:spLocks noGrp="1"/>
          </p:cNvSpPr>
          <p:nvPr/>
        </p:nvSpPr>
        <p:spPr>
          <a:xfrm>
            <a:off x="8258686" y="57366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5" name="b_small_bar_2508">
            <a:extLst>
              <a:ext uri="{FF2B5EF4-FFF2-40B4-BE49-F238E27FC236}">
                <a16:creationId xmlns:a16="http://schemas.microsoft.com/office/drawing/2014/main" id="{06074360-7A77-45FA-A715-C937B1DC2B0C}"/>
              </a:ext>
            </a:extLst>
          </p:cNvPr>
          <p:cNvSpPr>
            <a:spLocks noGrp="1"/>
          </p:cNvSpPr>
          <p:nvPr/>
        </p:nvSpPr>
        <p:spPr>
          <a:xfrm>
            <a:off x="840358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6" name="b_small_bar_2509">
            <a:extLst>
              <a:ext uri="{FF2B5EF4-FFF2-40B4-BE49-F238E27FC236}">
                <a16:creationId xmlns:a16="http://schemas.microsoft.com/office/drawing/2014/main" id="{33B8FA7A-57E5-4FEF-BA8A-F0DD44900AE9}"/>
              </a:ext>
            </a:extLst>
          </p:cNvPr>
          <p:cNvSpPr>
            <a:spLocks noGrp="1"/>
          </p:cNvSpPr>
          <p:nvPr/>
        </p:nvSpPr>
        <p:spPr>
          <a:xfrm>
            <a:off x="839406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7" name="b_small_bar_2510">
            <a:extLst>
              <a:ext uri="{FF2B5EF4-FFF2-40B4-BE49-F238E27FC236}">
                <a16:creationId xmlns:a16="http://schemas.microsoft.com/office/drawing/2014/main" id="{83DA6BD7-E1D3-48E4-9702-F5D4D4C07B10}"/>
              </a:ext>
            </a:extLst>
          </p:cNvPr>
          <p:cNvSpPr>
            <a:spLocks noGrp="1"/>
          </p:cNvSpPr>
          <p:nvPr/>
        </p:nvSpPr>
        <p:spPr>
          <a:xfrm>
            <a:off x="8353008" y="597284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8" name="b_small_bar_2511">
            <a:extLst>
              <a:ext uri="{FF2B5EF4-FFF2-40B4-BE49-F238E27FC236}">
                <a16:creationId xmlns:a16="http://schemas.microsoft.com/office/drawing/2014/main" id="{73C7A6C0-5A54-4329-9E99-523D43B44529}"/>
              </a:ext>
            </a:extLst>
          </p:cNvPr>
          <p:cNvSpPr>
            <a:spLocks noGrp="1"/>
          </p:cNvSpPr>
          <p:nvPr/>
        </p:nvSpPr>
        <p:spPr>
          <a:xfrm>
            <a:off x="8431638" y="37932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9" name="b_small_bar_2512">
            <a:extLst>
              <a:ext uri="{FF2B5EF4-FFF2-40B4-BE49-F238E27FC236}">
                <a16:creationId xmlns:a16="http://schemas.microsoft.com/office/drawing/2014/main" id="{441B7402-94C1-4FBE-A57D-B5AC6305AB94}"/>
              </a:ext>
            </a:extLst>
          </p:cNvPr>
          <p:cNvSpPr>
            <a:spLocks noGrp="1"/>
          </p:cNvSpPr>
          <p:nvPr/>
        </p:nvSpPr>
        <p:spPr>
          <a:xfrm>
            <a:off x="810610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0" name="b_small_bar_2513">
            <a:extLst>
              <a:ext uri="{FF2B5EF4-FFF2-40B4-BE49-F238E27FC236}">
                <a16:creationId xmlns:a16="http://schemas.microsoft.com/office/drawing/2014/main" id="{AF424BA7-2B21-4ACD-8411-16ECF9945668}"/>
              </a:ext>
            </a:extLst>
          </p:cNvPr>
          <p:cNvSpPr>
            <a:spLocks noGrp="1"/>
          </p:cNvSpPr>
          <p:nvPr/>
        </p:nvSpPr>
        <p:spPr>
          <a:xfrm>
            <a:off x="8278665" y="599102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1" name="b_small_bar_2514">
            <a:extLst>
              <a:ext uri="{FF2B5EF4-FFF2-40B4-BE49-F238E27FC236}">
                <a16:creationId xmlns:a16="http://schemas.microsoft.com/office/drawing/2014/main" id="{7B6BE22A-BB46-4D14-A886-660A55C87CCA}"/>
              </a:ext>
            </a:extLst>
          </p:cNvPr>
          <p:cNvSpPr>
            <a:spLocks noGrp="1"/>
          </p:cNvSpPr>
          <p:nvPr/>
        </p:nvSpPr>
        <p:spPr>
          <a:xfrm>
            <a:off x="8248443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2" name="b_small_bar_2515">
            <a:extLst>
              <a:ext uri="{FF2B5EF4-FFF2-40B4-BE49-F238E27FC236}">
                <a16:creationId xmlns:a16="http://schemas.microsoft.com/office/drawing/2014/main" id="{FEABF034-B5BF-441A-A4EF-C0F03864E97B}"/>
              </a:ext>
            </a:extLst>
          </p:cNvPr>
          <p:cNvSpPr>
            <a:spLocks noGrp="1"/>
          </p:cNvSpPr>
          <p:nvPr/>
        </p:nvSpPr>
        <p:spPr>
          <a:xfrm>
            <a:off x="8437758" y="55434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3" name="b_small_bar_2516">
            <a:extLst>
              <a:ext uri="{FF2B5EF4-FFF2-40B4-BE49-F238E27FC236}">
                <a16:creationId xmlns:a16="http://schemas.microsoft.com/office/drawing/2014/main" id="{94358918-5AD9-4DAD-B4D2-E21100FA41E4}"/>
              </a:ext>
            </a:extLst>
          </p:cNvPr>
          <p:cNvSpPr>
            <a:spLocks noGrp="1"/>
          </p:cNvSpPr>
          <p:nvPr/>
        </p:nvSpPr>
        <p:spPr>
          <a:xfrm>
            <a:off x="808178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4" name="b_small_bar_2517">
            <a:extLst>
              <a:ext uri="{FF2B5EF4-FFF2-40B4-BE49-F238E27FC236}">
                <a16:creationId xmlns:a16="http://schemas.microsoft.com/office/drawing/2014/main" id="{2290F09B-A8C2-4D4A-822A-A97A50F6AC6B}"/>
              </a:ext>
            </a:extLst>
          </p:cNvPr>
          <p:cNvSpPr>
            <a:spLocks noGrp="1"/>
          </p:cNvSpPr>
          <p:nvPr/>
        </p:nvSpPr>
        <p:spPr>
          <a:xfrm>
            <a:off x="8299201" y="40182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5" name="b_small_bar_2518">
            <a:extLst>
              <a:ext uri="{FF2B5EF4-FFF2-40B4-BE49-F238E27FC236}">
                <a16:creationId xmlns:a16="http://schemas.microsoft.com/office/drawing/2014/main" id="{BE28420B-67AA-4D52-81D9-0698272534BD}"/>
              </a:ext>
            </a:extLst>
          </p:cNvPr>
          <p:cNvSpPr>
            <a:spLocks noGrp="1"/>
          </p:cNvSpPr>
          <p:nvPr/>
        </p:nvSpPr>
        <p:spPr>
          <a:xfrm>
            <a:off x="8282300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6" name="b_small_bar_2519">
            <a:extLst>
              <a:ext uri="{FF2B5EF4-FFF2-40B4-BE49-F238E27FC236}">
                <a16:creationId xmlns:a16="http://schemas.microsoft.com/office/drawing/2014/main" id="{F3A3288D-B83A-4285-B9F8-2DF0068ED1F3}"/>
              </a:ext>
            </a:extLst>
          </p:cNvPr>
          <p:cNvSpPr>
            <a:spLocks noGrp="1"/>
          </p:cNvSpPr>
          <p:nvPr/>
        </p:nvSpPr>
        <p:spPr>
          <a:xfrm>
            <a:off x="826968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7" name="b_small_bar_2520">
            <a:extLst>
              <a:ext uri="{FF2B5EF4-FFF2-40B4-BE49-F238E27FC236}">
                <a16:creationId xmlns:a16="http://schemas.microsoft.com/office/drawing/2014/main" id="{81F888F6-F4A5-416A-926A-6736C6811924}"/>
              </a:ext>
            </a:extLst>
          </p:cNvPr>
          <p:cNvSpPr>
            <a:spLocks noGrp="1"/>
          </p:cNvSpPr>
          <p:nvPr/>
        </p:nvSpPr>
        <p:spPr>
          <a:xfrm>
            <a:off x="8286505" y="382335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8" name="b_small_bar_2521">
            <a:extLst>
              <a:ext uri="{FF2B5EF4-FFF2-40B4-BE49-F238E27FC236}">
                <a16:creationId xmlns:a16="http://schemas.microsoft.com/office/drawing/2014/main" id="{F5DFDF73-E1CC-485C-BBAE-BB9B27B571C2}"/>
              </a:ext>
            </a:extLst>
          </p:cNvPr>
          <p:cNvSpPr>
            <a:spLocks noGrp="1"/>
          </p:cNvSpPr>
          <p:nvPr/>
        </p:nvSpPr>
        <p:spPr>
          <a:xfrm>
            <a:off x="838742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9" name="b_small_bar_2522">
            <a:extLst>
              <a:ext uri="{FF2B5EF4-FFF2-40B4-BE49-F238E27FC236}">
                <a16:creationId xmlns:a16="http://schemas.microsoft.com/office/drawing/2014/main" id="{1E5D41DC-9637-469A-BB39-0E560C1F1FB1}"/>
              </a:ext>
            </a:extLst>
          </p:cNvPr>
          <p:cNvSpPr>
            <a:spLocks noGrp="1"/>
          </p:cNvSpPr>
          <p:nvPr/>
        </p:nvSpPr>
        <p:spPr>
          <a:xfrm>
            <a:off x="8353683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0" name="b_small_bar_2523">
            <a:extLst>
              <a:ext uri="{FF2B5EF4-FFF2-40B4-BE49-F238E27FC236}">
                <a16:creationId xmlns:a16="http://schemas.microsoft.com/office/drawing/2014/main" id="{75C54CCF-65ED-4EAA-927D-BF683A1673B1}"/>
              </a:ext>
            </a:extLst>
          </p:cNvPr>
          <p:cNvSpPr>
            <a:spLocks noGrp="1"/>
          </p:cNvSpPr>
          <p:nvPr/>
        </p:nvSpPr>
        <p:spPr>
          <a:xfrm>
            <a:off x="8152754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1" name="b_small_bar_2524">
            <a:extLst>
              <a:ext uri="{FF2B5EF4-FFF2-40B4-BE49-F238E27FC236}">
                <a16:creationId xmlns:a16="http://schemas.microsoft.com/office/drawing/2014/main" id="{6F101854-E911-417E-B34B-72EE6FB759E8}"/>
              </a:ext>
            </a:extLst>
          </p:cNvPr>
          <p:cNvSpPr>
            <a:spLocks noGrp="1"/>
          </p:cNvSpPr>
          <p:nvPr/>
        </p:nvSpPr>
        <p:spPr>
          <a:xfrm>
            <a:off x="83628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2" name="b_small_bar_2525">
            <a:extLst>
              <a:ext uri="{FF2B5EF4-FFF2-40B4-BE49-F238E27FC236}">
                <a16:creationId xmlns:a16="http://schemas.microsoft.com/office/drawing/2014/main" id="{086DAF89-3346-4BAF-9255-C30B6407C6C5}"/>
              </a:ext>
            </a:extLst>
          </p:cNvPr>
          <p:cNvSpPr>
            <a:spLocks noGrp="1"/>
          </p:cNvSpPr>
          <p:nvPr/>
        </p:nvSpPr>
        <p:spPr>
          <a:xfrm>
            <a:off x="8260194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3" name="b_small_bar_2526">
            <a:extLst>
              <a:ext uri="{FF2B5EF4-FFF2-40B4-BE49-F238E27FC236}">
                <a16:creationId xmlns:a16="http://schemas.microsoft.com/office/drawing/2014/main" id="{F69F7BA4-23DA-47E8-A105-A1B067782BA5}"/>
              </a:ext>
            </a:extLst>
          </p:cNvPr>
          <p:cNvSpPr>
            <a:spLocks noGrp="1"/>
          </p:cNvSpPr>
          <p:nvPr/>
        </p:nvSpPr>
        <p:spPr>
          <a:xfrm>
            <a:off x="81962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4" name="b_small_bar_2527">
            <a:extLst>
              <a:ext uri="{FF2B5EF4-FFF2-40B4-BE49-F238E27FC236}">
                <a16:creationId xmlns:a16="http://schemas.microsoft.com/office/drawing/2014/main" id="{043BE64F-DF0F-4DAE-BCBA-A954F9FA0F78}"/>
              </a:ext>
            </a:extLst>
          </p:cNvPr>
          <p:cNvSpPr>
            <a:spLocks noGrp="1"/>
          </p:cNvSpPr>
          <p:nvPr/>
        </p:nvSpPr>
        <p:spPr>
          <a:xfrm>
            <a:off x="8284032" y="584402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5" name="b_small_bar_2528">
            <a:extLst>
              <a:ext uri="{FF2B5EF4-FFF2-40B4-BE49-F238E27FC236}">
                <a16:creationId xmlns:a16="http://schemas.microsoft.com/office/drawing/2014/main" id="{CDD3F4BD-D98A-4636-94B5-1B90CE640098}"/>
              </a:ext>
            </a:extLst>
          </p:cNvPr>
          <p:cNvSpPr>
            <a:spLocks noGrp="1"/>
          </p:cNvSpPr>
          <p:nvPr/>
        </p:nvSpPr>
        <p:spPr>
          <a:xfrm>
            <a:off x="815453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6" name="b_small_bar_2529">
            <a:extLst>
              <a:ext uri="{FF2B5EF4-FFF2-40B4-BE49-F238E27FC236}">
                <a16:creationId xmlns:a16="http://schemas.microsoft.com/office/drawing/2014/main" id="{267A2DF1-BD6B-46C9-89CA-47E8D7DBF0C7}"/>
              </a:ext>
            </a:extLst>
          </p:cNvPr>
          <p:cNvSpPr>
            <a:spLocks noGrp="1"/>
          </p:cNvSpPr>
          <p:nvPr/>
        </p:nvSpPr>
        <p:spPr>
          <a:xfrm>
            <a:off x="8186788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7" name="b_small_bar_2530">
            <a:extLst>
              <a:ext uri="{FF2B5EF4-FFF2-40B4-BE49-F238E27FC236}">
                <a16:creationId xmlns:a16="http://schemas.microsoft.com/office/drawing/2014/main" id="{E700D29B-5403-4ECD-BA19-A5A2BB103DEC}"/>
              </a:ext>
            </a:extLst>
          </p:cNvPr>
          <p:cNvSpPr>
            <a:spLocks noGrp="1"/>
          </p:cNvSpPr>
          <p:nvPr/>
        </p:nvSpPr>
        <p:spPr>
          <a:xfrm>
            <a:off x="845097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8" name="b_small_bar_2531">
            <a:extLst>
              <a:ext uri="{FF2B5EF4-FFF2-40B4-BE49-F238E27FC236}">
                <a16:creationId xmlns:a16="http://schemas.microsoft.com/office/drawing/2014/main" id="{E40F79C8-E0F0-4F06-93ED-25D0C1FEAE14}"/>
              </a:ext>
            </a:extLst>
          </p:cNvPr>
          <p:cNvSpPr>
            <a:spLocks noGrp="1"/>
          </p:cNvSpPr>
          <p:nvPr/>
        </p:nvSpPr>
        <p:spPr>
          <a:xfrm>
            <a:off x="8242461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9" name="b_small_bar_2532">
            <a:extLst>
              <a:ext uri="{FF2B5EF4-FFF2-40B4-BE49-F238E27FC236}">
                <a16:creationId xmlns:a16="http://schemas.microsoft.com/office/drawing/2014/main" id="{990E2AC4-387C-40DA-8A1B-F7DFFBC69AF8}"/>
              </a:ext>
            </a:extLst>
          </p:cNvPr>
          <p:cNvSpPr>
            <a:spLocks noGrp="1"/>
          </p:cNvSpPr>
          <p:nvPr/>
        </p:nvSpPr>
        <p:spPr>
          <a:xfrm>
            <a:off x="8228026" y="343118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0" name="b_small_bar_2533">
            <a:extLst>
              <a:ext uri="{FF2B5EF4-FFF2-40B4-BE49-F238E27FC236}">
                <a16:creationId xmlns:a16="http://schemas.microsoft.com/office/drawing/2014/main" id="{8264EDB9-CC3B-4B4C-B4AD-1997CC9EAA09}"/>
              </a:ext>
            </a:extLst>
          </p:cNvPr>
          <p:cNvSpPr>
            <a:spLocks noGrp="1"/>
          </p:cNvSpPr>
          <p:nvPr/>
        </p:nvSpPr>
        <p:spPr>
          <a:xfrm>
            <a:off x="809334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1" name="b_small_bar_2534">
            <a:extLst>
              <a:ext uri="{FF2B5EF4-FFF2-40B4-BE49-F238E27FC236}">
                <a16:creationId xmlns:a16="http://schemas.microsoft.com/office/drawing/2014/main" id="{7AC73F37-5B35-4BE2-AF1E-B788839A68E9}"/>
              </a:ext>
            </a:extLst>
          </p:cNvPr>
          <p:cNvSpPr>
            <a:spLocks noGrp="1"/>
          </p:cNvSpPr>
          <p:nvPr/>
        </p:nvSpPr>
        <p:spPr>
          <a:xfrm>
            <a:off x="845882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2" name="b_small_bar_2535">
            <a:extLst>
              <a:ext uri="{FF2B5EF4-FFF2-40B4-BE49-F238E27FC236}">
                <a16:creationId xmlns:a16="http://schemas.microsoft.com/office/drawing/2014/main" id="{E8284FFA-F56A-4ED2-A3DA-BB6CCD2C82D4}"/>
              </a:ext>
            </a:extLst>
          </p:cNvPr>
          <p:cNvSpPr>
            <a:spLocks noGrp="1"/>
          </p:cNvSpPr>
          <p:nvPr/>
        </p:nvSpPr>
        <p:spPr>
          <a:xfrm>
            <a:off x="839337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3" name="b_small_bar_2536">
            <a:extLst>
              <a:ext uri="{FF2B5EF4-FFF2-40B4-BE49-F238E27FC236}">
                <a16:creationId xmlns:a16="http://schemas.microsoft.com/office/drawing/2014/main" id="{EE79F097-81C6-4761-BB9D-710FE82AFAE6}"/>
              </a:ext>
            </a:extLst>
          </p:cNvPr>
          <p:cNvSpPr>
            <a:spLocks noGrp="1"/>
          </p:cNvSpPr>
          <p:nvPr/>
        </p:nvSpPr>
        <p:spPr>
          <a:xfrm>
            <a:off x="846425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4" name="b_small_bar_2537">
            <a:extLst>
              <a:ext uri="{FF2B5EF4-FFF2-40B4-BE49-F238E27FC236}">
                <a16:creationId xmlns:a16="http://schemas.microsoft.com/office/drawing/2014/main" id="{5DDD247E-DB14-4F93-96F8-F54A5EB1D53B}"/>
              </a:ext>
            </a:extLst>
          </p:cNvPr>
          <p:cNvSpPr>
            <a:spLocks noGrp="1"/>
          </p:cNvSpPr>
          <p:nvPr/>
        </p:nvSpPr>
        <p:spPr>
          <a:xfrm>
            <a:off x="83794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5" name="b_small_bar_2538">
            <a:extLst>
              <a:ext uri="{FF2B5EF4-FFF2-40B4-BE49-F238E27FC236}">
                <a16:creationId xmlns:a16="http://schemas.microsoft.com/office/drawing/2014/main" id="{EE626370-8129-409A-87DA-222518B6DBBD}"/>
              </a:ext>
            </a:extLst>
          </p:cNvPr>
          <p:cNvSpPr>
            <a:spLocks noGrp="1"/>
          </p:cNvSpPr>
          <p:nvPr/>
        </p:nvSpPr>
        <p:spPr>
          <a:xfrm>
            <a:off x="8099826" y="57137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6" name="b_small_bar_2539">
            <a:extLst>
              <a:ext uri="{FF2B5EF4-FFF2-40B4-BE49-F238E27FC236}">
                <a16:creationId xmlns:a16="http://schemas.microsoft.com/office/drawing/2014/main" id="{BFEA4364-59AF-4373-8CFE-C4B55FC6438D}"/>
              </a:ext>
            </a:extLst>
          </p:cNvPr>
          <p:cNvSpPr>
            <a:spLocks noGrp="1"/>
          </p:cNvSpPr>
          <p:nvPr/>
        </p:nvSpPr>
        <p:spPr>
          <a:xfrm>
            <a:off x="820948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7" name="b_small_bar_2540">
            <a:extLst>
              <a:ext uri="{FF2B5EF4-FFF2-40B4-BE49-F238E27FC236}">
                <a16:creationId xmlns:a16="http://schemas.microsoft.com/office/drawing/2014/main" id="{72791BC4-F8E4-4905-BB70-74F362796AF6}"/>
              </a:ext>
            </a:extLst>
          </p:cNvPr>
          <p:cNvSpPr>
            <a:spLocks noGrp="1"/>
          </p:cNvSpPr>
          <p:nvPr/>
        </p:nvSpPr>
        <p:spPr>
          <a:xfrm>
            <a:off x="816759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8" name="b_small_bar_2541">
            <a:extLst>
              <a:ext uri="{FF2B5EF4-FFF2-40B4-BE49-F238E27FC236}">
                <a16:creationId xmlns:a16="http://schemas.microsoft.com/office/drawing/2014/main" id="{34A2D292-6D27-44DD-A8AF-3DB5375E18D7}"/>
              </a:ext>
            </a:extLst>
          </p:cNvPr>
          <p:cNvSpPr>
            <a:spLocks noGrp="1"/>
          </p:cNvSpPr>
          <p:nvPr/>
        </p:nvSpPr>
        <p:spPr>
          <a:xfrm>
            <a:off x="826912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9" name="b_small_bar_2542">
            <a:extLst>
              <a:ext uri="{FF2B5EF4-FFF2-40B4-BE49-F238E27FC236}">
                <a16:creationId xmlns:a16="http://schemas.microsoft.com/office/drawing/2014/main" id="{45D5B401-57DF-4EDC-A0DE-13D8022A9FAB}"/>
              </a:ext>
            </a:extLst>
          </p:cNvPr>
          <p:cNvSpPr>
            <a:spLocks noGrp="1"/>
          </p:cNvSpPr>
          <p:nvPr/>
        </p:nvSpPr>
        <p:spPr>
          <a:xfrm>
            <a:off x="834606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0" name="b_small_bar_2543">
            <a:extLst>
              <a:ext uri="{FF2B5EF4-FFF2-40B4-BE49-F238E27FC236}">
                <a16:creationId xmlns:a16="http://schemas.microsoft.com/office/drawing/2014/main" id="{E34B9F7B-511F-4595-B3CC-D282FF17AE1F}"/>
              </a:ext>
            </a:extLst>
          </p:cNvPr>
          <p:cNvSpPr>
            <a:spLocks noGrp="1"/>
          </p:cNvSpPr>
          <p:nvPr/>
        </p:nvSpPr>
        <p:spPr>
          <a:xfrm>
            <a:off x="843619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1" name="b_small_bar_2544">
            <a:extLst>
              <a:ext uri="{FF2B5EF4-FFF2-40B4-BE49-F238E27FC236}">
                <a16:creationId xmlns:a16="http://schemas.microsoft.com/office/drawing/2014/main" id="{F5DEF343-9383-45B8-A46B-888A09543AFF}"/>
              </a:ext>
            </a:extLst>
          </p:cNvPr>
          <p:cNvSpPr>
            <a:spLocks noGrp="1"/>
          </p:cNvSpPr>
          <p:nvPr/>
        </p:nvSpPr>
        <p:spPr>
          <a:xfrm>
            <a:off x="835044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2" name="b_small_bar_2545">
            <a:extLst>
              <a:ext uri="{FF2B5EF4-FFF2-40B4-BE49-F238E27FC236}">
                <a16:creationId xmlns:a16="http://schemas.microsoft.com/office/drawing/2014/main" id="{7BA103E2-3D4B-464B-AF32-D36AFC294722}"/>
              </a:ext>
            </a:extLst>
          </p:cNvPr>
          <p:cNvSpPr>
            <a:spLocks noGrp="1"/>
          </p:cNvSpPr>
          <p:nvPr/>
        </p:nvSpPr>
        <p:spPr>
          <a:xfrm>
            <a:off x="840737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3" name="b_small_bar_2546">
            <a:extLst>
              <a:ext uri="{FF2B5EF4-FFF2-40B4-BE49-F238E27FC236}">
                <a16:creationId xmlns:a16="http://schemas.microsoft.com/office/drawing/2014/main" id="{9275F168-A8C0-40C5-8CC3-CD70DF9DB38A}"/>
              </a:ext>
            </a:extLst>
          </p:cNvPr>
          <p:cNvSpPr>
            <a:spLocks noGrp="1"/>
          </p:cNvSpPr>
          <p:nvPr/>
        </p:nvSpPr>
        <p:spPr>
          <a:xfrm>
            <a:off x="816404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4" name="b_small_bar_2547">
            <a:extLst>
              <a:ext uri="{FF2B5EF4-FFF2-40B4-BE49-F238E27FC236}">
                <a16:creationId xmlns:a16="http://schemas.microsoft.com/office/drawing/2014/main" id="{B1139F8A-DFC7-4FD0-AD7F-A28A2FEA6162}"/>
              </a:ext>
            </a:extLst>
          </p:cNvPr>
          <p:cNvSpPr>
            <a:spLocks noGrp="1"/>
          </p:cNvSpPr>
          <p:nvPr/>
        </p:nvSpPr>
        <p:spPr>
          <a:xfrm>
            <a:off x="8444399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5" name="b_small_bar_2548">
            <a:extLst>
              <a:ext uri="{FF2B5EF4-FFF2-40B4-BE49-F238E27FC236}">
                <a16:creationId xmlns:a16="http://schemas.microsoft.com/office/drawing/2014/main" id="{9AD45FA1-6291-4C60-99D2-0BCBAFD6563D}"/>
              </a:ext>
            </a:extLst>
          </p:cNvPr>
          <p:cNvSpPr>
            <a:spLocks noGrp="1"/>
          </p:cNvSpPr>
          <p:nvPr/>
        </p:nvSpPr>
        <p:spPr>
          <a:xfrm>
            <a:off x="8229901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6" name="b_small_bar_2549">
            <a:extLst>
              <a:ext uri="{FF2B5EF4-FFF2-40B4-BE49-F238E27FC236}">
                <a16:creationId xmlns:a16="http://schemas.microsoft.com/office/drawing/2014/main" id="{D41F5970-A3C3-408B-9F3E-73FEBFF7B6CF}"/>
              </a:ext>
            </a:extLst>
          </p:cNvPr>
          <p:cNvSpPr>
            <a:spLocks noGrp="1"/>
          </p:cNvSpPr>
          <p:nvPr/>
        </p:nvSpPr>
        <p:spPr>
          <a:xfrm>
            <a:off x="8187103" y="470894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7" name="b_small_bar_2550">
            <a:extLst>
              <a:ext uri="{FF2B5EF4-FFF2-40B4-BE49-F238E27FC236}">
                <a16:creationId xmlns:a16="http://schemas.microsoft.com/office/drawing/2014/main" id="{B2573711-2DE1-4412-9750-00B1479CBAC0}"/>
              </a:ext>
            </a:extLst>
          </p:cNvPr>
          <p:cNvSpPr>
            <a:spLocks noGrp="1"/>
          </p:cNvSpPr>
          <p:nvPr/>
        </p:nvSpPr>
        <p:spPr>
          <a:xfrm>
            <a:off x="832432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8" name="b_small_bar_2551">
            <a:extLst>
              <a:ext uri="{FF2B5EF4-FFF2-40B4-BE49-F238E27FC236}">
                <a16:creationId xmlns:a16="http://schemas.microsoft.com/office/drawing/2014/main" id="{AB8457B9-CFCB-4572-97D4-C8AB9DBEBB8B}"/>
              </a:ext>
            </a:extLst>
          </p:cNvPr>
          <p:cNvSpPr>
            <a:spLocks noGrp="1"/>
          </p:cNvSpPr>
          <p:nvPr/>
        </p:nvSpPr>
        <p:spPr>
          <a:xfrm>
            <a:off x="832456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9" name="b_small_bar_2552">
            <a:extLst>
              <a:ext uri="{FF2B5EF4-FFF2-40B4-BE49-F238E27FC236}">
                <a16:creationId xmlns:a16="http://schemas.microsoft.com/office/drawing/2014/main" id="{624A8989-C449-4215-A2CF-AC460A7A81DF}"/>
              </a:ext>
            </a:extLst>
          </p:cNvPr>
          <p:cNvSpPr>
            <a:spLocks noGrp="1"/>
          </p:cNvSpPr>
          <p:nvPr/>
        </p:nvSpPr>
        <p:spPr>
          <a:xfrm>
            <a:off x="8274803" y="247377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0" name="b_small_bar_2553">
            <a:extLst>
              <a:ext uri="{FF2B5EF4-FFF2-40B4-BE49-F238E27FC236}">
                <a16:creationId xmlns:a16="http://schemas.microsoft.com/office/drawing/2014/main" id="{80BCAEE3-A153-428F-AF35-F2310BBDA730}"/>
              </a:ext>
            </a:extLst>
          </p:cNvPr>
          <p:cNvSpPr>
            <a:spLocks noGrp="1"/>
          </p:cNvSpPr>
          <p:nvPr/>
        </p:nvSpPr>
        <p:spPr>
          <a:xfrm>
            <a:off x="809657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1" name="b_small_bar_2554">
            <a:extLst>
              <a:ext uri="{FF2B5EF4-FFF2-40B4-BE49-F238E27FC236}">
                <a16:creationId xmlns:a16="http://schemas.microsoft.com/office/drawing/2014/main" id="{6CDD8C9D-3E0E-4CFB-803E-1E0753FDFF4B}"/>
              </a:ext>
            </a:extLst>
          </p:cNvPr>
          <p:cNvSpPr>
            <a:spLocks noGrp="1"/>
          </p:cNvSpPr>
          <p:nvPr/>
        </p:nvSpPr>
        <p:spPr>
          <a:xfrm>
            <a:off x="834341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2" name="b_small_bar_2555">
            <a:extLst>
              <a:ext uri="{FF2B5EF4-FFF2-40B4-BE49-F238E27FC236}">
                <a16:creationId xmlns:a16="http://schemas.microsoft.com/office/drawing/2014/main" id="{018CF821-4432-4F7C-AA7E-AE01594FB542}"/>
              </a:ext>
            </a:extLst>
          </p:cNvPr>
          <p:cNvSpPr>
            <a:spLocks noGrp="1"/>
          </p:cNvSpPr>
          <p:nvPr/>
        </p:nvSpPr>
        <p:spPr>
          <a:xfrm>
            <a:off x="825345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3" name="b_small_bar_2556">
            <a:extLst>
              <a:ext uri="{FF2B5EF4-FFF2-40B4-BE49-F238E27FC236}">
                <a16:creationId xmlns:a16="http://schemas.microsoft.com/office/drawing/2014/main" id="{1419321E-9FBC-4F08-9DC6-890AE8708F84}"/>
              </a:ext>
            </a:extLst>
          </p:cNvPr>
          <p:cNvSpPr>
            <a:spLocks noGrp="1"/>
          </p:cNvSpPr>
          <p:nvPr/>
        </p:nvSpPr>
        <p:spPr>
          <a:xfrm>
            <a:off x="8225432" y="57366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4" name="b_small_bar_2557">
            <a:extLst>
              <a:ext uri="{FF2B5EF4-FFF2-40B4-BE49-F238E27FC236}">
                <a16:creationId xmlns:a16="http://schemas.microsoft.com/office/drawing/2014/main" id="{ECCEA97B-8A15-42E1-9606-CA87FC1E5253}"/>
              </a:ext>
            </a:extLst>
          </p:cNvPr>
          <p:cNvSpPr>
            <a:spLocks noGrp="1"/>
          </p:cNvSpPr>
          <p:nvPr/>
        </p:nvSpPr>
        <p:spPr>
          <a:xfrm>
            <a:off x="1685925" y="2300957"/>
            <a:ext cx="191" cy="3732609"/>
          </a:xfrm>
          <a:custGeom>
            <a:avLst/>
            <a:gdLst/>
            <a:ahLst/>
            <a:cxnLst/>
            <a:rect l="0" t="0" r="0" b="0"/>
            <a:pathLst>
              <a:path w="191" h="3732609">
                <a:moveTo>
                  <a:pt x="0" y="3732609"/>
                </a:moveTo>
                <a:lnTo>
                  <a:pt x="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875" name="b_small_bar_2558">
            <a:extLst>
              <a:ext uri="{FF2B5EF4-FFF2-40B4-BE49-F238E27FC236}">
                <a16:creationId xmlns:a16="http://schemas.microsoft.com/office/drawing/2014/main" id="{F946D72C-D564-4919-BCD7-ACDC35F78268}"/>
              </a:ext>
            </a:extLst>
          </p:cNvPr>
          <p:cNvSpPr>
            <a:spLocks noGrp="1"/>
          </p:cNvSpPr>
          <p:nvPr/>
        </p:nvSpPr>
        <p:spPr>
          <a:xfrm>
            <a:off x="1685925" y="6033567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876" name="b_small_bar_2559">
            <a:extLst>
              <a:ext uri="{FF2B5EF4-FFF2-40B4-BE49-F238E27FC236}">
                <a16:creationId xmlns:a16="http://schemas.microsoft.com/office/drawing/2014/main" id="{D378A00C-379D-4FA9-8E6B-D6974A48E91E}"/>
              </a:ext>
            </a:extLst>
          </p:cNvPr>
          <p:cNvSpPr>
            <a:spLocks noGrp="1"/>
          </p:cNvSpPr>
          <p:nvPr/>
        </p:nvSpPr>
        <p:spPr>
          <a:xfrm>
            <a:off x="2297327" y="3758289"/>
            <a:ext cx="191" cy="399976"/>
          </a:xfrm>
          <a:custGeom>
            <a:avLst/>
            <a:gdLst/>
            <a:ahLst/>
            <a:cxnLst/>
            <a:rect l="0" t="0" r="0" b="0"/>
            <a:pathLst>
              <a:path w="191" h="399976">
                <a:moveTo>
                  <a:pt x="0" y="399976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77" name="b_small_bar_2560">
            <a:extLst>
              <a:ext uri="{FF2B5EF4-FFF2-40B4-BE49-F238E27FC236}">
                <a16:creationId xmlns:a16="http://schemas.microsoft.com/office/drawing/2014/main" id="{97F0904D-CA7D-4BEE-B2DA-295DDA2E9A41}"/>
              </a:ext>
            </a:extLst>
          </p:cNvPr>
          <p:cNvSpPr>
            <a:spLocks noGrp="1"/>
          </p:cNvSpPr>
          <p:nvPr/>
        </p:nvSpPr>
        <p:spPr>
          <a:xfrm>
            <a:off x="2162819" y="4158265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78" name="b_small_bar_2561">
            <a:extLst>
              <a:ext uri="{FF2B5EF4-FFF2-40B4-BE49-F238E27FC236}">
                <a16:creationId xmlns:a16="http://schemas.microsoft.com/office/drawing/2014/main" id="{8BD5014B-39B6-4D30-9CB9-6060DFE20E8B}"/>
              </a:ext>
            </a:extLst>
          </p:cNvPr>
          <p:cNvSpPr>
            <a:spLocks noGrp="1"/>
          </p:cNvSpPr>
          <p:nvPr/>
        </p:nvSpPr>
        <p:spPr>
          <a:xfrm>
            <a:off x="2162819" y="3758289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79" name="b_small_bar_2562">
            <a:extLst>
              <a:ext uri="{FF2B5EF4-FFF2-40B4-BE49-F238E27FC236}">
                <a16:creationId xmlns:a16="http://schemas.microsoft.com/office/drawing/2014/main" id="{75180303-542A-4076-A9D9-DF6B82525620}"/>
              </a:ext>
            </a:extLst>
          </p:cNvPr>
          <p:cNvSpPr>
            <a:spLocks noGrp="1"/>
          </p:cNvSpPr>
          <p:nvPr/>
        </p:nvSpPr>
        <p:spPr>
          <a:xfrm>
            <a:off x="4742935" y="3229618"/>
            <a:ext cx="191" cy="553765"/>
          </a:xfrm>
          <a:custGeom>
            <a:avLst/>
            <a:gdLst/>
            <a:ahLst/>
            <a:cxnLst/>
            <a:rect l="0" t="0" r="0" b="0"/>
            <a:pathLst>
              <a:path w="191" h="553765">
                <a:moveTo>
                  <a:pt x="0" y="553765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80" name="b_small_bar_2563">
            <a:extLst>
              <a:ext uri="{FF2B5EF4-FFF2-40B4-BE49-F238E27FC236}">
                <a16:creationId xmlns:a16="http://schemas.microsoft.com/office/drawing/2014/main" id="{B70E2807-D83E-455C-B32B-2C043DE820DD}"/>
              </a:ext>
            </a:extLst>
          </p:cNvPr>
          <p:cNvSpPr>
            <a:spLocks noGrp="1"/>
          </p:cNvSpPr>
          <p:nvPr/>
        </p:nvSpPr>
        <p:spPr>
          <a:xfrm>
            <a:off x="4608427" y="3783383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81" name="b_small_bar_2564">
            <a:extLst>
              <a:ext uri="{FF2B5EF4-FFF2-40B4-BE49-F238E27FC236}">
                <a16:creationId xmlns:a16="http://schemas.microsoft.com/office/drawing/2014/main" id="{E1B9EDC7-A6C9-4283-802A-1E6806C25F18}"/>
              </a:ext>
            </a:extLst>
          </p:cNvPr>
          <p:cNvSpPr>
            <a:spLocks noGrp="1"/>
          </p:cNvSpPr>
          <p:nvPr/>
        </p:nvSpPr>
        <p:spPr>
          <a:xfrm>
            <a:off x="4608427" y="3229618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82" name="b_small_bar_2565">
            <a:extLst>
              <a:ext uri="{FF2B5EF4-FFF2-40B4-BE49-F238E27FC236}">
                <a16:creationId xmlns:a16="http://schemas.microsoft.com/office/drawing/2014/main" id="{DC74A7A0-CDAF-4EEB-B880-8211DC1CBF63}"/>
              </a:ext>
            </a:extLst>
          </p:cNvPr>
          <p:cNvSpPr>
            <a:spLocks noGrp="1"/>
          </p:cNvSpPr>
          <p:nvPr/>
        </p:nvSpPr>
        <p:spPr>
          <a:xfrm>
            <a:off x="7188543" y="3538356"/>
            <a:ext cx="191" cy="632692"/>
          </a:xfrm>
          <a:custGeom>
            <a:avLst/>
            <a:gdLst/>
            <a:ahLst/>
            <a:cxnLst/>
            <a:rect l="0" t="0" r="0" b="0"/>
            <a:pathLst>
              <a:path w="191" h="632692">
                <a:moveTo>
                  <a:pt x="0" y="632692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83" name="b_small_bar_2566">
            <a:extLst>
              <a:ext uri="{FF2B5EF4-FFF2-40B4-BE49-F238E27FC236}">
                <a16:creationId xmlns:a16="http://schemas.microsoft.com/office/drawing/2014/main" id="{A80CDE5B-86F7-4108-9162-4E823F848CEF}"/>
              </a:ext>
            </a:extLst>
          </p:cNvPr>
          <p:cNvSpPr>
            <a:spLocks noGrp="1"/>
          </p:cNvSpPr>
          <p:nvPr/>
        </p:nvSpPr>
        <p:spPr>
          <a:xfrm>
            <a:off x="7054035" y="4171048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84" name="b_small_bar_2567">
            <a:extLst>
              <a:ext uri="{FF2B5EF4-FFF2-40B4-BE49-F238E27FC236}">
                <a16:creationId xmlns:a16="http://schemas.microsoft.com/office/drawing/2014/main" id="{09CE248D-3EB4-47FF-9E5E-D3C9BA15B9D5}"/>
              </a:ext>
            </a:extLst>
          </p:cNvPr>
          <p:cNvSpPr>
            <a:spLocks noGrp="1"/>
          </p:cNvSpPr>
          <p:nvPr/>
        </p:nvSpPr>
        <p:spPr>
          <a:xfrm>
            <a:off x="7054035" y="3538356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85" name="b_small_bar_2568">
            <a:extLst>
              <a:ext uri="{FF2B5EF4-FFF2-40B4-BE49-F238E27FC236}">
                <a16:creationId xmlns:a16="http://schemas.microsoft.com/office/drawing/2014/main" id="{EBF4A3E3-F722-4823-B8B5-1D49865C21A5}"/>
              </a:ext>
            </a:extLst>
          </p:cNvPr>
          <p:cNvSpPr>
            <a:spLocks noGrp="1"/>
          </p:cNvSpPr>
          <p:nvPr/>
        </p:nvSpPr>
        <p:spPr>
          <a:xfrm>
            <a:off x="2859817" y="4082131"/>
            <a:ext cx="191" cy="437101"/>
          </a:xfrm>
          <a:custGeom>
            <a:avLst/>
            <a:gdLst/>
            <a:ahLst/>
            <a:cxnLst/>
            <a:rect l="0" t="0" r="0" b="0"/>
            <a:pathLst>
              <a:path w="191" h="437101">
                <a:moveTo>
                  <a:pt x="0" y="437101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86" name="b_small_bar_2569">
            <a:extLst>
              <a:ext uri="{FF2B5EF4-FFF2-40B4-BE49-F238E27FC236}">
                <a16:creationId xmlns:a16="http://schemas.microsoft.com/office/drawing/2014/main" id="{A79E8DC7-1E00-4A82-8A59-7C629C0A02FE}"/>
              </a:ext>
            </a:extLst>
          </p:cNvPr>
          <p:cNvSpPr>
            <a:spLocks noGrp="1"/>
          </p:cNvSpPr>
          <p:nvPr/>
        </p:nvSpPr>
        <p:spPr>
          <a:xfrm>
            <a:off x="2725308" y="4519232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87" name="b_small_bar_2570">
            <a:extLst>
              <a:ext uri="{FF2B5EF4-FFF2-40B4-BE49-F238E27FC236}">
                <a16:creationId xmlns:a16="http://schemas.microsoft.com/office/drawing/2014/main" id="{F10070EC-FF9A-43A7-9B61-420A86AB4CA6}"/>
              </a:ext>
            </a:extLst>
          </p:cNvPr>
          <p:cNvSpPr>
            <a:spLocks noGrp="1"/>
          </p:cNvSpPr>
          <p:nvPr/>
        </p:nvSpPr>
        <p:spPr>
          <a:xfrm>
            <a:off x="2725308" y="4082131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88" name="b_small_bar_2571">
            <a:extLst>
              <a:ext uri="{FF2B5EF4-FFF2-40B4-BE49-F238E27FC236}">
                <a16:creationId xmlns:a16="http://schemas.microsoft.com/office/drawing/2014/main" id="{23F0F55B-01BC-4CA0-8D15-531A0238DAAC}"/>
              </a:ext>
            </a:extLst>
          </p:cNvPr>
          <p:cNvSpPr>
            <a:spLocks noGrp="1"/>
          </p:cNvSpPr>
          <p:nvPr/>
        </p:nvSpPr>
        <p:spPr>
          <a:xfrm>
            <a:off x="5305425" y="3686710"/>
            <a:ext cx="191" cy="560361"/>
          </a:xfrm>
          <a:custGeom>
            <a:avLst/>
            <a:gdLst/>
            <a:ahLst/>
            <a:cxnLst/>
            <a:rect l="0" t="0" r="0" b="0"/>
            <a:pathLst>
              <a:path w="191" h="560361">
                <a:moveTo>
                  <a:pt x="0" y="560361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89" name="b_small_bar_2572">
            <a:extLst>
              <a:ext uri="{FF2B5EF4-FFF2-40B4-BE49-F238E27FC236}">
                <a16:creationId xmlns:a16="http://schemas.microsoft.com/office/drawing/2014/main" id="{7AF9A569-5737-4678-B251-FC5DF34458B3}"/>
              </a:ext>
            </a:extLst>
          </p:cNvPr>
          <p:cNvSpPr>
            <a:spLocks noGrp="1"/>
          </p:cNvSpPr>
          <p:nvPr/>
        </p:nvSpPr>
        <p:spPr>
          <a:xfrm>
            <a:off x="5170917" y="4247070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90" name="b_small_bar_2573">
            <a:extLst>
              <a:ext uri="{FF2B5EF4-FFF2-40B4-BE49-F238E27FC236}">
                <a16:creationId xmlns:a16="http://schemas.microsoft.com/office/drawing/2014/main" id="{7B27521A-3992-42C2-AFCC-7D3E4DBDEA56}"/>
              </a:ext>
            </a:extLst>
          </p:cNvPr>
          <p:cNvSpPr>
            <a:spLocks noGrp="1"/>
          </p:cNvSpPr>
          <p:nvPr/>
        </p:nvSpPr>
        <p:spPr>
          <a:xfrm>
            <a:off x="5170917" y="3686710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91" name="b_small_bar_2574">
            <a:extLst>
              <a:ext uri="{FF2B5EF4-FFF2-40B4-BE49-F238E27FC236}">
                <a16:creationId xmlns:a16="http://schemas.microsoft.com/office/drawing/2014/main" id="{0D83F6A3-AE1B-4675-A07C-E2F3B5ADDA81}"/>
              </a:ext>
            </a:extLst>
          </p:cNvPr>
          <p:cNvSpPr>
            <a:spLocks noGrp="1"/>
          </p:cNvSpPr>
          <p:nvPr/>
        </p:nvSpPr>
        <p:spPr>
          <a:xfrm>
            <a:off x="7751033" y="3923184"/>
            <a:ext cx="191" cy="609370"/>
          </a:xfrm>
          <a:custGeom>
            <a:avLst/>
            <a:gdLst/>
            <a:ahLst/>
            <a:cxnLst/>
            <a:rect l="0" t="0" r="0" b="0"/>
            <a:pathLst>
              <a:path w="191" h="609370">
                <a:moveTo>
                  <a:pt x="0" y="609370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92" name="b_small_bar_2575">
            <a:extLst>
              <a:ext uri="{FF2B5EF4-FFF2-40B4-BE49-F238E27FC236}">
                <a16:creationId xmlns:a16="http://schemas.microsoft.com/office/drawing/2014/main" id="{432F496B-B981-440B-A930-C25CB1A68942}"/>
              </a:ext>
            </a:extLst>
          </p:cNvPr>
          <p:cNvSpPr>
            <a:spLocks noGrp="1"/>
          </p:cNvSpPr>
          <p:nvPr/>
        </p:nvSpPr>
        <p:spPr>
          <a:xfrm>
            <a:off x="7616525" y="4532554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93" name="b_small_bar_2576">
            <a:extLst>
              <a:ext uri="{FF2B5EF4-FFF2-40B4-BE49-F238E27FC236}">
                <a16:creationId xmlns:a16="http://schemas.microsoft.com/office/drawing/2014/main" id="{7091BEE6-D644-4098-92E9-E34F4B8D9217}"/>
              </a:ext>
            </a:extLst>
          </p:cNvPr>
          <p:cNvSpPr>
            <a:spLocks noGrp="1"/>
          </p:cNvSpPr>
          <p:nvPr/>
        </p:nvSpPr>
        <p:spPr>
          <a:xfrm>
            <a:off x="7616525" y="3923184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94" name="b_small_bar_2577">
            <a:extLst>
              <a:ext uri="{FF2B5EF4-FFF2-40B4-BE49-F238E27FC236}">
                <a16:creationId xmlns:a16="http://schemas.microsoft.com/office/drawing/2014/main" id="{8E83482F-5417-4C91-B5B8-4104B9414F2B}"/>
              </a:ext>
            </a:extLst>
          </p:cNvPr>
          <p:cNvSpPr>
            <a:spLocks noGrp="1"/>
          </p:cNvSpPr>
          <p:nvPr/>
        </p:nvSpPr>
        <p:spPr>
          <a:xfrm>
            <a:off x="3422307" y="5665197"/>
            <a:ext cx="191" cy="195114"/>
          </a:xfrm>
          <a:custGeom>
            <a:avLst/>
            <a:gdLst/>
            <a:ahLst/>
            <a:cxnLst/>
            <a:rect l="0" t="0" r="0" b="0"/>
            <a:pathLst>
              <a:path w="191" h="195114">
                <a:moveTo>
                  <a:pt x="0" y="195114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895" name="b_small_bar_2578">
            <a:extLst>
              <a:ext uri="{FF2B5EF4-FFF2-40B4-BE49-F238E27FC236}">
                <a16:creationId xmlns:a16="http://schemas.microsoft.com/office/drawing/2014/main" id="{B230A9DE-96E8-4309-90ED-44B2F6675848}"/>
              </a:ext>
            </a:extLst>
          </p:cNvPr>
          <p:cNvSpPr>
            <a:spLocks noGrp="1"/>
          </p:cNvSpPr>
          <p:nvPr/>
        </p:nvSpPr>
        <p:spPr>
          <a:xfrm>
            <a:off x="3287798" y="5860311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896" name="b_small_bar_2579">
            <a:extLst>
              <a:ext uri="{FF2B5EF4-FFF2-40B4-BE49-F238E27FC236}">
                <a16:creationId xmlns:a16="http://schemas.microsoft.com/office/drawing/2014/main" id="{418F4E97-C2A7-4608-A0C6-20CD8BE14496}"/>
              </a:ext>
            </a:extLst>
          </p:cNvPr>
          <p:cNvSpPr>
            <a:spLocks noGrp="1"/>
          </p:cNvSpPr>
          <p:nvPr/>
        </p:nvSpPr>
        <p:spPr>
          <a:xfrm>
            <a:off x="3287798" y="5665197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897" name="b_small_bar_2580">
            <a:extLst>
              <a:ext uri="{FF2B5EF4-FFF2-40B4-BE49-F238E27FC236}">
                <a16:creationId xmlns:a16="http://schemas.microsoft.com/office/drawing/2014/main" id="{5123E1A3-943B-489D-A464-ED8E4F5C49F8}"/>
              </a:ext>
            </a:extLst>
          </p:cNvPr>
          <p:cNvSpPr>
            <a:spLocks noGrp="1"/>
          </p:cNvSpPr>
          <p:nvPr/>
        </p:nvSpPr>
        <p:spPr>
          <a:xfrm>
            <a:off x="5867915" y="4054437"/>
            <a:ext cx="191" cy="620502"/>
          </a:xfrm>
          <a:custGeom>
            <a:avLst/>
            <a:gdLst/>
            <a:ahLst/>
            <a:cxnLst/>
            <a:rect l="0" t="0" r="0" b="0"/>
            <a:pathLst>
              <a:path w="191" h="620502">
                <a:moveTo>
                  <a:pt x="0" y="620502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898" name="b_small_bar_2581">
            <a:extLst>
              <a:ext uri="{FF2B5EF4-FFF2-40B4-BE49-F238E27FC236}">
                <a16:creationId xmlns:a16="http://schemas.microsoft.com/office/drawing/2014/main" id="{F92D4222-1EC5-40FC-90F7-DE3024D7B27F}"/>
              </a:ext>
            </a:extLst>
          </p:cNvPr>
          <p:cNvSpPr>
            <a:spLocks noGrp="1"/>
          </p:cNvSpPr>
          <p:nvPr/>
        </p:nvSpPr>
        <p:spPr>
          <a:xfrm>
            <a:off x="5733406" y="4674938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899" name="b_small_bar_2582">
            <a:extLst>
              <a:ext uri="{FF2B5EF4-FFF2-40B4-BE49-F238E27FC236}">
                <a16:creationId xmlns:a16="http://schemas.microsoft.com/office/drawing/2014/main" id="{7DC5BCC0-A656-4FD4-B8AA-C0D7044CFDD5}"/>
              </a:ext>
            </a:extLst>
          </p:cNvPr>
          <p:cNvSpPr>
            <a:spLocks noGrp="1"/>
          </p:cNvSpPr>
          <p:nvPr/>
        </p:nvSpPr>
        <p:spPr>
          <a:xfrm>
            <a:off x="5733406" y="4054437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900" name="b_small_bar_2583">
            <a:extLst>
              <a:ext uri="{FF2B5EF4-FFF2-40B4-BE49-F238E27FC236}">
                <a16:creationId xmlns:a16="http://schemas.microsoft.com/office/drawing/2014/main" id="{CFB631C3-DCF9-4CDB-842E-72C31069E7F5}"/>
              </a:ext>
            </a:extLst>
          </p:cNvPr>
          <p:cNvSpPr>
            <a:spLocks noGrp="1"/>
          </p:cNvSpPr>
          <p:nvPr/>
        </p:nvSpPr>
        <p:spPr>
          <a:xfrm>
            <a:off x="8313523" y="4681137"/>
            <a:ext cx="191" cy="569884"/>
          </a:xfrm>
          <a:custGeom>
            <a:avLst/>
            <a:gdLst/>
            <a:ahLst/>
            <a:cxnLst/>
            <a:rect l="0" t="0" r="0" b="0"/>
            <a:pathLst>
              <a:path w="191" h="569884">
                <a:moveTo>
                  <a:pt x="0" y="569884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901" name="b_small_bar_2584">
            <a:extLst>
              <a:ext uri="{FF2B5EF4-FFF2-40B4-BE49-F238E27FC236}">
                <a16:creationId xmlns:a16="http://schemas.microsoft.com/office/drawing/2014/main" id="{514D6DF5-80B2-4859-A237-CFE79633A97B}"/>
              </a:ext>
            </a:extLst>
          </p:cNvPr>
          <p:cNvSpPr>
            <a:spLocks noGrp="1"/>
          </p:cNvSpPr>
          <p:nvPr/>
        </p:nvSpPr>
        <p:spPr>
          <a:xfrm>
            <a:off x="8179015" y="5251020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902" name="b_small_bar_2585">
            <a:extLst>
              <a:ext uri="{FF2B5EF4-FFF2-40B4-BE49-F238E27FC236}">
                <a16:creationId xmlns:a16="http://schemas.microsoft.com/office/drawing/2014/main" id="{6CDF3703-41F0-499D-9B4E-6A21F6492577}"/>
              </a:ext>
            </a:extLst>
          </p:cNvPr>
          <p:cNvSpPr>
            <a:spLocks noGrp="1"/>
          </p:cNvSpPr>
          <p:nvPr/>
        </p:nvSpPr>
        <p:spPr>
          <a:xfrm>
            <a:off x="8179015" y="4681137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903" name="b_small_bar_2586">
            <a:extLst>
              <a:ext uri="{FF2B5EF4-FFF2-40B4-BE49-F238E27FC236}">
                <a16:creationId xmlns:a16="http://schemas.microsoft.com/office/drawing/2014/main" id="{4503946F-6FC1-4466-AB6F-CE6C5F4AA75D}"/>
              </a:ext>
            </a:extLst>
          </p:cNvPr>
          <p:cNvSpPr>
            <a:spLocks noGrp="1"/>
          </p:cNvSpPr>
          <p:nvPr/>
        </p:nvSpPr>
        <p:spPr>
          <a:xfrm>
            <a:off x="2087005" y="3955515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007C83"/>
            </a:solidFill>
            <a:prstDash val="solid"/>
          </a:ln>
        </p:spPr>
      </p:sp>
      <p:sp>
        <p:nvSpPr>
          <p:cNvPr id="904" name="b_small_bar_2587">
            <a:extLst>
              <a:ext uri="{FF2B5EF4-FFF2-40B4-BE49-F238E27FC236}">
                <a16:creationId xmlns:a16="http://schemas.microsoft.com/office/drawing/2014/main" id="{3B1BEAB5-D3ED-4967-B6CD-DA7E09D7537E}"/>
              </a:ext>
            </a:extLst>
          </p:cNvPr>
          <p:cNvSpPr>
            <a:spLocks noGrp="1"/>
          </p:cNvSpPr>
          <p:nvPr/>
        </p:nvSpPr>
        <p:spPr>
          <a:xfrm>
            <a:off x="4532613" y="3504972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007C83"/>
            </a:solidFill>
            <a:prstDash val="solid"/>
          </a:ln>
        </p:spPr>
      </p:sp>
      <p:sp>
        <p:nvSpPr>
          <p:cNvPr id="905" name="b_small_bar_2588">
            <a:extLst>
              <a:ext uri="{FF2B5EF4-FFF2-40B4-BE49-F238E27FC236}">
                <a16:creationId xmlns:a16="http://schemas.microsoft.com/office/drawing/2014/main" id="{CD4D7ED4-5C1A-4E67-9E04-57E552415C11}"/>
              </a:ext>
            </a:extLst>
          </p:cNvPr>
          <p:cNvSpPr>
            <a:spLocks noGrp="1"/>
          </p:cNvSpPr>
          <p:nvPr/>
        </p:nvSpPr>
        <p:spPr>
          <a:xfrm>
            <a:off x="6978221" y="3852215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007C83"/>
            </a:solidFill>
            <a:prstDash val="solid"/>
          </a:ln>
        </p:spPr>
      </p:sp>
      <p:sp>
        <p:nvSpPr>
          <p:cNvPr id="906" name="b_small_bar_2589">
            <a:extLst>
              <a:ext uri="{FF2B5EF4-FFF2-40B4-BE49-F238E27FC236}">
                <a16:creationId xmlns:a16="http://schemas.microsoft.com/office/drawing/2014/main" id="{4F98AFAB-0789-4301-9573-7C164CD5FE38}"/>
              </a:ext>
            </a:extLst>
          </p:cNvPr>
          <p:cNvSpPr>
            <a:spLocks noGrp="1"/>
          </p:cNvSpPr>
          <p:nvPr/>
        </p:nvSpPr>
        <p:spPr>
          <a:xfrm>
            <a:off x="2649495" y="4297078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566AB4"/>
            </a:solidFill>
            <a:prstDash val="solid"/>
          </a:ln>
        </p:spPr>
      </p:sp>
      <p:sp>
        <p:nvSpPr>
          <p:cNvPr id="907" name="b_small_bar_2590">
            <a:extLst>
              <a:ext uri="{FF2B5EF4-FFF2-40B4-BE49-F238E27FC236}">
                <a16:creationId xmlns:a16="http://schemas.microsoft.com/office/drawing/2014/main" id="{AFEF05A1-3EE8-4006-831C-2DFDAF5566FC}"/>
              </a:ext>
            </a:extLst>
          </p:cNvPr>
          <p:cNvSpPr>
            <a:spLocks noGrp="1"/>
          </p:cNvSpPr>
          <p:nvPr/>
        </p:nvSpPr>
        <p:spPr>
          <a:xfrm>
            <a:off x="5095103" y="3968494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566AB4"/>
            </a:solidFill>
            <a:prstDash val="solid"/>
          </a:ln>
        </p:spPr>
      </p:sp>
      <p:sp>
        <p:nvSpPr>
          <p:cNvPr id="908" name="b_small_bar_2591">
            <a:extLst>
              <a:ext uri="{FF2B5EF4-FFF2-40B4-BE49-F238E27FC236}">
                <a16:creationId xmlns:a16="http://schemas.microsoft.com/office/drawing/2014/main" id="{9F320420-6D29-4FC6-85E4-E8D00DF05ECC}"/>
              </a:ext>
            </a:extLst>
          </p:cNvPr>
          <p:cNvSpPr>
            <a:spLocks noGrp="1"/>
          </p:cNvSpPr>
          <p:nvPr/>
        </p:nvSpPr>
        <p:spPr>
          <a:xfrm>
            <a:off x="7540711" y="4232921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566AB4"/>
            </a:solidFill>
            <a:prstDash val="solid"/>
          </a:ln>
        </p:spPr>
      </p:sp>
      <p:sp>
        <p:nvSpPr>
          <p:cNvPr id="909" name="b_small_bar_2592">
            <a:extLst>
              <a:ext uri="{FF2B5EF4-FFF2-40B4-BE49-F238E27FC236}">
                <a16:creationId xmlns:a16="http://schemas.microsoft.com/office/drawing/2014/main" id="{31160521-DA1E-48C8-B610-52FF09632633}"/>
              </a:ext>
            </a:extLst>
          </p:cNvPr>
          <p:cNvSpPr>
            <a:spLocks noGrp="1"/>
          </p:cNvSpPr>
          <p:nvPr/>
        </p:nvSpPr>
        <p:spPr>
          <a:xfrm>
            <a:off x="3211984" y="5771722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8B9298"/>
            </a:solidFill>
            <a:prstDash val="solid"/>
          </a:ln>
        </p:spPr>
      </p:sp>
      <p:sp>
        <p:nvSpPr>
          <p:cNvPr id="910" name="b_small_bar_2593">
            <a:extLst>
              <a:ext uri="{FF2B5EF4-FFF2-40B4-BE49-F238E27FC236}">
                <a16:creationId xmlns:a16="http://schemas.microsoft.com/office/drawing/2014/main" id="{3A7774BD-752E-4841-8679-F6D902FEA16F}"/>
              </a:ext>
            </a:extLst>
          </p:cNvPr>
          <p:cNvSpPr>
            <a:spLocks noGrp="1"/>
          </p:cNvSpPr>
          <p:nvPr/>
        </p:nvSpPr>
        <p:spPr>
          <a:xfrm>
            <a:off x="5657593" y="4367296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8B9298"/>
            </a:solidFill>
            <a:prstDash val="solid"/>
          </a:ln>
        </p:spPr>
      </p:sp>
      <p:sp>
        <p:nvSpPr>
          <p:cNvPr id="911" name="b_small_bar_2594">
            <a:extLst>
              <a:ext uri="{FF2B5EF4-FFF2-40B4-BE49-F238E27FC236}">
                <a16:creationId xmlns:a16="http://schemas.microsoft.com/office/drawing/2014/main" id="{C8BEB49B-34FB-4AFD-A196-C9578C7994DB}"/>
              </a:ext>
            </a:extLst>
          </p:cNvPr>
          <p:cNvSpPr>
            <a:spLocks noGrp="1"/>
          </p:cNvSpPr>
          <p:nvPr/>
        </p:nvSpPr>
        <p:spPr>
          <a:xfrm>
            <a:off x="8103201" y="4976123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8B9298"/>
            </a:solidFill>
            <a:prstDash val="solid"/>
          </a:ln>
        </p:spPr>
      </p:sp>
      <p:sp>
        <p:nvSpPr>
          <p:cNvPr id="912" name="text_2595">
            <a:extLst>
              <a:ext uri="{FF2B5EF4-FFF2-40B4-BE49-F238E27FC236}">
                <a16:creationId xmlns:a16="http://schemas.microsoft.com/office/drawing/2014/main" id="{070F10AD-29B4-4081-AA71-19EF9F9FABED}"/>
              </a:ext>
            </a:extLst>
          </p:cNvPr>
          <p:cNvSpPr>
            <a:spLocks noGrp="1"/>
          </p:cNvSpPr>
          <p:nvPr/>
        </p:nvSpPr>
        <p:spPr>
          <a:xfrm>
            <a:off x="1685925" y="873537"/>
            <a:ext cx="2591442" cy="466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938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8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Overall scores</a:t>
            </a:r>
          </a:p>
        </p:txBody>
      </p:sp>
      <p:sp>
        <p:nvSpPr>
          <p:cNvPr id="913" name="text_2596">
            <a:extLst>
              <a:ext uri="{FF2B5EF4-FFF2-40B4-BE49-F238E27FC236}">
                <a16:creationId xmlns:a16="http://schemas.microsoft.com/office/drawing/2014/main" id="{2055DFD2-C878-4312-BF1D-629BD003AC89}"/>
              </a:ext>
            </a:extLst>
          </p:cNvPr>
          <p:cNvSpPr>
            <a:spLocks noGrp="1"/>
          </p:cNvSpPr>
          <p:nvPr/>
        </p:nvSpPr>
        <p:spPr>
          <a:xfrm>
            <a:off x="1685925" y="1320205"/>
            <a:ext cx="2896456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Small molecules only</a:t>
            </a:r>
          </a:p>
        </p:txBody>
      </p:sp>
      <p:sp>
        <p:nvSpPr>
          <p:cNvPr id="914" name="b_small_bar_2597">
            <a:extLst>
              <a:ext uri="{FF2B5EF4-FFF2-40B4-BE49-F238E27FC236}">
                <a16:creationId xmlns:a16="http://schemas.microsoft.com/office/drawing/2014/main" id="{E960C0BE-B6BF-494F-A5A5-676B34A8B8F5}"/>
              </a:ext>
            </a:extLst>
          </p:cNvPr>
          <p:cNvSpPr>
            <a:spLocks noGrp="1"/>
          </p:cNvSpPr>
          <p:nvPr/>
        </p:nvSpPr>
        <p:spPr>
          <a:xfrm>
            <a:off x="3312828" y="7147315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007C83"/>
          </a:solidFill>
          <a:ln w="0">
            <a:noFill/>
            <a:prstDash val="solid"/>
          </a:ln>
        </p:spPr>
      </p:sp>
      <p:sp>
        <p:nvSpPr>
          <p:cNvPr id="915" name="text_2598">
            <a:extLst>
              <a:ext uri="{FF2B5EF4-FFF2-40B4-BE49-F238E27FC236}">
                <a16:creationId xmlns:a16="http://schemas.microsoft.com/office/drawing/2014/main" id="{F938BE51-47F2-451A-957C-834DAC6143EE}"/>
              </a:ext>
            </a:extLst>
          </p:cNvPr>
          <p:cNvSpPr>
            <a:spLocks noGrp="1"/>
          </p:cNvSpPr>
          <p:nvPr/>
        </p:nvSpPr>
        <p:spPr>
          <a:xfrm>
            <a:off x="3644694" y="7124340"/>
            <a:ext cx="3141220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Ligandseek-Find · deposited receptor</a:t>
            </a:r>
          </a:p>
        </p:txBody>
      </p:sp>
      <p:sp>
        <p:nvSpPr>
          <p:cNvPr id="916" name="b_small_bar_2599">
            <a:extLst>
              <a:ext uri="{FF2B5EF4-FFF2-40B4-BE49-F238E27FC236}">
                <a16:creationId xmlns:a16="http://schemas.microsoft.com/office/drawing/2014/main" id="{990C8E42-EEAB-4559-95ED-838E3D9740F6}"/>
              </a:ext>
            </a:extLst>
          </p:cNvPr>
          <p:cNvSpPr>
            <a:spLocks noGrp="1"/>
          </p:cNvSpPr>
          <p:nvPr/>
        </p:nvSpPr>
        <p:spPr>
          <a:xfrm>
            <a:off x="3312828" y="7447710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566AB4"/>
          </a:solidFill>
          <a:ln w="0">
            <a:noFill/>
            <a:prstDash val="solid"/>
          </a:ln>
        </p:spPr>
      </p:sp>
      <p:sp>
        <p:nvSpPr>
          <p:cNvPr id="917" name="text_2600">
            <a:extLst>
              <a:ext uri="{FF2B5EF4-FFF2-40B4-BE49-F238E27FC236}">
                <a16:creationId xmlns:a16="http://schemas.microsoft.com/office/drawing/2014/main" id="{7F6E7E73-4909-4A1A-9841-058B08372F30}"/>
              </a:ext>
            </a:extLst>
          </p:cNvPr>
          <p:cNvSpPr>
            <a:spLocks noGrp="1"/>
          </p:cNvSpPr>
          <p:nvPr/>
        </p:nvSpPr>
        <p:spPr>
          <a:xfrm>
            <a:off x="3644694" y="7424735"/>
            <a:ext cx="3310982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Ligandseek-Find · CryoAtom2 receptor</a:t>
            </a:r>
          </a:p>
        </p:txBody>
      </p:sp>
      <p:sp>
        <p:nvSpPr>
          <p:cNvPr id="918" name="b_small_bar_2601">
            <a:extLst>
              <a:ext uri="{FF2B5EF4-FFF2-40B4-BE49-F238E27FC236}">
                <a16:creationId xmlns:a16="http://schemas.microsoft.com/office/drawing/2014/main" id="{EA1FE0B2-B12A-4BED-8D19-4E3E18B151AA}"/>
              </a:ext>
            </a:extLst>
          </p:cNvPr>
          <p:cNvSpPr>
            <a:spLocks noGrp="1"/>
          </p:cNvSpPr>
          <p:nvPr/>
        </p:nvSpPr>
        <p:spPr>
          <a:xfrm>
            <a:off x="3312828" y="7748743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8B9298"/>
          </a:solidFill>
          <a:ln w="0">
            <a:noFill/>
            <a:prstDash val="solid"/>
          </a:ln>
        </p:spPr>
      </p:sp>
      <p:sp>
        <p:nvSpPr>
          <p:cNvPr id="919" name="text_2602">
            <a:extLst>
              <a:ext uri="{FF2B5EF4-FFF2-40B4-BE49-F238E27FC236}">
                <a16:creationId xmlns:a16="http://schemas.microsoft.com/office/drawing/2014/main" id="{DDF33035-535E-45C6-A106-80A60743614A}"/>
              </a:ext>
            </a:extLst>
          </p:cNvPr>
          <p:cNvSpPr>
            <a:spLocks noGrp="1"/>
          </p:cNvSpPr>
          <p:nvPr/>
        </p:nvSpPr>
        <p:spPr>
          <a:xfrm>
            <a:off x="3644694" y="7725767"/>
            <a:ext cx="1083651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Emap2lig-Find</a:t>
            </a:r>
          </a:p>
        </p:txBody>
      </p:sp>
    </p:spTree>
    <p:extLst>
      <p:ext uri="{BB962C8B-B14F-4D97-AF65-F5344CB8AC3E}">
        <p14:creationId xmlns:p14="http://schemas.microsoft.com/office/powerpoint/2010/main" val="2291057281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" name="c_full_paired_2603">
            <a:extLst>
              <a:ext uri="{FF2B5EF4-FFF2-40B4-BE49-F238E27FC236}">
                <a16:creationId xmlns:a16="http://schemas.microsoft.com/office/drawing/2014/main" id="{496EF68C-C660-45F0-ADC5-FBC43B70EE83}"/>
              </a:ext>
            </a:extLst>
          </p:cNvPr>
          <p:cNvSpPr>
            <a:spLocks noGrp="1"/>
          </p:cNvSpPr>
          <p:nvPr/>
        </p:nvSpPr>
        <p:spPr>
          <a:xfrm>
            <a:off x="238125" y="512415"/>
            <a:ext cx="9048750" cy="7776270"/>
          </a:xfrm>
          <a:custGeom>
            <a:avLst/>
            <a:gdLst/>
            <a:ahLst/>
            <a:cxnLst/>
            <a:rect l="0" t="0" r="0" b="0"/>
            <a:pathLst>
              <a:path w="9048750" h="7776270">
                <a:moveTo>
                  <a:pt x="0" y="7776270"/>
                </a:moveTo>
                <a:lnTo>
                  <a:pt x="9048750" y="7776270"/>
                </a:lnTo>
                <a:lnTo>
                  <a:pt x="9048750" y="0"/>
                </a:lnTo>
                <a:lnTo>
                  <a:pt x="0" y="0"/>
                </a:lnTo>
                <a:lnTo>
                  <a:pt x="0" y="777627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c_full_paired_2604">
            <a:extLst>
              <a:ext uri="{FF2B5EF4-FFF2-40B4-BE49-F238E27FC236}">
                <a16:creationId xmlns:a16="http://schemas.microsoft.com/office/drawing/2014/main" id="{BA0E447A-6E77-4EDE-B70F-CA4618DA59A7}"/>
              </a:ext>
            </a:extLst>
          </p:cNvPr>
          <p:cNvSpPr>
            <a:spLocks noGrp="1"/>
          </p:cNvSpPr>
          <p:nvPr/>
        </p:nvSpPr>
        <p:spPr>
          <a:xfrm>
            <a:off x="2170881" y="1912144"/>
            <a:ext cx="4821287" cy="4821287"/>
          </a:xfrm>
          <a:custGeom>
            <a:avLst/>
            <a:gdLst/>
            <a:ahLst/>
            <a:cxnLst/>
            <a:rect l="0" t="0" r="0" b="0"/>
            <a:pathLst>
              <a:path w="4821287" h="4821287">
                <a:moveTo>
                  <a:pt x="0" y="4821287"/>
                </a:moveTo>
                <a:lnTo>
                  <a:pt x="4821287" y="4821287"/>
                </a:lnTo>
                <a:lnTo>
                  <a:pt x="4821287" y="0"/>
                </a:lnTo>
                <a:lnTo>
                  <a:pt x="0" y="0"/>
                </a:lnTo>
                <a:lnTo>
                  <a:pt x="0" y="482128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c_full_paired_2605">
            <a:extLst>
              <a:ext uri="{FF2B5EF4-FFF2-40B4-BE49-F238E27FC236}">
                <a16:creationId xmlns:a16="http://schemas.microsoft.com/office/drawing/2014/main" id="{1B1C096D-6BD6-4565-B80E-03F25AB60DF7}"/>
              </a:ext>
            </a:extLst>
          </p:cNvPr>
          <p:cNvSpPr>
            <a:spLocks noGrp="1"/>
          </p:cNvSpPr>
          <p:nvPr/>
        </p:nvSpPr>
        <p:spPr>
          <a:xfrm>
            <a:off x="2170881" y="1912144"/>
            <a:ext cx="4821287" cy="4821287"/>
          </a:xfrm>
          <a:custGeom>
            <a:avLst/>
            <a:gdLst/>
            <a:ahLst/>
            <a:cxnLst/>
            <a:rect l="0" t="0" r="0" b="0"/>
            <a:pathLst>
              <a:path w="4821287" h="4821287">
                <a:moveTo>
                  <a:pt x="0" y="4821287"/>
                </a:moveTo>
                <a:lnTo>
                  <a:pt x="4821287" y="0"/>
                </a:lnTo>
              </a:path>
            </a:pathLst>
          </a:custGeom>
          <a:noFill/>
          <a:ln w="25528">
            <a:solidFill>
              <a:srgbClr val="939CA2"/>
            </a:solidFill>
            <a:prstDash val="dot"/>
          </a:ln>
        </p:spPr>
      </p:sp>
      <p:sp>
        <p:nvSpPr>
          <p:cNvPr id="4" name="c_full_paired_2606">
            <a:extLst>
              <a:ext uri="{FF2B5EF4-FFF2-40B4-BE49-F238E27FC236}">
                <a16:creationId xmlns:a16="http://schemas.microsoft.com/office/drawing/2014/main" id="{86EBB66A-E0D3-4877-91BA-C87FCEC88F0A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65D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" name="c_full_paired_2607">
            <a:extLst>
              <a:ext uri="{FF2B5EF4-FFF2-40B4-BE49-F238E27FC236}">
                <a16:creationId xmlns:a16="http://schemas.microsoft.com/office/drawing/2014/main" id="{F3DD9785-3D57-485B-892A-E9F37704F558}"/>
              </a:ext>
            </a:extLst>
          </p:cNvPr>
          <p:cNvSpPr>
            <a:spLocks noGrp="1"/>
          </p:cNvSpPr>
          <p:nvPr/>
        </p:nvSpPr>
        <p:spPr>
          <a:xfrm>
            <a:off x="2102857" y="3124056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" name="c_full_paired_2608">
            <a:extLst>
              <a:ext uri="{FF2B5EF4-FFF2-40B4-BE49-F238E27FC236}">
                <a16:creationId xmlns:a16="http://schemas.microsoft.com/office/drawing/2014/main" id="{95AD97C7-FD93-437E-86D8-4A40BD1688F7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443983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" name="c_full_paired_2609">
            <a:extLst>
              <a:ext uri="{FF2B5EF4-FFF2-40B4-BE49-F238E27FC236}">
                <a16:creationId xmlns:a16="http://schemas.microsoft.com/office/drawing/2014/main" id="{6DFF8CE0-25BB-4BC3-90FC-B7854B421093}"/>
              </a:ext>
            </a:extLst>
          </p:cNvPr>
          <p:cNvSpPr>
            <a:spLocks noGrp="1"/>
          </p:cNvSpPr>
          <p:nvPr/>
        </p:nvSpPr>
        <p:spPr>
          <a:xfrm>
            <a:off x="2102857" y="5861858"/>
            <a:ext cx="136049" cy="136049"/>
          </a:xfrm>
          <a:prstGeom prst="ellipse">
            <a:avLst/>
          </a:prstGeom>
          <a:solidFill>
            <a:srgbClr val="4045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" name="c_full_paired_2610">
            <a:extLst>
              <a:ext uri="{FF2B5EF4-FFF2-40B4-BE49-F238E27FC236}">
                <a16:creationId xmlns:a16="http://schemas.microsoft.com/office/drawing/2014/main" id="{EC1CE719-4C2B-4762-BCFD-51E41EAD9384}"/>
              </a:ext>
            </a:extLst>
          </p:cNvPr>
          <p:cNvSpPr>
            <a:spLocks noGrp="1"/>
          </p:cNvSpPr>
          <p:nvPr/>
        </p:nvSpPr>
        <p:spPr>
          <a:xfrm>
            <a:off x="4380768" y="3918349"/>
            <a:ext cx="136049" cy="136049"/>
          </a:xfrm>
          <a:prstGeom prst="ellipse">
            <a:avLst/>
          </a:prstGeom>
          <a:solidFill>
            <a:srgbClr val="3363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" name="c_full_paired_2611">
            <a:extLst>
              <a:ext uri="{FF2B5EF4-FFF2-40B4-BE49-F238E27FC236}">
                <a16:creationId xmlns:a16="http://schemas.microsoft.com/office/drawing/2014/main" id="{847C936E-353F-411D-BA4B-5A79F40ACFC7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82677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" name="c_full_paired_2612">
            <a:extLst>
              <a:ext uri="{FF2B5EF4-FFF2-40B4-BE49-F238E27FC236}">
                <a16:creationId xmlns:a16="http://schemas.microsoft.com/office/drawing/2014/main" id="{07DD3AF5-C5D8-4AE2-B36B-0E70F0E0FC4A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" name="c_full_paired_2613">
            <a:extLst>
              <a:ext uri="{FF2B5EF4-FFF2-40B4-BE49-F238E27FC236}">
                <a16:creationId xmlns:a16="http://schemas.microsoft.com/office/drawing/2014/main" id="{C181A925-FD21-4FA5-B35F-55FBE2E5C449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362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" name="c_full_paired_2614">
            <a:extLst>
              <a:ext uri="{FF2B5EF4-FFF2-40B4-BE49-F238E27FC236}">
                <a16:creationId xmlns:a16="http://schemas.microsoft.com/office/drawing/2014/main" id="{722F7B51-7362-49A2-ABC2-378B7DD15760}"/>
              </a:ext>
            </a:extLst>
          </p:cNvPr>
          <p:cNvSpPr>
            <a:spLocks noGrp="1"/>
          </p:cNvSpPr>
          <p:nvPr/>
        </p:nvSpPr>
        <p:spPr>
          <a:xfrm>
            <a:off x="2102857" y="5379730"/>
            <a:ext cx="136049" cy="136049"/>
          </a:xfrm>
          <a:prstGeom prst="ellipse">
            <a:avLst/>
          </a:prstGeom>
          <a:solidFill>
            <a:srgbClr val="46327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" name="c_full_paired_2615">
            <a:extLst>
              <a:ext uri="{FF2B5EF4-FFF2-40B4-BE49-F238E27FC236}">
                <a16:creationId xmlns:a16="http://schemas.microsoft.com/office/drawing/2014/main" id="{2F84225B-118E-44A6-81B6-1366E16D5F43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55F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" name="c_full_paired_2616">
            <a:extLst>
              <a:ext uri="{FF2B5EF4-FFF2-40B4-BE49-F238E27FC236}">
                <a16:creationId xmlns:a16="http://schemas.microsoft.com/office/drawing/2014/main" id="{DBD5146F-B64F-4B38-8CE8-6562DEFC1C0E}"/>
              </a:ext>
            </a:extLst>
          </p:cNvPr>
          <p:cNvSpPr>
            <a:spLocks noGrp="1"/>
          </p:cNvSpPr>
          <p:nvPr/>
        </p:nvSpPr>
        <p:spPr>
          <a:xfrm>
            <a:off x="5900397" y="4342115"/>
            <a:ext cx="136049" cy="136049"/>
          </a:xfrm>
          <a:prstGeom prst="ellipse">
            <a:avLst/>
          </a:prstGeom>
          <a:solidFill>
            <a:srgbClr val="65CB5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" name="c_full_paired_2617">
            <a:extLst>
              <a:ext uri="{FF2B5EF4-FFF2-40B4-BE49-F238E27FC236}">
                <a16:creationId xmlns:a16="http://schemas.microsoft.com/office/drawing/2014/main" id="{EAF60133-02F2-42B3-915C-B05840E1FFB2}"/>
              </a:ext>
            </a:extLst>
          </p:cNvPr>
          <p:cNvSpPr>
            <a:spLocks noGrp="1"/>
          </p:cNvSpPr>
          <p:nvPr/>
        </p:nvSpPr>
        <p:spPr>
          <a:xfrm>
            <a:off x="5121901" y="3750951"/>
            <a:ext cx="136049" cy="136049"/>
          </a:xfrm>
          <a:prstGeom prst="ellipse">
            <a:avLst/>
          </a:prstGeom>
          <a:solidFill>
            <a:srgbClr val="3C50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" name="c_full_paired_2618">
            <a:extLst>
              <a:ext uri="{FF2B5EF4-FFF2-40B4-BE49-F238E27FC236}">
                <a16:creationId xmlns:a16="http://schemas.microsoft.com/office/drawing/2014/main" id="{F845B452-EB49-4EF4-88CF-4C1E718A1B3F}"/>
              </a:ext>
            </a:extLst>
          </p:cNvPr>
          <p:cNvSpPr>
            <a:spLocks noGrp="1"/>
          </p:cNvSpPr>
          <p:nvPr/>
        </p:nvSpPr>
        <p:spPr>
          <a:xfrm>
            <a:off x="5933101" y="4459302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" name="c_full_paired_2619">
            <a:extLst>
              <a:ext uri="{FF2B5EF4-FFF2-40B4-BE49-F238E27FC236}">
                <a16:creationId xmlns:a16="http://schemas.microsoft.com/office/drawing/2014/main" id="{55AF8E33-AE3E-40A2-B478-2EEB5413993F}"/>
              </a:ext>
            </a:extLst>
          </p:cNvPr>
          <p:cNvSpPr>
            <a:spLocks noGrp="1"/>
          </p:cNvSpPr>
          <p:nvPr/>
        </p:nvSpPr>
        <p:spPr>
          <a:xfrm>
            <a:off x="2102857" y="3652102"/>
            <a:ext cx="136049" cy="136049"/>
          </a:xfrm>
          <a:prstGeom prst="ellipse">
            <a:avLst/>
          </a:prstGeom>
          <a:solidFill>
            <a:srgbClr val="3069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" name="c_full_paired_2620">
            <a:extLst>
              <a:ext uri="{FF2B5EF4-FFF2-40B4-BE49-F238E27FC236}">
                <a16:creationId xmlns:a16="http://schemas.microsoft.com/office/drawing/2014/main" id="{426875EB-68B1-4C89-B11F-B853171A925D}"/>
              </a:ext>
            </a:extLst>
          </p:cNvPr>
          <p:cNvSpPr>
            <a:spLocks noGrp="1"/>
          </p:cNvSpPr>
          <p:nvPr/>
        </p:nvSpPr>
        <p:spPr>
          <a:xfrm>
            <a:off x="3174254" y="5058310"/>
            <a:ext cx="136049" cy="136049"/>
          </a:xfrm>
          <a:prstGeom prst="ellipse">
            <a:avLst/>
          </a:prstGeom>
          <a:solidFill>
            <a:srgbClr val="3A54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9" name="c_full_paired_2621">
            <a:extLst>
              <a:ext uri="{FF2B5EF4-FFF2-40B4-BE49-F238E27FC236}">
                <a16:creationId xmlns:a16="http://schemas.microsoft.com/office/drawing/2014/main" id="{98C660BA-021A-4305-A7B6-75FD10C8EE86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0" name="c_full_paired_2622">
            <a:extLst>
              <a:ext uri="{FF2B5EF4-FFF2-40B4-BE49-F238E27FC236}">
                <a16:creationId xmlns:a16="http://schemas.microsoft.com/office/drawing/2014/main" id="{D6FDCB11-2726-4588-B41D-427F6A6D1619}"/>
              </a:ext>
            </a:extLst>
          </p:cNvPr>
          <p:cNvSpPr>
            <a:spLocks noGrp="1"/>
          </p:cNvSpPr>
          <p:nvPr/>
        </p:nvSpPr>
        <p:spPr>
          <a:xfrm>
            <a:off x="2102857" y="4254763"/>
            <a:ext cx="136049" cy="136049"/>
          </a:xfrm>
          <a:prstGeom prst="ellipse">
            <a:avLst/>
          </a:prstGeom>
          <a:solidFill>
            <a:srgbClr val="375B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1" name="c_full_paired_2623">
            <a:extLst>
              <a:ext uri="{FF2B5EF4-FFF2-40B4-BE49-F238E27FC236}">
                <a16:creationId xmlns:a16="http://schemas.microsoft.com/office/drawing/2014/main" id="{172B7E56-2C00-49C2-84E5-8907EE157533}"/>
              </a:ext>
            </a:extLst>
          </p:cNvPr>
          <p:cNvSpPr>
            <a:spLocks noGrp="1"/>
          </p:cNvSpPr>
          <p:nvPr/>
        </p:nvSpPr>
        <p:spPr>
          <a:xfrm>
            <a:off x="3308178" y="1844119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2" name="c_full_paired_2624">
            <a:extLst>
              <a:ext uri="{FF2B5EF4-FFF2-40B4-BE49-F238E27FC236}">
                <a16:creationId xmlns:a16="http://schemas.microsoft.com/office/drawing/2014/main" id="{51204E2A-1BCE-452C-BE19-579868E9663B}"/>
              </a:ext>
            </a:extLst>
          </p:cNvPr>
          <p:cNvSpPr>
            <a:spLocks noGrp="1"/>
          </p:cNvSpPr>
          <p:nvPr/>
        </p:nvSpPr>
        <p:spPr>
          <a:xfrm>
            <a:off x="5747031" y="2044674"/>
            <a:ext cx="136049" cy="136049"/>
          </a:xfrm>
          <a:prstGeom prst="ellipse">
            <a:avLst/>
          </a:prstGeom>
          <a:solidFill>
            <a:srgbClr val="481A6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3" name="c_full_paired_2625">
            <a:extLst>
              <a:ext uri="{FF2B5EF4-FFF2-40B4-BE49-F238E27FC236}">
                <a16:creationId xmlns:a16="http://schemas.microsoft.com/office/drawing/2014/main" id="{786C13FC-F870-4ACE-9465-5A79126B4A29}"/>
              </a:ext>
            </a:extLst>
          </p:cNvPr>
          <p:cNvSpPr>
            <a:spLocks noGrp="1"/>
          </p:cNvSpPr>
          <p:nvPr/>
        </p:nvSpPr>
        <p:spPr>
          <a:xfrm>
            <a:off x="5456492" y="3049441"/>
            <a:ext cx="136049" cy="136049"/>
          </a:xfrm>
          <a:prstGeom prst="ellipse">
            <a:avLst/>
          </a:prstGeom>
          <a:solidFill>
            <a:srgbClr val="472E7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4" name="c_full_paired_2626">
            <a:extLst>
              <a:ext uri="{FF2B5EF4-FFF2-40B4-BE49-F238E27FC236}">
                <a16:creationId xmlns:a16="http://schemas.microsoft.com/office/drawing/2014/main" id="{3BDBF057-D478-49D6-8734-69ADC98CF16C}"/>
              </a:ext>
            </a:extLst>
          </p:cNvPr>
          <p:cNvSpPr>
            <a:spLocks noGrp="1"/>
          </p:cNvSpPr>
          <p:nvPr/>
        </p:nvSpPr>
        <p:spPr>
          <a:xfrm>
            <a:off x="3191864" y="4454297"/>
            <a:ext cx="136049" cy="136049"/>
          </a:xfrm>
          <a:prstGeom prst="ellipse">
            <a:avLst/>
          </a:prstGeom>
          <a:solidFill>
            <a:srgbClr val="46075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5" name="c_full_paired_2627">
            <a:extLst>
              <a:ext uri="{FF2B5EF4-FFF2-40B4-BE49-F238E27FC236}">
                <a16:creationId xmlns:a16="http://schemas.microsoft.com/office/drawing/2014/main" id="{4BB5869C-59BB-405F-B799-FDB2D8E4AFC5}"/>
              </a:ext>
            </a:extLst>
          </p:cNvPr>
          <p:cNvSpPr>
            <a:spLocks noGrp="1"/>
          </p:cNvSpPr>
          <p:nvPr/>
        </p:nvSpPr>
        <p:spPr>
          <a:xfrm>
            <a:off x="2102857" y="5861858"/>
            <a:ext cx="136049" cy="136049"/>
          </a:xfrm>
          <a:prstGeom prst="ellipse">
            <a:avLst/>
          </a:prstGeom>
          <a:solidFill>
            <a:srgbClr val="470D60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6" name="c_full_paired_2628">
            <a:extLst>
              <a:ext uri="{FF2B5EF4-FFF2-40B4-BE49-F238E27FC236}">
                <a16:creationId xmlns:a16="http://schemas.microsoft.com/office/drawing/2014/main" id="{BDD9E5FE-FBDC-4B03-8A91-82FAE9E3E839}"/>
              </a:ext>
            </a:extLst>
          </p:cNvPr>
          <p:cNvSpPr>
            <a:spLocks noGrp="1"/>
          </p:cNvSpPr>
          <p:nvPr/>
        </p:nvSpPr>
        <p:spPr>
          <a:xfrm>
            <a:off x="5252764" y="2808376"/>
            <a:ext cx="136049" cy="136049"/>
          </a:xfrm>
          <a:prstGeom prst="ellipse">
            <a:avLst/>
          </a:prstGeom>
          <a:solidFill>
            <a:srgbClr val="48297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7" name="c_full_paired_2629">
            <a:extLst>
              <a:ext uri="{FF2B5EF4-FFF2-40B4-BE49-F238E27FC236}">
                <a16:creationId xmlns:a16="http://schemas.microsoft.com/office/drawing/2014/main" id="{C3D2C273-9B31-4AE0-B6F1-5403FDDF5C2C}"/>
              </a:ext>
            </a:extLst>
          </p:cNvPr>
          <p:cNvSpPr>
            <a:spLocks noGrp="1"/>
          </p:cNvSpPr>
          <p:nvPr/>
        </p:nvSpPr>
        <p:spPr>
          <a:xfrm>
            <a:off x="5116161" y="3652102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8" name="c_full_paired_2630">
            <a:extLst>
              <a:ext uri="{FF2B5EF4-FFF2-40B4-BE49-F238E27FC236}">
                <a16:creationId xmlns:a16="http://schemas.microsoft.com/office/drawing/2014/main" id="{9AB8A4B5-6D58-47F4-AAE4-24B8542896C6}"/>
              </a:ext>
            </a:extLst>
          </p:cNvPr>
          <p:cNvSpPr>
            <a:spLocks noGrp="1"/>
          </p:cNvSpPr>
          <p:nvPr/>
        </p:nvSpPr>
        <p:spPr>
          <a:xfrm>
            <a:off x="2102857" y="5460084"/>
            <a:ext cx="136049" cy="136049"/>
          </a:xfrm>
          <a:prstGeom prst="ellipse">
            <a:avLst/>
          </a:prstGeom>
          <a:solidFill>
            <a:srgbClr val="443B84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9" name="c_full_paired_2631">
            <a:extLst>
              <a:ext uri="{FF2B5EF4-FFF2-40B4-BE49-F238E27FC236}">
                <a16:creationId xmlns:a16="http://schemas.microsoft.com/office/drawing/2014/main" id="{A89D5513-03BF-4260-B1AA-20F5397694DA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1F98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0" name="c_full_paired_2632">
            <a:extLst>
              <a:ext uri="{FF2B5EF4-FFF2-40B4-BE49-F238E27FC236}">
                <a16:creationId xmlns:a16="http://schemas.microsoft.com/office/drawing/2014/main" id="{1ECD4D66-4D54-4B6B-8325-24BEE855C752}"/>
              </a:ext>
            </a:extLst>
          </p:cNvPr>
          <p:cNvSpPr>
            <a:spLocks noGrp="1"/>
          </p:cNvSpPr>
          <p:nvPr/>
        </p:nvSpPr>
        <p:spPr>
          <a:xfrm>
            <a:off x="3040329" y="4576182"/>
            <a:ext cx="136049" cy="136049"/>
          </a:xfrm>
          <a:prstGeom prst="ellipse">
            <a:avLst/>
          </a:prstGeom>
          <a:solidFill>
            <a:srgbClr val="3D4D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1" name="c_full_paired_2633">
            <a:extLst>
              <a:ext uri="{FF2B5EF4-FFF2-40B4-BE49-F238E27FC236}">
                <a16:creationId xmlns:a16="http://schemas.microsoft.com/office/drawing/2014/main" id="{F2E3D044-2AB6-483C-A807-1C77DE111EB4}"/>
              </a:ext>
            </a:extLst>
          </p:cNvPr>
          <p:cNvSpPr>
            <a:spLocks noGrp="1"/>
          </p:cNvSpPr>
          <p:nvPr/>
        </p:nvSpPr>
        <p:spPr>
          <a:xfrm>
            <a:off x="2102857" y="5652858"/>
            <a:ext cx="136049" cy="136049"/>
          </a:xfrm>
          <a:prstGeom prst="ellipse">
            <a:avLst/>
          </a:prstGeom>
          <a:solidFill>
            <a:srgbClr val="277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2" name="c_full_paired_2634">
            <a:extLst>
              <a:ext uri="{FF2B5EF4-FFF2-40B4-BE49-F238E27FC236}">
                <a16:creationId xmlns:a16="http://schemas.microsoft.com/office/drawing/2014/main" id="{4F17EF7D-7864-4F05-B1C1-B09156008A23}"/>
              </a:ext>
            </a:extLst>
          </p:cNvPr>
          <p:cNvSpPr>
            <a:spLocks noGrp="1"/>
          </p:cNvSpPr>
          <p:nvPr/>
        </p:nvSpPr>
        <p:spPr>
          <a:xfrm>
            <a:off x="2791612" y="5287896"/>
            <a:ext cx="136049" cy="136049"/>
          </a:xfrm>
          <a:prstGeom prst="ellipse">
            <a:avLst/>
          </a:prstGeom>
          <a:solidFill>
            <a:srgbClr val="1F9E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3" name="c_full_paired_2635">
            <a:extLst>
              <a:ext uri="{FF2B5EF4-FFF2-40B4-BE49-F238E27FC236}">
                <a16:creationId xmlns:a16="http://schemas.microsoft.com/office/drawing/2014/main" id="{964A7814-1203-49BD-84A5-6292472740CA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1FA1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4" name="c_full_paired_2636">
            <a:extLst>
              <a:ext uri="{FF2B5EF4-FFF2-40B4-BE49-F238E27FC236}">
                <a16:creationId xmlns:a16="http://schemas.microsoft.com/office/drawing/2014/main" id="{8107220B-F524-401B-BD6D-FFE8F67B0A58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81A6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5" name="c_full_paired_2637">
            <a:extLst>
              <a:ext uri="{FF2B5EF4-FFF2-40B4-BE49-F238E27FC236}">
                <a16:creationId xmlns:a16="http://schemas.microsoft.com/office/drawing/2014/main" id="{B80CB351-D0C6-4604-9BDF-B55F29075907}"/>
              </a:ext>
            </a:extLst>
          </p:cNvPr>
          <p:cNvSpPr>
            <a:spLocks noGrp="1"/>
          </p:cNvSpPr>
          <p:nvPr/>
        </p:nvSpPr>
        <p:spPr>
          <a:xfrm>
            <a:off x="2782782" y="5462524"/>
            <a:ext cx="136049" cy="136049"/>
          </a:xfrm>
          <a:prstGeom prst="ellipse">
            <a:avLst/>
          </a:prstGeom>
          <a:solidFill>
            <a:srgbClr val="2D71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6" name="c_full_paired_2638">
            <a:extLst>
              <a:ext uri="{FF2B5EF4-FFF2-40B4-BE49-F238E27FC236}">
                <a16:creationId xmlns:a16="http://schemas.microsoft.com/office/drawing/2014/main" id="{7AA72AA5-692E-40C5-9431-443418CD3762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53781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7" name="c_full_paired_2639">
            <a:extLst>
              <a:ext uri="{FF2B5EF4-FFF2-40B4-BE49-F238E27FC236}">
                <a16:creationId xmlns:a16="http://schemas.microsoft.com/office/drawing/2014/main" id="{056BEB52-DA38-4BB3-9C30-A7CD440E3757}"/>
              </a:ext>
            </a:extLst>
          </p:cNvPr>
          <p:cNvSpPr>
            <a:spLocks noGrp="1"/>
          </p:cNvSpPr>
          <p:nvPr/>
        </p:nvSpPr>
        <p:spPr>
          <a:xfrm>
            <a:off x="4513500" y="5861858"/>
            <a:ext cx="136049" cy="136049"/>
          </a:xfrm>
          <a:prstGeom prst="ellipse">
            <a:avLst/>
          </a:prstGeom>
          <a:solidFill>
            <a:srgbClr val="355E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8" name="c_full_paired_2640">
            <a:extLst>
              <a:ext uri="{FF2B5EF4-FFF2-40B4-BE49-F238E27FC236}">
                <a16:creationId xmlns:a16="http://schemas.microsoft.com/office/drawing/2014/main" id="{9ED1E392-E2BA-4146-B60B-7FF80A664FB2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9" name="c_full_paired_2641">
            <a:extLst>
              <a:ext uri="{FF2B5EF4-FFF2-40B4-BE49-F238E27FC236}">
                <a16:creationId xmlns:a16="http://schemas.microsoft.com/office/drawing/2014/main" id="{C332ACB9-39A3-4D5E-8CAD-7907E451DABE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2092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0" name="c_full_paired_2642">
            <a:extLst>
              <a:ext uri="{FF2B5EF4-FFF2-40B4-BE49-F238E27FC236}">
                <a16:creationId xmlns:a16="http://schemas.microsoft.com/office/drawing/2014/main" id="{9D8C3568-65F2-421B-BC9E-94168EECC022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1F98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" name="c_full_paired_2643">
            <a:extLst>
              <a:ext uri="{FF2B5EF4-FFF2-40B4-BE49-F238E27FC236}">
                <a16:creationId xmlns:a16="http://schemas.microsoft.com/office/drawing/2014/main" id="{1758A627-1AE9-46A4-A883-2BF04E186A2A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D4D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" name="c_full_paired_2644">
            <a:extLst>
              <a:ext uri="{FF2B5EF4-FFF2-40B4-BE49-F238E27FC236}">
                <a16:creationId xmlns:a16="http://schemas.microsoft.com/office/drawing/2014/main" id="{E06E7E1C-9A15-4C6F-8E6E-85AAF63A59EE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E4C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3" name="c_full_paired_2645">
            <a:extLst>
              <a:ext uri="{FF2B5EF4-FFF2-40B4-BE49-F238E27FC236}">
                <a16:creationId xmlns:a16="http://schemas.microsoft.com/office/drawing/2014/main" id="{CCC5FB2E-E81B-49EF-90A0-5C5C4F9C0237}"/>
              </a:ext>
            </a:extLst>
          </p:cNvPr>
          <p:cNvSpPr>
            <a:spLocks noGrp="1"/>
          </p:cNvSpPr>
          <p:nvPr/>
        </p:nvSpPr>
        <p:spPr>
          <a:xfrm>
            <a:off x="3910839" y="2446780"/>
            <a:ext cx="136049" cy="136049"/>
          </a:xfrm>
          <a:prstGeom prst="ellipse">
            <a:avLst/>
          </a:prstGeom>
          <a:solidFill>
            <a:srgbClr val="2682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4" name="c_full_paired_2646">
            <a:extLst>
              <a:ext uri="{FF2B5EF4-FFF2-40B4-BE49-F238E27FC236}">
                <a16:creationId xmlns:a16="http://schemas.microsoft.com/office/drawing/2014/main" id="{B9ACCE1B-9AEC-4350-8A4B-B35F9C003694}"/>
              </a:ext>
            </a:extLst>
          </p:cNvPr>
          <p:cNvSpPr>
            <a:spLocks noGrp="1"/>
          </p:cNvSpPr>
          <p:nvPr/>
        </p:nvSpPr>
        <p:spPr>
          <a:xfrm>
            <a:off x="2102857" y="6129708"/>
            <a:ext cx="136049" cy="136049"/>
          </a:xfrm>
          <a:prstGeom prst="ellipse">
            <a:avLst/>
          </a:prstGeom>
          <a:solidFill>
            <a:srgbClr val="2C72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5" name="c_full_paired_2647">
            <a:extLst>
              <a:ext uri="{FF2B5EF4-FFF2-40B4-BE49-F238E27FC236}">
                <a16:creationId xmlns:a16="http://schemas.microsoft.com/office/drawing/2014/main" id="{41FFD508-CBE0-4E25-A7F0-84863548B206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6" name="c_full_paired_2648">
            <a:extLst>
              <a:ext uri="{FF2B5EF4-FFF2-40B4-BE49-F238E27FC236}">
                <a16:creationId xmlns:a16="http://schemas.microsoft.com/office/drawing/2014/main" id="{ABB0782F-B406-4163-B671-D11D7E04D490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26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7" name="c_full_paired_2649">
            <a:extLst>
              <a:ext uri="{FF2B5EF4-FFF2-40B4-BE49-F238E27FC236}">
                <a16:creationId xmlns:a16="http://schemas.microsoft.com/office/drawing/2014/main" id="{60029030-B316-4C2A-BA6D-366B474A4D8D}"/>
              </a:ext>
            </a:extLst>
          </p:cNvPr>
          <p:cNvSpPr>
            <a:spLocks noGrp="1"/>
          </p:cNvSpPr>
          <p:nvPr/>
        </p:nvSpPr>
        <p:spPr>
          <a:xfrm>
            <a:off x="2102857" y="2893383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8" name="c_full_paired_2650">
            <a:extLst>
              <a:ext uri="{FF2B5EF4-FFF2-40B4-BE49-F238E27FC236}">
                <a16:creationId xmlns:a16="http://schemas.microsoft.com/office/drawing/2014/main" id="{35669385-4EE9-4657-B477-51E218FE3C37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26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9" name="c_full_paired_2651">
            <a:extLst>
              <a:ext uri="{FF2B5EF4-FFF2-40B4-BE49-F238E27FC236}">
                <a16:creationId xmlns:a16="http://schemas.microsoft.com/office/drawing/2014/main" id="{BC19C85B-0289-4AAA-8842-C15BB25B46F2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21A685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0" name="c_full_paired_2652">
            <a:extLst>
              <a:ext uri="{FF2B5EF4-FFF2-40B4-BE49-F238E27FC236}">
                <a16:creationId xmlns:a16="http://schemas.microsoft.com/office/drawing/2014/main" id="{6AFB9281-41FF-440C-AC3F-5821845903B3}"/>
              </a:ext>
            </a:extLst>
          </p:cNvPr>
          <p:cNvSpPr>
            <a:spLocks noGrp="1"/>
          </p:cNvSpPr>
          <p:nvPr/>
        </p:nvSpPr>
        <p:spPr>
          <a:xfrm>
            <a:off x="3119293" y="5182495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1" name="c_full_paired_2653">
            <a:extLst>
              <a:ext uri="{FF2B5EF4-FFF2-40B4-BE49-F238E27FC236}">
                <a16:creationId xmlns:a16="http://schemas.microsoft.com/office/drawing/2014/main" id="{C4C135CA-203D-48C7-9835-3CF39DC83F2D}"/>
              </a:ext>
            </a:extLst>
          </p:cNvPr>
          <p:cNvSpPr>
            <a:spLocks noGrp="1"/>
          </p:cNvSpPr>
          <p:nvPr/>
        </p:nvSpPr>
        <p:spPr>
          <a:xfrm>
            <a:off x="2102857" y="5861858"/>
            <a:ext cx="136049" cy="136049"/>
          </a:xfrm>
          <a:prstGeom prst="ellipse">
            <a:avLst/>
          </a:prstGeom>
          <a:solidFill>
            <a:srgbClr val="481A6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2" name="c_full_paired_2654">
            <a:extLst>
              <a:ext uri="{FF2B5EF4-FFF2-40B4-BE49-F238E27FC236}">
                <a16:creationId xmlns:a16="http://schemas.microsoft.com/office/drawing/2014/main" id="{82738425-BF84-462C-AE66-55FE313A008A}"/>
              </a:ext>
            </a:extLst>
          </p:cNvPr>
          <p:cNvSpPr>
            <a:spLocks noGrp="1"/>
          </p:cNvSpPr>
          <p:nvPr/>
        </p:nvSpPr>
        <p:spPr>
          <a:xfrm>
            <a:off x="4834919" y="4254763"/>
            <a:ext cx="136049" cy="136049"/>
          </a:xfrm>
          <a:prstGeom prst="ellipse">
            <a:avLst/>
          </a:prstGeom>
          <a:solidFill>
            <a:srgbClr val="46085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3" name="c_full_paired_2655">
            <a:extLst>
              <a:ext uri="{FF2B5EF4-FFF2-40B4-BE49-F238E27FC236}">
                <a16:creationId xmlns:a16="http://schemas.microsoft.com/office/drawing/2014/main" id="{16DE9F72-2462-474C-9C3E-74944379AF4E}"/>
              </a:ext>
            </a:extLst>
          </p:cNvPr>
          <p:cNvSpPr>
            <a:spLocks noGrp="1"/>
          </p:cNvSpPr>
          <p:nvPr/>
        </p:nvSpPr>
        <p:spPr>
          <a:xfrm>
            <a:off x="3308178" y="3049441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4" name="c_full_paired_2656">
            <a:extLst>
              <a:ext uri="{FF2B5EF4-FFF2-40B4-BE49-F238E27FC236}">
                <a16:creationId xmlns:a16="http://schemas.microsoft.com/office/drawing/2014/main" id="{D4E56960-F4D2-4253-9E05-8DAAEB4FB544}"/>
              </a:ext>
            </a:extLst>
          </p:cNvPr>
          <p:cNvSpPr>
            <a:spLocks noGrp="1"/>
          </p:cNvSpPr>
          <p:nvPr/>
        </p:nvSpPr>
        <p:spPr>
          <a:xfrm>
            <a:off x="2102857" y="5344574"/>
            <a:ext cx="136049" cy="136049"/>
          </a:xfrm>
          <a:prstGeom prst="ellipse">
            <a:avLst/>
          </a:prstGeom>
          <a:solidFill>
            <a:srgbClr val="443983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5" name="c_full_paired_2657">
            <a:extLst>
              <a:ext uri="{FF2B5EF4-FFF2-40B4-BE49-F238E27FC236}">
                <a16:creationId xmlns:a16="http://schemas.microsoft.com/office/drawing/2014/main" id="{E5D8D070-59DF-466A-BF82-E66A84BDCF1A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81467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6" name="c_full_paired_2658">
            <a:extLst>
              <a:ext uri="{FF2B5EF4-FFF2-40B4-BE49-F238E27FC236}">
                <a16:creationId xmlns:a16="http://schemas.microsoft.com/office/drawing/2014/main" id="{5D33346C-4E90-4E86-A600-CF98A1B7EC5C}"/>
              </a:ext>
            </a:extLst>
          </p:cNvPr>
          <p:cNvSpPr>
            <a:spLocks noGrp="1"/>
          </p:cNvSpPr>
          <p:nvPr/>
        </p:nvSpPr>
        <p:spPr>
          <a:xfrm>
            <a:off x="2102857" y="3184876"/>
            <a:ext cx="136049" cy="136049"/>
          </a:xfrm>
          <a:prstGeom prst="ellipse">
            <a:avLst/>
          </a:prstGeom>
          <a:solidFill>
            <a:srgbClr val="277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7" name="c_full_paired_2659">
            <a:extLst>
              <a:ext uri="{FF2B5EF4-FFF2-40B4-BE49-F238E27FC236}">
                <a16:creationId xmlns:a16="http://schemas.microsoft.com/office/drawing/2014/main" id="{ACF1CE37-A4B4-4E1F-BF12-1636CB56CB30}"/>
              </a:ext>
            </a:extLst>
          </p:cNvPr>
          <p:cNvSpPr>
            <a:spLocks noGrp="1"/>
          </p:cNvSpPr>
          <p:nvPr/>
        </p:nvSpPr>
        <p:spPr>
          <a:xfrm>
            <a:off x="5786007" y="3417379"/>
            <a:ext cx="136049" cy="136049"/>
          </a:xfrm>
          <a:prstGeom prst="ellipse">
            <a:avLst/>
          </a:prstGeom>
          <a:solidFill>
            <a:srgbClr val="258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8" name="c_full_paired_2660">
            <a:extLst>
              <a:ext uri="{FF2B5EF4-FFF2-40B4-BE49-F238E27FC236}">
                <a16:creationId xmlns:a16="http://schemas.microsoft.com/office/drawing/2014/main" id="{43A4E355-C537-404F-B7F9-A91E1CDCC070}"/>
              </a:ext>
            </a:extLst>
          </p:cNvPr>
          <p:cNvSpPr>
            <a:spLocks noGrp="1"/>
          </p:cNvSpPr>
          <p:nvPr/>
        </p:nvSpPr>
        <p:spPr>
          <a:xfrm>
            <a:off x="2102857" y="3714859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9" name="c_full_paired_2661">
            <a:extLst>
              <a:ext uri="{FF2B5EF4-FFF2-40B4-BE49-F238E27FC236}">
                <a16:creationId xmlns:a16="http://schemas.microsoft.com/office/drawing/2014/main" id="{3E5CB61C-910F-4831-A9EC-EF093D4E91A7}"/>
              </a:ext>
            </a:extLst>
          </p:cNvPr>
          <p:cNvSpPr>
            <a:spLocks noGrp="1"/>
          </p:cNvSpPr>
          <p:nvPr/>
        </p:nvSpPr>
        <p:spPr>
          <a:xfrm>
            <a:off x="5317048" y="3801332"/>
            <a:ext cx="136049" cy="136049"/>
          </a:xfrm>
          <a:prstGeom prst="ellipse">
            <a:avLst/>
          </a:prstGeom>
          <a:solidFill>
            <a:srgbClr val="1F98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0" name="c_full_paired_2662">
            <a:extLst>
              <a:ext uri="{FF2B5EF4-FFF2-40B4-BE49-F238E27FC236}">
                <a16:creationId xmlns:a16="http://schemas.microsoft.com/office/drawing/2014/main" id="{84A8BAF4-B910-4738-BB4D-878A6EB06EBE}"/>
              </a:ext>
            </a:extLst>
          </p:cNvPr>
          <p:cNvSpPr>
            <a:spLocks noGrp="1"/>
          </p:cNvSpPr>
          <p:nvPr/>
        </p:nvSpPr>
        <p:spPr>
          <a:xfrm>
            <a:off x="2102857" y="4599140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1" name="c_full_paired_2663">
            <a:extLst>
              <a:ext uri="{FF2B5EF4-FFF2-40B4-BE49-F238E27FC236}">
                <a16:creationId xmlns:a16="http://schemas.microsoft.com/office/drawing/2014/main" id="{694A5CB1-6FB0-4145-905A-C6E271885EC0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2" name="c_full_paired_2664">
            <a:extLst>
              <a:ext uri="{FF2B5EF4-FFF2-40B4-BE49-F238E27FC236}">
                <a16:creationId xmlns:a16="http://schemas.microsoft.com/office/drawing/2014/main" id="{F40E8730-9C9B-472A-AF33-9988ED8E6919}"/>
              </a:ext>
            </a:extLst>
          </p:cNvPr>
          <p:cNvSpPr>
            <a:spLocks noGrp="1"/>
          </p:cNvSpPr>
          <p:nvPr/>
        </p:nvSpPr>
        <p:spPr>
          <a:xfrm>
            <a:off x="2195645" y="6554357"/>
            <a:ext cx="136049" cy="136049"/>
          </a:xfrm>
          <a:prstGeom prst="ellipse">
            <a:avLst/>
          </a:prstGeom>
          <a:solidFill>
            <a:srgbClr val="4EC36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3" name="c_full_paired_2665">
            <a:extLst>
              <a:ext uri="{FF2B5EF4-FFF2-40B4-BE49-F238E27FC236}">
                <a16:creationId xmlns:a16="http://schemas.microsoft.com/office/drawing/2014/main" id="{F43134C6-FC07-4BFD-89D2-34F33C63B26B}"/>
              </a:ext>
            </a:extLst>
          </p:cNvPr>
          <p:cNvSpPr>
            <a:spLocks noGrp="1"/>
          </p:cNvSpPr>
          <p:nvPr/>
        </p:nvSpPr>
        <p:spPr>
          <a:xfrm>
            <a:off x="5317048" y="3451215"/>
            <a:ext cx="136049" cy="136049"/>
          </a:xfrm>
          <a:prstGeom prst="ellipse">
            <a:avLst/>
          </a:prstGeom>
          <a:solidFill>
            <a:srgbClr val="3F47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4" name="c_full_paired_2666">
            <a:extLst>
              <a:ext uri="{FF2B5EF4-FFF2-40B4-BE49-F238E27FC236}">
                <a16:creationId xmlns:a16="http://schemas.microsoft.com/office/drawing/2014/main" id="{24135E21-C845-4638-98F9-BE9ADA3D6423}"/>
              </a:ext>
            </a:extLst>
          </p:cNvPr>
          <p:cNvSpPr>
            <a:spLocks noGrp="1"/>
          </p:cNvSpPr>
          <p:nvPr/>
        </p:nvSpPr>
        <p:spPr>
          <a:xfrm>
            <a:off x="3509065" y="3390949"/>
            <a:ext cx="136049" cy="136049"/>
          </a:xfrm>
          <a:prstGeom prst="ellipse">
            <a:avLst/>
          </a:prstGeom>
          <a:solidFill>
            <a:srgbClr val="3955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5" name="c_full_paired_2667">
            <a:extLst>
              <a:ext uri="{FF2B5EF4-FFF2-40B4-BE49-F238E27FC236}">
                <a16:creationId xmlns:a16="http://schemas.microsoft.com/office/drawing/2014/main" id="{7DD4A4FB-0798-40AA-B95F-95AD9DCD6B60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287C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6" name="c_full_paired_2668">
            <a:extLst>
              <a:ext uri="{FF2B5EF4-FFF2-40B4-BE49-F238E27FC236}">
                <a16:creationId xmlns:a16="http://schemas.microsoft.com/office/drawing/2014/main" id="{43965CF6-E90D-4303-BBC3-C63869D80B8F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C50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7" name="c_full_paired_2669">
            <a:extLst>
              <a:ext uri="{FF2B5EF4-FFF2-40B4-BE49-F238E27FC236}">
                <a16:creationId xmlns:a16="http://schemas.microsoft.com/office/drawing/2014/main" id="{37E25D3F-A1D8-42E0-B24B-81F05906537A}"/>
              </a:ext>
            </a:extLst>
          </p:cNvPr>
          <p:cNvSpPr>
            <a:spLocks noGrp="1"/>
          </p:cNvSpPr>
          <p:nvPr/>
        </p:nvSpPr>
        <p:spPr>
          <a:xfrm>
            <a:off x="2102857" y="5460084"/>
            <a:ext cx="136049" cy="136049"/>
          </a:xfrm>
          <a:prstGeom prst="ellipse">
            <a:avLst/>
          </a:prstGeom>
          <a:solidFill>
            <a:srgbClr val="472C7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8" name="c_full_paired_2670">
            <a:extLst>
              <a:ext uri="{FF2B5EF4-FFF2-40B4-BE49-F238E27FC236}">
                <a16:creationId xmlns:a16="http://schemas.microsoft.com/office/drawing/2014/main" id="{0FD81E74-12BB-49E5-A06B-7C0BB658BC67}"/>
              </a:ext>
            </a:extLst>
          </p:cNvPr>
          <p:cNvSpPr>
            <a:spLocks noGrp="1"/>
          </p:cNvSpPr>
          <p:nvPr/>
        </p:nvSpPr>
        <p:spPr>
          <a:xfrm>
            <a:off x="3709952" y="6665406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9" name="c_full_paired_2671">
            <a:extLst>
              <a:ext uri="{FF2B5EF4-FFF2-40B4-BE49-F238E27FC236}">
                <a16:creationId xmlns:a16="http://schemas.microsoft.com/office/drawing/2014/main" id="{FD682DA8-EE0E-4DCD-A156-C7F8FF3E28AA}"/>
              </a:ext>
            </a:extLst>
          </p:cNvPr>
          <p:cNvSpPr>
            <a:spLocks noGrp="1"/>
          </p:cNvSpPr>
          <p:nvPr/>
        </p:nvSpPr>
        <p:spPr>
          <a:xfrm>
            <a:off x="2102857" y="4446084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0" name="c_full_paired_2672">
            <a:extLst>
              <a:ext uri="{FF2B5EF4-FFF2-40B4-BE49-F238E27FC236}">
                <a16:creationId xmlns:a16="http://schemas.microsoft.com/office/drawing/2014/main" id="{51DEE70A-D132-4CB8-80A1-EDA4AD1B5507}"/>
              </a:ext>
            </a:extLst>
          </p:cNvPr>
          <p:cNvSpPr>
            <a:spLocks noGrp="1"/>
          </p:cNvSpPr>
          <p:nvPr/>
        </p:nvSpPr>
        <p:spPr>
          <a:xfrm>
            <a:off x="2102857" y="3418417"/>
            <a:ext cx="136049" cy="136049"/>
          </a:xfrm>
          <a:prstGeom prst="ellipse">
            <a:avLst/>
          </a:prstGeom>
          <a:solidFill>
            <a:srgbClr val="3363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1" name="c_full_paired_2673">
            <a:extLst>
              <a:ext uri="{FF2B5EF4-FFF2-40B4-BE49-F238E27FC236}">
                <a16:creationId xmlns:a16="http://schemas.microsoft.com/office/drawing/2014/main" id="{CFB9B369-E3B6-477A-87D1-9AB1FA010858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955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2" name="c_full_paired_2674">
            <a:extLst>
              <a:ext uri="{FF2B5EF4-FFF2-40B4-BE49-F238E27FC236}">
                <a16:creationId xmlns:a16="http://schemas.microsoft.com/office/drawing/2014/main" id="{869282D0-7669-4E36-BC80-AB30E2C4FCB9}"/>
              </a:ext>
            </a:extLst>
          </p:cNvPr>
          <p:cNvSpPr>
            <a:spLocks noGrp="1"/>
          </p:cNvSpPr>
          <p:nvPr/>
        </p:nvSpPr>
        <p:spPr>
          <a:xfrm>
            <a:off x="3993654" y="1844119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3" name="c_full_paired_2675">
            <a:extLst>
              <a:ext uri="{FF2B5EF4-FFF2-40B4-BE49-F238E27FC236}">
                <a16:creationId xmlns:a16="http://schemas.microsoft.com/office/drawing/2014/main" id="{A26F3558-5B68-4DE6-B507-CBC01A109233}"/>
              </a:ext>
            </a:extLst>
          </p:cNvPr>
          <p:cNvSpPr>
            <a:spLocks noGrp="1"/>
          </p:cNvSpPr>
          <p:nvPr/>
        </p:nvSpPr>
        <p:spPr>
          <a:xfrm>
            <a:off x="2102857" y="3878743"/>
            <a:ext cx="136049" cy="136049"/>
          </a:xfrm>
          <a:prstGeom prst="ellipse">
            <a:avLst/>
          </a:prstGeom>
          <a:solidFill>
            <a:srgbClr val="3C50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4" name="c_full_paired_2676">
            <a:extLst>
              <a:ext uri="{FF2B5EF4-FFF2-40B4-BE49-F238E27FC236}">
                <a16:creationId xmlns:a16="http://schemas.microsoft.com/office/drawing/2014/main" id="{55F8F5D1-BC1D-49E3-AF8E-228F187E3DD5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2F6C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5" name="c_full_paired_2677">
            <a:extLst>
              <a:ext uri="{FF2B5EF4-FFF2-40B4-BE49-F238E27FC236}">
                <a16:creationId xmlns:a16="http://schemas.microsoft.com/office/drawing/2014/main" id="{16A328D4-E030-4B56-B80F-02F25731FFCD}"/>
              </a:ext>
            </a:extLst>
          </p:cNvPr>
          <p:cNvSpPr>
            <a:spLocks noGrp="1"/>
          </p:cNvSpPr>
          <p:nvPr/>
        </p:nvSpPr>
        <p:spPr>
          <a:xfrm>
            <a:off x="5030067" y="2085183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6" name="c_full_paired_2678">
            <a:extLst>
              <a:ext uri="{FF2B5EF4-FFF2-40B4-BE49-F238E27FC236}">
                <a16:creationId xmlns:a16="http://schemas.microsoft.com/office/drawing/2014/main" id="{8AABAA1C-E3D7-487A-923F-34A5DE5512AE}"/>
              </a:ext>
            </a:extLst>
          </p:cNvPr>
          <p:cNvSpPr>
            <a:spLocks noGrp="1"/>
          </p:cNvSpPr>
          <p:nvPr/>
        </p:nvSpPr>
        <p:spPr>
          <a:xfrm>
            <a:off x="2102857" y="5058310"/>
            <a:ext cx="136049" cy="136049"/>
          </a:xfrm>
          <a:prstGeom prst="ellipse">
            <a:avLst/>
          </a:prstGeom>
          <a:solidFill>
            <a:srgbClr val="3E4A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7" name="c_full_paired_2679">
            <a:extLst>
              <a:ext uri="{FF2B5EF4-FFF2-40B4-BE49-F238E27FC236}">
                <a16:creationId xmlns:a16="http://schemas.microsoft.com/office/drawing/2014/main" id="{A7FBFDC1-BBAF-49A6-AA19-3B686D149C34}"/>
              </a:ext>
            </a:extLst>
          </p:cNvPr>
          <p:cNvSpPr>
            <a:spLocks noGrp="1"/>
          </p:cNvSpPr>
          <p:nvPr/>
        </p:nvSpPr>
        <p:spPr>
          <a:xfrm>
            <a:off x="2672036" y="4254763"/>
            <a:ext cx="136049" cy="136049"/>
          </a:xfrm>
          <a:prstGeom prst="ellipse">
            <a:avLst/>
          </a:prstGeom>
          <a:solidFill>
            <a:srgbClr val="2AB07F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8" name="c_full_paired_2680">
            <a:extLst>
              <a:ext uri="{FF2B5EF4-FFF2-40B4-BE49-F238E27FC236}">
                <a16:creationId xmlns:a16="http://schemas.microsoft.com/office/drawing/2014/main" id="{743D54D0-39C8-424B-8CF8-DA872E5F2AC8}"/>
              </a:ext>
            </a:extLst>
          </p:cNvPr>
          <p:cNvSpPr>
            <a:spLocks noGrp="1"/>
          </p:cNvSpPr>
          <p:nvPr/>
        </p:nvSpPr>
        <p:spPr>
          <a:xfrm>
            <a:off x="3589420" y="6137360"/>
            <a:ext cx="136049" cy="136049"/>
          </a:xfrm>
          <a:prstGeom prst="ellipse">
            <a:avLst/>
          </a:prstGeom>
          <a:solidFill>
            <a:srgbClr val="414487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9" name="c_full_paired_2681">
            <a:extLst>
              <a:ext uri="{FF2B5EF4-FFF2-40B4-BE49-F238E27FC236}">
                <a16:creationId xmlns:a16="http://schemas.microsoft.com/office/drawing/2014/main" id="{D2E2005F-ABD5-454B-A962-AE70BB3526B8}"/>
              </a:ext>
            </a:extLst>
          </p:cNvPr>
          <p:cNvSpPr>
            <a:spLocks noGrp="1"/>
          </p:cNvSpPr>
          <p:nvPr/>
        </p:nvSpPr>
        <p:spPr>
          <a:xfrm>
            <a:off x="2263566" y="3940040"/>
            <a:ext cx="136049" cy="136049"/>
          </a:xfrm>
          <a:prstGeom prst="ellipse">
            <a:avLst/>
          </a:prstGeom>
          <a:solidFill>
            <a:srgbClr val="460A5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0" name="c_full_paired_2682">
            <a:extLst>
              <a:ext uri="{FF2B5EF4-FFF2-40B4-BE49-F238E27FC236}">
                <a16:creationId xmlns:a16="http://schemas.microsoft.com/office/drawing/2014/main" id="{F0BF00BA-2709-40A0-AA6F-C80E1B06920C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8287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1" name="c_full_paired_2683">
            <a:extLst>
              <a:ext uri="{FF2B5EF4-FFF2-40B4-BE49-F238E27FC236}">
                <a16:creationId xmlns:a16="http://schemas.microsoft.com/office/drawing/2014/main" id="{668403F7-8C6C-45BA-9F98-6712CD91D6EB}"/>
              </a:ext>
            </a:extLst>
          </p:cNvPr>
          <p:cNvSpPr>
            <a:spLocks noGrp="1"/>
          </p:cNvSpPr>
          <p:nvPr/>
        </p:nvSpPr>
        <p:spPr>
          <a:xfrm>
            <a:off x="3709952" y="5058310"/>
            <a:ext cx="136049" cy="136049"/>
          </a:xfrm>
          <a:prstGeom prst="ellipse">
            <a:avLst/>
          </a:prstGeom>
          <a:solidFill>
            <a:srgbClr val="1FA1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2" name="c_full_paired_2684">
            <a:extLst>
              <a:ext uri="{FF2B5EF4-FFF2-40B4-BE49-F238E27FC236}">
                <a16:creationId xmlns:a16="http://schemas.microsoft.com/office/drawing/2014/main" id="{80563D59-8994-423B-B0DF-247D128BB567}"/>
              </a:ext>
            </a:extLst>
          </p:cNvPr>
          <p:cNvSpPr>
            <a:spLocks noGrp="1"/>
          </p:cNvSpPr>
          <p:nvPr/>
        </p:nvSpPr>
        <p:spPr>
          <a:xfrm>
            <a:off x="2102857" y="3451215"/>
            <a:ext cx="136049" cy="136049"/>
          </a:xfrm>
          <a:prstGeom prst="ellipse">
            <a:avLst/>
          </a:prstGeom>
          <a:solidFill>
            <a:srgbClr val="228C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3" name="c_full_paired_2685">
            <a:extLst>
              <a:ext uri="{FF2B5EF4-FFF2-40B4-BE49-F238E27FC236}">
                <a16:creationId xmlns:a16="http://schemas.microsoft.com/office/drawing/2014/main" id="{4BCF592F-7072-4B34-B81C-7C707DD8317C}"/>
              </a:ext>
            </a:extLst>
          </p:cNvPr>
          <p:cNvSpPr>
            <a:spLocks noGrp="1"/>
          </p:cNvSpPr>
          <p:nvPr/>
        </p:nvSpPr>
        <p:spPr>
          <a:xfrm>
            <a:off x="2102857" y="2478079"/>
            <a:ext cx="136049" cy="136049"/>
          </a:xfrm>
          <a:prstGeom prst="ellipse">
            <a:avLst/>
          </a:prstGeom>
          <a:solidFill>
            <a:srgbClr val="218F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4" name="c_full_paired_2686">
            <a:extLst>
              <a:ext uri="{FF2B5EF4-FFF2-40B4-BE49-F238E27FC236}">
                <a16:creationId xmlns:a16="http://schemas.microsoft.com/office/drawing/2014/main" id="{362D5C62-2C0C-47F2-859C-2B2B9E567E4D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3858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5" name="c_full_paired_2687">
            <a:extLst>
              <a:ext uri="{FF2B5EF4-FFF2-40B4-BE49-F238E27FC236}">
                <a16:creationId xmlns:a16="http://schemas.microsoft.com/office/drawing/2014/main" id="{2EAFF28E-E2FB-40B4-9C4D-495E8246B5CA}"/>
              </a:ext>
            </a:extLst>
          </p:cNvPr>
          <p:cNvSpPr>
            <a:spLocks noGrp="1"/>
          </p:cNvSpPr>
          <p:nvPr/>
        </p:nvSpPr>
        <p:spPr>
          <a:xfrm>
            <a:off x="4513500" y="5460084"/>
            <a:ext cx="136049" cy="136049"/>
          </a:xfrm>
          <a:prstGeom prst="ellipse">
            <a:avLst/>
          </a:prstGeom>
          <a:solidFill>
            <a:srgbClr val="3265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6" name="c_full_paired_2688">
            <a:extLst>
              <a:ext uri="{FF2B5EF4-FFF2-40B4-BE49-F238E27FC236}">
                <a16:creationId xmlns:a16="http://schemas.microsoft.com/office/drawing/2014/main" id="{0F4AC1CC-6849-4085-9F4C-AE0849649273}"/>
              </a:ext>
            </a:extLst>
          </p:cNvPr>
          <p:cNvSpPr>
            <a:spLocks noGrp="1"/>
          </p:cNvSpPr>
          <p:nvPr/>
        </p:nvSpPr>
        <p:spPr>
          <a:xfrm>
            <a:off x="5546633" y="3221630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7" name="c_full_paired_2689">
            <a:extLst>
              <a:ext uri="{FF2B5EF4-FFF2-40B4-BE49-F238E27FC236}">
                <a16:creationId xmlns:a16="http://schemas.microsoft.com/office/drawing/2014/main" id="{69E3A481-1339-4DC9-8644-7E0EE860536B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8" name="c_full_paired_2690">
            <a:extLst>
              <a:ext uri="{FF2B5EF4-FFF2-40B4-BE49-F238E27FC236}">
                <a16:creationId xmlns:a16="http://schemas.microsoft.com/office/drawing/2014/main" id="{E8DA9459-5CD0-4A0E-B316-B9D709EE89F1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28B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9" name="c_full_paired_2691">
            <a:extLst>
              <a:ext uri="{FF2B5EF4-FFF2-40B4-BE49-F238E27FC236}">
                <a16:creationId xmlns:a16="http://schemas.microsoft.com/office/drawing/2014/main" id="{475B3C34-2A4F-4CE5-BCB9-57172E03C387}"/>
              </a:ext>
            </a:extLst>
          </p:cNvPr>
          <p:cNvSpPr>
            <a:spLocks noGrp="1"/>
          </p:cNvSpPr>
          <p:nvPr/>
        </p:nvSpPr>
        <p:spPr>
          <a:xfrm>
            <a:off x="2820408" y="5206016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0" name="c_full_paired_2692">
            <a:extLst>
              <a:ext uri="{FF2B5EF4-FFF2-40B4-BE49-F238E27FC236}">
                <a16:creationId xmlns:a16="http://schemas.microsoft.com/office/drawing/2014/main" id="{B8083777-5A22-4FC2-AE10-0E9B9B9CCEDE}"/>
              </a:ext>
            </a:extLst>
          </p:cNvPr>
          <p:cNvSpPr>
            <a:spLocks noGrp="1"/>
          </p:cNvSpPr>
          <p:nvPr/>
        </p:nvSpPr>
        <p:spPr>
          <a:xfrm>
            <a:off x="2906405" y="3986913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1" name="c_full_paired_2693">
            <a:extLst>
              <a:ext uri="{FF2B5EF4-FFF2-40B4-BE49-F238E27FC236}">
                <a16:creationId xmlns:a16="http://schemas.microsoft.com/office/drawing/2014/main" id="{992DA6CA-75C6-4F35-BD7F-5C8B8EF37E5A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461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2" name="c_full_paired_2694">
            <a:extLst>
              <a:ext uri="{FF2B5EF4-FFF2-40B4-BE49-F238E27FC236}">
                <a16:creationId xmlns:a16="http://schemas.microsoft.com/office/drawing/2014/main" id="{CFEDA765-DB7B-4763-9D1A-202B0197ADC8}"/>
              </a:ext>
            </a:extLst>
          </p:cNvPr>
          <p:cNvSpPr>
            <a:spLocks noGrp="1"/>
          </p:cNvSpPr>
          <p:nvPr/>
        </p:nvSpPr>
        <p:spPr>
          <a:xfrm>
            <a:off x="2102857" y="4643379"/>
            <a:ext cx="136049" cy="136049"/>
          </a:xfrm>
          <a:prstGeom prst="ellipse">
            <a:avLst/>
          </a:prstGeom>
          <a:solidFill>
            <a:srgbClr val="22A884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3" name="c_full_paired_2695">
            <a:extLst>
              <a:ext uri="{FF2B5EF4-FFF2-40B4-BE49-F238E27FC236}">
                <a16:creationId xmlns:a16="http://schemas.microsoft.com/office/drawing/2014/main" id="{96668B33-6601-46BF-99D4-8A007D8F1859}"/>
              </a:ext>
            </a:extLst>
          </p:cNvPr>
          <p:cNvSpPr>
            <a:spLocks noGrp="1"/>
          </p:cNvSpPr>
          <p:nvPr/>
        </p:nvSpPr>
        <p:spPr>
          <a:xfrm>
            <a:off x="5045402" y="2088458"/>
            <a:ext cx="136049" cy="136049"/>
          </a:xfrm>
          <a:prstGeom prst="ellipse">
            <a:avLst/>
          </a:prstGeom>
          <a:solidFill>
            <a:srgbClr val="25AC8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4" name="c_full_paired_2696">
            <a:extLst>
              <a:ext uri="{FF2B5EF4-FFF2-40B4-BE49-F238E27FC236}">
                <a16:creationId xmlns:a16="http://schemas.microsoft.com/office/drawing/2014/main" id="{D0C369C5-9B96-4D1A-9445-003DC5723BE5}"/>
              </a:ext>
            </a:extLst>
          </p:cNvPr>
          <p:cNvSpPr>
            <a:spLocks noGrp="1"/>
          </p:cNvSpPr>
          <p:nvPr/>
        </p:nvSpPr>
        <p:spPr>
          <a:xfrm>
            <a:off x="2102857" y="4254763"/>
            <a:ext cx="136049" cy="136049"/>
          </a:xfrm>
          <a:prstGeom prst="ellipse">
            <a:avLst/>
          </a:prstGeom>
          <a:solidFill>
            <a:srgbClr val="306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5" name="c_full_paired_2697">
            <a:extLst>
              <a:ext uri="{FF2B5EF4-FFF2-40B4-BE49-F238E27FC236}">
                <a16:creationId xmlns:a16="http://schemas.microsoft.com/office/drawing/2014/main" id="{F29A35A7-3BB9-4CB8-B579-9451AC052334}"/>
              </a:ext>
            </a:extLst>
          </p:cNvPr>
          <p:cNvSpPr>
            <a:spLocks noGrp="1"/>
          </p:cNvSpPr>
          <p:nvPr/>
        </p:nvSpPr>
        <p:spPr>
          <a:xfrm>
            <a:off x="2105768" y="5058310"/>
            <a:ext cx="136049" cy="136049"/>
          </a:xfrm>
          <a:prstGeom prst="ellipse">
            <a:avLst/>
          </a:prstGeom>
          <a:solidFill>
            <a:srgbClr val="3461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6" name="c_full_paired_2698">
            <a:extLst>
              <a:ext uri="{FF2B5EF4-FFF2-40B4-BE49-F238E27FC236}">
                <a16:creationId xmlns:a16="http://schemas.microsoft.com/office/drawing/2014/main" id="{3C4FFE3C-FCB6-40BF-A854-A92A1FF5461A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5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7" name="c_full_paired_2699">
            <a:extLst>
              <a:ext uri="{FF2B5EF4-FFF2-40B4-BE49-F238E27FC236}">
                <a16:creationId xmlns:a16="http://schemas.microsoft.com/office/drawing/2014/main" id="{ADC345F6-CB2F-415D-9412-8E69D0EFCE2A}"/>
              </a:ext>
            </a:extLst>
          </p:cNvPr>
          <p:cNvSpPr>
            <a:spLocks noGrp="1"/>
          </p:cNvSpPr>
          <p:nvPr/>
        </p:nvSpPr>
        <p:spPr>
          <a:xfrm>
            <a:off x="2730389" y="2245893"/>
            <a:ext cx="136049" cy="136049"/>
          </a:xfrm>
          <a:prstGeom prst="ellipse">
            <a:avLst/>
          </a:prstGeom>
          <a:solidFill>
            <a:srgbClr val="218E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8" name="c_full_paired_2700">
            <a:extLst>
              <a:ext uri="{FF2B5EF4-FFF2-40B4-BE49-F238E27FC236}">
                <a16:creationId xmlns:a16="http://schemas.microsoft.com/office/drawing/2014/main" id="{18BEA020-6478-436C-91C1-303443BF563B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72F7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9" name="c_full_paired_2701">
            <a:extLst>
              <a:ext uri="{FF2B5EF4-FFF2-40B4-BE49-F238E27FC236}">
                <a16:creationId xmlns:a16="http://schemas.microsoft.com/office/drawing/2014/main" id="{F3B74B09-2D65-473F-AB40-3D4A86B94F08}"/>
              </a:ext>
            </a:extLst>
          </p:cNvPr>
          <p:cNvSpPr>
            <a:spLocks noGrp="1"/>
          </p:cNvSpPr>
          <p:nvPr/>
        </p:nvSpPr>
        <p:spPr>
          <a:xfrm>
            <a:off x="2906405" y="5326160"/>
            <a:ext cx="136049" cy="136049"/>
          </a:xfrm>
          <a:prstGeom prst="ellipse">
            <a:avLst/>
          </a:prstGeom>
          <a:solidFill>
            <a:srgbClr val="453781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0" name="c_full_paired_2702">
            <a:extLst>
              <a:ext uri="{FF2B5EF4-FFF2-40B4-BE49-F238E27FC236}">
                <a16:creationId xmlns:a16="http://schemas.microsoft.com/office/drawing/2014/main" id="{52A535D0-FB04-4928-B14B-04C0AC36138F}"/>
              </a:ext>
            </a:extLst>
          </p:cNvPr>
          <p:cNvSpPr>
            <a:spLocks noGrp="1"/>
          </p:cNvSpPr>
          <p:nvPr/>
        </p:nvSpPr>
        <p:spPr>
          <a:xfrm>
            <a:off x="2102857" y="4254763"/>
            <a:ext cx="136049" cy="136049"/>
          </a:xfrm>
          <a:prstGeom prst="ellipse">
            <a:avLst/>
          </a:prstGeom>
          <a:solidFill>
            <a:srgbClr val="287D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1" name="c_full_paired_2703">
            <a:extLst>
              <a:ext uri="{FF2B5EF4-FFF2-40B4-BE49-F238E27FC236}">
                <a16:creationId xmlns:a16="http://schemas.microsoft.com/office/drawing/2014/main" id="{E8F55BC6-DB77-439C-82C1-84C5D5904911}"/>
              </a:ext>
            </a:extLst>
          </p:cNvPr>
          <p:cNvSpPr>
            <a:spLocks noGrp="1"/>
          </p:cNvSpPr>
          <p:nvPr/>
        </p:nvSpPr>
        <p:spPr>
          <a:xfrm>
            <a:off x="5718822" y="4254763"/>
            <a:ext cx="136049" cy="136049"/>
          </a:xfrm>
          <a:prstGeom prst="ellipse">
            <a:avLst/>
          </a:prstGeom>
          <a:solidFill>
            <a:srgbClr val="297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2" name="c_full_paired_2704">
            <a:extLst>
              <a:ext uri="{FF2B5EF4-FFF2-40B4-BE49-F238E27FC236}">
                <a16:creationId xmlns:a16="http://schemas.microsoft.com/office/drawing/2014/main" id="{BD04E45E-92A0-4034-98D0-0D09034CB6F8}"/>
              </a:ext>
            </a:extLst>
          </p:cNvPr>
          <p:cNvSpPr>
            <a:spLocks noGrp="1"/>
          </p:cNvSpPr>
          <p:nvPr/>
        </p:nvSpPr>
        <p:spPr>
          <a:xfrm>
            <a:off x="2102857" y="5976651"/>
            <a:ext cx="136049" cy="136049"/>
          </a:xfrm>
          <a:prstGeom prst="ellipse">
            <a:avLst/>
          </a:prstGeom>
          <a:solidFill>
            <a:srgbClr val="3858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3" name="c_full_paired_2705">
            <a:extLst>
              <a:ext uri="{FF2B5EF4-FFF2-40B4-BE49-F238E27FC236}">
                <a16:creationId xmlns:a16="http://schemas.microsoft.com/office/drawing/2014/main" id="{A4D40B03-22B0-4E0A-8288-9DCD634F7BB1}"/>
              </a:ext>
            </a:extLst>
          </p:cNvPr>
          <p:cNvSpPr>
            <a:spLocks noGrp="1"/>
          </p:cNvSpPr>
          <p:nvPr/>
        </p:nvSpPr>
        <p:spPr>
          <a:xfrm>
            <a:off x="4236485" y="4358131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4" name="c_full_paired_2706">
            <a:extLst>
              <a:ext uri="{FF2B5EF4-FFF2-40B4-BE49-F238E27FC236}">
                <a16:creationId xmlns:a16="http://schemas.microsoft.com/office/drawing/2014/main" id="{C453748C-4CB7-4B81-8237-92EE2CB8CA5D}"/>
              </a:ext>
            </a:extLst>
          </p:cNvPr>
          <p:cNvSpPr>
            <a:spLocks noGrp="1"/>
          </p:cNvSpPr>
          <p:nvPr/>
        </p:nvSpPr>
        <p:spPr>
          <a:xfrm>
            <a:off x="5317048" y="3451215"/>
            <a:ext cx="136049" cy="136049"/>
          </a:xfrm>
          <a:prstGeom prst="ellipse">
            <a:avLst/>
          </a:prstGeom>
          <a:solidFill>
            <a:srgbClr val="287C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5" name="c_full_paired_2707">
            <a:extLst>
              <a:ext uri="{FF2B5EF4-FFF2-40B4-BE49-F238E27FC236}">
                <a16:creationId xmlns:a16="http://schemas.microsoft.com/office/drawing/2014/main" id="{CE77ABB5-00BD-4FD0-B425-0DFEB8C66955}"/>
              </a:ext>
            </a:extLst>
          </p:cNvPr>
          <p:cNvSpPr>
            <a:spLocks noGrp="1"/>
          </p:cNvSpPr>
          <p:nvPr/>
        </p:nvSpPr>
        <p:spPr>
          <a:xfrm>
            <a:off x="2102857" y="3451215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6" name="c_full_paired_2708">
            <a:extLst>
              <a:ext uri="{FF2B5EF4-FFF2-40B4-BE49-F238E27FC236}">
                <a16:creationId xmlns:a16="http://schemas.microsoft.com/office/drawing/2014/main" id="{D2B5B47D-4C90-41F1-A820-B7010956925C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E49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7" name="c_full_paired_2709">
            <a:extLst>
              <a:ext uri="{FF2B5EF4-FFF2-40B4-BE49-F238E27FC236}">
                <a16:creationId xmlns:a16="http://schemas.microsoft.com/office/drawing/2014/main" id="{98DBFA6E-BC47-4A7F-A8F2-E553812752AB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8" name="c_full_paired_2710">
            <a:extLst>
              <a:ext uri="{FF2B5EF4-FFF2-40B4-BE49-F238E27FC236}">
                <a16:creationId xmlns:a16="http://schemas.microsoft.com/office/drawing/2014/main" id="{1C4076F9-6662-4D94-9F85-DD957D36EAB2}"/>
              </a:ext>
            </a:extLst>
          </p:cNvPr>
          <p:cNvSpPr>
            <a:spLocks noGrp="1"/>
          </p:cNvSpPr>
          <p:nvPr/>
        </p:nvSpPr>
        <p:spPr>
          <a:xfrm>
            <a:off x="5906313" y="3012656"/>
            <a:ext cx="136049" cy="136049"/>
          </a:xfrm>
          <a:prstGeom prst="ellipse">
            <a:avLst/>
          </a:prstGeom>
          <a:solidFill>
            <a:srgbClr val="28AE80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9" name="c_full_paired_2711">
            <a:extLst>
              <a:ext uri="{FF2B5EF4-FFF2-40B4-BE49-F238E27FC236}">
                <a16:creationId xmlns:a16="http://schemas.microsoft.com/office/drawing/2014/main" id="{32A76F81-E542-47D2-B438-3A13E7B1A9DC}"/>
              </a:ext>
            </a:extLst>
          </p:cNvPr>
          <p:cNvSpPr>
            <a:spLocks noGrp="1"/>
          </p:cNvSpPr>
          <p:nvPr/>
        </p:nvSpPr>
        <p:spPr>
          <a:xfrm>
            <a:off x="6924144" y="3390949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0" name="c_full_paired_2712">
            <a:extLst>
              <a:ext uri="{FF2B5EF4-FFF2-40B4-BE49-F238E27FC236}">
                <a16:creationId xmlns:a16="http://schemas.microsoft.com/office/drawing/2014/main" id="{7AB715A3-8301-4A1C-B10F-A789BCAB3EA7}"/>
              </a:ext>
            </a:extLst>
          </p:cNvPr>
          <p:cNvSpPr>
            <a:spLocks noGrp="1"/>
          </p:cNvSpPr>
          <p:nvPr/>
        </p:nvSpPr>
        <p:spPr>
          <a:xfrm>
            <a:off x="4410561" y="4254763"/>
            <a:ext cx="136049" cy="136049"/>
          </a:xfrm>
          <a:prstGeom prst="ellipse">
            <a:avLst/>
          </a:prstGeom>
          <a:solidFill>
            <a:srgbClr val="34B67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1" name="c_full_paired_2713">
            <a:extLst>
              <a:ext uri="{FF2B5EF4-FFF2-40B4-BE49-F238E27FC236}">
                <a16:creationId xmlns:a16="http://schemas.microsoft.com/office/drawing/2014/main" id="{1F777DAB-7343-4A0A-AA99-E6E1EF013012}"/>
              </a:ext>
            </a:extLst>
          </p:cNvPr>
          <p:cNvSpPr>
            <a:spLocks noGrp="1"/>
          </p:cNvSpPr>
          <p:nvPr/>
        </p:nvSpPr>
        <p:spPr>
          <a:xfrm>
            <a:off x="3790307" y="522467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2" name="c_full_paired_2714">
            <a:extLst>
              <a:ext uri="{FF2B5EF4-FFF2-40B4-BE49-F238E27FC236}">
                <a16:creationId xmlns:a16="http://schemas.microsoft.com/office/drawing/2014/main" id="{B6717EC8-79E7-40E1-9D70-DE4C42AE5EEB}"/>
              </a:ext>
            </a:extLst>
          </p:cNvPr>
          <p:cNvSpPr>
            <a:spLocks noGrp="1"/>
          </p:cNvSpPr>
          <p:nvPr/>
        </p:nvSpPr>
        <p:spPr>
          <a:xfrm>
            <a:off x="2102857" y="3290505"/>
            <a:ext cx="136049" cy="136049"/>
          </a:xfrm>
          <a:prstGeom prst="ellipse">
            <a:avLst/>
          </a:prstGeom>
          <a:solidFill>
            <a:srgbClr val="3859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3" name="c_full_paired_2715">
            <a:extLst>
              <a:ext uri="{FF2B5EF4-FFF2-40B4-BE49-F238E27FC236}">
                <a16:creationId xmlns:a16="http://schemas.microsoft.com/office/drawing/2014/main" id="{B5852474-CCD3-45E6-AEF0-3A7BD122BEC1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46327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4" name="c_full_paired_2716">
            <a:extLst>
              <a:ext uri="{FF2B5EF4-FFF2-40B4-BE49-F238E27FC236}">
                <a16:creationId xmlns:a16="http://schemas.microsoft.com/office/drawing/2014/main" id="{605B2E66-9D11-4F88-918E-A793D5BA2151}"/>
              </a:ext>
            </a:extLst>
          </p:cNvPr>
          <p:cNvSpPr>
            <a:spLocks noGrp="1"/>
          </p:cNvSpPr>
          <p:nvPr/>
        </p:nvSpPr>
        <p:spPr>
          <a:xfrm>
            <a:off x="3308178" y="3049441"/>
            <a:ext cx="136049" cy="136049"/>
          </a:xfrm>
          <a:prstGeom prst="ellipse">
            <a:avLst/>
          </a:prstGeom>
          <a:solidFill>
            <a:srgbClr val="46085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5" name="c_full_paired_2717">
            <a:extLst>
              <a:ext uri="{FF2B5EF4-FFF2-40B4-BE49-F238E27FC236}">
                <a16:creationId xmlns:a16="http://schemas.microsoft.com/office/drawing/2014/main" id="{B3518BEE-B4E3-4398-9E44-626F828F1121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1F9E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6" name="c_full_paired_2718">
            <a:extLst>
              <a:ext uri="{FF2B5EF4-FFF2-40B4-BE49-F238E27FC236}">
                <a16:creationId xmlns:a16="http://schemas.microsoft.com/office/drawing/2014/main" id="{ED20E8D5-A24C-49DC-AD94-994FE5B8F398}"/>
              </a:ext>
            </a:extLst>
          </p:cNvPr>
          <p:cNvSpPr>
            <a:spLocks noGrp="1"/>
          </p:cNvSpPr>
          <p:nvPr/>
        </p:nvSpPr>
        <p:spPr>
          <a:xfrm>
            <a:off x="2102857" y="3299257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7" name="c_full_paired_2719">
            <a:extLst>
              <a:ext uri="{FF2B5EF4-FFF2-40B4-BE49-F238E27FC236}">
                <a16:creationId xmlns:a16="http://schemas.microsoft.com/office/drawing/2014/main" id="{D23A257D-C8E9-41BE-879C-34DC763079C7}"/>
              </a:ext>
            </a:extLst>
          </p:cNvPr>
          <p:cNvSpPr>
            <a:spLocks noGrp="1"/>
          </p:cNvSpPr>
          <p:nvPr/>
        </p:nvSpPr>
        <p:spPr>
          <a:xfrm>
            <a:off x="3860618" y="2647667"/>
            <a:ext cx="136049" cy="136049"/>
          </a:xfrm>
          <a:prstGeom prst="ellipse">
            <a:avLst/>
          </a:prstGeom>
          <a:solidFill>
            <a:srgbClr val="25AC8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8" name="c_full_paired_2720">
            <a:extLst>
              <a:ext uri="{FF2B5EF4-FFF2-40B4-BE49-F238E27FC236}">
                <a16:creationId xmlns:a16="http://schemas.microsoft.com/office/drawing/2014/main" id="{74CBDEBF-5232-4006-94EA-9B2871896CE9}"/>
              </a:ext>
            </a:extLst>
          </p:cNvPr>
          <p:cNvSpPr>
            <a:spLocks noGrp="1"/>
          </p:cNvSpPr>
          <p:nvPr/>
        </p:nvSpPr>
        <p:spPr>
          <a:xfrm>
            <a:off x="2102857" y="3451215"/>
            <a:ext cx="136049" cy="136049"/>
          </a:xfrm>
          <a:prstGeom prst="ellipse">
            <a:avLst/>
          </a:prstGeom>
          <a:solidFill>
            <a:srgbClr val="277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9" name="c_full_paired_2721">
            <a:extLst>
              <a:ext uri="{FF2B5EF4-FFF2-40B4-BE49-F238E27FC236}">
                <a16:creationId xmlns:a16="http://schemas.microsoft.com/office/drawing/2014/main" id="{106C4064-0E8C-4782-B737-CFA8093C6195}"/>
              </a:ext>
            </a:extLst>
          </p:cNvPr>
          <p:cNvSpPr>
            <a:spLocks noGrp="1"/>
          </p:cNvSpPr>
          <p:nvPr/>
        </p:nvSpPr>
        <p:spPr>
          <a:xfrm>
            <a:off x="2102857" y="4254763"/>
            <a:ext cx="136049" cy="136049"/>
          </a:xfrm>
          <a:prstGeom prst="ellipse">
            <a:avLst/>
          </a:prstGeom>
          <a:solidFill>
            <a:srgbClr val="2E6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0" name="c_full_paired_2722">
            <a:extLst>
              <a:ext uri="{FF2B5EF4-FFF2-40B4-BE49-F238E27FC236}">
                <a16:creationId xmlns:a16="http://schemas.microsoft.com/office/drawing/2014/main" id="{46C81579-6111-4EEC-A7B5-EDDCFEEA85EB}"/>
              </a:ext>
            </a:extLst>
          </p:cNvPr>
          <p:cNvSpPr>
            <a:spLocks noGrp="1"/>
          </p:cNvSpPr>
          <p:nvPr/>
        </p:nvSpPr>
        <p:spPr>
          <a:xfrm>
            <a:off x="2297783" y="4760480"/>
            <a:ext cx="136049" cy="136049"/>
          </a:xfrm>
          <a:prstGeom prst="ellipse">
            <a:avLst/>
          </a:prstGeom>
          <a:solidFill>
            <a:srgbClr val="3E49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1" name="c_full_paired_2723">
            <a:extLst>
              <a:ext uri="{FF2B5EF4-FFF2-40B4-BE49-F238E27FC236}">
                <a16:creationId xmlns:a16="http://schemas.microsoft.com/office/drawing/2014/main" id="{28F3E071-EC4B-4B69-AFE5-36609C5A922B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81B6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2" name="c_full_paired_2724">
            <a:extLst>
              <a:ext uri="{FF2B5EF4-FFF2-40B4-BE49-F238E27FC236}">
                <a16:creationId xmlns:a16="http://schemas.microsoft.com/office/drawing/2014/main" id="{C3192EF6-C580-45F7-9EC7-DEB796636E70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858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3" name="c_full_paired_2725">
            <a:extLst>
              <a:ext uri="{FF2B5EF4-FFF2-40B4-BE49-F238E27FC236}">
                <a16:creationId xmlns:a16="http://schemas.microsoft.com/office/drawing/2014/main" id="{AA2CF1B5-C71A-4C40-993E-A82D930DA11F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277E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4" name="c_full_paired_2726">
            <a:extLst>
              <a:ext uri="{FF2B5EF4-FFF2-40B4-BE49-F238E27FC236}">
                <a16:creationId xmlns:a16="http://schemas.microsoft.com/office/drawing/2014/main" id="{C49BB367-ABE6-4673-BBF0-5CF3186F3186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06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5" name="c_full_paired_2727">
            <a:extLst>
              <a:ext uri="{FF2B5EF4-FFF2-40B4-BE49-F238E27FC236}">
                <a16:creationId xmlns:a16="http://schemas.microsoft.com/office/drawing/2014/main" id="{495F502B-8A6B-45E5-8026-C64070C33627}"/>
              </a:ext>
            </a:extLst>
          </p:cNvPr>
          <p:cNvSpPr>
            <a:spLocks noGrp="1"/>
          </p:cNvSpPr>
          <p:nvPr/>
        </p:nvSpPr>
        <p:spPr>
          <a:xfrm>
            <a:off x="2102857" y="3980976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6" name="c_full_paired_2728">
            <a:extLst>
              <a:ext uri="{FF2B5EF4-FFF2-40B4-BE49-F238E27FC236}">
                <a16:creationId xmlns:a16="http://schemas.microsoft.com/office/drawing/2014/main" id="{E2AF153C-E90B-4195-88BE-A31A4EE124A1}"/>
              </a:ext>
            </a:extLst>
          </p:cNvPr>
          <p:cNvSpPr>
            <a:spLocks noGrp="1"/>
          </p:cNvSpPr>
          <p:nvPr/>
        </p:nvSpPr>
        <p:spPr>
          <a:xfrm>
            <a:off x="2102857" y="2092836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7" name="c_full_paired_2729">
            <a:extLst>
              <a:ext uri="{FF2B5EF4-FFF2-40B4-BE49-F238E27FC236}">
                <a16:creationId xmlns:a16="http://schemas.microsoft.com/office/drawing/2014/main" id="{110DCF7F-4878-4CB2-87D9-F61B0A3DF96D}"/>
              </a:ext>
            </a:extLst>
          </p:cNvPr>
          <p:cNvSpPr>
            <a:spLocks noGrp="1"/>
          </p:cNvSpPr>
          <p:nvPr/>
        </p:nvSpPr>
        <p:spPr>
          <a:xfrm>
            <a:off x="3682754" y="5686082"/>
            <a:ext cx="136049" cy="136049"/>
          </a:xfrm>
          <a:prstGeom prst="ellipse">
            <a:avLst/>
          </a:prstGeom>
          <a:solidFill>
            <a:srgbClr val="472E7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8" name="c_full_paired_2730">
            <a:extLst>
              <a:ext uri="{FF2B5EF4-FFF2-40B4-BE49-F238E27FC236}">
                <a16:creationId xmlns:a16="http://schemas.microsoft.com/office/drawing/2014/main" id="{38451F30-3C71-431D-BACC-9803B48A96EB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9" name="c_full_paired_2731">
            <a:extLst>
              <a:ext uri="{FF2B5EF4-FFF2-40B4-BE49-F238E27FC236}">
                <a16:creationId xmlns:a16="http://schemas.microsoft.com/office/drawing/2014/main" id="{3E0856A5-B920-4341-9D53-F4A1652516BD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2190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0" name="c_full_paired_2732">
            <a:extLst>
              <a:ext uri="{FF2B5EF4-FFF2-40B4-BE49-F238E27FC236}">
                <a16:creationId xmlns:a16="http://schemas.microsoft.com/office/drawing/2014/main" id="{FF628E2B-FA1A-48D0-9971-0FDD3F5F7DDC}"/>
              </a:ext>
            </a:extLst>
          </p:cNvPr>
          <p:cNvSpPr>
            <a:spLocks noGrp="1"/>
          </p:cNvSpPr>
          <p:nvPr/>
        </p:nvSpPr>
        <p:spPr>
          <a:xfrm>
            <a:off x="2102857" y="4482434"/>
            <a:ext cx="136049" cy="136049"/>
          </a:xfrm>
          <a:prstGeom prst="ellipse">
            <a:avLst/>
          </a:prstGeom>
          <a:solidFill>
            <a:srgbClr val="414487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1" name="c_full_paired_2733">
            <a:extLst>
              <a:ext uri="{FF2B5EF4-FFF2-40B4-BE49-F238E27FC236}">
                <a16:creationId xmlns:a16="http://schemas.microsoft.com/office/drawing/2014/main" id="{BE78E6EC-8F4B-4D0B-A4F4-53B3641D5444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2" name="c_full_paired_2734">
            <a:extLst>
              <a:ext uri="{FF2B5EF4-FFF2-40B4-BE49-F238E27FC236}">
                <a16:creationId xmlns:a16="http://schemas.microsoft.com/office/drawing/2014/main" id="{97B037BE-E1E4-498D-A33F-519692A58403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045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3" name="c_full_paired_2735">
            <a:extLst>
              <a:ext uri="{FF2B5EF4-FFF2-40B4-BE49-F238E27FC236}">
                <a16:creationId xmlns:a16="http://schemas.microsoft.com/office/drawing/2014/main" id="{7E8BFAF4-F34F-447E-921C-40070C0F99A1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2C72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4" name="c_full_paired_2736">
            <a:extLst>
              <a:ext uri="{FF2B5EF4-FFF2-40B4-BE49-F238E27FC236}">
                <a16:creationId xmlns:a16="http://schemas.microsoft.com/office/drawing/2014/main" id="{C1BC1FD0-A18F-4F72-940C-23F9F705155C}"/>
              </a:ext>
            </a:extLst>
          </p:cNvPr>
          <p:cNvSpPr>
            <a:spLocks noGrp="1"/>
          </p:cNvSpPr>
          <p:nvPr/>
        </p:nvSpPr>
        <p:spPr>
          <a:xfrm>
            <a:off x="2102857" y="6636708"/>
            <a:ext cx="136049" cy="136049"/>
          </a:xfrm>
          <a:prstGeom prst="ellipse">
            <a:avLst/>
          </a:prstGeom>
          <a:solidFill>
            <a:srgbClr val="365D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5" name="c_full_paired_2737">
            <a:extLst>
              <a:ext uri="{FF2B5EF4-FFF2-40B4-BE49-F238E27FC236}">
                <a16:creationId xmlns:a16="http://schemas.microsoft.com/office/drawing/2014/main" id="{E5B05A58-5812-444C-8B06-843C924C0082}"/>
              </a:ext>
            </a:extLst>
          </p:cNvPr>
          <p:cNvSpPr>
            <a:spLocks noGrp="1"/>
          </p:cNvSpPr>
          <p:nvPr/>
        </p:nvSpPr>
        <p:spPr>
          <a:xfrm>
            <a:off x="4513500" y="5861858"/>
            <a:ext cx="136049" cy="136049"/>
          </a:xfrm>
          <a:prstGeom prst="ellipse">
            <a:avLst/>
          </a:prstGeom>
          <a:solidFill>
            <a:srgbClr val="3069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6" name="c_full_paired_2738">
            <a:extLst>
              <a:ext uri="{FF2B5EF4-FFF2-40B4-BE49-F238E27FC236}">
                <a16:creationId xmlns:a16="http://schemas.microsoft.com/office/drawing/2014/main" id="{2DC324A2-A0AB-4847-816D-65FEA9D186D0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2682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7" name="c_full_paired_2739">
            <a:extLst>
              <a:ext uri="{FF2B5EF4-FFF2-40B4-BE49-F238E27FC236}">
                <a16:creationId xmlns:a16="http://schemas.microsoft.com/office/drawing/2014/main" id="{16737395-AE4B-4CC4-A1E1-DA71234E102B}"/>
              </a:ext>
            </a:extLst>
          </p:cNvPr>
          <p:cNvSpPr>
            <a:spLocks noGrp="1"/>
          </p:cNvSpPr>
          <p:nvPr/>
        </p:nvSpPr>
        <p:spPr>
          <a:xfrm>
            <a:off x="4456104" y="4254763"/>
            <a:ext cx="136049" cy="136049"/>
          </a:xfrm>
          <a:prstGeom prst="ellipse">
            <a:avLst/>
          </a:prstGeom>
          <a:solidFill>
            <a:srgbClr val="3D4D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8" name="c_full_paired_2740">
            <a:extLst>
              <a:ext uri="{FF2B5EF4-FFF2-40B4-BE49-F238E27FC236}">
                <a16:creationId xmlns:a16="http://schemas.microsoft.com/office/drawing/2014/main" id="{B2C783A5-A7E5-4E4D-BA09-36CF7DD65C71}"/>
              </a:ext>
            </a:extLst>
          </p:cNvPr>
          <p:cNvSpPr>
            <a:spLocks noGrp="1"/>
          </p:cNvSpPr>
          <p:nvPr/>
        </p:nvSpPr>
        <p:spPr>
          <a:xfrm>
            <a:off x="5718822" y="4662320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9" name="c_full_paired_2741">
            <a:extLst>
              <a:ext uri="{FF2B5EF4-FFF2-40B4-BE49-F238E27FC236}">
                <a16:creationId xmlns:a16="http://schemas.microsoft.com/office/drawing/2014/main" id="{D38D5663-9C32-43FC-A7EA-39D0816039C0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F6B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0" name="c_full_paired_2742">
            <a:extLst>
              <a:ext uri="{FF2B5EF4-FFF2-40B4-BE49-F238E27FC236}">
                <a16:creationId xmlns:a16="http://schemas.microsoft.com/office/drawing/2014/main" id="{284F0C76-DC75-4210-923D-FB48767F0EF5}"/>
              </a:ext>
            </a:extLst>
          </p:cNvPr>
          <p:cNvSpPr>
            <a:spLocks noGrp="1"/>
          </p:cNvSpPr>
          <p:nvPr/>
        </p:nvSpPr>
        <p:spPr>
          <a:xfrm>
            <a:off x="4513500" y="4482434"/>
            <a:ext cx="136049" cy="136049"/>
          </a:xfrm>
          <a:prstGeom prst="ellipse">
            <a:avLst/>
          </a:prstGeom>
          <a:solidFill>
            <a:srgbClr val="3D4D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1" name="c_full_paired_2743">
            <a:extLst>
              <a:ext uri="{FF2B5EF4-FFF2-40B4-BE49-F238E27FC236}">
                <a16:creationId xmlns:a16="http://schemas.microsoft.com/office/drawing/2014/main" id="{346F7E77-68B8-4660-827D-0949C3B9DF74}"/>
              </a:ext>
            </a:extLst>
          </p:cNvPr>
          <p:cNvSpPr>
            <a:spLocks noGrp="1"/>
          </p:cNvSpPr>
          <p:nvPr/>
        </p:nvSpPr>
        <p:spPr>
          <a:xfrm>
            <a:off x="3709952" y="3451215"/>
            <a:ext cx="136049" cy="136049"/>
          </a:xfrm>
          <a:prstGeom prst="ellipse">
            <a:avLst/>
          </a:prstGeom>
          <a:solidFill>
            <a:srgbClr val="355F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2" name="c_full_paired_2744">
            <a:extLst>
              <a:ext uri="{FF2B5EF4-FFF2-40B4-BE49-F238E27FC236}">
                <a16:creationId xmlns:a16="http://schemas.microsoft.com/office/drawing/2014/main" id="{FFCCA45D-B4EA-47C6-89E2-3E0BF0B37491}"/>
              </a:ext>
            </a:extLst>
          </p:cNvPr>
          <p:cNvSpPr>
            <a:spLocks noGrp="1"/>
          </p:cNvSpPr>
          <p:nvPr/>
        </p:nvSpPr>
        <p:spPr>
          <a:xfrm>
            <a:off x="2178189" y="6665406"/>
            <a:ext cx="136049" cy="136049"/>
          </a:xfrm>
          <a:prstGeom prst="ellipse">
            <a:avLst/>
          </a:prstGeom>
          <a:solidFill>
            <a:srgbClr val="5EC96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3" name="c_full_paired_2745">
            <a:extLst>
              <a:ext uri="{FF2B5EF4-FFF2-40B4-BE49-F238E27FC236}">
                <a16:creationId xmlns:a16="http://schemas.microsoft.com/office/drawing/2014/main" id="{A096B0DB-AAA7-4585-8F3E-7670006C71CB}"/>
              </a:ext>
            </a:extLst>
          </p:cNvPr>
          <p:cNvSpPr>
            <a:spLocks noGrp="1"/>
          </p:cNvSpPr>
          <p:nvPr/>
        </p:nvSpPr>
        <p:spPr>
          <a:xfrm>
            <a:off x="2102857" y="4656537"/>
            <a:ext cx="136049" cy="136049"/>
          </a:xfrm>
          <a:prstGeom prst="ellipse">
            <a:avLst/>
          </a:prstGeom>
          <a:solidFill>
            <a:srgbClr val="25AC8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4" name="c_full_paired_2746">
            <a:extLst>
              <a:ext uri="{FF2B5EF4-FFF2-40B4-BE49-F238E27FC236}">
                <a16:creationId xmlns:a16="http://schemas.microsoft.com/office/drawing/2014/main" id="{D446BEA4-A952-44AD-B999-44E3662C0A23}"/>
              </a:ext>
            </a:extLst>
          </p:cNvPr>
          <p:cNvSpPr>
            <a:spLocks noGrp="1"/>
          </p:cNvSpPr>
          <p:nvPr/>
        </p:nvSpPr>
        <p:spPr>
          <a:xfrm>
            <a:off x="3709952" y="3451215"/>
            <a:ext cx="136049" cy="136049"/>
          </a:xfrm>
          <a:prstGeom prst="ellipse">
            <a:avLst/>
          </a:prstGeom>
          <a:solidFill>
            <a:srgbClr val="3362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5" name="c_full_paired_2747">
            <a:extLst>
              <a:ext uri="{FF2B5EF4-FFF2-40B4-BE49-F238E27FC236}">
                <a16:creationId xmlns:a16="http://schemas.microsoft.com/office/drawing/2014/main" id="{85B6AC32-532B-45C4-A723-D168893C69BC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43983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6" name="c_full_paired_2748">
            <a:extLst>
              <a:ext uri="{FF2B5EF4-FFF2-40B4-BE49-F238E27FC236}">
                <a16:creationId xmlns:a16="http://schemas.microsoft.com/office/drawing/2014/main" id="{ED615E99-93F4-4D47-B084-7D7F446291B2}"/>
              </a:ext>
            </a:extLst>
          </p:cNvPr>
          <p:cNvSpPr>
            <a:spLocks noGrp="1"/>
          </p:cNvSpPr>
          <p:nvPr/>
        </p:nvSpPr>
        <p:spPr>
          <a:xfrm>
            <a:off x="2102857" y="5145255"/>
            <a:ext cx="136049" cy="136049"/>
          </a:xfrm>
          <a:prstGeom prst="ellipse">
            <a:avLst/>
          </a:prstGeom>
          <a:solidFill>
            <a:srgbClr val="2F6B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7" name="c_full_paired_2749">
            <a:extLst>
              <a:ext uri="{FF2B5EF4-FFF2-40B4-BE49-F238E27FC236}">
                <a16:creationId xmlns:a16="http://schemas.microsoft.com/office/drawing/2014/main" id="{9B34CE0C-6901-4511-A3EE-2F7CBD5D48D3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70E61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8" name="c_full_paired_2750">
            <a:extLst>
              <a:ext uri="{FF2B5EF4-FFF2-40B4-BE49-F238E27FC236}">
                <a16:creationId xmlns:a16="http://schemas.microsoft.com/office/drawing/2014/main" id="{48853729-CD92-41C6-8B7E-15786DF07FFA}"/>
              </a:ext>
            </a:extLst>
          </p:cNvPr>
          <p:cNvSpPr>
            <a:spLocks noGrp="1"/>
          </p:cNvSpPr>
          <p:nvPr/>
        </p:nvSpPr>
        <p:spPr>
          <a:xfrm>
            <a:off x="3130824" y="5166059"/>
            <a:ext cx="136049" cy="136049"/>
          </a:xfrm>
          <a:prstGeom prst="ellipse">
            <a:avLst/>
          </a:prstGeom>
          <a:solidFill>
            <a:srgbClr val="2190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9" name="c_full_paired_2751">
            <a:extLst>
              <a:ext uri="{FF2B5EF4-FFF2-40B4-BE49-F238E27FC236}">
                <a16:creationId xmlns:a16="http://schemas.microsoft.com/office/drawing/2014/main" id="{352C2184-2169-4020-ACDC-5AEA3B90672B}"/>
              </a:ext>
            </a:extLst>
          </p:cNvPr>
          <p:cNvSpPr>
            <a:spLocks noGrp="1"/>
          </p:cNvSpPr>
          <p:nvPr/>
        </p:nvSpPr>
        <p:spPr>
          <a:xfrm>
            <a:off x="2102857" y="6327916"/>
            <a:ext cx="136049" cy="136049"/>
          </a:xfrm>
          <a:prstGeom prst="ellipse">
            <a:avLst/>
          </a:prstGeom>
          <a:solidFill>
            <a:srgbClr val="3069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0" name="c_full_paired_2752">
            <a:extLst>
              <a:ext uri="{FF2B5EF4-FFF2-40B4-BE49-F238E27FC236}">
                <a16:creationId xmlns:a16="http://schemas.microsoft.com/office/drawing/2014/main" id="{A161D79E-81D5-46DB-8C1C-6E8CBAF87A5F}"/>
              </a:ext>
            </a:extLst>
          </p:cNvPr>
          <p:cNvSpPr>
            <a:spLocks noGrp="1"/>
          </p:cNvSpPr>
          <p:nvPr/>
        </p:nvSpPr>
        <p:spPr>
          <a:xfrm>
            <a:off x="4838250" y="3475495"/>
            <a:ext cx="136049" cy="136049"/>
          </a:xfrm>
          <a:prstGeom prst="ellipse">
            <a:avLst/>
          </a:prstGeom>
          <a:solidFill>
            <a:srgbClr val="482475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1" name="c_full_paired_2753">
            <a:extLst>
              <a:ext uri="{FF2B5EF4-FFF2-40B4-BE49-F238E27FC236}">
                <a16:creationId xmlns:a16="http://schemas.microsoft.com/office/drawing/2014/main" id="{A5FFCD8B-55D0-4743-B635-26F356A55BDE}"/>
              </a:ext>
            </a:extLst>
          </p:cNvPr>
          <p:cNvSpPr>
            <a:spLocks noGrp="1"/>
          </p:cNvSpPr>
          <p:nvPr/>
        </p:nvSpPr>
        <p:spPr>
          <a:xfrm>
            <a:off x="2263566" y="6665406"/>
            <a:ext cx="136049" cy="136049"/>
          </a:xfrm>
          <a:prstGeom prst="ellipse">
            <a:avLst/>
          </a:prstGeom>
          <a:solidFill>
            <a:srgbClr val="2C71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2" name="c_full_paired_2754">
            <a:extLst>
              <a:ext uri="{FF2B5EF4-FFF2-40B4-BE49-F238E27FC236}">
                <a16:creationId xmlns:a16="http://schemas.microsoft.com/office/drawing/2014/main" id="{F9FAE7BB-EF93-46B3-8393-C2F1C95FD6FF}"/>
              </a:ext>
            </a:extLst>
          </p:cNvPr>
          <p:cNvSpPr>
            <a:spLocks noGrp="1"/>
          </p:cNvSpPr>
          <p:nvPr/>
        </p:nvSpPr>
        <p:spPr>
          <a:xfrm>
            <a:off x="4497528" y="1844119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3" name="c_full_paired_2755">
            <a:extLst>
              <a:ext uri="{FF2B5EF4-FFF2-40B4-BE49-F238E27FC236}">
                <a16:creationId xmlns:a16="http://schemas.microsoft.com/office/drawing/2014/main" id="{6FC4DE08-6FB1-453A-9C59-8B641A517653}"/>
              </a:ext>
            </a:extLst>
          </p:cNvPr>
          <p:cNvSpPr>
            <a:spLocks noGrp="1"/>
          </p:cNvSpPr>
          <p:nvPr/>
        </p:nvSpPr>
        <p:spPr>
          <a:xfrm>
            <a:off x="3195026" y="1844119"/>
            <a:ext cx="136049" cy="136049"/>
          </a:xfrm>
          <a:prstGeom prst="ellipse">
            <a:avLst/>
          </a:prstGeom>
          <a:solidFill>
            <a:srgbClr val="1F94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4" name="c_full_paired_2756">
            <a:extLst>
              <a:ext uri="{FF2B5EF4-FFF2-40B4-BE49-F238E27FC236}">
                <a16:creationId xmlns:a16="http://schemas.microsoft.com/office/drawing/2014/main" id="{767EFB99-1ECD-42D4-82B2-0D031CA11494}"/>
              </a:ext>
            </a:extLst>
          </p:cNvPr>
          <p:cNvSpPr>
            <a:spLocks noGrp="1"/>
          </p:cNvSpPr>
          <p:nvPr/>
        </p:nvSpPr>
        <p:spPr>
          <a:xfrm>
            <a:off x="3709952" y="3451215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5" name="c_full_paired_2757">
            <a:extLst>
              <a:ext uri="{FF2B5EF4-FFF2-40B4-BE49-F238E27FC236}">
                <a16:creationId xmlns:a16="http://schemas.microsoft.com/office/drawing/2014/main" id="{494FB3B8-7FB5-441B-99EF-FC38FDE0BC96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C4F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6" name="c_full_paired_2758">
            <a:extLst>
              <a:ext uri="{FF2B5EF4-FFF2-40B4-BE49-F238E27FC236}">
                <a16:creationId xmlns:a16="http://schemas.microsoft.com/office/drawing/2014/main" id="{BEC80A62-A7EB-4A59-A525-64D9662A3F06}"/>
              </a:ext>
            </a:extLst>
          </p:cNvPr>
          <p:cNvSpPr>
            <a:spLocks noGrp="1"/>
          </p:cNvSpPr>
          <p:nvPr/>
        </p:nvSpPr>
        <p:spPr>
          <a:xfrm>
            <a:off x="2102857" y="5460084"/>
            <a:ext cx="136049" cy="136049"/>
          </a:xfrm>
          <a:prstGeom prst="ellipse">
            <a:avLst/>
          </a:prstGeom>
          <a:solidFill>
            <a:srgbClr val="326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7" name="c_full_paired_2759">
            <a:extLst>
              <a:ext uri="{FF2B5EF4-FFF2-40B4-BE49-F238E27FC236}">
                <a16:creationId xmlns:a16="http://schemas.microsoft.com/office/drawing/2014/main" id="{DBADD3F2-9FB3-4AB6-BC0E-A2CED19D29E0}"/>
              </a:ext>
            </a:extLst>
          </p:cNvPr>
          <p:cNvSpPr>
            <a:spLocks noGrp="1"/>
          </p:cNvSpPr>
          <p:nvPr/>
        </p:nvSpPr>
        <p:spPr>
          <a:xfrm>
            <a:off x="4177602" y="3312029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8" name="c_full_paired_2760">
            <a:extLst>
              <a:ext uri="{FF2B5EF4-FFF2-40B4-BE49-F238E27FC236}">
                <a16:creationId xmlns:a16="http://schemas.microsoft.com/office/drawing/2014/main" id="{4102F9B7-1D3E-43AC-8125-B9B4094DA42D}"/>
              </a:ext>
            </a:extLst>
          </p:cNvPr>
          <p:cNvSpPr>
            <a:spLocks noGrp="1"/>
          </p:cNvSpPr>
          <p:nvPr/>
        </p:nvSpPr>
        <p:spPr>
          <a:xfrm>
            <a:off x="2102857" y="5647579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9" name="c_full_paired_2761">
            <a:extLst>
              <a:ext uri="{FF2B5EF4-FFF2-40B4-BE49-F238E27FC236}">
                <a16:creationId xmlns:a16="http://schemas.microsoft.com/office/drawing/2014/main" id="{2A8ED188-0716-4BF2-8508-095521649198}"/>
              </a:ext>
            </a:extLst>
          </p:cNvPr>
          <p:cNvSpPr>
            <a:spLocks noGrp="1"/>
          </p:cNvSpPr>
          <p:nvPr/>
        </p:nvSpPr>
        <p:spPr>
          <a:xfrm>
            <a:off x="2102857" y="3400993"/>
            <a:ext cx="136049" cy="136049"/>
          </a:xfrm>
          <a:prstGeom prst="ellipse">
            <a:avLst/>
          </a:prstGeom>
          <a:solidFill>
            <a:srgbClr val="297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0" name="c_full_paired_2762">
            <a:extLst>
              <a:ext uri="{FF2B5EF4-FFF2-40B4-BE49-F238E27FC236}">
                <a16:creationId xmlns:a16="http://schemas.microsoft.com/office/drawing/2014/main" id="{5887014A-DCB0-4997-8382-B802AC9A4130}"/>
              </a:ext>
            </a:extLst>
          </p:cNvPr>
          <p:cNvSpPr>
            <a:spLocks noGrp="1"/>
          </p:cNvSpPr>
          <p:nvPr/>
        </p:nvSpPr>
        <p:spPr>
          <a:xfrm>
            <a:off x="6924144" y="4656537"/>
            <a:ext cx="136049" cy="136049"/>
          </a:xfrm>
          <a:prstGeom prst="ellipse">
            <a:avLst/>
          </a:prstGeom>
          <a:solidFill>
            <a:srgbClr val="375A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1" name="c_full_paired_2763">
            <a:extLst>
              <a:ext uri="{FF2B5EF4-FFF2-40B4-BE49-F238E27FC236}">
                <a16:creationId xmlns:a16="http://schemas.microsoft.com/office/drawing/2014/main" id="{9FA25F6E-5800-4B6E-8F05-8A2373391588}"/>
              </a:ext>
            </a:extLst>
          </p:cNvPr>
          <p:cNvSpPr>
            <a:spLocks noGrp="1"/>
          </p:cNvSpPr>
          <p:nvPr/>
        </p:nvSpPr>
        <p:spPr>
          <a:xfrm>
            <a:off x="2705518" y="4254763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2" name="c_full_paired_2764">
            <a:extLst>
              <a:ext uri="{FF2B5EF4-FFF2-40B4-BE49-F238E27FC236}">
                <a16:creationId xmlns:a16="http://schemas.microsoft.com/office/drawing/2014/main" id="{CFE4096C-FF82-4C4F-968E-8B1DD262B06F}"/>
              </a:ext>
            </a:extLst>
          </p:cNvPr>
          <p:cNvSpPr>
            <a:spLocks noGrp="1"/>
          </p:cNvSpPr>
          <p:nvPr/>
        </p:nvSpPr>
        <p:spPr>
          <a:xfrm>
            <a:off x="2102857" y="5219020"/>
            <a:ext cx="136049" cy="136049"/>
          </a:xfrm>
          <a:prstGeom prst="ellipse">
            <a:avLst/>
          </a:prstGeom>
          <a:solidFill>
            <a:srgbClr val="433E85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3" name="c_full_paired_2765">
            <a:extLst>
              <a:ext uri="{FF2B5EF4-FFF2-40B4-BE49-F238E27FC236}">
                <a16:creationId xmlns:a16="http://schemas.microsoft.com/office/drawing/2014/main" id="{6F0B853F-5CDE-4CA3-B9F4-8B8DB590CBD9}"/>
              </a:ext>
            </a:extLst>
          </p:cNvPr>
          <p:cNvSpPr>
            <a:spLocks noGrp="1"/>
          </p:cNvSpPr>
          <p:nvPr/>
        </p:nvSpPr>
        <p:spPr>
          <a:xfrm>
            <a:off x="5143976" y="3772634"/>
            <a:ext cx="136049" cy="136049"/>
          </a:xfrm>
          <a:prstGeom prst="ellipse">
            <a:avLst/>
          </a:prstGeom>
          <a:solidFill>
            <a:srgbClr val="3460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4" name="c_full_paired_2766">
            <a:extLst>
              <a:ext uri="{FF2B5EF4-FFF2-40B4-BE49-F238E27FC236}">
                <a16:creationId xmlns:a16="http://schemas.microsoft.com/office/drawing/2014/main" id="{97AF93DC-B794-4CA0-B1F8-0CA5736AFC43}"/>
              </a:ext>
            </a:extLst>
          </p:cNvPr>
          <p:cNvSpPr>
            <a:spLocks noGrp="1"/>
          </p:cNvSpPr>
          <p:nvPr/>
        </p:nvSpPr>
        <p:spPr>
          <a:xfrm>
            <a:off x="6120596" y="1844119"/>
            <a:ext cx="136049" cy="136049"/>
          </a:xfrm>
          <a:prstGeom prst="ellipse">
            <a:avLst/>
          </a:prstGeom>
          <a:solidFill>
            <a:srgbClr val="1F96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5" name="c_full_paired_2767">
            <a:extLst>
              <a:ext uri="{FF2B5EF4-FFF2-40B4-BE49-F238E27FC236}">
                <a16:creationId xmlns:a16="http://schemas.microsoft.com/office/drawing/2014/main" id="{30B8D046-4F5A-4A40-A7C2-3878F2555CE2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6" name="c_full_paired_2768">
            <a:extLst>
              <a:ext uri="{FF2B5EF4-FFF2-40B4-BE49-F238E27FC236}">
                <a16:creationId xmlns:a16="http://schemas.microsoft.com/office/drawing/2014/main" id="{FD72EEEA-E2C8-485D-8184-DDE9882625D3}"/>
              </a:ext>
            </a:extLst>
          </p:cNvPr>
          <p:cNvSpPr>
            <a:spLocks noGrp="1"/>
          </p:cNvSpPr>
          <p:nvPr/>
        </p:nvSpPr>
        <p:spPr>
          <a:xfrm>
            <a:off x="2102857" y="3986913"/>
            <a:ext cx="136049" cy="136049"/>
          </a:xfrm>
          <a:prstGeom prst="ellipse">
            <a:avLst/>
          </a:prstGeom>
          <a:solidFill>
            <a:srgbClr val="277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7" name="c_full_paired_2769">
            <a:extLst>
              <a:ext uri="{FF2B5EF4-FFF2-40B4-BE49-F238E27FC236}">
                <a16:creationId xmlns:a16="http://schemas.microsoft.com/office/drawing/2014/main" id="{33C2C8CE-02A9-4498-ACAF-C9DE43853005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045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" name="c_full_paired_2770">
            <a:extLst>
              <a:ext uri="{FF2B5EF4-FFF2-40B4-BE49-F238E27FC236}">
                <a16:creationId xmlns:a16="http://schemas.microsoft.com/office/drawing/2014/main" id="{68B837D5-8125-442F-84E5-ECCAC7D33569}"/>
              </a:ext>
            </a:extLst>
          </p:cNvPr>
          <p:cNvSpPr>
            <a:spLocks noGrp="1"/>
          </p:cNvSpPr>
          <p:nvPr/>
        </p:nvSpPr>
        <p:spPr>
          <a:xfrm>
            <a:off x="2102857" y="2647667"/>
            <a:ext cx="136049" cy="136049"/>
          </a:xfrm>
          <a:prstGeom prst="ellipse">
            <a:avLst/>
          </a:prstGeom>
          <a:solidFill>
            <a:srgbClr val="258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" name="c_full_paired_2771">
            <a:extLst>
              <a:ext uri="{FF2B5EF4-FFF2-40B4-BE49-F238E27FC236}">
                <a16:creationId xmlns:a16="http://schemas.microsoft.com/office/drawing/2014/main" id="{B4ADE83C-2002-4DEF-87BA-4B9760673BB3}"/>
              </a:ext>
            </a:extLst>
          </p:cNvPr>
          <p:cNvSpPr>
            <a:spLocks noGrp="1"/>
          </p:cNvSpPr>
          <p:nvPr/>
        </p:nvSpPr>
        <p:spPr>
          <a:xfrm>
            <a:off x="4119926" y="5437946"/>
            <a:ext cx="136049" cy="136049"/>
          </a:xfrm>
          <a:prstGeom prst="ellipse">
            <a:avLst/>
          </a:prstGeom>
          <a:solidFill>
            <a:srgbClr val="1FA1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" name="c_full_paired_2772">
            <a:extLst>
              <a:ext uri="{FF2B5EF4-FFF2-40B4-BE49-F238E27FC236}">
                <a16:creationId xmlns:a16="http://schemas.microsoft.com/office/drawing/2014/main" id="{D8D6B4CF-BC13-480A-8A9D-00449EAFA61D}"/>
              </a:ext>
            </a:extLst>
          </p:cNvPr>
          <p:cNvSpPr>
            <a:spLocks noGrp="1"/>
          </p:cNvSpPr>
          <p:nvPr/>
        </p:nvSpPr>
        <p:spPr>
          <a:xfrm>
            <a:off x="2102857" y="4603116"/>
            <a:ext cx="136049" cy="136049"/>
          </a:xfrm>
          <a:prstGeom prst="ellipse">
            <a:avLst/>
          </a:prstGeom>
          <a:solidFill>
            <a:srgbClr val="1F9A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" name="c_full_paired_2773">
            <a:extLst>
              <a:ext uri="{FF2B5EF4-FFF2-40B4-BE49-F238E27FC236}">
                <a16:creationId xmlns:a16="http://schemas.microsoft.com/office/drawing/2014/main" id="{111609BF-5891-4595-9002-D796C66C26DF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" name="c_full_paired_2774">
            <a:extLst>
              <a:ext uri="{FF2B5EF4-FFF2-40B4-BE49-F238E27FC236}">
                <a16:creationId xmlns:a16="http://schemas.microsoft.com/office/drawing/2014/main" id="{7C490F05-11EF-45E1-B870-BB13F702C81E}"/>
              </a:ext>
            </a:extLst>
          </p:cNvPr>
          <p:cNvSpPr>
            <a:spLocks noGrp="1"/>
          </p:cNvSpPr>
          <p:nvPr/>
        </p:nvSpPr>
        <p:spPr>
          <a:xfrm>
            <a:off x="2464651" y="4443133"/>
            <a:ext cx="136049" cy="136049"/>
          </a:xfrm>
          <a:prstGeom prst="ellipse">
            <a:avLst/>
          </a:prstGeom>
          <a:solidFill>
            <a:srgbClr val="414487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" name="c_full_paired_2775">
            <a:extLst>
              <a:ext uri="{FF2B5EF4-FFF2-40B4-BE49-F238E27FC236}">
                <a16:creationId xmlns:a16="http://schemas.microsoft.com/office/drawing/2014/main" id="{8309388B-6B52-4F97-9B60-AC5BF50CAF8B}"/>
              </a:ext>
            </a:extLst>
          </p:cNvPr>
          <p:cNvSpPr>
            <a:spLocks noGrp="1"/>
          </p:cNvSpPr>
          <p:nvPr/>
        </p:nvSpPr>
        <p:spPr>
          <a:xfrm>
            <a:off x="4123206" y="4736891"/>
            <a:ext cx="136049" cy="136049"/>
          </a:xfrm>
          <a:prstGeom prst="ellipse">
            <a:avLst/>
          </a:prstGeom>
          <a:solidFill>
            <a:srgbClr val="482475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" name="c_full_paired_2776">
            <a:extLst>
              <a:ext uri="{FF2B5EF4-FFF2-40B4-BE49-F238E27FC236}">
                <a16:creationId xmlns:a16="http://schemas.microsoft.com/office/drawing/2014/main" id="{8D86387F-481C-4A03-B764-917B94DB5964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" name="c_full_paired_2777">
            <a:extLst>
              <a:ext uri="{FF2B5EF4-FFF2-40B4-BE49-F238E27FC236}">
                <a16:creationId xmlns:a16="http://schemas.microsoft.com/office/drawing/2014/main" id="{2AF8A3E5-1392-4153-8B14-21FE4F2BDD00}"/>
              </a:ext>
            </a:extLst>
          </p:cNvPr>
          <p:cNvSpPr>
            <a:spLocks noGrp="1"/>
          </p:cNvSpPr>
          <p:nvPr/>
        </p:nvSpPr>
        <p:spPr>
          <a:xfrm>
            <a:off x="2211509" y="5637919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" name="c_full_paired_2778">
            <a:extLst>
              <a:ext uri="{FF2B5EF4-FFF2-40B4-BE49-F238E27FC236}">
                <a16:creationId xmlns:a16="http://schemas.microsoft.com/office/drawing/2014/main" id="{FEFB1587-7494-45B0-8B99-56E36B769604}"/>
              </a:ext>
            </a:extLst>
          </p:cNvPr>
          <p:cNvSpPr>
            <a:spLocks noGrp="1"/>
          </p:cNvSpPr>
          <p:nvPr/>
        </p:nvSpPr>
        <p:spPr>
          <a:xfrm>
            <a:off x="2115412" y="6263632"/>
            <a:ext cx="136049" cy="136049"/>
          </a:xfrm>
          <a:prstGeom prst="ellipse">
            <a:avLst/>
          </a:prstGeom>
          <a:solidFill>
            <a:srgbClr val="472F7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" name="c_full_paired_2779">
            <a:extLst>
              <a:ext uri="{FF2B5EF4-FFF2-40B4-BE49-F238E27FC236}">
                <a16:creationId xmlns:a16="http://schemas.microsoft.com/office/drawing/2014/main" id="{5EF3D1CE-A651-4641-B114-BCCFBF851AA1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8287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" name="c_full_paired_2780">
            <a:extLst>
              <a:ext uri="{FF2B5EF4-FFF2-40B4-BE49-F238E27FC236}">
                <a16:creationId xmlns:a16="http://schemas.microsoft.com/office/drawing/2014/main" id="{66E7FB49-AF79-49A8-8E2C-E864D8314884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" name="c_full_paired_2781">
            <a:extLst>
              <a:ext uri="{FF2B5EF4-FFF2-40B4-BE49-F238E27FC236}">
                <a16:creationId xmlns:a16="http://schemas.microsoft.com/office/drawing/2014/main" id="{5E6DA00E-DB6E-4DD1-845E-F99359307A1C}"/>
              </a:ext>
            </a:extLst>
          </p:cNvPr>
          <p:cNvSpPr>
            <a:spLocks noGrp="1"/>
          </p:cNvSpPr>
          <p:nvPr/>
        </p:nvSpPr>
        <p:spPr>
          <a:xfrm>
            <a:off x="6924144" y="6665406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" name="c_full_paired_2782">
            <a:extLst>
              <a:ext uri="{FF2B5EF4-FFF2-40B4-BE49-F238E27FC236}">
                <a16:creationId xmlns:a16="http://schemas.microsoft.com/office/drawing/2014/main" id="{3BD4AAD7-AB48-4074-A32B-46543D278BFC}"/>
              </a:ext>
            </a:extLst>
          </p:cNvPr>
          <p:cNvSpPr>
            <a:spLocks noGrp="1"/>
          </p:cNvSpPr>
          <p:nvPr/>
        </p:nvSpPr>
        <p:spPr>
          <a:xfrm>
            <a:off x="4106084" y="4783124"/>
            <a:ext cx="136049" cy="136049"/>
          </a:xfrm>
          <a:prstGeom prst="ellipse">
            <a:avLst/>
          </a:prstGeom>
          <a:solidFill>
            <a:srgbClr val="2C71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" name="c_full_paired_2783">
            <a:extLst>
              <a:ext uri="{FF2B5EF4-FFF2-40B4-BE49-F238E27FC236}">
                <a16:creationId xmlns:a16="http://schemas.microsoft.com/office/drawing/2014/main" id="{AAEAE655-9FC7-49D2-AD6B-C0AA2BD0FD03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" name="c_full_paired_2784">
            <a:extLst>
              <a:ext uri="{FF2B5EF4-FFF2-40B4-BE49-F238E27FC236}">
                <a16:creationId xmlns:a16="http://schemas.microsoft.com/office/drawing/2014/main" id="{C764F47B-BAA1-4A53-BD7D-42934669DE68}"/>
              </a:ext>
            </a:extLst>
          </p:cNvPr>
          <p:cNvSpPr>
            <a:spLocks noGrp="1"/>
          </p:cNvSpPr>
          <p:nvPr/>
        </p:nvSpPr>
        <p:spPr>
          <a:xfrm>
            <a:off x="2584985" y="6321029"/>
            <a:ext cx="136049" cy="136049"/>
          </a:xfrm>
          <a:prstGeom prst="ellipse">
            <a:avLst/>
          </a:prstGeom>
          <a:solidFill>
            <a:srgbClr val="3A54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" name="c_full_paired_2785">
            <a:extLst>
              <a:ext uri="{FF2B5EF4-FFF2-40B4-BE49-F238E27FC236}">
                <a16:creationId xmlns:a16="http://schemas.microsoft.com/office/drawing/2014/main" id="{2BBAE7EF-0A02-4E05-90D6-45EBA9D6AF3B}"/>
              </a:ext>
            </a:extLst>
          </p:cNvPr>
          <p:cNvSpPr>
            <a:spLocks noGrp="1"/>
          </p:cNvSpPr>
          <p:nvPr/>
        </p:nvSpPr>
        <p:spPr>
          <a:xfrm>
            <a:off x="2170881" y="6733431"/>
            <a:ext cx="191" cy="90330"/>
          </a:xfrm>
          <a:custGeom>
            <a:avLst/>
            <a:gdLst/>
            <a:ahLst/>
            <a:cxnLst/>
            <a:rect l="0" t="0" r="0" b="0"/>
            <a:pathLst>
              <a:path w="191" h="90330">
                <a:moveTo>
                  <a:pt x="0" y="0"/>
                </a:moveTo>
                <a:lnTo>
                  <a:pt x="0" y="9033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84" name="text_2786">
            <a:extLst>
              <a:ext uri="{FF2B5EF4-FFF2-40B4-BE49-F238E27FC236}">
                <a16:creationId xmlns:a16="http://schemas.microsoft.com/office/drawing/2014/main" id="{AEFA2B00-7ABF-47CF-A111-7470B56E49CE}"/>
              </a:ext>
            </a:extLst>
          </p:cNvPr>
          <p:cNvSpPr>
            <a:spLocks noGrp="1"/>
          </p:cNvSpPr>
          <p:nvPr/>
        </p:nvSpPr>
        <p:spPr>
          <a:xfrm>
            <a:off x="1979813" y="694081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85" name="c_full_paired_2787">
            <a:extLst>
              <a:ext uri="{FF2B5EF4-FFF2-40B4-BE49-F238E27FC236}">
                <a16:creationId xmlns:a16="http://schemas.microsoft.com/office/drawing/2014/main" id="{3BD26E29-38AF-4991-8FEB-F70AAECD54BB}"/>
              </a:ext>
            </a:extLst>
          </p:cNvPr>
          <p:cNvSpPr>
            <a:spLocks noGrp="1"/>
          </p:cNvSpPr>
          <p:nvPr/>
        </p:nvSpPr>
        <p:spPr>
          <a:xfrm>
            <a:off x="4581525" y="6733431"/>
            <a:ext cx="191" cy="90330"/>
          </a:xfrm>
          <a:custGeom>
            <a:avLst/>
            <a:gdLst/>
            <a:ahLst/>
            <a:cxnLst/>
            <a:rect l="0" t="0" r="0" b="0"/>
            <a:pathLst>
              <a:path w="191" h="90330">
                <a:moveTo>
                  <a:pt x="0" y="0"/>
                </a:moveTo>
                <a:lnTo>
                  <a:pt x="0" y="9033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86" name="text_2788">
            <a:extLst>
              <a:ext uri="{FF2B5EF4-FFF2-40B4-BE49-F238E27FC236}">
                <a16:creationId xmlns:a16="http://schemas.microsoft.com/office/drawing/2014/main" id="{DEEBE699-9648-400E-846D-0C0088B9927D}"/>
              </a:ext>
            </a:extLst>
          </p:cNvPr>
          <p:cNvSpPr>
            <a:spLocks noGrp="1"/>
          </p:cNvSpPr>
          <p:nvPr/>
        </p:nvSpPr>
        <p:spPr>
          <a:xfrm>
            <a:off x="4390457" y="694081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87" name="c_full_paired_2789">
            <a:extLst>
              <a:ext uri="{FF2B5EF4-FFF2-40B4-BE49-F238E27FC236}">
                <a16:creationId xmlns:a16="http://schemas.microsoft.com/office/drawing/2014/main" id="{3870370E-1020-42E5-9925-67AB7BBC2B44}"/>
              </a:ext>
            </a:extLst>
          </p:cNvPr>
          <p:cNvSpPr>
            <a:spLocks noGrp="1"/>
          </p:cNvSpPr>
          <p:nvPr/>
        </p:nvSpPr>
        <p:spPr>
          <a:xfrm>
            <a:off x="6992169" y="6733431"/>
            <a:ext cx="191" cy="90330"/>
          </a:xfrm>
          <a:custGeom>
            <a:avLst/>
            <a:gdLst/>
            <a:ahLst/>
            <a:cxnLst/>
            <a:rect l="0" t="0" r="0" b="0"/>
            <a:pathLst>
              <a:path w="191" h="90330">
                <a:moveTo>
                  <a:pt x="0" y="0"/>
                </a:moveTo>
                <a:lnTo>
                  <a:pt x="0" y="9033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88" name="text_2790">
            <a:extLst>
              <a:ext uri="{FF2B5EF4-FFF2-40B4-BE49-F238E27FC236}">
                <a16:creationId xmlns:a16="http://schemas.microsoft.com/office/drawing/2014/main" id="{8495B6C9-A4C9-4EB8-8AAC-06AD29E1CED7}"/>
              </a:ext>
            </a:extLst>
          </p:cNvPr>
          <p:cNvSpPr>
            <a:spLocks noGrp="1"/>
          </p:cNvSpPr>
          <p:nvPr/>
        </p:nvSpPr>
        <p:spPr>
          <a:xfrm>
            <a:off x="6801100" y="694081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89" name="text_2791">
            <a:extLst>
              <a:ext uri="{FF2B5EF4-FFF2-40B4-BE49-F238E27FC236}">
                <a16:creationId xmlns:a16="http://schemas.microsoft.com/office/drawing/2014/main" id="{94D3627F-36C9-4776-9D07-7837568E9CF9}"/>
              </a:ext>
            </a:extLst>
          </p:cNvPr>
          <p:cNvSpPr>
            <a:spLocks noGrp="1"/>
          </p:cNvSpPr>
          <p:nvPr/>
        </p:nvSpPr>
        <p:spPr>
          <a:xfrm>
            <a:off x="3943117" y="7347912"/>
            <a:ext cx="1296453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Emap2lig-Find</a:t>
            </a:r>
          </a:p>
        </p:txBody>
      </p:sp>
      <p:sp>
        <p:nvSpPr>
          <p:cNvPr id="190" name="c_full_paired_2792">
            <a:extLst>
              <a:ext uri="{FF2B5EF4-FFF2-40B4-BE49-F238E27FC236}">
                <a16:creationId xmlns:a16="http://schemas.microsoft.com/office/drawing/2014/main" id="{7AA7FFA1-5F31-48EF-A5FC-1CC6DC96F486}"/>
              </a:ext>
            </a:extLst>
          </p:cNvPr>
          <p:cNvSpPr>
            <a:spLocks noGrp="1"/>
          </p:cNvSpPr>
          <p:nvPr/>
        </p:nvSpPr>
        <p:spPr>
          <a:xfrm>
            <a:off x="2080551" y="673343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91" name="text_2793">
            <a:extLst>
              <a:ext uri="{FF2B5EF4-FFF2-40B4-BE49-F238E27FC236}">
                <a16:creationId xmlns:a16="http://schemas.microsoft.com/office/drawing/2014/main" id="{39FC6472-C0F6-4E64-B780-EBAAE671216D}"/>
              </a:ext>
            </a:extLst>
          </p:cNvPr>
          <p:cNvSpPr>
            <a:spLocks noGrp="1"/>
          </p:cNvSpPr>
          <p:nvPr/>
        </p:nvSpPr>
        <p:spPr>
          <a:xfrm>
            <a:off x="1560955" y="661463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92" name="c_full_paired_2794">
            <a:extLst>
              <a:ext uri="{FF2B5EF4-FFF2-40B4-BE49-F238E27FC236}">
                <a16:creationId xmlns:a16="http://schemas.microsoft.com/office/drawing/2014/main" id="{53C8D714-5F9F-454F-89F2-C865C71DDFCF}"/>
              </a:ext>
            </a:extLst>
          </p:cNvPr>
          <p:cNvSpPr>
            <a:spLocks noGrp="1"/>
          </p:cNvSpPr>
          <p:nvPr/>
        </p:nvSpPr>
        <p:spPr>
          <a:xfrm>
            <a:off x="2080551" y="4322787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93" name="text_2795">
            <a:extLst>
              <a:ext uri="{FF2B5EF4-FFF2-40B4-BE49-F238E27FC236}">
                <a16:creationId xmlns:a16="http://schemas.microsoft.com/office/drawing/2014/main" id="{AB30C8A9-EBBF-4481-B623-22FFD5D1A8F0}"/>
              </a:ext>
            </a:extLst>
          </p:cNvPr>
          <p:cNvSpPr>
            <a:spLocks noGrp="1"/>
          </p:cNvSpPr>
          <p:nvPr/>
        </p:nvSpPr>
        <p:spPr>
          <a:xfrm>
            <a:off x="1560955" y="4203992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94" name="c_full_paired_2796">
            <a:extLst>
              <a:ext uri="{FF2B5EF4-FFF2-40B4-BE49-F238E27FC236}">
                <a16:creationId xmlns:a16="http://schemas.microsoft.com/office/drawing/2014/main" id="{49D99CD5-BDCC-49C0-A6D0-A9F5BDFE6199}"/>
              </a:ext>
            </a:extLst>
          </p:cNvPr>
          <p:cNvSpPr>
            <a:spLocks noGrp="1"/>
          </p:cNvSpPr>
          <p:nvPr/>
        </p:nvSpPr>
        <p:spPr>
          <a:xfrm>
            <a:off x="2080551" y="1912144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95" name="text_2797">
            <a:extLst>
              <a:ext uri="{FF2B5EF4-FFF2-40B4-BE49-F238E27FC236}">
                <a16:creationId xmlns:a16="http://schemas.microsoft.com/office/drawing/2014/main" id="{B6878B24-0FE4-4C3E-BA33-B31D3CD2F91F}"/>
              </a:ext>
            </a:extLst>
          </p:cNvPr>
          <p:cNvSpPr>
            <a:spLocks noGrp="1"/>
          </p:cNvSpPr>
          <p:nvPr/>
        </p:nvSpPr>
        <p:spPr>
          <a:xfrm>
            <a:off x="1560955" y="1793349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96" name="text_2798">
            <a:extLst>
              <a:ext uri="{FF2B5EF4-FFF2-40B4-BE49-F238E27FC236}">
                <a16:creationId xmlns:a16="http://schemas.microsoft.com/office/drawing/2014/main" id="{533D9044-B9F5-497D-B448-5396FB7C8433}"/>
              </a:ext>
            </a:extLst>
          </p:cNvPr>
          <p:cNvSpPr>
            <a:spLocks noGrp="1"/>
          </p:cNvSpPr>
          <p:nvPr/>
        </p:nvSpPr>
        <p:spPr>
          <a:xfrm rot="-5400000">
            <a:off x="-89989" y="4131326"/>
            <a:ext cx="2777291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Ligandseek-Find (CryoAtom2)</a:t>
            </a:r>
          </a:p>
        </p:txBody>
      </p:sp>
      <p:sp>
        <p:nvSpPr>
          <p:cNvPr id="197" name="c_full_paired_2799">
            <a:extLst>
              <a:ext uri="{FF2B5EF4-FFF2-40B4-BE49-F238E27FC236}">
                <a16:creationId xmlns:a16="http://schemas.microsoft.com/office/drawing/2014/main" id="{74039438-6F23-4341-8734-930D64A954F3}"/>
              </a:ext>
            </a:extLst>
          </p:cNvPr>
          <p:cNvSpPr>
            <a:spLocks noGrp="1"/>
          </p:cNvSpPr>
          <p:nvPr/>
        </p:nvSpPr>
        <p:spPr>
          <a:xfrm>
            <a:off x="2170881" y="1912144"/>
            <a:ext cx="191" cy="4821287"/>
          </a:xfrm>
          <a:custGeom>
            <a:avLst/>
            <a:gdLst/>
            <a:ahLst/>
            <a:cxnLst/>
            <a:rect l="0" t="0" r="0" b="0"/>
            <a:pathLst>
              <a:path w="191" h="4821287">
                <a:moveTo>
                  <a:pt x="0" y="4821287"/>
                </a:moveTo>
                <a:lnTo>
                  <a:pt x="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98" name="c_full_paired_2800">
            <a:extLst>
              <a:ext uri="{FF2B5EF4-FFF2-40B4-BE49-F238E27FC236}">
                <a16:creationId xmlns:a16="http://schemas.microsoft.com/office/drawing/2014/main" id="{9F72C36C-0B27-4664-9598-69C83D393E09}"/>
              </a:ext>
            </a:extLst>
          </p:cNvPr>
          <p:cNvSpPr>
            <a:spLocks noGrp="1"/>
          </p:cNvSpPr>
          <p:nvPr/>
        </p:nvSpPr>
        <p:spPr>
          <a:xfrm>
            <a:off x="2170881" y="6733431"/>
            <a:ext cx="4821287" cy="191"/>
          </a:xfrm>
          <a:custGeom>
            <a:avLst/>
            <a:gdLst/>
            <a:ahLst/>
            <a:cxnLst/>
            <a:rect l="0" t="0" r="0" b="0"/>
            <a:pathLst>
              <a:path w="4821287" h="191">
                <a:moveTo>
                  <a:pt x="0" y="0"/>
                </a:moveTo>
                <a:lnTo>
                  <a:pt x="4821287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99" name="c_full_paired_2801">
            <a:extLst>
              <a:ext uri="{FF2B5EF4-FFF2-40B4-BE49-F238E27FC236}">
                <a16:creationId xmlns:a16="http://schemas.microsoft.com/office/drawing/2014/main" id="{FDF45E64-2C96-4BE3-92FD-5F33E6E0E9CA}"/>
              </a:ext>
            </a:extLst>
          </p:cNvPr>
          <p:cNvSpPr>
            <a:spLocks noGrp="1"/>
          </p:cNvSpPr>
          <p:nvPr/>
        </p:nvSpPr>
        <p:spPr>
          <a:xfrm>
            <a:off x="7173144" y="1912144"/>
            <a:ext cx="108585" cy="4821287"/>
          </a:xfrm>
          <a:custGeom>
            <a:avLst/>
            <a:gdLst/>
            <a:ahLst/>
            <a:cxnLst/>
            <a:rect l="0" t="0" r="0" b="0"/>
            <a:pathLst>
              <a:path w="108585" h="4821287">
                <a:moveTo>
                  <a:pt x="0" y="4821287"/>
                </a:moveTo>
                <a:lnTo>
                  <a:pt x="108585" y="4821287"/>
                </a:lnTo>
                <a:lnTo>
                  <a:pt x="108585" y="0"/>
                </a:lnTo>
                <a:lnTo>
                  <a:pt x="0" y="0"/>
                </a:lnTo>
                <a:lnTo>
                  <a:pt x="0" y="482128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00" name="c_full_paired_2802">
            <a:extLst>
              <a:ext uri="{FF2B5EF4-FFF2-40B4-BE49-F238E27FC236}">
                <a16:creationId xmlns:a16="http://schemas.microsoft.com/office/drawing/2014/main" id="{76237B32-10A9-4AED-8AF5-2A18EECBA3FF}"/>
              </a:ext>
            </a:extLst>
          </p:cNvPr>
          <p:cNvSpPr>
            <a:spLocks noGrp="1"/>
          </p:cNvSpPr>
          <p:nvPr/>
        </p:nvSpPr>
        <p:spPr>
          <a:xfrm>
            <a:off x="7173144" y="67145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DE725"/>
          </a:solidFill>
          <a:ln w="7855">
            <a:solidFill>
              <a:srgbClr val="FDE725"/>
            </a:solidFill>
            <a:prstDash val="solid"/>
          </a:ln>
        </p:spPr>
      </p:sp>
      <p:sp>
        <p:nvSpPr>
          <p:cNvPr id="201" name="c_full_paired_2803">
            <a:extLst>
              <a:ext uri="{FF2B5EF4-FFF2-40B4-BE49-F238E27FC236}">
                <a16:creationId xmlns:a16="http://schemas.microsoft.com/office/drawing/2014/main" id="{7A6AD2CE-CE8F-4CD1-830A-30D5786106F4}"/>
              </a:ext>
            </a:extLst>
          </p:cNvPr>
          <p:cNvSpPr>
            <a:spLocks noGrp="1"/>
          </p:cNvSpPr>
          <p:nvPr/>
        </p:nvSpPr>
        <p:spPr>
          <a:xfrm>
            <a:off x="7173144" y="669576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BE723"/>
          </a:solidFill>
          <a:ln w="7855">
            <a:solidFill>
              <a:srgbClr val="FBE723"/>
            </a:solidFill>
            <a:prstDash val="solid"/>
          </a:ln>
        </p:spPr>
      </p:sp>
      <p:sp>
        <p:nvSpPr>
          <p:cNvPr id="202" name="c_full_paired_2804">
            <a:extLst>
              <a:ext uri="{FF2B5EF4-FFF2-40B4-BE49-F238E27FC236}">
                <a16:creationId xmlns:a16="http://schemas.microsoft.com/office/drawing/2014/main" id="{D39570FE-5A5D-45F5-8397-7ADD4046425C}"/>
              </a:ext>
            </a:extLst>
          </p:cNvPr>
          <p:cNvSpPr>
            <a:spLocks noGrp="1"/>
          </p:cNvSpPr>
          <p:nvPr/>
        </p:nvSpPr>
        <p:spPr>
          <a:xfrm>
            <a:off x="7173144" y="667693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8E621"/>
          </a:solidFill>
          <a:ln w="7855">
            <a:solidFill>
              <a:srgbClr val="F8E621"/>
            </a:solidFill>
            <a:prstDash val="solid"/>
          </a:ln>
        </p:spPr>
      </p:sp>
      <p:sp>
        <p:nvSpPr>
          <p:cNvPr id="203" name="c_full_paired_2805">
            <a:extLst>
              <a:ext uri="{FF2B5EF4-FFF2-40B4-BE49-F238E27FC236}">
                <a16:creationId xmlns:a16="http://schemas.microsoft.com/office/drawing/2014/main" id="{9E7741F5-8527-4C52-829A-85C2553F1B3A}"/>
              </a:ext>
            </a:extLst>
          </p:cNvPr>
          <p:cNvSpPr>
            <a:spLocks noGrp="1"/>
          </p:cNvSpPr>
          <p:nvPr/>
        </p:nvSpPr>
        <p:spPr>
          <a:xfrm>
            <a:off x="7173144" y="66580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6E620"/>
          </a:solidFill>
          <a:ln w="7855">
            <a:solidFill>
              <a:srgbClr val="F6E620"/>
            </a:solidFill>
            <a:prstDash val="solid"/>
          </a:ln>
        </p:spPr>
      </p:sp>
      <p:sp>
        <p:nvSpPr>
          <p:cNvPr id="204" name="c_full_paired_2806">
            <a:extLst>
              <a:ext uri="{FF2B5EF4-FFF2-40B4-BE49-F238E27FC236}">
                <a16:creationId xmlns:a16="http://schemas.microsoft.com/office/drawing/2014/main" id="{A620D9CC-3ACE-411B-B7AF-AFFFACF40E84}"/>
              </a:ext>
            </a:extLst>
          </p:cNvPr>
          <p:cNvSpPr>
            <a:spLocks noGrp="1"/>
          </p:cNvSpPr>
          <p:nvPr/>
        </p:nvSpPr>
        <p:spPr>
          <a:xfrm>
            <a:off x="7173144" y="663926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4E61E"/>
          </a:solidFill>
          <a:ln w="7855">
            <a:solidFill>
              <a:srgbClr val="F4E61E"/>
            </a:solidFill>
            <a:prstDash val="solid"/>
          </a:ln>
        </p:spPr>
      </p:sp>
      <p:sp>
        <p:nvSpPr>
          <p:cNvPr id="205" name="c_full_paired_2807">
            <a:extLst>
              <a:ext uri="{FF2B5EF4-FFF2-40B4-BE49-F238E27FC236}">
                <a16:creationId xmlns:a16="http://schemas.microsoft.com/office/drawing/2014/main" id="{6A1D42CC-1F26-479E-8C16-3B6CAE278997}"/>
              </a:ext>
            </a:extLst>
          </p:cNvPr>
          <p:cNvSpPr>
            <a:spLocks noGrp="1"/>
          </p:cNvSpPr>
          <p:nvPr/>
        </p:nvSpPr>
        <p:spPr>
          <a:xfrm>
            <a:off x="7173144" y="66204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1E51D"/>
          </a:solidFill>
          <a:ln w="7855">
            <a:solidFill>
              <a:srgbClr val="F1E51D"/>
            </a:solidFill>
            <a:prstDash val="solid"/>
          </a:ln>
        </p:spPr>
      </p:sp>
      <p:sp>
        <p:nvSpPr>
          <p:cNvPr id="206" name="c_full_paired_2808">
            <a:extLst>
              <a:ext uri="{FF2B5EF4-FFF2-40B4-BE49-F238E27FC236}">
                <a16:creationId xmlns:a16="http://schemas.microsoft.com/office/drawing/2014/main" id="{C39EC66F-97DE-44D3-9FB4-EF72E5E81F12}"/>
              </a:ext>
            </a:extLst>
          </p:cNvPr>
          <p:cNvSpPr>
            <a:spLocks noGrp="1"/>
          </p:cNvSpPr>
          <p:nvPr/>
        </p:nvSpPr>
        <p:spPr>
          <a:xfrm>
            <a:off x="7173144" y="66015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FE51C"/>
          </a:solidFill>
          <a:ln w="7855">
            <a:solidFill>
              <a:srgbClr val="EFE51C"/>
            </a:solidFill>
            <a:prstDash val="solid"/>
          </a:ln>
        </p:spPr>
      </p:sp>
      <p:sp>
        <p:nvSpPr>
          <p:cNvPr id="207" name="c_full_paired_2809">
            <a:extLst>
              <a:ext uri="{FF2B5EF4-FFF2-40B4-BE49-F238E27FC236}">
                <a16:creationId xmlns:a16="http://schemas.microsoft.com/office/drawing/2014/main" id="{717524B8-7093-4712-9520-548CD2B3CB69}"/>
              </a:ext>
            </a:extLst>
          </p:cNvPr>
          <p:cNvSpPr>
            <a:spLocks noGrp="1"/>
          </p:cNvSpPr>
          <p:nvPr/>
        </p:nvSpPr>
        <p:spPr>
          <a:xfrm>
            <a:off x="7173144" y="65827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CE51B"/>
          </a:solidFill>
          <a:ln w="7855">
            <a:solidFill>
              <a:srgbClr val="ECE51B"/>
            </a:solidFill>
            <a:prstDash val="solid"/>
          </a:ln>
        </p:spPr>
      </p:sp>
      <p:sp>
        <p:nvSpPr>
          <p:cNvPr id="208" name="c_full_paired_2810">
            <a:extLst>
              <a:ext uri="{FF2B5EF4-FFF2-40B4-BE49-F238E27FC236}">
                <a16:creationId xmlns:a16="http://schemas.microsoft.com/office/drawing/2014/main" id="{26545765-9B83-40E6-8FA5-B53CE7FEE998}"/>
              </a:ext>
            </a:extLst>
          </p:cNvPr>
          <p:cNvSpPr>
            <a:spLocks noGrp="1"/>
          </p:cNvSpPr>
          <p:nvPr/>
        </p:nvSpPr>
        <p:spPr>
          <a:xfrm>
            <a:off x="7173144" y="65639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AE51A"/>
          </a:solidFill>
          <a:ln w="7855">
            <a:solidFill>
              <a:srgbClr val="EAE51A"/>
            </a:solidFill>
            <a:prstDash val="solid"/>
          </a:ln>
        </p:spPr>
      </p:sp>
      <p:sp>
        <p:nvSpPr>
          <p:cNvPr id="209" name="c_full_paired_2811">
            <a:extLst>
              <a:ext uri="{FF2B5EF4-FFF2-40B4-BE49-F238E27FC236}">
                <a16:creationId xmlns:a16="http://schemas.microsoft.com/office/drawing/2014/main" id="{50427BDC-E9C1-41CD-BC63-6D63657AFF72}"/>
              </a:ext>
            </a:extLst>
          </p:cNvPr>
          <p:cNvSpPr>
            <a:spLocks noGrp="1"/>
          </p:cNvSpPr>
          <p:nvPr/>
        </p:nvSpPr>
        <p:spPr>
          <a:xfrm>
            <a:off x="7173144" y="65450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7E419"/>
          </a:solidFill>
          <a:ln w="7855">
            <a:solidFill>
              <a:srgbClr val="E7E419"/>
            </a:solidFill>
            <a:prstDash val="solid"/>
          </a:ln>
        </p:spPr>
      </p:sp>
      <p:sp>
        <p:nvSpPr>
          <p:cNvPr id="210" name="c_full_paired_2812">
            <a:extLst>
              <a:ext uri="{FF2B5EF4-FFF2-40B4-BE49-F238E27FC236}">
                <a16:creationId xmlns:a16="http://schemas.microsoft.com/office/drawing/2014/main" id="{95BD5F34-DBA4-4064-84AD-7FDFEBEE0EBF}"/>
              </a:ext>
            </a:extLst>
          </p:cNvPr>
          <p:cNvSpPr>
            <a:spLocks noGrp="1"/>
          </p:cNvSpPr>
          <p:nvPr/>
        </p:nvSpPr>
        <p:spPr>
          <a:xfrm>
            <a:off x="7173144" y="65262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5E419"/>
          </a:solidFill>
          <a:ln w="7855">
            <a:solidFill>
              <a:srgbClr val="E5E419"/>
            </a:solidFill>
            <a:prstDash val="solid"/>
          </a:ln>
        </p:spPr>
      </p:sp>
      <p:sp>
        <p:nvSpPr>
          <p:cNvPr id="211" name="c_full_paired_2813">
            <a:extLst>
              <a:ext uri="{FF2B5EF4-FFF2-40B4-BE49-F238E27FC236}">
                <a16:creationId xmlns:a16="http://schemas.microsoft.com/office/drawing/2014/main" id="{1E827884-E414-4E47-B4D7-CD1BDB9A09F0}"/>
              </a:ext>
            </a:extLst>
          </p:cNvPr>
          <p:cNvSpPr>
            <a:spLocks noGrp="1"/>
          </p:cNvSpPr>
          <p:nvPr/>
        </p:nvSpPr>
        <p:spPr>
          <a:xfrm>
            <a:off x="7173144" y="650743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2E418"/>
          </a:solidFill>
          <a:ln w="7855">
            <a:solidFill>
              <a:srgbClr val="E2E418"/>
            </a:solidFill>
            <a:prstDash val="solid"/>
          </a:ln>
        </p:spPr>
      </p:sp>
      <p:sp>
        <p:nvSpPr>
          <p:cNvPr id="212" name="c_full_paired_2814">
            <a:extLst>
              <a:ext uri="{FF2B5EF4-FFF2-40B4-BE49-F238E27FC236}">
                <a16:creationId xmlns:a16="http://schemas.microsoft.com/office/drawing/2014/main" id="{52AFC829-858B-42CB-A2B3-C4B258992B8B}"/>
              </a:ext>
            </a:extLst>
          </p:cNvPr>
          <p:cNvSpPr>
            <a:spLocks noGrp="1"/>
          </p:cNvSpPr>
          <p:nvPr/>
        </p:nvSpPr>
        <p:spPr>
          <a:xfrm>
            <a:off x="7173144" y="64886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FE318"/>
          </a:solidFill>
          <a:ln w="7855">
            <a:solidFill>
              <a:srgbClr val="DFE318"/>
            </a:solidFill>
            <a:prstDash val="solid"/>
          </a:ln>
        </p:spPr>
      </p:sp>
      <p:sp>
        <p:nvSpPr>
          <p:cNvPr id="213" name="c_full_paired_2815">
            <a:extLst>
              <a:ext uri="{FF2B5EF4-FFF2-40B4-BE49-F238E27FC236}">
                <a16:creationId xmlns:a16="http://schemas.microsoft.com/office/drawing/2014/main" id="{3AC7339B-35F3-4B20-B5F5-902C3EAE0969}"/>
              </a:ext>
            </a:extLst>
          </p:cNvPr>
          <p:cNvSpPr>
            <a:spLocks noGrp="1"/>
          </p:cNvSpPr>
          <p:nvPr/>
        </p:nvSpPr>
        <p:spPr>
          <a:xfrm>
            <a:off x="7173144" y="64697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DE318"/>
          </a:solidFill>
          <a:ln w="7855">
            <a:solidFill>
              <a:srgbClr val="DDE318"/>
            </a:solidFill>
            <a:prstDash val="solid"/>
          </a:ln>
        </p:spPr>
      </p:sp>
      <p:sp>
        <p:nvSpPr>
          <p:cNvPr id="214" name="c_full_paired_2816">
            <a:extLst>
              <a:ext uri="{FF2B5EF4-FFF2-40B4-BE49-F238E27FC236}">
                <a16:creationId xmlns:a16="http://schemas.microsoft.com/office/drawing/2014/main" id="{E009C58B-1D16-4B52-BE14-203931211761}"/>
              </a:ext>
            </a:extLst>
          </p:cNvPr>
          <p:cNvSpPr>
            <a:spLocks noGrp="1"/>
          </p:cNvSpPr>
          <p:nvPr/>
        </p:nvSpPr>
        <p:spPr>
          <a:xfrm>
            <a:off x="7173144" y="645093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AE319"/>
          </a:solidFill>
          <a:ln w="7855">
            <a:solidFill>
              <a:srgbClr val="DAE319"/>
            </a:solidFill>
            <a:prstDash val="solid"/>
          </a:ln>
        </p:spPr>
      </p:sp>
      <p:sp>
        <p:nvSpPr>
          <p:cNvPr id="215" name="c_full_paired_2817">
            <a:extLst>
              <a:ext uri="{FF2B5EF4-FFF2-40B4-BE49-F238E27FC236}">
                <a16:creationId xmlns:a16="http://schemas.microsoft.com/office/drawing/2014/main" id="{4A512204-182C-4A10-8FCA-8DC0804A0F8A}"/>
              </a:ext>
            </a:extLst>
          </p:cNvPr>
          <p:cNvSpPr>
            <a:spLocks noGrp="1"/>
          </p:cNvSpPr>
          <p:nvPr/>
        </p:nvSpPr>
        <p:spPr>
          <a:xfrm>
            <a:off x="7173144" y="64321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8E219"/>
          </a:solidFill>
          <a:ln w="7855">
            <a:solidFill>
              <a:srgbClr val="D8E219"/>
            </a:solidFill>
            <a:prstDash val="solid"/>
          </a:ln>
        </p:spPr>
      </p:sp>
      <p:sp>
        <p:nvSpPr>
          <p:cNvPr id="216" name="c_full_paired_2818">
            <a:extLst>
              <a:ext uri="{FF2B5EF4-FFF2-40B4-BE49-F238E27FC236}">
                <a16:creationId xmlns:a16="http://schemas.microsoft.com/office/drawing/2014/main" id="{2B6038FC-CB98-410A-BF97-F14895CA201F}"/>
              </a:ext>
            </a:extLst>
          </p:cNvPr>
          <p:cNvSpPr>
            <a:spLocks noGrp="1"/>
          </p:cNvSpPr>
          <p:nvPr/>
        </p:nvSpPr>
        <p:spPr>
          <a:xfrm>
            <a:off x="7173144" y="64132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5E21A"/>
          </a:solidFill>
          <a:ln w="7855">
            <a:solidFill>
              <a:srgbClr val="D5E21A"/>
            </a:solidFill>
            <a:prstDash val="solid"/>
          </a:ln>
        </p:spPr>
      </p:sp>
      <p:sp>
        <p:nvSpPr>
          <p:cNvPr id="217" name="c_full_paired_2819">
            <a:extLst>
              <a:ext uri="{FF2B5EF4-FFF2-40B4-BE49-F238E27FC236}">
                <a16:creationId xmlns:a16="http://schemas.microsoft.com/office/drawing/2014/main" id="{5072F259-C6E0-42EC-A4C6-58196CF782E7}"/>
              </a:ext>
            </a:extLst>
          </p:cNvPr>
          <p:cNvSpPr>
            <a:spLocks noGrp="1"/>
          </p:cNvSpPr>
          <p:nvPr/>
        </p:nvSpPr>
        <p:spPr>
          <a:xfrm>
            <a:off x="7173144" y="639443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2E21B"/>
          </a:solidFill>
          <a:ln w="7855">
            <a:solidFill>
              <a:srgbClr val="D2E21B"/>
            </a:solidFill>
            <a:prstDash val="solid"/>
          </a:ln>
        </p:spPr>
      </p:sp>
      <p:sp>
        <p:nvSpPr>
          <p:cNvPr id="218" name="c_full_paired_2820">
            <a:extLst>
              <a:ext uri="{FF2B5EF4-FFF2-40B4-BE49-F238E27FC236}">
                <a16:creationId xmlns:a16="http://schemas.microsoft.com/office/drawing/2014/main" id="{BE54A645-C5E8-4224-B8D3-BDBA29C4B02E}"/>
              </a:ext>
            </a:extLst>
          </p:cNvPr>
          <p:cNvSpPr>
            <a:spLocks noGrp="1"/>
          </p:cNvSpPr>
          <p:nvPr/>
        </p:nvSpPr>
        <p:spPr>
          <a:xfrm>
            <a:off x="7173144" y="637560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0E11C"/>
          </a:solidFill>
          <a:ln w="7855">
            <a:solidFill>
              <a:srgbClr val="D0E11C"/>
            </a:solidFill>
            <a:prstDash val="solid"/>
          </a:ln>
        </p:spPr>
      </p:sp>
      <p:sp>
        <p:nvSpPr>
          <p:cNvPr id="219" name="c_full_paired_2821">
            <a:extLst>
              <a:ext uri="{FF2B5EF4-FFF2-40B4-BE49-F238E27FC236}">
                <a16:creationId xmlns:a16="http://schemas.microsoft.com/office/drawing/2014/main" id="{4A321C3A-3A89-4876-B4C2-2E33AE1C7A74}"/>
              </a:ext>
            </a:extLst>
          </p:cNvPr>
          <p:cNvSpPr>
            <a:spLocks noGrp="1"/>
          </p:cNvSpPr>
          <p:nvPr/>
        </p:nvSpPr>
        <p:spPr>
          <a:xfrm>
            <a:off x="7173144" y="63567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DE11D"/>
          </a:solidFill>
          <a:ln w="7855">
            <a:solidFill>
              <a:srgbClr val="CDE11D"/>
            </a:solidFill>
            <a:prstDash val="solid"/>
          </a:ln>
        </p:spPr>
      </p:sp>
      <p:sp>
        <p:nvSpPr>
          <p:cNvPr id="220" name="c_full_paired_2822">
            <a:extLst>
              <a:ext uri="{FF2B5EF4-FFF2-40B4-BE49-F238E27FC236}">
                <a16:creationId xmlns:a16="http://schemas.microsoft.com/office/drawing/2014/main" id="{0ADFA975-168C-469D-A96B-F86CD79C38F0}"/>
              </a:ext>
            </a:extLst>
          </p:cNvPr>
          <p:cNvSpPr>
            <a:spLocks noGrp="1"/>
          </p:cNvSpPr>
          <p:nvPr/>
        </p:nvSpPr>
        <p:spPr>
          <a:xfrm>
            <a:off x="7173144" y="63379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AE11F"/>
          </a:solidFill>
          <a:ln w="7855">
            <a:solidFill>
              <a:srgbClr val="CAE11F"/>
            </a:solidFill>
            <a:prstDash val="solid"/>
          </a:ln>
        </p:spPr>
      </p:sp>
      <p:sp>
        <p:nvSpPr>
          <p:cNvPr id="221" name="c_full_paired_2823">
            <a:extLst>
              <a:ext uri="{FF2B5EF4-FFF2-40B4-BE49-F238E27FC236}">
                <a16:creationId xmlns:a16="http://schemas.microsoft.com/office/drawing/2014/main" id="{F58D4A98-3836-433D-8E81-4BEA5BDB6748}"/>
              </a:ext>
            </a:extLst>
          </p:cNvPr>
          <p:cNvSpPr>
            <a:spLocks noGrp="1"/>
          </p:cNvSpPr>
          <p:nvPr/>
        </p:nvSpPr>
        <p:spPr>
          <a:xfrm>
            <a:off x="7173144" y="63191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8E020"/>
          </a:solidFill>
          <a:ln w="7855">
            <a:solidFill>
              <a:srgbClr val="C8E020"/>
            </a:solidFill>
            <a:prstDash val="solid"/>
          </a:ln>
        </p:spPr>
      </p:sp>
      <p:sp>
        <p:nvSpPr>
          <p:cNvPr id="222" name="c_full_paired_2824">
            <a:extLst>
              <a:ext uri="{FF2B5EF4-FFF2-40B4-BE49-F238E27FC236}">
                <a16:creationId xmlns:a16="http://schemas.microsoft.com/office/drawing/2014/main" id="{4CF45C0A-EC3E-4649-9DD8-707F5BDBA5DB}"/>
              </a:ext>
            </a:extLst>
          </p:cNvPr>
          <p:cNvSpPr>
            <a:spLocks noGrp="1"/>
          </p:cNvSpPr>
          <p:nvPr/>
        </p:nvSpPr>
        <p:spPr>
          <a:xfrm>
            <a:off x="7173144" y="63002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5E021"/>
          </a:solidFill>
          <a:ln w="7855">
            <a:solidFill>
              <a:srgbClr val="C5E021"/>
            </a:solidFill>
            <a:prstDash val="solid"/>
          </a:ln>
        </p:spPr>
      </p:sp>
      <p:sp>
        <p:nvSpPr>
          <p:cNvPr id="223" name="c_full_paired_2825">
            <a:extLst>
              <a:ext uri="{FF2B5EF4-FFF2-40B4-BE49-F238E27FC236}">
                <a16:creationId xmlns:a16="http://schemas.microsoft.com/office/drawing/2014/main" id="{1F8A058D-3E02-4A4C-B795-9672CF25A7FD}"/>
              </a:ext>
            </a:extLst>
          </p:cNvPr>
          <p:cNvSpPr>
            <a:spLocks noGrp="1"/>
          </p:cNvSpPr>
          <p:nvPr/>
        </p:nvSpPr>
        <p:spPr>
          <a:xfrm>
            <a:off x="7173144" y="62814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2DF23"/>
          </a:solidFill>
          <a:ln w="7855">
            <a:solidFill>
              <a:srgbClr val="C2DF23"/>
            </a:solidFill>
            <a:prstDash val="solid"/>
          </a:ln>
        </p:spPr>
      </p:sp>
      <p:sp>
        <p:nvSpPr>
          <p:cNvPr id="224" name="c_full_paired_2826">
            <a:extLst>
              <a:ext uri="{FF2B5EF4-FFF2-40B4-BE49-F238E27FC236}">
                <a16:creationId xmlns:a16="http://schemas.microsoft.com/office/drawing/2014/main" id="{B0EC993D-DEFC-476E-BE13-7704836F5BF8}"/>
              </a:ext>
            </a:extLst>
          </p:cNvPr>
          <p:cNvSpPr>
            <a:spLocks noGrp="1"/>
          </p:cNvSpPr>
          <p:nvPr/>
        </p:nvSpPr>
        <p:spPr>
          <a:xfrm>
            <a:off x="7173144" y="62626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0DF25"/>
          </a:solidFill>
          <a:ln w="7855">
            <a:solidFill>
              <a:srgbClr val="C0DF25"/>
            </a:solidFill>
            <a:prstDash val="solid"/>
          </a:ln>
        </p:spPr>
      </p:sp>
      <p:sp>
        <p:nvSpPr>
          <p:cNvPr id="225" name="c_full_paired_2827">
            <a:extLst>
              <a:ext uri="{FF2B5EF4-FFF2-40B4-BE49-F238E27FC236}">
                <a16:creationId xmlns:a16="http://schemas.microsoft.com/office/drawing/2014/main" id="{62C4E9D2-06A8-4DB5-BF08-7267FD86EED6}"/>
              </a:ext>
            </a:extLst>
          </p:cNvPr>
          <p:cNvSpPr>
            <a:spLocks noGrp="1"/>
          </p:cNvSpPr>
          <p:nvPr/>
        </p:nvSpPr>
        <p:spPr>
          <a:xfrm>
            <a:off x="7173144" y="62437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DDF26"/>
          </a:solidFill>
          <a:ln w="7855">
            <a:solidFill>
              <a:srgbClr val="BDDF26"/>
            </a:solidFill>
            <a:prstDash val="solid"/>
          </a:ln>
        </p:spPr>
      </p:sp>
      <p:sp>
        <p:nvSpPr>
          <p:cNvPr id="226" name="c_full_paired_2828">
            <a:extLst>
              <a:ext uri="{FF2B5EF4-FFF2-40B4-BE49-F238E27FC236}">
                <a16:creationId xmlns:a16="http://schemas.microsoft.com/office/drawing/2014/main" id="{1BD92FB2-8E05-4F77-A4BB-9613908E212E}"/>
              </a:ext>
            </a:extLst>
          </p:cNvPr>
          <p:cNvSpPr>
            <a:spLocks noGrp="1"/>
          </p:cNvSpPr>
          <p:nvPr/>
        </p:nvSpPr>
        <p:spPr>
          <a:xfrm>
            <a:off x="7173144" y="62249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ADE28"/>
          </a:solidFill>
          <a:ln w="7855">
            <a:solidFill>
              <a:srgbClr val="BADE28"/>
            </a:solidFill>
            <a:prstDash val="solid"/>
          </a:ln>
        </p:spPr>
      </p:sp>
      <p:sp>
        <p:nvSpPr>
          <p:cNvPr id="227" name="c_full_paired_2829">
            <a:extLst>
              <a:ext uri="{FF2B5EF4-FFF2-40B4-BE49-F238E27FC236}">
                <a16:creationId xmlns:a16="http://schemas.microsoft.com/office/drawing/2014/main" id="{A381DB0E-324A-4FF7-817A-59385EF69C04}"/>
              </a:ext>
            </a:extLst>
          </p:cNvPr>
          <p:cNvSpPr>
            <a:spLocks noGrp="1"/>
          </p:cNvSpPr>
          <p:nvPr/>
        </p:nvSpPr>
        <p:spPr>
          <a:xfrm>
            <a:off x="7173144" y="620610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8DE29"/>
          </a:solidFill>
          <a:ln w="7855">
            <a:solidFill>
              <a:srgbClr val="B8DE29"/>
            </a:solidFill>
            <a:prstDash val="solid"/>
          </a:ln>
        </p:spPr>
      </p:sp>
      <p:sp>
        <p:nvSpPr>
          <p:cNvPr id="228" name="c_full_paired_2830">
            <a:extLst>
              <a:ext uri="{FF2B5EF4-FFF2-40B4-BE49-F238E27FC236}">
                <a16:creationId xmlns:a16="http://schemas.microsoft.com/office/drawing/2014/main" id="{B09878EC-4AD1-4BA0-BC5C-3BCA5B637A84}"/>
              </a:ext>
            </a:extLst>
          </p:cNvPr>
          <p:cNvSpPr>
            <a:spLocks noGrp="1"/>
          </p:cNvSpPr>
          <p:nvPr/>
        </p:nvSpPr>
        <p:spPr>
          <a:xfrm>
            <a:off x="7173144" y="61872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5DE2B"/>
          </a:solidFill>
          <a:ln w="7855">
            <a:solidFill>
              <a:srgbClr val="B5DE2B"/>
            </a:solidFill>
            <a:prstDash val="solid"/>
          </a:ln>
        </p:spPr>
      </p:sp>
      <p:sp>
        <p:nvSpPr>
          <p:cNvPr id="229" name="c_full_paired_2831">
            <a:extLst>
              <a:ext uri="{FF2B5EF4-FFF2-40B4-BE49-F238E27FC236}">
                <a16:creationId xmlns:a16="http://schemas.microsoft.com/office/drawing/2014/main" id="{BBC5038E-6095-4AE2-8608-DCD8C1284B1D}"/>
              </a:ext>
            </a:extLst>
          </p:cNvPr>
          <p:cNvSpPr>
            <a:spLocks noGrp="1"/>
          </p:cNvSpPr>
          <p:nvPr/>
        </p:nvSpPr>
        <p:spPr>
          <a:xfrm>
            <a:off x="7173144" y="61684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2DD2D"/>
          </a:solidFill>
          <a:ln w="7855">
            <a:solidFill>
              <a:srgbClr val="B2DD2D"/>
            </a:solidFill>
            <a:prstDash val="solid"/>
          </a:ln>
        </p:spPr>
      </p:sp>
      <p:sp>
        <p:nvSpPr>
          <p:cNvPr id="230" name="c_full_paired_2832">
            <a:extLst>
              <a:ext uri="{FF2B5EF4-FFF2-40B4-BE49-F238E27FC236}">
                <a16:creationId xmlns:a16="http://schemas.microsoft.com/office/drawing/2014/main" id="{CEEB8D02-7DE1-4B39-AF8D-7EEB0D327B45}"/>
              </a:ext>
            </a:extLst>
          </p:cNvPr>
          <p:cNvSpPr>
            <a:spLocks noGrp="1"/>
          </p:cNvSpPr>
          <p:nvPr/>
        </p:nvSpPr>
        <p:spPr>
          <a:xfrm>
            <a:off x="7173144" y="614960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0DD2F"/>
          </a:solidFill>
          <a:ln w="7855">
            <a:solidFill>
              <a:srgbClr val="B0DD2F"/>
            </a:solidFill>
            <a:prstDash val="solid"/>
          </a:ln>
        </p:spPr>
      </p:sp>
      <p:sp>
        <p:nvSpPr>
          <p:cNvPr id="231" name="c_full_paired_2833">
            <a:extLst>
              <a:ext uri="{FF2B5EF4-FFF2-40B4-BE49-F238E27FC236}">
                <a16:creationId xmlns:a16="http://schemas.microsoft.com/office/drawing/2014/main" id="{4DD50B75-6249-4CA0-A4D0-9A664C19EE33}"/>
              </a:ext>
            </a:extLst>
          </p:cNvPr>
          <p:cNvSpPr>
            <a:spLocks noGrp="1"/>
          </p:cNvSpPr>
          <p:nvPr/>
        </p:nvSpPr>
        <p:spPr>
          <a:xfrm>
            <a:off x="7173144" y="613077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DDC30"/>
          </a:solidFill>
          <a:ln w="7855">
            <a:solidFill>
              <a:srgbClr val="ADDC30"/>
            </a:solidFill>
            <a:prstDash val="solid"/>
          </a:ln>
        </p:spPr>
      </p:sp>
      <p:sp>
        <p:nvSpPr>
          <p:cNvPr id="232" name="c_full_paired_2834">
            <a:extLst>
              <a:ext uri="{FF2B5EF4-FFF2-40B4-BE49-F238E27FC236}">
                <a16:creationId xmlns:a16="http://schemas.microsoft.com/office/drawing/2014/main" id="{C0E9EF92-781E-441B-9C0F-0D7FE65C99EE}"/>
              </a:ext>
            </a:extLst>
          </p:cNvPr>
          <p:cNvSpPr>
            <a:spLocks noGrp="1"/>
          </p:cNvSpPr>
          <p:nvPr/>
        </p:nvSpPr>
        <p:spPr>
          <a:xfrm>
            <a:off x="7173144" y="61119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ADC32"/>
          </a:solidFill>
          <a:ln w="7855">
            <a:solidFill>
              <a:srgbClr val="AADC32"/>
            </a:solidFill>
            <a:prstDash val="solid"/>
          </a:ln>
        </p:spPr>
      </p:sp>
      <p:sp>
        <p:nvSpPr>
          <p:cNvPr id="233" name="c_full_paired_2835">
            <a:extLst>
              <a:ext uri="{FF2B5EF4-FFF2-40B4-BE49-F238E27FC236}">
                <a16:creationId xmlns:a16="http://schemas.microsoft.com/office/drawing/2014/main" id="{2F478205-530D-48A0-95EA-A3CEA0BDF3A6}"/>
              </a:ext>
            </a:extLst>
          </p:cNvPr>
          <p:cNvSpPr>
            <a:spLocks noGrp="1"/>
          </p:cNvSpPr>
          <p:nvPr/>
        </p:nvSpPr>
        <p:spPr>
          <a:xfrm>
            <a:off x="7173144" y="60931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8DB34"/>
          </a:solidFill>
          <a:ln w="7855">
            <a:solidFill>
              <a:srgbClr val="A8DB34"/>
            </a:solidFill>
            <a:prstDash val="solid"/>
          </a:ln>
        </p:spPr>
      </p:sp>
      <p:sp>
        <p:nvSpPr>
          <p:cNvPr id="234" name="c_full_paired_2836">
            <a:extLst>
              <a:ext uri="{FF2B5EF4-FFF2-40B4-BE49-F238E27FC236}">
                <a16:creationId xmlns:a16="http://schemas.microsoft.com/office/drawing/2014/main" id="{48134526-4446-4902-B3BF-4470E49DDC61}"/>
              </a:ext>
            </a:extLst>
          </p:cNvPr>
          <p:cNvSpPr>
            <a:spLocks noGrp="1"/>
          </p:cNvSpPr>
          <p:nvPr/>
        </p:nvSpPr>
        <p:spPr>
          <a:xfrm>
            <a:off x="7173144" y="60742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5DB36"/>
          </a:solidFill>
          <a:ln w="7855">
            <a:solidFill>
              <a:srgbClr val="A5DB36"/>
            </a:solidFill>
            <a:prstDash val="solid"/>
          </a:ln>
        </p:spPr>
      </p:sp>
      <p:sp>
        <p:nvSpPr>
          <p:cNvPr id="235" name="c_full_paired_2837">
            <a:extLst>
              <a:ext uri="{FF2B5EF4-FFF2-40B4-BE49-F238E27FC236}">
                <a16:creationId xmlns:a16="http://schemas.microsoft.com/office/drawing/2014/main" id="{92B88146-7D70-4299-83BB-82CE0F17B107}"/>
              </a:ext>
            </a:extLst>
          </p:cNvPr>
          <p:cNvSpPr>
            <a:spLocks noGrp="1"/>
          </p:cNvSpPr>
          <p:nvPr/>
        </p:nvSpPr>
        <p:spPr>
          <a:xfrm>
            <a:off x="7173144" y="60554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2DA37"/>
          </a:solidFill>
          <a:ln w="7855">
            <a:solidFill>
              <a:srgbClr val="A2DA37"/>
            </a:solidFill>
            <a:prstDash val="solid"/>
          </a:ln>
        </p:spPr>
      </p:sp>
      <p:sp>
        <p:nvSpPr>
          <p:cNvPr id="236" name="c_full_paired_2838">
            <a:extLst>
              <a:ext uri="{FF2B5EF4-FFF2-40B4-BE49-F238E27FC236}">
                <a16:creationId xmlns:a16="http://schemas.microsoft.com/office/drawing/2014/main" id="{668C0053-1F9A-4631-9704-18930FFFAFB7}"/>
              </a:ext>
            </a:extLst>
          </p:cNvPr>
          <p:cNvSpPr>
            <a:spLocks noGrp="1"/>
          </p:cNvSpPr>
          <p:nvPr/>
        </p:nvSpPr>
        <p:spPr>
          <a:xfrm>
            <a:off x="7173144" y="60366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0DA39"/>
          </a:solidFill>
          <a:ln w="7855">
            <a:solidFill>
              <a:srgbClr val="A0DA39"/>
            </a:solidFill>
            <a:prstDash val="solid"/>
          </a:ln>
        </p:spPr>
      </p:sp>
      <p:sp>
        <p:nvSpPr>
          <p:cNvPr id="237" name="c_full_paired_2839">
            <a:extLst>
              <a:ext uri="{FF2B5EF4-FFF2-40B4-BE49-F238E27FC236}">
                <a16:creationId xmlns:a16="http://schemas.microsoft.com/office/drawing/2014/main" id="{DFDF54BF-D2FC-40E4-A472-B421CA801581}"/>
              </a:ext>
            </a:extLst>
          </p:cNvPr>
          <p:cNvSpPr>
            <a:spLocks noGrp="1"/>
          </p:cNvSpPr>
          <p:nvPr/>
        </p:nvSpPr>
        <p:spPr>
          <a:xfrm>
            <a:off x="7173144" y="60177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DD93B"/>
          </a:solidFill>
          <a:ln w="7855">
            <a:solidFill>
              <a:srgbClr val="9DD93B"/>
            </a:solidFill>
            <a:prstDash val="solid"/>
          </a:ln>
        </p:spPr>
      </p:sp>
      <p:sp>
        <p:nvSpPr>
          <p:cNvPr id="238" name="c_full_paired_2840">
            <a:extLst>
              <a:ext uri="{FF2B5EF4-FFF2-40B4-BE49-F238E27FC236}">
                <a16:creationId xmlns:a16="http://schemas.microsoft.com/office/drawing/2014/main" id="{8A03A4F6-79B8-4404-8034-8A8A8F2A167D}"/>
              </a:ext>
            </a:extLst>
          </p:cNvPr>
          <p:cNvSpPr>
            <a:spLocks noGrp="1"/>
          </p:cNvSpPr>
          <p:nvPr/>
        </p:nvSpPr>
        <p:spPr>
          <a:xfrm>
            <a:off x="7173144" y="59989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BD93C"/>
          </a:solidFill>
          <a:ln w="7855">
            <a:solidFill>
              <a:srgbClr val="9BD93C"/>
            </a:solidFill>
            <a:prstDash val="solid"/>
          </a:ln>
        </p:spPr>
      </p:sp>
      <p:sp>
        <p:nvSpPr>
          <p:cNvPr id="239" name="c_full_paired_2841">
            <a:extLst>
              <a:ext uri="{FF2B5EF4-FFF2-40B4-BE49-F238E27FC236}">
                <a16:creationId xmlns:a16="http://schemas.microsoft.com/office/drawing/2014/main" id="{8B995F35-A7B3-45F4-BE0A-11734AF1161D}"/>
              </a:ext>
            </a:extLst>
          </p:cNvPr>
          <p:cNvSpPr>
            <a:spLocks noGrp="1"/>
          </p:cNvSpPr>
          <p:nvPr/>
        </p:nvSpPr>
        <p:spPr>
          <a:xfrm>
            <a:off x="7173144" y="59801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8D83E"/>
          </a:solidFill>
          <a:ln w="7855">
            <a:solidFill>
              <a:srgbClr val="98D83E"/>
            </a:solidFill>
            <a:prstDash val="solid"/>
          </a:ln>
        </p:spPr>
      </p:sp>
      <p:sp>
        <p:nvSpPr>
          <p:cNvPr id="240" name="c_full_paired_2842">
            <a:extLst>
              <a:ext uri="{FF2B5EF4-FFF2-40B4-BE49-F238E27FC236}">
                <a16:creationId xmlns:a16="http://schemas.microsoft.com/office/drawing/2014/main" id="{ACCD216D-35DC-45C5-A157-7A2338B2B751}"/>
              </a:ext>
            </a:extLst>
          </p:cNvPr>
          <p:cNvSpPr>
            <a:spLocks noGrp="1"/>
          </p:cNvSpPr>
          <p:nvPr/>
        </p:nvSpPr>
        <p:spPr>
          <a:xfrm>
            <a:off x="7173144" y="596127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5D840"/>
          </a:solidFill>
          <a:ln w="7855">
            <a:solidFill>
              <a:srgbClr val="95D840"/>
            </a:solidFill>
            <a:prstDash val="solid"/>
          </a:ln>
        </p:spPr>
      </p:sp>
      <p:sp>
        <p:nvSpPr>
          <p:cNvPr id="241" name="c_full_paired_2843">
            <a:extLst>
              <a:ext uri="{FF2B5EF4-FFF2-40B4-BE49-F238E27FC236}">
                <a16:creationId xmlns:a16="http://schemas.microsoft.com/office/drawing/2014/main" id="{2627B0CB-0A13-48E3-B836-B11CF1BE5F65}"/>
              </a:ext>
            </a:extLst>
          </p:cNvPr>
          <p:cNvSpPr>
            <a:spLocks noGrp="1"/>
          </p:cNvSpPr>
          <p:nvPr/>
        </p:nvSpPr>
        <p:spPr>
          <a:xfrm>
            <a:off x="7173144" y="59424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3D741"/>
          </a:solidFill>
          <a:ln w="7855">
            <a:solidFill>
              <a:srgbClr val="93D741"/>
            </a:solidFill>
            <a:prstDash val="solid"/>
          </a:ln>
        </p:spPr>
      </p:sp>
      <p:sp>
        <p:nvSpPr>
          <p:cNvPr id="242" name="c_full_paired_2844">
            <a:extLst>
              <a:ext uri="{FF2B5EF4-FFF2-40B4-BE49-F238E27FC236}">
                <a16:creationId xmlns:a16="http://schemas.microsoft.com/office/drawing/2014/main" id="{5F6E08B6-FF8B-4EF5-904C-1636F45082F3}"/>
              </a:ext>
            </a:extLst>
          </p:cNvPr>
          <p:cNvSpPr>
            <a:spLocks noGrp="1"/>
          </p:cNvSpPr>
          <p:nvPr/>
        </p:nvSpPr>
        <p:spPr>
          <a:xfrm>
            <a:off x="7173144" y="59236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0D743"/>
          </a:solidFill>
          <a:ln w="7855">
            <a:solidFill>
              <a:srgbClr val="90D743"/>
            </a:solidFill>
            <a:prstDash val="solid"/>
          </a:ln>
        </p:spPr>
      </p:sp>
      <p:sp>
        <p:nvSpPr>
          <p:cNvPr id="243" name="c_full_paired_2845">
            <a:extLst>
              <a:ext uri="{FF2B5EF4-FFF2-40B4-BE49-F238E27FC236}">
                <a16:creationId xmlns:a16="http://schemas.microsoft.com/office/drawing/2014/main" id="{116CAA36-E9AA-4C1E-80D1-591B887ACEF7}"/>
              </a:ext>
            </a:extLst>
          </p:cNvPr>
          <p:cNvSpPr>
            <a:spLocks noGrp="1"/>
          </p:cNvSpPr>
          <p:nvPr/>
        </p:nvSpPr>
        <p:spPr>
          <a:xfrm>
            <a:off x="7173144" y="590477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ED645"/>
          </a:solidFill>
          <a:ln w="7855">
            <a:solidFill>
              <a:srgbClr val="8ED645"/>
            </a:solidFill>
            <a:prstDash val="solid"/>
          </a:ln>
        </p:spPr>
      </p:sp>
      <p:sp>
        <p:nvSpPr>
          <p:cNvPr id="244" name="c_full_paired_2846">
            <a:extLst>
              <a:ext uri="{FF2B5EF4-FFF2-40B4-BE49-F238E27FC236}">
                <a16:creationId xmlns:a16="http://schemas.microsoft.com/office/drawing/2014/main" id="{995BA7FB-7291-4F11-8957-B120D38C3B5F}"/>
              </a:ext>
            </a:extLst>
          </p:cNvPr>
          <p:cNvSpPr>
            <a:spLocks noGrp="1"/>
          </p:cNvSpPr>
          <p:nvPr/>
        </p:nvSpPr>
        <p:spPr>
          <a:xfrm>
            <a:off x="7173144" y="588593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BD646"/>
          </a:solidFill>
          <a:ln w="7855">
            <a:solidFill>
              <a:srgbClr val="8BD646"/>
            </a:solidFill>
            <a:prstDash val="solid"/>
          </a:ln>
        </p:spPr>
      </p:sp>
      <p:sp>
        <p:nvSpPr>
          <p:cNvPr id="245" name="c_full_paired_2847">
            <a:extLst>
              <a:ext uri="{FF2B5EF4-FFF2-40B4-BE49-F238E27FC236}">
                <a16:creationId xmlns:a16="http://schemas.microsoft.com/office/drawing/2014/main" id="{52B48820-0B55-434B-B6A5-361B525A9EFE}"/>
              </a:ext>
            </a:extLst>
          </p:cNvPr>
          <p:cNvSpPr>
            <a:spLocks noGrp="1"/>
          </p:cNvSpPr>
          <p:nvPr/>
        </p:nvSpPr>
        <p:spPr>
          <a:xfrm>
            <a:off x="7173144" y="58671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9D548"/>
          </a:solidFill>
          <a:ln w="7855">
            <a:solidFill>
              <a:srgbClr val="89D548"/>
            </a:solidFill>
            <a:prstDash val="solid"/>
          </a:ln>
        </p:spPr>
      </p:sp>
      <p:sp>
        <p:nvSpPr>
          <p:cNvPr id="246" name="c_full_paired_2848">
            <a:extLst>
              <a:ext uri="{FF2B5EF4-FFF2-40B4-BE49-F238E27FC236}">
                <a16:creationId xmlns:a16="http://schemas.microsoft.com/office/drawing/2014/main" id="{C9FE2F5E-4B1B-49D9-994A-F7031DF3996D}"/>
              </a:ext>
            </a:extLst>
          </p:cNvPr>
          <p:cNvSpPr>
            <a:spLocks noGrp="1"/>
          </p:cNvSpPr>
          <p:nvPr/>
        </p:nvSpPr>
        <p:spPr>
          <a:xfrm>
            <a:off x="7173144" y="58482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6D549"/>
          </a:solidFill>
          <a:ln w="7855">
            <a:solidFill>
              <a:srgbClr val="86D549"/>
            </a:solidFill>
            <a:prstDash val="solid"/>
          </a:ln>
        </p:spPr>
      </p:sp>
      <p:sp>
        <p:nvSpPr>
          <p:cNvPr id="247" name="c_full_paired_2849">
            <a:extLst>
              <a:ext uri="{FF2B5EF4-FFF2-40B4-BE49-F238E27FC236}">
                <a16:creationId xmlns:a16="http://schemas.microsoft.com/office/drawing/2014/main" id="{3CB13AC0-2B31-441B-8E8A-E610FB4051EF}"/>
              </a:ext>
            </a:extLst>
          </p:cNvPr>
          <p:cNvSpPr>
            <a:spLocks noGrp="1"/>
          </p:cNvSpPr>
          <p:nvPr/>
        </p:nvSpPr>
        <p:spPr>
          <a:xfrm>
            <a:off x="7173144" y="58294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4D44B"/>
          </a:solidFill>
          <a:ln w="7855">
            <a:solidFill>
              <a:srgbClr val="84D44B"/>
            </a:solidFill>
            <a:prstDash val="solid"/>
          </a:ln>
        </p:spPr>
      </p:sp>
      <p:sp>
        <p:nvSpPr>
          <p:cNvPr id="248" name="c_full_paired_2850">
            <a:extLst>
              <a:ext uri="{FF2B5EF4-FFF2-40B4-BE49-F238E27FC236}">
                <a16:creationId xmlns:a16="http://schemas.microsoft.com/office/drawing/2014/main" id="{0EA5A710-67D7-4D75-AD88-AFF0B3367B5D}"/>
              </a:ext>
            </a:extLst>
          </p:cNvPr>
          <p:cNvSpPr>
            <a:spLocks noGrp="1"/>
          </p:cNvSpPr>
          <p:nvPr/>
        </p:nvSpPr>
        <p:spPr>
          <a:xfrm>
            <a:off x="7173144" y="58106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1D34D"/>
          </a:solidFill>
          <a:ln w="7855">
            <a:solidFill>
              <a:srgbClr val="81D34D"/>
            </a:solidFill>
            <a:prstDash val="solid"/>
          </a:ln>
        </p:spPr>
      </p:sp>
      <p:sp>
        <p:nvSpPr>
          <p:cNvPr id="249" name="c_full_paired_2851">
            <a:extLst>
              <a:ext uri="{FF2B5EF4-FFF2-40B4-BE49-F238E27FC236}">
                <a16:creationId xmlns:a16="http://schemas.microsoft.com/office/drawing/2014/main" id="{AFD36D94-D77B-4086-89DD-AC1EAE396CC1}"/>
              </a:ext>
            </a:extLst>
          </p:cNvPr>
          <p:cNvSpPr>
            <a:spLocks noGrp="1"/>
          </p:cNvSpPr>
          <p:nvPr/>
        </p:nvSpPr>
        <p:spPr>
          <a:xfrm>
            <a:off x="7173144" y="57917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FD34E"/>
          </a:solidFill>
          <a:ln w="7855">
            <a:solidFill>
              <a:srgbClr val="7FD34E"/>
            </a:solidFill>
            <a:prstDash val="solid"/>
          </a:ln>
        </p:spPr>
      </p:sp>
      <p:sp>
        <p:nvSpPr>
          <p:cNvPr id="250" name="c_full_paired_2852">
            <a:extLst>
              <a:ext uri="{FF2B5EF4-FFF2-40B4-BE49-F238E27FC236}">
                <a16:creationId xmlns:a16="http://schemas.microsoft.com/office/drawing/2014/main" id="{E8AAC4A8-66EF-48EE-86D1-EF8E258F9E54}"/>
              </a:ext>
            </a:extLst>
          </p:cNvPr>
          <p:cNvSpPr>
            <a:spLocks noGrp="1"/>
          </p:cNvSpPr>
          <p:nvPr/>
        </p:nvSpPr>
        <p:spPr>
          <a:xfrm>
            <a:off x="7173144" y="57729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CD250"/>
          </a:solidFill>
          <a:ln w="7855">
            <a:solidFill>
              <a:srgbClr val="7CD250"/>
            </a:solidFill>
            <a:prstDash val="solid"/>
          </a:ln>
        </p:spPr>
      </p:sp>
      <p:sp>
        <p:nvSpPr>
          <p:cNvPr id="251" name="c_full_paired_2853">
            <a:extLst>
              <a:ext uri="{FF2B5EF4-FFF2-40B4-BE49-F238E27FC236}">
                <a16:creationId xmlns:a16="http://schemas.microsoft.com/office/drawing/2014/main" id="{625AC7D1-73D2-4100-AE2A-EB7CBFC2979B}"/>
              </a:ext>
            </a:extLst>
          </p:cNvPr>
          <p:cNvSpPr>
            <a:spLocks noGrp="1"/>
          </p:cNvSpPr>
          <p:nvPr/>
        </p:nvSpPr>
        <p:spPr>
          <a:xfrm>
            <a:off x="7173144" y="57541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AD151"/>
          </a:solidFill>
          <a:ln w="7855">
            <a:solidFill>
              <a:srgbClr val="7AD151"/>
            </a:solidFill>
            <a:prstDash val="solid"/>
          </a:ln>
        </p:spPr>
      </p:sp>
      <p:sp>
        <p:nvSpPr>
          <p:cNvPr id="252" name="c_full_paired_2854">
            <a:extLst>
              <a:ext uri="{FF2B5EF4-FFF2-40B4-BE49-F238E27FC236}">
                <a16:creationId xmlns:a16="http://schemas.microsoft.com/office/drawing/2014/main" id="{2EA88422-416D-41AB-9768-CC6A1E0A6BAA}"/>
              </a:ext>
            </a:extLst>
          </p:cNvPr>
          <p:cNvSpPr>
            <a:spLocks noGrp="1"/>
          </p:cNvSpPr>
          <p:nvPr/>
        </p:nvSpPr>
        <p:spPr>
          <a:xfrm>
            <a:off x="7173144" y="57352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7D153"/>
          </a:solidFill>
          <a:ln w="7855">
            <a:solidFill>
              <a:srgbClr val="77D153"/>
            </a:solidFill>
            <a:prstDash val="solid"/>
          </a:ln>
        </p:spPr>
      </p:sp>
      <p:sp>
        <p:nvSpPr>
          <p:cNvPr id="253" name="c_full_paired_2855">
            <a:extLst>
              <a:ext uri="{FF2B5EF4-FFF2-40B4-BE49-F238E27FC236}">
                <a16:creationId xmlns:a16="http://schemas.microsoft.com/office/drawing/2014/main" id="{6CD9FF31-42A1-4255-B114-3460A63C9918}"/>
              </a:ext>
            </a:extLst>
          </p:cNvPr>
          <p:cNvSpPr>
            <a:spLocks noGrp="1"/>
          </p:cNvSpPr>
          <p:nvPr/>
        </p:nvSpPr>
        <p:spPr>
          <a:xfrm>
            <a:off x="7173144" y="571644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5D054"/>
          </a:solidFill>
          <a:ln w="7855">
            <a:solidFill>
              <a:srgbClr val="75D054"/>
            </a:solidFill>
            <a:prstDash val="solid"/>
          </a:ln>
        </p:spPr>
      </p:sp>
      <p:sp>
        <p:nvSpPr>
          <p:cNvPr id="254" name="c_full_paired_2856">
            <a:extLst>
              <a:ext uri="{FF2B5EF4-FFF2-40B4-BE49-F238E27FC236}">
                <a16:creationId xmlns:a16="http://schemas.microsoft.com/office/drawing/2014/main" id="{94F20DFA-B991-4E08-8974-221D547C7123}"/>
              </a:ext>
            </a:extLst>
          </p:cNvPr>
          <p:cNvSpPr>
            <a:spLocks noGrp="1"/>
          </p:cNvSpPr>
          <p:nvPr/>
        </p:nvSpPr>
        <p:spPr>
          <a:xfrm>
            <a:off x="7173144" y="56976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3D056"/>
          </a:solidFill>
          <a:ln w="7855">
            <a:solidFill>
              <a:srgbClr val="73D056"/>
            </a:solidFill>
            <a:prstDash val="solid"/>
          </a:ln>
        </p:spPr>
      </p:sp>
      <p:sp>
        <p:nvSpPr>
          <p:cNvPr id="255" name="c_full_paired_2857">
            <a:extLst>
              <a:ext uri="{FF2B5EF4-FFF2-40B4-BE49-F238E27FC236}">
                <a16:creationId xmlns:a16="http://schemas.microsoft.com/office/drawing/2014/main" id="{49FC248B-E4EB-49E6-A9F1-27D53E4E00E2}"/>
              </a:ext>
            </a:extLst>
          </p:cNvPr>
          <p:cNvSpPr>
            <a:spLocks noGrp="1"/>
          </p:cNvSpPr>
          <p:nvPr/>
        </p:nvSpPr>
        <p:spPr>
          <a:xfrm>
            <a:off x="7173144" y="56787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0CF57"/>
          </a:solidFill>
          <a:ln w="7855">
            <a:solidFill>
              <a:srgbClr val="70CF57"/>
            </a:solidFill>
            <a:prstDash val="solid"/>
          </a:ln>
        </p:spPr>
      </p:sp>
      <p:sp>
        <p:nvSpPr>
          <p:cNvPr id="256" name="c_full_paired_2858">
            <a:extLst>
              <a:ext uri="{FF2B5EF4-FFF2-40B4-BE49-F238E27FC236}">
                <a16:creationId xmlns:a16="http://schemas.microsoft.com/office/drawing/2014/main" id="{04889241-E098-4195-8138-EBD200092A7B}"/>
              </a:ext>
            </a:extLst>
          </p:cNvPr>
          <p:cNvSpPr>
            <a:spLocks noGrp="1"/>
          </p:cNvSpPr>
          <p:nvPr/>
        </p:nvSpPr>
        <p:spPr>
          <a:xfrm>
            <a:off x="7173144" y="565994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ECE58"/>
          </a:solidFill>
          <a:ln w="7855">
            <a:solidFill>
              <a:srgbClr val="6ECE58"/>
            </a:solidFill>
            <a:prstDash val="solid"/>
          </a:ln>
        </p:spPr>
      </p:sp>
      <p:sp>
        <p:nvSpPr>
          <p:cNvPr id="257" name="c_full_paired_2859">
            <a:extLst>
              <a:ext uri="{FF2B5EF4-FFF2-40B4-BE49-F238E27FC236}">
                <a16:creationId xmlns:a16="http://schemas.microsoft.com/office/drawing/2014/main" id="{E0D6BC94-C5A2-4044-8D89-022919AB4608}"/>
              </a:ext>
            </a:extLst>
          </p:cNvPr>
          <p:cNvSpPr>
            <a:spLocks noGrp="1"/>
          </p:cNvSpPr>
          <p:nvPr/>
        </p:nvSpPr>
        <p:spPr>
          <a:xfrm>
            <a:off x="7173144" y="564110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CCD5A"/>
          </a:solidFill>
          <a:ln w="7855">
            <a:solidFill>
              <a:srgbClr val="6CCD5A"/>
            </a:solidFill>
            <a:prstDash val="solid"/>
          </a:ln>
        </p:spPr>
      </p:sp>
      <p:sp>
        <p:nvSpPr>
          <p:cNvPr id="258" name="c_full_paired_2860">
            <a:extLst>
              <a:ext uri="{FF2B5EF4-FFF2-40B4-BE49-F238E27FC236}">
                <a16:creationId xmlns:a16="http://schemas.microsoft.com/office/drawing/2014/main" id="{6C3A3940-0ED2-447D-8ABA-63392AC7935D}"/>
              </a:ext>
            </a:extLst>
          </p:cNvPr>
          <p:cNvSpPr>
            <a:spLocks noGrp="1"/>
          </p:cNvSpPr>
          <p:nvPr/>
        </p:nvSpPr>
        <p:spPr>
          <a:xfrm>
            <a:off x="7173144" y="56222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9CD5B"/>
          </a:solidFill>
          <a:ln w="7855">
            <a:solidFill>
              <a:srgbClr val="69CD5B"/>
            </a:solidFill>
            <a:prstDash val="solid"/>
          </a:ln>
        </p:spPr>
      </p:sp>
      <p:sp>
        <p:nvSpPr>
          <p:cNvPr id="259" name="c_full_paired_2861">
            <a:extLst>
              <a:ext uri="{FF2B5EF4-FFF2-40B4-BE49-F238E27FC236}">
                <a16:creationId xmlns:a16="http://schemas.microsoft.com/office/drawing/2014/main" id="{01F547A1-40DA-4D7F-8951-C58CCC6A7E43}"/>
              </a:ext>
            </a:extLst>
          </p:cNvPr>
          <p:cNvSpPr>
            <a:spLocks noGrp="1"/>
          </p:cNvSpPr>
          <p:nvPr/>
        </p:nvSpPr>
        <p:spPr>
          <a:xfrm>
            <a:off x="7173144" y="56034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7CC5C"/>
          </a:solidFill>
          <a:ln w="7855">
            <a:solidFill>
              <a:srgbClr val="67CC5C"/>
            </a:solidFill>
            <a:prstDash val="solid"/>
          </a:ln>
        </p:spPr>
      </p:sp>
      <p:sp>
        <p:nvSpPr>
          <p:cNvPr id="260" name="c_full_paired_2862">
            <a:extLst>
              <a:ext uri="{FF2B5EF4-FFF2-40B4-BE49-F238E27FC236}">
                <a16:creationId xmlns:a16="http://schemas.microsoft.com/office/drawing/2014/main" id="{D57A020B-19CB-403B-88A7-3CB87C5AFEDB}"/>
              </a:ext>
            </a:extLst>
          </p:cNvPr>
          <p:cNvSpPr>
            <a:spLocks noGrp="1"/>
          </p:cNvSpPr>
          <p:nvPr/>
        </p:nvSpPr>
        <p:spPr>
          <a:xfrm>
            <a:off x="7173144" y="558460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5CB5E"/>
          </a:solidFill>
          <a:ln w="7855">
            <a:solidFill>
              <a:srgbClr val="65CB5E"/>
            </a:solidFill>
            <a:prstDash val="solid"/>
          </a:ln>
        </p:spPr>
      </p:sp>
      <p:sp>
        <p:nvSpPr>
          <p:cNvPr id="261" name="c_full_paired_2863">
            <a:extLst>
              <a:ext uri="{FF2B5EF4-FFF2-40B4-BE49-F238E27FC236}">
                <a16:creationId xmlns:a16="http://schemas.microsoft.com/office/drawing/2014/main" id="{804FC994-85AE-4460-BA23-4F1E1AE28349}"/>
              </a:ext>
            </a:extLst>
          </p:cNvPr>
          <p:cNvSpPr>
            <a:spLocks noGrp="1"/>
          </p:cNvSpPr>
          <p:nvPr/>
        </p:nvSpPr>
        <p:spPr>
          <a:xfrm>
            <a:off x="7173144" y="55657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3CB5F"/>
          </a:solidFill>
          <a:ln w="7855">
            <a:solidFill>
              <a:srgbClr val="63CB5F"/>
            </a:solidFill>
            <a:prstDash val="solid"/>
          </a:ln>
        </p:spPr>
      </p:sp>
      <p:sp>
        <p:nvSpPr>
          <p:cNvPr id="262" name="c_full_paired_2864">
            <a:extLst>
              <a:ext uri="{FF2B5EF4-FFF2-40B4-BE49-F238E27FC236}">
                <a16:creationId xmlns:a16="http://schemas.microsoft.com/office/drawing/2014/main" id="{795DFD1C-BBA1-4ADD-97C0-03168A82EEEC}"/>
              </a:ext>
            </a:extLst>
          </p:cNvPr>
          <p:cNvSpPr>
            <a:spLocks noGrp="1"/>
          </p:cNvSpPr>
          <p:nvPr/>
        </p:nvSpPr>
        <p:spPr>
          <a:xfrm>
            <a:off x="7173144" y="55469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0CA60"/>
          </a:solidFill>
          <a:ln w="7855">
            <a:solidFill>
              <a:srgbClr val="60CA60"/>
            </a:solidFill>
            <a:prstDash val="solid"/>
          </a:ln>
        </p:spPr>
      </p:sp>
      <p:sp>
        <p:nvSpPr>
          <p:cNvPr id="263" name="c_full_paired_2865">
            <a:extLst>
              <a:ext uri="{FF2B5EF4-FFF2-40B4-BE49-F238E27FC236}">
                <a16:creationId xmlns:a16="http://schemas.microsoft.com/office/drawing/2014/main" id="{7E18ABE8-73DE-4855-BF25-DD6FF5B7954B}"/>
              </a:ext>
            </a:extLst>
          </p:cNvPr>
          <p:cNvSpPr>
            <a:spLocks noGrp="1"/>
          </p:cNvSpPr>
          <p:nvPr/>
        </p:nvSpPr>
        <p:spPr>
          <a:xfrm>
            <a:off x="7173144" y="552810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EC962"/>
          </a:solidFill>
          <a:ln w="7855">
            <a:solidFill>
              <a:srgbClr val="5EC962"/>
            </a:solidFill>
            <a:prstDash val="solid"/>
          </a:ln>
        </p:spPr>
      </p:sp>
      <p:sp>
        <p:nvSpPr>
          <p:cNvPr id="264" name="c_full_paired_2866">
            <a:extLst>
              <a:ext uri="{FF2B5EF4-FFF2-40B4-BE49-F238E27FC236}">
                <a16:creationId xmlns:a16="http://schemas.microsoft.com/office/drawing/2014/main" id="{79243732-98BF-46AA-83B8-5277F3B18915}"/>
              </a:ext>
            </a:extLst>
          </p:cNvPr>
          <p:cNvSpPr>
            <a:spLocks noGrp="1"/>
          </p:cNvSpPr>
          <p:nvPr/>
        </p:nvSpPr>
        <p:spPr>
          <a:xfrm>
            <a:off x="7173144" y="55092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CC863"/>
          </a:solidFill>
          <a:ln w="7855">
            <a:solidFill>
              <a:srgbClr val="5CC863"/>
            </a:solidFill>
            <a:prstDash val="solid"/>
          </a:ln>
        </p:spPr>
      </p:sp>
      <p:sp>
        <p:nvSpPr>
          <p:cNvPr id="265" name="c_full_paired_2867">
            <a:extLst>
              <a:ext uri="{FF2B5EF4-FFF2-40B4-BE49-F238E27FC236}">
                <a16:creationId xmlns:a16="http://schemas.microsoft.com/office/drawing/2014/main" id="{DAB98ADC-5BFF-4947-A7F3-8D87055FCCAE}"/>
              </a:ext>
            </a:extLst>
          </p:cNvPr>
          <p:cNvSpPr>
            <a:spLocks noGrp="1"/>
          </p:cNvSpPr>
          <p:nvPr/>
        </p:nvSpPr>
        <p:spPr>
          <a:xfrm>
            <a:off x="7173144" y="54904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AC864"/>
          </a:solidFill>
          <a:ln w="7855">
            <a:solidFill>
              <a:srgbClr val="5AC864"/>
            </a:solidFill>
            <a:prstDash val="solid"/>
          </a:ln>
        </p:spPr>
      </p:sp>
      <p:sp>
        <p:nvSpPr>
          <p:cNvPr id="266" name="c_full_paired_2868">
            <a:extLst>
              <a:ext uri="{FF2B5EF4-FFF2-40B4-BE49-F238E27FC236}">
                <a16:creationId xmlns:a16="http://schemas.microsoft.com/office/drawing/2014/main" id="{CE59FEBD-599B-4B82-986D-D1D101B02064}"/>
              </a:ext>
            </a:extLst>
          </p:cNvPr>
          <p:cNvSpPr>
            <a:spLocks noGrp="1"/>
          </p:cNvSpPr>
          <p:nvPr/>
        </p:nvSpPr>
        <p:spPr>
          <a:xfrm>
            <a:off x="7173144" y="54716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8C765"/>
          </a:solidFill>
          <a:ln w="7855">
            <a:solidFill>
              <a:srgbClr val="58C765"/>
            </a:solidFill>
            <a:prstDash val="solid"/>
          </a:ln>
        </p:spPr>
      </p:sp>
      <p:sp>
        <p:nvSpPr>
          <p:cNvPr id="267" name="c_full_paired_2869">
            <a:extLst>
              <a:ext uri="{FF2B5EF4-FFF2-40B4-BE49-F238E27FC236}">
                <a16:creationId xmlns:a16="http://schemas.microsoft.com/office/drawing/2014/main" id="{5A570127-954E-4D03-A46D-38FBF42F96C5}"/>
              </a:ext>
            </a:extLst>
          </p:cNvPr>
          <p:cNvSpPr>
            <a:spLocks noGrp="1"/>
          </p:cNvSpPr>
          <p:nvPr/>
        </p:nvSpPr>
        <p:spPr>
          <a:xfrm>
            <a:off x="7173144" y="54527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6C667"/>
          </a:solidFill>
          <a:ln w="7855">
            <a:solidFill>
              <a:srgbClr val="56C667"/>
            </a:solidFill>
            <a:prstDash val="solid"/>
          </a:ln>
        </p:spPr>
      </p:sp>
      <p:sp>
        <p:nvSpPr>
          <p:cNvPr id="268" name="c_full_paired_2870">
            <a:extLst>
              <a:ext uri="{FF2B5EF4-FFF2-40B4-BE49-F238E27FC236}">
                <a16:creationId xmlns:a16="http://schemas.microsoft.com/office/drawing/2014/main" id="{14339C2D-C558-447B-94C8-0856BFDFD9BF}"/>
              </a:ext>
            </a:extLst>
          </p:cNvPr>
          <p:cNvSpPr>
            <a:spLocks noGrp="1"/>
          </p:cNvSpPr>
          <p:nvPr/>
        </p:nvSpPr>
        <p:spPr>
          <a:xfrm>
            <a:off x="7173144" y="54339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4C568"/>
          </a:solidFill>
          <a:ln w="7855">
            <a:solidFill>
              <a:srgbClr val="54C568"/>
            </a:solidFill>
            <a:prstDash val="solid"/>
          </a:ln>
        </p:spPr>
      </p:sp>
      <p:sp>
        <p:nvSpPr>
          <p:cNvPr id="269" name="c_full_paired_2871">
            <a:extLst>
              <a:ext uri="{FF2B5EF4-FFF2-40B4-BE49-F238E27FC236}">
                <a16:creationId xmlns:a16="http://schemas.microsoft.com/office/drawing/2014/main" id="{AFAB72FF-856A-4A39-9C1B-CFC97C855EEA}"/>
              </a:ext>
            </a:extLst>
          </p:cNvPr>
          <p:cNvSpPr>
            <a:spLocks noGrp="1"/>
          </p:cNvSpPr>
          <p:nvPr/>
        </p:nvSpPr>
        <p:spPr>
          <a:xfrm>
            <a:off x="7173144" y="54151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2C569"/>
          </a:solidFill>
          <a:ln w="7855">
            <a:solidFill>
              <a:srgbClr val="52C569"/>
            </a:solidFill>
            <a:prstDash val="solid"/>
          </a:ln>
        </p:spPr>
      </p:sp>
      <p:sp>
        <p:nvSpPr>
          <p:cNvPr id="270" name="c_full_paired_2872">
            <a:extLst>
              <a:ext uri="{FF2B5EF4-FFF2-40B4-BE49-F238E27FC236}">
                <a16:creationId xmlns:a16="http://schemas.microsoft.com/office/drawing/2014/main" id="{540FC6A8-16CD-4462-B42F-408C89C4DAA6}"/>
              </a:ext>
            </a:extLst>
          </p:cNvPr>
          <p:cNvSpPr>
            <a:spLocks noGrp="1"/>
          </p:cNvSpPr>
          <p:nvPr/>
        </p:nvSpPr>
        <p:spPr>
          <a:xfrm>
            <a:off x="7173144" y="539627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0C46A"/>
          </a:solidFill>
          <a:ln w="7855">
            <a:solidFill>
              <a:srgbClr val="50C46A"/>
            </a:solidFill>
            <a:prstDash val="solid"/>
          </a:ln>
        </p:spPr>
      </p:sp>
      <p:sp>
        <p:nvSpPr>
          <p:cNvPr id="271" name="c_full_paired_2873">
            <a:extLst>
              <a:ext uri="{FF2B5EF4-FFF2-40B4-BE49-F238E27FC236}">
                <a16:creationId xmlns:a16="http://schemas.microsoft.com/office/drawing/2014/main" id="{54FABD1C-4792-415D-A90B-70462517FCB5}"/>
              </a:ext>
            </a:extLst>
          </p:cNvPr>
          <p:cNvSpPr>
            <a:spLocks noGrp="1"/>
          </p:cNvSpPr>
          <p:nvPr/>
        </p:nvSpPr>
        <p:spPr>
          <a:xfrm>
            <a:off x="7173144" y="537744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EC36B"/>
          </a:solidFill>
          <a:ln w="7855">
            <a:solidFill>
              <a:srgbClr val="4EC36B"/>
            </a:solidFill>
            <a:prstDash val="solid"/>
          </a:ln>
        </p:spPr>
      </p:sp>
      <p:sp>
        <p:nvSpPr>
          <p:cNvPr id="272" name="c_full_paired_2874">
            <a:extLst>
              <a:ext uri="{FF2B5EF4-FFF2-40B4-BE49-F238E27FC236}">
                <a16:creationId xmlns:a16="http://schemas.microsoft.com/office/drawing/2014/main" id="{F823D4BC-4E9B-4CA7-9625-817E24ABECE0}"/>
              </a:ext>
            </a:extLst>
          </p:cNvPr>
          <p:cNvSpPr>
            <a:spLocks noGrp="1"/>
          </p:cNvSpPr>
          <p:nvPr/>
        </p:nvSpPr>
        <p:spPr>
          <a:xfrm>
            <a:off x="7173144" y="535861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CC26C"/>
          </a:solidFill>
          <a:ln w="7855">
            <a:solidFill>
              <a:srgbClr val="4CC26C"/>
            </a:solidFill>
            <a:prstDash val="solid"/>
          </a:ln>
        </p:spPr>
      </p:sp>
      <p:sp>
        <p:nvSpPr>
          <p:cNvPr id="273" name="c_full_paired_2875">
            <a:extLst>
              <a:ext uri="{FF2B5EF4-FFF2-40B4-BE49-F238E27FC236}">
                <a16:creationId xmlns:a16="http://schemas.microsoft.com/office/drawing/2014/main" id="{5588585D-C2F8-4C68-AE09-C4B4F1E04459}"/>
              </a:ext>
            </a:extLst>
          </p:cNvPr>
          <p:cNvSpPr>
            <a:spLocks noGrp="1"/>
          </p:cNvSpPr>
          <p:nvPr/>
        </p:nvSpPr>
        <p:spPr>
          <a:xfrm>
            <a:off x="7173144" y="533977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AC16D"/>
          </a:solidFill>
          <a:ln w="7855">
            <a:solidFill>
              <a:srgbClr val="4AC16D"/>
            </a:solidFill>
            <a:prstDash val="solid"/>
          </a:ln>
        </p:spPr>
      </p:sp>
      <p:sp>
        <p:nvSpPr>
          <p:cNvPr id="274" name="c_full_paired_2876">
            <a:extLst>
              <a:ext uri="{FF2B5EF4-FFF2-40B4-BE49-F238E27FC236}">
                <a16:creationId xmlns:a16="http://schemas.microsoft.com/office/drawing/2014/main" id="{7527D9BB-85F1-44F3-A963-4AC4E412495B}"/>
              </a:ext>
            </a:extLst>
          </p:cNvPr>
          <p:cNvSpPr>
            <a:spLocks noGrp="1"/>
          </p:cNvSpPr>
          <p:nvPr/>
        </p:nvSpPr>
        <p:spPr>
          <a:xfrm>
            <a:off x="7173144" y="532094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C16E"/>
          </a:solidFill>
          <a:ln w="7855">
            <a:solidFill>
              <a:srgbClr val="48C16E"/>
            </a:solidFill>
            <a:prstDash val="solid"/>
          </a:ln>
        </p:spPr>
      </p:sp>
      <p:sp>
        <p:nvSpPr>
          <p:cNvPr id="275" name="c_full_paired_2877">
            <a:extLst>
              <a:ext uri="{FF2B5EF4-FFF2-40B4-BE49-F238E27FC236}">
                <a16:creationId xmlns:a16="http://schemas.microsoft.com/office/drawing/2014/main" id="{6A465624-686E-48CA-A1C4-2383AEE78010}"/>
              </a:ext>
            </a:extLst>
          </p:cNvPr>
          <p:cNvSpPr>
            <a:spLocks noGrp="1"/>
          </p:cNvSpPr>
          <p:nvPr/>
        </p:nvSpPr>
        <p:spPr>
          <a:xfrm>
            <a:off x="7173144" y="530211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C06F"/>
          </a:solidFill>
          <a:ln w="7855">
            <a:solidFill>
              <a:srgbClr val="46C06F"/>
            </a:solidFill>
            <a:prstDash val="solid"/>
          </a:ln>
        </p:spPr>
      </p:sp>
      <p:sp>
        <p:nvSpPr>
          <p:cNvPr id="276" name="c_full_paired_2878">
            <a:extLst>
              <a:ext uri="{FF2B5EF4-FFF2-40B4-BE49-F238E27FC236}">
                <a16:creationId xmlns:a16="http://schemas.microsoft.com/office/drawing/2014/main" id="{CA91287A-EE48-44BF-9CD2-F18B075D557F}"/>
              </a:ext>
            </a:extLst>
          </p:cNvPr>
          <p:cNvSpPr>
            <a:spLocks noGrp="1"/>
          </p:cNvSpPr>
          <p:nvPr/>
        </p:nvSpPr>
        <p:spPr>
          <a:xfrm>
            <a:off x="7173144" y="528327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BF70"/>
          </a:solidFill>
          <a:ln w="7855">
            <a:solidFill>
              <a:srgbClr val="44BF70"/>
            </a:solidFill>
            <a:prstDash val="solid"/>
          </a:ln>
        </p:spPr>
      </p:sp>
      <p:sp>
        <p:nvSpPr>
          <p:cNvPr id="277" name="c_full_paired_2879">
            <a:extLst>
              <a:ext uri="{FF2B5EF4-FFF2-40B4-BE49-F238E27FC236}">
                <a16:creationId xmlns:a16="http://schemas.microsoft.com/office/drawing/2014/main" id="{DEC7B3ED-BDC5-4079-9EC2-31B6DC5E5C46}"/>
              </a:ext>
            </a:extLst>
          </p:cNvPr>
          <p:cNvSpPr>
            <a:spLocks noGrp="1"/>
          </p:cNvSpPr>
          <p:nvPr/>
        </p:nvSpPr>
        <p:spPr>
          <a:xfrm>
            <a:off x="7173144" y="526444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BE71"/>
          </a:solidFill>
          <a:ln w="7855">
            <a:solidFill>
              <a:srgbClr val="42BE71"/>
            </a:solidFill>
            <a:prstDash val="solid"/>
          </a:ln>
        </p:spPr>
      </p:sp>
      <p:sp>
        <p:nvSpPr>
          <p:cNvPr id="278" name="c_full_paired_2880">
            <a:extLst>
              <a:ext uri="{FF2B5EF4-FFF2-40B4-BE49-F238E27FC236}">
                <a16:creationId xmlns:a16="http://schemas.microsoft.com/office/drawing/2014/main" id="{6A910129-5B35-4E6D-8F02-A68B6B3FE891}"/>
              </a:ext>
            </a:extLst>
          </p:cNvPr>
          <p:cNvSpPr>
            <a:spLocks noGrp="1"/>
          </p:cNvSpPr>
          <p:nvPr/>
        </p:nvSpPr>
        <p:spPr>
          <a:xfrm>
            <a:off x="7173144" y="524561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0BD72"/>
          </a:solidFill>
          <a:ln w="7855">
            <a:solidFill>
              <a:srgbClr val="40BD72"/>
            </a:solidFill>
            <a:prstDash val="solid"/>
          </a:ln>
        </p:spPr>
      </p:sp>
      <p:sp>
        <p:nvSpPr>
          <p:cNvPr id="279" name="c_full_paired_2881">
            <a:extLst>
              <a:ext uri="{FF2B5EF4-FFF2-40B4-BE49-F238E27FC236}">
                <a16:creationId xmlns:a16="http://schemas.microsoft.com/office/drawing/2014/main" id="{3BD090D6-F959-47D6-9293-E1218F058A25}"/>
              </a:ext>
            </a:extLst>
          </p:cNvPr>
          <p:cNvSpPr>
            <a:spLocks noGrp="1"/>
          </p:cNvSpPr>
          <p:nvPr/>
        </p:nvSpPr>
        <p:spPr>
          <a:xfrm>
            <a:off x="7173144" y="522677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FBC73"/>
          </a:solidFill>
          <a:ln w="7855">
            <a:solidFill>
              <a:srgbClr val="3FBC73"/>
            </a:solidFill>
            <a:prstDash val="solid"/>
          </a:ln>
        </p:spPr>
      </p:sp>
      <p:sp>
        <p:nvSpPr>
          <p:cNvPr id="280" name="c_full_paired_2882">
            <a:extLst>
              <a:ext uri="{FF2B5EF4-FFF2-40B4-BE49-F238E27FC236}">
                <a16:creationId xmlns:a16="http://schemas.microsoft.com/office/drawing/2014/main" id="{2D4C8C2C-C449-40A4-9879-B1D044D8D352}"/>
              </a:ext>
            </a:extLst>
          </p:cNvPr>
          <p:cNvSpPr>
            <a:spLocks noGrp="1"/>
          </p:cNvSpPr>
          <p:nvPr/>
        </p:nvSpPr>
        <p:spPr>
          <a:xfrm>
            <a:off x="7173144" y="520794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DBC74"/>
          </a:solidFill>
          <a:ln w="7855">
            <a:solidFill>
              <a:srgbClr val="3DBC74"/>
            </a:solidFill>
            <a:prstDash val="solid"/>
          </a:ln>
        </p:spPr>
      </p:sp>
      <p:sp>
        <p:nvSpPr>
          <p:cNvPr id="281" name="c_full_paired_2883">
            <a:extLst>
              <a:ext uri="{FF2B5EF4-FFF2-40B4-BE49-F238E27FC236}">
                <a16:creationId xmlns:a16="http://schemas.microsoft.com/office/drawing/2014/main" id="{F789AB17-002D-48EE-9406-E6ACB2B47DA7}"/>
              </a:ext>
            </a:extLst>
          </p:cNvPr>
          <p:cNvSpPr>
            <a:spLocks noGrp="1"/>
          </p:cNvSpPr>
          <p:nvPr/>
        </p:nvSpPr>
        <p:spPr>
          <a:xfrm>
            <a:off x="7173144" y="518911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BBB75"/>
          </a:solidFill>
          <a:ln w="7855">
            <a:solidFill>
              <a:srgbClr val="3BBB75"/>
            </a:solidFill>
            <a:prstDash val="solid"/>
          </a:ln>
        </p:spPr>
      </p:sp>
      <p:sp>
        <p:nvSpPr>
          <p:cNvPr id="282" name="c_full_paired_2884">
            <a:extLst>
              <a:ext uri="{FF2B5EF4-FFF2-40B4-BE49-F238E27FC236}">
                <a16:creationId xmlns:a16="http://schemas.microsoft.com/office/drawing/2014/main" id="{63D30584-B930-4926-8892-B95BAD459642}"/>
              </a:ext>
            </a:extLst>
          </p:cNvPr>
          <p:cNvSpPr>
            <a:spLocks noGrp="1"/>
          </p:cNvSpPr>
          <p:nvPr/>
        </p:nvSpPr>
        <p:spPr>
          <a:xfrm>
            <a:off x="7173144" y="517027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ABA76"/>
          </a:solidFill>
          <a:ln w="7855">
            <a:solidFill>
              <a:srgbClr val="3ABA76"/>
            </a:solidFill>
            <a:prstDash val="solid"/>
          </a:ln>
        </p:spPr>
      </p:sp>
      <p:sp>
        <p:nvSpPr>
          <p:cNvPr id="283" name="c_full_paired_2885">
            <a:extLst>
              <a:ext uri="{FF2B5EF4-FFF2-40B4-BE49-F238E27FC236}">
                <a16:creationId xmlns:a16="http://schemas.microsoft.com/office/drawing/2014/main" id="{F6E9F3FF-D2AC-4BC6-AB50-FF9D0E50EA11}"/>
              </a:ext>
            </a:extLst>
          </p:cNvPr>
          <p:cNvSpPr>
            <a:spLocks noGrp="1"/>
          </p:cNvSpPr>
          <p:nvPr/>
        </p:nvSpPr>
        <p:spPr>
          <a:xfrm>
            <a:off x="7173144" y="515144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8B977"/>
          </a:solidFill>
          <a:ln w="7855">
            <a:solidFill>
              <a:srgbClr val="38B977"/>
            </a:solidFill>
            <a:prstDash val="solid"/>
          </a:ln>
        </p:spPr>
      </p:sp>
      <p:sp>
        <p:nvSpPr>
          <p:cNvPr id="284" name="c_full_paired_2886">
            <a:extLst>
              <a:ext uri="{FF2B5EF4-FFF2-40B4-BE49-F238E27FC236}">
                <a16:creationId xmlns:a16="http://schemas.microsoft.com/office/drawing/2014/main" id="{D719AB25-3FEB-4932-AF47-F74C5566E58B}"/>
              </a:ext>
            </a:extLst>
          </p:cNvPr>
          <p:cNvSpPr>
            <a:spLocks noGrp="1"/>
          </p:cNvSpPr>
          <p:nvPr/>
        </p:nvSpPr>
        <p:spPr>
          <a:xfrm>
            <a:off x="7173144" y="513261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7B878"/>
          </a:solidFill>
          <a:ln w="7855">
            <a:solidFill>
              <a:srgbClr val="37B878"/>
            </a:solidFill>
            <a:prstDash val="solid"/>
          </a:ln>
        </p:spPr>
      </p:sp>
      <p:sp>
        <p:nvSpPr>
          <p:cNvPr id="285" name="c_full_paired_2887">
            <a:extLst>
              <a:ext uri="{FF2B5EF4-FFF2-40B4-BE49-F238E27FC236}">
                <a16:creationId xmlns:a16="http://schemas.microsoft.com/office/drawing/2014/main" id="{F9FA9571-214E-458B-A68E-89C2D06FB217}"/>
              </a:ext>
            </a:extLst>
          </p:cNvPr>
          <p:cNvSpPr>
            <a:spLocks noGrp="1"/>
          </p:cNvSpPr>
          <p:nvPr/>
        </p:nvSpPr>
        <p:spPr>
          <a:xfrm>
            <a:off x="7173144" y="511378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5B779"/>
          </a:solidFill>
          <a:ln w="7855">
            <a:solidFill>
              <a:srgbClr val="35B779"/>
            </a:solidFill>
            <a:prstDash val="solid"/>
          </a:ln>
        </p:spPr>
      </p:sp>
      <p:sp>
        <p:nvSpPr>
          <p:cNvPr id="286" name="c_full_paired_2888">
            <a:extLst>
              <a:ext uri="{FF2B5EF4-FFF2-40B4-BE49-F238E27FC236}">
                <a16:creationId xmlns:a16="http://schemas.microsoft.com/office/drawing/2014/main" id="{5ECBA8FA-0D10-4761-B5AB-06584CD76A81}"/>
              </a:ext>
            </a:extLst>
          </p:cNvPr>
          <p:cNvSpPr>
            <a:spLocks noGrp="1"/>
          </p:cNvSpPr>
          <p:nvPr/>
        </p:nvSpPr>
        <p:spPr>
          <a:xfrm>
            <a:off x="7173144" y="509494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4B679"/>
          </a:solidFill>
          <a:ln w="7855">
            <a:solidFill>
              <a:srgbClr val="34B679"/>
            </a:solidFill>
            <a:prstDash val="solid"/>
          </a:ln>
        </p:spPr>
      </p:sp>
      <p:sp>
        <p:nvSpPr>
          <p:cNvPr id="287" name="c_full_paired_2889">
            <a:extLst>
              <a:ext uri="{FF2B5EF4-FFF2-40B4-BE49-F238E27FC236}">
                <a16:creationId xmlns:a16="http://schemas.microsoft.com/office/drawing/2014/main" id="{52891AC9-F63B-468A-897B-6DCC3D2C1FCB}"/>
              </a:ext>
            </a:extLst>
          </p:cNvPr>
          <p:cNvSpPr>
            <a:spLocks noGrp="1"/>
          </p:cNvSpPr>
          <p:nvPr/>
        </p:nvSpPr>
        <p:spPr>
          <a:xfrm>
            <a:off x="7173144" y="507611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2B67A"/>
          </a:solidFill>
          <a:ln w="7855">
            <a:solidFill>
              <a:srgbClr val="32B67A"/>
            </a:solidFill>
            <a:prstDash val="solid"/>
          </a:ln>
        </p:spPr>
      </p:sp>
      <p:sp>
        <p:nvSpPr>
          <p:cNvPr id="288" name="c_full_paired_2890">
            <a:extLst>
              <a:ext uri="{FF2B5EF4-FFF2-40B4-BE49-F238E27FC236}">
                <a16:creationId xmlns:a16="http://schemas.microsoft.com/office/drawing/2014/main" id="{4391EB39-8248-419F-B45C-DC415F0BC4A9}"/>
              </a:ext>
            </a:extLst>
          </p:cNvPr>
          <p:cNvSpPr>
            <a:spLocks noGrp="1"/>
          </p:cNvSpPr>
          <p:nvPr/>
        </p:nvSpPr>
        <p:spPr>
          <a:xfrm>
            <a:off x="7173144" y="505728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B57B"/>
          </a:solidFill>
          <a:ln w="7855">
            <a:solidFill>
              <a:srgbClr val="31B57B"/>
            </a:solidFill>
            <a:prstDash val="solid"/>
          </a:ln>
        </p:spPr>
      </p:sp>
      <p:sp>
        <p:nvSpPr>
          <p:cNvPr id="289" name="c_full_paired_2891">
            <a:extLst>
              <a:ext uri="{FF2B5EF4-FFF2-40B4-BE49-F238E27FC236}">
                <a16:creationId xmlns:a16="http://schemas.microsoft.com/office/drawing/2014/main" id="{58ACD286-7AA7-483D-A5DC-B8C726F24F4F}"/>
              </a:ext>
            </a:extLst>
          </p:cNvPr>
          <p:cNvSpPr>
            <a:spLocks noGrp="1"/>
          </p:cNvSpPr>
          <p:nvPr/>
        </p:nvSpPr>
        <p:spPr>
          <a:xfrm>
            <a:off x="7173144" y="503844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FB47C"/>
          </a:solidFill>
          <a:ln w="7855">
            <a:solidFill>
              <a:srgbClr val="2FB47C"/>
            </a:solidFill>
            <a:prstDash val="solid"/>
          </a:ln>
        </p:spPr>
      </p:sp>
      <p:sp>
        <p:nvSpPr>
          <p:cNvPr id="290" name="c_full_paired_2892">
            <a:extLst>
              <a:ext uri="{FF2B5EF4-FFF2-40B4-BE49-F238E27FC236}">
                <a16:creationId xmlns:a16="http://schemas.microsoft.com/office/drawing/2014/main" id="{2A2F8D3B-4F4E-4160-8BBF-AE315D5CC48B}"/>
              </a:ext>
            </a:extLst>
          </p:cNvPr>
          <p:cNvSpPr>
            <a:spLocks noGrp="1"/>
          </p:cNvSpPr>
          <p:nvPr/>
        </p:nvSpPr>
        <p:spPr>
          <a:xfrm>
            <a:off x="7173144" y="501961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B37C"/>
          </a:solidFill>
          <a:ln w="7855">
            <a:solidFill>
              <a:srgbClr val="2EB37C"/>
            </a:solidFill>
            <a:prstDash val="solid"/>
          </a:ln>
        </p:spPr>
      </p:sp>
      <p:sp>
        <p:nvSpPr>
          <p:cNvPr id="291" name="c_full_paired_2893">
            <a:extLst>
              <a:ext uri="{FF2B5EF4-FFF2-40B4-BE49-F238E27FC236}">
                <a16:creationId xmlns:a16="http://schemas.microsoft.com/office/drawing/2014/main" id="{868D85D4-A367-411D-AA8C-B890CB8A2C34}"/>
              </a:ext>
            </a:extLst>
          </p:cNvPr>
          <p:cNvSpPr>
            <a:spLocks noGrp="1"/>
          </p:cNvSpPr>
          <p:nvPr/>
        </p:nvSpPr>
        <p:spPr>
          <a:xfrm>
            <a:off x="7173144" y="500078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DB27D"/>
          </a:solidFill>
          <a:ln w="7855">
            <a:solidFill>
              <a:srgbClr val="2DB27D"/>
            </a:solidFill>
            <a:prstDash val="solid"/>
          </a:ln>
        </p:spPr>
      </p:sp>
      <p:sp>
        <p:nvSpPr>
          <p:cNvPr id="292" name="c_full_paired_2894">
            <a:extLst>
              <a:ext uri="{FF2B5EF4-FFF2-40B4-BE49-F238E27FC236}">
                <a16:creationId xmlns:a16="http://schemas.microsoft.com/office/drawing/2014/main" id="{CF5B4F0D-DF9E-4ABC-932B-88AB286A0E43}"/>
              </a:ext>
            </a:extLst>
          </p:cNvPr>
          <p:cNvSpPr>
            <a:spLocks noGrp="1"/>
          </p:cNvSpPr>
          <p:nvPr/>
        </p:nvSpPr>
        <p:spPr>
          <a:xfrm>
            <a:off x="7173144" y="498194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B17E"/>
          </a:solidFill>
          <a:ln w="7855">
            <a:solidFill>
              <a:srgbClr val="2CB17E"/>
            </a:solidFill>
            <a:prstDash val="solid"/>
          </a:ln>
        </p:spPr>
      </p:sp>
      <p:sp>
        <p:nvSpPr>
          <p:cNvPr id="293" name="c_full_paired_2895">
            <a:extLst>
              <a:ext uri="{FF2B5EF4-FFF2-40B4-BE49-F238E27FC236}">
                <a16:creationId xmlns:a16="http://schemas.microsoft.com/office/drawing/2014/main" id="{6628F8D9-BD91-4EA0-A638-604B6D3F05B3}"/>
              </a:ext>
            </a:extLst>
          </p:cNvPr>
          <p:cNvSpPr>
            <a:spLocks noGrp="1"/>
          </p:cNvSpPr>
          <p:nvPr/>
        </p:nvSpPr>
        <p:spPr>
          <a:xfrm>
            <a:off x="7173144" y="496311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B07F"/>
          </a:solidFill>
          <a:ln w="7855">
            <a:solidFill>
              <a:srgbClr val="2AB07F"/>
            </a:solidFill>
            <a:prstDash val="solid"/>
          </a:ln>
        </p:spPr>
      </p:sp>
      <p:sp>
        <p:nvSpPr>
          <p:cNvPr id="294" name="c_full_paired_2896">
            <a:extLst>
              <a:ext uri="{FF2B5EF4-FFF2-40B4-BE49-F238E27FC236}">
                <a16:creationId xmlns:a16="http://schemas.microsoft.com/office/drawing/2014/main" id="{806B969B-B7BF-4C4E-8DD9-B638B255F408}"/>
              </a:ext>
            </a:extLst>
          </p:cNvPr>
          <p:cNvSpPr>
            <a:spLocks noGrp="1"/>
          </p:cNvSpPr>
          <p:nvPr/>
        </p:nvSpPr>
        <p:spPr>
          <a:xfrm>
            <a:off x="7173144" y="494428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AF7F"/>
          </a:solidFill>
          <a:ln w="7855">
            <a:solidFill>
              <a:srgbClr val="29AF7F"/>
            </a:solidFill>
            <a:prstDash val="solid"/>
          </a:ln>
        </p:spPr>
      </p:sp>
      <p:sp>
        <p:nvSpPr>
          <p:cNvPr id="295" name="c_full_paired_2897">
            <a:extLst>
              <a:ext uri="{FF2B5EF4-FFF2-40B4-BE49-F238E27FC236}">
                <a16:creationId xmlns:a16="http://schemas.microsoft.com/office/drawing/2014/main" id="{620E7D55-2951-433E-AF48-32D6461ACD80}"/>
              </a:ext>
            </a:extLst>
          </p:cNvPr>
          <p:cNvSpPr>
            <a:spLocks noGrp="1"/>
          </p:cNvSpPr>
          <p:nvPr/>
        </p:nvSpPr>
        <p:spPr>
          <a:xfrm>
            <a:off x="7173144" y="492544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8AE80"/>
          </a:solidFill>
          <a:ln w="7855">
            <a:solidFill>
              <a:srgbClr val="28AE80"/>
            </a:solidFill>
            <a:prstDash val="solid"/>
          </a:ln>
        </p:spPr>
      </p:sp>
      <p:sp>
        <p:nvSpPr>
          <p:cNvPr id="296" name="c_full_paired_2898">
            <a:extLst>
              <a:ext uri="{FF2B5EF4-FFF2-40B4-BE49-F238E27FC236}">
                <a16:creationId xmlns:a16="http://schemas.microsoft.com/office/drawing/2014/main" id="{9A7FD273-A95C-49BA-B138-8DF182185913}"/>
              </a:ext>
            </a:extLst>
          </p:cNvPr>
          <p:cNvSpPr>
            <a:spLocks noGrp="1"/>
          </p:cNvSpPr>
          <p:nvPr/>
        </p:nvSpPr>
        <p:spPr>
          <a:xfrm>
            <a:off x="7173144" y="490661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AD81"/>
          </a:solidFill>
          <a:ln w="7855">
            <a:solidFill>
              <a:srgbClr val="27AD81"/>
            </a:solidFill>
            <a:prstDash val="solid"/>
          </a:ln>
        </p:spPr>
      </p:sp>
      <p:sp>
        <p:nvSpPr>
          <p:cNvPr id="297" name="c_full_paired_2899">
            <a:extLst>
              <a:ext uri="{FF2B5EF4-FFF2-40B4-BE49-F238E27FC236}">
                <a16:creationId xmlns:a16="http://schemas.microsoft.com/office/drawing/2014/main" id="{2014480B-D774-47DC-BA99-487B99A6ABE1}"/>
              </a:ext>
            </a:extLst>
          </p:cNvPr>
          <p:cNvSpPr>
            <a:spLocks noGrp="1"/>
          </p:cNvSpPr>
          <p:nvPr/>
        </p:nvSpPr>
        <p:spPr>
          <a:xfrm>
            <a:off x="7173144" y="488778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AD81"/>
          </a:solidFill>
          <a:ln w="7855">
            <a:solidFill>
              <a:srgbClr val="26AD81"/>
            </a:solidFill>
            <a:prstDash val="solid"/>
          </a:ln>
        </p:spPr>
      </p:sp>
      <p:sp>
        <p:nvSpPr>
          <p:cNvPr id="298" name="c_full_paired_2900">
            <a:extLst>
              <a:ext uri="{FF2B5EF4-FFF2-40B4-BE49-F238E27FC236}">
                <a16:creationId xmlns:a16="http://schemas.microsoft.com/office/drawing/2014/main" id="{B4A71CF5-BFA9-4812-9688-FCFAD736FC18}"/>
              </a:ext>
            </a:extLst>
          </p:cNvPr>
          <p:cNvSpPr>
            <a:spLocks noGrp="1"/>
          </p:cNvSpPr>
          <p:nvPr/>
        </p:nvSpPr>
        <p:spPr>
          <a:xfrm>
            <a:off x="7173144" y="486894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AC82"/>
          </a:solidFill>
          <a:ln w="7855">
            <a:solidFill>
              <a:srgbClr val="25AC82"/>
            </a:solidFill>
            <a:prstDash val="solid"/>
          </a:ln>
        </p:spPr>
      </p:sp>
      <p:sp>
        <p:nvSpPr>
          <p:cNvPr id="299" name="c_full_paired_2901">
            <a:extLst>
              <a:ext uri="{FF2B5EF4-FFF2-40B4-BE49-F238E27FC236}">
                <a16:creationId xmlns:a16="http://schemas.microsoft.com/office/drawing/2014/main" id="{FD19CA06-9F8D-4E1F-A857-4FBF628A8F22}"/>
              </a:ext>
            </a:extLst>
          </p:cNvPr>
          <p:cNvSpPr>
            <a:spLocks noGrp="1"/>
          </p:cNvSpPr>
          <p:nvPr/>
        </p:nvSpPr>
        <p:spPr>
          <a:xfrm>
            <a:off x="7173144" y="485011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AB82"/>
          </a:solidFill>
          <a:ln w="7855">
            <a:solidFill>
              <a:srgbClr val="25AB82"/>
            </a:solidFill>
            <a:prstDash val="solid"/>
          </a:ln>
        </p:spPr>
      </p:sp>
      <p:sp>
        <p:nvSpPr>
          <p:cNvPr id="300" name="c_full_paired_2902">
            <a:extLst>
              <a:ext uri="{FF2B5EF4-FFF2-40B4-BE49-F238E27FC236}">
                <a16:creationId xmlns:a16="http://schemas.microsoft.com/office/drawing/2014/main" id="{40DCC369-07A1-415F-957F-8E77582E4A46}"/>
              </a:ext>
            </a:extLst>
          </p:cNvPr>
          <p:cNvSpPr>
            <a:spLocks noGrp="1"/>
          </p:cNvSpPr>
          <p:nvPr/>
        </p:nvSpPr>
        <p:spPr>
          <a:xfrm>
            <a:off x="7173144" y="483128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4AA83"/>
          </a:solidFill>
          <a:ln w="7855">
            <a:solidFill>
              <a:srgbClr val="24AA83"/>
            </a:solidFill>
            <a:prstDash val="solid"/>
          </a:ln>
        </p:spPr>
      </p:sp>
      <p:sp>
        <p:nvSpPr>
          <p:cNvPr id="301" name="c_full_paired_2903">
            <a:extLst>
              <a:ext uri="{FF2B5EF4-FFF2-40B4-BE49-F238E27FC236}">
                <a16:creationId xmlns:a16="http://schemas.microsoft.com/office/drawing/2014/main" id="{E0FC5DA9-B982-4B3F-9FDC-CCDD50D97DE7}"/>
              </a:ext>
            </a:extLst>
          </p:cNvPr>
          <p:cNvSpPr>
            <a:spLocks noGrp="1"/>
          </p:cNvSpPr>
          <p:nvPr/>
        </p:nvSpPr>
        <p:spPr>
          <a:xfrm>
            <a:off x="7173144" y="481244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A983"/>
          </a:solidFill>
          <a:ln w="7855">
            <a:solidFill>
              <a:srgbClr val="23A983"/>
            </a:solidFill>
            <a:prstDash val="solid"/>
          </a:ln>
        </p:spPr>
      </p:sp>
      <p:sp>
        <p:nvSpPr>
          <p:cNvPr id="302" name="c_full_paired_2904">
            <a:extLst>
              <a:ext uri="{FF2B5EF4-FFF2-40B4-BE49-F238E27FC236}">
                <a16:creationId xmlns:a16="http://schemas.microsoft.com/office/drawing/2014/main" id="{BC49E449-99C0-4BCC-990B-E157652D04BB}"/>
              </a:ext>
            </a:extLst>
          </p:cNvPr>
          <p:cNvSpPr>
            <a:spLocks noGrp="1"/>
          </p:cNvSpPr>
          <p:nvPr/>
        </p:nvSpPr>
        <p:spPr>
          <a:xfrm>
            <a:off x="7173144" y="479361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A884"/>
          </a:solidFill>
          <a:ln w="7855">
            <a:solidFill>
              <a:srgbClr val="22A884"/>
            </a:solidFill>
            <a:prstDash val="solid"/>
          </a:ln>
        </p:spPr>
      </p:sp>
      <p:sp>
        <p:nvSpPr>
          <p:cNvPr id="303" name="c_full_paired_2905">
            <a:extLst>
              <a:ext uri="{FF2B5EF4-FFF2-40B4-BE49-F238E27FC236}">
                <a16:creationId xmlns:a16="http://schemas.microsoft.com/office/drawing/2014/main" id="{B69746E0-02C8-4B62-B538-92F071F2CABE}"/>
              </a:ext>
            </a:extLst>
          </p:cNvPr>
          <p:cNvSpPr>
            <a:spLocks noGrp="1"/>
          </p:cNvSpPr>
          <p:nvPr/>
        </p:nvSpPr>
        <p:spPr>
          <a:xfrm>
            <a:off x="7173144" y="477478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A785"/>
          </a:solidFill>
          <a:ln w="7855">
            <a:solidFill>
              <a:srgbClr val="22A785"/>
            </a:solidFill>
            <a:prstDash val="solid"/>
          </a:ln>
        </p:spPr>
      </p:sp>
      <p:sp>
        <p:nvSpPr>
          <p:cNvPr id="304" name="c_full_paired_2906">
            <a:extLst>
              <a:ext uri="{FF2B5EF4-FFF2-40B4-BE49-F238E27FC236}">
                <a16:creationId xmlns:a16="http://schemas.microsoft.com/office/drawing/2014/main" id="{40137CEA-046D-451E-BFDC-75DE54347196}"/>
              </a:ext>
            </a:extLst>
          </p:cNvPr>
          <p:cNvSpPr>
            <a:spLocks noGrp="1"/>
          </p:cNvSpPr>
          <p:nvPr/>
        </p:nvSpPr>
        <p:spPr>
          <a:xfrm>
            <a:off x="7173144" y="475595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A685"/>
          </a:solidFill>
          <a:ln w="7855">
            <a:solidFill>
              <a:srgbClr val="21A685"/>
            </a:solidFill>
            <a:prstDash val="solid"/>
          </a:ln>
        </p:spPr>
      </p:sp>
      <p:sp>
        <p:nvSpPr>
          <p:cNvPr id="305" name="c_full_paired_2907">
            <a:extLst>
              <a:ext uri="{FF2B5EF4-FFF2-40B4-BE49-F238E27FC236}">
                <a16:creationId xmlns:a16="http://schemas.microsoft.com/office/drawing/2014/main" id="{B1832B8B-2F0A-4D6B-868E-C77C1E619537}"/>
              </a:ext>
            </a:extLst>
          </p:cNvPr>
          <p:cNvSpPr>
            <a:spLocks noGrp="1"/>
          </p:cNvSpPr>
          <p:nvPr/>
        </p:nvSpPr>
        <p:spPr>
          <a:xfrm>
            <a:off x="7173144" y="473711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A585"/>
          </a:solidFill>
          <a:ln w="7855">
            <a:solidFill>
              <a:srgbClr val="21A585"/>
            </a:solidFill>
            <a:prstDash val="solid"/>
          </a:ln>
        </p:spPr>
      </p:sp>
      <p:sp>
        <p:nvSpPr>
          <p:cNvPr id="306" name="c_full_paired_2908">
            <a:extLst>
              <a:ext uri="{FF2B5EF4-FFF2-40B4-BE49-F238E27FC236}">
                <a16:creationId xmlns:a16="http://schemas.microsoft.com/office/drawing/2014/main" id="{09428BD6-6A5F-411D-B189-142B4C7BB1F0}"/>
              </a:ext>
            </a:extLst>
          </p:cNvPr>
          <p:cNvSpPr>
            <a:spLocks noGrp="1"/>
          </p:cNvSpPr>
          <p:nvPr/>
        </p:nvSpPr>
        <p:spPr>
          <a:xfrm>
            <a:off x="7173144" y="471828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A486"/>
          </a:solidFill>
          <a:ln w="7855">
            <a:solidFill>
              <a:srgbClr val="20A486"/>
            </a:solidFill>
            <a:prstDash val="solid"/>
          </a:ln>
        </p:spPr>
      </p:sp>
      <p:sp>
        <p:nvSpPr>
          <p:cNvPr id="307" name="c_full_paired_2909">
            <a:extLst>
              <a:ext uri="{FF2B5EF4-FFF2-40B4-BE49-F238E27FC236}">
                <a16:creationId xmlns:a16="http://schemas.microsoft.com/office/drawing/2014/main" id="{4E77036B-78E8-4C4F-92AC-6AEEBBC28178}"/>
              </a:ext>
            </a:extLst>
          </p:cNvPr>
          <p:cNvSpPr>
            <a:spLocks noGrp="1"/>
          </p:cNvSpPr>
          <p:nvPr/>
        </p:nvSpPr>
        <p:spPr>
          <a:xfrm>
            <a:off x="7173144" y="469945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A386"/>
          </a:solidFill>
          <a:ln w="7855">
            <a:solidFill>
              <a:srgbClr val="20A386"/>
            </a:solidFill>
            <a:prstDash val="solid"/>
          </a:ln>
        </p:spPr>
      </p:sp>
      <p:sp>
        <p:nvSpPr>
          <p:cNvPr id="308" name="c_full_paired_2910">
            <a:extLst>
              <a:ext uri="{FF2B5EF4-FFF2-40B4-BE49-F238E27FC236}">
                <a16:creationId xmlns:a16="http://schemas.microsoft.com/office/drawing/2014/main" id="{1777854A-C70F-432B-AAFF-B97847091CF7}"/>
              </a:ext>
            </a:extLst>
          </p:cNvPr>
          <p:cNvSpPr>
            <a:spLocks noGrp="1"/>
          </p:cNvSpPr>
          <p:nvPr/>
        </p:nvSpPr>
        <p:spPr>
          <a:xfrm>
            <a:off x="7173144" y="468061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287"/>
          </a:solidFill>
          <a:ln w="7855">
            <a:solidFill>
              <a:srgbClr val="1FA287"/>
            </a:solidFill>
            <a:prstDash val="solid"/>
          </a:ln>
        </p:spPr>
      </p:sp>
      <p:sp>
        <p:nvSpPr>
          <p:cNvPr id="309" name="c_full_paired_2911">
            <a:extLst>
              <a:ext uri="{FF2B5EF4-FFF2-40B4-BE49-F238E27FC236}">
                <a16:creationId xmlns:a16="http://schemas.microsoft.com/office/drawing/2014/main" id="{3AB19465-AE88-49D3-A1AE-5FC5DC8A6392}"/>
              </a:ext>
            </a:extLst>
          </p:cNvPr>
          <p:cNvSpPr>
            <a:spLocks noGrp="1"/>
          </p:cNvSpPr>
          <p:nvPr/>
        </p:nvSpPr>
        <p:spPr>
          <a:xfrm>
            <a:off x="7173144" y="466178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187"/>
          </a:solidFill>
          <a:ln w="7855">
            <a:solidFill>
              <a:srgbClr val="1FA187"/>
            </a:solidFill>
            <a:prstDash val="solid"/>
          </a:ln>
        </p:spPr>
      </p:sp>
      <p:sp>
        <p:nvSpPr>
          <p:cNvPr id="310" name="c_full_paired_2912">
            <a:extLst>
              <a:ext uri="{FF2B5EF4-FFF2-40B4-BE49-F238E27FC236}">
                <a16:creationId xmlns:a16="http://schemas.microsoft.com/office/drawing/2014/main" id="{47165545-39BF-4B1C-A43C-5A085D416E85}"/>
              </a:ext>
            </a:extLst>
          </p:cNvPr>
          <p:cNvSpPr>
            <a:spLocks noGrp="1"/>
          </p:cNvSpPr>
          <p:nvPr/>
        </p:nvSpPr>
        <p:spPr>
          <a:xfrm>
            <a:off x="7173144" y="464295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188"/>
          </a:solidFill>
          <a:ln w="7855">
            <a:solidFill>
              <a:srgbClr val="1FA188"/>
            </a:solidFill>
            <a:prstDash val="solid"/>
          </a:ln>
        </p:spPr>
      </p:sp>
      <p:sp>
        <p:nvSpPr>
          <p:cNvPr id="311" name="c_full_paired_2913">
            <a:extLst>
              <a:ext uri="{FF2B5EF4-FFF2-40B4-BE49-F238E27FC236}">
                <a16:creationId xmlns:a16="http://schemas.microsoft.com/office/drawing/2014/main" id="{9F36056A-03B4-4BC6-876B-92249D489B30}"/>
              </a:ext>
            </a:extLst>
          </p:cNvPr>
          <p:cNvSpPr>
            <a:spLocks noGrp="1"/>
          </p:cNvSpPr>
          <p:nvPr/>
        </p:nvSpPr>
        <p:spPr>
          <a:xfrm>
            <a:off x="7173144" y="462411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088"/>
          </a:solidFill>
          <a:ln w="7855">
            <a:solidFill>
              <a:srgbClr val="1FA088"/>
            </a:solidFill>
            <a:prstDash val="solid"/>
          </a:ln>
        </p:spPr>
      </p:sp>
      <p:sp>
        <p:nvSpPr>
          <p:cNvPr id="312" name="c_full_paired_2914">
            <a:extLst>
              <a:ext uri="{FF2B5EF4-FFF2-40B4-BE49-F238E27FC236}">
                <a16:creationId xmlns:a16="http://schemas.microsoft.com/office/drawing/2014/main" id="{13A30C38-A62E-44D2-8C1C-95174DD5B4AF}"/>
              </a:ext>
            </a:extLst>
          </p:cNvPr>
          <p:cNvSpPr>
            <a:spLocks noGrp="1"/>
          </p:cNvSpPr>
          <p:nvPr/>
        </p:nvSpPr>
        <p:spPr>
          <a:xfrm>
            <a:off x="7173144" y="460528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F88"/>
          </a:solidFill>
          <a:ln w="7855">
            <a:solidFill>
              <a:srgbClr val="1F9F88"/>
            </a:solidFill>
            <a:prstDash val="solid"/>
          </a:ln>
        </p:spPr>
      </p:sp>
      <p:sp>
        <p:nvSpPr>
          <p:cNvPr id="313" name="c_full_paired_2915">
            <a:extLst>
              <a:ext uri="{FF2B5EF4-FFF2-40B4-BE49-F238E27FC236}">
                <a16:creationId xmlns:a16="http://schemas.microsoft.com/office/drawing/2014/main" id="{B2C8A00D-40F0-4D2E-8335-34C03D145B88}"/>
              </a:ext>
            </a:extLst>
          </p:cNvPr>
          <p:cNvSpPr>
            <a:spLocks noGrp="1"/>
          </p:cNvSpPr>
          <p:nvPr/>
        </p:nvSpPr>
        <p:spPr>
          <a:xfrm>
            <a:off x="7173144" y="458645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E89"/>
          </a:solidFill>
          <a:ln w="7855">
            <a:solidFill>
              <a:srgbClr val="1F9E89"/>
            </a:solidFill>
            <a:prstDash val="solid"/>
          </a:ln>
        </p:spPr>
      </p:sp>
      <p:sp>
        <p:nvSpPr>
          <p:cNvPr id="314" name="c_full_paired_2916">
            <a:extLst>
              <a:ext uri="{FF2B5EF4-FFF2-40B4-BE49-F238E27FC236}">
                <a16:creationId xmlns:a16="http://schemas.microsoft.com/office/drawing/2014/main" id="{AFAC34B6-9456-4899-950C-1D5A00AA2AC0}"/>
              </a:ext>
            </a:extLst>
          </p:cNvPr>
          <p:cNvSpPr>
            <a:spLocks noGrp="1"/>
          </p:cNvSpPr>
          <p:nvPr/>
        </p:nvSpPr>
        <p:spPr>
          <a:xfrm>
            <a:off x="7173144" y="456761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E9D89"/>
          </a:solidFill>
          <a:ln w="7855">
            <a:solidFill>
              <a:srgbClr val="1E9D89"/>
            </a:solidFill>
            <a:prstDash val="solid"/>
          </a:ln>
        </p:spPr>
      </p:sp>
      <p:sp>
        <p:nvSpPr>
          <p:cNvPr id="315" name="c_full_paired_2917">
            <a:extLst>
              <a:ext uri="{FF2B5EF4-FFF2-40B4-BE49-F238E27FC236}">
                <a16:creationId xmlns:a16="http://schemas.microsoft.com/office/drawing/2014/main" id="{F282C95C-4DED-41C1-9CB7-A99094FCEC73}"/>
              </a:ext>
            </a:extLst>
          </p:cNvPr>
          <p:cNvSpPr>
            <a:spLocks noGrp="1"/>
          </p:cNvSpPr>
          <p:nvPr/>
        </p:nvSpPr>
        <p:spPr>
          <a:xfrm>
            <a:off x="7173144" y="454878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E9C89"/>
          </a:solidFill>
          <a:ln w="7855">
            <a:solidFill>
              <a:srgbClr val="1E9C89"/>
            </a:solidFill>
            <a:prstDash val="solid"/>
          </a:ln>
        </p:spPr>
      </p:sp>
      <p:sp>
        <p:nvSpPr>
          <p:cNvPr id="316" name="c_full_paired_2918">
            <a:extLst>
              <a:ext uri="{FF2B5EF4-FFF2-40B4-BE49-F238E27FC236}">
                <a16:creationId xmlns:a16="http://schemas.microsoft.com/office/drawing/2014/main" id="{CD9FC6A5-1788-466F-A6AC-1E59B2630479}"/>
              </a:ext>
            </a:extLst>
          </p:cNvPr>
          <p:cNvSpPr>
            <a:spLocks noGrp="1"/>
          </p:cNvSpPr>
          <p:nvPr/>
        </p:nvSpPr>
        <p:spPr>
          <a:xfrm>
            <a:off x="7173144" y="452995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E9B8A"/>
          </a:solidFill>
          <a:ln w="7855">
            <a:solidFill>
              <a:srgbClr val="1E9B8A"/>
            </a:solidFill>
            <a:prstDash val="solid"/>
          </a:ln>
        </p:spPr>
      </p:sp>
      <p:sp>
        <p:nvSpPr>
          <p:cNvPr id="317" name="c_full_paired_2919">
            <a:extLst>
              <a:ext uri="{FF2B5EF4-FFF2-40B4-BE49-F238E27FC236}">
                <a16:creationId xmlns:a16="http://schemas.microsoft.com/office/drawing/2014/main" id="{8FAC10CA-01C3-47CB-AB00-DCE4D1631FDC}"/>
              </a:ext>
            </a:extLst>
          </p:cNvPr>
          <p:cNvSpPr>
            <a:spLocks noGrp="1"/>
          </p:cNvSpPr>
          <p:nvPr/>
        </p:nvSpPr>
        <p:spPr>
          <a:xfrm>
            <a:off x="7173144" y="451111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A8A"/>
          </a:solidFill>
          <a:ln w="7855">
            <a:solidFill>
              <a:srgbClr val="1F9A8A"/>
            </a:solidFill>
            <a:prstDash val="solid"/>
          </a:ln>
        </p:spPr>
      </p:sp>
      <p:sp>
        <p:nvSpPr>
          <p:cNvPr id="318" name="c_full_paired_2920">
            <a:extLst>
              <a:ext uri="{FF2B5EF4-FFF2-40B4-BE49-F238E27FC236}">
                <a16:creationId xmlns:a16="http://schemas.microsoft.com/office/drawing/2014/main" id="{8FD26316-F1E3-4838-8873-1553FE8FD848}"/>
              </a:ext>
            </a:extLst>
          </p:cNvPr>
          <p:cNvSpPr>
            <a:spLocks noGrp="1"/>
          </p:cNvSpPr>
          <p:nvPr/>
        </p:nvSpPr>
        <p:spPr>
          <a:xfrm>
            <a:off x="7173144" y="449228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98A"/>
          </a:solidFill>
          <a:ln w="7855">
            <a:solidFill>
              <a:srgbClr val="1F998A"/>
            </a:solidFill>
            <a:prstDash val="solid"/>
          </a:ln>
        </p:spPr>
      </p:sp>
      <p:sp>
        <p:nvSpPr>
          <p:cNvPr id="319" name="c_full_paired_2921">
            <a:extLst>
              <a:ext uri="{FF2B5EF4-FFF2-40B4-BE49-F238E27FC236}">
                <a16:creationId xmlns:a16="http://schemas.microsoft.com/office/drawing/2014/main" id="{25CB6FA1-E241-4069-A421-246D75D60426}"/>
              </a:ext>
            </a:extLst>
          </p:cNvPr>
          <p:cNvSpPr>
            <a:spLocks noGrp="1"/>
          </p:cNvSpPr>
          <p:nvPr/>
        </p:nvSpPr>
        <p:spPr>
          <a:xfrm>
            <a:off x="7173144" y="447345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88B"/>
          </a:solidFill>
          <a:ln w="7855">
            <a:solidFill>
              <a:srgbClr val="1F988B"/>
            </a:solidFill>
            <a:prstDash val="solid"/>
          </a:ln>
        </p:spPr>
      </p:sp>
      <p:sp>
        <p:nvSpPr>
          <p:cNvPr id="320" name="c_full_paired_2922">
            <a:extLst>
              <a:ext uri="{FF2B5EF4-FFF2-40B4-BE49-F238E27FC236}">
                <a16:creationId xmlns:a16="http://schemas.microsoft.com/office/drawing/2014/main" id="{7A294239-C497-41F6-BD9A-0362E38A208F}"/>
              </a:ext>
            </a:extLst>
          </p:cNvPr>
          <p:cNvSpPr>
            <a:spLocks noGrp="1"/>
          </p:cNvSpPr>
          <p:nvPr/>
        </p:nvSpPr>
        <p:spPr>
          <a:xfrm>
            <a:off x="7173144" y="445461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78B"/>
          </a:solidFill>
          <a:ln w="7855">
            <a:solidFill>
              <a:srgbClr val="1F978B"/>
            </a:solidFill>
            <a:prstDash val="solid"/>
          </a:ln>
        </p:spPr>
      </p:sp>
      <p:sp>
        <p:nvSpPr>
          <p:cNvPr id="321" name="c_full_paired_2923">
            <a:extLst>
              <a:ext uri="{FF2B5EF4-FFF2-40B4-BE49-F238E27FC236}">
                <a16:creationId xmlns:a16="http://schemas.microsoft.com/office/drawing/2014/main" id="{646C41AE-5A5F-4D2D-8498-3FCA89C9482B}"/>
              </a:ext>
            </a:extLst>
          </p:cNvPr>
          <p:cNvSpPr>
            <a:spLocks noGrp="1"/>
          </p:cNvSpPr>
          <p:nvPr/>
        </p:nvSpPr>
        <p:spPr>
          <a:xfrm>
            <a:off x="7173144" y="443578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68B"/>
          </a:solidFill>
          <a:ln w="7855">
            <a:solidFill>
              <a:srgbClr val="1F968B"/>
            </a:solidFill>
            <a:prstDash val="solid"/>
          </a:ln>
        </p:spPr>
      </p:sp>
      <p:sp>
        <p:nvSpPr>
          <p:cNvPr id="322" name="c_full_paired_2924">
            <a:extLst>
              <a:ext uri="{FF2B5EF4-FFF2-40B4-BE49-F238E27FC236}">
                <a16:creationId xmlns:a16="http://schemas.microsoft.com/office/drawing/2014/main" id="{2875A284-E476-4A81-B1EE-B3A3A67CC572}"/>
              </a:ext>
            </a:extLst>
          </p:cNvPr>
          <p:cNvSpPr>
            <a:spLocks noGrp="1"/>
          </p:cNvSpPr>
          <p:nvPr/>
        </p:nvSpPr>
        <p:spPr>
          <a:xfrm>
            <a:off x="7173144" y="441695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58B"/>
          </a:solidFill>
          <a:ln w="7855">
            <a:solidFill>
              <a:srgbClr val="1F958B"/>
            </a:solidFill>
            <a:prstDash val="solid"/>
          </a:ln>
        </p:spPr>
      </p:sp>
      <p:sp>
        <p:nvSpPr>
          <p:cNvPr id="323" name="c_full_paired_2925">
            <a:extLst>
              <a:ext uri="{FF2B5EF4-FFF2-40B4-BE49-F238E27FC236}">
                <a16:creationId xmlns:a16="http://schemas.microsoft.com/office/drawing/2014/main" id="{4EDD1A83-52AD-4B26-90AB-FD8C61372786}"/>
              </a:ext>
            </a:extLst>
          </p:cNvPr>
          <p:cNvSpPr>
            <a:spLocks noGrp="1"/>
          </p:cNvSpPr>
          <p:nvPr/>
        </p:nvSpPr>
        <p:spPr>
          <a:xfrm>
            <a:off x="7173144" y="439812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48C"/>
          </a:solidFill>
          <a:ln w="7855">
            <a:solidFill>
              <a:srgbClr val="1F948C"/>
            </a:solidFill>
            <a:prstDash val="solid"/>
          </a:ln>
        </p:spPr>
      </p:sp>
      <p:sp>
        <p:nvSpPr>
          <p:cNvPr id="324" name="c_full_paired_2926">
            <a:extLst>
              <a:ext uri="{FF2B5EF4-FFF2-40B4-BE49-F238E27FC236}">
                <a16:creationId xmlns:a16="http://schemas.microsoft.com/office/drawing/2014/main" id="{9661B983-2F99-4F66-8511-BA0CBB6B742A}"/>
              </a:ext>
            </a:extLst>
          </p:cNvPr>
          <p:cNvSpPr>
            <a:spLocks noGrp="1"/>
          </p:cNvSpPr>
          <p:nvPr/>
        </p:nvSpPr>
        <p:spPr>
          <a:xfrm>
            <a:off x="7173144" y="437928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938C"/>
          </a:solidFill>
          <a:ln w="7855">
            <a:solidFill>
              <a:srgbClr val="20938C"/>
            </a:solidFill>
            <a:prstDash val="solid"/>
          </a:ln>
        </p:spPr>
      </p:sp>
      <p:sp>
        <p:nvSpPr>
          <p:cNvPr id="325" name="c_full_paired_2927">
            <a:extLst>
              <a:ext uri="{FF2B5EF4-FFF2-40B4-BE49-F238E27FC236}">
                <a16:creationId xmlns:a16="http://schemas.microsoft.com/office/drawing/2014/main" id="{FCCADAB0-1A05-4A87-84C9-B1AE9E485631}"/>
              </a:ext>
            </a:extLst>
          </p:cNvPr>
          <p:cNvSpPr>
            <a:spLocks noGrp="1"/>
          </p:cNvSpPr>
          <p:nvPr/>
        </p:nvSpPr>
        <p:spPr>
          <a:xfrm>
            <a:off x="7173144" y="436045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928C"/>
          </a:solidFill>
          <a:ln w="7855">
            <a:solidFill>
              <a:srgbClr val="20928C"/>
            </a:solidFill>
            <a:prstDash val="solid"/>
          </a:ln>
        </p:spPr>
      </p:sp>
      <p:sp>
        <p:nvSpPr>
          <p:cNvPr id="326" name="c_full_paired_2928">
            <a:extLst>
              <a:ext uri="{FF2B5EF4-FFF2-40B4-BE49-F238E27FC236}">
                <a16:creationId xmlns:a16="http://schemas.microsoft.com/office/drawing/2014/main" id="{B0183EA9-2408-4847-90BC-9B4040673B3B}"/>
              </a:ext>
            </a:extLst>
          </p:cNvPr>
          <p:cNvSpPr>
            <a:spLocks noGrp="1"/>
          </p:cNvSpPr>
          <p:nvPr/>
        </p:nvSpPr>
        <p:spPr>
          <a:xfrm>
            <a:off x="7173144" y="434162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928C"/>
          </a:solidFill>
          <a:ln w="7855">
            <a:solidFill>
              <a:srgbClr val="20928C"/>
            </a:solidFill>
            <a:prstDash val="solid"/>
          </a:ln>
        </p:spPr>
      </p:sp>
      <p:sp>
        <p:nvSpPr>
          <p:cNvPr id="327" name="c_full_paired_2929">
            <a:extLst>
              <a:ext uri="{FF2B5EF4-FFF2-40B4-BE49-F238E27FC236}">
                <a16:creationId xmlns:a16="http://schemas.microsoft.com/office/drawing/2014/main" id="{32447470-28BD-4850-8872-4759E477E53E}"/>
              </a:ext>
            </a:extLst>
          </p:cNvPr>
          <p:cNvSpPr>
            <a:spLocks noGrp="1"/>
          </p:cNvSpPr>
          <p:nvPr/>
        </p:nvSpPr>
        <p:spPr>
          <a:xfrm>
            <a:off x="7173144" y="432278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918C"/>
          </a:solidFill>
          <a:ln w="7855">
            <a:solidFill>
              <a:srgbClr val="21918C"/>
            </a:solidFill>
            <a:prstDash val="solid"/>
          </a:ln>
        </p:spPr>
      </p:sp>
      <p:sp>
        <p:nvSpPr>
          <p:cNvPr id="328" name="c_full_paired_2930">
            <a:extLst>
              <a:ext uri="{FF2B5EF4-FFF2-40B4-BE49-F238E27FC236}">
                <a16:creationId xmlns:a16="http://schemas.microsoft.com/office/drawing/2014/main" id="{ED05C771-3E5A-4EE4-9086-79AE2772462D}"/>
              </a:ext>
            </a:extLst>
          </p:cNvPr>
          <p:cNvSpPr>
            <a:spLocks noGrp="1"/>
          </p:cNvSpPr>
          <p:nvPr/>
        </p:nvSpPr>
        <p:spPr>
          <a:xfrm>
            <a:off x="7173144" y="430395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908D"/>
          </a:solidFill>
          <a:ln w="7855">
            <a:solidFill>
              <a:srgbClr val="21908D"/>
            </a:solidFill>
            <a:prstDash val="solid"/>
          </a:ln>
        </p:spPr>
      </p:sp>
      <p:sp>
        <p:nvSpPr>
          <p:cNvPr id="329" name="c_full_paired_2931">
            <a:extLst>
              <a:ext uri="{FF2B5EF4-FFF2-40B4-BE49-F238E27FC236}">
                <a16:creationId xmlns:a16="http://schemas.microsoft.com/office/drawing/2014/main" id="{4A3D6614-F4FE-407F-B1D4-A342963844FA}"/>
              </a:ext>
            </a:extLst>
          </p:cNvPr>
          <p:cNvSpPr>
            <a:spLocks noGrp="1"/>
          </p:cNvSpPr>
          <p:nvPr/>
        </p:nvSpPr>
        <p:spPr>
          <a:xfrm>
            <a:off x="7173144" y="428512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8F8D"/>
          </a:solidFill>
          <a:ln w="7855">
            <a:solidFill>
              <a:srgbClr val="218F8D"/>
            </a:solidFill>
            <a:prstDash val="solid"/>
          </a:ln>
        </p:spPr>
      </p:sp>
      <p:sp>
        <p:nvSpPr>
          <p:cNvPr id="330" name="c_full_paired_2932">
            <a:extLst>
              <a:ext uri="{FF2B5EF4-FFF2-40B4-BE49-F238E27FC236}">
                <a16:creationId xmlns:a16="http://schemas.microsoft.com/office/drawing/2014/main" id="{AC968A0D-DA44-416D-9C64-63D70F0AB73B}"/>
              </a:ext>
            </a:extLst>
          </p:cNvPr>
          <p:cNvSpPr>
            <a:spLocks noGrp="1"/>
          </p:cNvSpPr>
          <p:nvPr/>
        </p:nvSpPr>
        <p:spPr>
          <a:xfrm>
            <a:off x="7173144" y="426628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8E8D"/>
          </a:solidFill>
          <a:ln w="7855">
            <a:solidFill>
              <a:srgbClr val="218E8D"/>
            </a:solidFill>
            <a:prstDash val="solid"/>
          </a:ln>
        </p:spPr>
      </p:sp>
      <p:sp>
        <p:nvSpPr>
          <p:cNvPr id="331" name="c_full_paired_2933">
            <a:extLst>
              <a:ext uri="{FF2B5EF4-FFF2-40B4-BE49-F238E27FC236}">
                <a16:creationId xmlns:a16="http://schemas.microsoft.com/office/drawing/2014/main" id="{C9D4929A-0FA5-41FD-B685-1DF0C9876228}"/>
              </a:ext>
            </a:extLst>
          </p:cNvPr>
          <p:cNvSpPr>
            <a:spLocks noGrp="1"/>
          </p:cNvSpPr>
          <p:nvPr/>
        </p:nvSpPr>
        <p:spPr>
          <a:xfrm>
            <a:off x="7173144" y="424745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8D8D"/>
          </a:solidFill>
          <a:ln w="7855">
            <a:solidFill>
              <a:srgbClr val="228D8D"/>
            </a:solidFill>
            <a:prstDash val="solid"/>
          </a:ln>
        </p:spPr>
      </p:sp>
      <p:sp>
        <p:nvSpPr>
          <p:cNvPr id="332" name="c_full_paired_2934">
            <a:extLst>
              <a:ext uri="{FF2B5EF4-FFF2-40B4-BE49-F238E27FC236}">
                <a16:creationId xmlns:a16="http://schemas.microsoft.com/office/drawing/2014/main" id="{C50CD1ED-78E5-4CF9-A867-62D7D8B01D56}"/>
              </a:ext>
            </a:extLst>
          </p:cNvPr>
          <p:cNvSpPr>
            <a:spLocks noGrp="1"/>
          </p:cNvSpPr>
          <p:nvPr/>
        </p:nvSpPr>
        <p:spPr>
          <a:xfrm>
            <a:off x="7173144" y="422862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8C8D"/>
          </a:solidFill>
          <a:ln w="7855">
            <a:solidFill>
              <a:srgbClr val="228C8D"/>
            </a:solidFill>
            <a:prstDash val="solid"/>
          </a:ln>
        </p:spPr>
      </p:sp>
      <p:sp>
        <p:nvSpPr>
          <p:cNvPr id="333" name="c_full_paired_2935">
            <a:extLst>
              <a:ext uri="{FF2B5EF4-FFF2-40B4-BE49-F238E27FC236}">
                <a16:creationId xmlns:a16="http://schemas.microsoft.com/office/drawing/2014/main" id="{CFD96C59-9AC9-4F98-BDBE-4E902C32C70C}"/>
              </a:ext>
            </a:extLst>
          </p:cNvPr>
          <p:cNvSpPr>
            <a:spLocks noGrp="1"/>
          </p:cNvSpPr>
          <p:nvPr/>
        </p:nvSpPr>
        <p:spPr>
          <a:xfrm>
            <a:off x="7173144" y="420978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8B8D"/>
          </a:solidFill>
          <a:ln w="7855">
            <a:solidFill>
              <a:srgbClr val="228B8D"/>
            </a:solidFill>
            <a:prstDash val="solid"/>
          </a:ln>
        </p:spPr>
      </p:sp>
      <p:sp>
        <p:nvSpPr>
          <p:cNvPr id="334" name="c_full_paired_2936">
            <a:extLst>
              <a:ext uri="{FF2B5EF4-FFF2-40B4-BE49-F238E27FC236}">
                <a16:creationId xmlns:a16="http://schemas.microsoft.com/office/drawing/2014/main" id="{B4E93157-6209-4296-B88B-BC273F03F076}"/>
              </a:ext>
            </a:extLst>
          </p:cNvPr>
          <p:cNvSpPr>
            <a:spLocks noGrp="1"/>
          </p:cNvSpPr>
          <p:nvPr/>
        </p:nvSpPr>
        <p:spPr>
          <a:xfrm>
            <a:off x="7173144" y="419095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8A8D"/>
          </a:solidFill>
          <a:ln w="7855">
            <a:solidFill>
              <a:srgbClr val="238A8D"/>
            </a:solidFill>
            <a:prstDash val="solid"/>
          </a:ln>
        </p:spPr>
      </p:sp>
      <p:sp>
        <p:nvSpPr>
          <p:cNvPr id="335" name="c_full_paired_2937">
            <a:extLst>
              <a:ext uri="{FF2B5EF4-FFF2-40B4-BE49-F238E27FC236}">
                <a16:creationId xmlns:a16="http://schemas.microsoft.com/office/drawing/2014/main" id="{F1F62D88-DFAB-47BD-8064-78C75A459DDB}"/>
              </a:ext>
            </a:extLst>
          </p:cNvPr>
          <p:cNvSpPr>
            <a:spLocks noGrp="1"/>
          </p:cNvSpPr>
          <p:nvPr/>
        </p:nvSpPr>
        <p:spPr>
          <a:xfrm>
            <a:off x="7173144" y="417212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898E"/>
          </a:solidFill>
          <a:ln w="7855">
            <a:solidFill>
              <a:srgbClr val="23898E"/>
            </a:solidFill>
            <a:prstDash val="solid"/>
          </a:ln>
        </p:spPr>
      </p:sp>
      <p:sp>
        <p:nvSpPr>
          <p:cNvPr id="336" name="c_full_paired_2938">
            <a:extLst>
              <a:ext uri="{FF2B5EF4-FFF2-40B4-BE49-F238E27FC236}">
                <a16:creationId xmlns:a16="http://schemas.microsoft.com/office/drawing/2014/main" id="{461FAC3C-3A08-4D4F-9A2B-B6CD0BE55302}"/>
              </a:ext>
            </a:extLst>
          </p:cNvPr>
          <p:cNvSpPr>
            <a:spLocks noGrp="1"/>
          </p:cNvSpPr>
          <p:nvPr/>
        </p:nvSpPr>
        <p:spPr>
          <a:xfrm>
            <a:off x="7173144" y="415328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888E"/>
          </a:solidFill>
          <a:ln w="7855">
            <a:solidFill>
              <a:srgbClr val="23888E"/>
            </a:solidFill>
            <a:prstDash val="solid"/>
          </a:ln>
        </p:spPr>
      </p:sp>
      <p:sp>
        <p:nvSpPr>
          <p:cNvPr id="337" name="c_full_paired_2939">
            <a:extLst>
              <a:ext uri="{FF2B5EF4-FFF2-40B4-BE49-F238E27FC236}">
                <a16:creationId xmlns:a16="http://schemas.microsoft.com/office/drawing/2014/main" id="{AA8C62BA-D88E-4FAF-A619-E5CCC0DDFC64}"/>
              </a:ext>
            </a:extLst>
          </p:cNvPr>
          <p:cNvSpPr>
            <a:spLocks noGrp="1"/>
          </p:cNvSpPr>
          <p:nvPr/>
        </p:nvSpPr>
        <p:spPr>
          <a:xfrm>
            <a:off x="7173144" y="413445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4878E"/>
          </a:solidFill>
          <a:ln w="7855">
            <a:solidFill>
              <a:srgbClr val="24878E"/>
            </a:solidFill>
            <a:prstDash val="solid"/>
          </a:ln>
        </p:spPr>
      </p:sp>
      <p:sp>
        <p:nvSpPr>
          <p:cNvPr id="338" name="c_full_paired_2940">
            <a:extLst>
              <a:ext uri="{FF2B5EF4-FFF2-40B4-BE49-F238E27FC236}">
                <a16:creationId xmlns:a16="http://schemas.microsoft.com/office/drawing/2014/main" id="{84994D77-1FE4-4D5F-8225-5AD570A76270}"/>
              </a:ext>
            </a:extLst>
          </p:cNvPr>
          <p:cNvSpPr>
            <a:spLocks noGrp="1"/>
          </p:cNvSpPr>
          <p:nvPr/>
        </p:nvSpPr>
        <p:spPr>
          <a:xfrm>
            <a:off x="7173144" y="411562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4868E"/>
          </a:solidFill>
          <a:ln w="7855">
            <a:solidFill>
              <a:srgbClr val="24868E"/>
            </a:solidFill>
            <a:prstDash val="solid"/>
          </a:ln>
        </p:spPr>
      </p:sp>
      <p:sp>
        <p:nvSpPr>
          <p:cNvPr id="339" name="c_full_paired_2941">
            <a:extLst>
              <a:ext uri="{FF2B5EF4-FFF2-40B4-BE49-F238E27FC236}">
                <a16:creationId xmlns:a16="http://schemas.microsoft.com/office/drawing/2014/main" id="{8C5CE269-6526-4DA4-BAA0-47B87D766B8B}"/>
              </a:ext>
            </a:extLst>
          </p:cNvPr>
          <p:cNvSpPr>
            <a:spLocks noGrp="1"/>
          </p:cNvSpPr>
          <p:nvPr/>
        </p:nvSpPr>
        <p:spPr>
          <a:xfrm>
            <a:off x="7173144" y="409678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858E"/>
          </a:solidFill>
          <a:ln w="7855">
            <a:solidFill>
              <a:srgbClr val="25858E"/>
            </a:solidFill>
            <a:prstDash val="solid"/>
          </a:ln>
        </p:spPr>
      </p:sp>
      <p:sp>
        <p:nvSpPr>
          <p:cNvPr id="340" name="c_full_paired_2942">
            <a:extLst>
              <a:ext uri="{FF2B5EF4-FFF2-40B4-BE49-F238E27FC236}">
                <a16:creationId xmlns:a16="http://schemas.microsoft.com/office/drawing/2014/main" id="{2CF521DD-104B-4B3C-8D5A-56AB373EE44E}"/>
              </a:ext>
            </a:extLst>
          </p:cNvPr>
          <p:cNvSpPr>
            <a:spLocks noGrp="1"/>
          </p:cNvSpPr>
          <p:nvPr/>
        </p:nvSpPr>
        <p:spPr>
          <a:xfrm>
            <a:off x="7173144" y="407795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848E"/>
          </a:solidFill>
          <a:ln w="7855">
            <a:solidFill>
              <a:srgbClr val="25848E"/>
            </a:solidFill>
            <a:prstDash val="solid"/>
          </a:ln>
        </p:spPr>
      </p:sp>
      <p:sp>
        <p:nvSpPr>
          <p:cNvPr id="341" name="c_full_paired_2943">
            <a:extLst>
              <a:ext uri="{FF2B5EF4-FFF2-40B4-BE49-F238E27FC236}">
                <a16:creationId xmlns:a16="http://schemas.microsoft.com/office/drawing/2014/main" id="{945B68D5-351E-4D49-B0EF-CF1A9420885E}"/>
              </a:ext>
            </a:extLst>
          </p:cNvPr>
          <p:cNvSpPr>
            <a:spLocks noGrp="1"/>
          </p:cNvSpPr>
          <p:nvPr/>
        </p:nvSpPr>
        <p:spPr>
          <a:xfrm>
            <a:off x="7173144" y="405912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838E"/>
          </a:solidFill>
          <a:ln w="7855">
            <a:solidFill>
              <a:srgbClr val="25838E"/>
            </a:solidFill>
            <a:prstDash val="solid"/>
          </a:ln>
        </p:spPr>
      </p:sp>
      <p:sp>
        <p:nvSpPr>
          <p:cNvPr id="342" name="c_full_paired_2944">
            <a:extLst>
              <a:ext uri="{FF2B5EF4-FFF2-40B4-BE49-F238E27FC236}">
                <a16:creationId xmlns:a16="http://schemas.microsoft.com/office/drawing/2014/main" id="{C6D7DFB2-5BED-4EBE-980D-ADCDC328E398}"/>
              </a:ext>
            </a:extLst>
          </p:cNvPr>
          <p:cNvSpPr>
            <a:spLocks noGrp="1"/>
          </p:cNvSpPr>
          <p:nvPr/>
        </p:nvSpPr>
        <p:spPr>
          <a:xfrm>
            <a:off x="7173144" y="404029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828E"/>
          </a:solidFill>
          <a:ln w="7855">
            <a:solidFill>
              <a:srgbClr val="26828E"/>
            </a:solidFill>
            <a:prstDash val="solid"/>
          </a:ln>
        </p:spPr>
      </p:sp>
      <p:sp>
        <p:nvSpPr>
          <p:cNvPr id="343" name="c_full_paired_2945">
            <a:extLst>
              <a:ext uri="{FF2B5EF4-FFF2-40B4-BE49-F238E27FC236}">
                <a16:creationId xmlns:a16="http://schemas.microsoft.com/office/drawing/2014/main" id="{B1E215EC-D8FB-4ABD-876E-5B8682617497}"/>
              </a:ext>
            </a:extLst>
          </p:cNvPr>
          <p:cNvSpPr>
            <a:spLocks noGrp="1"/>
          </p:cNvSpPr>
          <p:nvPr/>
        </p:nvSpPr>
        <p:spPr>
          <a:xfrm>
            <a:off x="7173144" y="402145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828E"/>
          </a:solidFill>
          <a:ln w="7855">
            <a:solidFill>
              <a:srgbClr val="26828E"/>
            </a:solidFill>
            <a:prstDash val="solid"/>
          </a:ln>
        </p:spPr>
      </p:sp>
      <p:sp>
        <p:nvSpPr>
          <p:cNvPr id="344" name="c_full_paired_2946">
            <a:extLst>
              <a:ext uri="{FF2B5EF4-FFF2-40B4-BE49-F238E27FC236}">
                <a16:creationId xmlns:a16="http://schemas.microsoft.com/office/drawing/2014/main" id="{A36457F1-2CB8-458B-B9F4-1C0310FCA7D0}"/>
              </a:ext>
            </a:extLst>
          </p:cNvPr>
          <p:cNvSpPr>
            <a:spLocks noGrp="1"/>
          </p:cNvSpPr>
          <p:nvPr/>
        </p:nvSpPr>
        <p:spPr>
          <a:xfrm>
            <a:off x="7173144" y="400262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818E"/>
          </a:solidFill>
          <a:ln w="7855">
            <a:solidFill>
              <a:srgbClr val="26818E"/>
            </a:solidFill>
            <a:prstDash val="solid"/>
          </a:ln>
        </p:spPr>
      </p:sp>
      <p:sp>
        <p:nvSpPr>
          <p:cNvPr id="345" name="c_full_paired_2947">
            <a:extLst>
              <a:ext uri="{FF2B5EF4-FFF2-40B4-BE49-F238E27FC236}">
                <a16:creationId xmlns:a16="http://schemas.microsoft.com/office/drawing/2014/main" id="{58CC61B8-74CB-4839-B725-61B563A9C3E1}"/>
              </a:ext>
            </a:extLst>
          </p:cNvPr>
          <p:cNvSpPr>
            <a:spLocks noGrp="1"/>
          </p:cNvSpPr>
          <p:nvPr/>
        </p:nvSpPr>
        <p:spPr>
          <a:xfrm>
            <a:off x="7173144" y="398379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808E"/>
          </a:solidFill>
          <a:ln w="7855">
            <a:solidFill>
              <a:srgbClr val="27808E"/>
            </a:solidFill>
            <a:prstDash val="solid"/>
          </a:ln>
        </p:spPr>
      </p:sp>
      <p:sp>
        <p:nvSpPr>
          <p:cNvPr id="346" name="c_full_paired_2948">
            <a:extLst>
              <a:ext uri="{FF2B5EF4-FFF2-40B4-BE49-F238E27FC236}">
                <a16:creationId xmlns:a16="http://schemas.microsoft.com/office/drawing/2014/main" id="{AB117BF2-1B2F-41B8-AD6E-F50592103A3A}"/>
              </a:ext>
            </a:extLst>
          </p:cNvPr>
          <p:cNvSpPr>
            <a:spLocks noGrp="1"/>
          </p:cNvSpPr>
          <p:nvPr/>
        </p:nvSpPr>
        <p:spPr>
          <a:xfrm>
            <a:off x="7173144" y="396495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7F8E"/>
          </a:solidFill>
          <a:ln w="7855">
            <a:solidFill>
              <a:srgbClr val="277F8E"/>
            </a:solidFill>
            <a:prstDash val="solid"/>
          </a:ln>
        </p:spPr>
      </p:sp>
      <p:sp>
        <p:nvSpPr>
          <p:cNvPr id="347" name="c_full_paired_2949">
            <a:extLst>
              <a:ext uri="{FF2B5EF4-FFF2-40B4-BE49-F238E27FC236}">
                <a16:creationId xmlns:a16="http://schemas.microsoft.com/office/drawing/2014/main" id="{A369300C-4D19-4D2F-87AC-526277CE93EA}"/>
              </a:ext>
            </a:extLst>
          </p:cNvPr>
          <p:cNvSpPr>
            <a:spLocks noGrp="1"/>
          </p:cNvSpPr>
          <p:nvPr/>
        </p:nvSpPr>
        <p:spPr>
          <a:xfrm>
            <a:off x="7173144" y="394612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7E8E"/>
          </a:solidFill>
          <a:ln w="7855">
            <a:solidFill>
              <a:srgbClr val="277E8E"/>
            </a:solidFill>
            <a:prstDash val="solid"/>
          </a:ln>
        </p:spPr>
      </p:sp>
      <p:sp>
        <p:nvSpPr>
          <p:cNvPr id="348" name="c_full_paired_2950">
            <a:extLst>
              <a:ext uri="{FF2B5EF4-FFF2-40B4-BE49-F238E27FC236}">
                <a16:creationId xmlns:a16="http://schemas.microsoft.com/office/drawing/2014/main" id="{9CAD67F6-E1B0-41A4-BFDF-4B7683929DDA}"/>
              </a:ext>
            </a:extLst>
          </p:cNvPr>
          <p:cNvSpPr>
            <a:spLocks noGrp="1"/>
          </p:cNvSpPr>
          <p:nvPr/>
        </p:nvSpPr>
        <p:spPr>
          <a:xfrm>
            <a:off x="7173144" y="392729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87D8E"/>
          </a:solidFill>
          <a:ln w="7855">
            <a:solidFill>
              <a:srgbClr val="287D8E"/>
            </a:solidFill>
            <a:prstDash val="solid"/>
          </a:ln>
        </p:spPr>
      </p:sp>
      <p:sp>
        <p:nvSpPr>
          <p:cNvPr id="349" name="c_full_paired_2951">
            <a:extLst>
              <a:ext uri="{FF2B5EF4-FFF2-40B4-BE49-F238E27FC236}">
                <a16:creationId xmlns:a16="http://schemas.microsoft.com/office/drawing/2014/main" id="{312F9AAF-3931-4681-BDB5-63969E95E195}"/>
              </a:ext>
            </a:extLst>
          </p:cNvPr>
          <p:cNvSpPr>
            <a:spLocks noGrp="1"/>
          </p:cNvSpPr>
          <p:nvPr/>
        </p:nvSpPr>
        <p:spPr>
          <a:xfrm>
            <a:off x="7173144" y="390845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87C8E"/>
          </a:solidFill>
          <a:ln w="7855">
            <a:solidFill>
              <a:srgbClr val="287C8E"/>
            </a:solidFill>
            <a:prstDash val="solid"/>
          </a:ln>
        </p:spPr>
      </p:sp>
      <p:sp>
        <p:nvSpPr>
          <p:cNvPr id="350" name="c_full_paired_2952">
            <a:extLst>
              <a:ext uri="{FF2B5EF4-FFF2-40B4-BE49-F238E27FC236}">
                <a16:creationId xmlns:a16="http://schemas.microsoft.com/office/drawing/2014/main" id="{D052CCC2-51D9-4398-8E97-7A07BB80280E}"/>
              </a:ext>
            </a:extLst>
          </p:cNvPr>
          <p:cNvSpPr>
            <a:spLocks noGrp="1"/>
          </p:cNvSpPr>
          <p:nvPr/>
        </p:nvSpPr>
        <p:spPr>
          <a:xfrm>
            <a:off x="7173144" y="388962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7B8E"/>
          </a:solidFill>
          <a:ln w="7855">
            <a:solidFill>
              <a:srgbClr val="297B8E"/>
            </a:solidFill>
            <a:prstDash val="solid"/>
          </a:ln>
        </p:spPr>
      </p:sp>
      <p:sp>
        <p:nvSpPr>
          <p:cNvPr id="351" name="c_full_paired_2953">
            <a:extLst>
              <a:ext uri="{FF2B5EF4-FFF2-40B4-BE49-F238E27FC236}">
                <a16:creationId xmlns:a16="http://schemas.microsoft.com/office/drawing/2014/main" id="{00764CD6-CFAD-4323-A0BD-783A8435E0B3}"/>
              </a:ext>
            </a:extLst>
          </p:cNvPr>
          <p:cNvSpPr>
            <a:spLocks noGrp="1"/>
          </p:cNvSpPr>
          <p:nvPr/>
        </p:nvSpPr>
        <p:spPr>
          <a:xfrm>
            <a:off x="7173144" y="387079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7A8E"/>
          </a:solidFill>
          <a:ln w="7855">
            <a:solidFill>
              <a:srgbClr val="297A8E"/>
            </a:solidFill>
            <a:prstDash val="solid"/>
          </a:ln>
        </p:spPr>
      </p:sp>
      <p:sp>
        <p:nvSpPr>
          <p:cNvPr id="352" name="c_full_paired_2954">
            <a:extLst>
              <a:ext uri="{FF2B5EF4-FFF2-40B4-BE49-F238E27FC236}">
                <a16:creationId xmlns:a16="http://schemas.microsoft.com/office/drawing/2014/main" id="{652BC97F-DF5D-4A00-A19A-8A1B0ED2A0B0}"/>
              </a:ext>
            </a:extLst>
          </p:cNvPr>
          <p:cNvSpPr>
            <a:spLocks noGrp="1"/>
          </p:cNvSpPr>
          <p:nvPr/>
        </p:nvSpPr>
        <p:spPr>
          <a:xfrm>
            <a:off x="7173144" y="385195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798E"/>
          </a:solidFill>
          <a:ln w="7855">
            <a:solidFill>
              <a:srgbClr val="29798E"/>
            </a:solidFill>
            <a:prstDash val="solid"/>
          </a:ln>
        </p:spPr>
      </p:sp>
      <p:sp>
        <p:nvSpPr>
          <p:cNvPr id="353" name="c_full_paired_2955">
            <a:extLst>
              <a:ext uri="{FF2B5EF4-FFF2-40B4-BE49-F238E27FC236}">
                <a16:creationId xmlns:a16="http://schemas.microsoft.com/office/drawing/2014/main" id="{CBA704B9-33AD-4D58-A172-13D74DD46233}"/>
              </a:ext>
            </a:extLst>
          </p:cNvPr>
          <p:cNvSpPr>
            <a:spLocks noGrp="1"/>
          </p:cNvSpPr>
          <p:nvPr/>
        </p:nvSpPr>
        <p:spPr>
          <a:xfrm>
            <a:off x="7173144" y="383312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788E"/>
          </a:solidFill>
          <a:ln w="7855">
            <a:solidFill>
              <a:srgbClr val="2A788E"/>
            </a:solidFill>
            <a:prstDash val="solid"/>
          </a:ln>
        </p:spPr>
      </p:sp>
      <p:sp>
        <p:nvSpPr>
          <p:cNvPr id="354" name="c_full_paired_2956">
            <a:extLst>
              <a:ext uri="{FF2B5EF4-FFF2-40B4-BE49-F238E27FC236}">
                <a16:creationId xmlns:a16="http://schemas.microsoft.com/office/drawing/2014/main" id="{AF97C143-55DF-4C06-83A9-30CF35850AED}"/>
              </a:ext>
            </a:extLst>
          </p:cNvPr>
          <p:cNvSpPr>
            <a:spLocks noGrp="1"/>
          </p:cNvSpPr>
          <p:nvPr/>
        </p:nvSpPr>
        <p:spPr>
          <a:xfrm>
            <a:off x="7173144" y="381429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778E"/>
          </a:solidFill>
          <a:ln w="7855">
            <a:solidFill>
              <a:srgbClr val="2A778E"/>
            </a:solidFill>
            <a:prstDash val="solid"/>
          </a:ln>
        </p:spPr>
      </p:sp>
      <p:sp>
        <p:nvSpPr>
          <p:cNvPr id="355" name="c_full_paired_2957">
            <a:extLst>
              <a:ext uri="{FF2B5EF4-FFF2-40B4-BE49-F238E27FC236}">
                <a16:creationId xmlns:a16="http://schemas.microsoft.com/office/drawing/2014/main" id="{D1F54F08-2345-4BCC-A2AA-794C31D1813E}"/>
              </a:ext>
            </a:extLst>
          </p:cNvPr>
          <p:cNvSpPr>
            <a:spLocks noGrp="1"/>
          </p:cNvSpPr>
          <p:nvPr/>
        </p:nvSpPr>
        <p:spPr>
          <a:xfrm>
            <a:off x="7173144" y="379545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768E"/>
          </a:solidFill>
          <a:ln w="7855">
            <a:solidFill>
              <a:srgbClr val="2A768E"/>
            </a:solidFill>
            <a:prstDash val="solid"/>
          </a:ln>
        </p:spPr>
      </p:sp>
      <p:sp>
        <p:nvSpPr>
          <p:cNvPr id="356" name="c_full_paired_2958">
            <a:extLst>
              <a:ext uri="{FF2B5EF4-FFF2-40B4-BE49-F238E27FC236}">
                <a16:creationId xmlns:a16="http://schemas.microsoft.com/office/drawing/2014/main" id="{69AA8097-EA00-47FB-B1BC-75DDA74BDA14}"/>
              </a:ext>
            </a:extLst>
          </p:cNvPr>
          <p:cNvSpPr>
            <a:spLocks noGrp="1"/>
          </p:cNvSpPr>
          <p:nvPr/>
        </p:nvSpPr>
        <p:spPr>
          <a:xfrm>
            <a:off x="7173144" y="377662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B758E"/>
          </a:solidFill>
          <a:ln w="7855">
            <a:solidFill>
              <a:srgbClr val="2B758E"/>
            </a:solidFill>
            <a:prstDash val="solid"/>
          </a:ln>
        </p:spPr>
      </p:sp>
      <p:sp>
        <p:nvSpPr>
          <p:cNvPr id="357" name="c_full_paired_2959">
            <a:extLst>
              <a:ext uri="{FF2B5EF4-FFF2-40B4-BE49-F238E27FC236}">
                <a16:creationId xmlns:a16="http://schemas.microsoft.com/office/drawing/2014/main" id="{CFA8177B-4F35-435B-946B-265E44C0EE83}"/>
              </a:ext>
            </a:extLst>
          </p:cNvPr>
          <p:cNvSpPr>
            <a:spLocks noGrp="1"/>
          </p:cNvSpPr>
          <p:nvPr/>
        </p:nvSpPr>
        <p:spPr>
          <a:xfrm>
            <a:off x="7173144" y="375779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B748E"/>
          </a:solidFill>
          <a:ln w="7855">
            <a:solidFill>
              <a:srgbClr val="2B748E"/>
            </a:solidFill>
            <a:prstDash val="solid"/>
          </a:ln>
        </p:spPr>
      </p:sp>
      <p:sp>
        <p:nvSpPr>
          <p:cNvPr id="358" name="c_full_paired_2960">
            <a:extLst>
              <a:ext uri="{FF2B5EF4-FFF2-40B4-BE49-F238E27FC236}">
                <a16:creationId xmlns:a16="http://schemas.microsoft.com/office/drawing/2014/main" id="{EE55D542-D8A2-4C5A-AF6F-F6F8F5DAA5F6}"/>
              </a:ext>
            </a:extLst>
          </p:cNvPr>
          <p:cNvSpPr>
            <a:spLocks noGrp="1"/>
          </p:cNvSpPr>
          <p:nvPr/>
        </p:nvSpPr>
        <p:spPr>
          <a:xfrm>
            <a:off x="7173144" y="373896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738E"/>
          </a:solidFill>
          <a:ln w="7855">
            <a:solidFill>
              <a:srgbClr val="2C738E"/>
            </a:solidFill>
            <a:prstDash val="solid"/>
          </a:ln>
        </p:spPr>
      </p:sp>
      <p:sp>
        <p:nvSpPr>
          <p:cNvPr id="359" name="c_full_paired_2961">
            <a:extLst>
              <a:ext uri="{FF2B5EF4-FFF2-40B4-BE49-F238E27FC236}">
                <a16:creationId xmlns:a16="http://schemas.microsoft.com/office/drawing/2014/main" id="{1AB57E8D-72E3-4DD4-9645-9900929E107A}"/>
              </a:ext>
            </a:extLst>
          </p:cNvPr>
          <p:cNvSpPr>
            <a:spLocks noGrp="1"/>
          </p:cNvSpPr>
          <p:nvPr/>
        </p:nvSpPr>
        <p:spPr>
          <a:xfrm>
            <a:off x="7173144" y="372012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728E"/>
          </a:solidFill>
          <a:ln w="7855">
            <a:solidFill>
              <a:srgbClr val="2C728E"/>
            </a:solidFill>
            <a:prstDash val="solid"/>
          </a:ln>
        </p:spPr>
      </p:sp>
      <p:sp>
        <p:nvSpPr>
          <p:cNvPr id="360" name="c_full_paired_2962">
            <a:extLst>
              <a:ext uri="{FF2B5EF4-FFF2-40B4-BE49-F238E27FC236}">
                <a16:creationId xmlns:a16="http://schemas.microsoft.com/office/drawing/2014/main" id="{971864B2-8C44-4DFD-B521-71CDECB8B7AC}"/>
              </a:ext>
            </a:extLst>
          </p:cNvPr>
          <p:cNvSpPr>
            <a:spLocks noGrp="1"/>
          </p:cNvSpPr>
          <p:nvPr/>
        </p:nvSpPr>
        <p:spPr>
          <a:xfrm>
            <a:off x="7173144" y="370129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718E"/>
          </a:solidFill>
          <a:ln w="7855">
            <a:solidFill>
              <a:srgbClr val="2C718E"/>
            </a:solidFill>
            <a:prstDash val="solid"/>
          </a:ln>
        </p:spPr>
      </p:sp>
      <p:sp>
        <p:nvSpPr>
          <p:cNvPr id="361" name="c_full_paired_2963">
            <a:extLst>
              <a:ext uri="{FF2B5EF4-FFF2-40B4-BE49-F238E27FC236}">
                <a16:creationId xmlns:a16="http://schemas.microsoft.com/office/drawing/2014/main" id="{1DA40D0E-EC3E-4363-83D6-20EE327B16F4}"/>
              </a:ext>
            </a:extLst>
          </p:cNvPr>
          <p:cNvSpPr>
            <a:spLocks noGrp="1"/>
          </p:cNvSpPr>
          <p:nvPr/>
        </p:nvSpPr>
        <p:spPr>
          <a:xfrm>
            <a:off x="7173144" y="368246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D718E"/>
          </a:solidFill>
          <a:ln w="7855">
            <a:solidFill>
              <a:srgbClr val="2D718E"/>
            </a:solidFill>
            <a:prstDash val="solid"/>
          </a:ln>
        </p:spPr>
      </p:sp>
      <p:sp>
        <p:nvSpPr>
          <p:cNvPr id="362" name="c_full_paired_2964">
            <a:extLst>
              <a:ext uri="{FF2B5EF4-FFF2-40B4-BE49-F238E27FC236}">
                <a16:creationId xmlns:a16="http://schemas.microsoft.com/office/drawing/2014/main" id="{5CF96807-6CDE-4C21-ADE4-7AFE4D95E041}"/>
              </a:ext>
            </a:extLst>
          </p:cNvPr>
          <p:cNvSpPr>
            <a:spLocks noGrp="1"/>
          </p:cNvSpPr>
          <p:nvPr/>
        </p:nvSpPr>
        <p:spPr>
          <a:xfrm>
            <a:off x="7173144" y="366362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D708E"/>
          </a:solidFill>
          <a:ln w="7855">
            <a:solidFill>
              <a:srgbClr val="2D708E"/>
            </a:solidFill>
            <a:prstDash val="solid"/>
          </a:ln>
        </p:spPr>
      </p:sp>
      <p:sp>
        <p:nvSpPr>
          <p:cNvPr id="363" name="c_full_paired_2965">
            <a:extLst>
              <a:ext uri="{FF2B5EF4-FFF2-40B4-BE49-F238E27FC236}">
                <a16:creationId xmlns:a16="http://schemas.microsoft.com/office/drawing/2014/main" id="{166A1C05-1F2A-4965-AE41-C54C9FD9F541}"/>
              </a:ext>
            </a:extLst>
          </p:cNvPr>
          <p:cNvSpPr>
            <a:spLocks noGrp="1"/>
          </p:cNvSpPr>
          <p:nvPr/>
        </p:nvSpPr>
        <p:spPr>
          <a:xfrm>
            <a:off x="7173144" y="364479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6F8E"/>
          </a:solidFill>
          <a:ln w="7855">
            <a:solidFill>
              <a:srgbClr val="2E6F8E"/>
            </a:solidFill>
            <a:prstDash val="solid"/>
          </a:ln>
        </p:spPr>
      </p:sp>
      <p:sp>
        <p:nvSpPr>
          <p:cNvPr id="364" name="c_full_paired_2966">
            <a:extLst>
              <a:ext uri="{FF2B5EF4-FFF2-40B4-BE49-F238E27FC236}">
                <a16:creationId xmlns:a16="http://schemas.microsoft.com/office/drawing/2014/main" id="{78369D2A-6A06-4F42-9B0D-EBFFC871B1F7}"/>
              </a:ext>
            </a:extLst>
          </p:cNvPr>
          <p:cNvSpPr>
            <a:spLocks noGrp="1"/>
          </p:cNvSpPr>
          <p:nvPr/>
        </p:nvSpPr>
        <p:spPr>
          <a:xfrm>
            <a:off x="7173144" y="362596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6E8E"/>
          </a:solidFill>
          <a:ln w="7855">
            <a:solidFill>
              <a:srgbClr val="2E6E8E"/>
            </a:solidFill>
            <a:prstDash val="solid"/>
          </a:ln>
        </p:spPr>
      </p:sp>
      <p:sp>
        <p:nvSpPr>
          <p:cNvPr id="365" name="c_full_paired_2967">
            <a:extLst>
              <a:ext uri="{FF2B5EF4-FFF2-40B4-BE49-F238E27FC236}">
                <a16:creationId xmlns:a16="http://schemas.microsoft.com/office/drawing/2014/main" id="{99A52EC6-14BF-4357-9074-37F28DBB7E38}"/>
              </a:ext>
            </a:extLst>
          </p:cNvPr>
          <p:cNvSpPr>
            <a:spLocks noGrp="1"/>
          </p:cNvSpPr>
          <p:nvPr/>
        </p:nvSpPr>
        <p:spPr>
          <a:xfrm>
            <a:off x="7173144" y="360712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6D8E"/>
          </a:solidFill>
          <a:ln w="7855">
            <a:solidFill>
              <a:srgbClr val="2E6D8E"/>
            </a:solidFill>
            <a:prstDash val="solid"/>
          </a:ln>
        </p:spPr>
      </p:sp>
      <p:sp>
        <p:nvSpPr>
          <p:cNvPr id="366" name="c_full_paired_2968">
            <a:extLst>
              <a:ext uri="{FF2B5EF4-FFF2-40B4-BE49-F238E27FC236}">
                <a16:creationId xmlns:a16="http://schemas.microsoft.com/office/drawing/2014/main" id="{D7E4FDF7-232E-45A6-A712-F8C2EE850360}"/>
              </a:ext>
            </a:extLst>
          </p:cNvPr>
          <p:cNvSpPr>
            <a:spLocks noGrp="1"/>
          </p:cNvSpPr>
          <p:nvPr/>
        </p:nvSpPr>
        <p:spPr>
          <a:xfrm>
            <a:off x="7173144" y="358829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F6C8E"/>
          </a:solidFill>
          <a:ln w="7855">
            <a:solidFill>
              <a:srgbClr val="2F6C8E"/>
            </a:solidFill>
            <a:prstDash val="solid"/>
          </a:ln>
        </p:spPr>
      </p:sp>
      <p:sp>
        <p:nvSpPr>
          <p:cNvPr id="367" name="c_full_paired_2969">
            <a:extLst>
              <a:ext uri="{FF2B5EF4-FFF2-40B4-BE49-F238E27FC236}">
                <a16:creationId xmlns:a16="http://schemas.microsoft.com/office/drawing/2014/main" id="{4723572C-477E-464C-83DC-F7E7BBAA3DF8}"/>
              </a:ext>
            </a:extLst>
          </p:cNvPr>
          <p:cNvSpPr>
            <a:spLocks noGrp="1"/>
          </p:cNvSpPr>
          <p:nvPr/>
        </p:nvSpPr>
        <p:spPr>
          <a:xfrm>
            <a:off x="7173144" y="356946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F6B8E"/>
          </a:solidFill>
          <a:ln w="7855">
            <a:solidFill>
              <a:srgbClr val="2F6B8E"/>
            </a:solidFill>
            <a:prstDash val="solid"/>
          </a:ln>
        </p:spPr>
      </p:sp>
      <p:sp>
        <p:nvSpPr>
          <p:cNvPr id="368" name="c_full_paired_2970">
            <a:extLst>
              <a:ext uri="{FF2B5EF4-FFF2-40B4-BE49-F238E27FC236}">
                <a16:creationId xmlns:a16="http://schemas.microsoft.com/office/drawing/2014/main" id="{EB9720EC-4255-4B14-B5D4-01CD9F7C090D}"/>
              </a:ext>
            </a:extLst>
          </p:cNvPr>
          <p:cNvSpPr>
            <a:spLocks noGrp="1"/>
          </p:cNvSpPr>
          <p:nvPr/>
        </p:nvSpPr>
        <p:spPr>
          <a:xfrm>
            <a:off x="7173144" y="355062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06A8E"/>
          </a:solidFill>
          <a:ln w="7855">
            <a:solidFill>
              <a:srgbClr val="306A8E"/>
            </a:solidFill>
            <a:prstDash val="solid"/>
          </a:ln>
        </p:spPr>
      </p:sp>
      <p:sp>
        <p:nvSpPr>
          <p:cNvPr id="369" name="c_full_paired_2971">
            <a:extLst>
              <a:ext uri="{FF2B5EF4-FFF2-40B4-BE49-F238E27FC236}">
                <a16:creationId xmlns:a16="http://schemas.microsoft.com/office/drawing/2014/main" id="{C5A4036F-BEAC-4ED0-9711-EC8BAF1E1DB2}"/>
              </a:ext>
            </a:extLst>
          </p:cNvPr>
          <p:cNvSpPr>
            <a:spLocks noGrp="1"/>
          </p:cNvSpPr>
          <p:nvPr/>
        </p:nvSpPr>
        <p:spPr>
          <a:xfrm>
            <a:off x="7173144" y="353179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0698E"/>
          </a:solidFill>
          <a:ln w="7855">
            <a:solidFill>
              <a:srgbClr val="30698E"/>
            </a:solidFill>
            <a:prstDash val="solid"/>
          </a:ln>
        </p:spPr>
      </p:sp>
      <p:sp>
        <p:nvSpPr>
          <p:cNvPr id="370" name="c_full_paired_2972">
            <a:extLst>
              <a:ext uri="{FF2B5EF4-FFF2-40B4-BE49-F238E27FC236}">
                <a16:creationId xmlns:a16="http://schemas.microsoft.com/office/drawing/2014/main" id="{30A342FD-3FBB-4295-8F95-51883A95A4B0}"/>
              </a:ext>
            </a:extLst>
          </p:cNvPr>
          <p:cNvSpPr>
            <a:spLocks noGrp="1"/>
          </p:cNvSpPr>
          <p:nvPr/>
        </p:nvSpPr>
        <p:spPr>
          <a:xfrm>
            <a:off x="7173144" y="351296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688E"/>
          </a:solidFill>
          <a:ln w="7855">
            <a:solidFill>
              <a:srgbClr val="31688E"/>
            </a:solidFill>
            <a:prstDash val="solid"/>
          </a:ln>
        </p:spPr>
      </p:sp>
      <p:sp>
        <p:nvSpPr>
          <p:cNvPr id="371" name="c_full_paired_2973">
            <a:extLst>
              <a:ext uri="{FF2B5EF4-FFF2-40B4-BE49-F238E27FC236}">
                <a16:creationId xmlns:a16="http://schemas.microsoft.com/office/drawing/2014/main" id="{84025BF2-E76D-4FA5-B9D0-7167A58AC0EA}"/>
              </a:ext>
            </a:extLst>
          </p:cNvPr>
          <p:cNvSpPr>
            <a:spLocks noGrp="1"/>
          </p:cNvSpPr>
          <p:nvPr/>
        </p:nvSpPr>
        <p:spPr>
          <a:xfrm>
            <a:off x="7173144" y="349412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678E"/>
          </a:solidFill>
          <a:ln w="7855">
            <a:solidFill>
              <a:srgbClr val="31678E"/>
            </a:solidFill>
            <a:prstDash val="solid"/>
          </a:ln>
        </p:spPr>
      </p:sp>
      <p:sp>
        <p:nvSpPr>
          <p:cNvPr id="372" name="c_full_paired_2974">
            <a:extLst>
              <a:ext uri="{FF2B5EF4-FFF2-40B4-BE49-F238E27FC236}">
                <a16:creationId xmlns:a16="http://schemas.microsoft.com/office/drawing/2014/main" id="{49ECB8B9-A295-4D85-B12F-A09202F2540A}"/>
              </a:ext>
            </a:extLst>
          </p:cNvPr>
          <p:cNvSpPr>
            <a:spLocks noGrp="1"/>
          </p:cNvSpPr>
          <p:nvPr/>
        </p:nvSpPr>
        <p:spPr>
          <a:xfrm>
            <a:off x="7173144" y="347529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668E"/>
          </a:solidFill>
          <a:ln w="7855">
            <a:solidFill>
              <a:srgbClr val="31668E"/>
            </a:solidFill>
            <a:prstDash val="solid"/>
          </a:ln>
        </p:spPr>
      </p:sp>
      <p:sp>
        <p:nvSpPr>
          <p:cNvPr id="373" name="c_full_paired_2975">
            <a:extLst>
              <a:ext uri="{FF2B5EF4-FFF2-40B4-BE49-F238E27FC236}">
                <a16:creationId xmlns:a16="http://schemas.microsoft.com/office/drawing/2014/main" id="{0C06C3CC-E38E-4904-87C3-11A9AE2E0BA7}"/>
              </a:ext>
            </a:extLst>
          </p:cNvPr>
          <p:cNvSpPr>
            <a:spLocks noGrp="1"/>
          </p:cNvSpPr>
          <p:nvPr/>
        </p:nvSpPr>
        <p:spPr>
          <a:xfrm>
            <a:off x="7173144" y="345646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2658E"/>
          </a:solidFill>
          <a:ln w="7855">
            <a:solidFill>
              <a:srgbClr val="32658E"/>
            </a:solidFill>
            <a:prstDash val="solid"/>
          </a:ln>
        </p:spPr>
      </p:sp>
      <p:sp>
        <p:nvSpPr>
          <p:cNvPr id="374" name="c_full_paired_2976">
            <a:extLst>
              <a:ext uri="{FF2B5EF4-FFF2-40B4-BE49-F238E27FC236}">
                <a16:creationId xmlns:a16="http://schemas.microsoft.com/office/drawing/2014/main" id="{88C1DE6D-FC71-4E30-98A0-3DEA907C9111}"/>
              </a:ext>
            </a:extLst>
          </p:cNvPr>
          <p:cNvSpPr>
            <a:spLocks noGrp="1"/>
          </p:cNvSpPr>
          <p:nvPr/>
        </p:nvSpPr>
        <p:spPr>
          <a:xfrm>
            <a:off x="7173144" y="343762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2648E"/>
          </a:solidFill>
          <a:ln w="7855">
            <a:solidFill>
              <a:srgbClr val="32648E"/>
            </a:solidFill>
            <a:prstDash val="solid"/>
          </a:ln>
        </p:spPr>
      </p:sp>
      <p:sp>
        <p:nvSpPr>
          <p:cNvPr id="375" name="c_full_paired_2977">
            <a:extLst>
              <a:ext uri="{FF2B5EF4-FFF2-40B4-BE49-F238E27FC236}">
                <a16:creationId xmlns:a16="http://schemas.microsoft.com/office/drawing/2014/main" id="{AC609003-D2EF-4D68-B3E4-A75773B3BC95}"/>
              </a:ext>
            </a:extLst>
          </p:cNvPr>
          <p:cNvSpPr>
            <a:spLocks noGrp="1"/>
          </p:cNvSpPr>
          <p:nvPr/>
        </p:nvSpPr>
        <p:spPr>
          <a:xfrm>
            <a:off x="7173144" y="341879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3638D"/>
          </a:solidFill>
          <a:ln w="7855">
            <a:solidFill>
              <a:srgbClr val="33638D"/>
            </a:solidFill>
            <a:prstDash val="solid"/>
          </a:ln>
        </p:spPr>
      </p:sp>
      <p:sp>
        <p:nvSpPr>
          <p:cNvPr id="376" name="c_full_paired_2978">
            <a:extLst>
              <a:ext uri="{FF2B5EF4-FFF2-40B4-BE49-F238E27FC236}">
                <a16:creationId xmlns:a16="http://schemas.microsoft.com/office/drawing/2014/main" id="{51AA26D4-A296-4F8F-B8DE-CADB1A61C22A}"/>
              </a:ext>
            </a:extLst>
          </p:cNvPr>
          <p:cNvSpPr>
            <a:spLocks noGrp="1"/>
          </p:cNvSpPr>
          <p:nvPr/>
        </p:nvSpPr>
        <p:spPr>
          <a:xfrm>
            <a:off x="7173144" y="339996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3628D"/>
          </a:solidFill>
          <a:ln w="7855">
            <a:solidFill>
              <a:srgbClr val="33628D"/>
            </a:solidFill>
            <a:prstDash val="solid"/>
          </a:ln>
        </p:spPr>
      </p:sp>
      <p:sp>
        <p:nvSpPr>
          <p:cNvPr id="377" name="c_full_paired_2979">
            <a:extLst>
              <a:ext uri="{FF2B5EF4-FFF2-40B4-BE49-F238E27FC236}">
                <a16:creationId xmlns:a16="http://schemas.microsoft.com/office/drawing/2014/main" id="{8D491A93-5A9F-419B-99C7-CD54C5F29282}"/>
              </a:ext>
            </a:extLst>
          </p:cNvPr>
          <p:cNvSpPr>
            <a:spLocks noGrp="1"/>
          </p:cNvSpPr>
          <p:nvPr/>
        </p:nvSpPr>
        <p:spPr>
          <a:xfrm>
            <a:off x="7173144" y="338113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4618D"/>
          </a:solidFill>
          <a:ln w="7855">
            <a:solidFill>
              <a:srgbClr val="34618D"/>
            </a:solidFill>
            <a:prstDash val="solid"/>
          </a:ln>
        </p:spPr>
      </p:sp>
      <p:sp>
        <p:nvSpPr>
          <p:cNvPr id="378" name="c_full_paired_2980">
            <a:extLst>
              <a:ext uri="{FF2B5EF4-FFF2-40B4-BE49-F238E27FC236}">
                <a16:creationId xmlns:a16="http://schemas.microsoft.com/office/drawing/2014/main" id="{7CE9A160-CC34-4EC1-A8B5-E44A15C90034}"/>
              </a:ext>
            </a:extLst>
          </p:cNvPr>
          <p:cNvSpPr>
            <a:spLocks noGrp="1"/>
          </p:cNvSpPr>
          <p:nvPr/>
        </p:nvSpPr>
        <p:spPr>
          <a:xfrm>
            <a:off x="7173144" y="336229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4608D"/>
          </a:solidFill>
          <a:ln w="7855">
            <a:solidFill>
              <a:srgbClr val="34608D"/>
            </a:solidFill>
            <a:prstDash val="solid"/>
          </a:ln>
        </p:spPr>
      </p:sp>
      <p:sp>
        <p:nvSpPr>
          <p:cNvPr id="379" name="c_full_paired_2981">
            <a:extLst>
              <a:ext uri="{FF2B5EF4-FFF2-40B4-BE49-F238E27FC236}">
                <a16:creationId xmlns:a16="http://schemas.microsoft.com/office/drawing/2014/main" id="{E7D2BAF6-BCE4-4071-8CF6-E3BD581F3747}"/>
              </a:ext>
            </a:extLst>
          </p:cNvPr>
          <p:cNvSpPr>
            <a:spLocks noGrp="1"/>
          </p:cNvSpPr>
          <p:nvPr/>
        </p:nvSpPr>
        <p:spPr>
          <a:xfrm>
            <a:off x="7173144" y="334346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55F8D"/>
          </a:solidFill>
          <a:ln w="7855">
            <a:solidFill>
              <a:srgbClr val="355F8D"/>
            </a:solidFill>
            <a:prstDash val="solid"/>
          </a:ln>
        </p:spPr>
      </p:sp>
      <p:sp>
        <p:nvSpPr>
          <p:cNvPr id="380" name="c_full_paired_2982">
            <a:extLst>
              <a:ext uri="{FF2B5EF4-FFF2-40B4-BE49-F238E27FC236}">
                <a16:creationId xmlns:a16="http://schemas.microsoft.com/office/drawing/2014/main" id="{9EF7320A-B3E7-4B46-90CB-0614DEBC297F}"/>
              </a:ext>
            </a:extLst>
          </p:cNvPr>
          <p:cNvSpPr>
            <a:spLocks noGrp="1"/>
          </p:cNvSpPr>
          <p:nvPr/>
        </p:nvSpPr>
        <p:spPr>
          <a:xfrm>
            <a:off x="7173144" y="332463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55E8D"/>
          </a:solidFill>
          <a:ln w="7855">
            <a:solidFill>
              <a:srgbClr val="355E8D"/>
            </a:solidFill>
            <a:prstDash val="solid"/>
          </a:ln>
        </p:spPr>
      </p:sp>
      <p:sp>
        <p:nvSpPr>
          <p:cNvPr id="381" name="c_full_paired_2983">
            <a:extLst>
              <a:ext uri="{FF2B5EF4-FFF2-40B4-BE49-F238E27FC236}">
                <a16:creationId xmlns:a16="http://schemas.microsoft.com/office/drawing/2014/main" id="{F7CB59DB-C7C9-4163-8BD3-114507D74CEA}"/>
              </a:ext>
            </a:extLst>
          </p:cNvPr>
          <p:cNvSpPr>
            <a:spLocks noGrp="1"/>
          </p:cNvSpPr>
          <p:nvPr/>
        </p:nvSpPr>
        <p:spPr>
          <a:xfrm>
            <a:off x="7173144" y="330579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65D8D"/>
          </a:solidFill>
          <a:ln w="7855">
            <a:solidFill>
              <a:srgbClr val="365D8D"/>
            </a:solidFill>
            <a:prstDash val="solid"/>
          </a:ln>
        </p:spPr>
      </p:sp>
      <p:sp>
        <p:nvSpPr>
          <p:cNvPr id="382" name="c_full_paired_2984">
            <a:extLst>
              <a:ext uri="{FF2B5EF4-FFF2-40B4-BE49-F238E27FC236}">
                <a16:creationId xmlns:a16="http://schemas.microsoft.com/office/drawing/2014/main" id="{52DAADD3-1DAF-4C0B-B33D-5AE69B14E819}"/>
              </a:ext>
            </a:extLst>
          </p:cNvPr>
          <p:cNvSpPr>
            <a:spLocks noGrp="1"/>
          </p:cNvSpPr>
          <p:nvPr/>
        </p:nvSpPr>
        <p:spPr>
          <a:xfrm>
            <a:off x="7173144" y="328696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65C8D"/>
          </a:solidFill>
          <a:ln w="7855">
            <a:solidFill>
              <a:srgbClr val="365C8D"/>
            </a:solidFill>
            <a:prstDash val="solid"/>
          </a:ln>
        </p:spPr>
      </p:sp>
      <p:sp>
        <p:nvSpPr>
          <p:cNvPr id="383" name="c_full_paired_2985">
            <a:extLst>
              <a:ext uri="{FF2B5EF4-FFF2-40B4-BE49-F238E27FC236}">
                <a16:creationId xmlns:a16="http://schemas.microsoft.com/office/drawing/2014/main" id="{EEF3CF5B-E209-4396-B708-8092D58D8810}"/>
              </a:ext>
            </a:extLst>
          </p:cNvPr>
          <p:cNvSpPr>
            <a:spLocks noGrp="1"/>
          </p:cNvSpPr>
          <p:nvPr/>
        </p:nvSpPr>
        <p:spPr>
          <a:xfrm>
            <a:off x="7173144" y="326813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75B8D"/>
          </a:solidFill>
          <a:ln w="7855">
            <a:solidFill>
              <a:srgbClr val="375B8D"/>
            </a:solidFill>
            <a:prstDash val="solid"/>
          </a:ln>
        </p:spPr>
      </p:sp>
      <p:sp>
        <p:nvSpPr>
          <p:cNvPr id="384" name="c_full_paired_2986">
            <a:extLst>
              <a:ext uri="{FF2B5EF4-FFF2-40B4-BE49-F238E27FC236}">
                <a16:creationId xmlns:a16="http://schemas.microsoft.com/office/drawing/2014/main" id="{73ADD898-CC7A-4B7B-9B6F-2834E927162F}"/>
              </a:ext>
            </a:extLst>
          </p:cNvPr>
          <p:cNvSpPr>
            <a:spLocks noGrp="1"/>
          </p:cNvSpPr>
          <p:nvPr/>
        </p:nvSpPr>
        <p:spPr>
          <a:xfrm>
            <a:off x="7173144" y="32492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75A8C"/>
          </a:solidFill>
          <a:ln w="7855">
            <a:solidFill>
              <a:srgbClr val="375A8C"/>
            </a:solidFill>
            <a:prstDash val="solid"/>
          </a:ln>
        </p:spPr>
      </p:sp>
      <p:sp>
        <p:nvSpPr>
          <p:cNvPr id="385" name="c_full_paired_2987">
            <a:extLst>
              <a:ext uri="{FF2B5EF4-FFF2-40B4-BE49-F238E27FC236}">
                <a16:creationId xmlns:a16="http://schemas.microsoft.com/office/drawing/2014/main" id="{06FB2534-2286-4BCD-99F9-AF3EFB6F4676}"/>
              </a:ext>
            </a:extLst>
          </p:cNvPr>
          <p:cNvSpPr>
            <a:spLocks noGrp="1"/>
          </p:cNvSpPr>
          <p:nvPr/>
        </p:nvSpPr>
        <p:spPr>
          <a:xfrm>
            <a:off x="7173144" y="323046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8598C"/>
          </a:solidFill>
          <a:ln w="7855">
            <a:solidFill>
              <a:srgbClr val="38598C"/>
            </a:solidFill>
            <a:prstDash val="solid"/>
          </a:ln>
        </p:spPr>
      </p:sp>
      <p:sp>
        <p:nvSpPr>
          <p:cNvPr id="386" name="c_full_paired_2988">
            <a:extLst>
              <a:ext uri="{FF2B5EF4-FFF2-40B4-BE49-F238E27FC236}">
                <a16:creationId xmlns:a16="http://schemas.microsoft.com/office/drawing/2014/main" id="{24577BE5-5FF5-4EB9-B1D6-E03A8B38DB5A}"/>
              </a:ext>
            </a:extLst>
          </p:cNvPr>
          <p:cNvSpPr>
            <a:spLocks noGrp="1"/>
          </p:cNvSpPr>
          <p:nvPr/>
        </p:nvSpPr>
        <p:spPr>
          <a:xfrm>
            <a:off x="7173144" y="321163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8588C"/>
          </a:solidFill>
          <a:ln w="7855">
            <a:solidFill>
              <a:srgbClr val="38588C"/>
            </a:solidFill>
            <a:prstDash val="solid"/>
          </a:ln>
        </p:spPr>
      </p:sp>
      <p:sp>
        <p:nvSpPr>
          <p:cNvPr id="387" name="c_full_paired_2989">
            <a:extLst>
              <a:ext uri="{FF2B5EF4-FFF2-40B4-BE49-F238E27FC236}">
                <a16:creationId xmlns:a16="http://schemas.microsoft.com/office/drawing/2014/main" id="{CEFF2E7B-5CD0-4EC1-A4A7-DEB7CF5DE020}"/>
              </a:ext>
            </a:extLst>
          </p:cNvPr>
          <p:cNvSpPr>
            <a:spLocks noGrp="1"/>
          </p:cNvSpPr>
          <p:nvPr/>
        </p:nvSpPr>
        <p:spPr>
          <a:xfrm>
            <a:off x="7173144" y="31927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9568C"/>
          </a:solidFill>
          <a:ln w="7855">
            <a:solidFill>
              <a:srgbClr val="39568C"/>
            </a:solidFill>
            <a:prstDash val="solid"/>
          </a:ln>
        </p:spPr>
      </p:sp>
      <p:sp>
        <p:nvSpPr>
          <p:cNvPr id="388" name="c_full_paired_2990">
            <a:extLst>
              <a:ext uri="{FF2B5EF4-FFF2-40B4-BE49-F238E27FC236}">
                <a16:creationId xmlns:a16="http://schemas.microsoft.com/office/drawing/2014/main" id="{5CE20D7E-8CBB-47BF-B4EB-D2C3569DDB79}"/>
              </a:ext>
            </a:extLst>
          </p:cNvPr>
          <p:cNvSpPr>
            <a:spLocks noGrp="1"/>
          </p:cNvSpPr>
          <p:nvPr/>
        </p:nvSpPr>
        <p:spPr>
          <a:xfrm>
            <a:off x="7173144" y="317396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9558C"/>
          </a:solidFill>
          <a:ln w="7855">
            <a:solidFill>
              <a:srgbClr val="39558C"/>
            </a:solidFill>
            <a:prstDash val="solid"/>
          </a:ln>
        </p:spPr>
      </p:sp>
      <p:sp>
        <p:nvSpPr>
          <p:cNvPr id="389" name="c_full_paired_2991">
            <a:extLst>
              <a:ext uri="{FF2B5EF4-FFF2-40B4-BE49-F238E27FC236}">
                <a16:creationId xmlns:a16="http://schemas.microsoft.com/office/drawing/2014/main" id="{2124C79E-8578-4B19-8688-929C2EEB65E0}"/>
              </a:ext>
            </a:extLst>
          </p:cNvPr>
          <p:cNvSpPr>
            <a:spLocks noGrp="1"/>
          </p:cNvSpPr>
          <p:nvPr/>
        </p:nvSpPr>
        <p:spPr>
          <a:xfrm>
            <a:off x="7173144" y="31551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A548C"/>
          </a:solidFill>
          <a:ln w="7855">
            <a:solidFill>
              <a:srgbClr val="3A548C"/>
            </a:solidFill>
            <a:prstDash val="solid"/>
          </a:ln>
        </p:spPr>
      </p:sp>
      <p:sp>
        <p:nvSpPr>
          <p:cNvPr id="390" name="c_full_paired_2992">
            <a:extLst>
              <a:ext uri="{FF2B5EF4-FFF2-40B4-BE49-F238E27FC236}">
                <a16:creationId xmlns:a16="http://schemas.microsoft.com/office/drawing/2014/main" id="{85E2D5E0-7072-4B6B-8C1C-26274CC9A1D3}"/>
              </a:ext>
            </a:extLst>
          </p:cNvPr>
          <p:cNvSpPr>
            <a:spLocks noGrp="1"/>
          </p:cNvSpPr>
          <p:nvPr/>
        </p:nvSpPr>
        <p:spPr>
          <a:xfrm>
            <a:off x="7173144" y="31362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A538B"/>
          </a:solidFill>
          <a:ln w="7855">
            <a:solidFill>
              <a:srgbClr val="3A538B"/>
            </a:solidFill>
            <a:prstDash val="solid"/>
          </a:ln>
        </p:spPr>
      </p:sp>
      <p:sp>
        <p:nvSpPr>
          <p:cNvPr id="391" name="c_full_paired_2993">
            <a:extLst>
              <a:ext uri="{FF2B5EF4-FFF2-40B4-BE49-F238E27FC236}">
                <a16:creationId xmlns:a16="http://schemas.microsoft.com/office/drawing/2014/main" id="{FE318CA8-FEB5-481B-A764-003C3A4C45C4}"/>
              </a:ext>
            </a:extLst>
          </p:cNvPr>
          <p:cNvSpPr>
            <a:spLocks noGrp="1"/>
          </p:cNvSpPr>
          <p:nvPr/>
        </p:nvSpPr>
        <p:spPr>
          <a:xfrm>
            <a:off x="7173144" y="31174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B528B"/>
          </a:solidFill>
          <a:ln w="7855">
            <a:solidFill>
              <a:srgbClr val="3B528B"/>
            </a:solidFill>
            <a:prstDash val="solid"/>
          </a:ln>
        </p:spPr>
      </p:sp>
      <p:sp>
        <p:nvSpPr>
          <p:cNvPr id="392" name="c_full_paired_2994">
            <a:extLst>
              <a:ext uri="{FF2B5EF4-FFF2-40B4-BE49-F238E27FC236}">
                <a16:creationId xmlns:a16="http://schemas.microsoft.com/office/drawing/2014/main" id="{4FA410D6-B61D-4B0F-9980-A25682B6F1A1}"/>
              </a:ext>
            </a:extLst>
          </p:cNvPr>
          <p:cNvSpPr>
            <a:spLocks noGrp="1"/>
          </p:cNvSpPr>
          <p:nvPr/>
        </p:nvSpPr>
        <p:spPr>
          <a:xfrm>
            <a:off x="7173144" y="30986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B518B"/>
          </a:solidFill>
          <a:ln w="7855">
            <a:solidFill>
              <a:srgbClr val="3B518B"/>
            </a:solidFill>
            <a:prstDash val="solid"/>
          </a:ln>
        </p:spPr>
      </p:sp>
      <p:sp>
        <p:nvSpPr>
          <p:cNvPr id="393" name="c_full_paired_2995">
            <a:extLst>
              <a:ext uri="{FF2B5EF4-FFF2-40B4-BE49-F238E27FC236}">
                <a16:creationId xmlns:a16="http://schemas.microsoft.com/office/drawing/2014/main" id="{CE539897-7F5B-41C9-AEE8-ABA1DCAEFDEE}"/>
              </a:ext>
            </a:extLst>
          </p:cNvPr>
          <p:cNvSpPr>
            <a:spLocks noGrp="1"/>
          </p:cNvSpPr>
          <p:nvPr/>
        </p:nvSpPr>
        <p:spPr>
          <a:xfrm>
            <a:off x="7173144" y="30797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C508B"/>
          </a:solidFill>
          <a:ln w="7855">
            <a:solidFill>
              <a:srgbClr val="3C508B"/>
            </a:solidFill>
            <a:prstDash val="solid"/>
          </a:ln>
        </p:spPr>
      </p:sp>
      <p:sp>
        <p:nvSpPr>
          <p:cNvPr id="394" name="c_full_paired_2996">
            <a:extLst>
              <a:ext uri="{FF2B5EF4-FFF2-40B4-BE49-F238E27FC236}">
                <a16:creationId xmlns:a16="http://schemas.microsoft.com/office/drawing/2014/main" id="{4B9E528D-0DBC-49FC-AF91-BE732E7E35E4}"/>
              </a:ext>
            </a:extLst>
          </p:cNvPr>
          <p:cNvSpPr>
            <a:spLocks noGrp="1"/>
          </p:cNvSpPr>
          <p:nvPr/>
        </p:nvSpPr>
        <p:spPr>
          <a:xfrm>
            <a:off x="7173144" y="30609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C4F8A"/>
          </a:solidFill>
          <a:ln w="7855">
            <a:solidFill>
              <a:srgbClr val="3C4F8A"/>
            </a:solidFill>
            <a:prstDash val="solid"/>
          </a:ln>
        </p:spPr>
      </p:sp>
      <p:sp>
        <p:nvSpPr>
          <p:cNvPr id="395" name="c_full_paired_2997">
            <a:extLst>
              <a:ext uri="{FF2B5EF4-FFF2-40B4-BE49-F238E27FC236}">
                <a16:creationId xmlns:a16="http://schemas.microsoft.com/office/drawing/2014/main" id="{ACE41BB7-1F4F-4C19-A9F8-AF61A7599CD8}"/>
              </a:ext>
            </a:extLst>
          </p:cNvPr>
          <p:cNvSpPr>
            <a:spLocks noGrp="1"/>
          </p:cNvSpPr>
          <p:nvPr/>
        </p:nvSpPr>
        <p:spPr>
          <a:xfrm>
            <a:off x="7173144" y="304213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D4E8A"/>
          </a:solidFill>
          <a:ln w="7855">
            <a:solidFill>
              <a:srgbClr val="3D4E8A"/>
            </a:solidFill>
            <a:prstDash val="solid"/>
          </a:ln>
        </p:spPr>
      </p:sp>
      <p:sp>
        <p:nvSpPr>
          <p:cNvPr id="396" name="c_full_paired_2998">
            <a:extLst>
              <a:ext uri="{FF2B5EF4-FFF2-40B4-BE49-F238E27FC236}">
                <a16:creationId xmlns:a16="http://schemas.microsoft.com/office/drawing/2014/main" id="{E6D7C19A-6851-43D4-92BE-9EFCB543648F}"/>
              </a:ext>
            </a:extLst>
          </p:cNvPr>
          <p:cNvSpPr>
            <a:spLocks noGrp="1"/>
          </p:cNvSpPr>
          <p:nvPr/>
        </p:nvSpPr>
        <p:spPr>
          <a:xfrm>
            <a:off x="7173144" y="30233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D4D8A"/>
          </a:solidFill>
          <a:ln w="7855">
            <a:solidFill>
              <a:srgbClr val="3D4D8A"/>
            </a:solidFill>
            <a:prstDash val="solid"/>
          </a:ln>
        </p:spPr>
      </p:sp>
      <p:sp>
        <p:nvSpPr>
          <p:cNvPr id="397" name="c_full_paired_2999">
            <a:extLst>
              <a:ext uri="{FF2B5EF4-FFF2-40B4-BE49-F238E27FC236}">
                <a16:creationId xmlns:a16="http://schemas.microsoft.com/office/drawing/2014/main" id="{64B773AA-3AB6-4401-985B-355537176C24}"/>
              </a:ext>
            </a:extLst>
          </p:cNvPr>
          <p:cNvSpPr>
            <a:spLocks noGrp="1"/>
          </p:cNvSpPr>
          <p:nvPr/>
        </p:nvSpPr>
        <p:spPr>
          <a:xfrm>
            <a:off x="7173144" y="30044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E4C8A"/>
          </a:solidFill>
          <a:ln w="7855">
            <a:solidFill>
              <a:srgbClr val="3E4C8A"/>
            </a:solidFill>
            <a:prstDash val="solid"/>
          </a:ln>
        </p:spPr>
      </p:sp>
      <p:sp>
        <p:nvSpPr>
          <p:cNvPr id="398" name="c_full_paired_3000">
            <a:extLst>
              <a:ext uri="{FF2B5EF4-FFF2-40B4-BE49-F238E27FC236}">
                <a16:creationId xmlns:a16="http://schemas.microsoft.com/office/drawing/2014/main" id="{C5A40768-C116-4591-AF0B-6C3EE14AD8D2}"/>
              </a:ext>
            </a:extLst>
          </p:cNvPr>
          <p:cNvSpPr>
            <a:spLocks noGrp="1"/>
          </p:cNvSpPr>
          <p:nvPr/>
        </p:nvSpPr>
        <p:spPr>
          <a:xfrm>
            <a:off x="7173144" y="298563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E4A89"/>
          </a:solidFill>
          <a:ln w="7855">
            <a:solidFill>
              <a:srgbClr val="3E4A89"/>
            </a:solidFill>
            <a:prstDash val="solid"/>
          </a:ln>
        </p:spPr>
      </p:sp>
      <p:sp>
        <p:nvSpPr>
          <p:cNvPr id="399" name="c_full_paired_3001">
            <a:extLst>
              <a:ext uri="{FF2B5EF4-FFF2-40B4-BE49-F238E27FC236}">
                <a16:creationId xmlns:a16="http://schemas.microsoft.com/office/drawing/2014/main" id="{1E32ED74-774E-4107-BDA8-C6AD8BD07FC1}"/>
              </a:ext>
            </a:extLst>
          </p:cNvPr>
          <p:cNvSpPr>
            <a:spLocks noGrp="1"/>
          </p:cNvSpPr>
          <p:nvPr/>
        </p:nvSpPr>
        <p:spPr>
          <a:xfrm>
            <a:off x="7173144" y="29668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E4989"/>
          </a:solidFill>
          <a:ln w="7855">
            <a:solidFill>
              <a:srgbClr val="3E4989"/>
            </a:solidFill>
            <a:prstDash val="solid"/>
          </a:ln>
        </p:spPr>
      </p:sp>
      <p:sp>
        <p:nvSpPr>
          <p:cNvPr id="400" name="c_full_paired_3002">
            <a:extLst>
              <a:ext uri="{FF2B5EF4-FFF2-40B4-BE49-F238E27FC236}">
                <a16:creationId xmlns:a16="http://schemas.microsoft.com/office/drawing/2014/main" id="{C9EC13F8-8E25-4E49-9B50-8A61BBF8A46A}"/>
              </a:ext>
            </a:extLst>
          </p:cNvPr>
          <p:cNvSpPr>
            <a:spLocks noGrp="1"/>
          </p:cNvSpPr>
          <p:nvPr/>
        </p:nvSpPr>
        <p:spPr>
          <a:xfrm>
            <a:off x="7173144" y="29479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F4889"/>
          </a:solidFill>
          <a:ln w="7855">
            <a:solidFill>
              <a:srgbClr val="3F4889"/>
            </a:solidFill>
            <a:prstDash val="solid"/>
          </a:ln>
        </p:spPr>
      </p:sp>
      <p:sp>
        <p:nvSpPr>
          <p:cNvPr id="401" name="c_full_paired_3003">
            <a:extLst>
              <a:ext uri="{FF2B5EF4-FFF2-40B4-BE49-F238E27FC236}">
                <a16:creationId xmlns:a16="http://schemas.microsoft.com/office/drawing/2014/main" id="{365DDD32-698F-42D1-8760-679AFB179FA2}"/>
              </a:ext>
            </a:extLst>
          </p:cNvPr>
          <p:cNvSpPr>
            <a:spLocks noGrp="1"/>
          </p:cNvSpPr>
          <p:nvPr/>
        </p:nvSpPr>
        <p:spPr>
          <a:xfrm>
            <a:off x="7173144" y="292913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F4788"/>
          </a:solidFill>
          <a:ln w="7855">
            <a:solidFill>
              <a:srgbClr val="3F4788"/>
            </a:solidFill>
            <a:prstDash val="solid"/>
          </a:ln>
        </p:spPr>
      </p:sp>
      <p:sp>
        <p:nvSpPr>
          <p:cNvPr id="402" name="c_full_paired_3004">
            <a:extLst>
              <a:ext uri="{FF2B5EF4-FFF2-40B4-BE49-F238E27FC236}">
                <a16:creationId xmlns:a16="http://schemas.microsoft.com/office/drawing/2014/main" id="{071D076A-2CFD-411C-88C0-4127B09C195C}"/>
              </a:ext>
            </a:extLst>
          </p:cNvPr>
          <p:cNvSpPr>
            <a:spLocks noGrp="1"/>
          </p:cNvSpPr>
          <p:nvPr/>
        </p:nvSpPr>
        <p:spPr>
          <a:xfrm>
            <a:off x="7173144" y="291030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04688"/>
          </a:solidFill>
          <a:ln w="7855">
            <a:solidFill>
              <a:srgbClr val="404688"/>
            </a:solidFill>
            <a:prstDash val="solid"/>
          </a:ln>
        </p:spPr>
      </p:sp>
      <p:sp>
        <p:nvSpPr>
          <p:cNvPr id="403" name="c_full_paired_3005">
            <a:extLst>
              <a:ext uri="{FF2B5EF4-FFF2-40B4-BE49-F238E27FC236}">
                <a16:creationId xmlns:a16="http://schemas.microsoft.com/office/drawing/2014/main" id="{85737A84-2546-4145-9919-6F5D0DFC392B}"/>
              </a:ext>
            </a:extLst>
          </p:cNvPr>
          <p:cNvSpPr>
            <a:spLocks noGrp="1"/>
          </p:cNvSpPr>
          <p:nvPr/>
        </p:nvSpPr>
        <p:spPr>
          <a:xfrm>
            <a:off x="7173144" y="28914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04588"/>
          </a:solidFill>
          <a:ln w="7855">
            <a:solidFill>
              <a:srgbClr val="404588"/>
            </a:solidFill>
            <a:prstDash val="solid"/>
          </a:ln>
        </p:spPr>
      </p:sp>
      <p:sp>
        <p:nvSpPr>
          <p:cNvPr id="404" name="c_full_paired_3006">
            <a:extLst>
              <a:ext uri="{FF2B5EF4-FFF2-40B4-BE49-F238E27FC236}">
                <a16:creationId xmlns:a16="http://schemas.microsoft.com/office/drawing/2014/main" id="{15799E52-0213-4FF2-913A-D92ABA6A9951}"/>
              </a:ext>
            </a:extLst>
          </p:cNvPr>
          <p:cNvSpPr>
            <a:spLocks noGrp="1"/>
          </p:cNvSpPr>
          <p:nvPr/>
        </p:nvSpPr>
        <p:spPr>
          <a:xfrm>
            <a:off x="7173144" y="28726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14487"/>
          </a:solidFill>
          <a:ln w="7855">
            <a:solidFill>
              <a:srgbClr val="414487"/>
            </a:solidFill>
            <a:prstDash val="solid"/>
          </a:ln>
        </p:spPr>
      </p:sp>
      <p:sp>
        <p:nvSpPr>
          <p:cNvPr id="405" name="c_full_paired_3007">
            <a:extLst>
              <a:ext uri="{FF2B5EF4-FFF2-40B4-BE49-F238E27FC236}">
                <a16:creationId xmlns:a16="http://schemas.microsoft.com/office/drawing/2014/main" id="{500F49E9-68FB-4994-A109-4C05950C0E82}"/>
              </a:ext>
            </a:extLst>
          </p:cNvPr>
          <p:cNvSpPr>
            <a:spLocks noGrp="1"/>
          </p:cNvSpPr>
          <p:nvPr/>
        </p:nvSpPr>
        <p:spPr>
          <a:xfrm>
            <a:off x="7173144" y="285380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14287"/>
          </a:solidFill>
          <a:ln w="7855">
            <a:solidFill>
              <a:srgbClr val="414287"/>
            </a:solidFill>
            <a:prstDash val="solid"/>
          </a:ln>
        </p:spPr>
      </p:sp>
      <p:sp>
        <p:nvSpPr>
          <p:cNvPr id="406" name="c_full_paired_3008">
            <a:extLst>
              <a:ext uri="{FF2B5EF4-FFF2-40B4-BE49-F238E27FC236}">
                <a16:creationId xmlns:a16="http://schemas.microsoft.com/office/drawing/2014/main" id="{4CC49E67-8C1A-4439-83AB-B6FC867CDE15}"/>
              </a:ext>
            </a:extLst>
          </p:cNvPr>
          <p:cNvSpPr>
            <a:spLocks noGrp="1"/>
          </p:cNvSpPr>
          <p:nvPr/>
        </p:nvSpPr>
        <p:spPr>
          <a:xfrm>
            <a:off x="7173144" y="28349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4186"/>
          </a:solidFill>
          <a:ln w="7855">
            <a:solidFill>
              <a:srgbClr val="424186"/>
            </a:solidFill>
            <a:prstDash val="solid"/>
          </a:ln>
        </p:spPr>
      </p:sp>
      <p:sp>
        <p:nvSpPr>
          <p:cNvPr id="407" name="c_full_paired_3009">
            <a:extLst>
              <a:ext uri="{FF2B5EF4-FFF2-40B4-BE49-F238E27FC236}">
                <a16:creationId xmlns:a16="http://schemas.microsoft.com/office/drawing/2014/main" id="{701E9095-C9F1-4FA4-9C7B-5F256D980FEA}"/>
              </a:ext>
            </a:extLst>
          </p:cNvPr>
          <p:cNvSpPr>
            <a:spLocks noGrp="1"/>
          </p:cNvSpPr>
          <p:nvPr/>
        </p:nvSpPr>
        <p:spPr>
          <a:xfrm>
            <a:off x="7173144" y="28161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4086"/>
          </a:solidFill>
          <a:ln w="7855">
            <a:solidFill>
              <a:srgbClr val="424086"/>
            </a:solidFill>
            <a:prstDash val="solid"/>
          </a:ln>
        </p:spPr>
      </p:sp>
      <p:sp>
        <p:nvSpPr>
          <p:cNvPr id="408" name="c_full_paired_3010">
            <a:extLst>
              <a:ext uri="{FF2B5EF4-FFF2-40B4-BE49-F238E27FC236}">
                <a16:creationId xmlns:a16="http://schemas.microsoft.com/office/drawing/2014/main" id="{1D02E868-BD35-4F35-8D09-940952C4443C}"/>
              </a:ext>
            </a:extLst>
          </p:cNvPr>
          <p:cNvSpPr>
            <a:spLocks noGrp="1"/>
          </p:cNvSpPr>
          <p:nvPr/>
        </p:nvSpPr>
        <p:spPr>
          <a:xfrm>
            <a:off x="7173144" y="27973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3F85"/>
          </a:solidFill>
          <a:ln w="7855">
            <a:solidFill>
              <a:srgbClr val="423F85"/>
            </a:solidFill>
            <a:prstDash val="solid"/>
          </a:ln>
        </p:spPr>
      </p:sp>
      <p:sp>
        <p:nvSpPr>
          <p:cNvPr id="409" name="c_full_paired_3011">
            <a:extLst>
              <a:ext uri="{FF2B5EF4-FFF2-40B4-BE49-F238E27FC236}">
                <a16:creationId xmlns:a16="http://schemas.microsoft.com/office/drawing/2014/main" id="{3B410244-1E07-4C3F-9571-0EA2847AD61C}"/>
              </a:ext>
            </a:extLst>
          </p:cNvPr>
          <p:cNvSpPr>
            <a:spLocks noGrp="1"/>
          </p:cNvSpPr>
          <p:nvPr/>
        </p:nvSpPr>
        <p:spPr>
          <a:xfrm>
            <a:off x="7173144" y="27784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33E85"/>
          </a:solidFill>
          <a:ln w="7855">
            <a:solidFill>
              <a:srgbClr val="433E85"/>
            </a:solidFill>
            <a:prstDash val="solid"/>
          </a:ln>
        </p:spPr>
      </p:sp>
      <p:sp>
        <p:nvSpPr>
          <p:cNvPr id="410" name="c_full_paired_3012">
            <a:extLst>
              <a:ext uri="{FF2B5EF4-FFF2-40B4-BE49-F238E27FC236}">
                <a16:creationId xmlns:a16="http://schemas.microsoft.com/office/drawing/2014/main" id="{2B71DC7B-FE1E-4AF6-BBAD-70D0E8A74CD7}"/>
              </a:ext>
            </a:extLst>
          </p:cNvPr>
          <p:cNvSpPr>
            <a:spLocks noGrp="1"/>
          </p:cNvSpPr>
          <p:nvPr/>
        </p:nvSpPr>
        <p:spPr>
          <a:xfrm>
            <a:off x="7173144" y="27596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33D84"/>
          </a:solidFill>
          <a:ln w="7855">
            <a:solidFill>
              <a:srgbClr val="433D84"/>
            </a:solidFill>
            <a:prstDash val="solid"/>
          </a:ln>
        </p:spPr>
      </p:sp>
      <p:sp>
        <p:nvSpPr>
          <p:cNvPr id="411" name="c_full_paired_3013">
            <a:extLst>
              <a:ext uri="{FF2B5EF4-FFF2-40B4-BE49-F238E27FC236}">
                <a16:creationId xmlns:a16="http://schemas.microsoft.com/office/drawing/2014/main" id="{306B607F-8DA1-4614-AC0D-BCBB3DFBD8FF}"/>
              </a:ext>
            </a:extLst>
          </p:cNvPr>
          <p:cNvSpPr>
            <a:spLocks noGrp="1"/>
          </p:cNvSpPr>
          <p:nvPr/>
        </p:nvSpPr>
        <p:spPr>
          <a:xfrm>
            <a:off x="7173144" y="27408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3B84"/>
          </a:solidFill>
          <a:ln w="7855">
            <a:solidFill>
              <a:srgbClr val="443B84"/>
            </a:solidFill>
            <a:prstDash val="solid"/>
          </a:ln>
        </p:spPr>
      </p:sp>
      <p:sp>
        <p:nvSpPr>
          <p:cNvPr id="412" name="c_full_paired_3014">
            <a:extLst>
              <a:ext uri="{FF2B5EF4-FFF2-40B4-BE49-F238E27FC236}">
                <a16:creationId xmlns:a16="http://schemas.microsoft.com/office/drawing/2014/main" id="{13DB7C4C-FC87-41CC-9F4D-7C3BEAB491E1}"/>
              </a:ext>
            </a:extLst>
          </p:cNvPr>
          <p:cNvSpPr>
            <a:spLocks noGrp="1"/>
          </p:cNvSpPr>
          <p:nvPr/>
        </p:nvSpPr>
        <p:spPr>
          <a:xfrm>
            <a:off x="7173144" y="27219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3A83"/>
          </a:solidFill>
          <a:ln w="7855">
            <a:solidFill>
              <a:srgbClr val="443A83"/>
            </a:solidFill>
            <a:prstDash val="solid"/>
          </a:ln>
        </p:spPr>
      </p:sp>
      <p:sp>
        <p:nvSpPr>
          <p:cNvPr id="413" name="c_full_paired_3015">
            <a:extLst>
              <a:ext uri="{FF2B5EF4-FFF2-40B4-BE49-F238E27FC236}">
                <a16:creationId xmlns:a16="http://schemas.microsoft.com/office/drawing/2014/main" id="{76CDA1CA-90CA-4304-BCC5-8D4BA44FE0B9}"/>
              </a:ext>
            </a:extLst>
          </p:cNvPr>
          <p:cNvSpPr>
            <a:spLocks noGrp="1"/>
          </p:cNvSpPr>
          <p:nvPr/>
        </p:nvSpPr>
        <p:spPr>
          <a:xfrm>
            <a:off x="7173144" y="27031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3983"/>
          </a:solidFill>
          <a:ln w="7855">
            <a:solidFill>
              <a:srgbClr val="443983"/>
            </a:solidFill>
            <a:prstDash val="solid"/>
          </a:ln>
        </p:spPr>
      </p:sp>
      <p:sp>
        <p:nvSpPr>
          <p:cNvPr id="414" name="c_full_paired_3016">
            <a:extLst>
              <a:ext uri="{FF2B5EF4-FFF2-40B4-BE49-F238E27FC236}">
                <a16:creationId xmlns:a16="http://schemas.microsoft.com/office/drawing/2014/main" id="{1B310C7A-675B-4209-A6EE-CE2A98FB42E8}"/>
              </a:ext>
            </a:extLst>
          </p:cNvPr>
          <p:cNvSpPr>
            <a:spLocks noGrp="1"/>
          </p:cNvSpPr>
          <p:nvPr/>
        </p:nvSpPr>
        <p:spPr>
          <a:xfrm>
            <a:off x="7173144" y="268430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3882"/>
          </a:solidFill>
          <a:ln w="7855">
            <a:solidFill>
              <a:srgbClr val="453882"/>
            </a:solidFill>
            <a:prstDash val="solid"/>
          </a:ln>
        </p:spPr>
      </p:sp>
      <p:sp>
        <p:nvSpPr>
          <p:cNvPr id="415" name="c_full_paired_3017">
            <a:extLst>
              <a:ext uri="{FF2B5EF4-FFF2-40B4-BE49-F238E27FC236}">
                <a16:creationId xmlns:a16="http://schemas.microsoft.com/office/drawing/2014/main" id="{69735F13-43C9-43E3-857E-109CABC911D3}"/>
              </a:ext>
            </a:extLst>
          </p:cNvPr>
          <p:cNvSpPr>
            <a:spLocks noGrp="1"/>
          </p:cNvSpPr>
          <p:nvPr/>
        </p:nvSpPr>
        <p:spPr>
          <a:xfrm>
            <a:off x="7173144" y="266547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3781"/>
          </a:solidFill>
          <a:ln w="7855">
            <a:solidFill>
              <a:srgbClr val="453781"/>
            </a:solidFill>
            <a:prstDash val="solid"/>
          </a:ln>
        </p:spPr>
      </p:sp>
      <p:sp>
        <p:nvSpPr>
          <p:cNvPr id="416" name="c_full_paired_3018">
            <a:extLst>
              <a:ext uri="{FF2B5EF4-FFF2-40B4-BE49-F238E27FC236}">
                <a16:creationId xmlns:a16="http://schemas.microsoft.com/office/drawing/2014/main" id="{B250B583-1BE2-4F24-9AE0-CF647C74D0F3}"/>
              </a:ext>
            </a:extLst>
          </p:cNvPr>
          <p:cNvSpPr>
            <a:spLocks noGrp="1"/>
          </p:cNvSpPr>
          <p:nvPr/>
        </p:nvSpPr>
        <p:spPr>
          <a:xfrm>
            <a:off x="7173144" y="26466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3581"/>
          </a:solidFill>
          <a:ln w="7855">
            <a:solidFill>
              <a:srgbClr val="453581"/>
            </a:solidFill>
            <a:prstDash val="solid"/>
          </a:ln>
        </p:spPr>
      </p:sp>
      <p:sp>
        <p:nvSpPr>
          <p:cNvPr id="417" name="c_full_paired_3019">
            <a:extLst>
              <a:ext uri="{FF2B5EF4-FFF2-40B4-BE49-F238E27FC236}">
                <a16:creationId xmlns:a16="http://schemas.microsoft.com/office/drawing/2014/main" id="{E159CD63-907D-48DF-8C29-A471A88731EC}"/>
              </a:ext>
            </a:extLst>
          </p:cNvPr>
          <p:cNvSpPr>
            <a:spLocks noGrp="1"/>
          </p:cNvSpPr>
          <p:nvPr/>
        </p:nvSpPr>
        <p:spPr>
          <a:xfrm>
            <a:off x="7173144" y="26278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480"/>
          </a:solidFill>
          <a:ln w="7855">
            <a:solidFill>
              <a:srgbClr val="463480"/>
            </a:solidFill>
            <a:prstDash val="solid"/>
          </a:ln>
        </p:spPr>
      </p:sp>
      <p:sp>
        <p:nvSpPr>
          <p:cNvPr id="418" name="c_full_paired_3020">
            <a:extLst>
              <a:ext uri="{FF2B5EF4-FFF2-40B4-BE49-F238E27FC236}">
                <a16:creationId xmlns:a16="http://schemas.microsoft.com/office/drawing/2014/main" id="{EDBAFD3A-DA30-4CA4-9F3E-01E375B79CAF}"/>
              </a:ext>
            </a:extLst>
          </p:cNvPr>
          <p:cNvSpPr>
            <a:spLocks noGrp="1"/>
          </p:cNvSpPr>
          <p:nvPr/>
        </p:nvSpPr>
        <p:spPr>
          <a:xfrm>
            <a:off x="7173144" y="260897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37F"/>
          </a:solidFill>
          <a:ln w="7855">
            <a:solidFill>
              <a:srgbClr val="46337F"/>
            </a:solidFill>
            <a:prstDash val="solid"/>
          </a:ln>
        </p:spPr>
      </p:sp>
      <p:sp>
        <p:nvSpPr>
          <p:cNvPr id="419" name="c_full_paired_3021">
            <a:extLst>
              <a:ext uri="{FF2B5EF4-FFF2-40B4-BE49-F238E27FC236}">
                <a16:creationId xmlns:a16="http://schemas.microsoft.com/office/drawing/2014/main" id="{F669C191-E323-4BB7-8E74-2DCFBF87B343}"/>
              </a:ext>
            </a:extLst>
          </p:cNvPr>
          <p:cNvSpPr>
            <a:spLocks noGrp="1"/>
          </p:cNvSpPr>
          <p:nvPr/>
        </p:nvSpPr>
        <p:spPr>
          <a:xfrm>
            <a:off x="7173144" y="25901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27E"/>
          </a:solidFill>
          <a:ln w="7855">
            <a:solidFill>
              <a:srgbClr val="46327E"/>
            </a:solidFill>
            <a:prstDash val="solid"/>
          </a:ln>
        </p:spPr>
      </p:sp>
      <p:sp>
        <p:nvSpPr>
          <p:cNvPr id="420" name="c_full_paired_3022">
            <a:extLst>
              <a:ext uri="{FF2B5EF4-FFF2-40B4-BE49-F238E27FC236}">
                <a16:creationId xmlns:a16="http://schemas.microsoft.com/office/drawing/2014/main" id="{1215F10F-877F-414F-AE4D-5D9D666BB667}"/>
              </a:ext>
            </a:extLst>
          </p:cNvPr>
          <p:cNvSpPr>
            <a:spLocks noGrp="1"/>
          </p:cNvSpPr>
          <p:nvPr/>
        </p:nvSpPr>
        <p:spPr>
          <a:xfrm>
            <a:off x="7173144" y="25713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07E"/>
          </a:solidFill>
          <a:ln w="7855">
            <a:solidFill>
              <a:srgbClr val="46307E"/>
            </a:solidFill>
            <a:prstDash val="solid"/>
          </a:ln>
        </p:spPr>
      </p:sp>
      <p:sp>
        <p:nvSpPr>
          <p:cNvPr id="421" name="c_full_paired_3023">
            <a:extLst>
              <a:ext uri="{FF2B5EF4-FFF2-40B4-BE49-F238E27FC236}">
                <a16:creationId xmlns:a16="http://schemas.microsoft.com/office/drawing/2014/main" id="{685F2F46-1146-4C86-9D1E-DDEF8F1F8A6E}"/>
              </a:ext>
            </a:extLst>
          </p:cNvPr>
          <p:cNvSpPr>
            <a:spLocks noGrp="1"/>
          </p:cNvSpPr>
          <p:nvPr/>
        </p:nvSpPr>
        <p:spPr>
          <a:xfrm>
            <a:off x="7173144" y="25524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F7D"/>
          </a:solidFill>
          <a:ln w="7855">
            <a:solidFill>
              <a:srgbClr val="472F7D"/>
            </a:solidFill>
            <a:prstDash val="solid"/>
          </a:ln>
        </p:spPr>
      </p:sp>
      <p:sp>
        <p:nvSpPr>
          <p:cNvPr id="422" name="c_full_paired_3024">
            <a:extLst>
              <a:ext uri="{FF2B5EF4-FFF2-40B4-BE49-F238E27FC236}">
                <a16:creationId xmlns:a16="http://schemas.microsoft.com/office/drawing/2014/main" id="{38E2C389-1C28-4B60-8F75-B33A3A750CD0}"/>
              </a:ext>
            </a:extLst>
          </p:cNvPr>
          <p:cNvSpPr>
            <a:spLocks noGrp="1"/>
          </p:cNvSpPr>
          <p:nvPr/>
        </p:nvSpPr>
        <p:spPr>
          <a:xfrm>
            <a:off x="7173144" y="25336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E7C"/>
          </a:solidFill>
          <a:ln w="7855">
            <a:solidFill>
              <a:srgbClr val="472E7C"/>
            </a:solidFill>
            <a:prstDash val="solid"/>
          </a:ln>
        </p:spPr>
      </p:sp>
      <p:sp>
        <p:nvSpPr>
          <p:cNvPr id="423" name="c_full_paired_3025">
            <a:extLst>
              <a:ext uri="{FF2B5EF4-FFF2-40B4-BE49-F238E27FC236}">
                <a16:creationId xmlns:a16="http://schemas.microsoft.com/office/drawing/2014/main" id="{28F7E189-95A3-4213-A09B-1EE7497A07E7}"/>
              </a:ext>
            </a:extLst>
          </p:cNvPr>
          <p:cNvSpPr>
            <a:spLocks noGrp="1"/>
          </p:cNvSpPr>
          <p:nvPr/>
        </p:nvSpPr>
        <p:spPr>
          <a:xfrm>
            <a:off x="7173144" y="25148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D7B"/>
          </a:solidFill>
          <a:ln w="7855">
            <a:solidFill>
              <a:srgbClr val="472D7B"/>
            </a:solidFill>
            <a:prstDash val="solid"/>
          </a:ln>
        </p:spPr>
      </p:sp>
      <p:sp>
        <p:nvSpPr>
          <p:cNvPr id="424" name="c_full_paired_3026">
            <a:extLst>
              <a:ext uri="{FF2B5EF4-FFF2-40B4-BE49-F238E27FC236}">
                <a16:creationId xmlns:a16="http://schemas.microsoft.com/office/drawing/2014/main" id="{332AF4B2-B06D-421C-9B8E-C1264364B6C6}"/>
              </a:ext>
            </a:extLst>
          </p:cNvPr>
          <p:cNvSpPr>
            <a:spLocks noGrp="1"/>
          </p:cNvSpPr>
          <p:nvPr/>
        </p:nvSpPr>
        <p:spPr>
          <a:xfrm>
            <a:off x="7173144" y="24959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C7A"/>
          </a:solidFill>
          <a:ln w="7855">
            <a:solidFill>
              <a:srgbClr val="472C7A"/>
            </a:solidFill>
            <a:prstDash val="solid"/>
          </a:ln>
        </p:spPr>
      </p:sp>
      <p:sp>
        <p:nvSpPr>
          <p:cNvPr id="425" name="c_full_paired_3027">
            <a:extLst>
              <a:ext uri="{FF2B5EF4-FFF2-40B4-BE49-F238E27FC236}">
                <a16:creationId xmlns:a16="http://schemas.microsoft.com/office/drawing/2014/main" id="{EBA1AB26-0307-4106-9DD2-59D6E295F41F}"/>
              </a:ext>
            </a:extLst>
          </p:cNvPr>
          <p:cNvSpPr>
            <a:spLocks noGrp="1"/>
          </p:cNvSpPr>
          <p:nvPr/>
        </p:nvSpPr>
        <p:spPr>
          <a:xfrm>
            <a:off x="7173144" y="24771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A7A"/>
          </a:solidFill>
          <a:ln w="7855">
            <a:solidFill>
              <a:srgbClr val="472A7A"/>
            </a:solidFill>
            <a:prstDash val="solid"/>
          </a:ln>
        </p:spPr>
      </p:sp>
      <p:sp>
        <p:nvSpPr>
          <p:cNvPr id="426" name="c_full_paired_3028">
            <a:extLst>
              <a:ext uri="{FF2B5EF4-FFF2-40B4-BE49-F238E27FC236}">
                <a16:creationId xmlns:a16="http://schemas.microsoft.com/office/drawing/2014/main" id="{F48B25BA-35E7-4141-A2A1-E32D6EC7D0FC}"/>
              </a:ext>
            </a:extLst>
          </p:cNvPr>
          <p:cNvSpPr>
            <a:spLocks noGrp="1"/>
          </p:cNvSpPr>
          <p:nvPr/>
        </p:nvSpPr>
        <p:spPr>
          <a:xfrm>
            <a:off x="7173144" y="24583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979"/>
          </a:solidFill>
          <a:ln w="7855">
            <a:solidFill>
              <a:srgbClr val="482979"/>
            </a:solidFill>
            <a:prstDash val="solid"/>
          </a:ln>
        </p:spPr>
      </p:sp>
      <p:sp>
        <p:nvSpPr>
          <p:cNvPr id="427" name="c_full_paired_3029">
            <a:extLst>
              <a:ext uri="{FF2B5EF4-FFF2-40B4-BE49-F238E27FC236}">
                <a16:creationId xmlns:a16="http://schemas.microsoft.com/office/drawing/2014/main" id="{A32596E0-3956-40AC-A528-ABAD4AEDC13C}"/>
              </a:ext>
            </a:extLst>
          </p:cNvPr>
          <p:cNvSpPr>
            <a:spLocks noGrp="1"/>
          </p:cNvSpPr>
          <p:nvPr/>
        </p:nvSpPr>
        <p:spPr>
          <a:xfrm>
            <a:off x="7173144" y="243947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878"/>
          </a:solidFill>
          <a:ln w="7855">
            <a:solidFill>
              <a:srgbClr val="482878"/>
            </a:solidFill>
            <a:prstDash val="solid"/>
          </a:ln>
        </p:spPr>
      </p:sp>
      <p:sp>
        <p:nvSpPr>
          <p:cNvPr id="428" name="c_full_paired_3030">
            <a:extLst>
              <a:ext uri="{FF2B5EF4-FFF2-40B4-BE49-F238E27FC236}">
                <a16:creationId xmlns:a16="http://schemas.microsoft.com/office/drawing/2014/main" id="{6BD7C40D-DED9-457E-B665-57416E50317A}"/>
              </a:ext>
            </a:extLst>
          </p:cNvPr>
          <p:cNvSpPr>
            <a:spLocks noGrp="1"/>
          </p:cNvSpPr>
          <p:nvPr/>
        </p:nvSpPr>
        <p:spPr>
          <a:xfrm>
            <a:off x="7173144" y="242063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677"/>
          </a:solidFill>
          <a:ln w="7855">
            <a:solidFill>
              <a:srgbClr val="482677"/>
            </a:solidFill>
            <a:prstDash val="solid"/>
          </a:ln>
        </p:spPr>
      </p:sp>
      <p:sp>
        <p:nvSpPr>
          <p:cNvPr id="429" name="c_full_paired_3031">
            <a:extLst>
              <a:ext uri="{FF2B5EF4-FFF2-40B4-BE49-F238E27FC236}">
                <a16:creationId xmlns:a16="http://schemas.microsoft.com/office/drawing/2014/main" id="{60754828-3D30-4E8C-850E-A3A138A35CC0}"/>
              </a:ext>
            </a:extLst>
          </p:cNvPr>
          <p:cNvSpPr>
            <a:spLocks noGrp="1"/>
          </p:cNvSpPr>
          <p:nvPr/>
        </p:nvSpPr>
        <p:spPr>
          <a:xfrm>
            <a:off x="7173144" y="24018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576"/>
          </a:solidFill>
          <a:ln w="7855">
            <a:solidFill>
              <a:srgbClr val="482576"/>
            </a:solidFill>
            <a:prstDash val="solid"/>
          </a:ln>
        </p:spPr>
      </p:sp>
      <p:sp>
        <p:nvSpPr>
          <p:cNvPr id="430" name="c_full_paired_3032">
            <a:extLst>
              <a:ext uri="{FF2B5EF4-FFF2-40B4-BE49-F238E27FC236}">
                <a16:creationId xmlns:a16="http://schemas.microsoft.com/office/drawing/2014/main" id="{685E4888-AC1B-47BC-97D5-7CC273E12474}"/>
              </a:ext>
            </a:extLst>
          </p:cNvPr>
          <p:cNvSpPr>
            <a:spLocks noGrp="1"/>
          </p:cNvSpPr>
          <p:nvPr/>
        </p:nvSpPr>
        <p:spPr>
          <a:xfrm>
            <a:off x="7173144" y="23829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475"/>
          </a:solidFill>
          <a:ln w="7855">
            <a:solidFill>
              <a:srgbClr val="482475"/>
            </a:solidFill>
            <a:prstDash val="solid"/>
          </a:ln>
        </p:spPr>
      </p:sp>
      <p:sp>
        <p:nvSpPr>
          <p:cNvPr id="431" name="c_full_paired_3033">
            <a:extLst>
              <a:ext uri="{FF2B5EF4-FFF2-40B4-BE49-F238E27FC236}">
                <a16:creationId xmlns:a16="http://schemas.microsoft.com/office/drawing/2014/main" id="{ABEFA9F0-12B3-4305-99E6-22F323ED64F1}"/>
              </a:ext>
            </a:extLst>
          </p:cNvPr>
          <p:cNvSpPr>
            <a:spLocks noGrp="1"/>
          </p:cNvSpPr>
          <p:nvPr/>
        </p:nvSpPr>
        <p:spPr>
          <a:xfrm>
            <a:off x="7173144" y="236413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374"/>
          </a:solidFill>
          <a:ln w="7855">
            <a:solidFill>
              <a:srgbClr val="482374"/>
            </a:solidFill>
            <a:prstDash val="solid"/>
          </a:ln>
        </p:spPr>
      </p:sp>
      <p:sp>
        <p:nvSpPr>
          <p:cNvPr id="432" name="c_full_paired_3034">
            <a:extLst>
              <a:ext uri="{FF2B5EF4-FFF2-40B4-BE49-F238E27FC236}">
                <a16:creationId xmlns:a16="http://schemas.microsoft.com/office/drawing/2014/main" id="{F9F4C692-9A27-4A01-A504-5ACDFD7DAD11}"/>
              </a:ext>
            </a:extLst>
          </p:cNvPr>
          <p:cNvSpPr>
            <a:spLocks noGrp="1"/>
          </p:cNvSpPr>
          <p:nvPr/>
        </p:nvSpPr>
        <p:spPr>
          <a:xfrm>
            <a:off x="7173144" y="23453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173"/>
          </a:solidFill>
          <a:ln w="7855">
            <a:solidFill>
              <a:srgbClr val="482173"/>
            </a:solidFill>
            <a:prstDash val="solid"/>
          </a:ln>
        </p:spPr>
      </p:sp>
      <p:sp>
        <p:nvSpPr>
          <p:cNvPr id="433" name="c_full_paired_3035">
            <a:extLst>
              <a:ext uri="{FF2B5EF4-FFF2-40B4-BE49-F238E27FC236}">
                <a16:creationId xmlns:a16="http://schemas.microsoft.com/office/drawing/2014/main" id="{16240F93-DA53-460B-9B8C-4D3A7EDA72A2}"/>
              </a:ext>
            </a:extLst>
          </p:cNvPr>
          <p:cNvSpPr>
            <a:spLocks noGrp="1"/>
          </p:cNvSpPr>
          <p:nvPr/>
        </p:nvSpPr>
        <p:spPr>
          <a:xfrm>
            <a:off x="7173144" y="23264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071"/>
          </a:solidFill>
          <a:ln w="7855">
            <a:solidFill>
              <a:srgbClr val="482071"/>
            </a:solidFill>
            <a:prstDash val="solid"/>
          </a:ln>
        </p:spPr>
      </p:sp>
      <p:sp>
        <p:nvSpPr>
          <p:cNvPr id="434" name="c_full_paired_3036">
            <a:extLst>
              <a:ext uri="{FF2B5EF4-FFF2-40B4-BE49-F238E27FC236}">
                <a16:creationId xmlns:a16="http://schemas.microsoft.com/office/drawing/2014/main" id="{5871D3A6-8146-4CDC-A156-582B636A0B56}"/>
              </a:ext>
            </a:extLst>
          </p:cNvPr>
          <p:cNvSpPr>
            <a:spLocks noGrp="1"/>
          </p:cNvSpPr>
          <p:nvPr/>
        </p:nvSpPr>
        <p:spPr>
          <a:xfrm>
            <a:off x="7173144" y="23076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F70"/>
          </a:solidFill>
          <a:ln w="7855">
            <a:solidFill>
              <a:srgbClr val="481F70"/>
            </a:solidFill>
            <a:prstDash val="solid"/>
          </a:ln>
        </p:spPr>
      </p:sp>
      <p:sp>
        <p:nvSpPr>
          <p:cNvPr id="435" name="c_full_paired_3037">
            <a:extLst>
              <a:ext uri="{FF2B5EF4-FFF2-40B4-BE49-F238E27FC236}">
                <a16:creationId xmlns:a16="http://schemas.microsoft.com/office/drawing/2014/main" id="{4B2BB939-499A-479B-87BC-32BD5D90518D}"/>
              </a:ext>
            </a:extLst>
          </p:cNvPr>
          <p:cNvSpPr>
            <a:spLocks noGrp="1"/>
          </p:cNvSpPr>
          <p:nvPr/>
        </p:nvSpPr>
        <p:spPr>
          <a:xfrm>
            <a:off x="7173144" y="22888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D6F"/>
          </a:solidFill>
          <a:ln w="7855">
            <a:solidFill>
              <a:srgbClr val="481D6F"/>
            </a:solidFill>
            <a:prstDash val="solid"/>
          </a:ln>
        </p:spPr>
      </p:sp>
      <p:sp>
        <p:nvSpPr>
          <p:cNvPr id="436" name="c_full_paired_3038">
            <a:extLst>
              <a:ext uri="{FF2B5EF4-FFF2-40B4-BE49-F238E27FC236}">
                <a16:creationId xmlns:a16="http://schemas.microsoft.com/office/drawing/2014/main" id="{00035D02-6E18-4F93-8D21-B446F3AEA295}"/>
              </a:ext>
            </a:extLst>
          </p:cNvPr>
          <p:cNvSpPr>
            <a:spLocks noGrp="1"/>
          </p:cNvSpPr>
          <p:nvPr/>
        </p:nvSpPr>
        <p:spPr>
          <a:xfrm>
            <a:off x="7173144" y="22699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C6E"/>
          </a:solidFill>
          <a:ln w="7855">
            <a:solidFill>
              <a:srgbClr val="481C6E"/>
            </a:solidFill>
            <a:prstDash val="solid"/>
          </a:ln>
        </p:spPr>
      </p:sp>
      <p:sp>
        <p:nvSpPr>
          <p:cNvPr id="437" name="c_full_paired_3039">
            <a:extLst>
              <a:ext uri="{FF2B5EF4-FFF2-40B4-BE49-F238E27FC236}">
                <a16:creationId xmlns:a16="http://schemas.microsoft.com/office/drawing/2014/main" id="{9174D0CB-E4A9-4D84-920B-940CB4800C1F}"/>
              </a:ext>
            </a:extLst>
          </p:cNvPr>
          <p:cNvSpPr>
            <a:spLocks noGrp="1"/>
          </p:cNvSpPr>
          <p:nvPr/>
        </p:nvSpPr>
        <p:spPr>
          <a:xfrm>
            <a:off x="7173144" y="22511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B6D"/>
          </a:solidFill>
          <a:ln w="7855">
            <a:solidFill>
              <a:srgbClr val="481B6D"/>
            </a:solidFill>
            <a:prstDash val="solid"/>
          </a:ln>
        </p:spPr>
      </p:sp>
      <p:sp>
        <p:nvSpPr>
          <p:cNvPr id="438" name="c_full_paired_3040">
            <a:extLst>
              <a:ext uri="{FF2B5EF4-FFF2-40B4-BE49-F238E27FC236}">
                <a16:creationId xmlns:a16="http://schemas.microsoft.com/office/drawing/2014/main" id="{CD61B101-FD17-4EBB-9944-699D1451D81A}"/>
              </a:ext>
            </a:extLst>
          </p:cNvPr>
          <p:cNvSpPr>
            <a:spLocks noGrp="1"/>
          </p:cNvSpPr>
          <p:nvPr/>
        </p:nvSpPr>
        <p:spPr>
          <a:xfrm>
            <a:off x="7173144" y="22323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A6C"/>
          </a:solidFill>
          <a:ln w="7855">
            <a:solidFill>
              <a:srgbClr val="481A6C"/>
            </a:solidFill>
            <a:prstDash val="solid"/>
          </a:ln>
        </p:spPr>
      </p:sp>
      <p:sp>
        <p:nvSpPr>
          <p:cNvPr id="439" name="c_full_paired_3041">
            <a:extLst>
              <a:ext uri="{FF2B5EF4-FFF2-40B4-BE49-F238E27FC236}">
                <a16:creationId xmlns:a16="http://schemas.microsoft.com/office/drawing/2014/main" id="{667C1E77-23D0-405C-884B-0C9DED1D0BFD}"/>
              </a:ext>
            </a:extLst>
          </p:cNvPr>
          <p:cNvSpPr>
            <a:spLocks noGrp="1"/>
          </p:cNvSpPr>
          <p:nvPr/>
        </p:nvSpPr>
        <p:spPr>
          <a:xfrm>
            <a:off x="7173144" y="22134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86A"/>
          </a:solidFill>
          <a:ln w="7855">
            <a:solidFill>
              <a:srgbClr val="48186A"/>
            </a:solidFill>
            <a:prstDash val="solid"/>
          </a:ln>
        </p:spPr>
      </p:sp>
      <p:sp>
        <p:nvSpPr>
          <p:cNvPr id="440" name="c_full_paired_3042">
            <a:extLst>
              <a:ext uri="{FF2B5EF4-FFF2-40B4-BE49-F238E27FC236}">
                <a16:creationId xmlns:a16="http://schemas.microsoft.com/office/drawing/2014/main" id="{27D9AD8C-69CE-4A3C-BF2E-FE045A846C3D}"/>
              </a:ext>
            </a:extLst>
          </p:cNvPr>
          <p:cNvSpPr>
            <a:spLocks noGrp="1"/>
          </p:cNvSpPr>
          <p:nvPr/>
        </p:nvSpPr>
        <p:spPr>
          <a:xfrm>
            <a:off x="7173144" y="219464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769"/>
          </a:solidFill>
          <a:ln w="7855">
            <a:solidFill>
              <a:srgbClr val="481769"/>
            </a:solidFill>
            <a:prstDash val="solid"/>
          </a:ln>
        </p:spPr>
      </p:sp>
      <p:sp>
        <p:nvSpPr>
          <p:cNvPr id="441" name="c_full_paired_3043">
            <a:extLst>
              <a:ext uri="{FF2B5EF4-FFF2-40B4-BE49-F238E27FC236}">
                <a16:creationId xmlns:a16="http://schemas.microsoft.com/office/drawing/2014/main" id="{FFB7BF90-EF2D-4CA7-8FB5-63C76A658446}"/>
              </a:ext>
            </a:extLst>
          </p:cNvPr>
          <p:cNvSpPr>
            <a:spLocks noGrp="1"/>
          </p:cNvSpPr>
          <p:nvPr/>
        </p:nvSpPr>
        <p:spPr>
          <a:xfrm>
            <a:off x="7173144" y="217580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668"/>
          </a:solidFill>
          <a:ln w="7855">
            <a:solidFill>
              <a:srgbClr val="481668"/>
            </a:solidFill>
            <a:prstDash val="solid"/>
          </a:ln>
        </p:spPr>
      </p:sp>
      <p:sp>
        <p:nvSpPr>
          <p:cNvPr id="442" name="c_full_paired_3044">
            <a:extLst>
              <a:ext uri="{FF2B5EF4-FFF2-40B4-BE49-F238E27FC236}">
                <a16:creationId xmlns:a16="http://schemas.microsoft.com/office/drawing/2014/main" id="{1F241C61-ACF4-48A7-86FD-375DEFF24D34}"/>
              </a:ext>
            </a:extLst>
          </p:cNvPr>
          <p:cNvSpPr>
            <a:spLocks noGrp="1"/>
          </p:cNvSpPr>
          <p:nvPr/>
        </p:nvSpPr>
        <p:spPr>
          <a:xfrm>
            <a:off x="7173144" y="21569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467"/>
          </a:solidFill>
          <a:ln w="7855">
            <a:solidFill>
              <a:srgbClr val="481467"/>
            </a:solidFill>
            <a:prstDash val="solid"/>
          </a:ln>
        </p:spPr>
      </p:sp>
      <p:sp>
        <p:nvSpPr>
          <p:cNvPr id="443" name="c_full_paired_3045">
            <a:extLst>
              <a:ext uri="{FF2B5EF4-FFF2-40B4-BE49-F238E27FC236}">
                <a16:creationId xmlns:a16="http://schemas.microsoft.com/office/drawing/2014/main" id="{BFF7E2F0-FA68-41C9-A3CC-477DB7A0F778}"/>
              </a:ext>
            </a:extLst>
          </p:cNvPr>
          <p:cNvSpPr>
            <a:spLocks noGrp="1"/>
          </p:cNvSpPr>
          <p:nvPr/>
        </p:nvSpPr>
        <p:spPr>
          <a:xfrm>
            <a:off x="7173144" y="21381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1365"/>
          </a:solidFill>
          <a:ln w="7855">
            <a:solidFill>
              <a:srgbClr val="471365"/>
            </a:solidFill>
            <a:prstDash val="solid"/>
          </a:ln>
        </p:spPr>
      </p:sp>
      <p:sp>
        <p:nvSpPr>
          <p:cNvPr id="444" name="c_full_paired_3046">
            <a:extLst>
              <a:ext uri="{FF2B5EF4-FFF2-40B4-BE49-F238E27FC236}">
                <a16:creationId xmlns:a16="http://schemas.microsoft.com/office/drawing/2014/main" id="{D33B1E0F-C825-42F0-97C9-150AE3062F98}"/>
              </a:ext>
            </a:extLst>
          </p:cNvPr>
          <p:cNvSpPr>
            <a:spLocks noGrp="1"/>
          </p:cNvSpPr>
          <p:nvPr/>
        </p:nvSpPr>
        <p:spPr>
          <a:xfrm>
            <a:off x="7173144" y="211930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1164"/>
          </a:solidFill>
          <a:ln w="7855">
            <a:solidFill>
              <a:srgbClr val="471164"/>
            </a:solidFill>
            <a:prstDash val="solid"/>
          </a:ln>
        </p:spPr>
      </p:sp>
      <p:sp>
        <p:nvSpPr>
          <p:cNvPr id="445" name="c_full_paired_3047">
            <a:extLst>
              <a:ext uri="{FF2B5EF4-FFF2-40B4-BE49-F238E27FC236}">
                <a16:creationId xmlns:a16="http://schemas.microsoft.com/office/drawing/2014/main" id="{EAFBA256-53E4-496F-8A56-7DFD1566FC61}"/>
              </a:ext>
            </a:extLst>
          </p:cNvPr>
          <p:cNvSpPr>
            <a:spLocks noGrp="1"/>
          </p:cNvSpPr>
          <p:nvPr/>
        </p:nvSpPr>
        <p:spPr>
          <a:xfrm>
            <a:off x="7173144" y="21004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1063"/>
          </a:solidFill>
          <a:ln w="7855">
            <a:solidFill>
              <a:srgbClr val="471063"/>
            </a:solidFill>
            <a:prstDash val="solid"/>
          </a:ln>
        </p:spPr>
      </p:sp>
      <p:sp>
        <p:nvSpPr>
          <p:cNvPr id="446" name="c_full_paired_3048">
            <a:extLst>
              <a:ext uri="{FF2B5EF4-FFF2-40B4-BE49-F238E27FC236}">
                <a16:creationId xmlns:a16="http://schemas.microsoft.com/office/drawing/2014/main" id="{910B391D-DD0D-4829-8EE9-08759CF474EA}"/>
              </a:ext>
            </a:extLst>
          </p:cNvPr>
          <p:cNvSpPr>
            <a:spLocks noGrp="1"/>
          </p:cNvSpPr>
          <p:nvPr/>
        </p:nvSpPr>
        <p:spPr>
          <a:xfrm>
            <a:off x="7173144" y="20816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0E61"/>
          </a:solidFill>
          <a:ln w="7855">
            <a:solidFill>
              <a:srgbClr val="470E61"/>
            </a:solidFill>
            <a:prstDash val="solid"/>
          </a:ln>
        </p:spPr>
      </p:sp>
      <p:sp>
        <p:nvSpPr>
          <p:cNvPr id="447" name="c_full_paired_3049">
            <a:extLst>
              <a:ext uri="{FF2B5EF4-FFF2-40B4-BE49-F238E27FC236}">
                <a16:creationId xmlns:a16="http://schemas.microsoft.com/office/drawing/2014/main" id="{00F5D23D-1E71-46CE-854B-08ABA7FDE4CD}"/>
              </a:ext>
            </a:extLst>
          </p:cNvPr>
          <p:cNvSpPr>
            <a:spLocks noGrp="1"/>
          </p:cNvSpPr>
          <p:nvPr/>
        </p:nvSpPr>
        <p:spPr>
          <a:xfrm>
            <a:off x="7173144" y="206280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0D60"/>
          </a:solidFill>
          <a:ln w="7855">
            <a:solidFill>
              <a:srgbClr val="470D60"/>
            </a:solidFill>
            <a:prstDash val="solid"/>
          </a:ln>
        </p:spPr>
      </p:sp>
      <p:sp>
        <p:nvSpPr>
          <p:cNvPr id="448" name="c_full_paired_3050">
            <a:extLst>
              <a:ext uri="{FF2B5EF4-FFF2-40B4-BE49-F238E27FC236}">
                <a16:creationId xmlns:a16="http://schemas.microsoft.com/office/drawing/2014/main" id="{FE2D2877-A87A-4751-A823-D4506D8AF545}"/>
              </a:ext>
            </a:extLst>
          </p:cNvPr>
          <p:cNvSpPr>
            <a:spLocks noGrp="1"/>
          </p:cNvSpPr>
          <p:nvPr/>
        </p:nvSpPr>
        <p:spPr>
          <a:xfrm>
            <a:off x="7173144" y="20439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B5E"/>
          </a:solidFill>
          <a:ln w="7855">
            <a:solidFill>
              <a:srgbClr val="460B5E"/>
            </a:solidFill>
            <a:prstDash val="solid"/>
          </a:ln>
        </p:spPr>
      </p:sp>
      <p:sp>
        <p:nvSpPr>
          <p:cNvPr id="449" name="c_full_paired_3051">
            <a:extLst>
              <a:ext uri="{FF2B5EF4-FFF2-40B4-BE49-F238E27FC236}">
                <a16:creationId xmlns:a16="http://schemas.microsoft.com/office/drawing/2014/main" id="{6B9C3B2A-58A4-4DD3-BEB0-0A0E7FB0A33F}"/>
              </a:ext>
            </a:extLst>
          </p:cNvPr>
          <p:cNvSpPr>
            <a:spLocks noGrp="1"/>
          </p:cNvSpPr>
          <p:nvPr/>
        </p:nvSpPr>
        <p:spPr>
          <a:xfrm>
            <a:off x="7173144" y="20251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A5D"/>
          </a:solidFill>
          <a:ln w="7855">
            <a:solidFill>
              <a:srgbClr val="460A5D"/>
            </a:solidFill>
            <a:prstDash val="solid"/>
          </a:ln>
        </p:spPr>
      </p:sp>
      <p:sp>
        <p:nvSpPr>
          <p:cNvPr id="450" name="c_full_paired_3052">
            <a:extLst>
              <a:ext uri="{FF2B5EF4-FFF2-40B4-BE49-F238E27FC236}">
                <a16:creationId xmlns:a16="http://schemas.microsoft.com/office/drawing/2014/main" id="{A3365069-5971-42CC-B7CB-71A0342AE2E9}"/>
              </a:ext>
            </a:extLst>
          </p:cNvPr>
          <p:cNvSpPr>
            <a:spLocks noGrp="1"/>
          </p:cNvSpPr>
          <p:nvPr/>
        </p:nvSpPr>
        <p:spPr>
          <a:xfrm>
            <a:off x="7173144" y="20063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85C"/>
          </a:solidFill>
          <a:ln w="7855">
            <a:solidFill>
              <a:srgbClr val="46085C"/>
            </a:solidFill>
            <a:prstDash val="solid"/>
          </a:ln>
        </p:spPr>
      </p:sp>
      <p:sp>
        <p:nvSpPr>
          <p:cNvPr id="451" name="c_full_paired_3053">
            <a:extLst>
              <a:ext uri="{FF2B5EF4-FFF2-40B4-BE49-F238E27FC236}">
                <a16:creationId xmlns:a16="http://schemas.microsoft.com/office/drawing/2014/main" id="{E9AA00B0-EFD1-47A5-AC70-1EF07CC08F1B}"/>
              </a:ext>
            </a:extLst>
          </p:cNvPr>
          <p:cNvSpPr>
            <a:spLocks noGrp="1"/>
          </p:cNvSpPr>
          <p:nvPr/>
        </p:nvSpPr>
        <p:spPr>
          <a:xfrm>
            <a:off x="7173144" y="19874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75A"/>
          </a:solidFill>
          <a:ln w="7855">
            <a:solidFill>
              <a:srgbClr val="46075A"/>
            </a:solidFill>
            <a:prstDash val="solid"/>
          </a:ln>
        </p:spPr>
      </p:sp>
      <p:sp>
        <p:nvSpPr>
          <p:cNvPr id="452" name="c_full_paired_3054">
            <a:extLst>
              <a:ext uri="{FF2B5EF4-FFF2-40B4-BE49-F238E27FC236}">
                <a16:creationId xmlns:a16="http://schemas.microsoft.com/office/drawing/2014/main" id="{270E05F4-7FF6-418F-9636-AEC63902DA35}"/>
              </a:ext>
            </a:extLst>
          </p:cNvPr>
          <p:cNvSpPr>
            <a:spLocks noGrp="1"/>
          </p:cNvSpPr>
          <p:nvPr/>
        </p:nvSpPr>
        <p:spPr>
          <a:xfrm>
            <a:off x="7173144" y="19686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0559"/>
          </a:solidFill>
          <a:ln w="7855">
            <a:solidFill>
              <a:srgbClr val="450559"/>
            </a:solidFill>
            <a:prstDash val="solid"/>
          </a:ln>
        </p:spPr>
      </p:sp>
      <p:sp>
        <p:nvSpPr>
          <p:cNvPr id="453" name="c_full_paired_3055">
            <a:extLst>
              <a:ext uri="{FF2B5EF4-FFF2-40B4-BE49-F238E27FC236}">
                <a16:creationId xmlns:a16="http://schemas.microsoft.com/office/drawing/2014/main" id="{3EF54372-B921-4E2B-A0D4-45943FA6757A}"/>
              </a:ext>
            </a:extLst>
          </p:cNvPr>
          <p:cNvSpPr>
            <a:spLocks noGrp="1"/>
          </p:cNvSpPr>
          <p:nvPr/>
        </p:nvSpPr>
        <p:spPr>
          <a:xfrm>
            <a:off x="7173144" y="19498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0457"/>
          </a:solidFill>
          <a:ln w="7855">
            <a:solidFill>
              <a:srgbClr val="450457"/>
            </a:solidFill>
            <a:prstDash val="solid"/>
          </a:ln>
        </p:spPr>
      </p:sp>
      <p:sp>
        <p:nvSpPr>
          <p:cNvPr id="454" name="c_full_paired_3056">
            <a:extLst>
              <a:ext uri="{FF2B5EF4-FFF2-40B4-BE49-F238E27FC236}">
                <a16:creationId xmlns:a16="http://schemas.microsoft.com/office/drawing/2014/main" id="{9CBB797F-B59A-4FD0-BC51-556F601DD3CB}"/>
              </a:ext>
            </a:extLst>
          </p:cNvPr>
          <p:cNvSpPr>
            <a:spLocks noGrp="1"/>
          </p:cNvSpPr>
          <p:nvPr/>
        </p:nvSpPr>
        <p:spPr>
          <a:xfrm>
            <a:off x="7173144" y="193097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0256"/>
          </a:solidFill>
          <a:ln w="7855">
            <a:solidFill>
              <a:srgbClr val="440256"/>
            </a:solidFill>
            <a:prstDash val="solid"/>
          </a:ln>
        </p:spPr>
      </p:sp>
      <p:sp>
        <p:nvSpPr>
          <p:cNvPr id="455" name="c_full_paired_3057">
            <a:extLst>
              <a:ext uri="{FF2B5EF4-FFF2-40B4-BE49-F238E27FC236}">
                <a16:creationId xmlns:a16="http://schemas.microsoft.com/office/drawing/2014/main" id="{7763F159-9E67-4ED7-807C-33791B60039E}"/>
              </a:ext>
            </a:extLst>
          </p:cNvPr>
          <p:cNvSpPr>
            <a:spLocks noGrp="1"/>
          </p:cNvSpPr>
          <p:nvPr/>
        </p:nvSpPr>
        <p:spPr>
          <a:xfrm>
            <a:off x="7173144" y="191214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0154"/>
          </a:solidFill>
          <a:ln w="7855">
            <a:solidFill>
              <a:srgbClr val="440154"/>
            </a:solidFill>
            <a:prstDash val="solid"/>
          </a:ln>
        </p:spPr>
      </p:sp>
      <p:sp>
        <p:nvSpPr>
          <p:cNvPr id="456" name="c_full_paired_3058">
            <a:extLst>
              <a:ext uri="{FF2B5EF4-FFF2-40B4-BE49-F238E27FC236}">
                <a16:creationId xmlns:a16="http://schemas.microsoft.com/office/drawing/2014/main" id="{47592514-459D-4EEB-A247-8C0DA5977CDA}"/>
              </a:ext>
            </a:extLst>
          </p:cNvPr>
          <p:cNvSpPr>
            <a:spLocks noGrp="1"/>
          </p:cNvSpPr>
          <p:nvPr/>
        </p:nvSpPr>
        <p:spPr>
          <a:xfrm>
            <a:off x="7281729" y="673343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457" name="text_3059">
            <a:extLst>
              <a:ext uri="{FF2B5EF4-FFF2-40B4-BE49-F238E27FC236}">
                <a16:creationId xmlns:a16="http://schemas.microsoft.com/office/drawing/2014/main" id="{92620168-C0BC-4E3E-90D7-11619928006B}"/>
              </a:ext>
            </a:extLst>
          </p:cNvPr>
          <p:cNvSpPr>
            <a:spLocks noGrp="1"/>
          </p:cNvSpPr>
          <p:nvPr/>
        </p:nvSpPr>
        <p:spPr>
          <a:xfrm>
            <a:off x="7509518" y="661463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58" name="c_full_paired_3060">
            <a:extLst>
              <a:ext uri="{FF2B5EF4-FFF2-40B4-BE49-F238E27FC236}">
                <a16:creationId xmlns:a16="http://schemas.microsoft.com/office/drawing/2014/main" id="{A665629B-4663-42DA-A562-B27DD3E41BB5}"/>
              </a:ext>
            </a:extLst>
          </p:cNvPr>
          <p:cNvSpPr>
            <a:spLocks noGrp="1"/>
          </p:cNvSpPr>
          <p:nvPr/>
        </p:nvSpPr>
        <p:spPr>
          <a:xfrm>
            <a:off x="7281729" y="5126335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459" name="text_3061">
            <a:extLst>
              <a:ext uri="{FF2B5EF4-FFF2-40B4-BE49-F238E27FC236}">
                <a16:creationId xmlns:a16="http://schemas.microsoft.com/office/drawing/2014/main" id="{46E6A3BA-EC0B-459E-91E9-84AB90109760}"/>
              </a:ext>
            </a:extLst>
          </p:cNvPr>
          <p:cNvSpPr>
            <a:spLocks noGrp="1"/>
          </p:cNvSpPr>
          <p:nvPr/>
        </p:nvSpPr>
        <p:spPr>
          <a:xfrm>
            <a:off x="7509518" y="5007540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460" name="c_full_paired_3062">
            <a:extLst>
              <a:ext uri="{FF2B5EF4-FFF2-40B4-BE49-F238E27FC236}">
                <a16:creationId xmlns:a16="http://schemas.microsoft.com/office/drawing/2014/main" id="{138A74BE-8BF2-45CE-98B6-A88181EFA5CA}"/>
              </a:ext>
            </a:extLst>
          </p:cNvPr>
          <p:cNvSpPr>
            <a:spLocks noGrp="1"/>
          </p:cNvSpPr>
          <p:nvPr/>
        </p:nvSpPr>
        <p:spPr>
          <a:xfrm>
            <a:off x="7281729" y="3519239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461" name="text_3063">
            <a:extLst>
              <a:ext uri="{FF2B5EF4-FFF2-40B4-BE49-F238E27FC236}">
                <a16:creationId xmlns:a16="http://schemas.microsoft.com/office/drawing/2014/main" id="{965F30C0-4A02-4CE9-AA24-E8D60E6E3531}"/>
              </a:ext>
            </a:extLst>
          </p:cNvPr>
          <p:cNvSpPr>
            <a:spLocks noGrp="1"/>
          </p:cNvSpPr>
          <p:nvPr/>
        </p:nvSpPr>
        <p:spPr>
          <a:xfrm>
            <a:off x="7509518" y="3400445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462" name="c_full_paired_3064">
            <a:extLst>
              <a:ext uri="{FF2B5EF4-FFF2-40B4-BE49-F238E27FC236}">
                <a16:creationId xmlns:a16="http://schemas.microsoft.com/office/drawing/2014/main" id="{21C31A39-BBE4-48B8-9F4E-6DC1B69643B1}"/>
              </a:ext>
            </a:extLst>
          </p:cNvPr>
          <p:cNvSpPr>
            <a:spLocks noGrp="1"/>
          </p:cNvSpPr>
          <p:nvPr/>
        </p:nvSpPr>
        <p:spPr>
          <a:xfrm>
            <a:off x="7281729" y="1912144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463" name="text_3065">
            <a:extLst>
              <a:ext uri="{FF2B5EF4-FFF2-40B4-BE49-F238E27FC236}">
                <a16:creationId xmlns:a16="http://schemas.microsoft.com/office/drawing/2014/main" id="{90F7D5CE-44A9-41C6-A34F-B4A04136C8C5}"/>
              </a:ext>
            </a:extLst>
          </p:cNvPr>
          <p:cNvSpPr>
            <a:spLocks noGrp="1"/>
          </p:cNvSpPr>
          <p:nvPr/>
        </p:nvSpPr>
        <p:spPr>
          <a:xfrm>
            <a:off x="7509518" y="1793349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464" name="text_3066">
            <a:extLst>
              <a:ext uri="{FF2B5EF4-FFF2-40B4-BE49-F238E27FC236}">
                <a16:creationId xmlns:a16="http://schemas.microsoft.com/office/drawing/2014/main" id="{D821E382-F40F-448B-B6CC-6B853117B1E0}"/>
              </a:ext>
            </a:extLst>
          </p:cNvPr>
          <p:cNvSpPr>
            <a:spLocks noGrp="1"/>
          </p:cNvSpPr>
          <p:nvPr/>
        </p:nvSpPr>
        <p:spPr>
          <a:xfrm rot="-5400000">
            <a:off x="7254881" y="4131326"/>
            <a:ext cx="1960288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465" name="text_3067">
            <a:extLst>
              <a:ext uri="{FF2B5EF4-FFF2-40B4-BE49-F238E27FC236}">
                <a16:creationId xmlns:a16="http://schemas.microsoft.com/office/drawing/2014/main" id="{1483C477-AA90-483A-B8BA-830E1C018BFA}"/>
              </a:ext>
            </a:extLst>
          </p:cNvPr>
          <p:cNvSpPr>
            <a:spLocks noGrp="1"/>
          </p:cNvSpPr>
          <p:nvPr/>
        </p:nvSpPr>
        <p:spPr>
          <a:xfrm>
            <a:off x="1685925" y="873537"/>
            <a:ext cx="4881553" cy="466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938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8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PRAUC · τ = 0.3</a:t>
            </a:r>
          </a:p>
        </p:txBody>
      </p:sp>
      <p:sp>
        <p:nvSpPr>
          <p:cNvPr id="466" name="text_3068">
            <a:extLst>
              <a:ext uri="{FF2B5EF4-FFF2-40B4-BE49-F238E27FC236}">
                <a16:creationId xmlns:a16="http://schemas.microsoft.com/office/drawing/2014/main" id="{4B905CD3-5521-433C-B2DF-3C7E11F8011A}"/>
              </a:ext>
            </a:extLst>
          </p:cNvPr>
          <p:cNvSpPr>
            <a:spLocks noGrp="1"/>
          </p:cNvSpPr>
          <p:nvPr/>
        </p:nvSpPr>
        <p:spPr>
          <a:xfrm>
            <a:off x="1685925" y="1320205"/>
            <a:ext cx="1415619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All ligands</a:t>
            </a:r>
          </a:p>
        </p:txBody>
      </p:sp>
    </p:spTree>
    <p:extLst>
      <p:ext uri="{BB962C8B-B14F-4D97-AF65-F5344CB8AC3E}">
        <p14:creationId xmlns:p14="http://schemas.microsoft.com/office/powerpoint/2010/main" val="467259425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d_small_paired_3069">
            <a:extLst>
              <a:ext uri="{FF2B5EF4-FFF2-40B4-BE49-F238E27FC236}">
                <a16:creationId xmlns:a16="http://schemas.microsoft.com/office/drawing/2014/main" id="{A73AD327-D5EF-4559-8491-35F73E11AF0E}"/>
              </a:ext>
            </a:extLst>
          </p:cNvPr>
          <p:cNvSpPr>
            <a:spLocks noGrp="1"/>
          </p:cNvSpPr>
          <p:nvPr/>
        </p:nvSpPr>
        <p:spPr>
          <a:xfrm>
            <a:off x="238125" y="512415"/>
            <a:ext cx="9048750" cy="7776270"/>
          </a:xfrm>
          <a:custGeom>
            <a:avLst/>
            <a:gdLst/>
            <a:ahLst/>
            <a:cxnLst/>
            <a:rect l="0" t="0" r="0" b="0"/>
            <a:pathLst>
              <a:path w="9048750" h="7776270">
                <a:moveTo>
                  <a:pt x="0" y="7776270"/>
                </a:moveTo>
                <a:lnTo>
                  <a:pt x="9048750" y="7776270"/>
                </a:lnTo>
                <a:lnTo>
                  <a:pt x="9048750" y="0"/>
                </a:lnTo>
                <a:lnTo>
                  <a:pt x="0" y="0"/>
                </a:lnTo>
                <a:lnTo>
                  <a:pt x="0" y="777627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d_small_paired_3070">
            <a:extLst>
              <a:ext uri="{FF2B5EF4-FFF2-40B4-BE49-F238E27FC236}">
                <a16:creationId xmlns:a16="http://schemas.microsoft.com/office/drawing/2014/main" id="{5AE208D6-741B-42C4-83CA-E14FD98CD393}"/>
              </a:ext>
            </a:extLst>
          </p:cNvPr>
          <p:cNvSpPr>
            <a:spLocks noGrp="1"/>
          </p:cNvSpPr>
          <p:nvPr/>
        </p:nvSpPr>
        <p:spPr>
          <a:xfrm>
            <a:off x="2170881" y="1912144"/>
            <a:ext cx="4821287" cy="4821287"/>
          </a:xfrm>
          <a:custGeom>
            <a:avLst/>
            <a:gdLst/>
            <a:ahLst/>
            <a:cxnLst/>
            <a:rect l="0" t="0" r="0" b="0"/>
            <a:pathLst>
              <a:path w="4821287" h="4821287">
                <a:moveTo>
                  <a:pt x="0" y="4821287"/>
                </a:moveTo>
                <a:lnTo>
                  <a:pt x="4821287" y="4821287"/>
                </a:lnTo>
                <a:lnTo>
                  <a:pt x="4821287" y="0"/>
                </a:lnTo>
                <a:lnTo>
                  <a:pt x="0" y="0"/>
                </a:lnTo>
                <a:lnTo>
                  <a:pt x="0" y="482128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d_small_paired_3071">
            <a:extLst>
              <a:ext uri="{FF2B5EF4-FFF2-40B4-BE49-F238E27FC236}">
                <a16:creationId xmlns:a16="http://schemas.microsoft.com/office/drawing/2014/main" id="{C6DD6FA1-3C95-43CD-933C-E6ECE36C789F}"/>
              </a:ext>
            </a:extLst>
          </p:cNvPr>
          <p:cNvSpPr>
            <a:spLocks noGrp="1"/>
          </p:cNvSpPr>
          <p:nvPr/>
        </p:nvSpPr>
        <p:spPr>
          <a:xfrm>
            <a:off x="2170881" y="1912144"/>
            <a:ext cx="4821287" cy="4821287"/>
          </a:xfrm>
          <a:custGeom>
            <a:avLst/>
            <a:gdLst/>
            <a:ahLst/>
            <a:cxnLst/>
            <a:rect l="0" t="0" r="0" b="0"/>
            <a:pathLst>
              <a:path w="4821287" h="4821287">
                <a:moveTo>
                  <a:pt x="0" y="4821287"/>
                </a:moveTo>
                <a:lnTo>
                  <a:pt x="4821287" y="0"/>
                </a:lnTo>
              </a:path>
            </a:pathLst>
          </a:custGeom>
          <a:noFill/>
          <a:ln w="25528">
            <a:solidFill>
              <a:srgbClr val="939CA2"/>
            </a:solidFill>
            <a:prstDash val="dot"/>
          </a:ln>
        </p:spPr>
      </p:sp>
      <p:sp>
        <p:nvSpPr>
          <p:cNvPr id="4" name="d_small_paired_3072">
            <a:extLst>
              <a:ext uri="{FF2B5EF4-FFF2-40B4-BE49-F238E27FC236}">
                <a16:creationId xmlns:a16="http://schemas.microsoft.com/office/drawing/2014/main" id="{310CBEC3-1660-4FF8-865B-D2D77C80E77C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443983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" name="d_small_paired_3073">
            <a:extLst>
              <a:ext uri="{FF2B5EF4-FFF2-40B4-BE49-F238E27FC236}">
                <a16:creationId xmlns:a16="http://schemas.microsoft.com/office/drawing/2014/main" id="{D2928E5F-F22E-49C4-92BB-74E4A2AD4181}"/>
              </a:ext>
            </a:extLst>
          </p:cNvPr>
          <p:cNvSpPr>
            <a:spLocks noGrp="1"/>
          </p:cNvSpPr>
          <p:nvPr/>
        </p:nvSpPr>
        <p:spPr>
          <a:xfrm>
            <a:off x="6037432" y="1920489"/>
            <a:ext cx="136049" cy="136049"/>
          </a:xfrm>
          <a:prstGeom prst="ellipse">
            <a:avLst/>
          </a:prstGeom>
          <a:solidFill>
            <a:srgbClr val="3363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" name="d_small_paired_3074">
            <a:extLst>
              <a:ext uri="{FF2B5EF4-FFF2-40B4-BE49-F238E27FC236}">
                <a16:creationId xmlns:a16="http://schemas.microsoft.com/office/drawing/2014/main" id="{FA16ABE9-7152-419F-A762-7C532E849B30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" name="d_small_paired_3075">
            <a:extLst>
              <a:ext uri="{FF2B5EF4-FFF2-40B4-BE49-F238E27FC236}">
                <a16:creationId xmlns:a16="http://schemas.microsoft.com/office/drawing/2014/main" id="{B4F7DB28-98C8-4E40-92D1-32A7EB8ECDB1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362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" name="d_small_paired_3076">
            <a:extLst>
              <a:ext uri="{FF2B5EF4-FFF2-40B4-BE49-F238E27FC236}">
                <a16:creationId xmlns:a16="http://schemas.microsoft.com/office/drawing/2014/main" id="{F71CED3E-C14C-4764-B2DF-212656A8AB3E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55F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" name="d_small_paired_3077">
            <a:extLst>
              <a:ext uri="{FF2B5EF4-FFF2-40B4-BE49-F238E27FC236}">
                <a16:creationId xmlns:a16="http://schemas.microsoft.com/office/drawing/2014/main" id="{9DADCD67-C8CF-44EB-9CF1-3FCC47518EDC}"/>
              </a:ext>
            </a:extLst>
          </p:cNvPr>
          <p:cNvSpPr>
            <a:spLocks noGrp="1"/>
          </p:cNvSpPr>
          <p:nvPr/>
        </p:nvSpPr>
        <p:spPr>
          <a:xfrm>
            <a:off x="5900397" y="4342115"/>
            <a:ext cx="136049" cy="136049"/>
          </a:xfrm>
          <a:prstGeom prst="ellipse">
            <a:avLst/>
          </a:prstGeom>
          <a:solidFill>
            <a:srgbClr val="65CB5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" name="d_small_paired_3078">
            <a:extLst>
              <a:ext uri="{FF2B5EF4-FFF2-40B4-BE49-F238E27FC236}">
                <a16:creationId xmlns:a16="http://schemas.microsoft.com/office/drawing/2014/main" id="{22B1C6AA-DCB0-4707-967B-FCD20DC31022}"/>
              </a:ext>
            </a:extLst>
          </p:cNvPr>
          <p:cNvSpPr>
            <a:spLocks noGrp="1"/>
          </p:cNvSpPr>
          <p:nvPr/>
        </p:nvSpPr>
        <p:spPr>
          <a:xfrm>
            <a:off x="5121901" y="3750951"/>
            <a:ext cx="136049" cy="136049"/>
          </a:xfrm>
          <a:prstGeom prst="ellipse">
            <a:avLst/>
          </a:prstGeom>
          <a:solidFill>
            <a:srgbClr val="3C50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" name="d_small_paired_3079">
            <a:extLst>
              <a:ext uri="{FF2B5EF4-FFF2-40B4-BE49-F238E27FC236}">
                <a16:creationId xmlns:a16="http://schemas.microsoft.com/office/drawing/2014/main" id="{E6C73E9B-5A12-45D1-A2B1-C2BF52FC80EC}"/>
              </a:ext>
            </a:extLst>
          </p:cNvPr>
          <p:cNvSpPr>
            <a:spLocks noGrp="1"/>
          </p:cNvSpPr>
          <p:nvPr/>
        </p:nvSpPr>
        <p:spPr>
          <a:xfrm>
            <a:off x="5933101" y="4459302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" name="d_small_paired_3080">
            <a:extLst>
              <a:ext uri="{FF2B5EF4-FFF2-40B4-BE49-F238E27FC236}">
                <a16:creationId xmlns:a16="http://schemas.microsoft.com/office/drawing/2014/main" id="{7FEC0AC6-2FA2-4E66-8F8D-7A382E11A857}"/>
              </a:ext>
            </a:extLst>
          </p:cNvPr>
          <p:cNvSpPr>
            <a:spLocks noGrp="1"/>
          </p:cNvSpPr>
          <p:nvPr/>
        </p:nvSpPr>
        <p:spPr>
          <a:xfrm>
            <a:off x="4245651" y="3451215"/>
            <a:ext cx="136049" cy="136049"/>
          </a:xfrm>
          <a:prstGeom prst="ellipse">
            <a:avLst/>
          </a:prstGeom>
          <a:solidFill>
            <a:srgbClr val="3A54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" name="d_small_paired_3081">
            <a:extLst>
              <a:ext uri="{FF2B5EF4-FFF2-40B4-BE49-F238E27FC236}">
                <a16:creationId xmlns:a16="http://schemas.microsoft.com/office/drawing/2014/main" id="{D2813B56-512C-478B-89D3-A8381158187C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" name="d_small_paired_3082">
            <a:extLst>
              <a:ext uri="{FF2B5EF4-FFF2-40B4-BE49-F238E27FC236}">
                <a16:creationId xmlns:a16="http://schemas.microsoft.com/office/drawing/2014/main" id="{A9C8448D-913C-4255-B60C-EF186CDCAB4B}"/>
              </a:ext>
            </a:extLst>
          </p:cNvPr>
          <p:cNvSpPr>
            <a:spLocks noGrp="1"/>
          </p:cNvSpPr>
          <p:nvPr/>
        </p:nvSpPr>
        <p:spPr>
          <a:xfrm>
            <a:off x="3308178" y="1844119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" name="d_small_paired_3083">
            <a:extLst>
              <a:ext uri="{FF2B5EF4-FFF2-40B4-BE49-F238E27FC236}">
                <a16:creationId xmlns:a16="http://schemas.microsoft.com/office/drawing/2014/main" id="{5CC7908A-2296-489B-9774-651C1EFC696A}"/>
              </a:ext>
            </a:extLst>
          </p:cNvPr>
          <p:cNvSpPr>
            <a:spLocks noGrp="1"/>
          </p:cNvSpPr>
          <p:nvPr/>
        </p:nvSpPr>
        <p:spPr>
          <a:xfrm>
            <a:off x="5747031" y="2044674"/>
            <a:ext cx="136049" cy="136049"/>
          </a:xfrm>
          <a:prstGeom prst="ellipse">
            <a:avLst/>
          </a:prstGeom>
          <a:solidFill>
            <a:srgbClr val="481A6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" name="d_small_paired_3084">
            <a:extLst>
              <a:ext uri="{FF2B5EF4-FFF2-40B4-BE49-F238E27FC236}">
                <a16:creationId xmlns:a16="http://schemas.microsoft.com/office/drawing/2014/main" id="{CB725CE8-2BFC-43C6-B43B-AF4FD833F1BD}"/>
              </a:ext>
            </a:extLst>
          </p:cNvPr>
          <p:cNvSpPr>
            <a:spLocks noGrp="1"/>
          </p:cNvSpPr>
          <p:nvPr/>
        </p:nvSpPr>
        <p:spPr>
          <a:xfrm>
            <a:off x="3191864" y="4454297"/>
            <a:ext cx="136049" cy="136049"/>
          </a:xfrm>
          <a:prstGeom prst="ellipse">
            <a:avLst/>
          </a:prstGeom>
          <a:solidFill>
            <a:srgbClr val="46075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" name="d_small_paired_3085">
            <a:extLst>
              <a:ext uri="{FF2B5EF4-FFF2-40B4-BE49-F238E27FC236}">
                <a16:creationId xmlns:a16="http://schemas.microsoft.com/office/drawing/2014/main" id="{6967C9FC-10FC-46C2-93C8-534F178F8232}"/>
              </a:ext>
            </a:extLst>
          </p:cNvPr>
          <p:cNvSpPr>
            <a:spLocks noGrp="1"/>
          </p:cNvSpPr>
          <p:nvPr/>
        </p:nvSpPr>
        <p:spPr>
          <a:xfrm>
            <a:off x="2102857" y="5861858"/>
            <a:ext cx="136049" cy="136049"/>
          </a:xfrm>
          <a:prstGeom prst="ellipse">
            <a:avLst/>
          </a:prstGeom>
          <a:solidFill>
            <a:srgbClr val="470D60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" name="d_small_paired_3086">
            <a:extLst>
              <a:ext uri="{FF2B5EF4-FFF2-40B4-BE49-F238E27FC236}">
                <a16:creationId xmlns:a16="http://schemas.microsoft.com/office/drawing/2014/main" id="{7E3D39F3-EF3C-4A6E-9F3D-B398EA665CA8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9" name="d_small_paired_3087">
            <a:extLst>
              <a:ext uri="{FF2B5EF4-FFF2-40B4-BE49-F238E27FC236}">
                <a16:creationId xmlns:a16="http://schemas.microsoft.com/office/drawing/2014/main" id="{9A7D4E2C-7A93-4195-BB78-04BC77FA4F00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1F98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0" name="d_small_paired_3088">
            <a:extLst>
              <a:ext uri="{FF2B5EF4-FFF2-40B4-BE49-F238E27FC236}">
                <a16:creationId xmlns:a16="http://schemas.microsoft.com/office/drawing/2014/main" id="{38604FC1-E559-4C05-B3E3-FFAAFC83C866}"/>
              </a:ext>
            </a:extLst>
          </p:cNvPr>
          <p:cNvSpPr>
            <a:spLocks noGrp="1"/>
          </p:cNvSpPr>
          <p:nvPr/>
        </p:nvSpPr>
        <p:spPr>
          <a:xfrm>
            <a:off x="3709952" y="3451215"/>
            <a:ext cx="136049" cy="136049"/>
          </a:xfrm>
          <a:prstGeom prst="ellipse">
            <a:avLst/>
          </a:prstGeom>
          <a:solidFill>
            <a:srgbClr val="1F9E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1" name="d_small_paired_3089">
            <a:extLst>
              <a:ext uri="{FF2B5EF4-FFF2-40B4-BE49-F238E27FC236}">
                <a16:creationId xmlns:a16="http://schemas.microsoft.com/office/drawing/2014/main" id="{C5B67D17-2BF8-4B7C-82B1-448A6C4D814F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1FA1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2" name="d_small_paired_3090">
            <a:extLst>
              <a:ext uri="{FF2B5EF4-FFF2-40B4-BE49-F238E27FC236}">
                <a16:creationId xmlns:a16="http://schemas.microsoft.com/office/drawing/2014/main" id="{5EF11C8E-269F-47CC-A2C7-651CDE50033A}"/>
              </a:ext>
            </a:extLst>
          </p:cNvPr>
          <p:cNvSpPr>
            <a:spLocks noGrp="1"/>
          </p:cNvSpPr>
          <p:nvPr/>
        </p:nvSpPr>
        <p:spPr>
          <a:xfrm>
            <a:off x="2986759" y="5101660"/>
            <a:ext cx="136049" cy="136049"/>
          </a:xfrm>
          <a:prstGeom prst="ellipse">
            <a:avLst/>
          </a:prstGeom>
          <a:solidFill>
            <a:srgbClr val="2D71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3" name="d_small_paired_3091">
            <a:extLst>
              <a:ext uri="{FF2B5EF4-FFF2-40B4-BE49-F238E27FC236}">
                <a16:creationId xmlns:a16="http://schemas.microsoft.com/office/drawing/2014/main" id="{3A055EBE-B2F4-42A3-9D50-770274E1CD66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53781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4" name="d_small_paired_3092">
            <a:extLst>
              <a:ext uri="{FF2B5EF4-FFF2-40B4-BE49-F238E27FC236}">
                <a16:creationId xmlns:a16="http://schemas.microsoft.com/office/drawing/2014/main" id="{9E6D6C9E-C1F5-45A1-9843-EE16EB94C2AF}"/>
              </a:ext>
            </a:extLst>
          </p:cNvPr>
          <p:cNvSpPr>
            <a:spLocks noGrp="1"/>
          </p:cNvSpPr>
          <p:nvPr/>
        </p:nvSpPr>
        <p:spPr>
          <a:xfrm>
            <a:off x="4513500" y="5861858"/>
            <a:ext cx="136049" cy="136049"/>
          </a:xfrm>
          <a:prstGeom prst="ellipse">
            <a:avLst/>
          </a:prstGeom>
          <a:solidFill>
            <a:srgbClr val="355E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5" name="d_small_paired_3093">
            <a:extLst>
              <a:ext uri="{FF2B5EF4-FFF2-40B4-BE49-F238E27FC236}">
                <a16:creationId xmlns:a16="http://schemas.microsoft.com/office/drawing/2014/main" id="{52C76D4C-2E10-45B6-AA41-CACCDE6B5108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2092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6" name="d_small_paired_3094">
            <a:extLst>
              <a:ext uri="{FF2B5EF4-FFF2-40B4-BE49-F238E27FC236}">
                <a16:creationId xmlns:a16="http://schemas.microsoft.com/office/drawing/2014/main" id="{CB3A6DE8-73DF-4A23-89E4-4605C1406F4C}"/>
              </a:ext>
            </a:extLst>
          </p:cNvPr>
          <p:cNvSpPr>
            <a:spLocks noGrp="1"/>
          </p:cNvSpPr>
          <p:nvPr/>
        </p:nvSpPr>
        <p:spPr>
          <a:xfrm>
            <a:off x="3910839" y="2446780"/>
            <a:ext cx="136049" cy="136049"/>
          </a:xfrm>
          <a:prstGeom prst="ellipse">
            <a:avLst/>
          </a:prstGeom>
          <a:solidFill>
            <a:srgbClr val="2682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7" name="d_small_paired_3095">
            <a:extLst>
              <a:ext uri="{FF2B5EF4-FFF2-40B4-BE49-F238E27FC236}">
                <a16:creationId xmlns:a16="http://schemas.microsoft.com/office/drawing/2014/main" id="{605D4343-F074-4F24-8608-F18492EEEB2C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8" name="d_small_paired_3096">
            <a:extLst>
              <a:ext uri="{FF2B5EF4-FFF2-40B4-BE49-F238E27FC236}">
                <a16:creationId xmlns:a16="http://schemas.microsoft.com/office/drawing/2014/main" id="{BFBFD867-7088-4844-81D1-D6E1F7F93230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26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9" name="d_small_paired_3097">
            <a:extLst>
              <a:ext uri="{FF2B5EF4-FFF2-40B4-BE49-F238E27FC236}">
                <a16:creationId xmlns:a16="http://schemas.microsoft.com/office/drawing/2014/main" id="{90ED8ECC-1E33-49CB-B20E-323045D0F5BD}"/>
              </a:ext>
            </a:extLst>
          </p:cNvPr>
          <p:cNvSpPr>
            <a:spLocks noGrp="1"/>
          </p:cNvSpPr>
          <p:nvPr/>
        </p:nvSpPr>
        <p:spPr>
          <a:xfrm>
            <a:off x="3119293" y="5182495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0" name="d_small_paired_3098">
            <a:extLst>
              <a:ext uri="{FF2B5EF4-FFF2-40B4-BE49-F238E27FC236}">
                <a16:creationId xmlns:a16="http://schemas.microsoft.com/office/drawing/2014/main" id="{A4BE42A4-DD42-4E6F-B5EF-638312D6CBB7}"/>
              </a:ext>
            </a:extLst>
          </p:cNvPr>
          <p:cNvSpPr>
            <a:spLocks noGrp="1"/>
          </p:cNvSpPr>
          <p:nvPr/>
        </p:nvSpPr>
        <p:spPr>
          <a:xfrm>
            <a:off x="2102857" y="5861858"/>
            <a:ext cx="136049" cy="136049"/>
          </a:xfrm>
          <a:prstGeom prst="ellipse">
            <a:avLst/>
          </a:prstGeom>
          <a:solidFill>
            <a:srgbClr val="481A6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1" name="d_small_paired_3099">
            <a:extLst>
              <a:ext uri="{FF2B5EF4-FFF2-40B4-BE49-F238E27FC236}">
                <a16:creationId xmlns:a16="http://schemas.microsoft.com/office/drawing/2014/main" id="{F85B15A7-873D-4960-8E46-583CB088A54D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2" name="d_small_paired_3100">
            <a:extLst>
              <a:ext uri="{FF2B5EF4-FFF2-40B4-BE49-F238E27FC236}">
                <a16:creationId xmlns:a16="http://schemas.microsoft.com/office/drawing/2014/main" id="{21C014E6-76FF-4445-9886-5965D268FC16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81467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3" name="d_small_paired_3101">
            <a:extLst>
              <a:ext uri="{FF2B5EF4-FFF2-40B4-BE49-F238E27FC236}">
                <a16:creationId xmlns:a16="http://schemas.microsoft.com/office/drawing/2014/main" id="{DDC7EDE3-E35A-44A7-B499-9554FF09A645}"/>
              </a:ext>
            </a:extLst>
          </p:cNvPr>
          <p:cNvSpPr>
            <a:spLocks noGrp="1"/>
          </p:cNvSpPr>
          <p:nvPr/>
        </p:nvSpPr>
        <p:spPr>
          <a:xfrm>
            <a:off x="2102857" y="5559919"/>
            <a:ext cx="136049" cy="136049"/>
          </a:xfrm>
          <a:prstGeom prst="ellipse">
            <a:avLst/>
          </a:prstGeom>
          <a:solidFill>
            <a:srgbClr val="277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4" name="d_small_paired_3102">
            <a:extLst>
              <a:ext uri="{FF2B5EF4-FFF2-40B4-BE49-F238E27FC236}">
                <a16:creationId xmlns:a16="http://schemas.microsoft.com/office/drawing/2014/main" id="{229F4D7F-2269-45BB-A9B0-816BE7075D1E}"/>
              </a:ext>
            </a:extLst>
          </p:cNvPr>
          <p:cNvSpPr>
            <a:spLocks noGrp="1"/>
          </p:cNvSpPr>
          <p:nvPr/>
        </p:nvSpPr>
        <p:spPr>
          <a:xfrm>
            <a:off x="2102857" y="4254763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5" name="d_small_paired_3103">
            <a:extLst>
              <a:ext uri="{FF2B5EF4-FFF2-40B4-BE49-F238E27FC236}">
                <a16:creationId xmlns:a16="http://schemas.microsoft.com/office/drawing/2014/main" id="{810EFB49-5E40-440E-87B2-39FA2F73F5B5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6" name="d_small_paired_3104">
            <a:extLst>
              <a:ext uri="{FF2B5EF4-FFF2-40B4-BE49-F238E27FC236}">
                <a16:creationId xmlns:a16="http://schemas.microsoft.com/office/drawing/2014/main" id="{7E1F62B4-09E1-48E6-9927-FE1B8634B9DC}"/>
              </a:ext>
            </a:extLst>
          </p:cNvPr>
          <p:cNvSpPr>
            <a:spLocks noGrp="1"/>
          </p:cNvSpPr>
          <p:nvPr/>
        </p:nvSpPr>
        <p:spPr>
          <a:xfrm>
            <a:off x="2181777" y="6587204"/>
            <a:ext cx="136049" cy="136049"/>
          </a:xfrm>
          <a:prstGeom prst="ellipse">
            <a:avLst/>
          </a:prstGeom>
          <a:solidFill>
            <a:srgbClr val="4EC36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7" name="d_small_paired_3105">
            <a:extLst>
              <a:ext uri="{FF2B5EF4-FFF2-40B4-BE49-F238E27FC236}">
                <a16:creationId xmlns:a16="http://schemas.microsoft.com/office/drawing/2014/main" id="{375B0C5C-070E-4738-A18B-C3A92115A0A2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F47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8" name="d_small_paired_3106">
            <a:extLst>
              <a:ext uri="{FF2B5EF4-FFF2-40B4-BE49-F238E27FC236}">
                <a16:creationId xmlns:a16="http://schemas.microsoft.com/office/drawing/2014/main" id="{694E62DD-1391-47AB-9EAE-8489AD1C9488}"/>
              </a:ext>
            </a:extLst>
          </p:cNvPr>
          <p:cNvSpPr>
            <a:spLocks noGrp="1"/>
          </p:cNvSpPr>
          <p:nvPr/>
        </p:nvSpPr>
        <p:spPr>
          <a:xfrm>
            <a:off x="3709952" y="6665406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9" name="d_small_paired_3107">
            <a:extLst>
              <a:ext uri="{FF2B5EF4-FFF2-40B4-BE49-F238E27FC236}">
                <a16:creationId xmlns:a16="http://schemas.microsoft.com/office/drawing/2014/main" id="{2C3DA56D-8779-4393-AFC7-C63A99EC3187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363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0" name="d_small_paired_3108">
            <a:extLst>
              <a:ext uri="{FF2B5EF4-FFF2-40B4-BE49-F238E27FC236}">
                <a16:creationId xmlns:a16="http://schemas.microsoft.com/office/drawing/2014/main" id="{BE12CBC8-FF17-46C9-8065-5D8AAFE62669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F6C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" name="d_small_paired_3109">
            <a:extLst>
              <a:ext uri="{FF2B5EF4-FFF2-40B4-BE49-F238E27FC236}">
                <a16:creationId xmlns:a16="http://schemas.microsoft.com/office/drawing/2014/main" id="{2A38D78F-8CC1-4CF8-B1F9-2616113A8A79}"/>
              </a:ext>
            </a:extLst>
          </p:cNvPr>
          <p:cNvSpPr>
            <a:spLocks noGrp="1"/>
          </p:cNvSpPr>
          <p:nvPr/>
        </p:nvSpPr>
        <p:spPr>
          <a:xfrm>
            <a:off x="6005803" y="2245893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" name="d_small_paired_3110">
            <a:extLst>
              <a:ext uri="{FF2B5EF4-FFF2-40B4-BE49-F238E27FC236}">
                <a16:creationId xmlns:a16="http://schemas.microsoft.com/office/drawing/2014/main" id="{3B240FDD-2448-40E2-8B28-E4917287CDD9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E4A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3" name="d_small_paired_3111">
            <a:extLst>
              <a:ext uri="{FF2B5EF4-FFF2-40B4-BE49-F238E27FC236}">
                <a16:creationId xmlns:a16="http://schemas.microsoft.com/office/drawing/2014/main" id="{BD43BAF6-F6D1-471E-9F78-27984B449E3D}"/>
              </a:ext>
            </a:extLst>
          </p:cNvPr>
          <p:cNvSpPr>
            <a:spLocks noGrp="1"/>
          </p:cNvSpPr>
          <p:nvPr/>
        </p:nvSpPr>
        <p:spPr>
          <a:xfrm>
            <a:off x="3241216" y="4254763"/>
            <a:ext cx="136049" cy="136049"/>
          </a:xfrm>
          <a:prstGeom prst="ellipse">
            <a:avLst/>
          </a:prstGeom>
          <a:solidFill>
            <a:srgbClr val="2AB07F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4" name="d_small_paired_3112">
            <a:extLst>
              <a:ext uri="{FF2B5EF4-FFF2-40B4-BE49-F238E27FC236}">
                <a16:creationId xmlns:a16="http://schemas.microsoft.com/office/drawing/2014/main" id="{ECA31110-23E4-493A-9E8F-0F79FC07F169}"/>
              </a:ext>
            </a:extLst>
          </p:cNvPr>
          <p:cNvSpPr>
            <a:spLocks noGrp="1"/>
          </p:cNvSpPr>
          <p:nvPr/>
        </p:nvSpPr>
        <p:spPr>
          <a:xfrm>
            <a:off x="2263566" y="3940040"/>
            <a:ext cx="136049" cy="136049"/>
          </a:xfrm>
          <a:prstGeom prst="ellipse">
            <a:avLst/>
          </a:prstGeom>
          <a:solidFill>
            <a:srgbClr val="460A5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5" name="d_small_paired_3113">
            <a:extLst>
              <a:ext uri="{FF2B5EF4-FFF2-40B4-BE49-F238E27FC236}">
                <a16:creationId xmlns:a16="http://schemas.microsoft.com/office/drawing/2014/main" id="{48467528-C31A-41F0-9ECF-8B0835CF24D9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1FA1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6" name="d_small_paired_3114">
            <a:extLst>
              <a:ext uri="{FF2B5EF4-FFF2-40B4-BE49-F238E27FC236}">
                <a16:creationId xmlns:a16="http://schemas.microsoft.com/office/drawing/2014/main" id="{9B2B2414-35B8-4B42-B7DF-3699DFD9071A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858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7" name="d_small_paired_3115">
            <a:extLst>
              <a:ext uri="{FF2B5EF4-FFF2-40B4-BE49-F238E27FC236}">
                <a16:creationId xmlns:a16="http://schemas.microsoft.com/office/drawing/2014/main" id="{5439E87B-3300-4157-929E-E86F9183137E}"/>
              </a:ext>
            </a:extLst>
          </p:cNvPr>
          <p:cNvSpPr>
            <a:spLocks noGrp="1"/>
          </p:cNvSpPr>
          <p:nvPr/>
        </p:nvSpPr>
        <p:spPr>
          <a:xfrm>
            <a:off x="6924144" y="4254763"/>
            <a:ext cx="136049" cy="136049"/>
          </a:xfrm>
          <a:prstGeom prst="ellipse">
            <a:avLst/>
          </a:prstGeom>
          <a:solidFill>
            <a:srgbClr val="3265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8" name="d_small_paired_3116">
            <a:extLst>
              <a:ext uri="{FF2B5EF4-FFF2-40B4-BE49-F238E27FC236}">
                <a16:creationId xmlns:a16="http://schemas.microsoft.com/office/drawing/2014/main" id="{73BDAF00-1624-4AD4-A763-FA1D18951AE3}"/>
              </a:ext>
            </a:extLst>
          </p:cNvPr>
          <p:cNvSpPr>
            <a:spLocks noGrp="1"/>
          </p:cNvSpPr>
          <p:nvPr/>
        </p:nvSpPr>
        <p:spPr>
          <a:xfrm>
            <a:off x="5546633" y="3221630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9" name="d_small_paired_3117">
            <a:extLst>
              <a:ext uri="{FF2B5EF4-FFF2-40B4-BE49-F238E27FC236}">
                <a16:creationId xmlns:a16="http://schemas.microsoft.com/office/drawing/2014/main" id="{897B3943-37B4-4E5F-B6A8-1E48C495BFD2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0" name="d_small_paired_3118">
            <a:extLst>
              <a:ext uri="{FF2B5EF4-FFF2-40B4-BE49-F238E27FC236}">
                <a16:creationId xmlns:a16="http://schemas.microsoft.com/office/drawing/2014/main" id="{3946A0A1-68EB-45C2-ABB8-9A6DF8393520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28B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1" name="d_small_paired_3119">
            <a:extLst>
              <a:ext uri="{FF2B5EF4-FFF2-40B4-BE49-F238E27FC236}">
                <a16:creationId xmlns:a16="http://schemas.microsoft.com/office/drawing/2014/main" id="{C05CE9AB-2EBA-4818-8535-3F5B9F8A0E0A}"/>
              </a:ext>
            </a:extLst>
          </p:cNvPr>
          <p:cNvSpPr>
            <a:spLocks noGrp="1"/>
          </p:cNvSpPr>
          <p:nvPr/>
        </p:nvSpPr>
        <p:spPr>
          <a:xfrm>
            <a:off x="2820408" y="5206016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2" name="d_small_paired_3120">
            <a:extLst>
              <a:ext uri="{FF2B5EF4-FFF2-40B4-BE49-F238E27FC236}">
                <a16:creationId xmlns:a16="http://schemas.microsoft.com/office/drawing/2014/main" id="{275BFCFF-1CEC-4484-A03A-6D07A5C3372B}"/>
              </a:ext>
            </a:extLst>
          </p:cNvPr>
          <p:cNvSpPr>
            <a:spLocks noGrp="1"/>
          </p:cNvSpPr>
          <p:nvPr/>
        </p:nvSpPr>
        <p:spPr>
          <a:xfrm>
            <a:off x="5045402" y="2088458"/>
            <a:ext cx="136049" cy="136049"/>
          </a:xfrm>
          <a:prstGeom prst="ellipse">
            <a:avLst/>
          </a:prstGeom>
          <a:solidFill>
            <a:srgbClr val="25AC8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3" name="d_small_paired_3121">
            <a:extLst>
              <a:ext uri="{FF2B5EF4-FFF2-40B4-BE49-F238E27FC236}">
                <a16:creationId xmlns:a16="http://schemas.microsoft.com/office/drawing/2014/main" id="{63C3D323-5B58-49D8-823D-227146AB3623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06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4" name="d_small_paired_3122">
            <a:extLst>
              <a:ext uri="{FF2B5EF4-FFF2-40B4-BE49-F238E27FC236}">
                <a16:creationId xmlns:a16="http://schemas.microsoft.com/office/drawing/2014/main" id="{F05CF631-DDDD-4EE8-AD8F-44B009C37C7F}"/>
              </a:ext>
            </a:extLst>
          </p:cNvPr>
          <p:cNvSpPr>
            <a:spLocks noGrp="1"/>
          </p:cNvSpPr>
          <p:nvPr/>
        </p:nvSpPr>
        <p:spPr>
          <a:xfrm>
            <a:off x="2107224" y="5460084"/>
            <a:ext cx="136049" cy="136049"/>
          </a:xfrm>
          <a:prstGeom prst="ellipse">
            <a:avLst/>
          </a:prstGeom>
          <a:solidFill>
            <a:srgbClr val="3461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5" name="d_small_paired_3123">
            <a:extLst>
              <a:ext uri="{FF2B5EF4-FFF2-40B4-BE49-F238E27FC236}">
                <a16:creationId xmlns:a16="http://schemas.microsoft.com/office/drawing/2014/main" id="{6D4085D0-6504-4FA0-AD91-54638C55640F}"/>
              </a:ext>
            </a:extLst>
          </p:cNvPr>
          <p:cNvSpPr>
            <a:spLocks noGrp="1"/>
          </p:cNvSpPr>
          <p:nvPr/>
        </p:nvSpPr>
        <p:spPr>
          <a:xfrm>
            <a:off x="2906405" y="5326160"/>
            <a:ext cx="136049" cy="136049"/>
          </a:xfrm>
          <a:prstGeom prst="ellipse">
            <a:avLst/>
          </a:prstGeom>
          <a:solidFill>
            <a:srgbClr val="453781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6" name="d_small_paired_3124">
            <a:extLst>
              <a:ext uri="{FF2B5EF4-FFF2-40B4-BE49-F238E27FC236}">
                <a16:creationId xmlns:a16="http://schemas.microsoft.com/office/drawing/2014/main" id="{F2D31D63-1984-4270-877F-AA54A5797064}"/>
              </a:ext>
            </a:extLst>
          </p:cNvPr>
          <p:cNvSpPr>
            <a:spLocks noGrp="1"/>
          </p:cNvSpPr>
          <p:nvPr/>
        </p:nvSpPr>
        <p:spPr>
          <a:xfrm>
            <a:off x="5718822" y="4254763"/>
            <a:ext cx="136049" cy="136049"/>
          </a:xfrm>
          <a:prstGeom prst="ellipse">
            <a:avLst/>
          </a:prstGeom>
          <a:solidFill>
            <a:srgbClr val="297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7" name="d_small_paired_3125">
            <a:extLst>
              <a:ext uri="{FF2B5EF4-FFF2-40B4-BE49-F238E27FC236}">
                <a16:creationId xmlns:a16="http://schemas.microsoft.com/office/drawing/2014/main" id="{957BAF9B-1042-4BC0-BFB8-1F91B6ECAA7A}"/>
              </a:ext>
            </a:extLst>
          </p:cNvPr>
          <p:cNvSpPr>
            <a:spLocks noGrp="1"/>
          </p:cNvSpPr>
          <p:nvPr/>
        </p:nvSpPr>
        <p:spPr>
          <a:xfrm>
            <a:off x="2102857" y="5976651"/>
            <a:ext cx="136049" cy="136049"/>
          </a:xfrm>
          <a:prstGeom prst="ellipse">
            <a:avLst/>
          </a:prstGeom>
          <a:solidFill>
            <a:srgbClr val="3858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8" name="d_small_paired_3126">
            <a:extLst>
              <a:ext uri="{FF2B5EF4-FFF2-40B4-BE49-F238E27FC236}">
                <a16:creationId xmlns:a16="http://schemas.microsoft.com/office/drawing/2014/main" id="{40A03243-3034-4D49-BD1A-F58AB111393A}"/>
              </a:ext>
            </a:extLst>
          </p:cNvPr>
          <p:cNvSpPr>
            <a:spLocks noGrp="1"/>
          </p:cNvSpPr>
          <p:nvPr/>
        </p:nvSpPr>
        <p:spPr>
          <a:xfrm>
            <a:off x="5718822" y="3049441"/>
            <a:ext cx="136049" cy="136049"/>
          </a:xfrm>
          <a:prstGeom prst="ellipse">
            <a:avLst/>
          </a:prstGeom>
          <a:solidFill>
            <a:srgbClr val="287C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9" name="d_small_paired_3127">
            <a:extLst>
              <a:ext uri="{FF2B5EF4-FFF2-40B4-BE49-F238E27FC236}">
                <a16:creationId xmlns:a16="http://schemas.microsoft.com/office/drawing/2014/main" id="{9F02FCAC-060B-4F40-A03B-C732E9565190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0" name="d_small_paired_3128">
            <a:extLst>
              <a:ext uri="{FF2B5EF4-FFF2-40B4-BE49-F238E27FC236}">
                <a16:creationId xmlns:a16="http://schemas.microsoft.com/office/drawing/2014/main" id="{C5927CE2-4DAD-4927-A70F-6540EAB551B0}"/>
              </a:ext>
            </a:extLst>
          </p:cNvPr>
          <p:cNvSpPr>
            <a:spLocks noGrp="1"/>
          </p:cNvSpPr>
          <p:nvPr/>
        </p:nvSpPr>
        <p:spPr>
          <a:xfrm>
            <a:off x="6924144" y="3390949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1" name="d_small_paired_3129">
            <a:extLst>
              <a:ext uri="{FF2B5EF4-FFF2-40B4-BE49-F238E27FC236}">
                <a16:creationId xmlns:a16="http://schemas.microsoft.com/office/drawing/2014/main" id="{D28F1E57-DD03-43BE-9DA9-ADE3D54364CC}"/>
              </a:ext>
            </a:extLst>
          </p:cNvPr>
          <p:cNvSpPr>
            <a:spLocks noGrp="1"/>
          </p:cNvSpPr>
          <p:nvPr/>
        </p:nvSpPr>
        <p:spPr>
          <a:xfrm>
            <a:off x="6718265" y="1844119"/>
            <a:ext cx="136049" cy="136049"/>
          </a:xfrm>
          <a:prstGeom prst="ellipse">
            <a:avLst/>
          </a:prstGeom>
          <a:solidFill>
            <a:srgbClr val="34B67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2" name="d_small_paired_3130">
            <a:extLst>
              <a:ext uri="{FF2B5EF4-FFF2-40B4-BE49-F238E27FC236}">
                <a16:creationId xmlns:a16="http://schemas.microsoft.com/office/drawing/2014/main" id="{CDA647A7-AF57-4EF9-BA18-5E527B4B4765}"/>
              </a:ext>
            </a:extLst>
          </p:cNvPr>
          <p:cNvSpPr>
            <a:spLocks noGrp="1"/>
          </p:cNvSpPr>
          <p:nvPr/>
        </p:nvSpPr>
        <p:spPr>
          <a:xfrm>
            <a:off x="6924144" y="4389880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3" name="d_small_paired_3131">
            <a:extLst>
              <a:ext uri="{FF2B5EF4-FFF2-40B4-BE49-F238E27FC236}">
                <a16:creationId xmlns:a16="http://schemas.microsoft.com/office/drawing/2014/main" id="{A3DA1C38-879E-4A60-BE31-9607D8B8D5F2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46327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4" name="d_small_paired_3132">
            <a:extLst>
              <a:ext uri="{FF2B5EF4-FFF2-40B4-BE49-F238E27FC236}">
                <a16:creationId xmlns:a16="http://schemas.microsoft.com/office/drawing/2014/main" id="{5D3F14D5-7295-4CC1-A3C5-493F1896B4F5}"/>
              </a:ext>
            </a:extLst>
          </p:cNvPr>
          <p:cNvSpPr>
            <a:spLocks noGrp="1"/>
          </p:cNvSpPr>
          <p:nvPr/>
        </p:nvSpPr>
        <p:spPr>
          <a:xfrm>
            <a:off x="4739498" y="3049441"/>
            <a:ext cx="136049" cy="136049"/>
          </a:xfrm>
          <a:prstGeom prst="ellipse">
            <a:avLst/>
          </a:prstGeom>
          <a:solidFill>
            <a:srgbClr val="25AC8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5" name="d_small_paired_3133">
            <a:extLst>
              <a:ext uri="{FF2B5EF4-FFF2-40B4-BE49-F238E27FC236}">
                <a16:creationId xmlns:a16="http://schemas.microsoft.com/office/drawing/2014/main" id="{631AF04A-2A0D-4446-BB37-D16ECB70DBF9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2E6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6" name="d_small_paired_3134">
            <a:extLst>
              <a:ext uri="{FF2B5EF4-FFF2-40B4-BE49-F238E27FC236}">
                <a16:creationId xmlns:a16="http://schemas.microsoft.com/office/drawing/2014/main" id="{5706ADB0-2B75-4289-91D6-CF514FD5D731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77E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7" name="d_small_paired_3135">
            <a:extLst>
              <a:ext uri="{FF2B5EF4-FFF2-40B4-BE49-F238E27FC236}">
                <a16:creationId xmlns:a16="http://schemas.microsoft.com/office/drawing/2014/main" id="{693D336C-14B7-44A4-96A8-8E234F52E059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06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8" name="d_small_paired_3136">
            <a:extLst>
              <a:ext uri="{FF2B5EF4-FFF2-40B4-BE49-F238E27FC236}">
                <a16:creationId xmlns:a16="http://schemas.microsoft.com/office/drawing/2014/main" id="{FC9081FC-4900-4548-996E-E39CABFE1AB7}"/>
              </a:ext>
            </a:extLst>
          </p:cNvPr>
          <p:cNvSpPr>
            <a:spLocks noGrp="1"/>
          </p:cNvSpPr>
          <p:nvPr/>
        </p:nvSpPr>
        <p:spPr>
          <a:xfrm>
            <a:off x="2991021" y="6585051"/>
            <a:ext cx="136049" cy="136049"/>
          </a:xfrm>
          <a:prstGeom prst="ellipse">
            <a:avLst/>
          </a:prstGeom>
          <a:solidFill>
            <a:srgbClr val="472E7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9" name="d_small_paired_3137">
            <a:extLst>
              <a:ext uri="{FF2B5EF4-FFF2-40B4-BE49-F238E27FC236}">
                <a16:creationId xmlns:a16="http://schemas.microsoft.com/office/drawing/2014/main" id="{A3B585AD-1A44-40CD-86A3-02EF9C04B662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045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0" name="d_small_paired_3138">
            <a:extLst>
              <a:ext uri="{FF2B5EF4-FFF2-40B4-BE49-F238E27FC236}">
                <a16:creationId xmlns:a16="http://schemas.microsoft.com/office/drawing/2014/main" id="{59F7C36F-F028-42D6-9597-5DD7C73119DE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C72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1" name="d_small_paired_3139">
            <a:extLst>
              <a:ext uri="{FF2B5EF4-FFF2-40B4-BE49-F238E27FC236}">
                <a16:creationId xmlns:a16="http://schemas.microsoft.com/office/drawing/2014/main" id="{5BF2BFEB-BE67-4279-8CE2-E62A99BDE2C8}"/>
              </a:ext>
            </a:extLst>
          </p:cNvPr>
          <p:cNvSpPr>
            <a:spLocks noGrp="1"/>
          </p:cNvSpPr>
          <p:nvPr/>
        </p:nvSpPr>
        <p:spPr>
          <a:xfrm>
            <a:off x="2102857" y="6636708"/>
            <a:ext cx="136049" cy="136049"/>
          </a:xfrm>
          <a:prstGeom prst="ellipse">
            <a:avLst/>
          </a:prstGeom>
          <a:solidFill>
            <a:srgbClr val="365D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2" name="d_small_paired_3140">
            <a:extLst>
              <a:ext uri="{FF2B5EF4-FFF2-40B4-BE49-F238E27FC236}">
                <a16:creationId xmlns:a16="http://schemas.microsoft.com/office/drawing/2014/main" id="{293C9918-2676-4998-93A3-C26818410084}"/>
              </a:ext>
            </a:extLst>
          </p:cNvPr>
          <p:cNvSpPr>
            <a:spLocks noGrp="1"/>
          </p:cNvSpPr>
          <p:nvPr/>
        </p:nvSpPr>
        <p:spPr>
          <a:xfrm>
            <a:off x="6924144" y="5058310"/>
            <a:ext cx="136049" cy="136049"/>
          </a:xfrm>
          <a:prstGeom prst="ellipse">
            <a:avLst/>
          </a:prstGeom>
          <a:solidFill>
            <a:srgbClr val="3069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3" name="d_small_paired_3141">
            <a:extLst>
              <a:ext uri="{FF2B5EF4-FFF2-40B4-BE49-F238E27FC236}">
                <a16:creationId xmlns:a16="http://schemas.microsoft.com/office/drawing/2014/main" id="{01CBD382-58F5-4BB0-BF23-A39BB2AFE687}"/>
              </a:ext>
            </a:extLst>
          </p:cNvPr>
          <p:cNvSpPr>
            <a:spLocks noGrp="1"/>
          </p:cNvSpPr>
          <p:nvPr/>
        </p:nvSpPr>
        <p:spPr>
          <a:xfrm>
            <a:off x="6809351" y="1844119"/>
            <a:ext cx="136049" cy="136049"/>
          </a:xfrm>
          <a:prstGeom prst="ellipse">
            <a:avLst/>
          </a:prstGeom>
          <a:solidFill>
            <a:srgbClr val="3D4D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4" name="d_small_paired_3142">
            <a:extLst>
              <a:ext uri="{FF2B5EF4-FFF2-40B4-BE49-F238E27FC236}">
                <a16:creationId xmlns:a16="http://schemas.microsoft.com/office/drawing/2014/main" id="{DBFC0095-99D2-44DC-BC90-152BACAE383D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F6B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5" name="d_small_paired_3143">
            <a:extLst>
              <a:ext uri="{FF2B5EF4-FFF2-40B4-BE49-F238E27FC236}">
                <a16:creationId xmlns:a16="http://schemas.microsoft.com/office/drawing/2014/main" id="{50661F33-78F2-4467-A1F8-B8D475BDF0E3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55F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6" name="d_small_paired_3144">
            <a:extLst>
              <a:ext uri="{FF2B5EF4-FFF2-40B4-BE49-F238E27FC236}">
                <a16:creationId xmlns:a16="http://schemas.microsoft.com/office/drawing/2014/main" id="{570503B9-4F5B-4A9F-B271-D6859148BA9A}"/>
              </a:ext>
            </a:extLst>
          </p:cNvPr>
          <p:cNvSpPr>
            <a:spLocks noGrp="1"/>
          </p:cNvSpPr>
          <p:nvPr/>
        </p:nvSpPr>
        <p:spPr>
          <a:xfrm>
            <a:off x="2178189" y="6665406"/>
            <a:ext cx="136049" cy="136049"/>
          </a:xfrm>
          <a:prstGeom prst="ellipse">
            <a:avLst/>
          </a:prstGeom>
          <a:solidFill>
            <a:srgbClr val="5EC96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7" name="d_small_paired_3145">
            <a:extLst>
              <a:ext uri="{FF2B5EF4-FFF2-40B4-BE49-F238E27FC236}">
                <a16:creationId xmlns:a16="http://schemas.microsoft.com/office/drawing/2014/main" id="{04AEF781-BE06-4FB0-ADE0-9C098D8EE4A9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362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8" name="d_small_paired_3146">
            <a:extLst>
              <a:ext uri="{FF2B5EF4-FFF2-40B4-BE49-F238E27FC236}">
                <a16:creationId xmlns:a16="http://schemas.microsoft.com/office/drawing/2014/main" id="{E2171C26-510D-4750-9BDE-69F8190C80C1}"/>
              </a:ext>
            </a:extLst>
          </p:cNvPr>
          <p:cNvSpPr>
            <a:spLocks noGrp="1"/>
          </p:cNvSpPr>
          <p:nvPr/>
        </p:nvSpPr>
        <p:spPr>
          <a:xfrm>
            <a:off x="2102857" y="5330624"/>
            <a:ext cx="136049" cy="136049"/>
          </a:xfrm>
          <a:prstGeom prst="ellipse">
            <a:avLst/>
          </a:prstGeom>
          <a:solidFill>
            <a:srgbClr val="2F6B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9" name="d_small_paired_3147">
            <a:extLst>
              <a:ext uri="{FF2B5EF4-FFF2-40B4-BE49-F238E27FC236}">
                <a16:creationId xmlns:a16="http://schemas.microsoft.com/office/drawing/2014/main" id="{69EB5117-3288-4EAF-83D7-E9265B8D95F3}"/>
              </a:ext>
            </a:extLst>
          </p:cNvPr>
          <p:cNvSpPr>
            <a:spLocks noGrp="1"/>
          </p:cNvSpPr>
          <p:nvPr/>
        </p:nvSpPr>
        <p:spPr>
          <a:xfrm>
            <a:off x="3245043" y="4999465"/>
            <a:ext cx="136049" cy="136049"/>
          </a:xfrm>
          <a:prstGeom prst="ellipse">
            <a:avLst/>
          </a:prstGeom>
          <a:solidFill>
            <a:srgbClr val="2190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0" name="d_small_paired_3148">
            <a:extLst>
              <a:ext uri="{FF2B5EF4-FFF2-40B4-BE49-F238E27FC236}">
                <a16:creationId xmlns:a16="http://schemas.microsoft.com/office/drawing/2014/main" id="{E3F2F9C8-FD3F-4BB2-959C-5AF12C3E61E0}"/>
              </a:ext>
            </a:extLst>
          </p:cNvPr>
          <p:cNvSpPr>
            <a:spLocks noGrp="1"/>
          </p:cNvSpPr>
          <p:nvPr/>
        </p:nvSpPr>
        <p:spPr>
          <a:xfrm>
            <a:off x="2102857" y="6327916"/>
            <a:ext cx="136049" cy="136049"/>
          </a:xfrm>
          <a:prstGeom prst="ellipse">
            <a:avLst/>
          </a:prstGeom>
          <a:solidFill>
            <a:srgbClr val="3069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1" name="d_small_paired_3149">
            <a:extLst>
              <a:ext uri="{FF2B5EF4-FFF2-40B4-BE49-F238E27FC236}">
                <a16:creationId xmlns:a16="http://schemas.microsoft.com/office/drawing/2014/main" id="{82FA340D-F932-4467-B21E-7ED6173A42BA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82475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2" name="d_small_paired_3150">
            <a:extLst>
              <a:ext uri="{FF2B5EF4-FFF2-40B4-BE49-F238E27FC236}">
                <a16:creationId xmlns:a16="http://schemas.microsoft.com/office/drawing/2014/main" id="{F910DB86-B220-4B4C-A56F-0173B7DD52DE}"/>
              </a:ext>
            </a:extLst>
          </p:cNvPr>
          <p:cNvSpPr>
            <a:spLocks noGrp="1"/>
          </p:cNvSpPr>
          <p:nvPr/>
        </p:nvSpPr>
        <p:spPr>
          <a:xfrm>
            <a:off x="2263566" y="6665406"/>
            <a:ext cx="136049" cy="136049"/>
          </a:xfrm>
          <a:prstGeom prst="ellipse">
            <a:avLst/>
          </a:prstGeom>
          <a:solidFill>
            <a:srgbClr val="2C71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3" name="d_small_paired_3151">
            <a:extLst>
              <a:ext uri="{FF2B5EF4-FFF2-40B4-BE49-F238E27FC236}">
                <a16:creationId xmlns:a16="http://schemas.microsoft.com/office/drawing/2014/main" id="{B441135D-B4FA-4DFF-A172-4F886C2263A7}"/>
              </a:ext>
            </a:extLst>
          </p:cNvPr>
          <p:cNvSpPr>
            <a:spLocks noGrp="1"/>
          </p:cNvSpPr>
          <p:nvPr/>
        </p:nvSpPr>
        <p:spPr>
          <a:xfrm>
            <a:off x="3195026" y="1844119"/>
            <a:ext cx="136049" cy="136049"/>
          </a:xfrm>
          <a:prstGeom prst="ellipse">
            <a:avLst/>
          </a:prstGeom>
          <a:solidFill>
            <a:srgbClr val="1F94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4" name="d_small_paired_3152">
            <a:extLst>
              <a:ext uri="{FF2B5EF4-FFF2-40B4-BE49-F238E27FC236}">
                <a16:creationId xmlns:a16="http://schemas.microsoft.com/office/drawing/2014/main" id="{5AC2C72E-030A-47DF-BB54-8450A909437F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5" name="d_small_paired_3153">
            <a:extLst>
              <a:ext uri="{FF2B5EF4-FFF2-40B4-BE49-F238E27FC236}">
                <a16:creationId xmlns:a16="http://schemas.microsoft.com/office/drawing/2014/main" id="{D1305CA6-0E38-4345-B47A-5FF285250347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C4F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6" name="d_small_paired_3154">
            <a:extLst>
              <a:ext uri="{FF2B5EF4-FFF2-40B4-BE49-F238E27FC236}">
                <a16:creationId xmlns:a16="http://schemas.microsoft.com/office/drawing/2014/main" id="{09315E04-5CB8-4CE6-A044-2BD049ED9AAF}"/>
              </a:ext>
            </a:extLst>
          </p:cNvPr>
          <p:cNvSpPr>
            <a:spLocks noGrp="1"/>
          </p:cNvSpPr>
          <p:nvPr/>
        </p:nvSpPr>
        <p:spPr>
          <a:xfrm>
            <a:off x="2102857" y="5861858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7" name="d_small_paired_3155">
            <a:extLst>
              <a:ext uri="{FF2B5EF4-FFF2-40B4-BE49-F238E27FC236}">
                <a16:creationId xmlns:a16="http://schemas.microsoft.com/office/drawing/2014/main" id="{FB62E863-33AB-4191-8083-85D78D0F066E}"/>
              </a:ext>
            </a:extLst>
          </p:cNvPr>
          <p:cNvSpPr>
            <a:spLocks noGrp="1"/>
          </p:cNvSpPr>
          <p:nvPr/>
        </p:nvSpPr>
        <p:spPr>
          <a:xfrm>
            <a:off x="2102857" y="5647579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8" name="d_small_paired_3156">
            <a:extLst>
              <a:ext uri="{FF2B5EF4-FFF2-40B4-BE49-F238E27FC236}">
                <a16:creationId xmlns:a16="http://schemas.microsoft.com/office/drawing/2014/main" id="{1E0A09A0-E53D-4AEB-84A4-0A6CD6D15C62}"/>
              </a:ext>
            </a:extLst>
          </p:cNvPr>
          <p:cNvSpPr>
            <a:spLocks noGrp="1"/>
          </p:cNvSpPr>
          <p:nvPr/>
        </p:nvSpPr>
        <p:spPr>
          <a:xfrm>
            <a:off x="6924144" y="4656537"/>
            <a:ext cx="136049" cy="136049"/>
          </a:xfrm>
          <a:prstGeom prst="ellipse">
            <a:avLst/>
          </a:prstGeom>
          <a:solidFill>
            <a:srgbClr val="375A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9" name="d_small_paired_3157">
            <a:extLst>
              <a:ext uri="{FF2B5EF4-FFF2-40B4-BE49-F238E27FC236}">
                <a16:creationId xmlns:a16="http://schemas.microsoft.com/office/drawing/2014/main" id="{621774C6-9972-4E08-824C-3F2096923DB1}"/>
              </a:ext>
            </a:extLst>
          </p:cNvPr>
          <p:cNvSpPr>
            <a:spLocks noGrp="1"/>
          </p:cNvSpPr>
          <p:nvPr/>
        </p:nvSpPr>
        <p:spPr>
          <a:xfrm>
            <a:off x="2906405" y="3451215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0" name="d_small_paired_3158">
            <a:extLst>
              <a:ext uri="{FF2B5EF4-FFF2-40B4-BE49-F238E27FC236}">
                <a16:creationId xmlns:a16="http://schemas.microsoft.com/office/drawing/2014/main" id="{4DCD2C3E-6161-4CC6-9A30-A975AA14C980}"/>
              </a:ext>
            </a:extLst>
          </p:cNvPr>
          <p:cNvSpPr>
            <a:spLocks noGrp="1"/>
          </p:cNvSpPr>
          <p:nvPr/>
        </p:nvSpPr>
        <p:spPr>
          <a:xfrm>
            <a:off x="5143976" y="3772634"/>
            <a:ext cx="136049" cy="136049"/>
          </a:xfrm>
          <a:prstGeom prst="ellipse">
            <a:avLst/>
          </a:prstGeom>
          <a:solidFill>
            <a:srgbClr val="3460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1" name="d_small_paired_3159">
            <a:extLst>
              <a:ext uri="{FF2B5EF4-FFF2-40B4-BE49-F238E27FC236}">
                <a16:creationId xmlns:a16="http://schemas.microsoft.com/office/drawing/2014/main" id="{AD1B14A9-6A49-498F-881E-48115EE9ABF3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277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2" name="d_small_paired_3160">
            <a:extLst>
              <a:ext uri="{FF2B5EF4-FFF2-40B4-BE49-F238E27FC236}">
                <a16:creationId xmlns:a16="http://schemas.microsoft.com/office/drawing/2014/main" id="{319126E2-4F3B-4BF0-8176-D13F3FC7532F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045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3" name="d_small_paired_3161">
            <a:extLst>
              <a:ext uri="{FF2B5EF4-FFF2-40B4-BE49-F238E27FC236}">
                <a16:creationId xmlns:a16="http://schemas.microsoft.com/office/drawing/2014/main" id="{3744C0F2-BADE-4635-943B-F865F2519A4F}"/>
              </a:ext>
            </a:extLst>
          </p:cNvPr>
          <p:cNvSpPr>
            <a:spLocks noGrp="1"/>
          </p:cNvSpPr>
          <p:nvPr/>
        </p:nvSpPr>
        <p:spPr>
          <a:xfrm>
            <a:off x="6809351" y="3801332"/>
            <a:ext cx="136049" cy="136049"/>
          </a:xfrm>
          <a:prstGeom prst="ellipse">
            <a:avLst/>
          </a:prstGeom>
          <a:solidFill>
            <a:srgbClr val="1FA1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4" name="d_small_paired_3162">
            <a:extLst>
              <a:ext uri="{FF2B5EF4-FFF2-40B4-BE49-F238E27FC236}">
                <a16:creationId xmlns:a16="http://schemas.microsoft.com/office/drawing/2014/main" id="{D12A7589-DE90-418A-A85E-1B396C511600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5" name="d_small_paired_3163">
            <a:extLst>
              <a:ext uri="{FF2B5EF4-FFF2-40B4-BE49-F238E27FC236}">
                <a16:creationId xmlns:a16="http://schemas.microsoft.com/office/drawing/2014/main" id="{226A3BEE-D97C-47F1-8FCE-9FF7D5499ADC}"/>
              </a:ext>
            </a:extLst>
          </p:cNvPr>
          <p:cNvSpPr>
            <a:spLocks noGrp="1"/>
          </p:cNvSpPr>
          <p:nvPr/>
        </p:nvSpPr>
        <p:spPr>
          <a:xfrm>
            <a:off x="2140523" y="5460084"/>
            <a:ext cx="136049" cy="136049"/>
          </a:xfrm>
          <a:prstGeom prst="ellipse">
            <a:avLst/>
          </a:prstGeom>
          <a:solidFill>
            <a:srgbClr val="472F7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6" name="d_small_paired_3164">
            <a:extLst>
              <a:ext uri="{FF2B5EF4-FFF2-40B4-BE49-F238E27FC236}">
                <a16:creationId xmlns:a16="http://schemas.microsoft.com/office/drawing/2014/main" id="{58C1072F-0F50-4271-BFF7-59F7A439C21F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7" name="d_small_paired_3165">
            <a:extLst>
              <a:ext uri="{FF2B5EF4-FFF2-40B4-BE49-F238E27FC236}">
                <a16:creationId xmlns:a16="http://schemas.microsoft.com/office/drawing/2014/main" id="{6C58E2E6-7FBE-4B8D-A42C-ED94C649677D}"/>
              </a:ext>
            </a:extLst>
          </p:cNvPr>
          <p:cNvSpPr>
            <a:spLocks noGrp="1"/>
          </p:cNvSpPr>
          <p:nvPr/>
        </p:nvSpPr>
        <p:spPr>
          <a:xfrm>
            <a:off x="2584985" y="6321029"/>
            <a:ext cx="136049" cy="136049"/>
          </a:xfrm>
          <a:prstGeom prst="ellipse">
            <a:avLst/>
          </a:prstGeom>
          <a:solidFill>
            <a:srgbClr val="3A54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8" name="d_small_paired_3166">
            <a:extLst>
              <a:ext uri="{FF2B5EF4-FFF2-40B4-BE49-F238E27FC236}">
                <a16:creationId xmlns:a16="http://schemas.microsoft.com/office/drawing/2014/main" id="{FA38CD5C-8D75-4328-92EB-0D9DDB6C4FDB}"/>
              </a:ext>
            </a:extLst>
          </p:cNvPr>
          <p:cNvSpPr>
            <a:spLocks noGrp="1"/>
          </p:cNvSpPr>
          <p:nvPr/>
        </p:nvSpPr>
        <p:spPr>
          <a:xfrm>
            <a:off x="2170881" y="6733431"/>
            <a:ext cx="191" cy="90330"/>
          </a:xfrm>
          <a:custGeom>
            <a:avLst/>
            <a:gdLst/>
            <a:ahLst/>
            <a:cxnLst/>
            <a:rect l="0" t="0" r="0" b="0"/>
            <a:pathLst>
              <a:path w="191" h="90330">
                <a:moveTo>
                  <a:pt x="0" y="0"/>
                </a:moveTo>
                <a:lnTo>
                  <a:pt x="0" y="9033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99" name="text_3167">
            <a:extLst>
              <a:ext uri="{FF2B5EF4-FFF2-40B4-BE49-F238E27FC236}">
                <a16:creationId xmlns:a16="http://schemas.microsoft.com/office/drawing/2014/main" id="{710F97D6-391B-4E2E-9E62-E966511D31B0}"/>
              </a:ext>
            </a:extLst>
          </p:cNvPr>
          <p:cNvSpPr>
            <a:spLocks noGrp="1"/>
          </p:cNvSpPr>
          <p:nvPr/>
        </p:nvSpPr>
        <p:spPr>
          <a:xfrm>
            <a:off x="1979813" y="694081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00" name="d_small_paired_3168">
            <a:extLst>
              <a:ext uri="{FF2B5EF4-FFF2-40B4-BE49-F238E27FC236}">
                <a16:creationId xmlns:a16="http://schemas.microsoft.com/office/drawing/2014/main" id="{AB1D765F-710D-4B2C-A505-D5F5B26F0C46}"/>
              </a:ext>
            </a:extLst>
          </p:cNvPr>
          <p:cNvSpPr>
            <a:spLocks noGrp="1"/>
          </p:cNvSpPr>
          <p:nvPr/>
        </p:nvSpPr>
        <p:spPr>
          <a:xfrm>
            <a:off x="4581525" y="6733431"/>
            <a:ext cx="191" cy="90330"/>
          </a:xfrm>
          <a:custGeom>
            <a:avLst/>
            <a:gdLst/>
            <a:ahLst/>
            <a:cxnLst/>
            <a:rect l="0" t="0" r="0" b="0"/>
            <a:pathLst>
              <a:path w="191" h="90330">
                <a:moveTo>
                  <a:pt x="0" y="0"/>
                </a:moveTo>
                <a:lnTo>
                  <a:pt x="0" y="9033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01" name="text_3169">
            <a:extLst>
              <a:ext uri="{FF2B5EF4-FFF2-40B4-BE49-F238E27FC236}">
                <a16:creationId xmlns:a16="http://schemas.microsoft.com/office/drawing/2014/main" id="{4AA369B1-8420-4326-8CA8-E4A01411E448}"/>
              </a:ext>
            </a:extLst>
          </p:cNvPr>
          <p:cNvSpPr>
            <a:spLocks noGrp="1"/>
          </p:cNvSpPr>
          <p:nvPr/>
        </p:nvSpPr>
        <p:spPr>
          <a:xfrm>
            <a:off x="4390457" y="694081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02" name="d_small_paired_3170">
            <a:extLst>
              <a:ext uri="{FF2B5EF4-FFF2-40B4-BE49-F238E27FC236}">
                <a16:creationId xmlns:a16="http://schemas.microsoft.com/office/drawing/2014/main" id="{9B80F976-69FC-4F79-9145-0395D7A37190}"/>
              </a:ext>
            </a:extLst>
          </p:cNvPr>
          <p:cNvSpPr>
            <a:spLocks noGrp="1"/>
          </p:cNvSpPr>
          <p:nvPr/>
        </p:nvSpPr>
        <p:spPr>
          <a:xfrm>
            <a:off x="6992169" y="6733431"/>
            <a:ext cx="191" cy="90330"/>
          </a:xfrm>
          <a:custGeom>
            <a:avLst/>
            <a:gdLst/>
            <a:ahLst/>
            <a:cxnLst/>
            <a:rect l="0" t="0" r="0" b="0"/>
            <a:pathLst>
              <a:path w="191" h="90330">
                <a:moveTo>
                  <a:pt x="0" y="0"/>
                </a:moveTo>
                <a:lnTo>
                  <a:pt x="0" y="9033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03" name="text_3171">
            <a:extLst>
              <a:ext uri="{FF2B5EF4-FFF2-40B4-BE49-F238E27FC236}">
                <a16:creationId xmlns:a16="http://schemas.microsoft.com/office/drawing/2014/main" id="{F45419DE-3E97-4E60-9008-A120007BCD26}"/>
              </a:ext>
            </a:extLst>
          </p:cNvPr>
          <p:cNvSpPr>
            <a:spLocks noGrp="1"/>
          </p:cNvSpPr>
          <p:nvPr/>
        </p:nvSpPr>
        <p:spPr>
          <a:xfrm>
            <a:off x="6801100" y="694081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04" name="text_3172">
            <a:extLst>
              <a:ext uri="{FF2B5EF4-FFF2-40B4-BE49-F238E27FC236}">
                <a16:creationId xmlns:a16="http://schemas.microsoft.com/office/drawing/2014/main" id="{B2167B6D-4F59-4A62-9118-DCC0F0ABEE7D}"/>
              </a:ext>
            </a:extLst>
          </p:cNvPr>
          <p:cNvSpPr>
            <a:spLocks noGrp="1"/>
          </p:cNvSpPr>
          <p:nvPr/>
        </p:nvSpPr>
        <p:spPr>
          <a:xfrm>
            <a:off x="3943117" y="7347912"/>
            <a:ext cx="1296453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Emap2lig-Find</a:t>
            </a:r>
          </a:p>
        </p:txBody>
      </p:sp>
      <p:sp>
        <p:nvSpPr>
          <p:cNvPr id="105" name="d_small_paired_3173">
            <a:extLst>
              <a:ext uri="{FF2B5EF4-FFF2-40B4-BE49-F238E27FC236}">
                <a16:creationId xmlns:a16="http://schemas.microsoft.com/office/drawing/2014/main" id="{864F507D-9064-403F-935D-331BFD150D21}"/>
              </a:ext>
            </a:extLst>
          </p:cNvPr>
          <p:cNvSpPr>
            <a:spLocks noGrp="1"/>
          </p:cNvSpPr>
          <p:nvPr/>
        </p:nvSpPr>
        <p:spPr>
          <a:xfrm>
            <a:off x="2080551" y="673343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06" name="text_3174">
            <a:extLst>
              <a:ext uri="{FF2B5EF4-FFF2-40B4-BE49-F238E27FC236}">
                <a16:creationId xmlns:a16="http://schemas.microsoft.com/office/drawing/2014/main" id="{3E06030C-7514-410F-9BAD-4488C77FF10D}"/>
              </a:ext>
            </a:extLst>
          </p:cNvPr>
          <p:cNvSpPr>
            <a:spLocks noGrp="1"/>
          </p:cNvSpPr>
          <p:nvPr/>
        </p:nvSpPr>
        <p:spPr>
          <a:xfrm>
            <a:off x="1560955" y="661463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07" name="d_small_paired_3175">
            <a:extLst>
              <a:ext uri="{FF2B5EF4-FFF2-40B4-BE49-F238E27FC236}">
                <a16:creationId xmlns:a16="http://schemas.microsoft.com/office/drawing/2014/main" id="{7B0A093A-A315-4669-BDF7-47BC11E9AB59}"/>
              </a:ext>
            </a:extLst>
          </p:cNvPr>
          <p:cNvSpPr>
            <a:spLocks noGrp="1"/>
          </p:cNvSpPr>
          <p:nvPr/>
        </p:nvSpPr>
        <p:spPr>
          <a:xfrm>
            <a:off x="2080551" y="4322787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08" name="text_3176">
            <a:extLst>
              <a:ext uri="{FF2B5EF4-FFF2-40B4-BE49-F238E27FC236}">
                <a16:creationId xmlns:a16="http://schemas.microsoft.com/office/drawing/2014/main" id="{2094CD3D-B39C-4604-8182-785CE227C513}"/>
              </a:ext>
            </a:extLst>
          </p:cNvPr>
          <p:cNvSpPr>
            <a:spLocks noGrp="1"/>
          </p:cNvSpPr>
          <p:nvPr/>
        </p:nvSpPr>
        <p:spPr>
          <a:xfrm>
            <a:off x="1560955" y="4203992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09" name="d_small_paired_3177">
            <a:extLst>
              <a:ext uri="{FF2B5EF4-FFF2-40B4-BE49-F238E27FC236}">
                <a16:creationId xmlns:a16="http://schemas.microsoft.com/office/drawing/2014/main" id="{C30E1020-6C6C-4F6F-8902-F694F35D2851}"/>
              </a:ext>
            </a:extLst>
          </p:cNvPr>
          <p:cNvSpPr>
            <a:spLocks noGrp="1"/>
          </p:cNvSpPr>
          <p:nvPr/>
        </p:nvSpPr>
        <p:spPr>
          <a:xfrm>
            <a:off x="2080551" y="1912144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10" name="text_3178">
            <a:extLst>
              <a:ext uri="{FF2B5EF4-FFF2-40B4-BE49-F238E27FC236}">
                <a16:creationId xmlns:a16="http://schemas.microsoft.com/office/drawing/2014/main" id="{7C2CC916-37FA-4C18-BCA6-33163D89CBC3}"/>
              </a:ext>
            </a:extLst>
          </p:cNvPr>
          <p:cNvSpPr>
            <a:spLocks noGrp="1"/>
          </p:cNvSpPr>
          <p:nvPr/>
        </p:nvSpPr>
        <p:spPr>
          <a:xfrm>
            <a:off x="1560955" y="1793349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11" name="text_3179">
            <a:extLst>
              <a:ext uri="{FF2B5EF4-FFF2-40B4-BE49-F238E27FC236}">
                <a16:creationId xmlns:a16="http://schemas.microsoft.com/office/drawing/2014/main" id="{0EA6B184-6DC9-4E6E-BD2A-209B97F58FF8}"/>
              </a:ext>
            </a:extLst>
          </p:cNvPr>
          <p:cNvSpPr>
            <a:spLocks noGrp="1"/>
          </p:cNvSpPr>
          <p:nvPr/>
        </p:nvSpPr>
        <p:spPr>
          <a:xfrm rot="-5400000">
            <a:off x="-89989" y="4131326"/>
            <a:ext cx="2777291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Ligandseek-Find (CryoAtom2)</a:t>
            </a:r>
          </a:p>
        </p:txBody>
      </p:sp>
      <p:sp>
        <p:nvSpPr>
          <p:cNvPr id="112" name="d_small_paired_3180">
            <a:extLst>
              <a:ext uri="{FF2B5EF4-FFF2-40B4-BE49-F238E27FC236}">
                <a16:creationId xmlns:a16="http://schemas.microsoft.com/office/drawing/2014/main" id="{A390AED9-F79B-4E56-9AF0-229A0ECB66A9}"/>
              </a:ext>
            </a:extLst>
          </p:cNvPr>
          <p:cNvSpPr>
            <a:spLocks noGrp="1"/>
          </p:cNvSpPr>
          <p:nvPr/>
        </p:nvSpPr>
        <p:spPr>
          <a:xfrm>
            <a:off x="2170881" y="1912144"/>
            <a:ext cx="191" cy="4821287"/>
          </a:xfrm>
          <a:custGeom>
            <a:avLst/>
            <a:gdLst/>
            <a:ahLst/>
            <a:cxnLst/>
            <a:rect l="0" t="0" r="0" b="0"/>
            <a:pathLst>
              <a:path w="191" h="4821287">
                <a:moveTo>
                  <a:pt x="0" y="4821287"/>
                </a:moveTo>
                <a:lnTo>
                  <a:pt x="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13" name="d_small_paired_3181">
            <a:extLst>
              <a:ext uri="{FF2B5EF4-FFF2-40B4-BE49-F238E27FC236}">
                <a16:creationId xmlns:a16="http://schemas.microsoft.com/office/drawing/2014/main" id="{237EEFFB-AE74-4BB9-A9EB-AEE0194873C7}"/>
              </a:ext>
            </a:extLst>
          </p:cNvPr>
          <p:cNvSpPr>
            <a:spLocks noGrp="1"/>
          </p:cNvSpPr>
          <p:nvPr/>
        </p:nvSpPr>
        <p:spPr>
          <a:xfrm>
            <a:off x="2170881" y="6733431"/>
            <a:ext cx="4821287" cy="191"/>
          </a:xfrm>
          <a:custGeom>
            <a:avLst/>
            <a:gdLst/>
            <a:ahLst/>
            <a:cxnLst/>
            <a:rect l="0" t="0" r="0" b="0"/>
            <a:pathLst>
              <a:path w="4821287" h="191">
                <a:moveTo>
                  <a:pt x="0" y="0"/>
                </a:moveTo>
                <a:lnTo>
                  <a:pt x="4821287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14" name="d_small_paired_3182">
            <a:extLst>
              <a:ext uri="{FF2B5EF4-FFF2-40B4-BE49-F238E27FC236}">
                <a16:creationId xmlns:a16="http://schemas.microsoft.com/office/drawing/2014/main" id="{C3D09A75-F306-4697-8BA2-3C0D1415C3F3}"/>
              </a:ext>
            </a:extLst>
          </p:cNvPr>
          <p:cNvSpPr>
            <a:spLocks noGrp="1"/>
          </p:cNvSpPr>
          <p:nvPr/>
        </p:nvSpPr>
        <p:spPr>
          <a:xfrm>
            <a:off x="7173144" y="1912144"/>
            <a:ext cx="108585" cy="4821287"/>
          </a:xfrm>
          <a:custGeom>
            <a:avLst/>
            <a:gdLst/>
            <a:ahLst/>
            <a:cxnLst/>
            <a:rect l="0" t="0" r="0" b="0"/>
            <a:pathLst>
              <a:path w="108585" h="4821287">
                <a:moveTo>
                  <a:pt x="0" y="4821287"/>
                </a:moveTo>
                <a:lnTo>
                  <a:pt x="108585" y="4821287"/>
                </a:lnTo>
                <a:lnTo>
                  <a:pt x="108585" y="0"/>
                </a:lnTo>
                <a:lnTo>
                  <a:pt x="0" y="0"/>
                </a:lnTo>
                <a:lnTo>
                  <a:pt x="0" y="482128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115" name="d_small_paired_3183">
            <a:extLst>
              <a:ext uri="{FF2B5EF4-FFF2-40B4-BE49-F238E27FC236}">
                <a16:creationId xmlns:a16="http://schemas.microsoft.com/office/drawing/2014/main" id="{2D39D16C-DAF8-45BD-AFC0-91BD067660C2}"/>
              </a:ext>
            </a:extLst>
          </p:cNvPr>
          <p:cNvSpPr>
            <a:spLocks noGrp="1"/>
          </p:cNvSpPr>
          <p:nvPr/>
        </p:nvSpPr>
        <p:spPr>
          <a:xfrm>
            <a:off x="7173144" y="67145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DE725"/>
          </a:solidFill>
          <a:ln w="7855">
            <a:solidFill>
              <a:srgbClr val="FDE725"/>
            </a:solidFill>
            <a:prstDash val="solid"/>
          </a:ln>
        </p:spPr>
      </p:sp>
      <p:sp>
        <p:nvSpPr>
          <p:cNvPr id="116" name="d_small_paired_3184">
            <a:extLst>
              <a:ext uri="{FF2B5EF4-FFF2-40B4-BE49-F238E27FC236}">
                <a16:creationId xmlns:a16="http://schemas.microsoft.com/office/drawing/2014/main" id="{44F5B063-BA38-41AD-AE37-6195ED1D3510}"/>
              </a:ext>
            </a:extLst>
          </p:cNvPr>
          <p:cNvSpPr>
            <a:spLocks noGrp="1"/>
          </p:cNvSpPr>
          <p:nvPr/>
        </p:nvSpPr>
        <p:spPr>
          <a:xfrm>
            <a:off x="7173144" y="669576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BE723"/>
          </a:solidFill>
          <a:ln w="7855">
            <a:solidFill>
              <a:srgbClr val="FBE723"/>
            </a:solidFill>
            <a:prstDash val="solid"/>
          </a:ln>
        </p:spPr>
      </p:sp>
      <p:sp>
        <p:nvSpPr>
          <p:cNvPr id="117" name="d_small_paired_3185">
            <a:extLst>
              <a:ext uri="{FF2B5EF4-FFF2-40B4-BE49-F238E27FC236}">
                <a16:creationId xmlns:a16="http://schemas.microsoft.com/office/drawing/2014/main" id="{01EDCD21-F32E-4824-9272-2DC41151E0BE}"/>
              </a:ext>
            </a:extLst>
          </p:cNvPr>
          <p:cNvSpPr>
            <a:spLocks noGrp="1"/>
          </p:cNvSpPr>
          <p:nvPr/>
        </p:nvSpPr>
        <p:spPr>
          <a:xfrm>
            <a:off x="7173144" y="667693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8E621"/>
          </a:solidFill>
          <a:ln w="7855">
            <a:solidFill>
              <a:srgbClr val="F8E621"/>
            </a:solidFill>
            <a:prstDash val="solid"/>
          </a:ln>
        </p:spPr>
      </p:sp>
      <p:sp>
        <p:nvSpPr>
          <p:cNvPr id="118" name="d_small_paired_3186">
            <a:extLst>
              <a:ext uri="{FF2B5EF4-FFF2-40B4-BE49-F238E27FC236}">
                <a16:creationId xmlns:a16="http://schemas.microsoft.com/office/drawing/2014/main" id="{F8A271E7-209A-4D42-812B-C861388A93FA}"/>
              </a:ext>
            </a:extLst>
          </p:cNvPr>
          <p:cNvSpPr>
            <a:spLocks noGrp="1"/>
          </p:cNvSpPr>
          <p:nvPr/>
        </p:nvSpPr>
        <p:spPr>
          <a:xfrm>
            <a:off x="7173144" y="66580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6E620"/>
          </a:solidFill>
          <a:ln w="7855">
            <a:solidFill>
              <a:srgbClr val="F6E620"/>
            </a:solidFill>
            <a:prstDash val="solid"/>
          </a:ln>
        </p:spPr>
      </p:sp>
      <p:sp>
        <p:nvSpPr>
          <p:cNvPr id="119" name="d_small_paired_3187">
            <a:extLst>
              <a:ext uri="{FF2B5EF4-FFF2-40B4-BE49-F238E27FC236}">
                <a16:creationId xmlns:a16="http://schemas.microsoft.com/office/drawing/2014/main" id="{9930084E-49CA-4919-95D6-ACF27960469C}"/>
              </a:ext>
            </a:extLst>
          </p:cNvPr>
          <p:cNvSpPr>
            <a:spLocks noGrp="1"/>
          </p:cNvSpPr>
          <p:nvPr/>
        </p:nvSpPr>
        <p:spPr>
          <a:xfrm>
            <a:off x="7173144" y="663926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4E61E"/>
          </a:solidFill>
          <a:ln w="7855">
            <a:solidFill>
              <a:srgbClr val="F4E61E"/>
            </a:solidFill>
            <a:prstDash val="solid"/>
          </a:ln>
        </p:spPr>
      </p:sp>
      <p:sp>
        <p:nvSpPr>
          <p:cNvPr id="120" name="d_small_paired_3188">
            <a:extLst>
              <a:ext uri="{FF2B5EF4-FFF2-40B4-BE49-F238E27FC236}">
                <a16:creationId xmlns:a16="http://schemas.microsoft.com/office/drawing/2014/main" id="{D3085A58-735A-4E8C-BA82-9732BF2786DE}"/>
              </a:ext>
            </a:extLst>
          </p:cNvPr>
          <p:cNvSpPr>
            <a:spLocks noGrp="1"/>
          </p:cNvSpPr>
          <p:nvPr/>
        </p:nvSpPr>
        <p:spPr>
          <a:xfrm>
            <a:off x="7173144" y="66204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1E51D"/>
          </a:solidFill>
          <a:ln w="7855">
            <a:solidFill>
              <a:srgbClr val="F1E51D"/>
            </a:solidFill>
            <a:prstDash val="solid"/>
          </a:ln>
        </p:spPr>
      </p:sp>
      <p:sp>
        <p:nvSpPr>
          <p:cNvPr id="121" name="d_small_paired_3189">
            <a:extLst>
              <a:ext uri="{FF2B5EF4-FFF2-40B4-BE49-F238E27FC236}">
                <a16:creationId xmlns:a16="http://schemas.microsoft.com/office/drawing/2014/main" id="{A892138D-3D79-4D89-B204-1E156644E42F}"/>
              </a:ext>
            </a:extLst>
          </p:cNvPr>
          <p:cNvSpPr>
            <a:spLocks noGrp="1"/>
          </p:cNvSpPr>
          <p:nvPr/>
        </p:nvSpPr>
        <p:spPr>
          <a:xfrm>
            <a:off x="7173144" y="66015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FE51C"/>
          </a:solidFill>
          <a:ln w="7855">
            <a:solidFill>
              <a:srgbClr val="EFE51C"/>
            </a:solidFill>
            <a:prstDash val="solid"/>
          </a:ln>
        </p:spPr>
      </p:sp>
      <p:sp>
        <p:nvSpPr>
          <p:cNvPr id="122" name="d_small_paired_3190">
            <a:extLst>
              <a:ext uri="{FF2B5EF4-FFF2-40B4-BE49-F238E27FC236}">
                <a16:creationId xmlns:a16="http://schemas.microsoft.com/office/drawing/2014/main" id="{49D0486D-2604-45C6-A2C6-A1A729015901}"/>
              </a:ext>
            </a:extLst>
          </p:cNvPr>
          <p:cNvSpPr>
            <a:spLocks noGrp="1"/>
          </p:cNvSpPr>
          <p:nvPr/>
        </p:nvSpPr>
        <p:spPr>
          <a:xfrm>
            <a:off x="7173144" y="65827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CE51B"/>
          </a:solidFill>
          <a:ln w="7855">
            <a:solidFill>
              <a:srgbClr val="ECE51B"/>
            </a:solidFill>
            <a:prstDash val="solid"/>
          </a:ln>
        </p:spPr>
      </p:sp>
      <p:sp>
        <p:nvSpPr>
          <p:cNvPr id="123" name="d_small_paired_3191">
            <a:extLst>
              <a:ext uri="{FF2B5EF4-FFF2-40B4-BE49-F238E27FC236}">
                <a16:creationId xmlns:a16="http://schemas.microsoft.com/office/drawing/2014/main" id="{B260EE4C-38F3-4238-BA5B-B8DD9730EC8C}"/>
              </a:ext>
            </a:extLst>
          </p:cNvPr>
          <p:cNvSpPr>
            <a:spLocks noGrp="1"/>
          </p:cNvSpPr>
          <p:nvPr/>
        </p:nvSpPr>
        <p:spPr>
          <a:xfrm>
            <a:off x="7173144" y="65639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AE51A"/>
          </a:solidFill>
          <a:ln w="7855">
            <a:solidFill>
              <a:srgbClr val="EAE51A"/>
            </a:solidFill>
            <a:prstDash val="solid"/>
          </a:ln>
        </p:spPr>
      </p:sp>
      <p:sp>
        <p:nvSpPr>
          <p:cNvPr id="124" name="d_small_paired_3192">
            <a:extLst>
              <a:ext uri="{FF2B5EF4-FFF2-40B4-BE49-F238E27FC236}">
                <a16:creationId xmlns:a16="http://schemas.microsoft.com/office/drawing/2014/main" id="{6061F185-E789-4B92-8499-D4BA12238B6C}"/>
              </a:ext>
            </a:extLst>
          </p:cNvPr>
          <p:cNvSpPr>
            <a:spLocks noGrp="1"/>
          </p:cNvSpPr>
          <p:nvPr/>
        </p:nvSpPr>
        <p:spPr>
          <a:xfrm>
            <a:off x="7173144" y="65450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7E419"/>
          </a:solidFill>
          <a:ln w="7855">
            <a:solidFill>
              <a:srgbClr val="E7E419"/>
            </a:solidFill>
            <a:prstDash val="solid"/>
          </a:ln>
        </p:spPr>
      </p:sp>
      <p:sp>
        <p:nvSpPr>
          <p:cNvPr id="125" name="d_small_paired_3193">
            <a:extLst>
              <a:ext uri="{FF2B5EF4-FFF2-40B4-BE49-F238E27FC236}">
                <a16:creationId xmlns:a16="http://schemas.microsoft.com/office/drawing/2014/main" id="{18FB0355-6354-47B1-9B91-19CAB4A3B1C4}"/>
              </a:ext>
            </a:extLst>
          </p:cNvPr>
          <p:cNvSpPr>
            <a:spLocks noGrp="1"/>
          </p:cNvSpPr>
          <p:nvPr/>
        </p:nvSpPr>
        <p:spPr>
          <a:xfrm>
            <a:off x="7173144" y="65262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5E419"/>
          </a:solidFill>
          <a:ln w="7855">
            <a:solidFill>
              <a:srgbClr val="E5E419"/>
            </a:solidFill>
            <a:prstDash val="solid"/>
          </a:ln>
        </p:spPr>
      </p:sp>
      <p:sp>
        <p:nvSpPr>
          <p:cNvPr id="126" name="d_small_paired_3194">
            <a:extLst>
              <a:ext uri="{FF2B5EF4-FFF2-40B4-BE49-F238E27FC236}">
                <a16:creationId xmlns:a16="http://schemas.microsoft.com/office/drawing/2014/main" id="{8CECE6B8-D287-4951-AFF1-810ADC3F8803}"/>
              </a:ext>
            </a:extLst>
          </p:cNvPr>
          <p:cNvSpPr>
            <a:spLocks noGrp="1"/>
          </p:cNvSpPr>
          <p:nvPr/>
        </p:nvSpPr>
        <p:spPr>
          <a:xfrm>
            <a:off x="7173144" y="650743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2E418"/>
          </a:solidFill>
          <a:ln w="7855">
            <a:solidFill>
              <a:srgbClr val="E2E418"/>
            </a:solidFill>
            <a:prstDash val="solid"/>
          </a:ln>
        </p:spPr>
      </p:sp>
      <p:sp>
        <p:nvSpPr>
          <p:cNvPr id="127" name="d_small_paired_3195">
            <a:extLst>
              <a:ext uri="{FF2B5EF4-FFF2-40B4-BE49-F238E27FC236}">
                <a16:creationId xmlns:a16="http://schemas.microsoft.com/office/drawing/2014/main" id="{2FB3ED0A-F461-4CEC-BF96-4B975FCC9DA9}"/>
              </a:ext>
            </a:extLst>
          </p:cNvPr>
          <p:cNvSpPr>
            <a:spLocks noGrp="1"/>
          </p:cNvSpPr>
          <p:nvPr/>
        </p:nvSpPr>
        <p:spPr>
          <a:xfrm>
            <a:off x="7173144" y="64886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FE318"/>
          </a:solidFill>
          <a:ln w="7855">
            <a:solidFill>
              <a:srgbClr val="DFE318"/>
            </a:solidFill>
            <a:prstDash val="solid"/>
          </a:ln>
        </p:spPr>
      </p:sp>
      <p:sp>
        <p:nvSpPr>
          <p:cNvPr id="128" name="d_small_paired_3196">
            <a:extLst>
              <a:ext uri="{FF2B5EF4-FFF2-40B4-BE49-F238E27FC236}">
                <a16:creationId xmlns:a16="http://schemas.microsoft.com/office/drawing/2014/main" id="{2C400C83-F64D-4BA2-861D-3D714C4B0DE6}"/>
              </a:ext>
            </a:extLst>
          </p:cNvPr>
          <p:cNvSpPr>
            <a:spLocks noGrp="1"/>
          </p:cNvSpPr>
          <p:nvPr/>
        </p:nvSpPr>
        <p:spPr>
          <a:xfrm>
            <a:off x="7173144" y="64697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DE318"/>
          </a:solidFill>
          <a:ln w="7855">
            <a:solidFill>
              <a:srgbClr val="DDE318"/>
            </a:solidFill>
            <a:prstDash val="solid"/>
          </a:ln>
        </p:spPr>
      </p:sp>
      <p:sp>
        <p:nvSpPr>
          <p:cNvPr id="129" name="d_small_paired_3197">
            <a:extLst>
              <a:ext uri="{FF2B5EF4-FFF2-40B4-BE49-F238E27FC236}">
                <a16:creationId xmlns:a16="http://schemas.microsoft.com/office/drawing/2014/main" id="{8B931387-09B0-470B-A367-203B1D310857}"/>
              </a:ext>
            </a:extLst>
          </p:cNvPr>
          <p:cNvSpPr>
            <a:spLocks noGrp="1"/>
          </p:cNvSpPr>
          <p:nvPr/>
        </p:nvSpPr>
        <p:spPr>
          <a:xfrm>
            <a:off x="7173144" y="645093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AE319"/>
          </a:solidFill>
          <a:ln w="7855">
            <a:solidFill>
              <a:srgbClr val="DAE319"/>
            </a:solidFill>
            <a:prstDash val="solid"/>
          </a:ln>
        </p:spPr>
      </p:sp>
      <p:sp>
        <p:nvSpPr>
          <p:cNvPr id="130" name="d_small_paired_3198">
            <a:extLst>
              <a:ext uri="{FF2B5EF4-FFF2-40B4-BE49-F238E27FC236}">
                <a16:creationId xmlns:a16="http://schemas.microsoft.com/office/drawing/2014/main" id="{35FD7976-88FA-45AF-8F67-6AE450877E15}"/>
              </a:ext>
            </a:extLst>
          </p:cNvPr>
          <p:cNvSpPr>
            <a:spLocks noGrp="1"/>
          </p:cNvSpPr>
          <p:nvPr/>
        </p:nvSpPr>
        <p:spPr>
          <a:xfrm>
            <a:off x="7173144" y="64321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8E219"/>
          </a:solidFill>
          <a:ln w="7855">
            <a:solidFill>
              <a:srgbClr val="D8E219"/>
            </a:solidFill>
            <a:prstDash val="solid"/>
          </a:ln>
        </p:spPr>
      </p:sp>
      <p:sp>
        <p:nvSpPr>
          <p:cNvPr id="131" name="d_small_paired_3199">
            <a:extLst>
              <a:ext uri="{FF2B5EF4-FFF2-40B4-BE49-F238E27FC236}">
                <a16:creationId xmlns:a16="http://schemas.microsoft.com/office/drawing/2014/main" id="{B9CF3B04-9EE6-4CE3-A964-70979919071D}"/>
              </a:ext>
            </a:extLst>
          </p:cNvPr>
          <p:cNvSpPr>
            <a:spLocks noGrp="1"/>
          </p:cNvSpPr>
          <p:nvPr/>
        </p:nvSpPr>
        <p:spPr>
          <a:xfrm>
            <a:off x="7173144" y="64132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5E21A"/>
          </a:solidFill>
          <a:ln w="7855">
            <a:solidFill>
              <a:srgbClr val="D5E21A"/>
            </a:solidFill>
            <a:prstDash val="solid"/>
          </a:ln>
        </p:spPr>
      </p:sp>
      <p:sp>
        <p:nvSpPr>
          <p:cNvPr id="132" name="d_small_paired_3200">
            <a:extLst>
              <a:ext uri="{FF2B5EF4-FFF2-40B4-BE49-F238E27FC236}">
                <a16:creationId xmlns:a16="http://schemas.microsoft.com/office/drawing/2014/main" id="{B91C69C4-A933-4B79-B986-56D0B231578B}"/>
              </a:ext>
            </a:extLst>
          </p:cNvPr>
          <p:cNvSpPr>
            <a:spLocks noGrp="1"/>
          </p:cNvSpPr>
          <p:nvPr/>
        </p:nvSpPr>
        <p:spPr>
          <a:xfrm>
            <a:off x="7173144" y="639443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2E21B"/>
          </a:solidFill>
          <a:ln w="7855">
            <a:solidFill>
              <a:srgbClr val="D2E21B"/>
            </a:solidFill>
            <a:prstDash val="solid"/>
          </a:ln>
        </p:spPr>
      </p:sp>
      <p:sp>
        <p:nvSpPr>
          <p:cNvPr id="133" name="d_small_paired_3201">
            <a:extLst>
              <a:ext uri="{FF2B5EF4-FFF2-40B4-BE49-F238E27FC236}">
                <a16:creationId xmlns:a16="http://schemas.microsoft.com/office/drawing/2014/main" id="{36DC8D4D-5700-4684-A256-AB3ABE1D7390}"/>
              </a:ext>
            </a:extLst>
          </p:cNvPr>
          <p:cNvSpPr>
            <a:spLocks noGrp="1"/>
          </p:cNvSpPr>
          <p:nvPr/>
        </p:nvSpPr>
        <p:spPr>
          <a:xfrm>
            <a:off x="7173144" y="637560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0E11C"/>
          </a:solidFill>
          <a:ln w="7855">
            <a:solidFill>
              <a:srgbClr val="D0E11C"/>
            </a:solidFill>
            <a:prstDash val="solid"/>
          </a:ln>
        </p:spPr>
      </p:sp>
      <p:sp>
        <p:nvSpPr>
          <p:cNvPr id="134" name="d_small_paired_3202">
            <a:extLst>
              <a:ext uri="{FF2B5EF4-FFF2-40B4-BE49-F238E27FC236}">
                <a16:creationId xmlns:a16="http://schemas.microsoft.com/office/drawing/2014/main" id="{DCCE2C73-AC55-4E33-8F0A-38FFF8A1C2F9}"/>
              </a:ext>
            </a:extLst>
          </p:cNvPr>
          <p:cNvSpPr>
            <a:spLocks noGrp="1"/>
          </p:cNvSpPr>
          <p:nvPr/>
        </p:nvSpPr>
        <p:spPr>
          <a:xfrm>
            <a:off x="7173144" y="63567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DE11D"/>
          </a:solidFill>
          <a:ln w="7855">
            <a:solidFill>
              <a:srgbClr val="CDE11D"/>
            </a:solidFill>
            <a:prstDash val="solid"/>
          </a:ln>
        </p:spPr>
      </p:sp>
      <p:sp>
        <p:nvSpPr>
          <p:cNvPr id="135" name="d_small_paired_3203">
            <a:extLst>
              <a:ext uri="{FF2B5EF4-FFF2-40B4-BE49-F238E27FC236}">
                <a16:creationId xmlns:a16="http://schemas.microsoft.com/office/drawing/2014/main" id="{CD3D5662-73A0-4761-8D56-C8D37D363B5F}"/>
              </a:ext>
            </a:extLst>
          </p:cNvPr>
          <p:cNvSpPr>
            <a:spLocks noGrp="1"/>
          </p:cNvSpPr>
          <p:nvPr/>
        </p:nvSpPr>
        <p:spPr>
          <a:xfrm>
            <a:off x="7173144" y="63379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AE11F"/>
          </a:solidFill>
          <a:ln w="7855">
            <a:solidFill>
              <a:srgbClr val="CAE11F"/>
            </a:solidFill>
            <a:prstDash val="solid"/>
          </a:ln>
        </p:spPr>
      </p:sp>
      <p:sp>
        <p:nvSpPr>
          <p:cNvPr id="136" name="d_small_paired_3204">
            <a:extLst>
              <a:ext uri="{FF2B5EF4-FFF2-40B4-BE49-F238E27FC236}">
                <a16:creationId xmlns:a16="http://schemas.microsoft.com/office/drawing/2014/main" id="{32DE8692-2D0F-4CE4-A8EC-DE11447AF6EF}"/>
              </a:ext>
            </a:extLst>
          </p:cNvPr>
          <p:cNvSpPr>
            <a:spLocks noGrp="1"/>
          </p:cNvSpPr>
          <p:nvPr/>
        </p:nvSpPr>
        <p:spPr>
          <a:xfrm>
            <a:off x="7173144" y="63191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8E020"/>
          </a:solidFill>
          <a:ln w="7855">
            <a:solidFill>
              <a:srgbClr val="C8E020"/>
            </a:solidFill>
            <a:prstDash val="solid"/>
          </a:ln>
        </p:spPr>
      </p:sp>
      <p:sp>
        <p:nvSpPr>
          <p:cNvPr id="137" name="d_small_paired_3205">
            <a:extLst>
              <a:ext uri="{FF2B5EF4-FFF2-40B4-BE49-F238E27FC236}">
                <a16:creationId xmlns:a16="http://schemas.microsoft.com/office/drawing/2014/main" id="{1A6FA85E-4B38-49DE-87DB-0B6C16DEB110}"/>
              </a:ext>
            </a:extLst>
          </p:cNvPr>
          <p:cNvSpPr>
            <a:spLocks noGrp="1"/>
          </p:cNvSpPr>
          <p:nvPr/>
        </p:nvSpPr>
        <p:spPr>
          <a:xfrm>
            <a:off x="7173144" y="63002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5E021"/>
          </a:solidFill>
          <a:ln w="7855">
            <a:solidFill>
              <a:srgbClr val="C5E021"/>
            </a:solidFill>
            <a:prstDash val="solid"/>
          </a:ln>
        </p:spPr>
      </p:sp>
      <p:sp>
        <p:nvSpPr>
          <p:cNvPr id="138" name="d_small_paired_3206">
            <a:extLst>
              <a:ext uri="{FF2B5EF4-FFF2-40B4-BE49-F238E27FC236}">
                <a16:creationId xmlns:a16="http://schemas.microsoft.com/office/drawing/2014/main" id="{FD30D39C-9ABE-4284-89C9-C5D28731BCF3}"/>
              </a:ext>
            </a:extLst>
          </p:cNvPr>
          <p:cNvSpPr>
            <a:spLocks noGrp="1"/>
          </p:cNvSpPr>
          <p:nvPr/>
        </p:nvSpPr>
        <p:spPr>
          <a:xfrm>
            <a:off x="7173144" y="62814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2DF23"/>
          </a:solidFill>
          <a:ln w="7855">
            <a:solidFill>
              <a:srgbClr val="C2DF23"/>
            </a:solidFill>
            <a:prstDash val="solid"/>
          </a:ln>
        </p:spPr>
      </p:sp>
      <p:sp>
        <p:nvSpPr>
          <p:cNvPr id="139" name="d_small_paired_3207">
            <a:extLst>
              <a:ext uri="{FF2B5EF4-FFF2-40B4-BE49-F238E27FC236}">
                <a16:creationId xmlns:a16="http://schemas.microsoft.com/office/drawing/2014/main" id="{2321597B-B768-4F37-8FBD-72DF798AAAF9}"/>
              </a:ext>
            </a:extLst>
          </p:cNvPr>
          <p:cNvSpPr>
            <a:spLocks noGrp="1"/>
          </p:cNvSpPr>
          <p:nvPr/>
        </p:nvSpPr>
        <p:spPr>
          <a:xfrm>
            <a:off x="7173144" y="62626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0DF25"/>
          </a:solidFill>
          <a:ln w="7855">
            <a:solidFill>
              <a:srgbClr val="C0DF25"/>
            </a:solidFill>
            <a:prstDash val="solid"/>
          </a:ln>
        </p:spPr>
      </p:sp>
      <p:sp>
        <p:nvSpPr>
          <p:cNvPr id="140" name="d_small_paired_3208">
            <a:extLst>
              <a:ext uri="{FF2B5EF4-FFF2-40B4-BE49-F238E27FC236}">
                <a16:creationId xmlns:a16="http://schemas.microsoft.com/office/drawing/2014/main" id="{76D69E43-9E38-4F33-98B4-49421A737B86}"/>
              </a:ext>
            </a:extLst>
          </p:cNvPr>
          <p:cNvSpPr>
            <a:spLocks noGrp="1"/>
          </p:cNvSpPr>
          <p:nvPr/>
        </p:nvSpPr>
        <p:spPr>
          <a:xfrm>
            <a:off x="7173144" y="62437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DDF26"/>
          </a:solidFill>
          <a:ln w="7855">
            <a:solidFill>
              <a:srgbClr val="BDDF26"/>
            </a:solidFill>
            <a:prstDash val="solid"/>
          </a:ln>
        </p:spPr>
      </p:sp>
      <p:sp>
        <p:nvSpPr>
          <p:cNvPr id="141" name="d_small_paired_3209">
            <a:extLst>
              <a:ext uri="{FF2B5EF4-FFF2-40B4-BE49-F238E27FC236}">
                <a16:creationId xmlns:a16="http://schemas.microsoft.com/office/drawing/2014/main" id="{8419AA2D-921D-4F52-BA4F-7FE45ED83F8C}"/>
              </a:ext>
            </a:extLst>
          </p:cNvPr>
          <p:cNvSpPr>
            <a:spLocks noGrp="1"/>
          </p:cNvSpPr>
          <p:nvPr/>
        </p:nvSpPr>
        <p:spPr>
          <a:xfrm>
            <a:off x="7173144" y="62249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ADE28"/>
          </a:solidFill>
          <a:ln w="7855">
            <a:solidFill>
              <a:srgbClr val="BADE28"/>
            </a:solidFill>
            <a:prstDash val="solid"/>
          </a:ln>
        </p:spPr>
      </p:sp>
      <p:sp>
        <p:nvSpPr>
          <p:cNvPr id="142" name="d_small_paired_3210">
            <a:extLst>
              <a:ext uri="{FF2B5EF4-FFF2-40B4-BE49-F238E27FC236}">
                <a16:creationId xmlns:a16="http://schemas.microsoft.com/office/drawing/2014/main" id="{2965E6B1-CA74-47C8-A671-A7D44A2CD0CF}"/>
              </a:ext>
            </a:extLst>
          </p:cNvPr>
          <p:cNvSpPr>
            <a:spLocks noGrp="1"/>
          </p:cNvSpPr>
          <p:nvPr/>
        </p:nvSpPr>
        <p:spPr>
          <a:xfrm>
            <a:off x="7173144" y="620610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8DE29"/>
          </a:solidFill>
          <a:ln w="7855">
            <a:solidFill>
              <a:srgbClr val="B8DE29"/>
            </a:solidFill>
            <a:prstDash val="solid"/>
          </a:ln>
        </p:spPr>
      </p:sp>
      <p:sp>
        <p:nvSpPr>
          <p:cNvPr id="143" name="d_small_paired_3211">
            <a:extLst>
              <a:ext uri="{FF2B5EF4-FFF2-40B4-BE49-F238E27FC236}">
                <a16:creationId xmlns:a16="http://schemas.microsoft.com/office/drawing/2014/main" id="{1F21FD40-3FB2-4241-B615-944382A7D0B6}"/>
              </a:ext>
            </a:extLst>
          </p:cNvPr>
          <p:cNvSpPr>
            <a:spLocks noGrp="1"/>
          </p:cNvSpPr>
          <p:nvPr/>
        </p:nvSpPr>
        <p:spPr>
          <a:xfrm>
            <a:off x="7173144" y="61872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5DE2B"/>
          </a:solidFill>
          <a:ln w="7855">
            <a:solidFill>
              <a:srgbClr val="B5DE2B"/>
            </a:solidFill>
            <a:prstDash val="solid"/>
          </a:ln>
        </p:spPr>
      </p:sp>
      <p:sp>
        <p:nvSpPr>
          <p:cNvPr id="144" name="d_small_paired_3212">
            <a:extLst>
              <a:ext uri="{FF2B5EF4-FFF2-40B4-BE49-F238E27FC236}">
                <a16:creationId xmlns:a16="http://schemas.microsoft.com/office/drawing/2014/main" id="{80D3BBBE-9639-4848-80F9-A7A1DB5A4025}"/>
              </a:ext>
            </a:extLst>
          </p:cNvPr>
          <p:cNvSpPr>
            <a:spLocks noGrp="1"/>
          </p:cNvSpPr>
          <p:nvPr/>
        </p:nvSpPr>
        <p:spPr>
          <a:xfrm>
            <a:off x="7173144" y="61684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2DD2D"/>
          </a:solidFill>
          <a:ln w="7855">
            <a:solidFill>
              <a:srgbClr val="B2DD2D"/>
            </a:solidFill>
            <a:prstDash val="solid"/>
          </a:ln>
        </p:spPr>
      </p:sp>
      <p:sp>
        <p:nvSpPr>
          <p:cNvPr id="145" name="d_small_paired_3213">
            <a:extLst>
              <a:ext uri="{FF2B5EF4-FFF2-40B4-BE49-F238E27FC236}">
                <a16:creationId xmlns:a16="http://schemas.microsoft.com/office/drawing/2014/main" id="{1432E9DA-6635-4468-A069-BBE9EEDF513A}"/>
              </a:ext>
            </a:extLst>
          </p:cNvPr>
          <p:cNvSpPr>
            <a:spLocks noGrp="1"/>
          </p:cNvSpPr>
          <p:nvPr/>
        </p:nvSpPr>
        <p:spPr>
          <a:xfrm>
            <a:off x="7173144" y="614960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0DD2F"/>
          </a:solidFill>
          <a:ln w="7855">
            <a:solidFill>
              <a:srgbClr val="B0DD2F"/>
            </a:solidFill>
            <a:prstDash val="solid"/>
          </a:ln>
        </p:spPr>
      </p:sp>
      <p:sp>
        <p:nvSpPr>
          <p:cNvPr id="146" name="d_small_paired_3214">
            <a:extLst>
              <a:ext uri="{FF2B5EF4-FFF2-40B4-BE49-F238E27FC236}">
                <a16:creationId xmlns:a16="http://schemas.microsoft.com/office/drawing/2014/main" id="{245CAB93-7D3B-4A28-9EB3-CB14FF0E6789}"/>
              </a:ext>
            </a:extLst>
          </p:cNvPr>
          <p:cNvSpPr>
            <a:spLocks noGrp="1"/>
          </p:cNvSpPr>
          <p:nvPr/>
        </p:nvSpPr>
        <p:spPr>
          <a:xfrm>
            <a:off x="7173144" y="613077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DDC30"/>
          </a:solidFill>
          <a:ln w="7855">
            <a:solidFill>
              <a:srgbClr val="ADDC30"/>
            </a:solidFill>
            <a:prstDash val="solid"/>
          </a:ln>
        </p:spPr>
      </p:sp>
      <p:sp>
        <p:nvSpPr>
          <p:cNvPr id="147" name="d_small_paired_3215">
            <a:extLst>
              <a:ext uri="{FF2B5EF4-FFF2-40B4-BE49-F238E27FC236}">
                <a16:creationId xmlns:a16="http://schemas.microsoft.com/office/drawing/2014/main" id="{2A039456-9088-4768-800A-AD94E6D2748B}"/>
              </a:ext>
            </a:extLst>
          </p:cNvPr>
          <p:cNvSpPr>
            <a:spLocks noGrp="1"/>
          </p:cNvSpPr>
          <p:nvPr/>
        </p:nvSpPr>
        <p:spPr>
          <a:xfrm>
            <a:off x="7173144" y="61119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ADC32"/>
          </a:solidFill>
          <a:ln w="7855">
            <a:solidFill>
              <a:srgbClr val="AADC32"/>
            </a:solidFill>
            <a:prstDash val="solid"/>
          </a:ln>
        </p:spPr>
      </p:sp>
      <p:sp>
        <p:nvSpPr>
          <p:cNvPr id="148" name="d_small_paired_3216">
            <a:extLst>
              <a:ext uri="{FF2B5EF4-FFF2-40B4-BE49-F238E27FC236}">
                <a16:creationId xmlns:a16="http://schemas.microsoft.com/office/drawing/2014/main" id="{B00F0D19-C444-4968-8F04-8346A88701C1}"/>
              </a:ext>
            </a:extLst>
          </p:cNvPr>
          <p:cNvSpPr>
            <a:spLocks noGrp="1"/>
          </p:cNvSpPr>
          <p:nvPr/>
        </p:nvSpPr>
        <p:spPr>
          <a:xfrm>
            <a:off x="7173144" y="60931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8DB34"/>
          </a:solidFill>
          <a:ln w="7855">
            <a:solidFill>
              <a:srgbClr val="A8DB34"/>
            </a:solidFill>
            <a:prstDash val="solid"/>
          </a:ln>
        </p:spPr>
      </p:sp>
      <p:sp>
        <p:nvSpPr>
          <p:cNvPr id="149" name="d_small_paired_3217">
            <a:extLst>
              <a:ext uri="{FF2B5EF4-FFF2-40B4-BE49-F238E27FC236}">
                <a16:creationId xmlns:a16="http://schemas.microsoft.com/office/drawing/2014/main" id="{1EA89D79-4A07-4B13-A12C-C629916EE70E}"/>
              </a:ext>
            </a:extLst>
          </p:cNvPr>
          <p:cNvSpPr>
            <a:spLocks noGrp="1"/>
          </p:cNvSpPr>
          <p:nvPr/>
        </p:nvSpPr>
        <p:spPr>
          <a:xfrm>
            <a:off x="7173144" y="60742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5DB36"/>
          </a:solidFill>
          <a:ln w="7855">
            <a:solidFill>
              <a:srgbClr val="A5DB36"/>
            </a:solidFill>
            <a:prstDash val="solid"/>
          </a:ln>
        </p:spPr>
      </p:sp>
      <p:sp>
        <p:nvSpPr>
          <p:cNvPr id="150" name="d_small_paired_3218">
            <a:extLst>
              <a:ext uri="{FF2B5EF4-FFF2-40B4-BE49-F238E27FC236}">
                <a16:creationId xmlns:a16="http://schemas.microsoft.com/office/drawing/2014/main" id="{D18F077A-CBCF-4921-A74B-1E2FE5BDB527}"/>
              </a:ext>
            </a:extLst>
          </p:cNvPr>
          <p:cNvSpPr>
            <a:spLocks noGrp="1"/>
          </p:cNvSpPr>
          <p:nvPr/>
        </p:nvSpPr>
        <p:spPr>
          <a:xfrm>
            <a:off x="7173144" y="60554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2DA37"/>
          </a:solidFill>
          <a:ln w="7855">
            <a:solidFill>
              <a:srgbClr val="A2DA37"/>
            </a:solidFill>
            <a:prstDash val="solid"/>
          </a:ln>
        </p:spPr>
      </p:sp>
      <p:sp>
        <p:nvSpPr>
          <p:cNvPr id="151" name="d_small_paired_3219">
            <a:extLst>
              <a:ext uri="{FF2B5EF4-FFF2-40B4-BE49-F238E27FC236}">
                <a16:creationId xmlns:a16="http://schemas.microsoft.com/office/drawing/2014/main" id="{9A1499C3-5045-420A-BBD7-0C627F432404}"/>
              </a:ext>
            </a:extLst>
          </p:cNvPr>
          <p:cNvSpPr>
            <a:spLocks noGrp="1"/>
          </p:cNvSpPr>
          <p:nvPr/>
        </p:nvSpPr>
        <p:spPr>
          <a:xfrm>
            <a:off x="7173144" y="60366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0DA39"/>
          </a:solidFill>
          <a:ln w="7855">
            <a:solidFill>
              <a:srgbClr val="A0DA39"/>
            </a:solidFill>
            <a:prstDash val="solid"/>
          </a:ln>
        </p:spPr>
      </p:sp>
      <p:sp>
        <p:nvSpPr>
          <p:cNvPr id="152" name="d_small_paired_3220">
            <a:extLst>
              <a:ext uri="{FF2B5EF4-FFF2-40B4-BE49-F238E27FC236}">
                <a16:creationId xmlns:a16="http://schemas.microsoft.com/office/drawing/2014/main" id="{1282A9B9-7A35-46C7-B98F-CD00D8EE4D49}"/>
              </a:ext>
            </a:extLst>
          </p:cNvPr>
          <p:cNvSpPr>
            <a:spLocks noGrp="1"/>
          </p:cNvSpPr>
          <p:nvPr/>
        </p:nvSpPr>
        <p:spPr>
          <a:xfrm>
            <a:off x="7173144" y="60177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DD93B"/>
          </a:solidFill>
          <a:ln w="7855">
            <a:solidFill>
              <a:srgbClr val="9DD93B"/>
            </a:solidFill>
            <a:prstDash val="solid"/>
          </a:ln>
        </p:spPr>
      </p:sp>
      <p:sp>
        <p:nvSpPr>
          <p:cNvPr id="153" name="d_small_paired_3221">
            <a:extLst>
              <a:ext uri="{FF2B5EF4-FFF2-40B4-BE49-F238E27FC236}">
                <a16:creationId xmlns:a16="http://schemas.microsoft.com/office/drawing/2014/main" id="{3F395661-9DAB-4F2E-9B9A-D5BCA05F9A54}"/>
              </a:ext>
            </a:extLst>
          </p:cNvPr>
          <p:cNvSpPr>
            <a:spLocks noGrp="1"/>
          </p:cNvSpPr>
          <p:nvPr/>
        </p:nvSpPr>
        <p:spPr>
          <a:xfrm>
            <a:off x="7173144" y="59989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BD93C"/>
          </a:solidFill>
          <a:ln w="7855">
            <a:solidFill>
              <a:srgbClr val="9BD93C"/>
            </a:solidFill>
            <a:prstDash val="solid"/>
          </a:ln>
        </p:spPr>
      </p:sp>
      <p:sp>
        <p:nvSpPr>
          <p:cNvPr id="154" name="d_small_paired_3222">
            <a:extLst>
              <a:ext uri="{FF2B5EF4-FFF2-40B4-BE49-F238E27FC236}">
                <a16:creationId xmlns:a16="http://schemas.microsoft.com/office/drawing/2014/main" id="{A6DFAA63-A035-470F-AD08-C0612A65854B}"/>
              </a:ext>
            </a:extLst>
          </p:cNvPr>
          <p:cNvSpPr>
            <a:spLocks noGrp="1"/>
          </p:cNvSpPr>
          <p:nvPr/>
        </p:nvSpPr>
        <p:spPr>
          <a:xfrm>
            <a:off x="7173144" y="59801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8D83E"/>
          </a:solidFill>
          <a:ln w="7855">
            <a:solidFill>
              <a:srgbClr val="98D83E"/>
            </a:solidFill>
            <a:prstDash val="solid"/>
          </a:ln>
        </p:spPr>
      </p:sp>
      <p:sp>
        <p:nvSpPr>
          <p:cNvPr id="155" name="d_small_paired_3223">
            <a:extLst>
              <a:ext uri="{FF2B5EF4-FFF2-40B4-BE49-F238E27FC236}">
                <a16:creationId xmlns:a16="http://schemas.microsoft.com/office/drawing/2014/main" id="{A55240DE-D4B4-4C06-A0AD-1B1FD54736E8}"/>
              </a:ext>
            </a:extLst>
          </p:cNvPr>
          <p:cNvSpPr>
            <a:spLocks noGrp="1"/>
          </p:cNvSpPr>
          <p:nvPr/>
        </p:nvSpPr>
        <p:spPr>
          <a:xfrm>
            <a:off x="7173144" y="596127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5D840"/>
          </a:solidFill>
          <a:ln w="7855">
            <a:solidFill>
              <a:srgbClr val="95D840"/>
            </a:solidFill>
            <a:prstDash val="solid"/>
          </a:ln>
        </p:spPr>
      </p:sp>
      <p:sp>
        <p:nvSpPr>
          <p:cNvPr id="156" name="d_small_paired_3224">
            <a:extLst>
              <a:ext uri="{FF2B5EF4-FFF2-40B4-BE49-F238E27FC236}">
                <a16:creationId xmlns:a16="http://schemas.microsoft.com/office/drawing/2014/main" id="{EEADB8FF-33CB-41F6-A51B-DB398215B5B1}"/>
              </a:ext>
            </a:extLst>
          </p:cNvPr>
          <p:cNvSpPr>
            <a:spLocks noGrp="1"/>
          </p:cNvSpPr>
          <p:nvPr/>
        </p:nvSpPr>
        <p:spPr>
          <a:xfrm>
            <a:off x="7173144" y="59424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3D741"/>
          </a:solidFill>
          <a:ln w="7855">
            <a:solidFill>
              <a:srgbClr val="93D741"/>
            </a:solidFill>
            <a:prstDash val="solid"/>
          </a:ln>
        </p:spPr>
      </p:sp>
      <p:sp>
        <p:nvSpPr>
          <p:cNvPr id="157" name="d_small_paired_3225">
            <a:extLst>
              <a:ext uri="{FF2B5EF4-FFF2-40B4-BE49-F238E27FC236}">
                <a16:creationId xmlns:a16="http://schemas.microsoft.com/office/drawing/2014/main" id="{38CB9DF0-7603-48AD-B7CC-911084C6B54E}"/>
              </a:ext>
            </a:extLst>
          </p:cNvPr>
          <p:cNvSpPr>
            <a:spLocks noGrp="1"/>
          </p:cNvSpPr>
          <p:nvPr/>
        </p:nvSpPr>
        <p:spPr>
          <a:xfrm>
            <a:off x="7173144" y="59236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0D743"/>
          </a:solidFill>
          <a:ln w="7855">
            <a:solidFill>
              <a:srgbClr val="90D743"/>
            </a:solidFill>
            <a:prstDash val="solid"/>
          </a:ln>
        </p:spPr>
      </p:sp>
      <p:sp>
        <p:nvSpPr>
          <p:cNvPr id="158" name="d_small_paired_3226">
            <a:extLst>
              <a:ext uri="{FF2B5EF4-FFF2-40B4-BE49-F238E27FC236}">
                <a16:creationId xmlns:a16="http://schemas.microsoft.com/office/drawing/2014/main" id="{EBB4FBB5-8DBC-45D9-A0FF-47B4D1F6AD3D}"/>
              </a:ext>
            </a:extLst>
          </p:cNvPr>
          <p:cNvSpPr>
            <a:spLocks noGrp="1"/>
          </p:cNvSpPr>
          <p:nvPr/>
        </p:nvSpPr>
        <p:spPr>
          <a:xfrm>
            <a:off x="7173144" y="590477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ED645"/>
          </a:solidFill>
          <a:ln w="7855">
            <a:solidFill>
              <a:srgbClr val="8ED645"/>
            </a:solidFill>
            <a:prstDash val="solid"/>
          </a:ln>
        </p:spPr>
      </p:sp>
      <p:sp>
        <p:nvSpPr>
          <p:cNvPr id="159" name="d_small_paired_3227">
            <a:extLst>
              <a:ext uri="{FF2B5EF4-FFF2-40B4-BE49-F238E27FC236}">
                <a16:creationId xmlns:a16="http://schemas.microsoft.com/office/drawing/2014/main" id="{162C8EE7-B76B-42AD-BCD8-14B0ED4D5260}"/>
              </a:ext>
            </a:extLst>
          </p:cNvPr>
          <p:cNvSpPr>
            <a:spLocks noGrp="1"/>
          </p:cNvSpPr>
          <p:nvPr/>
        </p:nvSpPr>
        <p:spPr>
          <a:xfrm>
            <a:off x="7173144" y="588593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BD646"/>
          </a:solidFill>
          <a:ln w="7855">
            <a:solidFill>
              <a:srgbClr val="8BD646"/>
            </a:solidFill>
            <a:prstDash val="solid"/>
          </a:ln>
        </p:spPr>
      </p:sp>
      <p:sp>
        <p:nvSpPr>
          <p:cNvPr id="160" name="d_small_paired_3228">
            <a:extLst>
              <a:ext uri="{FF2B5EF4-FFF2-40B4-BE49-F238E27FC236}">
                <a16:creationId xmlns:a16="http://schemas.microsoft.com/office/drawing/2014/main" id="{AE706F76-8579-489D-86AC-2A695501E91E}"/>
              </a:ext>
            </a:extLst>
          </p:cNvPr>
          <p:cNvSpPr>
            <a:spLocks noGrp="1"/>
          </p:cNvSpPr>
          <p:nvPr/>
        </p:nvSpPr>
        <p:spPr>
          <a:xfrm>
            <a:off x="7173144" y="58671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9D548"/>
          </a:solidFill>
          <a:ln w="7855">
            <a:solidFill>
              <a:srgbClr val="89D548"/>
            </a:solidFill>
            <a:prstDash val="solid"/>
          </a:ln>
        </p:spPr>
      </p:sp>
      <p:sp>
        <p:nvSpPr>
          <p:cNvPr id="161" name="d_small_paired_3229">
            <a:extLst>
              <a:ext uri="{FF2B5EF4-FFF2-40B4-BE49-F238E27FC236}">
                <a16:creationId xmlns:a16="http://schemas.microsoft.com/office/drawing/2014/main" id="{005EB670-7EE5-4E21-9002-2F2FC42D5A6F}"/>
              </a:ext>
            </a:extLst>
          </p:cNvPr>
          <p:cNvSpPr>
            <a:spLocks noGrp="1"/>
          </p:cNvSpPr>
          <p:nvPr/>
        </p:nvSpPr>
        <p:spPr>
          <a:xfrm>
            <a:off x="7173144" y="58482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6D549"/>
          </a:solidFill>
          <a:ln w="7855">
            <a:solidFill>
              <a:srgbClr val="86D549"/>
            </a:solidFill>
            <a:prstDash val="solid"/>
          </a:ln>
        </p:spPr>
      </p:sp>
      <p:sp>
        <p:nvSpPr>
          <p:cNvPr id="162" name="d_small_paired_3230">
            <a:extLst>
              <a:ext uri="{FF2B5EF4-FFF2-40B4-BE49-F238E27FC236}">
                <a16:creationId xmlns:a16="http://schemas.microsoft.com/office/drawing/2014/main" id="{7CD98132-4F08-4FA3-8805-AD914B145FAB}"/>
              </a:ext>
            </a:extLst>
          </p:cNvPr>
          <p:cNvSpPr>
            <a:spLocks noGrp="1"/>
          </p:cNvSpPr>
          <p:nvPr/>
        </p:nvSpPr>
        <p:spPr>
          <a:xfrm>
            <a:off x="7173144" y="58294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4D44B"/>
          </a:solidFill>
          <a:ln w="7855">
            <a:solidFill>
              <a:srgbClr val="84D44B"/>
            </a:solidFill>
            <a:prstDash val="solid"/>
          </a:ln>
        </p:spPr>
      </p:sp>
      <p:sp>
        <p:nvSpPr>
          <p:cNvPr id="163" name="d_small_paired_3231">
            <a:extLst>
              <a:ext uri="{FF2B5EF4-FFF2-40B4-BE49-F238E27FC236}">
                <a16:creationId xmlns:a16="http://schemas.microsoft.com/office/drawing/2014/main" id="{64FF8506-8934-4123-B748-C4D916C9186C}"/>
              </a:ext>
            </a:extLst>
          </p:cNvPr>
          <p:cNvSpPr>
            <a:spLocks noGrp="1"/>
          </p:cNvSpPr>
          <p:nvPr/>
        </p:nvSpPr>
        <p:spPr>
          <a:xfrm>
            <a:off x="7173144" y="58106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1D34D"/>
          </a:solidFill>
          <a:ln w="7855">
            <a:solidFill>
              <a:srgbClr val="81D34D"/>
            </a:solidFill>
            <a:prstDash val="solid"/>
          </a:ln>
        </p:spPr>
      </p:sp>
      <p:sp>
        <p:nvSpPr>
          <p:cNvPr id="164" name="d_small_paired_3232">
            <a:extLst>
              <a:ext uri="{FF2B5EF4-FFF2-40B4-BE49-F238E27FC236}">
                <a16:creationId xmlns:a16="http://schemas.microsoft.com/office/drawing/2014/main" id="{2F9B1BED-4ECE-4839-BF87-DAF9183EABC2}"/>
              </a:ext>
            </a:extLst>
          </p:cNvPr>
          <p:cNvSpPr>
            <a:spLocks noGrp="1"/>
          </p:cNvSpPr>
          <p:nvPr/>
        </p:nvSpPr>
        <p:spPr>
          <a:xfrm>
            <a:off x="7173144" y="57917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FD34E"/>
          </a:solidFill>
          <a:ln w="7855">
            <a:solidFill>
              <a:srgbClr val="7FD34E"/>
            </a:solidFill>
            <a:prstDash val="solid"/>
          </a:ln>
        </p:spPr>
      </p:sp>
      <p:sp>
        <p:nvSpPr>
          <p:cNvPr id="165" name="d_small_paired_3233">
            <a:extLst>
              <a:ext uri="{FF2B5EF4-FFF2-40B4-BE49-F238E27FC236}">
                <a16:creationId xmlns:a16="http://schemas.microsoft.com/office/drawing/2014/main" id="{063F9CF2-E192-471B-B871-F01C09F7D1E1}"/>
              </a:ext>
            </a:extLst>
          </p:cNvPr>
          <p:cNvSpPr>
            <a:spLocks noGrp="1"/>
          </p:cNvSpPr>
          <p:nvPr/>
        </p:nvSpPr>
        <p:spPr>
          <a:xfrm>
            <a:off x="7173144" y="57729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CD250"/>
          </a:solidFill>
          <a:ln w="7855">
            <a:solidFill>
              <a:srgbClr val="7CD250"/>
            </a:solidFill>
            <a:prstDash val="solid"/>
          </a:ln>
        </p:spPr>
      </p:sp>
      <p:sp>
        <p:nvSpPr>
          <p:cNvPr id="166" name="d_small_paired_3234">
            <a:extLst>
              <a:ext uri="{FF2B5EF4-FFF2-40B4-BE49-F238E27FC236}">
                <a16:creationId xmlns:a16="http://schemas.microsoft.com/office/drawing/2014/main" id="{74B42007-3091-4D26-84B8-EBB3E196142B}"/>
              </a:ext>
            </a:extLst>
          </p:cNvPr>
          <p:cNvSpPr>
            <a:spLocks noGrp="1"/>
          </p:cNvSpPr>
          <p:nvPr/>
        </p:nvSpPr>
        <p:spPr>
          <a:xfrm>
            <a:off x="7173144" y="57541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AD151"/>
          </a:solidFill>
          <a:ln w="7855">
            <a:solidFill>
              <a:srgbClr val="7AD151"/>
            </a:solidFill>
            <a:prstDash val="solid"/>
          </a:ln>
        </p:spPr>
      </p:sp>
      <p:sp>
        <p:nvSpPr>
          <p:cNvPr id="167" name="d_small_paired_3235">
            <a:extLst>
              <a:ext uri="{FF2B5EF4-FFF2-40B4-BE49-F238E27FC236}">
                <a16:creationId xmlns:a16="http://schemas.microsoft.com/office/drawing/2014/main" id="{D7D53866-42F2-4155-A4DF-0E112A3322C6}"/>
              </a:ext>
            </a:extLst>
          </p:cNvPr>
          <p:cNvSpPr>
            <a:spLocks noGrp="1"/>
          </p:cNvSpPr>
          <p:nvPr/>
        </p:nvSpPr>
        <p:spPr>
          <a:xfrm>
            <a:off x="7173144" y="57352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7D153"/>
          </a:solidFill>
          <a:ln w="7855">
            <a:solidFill>
              <a:srgbClr val="77D153"/>
            </a:solidFill>
            <a:prstDash val="solid"/>
          </a:ln>
        </p:spPr>
      </p:sp>
      <p:sp>
        <p:nvSpPr>
          <p:cNvPr id="168" name="d_small_paired_3236">
            <a:extLst>
              <a:ext uri="{FF2B5EF4-FFF2-40B4-BE49-F238E27FC236}">
                <a16:creationId xmlns:a16="http://schemas.microsoft.com/office/drawing/2014/main" id="{FACAF0A1-4359-492C-B762-1A69F263A764}"/>
              </a:ext>
            </a:extLst>
          </p:cNvPr>
          <p:cNvSpPr>
            <a:spLocks noGrp="1"/>
          </p:cNvSpPr>
          <p:nvPr/>
        </p:nvSpPr>
        <p:spPr>
          <a:xfrm>
            <a:off x="7173144" y="571644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5D054"/>
          </a:solidFill>
          <a:ln w="7855">
            <a:solidFill>
              <a:srgbClr val="75D054"/>
            </a:solidFill>
            <a:prstDash val="solid"/>
          </a:ln>
        </p:spPr>
      </p:sp>
      <p:sp>
        <p:nvSpPr>
          <p:cNvPr id="169" name="d_small_paired_3237">
            <a:extLst>
              <a:ext uri="{FF2B5EF4-FFF2-40B4-BE49-F238E27FC236}">
                <a16:creationId xmlns:a16="http://schemas.microsoft.com/office/drawing/2014/main" id="{B2EE836C-5CF5-4659-A766-4E4A6873358F}"/>
              </a:ext>
            </a:extLst>
          </p:cNvPr>
          <p:cNvSpPr>
            <a:spLocks noGrp="1"/>
          </p:cNvSpPr>
          <p:nvPr/>
        </p:nvSpPr>
        <p:spPr>
          <a:xfrm>
            <a:off x="7173144" y="56976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3D056"/>
          </a:solidFill>
          <a:ln w="7855">
            <a:solidFill>
              <a:srgbClr val="73D056"/>
            </a:solidFill>
            <a:prstDash val="solid"/>
          </a:ln>
        </p:spPr>
      </p:sp>
      <p:sp>
        <p:nvSpPr>
          <p:cNvPr id="170" name="d_small_paired_3238">
            <a:extLst>
              <a:ext uri="{FF2B5EF4-FFF2-40B4-BE49-F238E27FC236}">
                <a16:creationId xmlns:a16="http://schemas.microsoft.com/office/drawing/2014/main" id="{27A5B2DF-0CE0-4B43-8D9A-40A54F13E8B3}"/>
              </a:ext>
            </a:extLst>
          </p:cNvPr>
          <p:cNvSpPr>
            <a:spLocks noGrp="1"/>
          </p:cNvSpPr>
          <p:nvPr/>
        </p:nvSpPr>
        <p:spPr>
          <a:xfrm>
            <a:off x="7173144" y="56787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0CF57"/>
          </a:solidFill>
          <a:ln w="7855">
            <a:solidFill>
              <a:srgbClr val="70CF57"/>
            </a:solidFill>
            <a:prstDash val="solid"/>
          </a:ln>
        </p:spPr>
      </p:sp>
      <p:sp>
        <p:nvSpPr>
          <p:cNvPr id="171" name="d_small_paired_3239">
            <a:extLst>
              <a:ext uri="{FF2B5EF4-FFF2-40B4-BE49-F238E27FC236}">
                <a16:creationId xmlns:a16="http://schemas.microsoft.com/office/drawing/2014/main" id="{AA248437-CF3E-404B-97B1-1B4D21E8F25D}"/>
              </a:ext>
            </a:extLst>
          </p:cNvPr>
          <p:cNvSpPr>
            <a:spLocks noGrp="1"/>
          </p:cNvSpPr>
          <p:nvPr/>
        </p:nvSpPr>
        <p:spPr>
          <a:xfrm>
            <a:off x="7173144" y="565994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ECE58"/>
          </a:solidFill>
          <a:ln w="7855">
            <a:solidFill>
              <a:srgbClr val="6ECE58"/>
            </a:solidFill>
            <a:prstDash val="solid"/>
          </a:ln>
        </p:spPr>
      </p:sp>
      <p:sp>
        <p:nvSpPr>
          <p:cNvPr id="172" name="d_small_paired_3240">
            <a:extLst>
              <a:ext uri="{FF2B5EF4-FFF2-40B4-BE49-F238E27FC236}">
                <a16:creationId xmlns:a16="http://schemas.microsoft.com/office/drawing/2014/main" id="{F1E3822A-B98F-4199-991A-4B155FC9E59C}"/>
              </a:ext>
            </a:extLst>
          </p:cNvPr>
          <p:cNvSpPr>
            <a:spLocks noGrp="1"/>
          </p:cNvSpPr>
          <p:nvPr/>
        </p:nvSpPr>
        <p:spPr>
          <a:xfrm>
            <a:off x="7173144" y="564110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CCD5A"/>
          </a:solidFill>
          <a:ln w="7855">
            <a:solidFill>
              <a:srgbClr val="6CCD5A"/>
            </a:solidFill>
            <a:prstDash val="solid"/>
          </a:ln>
        </p:spPr>
      </p:sp>
      <p:sp>
        <p:nvSpPr>
          <p:cNvPr id="173" name="d_small_paired_3241">
            <a:extLst>
              <a:ext uri="{FF2B5EF4-FFF2-40B4-BE49-F238E27FC236}">
                <a16:creationId xmlns:a16="http://schemas.microsoft.com/office/drawing/2014/main" id="{8E02CCBB-99AD-4552-AFF8-804EC6CC0E5C}"/>
              </a:ext>
            </a:extLst>
          </p:cNvPr>
          <p:cNvSpPr>
            <a:spLocks noGrp="1"/>
          </p:cNvSpPr>
          <p:nvPr/>
        </p:nvSpPr>
        <p:spPr>
          <a:xfrm>
            <a:off x="7173144" y="56222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9CD5B"/>
          </a:solidFill>
          <a:ln w="7855">
            <a:solidFill>
              <a:srgbClr val="69CD5B"/>
            </a:solidFill>
            <a:prstDash val="solid"/>
          </a:ln>
        </p:spPr>
      </p:sp>
      <p:sp>
        <p:nvSpPr>
          <p:cNvPr id="174" name="d_small_paired_3242">
            <a:extLst>
              <a:ext uri="{FF2B5EF4-FFF2-40B4-BE49-F238E27FC236}">
                <a16:creationId xmlns:a16="http://schemas.microsoft.com/office/drawing/2014/main" id="{C317DE4C-3A97-4366-9CFB-256EC7F83CE1}"/>
              </a:ext>
            </a:extLst>
          </p:cNvPr>
          <p:cNvSpPr>
            <a:spLocks noGrp="1"/>
          </p:cNvSpPr>
          <p:nvPr/>
        </p:nvSpPr>
        <p:spPr>
          <a:xfrm>
            <a:off x="7173144" y="56034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7CC5C"/>
          </a:solidFill>
          <a:ln w="7855">
            <a:solidFill>
              <a:srgbClr val="67CC5C"/>
            </a:solidFill>
            <a:prstDash val="solid"/>
          </a:ln>
        </p:spPr>
      </p:sp>
      <p:sp>
        <p:nvSpPr>
          <p:cNvPr id="175" name="d_small_paired_3243">
            <a:extLst>
              <a:ext uri="{FF2B5EF4-FFF2-40B4-BE49-F238E27FC236}">
                <a16:creationId xmlns:a16="http://schemas.microsoft.com/office/drawing/2014/main" id="{0C4BFB6B-2968-48EE-86D8-BC3A181B2B7F}"/>
              </a:ext>
            </a:extLst>
          </p:cNvPr>
          <p:cNvSpPr>
            <a:spLocks noGrp="1"/>
          </p:cNvSpPr>
          <p:nvPr/>
        </p:nvSpPr>
        <p:spPr>
          <a:xfrm>
            <a:off x="7173144" y="558460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5CB5E"/>
          </a:solidFill>
          <a:ln w="7855">
            <a:solidFill>
              <a:srgbClr val="65CB5E"/>
            </a:solidFill>
            <a:prstDash val="solid"/>
          </a:ln>
        </p:spPr>
      </p:sp>
      <p:sp>
        <p:nvSpPr>
          <p:cNvPr id="176" name="d_small_paired_3244">
            <a:extLst>
              <a:ext uri="{FF2B5EF4-FFF2-40B4-BE49-F238E27FC236}">
                <a16:creationId xmlns:a16="http://schemas.microsoft.com/office/drawing/2014/main" id="{79AC4457-7694-4053-AB38-FCB48DCE4A3F}"/>
              </a:ext>
            </a:extLst>
          </p:cNvPr>
          <p:cNvSpPr>
            <a:spLocks noGrp="1"/>
          </p:cNvSpPr>
          <p:nvPr/>
        </p:nvSpPr>
        <p:spPr>
          <a:xfrm>
            <a:off x="7173144" y="55657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3CB5F"/>
          </a:solidFill>
          <a:ln w="7855">
            <a:solidFill>
              <a:srgbClr val="63CB5F"/>
            </a:solidFill>
            <a:prstDash val="solid"/>
          </a:ln>
        </p:spPr>
      </p:sp>
      <p:sp>
        <p:nvSpPr>
          <p:cNvPr id="177" name="d_small_paired_3245">
            <a:extLst>
              <a:ext uri="{FF2B5EF4-FFF2-40B4-BE49-F238E27FC236}">
                <a16:creationId xmlns:a16="http://schemas.microsoft.com/office/drawing/2014/main" id="{350B1EC9-7C9E-41DB-94D6-881A0CF65CAE}"/>
              </a:ext>
            </a:extLst>
          </p:cNvPr>
          <p:cNvSpPr>
            <a:spLocks noGrp="1"/>
          </p:cNvSpPr>
          <p:nvPr/>
        </p:nvSpPr>
        <p:spPr>
          <a:xfrm>
            <a:off x="7173144" y="55469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0CA60"/>
          </a:solidFill>
          <a:ln w="7855">
            <a:solidFill>
              <a:srgbClr val="60CA60"/>
            </a:solidFill>
            <a:prstDash val="solid"/>
          </a:ln>
        </p:spPr>
      </p:sp>
      <p:sp>
        <p:nvSpPr>
          <p:cNvPr id="178" name="d_small_paired_3246">
            <a:extLst>
              <a:ext uri="{FF2B5EF4-FFF2-40B4-BE49-F238E27FC236}">
                <a16:creationId xmlns:a16="http://schemas.microsoft.com/office/drawing/2014/main" id="{2CB7E76F-4E59-4FA9-B195-EFD39DFA8EA1}"/>
              </a:ext>
            </a:extLst>
          </p:cNvPr>
          <p:cNvSpPr>
            <a:spLocks noGrp="1"/>
          </p:cNvSpPr>
          <p:nvPr/>
        </p:nvSpPr>
        <p:spPr>
          <a:xfrm>
            <a:off x="7173144" y="552810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EC962"/>
          </a:solidFill>
          <a:ln w="7855">
            <a:solidFill>
              <a:srgbClr val="5EC962"/>
            </a:solidFill>
            <a:prstDash val="solid"/>
          </a:ln>
        </p:spPr>
      </p:sp>
      <p:sp>
        <p:nvSpPr>
          <p:cNvPr id="179" name="d_small_paired_3247">
            <a:extLst>
              <a:ext uri="{FF2B5EF4-FFF2-40B4-BE49-F238E27FC236}">
                <a16:creationId xmlns:a16="http://schemas.microsoft.com/office/drawing/2014/main" id="{ED7C4014-3C57-4D7A-86A8-FD88065D442A}"/>
              </a:ext>
            </a:extLst>
          </p:cNvPr>
          <p:cNvSpPr>
            <a:spLocks noGrp="1"/>
          </p:cNvSpPr>
          <p:nvPr/>
        </p:nvSpPr>
        <p:spPr>
          <a:xfrm>
            <a:off x="7173144" y="55092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CC863"/>
          </a:solidFill>
          <a:ln w="7855">
            <a:solidFill>
              <a:srgbClr val="5CC863"/>
            </a:solidFill>
            <a:prstDash val="solid"/>
          </a:ln>
        </p:spPr>
      </p:sp>
      <p:sp>
        <p:nvSpPr>
          <p:cNvPr id="180" name="d_small_paired_3248">
            <a:extLst>
              <a:ext uri="{FF2B5EF4-FFF2-40B4-BE49-F238E27FC236}">
                <a16:creationId xmlns:a16="http://schemas.microsoft.com/office/drawing/2014/main" id="{040BF409-0F1C-4FCA-9F07-516441446925}"/>
              </a:ext>
            </a:extLst>
          </p:cNvPr>
          <p:cNvSpPr>
            <a:spLocks noGrp="1"/>
          </p:cNvSpPr>
          <p:nvPr/>
        </p:nvSpPr>
        <p:spPr>
          <a:xfrm>
            <a:off x="7173144" y="54904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AC864"/>
          </a:solidFill>
          <a:ln w="7855">
            <a:solidFill>
              <a:srgbClr val="5AC864"/>
            </a:solidFill>
            <a:prstDash val="solid"/>
          </a:ln>
        </p:spPr>
      </p:sp>
      <p:sp>
        <p:nvSpPr>
          <p:cNvPr id="181" name="d_small_paired_3249">
            <a:extLst>
              <a:ext uri="{FF2B5EF4-FFF2-40B4-BE49-F238E27FC236}">
                <a16:creationId xmlns:a16="http://schemas.microsoft.com/office/drawing/2014/main" id="{4D499DB9-58BA-45D7-B55A-C4033757054C}"/>
              </a:ext>
            </a:extLst>
          </p:cNvPr>
          <p:cNvSpPr>
            <a:spLocks noGrp="1"/>
          </p:cNvSpPr>
          <p:nvPr/>
        </p:nvSpPr>
        <p:spPr>
          <a:xfrm>
            <a:off x="7173144" y="54716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8C765"/>
          </a:solidFill>
          <a:ln w="7855">
            <a:solidFill>
              <a:srgbClr val="58C765"/>
            </a:solidFill>
            <a:prstDash val="solid"/>
          </a:ln>
        </p:spPr>
      </p:sp>
      <p:sp>
        <p:nvSpPr>
          <p:cNvPr id="182" name="d_small_paired_3250">
            <a:extLst>
              <a:ext uri="{FF2B5EF4-FFF2-40B4-BE49-F238E27FC236}">
                <a16:creationId xmlns:a16="http://schemas.microsoft.com/office/drawing/2014/main" id="{9D6A8CF4-F632-4DE4-93F9-D07E68081EAF}"/>
              </a:ext>
            </a:extLst>
          </p:cNvPr>
          <p:cNvSpPr>
            <a:spLocks noGrp="1"/>
          </p:cNvSpPr>
          <p:nvPr/>
        </p:nvSpPr>
        <p:spPr>
          <a:xfrm>
            <a:off x="7173144" y="54527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6C667"/>
          </a:solidFill>
          <a:ln w="7855">
            <a:solidFill>
              <a:srgbClr val="56C667"/>
            </a:solidFill>
            <a:prstDash val="solid"/>
          </a:ln>
        </p:spPr>
      </p:sp>
      <p:sp>
        <p:nvSpPr>
          <p:cNvPr id="183" name="d_small_paired_3251">
            <a:extLst>
              <a:ext uri="{FF2B5EF4-FFF2-40B4-BE49-F238E27FC236}">
                <a16:creationId xmlns:a16="http://schemas.microsoft.com/office/drawing/2014/main" id="{F203BA3B-86BE-445B-94CC-BEBF62FF0739}"/>
              </a:ext>
            </a:extLst>
          </p:cNvPr>
          <p:cNvSpPr>
            <a:spLocks noGrp="1"/>
          </p:cNvSpPr>
          <p:nvPr/>
        </p:nvSpPr>
        <p:spPr>
          <a:xfrm>
            <a:off x="7173144" y="54339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4C568"/>
          </a:solidFill>
          <a:ln w="7855">
            <a:solidFill>
              <a:srgbClr val="54C568"/>
            </a:solidFill>
            <a:prstDash val="solid"/>
          </a:ln>
        </p:spPr>
      </p:sp>
      <p:sp>
        <p:nvSpPr>
          <p:cNvPr id="184" name="d_small_paired_3252">
            <a:extLst>
              <a:ext uri="{FF2B5EF4-FFF2-40B4-BE49-F238E27FC236}">
                <a16:creationId xmlns:a16="http://schemas.microsoft.com/office/drawing/2014/main" id="{3D3CB9B8-48AC-43E3-AD00-F015F3C1AC6B}"/>
              </a:ext>
            </a:extLst>
          </p:cNvPr>
          <p:cNvSpPr>
            <a:spLocks noGrp="1"/>
          </p:cNvSpPr>
          <p:nvPr/>
        </p:nvSpPr>
        <p:spPr>
          <a:xfrm>
            <a:off x="7173144" y="54151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2C569"/>
          </a:solidFill>
          <a:ln w="7855">
            <a:solidFill>
              <a:srgbClr val="52C569"/>
            </a:solidFill>
            <a:prstDash val="solid"/>
          </a:ln>
        </p:spPr>
      </p:sp>
      <p:sp>
        <p:nvSpPr>
          <p:cNvPr id="185" name="d_small_paired_3253">
            <a:extLst>
              <a:ext uri="{FF2B5EF4-FFF2-40B4-BE49-F238E27FC236}">
                <a16:creationId xmlns:a16="http://schemas.microsoft.com/office/drawing/2014/main" id="{9F0B3001-6FC2-4566-B2B7-260ED28D949E}"/>
              </a:ext>
            </a:extLst>
          </p:cNvPr>
          <p:cNvSpPr>
            <a:spLocks noGrp="1"/>
          </p:cNvSpPr>
          <p:nvPr/>
        </p:nvSpPr>
        <p:spPr>
          <a:xfrm>
            <a:off x="7173144" y="539627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0C46A"/>
          </a:solidFill>
          <a:ln w="7855">
            <a:solidFill>
              <a:srgbClr val="50C46A"/>
            </a:solidFill>
            <a:prstDash val="solid"/>
          </a:ln>
        </p:spPr>
      </p:sp>
      <p:sp>
        <p:nvSpPr>
          <p:cNvPr id="186" name="d_small_paired_3254">
            <a:extLst>
              <a:ext uri="{FF2B5EF4-FFF2-40B4-BE49-F238E27FC236}">
                <a16:creationId xmlns:a16="http://schemas.microsoft.com/office/drawing/2014/main" id="{8CFD010A-92F3-4B0F-8214-B7E1D41218DE}"/>
              </a:ext>
            </a:extLst>
          </p:cNvPr>
          <p:cNvSpPr>
            <a:spLocks noGrp="1"/>
          </p:cNvSpPr>
          <p:nvPr/>
        </p:nvSpPr>
        <p:spPr>
          <a:xfrm>
            <a:off x="7173144" y="537744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EC36B"/>
          </a:solidFill>
          <a:ln w="7855">
            <a:solidFill>
              <a:srgbClr val="4EC36B"/>
            </a:solidFill>
            <a:prstDash val="solid"/>
          </a:ln>
        </p:spPr>
      </p:sp>
      <p:sp>
        <p:nvSpPr>
          <p:cNvPr id="187" name="d_small_paired_3255">
            <a:extLst>
              <a:ext uri="{FF2B5EF4-FFF2-40B4-BE49-F238E27FC236}">
                <a16:creationId xmlns:a16="http://schemas.microsoft.com/office/drawing/2014/main" id="{B0C24F48-BAA5-4DE6-BBFB-AE141C0DE024}"/>
              </a:ext>
            </a:extLst>
          </p:cNvPr>
          <p:cNvSpPr>
            <a:spLocks noGrp="1"/>
          </p:cNvSpPr>
          <p:nvPr/>
        </p:nvSpPr>
        <p:spPr>
          <a:xfrm>
            <a:off x="7173144" y="535861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CC26C"/>
          </a:solidFill>
          <a:ln w="7855">
            <a:solidFill>
              <a:srgbClr val="4CC26C"/>
            </a:solidFill>
            <a:prstDash val="solid"/>
          </a:ln>
        </p:spPr>
      </p:sp>
      <p:sp>
        <p:nvSpPr>
          <p:cNvPr id="188" name="d_small_paired_3256">
            <a:extLst>
              <a:ext uri="{FF2B5EF4-FFF2-40B4-BE49-F238E27FC236}">
                <a16:creationId xmlns:a16="http://schemas.microsoft.com/office/drawing/2014/main" id="{AFDABFBA-CB0B-42C5-BB29-C9770F5CA94A}"/>
              </a:ext>
            </a:extLst>
          </p:cNvPr>
          <p:cNvSpPr>
            <a:spLocks noGrp="1"/>
          </p:cNvSpPr>
          <p:nvPr/>
        </p:nvSpPr>
        <p:spPr>
          <a:xfrm>
            <a:off x="7173144" y="533977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AC16D"/>
          </a:solidFill>
          <a:ln w="7855">
            <a:solidFill>
              <a:srgbClr val="4AC16D"/>
            </a:solidFill>
            <a:prstDash val="solid"/>
          </a:ln>
        </p:spPr>
      </p:sp>
      <p:sp>
        <p:nvSpPr>
          <p:cNvPr id="189" name="d_small_paired_3257">
            <a:extLst>
              <a:ext uri="{FF2B5EF4-FFF2-40B4-BE49-F238E27FC236}">
                <a16:creationId xmlns:a16="http://schemas.microsoft.com/office/drawing/2014/main" id="{62F7A8A0-E544-4DA6-B333-54AE232E865A}"/>
              </a:ext>
            </a:extLst>
          </p:cNvPr>
          <p:cNvSpPr>
            <a:spLocks noGrp="1"/>
          </p:cNvSpPr>
          <p:nvPr/>
        </p:nvSpPr>
        <p:spPr>
          <a:xfrm>
            <a:off x="7173144" y="532094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C16E"/>
          </a:solidFill>
          <a:ln w="7855">
            <a:solidFill>
              <a:srgbClr val="48C16E"/>
            </a:solidFill>
            <a:prstDash val="solid"/>
          </a:ln>
        </p:spPr>
      </p:sp>
      <p:sp>
        <p:nvSpPr>
          <p:cNvPr id="190" name="d_small_paired_3258">
            <a:extLst>
              <a:ext uri="{FF2B5EF4-FFF2-40B4-BE49-F238E27FC236}">
                <a16:creationId xmlns:a16="http://schemas.microsoft.com/office/drawing/2014/main" id="{B879B613-B2FF-4ED9-A24D-3FD46BE99DED}"/>
              </a:ext>
            </a:extLst>
          </p:cNvPr>
          <p:cNvSpPr>
            <a:spLocks noGrp="1"/>
          </p:cNvSpPr>
          <p:nvPr/>
        </p:nvSpPr>
        <p:spPr>
          <a:xfrm>
            <a:off x="7173144" y="530211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C06F"/>
          </a:solidFill>
          <a:ln w="7855">
            <a:solidFill>
              <a:srgbClr val="46C06F"/>
            </a:solidFill>
            <a:prstDash val="solid"/>
          </a:ln>
        </p:spPr>
      </p:sp>
      <p:sp>
        <p:nvSpPr>
          <p:cNvPr id="191" name="d_small_paired_3259">
            <a:extLst>
              <a:ext uri="{FF2B5EF4-FFF2-40B4-BE49-F238E27FC236}">
                <a16:creationId xmlns:a16="http://schemas.microsoft.com/office/drawing/2014/main" id="{75DD0950-4A3A-4439-A177-84B7F229B97A}"/>
              </a:ext>
            </a:extLst>
          </p:cNvPr>
          <p:cNvSpPr>
            <a:spLocks noGrp="1"/>
          </p:cNvSpPr>
          <p:nvPr/>
        </p:nvSpPr>
        <p:spPr>
          <a:xfrm>
            <a:off x="7173144" y="528327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BF70"/>
          </a:solidFill>
          <a:ln w="7855">
            <a:solidFill>
              <a:srgbClr val="44BF70"/>
            </a:solidFill>
            <a:prstDash val="solid"/>
          </a:ln>
        </p:spPr>
      </p:sp>
      <p:sp>
        <p:nvSpPr>
          <p:cNvPr id="192" name="d_small_paired_3260">
            <a:extLst>
              <a:ext uri="{FF2B5EF4-FFF2-40B4-BE49-F238E27FC236}">
                <a16:creationId xmlns:a16="http://schemas.microsoft.com/office/drawing/2014/main" id="{860D5516-5E4F-4346-BB7D-663722795A41}"/>
              </a:ext>
            </a:extLst>
          </p:cNvPr>
          <p:cNvSpPr>
            <a:spLocks noGrp="1"/>
          </p:cNvSpPr>
          <p:nvPr/>
        </p:nvSpPr>
        <p:spPr>
          <a:xfrm>
            <a:off x="7173144" y="526444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BE71"/>
          </a:solidFill>
          <a:ln w="7855">
            <a:solidFill>
              <a:srgbClr val="42BE71"/>
            </a:solidFill>
            <a:prstDash val="solid"/>
          </a:ln>
        </p:spPr>
      </p:sp>
      <p:sp>
        <p:nvSpPr>
          <p:cNvPr id="193" name="d_small_paired_3261">
            <a:extLst>
              <a:ext uri="{FF2B5EF4-FFF2-40B4-BE49-F238E27FC236}">
                <a16:creationId xmlns:a16="http://schemas.microsoft.com/office/drawing/2014/main" id="{4ED4C2FF-65C5-4828-92B3-FE732F032FF5}"/>
              </a:ext>
            </a:extLst>
          </p:cNvPr>
          <p:cNvSpPr>
            <a:spLocks noGrp="1"/>
          </p:cNvSpPr>
          <p:nvPr/>
        </p:nvSpPr>
        <p:spPr>
          <a:xfrm>
            <a:off x="7173144" y="524561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0BD72"/>
          </a:solidFill>
          <a:ln w="7855">
            <a:solidFill>
              <a:srgbClr val="40BD72"/>
            </a:solidFill>
            <a:prstDash val="solid"/>
          </a:ln>
        </p:spPr>
      </p:sp>
      <p:sp>
        <p:nvSpPr>
          <p:cNvPr id="194" name="d_small_paired_3262">
            <a:extLst>
              <a:ext uri="{FF2B5EF4-FFF2-40B4-BE49-F238E27FC236}">
                <a16:creationId xmlns:a16="http://schemas.microsoft.com/office/drawing/2014/main" id="{AFC9DDB3-5732-494A-971A-4AE77D76280A}"/>
              </a:ext>
            </a:extLst>
          </p:cNvPr>
          <p:cNvSpPr>
            <a:spLocks noGrp="1"/>
          </p:cNvSpPr>
          <p:nvPr/>
        </p:nvSpPr>
        <p:spPr>
          <a:xfrm>
            <a:off x="7173144" y="522677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FBC73"/>
          </a:solidFill>
          <a:ln w="7855">
            <a:solidFill>
              <a:srgbClr val="3FBC73"/>
            </a:solidFill>
            <a:prstDash val="solid"/>
          </a:ln>
        </p:spPr>
      </p:sp>
      <p:sp>
        <p:nvSpPr>
          <p:cNvPr id="195" name="d_small_paired_3263">
            <a:extLst>
              <a:ext uri="{FF2B5EF4-FFF2-40B4-BE49-F238E27FC236}">
                <a16:creationId xmlns:a16="http://schemas.microsoft.com/office/drawing/2014/main" id="{C9B01D11-E6D1-439F-AB19-20F2DB0FE7DB}"/>
              </a:ext>
            </a:extLst>
          </p:cNvPr>
          <p:cNvSpPr>
            <a:spLocks noGrp="1"/>
          </p:cNvSpPr>
          <p:nvPr/>
        </p:nvSpPr>
        <p:spPr>
          <a:xfrm>
            <a:off x="7173144" y="520794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DBC74"/>
          </a:solidFill>
          <a:ln w="7855">
            <a:solidFill>
              <a:srgbClr val="3DBC74"/>
            </a:solidFill>
            <a:prstDash val="solid"/>
          </a:ln>
        </p:spPr>
      </p:sp>
      <p:sp>
        <p:nvSpPr>
          <p:cNvPr id="196" name="d_small_paired_3264">
            <a:extLst>
              <a:ext uri="{FF2B5EF4-FFF2-40B4-BE49-F238E27FC236}">
                <a16:creationId xmlns:a16="http://schemas.microsoft.com/office/drawing/2014/main" id="{E05AB7C6-3C58-4818-B442-262DB76B30F7}"/>
              </a:ext>
            </a:extLst>
          </p:cNvPr>
          <p:cNvSpPr>
            <a:spLocks noGrp="1"/>
          </p:cNvSpPr>
          <p:nvPr/>
        </p:nvSpPr>
        <p:spPr>
          <a:xfrm>
            <a:off x="7173144" y="518911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BBB75"/>
          </a:solidFill>
          <a:ln w="7855">
            <a:solidFill>
              <a:srgbClr val="3BBB75"/>
            </a:solidFill>
            <a:prstDash val="solid"/>
          </a:ln>
        </p:spPr>
      </p:sp>
      <p:sp>
        <p:nvSpPr>
          <p:cNvPr id="197" name="d_small_paired_3265">
            <a:extLst>
              <a:ext uri="{FF2B5EF4-FFF2-40B4-BE49-F238E27FC236}">
                <a16:creationId xmlns:a16="http://schemas.microsoft.com/office/drawing/2014/main" id="{E1600A89-80EB-4CC0-AE79-7846FED706CA}"/>
              </a:ext>
            </a:extLst>
          </p:cNvPr>
          <p:cNvSpPr>
            <a:spLocks noGrp="1"/>
          </p:cNvSpPr>
          <p:nvPr/>
        </p:nvSpPr>
        <p:spPr>
          <a:xfrm>
            <a:off x="7173144" y="517027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ABA76"/>
          </a:solidFill>
          <a:ln w="7855">
            <a:solidFill>
              <a:srgbClr val="3ABA76"/>
            </a:solidFill>
            <a:prstDash val="solid"/>
          </a:ln>
        </p:spPr>
      </p:sp>
      <p:sp>
        <p:nvSpPr>
          <p:cNvPr id="198" name="d_small_paired_3266">
            <a:extLst>
              <a:ext uri="{FF2B5EF4-FFF2-40B4-BE49-F238E27FC236}">
                <a16:creationId xmlns:a16="http://schemas.microsoft.com/office/drawing/2014/main" id="{80DB9314-5D23-4080-BA56-2B4DCF59915C}"/>
              </a:ext>
            </a:extLst>
          </p:cNvPr>
          <p:cNvSpPr>
            <a:spLocks noGrp="1"/>
          </p:cNvSpPr>
          <p:nvPr/>
        </p:nvSpPr>
        <p:spPr>
          <a:xfrm>
            <a:off x="7173144" y="515144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8B977"/>
          </a:solidFill>
          <a:ln w="7855">
            <a:solidFill>
              <a:srgbClr val="38B977"/>
            </a:solidFill>
            <a:prstDash val="solid"/>
          </a:ln>
        </p:spPr>
      </p:sp>
      <p:sp>
        <p:nvSpPr>
          <p:cNvPr id="199" name="d_small_paired_3267">
            <a:extLst>
              <a:ext uri="{FF2B5EF4-FFF2-40B4-BE49-F238E27FC236}">
                <a16:creationId xmlns:a16="http://schemas.microsoft.com/office/drawing/2014/main" id="{319AFFA7-9716-4F62-A1E9-0074BEDABFAF}"/>
              </a:ext>
            </a:extLst>
          </p:cNvPr>
          <p:cNvSpPr>
            <a:spLocks noGrp="1"/>
          </p:cNvSpPr>
          <p:nvPr/>
        </p:nvSpPr>
        <p:spPr>
          <a:xfrm>
            <a:off x="7173144" y="513261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7B878"/>
          </a:solidFill>
          <a:ln w="7855">
            <a:solidFill>
              <a:srgbClr val="37B878"/>
            </a:solidFill>
            <a:prstDash val="solid"/>
          </a:ln>
        </p:spPr>
      </p:sp>
      <p:sp>
        <p:nvSpPr>
          <p:cNvPr id="200" name="d_small_paired_3268">
            <a:extLst>
              <a:ext uri="{FF2B5EF4-FFF2-40B4-BE49-F238E27FC236}">
                <a16:creationId xmlns:a16="http://schemas.microsoft.com/office/drawing/2014/main" id="{87E5EB8D-CB36-4A56-9B3D-45057F9F7729}"/>
              </a:ext>
            </a:extLst>
          </p:cNvPr>
          <p:cNvSpPr>
            <a:spLocks noGrp="1"/>
          </p:cNvSpPr>
          <p:nvPr/>
        </p:nvSpPr>
        <p:spPr>
          <a:xfrm>
            <a:off x="7173144" y="511378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5B779"/>
          </a:solidFill>
          <a:ln w="7855">
            <a:solidFill>
              <a:srgbClr val="35B779"/>
            </a:solidFill>
            <a:prstDash val="solid"/>
          </a:ln>
        </p:spPr>
      </p:sp>
      <p:sp>
        <p:nvSpPr>
          <p:cNvPr id="201" name="d_small_paired_3269">
            <a:extLst>
              <a:ext uri="{FF2B5EF4-FFF2-40B4-BE49-F238E27FC236}">
                <a16:creationId xmlns:a16="http://schemas.microsoft.com/office/drawing/2014/main" id="{DBBE2CE2-F0F6-487B-AC94-BB1F556DA682}"/>
              </a:ext>
            </a:extLst>
          </p:cNvPr>
          <p:cNvSpPr>
            <a:spLocks noGrp="1"/>
          </p:cNvSpPr>
          <p:nvPr/>
        </p:nvSpPr>
        <p:spPr>
          <a:xfrm>
            <a:off x="7173144" y="509494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4B679"/>
          </a:solidFill>
          <a:ln w="7855">
            <a:solidFill>
              <a:srgbClr val="34B679"/>
            </a:solidFill>
            <a:prstDash val="solid"/>
          </a:ln>
        </p:spPr>
      </p:sp>
      <p:sp>
        <p:nvSpPr>
          <p:cNvPr id="202" name="d_small_paired_3270">
            <a:extLst>
              <a:ext uri="{FF2B5EF4-FFF2-40B4-BE49-F238E27FC236}">
                <a16:creationId xmlns:a16="http://schemas.microsoft.com/office/drawing/2014/main" id="{CC757939-C4E7-48A7-876F-CEDAB4AE22BD}"/>
              </a:ext>
            </a:extLst>
          </p:cNvPr>
          <p:cNvSpPr>
            <a:spLocks noGrp="1"/>
          </p:cNvSpPr>
          <p:nvPr/>
        </p:nvSpPr>
        <p:spPr>
          <a:xfrm>
            <a:off x="7173144" y="507611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2B67A"/>
          </a:solidFill>
          <a:ln w="7855">
            <a:solidFill>
              <a:srgbClr val="32B67A"/>
            </a:solidFill>
            <a:prstDash val="solid"/>
          </a:ln>
        </p:spPr>
      </p:sp>
      <p:sp>
        <p:nvSpPr>
          <p:cNvPr id="203" name="d_small_paired_3271">
            <a:extLst>
              <a:ext uri="{FF2B5EF4-FFF2-40B4-BE49-F238E27FC236}">
                <a16:creationId xmlns:a16="http://schemas.microsoft.com/office/drawing/2014/main" id="{2C4C250C-135E-4AB8-8143-1DE2FD0C231F}"/>
              </a:ext>
            </a:extLst>
          </p:cNvPr>
          <p:cNvSpPr>
            <a:spLocks noGrp="1"/>
          </p:cNvSpPr>
          <p:nvPr/>
        </p:nvSpPr>
        <p:spPr>
          <a:xfrm>
            <a:off x="7173144" y="505728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B57B"/>
          </a:solidFill>
          <a:ln w="7855">
            <a:solidFill>
              <a:srgbClr val="31B57B"/>
            </a:solidFill>
            <a:prstDash val="solid"/>
          </a:ln>
        </p:spPr>
      </p:sp>
      <p:sp>
        <p:nvSpPr>
          <p:cNvPr id="204" name="d_small_paired_3272">
            <a:extLst>
              <a:ext uri="{FF2B5EF4-FFF2-40B4-BE49-F238E27FC236}">
                <a16:creationId xmlns:a16="http://schemas.microsoft.com/office/drawing/2014/main" id="{5618AB53-C0C7-4AF7-BD52-DBE94913BE93}"/>
              </a:ext>
            </a:extLst>
          </p:cNvPr>
          <p:cNvSpPr>
            <a:spLocks noGrp="1"/>
          </p:cNvSpPr>
          <p:nvPr/>
        </p:nvSpPr>
        <p:spPr>
          <a:xfrm>
            <a:off x="7173144" y="503844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FB47C"/>
          </a:solidFill>
          <a:ln w="7855">
            <a:solidFill>
              <a:srgbClr val="2FB47C"/>
            </a:solidFill>
            <a:prstDash val="solid"/>
          </a:ln>
        </p:spPr>
      </p:sp>
      <p:sp>
        <p:nvSpPr>
          <p:cNvPr id="205" name="d_small_paired_3273">
            <a:extLst>
              <a:ext uri="{FF2B5EF4-FFF2-40B4-BE49-F238E27FC236}">
                <a16:creationId xmlns:a16="http://schemas.microsoft.com/office/drawing/2014/main" id="{EECE6DD3-5E66-44EE-963F-531F8D01D551}"/>
              </a:ext>
            </a:extLst>
          </p:cNvPr>
          <p:cNvSpPr>
            <a:spLocks noGrp="1"/>
          </p:cNvSpPr>
          <p:nvPr/>
        </p:nvSpPr>
        <p:spPr>
          <a:xfrm>
            <a:off x="7173144" y="501961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B37C"/>
          </a:solidFill>
          <a:ln w="7855">
            <a:solidFill>
              <a:srgbClr val="2EB37C"/>
            </a:solidFill>
            <a:prstDash val="solid"/>
          </a:ln>
        </p:spPr>
      </p:sp>
      <p:sp>
        <p:nvSpPr>
          <p:cNvPr id="206" name="d_small_paired_3274">
            <a:extLst>
              <a:ext uri="{FF2B5EF4-FFF2-40B4-BE49-F238E27FC236}">
                <a16:creationId xmlns:a16="http://schemas.microsoft.com/office/drawing/2014/main" id="{AA07C793-8F85-4AEB-A24F-1B4A92CF3D25}"/>
              </a:ext>
            </a:extLst>
          </p:cNvPr>
          <p:cNvSpPr>
            <a:spLocks noGrp="1"/>
          </p:cNvSpPr>
          <p:nvPr/>
        </p:nvSpPr>
        <p:spPr>
          <a:xfrm>
            <a:off x="7173144" y="500078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DB27D"/>
          </a:solidFill>
          <a:ln w="7855">
            <a:solidFill>
              <a:srgbClr val="2DB27D"/>
            </a:solidFill>
            <a:prstDash val="solid"/>
          </a:ln>
        </p:spPr>
      </p:sp>
      <p:sp>
        <p:nvSpPr>
          <p:cNvPr id="207" name="d_small_paired_3275">
            <a:extLst>
              <a:ext uri="{FF2B5EF4-FFF2-40B4-BE49-F238E27FC236}">
                <a16:creationId xmlns:a16="http://schemas.microsoft.com/office/drawing/2014/main" id="{A3B7C5F8-9109-48FF-B3E9-239D66694F72}"/>
              </a:ext>
            </a:extLst>
          </p:cNvPr>
          <p:cNvSpPr>
            <a:spLocks noGrp="1"/>
          </p:cNvSpPr>
          <p:nvPr/>
        </p:nvSpPr>
        <p:spPr>
          <a:xfrm>
            <a:off x="7173144" y="498194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B17E"/>
          </a:solidFill>
          <a:ln w="7855">
            <a:solidFill>
              <a:srgbClr val="2CB17E"/>
            </a:solidFill>
            <a:prstDash val="solid"/>
          </a:ln>
        </p:spPr>
      </p:sp>
      <p:sp>
        <p:nvSpPr>
          <p:cNvPr id="208" name="d_small_paired_3276">
            <a:extLst>
              <a:ext uri="{FF2B5EF4-FFF2-40B4-BE49-F238E27FC236}">
                <a16:creationId xmlns:a16="http://schemas.microsoft.com/office/drawing/2014/main" id="{711668C1-FCBA-4035-A650-7FDE266B63C4}"/>
              </a:ext>
            </a:extLst>
          </p:cNvPr>
          <p:cNvSpPr>
            <a:spLocks noGrp="1"/>
          </p:cNvSpPr>
          <p:nvPr/>
        </p:nvSpPr>
        <p:spPr>
          <a:xfrm>
            <a:off x="7173144" y="496311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B07F"/>
          </a:solidFill>
          <a:ln w="7855">
            <a:solidFill>
              <a:srgbClr val="2AB07F"/>
            </a:solidFill>
            <a:prstDash val="solid"/>
          </a:ln>
        </p:spPr>
      </p:sp>
      <p:sp>
        <p:nvSpPr>
          <p:cNvPr id="209" name="d_small_paired_3277">
            <a:extLst>
              <a:ext uri="{FF2B5EF4-FFF2-40B4-BE49-F238E27FC236}">
                <a16:creationId xmlns:a16="http://schemas.microsoft.com/office/drawing/2014/main" id="{88220D75-F66E-4F27-811F-5C6AC6013AE5}"/>
              </a:ext>
            </a:extLst>
          </p:cNvPr>
          <p:cNvSpPr>
            <a:spLocks noGrp="1"/>
          </p:cNvSpPr>
          <p:nvPr/>
        </p:nvSpPr>
        <p:spPr>
          <a:xfrm>
            <a:off x="7173144" y="494428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AF7F"/>
          </a:solidFill>
          <a:ln w="7855">
            <a:solidFill>
              <a:srgbClr val="29AF7F"/>
            </a:solidFill>
            <a:prstDash val="solid"/>
          </a:ln>
        </p:spPr>
      </p:sp>
      <p:sp>
        <p:nvSpPr>
          <p:cNvPr id="210" name="d_small_paired_3278">
            <a:extLst>
              <a:ext uri="{FF2B5EF4-FFF2-40B4-BE49-F238E27FC236}">
                <a16:creationId xmlns:a16="http://schemas.microsoft.com/office/drawing/2014/main" id="{AECFF63E-80C8-4E09-933A-C7B431CC4CE1}"/>
              </a:ext>
            </a:extLst>
          </p:cNvPr>
          <p:cNvSpPr>
            <a:spLocks noGrp="1"/>
          </p:cNvSpPr>
          <p:nvPr/>
        </p:nvSpPr>
        <p:spPr>
          <a:xfrm>
            <a:off x="7173144" y="492544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8AE80"/>
          </a:solidFill>
          <a:ln w="7855">
            <a:solidFill>
              <a:srgbClr val="28AE80"/>
            </a:solidFill>
            <a:prstDash val="solid"/>
          </a:ln>
        </p:spPr>
      </p:sp>
      <p:sp>
        <p:nvSpPr>
          <p:cNvPr id="211" name="d_small_paired_3279">
            <a:extLst>
              <a:ext uri="{FF2B5EF4-FFF2-40B4-BE49-F238E27FC236}">
                <a16:creationId xmlns:a16="http://schemas.microsoft.com/office/drawing/2014/main" id="{93889C8E-7DF0-4AE0-BB87-6D521AD6B051}"/>
              </a:ext>
            </a:extLst>
          </p:cNvPr>
          <p:cNvSpPr>
            <a:spLocks noGrp="1"/>
          </p:cNvSpPr>
          <p:nvPr/>
        </p:nvSpPr>
        <p:spPr>
          <a:xfrm>
            <a:off x="7173144" y="490661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AD81"/>
          </a:solidFill>
          <a:ln w="7855">
            <a:solidFill>
              <a:srgbClr val="27AD81"/>
            </a:solidFill>
            <a:prstDash val="solid"/>
          </a:ln>
        </p:spPr>
      </p:sp>
      <p:sp>
        <p:nvSpPr>
          <p:cNvPr id="212" name="d_small_paired_3280">
            <a:extLst>
              <a:ext uri="{FF2B5EF4-FFF2-40B4-BE49-F238E27FC236}">
                <a16:creationId xmlns:a16="http://schemas.microsoft.com/office/drawing/2014/main" id="{E3608E05-77A1-4857-AA41-908951DDEB64}"/>
              </a:ext>
            </a:extLst>
          </p:cNvPr>
          <p:cNvSpPr>
            <a:spLocks noGrp="1"/>
          </p:cNvSpPr>
          <p:nvPr/>
        </p:nvSpPr>
        <p:spPr>
          <a:xfrm>
            <a:off x="7173144" y="488778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AD81"/>
          </a:solidFill>
          <a:ln w="7855">
            <a:solidFill>
              <a:srgbClr val="26AD81"/>
            </a:solidFill>
            <a:prstDash val="solid"/>
          </a:ln>
        </p:spPr>
      </p:sp>
      <p:sp>
        <p:nvSpPr>
          <p:cNvPr id="213" name="d_small_paired_3281">
            <a:extLst>
              <a:ext uri="{FF2B5EF4-FFF2-40B4-BE49-F238E27FC236}">
                <a16:creationId xmlns:a16="http://schemas.microsoft.com/office/drawing/2014/main" id="{3B8DBC13-6948-4713-8CED-149558863E0A}"/>
              </a:ext>
            </a:extLst>
          </p:cNvPr>
          <p:cNvSpPr>
            <a:spLocks noGrp="1"/>
          </p:cNvSpPr>
          <p:nvPr/>
        </p:nvSpPr>
        <p:spPr>
          <a:xfrm>
            <a:off x="7173144" y="486894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AC82"/>
          </a:solidFill>
          <a:ln w="7855">
            <a:solidFill>
              <a:srgbClr val="25AC82"/>
            </a:solidFill>
            <a:prstDash val="solid"/>
          </a:ln>
        </p:spPr>
      </p:sp>
      <p:sp>
        <p:nvSpPr>
          <p:cNvPr id="214" name="d_small_paired_3282">
            <a:extLst>
              <a:ext uri="{FF2B5EF4-FFF2-40B4-BE49-F238E27FC236}">
                <a16:creationId xmlns:a16="http://schemas.microsoft.com/office/drawing/2014/main" id="{CE9AEB5C-FE44-4181-A55A-4E30899E68CC}"/>
              </a:ext>
            </a:extLst>
          </p:cNvPr>
          <p:cNvSpPr>
            <a:spLocks noGrp="1"/>
          </p:cNvSpPr>
          <p:nvPr/>
        </p:nvSpPr>
        <p:spPr>
          <a:xfrm>
            <a:off x="7173144" y="485011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AB82"/>
          </a:solidFill>
          <a:ln w="7855">
            <a:solidFill>
              <a:srgbClr val="25AB82"/>
            </a:solidFill>
            <a:prstDash val="solid"/>
          </a:ln>
        </p:spPr>
      </p:sp>
      <p:sp>
        <p:nvSpPr>
          <p:cNvPr id="215" name="d_small_paired_3283">
            <a:extLst>
              <a:ext uri="{FF2B5EF4-FFF2-40B4-BE49-F238E27FC236}">
                <a16:creationId xmlns:a16="http://schemas.microsoft.com/office/drawing/2014/main" id="{B0F35ACF-EC66-4DEC-A574-00CF8E80F399}"/>
              </a:ext>
            </a:extLst>
          </p:cNvPr>
          <p:cNvSpPr>
            <a:spLocks noGrp="1"/>
          </p:cNvSpPr>
          <p:nvPr/>
        </p:nvSpPr>
        <p:spPr>
          <a:xfrm>
            <a:off x="7173144" y="483128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4AA83"/>
          </a:solidFill>
          <a:ln w="7855">
            <a:solidFill>
              <a:srgbClr val="24AA83"/>
            </a:solidFill>
            <a:prstDash val="solid"/>
          </a:ln>
        </p:spPr>
      </p:sp>
      <p:sp>
        <p:nvSpPr>
          <p:cNvPr id="216" name="d_small_paired_3284">
            <a:extLst>
              <a:ext uri="{FF2B5EF4-FFF2-40B4-BE49-F238E27FC236}">
                <a16:creationId xmlns:a16="http://schemas.microsoft.com/office/drawing/2014/main" id="{A86EB0A2-4A68-4EA5-8AC9-3B0EA2309835}"/>
              </a:ext>
            </a:extLst>
          </p:cNvPr>
          <p:cNvSpPr>
            <a:spLocks noGrp="1"/>
          </p:cNvSpPr>
          <p:nvPr/>
        </p:nvSpPr>
        <p:spPr>
          <a:xfrm>
            <a:off x="7173144" y="481244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A983"/>
          </a:solidFill>
          <a:ln w="7855">
            <a:solidFill>
              <a:srgbClr val="23A983"/>
            </a:solidFill>
            <a:prstDash val="solid"/>
          </a:ln>
        </p:spPr>
      </p:sp>
      <p:sp>
        <p:nvSpPr>
          <p:cNvPr id="217" name="d_small_paired_3285">
            <a:extLst>
              <a:ext uri="{FF2B5EF4-FFF2-40B4-BE49-F238E27FC236}">
                <a16:creationId xmlns:a16="http://schemas.microsoft.com/office/drawing/2014/main" id="{02D50A6C-1CFE-462E-9483-1AD045884FCB}"/>
              </a:ext>
            </a:extLst>
          </p:cNvPr>
          <p:cNvSpPr>
            <a:spLocks noGrp="1"/>
          </p:cNvSpPr>
          <p:nvPr/>
        </p:nvSpPr>
        <p:spPr>
          <a:xfrm>
            <a:off x="7173144" y="479361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A884"/>
          </a:solidFill>
          <a:ln w="7855">
            <a:solidFill>
              <a:srgbClr val="22A884"/>
            </a:solidFill>
            <a:prstDash val="solid"/>
          </a:ln>
        </p:spPr>
      </p:sp>
      <p:sp>
        <p:nvSpPr>
          <p:cNvPr id="218" name="d_small_paired_3286">
            <a:extLst>
              <a:ext uri="{FF2B5EF4-FFF2-40B4-BE49-F238E27FC236}">
                <a16:creationId xmlns:a16="http://schemas.microsoft.com/office/drawing/2014/main" id="{DCA81C4A-1453-47EF-AA72-A63F05B9AEAB}"/>
              </a:ext>
            </a:extLst>
          </p:cNvPr>
          <p:cNvSpPr>
            <a:spLocks noGrp="1"/>
          </p:cNvSpPr>
          <p:nvPr/>
        </p:nvSpPr>
        <p:spPr>
          <a:xfrm>
            <a:off x="7173144" y="477478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A785"/>
          </a:solidFill>
          <a:ln w="7855">
            <a:solidFill>
              <a:srgbClr val="22A785"/>
            </a:solidFill>
            <a:prstDash val="solid"/>
          </a:ln>
        </p:spPr>
      </p:sp>
      <p:sp>
        <p:nvSpPr>
          <p:cNvPr id="219" name="d_small_paired_3287">
            <a:extLst>
              <a:ext uri="{FF2B5EF4-FFF2-40B4-BE49-F238E27FC236}">
                <a16:creationId xmlns:a16="http://schemas.microsoft.com/office/drawing/2014/main" id="{128739B3-DB61-4AD2-87A4-45F8E09A20D7}"/>
              </a:ext>
            </a:extLst>
          </p:cNvPr>
          <p:cNvSpPr>
            <a:spLocks noGrp="1"/>
          </p:cNvSpPr>
          <p:nvPr/>
        </p:nvSpPr>
        <p:spPr>
          <a:xfrm>
            <a:off x="7173144" y="475595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A685"/>
          </a:solidFill>
          <a:ln w="7855">
            <a:solidFill>
              <a:srgbClr val="21A685"/>
            </a:solidFill>
            <a:prstDash val="solid"/>
          </a:ln>
        </p:spPr>
      </p:sp>
      <p:sp>
        <p:nvSpPr>
          <p:cNvPr id="220" name="d_small_paired_3288">
            <a:extLst>
              <a:ext uri="{FF2B5EF4-FFF2-40B4-BE49-F238E27FC236}">
                <a16:creationId xmlns:a16="http://schemas.microsoft.com/office/drawing/2014/main" id="{5D39251E-5033-492F-81BC-A282835C3BE1}"/>
              </a:ext>
            </a:extLst>
          </p:cNvPr>
          <p:cNvSpPr>
            <a:spLocks noGrp="1"/>
          </p:cNvSpPr>
          <p:nvPr/>
        </p:nvSpPr>
        <p:spPr>
          <a:xfrm>
            <a:off x="7173144" y="473711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A585"/>
          </a:solidFill>
          <a:ln w="7855">
            <a:solidFill>
              <a:srgbClr val="21A585"/>
            </a:solidFill>
            <a:prstDash val="solid"/>
          </a:ln>
        </p:spPr>
      </p:sp>
      <p:sp>
        <p:nvSpPr>
          <p:cNvPr id="221" name="d_small_paired_3289">
            <a:extLst>
              <a:ext uri="{FF2B5EF4-FFF2-40B4-BE49-F238E27FC236}">
                <a16:creationId xmlns:a16="http://schemas.microsoft.com/office/drawing/2014/main" id="{5B1BEFCE-FD02-4E82-ACE4-B27B442A31FE}"/>
              </a:ext>
            </a:extLst>
          </p:cNvPr>
          <p:cNvSpPr>
            <a:spLocks noGrp="1"/>
          </p:cNvSpPr>
          <p:nvPr/>
        </p:nvSpPr>
        <p:spPr>
          <a:xfrm>
            <a:off x="7173144" y="471828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A486"/>
          </a:solidFill>
          <a:ln w="7855">
            <a:solidFill>
              <a:srgbClr val="20A486"/>
            </a:solidFill>
            <a:prstDash val="solid"/>
          </a:ln>
        </p:spPr>
      </p:sp>
      <p:sp>
        <p:nvSpPr>
          <p:cNvPr id="222" name="d_small_paired_3290">
            <a:extLst>
              <a:ext uri="{FF2B5EF4-FFF2-40B4-BE49-F238E27FC236}">
                <a16:creationId xmlns:a16="http://schemas.microsoft.com/office/drawing/2014/main" id="{871596D4-01C6-48D7-A2CE-D7F52EBC7C11}"/>
              </a:ext>
            </a:extLst>
          </p:cNvPr>
          <p:cNvSpPr>
            <a:spLocks noGrp="1"/>
          </p:cNvSpPr>
          <p:nvPr/>
        </p:nvSpPr>
        <p:spPr>
          <a:xfrm>
            <a:off x="7173144" y="469945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A386"/>
          </a:solidFill>
          <a:ln w="7855">
            <a:solidFill>
              <a:srgbClr val="20A386"/>
            </a:solidFill>
            <a:prstDash val="solid"/>
          </a:ln>
        </p:spPr>
      </p:sp>
      <p:sp>
        <p:nvSpPr>
          <p:cNvPr id="223" name="d_small_paired_3291">
            <a:extLst>
              <a:ext uri="{FF2B5EF4-FFF2-40B4-BE49-F238E27FC236}">
                <a16:creationId xmlns:a16="http://schemas.microsoft.com/office/drawing/2014/main" id="{66D8E883-11F5-43D3-8067-775B2E091FB8}"/>
              </a:ext>
            </a:extLst>
          </p:cNvPr>
          <p:cNvSpPr>
            <a:spLocks noGrp="1"/>
          </p:cNvSpPr>
          <p:nvPr/>
        </p:nvSpPr>
        <p:spPr>
          <a:xfrm>
            <a:off x="7173144" y="468061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287"/>
          </a:solidFill>
          <a:ln w="7855">
            <a:solidFill>
              <a:srgbClr val="1FA287"/>
            </a:solidFill>
            <a:prstDash val="solid"/>
          </a:ln>
        </p:spPr>
      </p:sp>
      <p:sp>
        <p:nvSpPr>
          <p:cNvPr id="224" name="d_small_paired_3292">
            <a:extLst>
              <a:ext uri="{FF2B5EF4-FFF2-40B4-BE49-F238E27FC236}">
                <a16:creationId xmlns:a16="http://schemas.microsoft.com/office/drawing/2014/main" id="{D429064F-9479-4311-9E83-DB85DE260397}"/>
              </a:ext>
            </a:extLst>
          </p:cNvPr>
          <p:cNvSpPr>
            <a:spLocks noGrp="1"/>
          </p:cNvSpPr>
          <p:nvPr/>
        </p:nvSpPr>
        <p:spPr>
          <a:xfrm>
            <a:off x="7173144" y="466178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187"/>
          </a:solidFill>
          <a:ln w="7855">
            <a:solidFill>
              <a:srgbClr val="1FA187"/>
            </a:solidFill>
            <a:prstDash val="solid"/>
          </a:ln>
        </p:spPr>
      </p:sp>
      <p:sp>
        <p:nvSpPr>
          <p:cNvPr id="225" name="d_small_paired_3293">
            <a:extLst>
              <a:ext uri="{FF2B5EF4-FFF2-40B4-BE49-F238E27FC236}">
                <a16:creationId xmlns:a16="http://schemas.microsoft.com/office/drawing/2014/main" id="{9FDCEAE8-5D6C-481B-850F-6BC29C6BFEE2}"/>
              </a:ext>
            </a:extLst>
          </p:cNvPr>
          <p:cNvSpPr>
            <a:spLocks noGrp="1"/>
          </p:cNvSpPr>
          <p:nvPr/>
        </p:nvSpPr>
        <p:spPr>
          <a:xfrm>
            <a:off x="7173144" y="464295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188"/>
          </a:solidFill>
          <a:ln w="7855">
            <a:solidFill>
              <a:srgbClr val="1FA188"/>
            </a:solidFill>
            <a:prstDash val="solid"/>
          </a:ln>
        </p:spPr>
      </p:sp>
      <p:sp>
        <p:nvSpPr>
          <p:cNvPr id="226" name="d_small_paired_3294">
            <a:extLst>
              <a:ext uri="{FF2B5EF4-FFF2-40B4-BE49-F238E27FC236}">
                <a16:creationId xmlns:a16="http://schemas.microsoft.com/office/drawing/2014/main" id="{333AAA14-063D-445A-8312-44D3654BD915}"/>
              </a:ext>
            </a:extLst>
          </p:cNvPr>
          <p:cNvSpPr>
            <a:spLocks noGrp="1"/>
          </p:cNvSpPr>
          <p:nvPr/>
        </p:nvSpPr>
        <p:spPr>
          <a:xfrm>
            <a:off x="7173144" y="462411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088"/>
          </a:solidFill>
          <a:ln w="7855">
            <a:solidFill>
              <a:srgbClr val="1FA088"/>
            </a:solidFill>
            <a:prstDash val="solid"/>
          </a:ln>
        </p:spPr>
      </p:sp>
      <p:sp>
        <p:nvSpPr>
          <p:cNvPr id="227" name="d_small_paired_3295">
            <a:extLst>
              <a:ext uri="{FF2B5EF4-FFF2-40B4-BE49-F238E27FC236}">
                <a16:creationId xmlns:a16="http://schemas.microsoft.com/office/drawing/2014/main" id="{4DD187CF-734A-4097-96ED-8CD682268A33}"/>
              </a:ext>
            </a:extLst>
          </p:cNvPr>
          <p:cNvSpPr>
            <a:spLocks noGrp="1"/>
          </p:cNvSpPr>
          <p:nvPr/>
        </p:nvSpPr>
        <p:spPr>
          <a:xfrm>
            <a:off x="7173144" y="460528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F88"/>
          </a:solidFill>
          <a:ln w="7855">
            <a:solidFill>
              <a:srgbClr val="1F9F88"/>
            </a:solidFill>
            <a:prstDash val="solid"/>
          </a:ln>
        </p:spPr>
      </p:sp>
      <p:sp>
        <p:nvSpPr>
          <p:cNvPr id="228" name="d_small_paired_3296">
            <a:extLst>
              <a:ext uri="{FF2B5EF4-FFF2-40B4-BE49-F238E27FC236}">
                <a16:creationId xmlns:a16="http://schemas.microsoft.com/office/drawing/2014/main" id="{DC411DD1-6F51-492F-8E93-35A79C8FA6EF}"/>
              </a:ext>
            </a:extLst>
          </p:cNvPr>
          <p:cNvSpPr>
            <a:spLocks noGrp="1"/>
          </p:cNvSpPr>
          <p:nvPr/>
        </p:nvSpPr>
        <p:spPr>
          <a:xfrm>
            <a:off x="7173144" y="458645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E89"/>
          </a:solidFill>
          <a:ln w="7855">
            <a:solidFill>
              <a:srgbClr val="1F9E89"/>
            </a:solidFill>
            <a:prstDash val="solid"/>
          </a:ln>
        </p:spPr>
      </p:sp>
      <p:sp>
        <p:nvSpPr>
          <p:cNvPr id="229" name="d_small_paired_3297">
            <a:extLst>
              <a:ext uri="{FF2B5EF4-FFF2-40B4-BE49-F238E27FC236}">
                <a16:creationId xmlns:a16="http://schemas.microsoft.com/office/drawing/2014/main" id="{BFE9B847-6ADE-4150-8107-47421B2A5414}"/>
              </a:ext>
            </a:extLst>
          </p:cNvPr>
          <p:cNvSpPr>
            <a:spLocks noGrp="1"/>
          </p:cNvSpPr>
          <p:nvPr/>
        </p:nvSpPr>
        <p:spPr>
          <a:xfrm>
            <a:off x="7173144" y="456761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E9D89"/>
          </a:solidFill>
          <a:ln w="7855">
            <a:solidFill>
              <a:srgbClr val="1E9D89"/>
            </a:solidFill>
            <a:prstDash val="solid"/>
          </a:ln>
        </p:spPr>
      </p:sp>
      <p:sp>
        <p:nvSpPr>
          <p:cNvPr id="230" name="d_small_paired_3298">
            <a:extLst>
              <a:ext uri="{FF2B5EF4-FFF2-40B4-BE49-F238E27FC236}">
                <a16:creationId xmlns:a16="http://schemas.microsoft.com/office/drawing/2014/main" id="{FB0F6311-6F94-4325-A5E6-826BE9FCBF42}"/>
              </a:ext>
            </a:extLst>
          </p:cNvPr>
          <p:cNvSpPr>
            <a:spLocks noGrp="1"/>
          </p:cNvSpPr>
          <p:nvPr/>
        </p:nvSpPr>
        <p:spPr>
          <a:xfrm>
            <a:off x="7173144" y="454878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E9C89"/>
          </a:solidFill>
          <a:ln w="7855">
            <a:solidFill>
              <a:srgbClr val="1E9C89"/>
            </a:solidFill>
            <a:prstDash val="solid"/>
          </a:ln>
        </p:spPr>
      </p:sp>
      <p:sp>
        <p:nvSpPr>
          <p:cNvPr id="231" name="d_small_paired_3299">
            <a:extLst>
              <a:ext uri="{FF2B5EF4-FFF2-40B4-BE49-F238E27FC236}">
                <a16:creationId xmlns:a16="http://schemas.microsoft.com/office/drawing/2014/main" id="{9E2E6255-EBD2-44B7-80D7-E01A0AFADE99}"/>
              </a:ext>
            </a:extLst>
          </p:cNvPr>
          <p:cNvSpPr>
            <a:spLocks noGrp="1"/>
          </p:cNvSpPr>
          <p:nvPr/>
        </p:nvSpPr>
        <p:spPr>
          <a:xfrm>
            <a:off x="7173144" y="452995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E9B8A"/>
          </a:solidFill>
          <a:ln w="7855">
            <a:solidFill>
              <a:srgbClr val="1E9B8A"/>
            </a:solidFill>
            <a:prstDash val="solid"/>
          </a:ln>
        </p:spPr>
      </p:sp>
      <p:sp>
        <p:nvSpPr>
          <p:cNvPr id="232" name="d_small_paired_3300">
            <a:extLst>
              <a:ext uri="{FF2B5EF4-FFF2-40B4-BE49-F238E27FC236}">
                <a16:creationId xmlns:a16="http://schemas.microsoft.com/office/drawing/2014/main" id="{FD7327FD-FD48-4D54-A110-4C12032D6C2C}"/>
              </a:ext>
            </a:extLst>
          </p:cNvPr>
          <p:cNvSpPr>
            <a:spLocks noGrp="1"/>
          </p:cNvSpPr>
          <p:nvPr/>
        </p:nvSpPr>
        <p:spPr>
          <a:xfrm>
            <a:off x="7173144" y="451111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A8A"/>
          </a:solidFill>
          <a:ln w="7855">
            <a:solidFill>
              <a:srgbClr val="1F9A8A"/>
            </a:solidFill>
            <a:prstDash val="solid"/>
          </a:ln>
        </p:spPr>
      </p:sp>
      <p:sp>
        <p:nvSpPr>
          <p:cNvPr id="233" name="d_small_paired_3301">
            <a:extLst>
              <a:ext uri="{FF2B5EF4-FFF2-40B4-BE49-F238E27FC236}">
                <a16:creationId xmlns:a16="http://schemas.microsoft.com/office/drawing/2014/main" id="{5987E82D-B1BD-49AA-BEB0-C298DE527F5E}"/>
              </a:ext>
            </a:extLst>
          </p:cNvPr>
          <p:cNvSpPr>
            <a:spLocks noGrp="1"/>
          </p:cNvSpPr>
          <p:nvPr/>
        </p:nvSpPr>
        <p:spPr>
          <a:xfrm>
            <a:off x="7173144" y="449228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98A"/>
          </a:solidFill>
          <a:ln w="7855">
            <a:solidFill>
              <a:srgbClr val="1F998A"/>
            </a:solidFill>
            <a:prstDash val="solid"/>
          </a:ln>
        </p:spPr>
      </p:sp>
      <p:sp>
        <p:nvSpPr>
          <p:cNvPr id="234" name="d_small_paired_3302">
            <a:extLst>
              <a:ext uri="{FF2B5EF4-FFF2-40B4-BE49-F238E27FC236}">
                <a16:creationId xmlns:a16="http://schemas.microsoft.com/office/drawing/2014/main" id="{FAE9E856-80B9-4B21-9E90-4941FDC158C6}"/>
              </a:ext>
            </a:extLst>
          </p:cNvPr>
          <p:cNvSpPr>
            <a:spLocks noGrp="1"/>
          </p:cNvSpPr>
          <p:nvPr/>
        </p:nvSpPr>
        <p:spPr>
          <a:xfrm>
            <a:off x="7173144" y="447345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88B"/>
          </a:solidFill>
          <a:ln w="7855">
            <a:solidFill>
              <a:srgbClr val="1F988B"/>
            </a:solidFill>
            <a:prstDash val="solid"/>
          </a:ln>
        </p:spPr>
      </p:sp>
      <p:sp>
        <p:nvSpPr>
          <p:cNvPr id="235" name="d_small_paired_3303">
            <a:extLst>
              <a:ext uri="{FF2B5EF4-FFF2-40B4-BE49-F238E27FC236}">
                <a16:creationId xmlns:a16="http://schemas.microsoft.com/office/drawing/2014/main" id="{7B08A18C-E4CC-4EEF-95FD-DD0ECD2EE2DD}"/>
              </a:ext>
            </a:extLst>
          </p:cNvPr>
          <p:cNvSpPr>
            <a:spLocks noGrp="1"/>
          </p:cNvSpPr>
          <p:nvPr/>
        </p:nvSpPr>
        <p:spPr>
          <a:xfrm>
            <a:off x="7173144" y="445461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78B"/>
          </a:solidFill>
          <a:ln w="7855">
            <a:solidFill>
              <a:srgbClr val="1F978B"/>
            </a:solidFill>
            <a:prstDash val="solid"/>
          </a:ln>
        </p:spPr>
      </p:sp>
      <p:sp>
        <p:nvSpPr>
          <p:cNvPr id="236" name="d_small_paired_3304">
            <a:extLst>
              <a:ext uri="{FF2B5EF4-FFF2-40B4-BE49-F238E27FC236}">
                <a16:creationId xmlns:a16="http://schemas.microsoft.com/office/drawing/2014/main" id="{19808654-632F-4E51-8515-72CACFE20C16}"/>
              </a:ext>
            </a:extLst>
          </p:cNvPr>
          <p:cNvSpPr>
            <a:spLocks noGrp="1"/>
          </p:cNvSpPr>
          <p:nvPr/>
        </p:nvSpPr>
        <p:spPr>
          <a:xfrm>
            <a:off x="7173144" y="443578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68B"/>
          </a:solidFill>
          <a:ln w="7855">
            <a:solidFill>
              <a:srgbClr val="1F968B"/>
            </a:solidFill>
            <a:prstDash val="solid"/>
          </a:ln>
        </p:spPr>
      </p:sp>
      <p:sp>
        <p:nvSpPr>
          <p:cNvPr id="237" name="d_small_paired_3305">
            <a:extLst>
              <a:ext uri="{FF2B5EF4-FFF2-40B4-BE49-F238E27FC236}">
                <a16:creationId xmlns:a16="http://schemas.microsoft.com/office/drawing/2014/main" id="{D296A86D-060F-44AD-81AC-2C8FA1734212}"/>
              </a:ext>
            </a:extLst>
          </p:cNvPr>
          <p:cNvSpPr>
            <a:spLocks noGrp="1"/>
          </p:cNvSpPr>
          <p:nvPr/>
        </p:nvSpPr>
        <p:spPr>
          <a:xfrm>
            <a:off x="7173144" y="441695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58B"/>
          </a:solidFill>
          <a:ln w="7855">
            <a:solidFill>
              <a:srgbClr val="1F958B"/>
            </a:solidFill>
            <a:prstDash val="solid"/>
          </a:ln>
        </p:spPr>
      </p:sp>
      <p:sp>
        <p:nvSpPr>
          <p:cNvPr id="238" name="d_small_paired_3306">
            <a:extLst>
              <a:ext uri="{FF2B5EF4-FFF2-40B4-BE49-F238E27FC236}">
                <a16:creationId xmlns:a16="http://schemas.microsoft.com/office/drawing/2014/main" id="{0B0FFBC9-8874-45DC-89F2-EF2621B37866}"/>
              </a:ext>
            </a:extLst>
          </p:cNvPr>
          <p:cNvSpPr>
            <a:spLocks noGrp="1"/>
          </p:cNvSpPr>
          <p:nvPr/>
        </p:nvSpPr>
        <p:spPr>
          <a:xfrm>
            <a:off x="7173144" y="439812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48C"/>
          </a:solidFill>
          <a:ln w="7855">
            <a:solidFill>
              <a:srgbClr val="1F948C"/>
            </a:solidFill>
            <a:prstDash val="solid"/>
          </a:ln>
        </p:spPr>
      </p:sp>
      <p:sp>
        <p:nvSpPr>
          <p:cNvPr id="239" name="d_small_paired_3307">
            <a:extLst>
              <a:ext uri="{FF2B5EF4-FFF2-40B4-BE49-F238E27FC236}">
                <a16:creationId xmlns:a16="http://schemas.microsoft.com/office/drawing/2014/main" id="{394FDBCA-57AD-410F-AD0F-ECD19A37ED56}"/>
              </a:ext>
            </a:extLst>
          </p:cNvPr>
          <p:cNvSpPr>
            <a:spLocks noGrp="1"/>
          </p:cNvSpPr>
          <p:nvPr/>
        </p:nvSpPr>
        <p:spPr>
          <a:xfrm>
            <a:off x="7173144" y="437928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938C"/>
          </a:solidFill>
          <a:ln w="7855">
            <a:solidFill>
              <a:srgbClr val="20938C"/>
            </a:solidFill>
            <a:prstDash val="solid"/>
          </a:ln>
        </p:spPr>
      </p:sp>
      <p:sp>
        <p:nvSpPr>
          <p:cNvPr id="240" name="d_small_paired_3308">
            <a:extLst>
              <a:ext uri="{FF2B5EF4-FFF2-40B4-BE49-F238E27FC236}">
                <a16:creationId xmlns:a16="http://schemas.microsoft.com/office/drawing/2014/main" id="{F2C74643-AA84-4559-9B93-C40F01671F32}"/>
              </a:ext>
            </a:extLst>
          </p:cNvPr>
          <p:cNvSpPr>
            <a:spLocks noGrp="1"/>
          </p:cNvSpPr>
          <p:nvPr/>
        </p:nvSpPr>
        <p:spPr>
          <a:xfrm>
            <a:off x="7173144" y="436045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928C"/>
          </a:solidFill>
          <a:ln w="7855">
            <a:solidFill>
              <a:srgbClr val="20928C"/>
            </a:solidFill>
            <a:prstDash val="solid"/>
          </a:ln>
        </p:spPr>
      </p:sp>
      <p:sp>
        <p:nvSpPr>
          <p:cNvPr id="241" name="d_small_paired_3309">
            <a:extLst>
              <a:ext uri="{FF2B5EF4-FFF2-40B4-BE49-F238E27FC236}">
                <a16:creationId xmlns:a16="http://schemas.microsoft.com/office/drawing/2014/main" id="{C2937CCF-D3BC-4A30-B573-CA316DF9EFE7}"/>
              </a:ext>
            </a:extLst>
          </p:cNvPr>
          <p:cNvSpPr>
            <a:spLocks noGrp="1"/>
          </p:cNvSpPr>
          <p:nvPr/>
        </p:nvSpPr>
        <p:spPr>
          <a:xfrm>
            <a:off x="7173144" y="434162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928C"/>
          </a:solidFill>
          <a:ln w="7855">
            <a:solidFill>
              <a:srgbClr val="20928C"/>
            </a:solidFill>
            <a:prstDash val="solid"/>
          </a:ln>
        </p:spPr>
      </p:sp>
      <p:sp>
        <p:nvSpPr>
          <p:cNvPr id="242" name="d_small_paired_3310">
            <a:extLst>
              <a:ext uri="{FF2B5EF4-FFF2-40B4-BE49-F238E27FC236}">
                <a16:creationId xmlns:a16="http://schemas.microsoft.com/office/drawing/2014/main" id="{017B6D7C-355A-48B7-A0B2-779D21180F96}"/>
              </a:ext>
            </a:extLst>
          </p:cNvPr>
          <p:cNvSpPr>
            <a:spLocks noGrp="1"/>
          </p:cNvSpPr>
          <p:nvPr/>
        </p:nvSpPr>
        <p:spPr>
          <a:xfrm>
            <a:off x="7173144" y="432278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918C"/>
          </a:solidFill>
          <a:ln w="7855">
            <a:solidFill>
              <a:srgbClr val="21918C"/>
            </a:solidFill>
            <a:prstDash val="solid"/>
          </a:ln>
        </p:spPr>
      </p:sp>
      <p:sp>
        <p:nvSpPr>
          <p:cNvPr id="243" name="d_small_paired_3311">
            <a:extLst>
              <a:ext uri="{FF2B5EF4-FFF2-40B4-BE49-F238E27FC236}">
                <a16:creationId xmlns:a16="http://schemas.microsoft.com/office/drawing/2014/main" id="{CC508B22-8142-47AD-9E17-FC8D2CEC388B}"/>
              </a:ext>
            </a:extLst>
          </p:cNvPr>
          <p:cNvSpPr>
            <a:spLocks noGrp="1"/>
          </p:cNvSpPr>
          <p:nvPr/>
        </p:nvSpPr>
        <p:spPr>
          <a:xfrm>
            <a:off x="7173144" y="430395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908D"/>
          </a:solidFill>
          <a:ln w="7855">
            <a:solidFill>
              <a:srgbClr val="21908D"/>
            </a:solidFill>
            <a:prstDash val="solid"/>
          </a:ln>
        </p:spPr>
      </p:sp>
      <p:sp>
        <p:nvSpPr>
          <p:cNvPr id="244" name="d_small_paired_3312">
            <a:extLst>
              <a:ext uri="{FF2B5EF4-FFF2-40B4-BE49-F238E27FC236}">
                <a16:creationId xmlns:a16="http://schemas.microsoft.com/office/drawing/2014/main" id="{BA649D11-1002-4DA8-92EB-EA11FD8AC1F4}"/>
              </a:ext>
            </a:extLst>
          </p:cNvPr>
          <p:cNvSpPr>
            <a:spLocks noGrp="1"/>
          </p:cNvSpPr>
          <p:nvPr/>
        </p:nvSpPr>
        <p:spPr>
          <a:xfrm>
            <a:off x="7173144" y="428512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8F8D"/>
          </a:solidFill>
          <a:ln w="7855">
            <a:solidFill>
              <a:srgbClr val="218F8D"/>
            </a:solidFill>
            <a:prstDash val="solid"/>
          </a:ln>
        </p:spPr>
      </p:sp>
      <p:sp>
        <p:nvSpPr>
          <p:cNvPr id="245" name="d_small_paired_3313">
            <a:extLst>
              <a:ext uri="{FF2B5EF4-FFF2-40B4-BE49-F238E27FC236}">
                <a16:creationId xmlns:a16="http://schemas.microsoft.com/office/drawing/2014/main" id="{75C7ED53-4D2E-4343-B17C-9A51BB874FF0}"/>
              </a:ext>
            </a:extLst>
          </p:cNvPr>
          <p:cNvSpPr>
            <a:spLocks noGrp="1"/>
          </p:cNvSpPr>
          <p:nvPr/>
        </p:nvSpPr>
        <p:spPr>
          <a:xfrm>
            <a:off x="7173144" y="426628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8E8D"/>
          </a:solidFill>
          <a:ln w="7855">
            <a:solidFill>
              <a:srgbClr val="218E8D"/>
            </a:solidFill>
            <a:prstDash val="solid"/>
          </a:ln>
        </p:spPr>
      </p:sp>
      <p:sp>
        <p:nvSpPr>
          <p:cNvPr id="246" name="d_small_paired_3314">
            <a:extLst>
              <a:ext uri="{FF2B5EF4-FFF2-40B4-BE49-F238E27FC236}">
                <a16:creationId xmlns:a16="http://schemas.microsoft.com/office/drawing/2014/main" id="{46DE20F1-EDC9-4461-82EC-598D4DC9C0A1}"/>
              </a:ext>
            </a:extLst>
          </p:cNvPr>
          <p:cNvSpPr>
            <a:spLocks noGrp="1"/>
          </p:cNvSpPr>
          <p:nvPr/>
        </p:nvSpPr>
        <p:spPr>
          <a:xfrm>
            <a:off x="7173144" y="424745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8D8D"/>
          </a:solidFill>
          <a:ln w="7855">
            <a:solidFill>
              <a:srgbClr val="228D8D"/>
            </a:solidFill>
            <a:prstDash val="solid"/>
          </a:ln>
        </p:spPr>
      </p:sp>
      <p:sp>
        <p:nvSpPr>
          <p:cNvPr id="247" name="d_small_paired_3315">
            <a:extLst>
              <a:ext uri="{FF2B5EF4-FFF2-40B4-BE49-F238E27FC236}">
                <a16:creationId xmlns:a16="http://schemas.microsoft.com/office/drawing/2014/main" id="{5B93A513-4B8B-4DE3-9D1D-6D456D449CFB}"/>
              </a:ext>
            </a:extLst>
          </p:cNvPr>
          <p:cNvSpPr>
            <a:spLocks noGrp="1"/>
          </p:cNvSpPr>
          <p:nvPr/>
        </p:nvSpPr>
        <p:spPr>
          <a:xfrm>
            <a:off x="7173144" y="422862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8C8D"/>
          </a:solidFill>
          <a:ln w="7855">
            <a:solidFill>
              <a:srgbClr val="228C8D"/>
            </a:solidFill>
            <a:prstDash val="solid"/>
          </a:ln>
        </p:spPr>
      </p:sp>
      <p:sp>
        <p:nvSpPr>
          <p:cNvPr id="248" name="d_small_paired_3316">
            <a:extLst>
              <a:ext uri="{FF2B5EF4-FFF2-40B4-BE49-F238E27FC236}">
                <a16:creationId xmlns:a16="http://schemas.microsoft.com/office/drawing/2014/main" id="{47D0C0BD-6DA7-4562-85DB-A0318292F2F4}"/>
              </a:ext>
            </a:extLst>
          </p:cNvPr>
          <p:cNvSpPr>
            <a:spLocks noGrp="1"/>
          </p:cNvSpPr>
          <p:nvPr/>
        </p:nvSpPr>
        <p:spPr>
          <a:xfrm>
            <a:off x="7173144" y="420978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8B8D"/>
          </a:solidFill>
          <a:ln w="7855">
            <a:solidFill>
              <a:srgbClr val="228B8D"/>
            </a:solidFill>
            <a:prstDash val="solid"/>
          </a:ln>
        </p:spPr>
      </p:sp>
      <p:sp>
        <p:nvSpPr>
          <p:cNvPr id="249" name="d_small_paired_3317">
            <a:extLst>
              <a:ext uri="{FF2B5EF4-FFF2-40B4-BE49-F238E27FC236}">
                <a16:creationId xmlns:a16="http://schemas.microsoft.com/office/drawing/2014/main" id="{3F404E57-8917-48FF-A542-F58B818F3583}"/>
              </a:ext>
            </a:extLst>
          </p:cNvPr>
          <p:cNvSpPr>
            <a:spLocks noGrp="1"/>
          </p:cNvSpPr>
          <p:nvPr/>
        </p:nvSpPr>
        <p:spPr>
          <a:xfrm>
            <a:off x="7173144" y="419095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8A8D"/>
          </a:solidFill>
          <a:ln w="7855">
            <a:solidFill>
              <a:srgbClr val="238A8D"/>
            </a:solidFill>
            <a:prstDash val="solid"/>
          </a:ln>
        </p:spPr>
      </p:sp>
      <p:sp>
        <p:nvSpPr>
          <p:cNvPr id="250" name="d_small_paired_3318">
            <a:extLst>
              <a:ext uri="{FF2B5EF4-FFF2-40B4-BE49-F238E27FC236}">
                <a16:creationId xmlns:a16="http://schemas.microsoft.com/office/drawing/2014/main" id="{D0F8B344-00BF-4CF3-A798-4233FE1AC9A7}"/>
              </a:ext>
            </a:extLst>
          </p:cNvPr>
          <p:cNvSpPr>
            <a:spLocks noGrp="1"/>
          </p:cNvSpPr>
          <p:nvPr/>
        </p:nvSpPr>
        <p:spPr>
          <a:xfrm>
            <a:off x="7173144" y="417212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898E"/>
          </a:solidFill>
          <a:ln w="7855">
            <a:solidFill>
              <a:srgbClr val="23898E"/>
            </a:solidFill>
            <a:prstDash val="solid"/>
          </a:ln>
        </p:spPr>
      </p:sp>
      <p:sp>
        <p:nvSpPr>
          <p:cNvPr id="251" name="d_small_paired_3319">
            <a:extLst>
              <a:ext uri="{FF2B5EF4-FFF2-40B4-BE49-F238E27FC236}">
                <a16:creationId xmlns:a16="http://schemas.microsoft.com/office/drawing/2014/main" id="{729EF15A-41FB-422C-A846-A175AFEC312A}"/>
              </a:ext>
            </a:extLst>
          </p:cNvPr>
          <p:cNvSpPr>
            <a:spLocks noGrp="1"/>
          </p:cNvSpPr>
          <p:nvPr/>
        </p:nvSpPr>
        <p:spPr>
          <a:xfrm>
            <a:off x="7173144" y="415328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888E"/>
          </a:solidFill>
          <a:ln w="7855">
            <a:solidFill>
              <a:srgbClr val="23888E"/>
            </a:solidFill>
            <a:prstDash val="solid"/>
          </a:ln>
        </p:spPr>
      </p:sp>
      <p:sp>
        <p:nvSpPr>
          <p:cNvPr id="252" name="d_small_paired_3320">
            <a:extLst>
              <a:ext uri="{FF2B5EF4-FFF2-40B4-BE49-F238E27FC236}">
                <a16:creationId xmlns:a16="http://schemas.microsoft.com/office/drawing/2014/main" id="{C31867F5-6E5F-49A0-9E1A-89A64D16C480}"/>
              </a:ext>
            </a:extLst>
          </p:cNvPr>
          <p:cNvSpPr>
            <a:spLocks noGrp="1"/>
          </p:cNvSpPr>
          <p:nvPr/>
        </p:nvSpPr>
        <p:spPr>
          <a:xfrm>
            <a:off x="7173144" y="413445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4878E"/>
          </a:solidFill>
          <a:ln w="7855">
            <a:solidFill>
              <a:srgbClr val="24878E"/>
            </a:solidFill>
            <a:prstDash val="solid"/>
          </a:ln>
        </p:spPr>
      </p:sp>
      <p:sp>
        <p:nvSpPr>
          <p:cNvPr id="253" name="d_small_paired_3321">
            <a:extLst>
              <a:ext uri="{FF2B5EF4-FFF2-40B4-BE49-F238E27FC236}">
                <a16:creationId xmlns:a16="http://schemas.microsoft.com/office/drawing/2014/main" id="{80BD577C-6A27-42B8-B732-FB4EDA480936}"/>
              </a:ext>
            </a:extLst>
          </p:cNvPr>
          <p:cNvSpPr>
            <a:spLocks noGrp="1"/>
          </p:cNvSpPr>
          <p:nvPr/>
        </p:nvSpPr>
        <p:spPr>
          <a:xfrm>
            <a:off x="7173144" y="411562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4868E"/>
          </a:solidFill>
          <a:ln w="7855">
            <a:solidFill>
              <a:srgbClr val="24868E"/>
            </a:solidFill>
            <a:prstDash val="solid"/>
          </a:ln>
        </p:spPr>
      </p:sp>
      <p:sp>
        <p:nvSpPr>
          <p:cNvPr id="254" name="d_small_paired_3322">
            <a:extLst>
              <a:ext uri="{FF2B5EF4-FFF2-40B4-BE49-F238E27FC236}">
                <a16:creationId xmlns:a16="http://schemas.microsoft.com/office/drawing/2014/main" id="{62CAE068-B0A5-4BBE-8525-190F7056E97F}"/>
              </a:ext>
            </a:extLst>
          </p:cNvPr>
          <p:cNvSpPr>
            <a:spLocks noGrp="1"/>
          </p:cNvSpPr>
          <p:nvPr/>
        </p:nvSpPr>
        <p:spPr>
          <a:xfrm>
            <a:off x="7173144" y="409678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858E"/>
          </a:solidFill>
          <a:ln w="7855">
            <a:solidFill>
              <a:srgbClr val="25858E"/>
            </a:solidFill>
            <a:prstDash val="solid"/>
          </a:ln>
        </p:spPr>
      </p:sp>
      <p:sp>
        <p:nvSpPr>
          <p:cNvPr id="255" name="d_small_paired_3323">
            <a:extLst>
              <a:ext uri="{FF2B5EF4-FFF2-40B4-BE49-F238E27FC236}">
                <a16:creationId xmlns:a16="http://schemas.microsoft.com/office/drawing/2014/main" id="{4DC79115-7DA0-4A12-B2D6-D4D1689EA4C5}"/>
              </a:ext>
            </a:extLst>
          </p:cNvPr>
          <p:cNvSpPr>
            <a:spLocks noGrp="1"/>
          </p:cNvSpPr>
          <p:nvPr/>
        </p:nvSpPr>
        <p:spPr>
          <a:xfrm>
            <a:off x="7173144" y="407795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848E"/>
          </a:solidFill>
          <a:ln w="7855">
            <a:solidFill>
              <a:srgbClr val="25848E"/>
            </a:solidFill>
            <a:prstDash val="solid"/>
          </a:ln>
        </p:spPr>
      </p:sp>
      <p:sp>
        <p:nvSpPr>
          <p:cNvPr id="256" name="d_small_paired_3324">
            <a:extLst>
              <a:ext uri="{FF2B5EF4-FFF2-40B4-BE49-F238E27FC236}">
                <a16:creationId xmlns:a16="http://schemas.microsoft.com/office/drawing/2014/main" id="{BFB78A4B-C539-4E27-B15F-C45CC0EE2E97}"/>
              </a:ext>
            </a:extLst>
          </p:cNvPr>
          <p:cNvSpPr>
            <a:spLocks noGrp="1"/>
          </p:cNvSpPr>
          <p:nvPr/>
        </p:nvSpPr>
        <p:spPr>
          <a:xfrm>
            <a:off x="7173144" y="405912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838E"/>
          </a:solidFill>
          <a:ln w="7855">
            <a:solidFill>
              <a:srgbClr val="25838E"/>
            </a:solidFill>
            <a:prstDash val="solid"/>
          </a:ln>
        </p:spPr>
      </p:sp>
      <p:sp>
        <p:nvSpPr>
          <p:cNvPr id="257" name="d_small_paired_3325">
            <a:extLst>
              <a:ext uri="{FF2B5EF4-FFF2-40B4-BE49-F238E27FC236}">
                <a16:creationId xmlns:a16="http://schemas.microsoft.com/office/drawing/2014/main" id="{D7E56CC5-FC7C-44D8-8132-B0F2B311B2F3}"/>
              </a:ext>
            </a:extLst>
          </p:cNvPr>
          <p:cNvSpPr>
            <a:spLocks noGrp="1"/>
          </p:cNvSpPr>
          <p:nvPr/>
        </p:nvSpPr>
        <p:spPr>
          <a:xfrm>
            <a:off x="7173144" y="404029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828E"/>
          </a:solidFill>
          <a:ln w="7855">
            <a:solidFill>
              <a:srgbClr val="26828E"/>
            </a:solidFill>
            <a:prstDash val="solid"/>
          </a:ln>
        </p:spPr>
      </p:sp>
      <p:sp>
        <p:nvSpPr>
          <p:cNvPr id="258" name="d_small_paired_3326">
            <a:extLst>
              <a:ext uri="{FF2B5EF4-FFF2-40B4-BE49-F238E27FC236}">
                <a16:creationId xmlns:a16="http://schemas.microsoft.com/office/drawing/2014/main" id="{65A6A2CF-BEFD-4C55-A3B6-E8C5F2389FB7}"/>
              </a:ext>
            </a:extLst>
          </p:cNvPr>
          <p:cNvSpPr>
            <a:spLocks noGrp="1"/>
          </p:cNvSpPr>
          <p:nvPr/>
        </p:nvSpPr>
        <p:spPr>
          <a:xfrm>
            <a:off x="7173144" y="402145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828E"/>
          </a:solidFill>
          <a:ln w="7855">
            <a:solidFill>
              <a:srgbClr val="26828E"/>
            </a:solidFill>
            <a:prstDash val="solid"/>
          </a:ln>
        </p:spPr>
      </p:sp>
      <p:sp>
        <p:nvSpPr>
          <p:cNvPr id="259" name="d_small_paired_3327">
            <a:extLst>
              <a:ext uri="{FF2B5EF4-FFF2-40B4-BE49-F238E27FC236}">
                <a16:creationId xmlns:a16="http://schemas.microsoft.com/office/drawing/2014/main" id="{5B0E4AF2-35B1-4DCC-A818-3F61D62802BB}"/>
              </a:ext>
            </a:extLst>
          </p:cNvPr>
          <p:cNvSpPr>
            <a:spLocks noGrp="1"/>
          </p:cNvSpPr>
          <p:nvPr/>
        </p:nvSpPr>
        <p:spPr>
          <a:xfrm>
            <a:off x="7173144" y="400262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818E"/>
          </a:solidFill>
          <a:ln w="7855">
            <a:solidFill>
              <a:srgbClr val="26818E"/>
            </a:solidFill>
            <a:prstDash val="solid"/>
          </a:ln>
        </p:spPr>
      </p:sp>
      <p:sp>
        <p:nvSpPr>
          <p:cNvPr id="260" name="d_small_paired_3328">
            <a:extLst>
              <a:ext uri="{FF2B5EF4-FFF2-40B4-BE49-F238E27FC236}">
                <a16:creationId xmlns:a16="http://schemas.microsoft.com/office/drawing/2014/main" id="{65F05102-B318-4292-BC4B-77313A262B26}"/>
              </a:ext>
            </a:extLst>
          </p:cNvPr>
          <p:cNvSpPr>
            <a:spLocks noGrp="1"/>
          </p:cNvSpPr>
          <p:nvPr/>
        </p:nvSpPr>
        <p:spPr>
          <a:xfrm>
            <a:off x="7173144" y="398379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808E"/>
          </a:solidFill>
          <a:ln w="7855">
            <a:solidFill>
              <a:srgbClr val="27808E"/>
            </a:solidFill>
            <a:prstDash val="solid"/>
          </a:ln>
        </p:spPr>
      </p:sp>
      <p:sp>
        <p:nvSpPr>
          <p:cNvPr id="261" name="d_small_paired_3329">
            <a:extLst>
              <a:ext uri="{FF2B5EF4-FFF2-40B4-BE49-F238E27FC236}">
                <a16:creationId xmlns:a16="http://schemas.microsoft.com/office/drawing/2014/main" id="{C76DBDEC-6063-41CC-8958-6FDD7843612D}"/>
              </a:ext>
            </a:extLst>
          </p:cNvPr>
          <p:cNvSpPr>
            <a:spLocks noGrp="1"/>
          </p:cNvSpPr>
          <p:nvPr/>
        </p:nvSpPr>
        <p:spPr>
          <a:xfrm>
            <a:off x="7173144" y="396495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7F8E"/>
          </a:solidFill>
          <a:ln w="7855">
            <a:solidFill>
              <a:srgbClr val="277F8E"/>
            </a:solidFill>
            <a:prstDash val="solid"/>
          </a:ln>
        </p:spPr>
      </p:sp>
      <p:sp>
        <p:nvSpPr>
          <p:cNvPr id="262" name="d_small_paired_3330">
            <a:extLst>
              <a:ext uri="{FF2B5EF4-FFF2-40B4-BE49-F238E27FC236}">
                <a16:creationId xmlns:a16="http://schemas.microsoft.com/office/drawing/2014/main" id="{23228788-ECD6-49C1-93DE-E160BB54D410}"/>
              </a:ext>
            </a:extLst>
          </p:cNvPr>
          <p:cNvSpPr>
            <a:spLocks noGrp="1"/>
          </p:cNvSpPr>
          <p:nvPr/>
        </p:nvSpPr>
        <p:spPr>
          <a:xfrm>
            <a:off x="7173144" y="394612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7E8E"/>
          </a:solidFill>
          <a:ln w="7855">
            <a:solidFill>
              <a:srgbClr val="277E8E"/>
            </a:solidFill>
            <a:prstDash val="solid"/>
          </a:ln>
        </p:spPr>
      </p:sp>
      <p:sp>
        <p:nvSpPr>
          <p:cNvPr id="263" name="d_small_paired_3331">
            <a:extLst>
              <a:ext uri="{FF2B5EF4-FFF2-40B4-BE49-F238E27FC236}">
                <a16:creationId xmlns:a16="http://schemas.microsoft.com/office/drawing/2014/main" id="{7C1BDCEF-85DA-4CE2-B9D1-3DF79A76D588}"/>
              </a:ext>
            </a:extLst>
          </p:cNvPr>
          <p:cNvSpPr>
            <a:spLocks noGrp="1"/>
          </p:cNvSpPr>
          <p:nvPr/>
        </p:nvSpPr>
        <p:spPr>
          <a:xfrm>
            <a:off x="7173144" y="392729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87D8E"/>
          </a:solidFill>
          <a:ln w="7855">
            <a:solidFill>
              <a:srgbClr val="287D8E"/>
            </a:solidFill>
            <a:prstDash val="solid"/>
          </a:ln>
        </p:spPr>
      </p:sp>
      <p:sp>
        <p:nvSpPr>
          <p:cNvPr id="264" name="d_small_paired_3332">
            <a:extLst>
              <a:ext uri="{FF2B5EF4-FFF2-40B4-BE49-F238E27FC236}">
                <a16:creationId xmlns:a16="http://schemas.microsoft.com/office/drawing/2014/main" id="{00049410-E526-45AF-A07A-526A6E11128C}"/>
              </a:ext>
            </a:extLst>
          </p:cNvPr>
          <p:cNvSpPr>
            <a:spLocks noGrp="1"/>
          </p:cNvSpPr>
          <p:nvPr/>
        </p:nvSpPr>
        <p:spPr>
          <a:xfrm>
            <a:off x="7173144" y="390845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87C8E"/>
          </a:solidFill>
          <a:ln w="7855">
            <a:solidFill>
              <a:srgbClr val="287C8E"/>
            </a:solidFill>
            <a:prstDash val="solid"/>
          </a:ln>
        </p:spPr>
      </p:sp>
      <p:sp>
        <p:nvSpPr>
          <p:cNvPr id="265" name="d_small_paired_3333">
            <a:extLst>
              <a:ext uri="{FF2B5EF4-FFF2-40B4-BE49-F238E27FC236}">
                <a16:creationId xmlns:a16="http://schemas.microsoft.com/office/drawing/2014/main" id="{B646DFC2-034B-4F29-A459-450930BDBCBE}"/>
              </a:ext>
            </a:extLst>
          </p:cNvPr>
          <p:cNvSpPr>
            <a:spLocks noGrp="1"/>
          </p:cNvSpPr>
          <p:nvPr/>
        </p:nvSpPr>
        <p:spPr>
          <a:xfrm>
            <a:off x="7173144" y="388962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7B8E"/>
          </a:solidFill>
          <a:ln w="7855">
            <a:solidFill>
              <a:srgbClr val="297B8E"/>
            </a:solidFill>
            <a:prstDash val="solid"/>
          </a:ln>
        </p:spPr>
      </p:sp>
      <p:sp>
        <p:nvSpPr>
          <p:cNvPr id="266" name="d_small_paired_3334">
            <a:extLst>
              <a:ext uri="{FF2B5EF4-FFF2-40B4-BE49-F238E27FC236}">
                <a16:creationId xmlns:a16="http://schemas.microsoft.com/office/drawing/2014/main" id="{EEEE6003-1E8B-400F-A9BA-1CD5EB26A8D8}"/>
              </a:ext>
            </a:extLst>
          </p:cNvPr>
          <p:cNvSpPr>
            <a:spLocks noGrp="1"/>
          </p:cNvSpPr>
          <p:nvPr/>
        </p:nvSpPr>
        <p:spPr>
          <a:xfrm>
            <a:off x="7173144" y="387079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7A8E"/>
          </a:solidFill>
          <a:ln w="7855">
            <a:solidFill>
              <a:srgbClr val="297A8E"/>
            </a:solidFill>
            <a:prstDash val="solid"/>
          </a:ln>
        </p:spPr>
      </p:sp>
      <p:sp>
        <p:nvSpPr>
          <p:cNvPr id="267" name="d_small_paired_3335">
            <a:extLst>
              <a:ext uri="{FF2B5EF4-FFF2-40B4-BE49-F238E27FC236}">
                <a16:creationId xmlns:a16="http://schemas.microsoft.com/office/drawing/2014/main" id="{01BEE44C-6E99-4CF1-82AC-34A84C113A15}"/>
              </a:ext>
            </a:extLst>
          </p:cNvPr>
          <p:cNvSpPr>
            <a:spLocks noGrp="1"/>
          </p:cNvSpPr>
          <p:nvPr/>
        </p:nvSpPr>
        <p:spPr>
          <a:xfrm>
            <a:off x="7173144" y="385195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798E"/>
          </a:solidFill>
          <a:ln w="7855">
            <a:solidFill>
              <a:srgbClr val="29798E"/>
            </a:solidFill>
            <a:prstDash val="solid"/>
          </a:ln>
        </p:spPr>
      </p:sp>
      <p:sp>
        <p:nvSpPr>
          <p:cNvPr id="268" name="d_small_paired_3336">
            <a:extLst>
              <a:ext uri="{FF2B5EF4-FFF2-40B4-BE49-F238E27FC236}">
                <a16:creationId xmlns:a16="http://schemas.microsoft.com/office/drawing/2014/main" id="{CE061259-0E12-4191-B75B-9DA123A3AD1A}"/>
              </a:ext>
            </a:extLst>
          </p:cNvPr>
          <p:cNvSpPr>
            <a:spLocks noGrp="1"/>
          </p:cNvSpPr>
          <p:nvPr/>
        </p:nvSpPr>
        <p:spPr>
          <a:xfrm>
            <a:off x="7173144" y="383312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788E"/>
          </a:solidFill>
          <a:ln w="7855">
            <a:solidFill>
              <a:srgbClr val="2A788E"/>
            </a:solidFill>
            <a:prstDash val="solid"/>
          </a:ln>
        </p:spPr>
      </p:sp>
      <p:sp>
        <p:nvSpPr>
          <p:cNvPr id="269" name="d_small_paired_3337">
            <a:extLst>
              <a:ext uri="{FF2B5EF4-FFF2-40B4-BE49-F238E27FC236}">
                <a16:creationId xmlns:a16="http://schemas.microsoft.com/office/drawing/2014/main" id="{49661C7E-D91E-4E03-A959-9F0B377FEEB5}"/>
              </a:ext>
            </a:extLst>
          </p:cNvPr>
          <p:cNvSpPr>
            <a:spLocks noGrp="1"/>
          </p:cNvSpPr>
          <p:nvPr/>
        </p:nvSpPr>
        <p:spPr>
          <a:xfrm>
            <a:off x="7173144" y="381429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778E"/>
          </a:solidFill>
          <a:ln w="7855">
            <a:solidFill>
              <a:srgbClr val="2A778E"/>
            </a:solidFill>
            <a:prstDash val="solid"/>
          </a:ln>
        </p:spPr>
      </p:sp>
      <p:sp>
        <p:nvSpPr>
          <p:cNvPr id="270" name="d_small_paired_3338">
            <a:extLst>
              <a:ext uri="{FF2B5EF4-FFF2-40B4-BE49-F238E27FC236}">
                <a16:creationId xmlns:a16="http://schemas.microsoft.com/office/drawing/2014/main" id="{9E6728CA-1348-4DA1-AA00-12D7E04AF50A}"/>
              </a:ext>
            </a:extLst>
          </p:cNvPr>
          <p:cNvSpPr>
            <a:spLocks noGrp="1"/>
          </p:cNvSpPr>
          <p:nvPr/>
        </p:nvSpPr>
        <p:spPr>
          <a:xfrm>
            <a:off x="7173144" y="379545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768E"/>
          </a:solidFill>
          <a:ln w="7855">
            <a:solidFill>
              <a:srgbClr val="2A768E"/>
            </a:solidFill>
            <a:prstDash val="solid"/>
          </a:ln>
        </p:spPr>
      </p:sp>
      <p:sp>
        <p:nvSpPr>
          <p:cNvPr id="271" name="d_small_paired_3339">
            <a:extLst>
              <a:ext uri="{FF2B5EF4-FFF2-40B4-BE49-F238E27FC236}">
                <a16:creationId xmlns:a16="http://schemas.microsoft.com/office/drawing/2014/main" id="{B05EF9B0-AF77-47D0-9F81-9E9786B51FA8}"/>
              </a:ext>
            </a:extLst>
          </p:cNvPr>
          <p:cNvSpPr>
            <a:spLocks noGrp="1"/>
          </p:cNvSpPr>
          <p:nvPr/>
        </p:nvSpPr>
        <p:spPr>
          <a:xfrm>
            <a:off x="7173144" y="377662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B758E"/>
          </a:solidFill>
          <a:ln w="7855">
            <a:solidFill>
              <a:srgbClr val="2B758E"/>
            </a:solidFill>
            <a:prstDash val="solid"/>
          </a:ln>
        </p:spPr>
      </p:sp>
      <p:sp>
        <p:nvSpPr>
          <p:cNvPr id="272" name="d_small_paired_3340">
            <a:extLst>
              <a:ext uri="{FF2B5EF4-FFF2-40B4-BE49-F238E27FC236}">
                <a16:creationId xmlns:a16="http://schemas.microsoft.com/office/drawing/2014/main" id="{96505B8E-CACC-42CE-B1E2-6229AF5DEAE7}"/>
              </a:ext>
            </a:extLst>
          </p:cNvPr>
          <p:cNvSpPr>
            <a:spLocks noGrp="1"/>
          </p:cNvSpPr>
          <p:nvPr/>
        </p:nvSpPr>
        <p:spPr>
          <a:xfrm>
            <a:off x="7173144" y="375779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B748E"/>
          </a:solidFill>
          <a:ln w="7855">
            <a:solidFill>
              <a:srgbClr val="2B748E"/>
            </a:solidFill>
            <a:prstDash val="solid"/>
          </a:ln>
        </p:spPr>
      </p:sp>
      <p:sp>
        <p:nvSpPr>
          <p:cNvPr id="273" name="d_small_paired_3341">
            <a:extLst>
              <a:ext uri="{FF2B5EF4-FFF2-40B4-BE49-F238E27FC236}">
                <a16:creationId xmlns:a16="http://schemas.microsoft.com/office/drawing/2014/main" id="{F5DBE599-5BF9-4A02-BC7A-360F80A8F919}"/>
              </a:ext>
            </a:extLst>
          </p:cNvPr>
          <p:cNvSpPr>
            <a:spLocks noGrp="1"/>
          </p:cNvSpPr>
          <p:nvPr/>
        </p:nvSpPr>
        <p:spPr>
          <a:xfrm>
            <a:off x="7173144" y="373896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738E"/>
          </a:solidFill>
          <a:ln w="7855">
            <a:solidFill>
              <a:srgbClr val="2C738E"/>
            </a:solidFill>
            <a:prstDash val="solid"/>
          </a:ln>
        </p:spPr>
      </p:sp>
      <p:sp>
        <p:nvSpPr>
          <p:cNvPr id="274" name="d_small_paired_3342">
            <a:extLst>
              <a:ext uri="{FF2B5EF4-FFF2-40B4-BE49-F238E27FC236}">
                <a16:creationId xmlns:a16="http://schemas.microsoft.com/office/drawing/2014/main" id="{E4EED9BB-9744-4765-82D6-D934C223BF4A}"/>
              </a:ext>
            </a:extLst>
          </p:cNvPr>
          <p:cNvSpPr>
            <a:spLocks noGrp="1"/>
          </p:cNvSpPr>
          <p:nvPr/>
        </p:nvSpPr>
        <p:spPr>
          <a:xfrm>
            <a:off x="7173144" y="372012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728E"/>
          </a:solidFill>
          <a:ln w="7855">
            <a:solidFill>
              <a:srgbClr val="2C728E"/>
            </a:solidFill>
            <a:prstDash val="solid"/>
          </a:ln>
        </p:spPr>
      </p:sp>
      <p:sp>
        <p:nvSpPr>
          <p:cNvPr id="275" name="d_small_paired_3343">
            <a:extLst>
              <a:ext uri="{FF2B5EF4-FFF2-40B4-BE49-F238E27FC236}">
                <a16:creationId xmlns:a16="http://schemas.microsoft.com/office/drawing/2014/main" id="{D185AD0F-AEEF-432F-AB8D-B415AA978308}"/>
              </a:ext>
            </a:extLst>
          </p:cNvPr>
          <p:cNvSpPr>
            <a:spLocks noGrp="1"/>
          </p:cNvSpPr>
          <p:nvPr/>
        </p:nvSpPr>
        <p:spPr>
          <a:xfrm>
            <a:off x="7173144" y="370129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718E"/>
          </a:solidFill>
          <a:ln w="7855">
            <a:solidFill>
              <a:srgbClr val="2C718E"/>
            </a:solidFill>
            <a:prstDash val="solid"/>
          </a:ln>
        </p:spPr>
      </p:sp>
      <p:sp>
        <p:nvSpPr>
          <p:cNvPr id="276" name="d_small_paired_3344">
            <a:extLst>
              <a:ext uri="{FF2B5EF4-FFF2-40B4-BE49-F238E27FC236}">
                <a16:creationId xmlns:a16="http://schemas.microsoft.com/office/drawing/2014/main" id="{A9C1932A-0D7C-43A3-AECF-4515A389D31A}"/>
              </a:ext>
            </a:extLst>
          </p:cNvPr>
          <p:cNvSpPr>
            <a:spLocks noGrp="1"/>
          </p:cNvSpPr>
          <p:nvPr/>
        </p:nvSpPr>
        <p:spPr>
          <a:xfrm>
            <a:off x="7173144" y="368246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D718E"/>
          </a:solidFill>
          <a:ln w="7855">
            <a:solidFill>
              <a:srgbClr val="2D718E"/>
            </a:solidFill>
            <a:prstDash val="solid"/>
          </a:ln>
        </p:spPr>
      </p:sp>
      <p:sp>
        <p:nvSpPr>
          <p:cNvPr id="277" name="d_small_paired_3345">
            <a:extLst>
              <a:ext uri="{FF2B5EF4-FFF2-40B4-BE49-F238E27FC236}">
                <a16:creationId xmlns:a16="http://schemas.microsoft.com/office/drawing/2014/main" id="{625EE42F-93BC-4773-A853-B4B1541A6D48}"/>
              </a:ext>
            </a:extLst>
          </p:cNvPr>
          <p:cNvSpPr>
            <a:spLocks noGrp="1"/>
          </p:cNvSpPr>
          <p:nvPr/>
        </p:nvSpPr>
        <p:spPr>
          <a:xfrm>
            <a:off x="7173144" y="366362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D708E"/>
          </a:solidFill>
          <a:ln w="7855">
            <a:solidFill>
              <a:srgbClr val="2D708E"/>
            </a:solidFill>
            <a:prstDash val="solid"/>
          </a:ln>
        </p:spPr>
      </p:sp>
      <p:sp>
        <p:nvSpPr>
          <p:cNvPr id="278" name="d_small_paired_3346">
            <a:extLst>
              <a:ext uri="{FF2B5EF4-FFF2-40B4-BE49-F238E27FC236}">
                <a16:creationId xmlns:a16="http://schemas.microsoft.com/office/drawing/2014/main" id="{7EBC135C-6E44-4269-889F-62CA5FF19956}"/>
              </a:ext>
            </a:extLst>
          </p:cNvPr>
          <p:cNvSpPr>
            <a:spLocks noGrp="1"/>
          </p:cNvSpPr>
          <p:nvPr/>
        </p:nvSpPr>
        <p:spPr>
          <a:xfrm>
            <a:off x="7173144" y="364479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6F8E"/>
          </a:solidFill>
          <a:ln w="7855">
            <a:solidFill>
              <a:srgbClr val="2E6F8E"/>
            </a:solidFill>
            <a:prstDash val="solid"/>
          </a:ln>
        </p:spPr>
      </p:sp>
      <p:sp>
        <p:nvSpPr>
          <p:cNvPr id="279" name="d_small_paired_3347">
            <a:extLst>
              <a:ext uri="{FF2B5EF4-FFF2-40B4-BE49-F238E27FC236}">
                <a16:creationId xmlns:a16="http://schemas.microsoft.com/office/drawing/2014/main" id="{DC8DFF4B-BEB5-481D-9444-EEEAEA2EB2AA}"/>
              </a:ext>
            </a:extLst>
          </p:cNvPr>
          <p:cNvSpPr>
            <a:spLocks noGrp="1"/>
          </p:cNvSpPr>
          <p:nvPr/>
        </p:nvSpPr>
        <p:spPr>
          <a:xfrm>
            <a:off x="7173144" y="362596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6E8E"/>
          </a:solidFill>
          <a:ln w="7855">
            <a:solidFill>
              <a:srgbClr val="2E6E8E"/>
            </a:solidFill>
            <a:prstDash val="solid"/>
          </a:ln>
        </p:spPr>
      </p:sp>
      <p:sp>
        <p:nvSpPr>
          <p:cNvPr id="280" name="d_small_paired_3348">
            <a:extLst>
              <a:ext uri="{FF2B5EF4-FFF2-40B4-BE49-F238E27FC236}">
                <a16:creationId xmlns:a16="http://schemas.microsoft.com/office/drawing/2014/main" id="{7504E5F1-CF25-41A9-B0AA-0729F85AD4C1}"/>
              </a:ext>
            </a:extLst>
          </p:cNvPr>
          <p:cNvSpPr>
            <a:spLocks noGrp="1"/>
          </p:cNvSpPr>
          <p:nvPr/>
        </p:nvSpPr>
        <p:spPr>
          <a:xfrm>
            <a:off x="7173144" y="360712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6D8E"/>
          </a:solidFill>
          <a:ln w="7855">
            <a:solidFill>
              <a:srgbClr val="2E6D8E"/>
            </a:solidFill>
            <a:prstDash val="solid"/>
          </a:ln>
        </p:spPr>
      </p:sp>
      <p:sp>
        <p:nvSpPr>
          <p:cNvPr id="281" name="d_small_paired_3349">
            <a:extLst>
              <a:ext uri="{FF2B5EF4-FFF2-40B4-BE49-F238E27FC236}">
                <a16:creationId xmlns:a16="http://schemas.microsoft.com/office/drawing/2014/main" id="{44EF9DF2-C276-4072-8A36-35929E919502}"/>
              </a:ext>
            </a:extLst>
          </p:cNvPr>
          <p:cNvSpPr>
            <a:spLocks noGrp="1"/>
          </p:cNvSpPr>
          <p:nvPr/>
        </p:nvSpPr>
        <p:spPr>
          <a:xfrm>
            <a:off x="7173144" y="358829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F6C8E"/>
          </a:solidFill>
          <a:ln w="7855">
            <a:solidFill>
              <a:srgbClr val="2F6C8E"/>
            </a:solidFill>
            <a:prstDash val="solid"/>
          </a:ln>
        </p:spPr>
      </p:sp>
      <p:sp>
        <p:nvSpPr>
          <p:cNvPr id="282" name="d_small_paired_3350">
            <a:extLst>
              <a:ext uri="{FF2B5EF4-FFF2-40B4-BE49-F238E27FC236}">
                <a16:creationId xmlns:a16="http://schemas.microsoft.com/office/drawing/2014/main" id="{F4F63063-FB95-4E48-8495-6B4BF000004A}"/>
              </a:ext>
            </a:extLst>
          </p:cNvPr>
          <p:cNvSpPr>
            <a:spLocks noGrp="1"/>
          </p:cNvSpPr>
          <p:nvPr/>
        </p:nvSpPr>
        <p:spPr>
          <a:xfrm>
            <a:off x="7173144" y="356946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F6B8E"/>
          </a:solidFill>
          <a:ln w="7855">
            <a:solidFill>
              <a:srgbClr val="2F6B8E"/>
            </a:solidFill>
            <a:prstDash val="solid"/>
          </a:ln>
        </p:spPr>
      </p:sp>
      <p:sp>
        <p:nvSpPr>
          <p:cNvPr id="283" name="d_small_paired_3351">
            <a:extLst>
              <a:ext uri="{FF2B5EF4-FFF2-40B4-BE49-F238E27FC236}">
                <a16:creationId xmlns:a16="http://schemas.microsoft.com/office/drawing/2014/main" id="{0A7AC63F-1D15-4CEC-A348-04F7CB6F48F6}"/>
              </a:ext>
            </a:extLst>
          </p:cNvPr>
          <p:cNvSpPr>
            <a:spLocks noGrp="1"/>
          </p:cNvSpPr>
          <p:nvPr/>
        </p:nvSpPr>
        <p:spPr>
          <a:xfrm>
            <a:off x="7173144" y="355062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06A8E"/>
          </a:solidFill>
          <a:ln w="7855">
            <a:solidFill>
              <a:srgbClr val="306A8E"/>
            </a:solidFill>
            <a:prstDash val="solid"/>
          </a:ln>
        </p:spPr>
      </p:sp>
      <p:sp>
        <p:nvSpPr>
          <p:cNvPr id="284" name="d_small_paired_3352">
            <a:extLst>
              <a:ext uri="{FF2B5EF4-FFF2-40B4-BE49-F238E27FC236}">
                <a16:creationId xmlns:a16="http://schemas.microsoft.com/office/drawing/2014/main" id="{14B038A9-5768-4E4D-B1D2-2D97C285383C}"/>
              </a:ext>
            </a:extLst>
          </p:cNvPr>
          <p:cNvSpPr>
            <a:spLocks noGrp="1"/>
          </p:cNvSpPr>
          <p:nvPr/>
        </p:nvSpPr>
        <p:spPr>
          <a:xfrm>
            <a:off x="7173144" y="353179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0698E"/>
          </a:solidFill>
          <a:ln w="7855">
            <a:solidFill>
              <a:srgbClr val="30698E"/>
            </a:solidFill>
            <a:prstDash val="solid"/>
          </a:ln>
        </p:spPr>
      </p:sp>
      <p:sp>
        <p:nvSpPr>
          <p:cNvPr id="285" name="d_small_paired_3353">
            <a:extLst>
              <a:ext uri="{FF2B5EF4-FFF2-40B4-BE49-F238E27FC236}">
                <a16:creationId xmlns:a16="http://schemas.microsoft.com/office/drawing/2014/main" id="{F49B9733-A944-4CCF-B33D-4193823AE73B}"/>
              </a:ext>
            </a:extLst>
          </p:cNvPr>
          <p:cNvSpPr>
            <a:spLocks noGrp="1"/>
          </p:cNvSpPr>
          <p:nvPr/>
        </p:nvSpPr>
        <p:spPr>
          <a:xfrm>
            <a:off x="7173144" y="351296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688E"/>
          </a:solidFill>
          <a:ln w="7855">
            <a:solidFill>
              <a:srgbClr val="31688E"/>
            </a:solidFill>
            <a:prstDash val="solid"/>
          </a:ln>
        </p:spPr>
      </p:sp>
      <p:sp>
        <p:nvSpPr>
          <p:cNvPr id="286" name="d_small_paired_3354">
            <a:extLst>
              <a:ext uri="{FF2B5EF4-FFF2-40B4-BE49-F238E27FC236}">
                <a16:creationId xmlns:a16="http://schemas.microsoft.com/office/drawing/2014/main" id="{C37FB62B-1E6C-4EEB-BE33-72AFB086FBC0}"/>
              </a:ext>
            </a:extLst>
          </p:cNvPr>
          <p:cNvSpPr>
            <a:spLocks noGrp="1"/>
          </p:cNvSpPr>
          <p:nvPr/>
        </p:nvSpPr>
        <p:spPr>
          <a:xfrm>
            <a:off x="7173144" y="349412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678E"/>
          </a:solidFill>
          <a:ln w="7855">
            <a:solidFill>
              <a:srgbClr val="31678E"/>
            </a:solidFill>
            <a:prstDash val="solid"/>
          </a:ln>
        </p:spPr>
      </p:sp>
      <p:sp>
        <p:nvSpPr>
          <p:cNvPr id="287" name="d_small_paired_3355">
            <a:extLst>
              <a:ext uri="{FF2B5EF4-FFF2-40B4-BE49-F238E27FC236}">
                <a16:creationId xmlns:a16="http://schemas.microsoft.com/office/drawing/2014/main" id="{4F00E75B-343E-475C-8AF2-00B26D0DD057}"/>
              </a:ext>
            </a:extLst>
          </p:cNvPr>
          <p:cNvSpPr>
            <a:spLocks noGrp="1"/>
          </p:cNvSpPr>
          <p:nvPr/>
        </p:nvSpPr>
        <p:spPr>
          <a:xfrm>
            <a:off x="7173144" y="347529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668E"/>
          </a:solidFill>
          <a:ln w="7855">
            <a:solidFill>
              <a:srgbClr val="31668E"/>
            </a:solidFill>
            <a:prstDash val="solid"/>
          </a:ln>
        </p:spPr>
      </p:sp>
      <p:sp>
        <p:nvSpPr>
          <p:cNvPr id="288" name="d_small_paired_3356">
            <a:extLst>
              <a:ext uri="{FF2B5EF4-FFF2-40B4-BE49-F238E27FC236}">
                <a16:creationId xmlns:a16="http://schemas.microsoft.com/office/drawing/2014/main" id="{E3AE7744-345D-40C2-A6D3-A82B3734BD4B}"/>
              </a:ext>
            </a:extLst>
          </p:cNvPr>
          <p:cNvSpPr>
            <a:spLocks noGrp="1"/>
          </p:cNvSpPr>
          <p:nvPr/>
        </p:nvSpPr>
        <p:spPr>
          <a:xfrm>
            <a:off x="7173144" y="345646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2658E"/>
          </a:solidFill>
          <a:ln w="7855">
            <a:solidFill>
              <a:srgbClr val="32658E"/>
            </a:solidFill>
            <a:prstDash val="solid"/>
          </a:ln>
        </p:spPr>
      </p:sp>
      <p:sp>
        <p:nvSpPr>
          <p:cNvPr id="289" name="d_small_paired_3357">
            <a:extLst>
              <a:ext uri="{FF2B5EF4-FFF2-40B4-BE49-F238E27FC236}">
                <a16:creationId xmlns:a16="http://schemas.microsoft.com/office/drawing/2014/main" id="{75E27FFF-77A0-4297-8E6A-EFA07CBC1F96}"/>
              </a:ext>
            </a:extLst>
          </p:cNvPr>
          <p:cNvSpPr>
            <a:spLocks noGrp="1"/>
          </p:cNvSpPr>
          <p:nvPr/>
        </p:nvSpPr>
        <p:spPr>
          <a:xfrm>
            <a:off x="7173144" y="343762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2648E"/>
          </a:solidFill>
          <a:ln w="7855">
            <a:solidFill>
              <a:srgbClr val="32648E"/>
            </a:solidFill>
            <a:prstDash val="solid"/>
          </a:ln>
        </p:spPr>
      </p:sp>
      <p:sp>
        <p:nvSpPr>
          <p:cNvPr id="290" name="d_small_paired_3358">
            <a:extLst>
              <a:ext uri="{FF2B5EF4-FFF2-40B4-BE49-F238E27FC236}">
                <a16:creationId xmlns:a16="http://schemas.microsoft.com/office/drawing/2014/main" id="{449D089B-0FFD-4BFE-AB06-C2B8FE10F1AB}"/>
              </a:ext>
            </a:extLst>
          </p:cNvPr>
          <p:cNvSpPr>
            <a:spLocks noGrp="1"/>
          </p:cNvSpPr>
          <p:nvPr/>
        </p:nvSpPr>
        <p:spPr>
          <a:xfrm>
            <a:off x="7173144" y="341879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3638D"/>
          </a:solidFill>
          <a:ln w="7855">
            <a:solidFill>
              <a:srgbClr val="33638D"/>
            </a:solidFill>
            <a:prstDash val="solid"/>
          </a:ln>
        </p:spPr>
      </p:sp>
      <p:sp>
        <p:nvSpPr>
          <p:cNvPr id="291" name="d_small_paired_3359">
            <a:extLst>
              <a:ext uri="{FF2B5EF4-FFF2-40B4-BE49-F238E27FC236}">
                <a16:creationId xmlns:a16="http://schemas.microsoft.com/office/drawing/2014/main" id="{6C317CAF-0E2F-4B30-965A-340BE8C6E16A}"/>
              </a:ext>
            </a:extLst>
          </p:cNvPr>
          <p:cNvSpPr>
            <a:spLocks noGrp="1"/>
          </p:cNvSpPr>
          <p:nvPr/>
        </p:nvSpPr>
        <p:spPr>
          <a:xfrm>
            <a:off x="7173144" y="339996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3628D"/>
          </a:solidFill>
          <a:ln w="7855">
            <a:solidFill>
              <a:srgbClr val="33628D"/>
            </a:solidFill>
            <a:prstDash val="solid"/>
          </a:ln>
        </p:spPr>
      </p:sp>
      <p:sp>
        <p:nvSpPr>
          <p:cNvPr id="292" name="d_small_paired_3360">
            <a:extLst>
              <a:ext uri="{FF2B5EF4-FFF2-40B4-BE49-F238E27FC236}">
                <a16:creationId xmlns:a16="http://schemas.microsoft.com/office/drawing/2014/main" id="{092339CE-99B5-4C42-B551-A78EEB21EF7C}"/>
              </a:ext>
            </a:extLst>
          </p:cNvPr>
          <p:cNvSpPr>
            <a:spLocks noGrp="1"/>
          </p:cNvSpPr>
          <p:nvPr/>
        </p:nvSpPr>
        <p:spPr>
          <a:xfrm>
            <a:off x="7173144" y="338113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4618D"/>
          </a:solidFill>
          <a:ln w="7855">
            <a:solidFill>
              <a:srgbClr val="34618D"/>
            </a:solidFill>
            <a:prstDash val="solid"/>
          </a:ln>
        </p:spPr>
      </p:sp>
      <p:sp>
        <p:nvSpPr>
          <p:cNvPr id="293" name="d_small_paired_3361">
            <a:extLst>
              <a:ext uri="{FF2B5EF4-FFF2-40B4-BE49-F238E27FC236}">
                <a16:creationId xmlns:a16="http://schemas.microsoft.com/office/drawing/2014/main" id="{20BCC65F-93D2-4983-AF56-78491739FEC6}"/>
              </a:ext>
            </a:extLst>
          </p:cNvPr>
          <p:cNvSpPr>
            <a:spLocks noGrp="1"/>
          </p:cNvSpPr>
          <p:nvPr/>
        </p:nvSpPr>
        <p:spPr>
          <a:xfrm>
            <a:off x="7173144" y="336229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4608D"/>
          </a:solidFill>
          <a:ln w="7855">
            <a:solidFill>
              <a:srgbClr val="34608D"/>
            </a:solidFill>
            <a:prstDash val="solid"/>
          </a:ln>
        </p:spPr>
      </p:sp>
      <p:sp>
        <p:nvSpPr>
          <p:cNvPr id="294" name="d_small_paired_3362">
            <a:extLst>
              <a:ext uri="{FF2B5EF4-FFF2-40B4-BE49-F238E27FC236}">
                <a16:creationId xmlns:a16="http://schemas.microsoft.com/office/drawing/2014/main" id="{67B8872A-1CAB-4DDD-87B5-C6DB1A980BE9}"/>
              </a:ext>
            </a:extLst>
          </p:cNvPr>
          <p:cNvSpPr>
            <a:spLocks noGrp="1"/>
          </p:cNvSpPr>
          <p:nvPr/>
        </p:nvSpPr>
        <p:spPr>
          <a:xfrm>
            <a:off x="7173144" y="334346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55F8D"/>
          </a:solidFill>
          <a:ln w="7855">
            <a:solidFill>
              <a:srgbClr val="355F8D"/>
            </a:solidFill>
            <a:prstDash val="solid"/>
          </a:ln>
        </p:spPr>
      </p:sp>
      <p:sp>
        <p:nvSpPr>
          <p:cNvPr id="295" name="d_small_paired_3363">
            <a:extLst>
              <a:ext uri="{FF2B5EF4-FFF2-40B4-BE49-F238E27FC236}">
                <a16:creationId xmlns:a16="http://schemas.microsoft.com/office/drawing/2014/main" id="{2758CB8B-E562-43DD-AEAC-E45D672F96A1}"/>
              </a:ext>
            </a:extLst>
          </p:cNvPr>
          <p:cNvSpPr>
            <a:spLocks noGrp="1"/>
          </p:cNvSpPr>
          <p:nvPr/>
        </p:nvSpPr>
        <p:spPr>
          <a:xfrm>
            <a:off x="7173144" y="332463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55E8D"/>
          </a:solidFill>
          <a:ln w="7855">
            <a:solidFill>
              <a:srgbClr val="355E8D"/>
            </a:solidFill>
            <a:prstDash val="solid"/>
          </a:ln>
        </p:spPr>
      </p:sp>
      <p:sp>
        <p:nvSpPr>
          <p:cNvPr id="296" name="d_small_paired_3364">
            <a:extLst>
              <a:ext uri="{FF2B5EF4-FFF2-40B4-BE49-F238E27FC236}">
                <a16:creationId xmlns:a16="http://schemas.microsoft.com/office/drawing/2014/main" id="{3750FAEE-8D4F-46A1-9071-CEC38F4A86ED}"/>
              </a:ext>
            </a:extLst>
          </p:cNvPr>
          <p:cNvSpPr>
            <a:spLocks noGrp="1"/>
          </p:cNvSpPr>
          <p:nvPr/>
        </p:nvSpPr>
        <p:spPr>
          <a:xfrm>
            <a:off x="7173144" y="330579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65D8D"/>
          </a:solidFill>
          <a:ln w="7855">
            <a:solidFill>
              <a:srgbClr val="365D8D"/>
            </a:solidFill>
            <a:prstDash val="solid"/>
          </a:ln>
        </p:spPr>
      </p:sp>
      <p:sp>
        <p:nvSpPr>
          <p:cNvPr id="297" name="d_small_paired_3365">
            <a:extLst>
              <a:ext uri="{FF2B5EF4-FFF2-40B4-BE49-F238E27FC236}">
                <a16:creationId xmlns:a16="http://schemas.microsoft.com/office/drawing/2014/main" id="{27D27657-49E4-4058-9331-377444D61D90}"/>
              </a:ext>
            </a:extLst>
          </p:cNvPr>
          <p:cNvSpPr>
            <a:spLocks noGrp="1"/>
          </p:cNvSpPr>
          <p:nvPr/>
        </p:nvSpPr>
        <p:spPr>
          <a:xfrm>
            <a:off x="7173144" y="328696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65C8D"/>
          </a:solidFill>
          <a:ln w="7855">
            <a:solidFill>
              <a:srgbClr val="365C8D"/>
            </a:solidFill>
            <a:prstDash val="solid"/>
          </a:ln>
        </p:spPr>
      </p:sp>
      <p:sp>
        <p:nvSpPr>
          <p:cNvPr id="298" name="d_small_paired_3366">
            <a:extLst>
              <a:ext uri="{FF2B5EF4-FFF2-40B4-BE49-F238E27FC236}">
                <a16:creationId xmlns:a16="http://schemas.microsoft.com/office/drawing/2014/main" id="{DB645020-2D2D-4BBD-8232-551423B0B584}"/>
              </a:ext>
            </a:extLst>
          </p:cNvPr>
          <p:cNvSpPr>
            <a:spLocks noGrp="1"/>
          </p:cNvSpPr>
          <p:nvPr/>
        </p:nvSpPr>
        <p:spPr>
          <a:xfrm>
            <a:off x="7173144" y="326813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75B8D"/>
          </a:solidFill>
          <a:ln w="7855">
            <a:solidFill>
              <a:srgbClr val="375B8D"/>
            </a:solidFill>
            <a:prstDash val="solid"/>
          </a:ln>
        </p:spPr>
      </p:sp>
      <p:sp>
        <p:nvSpPr>
          <p:cNvPr id="299" name="d_small_paired_3367">
            <a:extLst>
              <a:ext uri="{FF2B5EF4-FFF2-40B4-BE49-F238E27FC236}">
                <a16:creationId xmlns:a16="http://schemas.microsoft.com/office/drawing/2014/main" id="{34A64AEC-3DBC-4EDF-9EF8-2294A4B34F14}"/>
              </a:ext>
            </a:extLst>
          </p:cNvPr>
          <p:cNvSpPr>
            <a:spLocks noGrp="1"/>
          </p:cNvSpPr>
          <p:nvPr/>
        </p:nvSpPr>
        <p:spPr>
          <a:xfrm>
            <a:off x="7173144" y="32492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75A8C"/>
          </a:solidFill>
          <a:ln w="7855">
            <a:solidFill>
              <a:srgbClr val="375A8C"/>
            </a:solidFill>
            <a:prstDash val="solid"/>
          </a:ln>
        </p:spPr>
      </p:sp>
      <p:sp>
        <p:nvSpPr>
          <p:cNvPr id="300" name="d_small_paired_3368">
            <a:extLst>
              <a:ext uri="{FF2B5EF4-FFF2-40B4-BE49-F238E27FC236}">
                <a16:creationId xmlns:a16="http://schemas.microsoft.com/office/drawing/2014/main" id="{58529139-73DD-43F9-8FB7-F14D0BD7634B}"/>
              </a:ext>
            </a:extLst>
          </p:cNvPr>
          <p:cNvSpPr>
            <a:spLocks noGrp="1"/>
          </p:cNvSpPr>
          <p:nvPr/>
        </p:nvSpPr>
        <p:spPr>
          <a:xfrm>
            <a:off x="7173144" y="323046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8598C"/>
          </a:solidFill>
          <a:ln w="7855">
            <a:solidFill>
              <a:srgbClr val="38598C"/>
            </a:solidFill>
            <a:prstDash val="solid"/>
          </a:ln>
        </p:spPr>
      </p:sp>
      <p:sp>
        <p:nvSpPr>
          <p:cNvPr id="301" name="d_small_paired_3369">
            <a:extLst>
              <a:ext uri="{FF2B5EF4-FFF2-40B4-BE49-F238E27FC236}">
                <a16:creationId xmlns:a16="http://schemas.microsoft.com/office/drawing/2014/main" id="{07FF2995-CF87-4C0D-9268-355E6C61616D}"/>
              </a:ext>
            </a:extLst>
          </p:cNvPr>
          <p:cNvSpPr>
            <a:spLocks noGrp="1"/>
          </p:cNvSpPr>
          <p:nvPr/>
        </p:nvSpPr>
        <p:spPr>
          <a:xfrm>
            <a:off x="7173144" y="321163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8588C"/>
          </a:solidFill>
          <a:ln w="7855">
            <a:solidFill>
              <a:srgbClr val="38588C"/>
            </a:solidFill>
            <a:prstDash val="solid"/>
          </a:ln>
        </p:spPr>
      </p:sp>
      <p:sp>
        <p:nvSpPr>
          <p:cNvPr id="302" name="d_small_paired_3370">
            <a:extLst>
              <a:ext uri="{FF2B5EF4-FFF2-40B4-BE49-F238E27FC236}">
                <a16:creationId xmlns:a16="http://schemas.microsoft.com/office/drawing/2014/main" id="{F71BA242-96FF-4C19-A131-5B581CF147FC}"/>
              </a:ext>
            </a:extLst>
          </p:cNvPr>
          <p:cNvSpPr>
            <a:spLocks noGrp="1"/>
          </p:cNvSpPr>
          <p:nvPr/>
        </p:nvSpPr>
        <p:spPr>
          <a:xfrm>
            <a:off x="7173144" y="31927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9568C"/>
          </a:solidFill>
          <a:ln w="7855">
            <a:solidFill>
              <a:srgbClr val="39568C"/>
            </a:solidFill>
            <a:prstDash val="solid"/>
          </a:ln>
        </p:spPr>
      </p:sp>
      <p:sp>
        <p:nvSpPr>
          <p:cNvPr id="303" name="d_small_paired_3371">
            <a:extLst>
              <a:ext uri="{FF2B5EF4-FFF2-40B4-BE49-F238E27FC236}">
                <a16:creationId xmlns:a16="http://schemas.microsoft.com/office/drawing/2014/main" id="{E455A70F-27D0-4D5C-BAFD-B361BA36767E}"/>
              </a:ext>
            </a:extLst>
          </p:cNvPr>
          <p:cNvSpPr>
            <a:spLocks noGrp="1"/>
          </p:cNvSpPr>
          <p:nvPr/>
        </p:nvSpPr>
        <p:spPr>
          <a:xfrm>
            <a:off x="7173144" y="317396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9558C"/>
          </a:solidFill>
          <a:ln w="7855">
            <a:solidFill>
              <a:srgbClr val="39558C"/>
            </a:solidFill>
            <a:prstDash val="solid"/>
          </a:ln>
        </p:spPr>
      </p:sp>
      <p:sp>
        <p:nvSpPr>
          <p:cNvPr id="304" name="d_small_paired_3372">
            <a:extLst>
              <a:ext uri="{FF2B5EF4-FFF2-40B4-BE49-F238E27FC236}">
                <a16:creationId xmlns:a16="http://schemas.microsoft.com/office/drawing/2014/main" id="{1EF185B5-34AF-4E31-952B-68BB13EEB758}"/>
              </a:ext>
            </a:extLst>
          </p:cNvPr>
          <p:cNvSpPr>
            <a:spLocks noGrp="1"/>
          </p:cNvSpPr>
          <p:nvPr/>
        </p:nvSpPr>
        <p:spPr>
          <a:xfrm>
            <a:off x="7173144" y="31551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A548C"/>
          </a:solidFill>
          <a:ln w="7855">
            <a:solidFill>
              <a:srgbClr val="3A548C"/>
            </a:solidFill>
            <a:prstDash val="solid"/>
          </a:ln>
        </p:spPr>
      </p:sp>
      <p:sp>
        <p:nvSpPr>
          <p:cNvPr id="305" name="d_small_paired_3373">
            <a:extLst>
              <a:ext uri="{FF2B5EF4-FFF2-40B4-BE49-F238E27FC236}">
                <a16:creationId xmlns:a16="http://schemas.microsoft.com/office/drawing/2014/main" id="{6F2E89CD-6BF3-4821-ACA9-78A71B2E05C3}"/>
              </a:ext>
            </a:extLst>
          </p:cNvPr>
          <p:cNvSpPr>
            <a:spLocks noGrp="1"/>
          </p:cNvSpPr>
          <p:nvPr/>
        </p:nvSpPr>
        <p:spPr>
          <a:xfrm>
            <a:off x="7173144" y="31362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A538B"/>
          </a:solidFill>
          <a:ln w="7855">
            <a:solidFill>
              <a:srgbClr val="3A538B"/>
            </a:solidFill>
            <a:prstDash val="solid"/>
          </a:ln>
        </p:spPr>
      </p:sp>
      <p:sp>
        <p:nvSpPr>
          <p:cNvPr id="306" name="d_small_paired_3374">
            <a:extLst>
              <a:ext uri="{FF2B5EF4-FFF2-40B4-BE49-F238E27FC236}">
                <a16:creationId xmlns:a16="http://schemas.microsoft.com/office/drawing/2014/main" id="{698A9C36-79CD-406C-9278-78F9D0CDBDEA}"/>
              </a:ext>
            </a:extLst>
          </p:cNvPr>
          <p:cNvSpPr>
            <a:spLocks noGrp="1"/>
          </p:cNvSpPr>
          <p:nvPr/>
        </p:nvSpPr>
        <p:spPr>
          <a:xfrm>
            <a:off x="7173144" y="31174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B528B"/>
          </a:solidFill>
          <a:ln w="7855">
            <a:solidFill>
              <a:srgbClr val="3B528B"/>
            </a:solidFill>
            <a:prstDash val="solid"/>
          </a:ln>
        </p:spPr>
      </p:sp>
      <p:sp>
        <p:nvSpPr>
          <p:cNvPr id="307" name="d_small_paired_3375">
            <a:extLst>
              <a:ext uri="{FF2B5EF4-FFF2-40B4-BE49-F238E27FC236}">
                <a16:creationId xmlns:a16="http://schemas.microsoft.com/office/drawing/2014/main" id="{E2F0E4B4-D3DE-4307-B9BA-E261619CBED6}"/>
              </a:ext>
            </a:extLst>
          </p:cNvPr>
          <p:cNvSpPr>
            <a:spLocks noGrp="1"/>
          </p:cNvSpPr>
          <p:nvPr/>
        </p:nvSpPr>
        <p:spPr>
          <a:xfrm>
            <a:off x="7173144" y="30986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B518B"/>
          </a:solidFill>
          <a:ln w="7855">
            <a:solidFill>
              <a:srgbClr val="3B518B"/>
            </a:solidFill>
            <a:prstDash val="solid"/>
          </a:ln>
        </p:spPr>
      </p:sp>
      <p:sp>
        <p:nvSpPr>
          <p:cNvPr id="308" name="d_small_paired_3376">
            <a:extLst>
              <a:ext uri="{FF2B5EF4-FFF2-40B4-BE49-F238E27FC236}">
                <a16:creationId xmlns:a16="http://schemas.microsoft.com/office/drawing/2014/main" id="{7A787BF2-FE17-4B01-981E-6DA0D0C63D27}"/>
              </a:ext>
            </a:extLst>
          </p:cNvPr>
          <p:cNvSpPr>
            <a:spLocks noGrp="1"/>
          </p:cNvSpPr>
          <p:nvPr/>
        </p:nvSpPr>
        <p:spPr>
          <a:xfrm>
            <a:off x="7173144" y="30797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C508B"/>
          </a:solidFill>
          <a:ln w="7855">
            <a:solidFill>
              <a:srgbClr val="3C508B"/>
            </a:solidFill>
            <a:prstDash val="solid"/>
          </a:ln>
        </p:spPr>
      </p:sp>
      <p:sp>
        <p:nvSpPr>
          <p:cNvPr id="309" name="d_small_paired_3377">
            <a:extLst>
              <a:ext uri="{FF2B5EF4-FFF2-40B4-BE49-F238E27FC236}">
                <a16:creationId xmlns:a16="http://schemas.microsoft.com/office/drawing/2014/main" id="{921DA259-BADE-45F8-BB8B-2AC6237F149A}"/>
              </a:ext>
            </a:extLst>
          </p:cNvPr>
          <p:cNvSpPr>
            <a:spLocks noGrp="1"/>
          </p:cNvSpPr>
          <p:nvPr/>
        </p:nvSpPr>
        <p:spPr>
          <a:xfrm>
            <a:off x="7173144" y="30609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C4F8A"/>
          </a:solidFill>
          <a:ln w="7855">
            <a:solidFill>
              <a:srgbClr val="3C4F8A"/>
            </a:solidFill>
            <a:prstDash val="solid"/>
          </a:ln>
        </p:spPr>
      </p:sp>
      <p:sp>
        <p:nvSpPr>
          <p:cNvPr id="310" name="d_small_paired_3378">
            <a:extLst>
              <a:ext uri="{FF2B5EF4-FFF2-40B4-BE49-F238E27FC236}">
                <a16:creationId xmlns:a16="http://schemas.microsoft.com/office/drawing/2014/main" id="{95767537-0A6E-4BF4-A1FF-8CEC562096A6}"/>
              </a:ext>
            </a:extLst>
          </p:cNvPr>
          <p:cNvSpPr>
            <a:spLocks noGrp="1"/>
          </p:cNvSpPr>
          <p:nvPr/>
        </p:nvSpPr>
        <p:spPr>
          <a:xfrm>
            <a:off x="7173144" y="304213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D4E8A"/>
          </a:solidFill>
          <a:ln w="7855">
            <a:solidFill>
              <a:srgbClr val="3D4E8A"/>
            </a:solidFill>
            <a:prstDash val="solid"/>
          </a:ln>
        </p:spPr>
      </p:sp>
      <p:sp>
        <p:nvSpPr>
          <p:cNvPr id="311" name="d_small_paired_3379">
            <a:extLst>
              <a:ext uri="{FF2B5EF4-FFF2-40B4-BE49-F238E27FC236}">
                <a16:creationId xmlns:a16="http://schemas.microsoft.com/office/drawing/2014/main" id="{CB1EBB15-7C06-4EF3-B561-C0B9707415AC}"/>
              </a:ext>
            </a:extLst>
          </p:cNvPr>
          <p:cNvSpPr>
            <a:spLocks noGrp="1"/>
          </p:cNvSpPr>
          <p:nvPr/>
        </p:nvSpPr>
        <p:spPr>
          <a:xfrm>
            <a:off x="7173144" y="30233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D4D8A"/>
          </a:solidFill>
          <a:ln w="7855">
            <a:solidFill>
              <a:srgbClr val="3D4D8A"/>
            </a:solidFill>
            <a:prstDash val="solid"/>
          </a:ln>
        </p:spPr>
      </p:sp>
      <p:sp>
        <p:nvSpPr>
          <p:cNvPr id="312" name="d_small_paired_3380">
            <a:extLst>
              <a:ext uri="{FF2B5EF4-FFF2-40B4-BE49-F238E27FC236}">
                <a16:creationId xmlns:a16="http://schemas.microsoft.com/office/drawing/2014/main" id="{C9F51CBC-756E-4216-B2D9-B6B49B039641}"/>
              </a:ext>
            </a:extLst>
          </p:cNvPr>
          <p:cNvSpPr>
            <a:spLocks noGrp="1"/>
          </p:cNvSpPr>
          <p:nvPr/>
        </p:nvSpPr>
        <p:spPr>
          <a:xfrm>
            <a:off x="7173144" y="30044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E4C8A"/>
          </a:solidFill>
          <a:ln w="7855">
            <a:solidFill>
              <a:srgbClr val="3E4C8A"/>
            </a:solidFill>
            <a:prstDash val="solid"/>
          </a:ln>
        </p:spPr>
      </p:sp>
      <p:sp>
        <p:nvSpPr>
          <p:cNvPr id="313" name="d_small_paired_3381">
            <a:extLst>
              <a:ext uri="{FF2B5EF4-FFF2-40B4-BE49-F238E27FC236}">
                <a16:creationId xmlns:a16="http://schemas.microsoft.com/office/drawing/2014/main" id="{7D786326-EEE2-4CD2-A751-2CAA3900EDCD}"/>
              </a:ext>
            </a:extLst>
          </p:cNvPr>
          <p:cNvSpPr>
            <a:spLocks noGrp="1"/>
          </p:cNvSpPr>
          <p:nvPr/>
        </p:nvSpPr>
        <p:spPr>
          <a:xfrm>
            <a:off x="7173144" y="298563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E4A89"/>
          </a:solidFill>
          <a:ln w="7855">
            <a:solidFill>
              <a:srgbClr val="3E4A89"/>
            </a:solidFill>
            <a:prstDash val="solid"/>
          </a:ln>
        </p:spPr>
      </p:sp>
      <p:sp>
        <p:nvSpPr>
          <p:cNvPr id="314" name="d_small_paired_3382">
            <a:extLst>
              <a:ext uri="{FF2B5EF4-FFF2-40B4-BE49-F238E27FC236}">
                <a16:creationId xmlns:a16="http://schemas.microsoft.com/office/drawing/2014/main" id="{2380772A-2031-42E8-A3EE-0CF669F4AA90}"/>
              </a:ext>
            </a:extLst>
          </p:cNvPr>
          <p:cNvSpPr>
            <a:spLocks noGrp="1"/>
          </p:cNvSpPr>
          <p:nvPr/>
        </p:nvSpPr>
        <p:spPr>
          <a:xfrm>
            <a:off x="7173144" y="29668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E4989"/>
          </a:solidFill>
          <a:ln w="7855">
            <a:solidFill>
              <a:srgbClr val="3E4989"/>
            </a:solidFill>
            <a:prstDash val="solid"/>
          </a:ln>
        </p:spPr>
      </p:sp>
      <p:sp>
        <p:nvSpPr>
          <p:cNvPr id="315" name="d_small_paired_3383">
            <a:extLst>
              <a:ext uri="{FF2B5EF4-FFF2-40B4-BE49-F238E27FC236}">
                <a16:creationId xmlns:a16="http://schemas.microsoft.com/office/drawing/2014/main" id="{B9D00F2A-3B5C-43AB-840B-1B254EAC813A}"/>
              </a:ext>
            </a:extLst>
          </p:cNvPr>
          <p:cNvSpPr>
            <a:spLocks noGrp="1"/>
          </p:cNvSpPr>
          <p:nvPr/>
        </p:nvSpPr>
        <p:spPr>
          <a:xfrm>
            <a:off x="7173144" y="29479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F4889"/>
          </a:solidFill>
          <a:ln w="7855">
            <a:solidFill>
              <a:srgbClr val="3F4889"/>
            </a:solidFill>
            <a:prstDash val="solid"/>
          </a:ln>
        </p:spPr>
      </p:sp>
      <p:sp>
        <p:nvSpPr>
          <p:cNvPr id="316" name="d_small_paired_3384">
            <a:extLst>
              <a:ext uri="{FF2B5EF4-FFF2-40B4-BE49-F238E27FC236}">
                <a16:creationId xmlns:a16="http://schemas.microsoft.com/office/drawing/2014/main" id="{2C67D74A-DC30-4CF9-A298-60DAD4DF8289}"/>
              </a:ext>
            </a:extLst>
          </p:cNvPr>
          <p:cNvSpPr>
            <a:spLocks noGrp="1"/>
          </p:cNvSpPr>
          <p:nvPr/>
        </p:nvSpPr>
        <p:spPr>
          <a:xfrm>
            <a:off x="7173144" y="292913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F4788"/>
          </a:solidFill>
          <a:ln w="7855">
            <a:solidFill>
              <a:srgbClr val="3F4788"/>
            </a:solidFill>
            <a:prstDash val="solid"/>
          </a:ln>
        </p:spPr>
      </p:sp>
      <p:sp>
        <p:nvSpPr>
          <p:cNvPr id="317" name="d_small_paired_3385">
            <a:extLst>
              <a:ext uri="{FF2B5EF4-FFF2-40B4-BE49-F238E27FC236}">
                <a16:creationId xmlns:a16="http://schemas.microsoft.com/office/drawing/2014/main" id="{7BE12750-9313-424B-8BBB-B9005B7E9485}"/>
              </a:ext>
            </a:extLst>
          </p:cNvPr>
          <p:cNvSpPr>
            <a:spLocks noGrp="1"/>
          </p:cNvSpPr>
          <p:nvPr/>
        </p:nvSpPr>
        <p:spPr>
          <a:xfrm>
            <a:off x="7173144" y="291030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04688"/>
          </a:solidFill>
          <a:ln w="7855">
            <a:solidFill>
              <a:srgbClr val="404688"/>
            </a:solidFill>
            <a:prstDash val="solid"/>
          </a:ln>
        </p:spPr>
      </p:sp>
      <p:sp>
        <p:nvSpPr>
          <p:cNvPr id="318" name="d_small_paired_3386">
            <a:extLst>
              <a:ext uri="{FF2B5EF4-FFF2-40B4-BE49-F238E27FC236}">
                <a16:creationId xmlns:a16="http://schemas.microsoft.com/office/drawing/2014/main" id="{AE8F9311-2A2D-4819-BB74-8CC52B327FD5}"/>
              </a:ext>
            </a:extLst>
          </p:cNvPr>
          <p:cNvSpPr>
            <a:spLocks noGrp="1"/>
          </p:cNvSpPr>
          <p:nvPr/>
        </p:nvSpPr>
        <p:spPr>
          <a:xfrm>
            <a:off x="7173144" y="28914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04588"/>
          </a:solidFill>
          <a:ln w="7855">
            <a:solidFill>
              <a:srgbClr val="404588"/>
            </a:solidFill>
            <a:prstDash val="solid"/>
          </a:ln>
        </p:spPr>
      </p:sp>
      <p:sp>
        <p:nvSpPr>
          <p:cNvPr id="319" name="d_small_paired_3387">
            <a:extLst>
              <a:ext uri="{FF2B5EF4-FFF2-40B4-BE49-F238E27FC236}">
                <a16:creationId xmlns:a16="http://schemas.microsoft.com/office/drawing/2014/main" id="{5996F1F5-4415-4DAF-97B3-9C27D5DFB7C6}"/>
              </a:ext>
            </a:extLst>
          </p:cNvPr>
          <p:cNvSpPr>
            <a:spLocks noGrp="1"/>
          </p:cNvSpPr>
          <p:nvPr/>
        </p:nvSpPr>
        <p:spPr>
          <a:xfrm>
            <a:off x="7173144" y="28726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14487"/>
          </a:solidFill>
          <a:ln w="7855">
            <a:solidFill>
              <a:srgbClr val="414487"/>
            </a:solidFill>
            <a:prstDash val="solid"/>
          </a:ln>
        </p:spPr>
      </p:sp>
      <p:sp>
        <p:nvSpPr>
          <p:cNvPr id="320" name="d_small_paired_3388">
            <a:extLst>
              <a:ext uri="{FF2B5EF4-FFF2-40B4-BE49-F238E27FC236}">
                <a16:creationId xmlns:a16="http://schemas.microsoft.com/office/drawing/2014/main" id="{0B91A2D9-9529-4CF4-AB80-B4D687E65AC0}"/>
              </a:ext>
            </a:extLst>
          </p:cNvPr>
          <p:cNvSpPr>
            <a:spLocks noGrp="1"/>
          </p:cNvSpPr>
          <p:nvPr/>
        </p:nvSpPr>
        <p:spPr>
          <a:xfrm>
            <a:off x="7173144" y="285380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14287"/>
          </a:solidFill>
          <a:ln w="7855">
            <a:solidFill>
              <a:srgbClr val="414287"/>
            </a:solidFill>
            <a:prstDash val="solid"/>
          </a:ln>
        </p:spPr>
      </p:sp>
      <p:sp>
        <p:nvSpPr>
          <p:cNvPr id="321" name="d_small_paired_3389">
            <a:extLst>
              <a:ext uri="{FF2B5EF4-FFF2-40B4-BE49-F238E27FC236}">
                <a16:creationId xmlns:a16="http://schemas.microsoft.com/office/drawing/2014/main" id="{776831A4-7F90-4163-A760-8920E7A21B29}"/>
              </a:ext>
            </a:extLst>
          </p:cNvPr>
          <p:cNvSpPr>
            <a:spLocks noGrp="1"/>
          </p:cNvSpPr>
          <p:nvPr/>
        </p:nvSpPr>
        <p:spPr>
          <a:xfrm>
            <a:off x="7173144" y="28349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4186"/>
          </a:solidFill>
          <a:ln w="7855">
            <a:solidFill>
              <a:srgbClr val="424186"/>
            </a:solidFill>
            <a:prstDash val="solid"/>
          </a:ln>
        </p:spPr>
      </p:sp>
      <p:sp>
        <p:nvSpPr>
          <p:cNvPr id="322" name="d_small_paired_3390">
            <a:extLst>
              <a:ext uri="{FF2B5EF4-FFF2-40B4-BE49-F238E27FC236}">
                <a16:creationId xmlns:a16="http://schemas.microsoft.com/office/drawing/2014/main" id="{047973AE-B1A9-45E6-A1AF-EAFB94BCE12B}"/>
              </a:ext>
            </a:extLst>
          </p:cNvPr>
          <p:cNvSpPr>
            <a:spLocks noGrp="1"/>
          </p:cNvSpPr>
          <p:nvPr/>
        </p:nvSpPr>
        <p:spPr>
          <a:xfrm>
            <a:off x="7173144" y="28161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4086"/>
          </a:solidFill>
          <a:ln w="7855">
            <a:solidFill>
              <a:srgbClr val="424086"/>
            </a:solidFill>
            <a:prstDash val="solid"/>
          </a:ln>
        </p:spPr>
      </p:sp>
      <p:sp>
        <p:nvSpPr>
          <p:cNvPr id="323" name="d_small_paired_3391">
            <a:extLst>
              <a:ext uri="{FF2B5EF4-FFF2-40B4-BE49-F238E27FC236}">
                <a16:creationId xmlns:a16="http://schemas.microsoft.com/office/drawing/2014/main" id="{376DDE9B-131A-4863-ACC1-89670F5AE055}"/>
              </a:ext>
            </a:extLst>
          </p:cNvPr>
          <p:cNvSpPr>
            <a:spLocks noGrp="1"/>
          </p:cNvSpPr>
          <p:nvPr/>
        </p:nvSpPr>
        <p:spPr>
          <a:xfrm>
            <a:off x="7173144" y="27973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3F85"/>
          </a:solidFill>
          <a:ln w="7855">
            <a:solidFill>
              <a:srgbClr val="423F85"/>
            </a:solidFill>
            <a:prstDash val="solid"/>
          </a:ln>
        </p:spPr>
      </p:sp>
      <p:sp>
        <p:nvSpPr>
          <p:cNvPr id="324" name="d_small_paired_3392">
            <a:extLst>
              <a:ext uri="{FF2B5EF4-FFF2-40B4-BE49-F238E27FC236}">
                <a16:creationId xmlns:a16="http://schemas.microsoft.com/office/drawing/2014/main" id="{370D8BBD-C045-4957-A228-0827094DE459}"/>
              </a:ext>
            </a:extLst>
          </p:cNvPr>
          <p:cNvSpPr>
            <a:spLocks noGrp="1"/>
          </p:cNvSpPr>
          <p:nvPr/>
        </p:nvSpPr>
        <p:spPr>
          <a:xfrm>
            <a:off x="7173144" y="27784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33E85"/>
          </a:solidFill>
          <a:ln w="7855">
            <a:solidFill>
              <a:srgbClr val="433E85"/>
            </a:solidFill>
            <a:prstDash val="solid"/>
          </a:ln>
        </p:spPr>
      </p:sp>
      <p:sp>
        <p:nvSpPr>
          <p:cNvPr id="325" name="d_small_paired_3393">
            <a:extLst>
              <a:ext uri="{FF2B5EF4-FFF2-40B4-BE49-F238E27FC236}">
                <a16:creationId xmlns:a16="http://schemas.microsoft.com/office/drawing/2014/main" id="{7057E820-3901-4C36-91D9-51A57640D3F9}"/>
              </a:ext>
            </a:extLst>
          </p:cNvPr>
          <p:cNvSpPr>
            <a:spLocks noGrp="1"/>
          </p:cNvSpPr>
          <p:nvPr/>
        </p:nvSpPr>
        <p:spPr>
          <a:xfrm>
            <a:off x="7173144" y="27596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33D84"/>
          </a:solidFill>
          <a:ln w="7855">
            <a:solidFill>
              <a:srgbClr val="433D84"/>
            </a:solidFill>
            <a:prstDash val="solid"/>
          </a:ln>
        </p:spPr>
      </p:sp>
      <p:sp>
        <p:nvSpPr>
          <p:cNvPr id="326" name="d_small_paired_3394">
            <a:extLst>
              <a:ext uri="{FF2B5EF4-FFF2-40B4-BE49-F238E27FC236}">
                <a16:creationId xmlns:a16="http://schemas.microsoft.com/office/drawing/2014/main" id="{FA8346D3-558E-4742-9F84-8388E215D8E5}"/>
              </a:ext>
            </a:extLst>
          </p:cNvPr>
          <p:cNvSpPr>
            <a:spLocks noGrp="1"/>
          </p:cNvSpPr>
          <p:nvPr/>
        </p:nvSpPr>
        <p:spPr>
          <a:xfrm>
            <a:off x="7173144" y="27408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3B84"/>
          </a:solidFill>
          <a:ln w="7855">
            <a:solidFill>
              <a:srgbClr val="443B84"/>
            </a:solidFill>
            <a:prstDash val="solid"/>
          </a:ln>
        </p:spPr>
      </p:sp>
      <p:sp>
        <p:nvSpPr>
          <p:cNvPr id="327" name="d_small_paired_3395">
            <a:extLst>
              <a:ext uri="{FF2B5EF4-FFF2-40B4-BE49-F238E27FC236}">
                <a16:creationId xmlns:a16="http://schemas.microsoft.com/office/drawing/2014/main" id="{83970468-5C62-484E-B24C-654EEC35E4CA}"/>
              </a:ext>
            </a:extLst>
          </p:cNvPr>
          <p:cNvSpPr>
            <a:spLocks noGrp="1"/>
          </p:cNvSpPr>
          <p:nvPr/>
        </p:nvSpPr>
        <p:spPr>
          <a:xfrm>
            <a:off x="7173144" y="27219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3A83"/>
          </a:solidFill>
          <a:ln w="7855">
            <a:solidFill>
              <a:srgbClr val="443A83"/>
            </a:solidFill>
            <a:prstDash val="solid"/>
          </a:ln>
        </p:spPr>
      </p:sp>
      <p:sp>
        <p:nvSpPr>
          <p:cNvPr id="328" name="d_small_paired_3396">
            <a:extLst>
              <a:ext uri="{FF2B5EF4-FFF2-40B4-BE49-F238E27FC236}">
                <a16:creationId xmlns:a16="http://schemas.microsoft.com/office/drawing/2014/main" id="{DA4B417E-7BAF-4E57-A1A8-92CA540A612D}"/>
              </a:ext>
            </a:extLst>
          </p:cNvPr>
          <p:cNvSpPr>
            <a:spLocks noGrp="1"/>
          </p:cNvSpPr>
          <p:nvPr/>
        </p:nvSpPr>
        <p:spPr>
          <a:xfrm>
            <a:off x="7173144" y="27031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3983"/>
          </a:solidFill>
          <a:ln w="7855">
            <a:solidFill>
              <a:srgbClr val="443983"/>
            </a:solidFill>
            <a:prstDash val="solid"/>
          </a:ln>
        </p:spPr>
      </p:sp>
      <p:sp>
        <p:nvSpPr>
          <p:cNvPr id="329" name="d_small_paired_3397">
            <a:extLst>
              <a:ext uri="{FF2B5EF4-FFF2-40B4-BE49-F238E27FC236}">
                <a16:creationId xmlns:a16="http://schemas.microsoft.com/office/drawing/2014/main" id="{6D1B933A-68AC-4EED-887B-2E163A79BCB5}"/>
              </a:ext>
            </a:extLst>
          </p:cNvPr>
          <p:cNvSpPr>
            <a:spLocks noGrp="1"/>
          </p:cNvSpPr>
          <p:nvPr/>
        </p:nvSpPr>
        <p:spPr>
          <a:xfrm>
            <a:off x="7173144" y="268430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3882"/>
          </a:solidFill>
          <a:ln w="7855">
            <a:solidFill>
              <a:srgbClr val="453882"/>
            </a:solidFill>
            <a:prstDash val="solid"/>
          </a:ln>
        </p:spPr>
      </p:sp>
      <p:sp>
        <p:nvSpPr>
          <p:cNvPr id="330" name="d_small_paired_3398">
            <a:extLst>
              <a:ext uri="{FF2B5EF4-FFF2-40B4-BE49-F238E27FC236}">
                <a16:creationId xmlns:a16="http://schemas.microsoft.com/office/drawing/2014/main" id="{2A58D70A-A038-45D2-BB52-35058BD119D4}"/>
              </a:ext>
            </a:extLst>
          </p:cNvPr>
          <p:cNvSpPr>
            <a:spLocks noGrp="1"/>
          </p:cNvSpPr>
          <p:nvPr/>
        </p:nvSpPr>
        <p:spPr>
          <a:xfrm>
            <a:off x="7173144" y="266547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3781"/>
          </a:solidFill>
          <a:ln w="7855">
            <a:solidFill>
              <a:srgbClr val="453781"/>
            </a:solidFill>
            <a:prstDash val="solid"/>
          </a:ln>
        </p:spPr>
      </p:sp>
      <p:sp>
        <p:nvSpPr>
          <p:cNvPr id="331" name="d_small_paired_3399">
            <a:extLst>
              <a:ext uri="{FF2B5EF4-FFF2-40B4-BE49-F238E27FC236}">
                <a16:creationId xmlns:a16="http://schemas.microsoft.com/office/drawing/2014/main" id="{76AE8709-5B2A-4A50-B26B-E1881A3E9D6C}"/>
              </a:ext>
            </a:extLst>
          </p:cNvPr>
          <p:cNvSpPr>
            <a:spLocks noGrp="1"/>
          </p:cNvSpPr>
          <p:nvPr/>
        </p:nvSpPr>
        <p:spPr>
          <a:xfrm>
            <a:off x="7173144" y="26466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3581"/>
          </a:solidFill>
          <a:ln w="7855">
            <a:solidFill>
              <a:srgbClr val="453581"/>
            </a:solidFill>
            <a:prstDash val="solid"/>
          </a:ln>
        </p:spPr>
      </p:sp>
      <p:sp>
        <p:nvSpPr>
          <p:cNvPr id="332" name="d_small_paired_3400">
            <a:extLst>
              <a:ext uri="{FF2B5EF4-FFF2-40B4-BE49-F238E27FC236}">
                <a16:creationId xmlns:a16="http://schemas.microsoft.com/office/drawing/2014/main" id="{CDB88599-EDA9-4094-9AD7-729112751A21}"/>
              </a:ext>
            </a:extLst>
          </p:cNvPr>
          <p:cNvSpPr>
            <a:spLocks noGrp="1"/>
          </p:cNvSpPr>
          <p:nvPr/>
        </p:nvSpPr>
        <p:spPr>
          <a:xfrm>
            <a:off x="7173144" y="26278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480"/>
          </a:solidFill>
          <a:ln w="7855">
            <a:solidFill>
              <a:srgbClr val="463480"/>
            </a:solidFill>
            <a:prstDash val="solid"/>
          </a:ln>
        </p:spPr>
      </p:sp>
      <p:sp>
        <p:nvSpPr>
          <p:cNvPr id="333" name="d_small_paired_3401">
            <a:extLst>
              <a:ext uri="{FF2B5EF4-FFF2-40B4-BE49-F238E27FC236}">
                <a16:creationId xmlns:a16="http://schemas.microsoft.com/office/drawing/2014/main" id="{D8EC4E79-55E5-4DCD-988C-E60CD302037D}"/>
              </a:ext>
            </a:extLst>
          </p:cNvPr>
          <p:cNvSpPr>
            <a:spLocks noGrp="1"/>
          </p:cNvSpPr>
          <p:nvPr/>
        </p:nvSpPr>
        <p:spPr>
          <a:xfrm>
            <a:off x="7173144" y="260897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37F"/>
          </a:solidFill>
          <a:ln w="7855">
            <a:solidFill>
              <a:srgbClr val="46337F"/>
            </a:solidFill>
            <a:prstDash val="solid"/>
          </a:ln>
        </p:spPr>
      </p:sp>
      <p:sp>
        <p:nvSpPr>
          <p:cNvPr id="334" name="d_small_paired_3402">
            <a:extLst>
              <a:ext uri="{FF2B5EF4-FFF2-40B4-BE49-F238E27FC236}">
                <a16:creationId xmlns:a16="http://schemas.microsoft.com/office/drawing/2014/main" id="{79C49577-F070-4A93-A227-E331999BB659}"/>
              </a:ext>
            </a:extLst>
          </p:cNvPr>
          <p:cNvSpPr>
            <a:spLocks noGrp="1"/>
          </p:cNvSpPr>
          <p:nvPr/>
        </p:nvSpPr>
        <p:spPr>
          <a:xfrm>
            <a:off x="7173144" y="25901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27E"/>
          </a:solidFill>
          <a:ln w="7855">
            <a:solidFill>
              <a:srgbClr val="46327E"/>
            </a:solidFill>
            <a:prstDash val="solid"/>
          </a:ln>
        </p:spPr>
      </p:sp>
      <p:sp>
        <p:nvSpPr>
          <p:cNvPr id="335" name="d_small_paired_3403">
            <a:extLst>
              <a:ext uri="{FF2B5EF4-FFF2-40B4-BE49-F238E27FC236}">
                <a16:creationId xmlns:a16="http://schemas.microsoft.com/office/drawing/2014/main" id="{D80C13BE-00AE-4435-AD0D-2C68E09C7B56}"/>
              </a:ext>
            </a:extLst>
          </p:cNvPr>
          <p:cNvSpPr>
            <a:spLocks noGrp="1"/>
          </p:cNvSpPr>
          <p:nvPr/>
        </p:nvSpPr>
        <p:spPr>
          <a:xfrm>
            <a:off x="7173144" y="25713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07E"/>
          </a:solidFill>
          <a:ln w="7855">
            <a:solidFill>
              <a:srgbClr val="46307E"/>
            </a:solidFill>
            <a:prstDash val="solid"/>
          </a:ln>
        </p:spPr>
      </p:sp>
      <p:sp>
        <p:nvSpPr>
          <p:cNvPr id="336" name="d_small_paired_3404">
            <a:extLst>
              <a:ext uri="{FF2B5EF4-FFF2-40B4-BE49-F238E27FC236}">
                <a16:creationId xmlns:a16="http://schemas.microsoft.com/office/drawing/2014/main" id="{89120092-70BF-48F3-9C45-0269D52490B0}"/>
              </a:ext>
            </a:extLst>
          </p:cNvPr>
          <p:cNvSpPr>
            <a:spLocks noGrp="1"/>
          </p:cNvSpPr>
          <p:nvPr/>
        </p:nvSpPr>
        <p:spPr>
          <a:xfrm>
            <a:off x="7173144" y="25524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F7D"/>
          </a:solidFill>
          <a:ln w="7855">
            <a:solidFill>
              <a:srgbClr val="472F7D"/>
            </a:solidFill>
            <a:prstDash val="solid"/>
          </a:ln>
        </p:spPr>
      </p:sp>
      <p:sp>
        <p:nvSpPr>
          <p:cNvPr id="337" name="d_small_paired_3405">
            <a:extLst>
              <a:ext uri="{FF2B5EF4-FFF2-40B4-BE49-F238E27FC236}">
                <a16:creationId xmlns:a16="http://schemas.microsoft.com/office/drawing/2014/main" id="{423984B1-0105-487E-B87E-6C89EE0E5595}"/>
              </a:ext>
            </a:extLst>
          </p:cNvPr>
          <p:cNvSpPr>
            <a:spLocks noGrp="1"/>
          </p:cNvSpPr>
          <p:nvPr/>
        </p:nvSpPr>
        <p:spPr>
          <a:xfrm>
            <a:off x="7173144" y="25336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E7C"/>
          </a:solidFill>
          <a:ln w="7855">
            <a:solidFill>
              <a:srgbClr val="472E7C"/>
            </a:solidFill>
            <a:prstDash val="solid"/>
          </a:ln>
        </p:spPr>
      </p:sp>
      <p:sp>
        <p:nvSpPr>
          <p:cNvPr id="338" name="d_small_paired_3406">
            <a:extLst>
              <a:ext uri="{FF2B5EF4-FFF2-40B4-BE49-F238E27FC236}">
                <a16:creationId xmlns:a16="http://schemas.microsoft.com/office/drawing/2014/main" id="{48369B81-0A08-47B6-BF63-36CB57F464A1}"/>
              </a:ext>
            </a:extLst>
          </p:cNvPr>
          <p:cNvSpPr>
            <a:spLocks noGrp="1"/>
          </p:cNvSpPr>
          <p:nvPr/>
        </p:nvSpPr>
        <p:spPr>
          <a:xfrm>
            <a:off x="7173144" y="25148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D7B"/>
          </a:solidFill>
          <a:ln w="7855">
            <a:solidFill>
              <a:srgbClr val="472D7B"/>
            </a:solidFill>
            <a:prstDash val="solid"/>
          </a:ln>
        </p:spPr>
      </p:sp>
      <p:sp>
        <p:nvSpPr>
          <p:cNvPr id="339" name="d_small_paired_3407">
            <a:extLst>
              <a:ext uri="{FF2B5EF4-FFF2-40B4-BE49-F238E27FC236}">
                <a16:creationId xmlns:a16="http://schemas.microsoft.com/office/drawing/2014/main" id="{D1A7D6E2-8114-4243-8CB9-7577094087DF}"/>
              </a:ext>
            </a:extLst>
          </p:cNvPr>
          <p:cNvSpPr>
            <a:spLocks noGrp="1"/>
          </p:cNvSpPr>
          <p:nvPr/>
        </p:nvSpPr>
        <p:spPr>
          <a:xfrm>
            <a:off x="7173144" y="24959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C7A"/>
          </a:solidFill>
          <a:ln w="7855">
            <a:solidFill>
              <a:srgbClr val="472C7A"/>
            </a:solidFill>
            <a:prstDash val="solid"/>
          </a:ln>
        </p:spPr>
      </p:sp>
      <p:sp>
        <p:nvSpPr>
          <p:cNvPr id="340" name="d_small_paired_3408">
            <a:extLst>
              <a:ext uri="{FF2B5EF4-FFF2-40B4-BE49-F238E27FC236}">
                <a16:creationId xmlns:a16="http://schemas.microsoft.com/office/drawing/2014/main" id="{F4248931-F76E-4DEB-88B5-BD8AFECEB83E}"/>
              </a:ext>
            </a:extLst>
          </p:cNvPr>
          <p:cNvSpPr>
            <a:spLocks noGrp="1"/>
          </p:cNvSpPr>
          <p:nvPr/>
        </p:nvSpPr>
        <p:spPr>
          <a:xfrm>
            <a:off x="7173144" y="24771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A7A"/>
          </a:solidFill>
          <a:ln w="7855">
            <a:solidFill>
              <a:srgbClr val="472A7A"/>
            </a:solidFill>
            <a:prstDash val="solid"/>
          </a:ln>
        </p:spPr>
      </p:sp>
      <p:sp>
        <p:nvSpPr>
          <p:cNvPr id="341" name="d_small_paired_3409">
            <a:extLst>
              <a:ext uri="{FF2B5EF4-FFF2-40B4-BE49-F238E27FC236}">
                <a16:creationId xmlns:a16="http://schemas.microsoft.com/office/drawing/2014/main" id="{5717EE29-EA7D-42C8-94D8-F0BFAE745398}"/>
              </a:ext>
            </a:extLst>
          </p:cNvPr>
          <p:cNvSpPr>
            <a:spLocks noGrp="1"/>
          </p:cNvSpPr>
          <p:nvPr/>
        </p:nvSpPr>
        <p:spPr>
          <a:xfrm>
            <a:off x="7173144" y="24583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979"/>
          </a:solidFill>
          <a:ln w="7855">
            <a:solidFill>
              <a:srgbClr val="482979"/>
            </a:solidFill>
            <a:prstDash val="solid"/>
          </a:ln>
        </p:spPr>
      </p:sp>
      <p:sp>
        <p:nvSpPr>
          <p:cNvPr id="342" name="d_small_paired_3410">
            <a:extLst>
              <a:ext uri="{FF2B5EF4-FFF2-40B4-BE49-F238E27FC236}">
                <a16:creationId xmlns:a16="http://schemas.microsoft.com/office/drawing/2014/main" id="{8D5BBC74-C45D-4C39-84DA-99D019FEAD55}"/>
              </a:ext>
            </a:extLst>
          </p:cNvPr>
          <p:cNvSpPr>
            <a:spLocks noGrp="1"/>
          </p:cNvSpPr>
          <p:nvPr/>
        </p:nvSpPr>
        <p:spPr>
          <a:xfrm>
            <a:off x="7173144" y="243947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878"/>
          </a:solidFill>
          <a:ln w="7855">
            <a:solidFill>
              <a:srgbClr val="482878"/>
            </a:solidFill>
            <a:prstDash val="solid"/>
          </a:ln>
        </p:spPr>
      </p:sp>
      <p:sp>
        <p:nvSpPr>
          <p:cNvPr id="343" name="d_small_paired_3411">
            <a:extLst>
              <a:ext uri="{FF2B5EF4-FFF2-40B4-BE49-F238E27FC236}">
                <a16:creationId xmlns:a16="http://schemas.microsoft.com/office/drawing/2014/main" id="{3594473C-F80D-4F3D-BFDC-F9074DBB0C98}"/>
              </a:ext>
            </a:extLst>
          </p:cNvPr>
          <p:cNvSpPr>
            <a:spLocks noGrp="1"/>
          </p:cNvSpPr>
          <p:nvPr/>
        </p:nvSpPr>
        <p:spPr>
          <a:xfrm>
            <a:off x="7173144" y="242063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677"/>
          </a:solidFill>
          <a:ln w="7855">
            <a:solidFill>
              <a:srgbClr val="482677"/>
            </a:solidFill>
            <a:prstDash val="solid"/>
          </a:ln>
        </p:spPr>
      </p:sp>
      <p:sp>
        <p:nvSpPr>
          <p:cNvPr id="344" name="d_small_paired_3412">
            <a:extLst>
              <a:ext uri="{FF2B5EF4-FFF2-40B4-BE49-F238E27FC236}">
                <a16:creationId xmlns:a16="http://schemas.microsoft.com/office/drawing/2014/main" id="{29853A36-85AC-4B3F-9029-D23A1E5AB7C9}"/>
              </a:ext>
            </a:extLst>
          </p:cNvPr>
          <p:cNvSpPr>
            <a:spLocks noGrp="1"/>
          </p:cNvSpPr>
          <p:nvPr/>
        </p:nvSpPr>
        <p:spPr>
          <a:xfrm>
            <a:off x="7173144" y="24018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576"/>
          </a:solidFill>
          <a:ln w="7855">
            <a:solidFill>
              <a:srgbClr val="482576"/>
            </a:solidFill>
            <a:prstDash val="solid"/>
          </a:ln>
        </p:spPr>
      </p:sp>
      <p:sp>
        <p:nvSpPr>
          <p:cNvPr id="345" name="d_small_paired_3413">
            <a:extLst>
              <a:ext uri="{FF2B5EF4-FFF2-40B4-BE49-F238E27FC236}">
                <a16:creationId xmlns:a16="http://schemas.microsoft.com/office/drawing/2014/main" id="{E1961015-CA5D-4867-B04F-224015221599}"/>
              </a:ext>
            </a:extLst>
          </p:cNvPr>
          <p:cNvSpPr>
            <a:spLocks noGrp="1"/>
          </p:cNvSpPr>
          <p:nvPr/>
        </p:nvSpPr>
        <p:spPr>
          <a:xfrm>
            <a:off x="7173144" y="23829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475"/>
          </a:solidFill>
          <a:ln w="7855">
            <a:solidFill>
              <a:srgbClr val="482475"/>
            </a:solidFill>
            <a:prstDash val="solid"/>
          </a:ln>
        </p:spPr>
      </p:sp>
      <p:sp>
        <p:nvSpPr>
          <p:cNvPr id="346" name="d_small_paired_3414">
            <a:extLst>
              <a:ext uri="{FF2B5EF4-FFF2-40B4-BE49-F238E27FC236}">
                <a16:creationId xmlns:a16="http://schemas.microsoft.com/office/drawing/2014/main" id="{FCA82728-DE61-4AFB-AB68-37364FCB021B}"/>
              </a:ext>
            </a:extLst>
          </p:cNvPr>
          <p:cNvSpPr>
            <a:spLocks noGrp="1"/>
          </p:cNvSpPr>
          <p:nvPr/>
        </p:nvSpPr>
        <p:spPr>
          <a:xfrm>
            <a:off x="7173144" y="236413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374"/>
          </a:solidFill>
          <a:ln w="7855">
            <a:solidFill>
              <a:srgbClr val="482374"/>
            </a:solidFill>
            <a:prstDash val="solid"/>
          </a:ln>
        </p:spPr>
      </p:sp>
      <p:sp>
        <p:nvSpPr>
          <p:cNvPr id="347" name="d_small_paired_3415">
            <a:extLst>
              <a:ext uri="{FF2B5EF4-FFF2-40B4-BE49-F238E27FC236}">
                <a16:creationId xmlns:a16="http://schemas.microsoft.com/office/drawing/2014/main" id="{3C80FCA6-DA74-43C3-A6C6-9C9604A03331}"/>
              </a:ext>
            </a:extLst>
          </p:cNvPr>
          <p:cNvSpPr>
            <a:spLocks noGrp="1"/>
          </p:cNvSpPr>
          <p:nvPr/>
        </p:nvSpPr>
        <p:spPr>
          <a:xfrm>
            <a:off x="7173144" y="23453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173"/>
          </a:solidFill>
          <a:ln w="7855">
            <a:solidFill>
              <a:srgbClr val="482173"/>
            </a:solidFill>
            <a:prstDash val="solid"/>
          </a:ln>
        </p:spPr>
      </p:sp>
      <p:sp>
        <p:nvSpPr>
          <p:cNvPr id="348" name="d_small_paired_3416">
            <a:extLst>
              <a:ext uri="{FF2B5EF4-FFF2-40B4-BE49-F238E27FC236}">
                <a16:creationId xmlns:a16="http://schemas.microsoft.com/office/drawing/2014/main" id="{4FD655C3-25A6-432C-882B-104F22F8B5B4}"/>
              </a:ext>
            </a:extLst>
          </p:cNvPr>
          <p:cNvSpPr>
            <a:spLocks noGrp="1"/>
          </p:cNvSpPr>
          <p:nvPr/>
        </p:nvSpPr>
        <p:spPr>
          <a:xfrm>
            <a:off x="7173144" y="23264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071"/>
          </a:solidFill>
          <a:ln w="7855">
            <a:solidFill>
              <a:srgbClr val="482071"/>
            </a:solidFill>
            <a:prstDash val="solid"/>
          </a:ln>
        </p:spPr>
      </p:sp>
      <p:sp>
        <p:nvSpPr>
          <p:cNvPr id="349" name="d_small_paired_3417">
            <a:extLst>
              <a:ext uri="{FF2B5EF4-FFF2-40B4-BE49-F238E27FC236}">
                <a16:creationId xmlns:a16="http://schemas.microsoft.com/office/drawing/2014/main" id="{FA68E6FE-BFD2-411A-BD94-331029E1B19F}"/>
              </a:ext>
            </a:extLst>
          </p:cNvPr>
          <p:cNvSpPr>
            <a:spLocks noGrp="1"/>
          </p:cNvSpPr>
          <p:nvPr/>
        </p:nvSpPr>
        <p:spPr>
          <a:xfrm>
            <a:off x="7173144" y="23076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F70"/>
          </a:solidFill>
          <a:ln w="7855">
            <a:solidFill>
              <a:srgbClr val="481F70"/>
            </a:solidFill>
            <a:prstDash val="solid"/>
          </a:ln>
        </p:spPr>
      </p:sp>
      <p:sp>
        <p:nvSpPr>
          <p:cNvPr id="350" name="d_small_paired_3418">
            <a:extLst>
              <a:ext uri="{FF2B5EF4-FFF2-40B4-BE49-F238E27FC236}">
                <a16:creationId xmlns:a16="http://schemas.microsoft.com/office/drawing/2014/main" id="{D628FC29-0330-42BA-A2DD-EA7714C27C7A}"/>
              </a:ext>
            </a:extLst>
          </p:cNvPr>
          <p:cNvSpPr>
            <a:spLocks noGrp="1"/>
          </p:cNvSpPr>
          <p:nvPr/>
        </p:nvSpPr>
        <p:spPr>
          <a:xfrm>
            <a:off x="7173144" y="22888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D6F"/>
          </a:solidFill>
          <a:ln w="7855">
            <a:solidFill>
              <a:srgbClr val="481D6F"/>
            </a:solidFill>
            <a:prstDash val="solid"/>
          </a:ln>
        </p:spPr>
      </p:sp>
      <p:sp>
        <p:nvSpPr>
          <p:cNvPr id="351" name="d_small_paired_3419">
            <a:extLst>
              <a:ext uri="{FF2B5EF4-FFF2-40B4-BE49-F238E27FC236}">
                <a16:creationId xmlns:a16="http://schemas.microsoft.com/office/drawing/2014/main" id="{DCF253C6-4A6F-4AF5-9995-70B078716753}"/>
              </a:ext>
            </a:extLst>
          </p:cNvPr>
          <p:cNvSpPr>
            <a:spLocks noGrp="1"/>
          </p:cNvSpPr>
          <p:nvPr/>
        </p:nvSpPr>
        <p:spPr>
          <a:xfrm>
            <a:off x="7173144" y="22699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C6E"/>
          </a:solidFill>
          <a:ln w="7855">
            <a:solidFill>
              <a:srgbClr val="481C6E"/>
            </a:solidFill>
            <a:prstDash val="solid"/>
          </a:ln>
        </p:spPr>
      </p:sp>
      <p:sp>
        <p:nvSpPr>
          <p:cNvPr id="352" name="d_small_paired_3420">
            <a:extLst>
              <a:ext uri="{FF2B5EF4-FFF2-40B4-BE49-F238E27FC236}">
                <a16:creationId xmlns:a16="http://schemas.microsoft.com/office/drawing/2014/main" id="{91524352-F695-45D0-98F0-689108A4E6C9}"/>
              </a:ext>
            </a:extLst>
          </p:cNvPr>
          <p:cNvSpPr>
            <a:spLocks noGrp="1"/>
          </p:cNvSpPr>
          <p:nvPr/>
        </p:nvSpPr>
        <p:spPr>
          <a:xfrm>
            <a:off x="7173144" y="22511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B6D"/>
          </a:solidFill>
          <a:ln w="7855">
            <a:solidFill>
              <a:srgbClr val="481B6D"/>
            </a:solidFill>
            <a:prstDash val="solid"/>
          </a:ln>
        </p:spPr>
      </p:sp>
      <p:sp>
        <p:nvSpPr>
          <p:cNvPr id="353" name="d_small_paired_3421">
            <a:extLst>
              <a:ext uri="{FF2B5EF4-FFF2-40B4-BE49-F238E27FC236}">
                <a16:creationId xmlns:a16="http://schemas.microsoft.com/office/drawing/2014/main" id="{73E7CE80-9448-44AC-95CC-8CA6F15779E1}"/>
              </a:ext>
            </a:extLst>
          </p:cNvPr>
          <p:cNvSpPr>
            <a:spLocks noGrp="1"/>
          </p:cNvSpPr>
          <p:nvPr/>
        </p:nvSpPr>
        <p:spPr>
          <a:xfrm>
            <a:off x="7173144" y="22323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A6C"/>
          </a:solidFill>
          <a:ln w="7855">
            <a:solidFill>
              <a:srgbClr val="481A6C"/>
            </a:solidFill>
            <a:prstDash val="solid"/>
          </a:ln>
        </p:spPr>
      </p:sp>
      <p:sp>
        <p:nvSpPr>
          <p:cNvPr id="354" name="d_small_paired_3422">
            <a:extLst>
              <a:ext uri="{FF2B5EF4-FFF2-40B4-BE49-F238E27FC236}">
                <a16:creationId xmlns:a16="http://schemas.microsoft.com/office/drawing/2014/main" id="{9EC1A8CE-78DA-4668-BB72-DFD8407A193D}"/>
              </a:ext>
            </a:extLst>
          </p:cNvPr>
          <p:cNvSpPr>
            <a:spLocks noGrp="1"/>
          </p:cNvSpPr>
          <p:nvPr/>
        </p:nvSpPr>
        <p:spPr>
          <a:xfrm>
            <a:off x="7173144" y="22134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86A"/>
          </a:solidFill>
          <a:ln w="7855">
            <a:solidFill>
              <a:srgbClr val="48186A"/>
            </a:solidFill>
            <a:prstDash val="solid"/>
          </a:ln>
        </p:spPr>
      </p:sp>
      <p:sp>
        <p:nvSpPr>
          <p:cNvPr id="355" name="d_small_paired_3423">
            <a:extLst>
              <a:ext uri="{FF2B5EF4-FFF2-40B4-BE49-F238E27FC236}">
                <a16:creationId xmlns:a16="http://schemas.microsoft.com/office/drawing/2014/main" id="{E3ADD0FA-204E-4AEB-A502-091FEAB8EDFD}"/>
              </a:ext>
            </a:extLst>
          </p:cNvPr>
          <p:cNvSpPr>
            <a:spLocks noGrp="1"/>
          </p:cNvSpPr>
          <p:nvPr/>
        </p:nvSpPr>
        <p:spPr>
          <a:xfrm>
            <a:off x="7173144" y="219464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769"/>
          </a:solidFill>
          <a:ln w="7855">
            <a:solidFill>
              <a:srgbClr val="481769"/>
            </a:solidFill>
            <a:prstDash val="solid"/>
          </a:ln>
        </p:spPr>
      </p:sp>
      <p:sp>
        <p:nvSpPr>
          <p:cNvPr id="356" name="d_small_paired_3424">
            <a:extLst>
              <a:ext uri="{FF2B5EF4-FFF2-40B4-BE49-F238E27FC236}">
                <a16:creationId xmlns:a16="http://schemas.microsoft.com/office/drawing/2014/main" id="{3ABC25B7-4D8E-4D58-A91B-BD51FA8DFE55}"/>
              </a:ext>
            </a:extLst>
          </p:cNvPr>
          <p:cNvSpPr>
            <a:spLocks noGrp="1"/>
          </p:cNvSpPr>
          <p:nvPr/>
        </p:nvSpPr>
        <p:spPr>
          <a:xfrm>
            <a:off x="7173144" y="217580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668"/>
          </a:solidFill>
          <a:ln w="7855">
            <a:solidFill>
              <a:srgbClr val="481668"/>
            </a:solidFill>
            <a:prstDash val="solid"/>
          </a:ln>
        </p:spPr>
      </p:sp>
      <p:sp>
        <p:nvSpPr>
          <p:cNvPr id="357" name="d_small_paired_3425">
            <a:extLst>
              <a:ext uri="{FF2B5EF4-FFF2-40B4-BE49-F238E27FC236}">
                <a16:creationId xmlns:a16="http://schemas.microsoft.com/office/drawing/2014/main" id="{D8551CE0-C85E-46F4-B242-9EA581C8F9BD}"/>
              </a:ext>
            </a:extLst>
          </p:cNvPr>
          <p:cNvSpPr>
            <a:spLocks noGrp="1"/>
          </p:cNvSpPr>
          <p:nvPr/>
        </p:nvSpPr>
        <p:spPr>
          <a:xfrm>
            <a:off x="7173144" y="21569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467"/>
          </a:solidFill>
          <a:ln w="7855">
            <a:solidFill>
              <a:srgbClr val="481467"/>
            </a:solidFill>
            <a:prstDash val="solid"/>
          </a:ln>
        </p:spPr>
      </p:sp>
      <p:sp>
        <p:nvSpPr>
          <p:cNvPr id="358" name="d_small_paired_3426">
            <a:extLst>
              <a:ext uri="{FF2B5EF4-FFF2-40B4-BE49-F238E27FC236}">
                <a16:creationId xmlns:a16="http://schemas.microsoft.com/office/drawing/2014/main" id="{7464F5D5-0D58-4002-8F39-616F8DF141EA}"/>
              </a:ext>
            </a:extLst>
          </p:cNvPr>
          <p:cNvSpPr>
            <a:spLocks noGrp="1"/>
          </p:cNvSpPr>
          <p:nvPr/>
        </p:nvSpPr>
        <p:spPr>
          <a:xfrm>
            <a:off x="7173144" y="21381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1365"/>
          </a:solidFill>
          <a:ln w="7855">
            <a:solidFill>
              <a:srgbClr val="471365"/>
            </a:solidFill>
            <a:prstDash val="solid"/>
          </a:ln>
        </p:spPr>
      </p:sp>
      <p:sp>
        <p:nvSpPr>
          <p:cNvPr id="359" name="d_small_paired_3427">
            <a:extLst>
              <a:ext uri="{FF2B5EF4-FFF2-40B4-BE49-F238E27FC236}">
                <a16:creationId xmlns:a16="http://schemas.microsoft.com/office/drawing/2014/main" id="{D582CF1B-6AF4-42AA-A58D-9B66BC46883A}"/>
              </a:ext>
            </a:extLst>
          </p:cNvPr>
          <p:cNvSpPr>
            <a:spLocks noGrp="1"/>
          </p:cNvSpPr>
          <p:nvPr/>
        </p:nvSpPr>
        <p:spPr>
          <a:xfrm>
            <a:off x="7173144" y="211930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1164"/>
          </a:solidFill>
          <a:ln w="7855">
            <a:solidFill>
              <a:srgbClr val="471164"/>
            </a:solidFill>
            <a:prstDash val="solid"/>
          </a:ln>
        </p:spPr>
      </p:sp>
      <p:sp>
        <p:nvSpPr>
          <p:cNvPr id="360" name="d_small_paired_3428">
            <a:extLst>
              <a:ext uri="{FF2B5EF4-FFF2-40B4-BE49-F238E27FC236}">
                <a16:creationId xmlns:a16="http://schemas.microsoft.com/office/drawing/2014/main" id="{10B4E223-57E7-4C40-A416-E9ED77A6D87D}"/>
              </a:ext>
            </a:extLst>
          </p:cNvPr>
          <p:cNvSpPr>
            <a:spLocks noGrp="1"/>
          </p:cNvSpPr>
          <p:nvPr/>
        </p:nvSpPr>
        <p:spPr>
          <a:xfrm>
            <a:off x="7173144" y="21004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1063"/>
          </a:solidFill>
          <a:ln w="7855">
            <a:solidFill>
              <a:srgbClr val="471063"/>
            </a:solidFill>
            <a:prstDash val="solid"/>
          </a:ln>
        </p:spPr>
      </p:sp>
      <p:sp>
        <p:nvSpPr>
          <p:cNvPr id="361" name="d_small_paired_3429">
            <a:extLst>
              <a:ext uri="{FF2B5EF4-FFF2-40B4-BE49-F238E27FC236}">
                <a16:creationId xmlns:a16="http://schemas.microsoft.com/office/drawing/2014/main" id="{2DD36E1F-506B-4E63-89D5-C687FFA49852}"/>
              </a:ext>
            </a:extLst>
          </p:cNvPr>
          <p:cNvSpPr>
            <a:spLocks noGrp="1"/>
          </p:cNvSpPr>
          <p:nvPr/>
        </p:nvSpPr>
        <p:spPr>
          <a:xfrm>
            <a:off x="7173144" y="20816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0E61"/>
          </a:solidFill>
          <a:ln w="7855">
            <a:solidFill>
              <a:srgbClr val="470E61"/>
            </a:solidFill>
            <a:prstDash val="solid"/>
          </a:ln>
        </p:spPr>
      </p:sp>
      <p:sp>
        <p:nvSpPr>
          <p:cNvPr id="362" name="d_small_paired_3430">
            <a:extLst>
              <a:ext uri="{FF2B5EF4-FFF2-40B4-BE49-F238E27FC236}">
                <a16:creationId xmlns:a16="http://schemas.microsoft.com/office/drawing/2014/main" id="{81C6E55E-075B-4EA1-9EB6-4C1762EA8C50}"/>
              </a:ext>
            </a:extLst>
          </p:cNvPr>
          <p:cNvSpPr>
            <a:spLocks noGrp="1"/>
          </p:cNvSpPr>
          <p:nvPr/>
        </p:nvSpPr>
        <p:spPr>
          <a:xfrm>
            <a:off x="7173144" y="206280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0D60"/>
          </a:solidFill>
          <a:ln w="7855">
            <a:solidFill>
              <a:srgbClr val="470D60"/>
            </a:solidFill>
            <a:prstDash val="solid"/>
          </a:ln>
        </p:spPr>
      </p:sp>
      <p:sp>
        <p:nvSpPr>
          <p:cNvPr id="363" name="d_small_paired_3431">
            <a:extLst>
              <a:ext uri="{FF2B5EF4-FFF2-40B4-BE49-F238E27FC236}">
                <a16:creationId xmlns:a16="http://schemas.microsoft.com/office/drawing/2014/main" id="{A5F0C2AA-CFCF-420F-8468-E7467F4249A9}"/>
              </a:ext>
            </a:extLst>
          </p:cNvPr>
          <p:cNvSpPr>
            <a:spLocks noGrp="1"/>
          </p:cNvSpPr>
          <p:nvPr/>
        </p:nvSpPr>
        <p:spPr>
          <a:xfrm>
            <a:off x="7173144" y="20439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B5E"/>
          </a:solidFill>
          <a:ln w="7855">
            <a:solidFill>
              <a:srgbClr val="460B5E"/>
            </a:solidFill>
            <a:prstDash val="solid"/>
          </a:ln>
        </p:spPr>
      </p:sp>
      <p:sp>
        <p:nvSpPr>
          <p:cNvPr id="364" name="d_small_paired_3432">
            <a:extLst>
              <a:ext uri="{FF2B5EF4-FFF2-40B4-BE49-F238E27FC236}">
                <a16:creationId xmlns:a16="http://schemas.microsoft.com/office/drawing/2014/main" id="{34ADD734-CEED-4AA3-812D-94A133D7F1BE}"/>
              </a:ext>
            </a:extLst>
          </p:cNvPr>
          <p:cNvSpPr>
            <a:spLocks noGrp="1"/>
          </p:cNvSpPr>
          <p:nvPr/>
        </p:nvSpPr>
        <p:spPr>
          <a:xfrm>
            <a:off x="7173144" y="20251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A5D"/>
          </a:solidFill>
          <a:ln w="7855">
            <a:solidFill>
              <a:srgbClr val="460A5D"/>
            </a:solidFill>
            <a:prstDash val="solid"/>
          </a:ln>
        </p:spPr>
      </p:sp>
      <p:sp>
        <p:nvSpPr>
          <p:cNvPr id="365" name="d_small_paired_3433">
            <a:extLst>
              <a:ext uri="{FF2B5EF4-FFF2-40B4-BE49-F238E27FC236}">
                <a16:creationId xmlns:a16="http://schemas.microsoft.com/office/drawing/2014/main" id="{D9B79480-C246-4F82-9AC9-55BB4ED9CC6D}"/>
              </a:ext>
            </a:extLst>
          </p:cNvPr>
          <p:cNvSpPr>
            <a:spLocks noGrp="1"/>
          </p:cNvSpPr>
          <p:nvPr/>
        </p:nvSpPr>
        <p:spPr>
          <a:xfrm>
            <a:off x="7173144" y="20063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85C"/>
          </a:solidFill>
          <a:ln w="7855">
            <a:solidFill>
              <a:srgbClr val="46085C"/>
            </a:solidFill>
            <a:prstDash val="solid"/>
          </a:ln>
        </p:spPr>
      </p:sp>
      <p:sp>
        <p:nvSpPr>
          <p:cNvPr id="366" name="d_small_paired_3434">
            <a:extLst>
              <a:ext uri="{FF2B5EF4-FFF2-40B4-BE49-F238E27FC236}">
                <a16:creationId xmlns:a16="http://schemas.microsoft.com/office/drawing/2014/main" id="{DD0C86EE-1BEA-4FB2-AA9B-E4A69A99A1A8}"/>
              </a:ext>
            </a:extLst>
          </p:cNvPr>
          <p:cNvSpPr>
            <a:spLocks noGrp="1"/>
          </p:cNvSpPr>
          <p:nvPr/>
        </p:nvSpPr>
        <p:spPr>
          <a:xfrm>
            <a:off x="7173144" y="19874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75A"/>
          </a:solidFill>
          <a:ln w="7855">
            <a:solidFill>
              <a:srgbClr val="46075A"/>
            </a:solidFill>
            <a:prstDash val="solid"/>
          </a:ln>
        </p:spPr>
      </p:sp>
      <p:sp>
        <p:nvSpPr>
          <p:cNvPr id="367" name="d_small_paired_3435">
            <a:extLst>
              <a:ext uri="{FF2B5EF4-FFF2-40B4-BE49-F238E27FC236}">
                <a16:creationId xmlns:a16="http://schemas.microsoft.com/office/drawing/2014/main" id="{F721E2CB-4552-493D-A223-2BF1D89F7F10}"/>
              </a:ext>
            </a:extLst>
          </p:cNvPr>
          <p:cNvSpPr>
            <a:spLocks noGrp="1"/>
          </p:cNvSpPr>
          <p:nvPr/>
        </p:nvSpPr>
        <p:spPr>
          <a:xfrm>
            <a:off x="7173144" y="19686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0559"/>
          </a:solidFill>
          <a:ln w="7855">
            <a:solidFill>
              <a:srgbClr val="450559"/>
            </a:solidFill>
            <a:prstDash val="solid"/>
          </a:ln>
        </p:spPr>
      </p:sp>
      <p:sp>
        <p:nvSpPr>
          <p:cNvPr id="368" name="d_small_paired_3436">
            <a:extLst>
              <a:ext uri="{FF2B5EF4-FFF2-40B4-BE49-F238E27FC236}">
                <a16:creationId xmlns:a16="http://schemas.microsoft.com/office/drawing/2014/main" id="{71397271-7A8C-48B0-8DFB-06224DD816B8}"/>
              </a:ext>
            </a:extLst>
          </p:cNvPr>
          <p:cNvSpPr>
            <a:spLocks noGrp="1"/>
          </p:cNvSpPr>
          <p:nvPr/>
        </p:nvSpPr>
        <p:spPr>
          <a:xfrm>
            <a:off x="7173144" y="19498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0457"/>
          </a:solidFill>
          <a:ln w="7855">
            <a:solidFill>
              <a:srgbClr val="450457"/>
            </a:solidFill>
            <a:prstDash val="solid"/>
          </a:ln>
        </p:spPr>
      </p:sp>
      <p:sp>
        <p:nvSpPr>
          <p:cNvPr id="369" name="d_small_paired_3437">
            <a:extLst>
              <a:ext uri="{FF2B5EF4-FFF2-40B4-BE49-F238E27FC236}">
                <a16:creationId xmlns:a16="http://schemas.microsoft.com/office/drawing/2014/main" id="{D1D5113C-433E-4FF7-BF3D-BC8B43D435C1}"/>
              </a:ext>
            </a:extLst>
          </p:cNvPr>
          <p:cNvSpPr>
            <a:spLocks noGrp="1"/>
          </p:cNvSpPr>
          <p:nvPr/>
        </p:nvSpPr>
        <p:spPr>
          <a:xfrm>
            <a:off x="7173144" y="193097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0256"/>
          </a:solidFill>
          <a:ln w="7855">
            <a:solidFill>
              <a:srgbClr val="440256"/>
            </a:solidFill>
            <a:prstDash val="solid"/>
          </a:ln>
        </p:spPr>
      </p:sp>
      <p:sp>
        <p:nvSpPr>
          <p:cNvPr id="370" name="d_small_paired_3438">
            <a:extLst>
              <a:ext uri="{FF2B5EF4-FFF2-40B4-BE49-F238E27FC236}">
                <a16:creationId xmlns:a16="http://schemas.microsoft.com/office/drawing/2014/main" id="{F2DB8991-8278-46B9-9609-C13A0BF09409}"/>
              </a:ext>
            </a:extLst>
          </p:cNvPr>
          <p:cNvSpPr>
            <a:spLocks noGrp="1"/>
          </p:cNvSpPr>
          <p:nvPr/>
        </p:nvSpPr>
        <p:spPr>
          <a:xfrm>
            <a:off x="7173144" y="191214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0154"/>
          </a:solidFill>
          <a:ln w="7855">
            <a:solidFill>
              <a:srgbClr val="440154"/>
            </a:solidFill>
            <a:prstDash val="solid"/>
          </a:ln>
        </p:spPr>
      </p:sp>
      <p:sp>
        <p:nvSpPr>
          <p:cNvPr id="371" name="d_small_paired_3439">
            <a:extLst>
              <a:ext uri="{FF2B5EF4-FFF2-40B4-BE49-F238E27FC236}">
                <a16:creationId xmlns:a16="http://schemas.microsoft.com/office/drawing/2014/main" id="{423AFB5C-2BF7-489E-8E67-1C6EA5D37D22}"/>
              </a:ext>
            </a:extLst>
          </p:cNvPr>
          <p:cNvSpPr>
            <a:spLocks noGrp="1"/>
          </p:cNvSpPr>
          <p:nvPr/>
        </p:nvSpPr>
        <p:spPr>
          <a:xfrm>
            <a:off x="7281729" y="673343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372" name="text_3440">
            <a:extLst>
              <a:ext uri="{FF2B5EF4-FFF2-40B4-BE49-F238E27FC236}">
                <a16:creationId xmlns:a16="http://schemas.microsoft.com/office/drawing/2014/main" id="{91C1A9D7-3EA0-46B6-977D-80F0BF9045CF}"/>
              </a:ext>
            </a:extLst>
          </p:cNvPr>
          <p:cNvSpPr>
            <a:spLocks noGrp="1"/>
          </p:cNvSpPr>
          <p:nvPr/>
        </p:nvSpPr>
        <p:spPr>
          <a:xfrm>
            <a:off x="7509518" y="661463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73" name="d_small_paired_3441">
            <a:extLst>
              <a:ext uri="{FF2B5EF4-FFF2-40B4-BE49-F238E27FC236}">
                <a16:creationId xmlns:a16="http://schemas.microsoft.com/office/drawing/2014/main" id="{7D32A410-366B-49C8-9882-3D54C58DD4F4}"/>
              </a:ext>
            </a:extLst>
          </p:cNvPr>
          <p:cNvSpPr>
            <a:spLocks noGrp="1"/>
          </p:cNvSpPr>
          <p:nvPr/>
        </p:nvSpPr>
        <p:spPr>
          <a:xfrm>
            <a:off x="7281729" y="5126335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374" name="text_3442">
            <a:extLst>
              <a:ext uri="{FF2B5EF4-FFF2-40B4-BE49-F238E27FC236}">
                <a16:creationId xmlns:a16="http://schemas.microsoft.com/office/drawing/2014/main" id="{792CC304-B46C-4609-BBCA-ACB2F0205AB3}"/>
              </a:ext>
            </a:extLst>
          </p:cNvPr>
          <p:cNvSpPr>
            <a:spLocks noGrp="1"/>
          </p:cNvSpPr>
          <p:nvPr/>
        </p:nvSpPr>
        <p:spPr>
          <a:xfrm>
            <a:off x="7509518" y="5007540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375" name="d_small_paired_3443">
            <a:extLst>
              <a:ext uri="{FF2B5EF4-FFF2-40B4-BE49-F238E27FC236}">
                <a16:creationId xmlns:a16="http://schemas.microsoft.com/office/drawing/2014/main" id="{7C958E9B-092E-44AD-8EEE-212C51775D82}"/>
              </a:ext>
            </a:extLst>
          </p:cNvPr>
          <p:cNvSpPr>
            <a:spLocks noGrp="1"/>
          </p:cNvSpPr>
          <p:nvPr/>
        </p:nvSpPr>
        <p:spPr>
          <a:xfrm>
            <a:off x="7281729" y="3519239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376" name="text_3444">
            <a:extLst>
              <a:ext uri="{FF2B5EF4-FFF2-40B4-BE49-F238E27FC236}">
                <a16:creationId xmlns:a16="http://schemas.microsoft.com/office/drawing/2014/main" id="{31926E7D-39AA-4E2A-9CAF-75310562EEA1}"/>
              </a:ext>
            </a:extLst>
          </p:cNvPr>
          <p:cNvSpPr>
            <a:spLocks noGrp="1"/>
          </p:cNvSpPr>
          <p:nvPr/>
        </p:nvSpPr>
        <p:spPr>
          <a:xfrm>
            <a:off x="7509518" y="3400445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377" name="d_small_paired_3445">
            <a:extLst>
              <a:ext uri="{FF2B5EF4-FFF2-40B4-BE49-F238E27FC236}">
                <a16:creationId xmlns:a16="http://schemas.microsoft.com/office/drawing/2014/main" id="{7431D115-BBF7-4E29-9335-B2F8B5ABB2B5}"/>
              </a:ext>
            </a:extLst>
          </p:cNvPr>
          <p:cNvSpPr>
            <a:spLocks noGrp="1"/>
          </p:cNvSpPr>
          <p:nvPr/>
        </p:nvSpPr>
        <p:spPr>
          <a:xfrm>
            <a:off x="7281729" y="1912144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378" name="text_3446">
            <a:extLst>
              <a:ext uri="{FF2B5EF4-FFF2-40B4-BE49-F238E27FC236}">
                <a16:creationId xmlns:a16="http://schemas.microsoft.com/office/drawing/2014/main" id="{F9B297D4-5A0C-4051-8840-7EAC7128EB57}"/>
              </a:ext>
            </a:extLst>
          </p:cNvPr>
          <p:cNvSpPr>
            <a:spLocks noGrp="1"/>
          </p:cNvSpPr>
          <p:nvPr/>
        </p:nvSpPr>
        <p:spPr>
          <a:xfrm>
            <a:off x="7509518" y="1793349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379" name="text_3447">
            <a:extLst>
              <a:ext uri="{FF2B5EF4-FFF2-40B4-BE49-F238E27FC236}">
                <a16:creationId xmlns:a16="http://schemas.microsoft.com/office/drawing/2014/main" id="{C547E65C-52C0-4F38-9B55-9BDE76348F17}"/>
              </a:ext>
            </a:extLst>
          </p:cNvPr>
          <p:cNvSpPr>
            <a:spLocks noGrp="1"/>
          </p:cNvSpPr>
          <p:nvPr/>
        </p:nvSpPr>
        <p:spPr>
          <a:xfrm rot="-5400000">
            <a:off x="7254881" y="4131326"/>
            <a:ext cx="1960288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380" name="text_3448">
            <a:extLst>
              <a:ext uri="{FF2B5EF4-FFF2-40B4-BE49-F238E27FC236}">
                <a16:creationId xmlns:a16="http://schemas.microsoft.com/office/drawing/2014/main" id="{E93C12B1-0469-4F1A-89E7-1EFDC2E568B0}"/>
              </a:ext>
            </a:extLst>
          </p:cNvPr>
          <p:cNvSpPr>
            <a:spLocks noGrp="1"/>
          </p:cNvSpPr>
          <p:nvPr/>
        </p:nvSpPr>
        <p:spPr>
          <a:xfrm>
            <a:off x="1685925" y="873537"/>
            <a:ext cx="4881553" cy="466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938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8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PRAUC · τ = 0.3</a:t>
            </a:r>
          </a:p>
        </p:txBody>
      </p:sp>
      <p:sp>
        <p:nvSpPr>
          <p:cNvPr id="381" name="text_3449">
            <a:extLst>
              <a:ext uri="{FF2B5EF4-FFF2-40B4-BE49-F238E27FC236}">
                <a16:creationId xmlns:a16="http://schemas.microsoft.com/office/drawing/2014/main" id="{05757941-3DBE-405D-923F-019873FA938E}"/>
              </a:ext>
            </a:extLst>
          </p:cNvPr>
          <p:cNvSpPr>
            <a:spLocks noGrp="1"/>
          </p:cNvSpPr>
          <p:nvPr/>
        </p:nvSpPr>
        <p:spPr>
          <a:xfrm>
            <a:off x="1685925" y="1320205"/>
            <a:ext cx="2896456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Small molecules only</a:t>
            </a:r>
          </a:p>
        </p:txBody>
      </p:sp>
    </p:spTree>
    <p:extLst>
      <p:ext uri="{BB962C8B-B14F-4D97-AF65-F5344CB8AC3E}">
        <p14:creationId xmlns:p14="http://schemas.microsoft.com/office/powerpoint/2010/main" val="2223322441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" name="e_full_violin_3450">
            <a:extLst>
              <a:ext uri="{FF2B5EF4-FFF2-40B4-BE49-F238E27FC236}">
                <a16:creationId xmlns:a16="http://schemas.microsoft.com/office/drawing/2014/main" id="{E450B7D9-0F6C-495C-870A-3AE42D1AC647}"/>
              </a:ext>
            </a:extLst>
          </p:cNvPr>
          <p:cNvSpPr>
            <a:spLocks noGrp="1"/>
          </p:cNvSpPr>
          <p:nvPr/>
        </p:nvSpPr>
        <p:spPr>
          <a:xfrm>
            <a:off x="238125" y="512415"/>
            <a:ext cx="9048750" cy="7776270"/>
          </a:xfrm>
          <a:custGeom>
            <a:avLst/>
            <a:gdLst/>
            <a:ahLst/>
            <a:cxnLst/>
            <a:rect l="0" t="0" r="0" b="0"/>
            <a:pathLst>
              <a:path w="9048750" h="7776270">
                <a:moveTo>
                  <a:pt x="0" y="7776270"/>
                </a:moveTo>
                <a:lnTo>
                  <a:pt x="9048750" y="7776270"/>
                </a:lnTo>
                <a:lnTo>
                  <a:pt x="9048750" y="0"/>
                </a:lnTo>
                <a:lnTo>
                  <a:pt x="0" y="0"/>
                </a:lnTo>
                <a:lnTo>
                  <a:pt x="0" y="777627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e_full_violin_3451">
            <a:extLst>
              <a:ext uri="{FF2B5EF4-FFF2-40B4-BE49-F238E27FC236}">
                <a16:creationId xmlns:a16="http://schemas.microsoft.com/office/drawing/2014/main" id="{48DAE37E-ED1D-4735-BA48-7EA14C86B22F}"/>
              </a:ext>
            </a:extLst>
          </p:cNvPr>
          <p:cNvSpPr>
            <a:spLocks noGrp="1"/>
          </p:cNvSpPr>
          <p:nvPr/>
        </p:nvSpPr>
        <p:spPr>
          <a:xfrm>
            <a:off x="1685925" y="2378720"/>
            <a:ext cx="7239000" cy="3888135"/>
          </a:xfrm>
          <a:custGeom>
            <a:avLst/>
            <a:gdLst/>
            <a:ahLst/>
            <a:cxnLst/>
            <a:rect l="0" t="0" r="0" b="0"/>
            <a:pathLst>
              <a:path w="7239000" h="3888135">
                <a:moveTo>
                  <a:pt x="0" y="3888135"/>
                </a:moveTo>
                <a:lnTo>
                  <a:pt x="7239000" y="3888135"/>
                </a:lnTo>
                <a:lnTo>
                  <a:pt x="7239000" y="0"/>
                </a:lnTo>
                <a:lnTo>
                  <a:pt x="0" y="0"/>
                </a:lnTo>
                <a:lnTo>
                  <a:pt x="0" y="3888135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text_3452">
            <a:extLst>
              <a:ext uri="{FF2B5EF4-FFF2-40B4-BE49-F238E27FC236}">
                <a16:creationId xmlns:a16="http://schemas.microsoft.com/office/drawing/2014/main" id="{07ED3E24-1E52-4DFE-9768-D40584F62EE7}"/>
              </a:ext>
            </a:extLst>
          </p:cNvPr>
          <p:cNvSpPr>
            <a:spLocks noGrp="1"/>
          </p:cNvSpPr>
          <p:nvPr/>
        </p:nvSpPr>
        <p:spPr>
          <a:xfrm>
            <a:off x="2734794" y="6442821"/>
            <a:ext cx="1150102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Precision</a:t>
            </a:r>
          </a:p>
        </p:txBody>
      </p:sp>
      <p:sp>
        <p:nvSpPr>
          <p:cNvPr id="4" name="text_3453">
            <a:extLst>
              <a:ext uri="{FF2B5EF4-FFF2-40B4-BE49-F238E27FC236}">
                <a16:creationId xmlns:a16="http://schemas.microsoft.com/office/drawing/2014/main" id="{014E22D7-B73B-459B-A70C-00DDBBC7BE9A}"/>
              </a:ext>
            </a:extLst>
          </p:cNvPr>
          <p:cNvSpPr>
            <a:spLocks noGrp="1"/>
          </p:cNvSpPr>
          <p:nvPr/>
        </p:nvSpPr>
        <p:spPr>
          <a:xfrm>
            <a:off x="6928962" y="6442821"/>
            <a:ext cx="783361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Recall</a:t>
            </a:r>
          </a:p>
        </p:txBody>
      </p:sp>
      <p:sp>
        <p:nvSpPr>
          <p:cNvPr id="5" name="e_full_violin_3454">
            <a:extLst>
              <a:ext uri="{FF2B5EF4-FFF2-40B4-BE49-F238E27FC236}">
                <a16:creationId xmlns:a16="http://schemas.microsoft.com/office/drawing/2014/main" id="{9DA6203B-9548-4403-B7E8-BD7BC8BB1E07}"/>
              </a:ext>
            </a:extLst>
          </p:cNvPr>
          <p:cNvSpPr>
            <a:spLocks noGrp="1"/>
          </p:cNvSpPr>
          <p:nvPr/>
        </p:nvSpPr>
        <p:spPr>
          <a:xfrm>
            <a:off x="1685925" y="6174719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6" name="e_full_violin_3455">
            <a:extLst>
              <a:ext uri="{FF2B5EF4-FFF2-40B4-BE49-F238E27FC236}">
                <a16:creationId xmlns:a16="http://schemas.microsoft.com/office/drawing/2014/main" id="{AB49C228-A852-47CE-95DE-FE87ADFD0E89}"/>
              </a:ext>
            </a:extLst>
          </p:cNvPr>
          <p:cNvSpPr>
            <a:spLocks noGrp="1"/>
          </p:cNvSpPr>
          <p:nvPr/>
        </p:nvSpPr>
        <p:spPr>
          <a:xfrm>
            <a:off x="1595595" y="6174719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7" name="text_3456">
            <a:extLst>
              <a:ext uri="{FF2B5EF4-FFF2-40B4-BE49-F238E27FC236}">
                <a16:creationId xmlns:a16="http://schemas.microsoft.com/office/drawing/2014/main" id="{C89476BD-46D3-4AFE-8131-E40EE945271A}"/>
              </a:ext>
            </a:extLst>
          </p:cNvPr>
          <p:cNvSpPr>
            <a:spLocks noGrp="1"/>
          </p:cNvSpPr>
          <p:nvPr/>
        </p:nvSpPr>
        <p:spPr>
          <a:xfrm>
            <a:off x="1075998" y="6055924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8" name="e_full_violin_3457">
            <a:extLst>
              <a:ext uri="{FF2B5EF4-FFF2-40B4-BE49-F238E27FC236}">
                <a16:creationId xmlns:a16="http://schemas.microsoft.com/office/drawing/2014/main" id="{87EA56BD-0A2C-4CCD-8BBC-B5859C0E379D}"/>
              </a:ext>
            </a:extLst>
          </p:cNvPr>
          <p:cNvSpPr>
            <a:spLocks noGrp="1"/>
          </p:cNvSpPr>
          <p:nvPr/>
        </p:nvSpPr>
        <p:spPr>
          <a:xfrm>
            <a:off x="1685925" y="4332001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9" name="e_full_violin_3458">
            <a:extLst>
              <a:ext uri="{FF2B5EF4-FFF2-40B4-BE49-F238E27FC236}">
                <a16:creationId xmlns:a16="http://schemas.microsoft.com/office/drawing/2014/main" id="{56884A84-A195-4C7F-88B5-DC87ADA4133F}"/>
              </a:ext>
            </a:extLst>
          </p:cNvPr>
          <p:cNvSpPr>
            <a:spLocks noGrp="1"/>
          </p:cNvSpPr>
          <p:nvPr/>
        </p:nvSpPr>
        <p:spPr>
          <a:xfrm>
            <a:off x="1595595" y="433200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0" name="text_3459">
            <a:extLst>
              <a:ext uri="{FF2B5EF4-FFF2-40B4-BE49-F238E27FC236}">
                <a16:creationId xmlns:a16="http://schemas.microsoft.com/office/drawing/2014/main" id="{F7C4F894-8DA3-4DCF-AD7E-65C0ED84DDB3}"/>
              </a:ext>
            </a:extLst>
          </p:cNvPr>
          <p:cNvSpPr>
            <a:spLocks noGrp="1"/>
          </p:cNvSpPr>
          <p:nvPr/>
        </p:nvSpPr>
        <p:spPr>
          <a:xfrm>
            <a:off x="1075998" y="421320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1" name="e_full_violin_3460">
            <a:extLst>
              <a:ext uri="{FF2B5EF4-FFF2-40B4-BE49-F238E27FC236}">
                <a16:creationId xmlns:a16="http://schemas.microsoft.com/office/drawing/2014/main" id="{6EF30011-5E01-4FD9-B9CA-EA69528B03E2}"/>
              </a:ext>
            </a:extLst>
          </p:cNvPr>
          <p:cNvSpPr>
            <a:spLocks noGrp="1"/>
          </p:cNvSpPr>
          <p:nvPr/>
        </p:nvSpPr>
        <p:spPr>
          <a:xfrm>
            <a:off x="1685925" y="2489283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2" name="e_full_violin_3461">
            <a:extLst>
              <a:ext uri="{FF2B5EF4-FFF2-40B4-BE49-F238E27FC236}">
                <a16:creationId xmlns:a16="http://schemas.microsoft.com/office/drawing/2014/main" id="{8818DCC4-B865-4611-B392-0FACA897FC76}"/>
              </a:ext>
            </a:extLst>
          </p:cNvPr>
          <p:cNvSpPr>
            <a:spLocks noGrp="1"/>
          </p:cNvSpPr>
          <p:nvPr/>
        </p:nvSpPr>
        <p:spPr>
          <a:xfrm>
            <a:off x="1595595" y="2489283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3" name="text_3462">
            <a:extLst>
              <a:ext uri="{FF2B5EF4-FFF2-40B4-BE49-F238E27FC236}">
                <a16:creationId xmlns:a16="http://schemas.microsoft.com/office/drawing/2014/main" id="{75C3BB7E-F4EB-4EDA-8EFB-FCAE2C94C97E}"/>
              </a:ext>
            </a:extLst>
          </p:cNvPr>
          <p:cNvSpPr>
            <a:spLocks noGrp="1"/>
          </p:cNvSpPr>
          <p:nvPr/>
        </p:nvSpPr>
        <p:spPr>
          <a:xfrm>
            <a:off x="1075998" y="2370488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4" name="text_3463">
            <a:extLst>
              <a:ext uri="{FF2B5EF4-FFF2-40B4-BE49-F238E27FC236}">
                <a16:creationId xmlns:a16="http://schemas.microsoft.com/office/drawing/2014/main" id="{C22F47DE-210F-4DB4-9A43-649A0CCD7F11}"/>
              </a:ext>
            </a:extLst>
          </p:cNvPr>
          <p:cNvSpPr>
            <a:spLocks noGrp="1"/>
          </p:cNvSpPr>
          <p:nvPr/>
        </p:nvSpPr>
        <p:spPr>
          <a:xfrm rot="-5400000">
            <a:off x="407394" y="4131326"/>
            <a:ext cx="819792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15" name="e_full_violin_3464">
            <a:extLst>
              <a:ext uri="{FF2B5EF4-FFF2-40B4-BE49-F238E27FC236}">
                <a16:creationId xmlns:a16="http://schemas.microsoft.com/office/drawing/2014/main" id="{6EA03F31-5EAE-4481-935C-C721A68A152D}"/>
              </a:ext>
            </a:extLst>
          </p:cNvPr>
          <p:cNvSpPr>
            <a:spLocks noGrp="1"/>
          </p:cNvSpPr>
          <p:nvPr/>
        </p:nvSpPr>
        <p:spPr>
          <a:xfrm>
            <a:off x="1930486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454405" y="3685436"/>
                </a:moveTo>
                <a:lnTo>
                  <a:pt x="328190" y="3685436"/>
                </a:lnTo>
                <a:lnTo>
                  <a:pt x="328912" y="3662402"/>
                </a:lnTo>
                <a:lnTo>
                  <a:pt x="331028" y="3639368"/>
                </a:lnTo>
                <a:lnTo>
                  <a:pt x="334391" y="3616334"/>
                </a:lnTo>
                <a:lnTo>
                  <a:pt x="338777" y="3593300"/>
                </a:lnTo>
                <a:lnTo>
                  <a:pt x="343906" y="3570266"/>
                </a:lnTo>
                <a:lnTo>
                  <a:pt x="349472" y="3547232"/>
                </a:lnTo>
                <a:lnTo>
                  <a:pt x="355171" y="3524198"/>
                </a:lnTo>
                <a:lnTo>
                  <a:pt x="360727" y="3501164"/>
                </a:lnTo>
                <a:lnTo>
                  <a:pt x="365913" y="3478130"/>
                </a:lnTo>
                <a:lnTo>
                  <a:pt x="370563" y="3455096"/>
                </a:lnTo>
                <a:lnTo>
                  <a:pt x="374571" y="3432062"/>
                </a:lnTo>
                <a:lnTo>
                  <a:pt x="377896" y="3409028"/>
                </a:lnTo>
                <a:lnTo>
                  <a:pt x="380547" y="3385994"/>
                </a:lnTo>
                <a:lnTo>
                  <a:pt x="382575" y="3362960"/>
                </a:lnTo>
                <a:lnTo>
                  <a:pt x="384059" y="3339926"/>
                </a:lnTo>
                <a:lnTo>
                  <a:pt x="385093" y="3316892"/>
                </a:lnTo>
                <a:lnTo>
                  <a:pt x="385778" y="3293858"/>
                </a:lnTo>
                <a:lnTo>
                  <a:pt x="386209" y="3270824"/>
                </a:lnTo>
                <a:lnTo>
                  <a:pt x="386473" y="3247790"/>
                </a:lnTo>
                <a:lnTo>
                  <a:pt x="386640" y="3224756"/>
                </a:lnTo>
                <a:lnTo>
                  <a:pt x="386765" y="3201722"/>
                </a:lnTo>
                <a:lnTo>
                  <a:pt x="386887" y="3178688"/>
                </a:lnTo>
                <a:lnTo>
                  <a:pt x="387028" y="3155654"/>
                </a:lnTo>
                <a:lnTo>
                  <a:pt x="387192" y="3132620"/>
                </a:lnTo>
                <a:lnTo>
                  <a:pt x="387376" y="3109586"/>
                </a:lnTo>
                <a:lnTo>
                  <a:pt x="387563" y="3086552"/>
                </a:lnTo>
                <a:lnTo>
                  <a:pt x="387730" y="3063518"/>
                </a:lnTo>
                <a:lnTo>
                  <a:pt x="387851" y="3040485"/>
                </a:lnTo>
                <a:lnTo>
                  <a:pt x="387900" y="3017451"/>
                </a:lnTo>
                <a:lnTo>
                  <a:pt x="387852" y="2994417"/>
                </a:lnTo>
                <a:lnTo>
                  <a:pt x="387687" y="2971383"/>
                </a:lnTo>
                <a:lnTo>
                  <a:pt x="387390" y="2948349"/>
                </a:lnTo>
                <a:lnTo>
                  <a:pt x="386958" y="2925315"/>
                </a:lnTo>
                <a:lnTo>
                  <a:pt x="386392" y="2902281"/>
                </a:lnTo>
                <a:lnTo>
                  <a:pt x="385707" y="2879247"/>
                </a:lnTo>
                <a:lnTo>
                  <a:pt x="384921" y="2856213"/>
                </a:lnTo>
                <a:lnTo>
                  <a:pt x="384062" y="2833179"/>
                </a:lnTo>
                <a:lnTo>
                  <a:pt x="383164" y="2810145"/>
                </a:lnTo>
                <a:lnTo>
                  <a:pt x="382260" y="2787111"/>
                </a:lnTo>
                <a:lnTo>
                  <a:pt x="381385" y="2764077"/>
                </a:lnTo>
                <a:lnTo>
                  <a:pt x="380570" y="2741043"/>
                </a:lnTo>
                <a:lnTo>
                  <a:pt x="379840" y="2718009"/>
                </a:lnTo>
                <a:lnTo>
                  <a:pt x="379215" y="2694975"/>
                </a:lnTo>
                <a:lnTo>
                  <a:pt x="378706" y="2671941"/>
                </a:lnTo>
                <a:lnTo>
                  <a:pt x="378318" y="2648907"/>
                </a:lnTo>
                <a:lnTo>
                  <a:pt x="378053" y="2625873"/>
                </a:lnTo>
                <a:lnTo>
                  <a:pt x="377905" y="2602839"/>
                </a:lnTo>
                <a:lnTo>
                  <a:pt x="377869" y="2579805"/>
                </a:lnTo>
                <a:lnTo>
                  <a:pt x="377941" y="2556771"/>
                </a:lnTo>
                <a:lnTo>
                  <a:pt x="378116" y="2533737"/>
                </a:lnTo>
                <a:lnTo>
                  <a:pt x="378390" y="2510703"/>
                </a:lnTo>
                <a:lnTo>
                  <a:pt x="378761" y="2487669"/>
                </a:lnTo>
                <a:lnTo>
                  <a:pt x="379222" y="2464635"/>
                </a:lnTo>
                <a:lnTo>
                  <a:pt x="379766" y="2441601"/>
                </a:lnTo>
                <a:lnTo>
                  <a:pt x="380380" y="2418567"/>
                </a:lnTo>
                <a:lnTo>
                  <a:pt x="381044" y="2395533"/>
                </a:lnTo>
                <a:lnTo>
                  <a:pt x="381733" y="2372499"/>
                </a:lnTo>
                <a:lnTo>
                  <a:pt x="382418" y="2349465"/>
                </a:lnTo>
                <a:lnTo>
                  <a:pt x="383062" y="2326431"/>
                </a:lnTo>
                <a:lnTo>
                  <a:pt x="383631" y="2303397"/>
                </a:lnTo>
                <a:lnTo>
                  <a:pt x="384087" y="2280363"/>
                </a:lnTo>
                <a:lnTo>
                  <a:pt x="384398" y="2257329"/>
                </a:lnTo>
                <a:lnTo>
                  <a:pt x="384533" y="2234295"/>
                </a:lnTo>
                <a:lnTo>
                  <a:pt x="384468" y="2211261"/>
                </a:lnTo>
                <a:lnTo>
                  <a:pt x="384183" y="2188228"/>
                </a:lnTo>
                <a:lnTo>
                  <a:pt x="383662" y="2165194"/>
                </a:lnTo>
                <a:lnTo>
                  <a:pt x="382895" y="2142160"/>
                </a:lnTo>
                <a:lnTo>
                  <a:pt x="381877" y="2119126"/>
                </a:lnTo>
                <a:lnTo>
                  <a:pt x="380611" y="2096092"/>
                </a:lnTo>
                <a:lnTo>
                  <a:pt x="379108" y="2073058"/>
                </a:lnTo>
                <a:lnTo>
                  <a:pt x="377393" y="2050024"/>
                </a:lnTo>
                <a:lnTo>
                  <a:pt x="375501" y="2026990"/>
                </a:lnTo>
                <a:lnTo>
                  <a:pt x="373487" y="2003956"/>
                </a:lnTo>
                <a:lnTo>
                  <a:pt x="371420" y="1980922"/>
                </a:lnTo>
                <a:lnTo>
                  <a:pt x="369382" y="1957888"/>
                </a:lnTo>
                <a:lnTo>
                  <a:pt x="367464" y="1934854"/>
                </a:lnTo>
                <a:lnTo>
                  <a:pt x="365760" y="1911820"/>
                </a:lnTo>
                <a:lnTo>
                  <a:pt x="364357" y="1888786"/>
                </a:lnTo>
                <a:lnTo>
                  <a:pt x="363326" y="1865752"/>
                </a:lnTo>
                <a:lnTo>
                  <a:pt x="362716" y="1842718"/>
                </a:lnTo>
                <a:lnTo>
                  <a:pt x="362545" y="1819684"/>
                </a:lnTo>
                <a:lnTo>
                  <a:pt x="362799" y="1796650"/>
                </a:lnTo>
                <a:lnTo>
                  <a:pt x="363433" y="1773616"/>
                </a:lnTo>
                <a:lnTo>
                  <a:pt x="364376" y="1750582"/>
                </a:lnTo>
                <a:lnTo>
                  <a:pt x="365535" y="1727548"/>
                </a:lnTo>
                <a:lnTo>
                  <a:pt x="366807" y="1704514"/>
                </a:lnTo>
                <a:lnTo>
                  <a:pt x="368085" y="1681480"/>
                </a:lnTo>
                <a:lnTo>
                  <a:pt x="369269" y="1658446"/>
                </a:lnTo>
                <a:lnTo>
                  <a:pt x="370269" y="1635412"/>
                </a:lnTo>
                <a:lnTo>
                  <a:pt x="371010" y="1612378"/>
                </a:lnTo>
                <a:lnTo>
                  <a:pt x="371436" y="1589344"/>
                </a:lnTo>
                <a:lnTo>
                  <a:pt x="371507" y="1566310"/>
                </a:lnTo>
                <a:lnTo>
                  <a:pt x="371201" y="1543276"/>
                </a:lnTo>
                <a:lnTo>
                  <a:pt x="370512" y="1520242"/>
                </a:lnTo>
                <a:lnTo>
                  <a:pt x="369449" y="1497208"/>
                </a:lnTo>
                <a:lnTo>
                  <a:pt x="368041" y="1474174"/>
                </a:lnTo>
                <a:lnTo>
                  <a:pt x="366331" y="1451140"/>
                </a:lnTo>
                <a:lnTo>
                  <a:pt x="364383" y="1428106"/>
                </a:lnTo>
                <a:lnTo>
                  <a:pt x="362277" y="1405072"/>
                </a:lnTo>
                <a:lnTo>
                  <a:pt x="360112" y="1382038"/>
                </a:lnTo>
                <a:lnTo>
                  <a:pt x="357998" y="1359004"/>
                </a:lnTo>
                <a:lnTo>
                  <a:pt x="356051" y="1335970"/>
                </a:lnTo>
                <a:lnTo>
                  <a:pt x="354385" y="1312937"/>
                </a:lnTo>
                <a:lnTo>
                  <a:pt x="353102" y="1289903"/>
                </a:lnTo>
                <a:lnTo>
                  <a:pt x="352281" y="1266869"/>
                </a:lnTo>
                <a:lnTo>
                  <a:pt x="351967" y="1243835"/>
                </a:lnTo>
                <a:lnTo>
                  <a:pt x="352173" y="1220801"/>
                </a:lnTo>
                <a:lnTo>
                  <a:pt x="352870" y="1197767"/>
                </a:lnTo>
                <a:lnTo>
                  <a:pt x="353994" y="1174733"/>
                </a:lnTo>
                <a:lnTo>
                  <a:pt x="355454" y="1151699"/>
                </a:lnTo>
                <a:lnTo>
                  <a:pt x="357139" y="1128665"/>
                </a:lnTo>
                <a:lnTo>
                  <a:pt x="358935" y="1105631"/>
                </a:lnTo>
                <a:lnTo>
                  <a:pt x="360732" y="1082597"/>
                </a:lnTo>
                <a:lnTo>
                  <a:pt x="362439" y="1059563"/>
                </a:lnTo>
                <a:lnTo>
                  <a:pt x="363985" y="1036529"/>
                </a:lnTo>
                <a:lnTo>
                  <a:pt x="365329" y="1013495"/>
                </a:lnTo>
                <a:lnTo>
                  <a:pt x="366453" y="990461"/>
                </a:lnTo>
                <a:lnTo>
                  <a:pt x="367361" y="967427"/>
                </a:lnTo>
                <a:lnTo>
                  <a:pt x="368070" y="944393"/>
                </a:lnTo>
                <a:lnTo>
                  <a:pt x="368605" y="921359"/>
                </a:lnTo>
                <a:lnTo>
                  <a:pt x="368994" y="898325"/>
                </a:lnTo>
                <a:lnTo>
                  <a:pt x="369256" y="875291"/>
                </a:lnTo>
                <a:lnTo>
                  <a:pt x="369410" y="852257"/>
                </a:lnTo>
                <a:lnTo>
                  <a:pt x="369463" y="829223"/>
                </a:lnTo>
                <a:lnTo>
                  <a:pt x="369422" y="806189"/>
                </a:lnTo>
                <a:lnTo>
                  <a:pt x="369290" y="783155"/>
                </a:lnTo>
                <a:lnTo>
                  <a:pt x="369073" y="760121"/>
                </a:lnTo>
                <a:lnTo>
                  <a:pt x="368782" y="737087"/>
                </a:lnTo>
                <a:lnTo>
                  <a:pt x="368437" y="714053"/>
                </a:lnTo>
                <a:lnTo>
                  <a:pt x="368064" y="691019"/>
                </a:lnTo>
                <a:lnTo>
                  <a:pt x="367694" y="667985"/>
                </a:lnTo>
                <a:lnTo>
                  <a:pt x="367364" y="644951"/>
                </a:lnTo>
                <a:lnTo>
                  <a:pt x="367104" y="621917"/>
                </a:lnTo>
                <a:lnTo>
                  <a:pt x="366937" y="598883"/>
                </a:lnTo>
                <a:lnTo>
                  <a:pt x="366869" y="575849"/>
                </a:lnTo>
                <a:lnTo>
                  <a:pt x="366884" y="552815"/>
                </a:lnTo>
                <a:lnTo>
                  <a:pt x="366931" y="529781"/>
                </a:lnTo>
                <a:lnTo>
                  <a:pt x="366921" y="506747"/>
                </a:lnTo>
                <a:lnTo>
                  <a:pt x="366717" y="483713"/>
                </a:lnTo>
                <a:lnTo>
                  <a:pt x="366126" y="460679"/>
                </a:lnTo>
                <a:lnTo>
                  <a:pt x="364894" y="437646"/>
                </a:lnTo>
                <a:lnTo>
                  <a:pt x="362698" y="414612"/>
                </a:lnTo>
                <a:lnTo>
                  <a:pt x="359151" y="391578"/>
                </a:lnTo>
                <a:lnTo>
                  <a:pt x="353803" y="368544"/>
                </a:lnTo>
                <a:lnTo>
                  <a:pt x="346160" y="345510"/>
                </a:lnTo>
                <a:lnTo>
                  <a:pt x="335714" y="322476"/>
                </a:lnTo>
                <a:lnTo>
                  <a:pt x="321983" y="299442"/>
                </a:lnTo>
                <a:lnTo>
                  <a:pt x="304571" y="276408"/>
                </a:lnTo>
                <a:lnTo>
                  <a:pt x="283237" y="253374"/>
                </a:lnTo>
                <a:lnTo>
                  <a:pt x="257966" y="230340"/>
                </a:lnTo>
                <a:lnTo>
                  <a:pt x="229042" y="207306"/>
                </a:lnTo>
                <a:lnTo>
                  <a:pt x="197093" y="184272"/>
                </a:lnTo>
                <a:lnTo>
                  <a:pt x="163117" y="161238"/>
                </a:lnTo>
                <a:lnTo>
                  <a:pt x="128458" y="138204"/>
                </a:lnTo>
                <a:lnTo>
                  <a:pt x="94742" y="115170"/>
                </a:lnTo>
                <a:lnTo>
                  <a:pt x="63759" y="92136"/>
                </a:lnTo>
                <a:lnTo>
                  <a:pt x="37316" y="69102"/>
                </a:lnTo>
                <a:lnTo>
                  <a:pt x="17067" y="46068"/>
                </a:lnTo>
                <a:lnTo>
                  <a:pt x="4342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253" y="23034"/>
                </a:lnTo>
                <a:lnTo>
                  <a:pt x="765527" y="46068"/>
                </a:lnTo>
                <a:lnTo>
                  <a:pt x="745278" y="69102"/>
                </a:lnTo>
                <a:lnTo>
                  <a:pt x="718836" y="92136"/>
                </a:lnTo>
                <a:lnTo>
                  <a:pt x="687853" y="115170"/>
                </a:lnTo>
                <a:lnTo>
                  <a:pt x="654136" y="138204"/>
                </a:lnTo>
                <a:lnTo>
                  <a:pt x="619478" y="161238"/>
                </a:lnTo>
                <a:lnTo>
                  <a:pt x="585502" y="184272"/>
                </a:lnTo>
                <a:lnTo>
                  <a:pt x="553553" y="207306"/>
                </a:lnTo>
                <a:lnTo>
                  <a:pt x="524628" y="230340"/>
                </a:lnTo>
                <a:lnTo>
                  <a:pt x="499358" y="253374"/>
                </a:lnTo>
                <a:lnTo>
                  <a:pt x="478023" y="276408"/>
                </a:lnTo>
                <a:lnTo>
                  <a:pt x="460612" y="299442"/>
                </a:lnTo>
                <a:lnTo>
                  <a:pt x="446881" y="322476"/>
                </a:lnTo>
                <a:lnTo>
                  <a:pt x="436434" y="345510"/>
                </a:lnTo>
                <a:lnTo>
                  <a:pt x="428792" y="368544"/>
                </a:lnTo>
                <a:lnTo>
                  <a:pt x="423444" y="391578"/>
                </a:lnTo>
                <a:lnTo>
                  <a:pt x="419896" y="414612"/>
                </a:lnTo>
                <a:lnTo>
                  <a:pt x="417701" y="437646"/>
                </a:lnTo>
                <a:lnTo>
                  <a:pt x="416468" y="460679"/>
                </a:lnTo>
                <a:lnTo>
                  <a:pt x="415878" y="483713"/>
                </a:lnTo>
                <a:lnTo>
                  <a:pt x="415674" y="506747"/>
                </a:lnTo>
                <a:lnTo>
                  <a:pt x="415664" y="529781"/>
                </a:lnTo>
                <a:lnTo>
                  <a:pt x="415711" y="552815"/>
                </a:lnTo>
                <a:lnTo>
                  <a:pt x="415725" y="575849"/>
                </a:lnTo>
                <a:lnTo>
                  <a:pt x="415658" y="598883"/>
                </a:lnTo>
                <a:lnTo>
                  <a:pt x="415491" y="621917"/>
                </a:lnTo>
                <a:lnTo>
                  <a:pt x="415231" y="644951"/>
                </a:lnTo>
                <a:lnTo>
                  <a:pt x="414900" y="667985"/>
                </a:lnTo>
                <a:lnTo>
                  <a:pt x="414531" y="691019"/>
                </a:lnTo>
                <a:lnTo>
                  <a:pt x="414158" y="714053"/>
                </a:lnTo>
                <a:lnTo>
                  <a:pt x="413812" y="737087"/>
                </a:lnTo>
                <a:lnTo>
                  <a:pt x="413522" y="760121"/>
                </a:lnTo>
                <a:lnTo>
                  <a:pt x="413305" y="783155"/>
                </a:lnTo>
                <a:lnTo>
                  <a:pt x="413172" y="806189"/>
                </a:lnTo>
                <a:lnTo>
                  <a:pt x="413131" y="829223"/>
                </a:lnTo>
                <a:lnTo>
                  <a:pt x="413185" y="852257"/>
                </a:lnTo>
                <a:lnTo>
                  <a:pt x="413338" y="875291"/>
                </a:lnTo>
                <a:lnTo>
                  <a:pt x="413601" y="898325"/>
                </a:lnTo>
                <a:lnTo>
                  <a:pt x="413989" y="921359"/>
                </a:lnTo>
                <a:lnTo>
                  <a:pt x="414525" y="944393"/>
                </a:lnTo>
                <a:lnTo>
                  <a:pt x="415234" y="967427"/>
                </a:lnTo>
                <a:lnTo>
                  <a:pt x="416141" y="990461"/>
                </a:lnTo>
                <a:lnTo>
                  <a:pt x="417266" y="1013495"/>
                </a:lnTo>
                <a:lnTo>
                  <a:pt x="418610" y="1036529"/>
                </a:lnTo>
                <a:lnTo>
                  <a:pt x="420156" y="1059563"/>
                </a:lnTo>
                <a:lnTo>
                  <a:pt x="421862" y="1082597"/>
                </a:lnTo>
                <a:lnTo>
                  <a:pt x="423660" y="1105631"/>
                </a:lnTo>
                <a:lnTo>
                  <a:pt x="425455" y="1128665"/>
                </a:lnTo>
                <a:lnTo>
                  <a:pt x="427141" y="1151699"/>
                </a:lnTo>
                <a:lnTo>
                  <a:pt x="428600" y="1174733"/>
                </a:lnTo>
                <a:lnTo>
                  <a:pt x="429724" y="1197767"/>
                </a:lnTo>
                <a:lnTo>
                  <a:pt x="430421" y="1220801"/>
                </a:lnTo>
                <a:lnTo>
                  <a:pt x="430627" y="1243835"/>
                </a:lnTo>
                <a:lnTo>
                  <a:pt x="430314" y="1266869"/>
                </a:lnTo>
                <a:lnTo>
                  <a:pt x="429492" y="1289903"/>
                </a:lnTo>
                <a:lnTo>
                  <a:pt x="428209" y="1312937"/>
                </a:lnTo>
                <a:lnTo>
                  <a:pt x="426544" y="1335970"/>
                </a:lnTo>
                <a:lnTo>
                  <a:pt x="424597" y="1359004"/>
                </a:lnTo>
                <a:lnTo>
                  <a:pt x="422483" y="1382038"/>
                </a:lnTo>
                <a:lnTo>
                  <a:pt x="420317" y="1405072"/>
                </a:lnTo>
                <a:lnTo>
                  <a:pt x="418212" y="1428106"/>
                </a:lnTo>
                <a:lnTo>
                  <a:pt x="416263" y="1451140"/>
                </a:lnTo>
                <a:lnTo>
                  <a:pt x="414554" y="1474174"/>
                </a:lnTo>
                <a:lnTo>
                  <a:pt x="413145" y="1497208"/>
                </a:lnTo>
                <a:lnTo>
                  <a:pt x="412083" y="1520242"/>
                </a:lnTo>
                <a:lnTo>
                  <a:pt x="411394" y="1543276"/>
                </a:lnTo>
                <a:lnTo>
                  <a:pt x="411088" y="1566310"/>
                </a:lnTo>
                <a:lnTo>
                  <a:pt x="411159" y="1589344"/>
                </a:lnTo>
                <a:lnTo>
                  <a:pt x="411584" y="1612378"/>
                </a:lnTo>
                <a:lnTo>
                  <a:pt x="412326" y="1635412"/>
                </a:lnTo>
                <a:lnTo>
                  <a:pt x="413325" y="1658446"/>
                </a:lnTo>
                <a:lnTo>
                  <a:pt x="414509" y="1681480"/>
                </a:lnTo>
                <a:lnTo>
                  <a:pt x="415787" y="1704514"/>
                </a:lnTo>
                <a:lnTo>
                  <a:pt x="417059" y="1727548"/>
                </a:lnTo>
                <a:lnTo>
                  <a:pt x="418218" y="1750582"/>
                </a:lnTo>
                <a:lnTo>
                  <a:pt x="419161" y="1773616"/>
                </a:lnTo>
                <a:lnTo>
                  <a:pt x="419796" y="1796650"/>
                </a:lnTo>
                <a:lnTo>
                  <a:pt x="420050" y="1819684"/>
                </a:lnTo>
                <a:lnTo>
                  <a:pt x="419878" y="1842718"/>
                </a:lnTo>
                <a:lnTo>
                  <a:pt x="419268" y="1865752"/>
                </a:lnTo>
                <a:lnTo>
                  <a:pt x="418238" y="1888786"/>
                </a:lnTo>
                <a:lnTo>
                  <a:pt x="416835" y="1911820"/>
                </a:lnTo>
                <a:lnTo>
                  <a:pt x="415131" y="1934854"/>
                </a:lnTo>
                <a:lnTo>
                  <a:pt x="413213" y="1957888"/>
                </a:lnTo>
                <a:lnTo>
                  <a:pt x="411175" y="1980922"/>
                </a:lnTo>
                <a:lnTo>
                  <a:pt x="409107" y="2003956"/>
                </a:lnTo>
                <a:lnTo>
                  <a:pt x="407093" y="2026990"/>
                </a:lnTo>
                <a:lnTo>
                  <a:pt x="405202" y="2050024"/>
                </a:lnTo>
                <a:lnTo>
                  <a:pt x="403486" y="2073058"/>
                </a:lnTo>
                <a:lnTo>
                  <a:pt x="401984" y="2096092"/>
                </a:lnTo>
                <a:lnTo>
                  <a:pt x="400718" y="2119126"/>
                </a:lnTo>
                <a:lnTo>
                  <a:pt x="399700" y="2142160"/>
                </a:lnTo>
                <a:lnTo>
                  <a:pt x="398933" y="2165194"/>
                </a:lnTo>
                <a:lnTo>
                  <a:pt x="398412" y="2188228"/>
                </a:lnTo>
                <a:lnTo>
                  <a:pt x="398126" y="2211261"/>
                </a:lnTo>
                <a:lnTo>
                  <a:pt x="398061" y="2234295"/>
                </a:lnTo>
                <a:lnTo>
                  <a:pt x="398197" y="2257329"/>
                </a:lnTo>
                <a:lnTo>
                  <a:pt x="398508" y="2280363"/>
                </a:lnTo>
                <a:lnTo>
                  <a:pt x="398964" y="2303397"/>
                </a:lnTo>
                <a:lnTo>
                  <a:pt x="399532" y="2326431"/>
                </a:lnTo>
                <a:lnTo>
                  <a:pt x="400177" y="2349465"/>
                </a:lnTo>
                <a:lnTo>
                  <a:pt x="400861" y="2372499"/>
                </a:lnTo>
                <a:lnTo>
                  <a:pt x="401551" y="2395533"/>
                </a:lnTo>
                <a:lnTo>
                  <a:pt x="402215" y="2418567"/>
                </a:lnTo>
                <a:lnTo>
                  <a:pt x="402829" y="2441601"/>
                </a:lnTo>
                <a:lnTo>
                  <a:pt x="403373" y="2464635"/>
                </a:lnTo>
                <a:lnTo>
                  <a:pt x="403834" y="2487669"/>
                </a:lnTo>
                <a:lnTo>
                  <a:pt x="404204" y="2510703"/>
                </a:lnTo>
                <a:lnTo>
                  <a:pt x="404479" y="2533737"/>
                </a:lnTo>
                <a:lnTo>
                  <a:pt x="404654" y="2556771"/>
                </a:lnTo>
                <a:lnTo>
                  <a:pt x="404725" y="2579805"/>
                </a:lnTo>
                <a:lnTo>
                  <a:pt x="404690" y="2602839"/>
                </a:lnTo>
                <a:lnTo>
                  <a:pt x="404542" y="2625873"/>
                </a:lnTo>
                <a:lnTo>
                  <a:pt x="404276" y="2648907"/>
                </a:lnTo>
                <a:lnTo>
                  <a:pt x="403889" y="2671941"/>
                </a:lnTo>
                <a:lnTo>
                  <a:pt x="403380" y="2694975"/>
                </a:lnTo>
                <a:lnTo>
                  <a:pt x="402754" y="2718009"/>
                </a:lnTo>
                <a:lnTo>
                  <a:pt x="402025" y="2741043"/>
                </a:lnTo>
                <a:lnTo>
                  <a:pt x="401209" y="2764077"/>
                </a:lnTo>
                <a:lnTo>
                  <a:pt x="400334" y="2787111"/>
                </a:lnTo>
                <a:lnTo>
                  <a:pt x="399430" y="2810145"/>
                </a:lnTo>
                <a:lnTo>
                  <a:pt x="398532" y="2833179"/>
                </a:lnTo>
                <a:lnTo>
                  <a:pt x="397674" y="2856213"/>
                </a:lnTo>
                <a:lnTo>
                  <a:pt x="396888" y="2879247"/>
                </a:lnTo>
                <a:lnTo>
                  <a:pt x="396202" y="2902281"/>
                </a:lnTo>
                <a:lnTo>
                  <a:pt x="395637" y="2925315"/>
                </a:lnTo>
                <a:lnTo>
                  <a:pt x="395204" y="2948349"/>
                </a:lnTo>
                <a:lnTo>
                  <a:pt x="394908" y="2971383"/>
                </a:lnTo>
                <a:lnTo>
                  <a:pt x="394743" y="2994417"/>
                </a:lnTo>
                <a:lnTo>
                  <a:pt x="394694" y="3017451"/>
                </a:lnTo>
                <a:lnTo>
                  <a:pt x="394743" y="3040485"/>
                </a:lnTo>
                <a:lnTo>
                  <a:pt x="394865" y="3063518"/>
                </a:lnTo>
                <a:lnTo>
                  <a:pt x="395032" y="3086552"/>
                </a:lnTo>
                <a:lnTo>
                  <a:pt x="395219" y="3109586"/>
                </a:lnTo>
                <a:lnTo>
                  <a:pt x="395402" y="3132620"/>
                </a:lnTo>
                <a:lnTo>
                  <a:pt x="395567" y="3155654"/>
                </a:lnTo>
                <a:lnTo>
                  <a:pt x="395707" y="3178688"/>
                </a:lnTo>
                <a:lnTo>
                  <a:pt x="395829" y="3201722"/>
                </a:lnTo>
                <a:lnTo>
                  <a:pt x="395955" y="3224756"/>
                </a:lnTo>
                <a:lnTo>
                  <a:pt x="396122" y="3247790"/>
                </a:lnTo>
                <a:lnTo>
                  <a:pt x="396385" y="3270824"/>
                </a:lnTo>
                <a:lnTo>
                  <a:pt x="396817" y="3293858"/>
                </a:lnTo>
                <a:lnTo>
                  <a:pt x="397501" y="3316892"/>
                </a:lnTo>
                <a:lnTo>
                  <a:pt x="398536" y="3339926"/>
                </a:lnTo>
                <a:lnTo>
                  <a:pt x="400019" y="3362960"/>
                </a:lnTo>
                <a:lnTo>
                  <a:pt x="402047" y="3385994"/>
                </a:lnTo>
                <a:lnTo>
                  <a:pt x="404698" y="3409028"/>
                </a:lnTo>
                <a:lnTo>
                  <a:pt x="408023" y="3432062"/>
                </a:lnTo>
                <a:lnTo>
                  <a:pt x="412032" y="3455096"/>
                </a:lnTo>
                <a:lnTo>
                  <a:pt x="416681" y="3478130"/>
                </a:lnTo>
                <a:lnTo>
                  <a:pt x="421868" y="3501164"/>
                </a:lnTo>
                <a:lnTo>
                  <a:pt x="427424" y="3524198"/>
                </a:lnTo>
                <a:lnTo>
                  <a:pt x="433123" y="3547232"/>
                </a:lnTo>
                <a:lnTo>
                  <a:pt x="438688" y="3570266"/>
                </a:lnTo>
                <a:lnTo>
                  <a:pt x="443817" y="3593300"/>
                </a:lnTo>
                <a:lnTo>
                  <a:pt x="448203" y="3616334"/>
                </a:lnTo>
                <a:lnTo>
                  <a:pt x="451567" y="3639368"/>
                </a:lnTo>
                <a:lnTo>
                  <a:pt x="453683" y="3662402"/>
                </a:lnTo>
                <a:lnTo>
                  <a:pt x="454405" y="3685436"/>
                </a:lnTo>
                <a:lnTo>
                  <a:pt x="454405" y="3685436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16" name="e_full_violin_3465">
            <a:extLst>
              <a:ext uri="{FF2B5EF4-FFF2-40B4-BE49-F238E27FC236}">
                <a16:creationId xmlns:a16="http://schemas.microsoft.com/office/drawing/2014/main" id="{1E8D8998-1535-412A-A953-6CA400DE6FC8}"/>
              </a:ext>
            </a:extLst>
          </p:cNvPr>
          <p:cNvSpPr>
            <a:spLocks noGrp="1"/>
          </p:cNvSpPr>
          <p:nvPr/>
        </p:nvSpPr>
        <p:spPr>
          <a:xfrm>
            <a:off x="251025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" name="e_full_violin_3466">
            <a:extLst>
              <a:ext uri="{FF2B5EF4-FFF2-40B4-BE49-F238E27FC236}">
                <a16:creationId xmlns:a16="http://schemas.microsoft.com/office/drawing/2014/main" id="{BB54F5D8-138F-45E1-AA6D-52BD2C18BF41}"/>
              </a:ext>
            </a:extLst>
          </p:cNvPr>
          <p:cNvSpPr>
            <a:spLocks noGrp="1"/>
          </p:cNvSpPr>
          <p:nvPr/>
        </p:nvSpPr>
        <p:spPr>
          <a:xfrm>
            <a:off x="237315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" name="e_full_violin_3467">
            <a:extLst>
              <a:ext uri="{FF2B5EF4-FFF2-40B4-BE49-F238E27FC236}">
                <a16:creationId xmlns:a16="http://schemas.microsoft.com/office/drawing/2014/main" id="{38A65771-979D-483E-940E-189D1D9C7A2E}"/>
              </a:ext>
            </a:extLst>
          </p:cNvPr>
          <p:cNvSpPr>
            <a:spLocks noGrp="1"/>
          </p:cNvSpPr>
          <p:nvPr/>
        </p:nvSpPr>
        <p:spPr>
          <a:xfrm>
            <a:off x="204749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" name="e_full_violin_3468">
            <a:extLst>
              <a:ext uri="{FF2B5EF4-FFF2-40B4-BE49-F238E27FC236}">
                <a16:creationId xmlns:a16="http://schemas.microsoft.com/office/drawing/2014/main" id="{F3ACBDE9-CFCE-4F1F-94BD-748E7EA4357D}"/>
              </a:ext>
            </a:extLst>
          </p:cNvPr>
          <p:cNvSpPr>
            <a:spLocks noGrp="1"/>
          </p:cNvSpPr>
          <p:nvPr/>
        </p:nvSpPr>
        <p:spPr>
          <a:xfrm>
            <a:off x="2193747" y="560895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" name="e_full_violin_3469">
            <a:extLst>
              <a:ext uri="{FF2B5EF4-FFF2-40B4-BE49-F238E27FC236}">
                <a16:creationId xmlns:a16="http://schemas.microsoft.com/office/drawing/2014/main" id="{C7485EAD-10B4-42AE-9C53-C570C891886A}"/>
              </a:ext>
            </a:extLst>
          </p:cNvPr>
          <p:cNvSpPr>
            <a:spLocks noGrp="1"/>
          </p:cNvSpPr>
          <p:nvPr/>
        </p:nvSpPr>
        <p:spPr>
          <a:xfrm>
            <a:off x="2161128" y="301699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" name="e_full_violin_3470">
            <a:extLst>
              <a:ext uri="{FF2B5EF4-FFF2-40B4-BE49-F238E27FC236}">
                <a16:creationId xmlns:a16="http://schemas.microsoft.com/office/drawing/2014/main" id="{C5973BE4-3170-4970-AD78-24F7E915549B}"/>
              </a:ext>
            </a:extLst>
          </p:cNvPr>
          <p:cNvSpPr>
            <a:spLocks noGrp="1"/>
          </p:cNvSpPr>
          <p:nvPr/>
        </p:nvSpPr>
        <p:spPr>
          <a:xfrm>
            <a:off x="213182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" name="e_full_violin_3471">
            <a:extLst>
              <a:ext uri="{FF2B5EF4-FFF2-40B4-BE49-F238E27FC236}">
                <a16:creationId xmlns:a16="http://schemas.microsoft.com/office/drawing/2014/main" id="{8BF3F51B-76A0-47A4-9C3D-A38D642F7CDE}"/>
              </a:ext>
            </a:extLst>
          </p:cNvPr>
          <p:cNvSpPr>
            <a:spLocks noGrp="1"/>
          </p:cNvSpPr>
          <p:nvPr/>
        </p:nvSpPr>
        <p:spPr>
          <a:xfrm>
            <a:off x="232347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" name="e_full_violin_3472">
            <a:extLst>
              <a:ext uri="{FF2B5EF4-FFF2-40B4-BE49-F238E27FC236}">
                <a16:creationId xmlns:a16="http://schemas.microsoft.com/office/drawing/2014/main" id="{EF5EC9D9-8201-445C-950C-1F6537C74ED4}"/>
              </a:ext>
            </a:extLst>
          </p:cNvPr>
          <p:cNvSpPr>
            <a:spLocks noGrp="1"/>
          </p:cNvSpPr>
          <p:nvPr/>
        </p:nvSpPr>
        <p:spPr>
          <a:xfrm>
            <a:off x="217125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" name="e_full_violin_3473">
            <a:extLst>
              <a:ext uri="{FF2B5EF4-FFF2-40B4-BE49-F238E27FC236}">
                <a16:creationId xmlns:a16="http://schemas.microsoft.com/office/drawing/2014/main" id="{482818FB-AAB9-4A1D-9619-FFC033D4700D}"/>
              </a:ext>
            </a:extLst>
          </p:cNvPr>
          <p:cNvSpPr>
            <a:spLocks noGrp="1"/>
          </p:cNvSpPr>
          <p:nvPr/>
        </p:nvSpPr>
        <p:spPr>
          <a:xfrm>
            <a:off x="2460322" y="318709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" name="e_full_violin_3474">
            <a:extLst>
              <a:ext uri="{FF2B5EF4-FFF2-40B4-BE49-F238E27FC236}">
                <a16:creationId xmlns:a16="http://schemas.microsoft.com/office/drawing/2014/main" id="{B36326FB-F612-4D92-9097-5A0D90206E46}"/>
              </a:ext>
            </a:extLst>
          </p:cNvPr>
          <p:cNvSpPr>
            <a:spLocks noGrp="1"/>
          </p:cNvSpPr>
          <p:nvPr/>
        </p:nvSpPr>
        <p:spPr>
          <a:xfrm>
            <a:off x="2256886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" name="e_full_violin_3475">
            <a:extLst>
              <a:ext uri="{FF2B5EF4-FFF2-40B4-BE49-F238E27FC236}">
                <a16:creationId xmlns:a16="http://schemas.microsoft.com/office/drawing/2014/main" id="{6E69445A-D703-4EDD-A73D-58FBC5A84CB1}"/>
              </a:ext>
            </a:extLst>
          </p:cNvPr>
          <p:cNvSpPr>
            <a:spLocks noGrp="1"/>
          </p:cNvSpPr>
          <p:nvPr/>
        </p:nvSpPr>
        <p:spPr>
          <a:xfrm>
            <a:off x="2170333" y="42126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" name="e_full_violin_3476">
            <a:extLst>
              <a:ext uri="{FF2B5EF4-FFF2-40B4-BE49-F238E27FC236}">
                <a16:creationId xmlns:a16="http://schemas.microsoft.com/office/drawing/2014/main" id="{AC1548A4-58B8-4B1F-A004-D1D6F565EF5B}"/>
              </a:ext>
            </a:extLst>
          </p:cNvPr>
          <p:cNvSpPr>
            <a:spLocks noGrp="1"/>
          </p:cNvSpPr>
          <p:nvPr/>
        </p:nvSpPr>
        <p:spPr>
          <a:xfrm>
            <a:off x="247592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" name="e_full_violin_3477">
            <a:extLst>
              <a:ext uri="{FF2B5EF4-FFF2-40B4-BE49-F238E27FC236}">
                <a16:creationId xmlns:a16="http://schemas.microsoft.com/office/drawing/2014/main" id="{6720CFE5-8C13-472D-9D71-F564295353BB}"/>
              </a:ext>
            </a:extLst>
          </p:cNvPr>
          <p:cNvSpPr>
            <a:spLocks noGrp="1"/>
          </p:cNvSpPr>
          <p:nvPr/>
        </p:nvSpPr>
        <p:spPr>
          <a:xfrm>
            <a:off x="243574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" name="e_full_violin_3478">
            <a:extLst>
              <a:ext uri="{FF2B5EF4-FFF2-40B4-BE49-F238E27FC236}">
                <a16:creationId xmlns:a16="http://schemas.microsoft.com/office/drawing/2014/main" id="{7560502B-BC7F-440E-9D61-D005D37E9DB7}"/>
              </a:ext>
            </a:extLst>
          </p:cNvPr>
          <p:cNvSpPr>
            <a:spLocks noGrp="1"/>
          </p:cNvSpPr>
          <p:nvPr/>
        </p:nvSpPr>
        <p:spPr>
          <a:xfrm>
            <a:off x="2503584" y="297650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" name="e_full_violin_3479">
            <a:extLst>
              <a:ext uri="{FF2B5EF4-FFF2-40B4-BE49-F238E27FC236}">
                <a16:creationId xmlns:a16="http://schemas.microsoft.com/office/drawing/2014/main" id="{A743952E-6B41-410B-9B64-64B605D65C92}"/>
              </a:ext>
            </a:extLst>
          </p:cNvPr>
          <p:cNvSpPr>
            <a:spLocks noGrp="1"/>
          </p:cNvSpPr>
          <p:nvPr/>
        </p:nvSpPr>
        <p:spPr>
          <a:xfrm>
            <a:off x="22221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" name="e_full_violin_3480">
            <a:extLst>
              <a:ext uri="{FF2B5EF4-FFF2-40B4-BE49-F238E27FC236}">
                <a16:creationId xmlns:a16="http://schemas.microsoft.com/office/drawing/2014/main" id="{48C83FD8-7C38-4A09-BE36-D17D950EF446}"/>
              </a:ext>
            </a:extLst>
          </p:cNvPr>
          <p:cNvSpPr>
            <a:spLocks noGrp="1"/>
          </p:cNvSpPr>
          <p:nvPr/>
        </p:nvSpPr>
        <p:spPr>
          <a:xfrm>
            <a:off x="238015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" name="e_full_violin_3481">
            <a:extLst>
              <a:ext uri="{FF2B5EF4-FFF2-40B4-BE49-F238E27FC236}">
                <a16:creationId xmlns:a16="http://schemas.microsoft.com/office/drawing/2014/main" id="{F9C0C872-16C0-499F-9590-6D250EBFF8EA}"/>
              </a:ext>
            </a:extLst>
          </p:cNvPr>
          <p:cNvSpPr>
            <a:spLocks noGrp="1"/>
          </p:cNvSpPr>
          <p:nvPr/>
        </p:nvSpPr>
        <p:spPr>
          <a:xfrm>
            <a:off x="2172447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" name="e_full_violin_3482">
            <a:extLst>
              <a:ext uri="{FF2B5EF4-FFF2-40B4-BE49-F238E27FC236}">
                <a16:creationId xmlns:a16="http://schemas.microsoft.com/office/drawing/2014/main" id="{AA37B0DA-DE94-4A73-8D70-482FB5F4AB16}"/>
              </a:ext>
            </a:extLst>
          </p:cNvPr>
          <p:cNvSpPr>
            <a:spLocks noGrp="1"/>
          </p:cNvSpPr>
          <p:nvPr/>
        </p:nvSpPr>
        <p:spPr>
          <a:xfrm>
            <a:off x="253589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" name="e_full_violin_3483">
            <a:extLst>
              <a:ext uri="{FF2B5EF4-FFF2-40B4-BE49-F238E27FC236}">
                <a16:creationId xmlns:a16="http://schemas.microsoft.com/office/drawing/2014/main" id="{EAC74E98-010E-4D50-B9B4-7CF107E4AECB}"/>
              </a:ext>
            </a:extLst>
          </p:cNvPr>
          <p:cNvSpPr>
            <a:spLocks noGrp="1"/>
          </p:cNvSpPr>
          <p:nvPr/>
        </p:nvSpPr>
        <p:spPr>
          <a:xfrm>
            <a:off x="240042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" name="e_full_violin_3484">
            <a:extLst>
              <a:ext uri="{FF2B5EF4-FFF2-40B4-BE49-F238E27FC236}">
                <a16:creationId xmlns:a16="http://schemas.microsoft.com/office/drawing/2014/main" id="{A5E62081-AC41-4A3A-8FB9-DE5737274AB6}"/>
              </a:ext>
            </a:extLst>
          </p:cNvPr>
          <p:cNvSpPr>
            <a:spLocks noGrp="1"/>
          </p:cNvSpPr>
          <p:nvPr/>
        </p:nvSpPr>
        <p:spPr>
          <a:xfrm>
            <a:off x="253563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" name="e_full_violin_3485">
            <a:extLst>
              <a:ext uri="{FF2B5EF4-FFF2-40B4-BE49-F238E27FC236}">
                <a16:creationId xmlns:a16="http://schemas.microsoft.com/office/drawing/2014/main" id="{4C4D1091-5243-4190-A001-4E3D4924596F}"/>
              </a:ext>
            </a:extLst>
          </p:cNvPr>
          <p:cNvSpPr>
            <a:spLocks noGrp="1"/>
          </p:cNvSpPr>
          <p:nvPr/>
        </p:nvSpPr>
        <p:spPr>
          <a:xfrm>
            <a:off x="2092020" y="275712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" name="e_full_violin_3486">
            <a:extLst>
              <a:ext uri="{FF2B5EF4-FFF2-40B4-BE49-F238E27FC236}">
                <a16:creationId xmlns:a16="http://schemas.microsoft.com/office/drawing/2014/main" id="{85E93CC2-1989-4019-AB8D-26FDF775DBE5}"/>
              </a:ext>
            </a:extLst>
          </p:cNvPr>
          <p:cNvSpPr>
            <a:spLocks noGrp="1"/>
          </p:cNvSpPr>
          <p:nvPr/>
        </p:nvSpPr>
        <p:spPr>
          <a:xfrm>
            <a:off x="2140098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" name="e_full_violin_3487">
            <a:extLst>
              <a:ext uri="{FF2B5EF4-FFF2-40B4-BE49-F238E27FC236}">
                <a16:creationId xmlns:a16="http://schemas.microsoft.com/office/drawing/2014/main" id="{51728E78-046E-467F-B6EE-109001DD65C3}"/>
              </a:ext>
            </a:extLst>
          </p:cNvPr>
          <p:cNvSpPr>
            <a:spLocks noGrp="1"/>
          </p:cNvSpPr>
          <p:nvPr/>
        </p:nvSpPr>
        <p:spPr>
          <a:xfrm>
            <a:off x="237773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" name="e_full_violin_3488">
            <a:extLst>
              <a:ext uri="{FF2B5EF4-FFF2-40B4-BE49-F238E27FC236}">
                <a16:creationId xmlns:a16="http://schemas.microsoft.com/office/drawing/2014/main" id="{D593DB4B-33F0-4706-9152-C2FE0296D756}"/>
              </a:ext>
            </a:extLst>
          </p:cNvPr>
          <p:cNvSpPr>
            <a:spLocks noGrp="1"/>
          </p:cNvSpPr>
          <p:nvPr/>
        </p:nvSpPr>
        <p:spPr>
          <a:xfrm>
            <a:off x="22085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" name="e_full_violin_3489">
            <a:extLst>
              <a:ext uri="{FF2B5EF4-FFF2-40B4-BE49-F238E27FC236}">
                <a16:creationId xmlns:a16="http://schemas.microsoft.com/office/drawing/2014/main" id="{FCBC5331-D5FD-4963-A42A-8FE9036579B1}"/>
              </a:ext>
            </a:extLst>
          </p:cNvPr>
          <p:cNvSpPr>
            <a:spLocks noGrp="1"/>
          </p:cNvSpPr>
          <p:nvPr/>
        </p:nvSpPr>
        <p:spPr>
          <a:xfrm>
            <a:off x="2422256" y="392418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" name="e_full_violin_3490">
            <a:extLst>
              <a:ext uri="{FF2B5EF4-FFF2-40B4-BE49-F238E27FC236}">
                <a16:creationId xmlns:a16="http://schemas.microsoft.com/office/drawing/2014/main" id="{E87D2A44-DBB8-492C-B245-FA43769B67A6}"/>
              </a:ext>
            </a:extLst>
          </p:cNvPr>
          <p:cNvSpPr>
            <a:spLocks noGrp="1"/>
          </p:cNvSpPr>
          <p:nvPr/>
        </p:nvSpPr>
        <p:spPr>
          <a:xfrm>
            <a:off x="2048410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" name="e_full_violin_3491">
            <a:extLst>
              <a:ext uri="{FF2B5EF4-FFF2-40B4-BE49-F238E27FC236}">
                <a16:creationId xmlns:a16="http://schemas.microsoft.com/office/drawing/2014/main" id="{64102B14-16FB-4E76-AA9A-3D288A0E1A30}"/>
              </a:ext>
            </a:extLst>
          </p:cNvPr>
          <p:cNvSpPr>
            <a:spLocks noGrp="1"/>
          </p:cNvSpPr>
          <p:nvPr/>
        </p:nvSpPr>
        <p:spPr>
          <a:xfrm>
            <a:off x="2098220" y="455597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" name="e_full_violin_3492">
            <a:extLst>
              <a:ext uri="{FF2B5EF4-FFF2-40B4-BE49-F238E27FC236}">
                <a16:creationId xmlns:a16="http://schemas.microsoft.com/office/drawing/2014/main" id="{7EF9F1BE-0A06-4505-BA20-D07E53C269C9}"/>
              </a:ext>
            </a:extLst>
          </p:cNvPr>
          <p:cNvSpPr>
            <a:spLocks noGrp="1"/>
          </p:cNvSpPr>
          <p:nvPr/>
        </p:nvSpPr>
        <p:spPr>
          <a:xfrm>
            <a:off x="2205888" y="379016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" name="e_full_violin_3493">
            <a:extLst>
              <a:ext uri="{FF2B5EF4-FFF2-40B4-BE49-F238E27FC236}">
                <a16:creationId xmlns:a16="http://schemas.microsoft.com/office/drawing/2014/main" id="{D322B61B-F0B6-4C9D-A0D7-4BD062CC417B}"/>
              </a:ext>
            </a:extLst>
          </p:cNvPr>
          <p:cNvSpPr>
            <a:spLocks noGrp="1"/>
          </p:cNvSpPr>
          <p:nvPr/>
        </p:nvSpPr>
        <p:spPr>
          <a:xfrm>
            <a:off x="209394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" name="e_full_violin_3494">
            <a:extLst>
              <a:ext uri="{FF2B5EF4-FFF2-40B4-BE49-F238E27FC236}">
                <a16:creationId xmlns:a16="http://schemas.microsoft.com/office/drawing/2014/main" id="{B263E6D1-CB68-4B63-B18C-267A7DF0F44A}"/>
              </a:ext>
            </a:extLst>
          </p:cNvPr>
          <p:cNvSpPr>
            <a:spLocks noGrp="1"/>
          </p:cNvSpPr>
          <p:nvPr/>
        </p:nvSpPr>
        <p:spPr>
          <a:xfrm>
            <a:off x="251127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" name="e_full_violin_3495">
            <a:extLst>
              <a:ext uri="{FF2B5EF4-FFF2-40B4-BE49-F238E27FC236}">
                <a16:creationId xmlns:a16="http://schemas.microsoft.com/office/drawing/2014/main" id="{CD150DE2-428E-4633-A7CE-7A02A2DD67DA}"/>
              </a:ext>
            </a:extLst>
          </p:cNvPr>
          <p:cNvSpPr>
            <a:spLocks noGrp="1"/>
          </p:cNvSpPr>
          <p:nvPr/>
        </p:nvSpPr>
        <p:spPr>
          <a:xfrm>
            <a:off x="249327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" name="e_full_violin_3496">
            <a:extLst>
              <a:ext uri="{FF2B5EF4-FFF2-40B4-BE49-F238E27FC236}">
                <a16:creationId xmlns:a16="http://schemas.microsoft.com/office/drawing/2014/main" id="{B267D809-1C32-4AAE-A463-5DF60E7841A3}"/>
              </a:ext>
            </a:extLst>
          </p:cNvPr>
          <p:cNvSpPr>
            <a:spLocks noGrp="1"/>
          </p:cNvSpPr>
          <p:nvPr/>
        </p:nvSpPr>
        <p:spPr>
          <a:xfrm>
            <a:off x="2378491" y="297650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" name="e_full_violin_3497">
            <a:extLst>
              <a:ext uri="{FF2B5EF4-FFF2-40B4-BE49-F238E27FC236}">
                <a16:creationId xmlns:a16="http://schemas.microsoft.com/office/drawing/2014/main" id="{34406A74-655C-4B26-907B-59FCC020F110}"/>
              </a:ext>
            </a:extLst>
          </p:cNvPr>
          <p:cNvSpPr>
            <a:spLocks noGrp="1"/>
          </p:cNvSpPr>
          <p:nvPr/>
        </p:nvSpPr>
        <p:spPr>
          <a:xfrm>
            <a:off x="240934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" name="e_full_violin_3498">
            <a:extLst>
              <a:ext uri="{FF2B5EF4-FFF2-40B4-BE49-F238E27FC236}">
                <a16:creationId xmlns:a16="http://schemas.microsoft.com/office/drawing/2014/main" id="{1748A530-8267-4417-9488-AC69CC6AD8FF}"/>
              </a:ext>
            </a:extLst>
          </p:cNvPr>
          <p:cNvSpPr>
            <a:spLocks noGrp="1"/>
          </p:cNvSpPr>
          <p:nvPr/>
        </p:nvSpPr>
        <p:spPr>
          <a:xfrm>
            <a:off x="2307939" y="567476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" name="e_full_violin_3499">
            <a:extLst>
              <a:ext uri="{FF2B5EF4-FFF2-40B4-BE49-F238E27FC236}">
                <a16:creationId xmlns:a16="http://schemas.microsoft.com/office/drawing/2014/main" id="{91B6A248-DCCE-48DF-B657-C2CCACEB5FA0}"/>
              </a:ext>
            </a:extLst>
          </p:cNvPr>
          <p:cNvSpPr>
            <a:spLocks noGrp="1"/>
          </p:cNvSpPr>
          <p:nvPr/>
        </p:nvSpPr>
        <p:spPr>
          <a:xfrm>
            <a:off x="21581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" name="e_full_violin_3500">
            <a:extLst>
              <a:ext uri="{FF2B5EF4-FFF2-40B4-BE49-F238E27FC236}">
                <a16:creationId xmlns:a16="http://schemas.microsoft.com/office/drawing/2014/main" id="{E65D79B1-E10B-4F50-8116-1591D4D77C76}"/>
              </a:ext>
            </a:extLst>
          </p:cNvPr>
          <p:cNvSpPr>
            <a:spLocks noGrp="1"/>
          </p:cNvSpPr>
          <p:nvPr/>
        </p:nvSpPr>
        <p:spPr>
          <a:xfrm>
            <a:off x="208003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" name="e_full_violin_3501">
            <a:extLst>
              <a:ext uri="{FF2B5EF4-FFF2-40B4-BE49-F238E27FC236}">
                <a16:creationId xmlns:a16="http://schemas.microsoft.com/office/drawing/2014/main" id="{3430CA95-36DD-464B-B8EC-A3F4EF1A8F99}"/>
              </a:ext>
            </a:extLst>
          </p:cNvPr>
          <p:cNvSpPr>
            <a:spLocks noGrp="1"/>
          </p:cNvSpPr>
          <p:nvPr/>
        </p:nvSpPr>
        <p:spPr>
          <a:xfrm>
            <a:off x="2529558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" name="e_full_violin_3502">
            <a:extLst>
              <a:ext uri="{FF2B5EF4-FFF2-40B4-BE49-F238E27FC236}">
                <a16:creationId xmlns:a16="http://schemas.microsoft.com/office/drawing/2014/main" id="{239BD90D-D937-4BB5-8598-F596CC7AE982}"/>
              </a:ext>
            </a:extLst>
          </p:cNvPr>
          <p:cNvSpPr>
            <a:spLocks noGrp="1"/>
          </p:cNvSpPr>
          <p:nvPr/>
        </p:nvSpPr>
        <p:spPr>
          <a:xfrm>
            <a:off x="2151128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" name="e_full_violin_3503">
            <a:extLst>
              <a:ext uri="{FF2B5EF4-FFF2-40B4-BE49-F238E27FC236}">
                <a16:creationId xmlns:a16="http://schemas.microsoft.com/office/drawing/2014/main" id="{489883A7-FDF0-4FC1-8E9C-C9136E8B3957}"/>
              </a:ext>
            </a:extLst>
          </p:cNvPr>
          <p:cNvSpPr>
            <a:spLocks noGrp="1"/>
          </p:cNvSpPr>
          <p:nvPr/>
        </p:nvSpPr>
        <p:spPr>
          <a:xfrm>
            <a:off x="244075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" name="e_full_violin_3504">
            <a:extLst>
              <a:ext uri="{FF2B5EF4-FFF2-40B4-BE49-F238E27FC236}">
                <a16:creationId xmlns:a16="http://schemas.microsoft.com/office/drawing/2014/main" id="{01906CF7-B923-4987-8E78-5DA75C55037F}"/>
              </a:ext>
            </a:extLst>
          </p:cNvPr>
          <p:cNvSpPr>
            <a:spLocks noGrp="1"/>
          </p:cNvSpPr>
          <p:nvPr/>
        </p:nvSpPr>
        <p:spPr>
          <a:xfrm>
            <a:off x="21301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" name="e_full_violin_3505">
            <a:extLst>
              <a:ext uri="{FF2B5EF4-FFF2-40B4-BE49-F238E27FC236}">
                <a16:creationId xmlns:a16="http://schemas.microsoft.com/office/drawing/2014/main" id="{A9E67CA4-E531-43B3-B40F-6ECC25D9428C}"/>
              </a:ext>
            </a:extLst>
          </p:cNvPr>
          <p:cNvSpPr>
            <a:spLocks noGrp="1"/>
          </p:cNvSpPr>
          <p:nvPr/>
        </p:nvSpPr>
        <p:spPr>
          <a:xfrm>
            <a:off x="2495800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" name="e_full_violin_3506">
            <a:extLst>
              <a:ext uri="{FF2B5EF4-FFF2-40B4-BE49-F238E27FC236}">
                <a16:creationId xmlns:a16="http://schemas.microsoft.com/office/drawing/2014/main" id="{11EE2CC3-2692-4ECE-9DF8-C332D5530366}"/>
              </a:ext>
            </a:extLst>
          </p:cNvPr>
          <p:cNvSpPr>
            <a:spLocks noGrp="1"/>
          </p:cNvSpPr>
          <p:nvPr/>
        </p:nvSpPr>
        <p:spPr>
          <a:xfrm>
            <a:off x="240800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" name="e_full_violin_3507">
            <a:extLst>
              <a:ext uri="{FF2B5EF4-FFF2-40B4-BE49-F238E27FC236}">
                <a16:creationId xmlns:a16="http://schemas.microsoft.com/office/drawing/2014/main" id="{07739144-B8E5-46FA-939D-40E8C9209E52}"/>
              </a:ext>
            </a:extLst>
          </p:cNvPr>
          <p:cNvSpPr>
            <a:spLocks noGrp="1"/>
          </p:cNvSpPr>
          <p:nvPr/>
        </p:nvSpPr>
        <p:spPr>
          <a:xfrm>
            <a:off x="243286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" name="e_full_violin_3508">
            <a:extLst>
              <a:ext uri="{FF2B5EF4-FFF2-40B4-BE49-F238E27FC236}">
                <a16:creationId xmlns:a16="http://schemas.microsoft.com/office/drawing/2014/main" id="{C0A4173D-51AF-4302-869E-40E1E34E7F06}"/>
              </a:ext>
            </a:extLst>
          </p:cNvPr>
          <p:cNvSpPr>
            <a:spLocks noGrp="1"/>
          </p:cNvSpPr>
          <p:nvPr/>
        </p:nvSpPr>
        <p:spPr>
          <a:xfrm>
            <a:off x="235372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" name="e_full_violin_3509">
            <a:extLst>
              <a:ext uri="{FF2B5EF4-FFF2-40B4-BE49-F238E27FC236}">
                <a16:creationId xmlns:a16="http://schemas.microsoft.com/office/drawing/2014/main" id="{62C08B99-BB37-4AFD-94FA-CC3D79265A4E}"/>
              </a:ext>
            </a:extLst>
          </p:cNvPr>
          <p:cNvSpPr>
            <a:spLocks noGrp="1"/>
          </p:cNvSpPr>
          <p:nvPr/>
        </p:nvSpPr>
        <p:spPr>
          <a:xfrm>
            <a:off x="217536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" name="e_full_violin_3510">
            <a:extLst>
              <a:ext uri="{FF2B5EF4-FFF2-40B4-BE49-F238E27FC236}">
                <a16:creationId xmlns:a16="http://schemas.microsoft.com/office/drawing/2014/main" id="{A15B6090-11D6-48F1-981A-9021D13F92F7}"/>
              </a:ext>
            </a:extLst>
          </p:cNvPr>
          <p:cNvSpPr>
            <a:spLocks noGrp="1"/>
          </p:cNvSpPr>
          <p:nvPr/>
        </p:nvSpPr>
        <p:spPr>
          <a:xfrm>
            <a:off x="22333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" name="e_full_violin_3511">
            <a:extLst>
              <a:ext uri="{FF2B5EF4-FFF2-40B4-BE49-F238E27FC236}">
                <a16:creationId xmlns:a16="http://schemas.microsoft.com/office/drawing/2014/main" id="{19A29DBC-1758-4C20-9242-518212C37BD5}"/>
              </a:ext>
            </a:extLst>
          </p:cNvPr>
          <p:cNvSpPr>
            <a:spLocks noGrp="1"/>
          </p:cNvSpPr>
          <p:nvPr/>
        </p:nvSpPr>
        <p:spPr>
          <a:xfrm>
            <a:off x="2343146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" name="e_full_violin_3512">
            <a:extLst>
              <a:ext uri="{FF2B5EF4-FFF2-40B4-BE49-F238E27FC236}">
                <a16:creationId xmlns:a16="http://schemas.microsoft.com/office/drawing/2014/main" id="{5A1C77F6-1B56-4FFD-AA96-887C044E09E4}"/>
              </a:ext>
            </a:extLst>
          </p:cNvPr>
          <p:cNvSpPr>
            <a:spLocks noGrp="1"/>
          </p:cNvSpPr>
          <p:nvPr/>
        </p:nvSpPr>
        <p:spPr>
          <a:xfrm>
            <a:off x="218712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" name="e_full_violin_3513">
            <a:extLst>
              <a:ext uri="{FF2B5EF4-FFF2-40B4-BE49-F238E27FC236}">
                <a16:creationId xmlns:a16="http://schemas.microsoft.com/office/drawing/2014/main" id="{CF2BB812-8C18-4363-9DBC-2D94466A7C39}"/>
              </a:ext>
            </a:extLst>
          </p:cNvPr>
          <p:cNvSpPr>
            <a:spLocks noGrp="1"/>
          </p:cNvSpPr>
          <p:nvPr/>
        </p:nvSpPr>
        <p:spPr>
          <a:xfrm>
            <a:off x="2476953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" name="e_full_violin_3514">
            <a:extLst>
              <a:ext uri="{FF2B5EF4-FFF2-40B4-BE49-F238E27FC236}">
                <a16:creationId xmlns:a16="http://schemas.microsoft.com/office/drawing/2014/main" id="{A827DF7F-8581-48C8-ABCA-E85B94E4A555}"/>
              </a:ext>
            </a:extLst>
          </p:cNvPr>
          <p:cNvSpPr>
            <a:spLocks noGrp="1"/>
          </p:cNvSpPr>
          <p:nvPr/>
        </p:nvSpPr>
        <p:spPr>
          <a:xfrm>
            <a:off x="22674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" name="e_full_violin_3515">
            <a:extLst>
              <a:ext uri="{FF2B5EF4-FFF2-40B4-BE49-F238E27FC236}">
                <a16:creationId xmlns:a16="http://schemas.microsoft.com/office/drawing/2014/main" id="{F6AD1144-AECC-4898-8A0B-C13A8EB5AE76}"/>
              </a:ext>
            </a:extLst>
          </p:cNvPr>
          <p:cNvSpPr>
            <a:spLocks noGrp="1"/>
          </p:cNvSpPr>
          <p:nvPr/>
        </p:nvSpPr>
        <p:spPr>
          <a:xfrm>
            <a:off x="231405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" name="e_full_violin_3516">
            <a:extLst>
              <a:ext uri="{FF2B5EF4-FFF2-40B4-BE49-F238E27FC236}">
                <a16:creationId xmlns:a16="http://schemas.microsoft.com/office/drawing/2014/main" id="{DFBAA09F-A8D2-46F5-8C71-4B4DAE421676}"/>
              </a:ext>
            </a:extLst>
          </p:cNvPr>
          <p:cNvSpPr>
            <a:spLocks noGrp="1"/>
          </p:cNvSpPr>
          <p:nvPr/>
        </p:nvSpPr>
        <p:spPr>
          <a:xfrm>
            <a:off x="20338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" name="e_full_violin_3517">
            <a:extLst>
              <a:ext uri="{FF2B5EF4-FFF2-40B4-BE49-F238E27FC236}">
                <a16:creationId xmlns:a16="http://schemas.microsoft.com/office/drawing/2014/main" id="{5FDCC128-36F0-418C-A463-8532E1DE1379}"/>
              </a:ext>
            </a:extLst>
          </p:cNvPr>
          <p:cNvSpPr>
            <a:spLocks noGrp="1"/>
          </p:cNvSpPr>
          <p:nvPr/>
        </p:nvSpPr>
        <p:spPr>
          <a:xfrm>
            <a:off x="2195947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" name="e_full_violin_3518">
            <a:extLst>
              <a:ext uri="{FF2B5EF4-FFF2-40B4-BE49-F238E27FC236}">
                <a16:creationId xmlns:a16="http://schemas.microsoft.com/office/drawing/2014/main" id="{89809966-8D02-4673-9EE3-373BCCE2E66A}"/>
              </a:ext>
            </a:extLst>
          </p:cNvPr>
          <p:cNvSpPr>
            <a:spLocks noGrp="1"/>
          </p:cNvSpPr>
          <p:nvPr/>
        </p:nvSpPr>
        <p:spPr>
          <a:xfrm>
            <a:off x="2233270" y="260146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" name="e_full_violin_3519">
            <a:extLst>
              <a:ext uri="{FF2B5EF4-FFF2-40B4-BE49-F238E27FC236}">
                <a16:creationId xmlns:a16="http://schemas.microsoft.com/office/drawing/2014/main" id="{62C732D4-D2D8-4034-B6CB-8CA7E4391601}"/>
              </a:ext>
            </a:extLst>
          </p:cNvPr>
          <p:cNvSpPr>
            <a:spLocks noGrp="1"/>
          </p:cNvSpPr>
          <p:nvPr/>
        </p:nvSpPr>
        <p:spPr>
          <a:xfrm>
            <a:off x="2132132" y="281855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" name="e_full_violin_3520">
            <a:extLst>
              <a:ext uri="{FF2B5EF4-FFF2-40B4-BE49-F238E27FC236}">
                <a16:creationId xmlns:a16="http://schemas.microsoft.com/office/drawing/2014/main" id="{3C4D4221-A95F-413B-BCF7-304CFF043214}"/>
              </a:ext>
            </a:extLst>
          </p:cNvPr>
          <p:cNvSpPr>
            <a:spLocks noGrp="1"/>
          </p:cNvSpPr>
          <p:nvPr/>
        </p:nvSpPr>
        <p:spPr>
          <a:xfrm>
            <a:off x="2108666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" name="e_full_violin_3521">
            <a:extLst>
              <a:ext uri="{FF2B5EF4-FFF2-40B4-BE49-F238E27FC236}">
                <a16:creationId xmlns:a16="http://schemas.microsoft.com/office/drawing/2014/main" id="{D14D73BB-5247-4938-BD3D-862570AFA2E5}"/>
              </a:ext>
            </a:extLst>
          </p:cNvPr>
          <p:cNvSpPr>
            <a:spLocks noGrp="1"/>
          </p:cNvSpPr>
          <p:nvPr/>
        </p:nvSpPr>
        <p:spPr>
          <a:xfrm>
            <a:off x="252399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" name="e_full_violin_3522">
            <a:extLst>
              <a:ext uri="{FF2B5EF4-FFF2-40B4-BE49-F238E27FC236}">
                <a16:creationId xmlns:a16="http://schemas.microsoft.com/office/drawing/2014/main" id="{09225669-B7C0-4665-B0B6-C311ECF604AA}"/>
              </a:ext>
            </a:extLst>
          </p:cNvPr>
          <p:cNvSpPr>
            <a:spLocks noGrp="1"/>
          </p:cNvSpPr>
          <p:nvPr/>
        </p:nvSpPr>
        <p:spPr>
          <a:xfrm>
            <a:off x="206848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" name="e_full_violin_3523">
            <a:extLst>
              <a:ext uri="{FF2B5EF4-FFF2-40B4-BE49-F238E27FC236}">
                <a16:creationId xmlns:a16="http://schemas.microsoft.com/office/drawing/2014/main" id="{FE66BC24-BA9A-4F43-926C-12F9698EEC09}"/>
              </a:ext>
            </a:extLst>
          </p:cNvPr>
          <p:cNvSpPr>
            <a:spLocks noGrp="1"/>
          </p:cNvSpPr>
          <p:nvPr/>
        </p:nvSpPr>
        <p:spPr>
          <a:xfrm>
            <a:off x="2073924" y="318709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" name="e_full_violin_3524">
            <a:extLst>
              <a:ext uri="{FF2B5EF4-FFF2-40B4-BE49-F238E27FC236}">
                <a16:creationId xmlns:a16="http://schemas.microsoft.com/office/drawing/2014/main" id="{3B29447A-4F85-44E6-87D5-128E80B940DD}"/>
              </a:ext>
            </a:extLst>
          </p:cNvPr>
          <p:cNvSpPr>
            <a:spLocks noGrp="1"/>
          </p:cNvSpPr>
          <p:nvPr/>
        </p:nvSpPr>
        <p:spPr>
          <a:xfrm>
            <a:off x="241992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" name="e_full_violin_3525">
            <a:extLst>
              <a:ext uri="{FF2B5EF4-FFF2-40B4-BE49-F238E27FC236}">
                <a16:creationId xmlns:a16="http://schemas.microsoft.com/office/drawing/2014/main" id="{F3AC6E45-57E2-4E48-908E-D551A5172F16}"/>
              </a:ext>
            </a:extLst>
          </p:cNvPr>
          <p:cNvSpPr>
            <a:spLocks noGrp="1"/>
          </p:cNvSpPr>
          <p:nvPr/>
        </p:nvSpPr>
        <p:spPr>
          <a:xfrm>
            <a:off x="2067284" y="402948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" name="e_full_violin_3526">
            <a:extLst>
              <a:ext uri="{FF2B5EF4-FFF2-40B4-BE49-F238E27FC236}">
                <a16:creationId xmlns:a16="http://schemas.microsoft.com/office/drawing/2014/main" id="{BA4E1969-3FDE-45B4-AD19-082D5516061E}"/>
              </a:ext>
            </a:extLst>
          </p:cNvPr>
          <p:cNvSpPr>
            <a:spLocks noGrp="1"/>
          </p:cNvSpPr>
          <p:nvPr/>
        </p:nvSpPr>
        <p:spPr>
          <a:xfrm>
            <a:off x="237775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" name="e_full_violin_3527">
            <a:extLst>
              <a:ext uri="{FF2B5EF4-FFF2-40B4-BE49-F238E27FC236}">
                <a16:creationId xmlns:a16="http://schemas.microsoft.com/office/drawing/2014/main" id="{54D3D30E-2517-4564-8123-011B415F8A0F}"/>
              </a:ext>
            </a:extLst>
          </p:cNvPr>
          <p:cNvSpPr>
            <a:spLocks noGrp="1"/>
          </p:cNvSpPr>
          <p:nvPr/>
        </p:nvSpPr>
        <p:spPr>
          <a:xfrm>
            <a:off x="204676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" name="e_full_violin_3528">
            <a:extLst>
              <a:ext uri="{FF2B5EF4-FFF2-40B4-BE49-F238E27FC236}">
                <a16:creationId xmlns:a16="http://schemas.microsoft.com/office/drawing/2014/main" id="{CBC270ED-0F42-40C4-8AAE-831927B25A07}"/>
              </a:ext>
            </a:extLst>
          </p:cNvPr>
          <p:cNvSpPr>
            <a:spLocks noGrp="1"/>
          </p:cNvSpPr>
          <p:nvPr/>
        </p:nvSpPr>
        <p:spPr>
          <a:xfrm>
            <a:off x="235068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" name="e_full_violin_3529">
            <a:extLst>
              <a:ext uri="{FF2B5EF4-FFF2-40B4-BE49-F238E27FC236}">
                <a16:creationId xmlns:a16="http://schemas.microsoft.com/office/drawing/2014/main" id="{009452A7-E364-452D-BF07-AF7C34E7923C}"/>
              </a:ext>
            </a:extLst>
          </p:cNvPr>
          <p:cNvSpPr>
            <a:spLocks noGrp="1"/>
          </p:cNvSpPr>
          <p:nvPr/>
        </p:nvSpPr>
        <p:spPr>
          <a:xfrm>
            <a:off x="232818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" name="e_full_violin_3530">
            <a:extLst>
              <a:ext uri="{FF2B5EF4-FFF2-40B4-BE49-F238E27FC236}">
                <a16:creationId xmlns:a16="http://schemas.microsoft.com/office/drawing/2014/main" id="{146993F7-EAEE-470D-835D-696FF435FB7A}"/>
              </a:ext>
            </a:extLst>
          </p:cNvPr>
          <p:cNvSpPr>
            <a:spLocks noGrp="1"/>
          </p:cNvSpPr>
          <p:nvPr/>
        </p:nvSpPr>
        <p:spPr>
          <a:xfrm>
            <a:off x="2434228" y="383204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" name="e_full_violin_3531">
            <a:extLst>
              <a:ext uri="{FF2B5EF4-FFF2-40B4-BE49-F238E27FC236}">
                <a16:creationId xmlns:a16="http://schemas.microsoft.com/office/drawing/2014/main" id="{4325BD13-A457-4A63-B09A-63771F0B59A0}"/>
              </a:ext>
            </a:extLst>
          </p:cNvPr>
          <p:cNvSpPr>
            <a:spLocks noGrp="1"/>
          </p:cNvSpPr>
          <p:nvPr/>
        </p:nvSpPr>
        <p:spPr>
          <a:xfrm>
            <a:off x="2278193" y="515266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" name="e_full_violin_3532">
            <a:extLst>
              <a:ext uri="{FF2B5EF4-FFF2-40B4-BE49-F238E27FC236}">
                <a16:creationId xmlns:a16="http://schemas.microsoft.com/office/drawing/2014/main" id="{ADA3C0EA-7FFD-49F9-8572-B5A89573FB7C}"/>
              </a:ext>
            </a:extLst>
          </p:cNvPr>
          <p:cNvSpPr>
            <a:spLocks noGrp="1"/>
          </p:cNvSpPr>
          <p:nvPr/>
        </p:nvSpPr>
        <p:spPr>
          <a:xfrm>
            <a:off x="211247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" name="e_full_violin_3533">
            <a:extLst>
              <a:ext uri="{FF2B5EF4-FFF2-40B4-BE49-F238E27FC236}">
                <a16:creationId xmlns:a16="http://schemas.microsoft.com/office/drawing/2014/main" id="{005656CB-C1AA-4810-97A0-0EE1405A5682}"/>
              </a:ext>
            </a:extLst>
          </p:cNvPr>
          <p:cNvSpPr>
            <a:spLocks noGrp="1"/>
          </p:cNvSpPr>
          <p:nvPr/>
        </p:nvSpPr>
        <p:spPr>
          <a:xfrm>
            <a:off x="249958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" name="e_full_violin_3534">
            <a:extLst>
              <a:ext uri="{FF2B5EF4-FFF2-40B4-BE49-F238E27FC236}">
                <a16:creationId xmlns:a16="http://schemas.microsoft.com/office/drawing/2014/main" id="{6F8B5958-6501-449F-A6DE-B173C7FF4EC5}"/>
              </a:ext>
            </a:extLst>
          </p:cNvPr>
          <p:cNvSpPr>
            <a:spLocks noGrp="1"/>
          </p:cNvSpPr>
          <p:nvPr/>
        </p:nvSpPr>
        <p:spPr>
          <a:xfrm>
            <a:off x="2057736" y="516559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" name="e_full_violin_3535">
            <a:extLst>
              <a:ext uri="{FF2B5EF4-FFF2-40B4-BE49-F238E27FC236}">
                <a16:creationId xmlns:a16="http://schemas.microsoft.com/office/drawing/2014/main" id="{73DEE7D9-A2E9-4E5D-BE41-277D92E92979}"/>
              </a:ext>
            </a:extLst>
          </p:cNvPr>
          <p:cNvSpPr>
            <a:spLocks noGrp="1"/>
          </p:cNvSpPr>
          <p:nvPr/>
        </p:nvSpPr>
        <p:spPr>
          <a:xfrm>
            <a:off x="24350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" name="e_full_violin_3536">
            <a:extLst>
              <a:ext uri="{FF2B5EF4-FFF2-40B4-BE49-F238E27FC236}">
                <a16:creationId xmlns:a16="http://schemas.microsoft.com/office/drawing/2014/main" id="{F087B445-51BA-4B5A-82E1-5C66B289C003}"/>
              </a:ext>
            </a:extLst>
          </p:cNvPr>
          <p:cNvSpPr>
            <a:spLocks noGrp="1"/>
          </p:cNvSpPr>
          <p:nvPr/>
        </p:nvSpPr>
        <p:spPr>
          <a:xfrm>
            <a:off x="2041172" y="318709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" name="e_full_violin_3537">
            <a:extLst>
              <a:ext uri="{FF2B5EF4-FFF2-40B4-BE49-F238E27FC236}">
                <a16:creationId xmlns:a16="http://schemas.microsoft.com/office/drawing/2014/main" id="{87832485-414B-4631-BF53-D529C935227B}"/>
              </a:ext>
            </a:extLst>
          </p:cNvPr>
          <p:cNvSpPr>
            <a:spLocks noGrp="1"/>
          </p:cNvSpPr>
          <p:nvPr/>
        </p:nvSpPr>
        <p:spPr>
          <a:xfrm>
            <a:off x="232515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" name="e_full_violin_3538">
            <a:extLst>
              <a:ext uri="{FF2B5EF4-FFF2-40B4-BE49-F238E27FC236}">
                <a16:creationId xmlns:a16="http://schemas.microsoft.com/office/drawing/2014/main" id="{8A90D4E6-3188-451B-A99B-31F29A89AC73}"/>
              </a:ext>
            </a:extLst>
          </p:cNvPr>
          <p:cNvSpPr>
            <a:spLocks noGrp="1"/>
          </p:cNvSpPr>
          <p:nvPr/>
        </p:nvSpPr>
        <p:spPr>
          <a:xfrm>
            <a:off x="205341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" name="e_full_violin_3539">
            <a:extLst>
              <a:ext uri="{FF2B5EF4-FFF2-40B4-BE49-F238E27FC236}">
                <a16:creationId xmlns:a16="http://schemas.microsoft.com/office/drawing/2014/main" id="{B13AE4D9-CC0A-4130-AF57-9706B9724C15}"/>
              </a:ext>
            </a:extLst>
          </p:cNvPr>
          <p:cNvSpPr>
            <a:spLocks noGrp="1"/>
          </p:cNvSpPr>
          <p:nvPr/>
        </p:nvSpPr>
        <p:spPr>
          <a:xfrm>
            <a:off x="2436847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" name="e_full_violin_3540">
            <a:extLst>
              <a:ext uri="{FF2B5EF4-FFF2-40B4-BE49-F238E27FC236}">
                <a16:creationId xmlns:a16="http://schemas.microsoft.com/office/drawing/2014/main" id="{C4546BB0-5887-4687-815B-04331EC7BDD5}"/>
              </a:ext>
            </a:extLst>
          </p:cNvPr>
          <p:cNvSpPr>
            <a:spLocks noGrp="1"/>
          </p:cNvSpPr>
          <p:nvPr/>
        </p:nvSpPr>
        <p:spPr>
          <a:xfrm>
            <a:off x="2463275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" name="e_full_violin_3541">
            <a:extLst>
              <a:ext uri="{FF2B5EF4-FFF2-40B4-BE49-F238E27FC236}">
                <a16:creationId xmlns:a16="http://schemas.microsoft.com/office/drawing/2014/main" id="{BEB83D82-7FB3-4AFA-BBF3-8BBB5691796D}"/>
              </a:ext>
            </a:extLst>
          </p:cNvPr>
          <p:cNvSpPr>
            <a:spLocks noGrp="1"/>
          </p:cNvSpPr>
          <p:nvPr/>
        </p:nvSpPr>
        <p:spPr>
          <a:xfrm>
            <a:off x="2358087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" name="e_full_violin_3542">
            <a:extLst>
              <a:ext uri="{FF2B5EF4-FFF2-40B4-BE49-F238E27FC236}">
                <a16:creationId xmlns:a16="http://schemas.microsoft.com/office/drawing/2014/main" id="{EE6A8976-67D2-4464-B325-A635C06B9581}"/>
              </a:ext>
            </a:extLst>
          </p:cNvPr>
          <p:cNvSpPr>
            <a:spLocks noGrp="1"/>
          </p:cNvSpPr>
          <p:nvPr/>
        </p:nvSpPr>
        <p:spPr>
          <a:xfrm>
            <a:off x="216264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" name="e_full_violin_3543">
            <a:extLst>
              <a:ext uri="{FF2B5EF4-FFF2-40B4-BE49-F238E27FC236}">
                <a16:creationId xmlns:a16="http://schemas.microsoft.com/office/drawing/2014/main" id="{E50AF970-B65E-4F14-B004-2FEFF3B03AA4}"/>
              </a:ext>
            </a:extLst>
          </p:cNvPr>
          <p:cNvSpPr>
            <a:spLocks noGrp="1"/>
          </p:cNvSpPr>
          <p:nvPr/>
        </p:nvSpPr>
        <p:spPr>
          <a:xfrm>
            <a:off x="252051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" name="e_full_violin_3544">
            <a:extLst>
              <a:ext uri="{FF2B5EF4-FFF2-40B4-BE49-F238E27FC236}">
                <a16:creationId xmlns:a16="http://schemas.microsoft.com/office/drawing/2014/main" id="{DA4B4E61-361D-4753-B998-97410C6B9DBF}"/>
              </a:ext>
            </a:extLst>
          </p:cNvPr>
          <p:cNvSpPr>
            <a:spLocks noGrp="1"/>
          </p:cNvSpPr>
          <p:nvPr/>
        </p:nvSpPr>
        <p:spPr>
          <a:xfrm>
            <a:off x="2420635" y="29106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" name="e_full_violin_3545">
            <a:extLst>
              <a:ext uri="{FF2B5EF4-FFF2-40B4-BE49-F238E27FC236}">
                <a16:creationId xmlns:a16="http://schemas.microsoft.com/office/drawing/2014/main" id="{E24222F0-B82B-4E99-A5D7-E48B0CBB642E}"/>
              </a:ext>
            </a:extLst>
          </p:cNvPr>
          <p:cNvSpPr>
            <a:spLocks noGrp="1"/>
          </p:cNvSpPr>
          <p:nvPr/>
        </p:nvSpPr>
        <p:spPr>
          <a:xfrm>
            <a:off x="227693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" name="e_full_violin_3546">
            <a:extLst>
              <a:ext uri="{FF2B5EF4-FFF2-40B4-BE49-F238E27FC236}">
                <a16:creationId xmlns:a16="http://schemas.microsoft.com/office/drawing/2014/main" id="{A261B82B-8C13-47CA-940A-556FB9316A1F}"/>
              </a:ext>
            </a:extLst>
          </p:cNvPr>
          <p:cNvSpPr>
            <a:spLocks noGrp="1"/>
          </p:cNvSpPr>
          <p:nvPr/>
        </p:nvSpPr>
        <p:spPr>
          <a:xfrm>
            <a:off x="252029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" name="e_full_violin_3547">
            <a:extLst>
              <a:ext uri="{FF2B5EF4-FFF2-40B4-BE49-F238E27FC236}">
                <a16:creationId xmlns:a16="http://schemas.microsoft.com/office/drawing/2014/main" id="{26F6C664-B320-42D4-A6D4-A9F26CEDF3A0}"/>
              </a:ext>
            </a:extLst>
          </p:cNvPr>
          <p:cNvSpPr>
            <a:spLocks noGrp="1"/>
          </p:cNvSpPr>
          <p:nvPr/>
        </p:nvSpPr>
        <p:spPr>
          <a:xfrm>
            <a:off x="231368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" name="e_full_violin_3548">
            <a:extLst>
              <a:ext uri="{FF2B5EF4-FFF2-40B4-BE49-F238E27FC236}">
                <a16:creationId xmlns:a16="http://schemas.microsoft.com/office/drawing/2014/main" id="{09DF33E4-EDE8-43E7-A7FA-C264011DEA5F}"/>
              </a:ext>
            </a:extLst>
          </p:cNvPr>
          <p:cNvSpPr>
            <a:spLocks noGrp="1"/>
          </p:cNvSpPr>
          <p:nvPr/>
        </p:nvSpPr>
        <p:spPr>
          <a:xfrm>
            <a:off x="222576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" name="e_full_violin_3549">
            <a:extLst>
              <a:ext uri="{FF2B5EF4-FFF2-40B4-BE49-F238E27FC236}">
                <a16:creationId xmlns:a16="http://schemas.microsoft.com/office/drawing/2014/main" id="{A26BBBC0-FE41-406C-96E5-F076BEF01F63}"/>
              </a:ext>
            </a:extLst>
          </p:cNvPr>
          <p:cNvSpPr>
            <a:spLocks noGrp="1"/>
          </p:cNvSpPr>
          <p:nvPr/>
        </p:nvSpPr>
        <p:spPr>
          <a:xfrm>
            <a:off x="232785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" name="e_full_violin_3550">
            <a:extLst>
              <a:ext uri="{FF2B5EF4-FFF2-40B4-BE49-F238E27FC236}">
                <a16:creationId xmlns:a16="http://schemas.microsoft.com/office/drawing/2014/main" id="{E8730305-F8AD-4837-AABB-E076598B7DF8}"/>
              </a:ext>
            </a:extLst>
          </p:cNvPr>
          <p:cNvSpPr>
            <a:spLocks noGrp="1"/>
          </p:cNvSpPr>
          <p:nvPr/>
        </p:nvSpPr>
        <p:spPr>
          <a:xfrm>
            <a:off x="2092189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" name="e_full_violin_3551">
            <a:extLst>
              <a:ext uri="{FF2B5EF4-FFF2-40B4-BE49-F238E27FC236}">
                <a16:creationId xmlns:a16="http://schemas.microsoft.com/office/drawing/2014/main" id="{79531824-A68E-4267-948A-1B9B859D0A00}"/>
              </a:ext>
            </a:extLst>
          </p:cNvPr>
          <p:cNvSpPr>
            <a:spLocks noGrp="1"/>
          </p:cNvSpPr>
          <p:nvPr/>
        </p:nvSpPr>
        <p:spPr>
          <a:xfrm>
            <a:off x="2157707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" name="e_full_violin_3552">
            <a:extLst>
              <a:ext uri="{FF2B5EF4-FFF2-40B4-BE49-F238E27FC236}">
                <a16:creationId xmlns:a16="http://schemas.microsoft.com/office/drawing/2014/main" id="{8171A787-C80C-4A43-8058-F8DEFA5FAFD5}"/>
              </a:ext>
            </a:extLst>
          </p:cNvPr>
          <p:cNvSpPr>
            <a:spLocks noGrp="1"/>
          </p:cNvSpPr>
          <p:nvPr/>
        </p:nvSpPr>
        <p:spPr>
          <a:xfrm>
            <a:off x="252083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" name="e_full_violin_3553">
            <a:extLst>
              <a:ext uri="{FF2B5EF4-FFF2-40B4-BE49-F238E27FC236}">
                <a16:creationId xmlns:a16="http://schemas.microsoft.com/office/drawing/2014/main" id="{E3E406CE-7368-46AD-822F-6B58C5A3BB55}"/>
              </a:ext>
            </a:extLst>
          </p:cNvPr>
          <p:cNvSpPr>
            <a:spLocks noGrp="1"/>
          </p:cNvSpPr>
          <p:nvPr/>
        </p:nvSpPr>
        <p:spPr>
          <a:xfrm>
            <a:off x="2151526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" name="e_full_violin_3554">
            <a:extLst>
              <a:ext uri="{FF2B5EF4-FFF2-40B4-BE49-F238E27FC236}">
                <a16:creationId xmlns:a16="http://schemas.microsoft.com/office/drawing/2014/main" id="{56D40012-5CE6-4E97-A4B3-9CA6C89988AA}"/>
              </a:ext>
            </a:extLst>
          </p:cNvPr>
          <p:cNvSpPr>
            <a:spLocks noGrp="1"/>
          </p:cNvSpPr>
          <p:nvPr/>
        </p:nvSpPr>
        <p:spPr>
          <a:xfrm>
            <a:off x="229177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" name="e_full_violin_3555">
            <a:extLst>
              <a:ext uri="{FF2B5EF4-FFF2-40B4-BE49-F238E27FC236}">
                <a16:creationId xmlns:a16="http://schemas.microsoft.com/office/drawing/2014/main" id="{28E32AAF-7F17-4533-A103-2DA4ADDFF137}"/>
              </a:ext>
            </a:extLst>
          </p:cNvPr>
          <p:cNvSpPr>
            <a:spLocks noGrp="1"/>
          </p:cNvSpPr>
          <p:nvPr/>
        </p:nvSpPr>
        <p:spPr>
          <a:xfrm>
            <a:off x="2403264" y="412520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" name="e_full_violin_3556">
            <a:extLst>
              <a:ext uri="{FF2B5EF4-FFF2-40B4-BE49-F238E27FC236}">
                <a16:creationId xmlns:a16="http://schemas.microsoft.com/office/drawing/2014/main" id="{CDDBF706-55FB-4AE2-AA27-A22C8938EACC}"/>
              </a:ext>
            </a:extLst>
          </p:cNvPr>
          <p:cNvSpPr>
            <a:spLocks noGrp="1"/>
          </p:cNvSpPr>
          <p:nvPr/>
        </p:nvSpPr>
        <p:spPr>
          <a:xfrm>
            <a:off x="22327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" name="e_full_violin_3557">
            <a:extLst>
              <a:ext uri="{FF2B5EF4-FFF2-40B4-BE49-F238E27FC236}">
                <a16:creationId xmlns:a16="http://schemas.microsoft.com/office/drawing/2014/main" id="{5DF83D8D-12AE-426C-AD7F-46A407DBF95C}"/>
              </a:ext>
            </a:extLst>
          </p:cNvPr>
          <p:cNvSpPr>
            <a:spLocks noGrp="1"/>
          </p:cNvSpPr>
          <p:nvPr/>
        </p:nvSpPr>
        <p:spPr>
          <a:xfrm>
            <a:off x="230333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" name="e_full_violin_3558">
            <a:extLst>
              <a:ext uri="{FF2B5EF4-FFF2-40B4-BE49-F238E27FC236}">
                <a16:creationId xmlns:a16="http://schemas.microsoft.com/office/drawing/2014/main" id="{D7B1307B-566D-49F3-8D80-B539514E4E11}"/>
              </a:ext>
            </a:extLst>
          </p:cNvPr>
          <p:cNvSpPr>
            <a:spLocks noGrp="1"/>
          </p:cNvSpPr>
          <p:nvPr/>
        </p:nvSpPr>
        <p:spPr>
          <a:xfrm>
            <a:off x="234865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0" name="e_full_violin_3559">
            <a:extLst>
              <a:ext uri="{FF2B5EF4-FFF2-40B4-BE49-F238E27FC236}">
                <a16:creationId xmlns:a16="http://schemas.microsoft.com/office/drawing/2014/main" id="{3782881C-6F39-45D3-AE5E-BE77EF9E55F1}"/>
              </a:ext>
            </a:extLst>
          </p:cNvPr>
          <p:cNvSpPr>
            <a:spLocks noGrp="1"/>
          </p:cNvSpPr>
          <p:nvPr/>
        </p:nvSpPr>
        <p:spPr>
          <a:xfrm>
            <a:off x="24038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1" name="e_full_violin_3560">
            <a:extLst>
              <a:ext uri="{FF2B5EF4-FFF2-40B4-BE49-F238E27FC236}">
                <a16:creationId xmlns:a16="http://schemas.microsoft.com/office/drawing/2014/main" id="{1215018E-FCE3-4CA4-8728-E1C8F48F5BBB}"/>
              </a:ext>
            </a:extLst>
          </p:cNvPr>
          <p:cNvSpPr>
            <a:spLocks noGrp="1"/>
          </p:cNvSpPr>
          <p:nvPr/>
        </p:nvSpPr>
        <p:spPr>
          <a:xfrm>
            <a:off x="2501173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2" name="e_full_violin_3561">
            <a:extLst>
              <a:ext uri="{FF2B5EF4-FFF2-40B4-BE49-F238E27FC236}">
                <a16:creationId xmlns:a16="http://schemas.microsoft.com/office/drawing/2014/main" id="{6F8BD99E-10A1-4FEA-A8B8-5571280EC2BB}"/>
              </a:ext>
            </a:extLst>
          </p:cNvPr>
          <p:cNvSpPr>
            <a:spLocks noGrp="1"/>
          </p:cNvSpPr>
          <p:nvPr/>
        </p:nvSpPr>
        <p:spPr>
          <a:xfrm>
            <a:off x="2395596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3" name="e_full_violin_3562">
            <a:extLst>
              <a:ext uri="{FF2B5EF4-FFF2-40B4-BE49-F238E27FC236}">
                <a16:creationId xmlns:a16="http://schemas.microsoft.com/office/drawing/2014/main" id="{1314D25A-5342-4684-A901-85E1769F1C16}"/>
              </a:ext>
            </a:extLst>
          </p:cNvPr>
          <p:cNvSpPr>
            <a:spLocks noGrp="1"/>
          </p:cNvSpPr>
          <p:nvPr/>
        </p:nvSpPr>
        <p:spPr>
          <a:xfrm>
            <a:off x="22224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4" name="e_full_violin_3563">
            <a:extLst>
              <a:ext uri="{FF2B5EF4-FFF2-40B4-BE49-F238E27FC236}">
                <a16:creationId xmlns:a16="http://schemas.microsoft.com/office/drawing/2014/main" id="{9C4BFB75-18D7-427F-8D52-2D26176C26FC}"/>
              </a:ext>
            </a:extLst>
          </p:cNvPr>
          <p:cNvSpPr>
            <a:spLocks noGrp="1"/>
          </p:cNvSpPr>
          <p:nvPr/>
        </p:nvSpPr>
        <p:spPr>
          <a:xfrm>
            <a:off x="227514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5" name="e_full_violin_3564">
            <a:extLst>
              <a:ext uri="{FF2B5EF4-FFF2-40B4-BE49-F238E27FC236}">
                <a16:creationId xmlns:a16="http://schemas.microsoft.com/office/drawing/2014/main" id="{D65747F6-9185-4F80-B8E4-237BF013070A}"/>
              </a:ext>
            </a:extLst>
          </p:cNvPr>
          <p:cNvSpPr>
            <a:spLocks noGrp="1"/>
          </p:cNvSpPr>
          <p:nvPr/>
        </p:nvSpPr>
        <p:spPr>
          <a:xfrm>
            <a:off x="2464818" y="264397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6" name="e_full_violin_3565">
            <a:extLst>
              <a:ext uri="{FF2B5EF4-FFF2-40B4-BE49-F238E27FC236}">
                <a16:creationId xmlns:a16="http://schemas.microsoft.com/office/drawing/2014/main" id="{78FC9B57-2D28-4534-9EAC-429FE1CE1A70}"/>
              </a:ext>
            </a:extLst>
          </p:cNvPr>
          <p:cNvSpPr>
            <a:spLocks noGrp="1"/>
          </p:cNvSpPr>
          <p:nvPr/>
        </p:nvSpPr>
        <p:spPr>
          <a:xfrm>
            <a:off x="2095747" y="297650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7" name="e_full_violin_3566">
            <a:extLst>
              <a:ext uri="{FF2B5EF4-FFF2-40B4-BE49-F238E27FC236}">
                <a16:creationId xmlns:a16="http://schemas.microsoft.com/office/drawing/2014/main" id="{B86009DC-FC93-4D4F-A52E-DFF106BAD957}"/>
              </a:ext>
            </a:extLst>
          </p:cNvPr>
          <p:cNvSpPr>
            <a:spLocks noGrp="1"/>
          </p:cNvSpPr>
          <p:nvPr/>
        </p:nvSpPr>
        <p:spPr>
          <a:xfrm>
            <a:off x="250365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8" name="e_full_violin_3567">
            <a:extLst>
              <a:ext uri="{FF2B5EF4-FFF2-40B4-BE49-F238E27FC236}">
                <a16:creationId xmlns:a16="http://schemas.microsoft.com/office/drawing/2014/main" id="{4BB4F809-BC77-4657-87D5-FD98C864335F}"/>
              </a:ext>
            </a:extLst>
          </p:cNvPr>
          <p:cNvSpPr>
            <a:spLocks noGrp="1"/>
          </p:cNvSpPr>
          <p:nvPr/>
        </p:nvSpPr>
        <p:spPr>
          <a:xfrm>
            <a:off x="2242884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9" name="e_full_violin_3568">
            <a:extLst>
              <a:ext uri="{FF2B5EF4-FFF2-40B4-BE49-F238E27FC236}">
                <a16:creationId xmlns:a16="http://schemas.microsoft.com/office/drawing/2014/main" id="{C1713D40-7114-4AB0-BBA6-CB6EFE33D34D}"/>
              </a:ext>
            </a:extLst>
          </p:cNvPr>
          <p:cNvSpPr>
            <a:spLocks noGrp="1"/>
          </p:cNvSpPr>
          <p:nvPr/>
        </p:nvSpPr>
        <p:spPr>
          <a:xfrm>
            <a:off x="2489568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0" name="e_full_violin_3569">
            <a:extLst>
              <a:ext uri="{FF2B5EF4-FFF2-40B4-BE49-F238E27FC236}">
                <a16:creationId xmlns:a16="http://schemas.microsoft.com/office/drawing/2014/main" id="{717BEF1C-66CF-4933-A10F-344223FE1856}"/>
              </a:ext>
            </a:extLst>
          </p:cNvPr>
          <p:cNvSpPr>
            <a:spLocks noGrp="1"/>
          </p:cNvSpPr>
          <p:nvPr/>
        </p:nvSpPr>
        <p:spPr>
          <a:xfrm>
            <a:off x="2155783" y="258650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1" name="e_full_violin_3570">
            <a:extLst>
              <a:ext uri="{FF2B5EF4-FFF2-40B4-BE49-F238E27FC236}">
                <a16:creationId xmlns:a16="http://schemas.microsoft.com/office/drawing/2014/main" id="{F9B3C10C-459D-407C-A559-115C77FA7E01}"/>
              </a:ext>
            </a:extLst>
          </p:cNvPr>
          <p:cNvSpPr>
            <a:spLocks noGrp="1"/>
          </p:cNvSpPr>
          <p:nvPr/>
        </p:nvSpPr>
        <p:spPr>
          <a:xfrm>
            <a:off x="2322837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2" name="e_full_violin_3571">
            <a:extLst>
              <a:ext uri="{FF2B5EF4-FFF2-40B4-BE49-F238E27FC236}">
                <a16:creationId xmlns:a16="http://schemas.microsoft.com/office/drawing/2014/main" id="{04851815-1740-4656-BA4C-A73B754AE491}"/>
              </a:ext>
            </a:extLst>
          </p:cNvPr>
          <p:cNvSpPr>
            <a:spLocks noGrp="1"/>
          </p:cNvSpPr>
          <p:nvPr/>
        </p:nvSpPr>
        <p:spPr>
          <a:xfrm>
            <a:off x="227554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3" name="e_full_violin_3572">
            <a:extLst>
              <a:ext uri="{FF2B5EF4-FFF2-40B4-BE49-F238E27FC236}">
                <a16:creationId xmlns:a16="http://schemas.microsoft.com/office/drawing/2014/main" id="{6E83604E-2EB8-4784-BA34-4E699D841447}"/>
              </a:ext>
            </a:extLst>
          </p:cNvPr>
          <p:cNvSpPr>
            <a:spLocks noGrp="1"/>
          </p:cNvSpPr>
          <p:nvPr/>
        </p:nvSpPr>
        <p:spPr>
          <a:xfrm>
            <a:off x="2204208" y="360170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4" name="e_full_violin_3573">
            <a:extLst>
              <a:ext uri="{FF2B5EF4-FFF2-40B4-BE49-F238E27FC236}">
                <a16:creationId xmlns:a16="http://schemas.microsoft.com/office/drawing/2014/main" id="{837B62FE-DFEF-44F9-A024-C04B0EDF04E7}"/>
              </a:ext>
            </a:extLst>
          </p:cNvPr>
          <p:cNvSpPr>
            <a:spLocks noGrp="1"/>
          </p:cNvSpPr>
          <p:nvPr/>
        </p:nvSpPr>
        <p:spPr>
          <a:xfrm>
            <a:off x="2172838" y="521408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5" name="e_full_violin_3574">
            <a:extLst>
              <a:ext uri="{FF2B5EF4-FFF2-40B4-BE49-F238E27FC236}">
                <a16:creationId xmlns:a16="http://schemas.microsoft.com/office/drawing/2014/main" id="{D86EFB9B-B9D0-4768-81A5-171FA8369ADD}"/>
              </a:ext>
            </a:extLst>
          </p:cNvPr>
          <p:cNvSpPr>
            <a:spLocks noGrp="1"/>
          </p:cNvSpPr>
          <p:nvPr/>
        </p:nvSpPr>
        <p:spPr>
          <a:xfrm>
            <a:off x="2278752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6" name="e_full_violin_3575">
            <a:extLst>
              <a:ext uri="{FF2B5EF4-FFF2-40B4-BE49-F238E27FC236}">
                <a16:creationId xmlns:a16="http://schemas.microsoft.com/office/drawing/2014/main" id="{B89724D5-B841-4021-AA3B-51873C669C2D}"/>
              </a:ext>
            </a:extLst>
          </p:cNvPr>
          <p:cNvSpPr>
            <a:spLocks noGrp="1"/>
          </p:cNvSpPr>
          <p:nvPr/>
        </p:nvSpPr>
        <p:spPr>
          <a:xfrm>
            <a:off x="203468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7" name="e_full_violin_3576">
            <a:extLst>
              <a:ext uri="{FF2B5EF4-FFF2-40B4-BE49-F238E27FC236}">
                <a16:creationId xmlns:a16="http://schemas.microsoft.com/office/drawing/2014/main" id="{E1303647-619B-467D-8694-2E0EB4417DE7}"/>
              </a:ext>
            </a:extLst>
          </p:cNvPr>
          <p:cNvSpPr>
            <a:spLocks noGrp="1"/>
          </p:cNvSpPr>
          <p:nvPr/>
        </p:nvSpPr>
        <p:spPr>
          <a:xfrm>
            <a:off x="2375772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8" name="e_full_violin_3577">
            <a:extLst>
              <a:ext uri="{FF2B5EF4-FFF2-40B4-BE49-F238E27FC236}">
                <a16:creationId xmlns:a16="http://schemas.microsoft.com/office/drawing/2014/main" id="{48D67F91-C9C1-4227-84AC-28EF5A06C527}"/>
              </a:ext>
            </a:extLst>
          </p:cNvPr>
          <p:cNvSpPr>
            <a:spLocks noGrp="1"/>
          </p:cNvSpPr>
          <p:nvPr/>
        </p:nvSpPr>
        <p:spPr>
          <a:xfrm>
            <a:off x="240048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9" name="e_full_violin_3578">
            <a:extLst>
              <a:ext uri="{FF2B5EF4-FFF2-40B4-BE49-F238E27FC236}">
                <a16:creationId xmlns:a16="http://schemas.microsoft.com/office/drawing/2014/main" id="{28C88E83-E9E9-4FA8-B58A-7BB60D0E6F56}"/>
              </a:ext>
            </a:extLst>
          </p:cNvPr>
          <p:cNvSpPr>
            <a:spLocks noGrp="1"/>
          </p:cNvSpPr>
          <p:nvPr/>
        </p:nvSpPr>
        <p:spPr>
          <a:xfrm>
            <a:off x="235132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0" name="e_full_violin_3579">
            <a:extLst>
              <a:ext uri="{FF2B5EF4-FFF2-40B4-BE49-F238E27FC236}">
                <a16:creationId xmlns:a16="http://schemas.microsoft.com/office/drawing/2014/main" id="{64BD65B5-045D-44BD-9A05-A93334D53449}"/>
              </a:ext>
            </a:extLst>
          </p:cNvPr>
          <p:cNvSpPr>
            <a:spLocks noGrp="1"/>
          </p:cNvSpPr>
          <p:nvPr/>
        </p:nvSpPr>
        <p:spPr>
          <a:xfrm>
            <a:off x="2523026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1" name="e_full_violin_3580">
            <a:extLst>
              <a:ext uri="{FF2B5EF4-FFF2-40B4-BE49-F238E27FC236}">
                <a16:creationId xmlns:a16="http://schemas.microsoft.com/office/drawing/2014/main" id="{D296AF7D-4E09-4643-BD8D-B4A920098BB0}"/>
              </a:ext>
            </a:extLst>
          </p:cNvPr>
          <p:cNvSpPr>
            <a:spLocks noGrp="1"/>
          </p:cNvSpPr>
          <p:nvPr/>
        </p:nvSpPr>
        <p:spPr>
          <a:xfrm>
            <a:off x="219307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2" name="e_full_violin_3581">
            <a:extLst>
              <a:ext uri="{FF2B5EF4-FFF2-40B4-BE49-F238E27FC236}">
                <a16:creationId xmlns:a16="http://schemas.microsoft.com/office/drawing/2014/main" id="{22D45F57-8A21-4378-895D-8B92E0CDA7BC}"/>
              </a:ext>
            </a:extLst>
          </p:cNvPr>
          <p:cNvSpPr>
            <a:spLocks noGrp="1"/>
          </p:cNvSpPr>
          <p:nvPr/>
        </p:nvSpPr>
        <p:spPr>
          <a:xfrm>
            <a:off x="2312662" y="376623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3" name="e_full_violin_3582">
            <a:extLst>
              <a:ext uri="{FF2B5EF4-FFF2-40B4-BE49-F238E27FC236}">
                <a16:creationId xmlns:a16="http://schemas.microsoft.com/office/drawing/2014/main" id="{F0AF31B2-16D7-48EE-9C0E-A244F012324F}"/>
              </a:ext>
            </a:extLst>
          </p:cNvPr>
          <p:cNvSpPr>
            <a:spLocks noGrp="1"/>
          </p:cNvSpPr>
          <p:nvPr/>
        </p:nvSpPr>
        <p:spPr>
          <a:xfrm>
            <a:off x="227165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4" name="e_full_violin_3583">
            <a:extLst>
              <a:ext uri="{FF2B5EF4-FFF2-40B4-BE49-F238E27FC236}">
                <a16:creationId xmlns:a16="http://schemas.microsoft.com/office/drawing/2014/main" id="{455B610B-7965-4C29-844E-5BA11F59993D}"/>
              </a:ext>
            </a:extLst>
          </p:cNvPr>
          <p:cNvSpPr>
            <a:spLocks noGrp="1"/>
          </p:cNvSpPr>
          <p:nvPr/>
        </p:nvSpPr>
        <p:spPr>
          <a:xfrm>
            <a:off x="2187220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5" name="e_full_violin_3584">
            <a:extLst>
              <a:ext uri="{FF2B5EF4-FFF2-40B4-BE49-F238E27FC236}">
                <a16:creationId xmlns:a16="http://schemas.microsoft.com/office/drawing/2014/main" id="{E6B5F7A6-EC84-413D-B201-DF9883450498}"/>
              </a:ext>
            </a:extLst>
          </p:cNvPr>
          <p:cNvSpPr>
            <a:spLocks noGrp="1"/>
          </p:cNvSpPr>
          <p:nvPr/>
        </p:nvSpPr>
        <p:spPr>
          <a:xfrm>
            <a:off x="235065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6" name="e_full_violin_3585">
            <a:extLst>
              <a:ext uri="{FF2B5EF4-FFF2-40B4-BE49-F238E27FC236}">
                <a16:creationId xmlns:a16="http://schemas.microsoft.com/office/drawing/2014/main" id="{BD35CEF9-0A79-4AA4-BC5A-E2635DA0AF84}"/>
              </a:ext>
            </a:extLst>
          </p:cNvPr>
          <p:cNvSpPr>
            <a:spLocks noGrp="1"/>
          </p:cNvSpPr>
          <p:nvPr/>
        </p:nvSpPr>
        <p:spPr>
          <a:xfrm>
            <a:off x="2038766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7" name="e_full_violin_3586">
            <a:extLst>
              <a:ext uri="{FF2B5EF4-FFF2-40B4-BE49-F238E27FC236}">
                <a16:creationId xmlns:a16="http://schemas.microsoft.com/office/drawing/2014/main" id="{41F0745E-0FF9-4C7D-AE8C-B3C8FA25F5D1}"/>
              </a:ext>
            </a:extLst>
          </p:cNvPr>
          <p:cNvSpPr>
            <a:spLocks noGrp="1"/>
          </p:cNvSpPr>
          <p:nvPr/>
        </p:nvSpPr>
        <p:spPr>
          <a:xfrm>
            <a:off x="2112579" y="330799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8" name="e_full_violin_3587">
            <a:extLst>
              <a:ext uri="{FF2B5EF4-FFF2-40B4-BE49-F238E27FC236}">
                <a16:creationId xmlns:a16="http://schemas.microsoft.com/office/drawing/2014/main" id="{1AA32ADD-5C26-4BE3-A4E6-4DA2D972CB19}"/>
              </a:ext>
            </a:extLst>
          </p:cNvPr>
          <p:cNvSpPr>
            <a:spLocks noGrp="1"/>
          </p:cNvSpPr>
          <p:nvPr/>
        </p:nvSpPr>
        <p:spPr>
          <a:xfrm>
            <a:off x="2031519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9" name="e_full_violin_3588">
            <a:extLst>
              <a:ext uri="{FF2B5EF4-FFF2-40B4-BE49-F238E27FC236}">
                <a16:creationId xmlns:a16="http://schemas.microsoft.com/office/drawing/2014/main" id="{A69E57A8-0F03-4BAF-BE4C-16CF0F93835F}"/>
              </a:ext>
            </a:extLst>
          </p:cNvPr>
          <p:cNvSpPr>
            <a:spLocks noGrp="1"/>
          </p:cNvSpPr>
          <p:nvPr/>
        </p:nvSpPr>
        <p:spPr>
          <a:xfrm>
            <a:off x="2112792" y="402948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0" name="e_full_violin_3589">
            <a:extLst>
              <a:ext uri="{FF2B5EF4-FFF2-40B4-BE49-F238E27FC236}">
                <a16:creationId xmlns:a16="http://schemas.microsoft.com/office/drawing/2014/main" id="{597ED3A2-37CC-4BC8-BE08-8702DC594B2F}"/>
              </a:ext>
            </a:extLst>
          </p:cNvPr>
          <p:cNvSpPr>
            <a:spLocks noGrp="1"/>
          </p:cNvSpPr>
          <p:nvPr/>
        </p:nvSpPr>
        <p:spPr>
          <a:xfrm>
            <a:off x="231208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1" name="e_full_violin_3590">
            <a:extLst>
              <a:ext uri="{FF2B5EF4-FFF2-40B4-BE49-F238E27FC236}">
                <a16:creationId xmlns:a16="http://schemas.microsoft.com/office/drawing/2014/main" id="{EDF7298F-4611-4009-B9D0-84438DF51C27}"/>
              </a:ext>
            </a:extLst>
          </p:cNvPr>
          <p:cNvSpPr>
            <a:spLocks noGrp="1"/>
          </p:cNvSpPr>
          <p:nvPr/>
        </p:nvSpPr>
        <p:spPr>
          <a:xfrm>
            <a:off x="248426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2" name="e_full_violin_3591">
            <a:extLst>
              <a:ext uri="{FF2B5EF4-FFF2-40B4-BE49-F238E27FC236}">
                <a16:creationId xmlns:a16="http://schemas.microsoft.com/office/drawing/2014/main" id="{FBC8241C-84FB-4A7A-AC9F-2BD224BEC38C}"/>
              </a:ext>
            </a:extLst>
          </p:cNvPr>
          <p:cNvSpPr>
            <a:spLocks noGrp="1"/>
          </p:cNvSpPr>
          <p:nvPr/>
        </p:nvSpPr>
        <p:spPr>
          <a:xfrm>
            <a:off x="204041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3" name="e_full_violin_3592">
            <a:extLst>
              <a:ext uri="{FF2B5EF4-FFF2-40B4-BE49-F238E27FC236}">
                <a16:creationId xmlns:a16="http://schemas.microsoft.com/office/drawing/2014/main" id="{51E5D51D-E292-4285-B956-1A21188A9414}"/>
              </a:ext>
            </a:extLst>
          </p:cNvPr>
          <p:cNvSpPr>
            <a:spLocks noGrp="1"/>
          </p:cNvSpPr>
          <p:nvPr/>
        </p:nvSpPr>
        <p:spPr>
          <a:xfrm>
            <a:off x="233822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4" name="e_full_violin_3593">
            <a:extLst>
              <a:ext uri="{FF2B5EF4-FFF2-40B4-BE49-F238E27FC236}">
                <a16:creationId xmlns:a16="http://schemas.microsoft.com/office/drawing/2014/main" id="{F421C93B-1B78-4D9A-BFA9-04D2D7556FA6}"/>
              </a:ext>
            </a:extLst>
          </p:cNvPr>
          <p:cNvSpPr>
            <a:spLocks noGrp="1"/>
          </p:cNvSpPr>
          <p:nvPr/>
        </p:nvSpPr>
        <p:spPr>
          <a:xfrm>
            <a:off x="2108461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5" name="e_full_violin_3594">
            <a:extLst>
              <a:ext uri="{FF2B5EF4-FFF2-40B4-BE49-F238E27FC236}">
                <a16:creationId xmlns:a16="http://schemas.microsoft.com/office/drawing/2014/main" id="{833CD583-A3EF-42D5-8789-643783E71003}"/>
              </a:ext>
            </a:extLst>
          </p:cNvPr>
          <p:cNvSpPr>
            <a:spLocks noGrp="1"/>
          </p:cNvSpPr>
          <p:nvPr/>
        </p:nvSpPr>
        <p:spPr>
          <a:xfrm>
            <a:off x="251795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6" name="e_full_violin_3595">
            <a:extLst>
              <a:ext uri="{FF2B5EF4-FFF2-40B4-BE49-F238E27FC236}">
                <a16:creationId xmlns:a16="http://schemas.microsoft.com/office/drawing/2014/main" id="{D82AB30C-3019-42B9-8414-008A6ADA910E}"/>
              </a:ext>
            </a:extLst>
          </p:cNvPr>
          <p:cNvSpPr>
            <a:spLocks noGrp="1"/>
          </p:cNvSpPr>
          <p:nvPr/>
        </p:nvSpPr>
        <p:spPr>
          <a:xfrm>
            <a:off x="2216795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7" name="e_full_violin_3596">
            <a:extLst>
              <a:ext uri="{FF2B5EF4-FFF2-40B4-BE49-F238E27FC236}">
                <a16:creationId xmlns:a16="http://schemas.microsoft.com/office/drawing/2014/main" id="{F7A1C4C5-C636-449A-BC07-B746BBAAF8D0}"/>
              </a:ext>
            </a:extLst>
          </p:cNvPr>
          <p:cNvSpPr>
            <a:spLocks noGrp="1"/>
          </p:cNvSpPr>
          <p:nvPr/>
        </p:nvSpPr>
        <p:spPr>
          <a:xfrm>
            <a:off x="2178201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8" name="e_full_violin_3597">
            <a:extLst>
              <a:ext uri="{FF2B5EF4-FFF2-40B4-BE49-F238E27FC236}">
                <a16:creationId xmlns:a16="http://schemas.microsoft.com/office/drawing/2014/main" id="{5F295571-DBAB-456C-B358-16242B609317}"/>
              </a:ext>
            </a:extLst>
          </p:cNvPr>
          <p:cNvSpPr>
            <a:spLocks noGrp="1"/>
          </p:cNvSpPr>
          <p:nvPr/>
        </p:nvSpPr>
        <p:spPr>
          <a:xfrm>
            <a:off x="206122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9" name="e_full_violin_3598">
            <a:extLst>
              <a:ext uri="{FF2B5EF4-FFF2-40B4-BE49-F238E27FC236}">
                <a16:creationId xmlns:a16="http://schemas.microsoft.com/office/drawing/2014/main" id="{3C6844EB-D352-4EA7-9A8D-7548382256D0}"/>
              </a:ext>
            </a:extLst>
          </p:cNvPr>
          <p:cNvSpPr>
            <a:spLocks noGrp="1"/>
          </p:cNvSpPr>
          <p:nvPr/>
        </p:nvSpPr>
        <p:spPr>
          <a:xfrm>
            <a:off x="24943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0" name="e_full_violin_3599">
            <a:extLst>
              <a:ext uri="{FF2B5EF4-FFF2-40B4-BE49-F238E27FC236}">
                <a16:creationId xmlns:a16="http://schemas.microsoft.com/office/drawing/2014/main" id="{A46B3826-00FF-4DCF-8016-F3188C600929}"/>
              </a:ext>
            </a:extLst>
          </p:cNvPr>
          <p:cNvSpPr>
            <a:spLocks noGrp="1"/>
          </p:cNvSpPr>
          <p:nvPr/>
        </p:nvSpPr>
        <p:spPr>
          <a:xfrm>
            <a:off x="2279238" y="345512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1" name="e_full_violin_3600">
            <a:extLst>
              <a:ext uri="{FF2B5EF4-FFF2-40B4-BE49-F238E27FC236}">
                <a16:creationId xmlns:a16="http://schemas.microsoft.com/office/drawing/2014/main" id="{C6023DC7-A08A-4C27-A8F3-A668E6A4428C}"/>
              </a:ext>
            </a:extLst>
          </p:cNvPr>
          <p:cNvSpPr>
            <a:spLocks noGrp="1"/>
          </p:cNvSpPr>
          <p:nvPr/>
        </p:nvSpPr>
        <p:spPr>
          <a:xfrm>
            <a:off x="217607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2" name="e_full_violin_3601">
            <a:extLst>
              <a:ext uri="{FF2B5EF4-FFF2-40B4-BE49-F238E27FC236}">
                <a16:creationId xmlns:a16="http://schemas.microsoft.com/office/drawing/2014/main" id="{1D9B39D5-6894-4DDA-A1D3-729D0913E5F4}"/>
              </a:ext>
            </a:extLst>
          </p:cNvPr>
          <p:cNvSpPr>
            <a:spLocks noGrp="1"/>
          </p:cNvSpPr>
          <p:nvPr/>
        </p:nvSpPr>
        <p:spPr>
          <a:xfrm>
            <a:off x="238224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3" name="e_full_violin_3602">
            <a:extLst>
              <a:ext uri="{FF2B5EF4-FFF2-40B4-BE49-F238E27FC236}">
                <a16:creationId xmlns:a16="http://schemas.microsoft.com/office/drawing/2014/main" id="{80362ADF-1B8C-4EFB-B180-6C53C06FB622}"/>
              </a:ext>
            </a:extLst>
          </p:cNvPr>
          <p:cNvSpPr>
            <a:spLocks noGrp="1"/>
          </p:cNvSpPr>
          <p:nvPr/>
        </p:nvSpPr>
        <p:spPr>
          <a:xfrm>
            <a:off x="210197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4" name="e_full_violin_3603">
            <a:extLst>
              <a:ext uri="{FF2B5EF4-FFF2-40B4-BE49-F238E27FC236}">
                <a16:creationId xmlns:a16="http://schemas.microsoft.com/office/drawing/2014/main" id="{D796C37C-CDB5-4E2C-94AB-6F96E8432087}"/>
              </a:ext>
            </a:extLst>
          </p:cNvPr>
          <p:cNvSpPr>
            <a:spLocks noGrp="1"/>
          </p:cNvSpPr>
          <p:nvPr/>
        </p:nvSpPr>
        <p:spPr>
          <a:xfrm>
            <a:off x="232217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5" name="e_full_violin_3604">
            <a:extLst>
              <a:ext uri="{FF2B5EF4-FFF2-40B4-BE49-F238E27FC236}">
                <a16:creationId xmlns:a16="http://schemas.microsoft.com/office/drawing/2014/main" id="{34A3AF66-FDA5-4A70-A60D-704D307F1DDD}"/>
              </a:ext>
            </a:extLst>
          </p:cNvPr>
          <p:cNvSpPr>
            <a:spLocks noGrp="1"/>
          </p:cNvSpPr>
          <p:nvPr/>
        </p:nvSpPr>
        <p:spPr>
          <a:xfrm>
            <a:off x="2312154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6" name="e_full_violin_3605">
            <a:extLst>
              <a:ext uri="{FF2B5EF4-FFF2-40B4-BE49-F238E27FC236}">
                <a16:creationId xmlns:a16="http://schemas.microsoft.com/office/drawing/2014/main" id="{7B562F7D-C7E2-4BC5-AA82-847493391B41}"/>
              </a:ext>
            </a:extLst>
          </p:cNvPr>
          <p:cNvSpPr>
            <a:spLocks noGrp="1"/>
          </p:cNvSpPr>
          <p:nvPr/>
        </p:nvSpPr>
        <p:spPr>
          <a:xfrm>
            <a:off x="229343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7" name="e_full_violin_3606">
            <a:extLst>
              <a:ext uri="{FF2B5EF4-FFF2-40B4-BE49-F238E27FC236}">
                <a16:creationId xmlns:a16="http://schemas.microsoft.com/office/drawing/2014/main" id="{CC266DA0-730E-4956-AC61-7991793C2BFA}"/>
              </a:ext>
            </a:extLst>
          </p:cNvPr>
          <p:cNvSpPr>
            <a:spLocks noGrp="1"/>
          </p:cNvSpPr>
          <p:nvPr/>
        </p:nvSpPr>
        <p:spPr>
          <a:xfrm>
            <a:off x="22579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8" name="e_full_violin_3607">
            <a:extLst>
              <a:ext uri="{FF2B5EF4-FFF2-40B4-BE49-F238E27FC236}">
                <a16:creationId xmlns:a16="http://schemas.microsoft.com/office/drawing/2014/main" id="{2B08BAEE-747E-4071-8DCD-244FEE366385}"/>
              </a:ext>
            </a:extLst>
          </p:cNvPr>
          <p:cNvSpPr>
            <a:spLocks noGrp="1"/>
          </p:cNvSpPr>
          <p:nvPr/>
        </p:nvSpPr>
        <p:spPr>
          <a:xfrm>
            <a:off x="2303975" y="449747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9" name="e_full_violin_3608">
            <a:extLst>
              <a:ext uri="{FF2B5EF4-FFF2-40B4-BE49-F238E27FC236}">
                <a16:creationId xmlns:a16="http://schemas.microsoft.com/office/drawing/2014/main" id="{8CA92BCA-CB61-4B37-A921-0F38E41440C6}"/>
              </a:ext>
            </a:extLst>
          </p:cNvPr>
          <p:cNvSpPr>
            <a:spLocks noGrp="1"/>
          </p:cNvSpPr>
          <p:nvPr/>
        </p:nvSpPr>
        <p:spPr>
          <a:xfrm>
            <a:off x="239020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0" name="e_full_violin_3609">
            <a:extLst>
              <a:ext uri="{FF2B5EF4-FFF2-40B4-BE49-F238E27FC236}">
                <a16:creationId xmlns:a16="http://schemas.microsoft.com/office/drawing/2014/main" id="{AEFF6A20-35A5-4B1E-A2BD-05884D442443}"/>
              </a:ext>
            </a:extLst>
          </p:cNvPr>
          <p:cNvSpPr>
            <a:spLocks noGrp="1"/>
          </p:cNvSpPr>
          <p:nvPr/>
        </p:nvSpPr>
        <p:spPr>
          <a:xfrm>
            <a:off x="23416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1" name="e_full_violin_3610">
            <a:extLst>
              <a:ext uri="{FF2B5EF4-FFF2-40B4-BE49-F238E27FC236}">
                <a16:creationId xmlns:a16="http://schemas.microsoft.com/office/drawing/2014/main" id="{F72A6EDB-CCB3-4820-96E5-B6625AEEAF02}"/>
              </a:ext>
            </a:extLst>
          </p:cNvPr>
          <p:cNvSpPr>
            <a:spLocks noGrp="1"/>
          </p:cNvSpPr>
          <p:nvPr/>
        </p:nvSpPr>
        <p:spPr>
          <a:xfrm>
            <a:off x="220301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2" name="e_full_violin_3611">
            <a:extLst>
              <a:ext uri="{FF2B5EF4-FFF2-40B4-BE49-F238E27FC236}">
                <a16:creationId xmlns:a16="http://schemas.microsoft.com/office/drawing/2014/main" id="{5FDC42A3-A410-4686-A329-1BF1D964EB6B}"/>
              </a:ext>
            </a:extLst>
          </p:cNvPr>
          <p:cNvSpPr>
            <a:spLocks noGrp="1"/>
          </p:cNvSpPr>
          <p:nvPr/>
        </p:nvSpPr>
        <p:spPr>
          <a:xfrm>
            <a:off x="2516804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3" name="e_full_violin_3612">
            <a:extLst>
              <a:ext uri="{FF2B5EF4-FFF2-40B4-BE49-F238E27FC236}">
                <a16:creationId xmlns:a16="http://schemas.microsoft.com/office/drawing/2014/main" id="{0EF18DF4-464A-4924-BDD7-79F48B8821E1}"/>
              </a:ext>
            </a:extLst>
          </p:cNvPr>
          <p:cNvSpPr>
            <a:spLocks noGrp="1"/>
          </p:cNvSpPr>
          <p:nvPr/>
        </p:nvSpPr>
        <p:spPr>
          <a:xfrm>
            <a:off x="238699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4" name="e_full_violin_3613">
            <a:extLst>
              <a:ext uri="{FF2B5EF4-FFF2-40B4-BE49-F238E27FC236}">
                <a16:creationId xmlns:a16="http://schemas.microsoft.com/office/drawing/2014/main" id="{BA2F56D1-824E-4828-8EE2-A5902AA74CF9}"/>
              </a:ext>
            </a:extLst>
          </p:cNvPr>
          <p:cNvSpPr>
            <a:spLocks noGrp="1"/>
          </p:cNvSpPr>
          <p:nvPr/>
        </p:nvSpPr>
        <p:spPr>
          <a:xfrm>
            <a:off x="2116259" y="273350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5" name="e_full_violin_3614">
            <a:extLst>
              <a:ext uri="{FF2B5EF4-FFF2-40B4-BE49-F238E27FC236}">
                <a16:creationId xmlns:a16="http://schemas.microsoft.com/office/drawing/2014/main" id="{D2D19E0B-F005-4EC3-84CB-482360EBA926}"/>
              </a:ext>
            </a:extLst>
          </p:cNvPr>
          <p:cNvSpPr>
            <a:spLocks noGrp="1"/>
          </p:cNvSpPr>
          <p:nvPr/>
        </p:nvSpPr>
        <p:spPr>
          <a:xfrm>
            <a:off x="2085556" y="341986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6" name="e_full_violin_3615">
            <a:extLst>
              <a:ext uri="{FF2B5EF4-FFF2-40B4-BE49-F238E27FC236}">
                <a16:creationId xmlns:a16="http://schemas.microsoft.com/office/drawing/2014/main" id="{4975492F-8C2C-4562-8B6F-B65AB7751C84}"/>
              </a:ext>
            </a:extLst>
          </p:cNvPr>
          <p:cNvSpPr>
            <a:spLocks noGrp="1"/>
          </p:cNvSpPr>
          <p:nvPr/>
        </p:nvSpPr>
        <p:spPr>
          <a:xfrm>
            <a:off x="23952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7" name="e_full_violin_3616">
            <a:extLst>
              <a:ext uri="{FF2B5EF4-FFF2-40B4-BE49-F238E27FC236}">
                <a16:creationId xmlns:a16="http://schemas.microsoft.com/office/drawing/2014/main" id="{84569275-09F6-47F1-BA78-443E48947FA0}"/>
              </a:ext>
            </a:extLst>
          </p:cNvPr>
          <p:cNvSpPr>
            <a:spLocks noGrp="1"/>
          </p:cNvSpPr>
          <p:nvPr/>
        </p:nvSpPr>
        <p:spPr>
          <a:xfrm>
            <a:off x="250365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8" name="e_full_violin_3617">
            <a:extLst>
              <a:ext uri="{FF2B5EF4-FFF2-40B4-BE49-F238E27FC236}">
                <a16:creationId xmlns:a16="http://schemas.microsoft.com/office/drawing/2014/main" id="{252E4743-755C-4485-94A4-D242EBB2B08B}"/>
              </a:ext>
            </a:extLst>
          </p:cNvPr>
          <p:cNvSpPr>
            <a:spLocks noGrp="1"/>
          </p:cNvSpPr>
          <p:nvPr/>
        </p:nvSpPr>
        <p:spPr>
          <a:xfrm>
            <a:off x="24625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9" name="e_full_violin_3618">
            <a:extLst>
              <a:ext uri="{FF2B5EF4-FFF2-40B4-BE49-F238E27FC236}">
                <a16:creationId xmlns:a16="http://schemas.microsoft.com/office/drawing/2014/main" id="{B2A6E085-BAE6-4901-A735-7F35FAB47505}"/>
              </a:ext>
            </a:extLst>
          </p:cNvPr>
          <p:cNvSpPr>
            <a:spLocks noGrp="1"/>
          </p:cNvSpPr>
          <p:nvPr/>
        </p:nvSpPr>
        <p:spPr>
          <a:xfrm>
            <a:off x="2422192" y="379016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0" name="e_full_violin_3619">
            <a:extLst>
              <a:ext uri="{FF2B5EF4-FFF2-40B4-BE49-F238E27FC236}">
                <a16:creationId xmlns:a16="http://schemas.microsoft.com/office/drawing/2014/main" id="{2E36BF72-0327-48E3-9F23-8172CF927A1A}"/>
              </a:ext>
            </a:extLst>
          </p:cNvPr>
          <p:cNvSpPr>
            <a:spLocks noGrp="1"/>
          </p:cNvSpPr>
          <p:nvPr/>
        </p:nvSpPr>
        <p:spPr>
          <a:xfrm>
            <a:off x="23699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1" name="e_full_violin_3620">
            <a:extLst>
              <a:ext uri="{FF2B5EF4-FFF2-40B4-BE49-F238E27FC236}">
                <a16:creationId xmlns:a16="http://schemas.microsoft.com/office/drawing/2014/main" id="{0D9FA1F2-8A13-4143-B0F1-25F10B7770A5}"/>
              </a:ext>
            </a:extLst>
          </p:cNvPr>
          <p:cNvSpPr>
            <a:spLocks noGrp="1"/>
          </p:cNvSpPr>
          <p:nvPr/>
        </p:nvSpPr>
        <p:spPr>
          <a:xfrm>
            <a:off x="2336697" y="508246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2" name="e_full_violin_3621">
            <a:extLst>
              <a:ext uri="{FF2B5EF4-FFF2-40B4-BE49-F238E27FC236}">
                <a16:creationId xmlns:a16="http://schemas.microsoft.com/office/drawing/2014/main" id="{58EC94F3-DBDA-4480-BF43-39C9959BAC0B}"/>
              </a:ext>
            </a:extLst>
          </p:cNvPr>
          <p:cNvSpPr>
            <a:spLocks noGrp="1"/>
          </p:cNvSpPr>
          <p:nvPr/>
        </p:nvSpPr>
        <p:spPr>
          <a:xfrm>
            <a:off x="2381521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3" name="e_full_violin_3622">
            <a:extLst>
              <a:ext uri="{FF2B5EF4-FFF2-40B4-BE49-F238E27FC236}">
                <a16:creationId xmlns:a16="http://schemas.microsoft.com/office/drawing/2014/main" id="{D7764BEA-6858-4958-AAA5-7D5EC9F5019F}"/>
              </a:ext>
            </a:extLst>
          </p:cNvPr>
          <p:cNvSpPr>
            <a:spLocks noGrp="1"/>
          </p:cNvSpPr>
          <p:nvPr/>
        </p:nvSpPr>
        <p:spPr>
          <a:xfrm>
            <a:off x="222913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4" name="e_full_violin_3623">
            <a:extLst>
              <a:ext uri="{FF2B5EF4-FFF2-40B4-BE49-F238E27FC236}">
                <a16:creationId xmlns:a16="http://schemas.microsoft.com/office/drawing/2014/main" id="{1B78CA87-7C93-4761-8FB9-CB6C952632C3}"/>
              </a:ext>
            </a:extLst>
          </p:cNvPr>
          <p:cNvSpPr>
            <a:spLocks noGrp="1"/>
          </p:cNvSpPr>
          <p:nvPr/>
        </p:nvSpPr>
        <p:spPr>
          <a:xfrm>
            <a:off x="2208771" y="392418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5" name="e_full_violin_3624">
            <a:extLst>
              <a:ext uri="{FF2B5EF4-FFF2-40B4-BE49-F238E27FC236}">
                <a16:creationId xmlns:a16="http://schemas.microsoft.com/office/drawing/2014/main" id="{D6AA130A-D682-40A6-8CB1-2547F1FC10A3}"/>
              </a:ext>
            </a:extLst>
          </p:cNvPr>
          <p:cNvSpPr>
            <a:spLocks noGrp="1"/>
          </p:cNvSpPr>
          <p:nvPr/>
        </p:nvSpPr>
        <p:spPr>
          <a:xfrm>
            <a:off x="2260900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6" name="e_full_violin_3625">
            <a:extLst>
              <a:ext uri="{FF2B5EF4-FFF2-40B4-BE49-F238E27FC236}">
                <a16:creationId xmlns:a16="http://schemas.microsoft.com/office/drawing/2014/main" id="{C068318D-C2F8-4C7C-B1A4-9D6DB477DCEB}"/>
              </a:ext>
            </a:extLst>
          </p:cNvPr>
          <p:cNvSpPr>
            <a:spLocks noGrp="1"/>
          </p:cNvSpPr>
          <p:nvPr/>
        </p:nvSpPr>
        <p:spPr>
          <a:xfrm>
            <a:off x="2132553" y="508246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7" name="e_full_violin_3626">
            <a:extLst>
              <a:ext uri="{FF2B5EF4-FFF2-40B4-BE49-F238E27FC236}">
                <a16:creationId xmlns:a16="http://schemas.microsoft.com/office/drawing/2014/main" id="{91D23FF4-4E68-43A2-AEDC-3325ED0127FD}"/>
              </a:ext>
            </a:extLst>
          </p:cNvPr>
          <p:cNvSpPr>
            <a:spLocks noGrp="1"/>
          </p:cNvSpPr>
          <p:nvPr/>
        </p:nvSpPr>
        <p:spPr>
          <a:xfrm>
            <a:off x="2131224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8" name="e_full_violin_3627">
            <a:extLst>
              <a:ext uri="{FF2B5EF4-FFF2-40B4-BE49-F238E27FC236}">
                <a16:creationId xmlns:a16="http://schemas.microsoft.com/office/drawing/2014/main" id="{C01CD50D-0A24-4199-ACCF-3A410138EBBD}"/>
              </a:ext>
            </a:extLst>
          </p:cNvPr>
          <p:cNvSpPr>
            <a:spLocks noGrp="1"/>
          </p:cNvSpPr>
          <p:nvPr/>
        </p:nvSpPr>
        <p:spPr>
          <a:xfrm>
            <a:off x="2280361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9" name="e_full_violin_3628">
            <a:extLst>
              <a:ext uri="{FF2B5EF4-FFF2-40B4-BE49-F238E27FC236}">
                <a16:creationId xmlns:a16="http://schemas.microsoft.com/office/drawing/2014/main" id="{DF73F136-23BD-4807-A189-22F95AF101DA}"/>
              </a:ext>
            </a:extLst>
          </p:cNvPr>
          <p:cNvSpPr>
            <a:spLocks noGrp="1"/>
          </p:cNvSpPr>
          <p:nvPr/>
        </p:nvSpPr>
        <p:spPr>
          <a:xfrm>
            <a:off x="23458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0" name="e_full_violin_3629">
            <a:extLst>
              <a:ext uri="{FF2B5EF4-FFF2-40B4-BE49-F238E27FC236}">
                <a16:creationId xmlns:a16="http://schemas.microsoft.com/office/drawing/2014/main" id="{09CFEB4D-8C14-42E7-8941-E34959B9A097}"/>
              </a:ext>
            </a:extLst>
          </p:cNvPr>
          <p:cNvSpPr>
            <a:spLocks noGrp="1"/>
          </p:cNvSpPr>
          <p:nvPr/>
        </p:nvSpPr>
        <p:spPr>
          <a:xfrm>
            <a:off x="2314383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1" name="e_full_violin_3630">
            <a:extLst>
              <a:ext uri="{FF2B5EF4-FFF2-40B4-BE49-F238E27FC236}">
                <a16:creationId xmlns:a16="http://schemas.microsoft.com/office/drawing/2014/main" id="{A23D20B3-511D-4523-B6F3-441E67610B9C}"/>
              </a:ext>
            </a:extLst>
          </p:cNvPr>
          <p:cNvSpPr>
            <a:spLocks noGrp="1"/>
          </p:cNvSpPr>
          <p:nvPr/>
        </p:nvSpPr>
        <p:spPr>
          <a:xfrm>
            <a:off x="2413103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2" name="e_full_violin_3631">
            <a:extLst>
              <a:ext uri="{FF2B5EF4-FFF2-40B4-BE49-F238E27FC236}">
                <a16:creationId xmlns:a16="http://schemas.microsoft.com/office/drawing/2014/main" id="{53C3BCAB-7769-4A3C-8B82-70139C4576F7}"/>
              </a:ext>
            </a:extLst>
          </p:cNvPr>
          <p:cNvSpPr>
            <a:spLocks noGrp="1"/>
          </p:cNvSpPr>
          <p:nvPr/>
        </p:nvSpPr>
        <p:spPr>
          <a:xfrm>
            <a:off x="2113167" y="484554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3" name="e_full_violin_3632">
            <a:extLst>
              <a:ext uri="{FF2B5EF4-FFF2-40B4-BE49-F238E27FC236}">
                <a16:creationId xmlns:a16="http://schemas.microsoft.com/office/drawing/2014/main" id="{210C087D-CE13-48FD-AB8D-C0E063945DBA}"/>
              </a:ext>
            </a:extLst>
          </p:cNvPr>
          <p:cNvSpPr>
            <a:spLocks noGrp="1"/>
          </p:cNvSpPr>
          <p:nvPr/>
        </p:nvSpPr>
        <p:spPr>
          <a:xfrm>
            <a:off x="213217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4" name="e_full_violin_3633">
            <a:extLst>
              <a:ext uri="{FF2B5EF4-FFF2-40B4-BE49-F238E27FC236}">
                <a16:creationId xmlns:a16="http://schemas.microsoft.com/office/drawing/2014/main" id="{397EE5F1-B257-49A2-8824-5B63B3B47AAB}"/>
              </a:ext>
            </a:extLst>
          </p:cNvPr>
          <p:cNvSpPr>
            <a:spLocks noGrp="1"/>
          </p:cNvSpPr>
          <p:nvPr/>
        </p:nvSpPr>
        <p:spPr>
          <a:xfrm>
            <a:off x="2031913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5" name="e_full_violin_3634">
            <a:extLst>
              <a:ext uri="{FF2B5EF4-FFF2-40B4-BE49-F238E27FC236}">
                <a16:creationId xmlns:a16="http://schemas.microsoft.com/office/drawing/2014/main" id="{9E02527F-7784-4198-8825-9E0839763F80}"/>
              </a:ext>
            </a:extLst>
          </p:cNvPr>
          <p:cNvSpPr>
            <a:spLocks noGrp="1"/>
          </p:cNvSpPr>
          <p:nvPr/>
        </p:nvSpPr>
        <p:spPr>
          <a:xfrm>
            <a:off x="23227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6" name="e_full_violin_3635">
            <a:extLst>
              <a:ext uri="{FF2B5EF4-FFF2-40B4-BE49-F238E27FC236}">
                <a16:creationId xmlns:a16="http://schemas.microsoft.com/office/drawing/2014/main" id="{6E607186-30E4-4CB4-8529-DFA2EC5C12CF}"/>
              </a:ext>
            </a:extLst>
          </p:cNvPr>
          <p:cNvSpPr>
            <a:spLocks noGrp="1"/>
          </p:cNvSpPr>
          <p:nvPr/>
        </p:nvSpPr>
        <p:spPr>
          <a:xfrm>
            <a:off x="208919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7" name="e_full_violin_3636">
            <a:extLst>
              <a:ext uri="{FF2B5EF4-FFF2-40B4-BE49-F238E27FC236}">
                <a16:creationId xmlns:a16="http://schemas.microsoft.com/office/drawing/2014/main" id="{2CD6817E-55C7-4B80-AD83-B21A2AEC82D6}"/>
              </a:ext>
            </a:extLst>
          </p:cNvPr>
          <p:cNvSpPr>
            <a:spLocks noGrp="1"/>
          </p:cNvSpPr>
          <p:nvPr/>
        </p:nvSpPr>
        <p:spPr>
          <a:xfrm>
            <a:off x="245114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8" name="e_full_violin_3637">
            <a:extLst>
              <a:ext uri="{FF2B5EF4-FFF2-40B4-BE49-F238E27FC236}">
                <a16:creationId xmlns:a16="http://schemas.microsoft.com/office/drawing/2014/main" id="{E972AAC0-8033-468A-9440-05225383DA07}"/>
              </a:ext>
            </a:extLst>
          </p:cNvPr>
          <p:cNvSpPr>
            <a:spLocks noGrp="1"/>
          </p:cNvSpPr>
          <p:nvPr/>
        </p:nvSpPr>
        <p:spPr>
          <a:xfrm>
            <a:off x="219071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9" name="e_full_violin_3638">
            <a:extLst>
              <a:ext uri="{FF2B5EF4-FFF2-40B4-BE49-F238E27FC236}">
                <a16:creationId xmlns:a16="http://schemas.microsoft.com/office/drawing/2014/main" id="{BC5E703D-6ED8-4397-9957-D89B793A1E29}"/>
              </a:ext>
            </a:extLst>
          </p:cNvPr>
          <p:cNvSpPr>
            <a:spLocks noGrp="1"/>
          </p:cNvSpPr>
          <p:nvPr/>
        </p:nvSpPr>
        <p:spPr>
          <a:xfrm>
            <a:off x="2241657" y="297650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0" name="e_full_violin_3639">
            <a:extLst>
              <a:ext uri="{FF2B5EF4-FFF2-40B4-BE49-F238E27FC236}">
                <a16:creationId xmlns:a16="http://schemas.microsoft.com/office/drawing/2014/main" id="{A66B21A3-6D6C-455A-8BCA-F5F98FAB4302}"/>
              </a:ext>
            </a:extLst>
          </p:cNvPr>
          <p:cNvSpPr>
            <a:spLocks noGrp="1"/>
          </p:cNvSpPr>
          <p:nvPr/>
        </p:nvSpPr>
        <p:spPr>
          <a:xfrm>
            <a:off x="208800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1" name="e_full_violin_3640">
            <a:extLst>
              <a:ext uri="{FF2B5EF4-FFF2-40B4-BE49-F238E27FC236}">
                <a16:creationId xmlns:a16="http://schemas.microsoft.com/office/drawing/2014/main" id="{B2E83242-9512-4AA1-8078-0885F7EA82F4}"/>
              </a:ext>
            </a:extLst>
          </p:cNvPr>
          <p:cNvSpPr>
            <a:spLocks noGrp="1"/>
          </p:cNvSpPr>
          <p:nvPr/>
        </p:nvSpPr>
        <p:spPr>
          <a:xfrm>
            <a:off x="2216816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2" name="e_full_violin_3641">
            <a:extLst>
              <a:ext uri="{FF2B5EF4-FFF2-40B4-BE49-F238E27FC236}">
                <a16:creationId xmlns:a16="http://schemas.microsoft.com/office/drawing/2014/main" id="{15A0442B-6A48-4E5A-BA36-AB747CF32676}"/>
              </a:ext>
            </a:extLst>
          </p:cNvPr>
          <p:cNvSpPr>
            <a:spLocks noGrp="1"/>
          </p:cNvSpPr>
          <p:nvPr/>
        </p:nvSpPr>
        <p:spPr>
          <a:xfrm>
            <a:off x="242863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3" name="e_full_violin_3642">
            <a:extLst>
              <a:ext uri="{FF2B5EF4-FFF2-40B4-BE49-F238E27FC236}">
                <a16:creationId xmlns:a16="http://schemas.microsoft.com/office/drawing/2014/main" id="{819215E1-9D09-4AF8-9DCB-FDF93B7AA858}"/>
              </a:ext>
            </a:extLst>
          </p:cNvPr>
          <p:cNvSpPr>
            <a:spLocks noGrp="1"/>
          </p:cNvSpPr>
          <p:nvPr/>
        </p:nvSpPr>
        <p:spPr>
          <a:xfrm>
            <a:off x="2381170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4" name="e_full_violin_3643">
            <a:extLst>
              <a:ext uri="{FF2B5EF4-FFF2-40B4-BE49-F238E27FC236}">
                <a16:creationId xmlns:a16="http://schemas.microsoft.com/office/drawing/2014/main" id="{5E02D4A2-31D7-4A7B-A5FC-B1BFCE5F8F80}"/>
              </a:ext>
            </a:extLst>
          </p:cNvPr>
          <p:cNvSpPr>
            <a:spLocks noGrp="1"/>
          </p:cNvSpPr>
          <p:nvPr/>
        </p:nvSpPr>
        <p:spPr>
          <a:xfrm>
            <a:off x="212461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5" name="e_full_violin_3644">
            <a:extLst>
              <a:ext uri="{FF2B5EF4-FFF2-40B4-BE49-F238E27FC236}">
                <a16:creationId xmlns:a16="http://schemas.microsoft.com/office/drawing/2014/main" id="{0E0B67AD-665E-4E99-93DF-8DAEB3A02A67}"/>
              </a:ext>
            </a:extLst>
          </p:cNvPr>
          <p:cNvSpPr>
            <a:spLocks noGrp="1"/>
          </p:cNvSpPr>
          <p:nvPr/>
        </p:nvSpPr>
        <p:spPr>
          <a:xfrm>
            <a:off x="2908729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556991" y="3685436"/>
                </a:moveTo>
                <a:lnTo>
                  <a:pt x="225604" y="3685436"/>
                </a:lnTo>
                <a:lnTo>
                  <a:pt x="227526" y="3662402"/>
                </a:lnTo>
                <a:lnTo>
                  <a:pt x="233158" y="3639368"/>
                </a:lnTo>
                <a:lnTo>
                  <a:pt x="242106" y="3616334"/>
                </a:lnTo>
                <a:lnTo>
                  <a:pt x="253770" y="3593300"/>
                </a:lnTo>
                <a:lnTo>
                  <a:pt x="267402" y="3570266"/>
                </a:lnTo>
                <a:lnTo>
                  <a:pt x="282189" y="3547232"/>
                </a:lnTo>
                <a:lnTo>
                  <a:pt x="297332" y="3524198"/>
                </a:lnTo>
                <a:lnTo>
                  <a:pt x="312111" y="3501164"/>
                </a:lnTo>
                <a:lnTo>
                  <a:pt x="325942" y="3478130"/>
                </a:lnTo>
                <a:lnTo>
                  <a:pt x="338401" y="3455096"/>
                </a:lnTo>
                <a:lnTo>
                  <a:pt x="349231" y="3432062"/>
                </a:lnTo>
                <a:lnTo>
                  <a:pt x="358334" y="3409028"/>
                </a:lnTo>
                <a:lnTo>
                  <a:pt x="365741" y="3385994"/>
                </a:lnTo>
                <a:lnTo>
                  <a:pt x="371580" y="3362960"/>
                </a:lnTo>
                <a:lnTo>
                  <a:pt x="376038" y="3339926"/>
                </a:lnTo>
                <a:lnTo>
                  <a:pt x="379333" y="3316892"/>
                </a:lnTo>
                <a:lnTo>
                  <a:pt x="381682" y="3293858"/>
                </a:lnTo>
                <a:lnTo>
                  <a:pt x="383286" y="3270824"/>
                </a:lnTo>
                <a:lnTo>
                  <a:pt x="384317" y="3247790"/>
                </a:lnTo>
                <a:lnTo>
                  <a:pt x="384918" y="3224756"/>
                </a:lnTo>
                <a:lnTo>
                  <a:pt x="385193" y="3201722"/>
                </a:lnTo>
                <a:lnTo>
                  <a:pt x="385223" y="3178688"/>
                </a:lnTo>
                <a:lnTo>
                  <a:pt x="385062" y="3155654"/>
                </a:lnTo>
                <a:lnTo>
                  <a:pt x="384746" y="3132620"/>
                </a:lnTo>
                <a:lnTo>
                  <a:pt x="384298" y="3109586"/>
                </a:lnTo>
                <a:lnTo>
                  <a:pt x="383730" y="3086552"/>
                </a:lnTo>
                <a:lnTo>
                  <a:pt x="383049" y="3063518"/>
                </a:lnTo>
                <a:lnTo>
                  <a:pt x="382259" y="3040485"/>
                </a:lnTo>
                <a:lnTo>
                  <a:pt x="381365" y="3017451"/>
                </a:lnTo>
                <a:lnTo>
                  <a:pt x="380371" y="2994417"/>
                </a:lnTo>
                <a:lnTo>
                  <a:pt x="379287" y="2971383"/>
                </a:lnTo>
                <a:lnTo>
                  <a:pt x="378128" y="2948349"/>
                </a:lnTo>
                <a:lnTo>
                  <a:pt x="376913" y="2925315"/>
                </a:lnTo>
                <a:lnTo>
                  <a:pt x="375667" y="2902281"/>
                </a:lnTo>
                <a:lnTo>
                  <a:pt x="374418" y="2879247"/>
                </a:lnTo>
                <a:lnTo>
                  <a:pt x="373193" y="2856213"/>
                </a:lnTo>
                <a:lnTo>
                  <a:pt x="372013" y="2833179"/>
                </a:lnTo>
                <a:lnTo>
                  <a:pt x="370891" y="2810145"/>
                </a:lnTo>
                <a:lnTo>
                  <a:pt x="369828" y="2787111"/>
                </a:lnTo>
                <a:lnTo>
                  <a:pt x="368810" y="2764077"/>
                </a:lnTo>
                <a:lnTo>
                  <a:pt x="367808" y="2741043"/>
                </a:lnTo>
                <a:lnTo>
                  <a:pt x="366785" y="2718009"/>
                </a:lnTo>
                <a:lnTo>
                  <a:pt x="365697" y="2694975"/>
                </a:lnTo>
                <a:lnTo>
                  <a:pt x="364506" y="2671941"/>
                </a:lnTo>
                <a:lnTo>
                  <a:pt x="363183" y="2648907"/>
                </a:lnTo>
                <a:lnTo>
                  <a:pt x="361722" y="2625873"/>
                </a:lnTo>
                <a:lnTo>
                  <a:pt x="360139" y="2602839"/>
                </a:lnTo>
                <a:lnTo>
                  <a:pt x="358479" y="2579805"/>
                </a:lnTo>
                <a:lnTo>
                  <a:pt x="356812" y="2556771"/>
                </a:lnTo>
                <a:lnTo>
                  <a:pt x="355228" y="2533737"/>
                </a:lnTo>
                <a:lnTo>
                  <a:pt x="353827" y="2510703"/>
                </a:lnTo>
                <a:lnTo>
                  <a:pt x="352706" y="2487669"/>
                </a:lnTo>
                <a:lnTo>
                  <a:pt x="351952" y="2464635"/>
                </a:lnTo>
                <a:lnTo>
                  <a:pt x="351627" y="2441601"/>
                </a:lnTo>
                <a:lnTo>
                  <a:pt x="351764" y="2418567"/>
                </a:lnTo>
                <a:lnTo>
                  <a:pt x="352361" y="2395533"/>
                </a:lnTo>
                <a:lnTo>
                  <a:pt x="353383" y="2372499"/>
                </a:lnTo>
                <a:lnTo>
                  <a:pt x="354767" y="2349465"/>
                </a:lnTo>
                <a:lnTo>
                  <a:pt x="356425" y="2326431"/>
                </a:lnTo>
                <a:lnTo>
                  <a:pt x="358256" y="2303397"/>
                </a:lnTo>
                <a:lnTo>
                  <a:pt x="360146" y="2280363"/>
                </a:lnTo>
                <a:lnTo>
                  <a:pt x="361982" y="2257329"/>
                </a:lnTo>
                <a:lnTo>
                  <a:pt x="363653" y="2234295"/>
                </a:lnTo>
                <a:lnTo>
                  <a:pt x="365050" y="2211261"/>
                </a:lnTo>
                <a:lnTo>
                  <a:pt x="366073" y="2188228"/>
                </a:lnTo>
                <a:lnTo>
                  <a:pt x="366630" y="2165194"/>
                </a:lnTo>
                <a:lnTo>
                  <a:pt x="366643" y="2142160"/>
                </a:lnTo>
                <a:lnTo>
                  <a:pt x="366049" y="2119126"/>
                </a:lnTo>
                <a:lnTo>
                  <a:pt x="364810" y="2096092"/>
                </a:lnTo>
                <a:lnTo>
                  <a:pt x="362922" y="2073058"/>
                </a:lnTo>
                <a:lnTo>
                  <a:pt x="360419" y="2050024"/>
                </a:lnTo>
                <a:lnTo>
                  <a:pt x="357381" y="2026990"/>
                </a:lnTo>
                <a:lnTo>
                  <a:pt x="353938" y="2003956"/>
                </a:lnTo>
                <a:lnTo>
                  <a:pt x="350267" y="1980922"/>
                </a:lnTo>
                <a:lnTo>
                  <a:pt x="346580" y="1957888"/>
                </a:lnTo>
                <a:lnTo>
                  <a:pt x="343108" y="1934854"/>
                </a:lnTo>
                <a:lnTo>
                  <a:pt x="340086" y="1911820"/>
                </a:lnTo>
                <a:lnTo>
                  <a:pt x="337723" y="1888786"/>
                </a:lnTo>
                <a:lnTo>
                  <a:pt x="336181" y="1865752"/>
                </a:lnTo>
                <a:lnTo>
                  <a:pt x="335561" y="1842718"/>
                </a:lnTo>
                <a:lnTo>
                  <a:pt x="335883" y="1819684"/>
                </a:lnTo>
                <a:lnTo>
                  <a:pt x="337094" y="1796650"/>
                </a:lnTo>
                <a:lnTo>
                  <a:pt x="339065" y="1773616"/>
                </a:lnTo>
                <a:lnTo>
                  <a:pt x="341617" y="1750582"/>
                </a:lnTo>
                <a:lnTo>
                  <a:pt x="344533" y="1727548"/>
                </a:lnTo>
                <a:lnTo>
                  <a:pt x="347589" y="1704514"/>
                </a:lnTo>
                <a:lnTo>
                  <a:pt x="350573" y="1681480"/>
                </a:lnTo>
                <a:lnTo>
                  <a:pt x="353306" y="1658446"/>
                </a:lnTo>
                <a:lnTo>
                  <a:pt x="355649" y="1635412"/>
                </a:lnTo>
                <a:lnTo>
                  <a:pt x="357513" y="1612378"/>
                </a:lnTo>
                <a:lnTo>
                  <a:pt x="358849" y="1589344"/>
                </a:lnTo>
                <a:lnTo>
                  <a:pt x="359647" y="1566310"/>
                </a:lnTo>
                <a:lnTo>
                  <a:pt x="359919" y="1543276"/>
                </a:lnTo>
                <a:lnTo>
                  <a:pt x="359694" y="1520242"/>
                </a:lnTo>
                <a:lnTo>
                  <a:pt x="359006" y="1497208"/>
                </a:lnTo>
                <a:lnTo>
                  <a:pt x="357892" y="1474174"/>
                </a:lnTo>
                <a:lnTo>
                  <a:pt x="356392" y="1451140"/>
                </a:lnTo>
                <a:lnTo>
                  <a:pt x="354553" y="1428106"/>
                </a:lnTo>
                <a:lnTo>
                  <a:pt x="352436" y="1405072"/>
                </a:lnTo>
                <a:lnTo>
                  <a:pt x="350119" y="1382038"/>
                </a:lnTo>
                <a:lnTo>
                  <a:pt x="347701" y="1359004"/>
                </a:lnTo>
                <a:lnTo>
                  <a:pt x="345305" y="1335970"/>
                </a:lnTo>
                <a:lnTo>
                  <a:pt x="343068" y="1312937"/>
                </a:lnTo>
                <a:lnTo>
                  <a:pt x="341130" y="1289903"/>
                </a:lnTo>
                <a:lnTo>
                  <a:pt x="339627" y="1266869"/>
                </a:lnTo>
                <a:lnTo>
                  <a:pt x="338670" y="1243835"/>
                </a:lnTo>
                <a:lnTo>
                  <a:pt x="338334" y="1220801"/>
                </a:lnTo>
                <a:lnTo>
                  <a:pt x="338649" y="1197767"/>
                </a:lnTo>
                <a:lnTo>
                  <a:pt x="339596" y="1174733"/>
                </a:lnTo>
                <a:lnTo>
                  <a:pt x="341105" y="1151699"/>
                </a:lnTo>
                <a:lnTo>
                  <a:pt x="343072" y="1128665"/>
                </a:lnTo>
                <a:lnTo>
                  <a:pt x="345362" y="1105631"/>
                </a:lnTo>
                <a:lnTo>
                  <a:pt x="347831" y="1082597"/>
                </a:lnTo>
                <a:lnTo>
                  <a:pt x="350336" y="1059563"/>
                </a:lnTo>
                <a:lnTo>
                  <a:pt x="352757" y="1036529"/>
                </a:lnTo>
                <a:lnTo>
                  <a:pt x="354998" y="1013495"/>
                </a:lnTo>
                <a:lnTo>
                  <a:pt x="356997" y="990461"/>
                </a:lnTo>
                <a:lnTo>
                  <a:pt x="358728" y="967427"/>
                </a:lnTo>
                <a:lnTo>
                  <a:pt x="360192" y="944393"/>
                </a:lnTo>
                <a:lnTo>
                  <a:pt x="361412" y="921359"/>
                </a:lnTo>
                <a:lnTo>
                  <a:pt x="362427" y="898325"/>
                </a:lnTo>
                <a:lnTo>
                  <a:pt x="363277" y="875291"/>
                </a:lnTo>
                <a:lnTo>
                  <a:pt x="363999" y="852257"/>
                </a:lnTo>
                <a:lnTo>
                  <a:pt x="364621" y="829223"/>
                </a:lnTo>
                <a:lnTo>
                  <a:pt x="365159" y="806189"/>
                </a:lnTo>
                <a:lnTo>
                  <a:pt x="365617" y="783155"/>
                </a:lnTo>
                <a:lnTo>
                  <a:pt x="365990" y="760121"/>
                </a:lnTo>
                <a:lnTo>
                  <a:pt x="366268" y="737087"/>
                </a:lnTo>
                <a:lnTo>
                  <a:pt x="366444" y="714053"/>
                </a:lnTo>
                <a:lnTo>
                  <a:pt x="366515" y="691019"/>
                </a:lnTo>
                <a:lnTo>
                  <a:pt x="366486" y="667985"/>
                </a:lnTo>
                <a:lnTo>
                  <a:pt x="366374" y="644951"/>
                </a:lnTo>
                <a:lnTo>
                  <a:pt x="366205" y="621917"/>
                </a:lnTo>
                <a:lnTo>
                  <a:pt x="366005" y="598883"/>
                </a:lnTo>
                <a:lnTo>
                  <a:pt x="365802" y="575849"/>
                </a:lnTo>
                <a:lnTo>
                  <a:pt x="365607" y="552815"/>
                </a:lnTo>
                <a:lnTo>
                  <a:pt x="365410" y="529781"/>
                </a:lnTo>
                <a:lnTo>
                  <a:pt x="365164" y="506747"/>
                </a:lnTo>
                <a:lnTo>
                  <a:pt x="364771" y="483713"/>
                </a:lnTo>
                <a:lnTo>
                  <a:pt x="364076" y="460679"/>
                </a:lnTo>
                <a:lnTo>
                  <a:pt x="362851" y="437646"/>
                </a:lnTo>
                <a:lnTo>
                  <a:pt x="360791" y="414612"/>
                </a:lnTo>
                <a:lnTo>
                  <a:pt x="357509" y="391578"/>
                </a:lnTo>
                <a:lnTo>
                  <a:pt x="352546" y="368544"/>
                </a:lnTo>
                <a:lnTo>
                  <a:pt x="345387" y="345510"/>
                </a:lnTo>
                <a:lnTo>
                  <a:pt x="335489" y="322476"/>
                </a:lnTo>
                <a:lnTo>
                  <a:pt x="322331" y="299442"/>
                </a:lnTo>
                <a:lnTo>
                  <a:pt x="305471" y="276408"/>
                </a:lnTo>
                <a:lnTo>
                  <a:pt x="284623" y="253374"/>
                </a:lnTo>
                <a:lnTo>
                  <a:pt x="259730" y="230340"/>
                </a:lnTo>
                <a:lnTo>
                  <a:pt x="231043" y="207306"/>
                </a:lnTo>
                <a:lnTo>
                  <a:pt x="199171" y="184272"/>
                </a:lnTo>
                <a:lnTo>
                  <a:pt x="165111" y="161238"/>
                </a:lnTo>
                <a:lnTo>
                  <a:pt x="130224" y="138204"/>
                </a:lnTo>
                <a:lnTo>
                  <a:pt x="96170" y="115170"/>
                </a:lnTo>
                <a:lnTo>
                  <a:pt x="64791" y="92136"/>
                </a:lnTo>
                <a:lnTo>
                  <a:pt x="37954" y="69102"/>
                </a:lnTo>
                <a:lnTo>
                  <a:pt x="17370" y="46068"/>
                </a:lnTo>
                <a:lnTo>
                  <a:pt x="4420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174" y="23034"/>
                </a:lnTo>
                <a:lnTo>
                  <a:pt x="765225" y="46068"/>
                </a:lnTo>
                <a:lnTo>
                  <a:pt x="744641" y="69102"/>
                </a:lnTo>
                <a:lnTo>
                  <a:pt x="717804" y="92136"/>
                </a:lnTo>
                <a:lnTo>
                  <a:pt x="686425" y="115170"/>
                </a:lnTo>
                <a:lnTo>
                  <a:pt x="652371" y="138204"/>
                </a:lnTo>
                <a:lnTo>
                  <a:pt x="617483" y="161238"/>
                </a:lnTo>
                <a:lnTo>
                  <a:pt x="583423" y="184272"/>
                </a:lnTo>
                <a:lnTo>
                  <a:pt x="551552" y="207306"/>
                </a:lnTo>
                <a:lnTo>
                  <a:pt x="522865" y="230340"/>
                </a:lnTo>
                <a:lnTo>
                  <a:pt x="497972" y="253374"/>
                </a:lnTo>
                <a:lnTo>
                  <a:pt x="477124" y="276408"/>
                </a:lnTo>
                <a:lnTo>
                  <a:pt x="460264" y="299442"/>
                </a:lnTo>
                <a:lnTo>
                  <a:pt x="447106" y="322476"/>
                </a:lnTo>
                <a:lnTo>
                  <a:pt x="437208" y="345510"/>
                </a:lnTo>
                <a:lnTo>
                  <a:pt x="430049" y="368544"/>
                </a:lnTo>
                <a:lnTo>
                  <a:pt x="425086" y="391578"/>
                </a:lnTo>
                <a:lnTo>
                  <a:pt x="421804" y="414612"/>
                </a:lnTo>
                <a:lnTo>
                  <a:pt x="419743" y="437646"/>
                </a:lnTo>
                <a:lnTo>
                  <a:pt x="418518" y="460679"/>
                </a:lnTo>
                <a:lnTo>
                  <a:pt x="417823" y="483713"/>
                </a:lnTo>
                <a:lnTo>
                  <a:pt x="417431" y="506747"/>
                </a:lnTo>
                <a:lnTo>
                  <a:pt x="417184" y="529781"/>
                </a:lnTo>
                <a:lnTo>
                  <a:pt x="416987" y="552815"/>
                </a:lnTo>
                <a:lnTo>
                  <a:pt x="416793" y="575849"/>
                </a:lnTo>
                <a:lnTo>
                  <a:pt x="416589" y="598883"/>
                </a:lnTo>
                <a:lnTo>
                  <a:pt x="416390" y="621917"/>
                </a:lnTo>
                <a:lnTo>
                  <a:pt x="416220" y="644951"/>
                </a:lnTo>
                <a:lnTo>
                  <a:pt x="416109" y="667985"/>
                </a:lnTo>
                <a:lnTo>
                  <a:pt x="416080" y="691019"/>
                </a:lnTo>
                <a:lnTo>
                  <a:pt x="416150" y="714053"/>
                </a:lnTo>
                <a:lnTo>
                  <a:pt x="416326" y="737087"/>
                </a:lnTo>
                <a:lnTo>
                  <a:pt x="416605" y="760121"/>
                </a:lnTo>
                <a:lnTo>
                  <a:pt x="416978" y="783155"/>
                </a:lnTo>
                <a:lnTo>
                  <a:pt x="417436" y="806189"/>
                </a:lnTo>
                <a:lnTo>
                  <a:pt x="417974" y="829223"/>
                </a:lnTo>
                <a:lnTo>
                  <a:pt x="418596" y="852257"/>
                </a:lnTo>
                <a:lnTo>
                  <a:pt x="419318" y="875291"/>
                </a:lnTo>
                <a:lnTo>
                  <a:pt x="420168" y="898325"/>
                </a:lnTo>
                <a:lnTo>
                  <a:pt x="421182" y="921359"/>
                </a:lnTo>
                <a:lnTo>
                  <a:pt x="422403" y="944393"/>
                </a:lnTo>
                <a:lnTo>
                  <a:pt x="423867" y="967427"/>
                </a:lnTo>
                <a:lnTo>
                  <a:pt x="425598" y="990461"/>
                </a:lnTo>
                <a:lnTo>
                  <a:pt x="427597" y="1013495"/>
                </a:lnTo>
                <a:lnTo>
                  <a:pt x="429838" y="1036529"/>
                </a:lnTo>
                <a:lnTo>
                  <a:pt x="432258" y="1059563"/>
                </a:lnTo>
                <a:lnTo>
                  <a:pt x="434764" y="1082597"/>
                </a:lnTo>
                <a:lnTo>
                  <a:pt x="437232" y="1105631"/>
                </a:lnTo>
                <a:lnTo>
                  <a:pt x="439522" y="1128665"/>
                </a:lnTo>
                <a:lnTo>
                  <a:pt x="441489" y="1151699"/>
                </a:lnTo>
                <a:lnTo>
                  <a:pt x="442999" y="1174733"/>
                </a:lnTo>
                <a:lnTo>
                  <a:pt x="443945" y="1197767"/>
                </a:lnTo>
                <a:lnTo>
                  <a:pt x="444260" y="1220801"/>
                </a:lnTo>
                <a:lnTo>
                  <a:pt x="443925" y="1243835"/>
                </a:lnTo>
                <a:lnTo>
                  <a:pt x="442967" y="1266869"/>
                </a:lnTo>
                <a:lnTo>
                  <a:pt x="441464" y="1289903"/>
                </a:lnTo>
                <a:lnTo>
                  <a:pt x="439527" y="1312937"/>
                </a:lnTo>
                <a:lnTo>
                  <a:pt x="437289" y="1335970"/>
                </a:lnTo>
                <a:lnTo>
                  <a:pt x="434893" y="1359004"/>
                </a:lnTo>
                <a:lnTo>
                  <a:pt x="432476" y="1382038"/>
                </a:lnTo>
                <a:lnTo>
                  <a:pt x="430158" y="1405072"/>
                </a:lnTo>
                <a:lnTo>
                  <a:pt x="428041" y="1428106"/>
                </a:lnTo>
                <a:lnTo>
                  <a:pt x="426203" y="1451140"/>
                </a:lnTo>
                <a:lnTo>
                  <a:pt x="424703" y="1474174"/>
                </a:lnTo>
                <a:lnTo>
                  <a:pt x="423589" y="1497208"/>
                </a:lnTo>
                <a:lnTo>
                  <a:pt x="422901" y="1520242"/>
                </a:lnTo>
                <a:lnTo>
                  <a:pt x="422675" y="1543276"/>
                </a:lnTo>
                <a:lnTo>
                  <a:pt x="422948" y="1566310"/>
                </a:lnTo>
                <a:lnTo>
                  <a:pt x="423745" y="1589344"/>
                </a:lnTo>
                <a:lnTo>
                  <a:pt x="425082" y="1612378"/>
                </a:lnTo>
                <a:lnTo>
                  <a:pt x="426945" y="1635412"/>
                </a:lnTo>
                <a:lnTo>
                  <a:pt x="429289" y="1658446"/>
                </a:lnTo>
                <a:lnTo>
                  <a:pt x="432021" y="1681480"/>
                </a:lnTo>
                <a:lnTo>
                  <a:pt x="435006" y="1704514"/>
                </a:lnTo>
                <a:lnTo>
                  <a:pt x="438062" y="1727548"/>
                </a:lnTo>
                <a:lnTo>
                  <a:pt x="440978" y="1750582"/>
                </a:lnTo>
                <a:lnTo>
                  <a:pt x="443529" y="1773616"/>
                </a:lnTo>
                <a:lnTo>
                  <a:pt x="445501" y="1796650"/>
                </a:lnTo>
                <a:lnTo>
                  <a:pt x="446711" y="1819684"/>
                </a:lnTo>
                <a:lnTo>
                  <a:pt x="447034" y="1842718"/>
                </a:lnTo>
                <a:lnTo>
                  <a:pt x="446413" y="1865752"/>
                </a:lnTo>
                <a:lnTo>
                  <a:pt x="444872" y="1888786"/>
                </a:lnTo>
                <a:lnTo>
                  <a:pt x="442508" y="1911820"/>
                </a:lnTo>
                <a:lnTo>
                  <a:pt x="439486" y="1934854"/>
                </a:lnTo>
                <a:lnTo>
                  <a:pt x="436015" y="1957888"/>
                </a:lnTo>
                <a:lnTo>
                  <a:pt x="432327" y="1980922"/>
                </a:lnTo>
                <a:lnTo>
                  <a:pt x="428656" y="2003956"/>
                </a:lnTo>
                <a:lnTo>
                  <a:pt x="425214" y="2026990"/>
                </a:lnTo>
                <a:lnTo>
                  <a:pt x="422176" y="2050024"/>
                </a:lnTo>
                <a:lnTo>
                  <a:pt x="419673" y="2073058"/>
                </a:lnTo>
                <a:lnTo>
                  <a:pt x="417784" y="2096092"/>
                </a:lnTo>
                <a:lnTo>
                  <a:pt x="416546" y="2119126"/>
                </a:lnTo>
                <a:lnTo>
                  <a:pt x="415952" y="2142160"/>
                </a:lnTo>
                <a:lnTo>
                  <a:pt x="415965" y="2165194"/>
                </a:lnTo>
                <a:lnTo>
                  <a:pt x="416522" y="2188228"/>
                </a:lnTo>
                <a:lnTo>
                  <a:pt x="417545" y="2211261"/>
                </a:lnTo>
                <a:lnTo>
                  <a:pt x="418942" y="2234295"/>
                </a:lnTo>
                <a:lnTo>
                  <a:pt x="420612" y="2257329"/>
                </a:lnTo>
                <a:lnTo>
                  <a:pt x="422449" y="2280363"/>
                </a:lnTo>
                <a:lnTo>
                  <a:pt x="424339" y="2303397"/>
                </a:lnTo>
                <a:lnTo>
                  <a:pt x="426169" y="2326431"/>
                </a:lnTo>
                <a:lnTo>
                  <a:pt x="427828" y="2349465"/>
                </a:lnTo>
                <a:lnTo>
                  <a:pt x="429211" y="2372499"/>
                </a:lnTo>
                <a:lnTo>
                  <a:pt x="430234" y="2395533"/>
                </a:lnTo>
                <a:lnTo>
                  <a:pt x="430831" y="2418567"/>
                </a:lnTo>
                <a:lnTo>
                  <a:pt x="430967" y="2441601"/>
                </a:lnTo>
                <a:lnTo>
                  <a:pt x="430642" y="2464635"/>
                </a:lnTo>
                <a:lnTo>
                  <a:pt x="429888" y="2487669"/>
                </a:lnTo>
                <a:lnTo>
                  <a:pt x="428768" y="2510703"/>
                </a:lnTo>
                <a:lnTo>
                  <a:pt x="427367" y="2533737"/>
                </a:lnTo>
                <a:lnTo>
                  <a:pt x="425783" y="2556771"/>
                </a:lnTo>
                <a:lnTo>
                  <a:pt x="424116" y="2579805"/>
                </a:lnTo>
                <a:lnTo>
                  <a:pt x="422456" y="2602839"/>
                </a:lnTo>
                <a:lnTo>
                  <a:pt x="420873" y="2625873"/>
                </a:lnTo>
                <a:lnTo>
                  <a:pt x="419411" y="2648907"/>
                </a:lnTo>
                <a:lnTo>
                  <a:pt x="418089" y="2671941"/>
                </a:lnTo>
                <a:lnTo>
                  <a:pt x="416897" y="2694975"/>
                </a:lnTo>
                <a:lnTo>
                  <a:pt x="415810" y="2718009"/>
                </a:lnTo>
                <a:lnTo>
                  <a:pt x="414787" y="2741043"/>
                </a:lnTo>
                <a:lnTo>
                  <a:pt x="413785" y="2764077"/>
                </a:lnTo>
                <a:lnTo>
                  <a:pt x="412767" y="2787111"/>
                </a:lnTo>
                <a:lnTo>
                  <a:pt x="411704" y="2810145"/>
                </a:lnTo>
                <a:lnTo>
                  <a:pt x="410582" y="2833179"/>
                </a:lnTo>
                <a:lnTo>
                  <a:pt x="409402" y="2856213"/>
                </a:lnTo>
                <a:lnTo>
                  <a:pt x="408177" y="2879247"/>
                </a:lnTo>
                <a:lnTo>
                  <a:pt x="406928" y="2902281"/>
                </a:lnTo>
                <a:lnTo>
                  <a:pt x="405682" y="2925315"/>
                </a:lnTo>
                <a:lnTo>
                  <a:pt x="404467" y="2948349"/>
                </a:lnTo>
                <a:lnTo>
                  <a:pt x="403308" y="2971383"/>
                </a:lnTo>
                <a:lnTo>
                  <a:pt x="402224" y="2994417"/>
                </a:lnTo>
                <a:lnTo>
                  <a:pt x="401230" y="3017451"/>
                </a:lnTo>
                <a:lnTo>
                  <a:pt x="400335" y="3040485"/>
                </a:lnTo>
                <a:lnTo>
                  <a:pt x="399546" y="3063518"/>
                </a:lnTo>
                <a:lnTo>
                  <a:pt x="398865" y="3086552"/>
                </a:lnTo>
                <a:lnTo>
                  <a:pt x="398297" y="3109586"/>
                </a:lnTo>
                <a:lnTo>
                  <a:pt x="397848" y="3132620"/>
                </a:lnTo>
                <a:lnTo>
                  <a:pt x="397532" y="3155654"/>
                </a:lnTo>
                <a:lnTo>
                  <a:pt x="397371" y="3178688"/>
                </a:lnTo>
                <a:lnTo>
                  <a:pt x="397401" y="3201722"/>
                </a:lnTo>
                <a:lnTo>
                  <a:pt x="397677" y="3224756"/>
                </a:lnTo>
                <a:lnTo>
                  <a:pt x="398277" y="3247790"/>
                </a:lnTo>
                <a:lnTo>
                  <a:pt x="399309" y="3270824"/>
                </a:lnTo>
                <a:lnTo>
                  <a:pt x="400913" y="3293858"/>
                </a:lnTo>
                <a:lnTo>
                  <a:pt x="403262" y="3316892"/>
                </a:lnTo>
                <a:lnTo>
                  <a:pt x="406556" y="3339926"/>
                </a:lnTo>
                <a:lnTo>
                  <a:pt x="411015" y="3362960"/>
                </a:lnTo>
                <a:lnTo>
                  <a:pt x="416853" y="3385994"/>
                </a:lnTo>
                <a:lnTo>
                  <a:pt x="424260" y="3409028"/>
                </a:lnTo>
                <a:lnTo>
                  <a:pt x="433363" y="3432062"/>
                </a:lnTo>
                <a:lnTo>
                  <a:pt x="444194" y="3455096"/>
                </a:lnTo>
                <a:lnTo>
                  <a:pt x="456652" y="3478130"/>
                </a:lnTo>
                <a:lnTo>
                  <a:pt x="470483" y="3501164"/>
                </a:lnTo>
                <a:lnTo>
                  <a:pt x="485263" y="3524198"/>
                </a:lnTo>
                <a:lnTo>
                  <a:pt x="500406" y="3547232"/>
                </a:lnTo>
                <a:lnTo>
                  <a:pt x="515193" y="3570266"/>
                </a:lnTo>
                <a:lnTo>
                  <a:pt x="528825" y="3593300"/>
                </a:lnTo>
                <a:lnTo>
                  <a:pt x="540488" y="3616334"/>
                </a:lnTo>
                <a:lnTo>
                  <a:pt x="549437" y="3639368"/>
                </a:lnTo>
                <a:lnTo>
                  <a:pt x="555068" y="3662402"/>
                </a:lnTo>
                <a:lnTo>
                  <a:pt x="556991" y="3685436"/>
                </a:lnTo>
                <a:lnTo>
                  <a:pt x="556991" y="3685436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196" name="e_full_violin_3645">
            <a:extLst>
              <a:ext uri="{FF2B5EF4-FFF2-40B4-BE49-F238E27FC236}">
                <a16:creationId xmlns:a16="http://schemas.microsoft.com/office/drawing/2014/main" id="{C9764211-F489-4B71-9C68-DAAA601D6ABF}"/>
              </a:ext>
            </a:extLst>
          </p:cNvPr>
          <p:cNvSpPr>
            <a:spLocks noGrp="1"/>
          </p:cNvSpPr>
          <p:nvPr/>
        </p:nvSpPr>
        <p:spPr>
          <a:xfrm>
            <a:off x="326945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7" name="e_full_violin_3646">
            <a:extLst>
              <a:ext uri="{FF2B5EF4-FFF2-40B4-BE49-F238E27FC236}">
                <a16:creationId xmlns:a16="http://schemas.microsoft.com/office/drawing/2014/main" id="{7505B09F-59F2-4254-B6B7-2854C105DEF1}"/>
              </a:ext>
            </a:extLst>
          </p:cNvPr>
          <p:cNvSpPr>
            <a:spLocks noGrp="1"/>
          </p:cNvSpPr>
          <p:nvPr/>
        </p:nvSpPr>
        <p:spPr>
          <a:xfrm>
            <a:off x="3305861" y="297650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8" name="e_full_violin_3647">
            <a:extLst>
              <a:ext uri="{FF2B5EF4-FFF2-40B4-BE49-F238E27FC236}">
                <a16:creationId xmlns:a16="http://schemas.microsoft.com/office/drawing/2014/main" id="{42B279CD-91D6-4329-B2D5-1F510013D04C}"/>
              </a:ext>
            </a:extLst>
          </p:cNvPr>
          <p:cNvSpPr>
            <a:spLocks noGrp="1"/>
          </p:cNvSpPr>
          <p:nvPr/>
        </p:nvSpPr>
        <p:spPr>
          <a:xfrm>
            <a:off x="320117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9" name="e_full_violin_3648">
            <a:extLst>
              <a:ext uri="{FF2B5EF4-FFF2-40B4-BE49-F238E27FC236}">
                <a16:creationId xmlns:a16="http://schemas.microsoft.com/office/drawing/2014/main" id="{FCE560F6-7BFA-46A8-BA74-B18E36685F42}"/>
              </a:ext>
            </a:extLst>
          </p:cNvPr>
          <p:cNvSpPr>
            <a:spLocks noGrp="1"/>
          </p:cNvSpPr>
          <p:nvPr/>
        </p:nvSpPr>
        <p:spPr>
          <a:xfrm>
            <a:off x="3195458" y="576690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0" name="e_full_violin_3649">
            <a:extLst>
              <a:ext uri="{FF2B5EF4-FFF2-40B4-BE49-F238E27FC236}">
                <a16:creationId xmlns:a16="http://schemas.microsoft.com/office/drawing/2014/main" id="{211D250D-274A-4455-A33C-08B908F50C33}"/>
              </a:ext>
            </a:extLst>
          </p:cNvPr>
          <p:cNvSpPr>
            <a:spLocks noGrp="1"/>
          </p:cNvSpPr>
          <p:nvPr/>
        </p:nvSpPr>
        <p:spPr>
          <a:xfrm>
            <a:off x="3198146" y="32397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1" name="e_full_violin_3650">
            <a:extLst>
              <a:ext uri="{FF2B5EF4-FFF2-40B4-BE49-F238E27FC236}">
                <a16:creationId xmlns:a16="http://schemas.microsoft.com/office/drawing/2014/main" id="{F6907288-B7CD-4FBE-9662-4EB408382138}"/>
              </a:ext>
            </a:extLst>
          </p:cNvPr>
          <p:cNvSpPr>
            <a:spLocks noGrp="1"/>
          </p:cNvSpPr>
          <p:nvPr/>
        </p:nvSpPr>
        <p:spPr>
          <a:xfrm>
            <a:off x="3392319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2" name="e_full_violin_3651">
            <a:extLst>
              <a:ext uri="{FF2B5EF4-FFF2-40B4-BE49-F238E27FC236}">
                <a16:creationId xmlns:a16="http://schemas.microsoft.com/office/drawing/2014/main" id="{89D2CF54-C4FF-4472-B265-CE2E2E2C235E}"/>
              </a:ext>
            </a:extLst>
          </p:cNvPr>
          <p:cNvSpPr>
            <a:spLocks noGrp="1"/>
          </p:cNvSpPr>
          <p:nvPr/>
        </p:nvSpPr>
        <p:spPr>
          <a:xfrm>
            <a:off x="324638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3" name="e_full_violin_3652">
            <a:extLst>
              <a:ext uri="{FF2B5EF4-FFF2-40B4-BE49-F238E27FC236}">
                <a16:creationId xmlns:a16="http://schemas.microsoft.com/office/drawing/2014/main" id="{457D9EE3-4232-498D-8C81-3442331282BA}"/>
              </a:ext>
            </a:extLst>
          </p:cNvPr>
          <p:cNvSpPr>
            <a:spLocks noGrp="1"/>
          </p:cNvSpPr>
          <p:nvPr/>
        </p:nvSpPr>
        <p:spPr>
          <a:xfrm>
            <a:off x="328983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4" name="e_full_violin_3653">
            <a:extLst>
              <a:ext uri="{FF2B5EF4-FFF2-40B4-BE49-F238E27FC236}">
                <a16:creationId xmlns:a16="http://schemas.microsoft.com/office/drawing/2014/main" id="{D151A385-672E-41A5-B805-E802BC63CBFE}"/>
              </a:ext>
            </a:extLst>
          </p:cNvPr>
          <p:cNvSpPr>
            <a:spLocks noGrp="1"/>
          </p:cNvSpPr>
          <p:nvPr/>
        </p:nvSpPr>
        <p:spPr>
          <a:xfrm>
            <a:off x="303957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5" name="e_full_violin_3654">
            <a:extLst>
              <a:ext uri="{FF2B5EF4-FFF2-40B4-BE49-F238E27FC236}">
                <a16:creationId xmlns:a16="http://schemas.microsoft.com/office/drawing/2014/main" id="{9C0B08B2-65EF-42B7-A6C4-C854E4D6FA32}"/>
              </a:ext>
            </a:extLst>
          </p:cNvPr>
          <p:cNvSpPr>
            <a:spLocks noGrp="1"/>
          </p:cNvSpPr>
          <p:nvPr/>
        </p:nvSpPr>
        <p:spPr>
          <a:xfrm>
            <a:off x="348901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6" name="e_full_violin_3655">
            <a:extLst>
              <a:ext uri="{FF2B5EF4-FFF2-40B4-BE49-F238E27FC236}">
                <a16:creationId xmlns:a16="http://schemas.microsoft.com/office/drawing/2014/main" id="{6843B25A-4FDC-4E7A-A571-098A95503969}"/>
              </a:ext>
            </a:extLst>
          </p:cNvPr>
          <p:cNvSpPr>
            <a:spLocks noGrp="1"/>
          </p:cNvSpPr>
          <p:nvPr/>
        </p:nvSpPr>
        <p:spPr>
          <a:xfrm>
            <a:off x="3424728" y="399896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7" name="e_full_violin_3656">
            <a:extLst>
              <a:ext uri="{FF2B5EF4-FFF2-40B4-BE49-F238E27FC236}">
                <a16:creationId xmlns:a16="http://schemas.microsoft.com/office/drawing/2014/main" id="{360AA451-46B5-4210-B3EF-6A01473E7502}"/>
              </a:ext>
            </a:extLst>
          </p:cNvPr>
          <p:cNvSpPr>
            <a:spLocks noGrp="1"/>
          </p:cNvSpPr>
          <p:nvPr/>
        </p:nvSpPr>
        <p:spPr>
          <a:xfrm>
            <a:off x="309358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8" name="e_full_violin_3657">
            <a:extLst>
              <a:ext uri="{FF2B5EF4-FFF2-40B4-BE49-F238E27FC236}">
                <a16:creationId xmlns:a16="http://schemas.microsoft.com/office/drawing/2014/main" id="{B2F04428-FE88-44EC-9537-7B9ED0CBE2E9}"/>
              </a:ext>
            </a:extLst>
          </p:cNvPr>
          <p:cNvSpPr>
            <a:spLocks noGrp="1"/>
          </p:cNvSpPr>
          <p:nvPr/>
        </p:nvSpPr>
        <p:spPr>
          <a:xfrm>
            <a:off x="3208672" y="459984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9" name="e_full_violin_3658">
            <a:extLst>
              <a:ext uri="{FF2B5EF4-FFF2-40B4-BE49-F238E27FC236}">
                <a16:creationId xmlns:a16="http://schemas.microsoft.com/office/drawing/2014/main" id="{F5549F31-B3B6-421F-B2E6-0FF5FB5E9240}"/>
              </a:ext>
            </a:extLst>
          </p:cNvPr>
          <p:cNvSpPr>
            <a:spLocks noGrp="1"/>
          </p:cNvSpPr>
          <p:nvPr/>
        </p:nvSpPr>
        <p:spPr>
          <a:xfrm>
            <a:off x="350611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0" name="e_full_violin_3659">
            <a:extLst>
              <a:ext uri="{FF2B5EF4-FFF2-40B4-BE49-F238E27FC236}">
                <a16:creationId xmlns:a16="http://schemas.microsoft.com/office/drawing/2014/main" id="{44BBCEC4-DB9E-4702-9E3D-5983B998D346}"/>
              </a:ext>
            </a:extLst>
          </p:cNvPr>
          <p:cNvSpPr>
            <a:spLocks noGrp="1"/>
          </p:cNvSpPr>
          <p:nvPr/>
        </p:nvSpPr>
        <p:spPr>
          <a:xfrm>
            <a:off x="302498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1" name="e_full_violin_3660">
            <a:extLst>
              <a:ext uri="{FF2B5EF4-FFF2-40B4-BE49-F238E27FC236}">
                <a16:creationId xmlns:a16="http://schemas.microsoft.com/office/drawing/2014/main" id="{8ADF026E-A3C0-4F82-B469-DFC6907A33FE}"/>
              </a:ext>
            </a:extLst>
          </p:cNvPr>
          <p:cNvSpPr>
            <a:spLocks noGrp="1"/>
          </p:cNvSpPr>
          <p:nvPr/>
        </p:nvSpPr>
        <p:spPr>
          <a:xfrm>
            <a:off x="326542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2" name="e_full_violin_3661">
            <a:extLst>
              <a:ext uri="{FF2B5EF4-FFF2-40B4-BE49-F238E27FC236}">
                <a16:creationId xmlns:a16="http://schemas.microsoft.com/office/drawing/2014/main" id="{47597C28-98E1-4E14-B39C-437B86F9F3AF}"/>
              </a:ext>
            </a:extLst>
          </p:cNvPr>
          <p:cNvSpPr>
            <a:spLocks noGrp="1"/>
          </p:cNvSpPr>
          <p:nvPr/>
        </p:nvSpPr>
        <p:spPr>
          <a:xfrm>
            <a:off x="329047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3" name="e_full_violin_3662">
            <a:extLst>
              <a:ext uri="{FF2B5EF4-FFF2-40B4-BE49-F238E27FC236}">
                <a16:creationId xmlns:a16="http://schemas.microsoft.com/office/drawing/2014/main" id="{3A0E0B55-AD98-4026-A112-E65A591124E2}"/>
              </a:ext>
            </a:extLst>
          </p:cNvPr>
          <p:cNvSpPr>
            <a:spLocks noGrp="1"/>
          </p:cNvSpPr>
          <p:nvPr/>
        </p:nvSpPr>
        <p:spPr>
          <a:xfrm>
            <a:off x="325879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4" name="e_full_violin_3663">
            <a:extLst>
              <a:ext uri="{FF2B5EF4-FFF2-40B4-BE49-F238E27FC236}">
                <a16:creationId xmlns:a16="http://schemas.microsoft.com/office/drawing/2014/main" id="{E494CFD8-55DD-44DB-B105-6ED873E5B31F}"/>
              </a:ext>
            </a:extLst>
          </p:cNvPr>
          <p:cNvSpPr>
            <a:spLocks noGrp="1"/>
          </p:cNvSpPr>
          <p:nvPr/>
        </p:nvSpPr>
        <p:spPr>
          <a:xfrm>
            <a:off x="3509092" y="360170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" name="e_full_violin_3664">
            <a:extLst>
              <a:ext uri="{FF2B5EF4-FFF2-40B4-BE49-F238E27FC236}">
                <a16:creationId xmlns:a16="http://schemas.microsoft.com/office/drawing/2014/main" id="{C40DDA71-8AC9-4788-B297-9AE19B627DC9}"/>
              </a:ext>
            </a:extLst>
          </p:cNvPr>
          <p:cNvSpPr>
            <a:spLocks noGrp="1"/>
          </p:cNvSpPr>
          <p:nvPr/>
        </p:nvSpPr>
        <p:spPr>
          <a:xfrm>
            <a:off x="343865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" name="e_full_violin_3665">
            <a:extLst>
              <a:ext uri="{FF2B5EF4-FFF2-40B4-BE49-F238E27FC236}">
                <a16:creationId xmlns:a16="http://schemas.microsoft.com/office/drawing/2014/main" id="{505CEE09-A50C-4C8F-A0A0-ACFA0092898D}"/>
              </a:ext>
            </a:extLst>
          </p:cNvPr>
          <p:cNvSpPr>
            <a:spLocks noGrp="1"/>
          </p:cNvSpPr>
          <p:nvPr/>
        </p:nvSpPr>
        <p:spPr>
          <a:xfrm>
            <a:off x="306139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" name="e_full_violin_3666">
            <a:extLst>
              <a:ext uri="{FF2B5EF4-FFF2-40B4-BE49-F238E27FC236}">
                <a16:creationId xmlns:a16="http://schemas.microsoft.com/office/drawing/2014/main" id="{D20B1C14-A81C-4E33-819C-11F097C79AD9}"/>
              </a:ext>
            </a:extLst>
          </p:cNvPr>
          <p:cNvSpPr>
            <a:spLocks noGrp="1"/>
          </p:cNvSpPr>
          <p:nvPr/>
        </p:nvSpPr>
        <p:spPr>
          <a:xfrm>
            <a:off x="3117274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" name="e_full_violin_3667">
            <a:extLst>
              <a:ext uri="{FF2B5EF4-FFF2-40B4-BE49-F238E27FC236}">
                <a16:creationId xmlns:a16="http://schemas.microsoft.com/office/drawing/2014/main" id="{5377D076-9A17-4873-9920-7C59E6467EF1}"/>
              </a:ext>
            </a:extLst>
          </p:cNvPr>
          <p:cNvSpPr>
            <a:spLocks noGrp="1"/>
          </p:cNvSpPr>
          <p:nvPr/>
        </p:nvSpPr>
        <p:spPr>
          <a:xfrm>
            <a:off x="317389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" name="e_full_violin_3668">
            <a:extLst>
              <a:ext uri="{FF2B5EF4-FFF2-40B4-BE49-F238E27FC236}">
                <a16:creationId xmlns:a16="http://schemas.microsoft.com/office/drawing/2014/main" id="{273A30AA-515E-4AE8-A8ED-8E26E996CC4C}"/>
              </a:ext>
            </a:extLst>
          </p:cNvPr>
          <p:cNvSpPr>
            <a:spLocks noGrp="1"/>
          </p:cNvSpPr>
          <p:nvPr/>
        </p:nvSpPr>
        <p:spPr>
          <a:xfrm>
            <a:off x="326520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" name="e_full_violin_3669">
            <a:extLst>
              <a:ext uri="{FF2B5EF4-FFF2-40B4-BE49-F238E27FC236}">
                <a16:creationId xmlns:a16="http://schemas.microsoft.com/office/drawing/2014/main" id="{45A73379-7D87-47B9-8199-D680B6416919}"/>
              </a:ext>
            </a:extLst>
          </p:cNvPr>
          <p:cNvSpPr>
            <a:spLocks noGrp="1"/>
          </p:cNvSpPr>
          <p:nvPr/>
        </p:nvSpPr>
        <p:spPr>
          <a:xfrm>
            <a:off x="341598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" name="e_full_violin_3670">
            <a:extLst>
              <a:ext uri="{FF2B5EF4-FFF2-40B4-BE49-F238E27FC236}">
                <a16:creationId xmlns:a16="http://schemas.microsoft.com/office/drawing/2014/main" id="{79D0A716-7A7D-446A-B627-28BCBFCFD782}"/>
              </a:ext>
            </a:extLst>
          </p:cNvPr>
          <p:cNvSpPr>
            <a:spLocks noGrp="1"/>
          </p:cNvSpPr>
          <p:nvPr/>
        </p:nvSpPr>
        <p:spPr>
          <a:xfrm>
            <a:off x="332606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" name="e_full_violin_3671">
            <a:extLst>
              <a:ext uri="{FF2B5EF4-FFF2-40B4-BE49-F238E27FC236}">
                <a16:creationId xmlns:a16="http://schemas.microsoft.com/office/drawing/2014/main" id="{B705328A-DB64-4193-BAE4-8D0BC82F1719}"/>
              </a:ext>
            </a:extLst>
          </p:cNvPr>
          <p:cNvSpPr>
            <a:spLocks noGrp="1"/>
          </p:cNvSpPr>
          <p:nvPr/>
        </p:nvSpPr>
        <p:spPr>
          <a:xfrm>
            <a:off x="3443898" y="475340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" name="e_full_violin_3672">
            <a:extLst>
              <a:ext uri="{FF2B5EF4-FFF2-40B4-BE49-F238E27FC236}">
                <a16:creationId xmlns:a16="http://schemas.microsoft.com/office/drawing/2014/main" id="{308C859E-A73B-46C8-A380-708AB1E47D26}"/>
              </a:ext>
            </a:extLst>
          </p:cNvPr>
          <p:cNvSpPr>
            <a:spLocks noGrp="1"/>
          </p:cNvSpPr>
          <p:nvPr/>
        </p:nvSpPr>
        <p:spPr>
          <a:xfrm>
            <a:off x="3127516" y="392418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" name="e_full_violin_3673">
            <a:extLst>
              <a:ext uri="{FF2B5EF4-FFF2-40B4-BE49-F238E27FC236}">
                <a16:creationId xmlns:a16="http://schemas.microsoft.com/office/drawing/2014/main" id="{84480E2D-5307-4728-AC30-12F4590F2498}"/>
              </a:ext>
            </a:extLst>
          </p:cNvPr>
          <p:cNvSpPr>
            <a:spLocks noGrp="1"/>
          </p:cNvSpPr>
          <p:nvPr/>
        </p:nvSpPr>
        <p:spPr>
          <a:xfrm>
            <a:off x="329910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" name="e_full_violin_3674">
            <a:extLst>
              <a:ext uri="{FF2B5EF4-FFF2-40B4-BE49-F238E27FC236}">
                <a16:creationId xmlns:a16="http://schemas.microsoft.com/office/drawing/2014/main" id="{5D7D7DB4-7BD2-43C8-A077-06B0071F3442}"/>
              </a:ext>
            </a:extLst>
          </p:cNvPr>
          <p:cNvSpPr>
            <a:spLocks noGrp="1"/>
          </p:cNvSpPr>
          <p:nvPr/>
        </p:nvSpPr>
        <p:spPr>
          <a:xfrm>
            <a:off x="330189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" name="e_full_violin_3675">
            <a:extLst>
              <a:ext uri="{FF2B5EF4-FFF2-40B4-BE49-F238E27FC236}">
                <a16:creationId xmlns:a16="http://schemas.microsoft.com/office/drawing/2014/main" id="{EB19A1C2-DB8C-4672-AD19-F6FB8A187743}"/>
              </a:ext>
            </a:extLst>
          </p:cNvPr>
          <p:cNvSpPr>
            <a:spLocks noGrp="1"/>
          </p:cNvSpPr>
          <p:nvPr/>
        </p:nvSpPr>
        <p:spPr>
          <a:xfrm>
            <a:off x="302191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" name="e_full_violin_3676">
            <a:extLst>
              <a:ext uri="{FF2B5EF4-FFF2-40B4-BE49-F238E27FC236}">
                <a16:creationId xmlns:a16="http://schemas.microsoft.com/office/drawing/2014/main" id="{BF27A196-CD6F-49FA-AF05-D5D38A631139}"/>
              </a:ext>
            </a:extLst>
          </p:cNvPr>
          <p:cNvSpPr>
            <a:spLocks noGrp="1"/>
          </p:cNvSpPr>
          <p:nvPr/>
        </p:nvSpPr>
        <p:spPr>
          <a:xfrm>
            <a:off x="3036897" y="402948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" name="e_full_violin_3677">
            <a:extLst>
              <a:ext uri="{FF2B5EF4-FFF2-40B4-BE49-F238E27FC236}">
                <a16:creationId xmlns:a16="http://schemas.microsoft.com/office/drawing/2014/main" id="{60472CFC-C234-447D-A728-948EE4DC3475}"/>
              </a:ext>
            </a:extLst>
          </p:cNvPr>
          <p:cNvSpPr>
            <a:spLocks noGrp="1"/>
          </p:cNvSpPr>
          <p:nvPr/>
        </p:nvSpPr>
        <p:spPr>
          <a:xfrm>
            <a:off x="316614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" name="e_full_violin_3678">
            <a:extLst>
              <a:ext uri="{FF2B5EF4-FFF2-40B4-BE49-F238E27FC236}">
                <a16:creationId xmlns:a16="http://schemas.microsoft.com/office/drawing/2014/main" id="{E861A123-416B-42E0-896B-66AD4E3AB38F}"/>
              </a:ext>
            </a:extLst>
          </p:cNvPr>
          <p:cNvSpPr>
            <a:spLocks noGrp="1"/>
          </p:cNvSpPr>
          <p:nvPr/>
        </p:nvSpPr>
        <p:spPr>
          <a:xfrm>
            <a:off x="3110340" y="55212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" name="e_full_violin_3679">
            <a:extLst>
              <a:ext uri="{FF2B5EF4-FFF2-40B4-BE49-F238E27FC236}">
                <a16:creationId xmlns:a16="http://schemas.microsoft.com/office/drawing/2014/main" id="{4EA2A914-ACDD-472B-8B56-2F760B3089D0}"/>
              </a:ext>
            </a:extLst>
          </p:cNvPr>
          <p:cNvSpPr>
            <a:spLocks noGrp="1"/>
          </p:cNvSpPr>
          <p:nvPr/>
        </p:nvSpPr>
        <p:spPr>
          <a:xfrm>
            <a:off x="323239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" name="e_full_violin_3680">
            <a:extLst>
              <a:ext uri="{FF2B5EF4-FFF2-40B4-BE49-F238E27FC236}">
                <a16:creationId xmlns:a16="http://schemas.microsoft.com/office/drawing/2014/main" id="{68473258-FEB3-4E21-8FAC-AB2417112538}"/>
              </a:ext>
            </a:extLst>
          </p:cNvPr>
          <p:cNvSpPr>
            <a:spLocks noGrp="1"/>
          </p:cNvSpPr>
          <p:nvPr/>
        </p:nvSpPr>
        <p:spPr>
          <a:xfrm>
            <a:off x="316557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" name="e_full_violin_3681">
            <a:extLst>
              <a:ext uri="{FF2B5EF4-FFF2-40B4-BE49-F238E27FC236}">
                <a16:creationId xmlns:a16="http://schemas.microsoft.com/office/drawing/2014/main" id="{7679AA09-1214-40F5-BF6F-728CE42DE193}"/>
              </a:ext>
            </a:extLst>
          </p:cNvPr>
          <p:cNvSpPr>
            <a:spLocks noGrp="1"/>
          </p:cNvSpPr>
          <p:nvPr/>
        </p:nvSpPr>
        <p:spPr>
          <a:xfrm>
            <a:off x="338724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" name="e_full_violin_3682">
            <a:extLst>
              <a:ext uri="{FF2B5EF4-FFF2-40B4-BE49-F238E27FC236}">
                <a16:creationId xmlns:a16="http://schemas.microsoft.com/office/drawing/2014/main" id="{C1BD9EC5-150D-4ED0-872B-F37B7127FA04}"/>
              </a:ext>
            </a:extLst>
          </p:cNvPr>
          <p:cNvSpPr>
            <a:spLocks noGrp="1"/>
          </p:cNvSpPr>
          <p:nvPr/>
        </p:nvSpPr>
        <p:spPr>
          <a:xfrm>
            <a:off x="3374094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" name="e_full_violin_3683">
            <a:extLst>
              <a:ext uri="{FF2B5EF4-FFF2-40B4-BE49-F238E27FC236}">
                <a16:creationId xmlns:a16="http://schemas.microsoft.com/office/drawing/2014/main" id="{43268FE5-B0A4-4EE6-9946-303AF8328737}"/>
              </a:ext>
            </a:extLst>
          </p:cNvPr>
          <p:cNvSpPr>
            <a:spLocks noGrp="1"/>
          </p:cNvSpPr>
          <p:nvPr/>
        </p:nvSpPr>
        <p:spPr>
          <a:xfrm>
            <a:off x="301124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" name="e_full_violin_3684">
            <a:extLst>
              <a:ext uri="{FF2B5EF4-FFF2-40B4-BE49-F238E27FC236}">
                <a16:creationId xmlns:a16="http://schemas.microsoft.com/office/drawing/2014/main" id="{990CADEC-1570-4646-BAD2-D612184BDCCF}"/>
              </a:ext>
            </a:extLst>
          </p:cNvPr>
          <p:cNvSpPr>
            <a:spLocks noGrp="1"/>
          </p:cNvSpPr>
          <p:nvPr/>
        </p:nvSpPr>
        <p:spPr>
          <a:xfrm>
            <a:off x="321074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" name="e_full_violin_3685">
            <a:extLst>
              <a:ext uri="{FF2B5EF4-FFF2-40B4-BE49-F238E27FC236}">
                <a16:creationId xmlns:a16="http://schemas.microsoft.com/office/drawing/2014/main" id="{15AD91AC-9FA4-4F46-B2FA-FF4856AA2205}"/>
              </a:ext>
            </a:extLst>
          </p:cNvPr>
          <p:cNvSpPr>
            <a:spLocks noGrp="1"/>
          </p:cNvSpPr>
          <p:nvPr/>
        </p:nvSpPr>
        <p:spPr>
          <a:xfrm>
            <a:off x="326434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" name="e_full_violin_3686">
            <a:extLst>
              <a:ext uri="{FF2B5EF4-FFF2-40B4-BE49-F238E27FC236}">
                <a16:creationId xmlns:a16="http://schemas.microsoft.com/office/drawing/2014/main" id="{2CB2694F-25B2-417F-B75B-1B6B32B9C93B}"/>
              </a:ext>
            </a:extLst>
          </p:cNvPr>
          <p:cNvSpPr>
            <a:spLocks noGrp="1"/>
          </p:cNvSpPr>
          <p:nvPr/>
        </p:nvSpPr>
        <p:spPr>
          <a:xfrm>
            <a:off x="327488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" name="e_full_violin_3687">
            <a:extLst>
              <a:ext uri="{FF2B5EF4-FFF2-40B4-BE49-F238E27FC236}">
                <a16:creationId xmlns:a16="http://schemas.microsoft.com/office/drawing/2014/main" id="{0DAEC19B-760C-43BA-AE5B-33483CDFD350}"/>
              </a:ext>
            </a:extLst>
          </p:cNvPr>
          <p:cNvSpPr>
            <a:spLocks noGrp="1"/>
          </p:cNvSpPr>
          <p:nvPr/>
        </p:nvSpPr>
        <p:spPr>
          <a:xfrm>
            <a:off x="325368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" name="e_full_violin_3688">
            <a:extLst>
              <a:ext uri="{FF2B5EF4-FFF2-40B4-BE49-F238E27FC236}">
                <a16:creationId xmlns:a16="http://schemas.microsoft.com/office/drawing/2014/main" id="{48EEAB54-AA94-485E-9420-B5D12C2F0D38}"/>
              </a:ext>
            </a:extLst>
          </p:cNvPr>
          <p:cNvSpPr>
            <a:spLocks noGrp="1"/>
          </p:cNvSpPr>
          <p:nvPr/>
        </p:nvSpPr>
        <p:spPr>
          <a:xfrm>
            <a:off x="3415089" y="353396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" name="e_full_violin_3689">
            <a:extLst>
              <a:ext uri="{FF2B5EF4-FFF2-40B4-BE49-F238E27FC236}">
                <a16:creationId xmlns:a16="http://schemas.microsoft.com/office/drawing/2014/main" id="{EA6D53D0-C0CD-4F78-A0FA-5FB2C907F731}"/>
              </a:ext>
            </a:extLst>
          </p:cNvPr>
          <p:cNvSpPr>
            <a:spLocks noGrp="1"/>
          </p:cNvSpPr>
          <p:nvPr/>
        </p:nvSpPr>
        <p:spPr>
          <a:xfrm>
            <a:off x="305592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" name="e_full_violin_3690">
            <a:extLst>
              <a:ext uri="{FF2B5EF4-FFF2-40B4-BE49-F238E27FC236}">
                <a16:creationId xmlns:a16="http://schemas.microsoft.com/office/drawing/2014/main" id="{50DB07F8-B87F-4BBF-B38A-30548137C2FF}"/>
              </a:ext>
            </a:extLst>
          </p:cNvPr>
          <p:cNvSpPr>
            <a:spLocks noGrp="1"/>
          </p:cNvSpPr>
          <p:nvPr/>
        </p:nvSpPr>
        <p:spPr>
          <a:xfrm>
            <a:off x="3052435" y="392418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" name="e_full_violin_3691">
            <a:extLst>
              <a:ext uri="{FF2B5EF4-FFF2-40B4-BE49-F238E27FC236}">
                <a16:creationId xmlns:a16="http://schemas.microsoft.com/office/drawing/2014/main" id="{88BCD9FC-D211-4BB6-B1A3-BA175361BCA4}"/>
              </a:ext>
            </a:extLst>
          </p:cNvPr>
          <p:cNvSpPr>
            <a:spLocks noGrp="1"/>
          </p:cNvSpPr>
          <p:nvPr/>
        </p:nvSpPr>
        <p:spPr>
          <a:xfrm>
            <a:off x="3118722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" name="e_full_violin_3692">
            <a:extLst>
              <a:ext uri="{FF2B5EF4-FFF2-40B4-BE49-F238E27FC236}">
                <a16:creationId xmlns:a16="http://schemas.microsoft.com/office/drawing/2014/main" id="{452B622F-F189-451F-8B93-3EDF5AA2B3A1}"/>
              </a:ext>
            </a:extLst>
          </p:cNvPr>
          <p:cNvSpPr>
            <a:spLocks noGrp="1"/>
          </p:cNvSpPr>
          <p:nvPr/>
        </p:nvSpPr>
        <p:spPr>
          <a:xfrm>
            <a:off x="3306828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" name="e_full_violin_3693">
            <a:extLst>
              <a:ext uri="{FF2B5EF4-FFF2-40B4-BE49-F238E27FC236}">
                <a16:creationId xmlns:a16="http://schemas.microsoft.com/office/drawing/2014/main" id="{464C3DFA-E8D3-48AB-9C65-CDCCAD57F07A}"/>
              </a:ext>
            </a:extLst>
          </p:cNvPr>
          <p:cNvSpPr>
            <a:spLocks noGrp="1"/>
          </p:cNvSpPr>
          <p:nvPr/>
        </p:nvSpPr>
        <p:spPr>
          <a:xfrm>
            <a:off x="3218493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" name="e_full_violin_3694">
            <a:extLst>
              <a:ext uri="{FF2B5EF4-FFF2-40B4-BE49-F238E27FC236}">
                <a16:creationId xmlns:a16="http://schemas.microsoft.com/office/drawing/2014/main" id="{8E095381-DBEC-4B28-887C-2060F6023839}"/>
              </a:ext>
            </a:extLst>
          </p:cNvPr>
          <p:cNvSpPr>
            <a:spLocks noGrp="1"/>
          </p:cNvSpPr>
          <p:nvPr/>
        </p:nvSpPr>
        <p:spPr>
          <a:xfrm>
            <a:off x="342293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" name="e_full_violin_3695">
            <a:extLst>
              <a:ext uri="{FF2B5EF4-FFF2-40B4-BE49-F238E27FC236}">
                <a16:creationId xmlns:a16="http://schemas.microsoft.com/office/drawing/2014/main" id="{B6666D9B-5119-4E37-B4FB-254F688D7CC6}"/>
              </a:ext>
            </a:extLst>
          </p:cNvPr>
          <p:cNvSpPr>
            <a:spLocks noGrp="1"/>
          </p:cNvSpPr>
          <p:nvPr/>
        </p:nvSpPr>
        <p:spPr>
          <a:xfrm>
            <a:off x="3433979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" name="e_full_violin_3696">
            <a:extLst>
              <a:ext uri="{FF2B5EF4-FFF2-40B4-BE49-F238E27FC236}">
                <a16:creationId xmlns:a16="http://schemas.microsoft.com/office/drawing/2014/main" id="{08B16C9F-AA9F-444D-A59C-20E7C7B89774}"/>
              </a:ext>
            </a:extLst>
          </p:cNvPr>
          <p:cNvSpPr>
            <a:spLocks noGrp="1"/>
          </p:cNvSpPr>
          <p:nvPr/>
        </p:nvSpPr>
        <p:spPr>
          <a:xfrm>
            <a:off x="315728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" name="e_full_violin_3697">
            <a:extLst>
              <a:ext uri="{FF2B5EF4-FFF2-40B4-BE49-F238E27FC236}">
                <a16:creationId xmlns:a16="http://schemas.microsoft.com/office/drawing/2014/main" id="{ECB794B1-78E4-46C1-A858-B55AAE66430B}"/>
              </a:ext>
            </a:extLst>
          </p:cNvPr>
          <p:cNvSpPr>
            <a:spLocks noGrp="1"/>
          </p:cNvSpPr>
          <p:nvPr/>
        </p:nvSpPr>
        <p:spPr>
          <a:xfrm>
            <a:off x="3182238" y="373190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" name="e_full_violin_3698">
            <a:extLst>
              <a:ext uri="{FF2B5EF4-FFF2-40B4-BE49-F238E27FC236}">
                <a16:creationId xmlns:a16="http://schemas.microsoft.com/office/drawing/2014/main" id="{F466F57A-B18D-4C73-B145-F678422CE746}"/>
              </a:ext>
            </a:extLst>
          </p:cNvPr>
          <p:cNvSpPr>
            <a:spLocks noGrp="1"/>
          </p:cNvSpPr>
          <p:nvPr/>
        </p:nvSpPr>
        <p:spPr>
          <a:xfrm>
            <a:off x="3129564" y="286986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" name="e_full_violin_3699">
            <a:extLst>
              <a:ext uri="{FF2B5EF4-FFF2-40B4-BE49-F238E27FC236}">
                <a16:creationId xmlns:a16="http://schemas.microsoft.com/office/drawing/2014/main" id="{A1470CD6-85E5-4FDC-B83D-14D0236A9E43}"/>
              </a:ext>
            </a:extLst>
          </p:cNvPr>
          <p:cNvSpPr>
            <a:spLocks noGrp="1"/>
          </p:cNvSpPr>
          <p:nvPr/>
        </p:nvSpPr>
        <p:spPr>
          <a:xfrm>
            <a:off x="329178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" name="e_full_violin_3700">
            <a:extLst>
              <a:ext uri="{FF2B5EF4-FFF2-40B4-BE49-F238E27FC236}">
                <a16:creationId xmlns:a16="http://schemas.microsoft.com/office/drawing/2014/main" id="{607B28E3-7A8E-4233-A9F8-ACB5A6F99BE0}"/>
              </a:ext>
            </a:extLst>
          </p:cNvPr>
          <p:cNvSpPr>
            <a:spLocks noGrp="1"/>
          </p:cNvSpPr>
          <p:nvPr/>
        </p:nvSpPr>
        <p:spPr>
          <a:xfrm>
            <a:off x="3363186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" name="e_full_violin_3701">
            <a:extLst>
              <a:ext uri="{FF2B5EF4-FFF2-40B4-BE49-F238E27FC236}">
                <a16:creationId xmlns:a16="http://schemas.microsoft.com/office/drawing/2014/main" id="{A8261E72-097D-4434-922A-6B09B0D09D35}"/>
              </a:ext>
            </a:extLst>
          </p:cNvPr>
          <p:cNvSpPr>
            <a:spLocks noGrp="1"/>
          </p:cNvSpPr>
          <p:nvPr/>
        </p:nvSpPr>
        <p:spPr>
          <a:xfrm>
            <a:off x="327017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" name="e_full_violin_3702">
            <a:extLst>
              <a:ext uri="{FF2B5EF4-FFF2-40B4-BE49-F238E27FC236}">
                <a16:creationId xmlns:a16="http://schemas.microsoft.com/office/drawing/2014/main" id="{04D1574B-8CC7-4525-B0DC-B2804BBBCE4B}"/>
              </a:ext>
            </a:extLst>
          </p:cNvPr>
          <p:cNvSpPr>
            <a:spLocks noGrp="1"/>
          </p:cNvSpPr>
          <p:nvPr/>
        </p:nvSpPr>
        <p:spPr>
          <a:xfrm>
            <a:off x="347876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" name="e_full_violin_3703">
            <a:extLst>
              <a:ext uri="{FF2B5EF4-FFF2-40B4-BE49-F238E27FC236}">
                <a16:creationId xmlns:a16="http://schemas.microsoft.com/office/drawing/2014/main" id="{002B978A-A237-45F4-A7F6-8435AFE93C47}"/>
              </a:ext>
            </a:extLst>
          </p:cNvPr>
          <p:cNvSpPr>
            <a:spLocks noGrp="1"/>
          </p:cNvSpPr>
          <p:nvPr/>
        </p:nvSpPr>
        <p:spPr>
          <a:xfrm>
            <a:off x="3500609" y="326899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" name="e_full_violin_3704">
            <a:extLst>
              <a:ext uri="{FF2B5EF4-FFF2-40B4-BE49-F238E27FC236}">
                <a16:creationId xmlns:a16="http://schemas.microsoft.com/office/drawing/2014/main" id="{A1452C98-1376-42DD-B31D-9928E83280E7}"/>
              </a:ext>
            </a:extLst>
          </p:cNvPr>
          <p:cNvSpPr>
            <a:spLocks noGrp="1"/>
          </p:cNvSpPr>
          <p:nvPr/>
        </p:nvSpPr>
        <p:spPr>
          <a:xfrm>
            <a:off x="330107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" name="e_full_violin_3705">
            <a:extLst>
              <a:ext uri="{FF2B5EF4-FFF2-40B4-BE49-F238E27FC236}">
                <a16:creationId xmlns:a16="http://schemas.microsoft.com/office/drawing/2014/main" id="{19D9BC64-5476-4475-AD7D-0A975B360C40}"/>
              </a:ext>
            </a:extLst>
          </p:cNvPr>
          <p:cNvSpPr>
            <a:spLocks noGrp="1"/>
          </p:cNvSpPr>
          <p:nvPr/>
        </p:nvSpPr>
        <p:spPr>
          <a:xfrm>
            <a:off x="3249595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" name="e_full_violin_3706">
            <a:extLst>
              <a:ext uri="{FF2B5EF4-FFF2-40B4-BE49-F238E27FC236}">
                <a16:creationId xmlns:a16="http://schemas.microsoft.com/office/drawing/2014/main" id="{51BFDB5A-2BB2-48ED-B045-8910341D5699}"/>
              </a:ext>
            </a:extLst>
          </p:cNvPr>
          <p:cNvSpPr>
            <a:spLocks noGrp="1"/>
          </p:cNvSpPr>
          <p:nvPr/>
        </p:nvSpPr>
        <p:spPr>
          <a:xfrm>
            <a:off x="330824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" name="e_full_violin_3707">
            <a:extLst>
              <a:ext uri="{FF2B5EF4-FFF2-40B4-BE49-F238E27FC236}">
                <a16:creationId xmlns:a16="http://schemas.microsoft.com/office/drawing/2014/main" id="{571C6C53-0895-4B54-8782-188FA181D4C4}"/>
              </a:ext>
            </a:extLst>
          </p:cNvPr>
          <p:cNvSpPr>
            <a:spLocks noGrp="1"/>
          </p:cNvSpPr>
          <p:nvPr/>
        </p:nvSpPr>
        <p:spPr>
          <a:xfrm>
            <a:off x="332605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" name="e_full_violin_3708">
            <a:extLst>
              <a:ext uri="{FF2B5EF4-FFF2-40B4-BE49-F238E27FC236}">
                <a16:creationId xmlns:a16="http://schemas.microsoft.com/office/drawing/2014/main" id="{8AC898D0-AECB-41CE-969A-9B3FFBF8C341}"/>
              </a:ext>
            </a:extLst>
          </p:cNvPr>
          <p:cNvSpPr>
            <a:spLocks noGrp="1"/>
          </p:cNvSpPr>
          <p:nvPr/>
        </p:nvSpPr>
        <p:spPr>
          <a:xfrm>
            <a:off x="311365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" name="e_full_violin_3709">
            <a:extLst>
              <a:ext uri="{FF2B5EF4-FFF2-40B4-BE49-F238E27FC236}">
                <a16:creationId xmlns:a16="http://schemas.microsoft.com/office/drawing/2014/main" id="{1A5ABCE7-79A8-40D7-B1BB-6C3BF527833B}"/>
              </a:ext>
            </a:extLst>
          </p:cNvPr>
          <p:cNvSpPr>
            <a:spLocks noGrp="1"/>
          </p:cNvSpPr>
          <p:nvPr/>
        </p:nvSpPr>
        <p:spPr>
          <a:xfrm>
            <a:off x="336055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" name="e_full_violin_3710">
            <a:extLst>
              <a:ext uri="{FF2B5EF4-FFF2-40B4-BE49-F238E27FC236}">
                <a16:creationId xmlns:a16="http://schemas.microsoft.com/office/drawing/2014/main" id="{F4F1C635-E5E9-4DFA-92FD-77B13A8AEBAE}"/>
              </a:ext>
            </a:extLst>
          </p:cNvPr>
          <p:cNvSpPr>
            <a:spLocks noGrp="1"/>
          </p:cNvSpPr>
          <p:nvPr/>
        </p:nvSpPr>
        <p:spPr>
          <a:xfrm>
            <a:off x="3455029" y="459984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" name="e_full_violin_3711">
            <a:extLst>
              <a:ext uri="{FF2B5EF4-FFF2-40B4-BE49-F238E27FC236}">
                <a16:creationId xmlns:a16="http://schemas.microsoft.com/office/drawing/2014/main" id="{D7F7B01B-86D0-4D3B-94D1-EE080038EDE5}"/>
              </a:ext>
            </a:extLst>
          </p:cNvPr>
          <p:cNvSpPr>
            <a:spLocks noGrp="1"/>
          </p:cNvSpPr>
          <p:nvPr/>
        </p:nvSpPr>
        <p:spPr>
          <a:xfrm>
            <a:off x="3132416" y="498374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" name="e_full_violin_3712">
            <a:extLst>
              <a:ext uri="{FF2B5EF4-FFF2-40B4-BE49-F238E27FC236}">
                <a16:creationId xmlns:a16="http://schemas.microsoft.com/office/drawing/2014/main" id="{6064F665-ACCF-4FCE-B4C6-74766D65E30A}"/>
              </a:ext>
            </a:extLst>
          </p:cNvPr>
          <p:cNvSpPr>
            <a:spLocks noGrp="1"/>
          </p:cNvSpPr>
          <p:nvPr/>
        </p:nvSpPr>
        <p:spPr>
          <a:xfrm>
            <a:off x="301522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" name="e_full_violin_3713">
            <a:extLst>
              <a:ext uri="{FF2B5EF4-FFF2-40B4-BE49-F238E27FC236}">
                <a16:creationId xmlns:a16="http://schemas.microsoft.com/office/drawing/2014/main" id="{FD1C67C8-671F-42FD-9BE7-5943248F8BC3}"/>
              </a:ext>
            </a:extLst>
          </p:cNvPr>
          <p:cNvSpPr>
            <a:spLocks noGrp="1"/>
          </p:cNvSpPr>
          <p:nvPr/>
        </p:nvSpPr>
        <p:spPr>
          <a:xfrm>
            <a:off x="337759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" name="e_full_violin_3714">
            <a:extLst>
              <a:ext uri="{FF2B5EF4-FFF2-40B4-BE49-F238E27FC236}">
                <a16:creationId xmlns:a16="http://schemas.microsoft.com/office/drawing/2014/main" id="{B2079A4F-182A-4C3A-8B4E-D4E3D424D8AD}"/>
              </a:ext>
            </a:extLst>
          </p:cNvPr>
          <p:cNvSpPr>
            <a:spLocks noGrp="1"/>
          </p:cNvSpPr>
          <p:nvPr/>
        </p:nvSpPr>
        <p:spPr>
          <a:xfrm>
            <a:off x="3111255" y="525796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" name="e_full_violin_3715">
            <a:extLst>
              <a:ext uri="{FF2B5EF4-FFF2-40B4-BE49-F238E27FC236}">
                <a16:creationId xmlns:a16="http://schemas.microsoft.com/office/drawing/2014/main" id="{1E3359D4-60F5-4F82-9BF5-61DF7E410A1B}"/>
              </a:ext>
            </a:extLst>
          </p:cNvPr>
          <p:cNvSpPr>
            <a:spLocks noGrp="1"/>
          </p:cNvSpPr>
          <p:nvPr/>
        </p:nvSpPr>
        <p:spPr>
          <a:xfrm>
            <a:off x="319200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" name="e_full_violin_3716">
            <a:extLst>
              <a:ext uri="{FF2B5EF4-FFF2-40B4-BE49-F238E27FC236}">
                <a16:creationId xmlns:a16="http://schemas.microsoft.com/office/drawing/2014/main" id="{B27F4F6D-02DF-4DF5-A1D2-F4A8871B9B15}"/>
              </a:ext>
            </a:extLst>
          </p:cNvPr>
          <p:cNvSpPr>
            <a:spLocks noGrp="1"/>
          </p:cNvSpPr>
          <p:nvPr/>
        </p:nvSpPr>
        <p:spPr>
          <a:xfrm>
            <a:off x="3126622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" name="e_full_violin_3717">
            <a:extLst>
              <a:ext uri="{FF2B5EF4-FFF2-40B4-BE49-F238E27FC236}">
                <a16:creationId xmlns:a16="http://schemas.microsoft.com/office/drawing/2014/main" id="{3BFD41AC-866D-4979-B1D2-520A6F1EDD2E}"/>
              </a:ext>
            </a:extLst>
          </p:cNvPr>
          <p:cNvSpPr>
            <a:spLocks noGrp="1"/>
          </p:cNvSpPr>
          <p:nvPr/>
        </p:nvSpPr>
        <p:spPr>
          <a:xfrm>
            <a:off x="3072854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" name="e_full_violin_3718">
            <a:extLst>
              <a:ext uri="{FF2B5EF4-FFF2-40B4-BE49-F238E27FC236}">
                <a16:creationId xmlns:a16="http://schemas.microsoft.com/office/drawing/2014/main" id="{E71AB736-A653-4EA7-89CF-BC15AD9F23B6}"/>
              </a:ext>
            </a:extLst>
          </p:cNvPr>
          <p:cNvSpPr>
            <a:spLocks noGrp="1"/>
          </p:cNvSpPr>
          <p:nvPr/>
        </p:nvSpPr>
        <p:spPr>
          <a:xfrm>
            <a:off x="332105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" name="e_full_violin_3719">
            <a:extLst>
              <a:ext uri="{FF2B5EF4-FFF2-40B4-BE49-F238E27FC236}">
                <a16:creationId xmlns:a16="http://schemas.microsoft.com/office/drawing/2014/main" id="{EC263B9F-F003-4ABD-81C9-2BB2CB0B55F6}"/>
              </a:ext>
            </a:extLst>
          </p:cNvPr>
          <p:cNvSpPr>
            <a:spLocks noGrp="1"/>
          </p:cNvSpPr>
          <p:nvPr/>
        </p:nvSpPr>
        <p:spPr>
          <a:xfrm>
            <a:off x="3408995" y="475340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" name="e_full_violin_3720">
            <a:extLst>
              <a:ext uri="{FF2B5EF4-FFF2-40B4-BE49-F238E27FC236}">
                <a16:creationId xmlns:a16="http://schemas.microsoft.com/office/drawing/2014/main" id="{F54AAEEC-AD5C-4332-BB47-D0ADA57A5A32}"/>
              </a:ext>
            </a:extLst>
          </p:cNvPr>
          <p:cNvSpPr>
            <a:spLocks noGrp="1"/>
          </p:cNvSpPr>
          <p:nvPr/>
        </p:nvSpPr>
        <p:spPr>
          <a:xfrm>
            <a:off x="3073791" y="481921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" name="e_full_violin_3721">
            <a:extLst>
              <a:ext uri="{FF2B5EF4-FFF2-40B4-BE49-F238E27FC236}">
                <a16:creationId xmlns:a16="http://schemas.microsoft.com/office/drawing/2014/main" id="{D22A4B68-F472-4DCD-9360-CFC6EB79F590}"/>
              </a:ext>
            </a:extLst>
          </p:cNvPr>
          <p:cNvSpPr>
            <a:spLocks noGrp="1"/>
          </p:cNvSpPr>
          <p:nvPr/>
        </p:nvSpPr>
        <p:spPr>
          <a:xfrm>
            <a:off x="315403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" name="e_full_violin_3722">
            <a:extLst>
              <a:ext uri="{FF2B5EF4-FFF2-40B4-BE49-F238E27FC236}">
                <a16:creationId xmlns:a16="http://schemas.microsoft.com/office/drawing/2014/main" id="{6FCC1739-2D2E-41BC-B0F5-ABB4A95BEFF0}"/>
              </a:ext>
            </a:extLst>
          </p:cNvPr>
          <p:cNvSpPr>
            <a:spLocks noGrp="1"/>
          </p:cNvSpPr>
          <p:nvPr/>
        </p:nvSpPr>
        <p:spPr>
          <a:xfrm>
            <a:off x="3413672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" name="e_full_violin_3723">
            <a:extLst>
              <a:ext uri="{FF2B5EF4-FFF2-40B4-BE49-F238E27FC236}">
                <a16:creationId xmlns:a16="http://schemas.microsoft.com/office/drawing/2014/main" id="{A91C4EDF-B56B-4D41-BA01-754D169695CB}"/>
              </a:ext>
            </a:extLst>
          </p:cNvPr>
          <p:cNvSpPr>
            <a:spLocks noGrp="1"/>
          </p:cNvSpPr>
          <p:nvPr/>
        </p:nvSpPr>
        <p:spPr>
          <a:xfrm>
            <a:off x="320325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" name="e_full_violin_3724">
            <a:extLst>
              <a:ext uri="{FF2B5EF4-FFF2-40B4-BE49-F238E27FC236}">
                <a16:creationId xmlns:a16="http://schemas.microsoft.com/office/drawing/2014/main" id="{D723CADA-7D2C-40AE-B57B-4FA5963EA291}"/>
              </a:ext>
            </a:extLst>
          </p:cNvPr>
          <p:cNvSpPr>
            <a:spLocks noGrp="1"/>
          </p:cNvSpPr>
          <p:nvPr/>
        </p:nvSpPr>
        <p:spPr>
          <a:xfrm>
            <a:off x="3192142" y="26957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" name="e_full_violin_3725">
            <a:extLst>
              <a:ext uri="{FF2B5EF4-FFF2-40B4-BE49-F238E27FC236}">
                <a16:creationId xmlns:a16="http://schemas.microsoft.com/office/drawing/2014/main" id="{53D0CBBA-FA89-46B3-9F82-D0F2201999D7}"/>
              </a:ext>
            </a:extLst>
          </p:cNvPr>
          <p:cNvSpPr>
            <a:spLocks noGrp="1"/>
          </p:cNvSpPr>
          <p:nvPr/>
        </p:nvSpPr>
        <p:spPr>
          <a:xfrm>
            <a:off x="307940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" name="e_full_violin_3726">
            <a:extLst>
              <a:ext uri="{FF2B5EF4-FFF2-40B4-BE49-F238E27FC236}">
                <a16:creationId xmlns:a16="http://schemas.microsoft.com/office/drawing/2014/main" id="{BF60CAD5-A4D1-4F12-9B32-F778B50FA5C1}"/>
              </a:ext>
            </a:extLst>
          </p:cNvPr>
          <p:cNvSpPr>
            <a:spLocks noGrp="1"/>
          </p:cNvSpPr>
          <p:nvPr/>
        </p:nvSpPr>
        <p:spPr>
          <a:xfrm>
            <a:off x="350526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" name="e_full_violin_3727">
            <a:extLst>
              <a:ext uri="{FF2B5EF4-FFF2-40B4-BE49-F238E27FC236}">
                <a16:creationId xmlns:a16="http://schemas.microsoft.com/office/drawing/2014/main" id="{24571AF7-76E2-470A-BFFC-695F0D5D46EA}"/>
              </a:ext>
            </a:extLst>
          </p:cNvPr>
          <p:cNvSpPr>
            <a:spLocks noGrp="1"/>
          </p:cNvSpPr>
          <p:nvPr/>
        </p:nvSpPr>
        <p:spPr>
          <a:xfrm>
            <a:off x="335037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" name="e_full_violin_3728">
            <a:extLst>
              <a:ext uri="{FF2B5EF4-FFF2-40B4-BE49-F238E27FC236}">
                <a16:creationId xmlns:a16="http://schemas.microsoft.com/office/drawing/2014/main" id="{18589A37-5653-4FD0-943F-62773D94386E}"/>
              </a:ext>
            </a:extLst>
          </p:cNvPr>
          <p:cNvSpPr>
            <a:spLocks noGrp="1"/>
          </p:cNvSpPr>
          <p:nvPr/>
        </p:nvSpPr>
        <p:spPr>
          <a:xfrm>
            <a:off x="320166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" name="e_full_violin_3729">
            <a:extLst>
              <a:ext uri="{FF2B5EF4-FFF2-40B4-BE49-F238E27FC236}">
                <a16:creationId xmlns:a16="http://schemas.microsoft.com/office/drawing/2014/main" id="{B7981EBA-9EA3-4A1E-9A90-92A70B7BFE4D}"/>
              </a:ext>
            </a:extLst>
          </p:cNvPr>
          <p:cNvSpPr>
            <a:spLocks noGrp="1"/>
          </p:cNvSpPr>
          <p:nvPr/>
        </p:nvSpPr>
        <p:spPr>
          <a:xfrm>
            <a:off x="308925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" name="e_full_violin_3730">
            <a:extLst>
              <a:ext uri="{FF2B5EF4-FFF2-40B4-BE49-F238E27FC236}">
                <a16:creationId xmlns:a16="http://schemas.microsoft.com/office/drawing/2014/main" id="{FCBAAA05-3D16-46AB-A57D-89C6CDCF51B5}"/>
              </a:ext>
            </a:extLst>
          </p:cNvPr>
          <p:cNvSpPr>
            <a:spLocks noGrp="1"/>
          </p:cNvSpPr>
          <p:nvPr/>
        </p:nvSpPr>
        <p:spPr>
          <a:xfrm>
            <a:off x="334346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" name="e_full_violin_3731">
            <a:extLst>
              <a:ext uri="{FF2B5EF4-FFF2-40B4-BE49-F238E27FC236}">
                <a16:creationId xmlns:a16="http://schemas.microsoft.com/office/drawing/2014/main" id="{8689CAEE-D2FD-445E-8161-6E6156A5ACC2}"/>
              </a:ext>
            </a:extLst>
          </p:cNvPr>
          <p:cNvSpPr>
            <a:spLocks noGrp="1"/>
          </p:cNvSpPr>
          <p:nvPr/>
        </p:nvSpPr>
        <p:spPr>
          <a:xfrm>
            <a:off x="3221447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" name="e_full_violin_3732">
            <a:extLst>
              <a:ext uri="{FF2B5EF4-FFF2-40B4-BE49-F238E27FC236}">
                <a16:creationId xmlns:a16="http://schemas.microsoft.com/office/drawing/2014/main" id="{201FF6FE-7729-40BB-8E9E-A705EAC31EE4}"/>
              </a:ext>
            </a:extLst>
          </p:cNvPr>
          <p:cNvSpPr>
            <a:spLocks noGrp="1"/>
          </p:cNvSpPr>
          <p:nvPr/>
        </p:nvSpPr>
        <p:spPr>
          <a:xfrm>
            <a:off x="320883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" name="e_full_violin_3733">
            <a:extLst>
              <a:ext uri="{FF2B5EF4-FFF2-40B4-BE49-F238E27FC236}">
                <a16:creationId xmlns:a16="http://schemas.microsoft.com/office/drawing/2014/main" id="{8ADEB2AE-48A6-4FD0-B510-946E1E7A5A37}"/>
              </a:ext>
            </a:extLst>
          </p:cNvPr>
          <p:cNvSpPr>
            <a:spLocks noGrp="1"/>
          </p:cNvSpPr>
          <p:nvPr/>
        </p:nvSpPr>
        <p:spPr>
          <a:xfrm>
            <a:off x="3141235" y="539835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" name="e_full_violin_3734">
            <a:extLst>
              <a:ext uri="{FF2B5EF4-FFF2-40B4-BE49-F238E27FC236}">
                <a16:creationId xmlns:a16="http://schemas.microsoft.com/office/drawing/2014/main" id="{559365FE-CAEE-4CB4-B58F-259536F0C992}"/>
              </a:ext>
            </a:extLst>
          </p:cNvPr>
          <p:cNvSpPr>
            <a:spLocks noGrp="1"/>
          </p:cNvSpPr>
          <p:nvPr/>
        </p:nvSpPr>
        <p:spPr>
          <a:xfrm>
            <a:off x="3240255" y="258650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" name="e_full_violin_3735">
            <a:extLst>
              <a:ext uri="{FF2B5EF4-FFF2-40B4-BE49-F238E27FC236}">
                <a16:creationId xmlns:a16="http://schemas.microsoft.com/office/drawing/2014/main" id="{21611648-4660-4583-BDED-C62A38EE97E1}"/>
              </a:ext>
            </a:extLst>
          </p:cNvPr>
          <p:cNvSpPr>
            <a:spLocks noGrp="1"/>
          </p:cNvSpPr>
          <p:nvPr/>
        </p:nvSpPr>
        <p:spPr>
          <a:xfrm>
            <a:off x="3194038" y="392418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" name="e_full_violin_3736">
            <a:extLst>
              <a:ext uri="{FF2B5EF4-FFF2-40B4-BE49-F238E27FC236}">
                <a16:creationId xmlns:a16="http://schemas.microsoft.com/office/drawing/2014/main" id="{AEC7438A-4DE6-4E52-BC70-7D0A62D3BE82}"/>
              </a:ext>
            </a:extLst>
          </p:cNvPr>
          <p:cNvSpPr>
            <a:spLocks noGrp="1"/>
          </p:cNvSpPr>
          <p:nvPr/>
        </p:nvSpPr>
        <p:spPr>
          <a:xfrm>
            <a:off x="323394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" name="e_full_violin_3737">
            <a:extLst>
              <a:ext uri="{FF2B5EF4-FFF2-40B4-BE49-F238E27FC236}">
                <a16:creationId xmlns:a16="http://schemas.microsoft.com/office/drawing/2014/main" id="{2F6F6128-33FA-4A74-ADD1-C8F14D0EAD81}"/>
              </a:ext>
            </a:extLst>
          </p:cNvPr>
          <p:cNvSpPr>
            <a:spLocks noGrp="1"/>
          </p:cNvSpPr>
          <p:nvPr/>
        </p:nvSpPr>
        <p:spPr>
          <a:xfrm>
            <a:off x="348477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" name="e_full_violin_3738">
            <a:extLst>
              <a:ext uri="{FF2B5EF4-FFF2-40B4-BE49-F238E27FC236}">
                <a16:creationId xmlns:a16="http://schemas.microsoft.com/office/drawing/2014/main" id="{0748F1CD-5234-4EAE-9EA9-E5585FC7E6BF}"/>
              </a:ext>
            </a:extLst>
          </p:cNvPr>
          <p:cNvSpPr>
            <a:spLocks noGrp="1"/>
          </p:cNvSpPr>
          <p:nvPr/>
        </p:nvSpPr>
        <p:spPr>
          <a:xfrm>
            <a:off x="305110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" name="e_full_violin_3739">
            <a:extLst>
              <a:ext uri="{FF2B5EF4-FFF2-40B4-BE49-F238E27FC236}">
                <a16:creationId xmlns:a16="http://schemas.microsoft.com/office/drawing/2014/main" id="{7FA278DE-DF97-4669-83AC-CC346DC15C6B}"/>
              </a:ext>
            </a:extLst>
          </p:cNvPr>
          <p:cNvSpPr>
            <a:spLocks noGrp="1"/>
          </p:cNvSpPr>
          <p:nvPr/>
        </p:nvSpPr>
        <p:spPr>
          <a:xfrm>
            <a:off x="339522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" name="e_full_violin_3740">
            <a:extLst>
              <a:ext uri="{FF2B5EF4-FFF2-40B4-BE49-F238E27FC236}">
                <a16:creationId xmlns:a16="http://schemas.microsoft.com/office/drawing/2014/main" id="{198FB1BF-44E9-40A6-AF95-1A40F95714F8}"/>
              </a:ext>
            </a:extLst>
          </p:cNvPr>
          <p:cNvSpPr>
            <a:spLocks noGrp="1"/>
          </p:cNvSpPr>
          <p:nvPr/>
        </p:nvSpPr>
        <p:spPr>
          <a:xfrm>
            <a:off x="3437749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" name="e_full_violin_3741">
            <a:extLst>
              <a:ext uri="{FF2B5EF4-FFF2-40B4-BE49-F238E27FC236}">
                <a16:creationId xmlns:a16="http://schemas.microsoft.com/office/drawing/2014/main" id="{A0CBEAB0-DD95-412B-8662-B41E9259C28E}"/>
              </a:ext>
            </a:extLst>
          </p:cNvPr>
          <p:cNvSpPr>
            <a:spLocks noGrp="1"/>
          </p:cNvSpPr>
          <p:nvPr/>
        </p:nvSpPr>
        <p:spPr>
          <a:xfrm>
            <a:off x="3238394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" name="e_full_violin_3742">
            <a:extLst>
              <a:ext uri="{FF2B5EF4-FFF2-40B4-BE49-F238E27FC236}">
                <a16:creationId xmlns:a16="http://schemas.microsoft.com/office/drawing/2014/main" id="{992A7194-30FF-4433-8BA3-44F8BFDAF912}"/>
              </a:ext>
            </a:extLst>
          </p:cNvPr>
          <p:cNvSpPr>
            <a:spLocks noGrp="1"/>
          </p:cNvSpPr>
          <p:nvPr/>
        </p:nvSpPr>
        <p:spPr>
          <a:xfrm>
            <a:off x="346560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" name="e_full_violin_3743">
            <a:extLst>
              <a:ext uri="{FF2B5EF4-FFF2-40B4-BE49-F238E27FC236}">
                <a16:creationId xmlns:a16="http://schemas.microsoft.com/office/drawing/2014/main" id="{F9E5B614-AD88-485D-BBDE-2F0BEF44E241}"/>
              </a:ext>
            </a:extLst>
          </p:cNvPr>
          <p:cNvSpPr>
            <a:spLocks noGrp="1"/>
          </p:cNvSpPr>
          <p:nvPr/>
        </p:nvSpPr>
        <p:spPr>
          <a:xfrm>
            <a:off x="305338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" name="e_full_violin_3744">
            <a:extLst>
              <a:ext uri="{FF2B5EF4-FFF2-40B4-BE49-F238E27FC236}">
                <a16:creationId xmlns:a16="http://schemas.microsoft.com/office/drawing/2014/main" id="{79CB3174-C3EA-4A6A-B7F7-416B3E621E03}"/>
              </a:ext>
            </a:extLst>
          </p:cNvPr>
          <p:cNvSpPr>
            <a:spLocks noGrp="1"/>
          </p:cNvSpPr>
          <p:nvPr/>
        </p:nvSpPr>
        <p:spPr>
          <a:xfrm>
            <a:off x="3211711" y="295585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" name="e_full_violin_3745">
            <a:extLst>
              <a:ext uri="{FF2B5EF4-FFF2-40B4-BE49-F238E27FC236}">
                <a16:creationId xmlns:a16="http://schemas.microsoft.com/office/drawing/2014/main" id="{7F4E7660-E301-4DF9-9EF6-1F98FDC74F6F}"/>
              </a:ext>
            </a:extLst>
          </p:cNvPr>
          <p:cNvSpPr>
            <a:spLocks noGrp="1"/>
          </p:cNvSpPr>
          <p:nvPr/>
        </p:nvSpPr>
        <p:spPr>
          <a:xfrm>
            <a:off x="313419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" name="e_full_violin_3746">
            <a:extLst>
              <a:ext uri="{FF2B5EF4-FFF2-40B4-BE49-F238E27FC236}">
                <a16:creationId xmlns:a16="http://schemas.microsoft.com/office/drawing/2014/main" id="{A63C9FDA-780A-42E8-98DC-14C46BEF6F96}"/>
              </a:ext>
            </a:extLst>
          </p:cNvPr>
          <p:cNvSpPr>
            <a:spLocks noGrp="1"/>
          </p:cNvSpPr>
          <p:nvPr/>
        </p:nvSpPr>
        <p:spPr>
          <a:xfrm>
            <a:off x="3378671" y="466127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" name="e_full_violin_3747">
            <a:extLst>
              <a:ext uri="{FF2B5EF4-FFF2-40B4-BE49-F238E27FC236}">
                <a16:creationId xmlns:a16="http://schemas.microsoft.com/office/drawing/2014/main" id="{3BD03B01-C43C-4739-83D5-0D1794E2B0E0}"/>
              </a:ext>
            </a:extLst>
          </p:cNvPr>
          <p:cNvSpPr>
            <a:spLocks noGrp="1"/>
          </p:cNvSpPr>
          <p:nvPr/>
        </p:nvSpPr>
        <p:spPr>
          <a:xfrm>
            <a:off x="330336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" name="e_full_violin_3748">
            <a:extLst>
              <a:ext uri="{FF2B5EF4-FFF2-40B4-BE49-F238E27FC236}">
                <a16:creationId xmlns:a16="http://schemas.microsoft.com/office/drawing/2014/main" id="{A04D46CB-5FA7-4891-A5E5-3E6318CB0AF6}"/>
              </a:ext>
            </a:extLst>
          </p:cNvPr>
          <p:cNvSpPr>
            <a:spLocks noGrp="1"/>
          </p:cNvSpPr>
          <p:nvPr/>
        </p:nvSpPr>
        <p:spPr>
          <a:xfrm>
            <a:off x="346582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" name="e_full_violin_3749">
            <a:extLst>
              <a:ext uri="{FF2B5EF4-FFF2-40B4-BE49-F238E27FC236}">
                <a16:creationId xmlns:a16="http://schemas.microsoft.com/office/drawing/2014/main" id="{AA8EC7EF-E523-4B27-B86C-50BEED19512C}"/>
              </a:ext>
            </a:extLst>
          </p:cNvPr>
          <p:cNvSpPr>
            <a:spLocks noGrp="1"/>
          </p:cNvSpPr>
          <p:nvPr/>
        </p:nvSpPr>
        <p:spPr>
          <a:xfrm>
            <a:off x="3106502" y="294140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" name="e_full_violin_3750">
            <a:extLst>
              <a:ext uri="{FF2B5EF4-FFF2-40B4-BE49-F238E27FC236}">
                <a16:creationId xmlns:a16="http://schemas.microsoft.com/office/drawing/2014/main" id="{EBAB70F4-24A9-413F-A020-08D3125E1574}"/>
              </a:ext>
            </a:extLst>
          </p:cNvPr>
          <p:cNvSpPr>
            <a:spLocks noGrp="1"/>
          </p:cNvSpPr>
          <p:nvPr/>
        </p:nvSpPr>
        <p:spPr>
          <a:xfrm>
            <a:off x="3169208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" name="e_full_violin_3751">
            <a:extLst>
              <a:ext uri="{FF2B5EF4-FFF2-40B4-BE49-F238E27FC236}">
                <a16:creationId xmlns:a16="http://schemas.microsoft.com/office/drawing/2014/main" id="{C2EDE2C0-17D6-4D01-80DA-3425E81691A5}"/>
              </a:ext>
            </a:extLst>
          </p:cNvPr>
          <p:cNvSpPr>
            <a:spLocks noGrp="1"/>
          </p:cNvSpPr>
          <p:nvPr/>
        </p:nvSpPr>
        <p:spPr>
          <a:xfrm>
            <a:off x="343439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" name="e_full_violin_3752">
            <a:extLst>
              <a:ext uri="{FF2B5EF4-FFF2-40B4-BE49-F238E27FC236}">
                <a16:creationId xmlns:a16="http://schemas.microsoft.com/office/drawing/2014/main" id="{597FB306-100A-4601-B0D9-49C2C567812A}"/>
              </a:ext>
            </a:extLst>
          </p:cNvPr>
          <p:cNvSpPr>
            <a:spLocks noGrp="1"/>
          </p:cNvSpPr>
          <p:nvPr/>
        </p:nvSpPr>
        <p:spPr>
          <a:xfrm>
            <a:off x="3476553" y="375075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" name="e_full_violin_3753">
            <a:extLst>
              <a:ext uri="{FF2B5EF4-FFF2-40B4-BE49-F238E27FC236}">
                <a16:creationId xmlns:a16="http://schemas.microsoft.com/office/drawing/2014/main" id="{0E43C966-52B9-4304-9FEA-80B6C28C093E}"/>
              </a:ext>
            </a:extLst>
          </p:cNvPr>
          <p:cNvSpPr>
            <a:spLocks noGrp="1"/>
          </p:cNvSpPr>
          <p:nvPr/>
        </p:nvSpPr>
        <p:spPr>
          <a:xfrm>
            <a:off x="3268707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" name="e_full_violin_3754">
            <a:extLst>
              <a:ext uri="{FF2B5EF4-FFF2-40B4-BE49-F238E27FC236}">
                <a16:creationId xmlns:a16="http://schemas.microsoft.com/office/drawing/2014/main" id="{BD67E468-F3E8-429F-94C9-A85CB2590177}"/>
              </a:ext>
            </a:extLst>
          </p:cNvPr>
          <p:cNvSpPr>
            <a:spLocks noGrp="1"/>
          </p:cNvSpPr>
          <p:nvPr/>
        </p:nvSpPr>
        <p:spPr>
          <a:xfrm>
            <a:off x="3051869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" name="e_full_violin_3755">
            <a:extLst>
              <a:ext uri="{FF2B5EF4-FFF2-40B4-BE49-F238E27FC236}">
                <a16:creationId xmlns:a16="http://schemas.microsoft.com/office/drawing/2014/main" id="{F782AA1F-EB71-4C07-A303-EFDFC9EE2D59}"/>
              </a:ext>
            </a:extLst>
          </p:cNvPr>
          <p:cNvSpPr>
            <a:spLocks noGrp="1"/>
          </p:cNvSpPr>
          <p:nvPr/>
        </p:nvSpPr>
        <p:spPr>
          <a:xfrm>
            <a:off x="3221410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" name="e_full_violin_3756">
            <a:extLst>
              <a:ext uri="{FF2B5EF4-FFF2-40B4-BE49-F238E27FC236}">
                <a16:creationId xmlns:a16="http://schemas.microsoft.com/office/drawing/2014/main" id="{5A8E5F6E-C7AA-4992-A7A3-B7308369F03F}"/>
              </a:ext>
            </a:extLst>
          </p:cNvPr>
          <p:cNvSpPr>
            <a:spLocks noGrp="1"/>
          </p:cNvSpPr>
          <p:nvPr/>
        </p:nvSpPr>
        <p:spPr>
          <a:xfrm>
            <a:off x="3073149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" name="e_full_violin_3757">
            <a:extLst>
              <a:ext uri="{FF2B5EF4-FFF2-40B4-BE49-F238E27FC236}">
                <a16:creationId xmlns:a16="http://schemas.microsoft.com/office/drawing/2014/main" id="{7B5FCB7E-1493-42EA-ACCC-4586BD5AF23E}"/>
              </a:ext>
            </a:extLst>
          </p:cNvPr>
          <p:cNvSpPr>
            <a:spLocks noGrp="1"/>
          </p:cNvSpPr>
          <p:nvPr/>
        </p:nvSpPr>
        <p:spPr>
          <a:xfrm>
            <a:off x="3474723" y="285950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" name="e_full_violin_3758">
            <a:extLst>
              <a:ext uri="{FF2B5EF4-FFF2-40B4-BE49-F238E27FC236}">
                <a16:creationId xmlns:a16="http://schemas.microsoft.com/office/drawing/2014/main" id="{8900BF88-4E64-4A14-9763-18B93DC5F1D6}"/>
              </a:ext>
            </a:extLst>
          </p:cNvPr>
          <p:cNvSpPr>
            <a:spLocks noGrp="1"/>
          </p:cNvSpPr>
          <p:nvPr/>
        </p:nvSpPr>
        <p:spPr>
          <a:xfrm>
            <a:off x="302774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" name="e_full_violin_3759">
            <a:extLst>
              <a:ext uri="{FF2B5EF4-FFF2-40B4-BE49-F238E27FC236}">
                <a16:creationId xmlns:a16="http://schemas.microsoft.com/office/drawing/2014/main" id="{A28F52F4-0CFC-43E8-A6E6-8566AA29362F}"/>
              </a:ext>
            </a:extLst>
          </p:cNvPr>
          <p:cNvSpPr>
            <a:spLocks noGrp="1"/>
          </p:cNvSpPr>
          <p:nvPr/>
        </p:nvSpPr>
        <p:spPr>
          <a:xfrm>
            <a:off x="3167061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" name="e_full_violin_3760">
            <a:extLst>
              <a:ext uri="{FF2B5EF4-FFF2-40B4-BE49-F238E27FC236}">
                <a16:creationId xmlns:a16="http://schemas.microsoft.com/office/drawing/2014/main" id="{FCD549D8-3347-4E39-9F44-651721784277}"/>
              </a:ext>
            </a:extLst>
          </p:cNvPr>
          <p:cNvSpPr>
            <a:spLocks noGrp="1"/>
          </p:cNvSpPr>
          <p:nvPr/>
        </p:nvSpPr>
        <p:spPr>
          <a:xfrm>
            <a:off x="336970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" name="e_full_violin_3761">
            <a:extLst>
              <a:ext uri="{FF2B5EF4-FFF2-40B4-BE49-F238E27FC236}">
                <a16:creationId xmlns:a16="http://schemas.microsoft.com/office/drawing/2014/main" id="{E0103D09-27C7-433E-8B0A-55A0536924CB}"/>
              </a:ext>
            </a:extLst>
          </p:cNvPr>
          <p:cNvSpPr>
            <a:spLocks noGrp="1"/>
          </p:cNvSpPr>
          <p:nvPr/>
        </p:nvSpPr>
        <p:spPr>
          <a:xfrm>
            <a:off x="3112892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" name="e_full_violin_3762">
            <a:extLst>
              <a:ext uri="{FF2B5EF4-FFF2-40B4-BE49-F238E27FC236}">
                <a16:creationId xmlns:a16="http://schemas.microsoft.com/office/drawing/2014/main" id="{16C8EEFE-07FF-487E-97E0-9311E87FD5EE}"/>
              </a:ext>
            </a:extLst>
          </p:cNvPr>
          <p:cNvSpPr>
            <a:spLocks noGrp="1"/>
          </p:cNvSpPr>
          <p:nvPr/>
        </p:nvSpPr>
        <p:spPr>
          <a:xfrm>
            <a:off x="301637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" name="e_full_violin_3763">
            <a:extLst>
              <a:ext uri="{FF2B5EF4-FFF2-40B4-BE49-F238E27FC236}">
                <a16:creationId xmlns:a16="http://schemas.microsoft.com/office/drawing/2014/main" id="{0F34B30A-4A16-4D04-87DB-3CFDAD747A08}"/>
              </a:ext>
            </a:extLst>
          </p:cNvPr>
          <p:cNvSpPr>
            <a:spLocks noGrp="1"/>
          </p:cNvSpPr>
          <p:nvPr/>
        </p:nvSpPr>
        <p:spPr>
          <a:xfrm>
            <a:off x="329938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" name="e_full_violin_3764">
            <a:extLst>
              <a:ext uri="{FF2B5EF4-FFF2-40B4-BE49-F238E27FC236}">
                <a16:creationId xmlns:a16="http://schemas.microsoft.com/office/drawing/2014/main" id="{0A0B2DFB-6E57-4F9A-B27B-00D22AF0196F}"/>
              </a:ext>
            </a:extLst>
          </p:cNvPr>
          <p:cNvSpPr>
            <a:spLocks noGrp="1"/>
          </p:cNvSpPr>
          <p:nvPr/>
        </p:nvSpPr>
        <p:spPr>
          <a:xfrm>
            <a:off x="339196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" name="e_full_violin_3765">
            <a:extLst>
              <a:ext uri="{FF2B5EF4-FFF2-40B4-BE49-F238E27FC236}">
                <a16:creationId xmlns:a16="http://schemas.microsoft.com/office/drawing/2014/main" id="{AC7B61C9-7B4B-4968-8EE4-E46D49018BE6}"/>
              </a:ext>
            </a:extLst>
          </p:cNvPr>
          <p:cNvSpPr>
            <a:spLocks noGrp="1"/>
          </p:cNvSpPr>
          <p:nvPr/>
        </p:nvSpPr>
        <p:spPr>
          <a:xfrm>
            <a:off x="3176766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" name="e_full_violin_3766">
            <a:extLst>
              <a:ext uri="{FF2B5EF4-FFF2-40B4-BE49-F238E27FC236}">
                <a16:creationId xmlns:a16="http://schemas.microsoft.com/office/drawing/2014/main" id="{B16A97AA-B295-41EF-AED7-2BFFA9A16004}"/>
              </a:ext>
            </a:extLst>
          </p:cNvPr>
          <p:cNvSpPr>
            <a:spLocks noGrp="1"/>
          </p:cNvSpPr>
          <p:nvPr/>
        </p:nvSpPr>
        <p:spPr>
          <a:xfrm>
            <a:off x="3235716" y="33089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" name="e_full_violin_3767">
            <a:extLst>
              <a:ext uri="{FF2B5EF4-FFF2-40B4-BE49-F238E27FC236}">
                <a16:creationId xmlns:a16="http://schemas.microsoft.com/office/drawing/2014/main" id="{C5257B7B-BA8B-463D-A2CA-BDEE13FA717C}"/>
              </a:ext>
            </a:extLst>
          </p:cNvPr>
          <p:cNvSpPr>
            <a:spLocks noGrp="1"/>
          </p:cNvSpPr>
          <p:nvPr/>
        </p:nvSpPr>
        <p:spPr>
          <a:xfrm>
            <a:off x="3061886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" name="e_full_violin_3768">
            <a:extLst>
              <a:ext uri="{FF2B5EF4-FFF2-40B4-BE49-F238E27FC236}">
                <a16:creationId xmlns:a16="http://schemas.microsoft.com/office/drawing/2014/main" id="{6D56193E-FDC0-4FF5-B006-AE8F114EC027}"/>
              </a:ext>
            </a:extLst>
          </p:cNvPr>
          <p:cNvSpPr>
            <a:spLocks noGrp="1"/>
          </p:cNvSpPr>
          <p:nvPr/>
        </p:nvSpPr>
        <p:spPr>
          <a:xfrm>
            <a:off x="3509593" y="392418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" name="e_full_violin_3769">
            <a:extLst>
              <a:ext uri="{FF2B5EF4-FFF2-40B4-BE49-F238E27FC236}">
                <a16:creationId xmlns:a16="http://schemas.microsoft.com/office/drawing/2014/main" id="{879CB26D-9B79-4636-A00B-C106D5DAE311}"/>
              </a:ext>
            </a:extLst>
          </p:cNvPr>
          <p:cNvSpPr>
            <a:spLocks noGrp="1"/>
          </p:cNvSpPr>
          <p:nvPr/>
        </p:nvSpPr>
        <p:spPr>
          <a:xfrm>
            <a:off x="314917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" name="e_full_violin_3770">
            <a:extLst>
              <a:ext uri="{FF2B5EF4-FFF2-40B4-BE49-F238E27FC236}">
                <a16:creationId xmlns:a16="http://schemas.microsoft.com/office/drawing/2014/main" id="{0B82851D-83F5-464A-8128-DE48528D624F}"/>
              </a:ext>
            </a:extLst>
          </p:cNvPr>
          <p:cNvSpPr>
            <a:spLocks noGrp="1"/>
          </p:cNvSpPr>
          <p:nvPr/>
        </p:nvSpPr>
        <p:spPr>
          <a:xfrm>
            <a:off x="306067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" name="e_full_violin_3771">
            <a:extLst>
              <a:ext uri="{FF2B5EF4-FFF2-40B4-BE49-F238E27FC236}">
                <a16:creationId xmlns:a16="http://schemas.microsoft.com/office/drawing/2014/main" id="{2FD55F97-ECE9-420F-AD9F-E3FF001E40D6}"/>
              </a:ext>
            </a:extLst>
          </p:cNvPr>
          <p:cNvSpPr>
            <a:spLocks noGrp="1"/>
          </p:cNvSpPr>
          <p:nvPr/>
        </p:nvSpPr>
        <p:spPr>
          <a:xfrm>
            <a:off x="3045808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3" name="e_full_violin_3772">
            <a:extLst>
              <a:ext uri="{FF2B5EF4-FFF2-40B4-BE49-F238E27FC236}">
                <a16:creationId xmlns:a16="http://schemas.microsoft.com/office/drawing/2014/main" id="{D42E1588-81FF-4F3D-9911-ED353E399C27}"/>
              </a:ext>
            </a:extLst>
          </p:cNvPr>
          <p:cNvSpPr>
            <a:spLocks noGrp="1"/>
          </p:cNvSpPr>
          <p:nvPr/>
        </p:nvSpPr>
        <p:spPr>
          <a:xfrm>
            <a:off x="3342240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4" name="e_full_violin_3773">
            <a:extLst>
              <a:ext uri="{FF2B5EF4-FFF2-40B4-BE49-F238E27FC236}">
                <a16:creationId xmlns:a16="http://schemas.microsoft.com/office/drawing/2014/main" id="{AB6E624A-BBB2-4220-B9BF-DF29DF6F5FBB}"/>
              </a:ext>
            </a:extLst>
          </p:cNvPr>
          <p:cNvSpPr>
            <a:spLocks noGrp="1"/>
          </p:cNvSpPr>
          <p:nvPr/>
        </p:nvSpPr>
        <p:spPr>
          <a:xfrm>
            <a:off x="339826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5" name="e_full_violin_3774">
            <a:extLst>
              <a:ext uri="{FF2B5EF4-FFF2-40B4-BE49-F238E27FC236}">
                <a16:creationId xmlns:a16="http://schemas.microsoft.com/office/drawing/2014/main" id="{86667718-AC6C-4C53-A251-7B05D8F9D3E5}"/>
              </a:ext>
            </a:extLst>
          </p:cNvPr>
          <p:cNvSpPr>
            <a:spLocks noGrp="1"/>
          </p:cNvSpPr>
          <p:nvPr/>
        </p:nvSpPr>
        <p:spPr>
          <a:xfrm>
            <a:off x="328910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6" name="e_full_violin_3775">
            <a:extLst>
              <a:ext uri="{FF2B5EF4-FFF2-40B4-BE49-F238E27FC236}">
                <a16:creationId xmlns:a16="http://schemas.microsoft.com/office/drawing/2014/main" id="{3221C65A-9754-47EC-AA25-3176876B3F2B}"/>
              </a:ext>
            </a:extLst>
          </p:cNvPr>
          <p:cNvSpPr>
            <a:spLocks noGrp="1"/>
          </p:cNvSpPr>
          <p:nvPr/>
        </p:nvSpPr>
        <p:spPr>
          <a:xfrm>
            <a:off x="337683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7" name="e_full_violin_3776">
            <a:extLst>
              <a:ext uri="{FF2B5EF4-FFF2-40B4-BE49-F238E27FC236}">
                <a16:creationId xmlns:a16="http://schemas.microsoft.com/office/drawing/2014/main" id="{91F83F68-65E2-47FD-99FF-1022F646028F}"/>
              </a:ext>
            </a:extLst>
          </p:cNvPr>
          <p:cNvSpPr>
            <a:spLocks noGrp="1"/>
          </p:cNvSpPr>
          <p:nvPr/>
        </p:nvSpPr>
        <p:spPr>
          <a:xfrm>
            <a:off x="3090278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8" name="e_full_violin_3777">
            <a:extLst>
              <a:ext uri="{FF2B5EF4-FFF2-40B4-BE49-F238E27FC236}">
                <a16:creationId xmlns:a16="http://schemas.microsoft.com/office/drawing/2014/main" id="{DF4524A4-C476-4C23-BFF5-6AF08560CF36}"/>
              </a:ext>
            </a:extLst>
          </p:cNvPr>
          <p:cNvSpPr>
            <a:spLocks noGrp="1"/>
          </p:cNvSpPr>
          <p:nvPr/>
        </p:nvSpPr>
        <p:spPr>
          <a:xfrm>
            <a:off x="323248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9" name="e_full_violin_3778">
            <a:extLst>
              <a:ext uri="{FF2B5EF4-FFF2-40B4-BE49-F238E27FC236}">
                <a16:creationId xmlns:a16="http://schemas.microsoft.com/office/drawing/2014/main" id="{39BD0C81-6522-46AA-AF51-983DB56CEC7B}"/>
              </a:ext>
            </a:extLst>
          </p:cNvPr>
          <p:cNvSpPr>
            <a:spLocks noGrp="1"/>
          </p:cNvSpPr>
          <p:nvPr/>
        </p:nvSpPr>
        <p:spPr>
          <a:xfrm>
            <a:off x="313431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0" name="e_full_violin_3779">
            <a:extLst>
              <a:ext uri="{FF2B5EF4-FFF2-40B4-BE49-F238E27FC236}">
                <a16:creationId xmlns:a16="http://schemas.microsoft.com/office/drawing/2014/main" id="{204B336D-1259-41DB-97CF-FF63F72655E2}"/>
              </a:ext>
            </a:extLst>
          </p:cNvPr>
          <p:cNvSpPr>
            <a:spLocks noGrp="1"/>
          </p:cNvSpPr>
          <p:nvPr/>
        </p:nvSpPr>
        <p:spPr>
          <a:xfrm>
            <a:off x="3376647" y="345512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1" name="e_full_violin_3780">
            <a:extLst>
              <a:ext uri="{FF2B5EF4-FFF2-40B4-BE49-F238E27FC236}">
                <a16:creationId xmlns:a16="http://schemas.microsoft.com/office/drawing/2014/main" id="{FAB91FCD-BD34-46A8-872A-E86EAFDF61E6}"/>
              </a:ext>
            </a:extLst>
          </p:cNvPr>
          <p:cNvSpPr>
            <a:spLocks noGrp="1"/>
          </p:cNvSpPr>
          <p:nvPr/>
        </p:nvSpPr>
        <p:spPr>
          <a:xfrm>
            <a:off x="339630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2" name="e_full_violin_3781">
            <a:extLst>
              <a:ext uri="{FF2B5EF4-FFF2-40B4-BE49-F238E27FC236}">
                <a16:creationId xmlns:a16="http://schemas.microsoft.com/office/drawing/2014/main" id="{6FF9572E-D95F-46A6-BF82-E5A9CF1405DE}"/>
              </a:ext>
            </a:extLst>
          </p:cNvPr>
          <p:cNvSpPr>
            <a:spLocks noGrp="1"/>
          </p:cNvSpPr>
          <p:nvPr/>
        </p:nvSpPr>
        <p:spPr>
          <a:xfrm>
            <a:off x="3157366" y="318709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3" name="e_full_violin_3782">
            <a:extLst>
              <a:ext uri="{FF2B5EF4-FFF2-40B4-BE49-F238E27FC236}">
                <a16:creationId xmlns:a16="http://schemas.microsoft.com/office/drawing/2014/main" id="{BB36D945-E69D-4E72-A45C-F5BA47650914}"/>
              </a:ext>
            </a:extLst>
          </p:cNvPr>
          <p:cNvSpPr>
            <a:spLocks noGrp="1"/>
          </p:cNvSpPr>
          <p:nvPr/>
        </p:nvSpPr>
        <p:spPr>
          <a:xfrm>
            <a:off x="300753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4" name="e_full_violin_3783">
            <a:extLst>
              <a:ext uri="{FF2B5EF4-FFF2-40B4-BE49-F238E27FC236}">
                <a16:creationId xmlns:a16="http://schemas.microsoft.com/office/drawing/2014/main" id="{32895C49-5D7C-4D8D-B0AF-EA56E4E234D7}"/>
              </a:ext>
            </a:extLst>
          </p:cNvPr>
          <p:cNvSpPr>
            <a:spLocks noGrp="1"/>
          </p:cNvSpPr>
          <p:nvPr/>
        </p:nvSpPr>
        <p:spPr>
          <a:xfrm>
            <a:off x="323448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5" name="e_full_violin_3784">
            <a:extLst>
              <a:ext uri="{FF2B5EF4-FFF2-40B4-BE49-F238E27FC236}">
                <a16:creationId xmlns:a16="http://schemas.microsoft.com/office/drawing/2014/main" id="{675B7954-F876-47B5-BC94-0B4D068EE7F3}"/>
              </a:ext>
            </a:extLst>
          </p:cNvPr>
          <p:cNvSpPr>
            <a:spLocks noGrp="1"/>
          </p:cNvSpPr>
          <p:nvPr/>
        </p:nvSpPr>
        <p:spPr>
          <a:xfrm>
            <a:off x="3059502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6" name="e_full_violin_3785">
            <a:extLst>
              <a:ext uri="{FF2B5EF4-FFF2-40B4-BE49-F238E27FC236}">
                <a16:creationId xmlns:a16="http://schemas.microsoft.com/office/drawing/2014/main" id="{995F67C1-EB71-4E43-9429-AFDBE432A6D8}"/>
              </a:ext>
            </a:extLst>
          </p:cNvPr>
          <p:cNvSpPr>
            <a:spLocks noGrp="1"/>
          </p:cNvSpPr>
          <p:nvPr/>
        </p:nvSpPr>
        <p:spPr>
          <a:xfrm>
            <a:off x="335179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7" name="e_full_violin_3786">
            <a:extLst>
              <a:ext uri="{FF2B5EF4-FFF2-40B4-BE49-F238E27FC236}">
                <a16:creationId xmlns:a16="http://schemas.microsoft.com/office/drawing/2014/main" id="{7B6BCBE1-6F2A-49CE-AA51-6D43C4A95D62}"/>
              </a:ext>
            </a:extLst>
          </p:cNvPr>
          <p:cNvSpPr>
            <a:spLocks noGrp="1"/>
          </p:cNvSpPr>
          <p:nvPr/>
        </p:nvSpPr>
        <p:spPr>
          <a:xfrm>
            <a:off x="332301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8" name="e_full_violin_3787">
            <a:extLst>
              <a:ext uri="{FF2B5EF4-FFF2-40B4-BE49-F238E27FC236}">
                <a16:creationId xmlns:a16="http://schemas.microsoft.com/office/drawing/2014/main" id="{B161AB6C-6605-4C56-A9BA-CC2E70EA1811}"/>
              </a:ext>
            </a:extLst>
          </p:cNvPr>
          <p:cNvSpPr>
            <a:spLocks noGrp="1"/>
          </p:cNvSpPr>
          <p:nvPr/>
        </p:nvSpPr>
        <p:spPr>
          <a:xfrm>
            <a:off x="3197458" y="355564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9" name="e_full_violin_3788">
            <a:extLst>
              <a:ext uri="{FF2B5EF4-FFF2-40B4-BE49-F238E27FC236}">
                <a16:creationId xmlns:a16="http://schemas.microsoft.com/office/drawing/2014/main" id="{33103209-5CA6-406F-B9AC-E62DB3F65671}"/>
              </a:ext>
            </a:extLst>
          </p:cNvPr>
          <p:cNvSpPr>
            <a:spLocks noGrp="1"/>
          </p:cNvSpPr>
          <p:nvPr/>
        </p:nvSpPr>
        <p:spPr>
          <a:xfrm>
            <a:off x="340785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0" name="e_full_violin_3789">
            <a:extLst>
              <a:ext uri="{FF2B5EF4-FFF2-40B4-BE49-F238E27FC236}">
                <a16:creationId xmlns:a16="http://schemas.microsoft.com/office/drawing/2014/main" id="{0A2552BD-2BA6-4F86-9C23-B2BEE20C94B0}"/>
              </a:ext>
            </a:extLst>
          </p:cNvPr>
          <p:cNvSpPr>
            <a:spLocks noGrp="1"/>
          </p:cNvSpPr>
          <p:nvPr/>
        </p:nvSpPr>
        <p:spPr>
          <a:xfrm>
            <a:off x="302804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1" name="e_full_violin_3790">
            <a:extLst>
              <a:ext uri="{FF2B5EF4-FFF2-40B4-BE49-F238E27FC236}">
                <a16:creationId xmlns:a16="http://schemas.microsoft.com/office/drawing/2014/main" id="{EA5B6061-EE58-458C-951F-931FED66BB89}"/>
              </a:ext>
            </a:extLst>
          </p:cNvPr>
          <p:cNvSpPr>
            <a:spLocks noGrp="1"/>
          </p:cNvSpPr>
          <p:nvPr/>
        </p:nvSpPr>
        <p:spPr>
          <a:xfrm>
            <a:off x="316169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2" name="e_full_violin_3791">
            <a:extLst>
              <a:ext uri="{FF2B5EF4-FFF2-40B4-BE49-F238E27FC236}">
                <a16:creationId xmlns:a16="http://schemas.microsoft.com/office/drawing/2014/main" id="{C441B9C6-FBF2-4CA7-AE9D-7D335BB43A41}"/>
              </a:ext>
            </a:extLst>
          </p:cNvPr>
          <p:cNvSpPr>
            <a:spLocks noGrp="1"/>
          </p:cNvSpPr>
          <p:nvPr/>
        </p:nvSpPr>
        <p:spPr>
          <a:xfrm>
            <a:off x="3287899" y="405237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3" name="e_full_violin_3792">
            <a:extLst>
              <a:ext uri="{FF2B5EF4-FFF2-40B4-BE49-F238E27FC236}">
                <a16:creationId xmlns:a16="http://schemas.microsoft.com/office/drawing/2014/main" id="{6E545012-28CD-4B74-8D38-CBAA50E1A1B7}"/>
              </a:ext>
            </a:extLst>
          </p:cNvPr>
          <p:cNvSpPr>
            <a:spLocks noGrp="1"/>
          </p:cNvSpPr>
          <p:nvPr/>
        </p:nvSpPr>
        <p:spPr>
          <a:xfrm>
            <a:off x="319649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4" name="e_full_violin_3793">
            <a:extLst>
              <a:ext uri="{FF2B5EF4-FFF2-40B4-BE49-F238E27FC236}">
                <a16:creationId xmlns:a16="http://schemas.microsoft.com/office/drawing/2014/main" id="{323239FA-D8AE-44C0-A921-60D30E12EB69}"/>
              </a:ext>
            </a:extLst>
          </p:cNvPr>
          <p:cNvSpPr>
            <a:spLocks noGrp="1"/>
          </p:cNvSpPr>
          <p:nvPr/>
        </p:nvSpPr>
        <p:spPr>
          <a:xfrm>
            <a:off x="348569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5" name="e_full_violin_3794">
            <a:extLst>
              <a:ext uri="{FF2B5EF4-FFF2-40B4-BE49-F238E27FC236}">
                <a16:creationId xmlns:a16="http://schemas.microsoft.com/office/drawing/2014/main" id="{94E7B1E6-E7CF-4535-ABB5-4A26B0DE11A6}"/>
              </a:ext>
            </a:extLst>
          </p:cNvPr>
          <p:cNvSpPr>
            <a:spLocks noGrp="1"/>
          </p:cNvSpPr>
          <p:nvPr/>
        </p:nvSpPr>
        <p:spPr>
          <a:xfrm>
            <a:off x="3219701" y="26957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6" name="e_full_violin_3795">
            <a:extLst>
              <a:ext uri="{FF2B5EF4-FFF2-40B4-BE49-F238E27FC236}">
                <a16:creationId xmlns:a16="http://schemas.microsoft.com/office/drawing/2014/main" id="{E53ED896-60C0-4532-B6E7-52C9A5086DAE}"/>
              </a:ext>
            </a:extLst>
          </p:cNvPr>
          <p:cNvSpPr>
            <a:spLocks noGrp="1"/>
          </p:cNvSpPr>
          <p:nvPr/>
        </p:nvSpPr>
        <p:spPr>
          <a:xfrm>
            <a:off x="3100861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7" name="e_full_violin_3796">
            <a:extLst>
              <a:ext uri="{FF2B5EF4-FFF2-40B4-BE49-F238E27FC236}">
                <a16:creationId xmlns:a16="http://schemas.microsoft.com/office/drawing/2014/main" id="{3F2FE777-EA56-4C37-89C6-6ED53FC819AB}"/>
              </a:ext>
            </a:extLst>
          </p:cNvPr>
          <p:cNvSpPr>
            <a:spLocks noGrp="1"/>
          </p:cNvSpPr>
          <p:nvPr/>
        </p:nvSpPr>
        <p:spPr>
          <a:xfrm>
            <a:off x="333976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8" name="e_full_violin_3797">
            <a:extLst>
              <a:ext uri="{FF2B5EF4-FFF2-40B4-BE49-F238E27FC236}">
                <a16:creationId xmlns:a16="http://schemas.microsoft.com/office/drawing/2014/main" id="{D5AD1261-B20D-4F2E-8533-58541125D981}"/>
              </a:ext>
            </a:extLst>
          </p:cNvPr>
          <p:cNvSpPr>
            <a:spLocks noGrp="1"/>
          </p:cNvSpPr>
          <p:nvPr/>
        </p:nvSpPr>
        <p:spPr>
          <a:xfrm>
            <a:off x="343049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9" name="e_full_violin_3798">
            <a:extLst>
              <a:ext uri="{FF2B5EF4-FFF2-40B4-BE49-F238E27FC236}">
                <a16:creationId xmlns:a16="http://schemas.microsoft.com/office/drawing/2014/main" id="{14536A4A-F315-4105-BAB9-BC71C9B16EF8}"/>
              </a:ext>
            </a:extLst>
          </p:cNvPr>
          <p:cNvSpPr>
            <a:spLocks noGrp="1"/>
          </p:cNvSpPr>
          <p:nvPr/>
        </p:nvSpPr>
        <p:spPr>
          <a:xfrm>
            <a:off x="3241125" y="441557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0" name="e_full_violin_3799">
            <a:extLst>
              <a:ext uri="{FF2B5EF4-FFF2-40B4-BE49-F238E27FC236}">
                <a16:creationId xmlns:a16="http://schemas.microsoft.com/office/drawing/2014/main" id="{7789903B-A07D-47A8-A7DE-6E2875BE38F2}"/>
              </a:ext>
            </a:extLst>
          </p:cNvPr>
          <p:cNvSpPr>
            <a:spLocks noGrp="1"/>
          </p:cNvSpPr>
          <p:nvPr/>
        </p:nvSpPr>
        <p:spPr>
          <a:xfrm>
            <a:off x="347747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1" name="e_full_violin_3800">
            <a:extLst>
              <a:ext uri="{FF2B5EF4-FFF2-40B4-BE49-F238E27FC236}">
                <a16:creationId xmlns:a16="http://schemas.microsoft.com/office/drawing/2014/main" id="{645837B6-CC16-496A-AAC9-B16F06CC1865}"/>
              </a:ext>
            </a:extLst>
          </p:cNvPr>
          <p:cNvSpPr>
            <a:spLocks noGrp="1"/>
          </p:cNvSpPr>
          <p:nvPr/>
        </p:nvSpPr>
        <p:spPr>
          <a:xfrm>
            <a:off x="3227283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2" name="e_full_violin_3801">
            <a:extLst>
              <a:ext uri="{FF2B5EF4-FFF2-40B4-BE49-F238E27FC236}">
                <a16:creationId xmlns:a16="http://schemas.microsoft.com/office/drawing/2014/main" id="{F2B27E32-F57F-49BD-BAE5-313D7CBF66DC}"/>
              </a:ext>
            </a:extLst>
          </p:cNvPr>
          <p:cNvSpPr>
            <a:spLocks noGrp="1"/>
          </p:cNvSpPr>
          <p:nvPr/>
        </p:nvSpPr>
        <p:spPr>
          <a:xfrm>
            <a:off x="3161017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3" name="e_full_violin_3802">
            <a:extLst>
              <a:ext uri="{FF2B5EF4-FFF2-40B4-BE49-F238E27FC236}">
                <a16:creationId xmlns:a16="http://schemas.microsoft.com/office/drawing/2014/main" id="{926FBCF5-BD61-499A-AF3A-E95F5C154D76}"/>
              </a:ext>
            </a:extLst>
          </p:cNvPr>
          <p:cNvSpPr>
            <a:spLocks noGrp="1"/>
          </p:cNvSpPr>
          <p:nvPr/>
        </p:nvSpPr>
        <p:spPr>
          <a:xfrm>
            <a:off x="338797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4" name="e_full_violin_3803">
            <a:extLst>
              <a:ext uri="{FF2B5EF4-FFF2-40B4-BE49-F238E27FC236}">
                <a16:creationId xmlns:a16="http://schemas.microsoft.com/office/drawing/2014/main" id="{5DC2CD1A-58BE-4A02-91C5-67D776B6733F}"/>
              </a:ext>
            </a:extLst>
          </p:cNvPr>
          <p:cNvSpPr>
            <a:spLocks noGrp="1"/>
          </p:cNvSpPr>
          <p:nvPr/>
        </p:nvSpPr>
        <p:spPr>
          <a:xfrm>
            <a:off x="3173991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5" name="e_full_violin_3804">
            <a:extLst>
              <a:ext uri="{FF2B5EF4-FFF2-40B4-BE49-F238E27FC236}">
                <a16:creationId xmlns:a16="http://schemas.microsoft.com/office/drawing/2014/main" id="{0B4781EB-BDD7-49C1-91A7-D4FC0DD06B4F}"/>
              </a:ext>
            </a:extLst>
          </p:cNvPr>
          <p:cNvSpPr>
            <a:spLocks noGrp="1"/>
          </p:cNvSpPr>
          <p:nvPr/>
        </p:nvSpPr>
        <p:spPr>
          <a:xfrm>
            <a:off x="312261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6" name="e_full_violin_3805">
            <a:extLst>
              <a:ext uri="{FF2B5EF4-FFF2-40B4-BE49-F238E27FC236}">
                <a16:creationId xmlns:a16="http://schemas.microsoft.com/office/drawing/2014/main" id="{20585ABE-29D8-41B0-9870-7FAEDAFD5675}"/>
              </a:ext>
            </a:extLst>
          </p:cNvPr>
          <p:cNvSpPr>
            <a:spLocks noGrp="1"/>
          </p:cNvSpPr>
          <p:nvPr/>
        </p:nvSpPr>
        <p:spPr>
          <a:xfrm>
            <a:off x="3354183" y="508246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7" name="e_full_violin_3806">
            <a:extLst>
              <a:ext uri="{FF2B5EF4-FFF2-40B4-BE49-F238E27FC236}">
                <a16:creationId xmlns:a16="http://schemas.microsoft.com/office/drawing/2014/main" id="{B6BF064A-F2FE-4E23-89FD-A5428AC1185C}"/>
              </a:ext>
            </a:extLst>
          </p:cNvPr>
          <p:cNvSpPr>
            <a:spLocks noGrp="1"/>
          </p:cNvSpPr>
          <p:nvPr/>
        </p:nvSpPr>
        <p:spPr>
          <a:xfrm>
            <a:off x="3432772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8" name="e_full_violin_3807">
            <a:extLst>
              <a:ext uri="{FF2B5EF4-FFF2-40B4-BE49-F238E27FC236}">
                <a16:creationId xmlns:a16="http://schemas.microsoft.com/office/drawing/2014/main" id="{2723605D-08AF-41D4-9372-7607E760E7D7}"/>
              </a:ext>
            </a:extLst>
          </p:cNvPr>
          <p:cNvSpPr>
            <a:spLocks noGrp="1"/>
          </p:cNvSpPr>
          <p:nvPr/>
        </p:nvSpPr>
        <p:spPr>
          <a:xfrm>
            <a:off x="3247920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9" name="e_full_violin_3808">
            <a:extLst>
              <a:ext uri="{FF2B5EF4-FFF2-40B4-BE49-F238E27FC236}">
                <a16:creationId xmlns:a16="http://schemas.microsoft.com/office/drawing/2014/main" id="{868130CC-3381-478F-A61B-EA479FD4EF6C}"/>
              </a:ext>
            </a:extLst>
          </p:cNvPr>
          <p:cNvSpPr>
            <a:spLocks noGrp="1"/>
          </p:cNvSpPr>
          <p:nvPr/>
        </p:nvSpPr>
        <p:spPr>
          <a:xfrm>
            <a:off x="335665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0" name="e_full_violin_3809">
            <a:extLst>
              <a:ext uri="{FF2B5EF4-FFF2-40B4-BE49-F238E27FC236}">
                <a16:creationId xmlns:a16="http://schemas.microsoft.com/office/drawing/2014/main" id="{A8B6B667-999F-4647-A1F9-131A0E77EF5E}"/>
              </a:ext>
            </a:extLst>
          </p:cNvPr>
          <p:cNvSpPr>
            <a:spLocks noGrp="1"/>
          </p:cNvSpPr>
          <p:nvPr/>
        </p:nvSpPr>
        <p:spPr>
          <a:xfrm>
            <a:off x="3206049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1" name="e_full_violin_3810">
            <a:extLst>
              <a:ext uri="{FF2B5EF4-FFF2-40B4-BE49-F238E27FC236}">
                <a16:creationId xmlns:a16="http://schemas.microsoft.com/office/drawing/2014/main" id="{EF6BCD65-6A10-4131-B8FD-80B8644374B9}"/>
              </a:ext>
            </a:extLst>
          </p:cNvPr>
          <p:cNvSpPr>
            <a:spLocks noGrp="1"/>
          </p:cNvSpPr>
          <p:nvPr/>
        </p:nvSpPr>
        <p:spPr>
          <a:xfrm>
            <a:off x="3129878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2" name="e_full_violin_3811">
            <a:extLst>
              <a:ext uri="{FF2B5EF4-FFF2-40B4-BE49-F238E27FC236}">
                <a16:creationId xmlns:a16="http://schemas.microsoft.com/office/drawing/2014/main" id="{1AEF4E92-5C46-4A17-A222-5C4B1C2DF92A}"/>
              </a:ext>
            </a:extLst>
          </p:cNvPr>
          <p:cNvSpPr>
            <a:spLocks noGrp="1"/>
          </p:cNvSpPr>
          <p:nvPr/>
        </p:nvSpPr>
        <p:spPr>
          <a:xfrm>
            <a:off x="3266137" y="483470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3" name="e_full_violin_3812">
            <a:extLst>
              <a:ext uri="{FF2B5EF4-FFF2-40B4-BE49-F238E27FC236}">
                <a16:creationId xmlns:a16="http://schemas.microsoft.com/office/drawing/2014/main" id="{32E42CB7-099B-4AFA-8084-09FD2E803984}"/>
              </a:ext>
            </a:extLst>
          </p:cNvPr>
          <p:cNvSpPr>
            <a:spLocks noGrp="1"/>
          </p:cNvSpPr>
          <p:nvPr/>
        </p:nvSpPr>
        <p:spPr>
          <a:xfrm>
            <a:off x="305402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4" name="e_full_violin_3813">
            <a:extLst>
              <a:ext uri="{FF2B5EF4-FFF2-40B4-BE49-F238E27FC236}">
                <a16:creationId xmlns:a16="http://schemas.microsoft.com/office/drawing/2014/main" id="{7AF1AEE4-B9F1-4AB4-97EA-95229C2F8B14}"/>
              </a:ext>
            </a:extLst>
          </p:cNvPr>
          <p:cNvSpPr>
            <a:spLocks noGrp="1"/>
          </p:cNvSpPr>
          <p:nvPr/>
        </p:nvSpPr>
        <p:spPr>
          <a:xfrm>
            <a:off x="3421537" y="3327494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5" name="e_full_violin_3814">
            <a:extLst>
              <a:ext uri="{FF2B5EF4-FFF2-40B4-BE49-F238E27FC236}">
                <a16:creationId xmlns:a16="http://schemas.microsoft.com/office/drawing/2014/main" id="{E9748413-E483-4300-BA9B-7FB98F032837}"/>
              </a:ext>
            </a:extLst>
          </p:cNvPr>
          <p:cNvSpPr>
            <a:spLocks noGrp="1"/>
          </p:cNvSpPr>
          <p:nvPr/>
        </p:nvSpPr>
        <p:spPr>
          <a:xfrm>
            <a:off x="3291940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6" name="e_full_violin_3815">
            <a:extLst>
              <a:ext uri="{FF2B5EF4-FFF2-40B4-BE49-F238E27FC236}">
                <a16:creationId xmlns:a16="http://schemas.microsoft.com/office/drawing/2014/main" id="{E662CA5C-9275-4E84-BFC5-C9E3CC5666FC}"/>
              </a:ext>
            </a:extLst>
          </p:cNvPr>
          <p:cNvSpPr>
            <a:spLocks noGrp="1"/>
          </p:cNvSpPr>
          <p:nvPr/>
        </p:nvSpPr>
        <p:spPr>
          <a:xfrm>
            <a:off x="3235604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7" name="e_full_violin_3816">
            <a:extLst>
              <a:ext uri="{FF2B5EF4-FFF2-40B4-BE49-F238E27FC236}">
                <a16:creationId xmlns:a16="http://schemas.microsoft.com/office/drawing/2014/main" id="{E7AF1D18-55A2-42C7-9927-BAC1050F65EE}"/>
              </a:ext>
            </a:extLst>
          </p:cNvPr>
          <p:cNvSpPr>
            <a:spLocks noGrp="1"/>
          </p:cNvSpPr>
          <p:nvPr/>
        </p:nvSpPr>
        <p:spPr>
          <a:xfrm>
            <a:off x="341317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8" name="e_full_violin_3817">
            <a:extLst>
              <a:ext uri="{FF2B5EF4-FFF2-40B4-BE49-F238E27FC236}">
                <a16:creationId xmlns:a16="http://schemas.microsoft.com/office/drawing/2014/main" id="{58497F51-A52A-4EAB-A668-CF8C4968C2E8}"/>
              </a:ext>
            </a:extLst>
          </p:cNvPr>
          <p:cNvSpPr>
            <a:spLocks noGrp="1"/>
          </p:cNvSpPr>
          <p:nvPr/>
        </p:nvSpPr>
        <p:spPr>
          <a:xfrm>
            <a:off x="3444367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9" name="e_full_violin_3818">
            <a:extLst>
              <a:ext uri="{FF2B5EF4-FFF2-40B4-BE49-F238E27FC236}">
                <a16:creationId xmlns:a16="http://schemas.microsoft.com/office/drawing/2014/main" id="{E38312A9-26CD-4010-8694-DFF618978242}"/>
              </a:ext>
            </a:extLst>
          </p:cNvPr>
          <p:cNvSpPr>
            <a:spLocks noGrp="1"/>
          </p:cNvSpPr>
          <p:nvPr/>
        </p:nvSpPr>
        <p:spPr>
          <a:xfrm>
            <a:off x="3021496" y="297650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0" name="e_full_violin_3819">
            <a:extLst>
              <a:ext uri="{FF2B5EF4-FFF2-40B4-BE49-F238E27FC236}">
                <a16:creationId xmlns:a16="http://schemas.microsoft.com/office/drawing/2014/main" id="{5DC81FCB-2514-4E85-A711-BC772AA9AE06}"/>
              </a:ext>
            </a:extLst>
          </p:cNvPr>
          <p:cNvSpPr>
            <a:spLocks noGrp="1"/>
          </p:cNvSpPr>
          <p:nvPr/>
        </p:nvSpPr>
        <p:spPr>
          <a:xfrm>
            <a:off x="3446208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1" name="e_full_violin_3820">
            <a:extLst>
              <a:ext uri="{FF2B5EF4-FFF2-40B4-BE49-F238E27FC236}">
                <a16:creationId xmlns:a16="http://schemas.microsoft.com/office/drawing/2014/main" id="{71130B43-8D62-4762-BC8F-EEC4CBC351E4}"/>
              </a:ext>
            </a:extLst>
          </p:cNvPr>
          <p:cNvSpPr>
            <a:spLocks noGrp="1"/>
          </p:cNvSpPr>
          <p:nvPr/>
        </p:nvSpPr>
        <p:spPr>
          <a:xfrm>
            <a:off x="327268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2" name="e_full_violin_3821">
            <a:extLst>
              <a:ext uri="{FF2B5EF4-FFF2-40B4-BE49-F238E27FC236}">
                <a16:creationId xmlns:a16="http://schemas.microsoft.com/office/drawing/2014/main" id="{34BF2D43-1401-4C7F-AAD4-EC9ACAF523E9}"/>
              </a:ext>
            </a:extLst>
          </p:cNvPr>
          <p:cNvSpPr>
            <a:spLocks noGrp="1"/>
          </p:cNvSpPr>
          <p:nvPr/>
        </p:nvSpPr>
        <p:spPr>
          <a:xfrm>
            <a:off x="3289116" y="360170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3" name="e_full_violin_3822">
            <a:extLst>
              <a:ext uri="{FF2B5EF4-FFF2-40B4-BE49-F238E27FC236}">
                <a16:creationId xmlns:a16="http://schemas.microsoft.com/office/drawing/2014/main" id="{D2087CB1-215C-4759-AB4A-6C31CD58C761}"/>
              </a:ext>
            </a:extLst>
          </p:cNvPr>
          <p:cNvSpPr>
            <a:spLocks noGrp="1"/>
          </p:cNvSpPr>
          <p:nvPr/>
        </p:nvSpPr>
        <p:spPr>
          <a:xfrm>
            <a:off x="336434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4" name="e_full_violin_3823">
            <a:extLst>
              <a:ext uri="{FF2B5EF4-FFF2-40B4-BE49-F238E27FC236}">
                <a16:creationId xmlns:a16="http://schemas.microsoft.com/office/drawing/2014/main" id="{D2070E68-4615-4D84-A2ED-C0004A97FA78}"/>
              </a:ext>
            </a:extLst>
          </p:cNvPr>
          <p:cNvSpPr>
            <a:spLocks noGrp="1"/>
          </p:cNvSpPr>
          <p:nvPr/>
        </p:nvSpPr>
        <p:spPr>
          <a:xfrm>
            <a:off x="329884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5" name="e_full_violin_3824">
            <a:extLst>
              <a:ext uri="{FF2B5EF4-FFF2-40B4-BE49-F238E27FC236}">
                <a16:creationId xmlns:a16="http://schemas.microsoft.com/office/drawing/2014/main" id="{3983A4E6-ED97-451E-9CB7-4299AC8D250F}"/>
              </a:ext>
            </a:extLst>
          </p:cNvPr>
          <p:cNvSpPr>
            <a:spLocks noGrp="1"/>
          </p:cNvSpPr>
          <p:nvPr/>
        </p:nvSpPr>
        <p:spPr>
          <a:xfrm>
            <a:off x="3886972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782595" y="3685436"/>
                </a:moveTo>
                <a:lnTo>
                  <a:pt x="0" y="3685436"/>
                </a:lnTo>
                <a:lnTo>
                  <a:pt x="3860" y="3662402"/>
                </a:lnTo>
                <a:lnTo>
                  <a:pt x="15200" y="3639368"/>
                </a:lnTo>
                <a:lnTo>
                  <a:pt x="33329" y="3616334"/>
                </a:lnTo>
                <a:lnTo>
                  <a:pt x="57169" y="3593300"/>
                </a:lnTo>
                <a:lnTo>
                  <a:pt x="85373" y="3570266"/>
                </a:lnTo>
                <a:lnTo>
                  <a:pt x="116441" y="3547232"/>
                </a:lnTo>
                <a:lnTo>
                  <a:pt x="148864" y="3524198"/>
                </a:lnTo>
                <a:lnTo>
                  <a:pt x="181235" y="3501164"/>
                </a:lnTo>
                <a:lnTo>
                  <a:pt x="212349" y="3478130"/>
                </a:lnTo>
                <a:lnTo>
                  <a:pt x="241266" y="3455096"/>
                </a:lnTo>
                <a:lnTo>
                  <a:pt x="267332" y="3432062"/>
                </a:lnTo>
                <a:lnTo>
                  <a:pt x="290182" y="3409028"/>
                </a:lnTo>
                <a:lnTo>
                  <a:pt x="309702" y="3385994"/>
                </a:lnTo>
                <a:lnTo>
                  <a:pt x="325983" y="3362960"/>
                </a:lnTo>
                <a:lnTo>
                  <a:pt x="339268" y="3339926"/>
                </a:lnTo>
                <a:lnTo>
                  <a:pt x="349892" y="3316892"/>
                </a:lnTo>
                <a:lnTo>
                  <a:pt x="358234" y="3293858"/>
                </a:lnTo>
                <a:lnTo>
                  <a:pt x="364679" y="3270824"/>
                </a:lnTo>
                <a:lnTo>
                  <a:pt x="369589" y="3247790"/>
                </a:lnTo>
                <a:lnTo>
                  <a:pt x="373285" y="3224756"/>
                </a:lnTo>
                <a:lnTo>
                  <a:pt x="376041" y="3201722"/>
                </a:lnTo>
                <a:lnTo>
                  <a:pt x="378083" y="3178688"/>
                </a:lnTo>
                <a:lnTo>
                  <a:pt x="379589" y="3155654"/>
                </a:lnTo>
                <a:lnTo>
                  <a:pt x="380701" y="3132620"/>
                </a:lnTo>
                <a:lnTo>
                  <a:pt x="381527" y="3109586"/>
                </a:lnTo>
                <a:lnTo>
                  <a:pt x="382151" y="3086552"/>
                </a:lnTo>
                <a:lnTo>
                  <a:pt x="382639" y="3063518"/>
                </a:lnTo>
                <a:lnTo>
                  <a:pt x="383039" y="3040485"/>
                </a:lnTo>
                <a:lnTo>
                  <a:pt x="383389" y="3017451"/>
                </a:lnTo>
                <a:lnTo>
                  <a:pt x="383719" y="2994417"/>
                </a:lnTo>
                <a:lnTo>
                  <a:pt x="384051" y="2971383"/>
                </a:lnTo>
                <a:lnTo>
                  <a:pt x="384400" y="2948349"/>
                </a:lnTo>
                <a:lnTo>
                  <a:pt x="384775" y="2925315"/>
                </a:lnTo>
                <a:lnTo>
                  <a:pt x="385180" y="2902281"/>
                </a:lnTo>
                <a:lnTo>
                  <a:pt x="385613" y="2879247"/>
                </a:lnTo>
                <a:lnTo>
                  <a:pt x="386068" y="2856213"/>
                </a:lnTo>
                <a:lnTo>
                  <a:pt x="386535" y="2833179"/>
                </a:lnTo>
                <a:lnTo>
                  <a:pt x="387003" y="2810145"/>
                </a:lnTo>
                <a:lnTo>
                  <a:pt x="387458" y="2787111"/>
                </a:lnTo>
                <a:lnTo>
                  <a:pt x="387887" y="2764077"/>
                </a:lnTo>
                <a:lnTo>
                  <a:pt x="388279" y="2741043"/>
                </a:lnTo>
                <a:lnTo>
                  <a:pt x="388624" y="2718009"/>
                </a:lnTo>
                <a:lnTo>
                  <a:pt x="388918" y="2694975"/>
                </a:lnTo>
                <a:lnTo>
                  <a:pt x="389159" y="2671941"/>
                </a:lnTo>
                <a:lnTo>
                  <a:pt x="389349" y="2648907"/>
                </a:lnTo>
                <a:lnTo>
                  <a:pt x="389493" y="2625873"/>
                </a:lnTo>
                <a:lnTo>
                  <a:pt x="389600" y="2602839"/>
                </a:lnTo>
                <a:lnTo>
                  <a:pt x="389679" y="2579805"/>
                </a:lnTo>
                <a:lnTo>
                  <a:pt x="389741" y="2556771"/>
                </a:lnTo>
                <a:lnTo>
                  <a:pt x="389795" y="2533737"/>
                </a:lnTo>
                <a:lnTo>
                  <a:pt x="389851" y="2510703"/>
                </a:lnTo>
                <a:lnTo>
                  <a:pt x="389914" y="2487669"/>
                </a:lnTo>
                <a:lnTo>
                  <a:pt x="389989" y="2464635"/>
                </a:lnTo>
                <a:lnTo>
                  <a:pt x="390077" y="2441601"/>
                </a:lnTo>
                <a:lnTo>
                  <a:pt x="390177" y="2418567"/>
                </a:lnTo>
                <a:lnTo>
                  <a:pt x="390288" y="2395533"/>
                </a:lnTo>
                <a:lnTo>
                  <a:pt x="390405" y="2372499"/>
                </a:lnTo>
                <a:lnTo>
                  <a:pt x="390524" y="2349465"/>
                </a:lnTo>
                <a:lnTo>
                  <a:pt x="390640" y="2326431"/>
                </a:lnTo>
                <a:lnTo>
                  <a:pt x="390751" y="2303397"/>
                </a:lnTo>
                <a:lnTo>
                  <a:pt x="390852" y="2280363"/>
                </a:lnTo>
                <a:lnTo>
                  <a:pt x="390941" y="2257329"/>
                </a:lnTo>
                <a:lnTo>
                  <a:pt x="391018" y="2234295"/>
                </a:lnTo>
                <a:lnTo>
                  <a:pt x="391081" y="2211261"/>
                </a:lnTo>
                <a:lnTo>
                  <a:pt x="391130" y="2188228"/>
                </a:lnTo>
                <a:lnTo>
                  <a:pt x="391167" y="2165194"/>
                </a:lnTo>
                <a:lnTo>
                  <a:pt x="391191" y="2142160"/>
                </a:lnTo>
                <a:lnTo>
                  <a:pt x="391203" y="2119126"/>
                </a:lnTo>
                <a:lnTo>
                  <a:pt x="391204" y="2096092"/>
                </a:lnTo>
                <a:lnTo>
                  <a:pt x="391193" y="2073058"/>
                </a:lnTo>
                <a:lnTo>
                  <a:pt x="391170" y="2050024"/>
                </a:lnTo>
                <a:lnTo>
                  <a:pt x="391134" y="2026990"/>
                </a:lnTo>
                <a:lnTo>
                  <a:pt x="391086" y="2003956"/>
                </a:lnTo>
                <a:lnTo>
                  <a:pt x="391025" y="1980922"/>
                </a:lnTo>
                <a:lnTo>
                  <a:pt x="390950" y="1957888"/>
                </a:lnTo>
                <a:lnTo>
                  <a:pt x="390862" y="1934854"/>
                </a:lnTo>
                <a:lnTo>
                  <a:pt x="390763" y="1911820"/>
                </a:lnTo>
                <a:lnTo>
                  <a:pt x="390655" y="1888786"/>
                </a:lnTo>
                <a:lnTo>
                  <a:pt x="390542" y="1865752"/>
                </a:lnTo>
                <a:lnTo>
                  <a:pt x="390428" y="1842718"/>
                </a:lnTo>
                <a:lnTo>
                  <a:pt x="390318" y="1819684"/>
                </a:lnTo>
                <a:lnTo>
                  <a:pt x="390219" y="1796650"/>
                </a:lnTo>
                <a:lnTo>
                  <a:pt x="390135" y="1773616"/>
                </a:lnTo>
                <a:lnTo>
                  <a:pt x="390072" y="1750582"/>
                </a:lnTo>
                <a:lnTo>
                  <a:pt x="390034" y="1727548"/>
                </a:lnTo>
                <a:lnTo>
                  <a:pt x="390022" y="1704514"/>
                </a:lnTo>
                <a:lnTo>
                  <a:pt x="390039" y="1681480"/>
                </a:lnTo>
                <a:lnTo>
                  <a:pt x="390082" y="1658446"/>
                </a:lnTo>
                <a:lnTo>
                  <a:pt x="390149" y="1635412"/>
                </a:lnTo>
                <a:lnTo>
                  <a:pt x="390236" y="1612378"/>
                </a:lnTo>
                <a:lnTo>
                  <a:pt x="390336" y="1589344"/>
                </a:lnTo>
                <a:lnTo>
                  <a:pt x="390444" y="1566310"/>
                </a:lnTo>
                <a:lnTo>
                  <a:pt x="390553" y="1543276"/>
                </a:lnTo>
                <a:lnTo>
                  <a:pt x="390659" y="1520242"/>
                </a:lnTo>
                <a:lnTo>
                  <a:pt x="390755" y="1497208"/>
                </a:lnTo>
                <a:lnTo>
                  <a:pt x="390838" y="1474174"/>
                </a:lnTo>
                <a:lnTo>
                  <a:pt x="390904" y="1451140"/>
                </a:lnTo>
                <a:lnTo>
                  <a:pt x="390950" y="1428106"/>
                </a:lnTo>
                <a:lnTo>
                  <a:pt x="390975" y="1405072"/>
                </a:lnTo>
                <a:lnTo>
                  <a:pt x="390978" y="1382038"/>
                </a:lnTo>
                <a:lnTo>
                  <a:pt x="390960" y="1359004"/>
                </a:lnTo>
                <a:lnTo>
                  <a:pt x="390919" y="1335970"/>
                </a:lnTo>
                <a:lnTo>
                  <a:pt x="390859" y="1312937"/>
                </a:lnTo>
                <a:lnTo>
                  <a:pt x="390781" y="1289903"/>
                </a:lnTo>
                <a:lnTo>
                  <a:pt x="390688" y="1266869"/>
                </a:lnTo>
                <a:lnTo>
                  <a:pt x="390585" y="1243835"/>
                </a:lnTo>
                <a:lnTo>
                  <a:pt x="390476" y="1220801"/>
                </a:lnTo>
                <a:lnTo>
                  <a:pt x="390367" y="1197767"/>
                </a:lnTo>
                <a:lnTo>
                  <a:pt x="390264" y="1174733"/>
                </a:lnTo>
                <a:lnTo>
                  <a:pt x="390173" y="1151699"/>
                </a:lnTo>
                <a:lnTo>
                  <a:pt x="390100" y="1128665"/>
                </a:lnTo>
                <a:lnTo>
                  <a:pt x="390049" y="1105631"/>
                </a:lnTo>
                <a:lnTo>
                  <a:pt x="390024" y="1082597"/>
                </a:lnTo>
                <a:lnTo>
                  <a:pt x="390028" y="1059563"/>
                </a:lnTo>
                <a:lnTo>
                  <a:pt x="390058" y="1036529"/>
                </a:lnTo>
                <a:lnTo>
                  <a:pt x="390114" y="1013495"/>
                </a:lnTo>
                <a:lnTo>
                  <a:pt x="390192" y="990461"/>
                </a:lnTo>
                <a:lnTo>
                  <a:pt x="390288" y="967427"/>
                </a:lnTo>
                <a:lnTo>
                  <a:pt x="390395" y="944393"/>
                </a:lnTo>
                <a:lnTo>
                  <a:pt x="390509" y="921359"/>
                </a:lnTo>
                <a:lnTo>
                  <a:pt x="390623" y="898325"/>
                </a:lnTo>
                <a:lnTo>
                  <a:pt x="390733" y="875291"/>
                </a:lnTo>
                <a:lnTo>
                  <a:pt x="390836" y="852257"/>
                </a:lnTo>
                <a:lnTo>
                  <a:pt x="390928" y="829223"/>
                </a:lnTo>
                <a:lnTo>
                  <a:pt x="391008" y="806189"/>
                </a:lnTo>
                <a:lnTo>
                  <a:pt x="391076" y="783155"/>
                </a:lnTo>
                <a:lnTo>
                  <a:pt x="391131" y="760121"/>
                </a:lnTo>
                <a:lnTo>
                  <a:pt x="391176" y="737087"/>
                </a:lnTo>
                <a:lnTo>
                  <a:pt x="391210" y="714053"/>
                </a:lnTo>
                <a:lnTo>
                  <a:pt x="391236" y="691019"/>
                </a:lnTo>
                <a:lnTo>
                  <a:pt x="391255" y="667985"/>
                </a:lnTo>
                <a:lnTo>
                  <a:pt x="391268" y="644951"/>
                </a:lnTo>
                <a:lnTo>
                  <a:pt x="391277" y="621917"/>
                </a:lnTo>
                <a:lnTo>
                  <a:pt x="391282" y="598883"/>
                </a:lnTo>
                <a:lnTo>
                  <a:pt x="391285" y="575849"/>
                </a:lnTo>
                <a:lnTo>
                  <a:pt x="391284" y="552815"/>
                </a:lnTo>
                <a:lnTo>
                  <a:pt x="391280" y="529781"/>
                </a:lnTo>
                <a:lnTo>
                  <a:pt x="391271" y="506747"/>
                </a:lnTo>
                <a:lnTo>
                  <a:pt x="391257" y="483713"/>
                </a:lnTo>
                <a:lnTo>
                  <a:pt x="391235" y="460679"/>
                </a:lnTo>
                <a:lnTo>
                  <a:pt x="391201" y="437646"/>
                </a:lnTo>
                <a:lnTo>
                  <a:pt x="391153" y="414612"/>
                </a:lnTo>
                <a:lnTo>
                  <a:pt x="391086" y="391578"/>
                </a:lnTo>
                <a:lnTo>
                  <a:pt x="390993" y="368544"/>
                </a:lnTo>
                <a:lnTo>
                  <a:pt x="390870" y="345510"/>
                </a:lnTo>
                <a:lnTo>
                  <a:pt x="390709" y="322476"/>
                </a:lnTo>
                <a:lnTo>
                  <a:pt x="390505" y="299442"/>
                </a:lnTo>
                <a:lnTo>
                  <a:pt x="390254" y="276408"/>
                </a:lnTo>
                <a:lnTo>
                  <a:pt x="389953" y="253374"/>
                </a:lnTo>
                <a:lnTo>
                  <a:pt x="389603" y="230340"/>
                </a:lnTo>
                <a:lnTo>
                  <a:pt x="389208" y="207306"/>
                </a:lnTo>
                <a:lnTo>
                  <a:pt x="388778" y="184272"/>
                </a:lnTo>
                <a:lnTo>
                  <a:pt x="388325" y="161238"/>
                </a:lnTo>
                <a:lnTo>
                  <a:pt x="387868" y="138204"/>
                </a:lnTo>
                <a:lnTo>
                  <a:pt x="387426" y="115170"/>
                </a:lnTo>
                <a:lnTo>
                  <a:pt x="387023" y="92136"/>
                </a:lnTo>
                <a:lnTo>
                  <a:pt x="386680" y="69102"/>
                </a:lnTo>
                <a:lnTo>
                  <a:pt x="386419" y="46068"/>
                </a:lnTo>
                <a:lnTo>
                  <a:pt x="386255" y="23034"/>
                </a:lnTo>
                <a:lnTo>
                  <a:pt x="386199" y="0"/>
                </a:lnTo>
                <a:lnTo>
                  <a:pt x="396396" y="0"/>
                </a:lnTo>
                <a:lnTo>
                  <a:pt x="396396" y="0"/>
                </a:lnTo>
                <a:lnTo>
                  <a:pt x="396340" y="23034"/>
                </a:lnTo>
                <a:lnTo>
                  <a:pt x="396176" y="46068"/>
                </a:lnTo>
                <a:lnTo>
                  <a:pt x="395915" y="69102"/>
                </a:lnTo>
                <a:lnTo>
                  <a:pt x="395572" y="92136"/>
                </a:lnTo>
                <a:lnTo>
                  <a:pt x="395168" y="115170"/>
                </a:lnTo>
                <a:lnTo>
                  <a:pt x="394727" y="138204"/>
                </a:lnTo>
                <a:lnTo>
                  <a:pt x="394269" y="161238"/>
                </a:lnTo>
                <a:lnTo>
                  <a:pt x="393817" y="184272"/>
                </a:lnTo>
                <a:lnTo>
                  <a:pt x="393386" y="207306"/>
                </a:lnTo>
                <a:lnTo>
                  <a:pt x="392992" y="230340"/>
                </a:lnTo>
                <a:lnTo>
                  <a:pt x="392642" y="253374"/>
                </a:lnTo>
                <a:lnTo>
                  <a:pt x="392341" y="276408"/>
                </a:lnTo>
                <a:lnTo>
                  <a:pt x="392090" y="299442"/>
                </a:lnTo>
                <a:lnTo>
                  <a:pt x="391886" y="322476"/>
                </a:lnTo>
                <a:lnTo>
                  <a:pt x="391725" y="345510"/>
                </a:lnTo>
                <a:lnTo>
                  <a:pt x="391601" y="368544"/>
                </a:lnTo>
                <a:lnTo>
                  <a:pt x="391509" y="391578"/>
                </a:lnTo>
                <a:lnTo>
                  <a:pt x="391441" y="414612"/>
                </a:lnTo>
                <a:lnTo>
                  <a:pt x="391393" y="437646"/>
                </a:lnTo>
                <a:lnTo>
                  <a:pt x="391360" y="460679"/>
                </a:lnTo>
                <a:lnTo>
                  <a:pt x="391338" y="483713"/>
                </a:lnTo>
                <a:lnTo>
                  <a:pt x="391324" y="506747"/>
                </a:lnTo>
                <a:lnTo>
                  <a:pt x="391315" y="529781"/>
                </a:lnTo>
                <a:lnTo>
                  <a:pt x="391311" y="552815"/>
                </a:lnTo>
                <a:lnTo>
                  <a:pt x="391310" y="575849"/>
                </a:lnTo>
                <a:lnTo>
                  <a:pt x="391312" y="598883"/>
                </a:lnTo>
                <a:lnTo>
                  <a:pt x="391317" y="621917"/>
                </a:lnTo>
                <a:lnTo>
                  <a:pt x="391326" y="644951"/>
                </a:lnTo>
                <a:lnTo>
                  <a:pt x="391340" y="667985"/>
                </a:lnTo>
                <a:lnTo>
                  <a:pt x="391359" y="691019"/>
                </a:lnTo>
                <a:lnTo>
                  <a:pt x="391385" y="714053"/>
                </a:lnTo>
                <a:lnTo>
                  <a:pt x="391419" y="737087"/>
                </a:lnTo>
                <a:lnTo>
                  <a:pt x="391463" y="760121"/>
                </a:lnTo>
                <a:lnTo>
                  <a:pt x="391519" y="783155"/>
                </a:lnTo>
                <a:lnTo>
                  <a:pt x="391587" y="806189"/>
                </a:lnTo>
                <a:lnTo>
                  <a:pt x="391667" y="829223"/>
                </a:lnTo>
                <a:lnTo>
                  <a:pt x="391759" y="852257"/>
                </a:lnTo>
                <a:lnTo>
                  <a:pt x="391861" y="875291"/>
                </a:lnTo>
                <a:lnTo>
                  <a:pt x="391972" y="898325"/>
                </a:lnTo>
                <a:lnTo>
                  <a:pt x="392086" y="921359"/>
                </a:lnTo>
                <a:lnTo>
                  <a:pt x="392199" y="944393"/>
                </a:lnTo>
                <a:lnTo>
                  <a:pt x="392307" y="967427"/>
                </a:lnTo>
                <a:lnTo>
                  <a:pt x="392402" y="990461"/>
                </a:lnTo>
                <a:lnTo>
                  <a:pt x="392480" y="1013495"/>
                </a:lnTo>
                <a:lnTo>
                  <a:pt x="392537" y="1036529"/>
                </a:lnTo>
                <a:lnTo>
                  <a:pt x="392567" y="1059563"/>
                </a:lnTo>
                <a:lnTo>
                  <a:pt x="392570" y="1082597"/>
                </a:lnTo>
                <a:lnTo>
                  <a:pt x="392545" y="1105631"/>
                </a:lnTo>
                <a:lnTo>
                  <a:pt x="392495" y="1128665"/>
                </a:lnTo>
                <a:lnTo>
                  <a:pt x="392422" y="1151699"/>
                </a:lnTo>
                <a:lnTo>
                  <a:pt x="392331" y="1174733"/>
                </a:lnTo>
                <a:lnTo>
                  <a:pt x="392228" y="1197767"/>
                </a:lnTo>
                <a:lnTo>
                  <a:pt x="392119" y="1220801"/>
                </a:lnTo>
                <a:lnTo>
                  <a:pt x="392010" y="1243835"/>
                </a:lnTo>
                <a:lnTo>
                  <a:pt x="391906" y="1266869"/>
                </a:lnTo>
                <a:lnTo>
                  <a:pt x="391814" y="1289903"/>
                </a:lnTo>
                <a:lnTo>
                  <a:pt x="391735" y="1312937"/>
                </a:lnTo>
                <a:lnTo>
                  <a:pt x="391675" y="1335970"/>
                </a:lnTo>
                <a:lnTo>
                  <a:pt x="391635" y="1359004"/>
                </a:lnTo>
                <a:lnTo>
                  <a:pt x="391616" y="1382038"/>
                </a:lnTo>
                <a:lnTo>
                  <a:pt x="391619" y="1405072"/>
                </a:lnTo>
                <a:lnTo>
                  <a:pt x="391645" y="1428106"/>
                </a:lnTo>
                <a:lnTo>
                  <a:pt x="391691" y="1451140"/>
                </a:lnTo>
                <a:lnTo>
                  <a:pt x="391757" y="1474174"/>
                </a:lnTo>
                <a:lnTo>
                  <a:pt x="391839" y="1497208"/>
                </a:lnTo>
                <a:lnTo>
                  <a:pt x="391936" y="1520242"/>
                </a:lnTo>
                <a:lnTo>
                  <a:pt x="392041" y="1543276"/>
                </a:lnTo>
                <a:lnTo>
                  <a:pt x="392151" y="1566310"/>
                </a:lnTo>
                <a:lnTo>
                  <a:pt x="392259" y="1589344"/>
                </a:lnTo>
                <a:lnTo>
                  <a:pt x="392359" y="1612378"/>
                </a:lnTo>
                <a:lnTo>
                  <a:pt x="392445" y="1635412"/>
                </a:lnTo>
                <a:lnTo>
                  <a:pt x="392512" y="1658446"/>
                </a:lnTo>
                <a:lnTo>
                  <a:pt x="392556" y="1681480"/>
                </a:lnTo>
                <a:lnTo>
                  <a:pt x="392572" y="1704514"/>
                </a:lnTo>
                <a:lnTo>
                  <a:pt x="392561" y="1727548"/>
                </a:lnTo>
                <a:lnTo>
                  <a:pt x="392523" y="1750582"/>
                </a:lnTo>
                <a:lnTo>
                  <a:pt x="392460" y="1773616"/>
                </a:lnTo>
                <a:lnTo>
                  <a:pt x="392376" y="1796650"/>
                </a:lnTo>
                <a:lnTo>
                  <a:pt x="392276" y="1819684"/>
                </a:lnTo>
                <a:lnTo>
                  <a:pt x="392167" y="1842718"/>
                </a:lnTo>
                <a:lnTo>
                  <a:pt x="392053" y="1865752"/>
                </a:lnTo>
                <a:lnTo>
                  <a:pt x="391939" y="1888786"/>
                </a:lnTo>
                <a:lnTo>
                  <a:pt x="391831" y="1911820"/>
                </a:lnTo>
                <a:lnTo>
                  <a:pt x="391732" y="1934854"/>
                </a:lnTo>
                <a:lnTo>
                  <a:pt x="391645" y="1957888"/>
                </a:lnTo>
                <a:lnTo>
                  <a:pt x="391570" y="1980922"/>
                </a:lnTo>
                <a:lnTo>
                  <a:pt x="391508" y="2003956"/>
                </a:lnTo>
                <a:lnTo>
                  <a:pt x="391460" y="2026990"/>
                </a:lnTo>
                <a:lnTo>
                  <a:pt x="391425" y="2050024"/>
                </a:lnTo>
                <a:lnTo>
                  <a:pt x="391402" y="2073058"/>
                </a:lnTo>
                <a:lnTo>
                  <a:pt x="391391" y="2096092"/>
                </a:lnTo>
                <a:lnTo>
                  <a:pt x="391392" y="2119126"/>
                </a:lnTo>
                <a:lnTo>
                  <a:pt x="391404" y="2142160"/>
                </a:lnTo>
                <a:lnTo>
                  <a:pt x="391428" y="2165194"/>
                </a:lnTo>
                <a:lnTo>
                  <a:pt x="391464" y="2188228"/>
                </a:lnTo>
                <a:lnTo>
                  <a:pt x="391514" y="2211261"/>
                </a:lnTo>
                <a:lnTo>
                  <a:pt x="391577" y="2234295"/>
                </a:lnTo>
                <a:lnTo>
                  <a:pt x="391653" y="2257329"/>
                </a:lnTo>
                <a:lnTo>
                  <a:pt x="391743" y="2280363"/>
                </a:lnTo>
                <a:lnTo>
                  <a:pt x="391844" y="2303397"/>
                </a:lnTo>
                <a:lnTo>
                  <a:pt x="391954" y="2326431"/>
                </a:lnTo>
                <a:lnTo>
                  <a:pt x="392071" y="2349465"/>
                </a:lnTo>
                <a:lnTo>
                  <a:pt x="392190" y="2372499"/>
                </a:lnTo>
                <a:lnTo>
                  <a:pt x="392307" y="2395533"/>
                </a:lnTo>
                <a:lnTo>
                  <a:pt x="392417" y="2418567"/>
                </a:lnTo>
                <a:lnTo>
                  <a:pt x="392518" y="2441601"/>
                </a:lnTo>
                <a:lnTo>
                  <a:pt x="392606" y="2464635"/>
                </a:lnTo>
                <a:lnTo>
                  <a:pt x="392681" y="2487669"/>
                </a:lnTo>
                <a:lnTo>
                  <a:pt x="392744" y="2510703"/>
                </a:lnTo>
                <a:lnTo>
                  <a:pt x="392799" y="2533737"/>
                </a:lnTo>
                <a:lnTo>
                  <a:pt x="392854" y="2556771"/>
                </a:lnTo>
                <a:lnTo>
                  <a:pt x="392916" y="2579805"/>
                </a:lnTo>
                <a:lnTo>
                  <a:pt x="392995" y="2602839"/>
                </a:lnTo>
                <a:lnTo>
                  <a:pt x="393102" y="2625873"/>
                </a:lnTo>
                <a:lnTo>
                  <a:pt x="393246" y="2648907"/>
                </a:lnTo>
                <a:lnTo>
                  <a:pt x="393436" y="2671941"/>
                </a:lnTo>
                <a:lnTo>
                  <a:pt x="393676" y="2694975"/>
                </a:lnTo>
                <a:lnTo>
                  <a:pt x="393970" y="2718009"/>
                </a:lnTo>
                <a:lnTo>
                  <a:pt x="394316" y="2741043"/>
                </a:lnTo>
                <a:lnTo>
                  <a:pt x="394708" y="2764077"/>
                </a:lnTo>
                <a:lnTo>
                  <a:pt x="395137" y="2787111"/>
                </a:lnTo>
                <a:lnTo>
                  <a:pt x="395592" y="2810145"/>
                </a:lnTo>
                <a:lnTo>
                  <a:pt x="396059" y="2833179"/>
                </a:lnTo>
                <a:lnTo>
                  <a:pt x="396527" y="2856213"/>
                </a:lnTo>
                <a:lnTo>
                  <a:pt x="396982" y="2879247"/>
                </a:lnTo>
                <a:lnTo>
                  <a:pt x="397415" y="2902281"/>
                </a:lnTo>
                <a:lnTo>
                  <a:pt x="397819" y="2925315"/>
                </a:lnTo>
                <a:lnTo>
                  <a:pt x="398194" y="2948349"/>
                </a:lnTo>
                <a:lnTo>
                  <a:pt x="398543" y="2971383"/>
                </a:lnTo>
                <a:lnTo>
                  <a:pt x="398875" y="2994417"/>
                </a:lnTo>
                <a:lnTo>
                  <a:pt x="399206" y="3017451"/>
                </a:lnTo>
                <a:lnTo>
                  <a:pt x="399556" y="3040485"/>
                </a:lnTo>
                <a:lnTo>
                  <a:pt x="399956" y="3063518"/>
                </a:lnTo>
                <a:lnTo>
                  <a:pt x="400443" y="3086552"/>
                </a:lnTo>
                <a:lnTo>
                  <a:pt x="401068" y="3109586"/>
                </a:lnTo>
                <a:lnTo>
                  <a:pt x="401894" y="3132620"/>
                </a:lnTo>
                <a:lnTo>
                  <a:pt x="403006" y="3155654"/>
                </a:lnTo>
                <a:lnTo>
                  <a:pt x="404512" y="3178688"/>
                </a:lnTo>
                <a:lnTo>
                  <a:pt x="406553" y="3201722"/>
                </a:lnTo>
                <a:lnTo>
                  <a:pt x="409310" y="3224756"/>
                </a:lnTo>
                <a:lnTo>
                  <a:pt x="413006" y="3247790"/>
                </a:lnTo>
                <a:lnTo>
                  <a:pt x="417916" y="3270824"/>
                </a:lnTo>
                <a:lnTo>
                  <a:pt x="424361" y="3293858"/>
                </a:lnTo>
                <a:lnTo>
                  <a:pt x="432703" y="3316892"/>
                </a:lnTo>
                <a:lnTo>
                  <a:pt x="443327" y="3339926"/>
                </a:lnTo>
                <a:lnTo>
                  <a:pt x="456611" y="3362960"/>
                </a:lnTo>
                <a:lnTo>
                  <a:pt x="472893" y="3385994"/>
                </a:lnTo>
                <a:lnTo>
                  <a:pt x="492413" y="3409028"/>
                </a:lnTo>
                <a:lnTo>
                  <a:pt x="515262" y="3432062"/>
                </a:lnTo>
                <a:lnTo>
                  <a:pt x="541329" y="3455096"/>
                </a:lnTo>
                <a:lnTo>
                  <a:pt x="570245" y="3478130"/>
                </a:lnTo>
                <a:lnTo>
                  <a:pt x="601360" y="3501164"/>
                </a:lnTo>
                <a:lnTo>
                  <a:pt x="633731" y="3524198"/>
                </a:lnTo>
                <a:lnTo>
                  <a:pt x="666154" y="3547232"/>
                </a:lnTo>
                <a:lnTo>
                  <a:pt x="697222" y="3570266"/>
                </a:lnTo>
                <a:lnTo>
                  <a:pt x="725425" y="3593300"/>
                </a:lnTo>
                <a:lnTo>
                  <a:pt x="749266" y="3616334"/>
                </a:lnTo>
                <a:lnTo>
                  <a:pt x="767394" y="3639368"/>
                </a:lnTo>
                <a:lnTo>
                  <a:pt x="778735" y="3662402"/>
                </a:lnTo>
                <a:lnTo>
                  <a:pt x="782595" y="3685436"/>
                </a:lnTo>
                <a:lnTo>
                  <a:pt x="782595" y="3685436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376" name="e_full_violin_3825">
            <a:extLst>
              <a:ext uri="{FF2B5EF4-FFF2-40B4-BE49-F238E27FC236}">
                <a16:creationId xmlns:a16="http://schemas.microsoft.com/office/drawing/2014/main" id="{989E8C3A-E58B-4CB6-96D7-FB7042D3B673}"/>
              </a:ext>
            </a:extLst>
          </p:cNvPr>
          <p:cNvSpPr>
            <a:spLocks noGrp="1"/>
          </p:cNvSpPr>
          <p:nvPr/>
        </p:nvSpPr>
        <p:spPr>
          <a:xfrm>
            <a:off x="40779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7" name="e_full_violin_3826">
            <a:extLst>
              <a:ext uri="{FF2B5EF4-FFF2-40B4-BE49-F238E27FC236}">
                <a16:creationId xmlns:a16="http://schemas.microsoft.com/office/drawing/2014/main" id="{F436384C-4E76-4295-95AF-60CF33111B46}"/>
              </a:ext>
            </a:extLst>
          </p:cNvPr>
          <p:cNvSpPr>
            <a:spLocks noGrp="1"/>
          </p:cNvSpPr>
          <p:nvPr/>
        </p:nvSpPr>
        <p:spPr>
          <a:xfrm>
            <a:off x="419005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8" name="e_full_violin_3827">
            <a:extLst>
              <a:ext uri="{FF2B5EF4-FFF2-40B4-BE49-F238E27FC236}">
                <a16:creationId xmlns:a16="http://schemas.microsoft.com/office/drawing/2014/main" id="{DFE4E0FF-ACC7-4BB0-8EF8-5B03E119B17B}"/>
              </a:ext>
            </a:extLst>
          </p:cNvPr>
          <p:cNvSpPr>
            <a:spLocks noGrp="1"/>
          </p:cNvSpPr>
          <p:nvPr/>
        </p:nvSpPr>
        <p:spPr>
          <a:xfrm>
            <a:off x="4087636" y="611426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9" name="e_full_violin_3828">
            <a:extLst>
              <a:ext uri="{FF2B5EF4-FFF2-40B4-BE49-F238E27FC236}">
                <a16:creationId xmlns:a16="http://schemas.microsoft.com/office/drawing/2014/main" id="{63A6DAE0-C12B-4141-9A5C-A3D9C8A9E869}"/>
              </a:ext>
            </a:extLst>
          </p:cNvPr>
          <p:cNvSpPr>
            <a:spLocks noGrp="1"/>
          </p:cNvSpPr>
          <p:nvPr/>
        </p:nvSpPr>
        <p:spPr>
          <a:xfrm>
            <a:off x="413698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0" name="e_full_violin_3829">
            <a:extLst>
              <a:ext uri="{FF2B5EF4-FFF2-40B4-BE49-F238E27FC236}">
                <a16:creationId xmlns:a16="http://schemas.microsoft.com/office/drawing/2014/main" id="{C4A111B4-32BC-4EE1-888A-C04217E10990}"/>
              </a:ext>
            </a:extLst>
          </p:cNvPr>
          <p:cNvSpPr>
            <a:spLocks noGrp="1"/>
          </p:cNvSpPr>
          <p:nvPr/>
        </p:nvSpPr>
        <p:spPr>
          <a:xfrm>
            <a:off x="3998405" y="601461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1" name="e_full_violin_3830">
            <a:extLst>
              <a:ext uri="{FF2B5EF4-FFF2-40B4-BE49-F238E27FC236}">
                <a16:creationId xmlns:a16="http://schemas.microsoft.com/office/drawing/2014/main" id="{33AC6EEE-5EED-4BFD-8C0B-F970A5CED3EA}"/>
              </a:ext>
            </a:extLst>
          </p:cNvPr>
          <p:cNvSpPr>
            <a:spLocks noGrp="1"/>
          </p:cNvSpPr>
          <p:nvPr/>
        </p:nvSpPr>
        <p:spPr>
          <a:xfrm>
            <a:off x="417749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2" name="e_full_violin_3831">
            <a:extLst>
              <a:ext uri="{FF2B5EF4-FFF2-40B4-BE49-F238E27FC236}">
                <a16:creationId xmlns:a16="http://schemas.microsoft.com/office/drawing/2014/main" id="{6B57B3C3-94ED-465D-A07F-10FB390156C7}"/>
              </a:ext>
            </a:extLst>
          </p:cNvPr>
          <p:cNvSpPr>
            <a:spLocks noGrp="1"/>
          </p:cNvSpPr>
          <p:nvPr/>
        </p:nvSpPr>
        <p:spPr>
          <a:xfrm>
            <a:off x="419740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3" name="e_full_violin_3832">
            <a:extLst>
              <a:ext uri="{FF2B5EF4-FFF2-40B4-BE49-F238E27FC236}">
                <a16:creationId xmlns:a16="http://schemas.microsoft.com/office/drawing/2014/main" id="{799FCCD1-7C52-4C27-BAAD-511B8D950E4D}"/>
              </a:ext>
            </a:extLst>
          </p:cNvPr>
          <p:cNvSpPr>
            <a:spLocks noGrp="1"/>
          </p:cNvSpPr>
          <p:nvPr/>
        </p:nvSpPr>
        <p:spPr>
          <a:xfrm>
            <a:off x="4292622" y="608952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4" name="e_full_violin_3833">
            <a:extLst>
              <a:ext uri="{FF2B5EF4-FFF2-40B4-BE49-F238E27FC236}">
                <a16:creationId xmlns:a16="http://schemas.microsoft.com/office/drawing/2014/main" id="{37342BF6-F0D9-4B6F-9AF6-BED46F329E88}"/>
              </a:ext>
            </a:extLst>
          </p:cNvPr>
          <p:cNvSpPr>
            <a:spLocks noGrp="1"/>
          </p:cNvSpPr>
          <p:nvPr/>
        </p:nvSpPr>
        <p:spPr>
          <a:xfrm>
            <a:off x="401728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5" name="e_full_violin_3834">
            <a:extLst>
              <a:ext uri="{FF2B5EF4-FFF2-40B4-BE49-F238E27FC236}">
                <a16:creationId xmlns:a16="http://schemas.microsoft.com/office/drawing/2014/main" id="{D4AEF40B-6054-4972-8D4D-8DFE5765A46E}"/>
              </a:ext>
            </a:extLst>
          </p:cNvPr>
          <p:cNvSpPr>
            <a:spLocks noGrp="1"/>
          </p:cNvSpPr>
          <p:nvPr/>
        </p:nvSpPr>
        <p:spPr>
          <a:xfrm>
            <a:off x="4279187" y="611468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6" name="e_full_violin_3835">
            <a:extLst>
              <a:ext uri="{FF2B5EF4-FFF2-40B4-BE49-F238E27FC236}">
                <a16:creationId xmlns:a16="http://schemas.microsoft.com/office/drawing/2014/main" id="{D6BC9F23-80FA-46DA-BDEE-33EB5C24A1AB}"/>
              </a:ext>
            </a:extLst>
          </p:cNvPr>
          <p:cNvSpPr>
            <a:spLocks noGrp="1"/>
          </p:cNvSpPr>
          <p:nvPr/>
        </p:nvSpPr>
        <p:spPr>
          <a:xfrm>
            <a:off x="4450214" y="41569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7" name="e_full_violin_3836">
            <a:extLst>
              <a:ext uri="{FF2B5EF4-FFF2-40B4-BE49-F238E27FC236}">
                <a16:creationId xmlns:a16="http://schemas.microsoft.com/office/drawing/2014/main" id="{7BF0F0E3-CFB2-4AB2-AFBE-C35F5D1C7149}"/>
              </a:ext>
            </a:extLst>
          </p:cNvPr>
          <p:cNvSpPr>
            <a:spLocks noGrp="1"/>
          </p:cNvSpPr>
          <p:nvPr/>
        </p:nvSpPr>
        <p:spPr>
          <a:xfrm>
            <a:off x="4396947" y="565051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8" name="e_full_violin_3837">
            <a:extLst>
              <a:ext uri="{FF2B5EF4-FFF2-40B4-BE49-F238E27FC236}">
                <a16:creationId xmlns:a16="http://schemas.microsoft.com/office/drawing/2014/main" id="{BD9A7EBD-A2D5-42F9-ADC8-964E575ECEBC}"/>
              </a:ext>
            </a:extLst>
          </p:cNvPr>
          <p:cNvSpPr>
            <a:spLocks noGrp="1"/>
          </p:cNvSpPr>
          <p:nvPr/>
        </p:nvSpPr>
        <p:spPr>
          <a:xfrm>
            <a:off x="4231830" y="610908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9" name="e_full_violin_3838">
            <a:extLst>
              <a:ext uri="{FF2B5EF4-FFF2-40B4-BE49-F238E27FC236}">
                <a16:creationId xmlns:a16="http://schemas.microsoft.com/office/drawing/2014/main" id="{F1C75A68-2D0B-4544-9BD3-8E75338829AD}"/>
              </a:ext>
            </a:extLst>
          </p:cNvPr>
          <p:cNvSpPr>
            <a:spLocks noGrp="1"/>
          </p:cNvSpPr>
          <p:nvPr/>
        </p:nvSpPr>
        <p:spPr>
          <a:xfrm>
            <a:off x="413274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0" name="e_full_violin_3839">
            <a:extLst>
              <a:ext uri="{FF2B5EF4-FFF2-40B4-BE49-F238E27FC236}">
                <a16:creationId xmlns:a16="http://schemas.microsoft.com/office/drawing/2014/main" id="{CB105138-D98E-4E4F-A19A-81C73FC0CEF8}"/>
              </a:ext>
            </a:extLst>
          </p:cNvPr>
          <p:cNvSpPr>
            <a:spLocks noGrp="1"/>
          </p:cNvSpPr>
          <p:nvPr/>
        </p:nvSpPr>
        <p:spPr>
          <a:xfrm>
            <a:off x="4450423" y="54653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1" name="e_full_violin_3840">
            <a:extLst>
              <a:ext uri="{FF2B5EF4-FFF2-40B4-BE49-F238E27FC236}">
                <a16:creationId xmlns:a16="http://schemas.microsoft.com/office/drawing/2014/main" id="{EE72CFC0-0876-47AB-B6AF-738CF72B12AC}"/>
              </a:ext>
            </a:extLst>
          </p:cNvPr>
          <p:cNvSpPr>
            <a:spLocks noGrp="1"/>
          </p:cNvSpPr>
          <p:nvPr/>
        </p:nvSpPr>
        <p:spPr>
          <a:xfrm>
            <a:off x="4406307" y="609234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2" name="e_full_violin_3841">
            <a:extLst>
              <a:ext uri="{FF2B5EF4-FFF2-40B4-BE49-F238E27FC236}">
                <a16:creationId xmlns:a16="http://schemas.microsoft.com/office/drawing/2014/main" id="{DD863C9E-AC1E-4063-8F67-5E9E2CF6EB17}"/>
              </a:ext>
            </a:extLst>
          </p:cNvPr>
          <p:cNvSpPr>
            <a:spLocks noGrp="1"/>
          </p:cNvSpPr>
          <p:nvPr/>
        </p:nvSpPr>
        <p:spPr>
          <a:xfrm>
            <a:off x="436705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3" name="e_full_violin_3842">
            <a:extLst>
              <a:ext uri="{FF2B5EF4-FFF2-40B4-BE49-F238E27FC236}">
                <a16:creationId xmlns:a16="http://schemas.microsoft.com/office/drawing/2014/main" id="{FA69C453-ABDD-4354-B3BF-365654CD7A09}"/>
              </a:ext>
            </a:extLst>
          </p:cNvPr>
          <p:cNvSpPr>
            <a:spLocks noGrp="1"/>
          </p:cNvSpPr>
          <p:nvPr/>
        </p:nvSpPr>
        <p:spPr>
          <a:xfrm>
            <a:off x="4162033" y="576690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4" name="e_full_violin_3843">
            <a:extLst>
              <a:ext uri="{FF2B5EF4-FFF2-40B4-BE49-F238E27FC236}">
                <a16:creationId xmlns:a16="http://schemas.microsoft.com/office/drawing/2014/main" id="{4366E875-650A-4970-BD74-56AC76CF200C}"/>
              </a:ext>
            </a:extLst>
          </p:cNvPr>
          <p:cNvSpPr>
            <a:spLocks noGrp="1"/>
          </p:cNvSpPr>
          <p:nvPr/>
        </p:nvSpPr>
        <p:spPr>
          <a:xfrm>
            <a:off x="4372171" y="603583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5" name="e_full_violin_3844">
            <a:extLst>
              <a:ext uri="{FF2B5EF4-FFF2-40B4-BE49-F238E27FC236}">
                <a16:creationId xmlns:a16="http://schemas.microsoft.com/office/drawing/2014/main" id="{DCC51D3D-70AD-4A54-B3BB-6CDA85454ACA}"/>
              </a:ext>
            </a:extLst>
          </p:cNvPr>
          <p:cNvSpPr>
            <a:spLocks noGrp="1"/>
          </p:cNvSpPr>
          <p:nvPr/>
        </p:nvSpPr>
        <p:spPr>
          <a:xfrm>
            <a:off x="4261392" y="608887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6" name="e_full_violin_3845">
            <a:extLst>
              <a:ext uri="{FF2B5EF4-FFF2-40B4-BE49-F238E27FC236}">
                <a16:creationId xmlns:a16="http://schemas.microsoft.com/office/drawing/2014/main" id="{B8F210AF-06F5-4B97-939F-B81DA553FCC9}"/>
              </a:ext>
            </a:extLst>
          </p:cNvPr>
          <p:cNvSpPr>
            <a:spLocks noGrp="1"/>
          </p:cNvSpPr>
          <p:nvPr/>
        </p:nvSpPr>
        <p:spPr>
          <a:xfrm>
            <a:off x="4318741" y="611631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7" name="e_full_violin_3846">
            <a:extLst>
              <a:ext uri="{FF2B5EF4-FFF2-40B4-BE49-F238E27FC236}">
                <a16:creationId xmlns:a16="http://schemas.microsoft.com/office/drawing/2014/main" id="{A95292B7-C07A-4E32-9B9F-896A0D72F7C1}"/>
              </a:ext>
            </a:extLst>
          </p:cNvPr>
          <p:cNvSpPr>
            <a:spLocks noGrp="1"/>
          </p:cNvSpPr>
          <p:nvPr/>
        </p:nvSpPr>
        <p:spPr>
          <a:xfrm>
            <a:off x="440701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8" name="e_full_violin_3847">
            <a:extLst>
              <a:ext uri="{FF2B5EF4-FFF2-40B4-BE49-F238E27FC236}">
                <a16:creationId xmlns:a16="http://schemas.microsoft.com/office/drawing/2014/main" id="{CCA845A9-6C77-43F1-AC75-496F7E46CC12}"/>
              </a:ext>
            </a:extLst>
          </p:cNvPr>
          <p:cNvSpPr>
            <a:spLocks noGrp="1"/>
          </p:cNvSpPr>
          <p:nvPr/>
        </p:nvSpPr>
        <p:spPr>
          <a:xfrm>
            <a:off x="4108340" y="556845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9" name="e_full_violin_3848">
            <a:extLst>
              <a:ext uri="{FF2B5EF4-FFF2-40B4-BE49-F238E27FC236}">
                <a16:creationId xmlns:a16="http://schemas.microsoft.com/office/drawing/2014/main" id="{963386CE-320F-46CB-862C-F3C20781640D}"/>
              </a:ext>
            </a:extLst>
          </p:cNvPr>
          <p:cNvSpPr>
            <a:spLocks noGrp="1"/>
          </p:cNvSpPr>
          <p:nvPr/>
        </p:nvSpPr>
        <p:spPr>
          <a:xfrm>
            <a:off x="4132208" y="53342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0" name="e_full_violin_3849">
            <a:extLst>
              <a:ext uri="{FF2B5EF4-FFF2-40B4-BE49-F238E27FC236}">
                <a16:creationId xmlns:a16="http://schemas.microsoft.com/office/drawing/2014/main" id="{24204D18-8D35-4E20-9123-0EC10EA6F39B}"/>
              </a:ext>
            </a:extLst>
          </p:cNvPr>
          <p:cNvSpPr>
            <a:spLocks noGrp="1"/>
          </p:cNvSpPr>
          <p:nvPr/>
        </p:nvSpPr>
        <p:spPr>
          <a:xfrm>
            <a:off x="44758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1" name="e_full_violin_3850">
            <a:extLst>
              <a:ext uri="{FF2B5EF4-FFF2-40B4-BE49-F238E27FC236}">
                <a16:creationId xmlns:a16="http://schemas.microsoft.com/office/drawing/2014/main" id="{4BBF5981-034F-4279-BEBA-2741523E7A1F}"/>
              </a:ext>
            </a:extLst>
          </p:cNvPr>
          <p:cNvSpPr>
            <a:spLocks noGrp="1"/>
          </p:cNvSpPr>
          <p:nvPr/>
        </p:nvSpPr>
        <p:spPr>
          <a:xfrm>
            <a:off x="414733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2" name="e_full_violin_3851">
            <a:extLst>
              <a:ext uri="{FF2B5EF4-FFF2-40B4-BE49-F238E27FC236}">
                <a16:creationId xmlns:a16="http://schemas.microsoft.com/office/drawing/2014/main" id="{6700B763-2B20-4369-B38B-FAA283A9C7B7}"/>
              </a:ext>
            </a:extLst>
          </p:cNvPr>
          <p:cNvSpPr>
            <a:spLocks noGrp="1"/>
          </p:cNvSpPr>
          <p:nvPr/>
        </p:nvSpPr>
        <p:spPr>
          <a:xfrm>
            <a:off x="4186190" y="610873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3" name="e_full_violin_3852">
            <a:extLst>
              <a:ext uri="{FF2B5EF4-FFF2-40B4-BE49-F238E27FC236}">
                <a16:creationId xmlns:a16="http://schemas.microsoft.com/office/drawing/2014/main" id="{1B0523EC-7B6A-4B2E-8BBC-93C0685097B6}"/>
              </a:ext>
            </a:extLst>
          </p:cNvPr>
          <p:cNvSpPr>
            <a:spLocks noGrp="1"/>
          </p:cNvSpPr>
          <p:nvPr/>
        </p:nvSpPr>
        <p:spPr>
          <a:xfrm>
            <a:off x="423580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4" name="e_full_violin_3853">
            <a:extLst>
              <a:ext uri="{FF2B5EF4-FFF2-40B4-BE49-F238E27FC236}">
                <a16:creationId xmlns:a16="http://schemas.microsoft.com/office/drawing/2014/main" id="{F542E2E2-DFE5-4B6E-8E79-A30846AAD209}"/>
              </a:ext>
            </a:extLst>
          </p:cNvPr>
          <p:cNvSpPr>
            <a:spLocks noGrp="1"/>
          </p:cNvSpPr>
          <p:nvPr/>
        </p:nvSpPr>
        <p:spPr>
          <a:xfrm>
            <a:off x="4029550" y="611806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5" name="e_full_violin_3854">
            <a:extLst>
              <a:ext uri="{FF2B5EF4-FFF2-40B4-BE49-F238E27FC236}">
                <a16:creationId xmlns:a16="http://schemas.microsoft.com/office/drawing/2014/main" id="{599774B5-47E1-4B71-900E-C781E9F500A0}"/>
              </a:ext>
            </a:extLst>
          </p:cNvPr>
          <p:cNvSpPr>
            <a:spLocks noGrp="1"/>
          </p:cNvSpPr>
          <p:nvPr/>
        </p:nvSpPr>
        <p:spPr>
          <a:xfrm>
            <a:off x="4397245" y="59051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6" name="e_full_violin_3855">
            <a:extLst>
              <a:ext uri="{FF2B5EF4-FFF2-40B4-BE49-F238E27FC236}">
                <a16:creationId xmlns:a16="http://schemas.microsoft.com/office/drawing/2014/main" id="{735822D0-EC6E-4BE7-93D2-9FADB3AFD348}"/>
              </a:ext>
            </a:extLst>
          </p:cNvPr>
          <p:cNvSpPr>
            <a:spLocks noGrp="1"/>
          </p:cNvSpPr>
          <p:nvPr/>
        </p:nvSpPr>
        <p:spPr>
          <a:xfrm>
            <a:off x="444595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7" name="e_full_violin_3856">
            <a:extLst>
              <a:ext uri="{FF2B5EF4-FFF2-40B4-BE49-F238E27FC236}">
                <a16:creationId xmlns:a16="http://schemas.microsoft.com/office/drawing/2014/main" id="{D3723C13-676D-4468-AFBB-B90F52F440EC}"/>
              </a:ext>
            </a:extLst>
          </p:cNvPr>
          <p:cNvSpPr>
            <a:spLocks noGrp="1"/>
          </p:cNvSpPr>
          <p:nvPr/>
        </p:nvSpPr>
        <p:spPr>
          <a:xfrm>
            <a:off x="4023365" y="599369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8" name="e_full_violin_3857">
            <a:extLst>
              <a:ext uri="{FF2B5EF4-FFF2-40B4-BE49-F238E27FC236}">
                <a16:creationId xmlns:a16="http://schemas.microsoft.com/office/drawing/2014/main" id="{35D3F17A-0409-43AE-BEA4-08C09796A03B}"/>
              </a:ext>
            </a:extLst>
          </p:cNvPr>
          <p:cNvSpPr>
            <a:spLocks noGrp="1"/>
          </p:cNvSpPr>
          <p:nvPr/>
        </p:nvSpPr>
        <p:spPr>
          <a:xfrm>
            <a:off x="424602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9" name="e_full_violin_3858">
            <a:extLst>
              <a:ext uri="{FF2B5EF4-FFF2-40B4-BE49-F238E27FC236}">
                <a16:creationId xmlns:a16="http://schemas.microsoft.com/office/drawing/2014/main" id="{37003BCF-0057-4AAA-94AF-E021BE4CBFAA}"/>
              </a:ext>
            </a:extLst>
          </p:cNvPr>
          <p:cNvSpPr>
            <a:spLocks noGrp="1"/>
          </p:cNvSpPr>
          <p:nvPr/>
        </p:nvSpPr>
        <p:spPr>
          <a:xfrm>
            <a:off x="4353240" y="613363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0" name="e_full_violin_3859">
            <a:extLst>
              <a:ext uri="{FF2B5EF4-FFF2-40B4-BE49-F238E27FC236}">
                <a16:creationId xmlns:a16="http://schemas.microsoft.com/office/drawing/2014/main" id="{9807149D-F333-4899-90B9-26D89E57C480}"/>
              </a:ext>
            </a:extLst>
          </p:cNvPr>
          <p:cNvSpPr>
            <a:spLocks noGrp="1"/>
          </p:cNvSpPr>
          <p:nvPr/>
        </p:nvSpPr>
        <p:spPr>
          <a:xfrm>
            <a:off x="441410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1" name="e_full_violin_3860">
            <a:extLst>
              <a:ext uri="{FF2B5EF4-FFF2-40B4-BE49-F238E27FC236}">
                <a16:creationId xmlns:a16="http://schemas.microsoft.com/office/drawing/2014/main" id="{7589D5A1-AE67-4E3C-98CD-72DCB706DA12}"/>
              </a:ext>
            </a:extLst>
          </p:cNvPr>
          <p:cNvSpPr>
            <a:spLocks noGrp="1"/>
          </p:cNvSpPr>
          <p:nvPr/>
        </p:nvSpPr>
        <p:spPr>
          <a:xfrm>
            <a:off x="421353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2" name="e_full_violin_3861">
            <a:extLst>
              <a:ext uri="{FF2B5EF4-FFF2-40B4-BE49-F238E27FC236}">
                <a16:creationId xmlns:a16="http://schemas.microsoft.com/office/drawing/2014/main" id="{25BE60AC-E75A-4255-BF9E-66E99158A245}"/>
              </a:ext>
            </a:extLst>
          </p:cNvPr>
          <p:cNvSpPr>
            <a:spLocks noGrp="1"/>
          </p:cNvSpPr>
          <p:nvPr/>
        </p:nvSpPr>
        <p:spPr>
          <a:xfrm>
            <a:off x="447975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3" name="e_full_violin_3862">
            <a:extLst>
              <a:ext uri="{FF2B5EF4-FFF2-40B4-BE49-F238E27FC236}">
                <a16:creationId xmlns:a16="http://schemas.microsoft.com/office/drawing/2014/main" id="{2B0FB43D-6A0B-40E3-BEC2-711628448D84}"/>
              </a:ext>
            </a:extLst>
          </p:cNvPr>
          <p:cNvSpPr>
            <a:spLocks noGrp="1"/>
          </p:cNvSpPr>
          <p:nvPr/>
        </p:nvSpPr>
        <p:spPr>
          <a:xfrm>
            <a:off x="4020167" y="612714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4" name="e_full_violin_3863">
            <a:extLst>
              <a:ext uri="{FF2B5EF4-FFF2-40B4-BE49-F238E27FC236}">
                <a16:creationId xmlns:a16="http://schemas.microsoft.com/office/drawing/2014/main" id="{3E5E87D2-9552-40AC-A1F0-8D28347AEC12}"/>
              </a:ext>
            </a:extLst>
          </p:cNvPr>
          <p:cNvSpPr>
            <a:spLocks noGrp="1"/>
          </p:cNvSpPr>
          <p:nvPr/>
        </p:nvSpPr>
        <p:spPr>
          <a:xfrm>
            <a:off x="421605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5" name="e_full_violin_3864">
            <a:extLst>
              <a:ext uri="{FF2B5EF4-FFF2-40B4-BE49-F238E27FC236}">
                <a16:creationId xmlns:a16="http://schemas.microsoft.com/office/drawing/2014/main" id="{178027EF-039C-4618-8C1B-B95C806578E8}"/>
              </a:ext>
            </a:extLst>
          </p:cNvPr>
          <p:cNvSpPr>
            <a:spLocks noGrp="1"/>
          </p:cNvSpPr>
          <p:nvPr/>
        </p:nvSpPr>
        <p:spPr>
          <a:xfrm>
            <a:off x="4331531" y="606502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6" name="e_full_violin_3865">
            <a:extLst>
              <a:ext uri="{FF2B5EF4-FFF2-40B4-BE49-F238E27FC236}">
                <a16:creationId xmlns:a16="http://schemas.microsoft.com/office/drawing/2014/main" id="{5C8077A3-A067-42F2-A5AA-419175171C4A}"/>
              </a:ext>
            </a:extLst>
          </p:cNvPr>
          <p:cNvSpPr>
            <a:spLocks noGrp="1"/>
          </p:cNvSpPr>
          <p:nvPr/>
        </p:nvSpPr>
        <p:spPr>
          <a:xfrm>
            <a:off x="411400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7" name="e_full_violin_3866">
            <a:extLst>
              <a:ext uri="{FF2B5EF4-FFF2-40B4-BE49-F238E27FC236}">
                <a16:creationId xmlns:a16="http://schemas.microsoft.com/office/drawing/2014/main" id="{17327B30-3615-4306-9D08-6D0EEEEB7695}"/>
              </a:ext>
            </a:extLst>
          </p:cNvPr>
          <p:cNvSpPr>
            <a:spLocks noGrp="1"/>
          </p:cNvSpPr>
          <p:nvPr/>
        </p:nvSpPr>
        <p:spPr>
          <a:xfrm>
            <a:off x="423294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8" name="e_full_violin_3867">
            <a:extLst>
              <a:ext uri="{FF2B5EF4-FFF2-40B4-BE49-F238E27FC236}">
                <a16:creationId xmlns:a16="http://schemas.microsoft.com/office/drawing/2014/main" id="{0136F072-5C42-49ED-9F1A-1E98D09FD5AD}"/>
              </a:ext>
            </a:extLst>
          </p:cNvPr>
          <p:cNvSpPr>
            <a:spLocks noGrp="1"/>
          </p:cNvSpPr>
          <p:nvPr/>
        </p:nvSpPr>
        <p:spPr>
          <a:xfrm>
            <a:off x="438338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9" name="e_full_violin_3868">
            <a:extLst>
              <a:ext uri="{FF2B5EF4-FFF2-40B4-BE49-F238E27FC236}">
                <a16:creationId xmlns:a16="http://schemas.microsoft.com/office/drawing/2014/main" id="{FA5FA273-E8BF-4382-96D2-A63CA06175FB}"/>
              </a:ext>
            </a:extLst>
          </p:cNvPr>
          <p:cNvSpPr>
            <a:spLocks noGrp="1"/>
          </p:cNvSpPr>
          <p:nvPr/>
        </p:nvSpPr>
        <p:spPr>
          <a:xfrm>
            <a:off x="44347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0" name="e_full_violin_3869">
            <a:extLst>
              <a:ext uri="{FF2B5EF4-FFF2-40B4-BE49-F238E27FC236}">
                <a16:creationId xmlns:a16="http://schemas.microsoft.com/office/drawing/2014/main" id="{8BF79BF0-79B3-43F5-88FD-05451CA0C40D}"/>
              </a:ext>
            </a:extLst>
          </p:cNvPr>
          <p:cNvSpPr>
            <a:spLocks noGrp="1"/>
          </p:cNvSpPr>
          <p:nvPr/>
        </p:nvSpPr>
        <p:spPr>
          <a:xfrm>
            <a:off x="416746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1" name="e_full_violin_3870">
            <a:extLst>
              <a:ext uri="{FF2B5EF4-FFF2-40B4-BE49-F238E27FC236}">
                <a16:creationId xmlns:a16="http://schemas.microsoft.com/office/drawing/2014/main" id="{5CA68C33-0F20-4F90-9DC1-E605730AFB03}"/>
              </a:ext>
            </a:extLst>
          </p:cNvPr>
          <p:cNvSpPr>
            <a:spLocks noGrp="1"/>
          </p:cNvSpPr>
          <p:nvPr/>
        </p:nvSpPr>
        <p:spPr>
          <a:xfrm>
            <a:off x="417141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2" name="e_full_violin_3871">
            <a:extLst>
              <a:ext uri="{FF2B5EF4-FFF2-40B4-BE49-F238E27FC236}">
                <a16:creationId xmlns:a16="http://schemas.microsoft.com/office/drawing/2014/main" id="{19B65B2B-6FF6-4C00-9C3C-068ADC63E6DD}"/>
              </a:ext>
            </a:extLst>
          </p:cNvPr>
          <p:cNvSpPr>
            <a:spLocks noGrp="1"/>
          </p:cNvSpPr>
          <p:nvPr/>
        </p:nvSpPr>
        <p:spPr>
          <a:xfrm>
            <a:off x="4384798" y="607576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3" name="e_full_violin_3872">
            <a:extLst>
              <a:ext uri="{FF2B5EF4-FFF2-40B4-BE49-F238E27FC236}">
                <a16:creationId xmlns:a16="http://schemas.microsoft.com/office/drawing/2014/main" id="{DA71E923-DF96-4BAA-8256-789D54C294A1}"/>
              </a:ext>
            </a:extLst>
          </p:cNvPr>
          <p:cNvSpPr>
            <a:spLocks noGrp="1"/>
          </p:cNvSpPr>
          <p:nvPr/>
        </p:nvSpPr>
        <p:spPr>
          <a:xfrm>
            <a:off x="409345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4" name="e_full_violin_3873">
            <a:extLst>
              <a:ext uri="{FF2B5EF4-FFF2-40B4-BE49-F238E27FC236}">
                <a16:creationId xmlns:a16="http://schemas.microsoft.com/office/drawing/2014/main" id="{10E9D7FB-9D4C-44C9-AC11-D01DC456E582}"/>
              </a:ext>
            </a:extLst>
          </p:cNvPr>
          <p:cNvSpPr>
            <a:spLocks noGrp="1"/>
          </p:cNvSpPr>
          <p:nvPr/>
        </p:nvSpPr>
        <p:spPr>
          <a:xfrm>
            <a:off x="4083600" y="60796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5" name="e_full_violin_3874">
            <a:extLst>
              <a:ext uri="{FF2B5EF4-FFF2-40B4-BE49-F238E27FC236}">
                <a16:creationId xmlns:a16="http://schemas.microsoft.com/office/drawing/2014/main" id="{F239D90C-3D63-4BC2-AC48-6940D77EDB9E}"/>
              </a:ext>
            </a:extLst>
          </p:cNvPr>
          <p:cNvSpPr>
            <a:spLocks noGrp="1"/>
          </p:cNvSpPr>
          <p:nvPr/>
        </p:nvSpPr>
        <p:spPr>
          <a:xfrm>
            <a:off x="4385720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6" name="e_full_violin_3875">
            <a:extLst>
              <a:ext uri="{FF2B5EF4-FFF2-40B4-BE49-F238E27FC236}">
                <a16:creationId xmlns:a16="http://schemas.microsoft.com/office/drawing/2014/main" id="{828E5189-D04E-40D5-8430-01C557C44166}"/>
              </a:ext>
            </a:extLst>
          </p:cNvPr>
          <p:cNvSpPr>
            <a:spLocks noGrp="1"/>
          </p:cNvSpPr>
          <p:nvPr/>
        </p:nvSpPr>
        <p:spPr>
          <a:xfrm>
            <a:off x="448102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7" name="e_full_violin_3876">
            <a:extLst>
              <a:ext uri="{FF2B5EF4-FFF2-40B4-BE49-F238E27FC236}">
                <a16:creationId xmlns:a16="http://schemas.microsoft.com/office/drawing/2014/main" id="{AAEC7867-7200-42C5-83F3-4EE3A388AD1E}"/>
              </a:ext>
            </a:extLst>
          </p:cNvPr>
          <p:cNvSpPr>
            <a:spLocks noGrp="1"/>
          </p:cNvSpPr>
          <p:nvPr/>
        </p:nvSpPr>
        <p:spPr>
          <a:xfrm>
            <a:off x="425654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8" name="e_full_violin_3877">
            <a:extLst>
              <a:ext uri="{FF2B5EF4-FFF2-40B4-BE49-F238E27FC236}">
                <a16:creationId xmlns:a16="http://schemas.microsoft.com/office/drawing/2014/main" id="{D4AD7287-6EFB-45F1-A99A-FA73B223C94C}"/>
              </a:ext>
            </a:extLst>
          </p:cNvPr>
          <p:cNvSpPr>
            <a:spLocks noGrp="1"/>
          </p:cNvSpPr>
          <p:nvPr/>
        </p:nvSpPr>
        <p:spPr>
          <a:xfrm>
            <a:off x="401702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9" name="e_full_violin_3878">
            <a:extLst>
              <a:ext uri="{FF2B5EF4-FFF2-40B4-BE49-F238E27FC236}">
                <a16:creationId xmlns:a16="http://schemas.microsoft.com/office/drawing/2014/main" id="{ABB382DA-031A-4ADC-9F09-61694DAE8D5A}"/>
              </a:ext>
            </a:extLst>
          </p:cNvPr>
          <p:cNvSpPr>
            <a:spLocks noGrp="1"/>
          </p:cNvSpPr>
          <p:nvPr/>
        </p:nvSpPr>
        <p:spPr>
          <a:xfrm>
            <a:off x="4056086" y="352343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0" name="e_full_violin_3879">
            <a:extLst>
              <a:ext uri="{FF2B5EF4-FFF2-40B4-BE49-F238E27FC236}">
                <a16:creationId xmlns:a16="http://schemas.microsoft.com/office/drawing/2014/main" id="{3E6289C5-4E73-48C5-B15B-349732690D67}"/>
              </a:ext>
            </a:extLst>
          </p:cNvPr>
          <p:cNvSpPr>
            <a:spLocks noGrp="1"/>
          </p:cNvSpPr>
          <p:nvPr/>
        </p:nvSpPr>
        <p:spPr>
          <a:xfrm>
            <a:off x="445159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1" name="e_full_violin_3880">
            <a:extLst>
              <a:ext uri="{FF2B5EF4-FFF2-40B4-BE49-F238E27FC236}">
                <a16:creationId xmlns:a16="http://schemas.microsoft.com/office/drawing/2014/main" id="{40F9B30B-870F-425D-B8F1-3B7B66D243A5}"/>
              </a:ext>
            </a:extLst>
          </p:cNvPr>
          <p:cNvSpPr>
            <a:spLocks noGrp="1"/>
          </p:cNvSpPr>
          <p:nvPr/>
        </p:nvSpPr>
        <p:spPr>
          <a:xfrm>
            <a:off x="4264382" y="609077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2" name="e_full_violin_3881">
            <a:extLst>
              <a:ext uri="{FF2B5EF4-FFF2-40B4-BE49-F238E27FC236}">
                <a16:creationId xmlns:a16="http://schemas.microsoft.com/office/drawing/2014/main" id="{93A08B4E-46AB-4ACE-AAE8-7BE97721F81F}"/>
              </a:ext>
            </a:extLst>
          </p:cNvPr>
          <p:cNvSpPr>
            <a:spLocks noGrp="1"/>
          </p:cNvSpPr>
          <p:nvPr/>
        </p:nvSpPr>
        <p:spPr>
          <a:xfrm>
            <a:off x="444368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3" name="e_full_violin_3882">
            <a:extLst>
              <a:ext uri="{FF2B5EF4-FFF2-40B4-BE49-F238E27FC236}">
                <a16:creationId xmlns:a16="http://schemas.microsoft.com/office/drawing/2014/main" id="{451964FE-052C-455A-A12F-F4B49FF96B62}"/>
              </a:ext>
            </a:extLst>
          </p:cNvPr>
          <p:cNvSpPr>
            <a:spLocks noGrp="1"/>
          </p:cNvSpPr>
          <p:nvPr/>
        </p:nvSpPr>
        <p:spPr>
          <a:xfrm>
            <a:off x="4365021" y="582179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4" name="e_full_violin_3883">
            <a:extLst>
              <a:ext uri="{FF2B5EF4-FFF2-40B4-BE49-F238E27FC236}">
                <a16:creationId xmlns:a16="http://schemas.microsoft.com/office/drawing/2014/main" id="{347A950F-C695-43DD-B1DD-0293F63F0EA5}"/>
              </a:ext>
            </a:extLst>
          </p:cNvPr>
          <p:cNvSpPr>
            <a:spLocks noGrp="1"/>
          </p:cNvSpPr>
          <p:nvPr/>
        </p:nvSpPr>
        <p:spPr>
          <a:xfrm>
            <a:off x="4205742" y="590020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5" name="e_full_violin_3884">
            <a:extLst>
              <a:ext uri="{FF2B5EF4-FFF2-40B4-BE49-F238E27FC236}">
                <a16:creationId xmlns:a16="http://schemas.microsoft.com/office/drawing/2014/main" id="{2447CB7F-F16D-48FC-BCDB-27F7CF15A56A}"/>
              </a:ext>
            </a:extLst>
          </p:cNvPr>
          <p:cNvSpPr>
            <a:spLocks noGrp="1"/>
          </p:cNvSpPr>
          <p:nvPr/>
        </p:nvSpPr>
        <p:spPr>
          <a:xfrm>
            <a:off x="4159224" y="60976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6" name="e_full_violin_3885">
            <a:extLst>
              <a:ext uri="{FF2B5EF4-FFF2-40B4-BE49-F238E27FC236}">
                <a16:creationId xmlns:a16="http://schemas.microsoft.com/office/drawing/2014/main" id="{4E14D5BE-A4D2-4DE0-BC29-DB2018CC6F37}"/>
              </a:ext>
            </a:extLst>
          </p:cNvPr>
          <p:cNvSpPr>
            <a:spLocks noGrp="1"/>
          </p:cNvSpPr>
          <p:nvPr/>
        </p:nvSpPr>
        <p:spPr>
          <a:xfrm>
            <a:off x="4042270" y="608164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7" name="e_full_violin_3886">
            <a:extLst>
              <a:ext uri="{FF2B5EF4-FFF2-40B4-BE49-F238E27FC236}">
                <a16:creationId xmlns:a16="http://schemas.microsoft.com/office/drawing/2014/main" id="{040F2F6B-6A6A-460A-872D-906FD621DFB2}"/>
              </a:ext>
            </a:extLst>
          </p:cNvPr>
          <p:cNvSpPr>
            <a:spLocks noGrp="1"/>
          </p:cNvSpPr>
          <p:nvPr/>
        </p:nvSpPr>
        <p:spPr>
          <a:xfrm>
            <a:off x="413922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8" name="e_full_violin_3887">
            <a:extLst>
              <a:ext uri="{FF2B5EF4-FFF2-40B4-BE49-F238E27FC236}">
                <a16:creationId xmlns:a16="http://schemas.microsoft.com/office/drawing/2014/main" id="{B7DB8320-BA87-4FDC-924E-9F06DA0B2883}"/>
              </a:ext>
            </a:extLst>
          </p:cNvPr>
          <p:cNvSpPr>
            <a:spLocks noGrp="1"/>
          </p:cNvSpPr>
          <p:nvPr/>
        </p:nvSpPr>
        <p:spPr>
          <a:xfrm>
            <a:off x="404681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9" name="e_full_violin_3888">
            <a:extLst>
              <a:ext uri="{FF2B5EF4-FFF2-40B4-BE49-F238E27FC236}">
                <a16:creationId xmlns:a16="http://schemas.microsoft.com/office/drawing/2014/main" id="{DFDF8FFC-84B2-4AA2-94EE-7DCDC9B1E590}"/>
              </a:ext>
            </a:extLst>
          </p:cNvPr>
          <p:cNvSpPr>
            <a:spLocks noGrp="1"/>
          </p:cNvSpPr>
          <p:nvPr/>
        </p:nvSpPr>
        <p:spPr>
          <a:xfrm>
            <a:off x="416702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0" name="e_full_violin_3889">
            <a:extLst>
              <a:ext uri="{FF2B5EF4-FFF2-40B4-BE49-F238E27FC236}">
                <a16:creationId xmlns:a16="http://schemas.microsoft.com/office/drawing/2014/main" id="{865E6E17-FE56-487A-9316-64826DDBCD3A}"/>
              </a:ext>
            </a:extLst>
          </p:cNvPr>
          <p:cNvSpPr>
            <a:spLocks noGrp="1"/>
          </p:cNvSpPr>
          <p:nvPr/>
        </p:nvSpPr>
        <p:spPr>
          <a:xfrm>
            <a:off x="4052781" y="613064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1" name="e_full_violin_3890">
            <a:extLst>
              <a:ext uri="{FF2B5EF4-FFF2-40B4-BE49-F238E27FC236}">
                <a16:creationId xmlns:a16="http://schemas.microsoft.com/office/drawing/2014/main" id="{553FCDA2-A99F-49FD-BBC5-C7326133A735}"/>
              </a:ext>
            </a:extLst>
          </p:cNvPr>
          <p:cNvSpPr>
            <a:spLocks noGrp="1"/>
          </p:cNvSpPr>
          <p:nvPr/>
        </p:nvSpPr>
        <p:spPr>
          <a:xfrm>
            <a:off x="400654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2" name="e_full_violin_3891">
            <a:extLst>
              <a:ext uri="{FF2B5EF4-FFF2-40B4-BE49-F238E27FC236}">
                <a16:creationId xmlns:a16="http://schemas.microsoft.com/office/drawing/2014/main" id="{399BDD86-34D8-463F-AB2A-164FF1FE12F6}"/>
              </a:ext>
            </a:extLst>
          </p:cNvPr>
          <p:cNvSpPr>
            <a:spLocks noGrp="1"/>
          </p:cNvSpPr>
          <p:nvPr/>
        </p:nvSpPr>
        <p:spPr>
          <a:xfrm>
            <a:off x="420562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3" name="e_full_violin_3892">
            <a:extLst>
              <a:ext uri="{FF2B5EF4-FFF2-40B4-BE49-F238E27FC236}">
                <a16:creationId xmlns:a16="http://schemas.microsoft.com/office/drawing/2014/main" id="{10ECE434-7C6A-41BA-B028-326B13ABF00F}"/>
              </a:ext>
            </a:extLst>
          </p:cNvPr>
          <p:cNvSpPr>
            <a:spLocks noGrp="1"/>
          </p:cNvSpPr>
          <p:nvPr/>
        </p:nvSpPr>
        <p:spPr>
          <a:xfrm>
            <a:off x="438718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4" name="e_full_violin_3893">
            <a:extLst>
              <a:ext uri="{FF2B5EF4-FFF2-40B4-BE49-F238E27FC236}">
                <a16:creationId xmlns:a16="http://schemas.microsoft.com/office/drawing/2014/main" id="{4F236814-91B3-4286-93FE-76120FDDC9D1}"/>
              </a:ext>
            </a:extLst>
          </p:cNvPr>
          <p:cNvSpPr>
            <a:spLocks noGrp="1"/>
          </p:cNvSpPr>
          <p:nvPr/>
        </p:nvSpPr>
        <p:spPr>
          <a:xfrm>
            <a:off x="4147544" y="60654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5" name="e_full_violin_3894">
            <a:extLst>
              <a:ext uri="{FF2B5EF4-FFF2-40B4-BE49-F238E27FC236}">
                <a16:creationId xmlns:a16="http://schemas.microsoft.com/office/drawing/2014/main" id="{3F967138-6DB1-41FE-BE1E-A0D9095D2ADB}"/>
              </a:ext>
            </a:extLst>
          </p:cNvPr>
          <p:cNvSpPr>
            <a:spLocks noGrp="1"/>
          </p:cNvSpPr>
          <p:nvPr/>
        </p:nvSpPr>
        <p:spPr>
          <a:xfrm>
            <a:off x="428809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6" name="e_full_violin_3895">
            <a:extLst>
              <a:ext uri="{FF2B5EF4-FFF2-40B4-BE49-F238E27FC236}">
                <a16:creationId xmlns:a16="http://schemas.microsoft.com/office/drawing/2014/main" id="{75E1813D-C51F-45AC-93CD-6DF29A032438}"/>
              </a:ext>
            </a:extLst>
          </p:cNvPr>
          <p:cNvSpPr>
            <a:spLocks noGrp="1"/>
          </p:cNvSpPr>
          <p:nvPr/>
        </p:nvSpPr>
        <p:spPr>
          <a:xfrm>
            <a:off x="3998844" y="612915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7" name="e_full_violin_3896">
            <a:extLst>
              <a:ext uri="{FF2B5EF4-FFF2-40B4-BE49-F238E27FC236}">
                <a16:creationId xmlns:a16="http://schemas.microsoft.com/office/drawing/2014/main" id="{6AA6C4BF-1C58-4BF4-BC49-1EF8AABCD928}"/>
              </a:ext>
            </a:extLst>
          </p:cNvPr>
          <p:cNvSpPr>
            <a:spLocks noGrp="1"/>
          </p:cNvSpPr>
          <p:nvPr/>
        </p:nvSpPr>
        <p:spPr>
          <a:xfrm>
            <a:off x="4274208" y="611380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8" name="e_full_violin_3897">
            <a:extLst>
              <a:ext uri="{FF2B5EF4-FFF2-40B4-BE49-F238E27FC236}">
                <a16:creationId xmlns:a16="http://schemas.microsoft.com/office/drawing/2014/main" id="{BFA5DEB8-D373-444C-87AB-CFFD50B3DD52}"/>
              </a:ext>
            </a:extLst>
          </p:cNvPr>
          <p:cNvSpPr>
            <a:spLocks noGrp="1"/>
          </p:cNvSpPr>
          <p:nvPr/>
        </p:nvSpPr>
        <p:spPr>
          <a:xfrm>
            <a:off x="40897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9" name="e_full_violin_3898">
            <a:extLst>
              <a:ext uri="{FF2B5EF4-FFF2-40B4-BE49-F238E27FC236}">
                <a16:creationId xmlns:a16="http://schemas.microsoft.com/office/drawing/2014/main" id="{7B72A9FD-A672-4F0D-B71B-E68FFB8C4163}"/>
              </a:ext>
            </a:extLst>
          </p:cNvPr>
          <p:cNvSpPr>
            <a:spLocks noGrp="1"/>
          </p:cNvSpPr>
          <p:nvPr/>
        </p:nvSpPr>
        <p:spPr>
          <a:xfrm>
            <a:off x="4443315" y="612717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0" name="e_full_violin_3899">
            <a:extLst>
              <a:ext uri="{FF2B5EF4-FFF2-40B4-BE49-F238E27FC236}">
                <a16:creationId xmlns:a16="http://schemas.microsoft.com/office/drawing/2014/main" id="{F75676ED-E248-4754-99C0-033C705BCC06}"/>
              </a:ext>
            </a:extLst>
          </p:cNvPr>
          <p:cNvSpPr>
            <a:spLocks noGrp="1"/>
          </p:cNvSpPr>
          <p:nvPr/>
        </p:nvSpPr>
        <p:spPr>
          <a:xfrm>
            <a:off x="4244862" y="611850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1" name="e_full_violin_3900">
            <a:extLst>
              <a:ext uri="{FF2B5EF4-FFF2-40B4-BE49-F238E27FC236}">
                <a16:creationId xmlns:a16="http://schemas.microsoft.com/office/drawing/2014/main" id="{C03132C3-63C6-41F7-88D0-9AF8E893F122}"/>
              </a:ext>
            </a:extLst>
          </p:cNvPr>
          <p:cNvSpPr>
            <a:spLocks noGrp="1"/>
          </p:cNvSpPr>
          <p:nvPr/>
        </p:nvSpPr>
        <p:spPr>
          <a:xfrm>
            <a:off x="4099688" y="613145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2" name="e_full_violin_3901">
            <a:extLst>
              <a:ext uri="{FF2B5EF4-FFF2-40B4-BE49-F238E27FC236}">
                <a16:creationId xmlns:a16="http://schemas.microsoft.com/office/drawing/2014/main" id="{0FAA8373-4CEF-45AC-ACEA-6A2CECC1AB19}"/>
              </a:ext>
            </a:extLst>
          </p:cNvPr>
          <p:cNvSpPr>
            <a:spLocks noGrp="1"/>
          </p:cNvSpPr>
          <p:nvPr/>
        </p:nvSpPr>
        <p:spPr>
          <a:xfrm>
            <a:off x="414353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3" name="e_full_violin_3902">
            <a:extLst>
              <a:ext uri="{FF2B5EF4-FFF2-40B4-BE49-F238E27FC236}">
                <a16:creationId xmlns:a16="http://schemas.microsoft.com/office/drawing/2014/main" id="{7E35C24D-9F1E-4AAC-B917-250BA24E4985}"/>
              </a:ext>
            </a:extLst>
          </p:cNvPr>
          <p:cNvSpPr>
            <a:spLocks noGrp="1"/>
          </p:cNvSpPr>
          <p:nvPr/>
        </p:nvSpPr>
        <p:spPr>
          <a:xfrm>
            <a:off x="4416824" y="609623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4" name="e_full_violin_3903">
            <a:extLst>
              <a:ext uri="{FF2B5EF4-FFF2-40B4-BE49-F238E27FC236}">
                <a16:creationId xmlns:a16="http://schemas.microsoft.com/office/drawing/2014/main" id="{B764BC08-93B0-4EA0-B6F4-C8B7ED67E963}"/>
              </a:ext>
            </a:extLst>
          </p:cNvPr>
          <p:cNvSpPr>
            <a:spLocks noGrp="1"/>
          </p:cNvSpPr>
          <p:nvPr/>
        </p:nvSpPr>
        <p:spPr>
          <a:xfrm>
            <a:off x="436458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" name="e_full_violin_3904">
            <a:extLst>
              <a:ext uri="{FF2B5EF4-FFF2-40B4-BE49-F238E27FC236}">
                <a16:creationId xmlns:a16="http://schemas.microsoft.com/office/drawing/2014/main" id="{F8131329-C157-489D-9C78-72100D29C938}"/>
              </a:ext>
            </a:extLst>
          </p:cNvPr>
          <p:cNvSpPr>
            <a:spLocks noGrp="1"/>
          </p:cNvSpPr>
          <p:nvPr/>
        </p:nvSpPr>
        <p:spPr>
          <a:xfrm>
            <a:off x="437608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" name="e_full_violin_3905">
            <a:extLst>
              <a:ext uri="{FF2B5EF4-FFF2-40B4-BE49-F238E27FC236}">
                <a16:creationId xmlns:a16="http://schemas.microsoft.com/office/drawing/2014/main" id="{F668BB94-6872-41F3-A374-A36CD500F28C}"/>
              </a:ext>
            </a:extLst>
          </p:cNvPr>
          <p:cNvSpPr>
            <a:spLocks noGrp="1"/>
          </p:cNvSpPr>
          <p:nvPr/>
        </p:nvSpPr>
        <p:spPr>
          <a:xfrm>
            <a:off x="4117104" y="604872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" name="e_full_violin_3906">
            <a:extLst>
              <a:ext uri="{FF2B5EF4-FFF2-40B4-BE49-F238E27FC236}">
                <a16:creationId xmlns:a16="http://schemas.microsoft.com/office/drawing/2014/main" id="{4EBD3DFD-F061-43CB-A2C8-BCD80E4E5423}"/>
              </a:ext>
            </a:extLst>
          </p:cNvPr>
          <p:cNvSpPr>
            <a:spLocks noGrp="1"/>
          </p:cNvSpPr>
          <p:nvPr/>
        </p:nvSpPr>
        <p:spPr>
          <a:xfrm>
            <a:off x="4127877" y="61118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" name="e_full_violin_3907">
            <a:extLst>
              <a:ext uri="{FF2B5EF4-FFF2-40B4-BE49-F238E27FC236}">
                <a16:creationId xmlns:a16="http://schemas.microsoft.com/office/drawing/2014/main" id="{D6D1D582-1B97-4AB5-AE9A-9F63E3D9556F}"/>
              </a:ext>
            </a:extLst>
          </p:cNvPr>
          <p:cNvSpPr>
            <a:spLocks noGrp="1"/>
          </p:cNvSpPr>
          <p:nvPr/>
        </p:nvSpPr>
        <p:spPr>
          <a:xfrm>
            <a:off x="4217262" y="53342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" name="e_full_violin_3908">
            <a:extLst>
              <a:ext uri="{FF2B5EF4-FFF2-40B4-BE49-F238E27FC236}">
                <a16:creationId xmlns:a16="http://schemas.microsoft.com/office/drawing/2014/main" id="{BE63155E-8098-487E-982D-73C78AD07F29}"/>
              </a:ext>
            </a:extLst>
          </p:cNvPr>
          <p:cNvSpPr>
            <a:spLocks noGrp="1"/>
          </p:cNvSpPr>
          <p:nvPr/>
        </p:nvSpPr>
        <p:spPr>
          <a:xfrm>
            <a:off x="424916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" name="e_full_violin_3909">
            <a:extLst>
              <a:ext uri="{FF2B5EF4-FFF2-40B4-BE49-F238E27FC236}">
                <a16:creationId xmlns:a16="http://schemas.microsoft.com/office/drawing/2014/main" id="{F8AC4644-A53E-4139-9BFB-1BA383734996}"/>
              </a:ext>
            </a:extLst>
          </p:cNvPr>
          <p:cNvSpPr>
            <a:spLocks noGrp="1"/>
          </p:cNvSpPr>
          <p:nvPr/>
        </p:nvSpPr>
        <p:spPr>
          <a:xfrm>
            <a:off x="4450614" y="605168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" name="e_full_violin_3910">
            <a:extLst>
              <a:ext uri="{FF2B5EF4-FFF2-40B4-BE49-F238E27FC236}">
                <a16:creationId xmlns:a16="http://schemas.microsoft.com/office/drawing/2014/main" id="{5F31AE40-6CCC-438C-8D7B-02A3EB738E9C}"/>
              </a:ext>
            </a:extLst>
          </p:cNvPr>
          <p:cNvSpPr>
            <a:spLocks noGrp="1"/>
          </p:cNvSpPr>
          <p:nvPr/>
        </p:nvSpPr>
        <p:spPr>
          <a:xfrm>
            <a:off x="4139013" y="610631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" name="e_full_violin_3911">
            <a:extLst>
              <a:ext uri="{FF2B5EF4-FFF2-40B4-BE49-F238E27FC236}">
                <a16:creationId xmlns:a16="http://schemas.microsoft.com/office/drawing/2014/main" id="{35CFBFE8-6E75-4C38-93C5-7A7A0A8BD7DD}"/>
              </a:ext>
            </a:extLst>
          </p:cNvPr>
          <p:cNvSpPr>
            <a:spLocks noGrp="1"/>
          </p:cNvSpPr>
          <p:nvPr/>
        </p:nvSpPr>
        <p:spPr>
          <a:xfrm>
            <a:off x="4043026" y="591865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" name="e_full_violin_3912">
            <a:extLst>
              <a:ext uri="{FF2B5EF4-FFF2-40B4-BE49-F238E27FC236}">
                <a16:creationId xmlns:a16="http://schemas.microsoft.com/office/drawing/2014/main" id="{DE7ABEB6-6A98-4217-ADDC-1C0C7CA0075E}"/>
              </a:ext>
            </a:extLst>
          </p:cNvPr>
          <p:cNvSpPr>
            <a:spLocks noGrp="1"/>
          </p:cNvSpPr>
          <p:nvPr/>
        </p:nvSpPr>
        <p:spPr>
          <a:xfrm>
            <a:off x="402526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" name="e_full_violin_3913">
            <a:extLst>
              <a:ext uri="{FF2B5EF4-FFF2-40B4-BE49-F238E27FC236}">
                <a16:creationId xmlns:a16="http://schemas.microsoft.com/office/drawing/2014/main" id="{8FC1BE3C-ABC7-46E2-A6E5-23EA17844DE6}"/>
              </a:ext>
            </a:extLst>
          </p:cNvPr>
          <p:cNvSpPr>
            <a:spLocks noGrp="1"/>
          </p:cNvSpPr>
          <p:nvPr/>
        </p:nvSpPr>
        <p:spPr>
          <a:xfrm>
            <a:off x="438926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" name="e_full_violin_3914">
            <a:extLst>
              <a:ext uri="{FF2B5EF4-FFF2-40B4-BE49-F238E27FC236}">
                <a16:creationId xmlns:a16="http://schemas.microsoft.com/office/drawing/2014/main" id="{CC78B913-DA13-48C9-A29D-38653E62E610}"/>
              </a:ext>
            </a:extLst>
          </p:cNvPr>
          <p:cNvSpPr>
            <a:spLocks noGrp="1"/>
          </p:cNvSpPr>
          <p:nvPr/>
        </p:nvSpPr>
        <p:spPr>
          <a:xfrm>
            <a:off x="4071021" y="607980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" name="e_full_violin_3915">
            <a:extLst>
              <a:ext uri="{FF2B5EF4-FFF2-40B4-BE49-F238E27FC236}">
                <a16:creationId xmlns:a16="http://schemas.microsoft.com/office/drawing/2014/main" id="{E2A7EB51-A0C5-42E8-8777-5DDDD3117E9C}"/>
              </a:ext>
            </a:extLst>
          </p:cNvPr>
          <p:cNvSpPr>
            <a:spLocks noGrp="1"/>
          </p:cNvSpPr>
          <p:nvPr/>
        </p:nvSpPr>
        <p:spPr>
          <a:xfrm>
            <a:off x="412101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" name="e_full_violin_3916">
            <a:extLst>
              <a:ext uri="{FF2B5EF4-FFF2-40B4-BE49-F238E27FC236}">
                <a16:creationId xmlns:a16="http://schemas.microsoft.com/office/drawing/2014/main" id="{E526BC58-E5C2-4294-8278-7BCDCD71A895}"/>
              </a:ext>
            </a:extLst>
          </p:cNvPr>
          <p:cNvSpPr>
            <a:spLocks noGrp="1"/>
          </p:cNvSpPr>
          <p:nvPr/>
        </p:nvSpPr>
        <p:spPr>
          <a:xfrm>
            <a:off x="4040503" y="612786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" name="e_full_violin_3917">
            <a:extLst>
              <a:ext uri="{FF2B5EF4-FFF2-40B4-BE49-F238E27FC236}">
                <a16:creationId xmlns:a16="http://schemas.microsoft.com/office/drawing/2014/main" id="{607F66D4-CB82-429D-8910-CF7CE288AC37}"/>
              </a:ext>
            </a:extLst>
          </p:cNvPr>
          <p:cNvSpPr>
            <a:spLocks noGrp="1"/>
          </p:cNvSpPr>
          <p:nvPr/>
        </p:nvSpPr>
        <p:spPr>
          <a:xfrm>
            <a:off x="400773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" name="e_full_violin_3918">
            <a:extLst>
              <a:ext uri="{FF2B5EF4-FFF2-40B4-BE49-F238E27FC236}">
                <a16:creationId xmlns:a16="http://schemas.microsoft.com/office/drawing/2014/main" id="{4A105B15-F8B0-464F-88BB-9D5680847781}"/>
              </a:ext>
            </a:extLst>
          </p:cNvPr>
          <p:cNvSpPr>
            <a:spLocks noGrp="1"/>
          </p:cNvSpPr>
          <p:nvPr/>
        </p:nvSpPr>
        <p:spPr>
          <a:xfrm>
            <a:off x="4334620" y="610613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" name="e_full_violin_3919">
            <a:extLst>
              <a:ext uri="{FF2B5EF4-FFF2-40B4-BE49-F238E27FC236}">
                <a16:creationId xmlns:a16="http://schemas.microsoft.com/office/drawing/2014/main" id="{C5A9CB54-EE09-4110-9B35-FBB6FBD5084E}"/>
              </a:ext>
            </a:extLst>
          </p:cNvPr>
          <p:cNvSpPr>
            <a:spLocks noGrp="1"/>
          </p:cNvSpPr>
          <p:nvPr/>
        </p:nvSpPr>
        <p:spPr>
          <a:xfrm>
            <a:off x="398973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" name="e_full_violin_3920">
            <a:extLst>
              <a:ext uri="{FF2B5EF4-FFF2-40B4-BE49-F238E27FC236}">
                <a16:creationId xmlns:a16="http://schemas.microsoft.com/office/drawing/2014/main" id="{2C42CCFF-6A49-4E5D-91A2-31D92614C1A9}"/>
              </a:ext>
            </a:extLst>
          </p:cNvPr>
          <p:cNvSpPr>
            <a:spLocks noGrp="1"/>
          </p:cNvSpPr>
          <p:nvPr/>
        </p:nvSpPr>
        <p:spPr>
          <a:xfrm>
            <a:off x="4418007" y="60586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" name="e_full_violin_3921">
            <a:extLst>
              <a:ext uri="{FF2B5EF4-FFF2-40B4-BE49-F238E27FC236}">
                <a16:creationId xmlns:a16="http://schemas.microsoft.com/office/drawing/2014/main" id="{63143AC1-9C92-4D78-AA05-B8FDD15314D0}"/>
              </a:ext>
            </a:extLst>
          </p:cNvPr>
          <p:cNvSpPr>
            <a:spLocks noGrp="1"/>
          </p:cNvSpPr>
          <p:nvPr/>
        </p:nvSpPr>
        <p:spPr>
          <a:xfrm>
            <a:off x="404211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" name="e_full_violin_3922">
            <a:extLst>
              <a:ext uri="{FF2B5EF4-FFF2-40B4-BE49-F238E27FC236}">
                <a16:creationId xmlns:a16="http://schemas.microsoft.com/office/drawing/2014/main" id="{8B119719-9C9E-4730-A329-534FBE192632}"/>
              </a:ext>
            </a:extLst>
          </p:cNvPr>
          <p:cNvSpPr>
            <a:spLocks noGrp="1"/>
          </p:cNvSpPr>
          <p:nvPr/>
        </p:nvSpPr>
        <p:spPr>
          <a:xfrm>
            <a:off x="4349511" y="60935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" name="e_full_violin_3923">
            <a:extLst>
              <a:ext uri="{FF2B5EF4-FFF2-40B4-BE49-F238E27FC236}">
                <a16:creationId xmlns:a16="http://schemas.microsoft.com/office/drawing/2014/main" id="{857000F4-54B8-4A74-8AE6-B2B09EB2DCCC}"/>
              </a:ext>
            </a:extLst>
          </p:cNvPr>
          <p:cNvSpPr>
            <a:spLocks noGrp="1"/>
          </p:cNvSpPr>
          <p:nvPr/>
        </p:nvSpPr>
        <p:spPr>
          <a:xfrm>
            <a:off x="404499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" name="e_full_violin_3924">
            <a:extLst>
              <a:ext uri="{FF2B5EF4-FFF2-40B4-BE49-F238E27FC236}">
                <a16:creationId xmlns:a16="http://schemas.microsoft.com/office/drawing/2014/main" id="{E865836E-A9F7-4CEE-A737-0E6F692F0C77}"/>
              </a:ext>
            </a:extLst>
          </p:cNvPr>
          <p:cNvSpPr>
            <a:spLocks noGrp="1"/>
          </p:cNvSpPr>
          <p:nvPr/>
        </p:nvSpPr>
        <p:spPr>
          <a:xfrm>
            <a:off x="4024673" y="49561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" name="e_full_violin_3925">
            <a:extLst>
              <a:ext uri="{FF2B5EF4-FFF2-40B4-BE49-F238E27FC236}">
                <a16:creationId xmlns:a16="http://schemas.microsoft.com/office/drawing/2014/main" id="{2D7DCDFB-7E4A-4E3B-936C-D193CD3AEE2A}"/>
              </a:ext>
            </a:extLst>
          </p:cNvPr>
          <p:cNvSpPr>
            <a:spLocks noGrp="1"/>
          </p:cNvSpPr>
          <p:nvPr/>
        </p:nvSpPr>
        <p:spPr>
          <a:xfrm>
            <a:off x="4065177" y="539835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" name="e_full_violin_3926">
            <a:extLst>
              <a:ext uri="{FF2B5EF4-FFF2-40B4-BE49-F238E27FC236}">
                <a16:creationId xmlns:a16="http://schemas.microsoft.com/office/drawing/2014/main" id="{B867E38F-D6D9-4961-A2A6-734EC8281F03}"/>
              </a:ext>
            </a:extLst>
          </p:cNvPr>
          <p:cNvSpPr>
            <a:spLocks noGrp="1"/>
          </p:cNvSpPr>
          <p:nvPr/>
        </p:nvSpPr>
        <p:spPr>
          <a:xfrm>
            <a:off x="438984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" name="e_full_violin_3927">
            <a:extLst>
              <a:ext uri="{FF2B5EF4-FFF2-40B4-BE49-F238E27FC236}">
                <a16:creationId xmlns:a16="http://schemas.microsoft.com/office/drawing/2014/main" id="{140D0990-04E7-4356-A28E-915969D187E0}"/>
              </a:ext>
            </a:extLst>
          </p:cNvPr>
          <p:cNvSpPr>
            <a:spLocks noGrp="1"/>
          </p:cNvSpPr>
          <p:nvPr/>
        </p:nvSpPr>
        <p:spPr>
          <a:xfrm>
            <a:off x="441563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" name="e_full_violin_3928">
            <a:extLst>
              <a:ext uri="{FF2B5EF4-FFF2-40B4-BE49-F238E27FC236}">
                <a16:creationId xmlns:a16="http://schemas.microsoft.com/office/drawing/2014/main" id="{019085E5-146B-4DF1-A4A6-4EFF14522158}"/>
              </a:ext>
            </a:extLst>
          </p:cNvPr>
          <p:cNvSpPr>
            <a:spLocks noGrp="1"/>
          </p:cNvSpPr>
          <p:nvPr/>
        </p:nvSpPr>
        <p:spPr>
          <a:xfrm>
            <a:off x="4059060" y="610283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" name="e_full_violin_3929">
            <a:extLst>
              <a:ext uri="{FF2B5EF4-FFF2-40B4-BE49-F238E27FC236}">
                <a16:creationId xmlns:a16="http://schemas.microsoft.com/office/drawing/2014/main" id="{5026B82D-47FB-4CD0-A4DA-65C257C79B1C}"/>
              </a:ext>
            </a:extLst>
          </p:cNvPr>
          <p:cNvSpPr>
            <a:spLocks noGrp="1"/>
          </p:cNvSpPr>
          <p:nvPr/>
        </p:nvSpPr>
        <p:spPr>
          <a:xfrm>
            <a:off x="4274291" y="585872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" name="e_full_violin_3930">
            <a:extLst>
              <a:ext uri="{FF2B5EF4-FFF2-40B4-BE49-F238E27FC236}">
                <a16:creationId xmlns:a16="http://schemas.microsoft.com/office/drawing/2014/main" id="{7CE81B61-E9BF-47D5-BD9F-2DE06CAF7F6E}"/>
              </a:ext>
            </a:extLst>
          </p:cNvPr>
          <p:cNvSpPr>
            <a:spLocks noGrp="1"/>
          </p:cNvSpPr>
          <p:nvPr/>
        </p:nvSpPr>
        <p:spPr>
          <a:xfrm>
            <a:off x="4051511" y="605399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" name="e_full_violin_3931">
            <a:extLst>
              <a:ext uri="{FF2B5EF4-FFF2-40B4-BE49-F238E27FC236}">
                <a16:creationId xmlns:a16="http://schemas.microsoft.com/office/drawing/2014/main" id="{204C02F5-DA9E-4F3E-B761-353804364901}"/>
              </a:ext>
            </a:extLst>
          </p:cNvPr>
          <p:cNvSpPr>
            <a:spLocks noGrp="1"/>
          </p:cNvSpPr>
          <p:nvPr/>
        </p:nvSpPr>
        <p:spPr>
          <a:xfrm>
            <a:off x="4060651" y="605262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" name="e_full_violin_3932">
            <a:extLst>
              <a:ext uri="{FF2B5EF4-FFF2-40B4-BE49-F238E27FC236}">
                <a16:creationId xmlns:a16="http://schemas.microsoft.com/office/drawing/2014/main" id="{DB8323EB-C094-454F-8D64-1BCC9FD53CFE}"/>
              </a:ext>
            </a:extLst>
          </p:cNvPr>
          <p:cNvSpPr>
            <a:spLocks noGrp="1"/>
          </p:cNvSpPr>
          <p:nvPr/>
        </p:nvSpPr>
        <p:spPr>
          <a:xfrm>
            <a:off x="4362912" y="60692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" name="e_full_violin_3933">
            <a:extLst>
              <a:ext uri="{FF2B5EF4-FFF2-40B4-BE49-F238E27FC236}">
                <a16:creationId xmlns:a16="http://schemas.microsoft.com/office/drawing/2014/main" id="{A1F288AB-16D2-464F-B2A8-BA274D993B2C}"/>
              </a:ext>
            </a:extLst>
          </p:cNvPr>
          <p:cNvSpPr>
            <a:spLocks noGrp="1"/>
          </p:cNvSpPr>
          <p:nvPr/>
        </p:nvSpPr>
        <p:spPr>
          <a:xfrm>
            <a:off x="438029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" name="e_full_violin_3934">
            <a:extLst>
              <a:ext uri="{FF2B5EF4-FFF2-40B4-BE49-F238E27FC236}">
                <a16:creationId xmlns:a16="http://schemas.microsoft.com/office/drawing/2014/main" id="{505F5DC8-972F-45F8-B1EA-20E8EF66D32A}"/>
              </a:ext>
            </a:extLst>
          </p:cNvPr>
          <p:cNvSpPr>
            <a:spLocks noGrp="1"/>
          </p:cNvSpPr>
          <p:nvPr/>
        </p:nvSpPr>
        <p:spPr>
          <a:xfrm>
            <a:off x="4260732" y="610804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" name="e_full_violin_3935">
            <a:extLst>
              <a:ext uri="{FF2B5EF4-FFF2-40B4-BE49-F238E27FC236}">
                <a16:creationId xmlns:a16="http://schemas.microsoft.com/office/drawing/2014/main" id="{C7E30ADA-3AA4-45B8-8123-18C9DB6943F9}"/>
              </a:ext>
            </a:extLst>
          </p:cNvPr>
          <p:cNvSpPr>
            <a:spLocks noGrp="1"/>
          </p:cNvSpPr>
          <p:nvPr/>
        </p:nvSpPr>
        <p:spPr>
          <a:xfrm>
            <a:off x="3987697" y="610163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" name="e_full_violin_3936">
            <a:extLst>
              <a:ext uri="{FF2B5EF4-FFF2-40B4-BE49-F238E27FC236}">
                <a16:creationId xmlns:a16="http://schemas.microsoft.com/office/drawing/2014/main" id="{4E4E84E4-DA19-4E64-B0A5-0B864BE828F3}"/>
              </a:ext>
            </a:extLst>
          </p:cNvPr>
          <p:cNvSpPr>
            <a:spLocks noGrp="1"/>
          </p:cNvSpPr>
          <p:nvPr/>
        </p:nvSpPr>
        <p:spPr>
          <a:xfrm>
            <a:off x="428416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" name="e_full_violin_3937">
            <a:extLst>
              <a:ext uri="{FF2B5EF4-FFF2-40B4-BE49-F238E27FC236}">
                <a16:creationId xmlns:a16="http://schemas.microsoft.com/office/drawing/2014/main" id="{B8CB0B71-D40F-43E9-A8DB-D26596A76D27}"/>
              </a:ext>
            </a:extLst>
          </p:cNvPr>
          <p:cNvSpPr>
            <a:spLocks noGrp="1"/>
          </p:cNvSpPr>
          <p:nvPr/>
        </p:nvSpPr>
        <p:spPr>
          <a:xfrm>
            <a:off x="405665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" name="e_full_violin_3938">
            <a:extLst>
              <a:ext uri="{FF2B5EF4-FFF2-40B4-BE49-F238E27FC236}">
                <a16:creationId xmlns:a16="http://schemas.microsoft.com/office/drawing/2014/main" id="{3D804DBA-53CD-445C-85FB-C2558A3DD723}"/>
              </a:ext>
            </a:extLst>
          </p:cNvPr>
          <p:cNvSpPr>
            <a:spLocks noGrp="1"/>
          </p:cNvSpPr>
          <p:nvPr/>
        </p:nvSpPr>
        <p:spPr>
          <a:xfrm>
            <a:off x="4145621" y="588974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" name="e_full_violin_3939">
            <a:extLst>
              <a:ext uri="{FF2B5EF4-FFF2-40B4-BE49-F238E27FC236}">
                <a16:creationId xmlns:a16="http://schemas.microsoft.com/office/drawing/2014/main" id="{73A28A3C-EC52-48DB-98D6-A7EA4316A6A5}"/>
              </a:ext>
            </a:extLst>
          </p:cNvPr>
          <p:cNvSpPr>
            <a:spLocks noGrp="1"/>
          </p:cNvSpPr>
          <p:nvPr/>
        </p:nvSpPr>
        <p:spPr>
          <a:xfrm>
            <a:off x="449269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" name="e_full_violin_3940">
            <a:extLst>
              <a:ext uri="{FF2B5EF4-FFF2-40B4-BE49-F238E27FC236}">
                <a16:creationId xmlns:a16="http://schemas.microsoft.com/office/drawing/2014/main" id="{0BF36F92-F9B5-4900-B0A3-A1E190BC4E83}"/>
              </a:ext>
            </a:extLst>
          </p:cNvPr>
          <p:cNvSpPr>
            <a:spLocks noGrp="1"/>
          </p:cNvSpPr>
          <p:nvPr/>
        </p:nvSpPr>
        <p:spPr>
          <a:xfrm>
            <a:off x="433126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" name="e_full_violin_3941">
            <a:extLst>
              <a:ext uri="{FF2B5EF4-FFF2-40B4-BE49-F238E27FC236}">
                <a16:creationId xmlns:a16="http://schemas.microsoft.com/office/drawing/2014/main" id="{3B688B35-9881-4DD9-BB5F-5B5BC2E75510}"/>
              </a:ext>
            </a:extLst>
          </p:cNvPr>
          <p:cNvSpPr>
            <a:spLocks noGrp="1"/>
          </p:cNvSpPr>
          <p:nvPr/>
        </p:nvSpPr>
        <p:spPr>
          <a:xfrm>
            <a:off x="4350826" y="574750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" name="e_full_violin_3942">
            <a:extLst>
              <a:ext uri="{FF2B5EF4-FFF2-40B4-BE49-F238E27FC236}">
                <a16:creationId xmlns:a16="http://schemas.microsoft.com/office/drawing/2014/main" id="{BCF0CD7D-6232-4383-A0FF-DE40A66FED7F}"/>
              </a:ext>
            </a:extLst>
          </p:cNvPr>
          <p:cNvSpPr>
            <a:spLocks noGrp="1"/>
          </p:cNvSpPr>
          <p:nvPr/>
        </p:nvSpPr>
        <p:spPr>
          <a:xfrm>
            <a:off x="409357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" name="e_full_violin_3943">
            <a:extLst>
              <a:ext uri="{FF2B5EF4-FFF2-40B4-BE49-F238E27FC236}">
                <a16:creationId xmlns:a16="http://schemas.microsoft.com/office/drawing/2014/main" id="{843C8EAE-F41A-4DFA-9CA2-6780D19EDE08}"/>
              </a:ext>
            </a:extLst>
          </p:cNvPr>
          <p:cNvSpPr>
            <a:spLocks noGrp="1"/>
          </p:cNvSpPr>
          <p:nvPr/>
        </p:nvSpPr>
        <p:spPr>
          <a:xfrm>
            <a:off x="438055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" name="e_full_violin_3944">
            <a:extLst>
              <a:ext uri="{FF2B5EF4-FFF2-40B4-BE49-F238E27FC236}">
                <a16:creationId xmlns:a16="http://schemas.microsoft.com/office/drawing/2014/main" id="{ECB5EAC8-E2E0-4CD7-8FD1-7C4E469072F8}"/>
              </a:ext>
            </a:extLst>
          </p:cNvPr>
          <p:cNvSpPr>
            <a:spLocks noGrp="1"/>
          </p:cNvSpPr>
          <p:nvPr/>
        </p:nvSpPr>
        <p:spPr>
          <a:xfrm>
            <a:off x="4468314" y="611071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" name="e_full_violin_3945">
            <a:extLst>
              <a:ext uri="{FF2B5EF4-FFF2-40B4-BE49-F238E27FC236}">
                <a16:creationId xmlns:a16="http://schemas.microsoft.com/office/drawing/2014/main" id="{346DF5A9-9BE7-4A91-AA5F-E20C3CD22BA9}"/>
              </a:ext>
            </a:extLst>
          </p:cNvPr>
          <p:cNvSpPr>
            <a:spLocks noGrp="1"/>
          </p:cNvSpPr>
          <p:nvPr/>
        </p:nvSpPr>
        <p:spPr>
          <a:xfrm>
            <a:off x="415654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" name="e_full_violin_3946">
            <a:extLst>
              <a:ext uri="{FF2B5EF4-FFF2-40B4-BE49-F238E27FC236}">
                <a16:creationId xmlns:a16="http://schemas.microsoft.com/office/drawing/2014/main" id="{C4A3F255-36FC-4960-B57F-1D0C9F052B01}"/>
              </a:ext>
            </a:extLst>
          </p:cNvPr>
          <p:cNvSpPr>
            <a:spLocks noGrp="1"/>
          </p:cNvSpPr>
          <p:nvPr/>
        </p:nvSpPr>
        <p:spPr>
          <a:xfrm>
            <a:off x="435103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" name="e_full_violin_3947">
            <a:extLst>
              <a:ext uri="{FF2B5EF4-FFF2-40B4-BE49-F238E27FC236}">
                <a16:creationId xmlns:a16="http://schemas.microsoft.com/office/drawing/2014/main" id="{F7866A2B-E0D9-47D8-A52D-9100E7EF7C47}"/>
              </a:ext>
            </a:extLst>
          </p:cNvPr>
          <p:cNvSpPr>
            <a:spLocks noGrp="1"/>
          </p:cNvSpPr>
          <p:nvPr/>
        </p:nvSpPr>
        <p:spPr>
          <a:xfrm>
            <a:off x="449099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" name="e_full_violin_3948">
            <a:extLst>
              <a:ext uri="{FF2B5EF4-FFF2-40B4-BE49-F238E27FC236}">
                <a16:creationId xmlns:a16="http://schemas.microsoft.com/office/drawing/2014/main" id="{3CAC89F4-505F-48E1-B569-556AABC5B464}"/>
              </a:ext>
            </a:extLst>
          </p:cNvPr>
          <p:cNvSpPr>
            <a:spLocks noGrp="1"/>
          </p:cNvSpPr>
          <p:nvPr/>
        </p:nvSpPr>
        <p:spPr>
          <a:xfrm>
            <a:off x="4160126" y="59716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" name="e_full_violin_3949">
            <a:extLst>
              <a:ext uri="{FF2B5EF4-FFF2-40B4-BE49-F238E27FC236}">
                <a16:creationId xmlns:a16="http://schemas.microsoft.com/office/drawing/2014/main" id="{CBF5C720-4459-48BF-AE6B-3D207D1D73BF}"/>
              </a:ext>
            </a:extLst>
          </p:cNvPr>
          <p:cNvSpPr>
            <a:spLocks noGrp="1"/>
          </p:cNvSpPr>
          <p:nvPr/>
        </p:nvSpPr>
        <p:spPr>
          <a:xfrm>
            <a:off x="437998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" name="e_full_violin_3950">
            <a:extLst>
              <a:ext uri="{FF2B5EF4-FFF2-40B4-BE49-F238E27FC236}">
                <a16:creationId xmlns:a16="http://schemas.microsoft.com/office/drawing/2014/main" id="{C4B7C9DA-A61B-4723-B37B-18386A034339}"/>
              </a:ext>
            </a:extLst>
          </p:cNvPr>
          <p:cNvSpPr>
            <a:spLocks noGrp="1"/>
          </p:cNvSpPr>
          <p:nvPr/>
        </p:nvSpPr>
        <p:spPr>
          <a:xfrm>
            <a:off x="420097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" name="e_full_violin_3951">
            <a:extLst>
              <a:ext uri="{FF2B5EF4-FFF2-40B4-BE49-F238E27FC236}">
                <a16:creationId xmlns:a16="http://schemas.microsoft.com/office/drawing/2014/main" id="{F4629DF4-0A4F-4EF3-9ACB-0FC2089AE801}"/>
              </a:ext>
            </a:extLst>
          </p:cNvPr>
          <p:cNvSpPr>
            <a:spLocks noGrp="1"/>
          </p:cNvSpPr>
          <p:nvPr/>
        </p:nvSpPr>
        <p:spPr>
          <a:xfrm>
            <a:off x="39895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" name="e_full_violin_3952">
            <a:extLst>
              <a:ext uri="{FF2B5EF4-FFF2-40B4-BE49-F238E27FC236}">
                <a16:creationId xmlns:a16="http://schemas.microsoft.com/office/drawing/2014/main" id="{8406DAFD-8EFE-48C1-AFBE-5D78A296C1C2}"/>
              </a:ext>
            </a:extLst>
          </p:cNvPr>
          <p:cNvSpPr>
            <a:spLocks noGrp="1"/>
          </p:cNvSpPr>
          <p:nvPr/>
        </p:nvSpPr>
        <p:spPr>
          <a:xfrm>
            <a:off x="412380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" name="e_full_violin_3953">
            <a:extLst>
              <a:ext uri="{FF2B5EF4-FFF2-40B4-BE49-F238E27FC236}">
                <a16:creationId xmlns:a16="http://schemas.microsoft.com/office/drawing/2014/main" id="{1FA68CAA-2DDF-4437-AF69-1DF3EE2B42A3}"/>
              </a:ext>
            </a:extLst>
          </p:cNvPr>
          <p:cNvSpPr>
            <a:spLocks noGrp="1"/>
          </p:cNvSpPr>
          <p:nvPr/>
        </p:nvSpPr>
        <p:spPr>
          <a:xfrm>
            <a:off x="444712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" name="e_full_violin_3954">
            <a:extLst>
              <a:ext uri="{FF2B5EF4-FFF2-40B4-BE49-F238E27FC236}">
                <a16:creationId xmlns:a16="http://schemas.microsoft.com/office/drawing/2014/main" id="{4F2A2C6C-BD4D-45B8-BEA5-D8F5EEBB4EBA}"/>
              </a:ext>
            </a:extLst>
          </p:cNvPr>
          <p:cNvSpPr>
            <a:spLocks noGrp="1"/>
          </p:cNvSpPr>
          <p:nvPr/>
        </p:nvSpPr>
        <p:spPr>
          <a:xfrm>
            <a:off x="4090401" y="612592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" name="e_full_violin_3955">
            <a:extLst>
              <a:ext uri="{FF2B5EF4-FFF2-40B4-BE49-F238E27FC236}">
                <a16:creationId xmlns:a16="http://schemas.microsoft.com/office/drawing/2014/main" id="{FBBB30F1-82D9-47C8-868C-3C3F3330648D}"/>
              </a:ext>
            </a:extLst>
          </p:cNvPr>
          <p:cNvSpPr>
            <a:spLocks noGrp="1"/>
          </p:cNvSpPr>
          <p:nvPr/>
        </p:nvSpPr>
        <p:spPr>
          <a:xfrm>
            <a:off x="413203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" name="e_full_violin_3956">
            <a:extLst>
              <a:ext uri="{FF2B5EF4-FFF2-40B4-BE49-F238E27FC236}">
                <a16:creationId xmlns:a16="http://schemas.microsoft.com/office/drawing/2014/main" id="{D86A386F-E900-4F08-9FA6-97CB27B629E2}"/>
              </a:ext>
            </a:extLst>
          </p:cNvPr>
          <p:cNvSpPr>
            <a:spLocks noGrp="1"/>
          </p:cNvSpPr>
          <p:nvPr/>
        </p:nvSpPr>
        <p:spPr>
          <a:xfrm>
            <a:off x="4043818" y="612021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" name="e_full_violin_3957">
            <a:extLst>
              <a:ext uri="{FF2B5EF4-FFF2-40B4-BE49-F238E27FC236}">
                <a16:creationId xmlns:a16="http://schemas.microsoft.com/office/drawing/2014/main" id="{45F2B8A4-B36E-4948-8965-0E53FDD58A77}"/>
              </a:ext>
            </a:extLst>
          </p:cNvPr>
          <p:cNvSpPr>
            <a:spLocks noGrp="1"/>
          </p:cNvSpPr>
          <p:nvPr/>
        </p:nvSpPr>
        <p:spPr>
          <a:xfrm>
            <a:off x="416999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" name="e_full_violin_3958">
            <a:extLst>
              <a:ext uri="{FF2B5EF4-FFF2-40B4-BE49-F238E27FC236}">
                <a16:creationId xmlns:a16="http://schemas.microsoft.com/office/drawing/2014/main" id="{E2B10386-43B9-4755-B7AF-C5FE89231406}"/>
              </a:ext>
            </a:extLst>
          </p:cNvPr>
          <p:cNvSpPr>
            <a:spLocks noGrp="1"/>
          </p:cNvSpPr>
          <p:nvPr/>
        </p:nvSpPr>
        <p:spPr>
          <a:xfrm>
            <a:off x="4275245" y="60586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" name="e_full_violin_3959">
            <a:extLst>
              <a:ext uri="{FF2B5EF4-FFF2-40B4-BE49-F238E27FC236}">
                <a16:creationId xmlns:a16="http://schemas.microsoft.com/office/drawing/2014/main" id="{480C7804-5BF9-4AEE-90D0-DE71EFB65AE4}"/>
              </a:ext>
            </a:extLst>
          </p:cNvPr>
          <p:cNvSpPr>
            <a:spLocks noGrp="1"/>
          </p:cNvSpPr>
          <p:nvPr/>
        </p:nvSpPr>
        <p:spPr>
          <a:xfrm>
            <a:off x="4490445" y="59966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" name="e_full_violin_3960">
            <a:extLst>
              <a:ext uri="{FF2B5EF4-FFF2-40B4-BE49-F238E27FC236}">
                <a16:creationId xmlns:a16="http://schemas.microsoft.com/office/drawing/2014/main" id="{21245DDB-5D9E-4BD8-90CB-1FF68E40024D}"/>
              </a:ext>
            </a:extLst>
          </p:cNvPr>
          <p:cNvSpPr>
            <a:spLocks noGrp="1"/>
          </p:cNvSpPr>
          <p:nvPr/>
        </p:nvSpPr>
        <p:spPr>
          <a:xfrm>
            <a:off x="4478139" y="58004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2" name="e_full_violin_3961">
            <a:extLst>
              <a:ext uri="{FF2B5EF4-FFF2-40B4-BE49-F238E27FC236}">
                <a16:creationId xmlns:a16="http://schemas.microsoft.com/office/drawing/2014/main" id="{252ABE45-D45E-46C8-82C9-F788DAC35EB4}"/>
              </a:ext>
            </a:extLst>
          </p:cNvPr>
          <p:cNvSpPr>
            <a:spLocks noGrp="1"/>
          </p:cNvSpPr>
          <p:nvPr/>
        </p:nvSpPr>
        <p:spPr>
          <a:xfrm>
            <a:off x="4243398" y="611485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3" name="e_full_violin_3962">
            <a:extLst>
              <a:ext uri="{FF2B5EF4-FFF2-40B4-BE49-F238E27FC236}">
                <a16:creationId xmlns:a16="http://schemas.microsoft.com/office/drawing/2014/main" id="{BF553F90-C8E1-4246-987D-18BAD5DA4319}"/>
              </a:ext>
            </a:extLst>
          </p:cNvPr>
          <p:cNvSpPr>
            <a:spLocks noGrp="1"/>
          </p:cNvSpPr>
          <p:nvPr/>
        </p:nvSpPr>
        <p:spPr>
          <a:xfrm>
            <a:off x="4487181" y="612589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4" name="e_full_violin_3963">
            <a:extLst>
              <a:ext uri="{FF2B5EF4-FFF2-40B4-BE49-F238E27FC236}">
                <a16:creationId xmlns:a16="http://schemas.microsoft.com/office/drawing/2014/main" id="{292E38D6-6D59-4DA6-9C73-A50DD5E68BB4}"/>
              </a:ext>
            </a:extLst>
          </p:cNvPr>
          <p:cNvSpPr>
            <a:spLocks noGrp="1"/>
          </p:cNvSpPr>
          <p:nvPr/>
        </p:nvSpPr>
        <p:spPr>
          <a:xfrm>
            <a:off x="4247232" y="59599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5" name="e_full_violin_3964">
            <a:extLst>
              <a:ext uri="{FF2B5EF4-FFF2-40B4-BE49-F238E27FC236}">
                <a16:creationId xmlns:a16="http://schemas.microsoft.com/office/drawing/2014/main" id="{C4B4257A-A654-4422-B574-C29936F9BAE7}"/>
              </a:ext>
            </a:extLst>
          </p:cNvPr>
          <p:cNvSpPr>
            <a:spLocks noGrp="1"/>
          </p:cNvSpPr>
          <p:nvPr/>
        </p:nvSpPr>
        <p:spPr>
          <a:xfrm>
            <a:off x="444474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6" name="e_full_violin_3965">
            <a:extLst>
              <a:ext uri="{FF2B5EF4-FFF2-40B4-BE49-F238E27FC236}">
                <a16:creationId xmlns:a16="http://schemas.microsoft.com/office/drawing/2014/main" id="{D0FA7918-2D88-4AF1-8887-2C6A80C1BBC6}"/>
              </a:ext>
            </a:extLst>
          </p:cNvPr>
          <p:cNvSpPr>
            <a:spLocks noGrp="1"/>
          </p:cNvSpPr>
          <p:nvPr/>
        </p:nvSpPr>
        <p:spPr>
          <a:xfrm>
            <a:off x="4026334" y="593801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7" name="e_full_violin_3966">
            <a:extLst>
              <a:ext uri="{FF2B5EF4-FFF2-40B4-BE49-F238E27FC236}">
                <a16:creationId xmlns:a16="http://schemas.microsoft.com/office/drawing/2014/main" id="{782C4449-64B5-4B14-88C2-8D32114361AC}"/>
              </a:ext>
            </a:extLst>
          </p:cNvPr>
          <p:cNvSpPr>
            <a:spLocks noGrp="1"/>
          </p:cNvSpPr>
          <p:nvPr/>
        </p:nvSpPr>
        <p:spPr>
          <a:xfrm>
            <a:off x="399551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8" name="e_full_violin_3967">
            <a:extLst>
              <a:ext uri="{FF2B5EF4-FFF2-40B4-BE49-F238E27FC236}">
                <a16:creationId xmlns:a16="http://schemas.microsoft.com/office/drawing/2014/main" id="{4D84E7A6-70CB-4C12-B771-8C0D52805DD8}"/>
              </a:ext>
            </a:extLst>
          </p:cNvPr>
          <p:cNvSpPr>
            <a:spLocks noGrp="1"/>
          </p:cNvSpPr>
          <p:nvPr/>
        </p:nvSpPr>
        <p:spPr>
          <a:xfrm>
            <a:off x="418777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9" name="e_full_violin_3968">
            <a:extLst>
              <a:ext uri="{FF2B5EF4-FFF2-40B4-BE49-F238E27FC236}">
                <a16:creationId xmlns:a16="http://schemas.microsoft.com/office/drawing/2014/main" id="{9AB90BF4-1E43-4C84-9954-3EDF3EFFA0BE}"/>
              </a:ext>
            </a:extLst>
          </p:cNvPr>
          <p:cNvSpPr>
            <a:spLocks noGrp="1"/>
          </p:cNvSpPr>
          <p:nvPr/>
        </p:nvSpPr>
        <p:spPr>
          <a:xfrm>
            <a:off x="408731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0" name="e_full_violin_3969">
            <a:extLst>
              <a:ext uri="{FF2B5EF4-FFF2-40B4-BE49-F238E27FC236}">
                <a16:creationId xmlns:a16="http://schemas.microsoft.com/office/drawing/2014/main" id="{B82588E3-F192-4E0B-8A3D-284BAC3A8BEA}"/>
              </a:ext>
            </a:extLst>
          </p:cNvPr>
          <p:cNvSpPr>
            <a:spLocks noGrp="1"/>
          </p:cNvSpPr>
          <p:nvPr/>
        </p:nvSpPr>
        <p:spPr>
          <a:xfrm>
            <a:off x="4147016" y="608339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1" name="e_full_violin_3970">
            <a:extLst>
              <a:ext uri="{FF2B5EF4-FFF2-40B4-BE49-F238E27FC236}">
                <a16:creationId xmlns:a16="http://schemas.microsoft.com/office/drawing/2014/main" id="{8FB7A4E4-CC46-4904-B040-2501E1200DD8}"/>
              </a:ext>
            </a:extLst>
          </p:cNvPr>
          <p:cNvSpPr>
            <a:spLocks noGrp="1"/>
          </p:cNvSpPr>
          <p:nvPr/>
        </p:nvSpPr>
        <p:spPr>
          <a:xfrm>
            <a:off x="408205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2" name="e_full_violin_3971">
            <a:extLst>
              <a:ext uri="{FF2B5EF4-FFF2-40B4-BE49-F238E27FC236}">
                <a16:creationId xmlns:a16="http://schemas.microsoft.com/office/drawing/2014/main" id="{64E51436-A62C-4446-97F2-67D752084AC9}"/>
              </a:ext>
            </a:extLst>
          </p:cNvPr>
          <p:cNvSpPr>
            <a:spLocks noGrp="1"/>
          </p:cNvSpPr>
          <p:nvPr/>
        </p:nvSpPr>
        <p:spPr>
          <a:xfrm>
            <a:off x="4183332" y="603204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3" name="e_full_violin_3972">
            <a:extLst>
              <a:ext uri="{FF2B5EF4-FFF2-40B4-BE49-F238E27FC236}">
                <a16:creationId xmlns:a16="http://schemas.microsoft.com/office/drawing/2014/main" id="{AEC9334A-F6A0-4076-9C5C-50E1F1AA7304}"/>
              </a:ext>
            </a:extLst>
          </p:cNvPr>
          <p:cNvSpPr>
            <a:spLocks noGrp="1"/>
          </p:cNvSpPr>
          <p:nvPr/>
        </p:nvSpPr>
        <p:spPr>
          <a:xfrm>
            <a:off x="4241776" y="609157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4" name="e_full_violin_3973">
            <a:extLst>
              <a:ext uri="{FF2B5EF4-FFF2-40B4-BE49-F238E27FC236}">
                <a16:creationId xmlns:a16="http://schemas.microsoft.com/office/drawing/2014/main" id="{11C4CB3E-EAC2-48E1-AB19-1DFAA1FF7228}"/>
              </a:ext>
            </a:extLst>
          </p:cNvPr>
          <p:cNvSpPr>
            <a:spLocks noGrp="1"/>
          </p:cNvSpPr>
          <p:nvPr/>
        </p:nvSpPr>
        <p:spPr>
          <a:xfrm>
            <a:off x="4462432" y="611182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5" name="e_full_violin_3974">
            <a:extLst>
              <a:ext uri="{FF2B5EF4-FFF2-40B4-BE49-F238E27FC236}">
                <a16:creationId xmlns:a16="http://schemas.microsoft.com/office/drawing/2014/main" id="{892B14A5-E66D-405F-8E89-4BA07617F196}"/>
              </a:ext>
            </a:extLst>
          </p:cNvPr>
          <p:cNvSpPr>
            <a:spLocks noGrp="1"/>
          </p:cNvSpPr>
          <p:nvPr/>
        </p:nvSpPr>
        <p:spPr>
          <a:xfrm>
            <a:off x="4352088" y="610132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6" name="e_full_violin_3975">
            <a:extLst>
              <a:ext uri="{FF2B5EF4-FFF2-40B4-BE49-F238E27FC236}">
                <a16:creationId xmlns:a16="http://schemas.microsoft.com/office/drawing/2014/main" id="{2B56DE38-7631-4C76-9CA0-EEC8AF8DFC08}"/>
              </a:ext>
            </a:extLst>
          </p:cNvPr>
          <p:cNvSpPr>
            <a:spLocks noGrp="1"/>
          </p:cNvSpPr>
          <p:nvPr/>
        </p:nvSpPr>
        <p:spPr>
          <a:xfrm>
            <a:off x="4187837" y="612903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7" name="e_full_violin_3976">
            <a:extLst>
              <a:ext uri="{FF2B5EF4-FFF2-40B4-BE49-F238E27FC236}">
                <a16:creationId xmlns:a16="http://schemas.microsoft.com/office/drawing/2014/main" id="{D3E90485-B1C7-41A8-BE08-255C39403727}"/>
              </a:ext>
            </a:extLst>
          </p:cNvPr>
          <p:cNvSpPr>
            <a:spLocks noGrp="1"/>
          </p:cNvSpPr>
          <p:nvPr/>
        </p:nvSpPr>
        <p:spPr>
          <a:xfrm>
            <a:off x="410949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8" name="e_full_violin_3977">
            <a:extLst>
              <a:ext uri="{FF2B5EF4-FFF2-40B4-BE49-F238E27FC236}">
                <a16:creationId xmlns:a16="http://schemas.microsoft.com/office/drawing/2014/main" id="{5373ABD3-5F9C-4CF9-A9F8-64A3DF2D924F}"/>
              </a:ext>
            </a:extLst>
          </p:cNvPr>
          <p:cNvSpPr>
            <a:spLocks noGrp="1"/>
          </p:cNvSpPr>
          <p:nvPr/>
        </p:nvSpPr>
        <p:spPr>
          <a:xfrm>
            <a:off x="449115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9" name="e_full_violin_3978">
            <a:extLst>
              <a:ext uri="{FF2B5EF4-FFF2-40B4-BE49-F238E27FC236}">
                <a16:creationId xmlns:a16="http://schemas.microsoft.com/office/drawing/2014/main" id="{D96748F3-FF10-4D2A-8773-B48460CA0066}"/>
              </a:ext>
            </a:extLst>
          </p:cNvPr>
          <p:cNvSpPr>
            <a:spLocks noGrp="1"/>
          </p:cNvSpPr>
          <p:nvPr/>
        </p:nvSpPr>
        <p:spPr>
          <a:xfrm>
            <a:off x="4079994" y="609598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0" name="e_full_violin_3979">
            <a:extLst>
              <a:ext uri="{FF2B5EF4-FFF2-40B4-BE49-F238E27FC236}">
                <a16:creationId xmlns:a16="http://schemas.microsoft.com/office/drawing/2014/main" id="{F7E0BE2C-B352-42AF-A321-F570138669BE}"/>
              </a:ext>
            </a:extLst>
          </p:cNvPr>
          <p:cNvSpPr>
            <a:spLocks noGrp="1"/>
          </p:cNvSpPr>
          <p:nvPr/>
        </p:nvSpPr>
        <p:spPr>
          <a:xfrm>
            <a:off x="403052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1" name="e_full_violin_3980">
            <a:extLst>
              <a:ext uri="{FF2B5EF4-FFF2-40B4-BE49-F238E27FC236}">
                <a16:creationId xmlns:a16="http://schemas.microsoft.com/office/drawing/2014/main" id="{6067F7C6-1D2E-40BF-81FE-B451533A0A61}"/>
              </a:ext>
            </a:extLst>
          </p:cNvPr>
          <p:cNvSpPr>
            <a:spLocks noGrp="1"/>
          </p:cNvSpPr>
          <p:nvPr/>
        </p:nvSpPr>
        <p:spPr>
          <a:xfrm>
            <a:off x="426191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2" name="e_full_violin_3981">
            <a:extLst>
              <a:ext uri="{FF2B5EF4-FFF2-40B4-BE49-F238E27FC236}">
                <a16:creationId xmlns:a16="http://schemas.microsoft.com/office/drawing/2014/main" id="{C5FABF53-F2D0-435B-AA1F-C0AB0E0FF9BB}"/>
              </a:ext>
            </a:extLst>
          </p:cNvPr>
          <p:cNvSpPr>
            <a:spLocks noGrp="1"/>
          </p:cNvSpPr>
          <p:nvPr/>
        </p:nvSpPr>
        <p:spPr>
          <a:xfrm>
            <a:off x="4451787" y="612465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3" name="e_full_violin_3982">
            <a:extLst>
              <a:ext uri="{FF2B5EF4-FFF2-40B4-BE49-F238E27FC236}">
                <a16:creationId xmlns:a16="http://schemas.microsoft.com/office/drawing/2014/main" id="{2EEDF9C8-60F7-45F0-B673-A93FE1E5413E}"/>
              </a:ext>
            </a:extLst>
          </p:cNvPr>
          <p:cNvSpPr>
            <a:spLocks noGrp="1"/>
          </p:cNvSpPr>
          <p:nvPr/>
        </p:nvSpPr>
        <p:spPr>
          <a:xfrm>
            <a:off x="4465247" y="609931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4" name="e_full_violin_3983">
            <a:extLst>
              <a:ext uri="{FF2B5EF4-FFF2-40B4-BE49-F238E27FC236}">
                <a16:creationId xmlns:a16="http://schemas.microsoft.com/office/drawing/2014/main" id="{4B4F0D33-85DB-409C-AA87-DBC8DC99F11F}"/>
              </a:ext>
            </a:extLst>
          </p:cNvPr>
          <p:cNvSpPr>
            <a:spLocks noGrp="1"/>
          </p:cNvSpPr>
          <p:nvPr/>
        </p:nvSpPr>
        <p:spPr>
          <a:xfrm>
            <a:off x="409198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5" name="e_full_violin_3984">
            <a:extLst>
              <a:ext uri="{FF2B5EF4-FFF2-40B4-BE49-F238E27FC236}">
                <a16:creationId xmlns:a16="http://schemas.microsoft.com/office/drawing/2014/main" id="{D70663BC-EE65-4962-A70C-7A791FA51034}"/>
              </a:ext>
            </a:extLst>
          </p:cNvPr>
          <p:cNvSpPr>
            <a:spLocks noGrp="1"/>
          </p:cNvSpPr>
          <p:nvPr/>
        </p:nvSpPr>
        <p:spPr>
          <a:xfrm>
            <a:off x="4412575" y="611876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6" name="e_full_violin_3985">
            <a:extLst>
              <a:ext uri="{FF2B5EF4-FFF2-40B4-BE49-F238E27FC236}">
                <a16:creationId xmlns:a16="http://schemas.microsoft.com/office/drawing/2014/main" id="{903EE956-3CE1-4B81-B4DD-1B59B7C494A7}"/>
              </a:ext>
            </a:extLst>
          </p:cNvPr>
          <p:cNvSpPr>
            <a:spLocks noGrp="1"/>
          </p:cNvSpPr>
          <p:nvPr/>
        </p:nvSpPr>
        <p:spPr>
          <a:xfrm>
            <a:off x="4379131" y="606388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7" name="e_full_violin_3986">
            <a:extLst>
              <a:ext uri="{FF2B5EF4-FFF2-40B4-BE49-F238E27FC236}">
                <a16:creationId xmlns:a16="http://schemas.microsoft.com/office/drawing/2014/main" id="{57DE106D-61DB-4F2D-AAF5-B3BCB180BD43}"/>
              </a:ext>
            </a:extLst>
          </p:cNvPr>
          <p:cNvSpPr>
            <a:spLocks noGrp="1"/>
          </p:cNvSpPr>
          <p:nvPr/>
        </p:nvSpPr>
        <p:spPr>
          <a:xfrm>
            <a:off x="43042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8" name="e_full_violin_3987">
            <a:extLst>
              <a:ext uri="{FF2B5EF4-FFF2-40B4-BE49-F238E27FC236}">
                <a16:creationId xmlns:a16="http://schemas.microsoft.com/office/drawing/2014/main" id="{9017E6BB-F8E3-4EA4-B8F0-BDCF3C9B1B5B}"/>
              </a:ext>
            </a:extLst>
          </p:cNvPr>
          <p:cNvSpPr>
            <a:spLocks noGrp="1"/>
          </p:cNvSpPr>
          <p:nvPr/>
        </p:nvSpPr>
        <p:spPr>
          <a:xfrm>
            <a:off x="417751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9" name="e_full_violin_3988">
            <a:extLst>
              <a:ext uri="{FF2B5EF4-FFF2-40B4-BE49-F238E27FC236}">
                <a16:creationId xmlns:a16="http://schemas.microsoft.com/office/drawing/2014/main" id="{E839CA9F-1317-4F88-8F57-E75E9368A3BF}"/>
              </a:ext>
            </a:extLst>
          </p:cNvPr>
          <p:cNvSpPr>
            <a:spLocks noGrp="1"/>
          </p:cNvSpPr>
          <p:nvPr/>
        </p:nvSpPr>
        <p:spPr>
          <a:xfrm>
            <a:off x="441118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0" name="e_full_violin_3989">
            <a:extLst>
              <a:ext uri="{FF2B5EF4-FFF2-40B4-BE49-F238E27FC236}">
                <a16:creationId xmlns:a16="http://schemas.microsoft.com/office/drawing/2014/main" id="{783086AF-6574-4BFF-9760-E177F2BFF81A}"/>
              </a:ext>
            </a:extLst>
          </p:cNvPr>
          <p:cNvSpPr>
            <a:spLocks noGrp="1"/>
          </p:cNvSpPr>
          <p:nvPr/>
        </p:nvSpPr>
        <p:spPr>
          <a:xfrm>
            <a:off x="408264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1" name="e_full_violin_3990">
            <a:extLst>
              <a:ext uri="{FF2B5EF4-FFF2-40B4-BE49-F238E27FC236}">
                <a16:creationId xmlns:a16="http://schemas.microsoft.com/office/drawing/2014/main" id="{23008612-4EBD-4F3C-9E65-DF7FE63E0765}"/>
              </a:ext>
            </a:extLst>
          </p:cNvPr>
          <p:cNvSpPr>
            <a:spLocks noGrp="1"/>
          </p:cNvSpPr>
          <p:nvPr/>
        </p:nvSpPr>
        <p:spPr>
          <a:xfrm>
            <a:off x="4062160" y="608889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2" name="e_full_violin_3991">
            <a:extLst>
              <a:ext uri="{FF2B5EF4-FFF2-40B4-BE49-F238E27FC236}">
                <a16:creationId xmlns:a16="http://schemas.microsoft.com/office/drawing/2014/main" id="{C8DB6E70-01E0-489F-9788-57D59755A8E9}"/>
              </a:ext>
            </a:extLst>
          </p:cNvPr>
          <p:cNvSpPr>
            <a:spLocks noGrp="1"/>
          </p:cNvSpPr>
          <p:nvPr/>
        </p:nvSpPr>
        <p:spPr>
          <a:xfrm>
            <a:off x="428358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3" name="e_full_violin_3992">
            <a:extLst>
              <a:ext uri="{FF2B5EF4-FFF2-40B4-BE49-F238E27FC236}">
                <a16:creationId xmlns:a16="http://schemas.microsoft.com/office/drawing/2014/main" id="{BB653AE6-B895-4C3E-A47C-897B010A6281}"/>
              </a:ext>
            </a:extLst>
          </p:cNvPr>
          <p:cNvSpPr>
            <a:spLocks noGrp="1"/>
          </p:cNvSpPr>
          <p:nvPr/>
        </p:nvSpPr>
        <p:spPr>
          <a:xfrm>
            <a:off x="4235047" y="602204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4" name="e_full_violin_3993">
            <a:extLst>
              <a:ext uri="{FF2B5EF4-FFF2-40B4-BE49-F238E27FC236}">
                <a16:creationId xmlns:a16="http://schemas.microsoft.com/office/drawing/2014/main" id="{2487E2F3-D31C-47BD-BAAA-DED8E340BDB4}"/>
              </a:ext>
            </a:extLst>
          </p:cNvPr>
          <p:cNvSpPr>
            <a:spLocks noGrp="1"/>
          </p:cNvSpPr>
          <p:nvPr/>
        </p:nvSpPr>
        <p:spPr>
          <a:xfrm>
            <a:off x="4056047" y="612492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5" name="e_full_violin_3994">
            <a:extLst>
              <a:ext uri="{FF2B5EF4-FFF2-40B4-BE49-F238E27FC236}">
                <a16:creationId xmlns:a16="http://schemas.microsoft.com/office/drawing/2014/main" id="{E4EA35EF-F1B2-40CF-9840-F4B6B7A80566}"/>
              </a:ext>
            </a:extLst>
          </p:cNvPr>
          <p:cNvSpPr>
            <a:spLocks noGrp="1"/>
          </p:cNvSpPr>
          <p:nvPr/>
        </p:nvSpPr>
        <p:spPr>
          <a:xfrm>
            <a:off x="4484499" y="607116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6" name="e_full_violin_3995">
            <a:extLst>
              <a:ext uri="{FF2B5EF4-FFF2-40B4-BE49-F238E27FC236}">
                <a16:creationId xmlns:a16="http://schemas.microsoft.com/office/drawing/2014/main" id="{CD9FA428-6D9E-4F1C-9C7F-6484623EFD7E}"/>
              </a:ext>
            </a:extLst>
          </p:cNvPr>
          <p:cNvSpPr>
            <a:spLocks noGrp="1"/>
          </p:cNvSpPr>
          <p:nvPr/>
        </p:nvSpPr>
        <p:spPr>
          <a:xfrm>
            <a:off x="4415171" y="606318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7" name="e_full_violin_3996">
            <a:extLst>
              <a:ext uri="{FF2B5EF4-FFF2-40B4-BE49-F238E27FC236}">
                <a16:creationId xmlns:a16="http://schemas.microsoft.com/office/drawing/2014/main" id="{2FD2C119-3FCE-4696-8302-6ADD562F9A5C}"/>
              </a:ext>
            </a:extLst>
          </p:cNvPr>
          <p:cNvSpPr>
            <a:spLocks noGrp="1"/>
          </p:cNvSpPr>
          <p:nvPr/>
        </p:nvSpPr>
        <p:spPr>
          <a:xfrm>
            <a:off x="4001979" y="583823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8" name="e_full_violin_3997">
            <a:extLst>
              <a:ext uri="{FF2B5EF4-FFF2-40B4-BE49-F238E27FC236}">
                <a16:creationId xmlns:a16="http://schemas.microsoft.com/office/drawing/2014/main" id="{8A7F7DDE-5121-49EA-833C-AF4812C4D6A8}"/>
              </a:ext>
            </a:extLst>
          </p:cNvPr>
          <p:cNvSpPr>
            <a:spLocks noGrp="1"/>
          </p:cNvSpPr>
          <p:nvPr/>
        </p:nvSpPr>
        <p:spPr>
          <a:xfrm>
            <a:off x="4470473" y="609104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9" name="e_full_violin_3998">
            <a:extLst>
              <a:ext uri="{FF2B5EF4-FFF2-40B4-BE49-F238E27FC236}">
                <a16:creationId xmlns:a16="http://schemas.microsoft.com/office/drawing/2014/main" id="{D46EE8AC-0CC7-477D-B13A-BA49132566B8}"/>
              </a:ext>
            </a:extLst>
          </p:cNvPr>
          <p:cNvSpPr>
            <a:spLocks noGrp="1"/>
          </p:cNvSpPr>
          <p:nvPr/>
        </p:nvSpPr>
        <p:spPr>
          <a:xfrm>
            <a:off x="432572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0" name="e_full_violin_3999">
            <a:extLst>
              <a:ext uri="{FF2B5EF4-FFF2-40B4-BE49-F238E27FC236}">
                <a16:creationId xmlns:a16="http://schemas.microsoft.com/office/drawing/2014/main" id="{52792FD6-CBAC-4E3D-88BF-CC55AC0320C1}"/>
              </a:ext>
            </a:extLst>
          </p:cNvPr>
          <p:cNvSpPr>
            <a:spLocks noGrp="1"/>
          </p:cNvSpPr>
          <p:nvPr/>
        </p:nvSpPr>
        <p:spPr>
          <a:xfrm>
            <a:off x="4091247" y="61137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1" name="e_full_violin_4000">
            <a:extLst>
              <a:ext uri="{FF2B5EF4-FFF2-40B4-BE49-F238E27FC236}">
                <a16:creationId xmlns:a16="http://schemas.microsoft.com/office/drawing/2014/main" id="{F882B4E4-4F5F-4D77-9431-45CB895BE308}"/>
              </a:ext>
            </a:extLst>
          </p:cNvPr>
          <p:cNvSpPr>
            <a:spLocks noGrp="1"/>
          </p:cNvSpPr>
          <p:nvPr/>
        </p:nvSpPr>
        <p:spPr>
          <a:xfrm>
            <a:off x="4280515" y="613316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2" name="e_full_violin_4001">
            <a:extLst>
              <a:ext uri="{FF2B5EF4-FFF2-40B4-BE49-F238E27FC236}">
                <a16:creationId xmlns:a16="http://schemas.microsoft.com/office/drawing/2014/main" id="{EE224474-E554-4F83-9613-C8DB59155DDD}"/>
              </a:ext>
            </a:extLst>
          </p:cNvPr>
          <p:cNvSpPr>
            <a:spLocks noGrp="1"/>
          </p:cNvSpPr>
          <p:nvPr/>
        </p:nvSpPr>
        <p:spPr>
          <a:xfrm>
            <a:off x="4308424" y="556317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3" name="e_full_violin_4002">
            <a:extLst>
              <a:ext uri="{FF2B5EF4-FFF2-40B4-BE49-F238E27FC236}">
                <a16:creationId xmlns:a16="http://schemas.microsoft.com/office/drawing/2014/main" id="{2329D5DC-9334-4407-BF14-20E2B39A3F29}"/>
              </a:ext>
            </a:extLst>
          </p:cNvPr>
          <p:cNvSpPr>
            <a:spLocks noGrp="1"/>
          </p:cNvSpPr>
          <p:nvPr/>
        </p:nvSpPr>
        <p:spPr>
          <a:xfrm>
            <a:off x="443192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4" name="e_full_violin_4003">
            <a:extLst>
              <a:ext uri="{FF2B5EF4-FFF2-40B4-BE49-F238E27FC236}">
                <a16:creationId xmlns:a16="http://schemas.microsoft.com/office/drawing/2014/main" id="{0F126D98-CD6B-4873-B36E-29C812E92DC1}"/>
              </a:ext>
            </a:extLst>
          </p:cNvPr>
          <p:cNvSpPr>
            <a:spLocks noGrp="1"/>
          </p:cNvSpPr>
          <p:nvPr/>
        </p:nvSpPr>
        <p:spPr>
          <a:xfrm>
            <a:off x="4042822" y="60476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5" name="e_full_violin_4004">
            <a:extLst>
              <a:ext uri="{FF2B5EF4-FFF2-40B4-BE49-F238E27FC236}">
                <a16:creationId xmlns:a16="http://schemas.microsoft.com/office/drawing/2014/main" id="{90C0AA96-C8F3-4DD8-9248-1A87DBC5C50D}"/>
              </a:ext>
            </a:extLst>
          </p:cNvPr>
          <p:cNvSpPr>
            <a:spLocks noGrp="1"/>
          </p:cNvSpPr>
          <p:nvPr/>
        </p:nvSpPr>
        <p:spPr>
          <a:xfrm>
            <a:off x="5941283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480201" y="3685436"/>
                </a:moveTo>
                <a:lnTo>
                  <a:pt x="302393" y="3685436"/>
                </a:lnTo>
                <a:lnTo>
                  <a:pt x="303280" y="3662402"/>
                </a:lnTo>
                <a:lnTo>
                  <a:pt x="305881" y="3639368"/>
                </a:lnTo>
                <a:lnTo>
                  <a:pt x="310024" y="3616334"/>
                </a:lnTo>
                <a:lnTo>
                  <a:pt x="315441" y="3593300"/>
                </a:lnTo>
                <a:lnTo>
                  <a:pt x="321802" y="3570266"/>
                </a:lnTo>
                <a:lnTo>
                  <a:pt x="328741" y="3547232"/>
                </a:lnTo>
                <a:lnTo>
                  <a:pt x="335899" y="3524198"/>
                </a:lnTo>
                <a:lnTo>
                  <a:pt x="342946" y="3501164"/>
                </a:lnTo>
                <a:lnTo>
                  <a:pt x="349609" y="3478130"/>
                </a:lnTo>
                <a:lnTo>
                  <a:pt x="355686" y="3455096"/>
                </a:lnTo>
                <a:lnTo>
                  <a:pt x="361048" y="3432062"/>
                </a:lnTo>
                <a:lnTo>
                  <a:pt x="365639" y="3409028"/>
                </a:lnTo>
                <a:lnTo>
                  <a:pt x="369464" y="3385994"/>
                </a:lnTo>
                <a:lnTo>
                  <a:pt x="372574" y="3362960"/>
                </a:lnTo>
                <a:lnTo>
                  <a:pt x="375054" y="3339926"/>
                </a:lnTo>
                <a:lnTo>
                  <a:pt x="377006" y="3316892"/>
                </a:lnTo>
                <a:lnTo>
                  <a:pt x="378538" y="3293858"/>
                </a:lnTo>
                <a:lnTo>
                  <a:pt x="379748" y="3270824"/>
                </a:lnTo>
                <a:lnTo>
                  <a:pt x="380722" y="3247790"/>
                </a:lnTo>
                <a:lnTo>
                  <a:pt x="381528" y="3224756"/>
                </a:lnTo>
                <a:lnTo>
                  <a:pt x="382212" y="3201722"/>
                </a:lnTo>
                <a:lnTo>
                  <a:pt x="382799" y="3178688"/>
                </a:lnTo>
                <a:lnTo>
                  <a:pt x="383297" y="3155654"/>
                </a:lnTo>
                <a:lnTo>
                  <a:pt x="383696" y="3132620"/>
                </a:lnTo>
                <a:lnTo>
                  <a:pt x="383977" y="3109586"/>
                </a:lnTo>
                <a:lnTo>
                  <a:pt x="384113" y="3086552"/>
                </a:lnTo>
                <a:lnTo>
                  <a:pt x="384076" y="3063518"/>
                </a:lnTo>
                <a:lnTo>
                  <a:pt x="383840" y="3040485"/>
                </a:lnTo>
                <a:lnTo>
                  <a:pt x="383387" y="3017451"/>
                </a:lnTo>
                <a:lnTo>
                  <a:pt x="382709" y="2994417"/>
                </a:lnTo>
                <a:lnTo>
                  <a:pt x="381810" y="2971383"/>
                </a:lnTo>
                <a:lnTo>
                  <a:pt x="380710" y="2948349"/>
                </a:lnTo>
                <a:lnTo>
                  <a:pt x="379440" y="2925315"/>
                </a:lnTo>
                <a:lnTo>
                  <a:pt x="378046" y="2902281"/>
                </a:lnTo>
                <a:lnTo>
                  <a:pt x="376579" y="2879247"/>
                </a:lnTo>
                <a:lnTo>
                  <a:pt x="375098" y="2856213"/>
                </a:lnTo>
                <a:lnTo>
                  <a:pt x="373660" y="2833179"/>
                </a:lnTo>
                <a:lnTo>
                  <a:pt x="372320" y="2810145"/>
                </a:lnTo>
                <a:lnTo>
                  <a:pt x="371120" y="2787111"/>
                </a:lnTo>
                <a:lnTo>
                  <a:pt x="370093" y="2764077"/>
                </a:lnTo>
                <a:lnTo>
                  <a:pt x="369256" y="2741043"/>
                </a:lnTo>
                <a:lnTo>
                  <a:pt x="368613" y="2718009"/>
                </a:lnTo>
                <a:lnTo>
                  <a:pt x="368154" y="2694975"/>
                </a:lnTo>
                <a:lnTo>
                  <a:pt x="367863" y="2671941"/>
                </a:lnTo>
                <a:lnTo>
                  <a:pt x="367716" y="2648907"/>
                </a:lnTo>
                <a:lnTo>
                  <a:pt x="367692" y="2625873"/>
                </a:lnTo>
                <a:lnTo>
                  <a:pt x="367775" y="2602839"/>
                </a:lnTo>
                <a:lnTo>
                  <a:pt x="367956" y="2579805"/>
                </a:lnTo>
                <a:lnTo>
                  <a:pt x="368233" y="2556771"/>
                </a:lnTo>
                <a:lnTo>
                  <a:pt x="368612" y="2533737"/>
                </a:lnTo>
                <a:lnTo>
                  <a:pt x="369103" y="2510703"/>
                </a:lnTo>
                <a:lnTo>
                  <a:pt x="369715" y="2487669"/>
                </a:lnTo>
                <a:lnTo>
                  <a:pt x="370453" y="2464635"/>
                </a:lnTo>
                <a:lnTo>
                  <a:pt x="371311" y="2441601"/>
                </a:lnTo>
                <a:lnTo>
                  <a:pt x="372270" y="2418567"/>
                </a:lnTo>
                <a:lnTo>
                  <a:pt x="373300" y="2395533"/>
                </a:lnTo>
                <a:lnTo>
                  <a:pt x="374358" y="2372499"/>
                </a:lnTo>
                <a:lnTo>
                  <a:pt x="375391" y="2349465"/>
                </a:lnTo>
                <a:lnTo>
                  <a:pt x="376343" y="2326431"/>
                </a:lnTo>
                <a:lnTo>
                  <a:pt x="377155" y="2303397"/>
                </a:lnTo>
                <a:lnTo>
                  <a:pt x="377771" y="2280363"/>
                </a:lnTo>
                <a:lnTo>
                  <a:pt x="378141" y="2257329"/>
                </a:lnTo>
                <a:lnTo>
                  <a:pt x="378220" y="2234295"/>
                </a:lnTo>
                <a:lnTo>
                  <a:pt x="377966" y="2211261"/>
                </a:lnTo>
                <a:lnTo>
                  <a:pt x="377346" y="2188228"/>
                </a:lnTo>
                <a:lnTo>
                  <a:pt x="376327" y="2165194"/>
                </a:lnTo>
                <a:lnTo>
                  <a:pt x="374883" y="2142160"/>
                </a:lnTo>
                <a:lnTo>
                  <a:pt x="372995" y="2119126"/>
                </a:lnTo>
                <a:lnTo>
                  <a:pt x="370656" y="2096092"/>
                </a:lnTo>
                <a:lnTo>
                  <a:pt x="367880" y="2073058"/>
                </a:lnTo>
                <a:lnTo>
                  <a:pt x="364707" y="2050024"/>
                </a:lnTo>
                <a:lnTo>
                  <a:pt x="361207" y="2026990"/>
                </a:lnTo>
                <a:lnTo>
                  <a:pt x="357490" y="2003956"/>
                </a:lnTo>
                <a:lnTo>
                  <a:pt x="353700" y="1980922"/>
                </a:lnTo>
                <a:lnTo>
                  <a:pt x="350010" y="1957888"/>
                </a:lnTo>
                <a:lnTo>
                  <a:pt x="346612" y="1934854"/>
                </a:lnTo>
                <a:lnTo>
                  <a:pt x="343698" y="1911820"/>
                </a:lnTo>
                <a:lnTo>
                  <a:pt x="341443" y="1888786"/>
                </a:lnTo>
                <a:lnTo>
                  <a:pt x="339985" y="1865752"/>
                </a:lnTo>
                <a:lnTo>
                  <a:pt x="339409" y="1842718"/>
                </a:lnTo>
                <a:lnTo>
                  <a:pt x="339734" y="1819684"/>
                </a:lnTo>
                <a:lnTo>
                  <a:pt x="340916" y="1796650"/>
                </a:lnTo>
                <a:lnTo>
                  <a:pt x="342845" y="1773616"/>
                </a:lnTo>
                <a:lnTo>
                  <a:pt x="345365" y="1750582"/>
                </a:lnTo>
                <a:lnTo>
                  <a:pt x="348284" y="1727548"/>
                </a:lnTo>
                <a:lnTo>
                  <a:pt x="351401" y="1704514"/>
                </a:lnTo>
                <a:lnTo>
                  <a:pt x="354520" y="1681480"/>
                </a:lnTo>
                <a:lnTo>
                  <a:pt x="357468" y="1658446"/>
                </a:lnTo>
                <a:lnTo>
                  <a:pt x="360105" y="1635412"/>
                </a:lnTo>
                <a:lnTo>
                  <a:pt x="362333" y="1612378"/>
                </a:lnTo>
                <a:lnTo>
                  <a:pt x="364091" y="1589344"/>
                </a:lnTo>
                <a:lnTo>
                  <a:pt x="365350" y="1566310"/>
                </a:lnTo>
                <a:lnTo>
                  <a:pt x="366113" y="1543276"/>
                </a:lnTo>
                <a:lnTo>
                  <a:pt x="366398" y="1520242"/>
                </a:lnTo>
                <a:lnTo>
                  <a:pt x="366242" y="1497208"/>
                </a:lnTo>
                <a:lnTo>
                  <a:pt x="365689" y="1474174"/>
                </a:lnTo>
                <a:lnTo>
                  <a:pt x="364790" y="1451140"/>
                </a:lnTo>
                <a:lnTo>
                  <a:pt x="363607" y="1428106"/>
                </a:lnTo>
                <a:lnTo>
                  <a:pt x="362209" y="1405072"/>
                </a:lnTo>
                <a:lnTo>
                  <a:pt x="360679" y="1382038"/>
                </a:lnTo>
                <a:lnTo>
                  <a:pt x="359106" y="1359004"/>
                </a:lnTo>
                <a:lnTo>
                  <a:pt x="357587" y="1335970"/>
                </a:lnTo>
                <a:lnTo>
                  <a:pt x="356221" y="1312937"/>
                </a:lnTo>
                <a:lnTo>
                  <a:pt x="355099" y="1289903"/>
                </a:lnTo>
                <a:lnTo>
                  <a:pt x="354297" y="1266869"/>
                </a:lnTo>
                <a:lnTo>
                  <a:pt x="353868" y="1243835"/>
                </a:lnTo>
                <a:lnTo>
                  <a:pt x="353833" y="1220801"/>
                </a:lnTo>
                <a:lnTo>
                  <a:pt x="354179" y="1197767"/>
                </a:lnTo>
                <a:lnTo>
                  <a:pt x="354861" y="1174733"/>
                </a:lnTo>
                <a:lnTo>
                  <a:pt x="355805" y="1151699"/>
                </a:lnTo>
                <a:lnTo>
                  <a:pt x="356919" y="1128665"/>
                </a:lnTo>
                <a:lnTo>
                  <a:pt x="358104" y="1105631"/>
                </a:lnTo>
                <a:lnTo>
                  <a:pt x="359265" y="1082597"/>
                </a:lnTo>
                <a:lnTo>
                  <a:pt x="360323" y="1059563"/>
                </a:lnTo>
                <a:lnTo>
                  <a:pt x="361223" y="1036529"/>
                </a:lnTo>
                <a:lnTo>
                  <a:pt x="361936" y="1013495"/>
                </a:lnTo>
                <a:lnTo>
                  <a:pt x="362460" y="990461"/>
                </a:lnTo>
                <a:lnTo>
                  <a:pt x="362816" y="967427"/>
                </a:lnTo>
                <a:lnTo>
                  <a:pt x="363041" y="944393"/>
                </a:lnTo>
                <a:lnTo>
                  <a:pt x="363179" y="921359"/>
                </a:lnTo>
                <a:lnTo>
                  <a:pt x="363276" y="898325"/>
                </a:lnTo>
                <a:lnTo>
                  <a:pt x="363370" y="875291"/>
                </a:lnTo>
                <a:lnTo>
                  <a:pt x="363492" y="852257"/>
                </a:lnTo>
                <a:lnTo>
                  <a:pt x="363662" y="829223"/>
                </a:lnTo>
                <a:lnTo>
                  <a:pt x="363888" y="806189"/>
                </a:lnTo>
                <a:lnTo>
                  <a:pt x="364177" y="783155"/>
                </a:lnTo>
                <a:lnTo>
                  <a:pt x="364529" y="760121"/>
                </a:lnTo>
                <a:lnTo>
                  <a:pt x="364947" y="737087"/>
                </a:lnTo>
                <a:lnTo>
                  <a:pt x="365435" y="714053"/>
                </a:lnTo>
                <a:lnTo>
                  <a:pt x="366002" y="691019"/>
                </a:lnTo>
                <a:lnTo>
                  <a:pt x="366658" y="667985"/>
                </a:lnTo>
                <a:lnTo>
                  <a:pt x="367414" y="644951"/>
                </a:lnTo>
                <a:lnTo>
                  <a:pt x="368273" y="621917"/>
                </a:lnTo>
                <a:lnTo>
                  <a:pt x="369233" y="598883"/>
                </a:lnTo>
                <a:lnTo>
                  <a:pt x="370275" y="575849"/>
                </a:lnTo>
                <a:lnTo>
                  <a:pt x="371358" y="552815"/>
                </a:lnTo>
                <a:lnTo>
                  <a:pt x="372418" y="529781"/>
                </a:lnTo>
                <a:lnTo>
                  <a:pt x="373354" y="506747"/>
                </a:lnTo>
                <a:lnTo>
                  <a:pt x="374024" y="483713"/>
                </a:lnTo>
                <a:lnTo>
                  <a:pt x="374235" y="460679"/>
                </a:lnTo>
                <a:lnTo>
                  <a:pt x="373734" y="437646"/>
                </a:lnTo>
                <a:lnTo>
                  <a:pt x="372201" y="414612"/>
                </a:lnTo>
                <a:lnTo>
                  <a:pt x="369245" y="391578"/>
                </a:lnTo>
                <a:lnTo>
                  <a:pt x="364408" y="368544"/>
                </a:lnTo>
                <a:lnTo>
                  <a:pt x="357180" y="345510"/>
                </a:lnTo>
                <a:lnTo>
                  <a:pt x="347025" y="322476"/>
                </a:lnTo>
                <a:lnTo>
                  <a:pt x="333430" y="299442"/>
                </a:lnTo>
                <a:lnTo>
                  <a:pt x="315961" y="276408"/>
                </a:lnTo>
                <a:lnTo>
                  <a:pt x="294343" y="253374"/>
                </a:lnTo>
                <a:lnTo>
                  <a:pt x="268536" y="230340"/>
                </a:lnTo>
                <a:lnTo>
                  <a:pt x="238811" y="207306"/>
                </a:lnTo>
                <a:lnTo>
                  <a:pt x="205810" y="184272"/>
                </a:lnTo>
                <a:lnTo>
                  <a:pt x="170567" y="161238"/>
                </a:lnTo>
                <a:lnTo>
                  <a:pt x="134491" y="138204"/>
                </a:lnTo>
                <a:lnTo>
                  <a:pt x="99297" y="115170"/>
                </a:lnTo>
                <a:lnTo>
                  <a:pt x="66884" y="92136"/>
                </a:lnTo>
                <a:lnTo>
                  <a:pt x="39173" y="69102"/>
                </a:lnTo>
                <a:lnTo>
                  <a:pt x="17926" y="46068"/>
                </a:lnTo>
                <a:lnTo>
                  <a:pt x="4561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033" y="23034"/>
                </a:lnTo>
                <a:lnTo>
                  <a:pt x="764669" y="46068"/>
                </a:lnTo>
                <a:lnTo>
                  <a:pt x="743422" y="69102"/>
                </a:lnTo>
                <a:lnTo>
                  <a:pt x="715711" y="92136"/>
                </a:lnTo>
                <a:lnTo>
                  <a:pt x="683297" y="115170"/>
                </a:lnTo>
                <a:lnTo>
                  <a:pt x="648104" y="138204"/>
                </a:lnTo>
                <a:lnTo>
                  <a:pt x="612028" y="161238"/>
                </a:lnTo>
                <a:lnTo>
                  <a:pt x="576785" y="184272"/>
                </a:lnTo>
                <a:lnTo>
                  <a:pt x="543783" y="207306"/>
                </a:lnTo>
                <a:lnTo>
                  <a:pt x="514059" y="230340"/>
                </a:lnTo>
                <a:lnTo>
                  <a:pt x="488251" y="253374"/>
                </a:lnTo>
                <a:lnTo>
                  <a:pt x="466633" y="276408"/>
                </a:lnTo>
                <a:lnTo>
                  <a:pt x="449165" y="299442"/>
                </a:lnTo>
                <a:lnTo>
                  <a:pt x="435569" y="322476"/>
                </a:lnTo>
                <a:lnTo>
                  <a:pt x="425415" y="345510"/>
                </a:lnTo>
                <a:lnTo>
                  <a:pt x="418186" y="368544"/>
                </a:lnTo>
                <a:lnTo>
                  <a:pt x="413350" y="391578"/>
                </a:lnTo>
                <a:lnTo>
                  <a:pt x="410394" y="414612"/>
                </a:lnTo>
                <a:lnTo>
                  <a:pt x="408861" y="437646"/>
                </a:lnTo>
                <a:lnTo>
                  <a:pt x="408360" y="460679"/>
                </a:lnTo>
                <a:lnTo>
                  <a:pt x="408571" y="483713"/>
                </a:lnTo>
                <a:lnTo>
                  <a:pt x="409240" y="506747"/>
                </a:lnTo>
                <a:lnTo>
                  <a:pt x="410176" y="529781"/>
                </a:lnTo>
                <a:lnTo>
                  <a:pt x="411236" y="552815"/>
                </a:lnTo>
                <a:lnTo>
                  <a:pt x="412320" y="575849"/>
                </a:lnTo>
                <a:lnTo>
                  <a:pt x="413361" y="598883"/>
                </a:lnTo>
                <a:lnTo>
                  <a:pt x="414321" y="621917"/>
                </a:lnTo>
                <a:lnTo>
                  <a:pt x="415181" y="644951"/>
                </a:lnTo>
                <a:lnTo>
                  <a:pt x="415936" y="667985"/>
                </a:lnTo>
                <a:lnTo>
                  <a:pt x="416593" y="691019"/>
                </a:lnTo>
                <a:lnTo>
                  <a:pt x="417160" y="714053"/>
                </a:lnTo>
                <a:lnTo>
                  <a:pt x="417648" y="737087"/>
                </a:lnTo>
                <a:lnTo>
                  <a:pt x="418066" y="760121"/>
                </a:lnTo>
                <a:lnTo>
                  <a:pt x="418418" y="783155"/>
                </a:lnTo>
                <a:lnTo>
                  <a:pt x="418706" y="806189"/>
                </a:lnTo>
                <a:lnTo>
                  <a:pt x="418933" y="829223"/>
                </a:lnTo>
                <a:lnTo>
                  <a:pt x="419102" y="852257"/>
                </a:lnTo>
                <a:lnTo>
                  <a:pt x="419224" y="875291"/>
                </a:lnTo>
                <a:lnTo>
                  <a:pt x="419319" y="898325"/>
                </a:lnTo>
                <a:lnTo>
                  <a:pt x="419415" y="921359"/>
                </a:lnTo>
                <a:lnTo>
                  <a:pt x="419554" y="944393"/>
                </a:lnTo>
                <a:lnTo>
                  <a:pt x="419779" y="967427"/>
                </a:lnTo>
                <a:lnTo>
                  <a:pt x="420135" y="990461"/>
                </a:lnTo>
                <a:lnTo>
                  <a:pt x="420659" y="1013495"/>
                </a:lnTo>
                <a:lnTo>
                  <a:pt x="421372" y="1036529"/>
                </a:lnTo>
                <a:lnTo>
                  <a:pt x="422272" y="1059563"/>
                </a:lnTo>
                <a:lnTo>
                  <a:pt x="423330" y="1082597"/>
                </a:lnTo>
                <a:lnTo>
                  <a:pt x="424491" y="1105631"/>
                </a:lnTo>
                <a:lnTo>
                  <a:pt x="425676" y="1128665"/>
                </a:lnTo>
                <a:lnTo>
                  <a:pt x="426790" y="1151699"/>
                </a:lnTo>
                <a:lnTo>
                  <a:pt x="427734" y="1174733"/>
                </a:lnTo>
                <a:lnTo>
                  <a:pt x="428415" y="1197767"/>
                </a:lnTo>
                <a:lnTo>
                  <a:pt x="428761" y="1220801"/>
                </a:lnTo>
                <a:lnTo>
                  <a:pt x="428726" y="1243835"/>
                </a:lnTo>
                <a:lnTo>
                  <a:pt x="428297" y="1266869"/>
                </a:lnTo>
                <a:lnTo>
                  <a:pt x="427496" y="1289903"/>
                </a:lnTo>
                <a:lnTo>
                  <a:pt x="426374" y="1312937"/>
                </a:lnTo>
                <a:lnTo>
                  <a:pt x="425007" y="1335970"/>
                </a:lnTo>
                <a:lnTo>
                  <a:pt x="423489" y="1359004"/>
                </a:lnTo>
                <a:lnTo>
                  <a:pt x="421916" y="1382038"/>
                </a:lnTo>
                <a:lnTo>
                  <a:pt x="420385" y="1405072"/>
                </a:lnTo>
                <a:lnTo>
                  <a:pt x="418988" y="1428106"/>
                </a:lnTo>
                <a:lnTo>
                  <a:pt x="417805" y="1451140"/>
                </a:lnTo>
                <a:lnTo>
                  <a:pt x="416906" y="1474174"/>
                </a:lnTo>
                <a:lnTo>
                  <a:pt x="416352" y="1497208"/>
                </a:lnTo>
                <a:lnTo>
                  <a:pt x="416196" y="1520242"/>
                </a:lnTo>
                <a:lnTo>
                  <a:pt x="416482" y="1543276"/>
                </a:lnTo>
                <a:lnTo>
                  <a:pt x="417244" y="1566310"/>
                </a:lnTo>
                <a:lnTo>
                  <a:pt x="418504" y="1589344"/>
                </a:lnTo>
                <a:lnTo>
                  <a:pt x="420261" y="1612378"/>
                </a:lnTo>
                <a:lnTo>
                  <a:pt x="422489" y="1635412"/>
                </a:lnTo>
                <a:lnTo>
                  <a:pt x="425127" y="1658446"/>
                </a:lnTo>
                <a:lnTo>
                  <a:pt x="428075" y="1681480"/>
                </a:lnTo>
                <a:lnTo>
                  <a:pt x="431193" y="1704514"/>
                </a:lnTo>
                <a:lnTo>
                  <a:pt x="434310" y="1727548"/>
                </a:lnTo>
                <a:lnTo>
                  <a:pt x="437230" y="1750582"/>
                </a:lnTo>
                <a:lnTo>
                  <a:pt x="439750" y="1773616"/>
                </a:lnTo>
                <a:lnTo>
                  <a:pt x="441679" y="1796650"/>
                </a:lnTo>
                <a:lnTo>
                  <a:pt x="442861" y="1819684"/>
                </a:lnTo>
                <a:lnTo>
                  <a:pt x="443186" y="1842718"/>
                </a:lnTo>
                <a:lnTo>
                  <a:pt x="442609" y="1865752"/>
                </a:lnTo>
                <a:lnTo>
                  <a:pt x="441151" y="1888786"/>
                </a:lnTo>
                <a:lnTo>
                  <a:pt x="438897" y="1911820"/>
                </a:lnTo>
                <a:lnTo>
                  <a:pt x="435983" y="1934854"/>
                </a:lnTo>
                <a:lnTo>
                  <a:pt x="432585" y="1957888"/>
                </a:lnTo>
                <a:lnTo>
                  <a:pt x="428895" y="1980922"/>
                </a:lnTo>
                <a:lnTo>
                  <a:pt x="425105" y="2003956"/>
                </a:lnTo>
                <a:lnTo>
                  <a:pt x="421388" y="2026990"/>
                </a:lnTo>
                <a:lnTo>
                  <a:pt x="417888" y="2050024"/>
                </a:lnTo>
                <a:lnTo>
                  <a:pt x="414714" y="2073058"/>
                </a:lnTo>
                <a:lnTo>
                  <a:pt x="411938" y="2096092"/>
                </a:lnTo>
                <a:lnTo>
                  <a:pt x="409600" y="2119126"/>
                </a:lnTo>
                <a:lnTo>
                  <a:pt x="407712" y="2142160"/>
                </a:lnTo>
                <a:lnTo>
                  <a:pt x="406268" y="2165194"/>
                </a:lnTo>
                <a:lnTo>
                  <a:pt x="405249" y="2188228"/>
                </a:lnTo>
                <a:lnTo>
                  <a:pt x="404628" y="2211261"/>
                </a:lnTo>
                <a:lnTo>
                  <a:pt x="404375" y="2234295"/>
                </a:lnTo>
                <a:lnTo>
                  <a:pt x="404453" y="2257329"/>
                </a:lnTo>
                <a:lnTo>
                  <a:pt x="404823" y="2280363"/>
                </a:lnTo>
                <a:lnTo>
                  <a:pt x="405440" y="2303397"/>
                </a:lnTo>
                <a:lnTo>
                  <a:pt x="406252" y="2326431"/>
                </a:lnTo>
                <a:lnTo>
                  <a:pt x="407203" y="2349465"/>
                </a:lnTo>
                <a:lnTo>
                  <a:pt x="408237" y="2372499"/>
                </a:lnTo>
                <a:lnTo>
                  <a:pt x="409294" y="2395533"/>
                </a:lnTo>
                <a:lnTo>
                  <a:pt x="410325" y="2418567"/>
                </a:lnTo>
                <a:lnTo>
                  <a:pt x="411284" y="2441601"/>
                </a:lnTo>
                <a:lnTo>
                  <a:pt x="412142" y="2464635"/>
                </a:lnTo>
                <a:lnTo>
                  <a:pt x="412879" y="2487669"/>
                </a:lnTo>
                <a:lnTo>
                  <a:pt x="413492" y="2510703"/>
                </a:lnTo>
                <a:lnTo>
                  <a:pt x="413983" y="2533737"/>
                </a:lnTo>
                <a:lnTo>
                  <a:pt x="414362" y="2556771"/>
                </a:lnTo>
                <a:lnTo>
                  <a:pt x="414639" y="2579805"/>
                </a:lnTo>
                <a:lnTo>
                  <a:pt x="414819" y="2602839"/>
                </a:lnTo>
                <a:lnTo>
                  <a:pt x="414902" y="2625873"/>
                </a:lnTo>
                <a:lnTo>
                  <a:pt x="414879" y="2648907"/>
                </a:lnTo>
                <a:lnTo>
                  <a:pt x="414732" y="2671941"/>
                </a:lnTo>
                <a:lnTo>
                  <a:pt x="414440" y="2694975"/>
                </a:lnTo>
                <a:lnTo>
                  <a:pt x="413982" y="2718009"/>
                </a:lnTo>
                <a:lnTo>
                  <a:pt x="413338" y="2741043"/>
                </a:lnTo>
                <a:lnTo>
                  <a:pt x="412501" y="2764077"/>
                </a:lnTo>
                <a:lnTo>
                  <a:pt x="411475" y="2787111"/>
                </a:lnTo>
                <a:lnTo>
                  <a:pt x="410275" y="2810145"/>
                </a:lnTo>
                <a:lnTo>
                  <a:pt x="408934" y="2833179"/>
                </a:lnTo>
                <a:lnTo>
                  <a:pt x="407497" y="2856213"/>
                </a:lnTo>
                <a:lnTo>
                  <a:pt x="406016" y="2879247"/>
                </a:lnTo>
                <a:lnTo>
                  <a:pt x="404549" y="2902281"/>
                </a:lnTo>
                <a:lnTo>
                  <a:pt x="403154" y="2925315"/>
                </a:lnTo>
                <a:lnTo>
                  <a:pt x="401885" y="2948349"/>
                </a:lnTo>
                <a:lnTo>
                  <a:pt x="400784" y="2971383"/>
                </a:lnTo>
                <a:lnTo>
                  <a:pt x="399886" y="2994417"/>
                </a:lnTo>
                <a:lnTo>
                  <a:pt x="399208" y="3017451"/>
                </a:lnTo>
                <a:lnTo>
                  <a:pt x="398754" y="3040485"/>
                </a:lnTo>
                <a:lnTo>
                  <a:pt x="398518" y="3063518"/>
                </a:lnTo>
                <a:lnTo>
                  <a:pt x="398481" y="3086552"/>
                </a:lnTo>
                <a:lnTo>
                  <a:pt x="398617" y="3109586"/>
                </a:lnTo>
                <a:lnTo>
                  <a:pt x="398898" y="3132620"/>
                </a:lnTo>
                <a:lnTo>
                  <a:pt x="399298" y="3155654"/>
                </a:lnTo>
                <a:lnTo>
                  <a:pt x="399795" y="3178688"/>
                </a:lnTo>
                <a:lnTo>
                  <a:pt x="400383" y="3201722"/>
                </a:lnTo>
                <a:lnTo>
                  <a:pt x="401066" y="3224756"/>
                </a:lnTo>
                <a:lnTo>
                  <a:pt x="401873" y="3247790"/>
                </a:lnTo>
                <a:lnTo>
                  <a:pt x="402847" y="3270824"/>
                </a:lnTo>
                <a:lnTo>
                  <a:pt x="404057" y="3293858"/>
                </a:lnTo>
                <a:lnTo>
                  <a:pt x="405588" y="3316892"/>
                </a:lnTo>
                <a:lnTo>
                  <a:pt x="407541" y="3339926"/>
                </a:lnTo>
                <a:lnTo>
                  <a:pt x="410021" y="3362960"/>
                </a:lnTo>
                <a:lnTo>
                  <a:pt x="413131" y="3385994"/>
                </a:lnTo>
                <a:lnTo>
                  <a:pt x="416955" y="3409028"/>
                </a:lnTo>
                <a:lnTo>
                  <a:pt x="421546" y="3432062"/>
                </a:lnTo>
                <a:lnTo>
                  <a:pt x="426909" y="3455096"/>
                </a:lnTo>
                <a:lnTo>
                  <a:pt x="432986" y="3478130"/>
                </a:lnTo>
                <a:lnTo>
                  <a:pt x="439649" y="3501164"/>
                </a:lnTo>
                <a:lnTo>
                  <a:pt x="446696" y="3524198"/>
                </a:lnTo>
                <a:lnTo>
                  <a:pt x="453853" y="3547232"/>
                </a:lnTo>
                <a:lnTo>
                  <a:pt x="460793" y="3570266"/>
                </a:lnTo>
                <a:lnTo>
                  <a:pt x="467153" y="3593300"/>
                </a:lnTo>
                <a:lnTo>
                  <a:pt x="472571" y="3616334"/>
                </a:lnTo>
                <a:lnTo>
                  <a:pt x="476713" y="3639368"/>
                </a:lnTo>
                <a:lnTo>
                  <a:pt x="479314" y="3662402"/>
                </a:lnTo>
                <a:lnTo>
                  <a:pt x="480201" y="3685436"/>
                </a:lnTo>
                <a:lnTo>
                  <a:pt x="480201" y="3685436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556" name="e_full_violin_4005">
            <a:extLst>
              <a:ext uri="{FF2B5EF4-FFF2-40B4-BE49-F238E27FC236}">
                <a16:creationId xmlns:a16="http://schemas.microsoft.com/office/drawing/2014/main" id="{D7FC6DE5-606E-4290-B523-2A4256C2AAF3}"/>
              </a:ext>
            </a:extLst>
          </p:cNvPr>
          <p:cNvSpPr>
            <a:spLocks noGrp="1"/>
          </p:cNvSpPr>
          <p:nvPr/>
        </p:nvSpPr>
        <p:spPr>
          <a:xfrm>
            <a:off x="60905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7" name="e_full_violin_4006">
            <a:extLst>
              <a:ext uri="{FF2B5EF4-FFF2-40B4-BE49-F238E27FC236}">
                <a16:creationId xmlns:a16="http://schemas.microsoft.com/office/drawing/2014/main" id="{0824F689-B537-4E9E-B725-DA81848E6135}"/>
              </a:ext>
            </a:extLst>
          </p:cNvPr>
          <p:cNvSpPr>
            <a:spLocks noGrp="1"/>
          </p:cNvSpPr>
          <p:nvPr/>
        </p:nvSpPr>
        <p:spPr>
          <a:xfrm>
            <a:off x="63661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8" name="e_full_violin_4007">
            <a:extLst>
              <a:ext uri="{FF2B5EF4-FFF2-40B4-BE49-F238E27FC236}">
                <a16:creationId xmlns:a16="http://schemas.microsoft.com/office/drawing/2014/main" id="{E9482B87-BE3F-45C1-BDE1-4CED0881A793}"/>
              </a:ext>
            </a:extLst>
          </p:cNvPr>
          <p:cNvSpPr>
            <a:spLocks noGrp="1"/>
          </p:cNvSpPr>
          <p:nvPr/>
        </p:nvSpPr>
        <p:spPr>
          <a:xfrm>
            <a:off x="632761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9" name="e_full_violin_4008">
            <a:extLst>
              <a:ext uri="{FF2B5EF4-FFF2-40B4-BE49-F238E27FC236}">
                <a16:creationId xmlns:a16="http://schemas.microsoft.com/office/drawing/2014/main" id="{794648CB-FDFA-4890-A8E2-2E312CD8F83F}"/>
              </a:ext>
            </a:extLst>
          </p:cNvPr>
          <p:cNvSpPr>
            <a:spLocks noGrp="1"/>
          </p:cNvSpPr>
          <p:nvPr/>
        </p:nvSpPr>
        <p:spPr>
          <a:xfrm>
            <a:off x="6333962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0" name="e_full_violin_4009">
            <a:extLst>
              <a:ext uri="{FF2B5EF4-FFF2-40B4-BE49-F238E27FC236}">
                <a16:creationId xmlns:a16="http://schemas.microsoft.com/office/drawing/2014/main" id="{29541B91-3ABD-4228-9FC7-3F31C4CA267C}"/>
              </a:ext>
            </a:extLst>
          </p:cNvPr>
          <p:cNvSpPr>
            <a:spLocks noGrp="1"/>
          </p:cNvSpPr>
          <p:nvPr/>
        </p:nvSpPr>
        <p:spPr>
          <a:xfrm>
            <a:off x="6239438" y="400177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1" name="e_full_violin_4010">
            <a:extLst>
              <a:ext uri="{FF2B5EF4-FFF2-40B4-BE49-F238E27FC236}">
                <a16:creationId xmlns:a16="http://schemas.microsoft.com/office/drawing/2014/main" id="{AC232E17-4B6D-4554-9817-75CE12431D16}"/>
              </a:ext>
            </a:extLst>
          </p:cNvPr>
          <p:cNvSpPr>
            <a:spLocks noGrp="1"/>
          </p:cNvSpPr>
          <p:nvPr/>
        </p:nvSpPr>
        <p:spPr>
          <a:xfrm>
            <a:off x="637956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2" name="e_full_violin_4011">
            <a:extLst>
              <a:ext uri="{FF2B5EF4-FFF2-40B4-BE49-F238E27FC236}">
                <a16:creationId xmlns:a16="http://schemas.microsoft.com/office/drawing/2014/main" id="{56D411C7-DD8D-4BDE-B7A7-4B69129A1520}"/>
              </a:ext>
            </a:extLst>
          </p:cNvPr>
          <p:cNvSpPr>
            <a:spLocks noGrp="1"/>
          </p:cNvSpPr>
          <p:nvPr/>
        </p:nvSpPr>
        <p:spPr>
          <a:xfrm>
            <a:off x="60837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3" name="e_full_violin_4012">
            <a:extLst>
              <a:ext uri="{FF2B5EF4-FFF2-40B4-BE49-F238E27FC236}">
                <a16:creationId xmlns:a16="http://schemas.microsoft.com/office/drawing/2014/main" id="{7CD53279-47A5-4B7F-BA3A-73CBE7FD454C}"/>
              </a:ext>
            </a:extLst>
          </p:cNvPr>
          <p:cNvSpPr>
            <a:spLocks noGrp="1"/>
          </p:cNvSpPr>
          <p:nvPr/>
        </p:nvSpPr>
        <p:spPr>
          <a:xfrm>
            <a:off x="623601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4" name="e_full_violin_4013">
            <a:extLst>
              <a:ext uri="{FF2B5EF4-FFF2-40B4-BE49-F238E27FC236}">
                <a16:creationId xmlns:a16="http://schemas.microsoft.com/office/drawing/2014/main" id="{A075F080-C4AC-49CA-9CDA-6CC189A75E8B}"/>
              </a:ext>
            </a:extLst>
          </p:cNvPr>
          <p:cNvSpPr>
            <a:spLocks noGrp="1"/>
          </p:cNvSpPr>
          <p:nvPr/>
        </p:nvSpPr>
        <p:spPr>
          <a:xfrm>
            <a:off x="6517749" y="515266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5" name="e_full_violin_4014">
            <a:extLst>
              <a:ext uri="{FF2B5EF4-FFF2-40B4-BE49-F238E27FC236}">
                <a16:creationId xmlns:a16="http://schemas.microsoft.com/office/drawing/2014/main" id="{CD03F104-871E-4B94-8E1C-DA0FB7202D49}"/>
              </a:ext>
            </a:extLst>
          </p:cNvPr>
          <p:cNvSpPr>
            <a:spLocks noGrp="1"/>
          </p:cNvSpPr>
          <p:nvPr/>
        </p:nvSpPr>
        <p:spPr>
          <a:xfrm>
            <a:off x="623425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6" name="e_full_violin_4015">
            <a:extLst>
              <a:ext uri="{FF2B5EF4-FFF2-40B4-BE49-F238E27FC236}">
                <a16:creationId xmlns:a16="http://schemas.microsoft.com/office/drawing/2014/main" id="{9816F6BE-AEEB-4CB9-A7EE-C4201C8DA3F3}"/>
              </a:ext>
            </a:extLst>
          </p:cNvPr>
          <p:cNvSpPr>
            <a:spLocks noGrp="1"/>
          </p:cNvSpPr>
          <p:nvPr/>
        </p:nvSpPr>
        <p:spPr>
          <a:xfrm>
            <a:off x="6267978" y="318709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7" name="e_full_violin_4016">
            <a:extLst>
              <a:ext uri="{FF2B5EF4-FFF2-40B4-BE49-F238E27FC236}">
                <a16:creationId xmlns:a16="http://schemas.microsoft.com/office/drawing/2014/main" id="{D430365D-28D6-4AC8-B35C-643A467BE313}"/>
              </a:ext>
            </a:extLst>
          </p:cNvPr>
          <p:cNvSpPr>
            <a:spLocks noGrp="1"/>
          </p:cNvSpPr>
          <p:nvPr/>
        </p:nvSpPr>
        <p:spPr>
          <a:xfrm>
            <a:off x="607390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8" name="e_full_violin_4017">
            <a:extLst>
              <a:ext uri="{FF2B5EF4-FFF2-40B4-BE49-F238E27FC236}">
                <a16:creationId xmlns:a16="http://schemas.microsoft.com/office/drawing/2014/main" id="{255F7D56-628B-4D90-929D-EB0545DF9A27}"/>
              </a:ext>
            </a:extLst>
          </p:cNvPr>
          <p:cNvSpPr>
            <a:spLocks noGrp="1"/>
          </p:cNvSpPr>
          <p:nvPr/>
        </p:nvSpPr>
        <p:spPr>
          <a:xfrm>
            <a:off x="613917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9" name="e_full_violin_4018">
            <a:extLst>
              <a:ext uri="{FF2B5EF4-FFF2-40B4-BE49-F238E27FC236}">
                <a16:creationId xmlns:a16="http://schemas.microsoft.com/office/drawing/2014/main" id="{0626ABDC-F884-4C40-9E58-4AC69BE72214}"/>
              </a:ext>
            </a:extLst>
          </p:cNvPr>
          <p:cNvSpPr>
            <a:spLocks noGrp="1"/>
          </p:cNvSpPr>
          <p:nvPr/>
        </p:nvSpPr>
        <p:spPr>
          <a:xfrm>
            <a:off x="6348505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0" name="e_full_violin_4019">
            <a:extLst>
              <a:ext uri="{FF2B5EF4-FFF2-40B4-BE49-F238E27FC236}">
                <a16:creationId xmlns:a16="http://schemas.microsoft.com/office/drawing/2014/main" id="{25E9F15D-96F2-4363-AE52-19DAFED70499}"/>
              </a:ext>
            </a:extLst>
          </p:cNvPr>
          <p:cNvSpPr>
            <a:spLocks noGrp="1"/>
          </p:cNvSpPr>
          <p:nvPr/>
        </p:nvSpPr>
        <p:spPr>
          <a:xfrm>
            <a:off x="6478028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1" name="e_full_violin_4020">
            <a:extLst>
              <a:ext uri="{FF2B5EF4-FFF2-40B4-BE49-F238E27FC236}">
                <a16:creationId xmlns:a16="http://schemas.microsoft.com/office/drawing/2014/main" id="{3827433C-0307-4CD0-BE36-9BEB8CB2A04F}"/>
              </a:ext>
            </a:extLst>
          </p:cNvPr>
          <p:cNvSpPr>
            <a:spLocks noGrp="1"/>
          </p:cNvSpPr>
          <p:nvPr/>
        </p:nvSpPr>
        <p:spPr>
          <a:xfrm>
            <a:off x="6432822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2" name="e_full_violin_4021">
            <a:extLst>
              <a:ext uri="{FF2B5EF4-FFF2-40B4-BE49-F238E27FC236}">
                <a16:creationId xmlns:a16="http://schemas.microsoft.com/office/drawing/2014/main" id="{C78B1627-EAD2-417E-A85C-C45DC7C05D14}"/>
              </a:ext>
            </a:extLst>
          </p:cNvPr>
          <p:cNvSpPr>
            <a:spLocks noGrp="1"/>
          </p:cNvSpPr>
          <p:nvPr/>
        </p:nvSpPr>
        <p:spPr>
          <a:xfrm>
            <a:off x="632075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3" name="e_full_violin_4022">
            <a:extLst>
              <a:ext uri="{FF2B5EF4-FFF2-40B4-BE49-F238E27FC236}">
                <a16:creationId xmlns:a16="http://schemas.microsoft.com/office/drawing/2014/main" id="{1046C06A-89B7-4E79-8900-AA07825CBE5A}"/>
              </a:ext>
            </a:extLst>
          </p:cNvPr>
          <p:cNvSpPr>
            <a:spLocks noGrp="1"/>
          </p:cNvSpPr>
          <p:nvPr/>
        </p:nvSpPr>
        <p:spPr>
          <a:xfrm>
            <a:off x="615162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4" name="e_full_violin_4023">
            <a:extLst>
              <a:ext uri="{FF2B5EF4-FFF2-40B4-BE49-F238E27FC236}">
                <a16:creationId xmlns:a16="http://schemas.microsoft.com/office/drawing/2014/main" id="{B9F37584-7DA3-4717-9FBB-D1229396950E}"/>
              </a:ext>
            </a:extLst>
          </p:cNvPr>
          <p:cNvSpPr>
            <a:spLocks noGrp="1"/>
          </p:cNvSpPr>
          <p:nvPr/>
        </p:nvSpPr>
        <p:spPr>
          <a:xfrm>
            <a:off x="631276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5" name="e_full_violin_4024">
            <a:extLst>
              <a:ext uri="{FF2B5EF4-FFF2-40B4-BE49-F238E27FC236}">
                <a16:creationId xmlns:a16="http://schemas.microsoft.com/office/drawing/2014/main" id="{6DC8400E-ABCC-4D38-AEEB-0FA0A7B2270D}"/>
              </a:ext>
            </a:extLst>
          </p:cNvPr>
          <p:cNvSpPr>
            <a:spLocks noGrp="1"/>
          </p:cNvSpPr>
          <p:nvPr/>
        </p:nvSpPr>
        <p:spPr>
          <a:xfrm>
            <a:off x="634970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6" name="e_full_violin_4025">
            <a:extLst>
              <a:ext uri="{FF2B5EF4-FFF2-40B4-BE49-F238E27FC236}">
                <a16:creationId xmlns:a16="http://schemas.microsoft.com/office/drawing/2014/main" id="{7421DA8F-0AF8-4F51-8CD1-AFE5D415C82C}"/>
              </a:ext>
            </a:extLst>
          </p:cNvPr>
          <p:cNvSpPr>
            <a:spLocks noGrp="1"/>
          </p:cNvSpPr>
          <p:nvPr/>
        </p:nvSpPr>
        <p:spPr>
          <a:xfrm>
            <a:off x="6159124" y="388323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7" name="e_full_violin_4026">
            <a:extLst>
              <a:ext uri="{FF2B5EF4-FFF2-40B4-BE49-F238E27FC236}">
                <a16:creationId xmlns:a16="http://schemas.microsoft.com/office/drawing/2014/main" id="{6C6023E4-EDF2-47A3-A34E-3AD902C40256}"/>
              </a:ext>
            </a:extLst>
          </p:cNvPr>
          <p:cNvSpPr>
            <a:spLocks noGrp="1"/>
          </p:cNvSpPr>
          <p:nvPr/>
        </p:nvSpPr>
        <p:spPr>
          <a:xfrm>
            <a:off x="629417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8" name="e_full_violin_4027">
            <a:extLst>
              <a:ext uri="{FF2B5EF4-FFF2-40B4-BE49-F238E27FC236}">
                <a16:creationId xmlns:a16="http://schemas.microsoft.com/office/drawing/2014/main" id="{0C9C7454-2DE8-4EB0-B168-9E33BB470364}"/>
              </a:ext>
            </a:extLst>
          </p:cNvPr>
          <p:cNvSpPr>
            <a:spLocks noGrp="1"/>
          </p:cNvSpPr>
          <p:nvPr/>
        </p:nvSpPr>
        <p:spPr>
          <a:xfrm>
            <a:off x="6136232" y="318709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9" name="e_full_violin_4028">
            <a:extLst>
              <a:ext uri="{FF2B5EF4-FFF2-40B4-BE49-F238E27FC236}">
                <a16:creationId xmlns:a16="http://schemas.microsoft.com/office/drawing/2014/main" id="{44389AB7-0BBC-43E1-9A7B-72B1E2883004}"/>
              </a:ext>
            </a:extLst>
          </p:cNvPr>
          <p:cNvSpPr>
            <a:spLocks noGrp="1"/>
          </p:cNvSpPr>
          <p:nvPr/>
        </p:nvSpPr>
        <p:spPr>
          <a:xfrm>
            <a:off x="6328046" y="383204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0" name="e_full_violin_4029">
            <a:extLst>
              <a:ext uri="{FF2B5EF4-FFF2-40B4-BE49-F238E27FC236}">
                <a16:creationId xmlns:a16="http://schemas.microsoft.com/office/drawing/2014/main" id="{63EBFA30-1E3C-4B1F-80D2-5EA23B9697B8}"/>
              </a:ext>
            </a:extLst>
          </p:cNvPr>
          <p:cNvSpPr>
            <a:spLocks noGrp="1"/>
          </p:cNvSpPr>
          <p:nvPr/>
        </p:nvSpPr>
        <p:spPr>
          <a:xfrm>
            <a:off x="6163456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1" name="e_full_violin_4030">
            <a:extLst>
              <a:ext uri="{FF2B5EF4-FFF2-40B4-BE49-F238E27FC236}">
                <a16:creationId xmlns:a16="http://schemas.microsoft.com/office/drawing/2014/main" id="{34105085-8FFA-40CC-A66E-5DE3AF0B93AA}"/>
              </a:ext>
            </a:extLst>
          </p:cNvPr>
          <p:cNvSpPr>
            <a:spLocks noGrp="1"/>
          </p:cNvSpPr>
          <p:nvPr/>
        </p:nvSpPr>
        <p:spPr>
          <a:xfrm>
            <a:off x="6080975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2" name="e_full_violin_4031">
            <a:extLst>
              <a:ext uri="{FF2B5EF4-FFF2-40B4-BE49-F238E27FC236}">
                <a16:creationId xmlns:a16="http://schemas.microsoft.com/office/drawing/2014/main" id="{50BBF057-12C0-46FC-B5A9-C0B7AFF88C5B}"/>
              </a:ext>
            </a:extLst>
          </p:cNvPr>
          <p:cNvSpPr>
            <a:spLocks noGrp="1"/>
          </p:cNvSpPr>
          <p:nvPr/>
        </p:nvSpPr>
        <p:spPr>
          <a:xfrm>
            <a:off x="6284412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3" name="e_full_violin_4032">
            <a:extLst>
              <a:ext uri="{FF2B5EF4-FFF2-40B4-BE49-F238E27FC236}">
                <a16:creationId xmlns:a16="http://schemas.microsoft.com/office/drawing/2014/main" id="{8DEC74F9-EDF9-4F17-8FE7-8E9035AD9CF6}"/>
              </a:ext>
            </a:extLst>
          </p:cNvPr>
          <p:cNvSpPr>
            <a:spLocks noGrp="1"/>
          </p:cNvSpPr>
          <p:nvPr/>
        </p:nvSpPr>
        <p:spPr>
          <a:xfrm>
            <a:off x="6325697" y="514321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4" name="e_full_violin_4033">
            <a:extLst>
              <a:ext uri="{FF2B5EF4-FFF2-40B4-BE49-F238E27FC236}">
                <a16:creationId xmlns:a16="http://schemas.microsoft.com/office/drawing/2014/main" id="{6A3ECFDA-B24B-452A-BBEB-E7C38D1D13CA}"/>
              </a:ext>
            </a:extLst>
          </p:cNvPr>
          <p:cNvSpPr>
            <a:spLocks noGrp="1"/>
          </p:cNvSpPr>
          <p:nvPr/>
        </p:nvSpPr>
        <p:spPr>
          <a:xfrm>
            <a:off x="6534669" y="508246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5" name="e_full_violin_4034">
            <a:extLst>
              <a:ext uri="{FF2B5EF4-FFF2-40B4-BE49-F238E27FC236}">
                <a16:creationId xmlns:a16="http://schemas.microsoft.com/office/drawing/2014/main" id="{B95FD1BC-F403-40EF-9B95-56280D7BE3CC}"/>
              </a:ext>
            </a:extLst>
          </p:cNvPr>
          <p:cNvSpPr>
            <a:spLocks noGrp="1"/>
          </p:cNvSpPr>
          <p:nvPr/>
        </p:nvSpPr>
        <p:spPr>
          <a:xfrm>
            <a:off x="64961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6" name="e_full_violin_4035">
            <a:extLst>
              <a:ext uri="{FF2B5EF4-FFF2-40B4-BE49-F238E27FC236}">
                <a16:creationId xmlns:a16="http://schemas.microsoft.com/office/drawing/2014/main" id="{FFD27F16-5599-4DC4-B96A-DCE1807D7C39}"/>
              </a:ext>
            </a:extLst>
          </p:cNvPr>
          <p:cNvSpPr>
            <a:spLocks noGrp="1"/>
          </p:cNvSpPr>
          <p:nvPr/>
        </p:nvSpPr>
        <p:spPr>
          <a:xfrm>
            <a:off x="623679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7" name="e_full_violin_4036">
            <a:extLst>
              <a:ext uri="{FF2B5EF4-FFF2-40B4-BE49-F238E27FC236}">
                <a16:creationId xmlns:a16="http://schemas.microsoft.com/office/drawing/2014/main" id="{831406B4-DBA0-4959-94FA-33492AAD987E}"/>
              </a:ext>
            </a:extLst>
          </p:cNvPr>
          <p:cNvSpPr>
            <a:spLocks noGrp="1"/>
          </p:cNvSpPr>
          <p:nvPr/>
        </p:nvSpPr>
        <p:spPr>
          <a:xfrm>
            <a:off x="6274012" y="443447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8" name="e_full_violin_4037">
            <a:extLst>
              <a:ext uri="{FF2B5EF4-FFF2-40B4-BE49-F238E27FC236}">
                <a16:creationId xmlns:a16="http://schemas.microsoft.com/office/drawing/2014/main" id="{64539D14-462A-46D8-A0CE-FC920B040788}"/>
              </a:ext>
            </a:extLst>
          </p:cNvPr>
          <p:cNvSpPr>
            <a:spLocks noGrp="1"/>
          </p:cNvSpPr>
          <p:nvPr/>
        </p:nvSpPr>
        <p:spPr>
          <a:xfrm>
            <a:off x="634996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9" name="e_full_violin_4038">
            <a:extLst>
              <a:ext uri="{FF2B5EF4-FFF2-40B4-BE49-F238E27FC236}">
                <a16:creationId xmlns:a16="http://schemas.microsoft.com/office/drawing/2014/main" id="{34B5470B-0754-46D7-AFEE-6B6B8CE72244}"/>
              </a:ext>
            </a:extLst>
          </p:cNvPr>
          <p:cNvSpPr>
            <a:spLocks noGrp="1"/>
          </p:cNvSpPr>
          <p:nvPr/>
        </p:nvSpPr>
        <p:spPr>
          <a:xfrm>
            <a:off x="61986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0" name="e_full_violin_4039">
            <a:extLst>
              <a:ext uri="{FF2B5EF4-FFF2-40B4-BE49-F238E27FC236}">
                <a16:creationId xmlns:a16="http://schemas.microsoft.com/office/drawing/2014/main" id="{994AD489-4B9D-4513-AF5B-E63762F3FC3D}"/>
              </a:ext>
            </a:extLst>
          </p:cNvPr>
          <p:cNvSpPr>
            <a:spLocks noGrp="1"/>
          </p:cNvSpPr>
          <p:nvPr/>
        </p:nvSpPr>
        <p:spPr>
          <a:xfrm>
            <a:off x="611060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1" name="e_full_violin_4040">
            <a:extLst>
              <a:ext uri="{FF2B5EF4-FFF2-40B4-BE49-F238E27FC236}">
                <a16:creationId xmlns:a16="http://schemas.microsoft.com/office/drawing/2014/main" id="{49739E76-9D00-44DE-9F6F-59B4251B9E23}"/>
              </a:ext>
            </a:extLst>
          </p:cNvPr>
          <p:cNvSpPr>
            <a:spLocks noGrp="1"/>
          </p:cNvSpPr>
          <p:nvPr/>
        </p:nvSpPr>
        <p:spPr>
          <a:xfrm>
            <a:off x="6353802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2" name="e_full_violin_4041">
            <a:extLst>
              <a:ext uri="{FF2B5EF4-FFF2-40B4-BE49-F238E27FC236}">
                <a16:creationId xmlns:a16="http://schemas.microsoft.com/office/drawing/2014/main" id="{F5640614-4B4B-454F-9D6D-BCA2514106ED}"/>
              </a:ext>
            </a:extLst>
          </p:cNvPr>
          <p:cNvSpPr>
            <a:spLocks noGrp="1"/>
          </p:cNvSpPr>
          <p:nvPr/>
        </p:nvSpPr>
        <p:spPr>
          <a:xfrm>
            <a:off x="640523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3" name="e_full_violin_4042">
            <a:extLst>
              <a:ext uri="{FF2B5EF4-FFF2-40B4-BE49-F238E27FC236}">
                <a16:creationId xmlns:a16="http://schemas.microsoft.com/office/drawing/2014/main" id="{0B1F9BC8-06F5-4586-A652-AAC743A94AD8}"/>
              </a:ext>
            </a:extLst>
          </p:cNvPr>
          <p:cNvSpPr>
            <a:spLocks noGrp="1"/>
          </p:cNvSpPr>
          <p:nvPr/>
        </p:nvSpPr>
        <p:spPr>
          <a:xfrm>
            <a:off x="632747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4" name="e_full_violin_4043">
            <a:extLst>
              <a:ext uri="{FF2B5EF4-FFF2-40B4-BE49-F238E27FC236}">
                <a16:creationId xmlns:a16="http://schemas.microsoft.com/office/drawing/2014/main" id="{D6C506F3-CED3-4197-B73B-0DD08CF80013}"/>
              </a:ext>
            </a:extLst>
          </p:cNvPr>
          <p:cNvSpPr>
            <a:spLocks noGrp="1"/>
          </p:cNvSpPr>
          <p:nvPr/>
        </p:nvSpPr>
        <p:spPr>
          <a:xfrm>
            <a:off x="65472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5" name="e_full_violin_4044">
            <a:extLst>
              <a:ext uri="{FF2B5EF4-FFF2-40B4-BE49-F238E27FC236}">
                <a16:creationId xmlns:a16="http://schemas.microsoft.com/office/drawing/2014/main" id="{3A665754-BEF3-412E-ABF6-0FDDB24231C1}"/>
              </a:ext>
            </a:extLst>
          </p:cNvPr>
          <p:cNvSpPr>
            <a:spLocks noGrp="1"/>
          </p:cNvSpPr>
          <p:nvPr/>
        </p:nvSpPr>
        <p:spPr>
          <a:xfrm>
            <a:off x="6164468" y="29106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6" name="e_full_violin_4045">
            <a:extLst>
              <a:ext uri="{FF2B5EF4-FFF2-40B4-BE49-F238E27FC236}">
                <a16:creationId xmlns:a16="http://schemas.microsoft.com/office/drawing/2014/main" id="{21D03800-819A-44F7-9AA3-AC8DA8B9F695}"/>
              </a:ext>
            </a:extLst>
          </p:cNvPr>
          <p:cNvSpPr>
            <a:spLocks noGrp="1"/>
          </p:cNvSpPr>
          <p:nvPr/>
        </p:nvSpPr>
        <p:spPr>
          <a:xfrm>
            <a:off x="6489775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7" name="e_full_violin_4046">
            <a:extLst>
              <a:ext uri="{FF2B5EF4-FFF2-40B4-BE49-F238E27FC236}">
                <a16:creationId xmlns:a16="http://schemas.microsoft.com/office/drawing/2014/main" id="{6B6B3D4A-0AD8-41C0-B0E8-D3FC5A5BECAE}"/>
              </a:ext>
            </a:extLst>
          </p:cNvPr>
          <p:cNvSpPr>
            <a:spLocks noGrp="1"/>
          </p:cNvSpPr>
          <p:nvPr/>
        </p:nvSpPr>
        <p:spPr>
          <a:xfrm>
            <a:off x="6277410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8" name="e_full_violin_4047">
            <a:extLst>
              <a:ext uri="{FF2B5EF4-FFF2-40B4-BE49-F238E27FC236}">
                <a16:creationId xmlns:a16="http://schemas.microsoft.com/office/drawing/2014/main" id="{E7F61DCE-CD87-4644-9E17-D7D3F72DFE7A}"/>
              </a:ext>
            </a:extLst>
          </p:cNvPr>
          <p:cNvSpPr>
            <a:spLocks noGrp="1"/>
          </p:cNvSpPr>
          <p:nvPr/>
        </p:nvSpPr>
        <p:spPr>
          <a:xfrm>
            <a:off x="61259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9" name="e_full_violin_4048">
            <a:extLst>
              <a:ext uri="{FF2B5EF4-FFF2-40B4-BE49-F238E27FC236}">
                <a16:creationId xmlns:a16="http://schemas.microsoft.com/office/drawing/2014/main" id="{6FE6EDC8-62B7-4F47-9EBD-C48D26A5378A}"/>
              </a:ext>
            </a:extLst>
          </p:cNvPr>
          <p:cNvSpPr>
            <a:spLocks noGrp="1"/>
          </p:cNvSpPr>
          <p:nvPr/>
        </p:nvSpPr>
        <p:spPr>
          <a:xfrm>
            <a:off x="63073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0" name="e_full_violin_4049">
            <a:extLst>
              <a:ext uri="{FF2B5EF4-FFF2-40B4-BE49-F238E27FC236}">
                <a16:creationId xmlns:a16="http://schemas.microsoft.com/office/drawing/2014/main" id="{B9FA781C-CE63-4666-B3EE-41A55303D6B6}"/>
              </a:ext>
            </a:extLst>
          </p:cNvPr>
          <p:cNvSpPr>
            <a:spLocks noGrp="1"/>
          </p:cNvSpPr>
          <p:nvPr/>
        </p:nvSpPr>
        <p:spPr>
          <a:xfrm>
            <a:off x="632583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1" name="e_full_violin_4050">
            <a:extLst>
              <a:ext uri="{FF2B5EF4-FFF2-40B4-BE49-F238E27FC236}">
                <a16:creationId xmlns:a16="http://schemas.microsoft.com/office/drawing/2014/main" id="{97B81B68-B164-4645-9B74-2C430538BA23}"/>
              </a:ext>
            </a:extLst>
          </p:cNvPr>
          <p:cNvSpPr>
            <a:spLocks noGrp="1"/>
          </p:cNvSpPr>
          <p:nvPr/>
        </p:nvSpPr>
        <p:spPr>
          <a:xfrm>
            <a:off x="61277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2" name="e_full_violin_4051">
            <a:extLst>
              <a:ext uri="{FF2B5EF4-FFF2-40B4-BE49-F238E27FC236}">
                <a16:creationId xmlns:a16="http://schemas.microsoft.com/office/drawing/2014/main" id="{ACA80F9A-C06A-4F43-8DF0-C8A38DB1A22D}"/>
              </a:ext>
            </a:extLst>
          </p:cNvPr>
          <p:cNvSpPr>
            <a:spLocks noGrp="1"/>
          </p:cNvSpPr>
          <p:nvPr/>
        </p:nvSpPr>
        <p:spPr>
          <a:xfrm>
            <a:off x="6207237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3" name="e_full_violin_4052">
            <a:extLst>
              <a:ext uri="{FF2B5EF4-FFF2-40B4-BE49-F238E27FC236}">
                <a16:creationId xmlns:a16="http://schemas.microsoft.com/office/drawing/2014/main" id="{71EDB28C-1C00-4E11-A7E6-ECDC671EEF95}"/>
              </a:ext>
            </a:extLst>
          </p:cNvPr>
          <p:cNvSpPr>
            <a:spLocks noGrp="1"/>
          </p:cNvSpPr>
          <p:nvPr/>
        </p:nvSpPr>
        <p:spPr>
          <a:xfrm>
            <a:off x="609354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4" name="e_full_violin_4053">
            <a:extLst>
              <a:ext uri="{FF2B5EF4-FFF2-40B4-BE49-F238E27FC236}">
                <a16:creationId xmlns:a16="http://schemas.microsoft.com/office/drawing/2014/main" id="{7E8B3B2E-E607-4406-A107-B1A4D7397265}"/>
              </a:ext>
            </a:extLst>
          </p:cNvPr>
          <p:cNvSpPr>
            <a:spLocks noGrp="1"/>
          </p:cNvSpPr>
          <p:nvPr/>
        </p:nvSpPr>
        <p:spPr>
          <a:xfrm>
            <a:off x="631401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5" name="e_full_violin_4054">
            <a:extLst>
              <a:ext uri="{FF2B5EF4-FFF2-40B4-BE49-F238E27FC236}">
                <a16:creationId xmlns:a16="http://schemas.microsoft.com/office/drawing/2014/main" id="{E91B131A-2FE2-4A73-907B-4DBCC8451D58}"/>
              </a:ext>
            </a:extLst>
          </p:cNvPr>
          <p:cNvSpPr>
            <a:spLocks noGrp="1"/>
          </p:cNvSpPr>
          <p:nvPr/>
        </p:nvSpPr>
        <p:spPr>
          <a:xfrm>
            <a:off x="6280381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6" name="e_full_violin_4055">
            <a:extLst>
              <a:ext uri="{FF2B5EF4-FFF2-40B4-BE49-F238E27FC236}">
                <a16:creationId xmlns:a16="http://schemas.microsoft.com/office/drawing/2014/main" id="{225C8783-A7FB-42BE-ADAA-8345C4581633}"/>
              </a:ext>
            </a:extLst>
          </p:cNvPr>
          <p:cNvSpPr>
            <a:spLocks noGrp="1"/>
          </p:cNvSpPr>
          <p:nvPr/>
        </p:nvSpPr>
        <p:spPr>
          <a:xfrm>
            <a:off x="6094283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7" name="e_full_violin_4056">
            <a:extLst>
              <a:ext uri="{FF2B5EF4-FFF2-40B4-BE49-F238E27FC236}">
                <a16:creationId xmlns:a16="http://schemas.microsoft.com/office/drawing/2014/main" id="{1A3BE05E-D318-4898-96AD-A390D612827C}"/>
              </a:ext>
            </a:extLst>
          </p:cNvPr>
          <p:cNvSpPr>
            <a:spLocks noGrp="1"/>
          </p:cNvSpPr>
          <p:nvPr/>
        </p:nvSpPr>
        <p:spPr>
          <a:xfrm>
            <a:off x="63881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8" name="e_full_violin_4057">
            <a:extLst>
              <a:ext uri="{FF2B5EF4-FFF2-40B4-BE49-F238E27FC236}">
                <a16:creationId xmlns:a16="http://schemas.microsoft.com/office/drawing/2014/main" id="{9140A5BE-CB4E-4911-B741-D39437414BBB}"/>
              </a:ext>
            </a:extLst>
          </p:cNvPr>
          <p:cNvSpPr>
            <a:spLocks noGrp="1"/>
          </p:cNvSpPr>
          <p:nvPr/>
        </p:nvSpPr>
        <p:spPr>
          <a:xfrm>
            <a:off x="634395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9" name="e_full_violin_4058">
            <a:extLst>
              <a:ext uri="{FF2B5EF4-FFF2-40B4-BE49-F238E27FC236}">
                <a16:creationId xmlns:a16="http://schemas.microsoft.com/office/drawing/2014/main" id="{A9EE0007-C1DA-460A-A0A9-1E15F538A4BA}"/>
              </a:ext>
            </a:extLst>
          </p:cNvPr>
          <p:cNvSpPr>
            <a:spLocks noGrp="1"/>
          </p:cNvSpPr>
          <p:nvPr/>
        </p:nvSpPr>
        <p:spPr>
          <a:xfrm>
            <a:off x="6204157" y="336146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0" name="e_full_violin_4059">
            <a:extLst>
              <a:ext uri="{FF2B5EF4-FFF2-40B4-BE49-F238E27FC236}">
                <a16:creationId xmlns:a16="http://schemas.microsoft.com/office/drawing/2014/main" id="{5D5DF536-B02D-424B-A397-88291BC344CC}"/>
              </a:ext>
            </a:extLst>
          </p:cNvPr>
          <p:cNvSpPr>
            <a:spLocks noGrp="1"/>
          </p:cNvSpPr>
          <p:nvPr/>
        </p:nvSpPr>
        <p:spPr>
          <a:xfrm>
            <a:off x="6418104" y="455597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1" name="e_full_violin_4060">
            <a:extLst>
              <a:ext uri="{FF2B5EF4-FFF2-40B4-BE49-F238E27FC236}">
                <a16:creationId xmlns:a16="http://schemas.microsoft.com/office/drawing/2014/main" id="{06E6E97F-6116-471A-B79C-7703023EDA3D}"/>
              </a:ext>
            </a:extLst>
          </p:cNvPr>
          <p:cNvSpPr>
            <a:spLocks noGrp="1"/>
          </p:cNvSpPr>
          <p:nvPr/>
        </p:nvSpPr>
        <p:spPr>
          <a:xfrm>
            <a:off x="636468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2" name="e_full_violin_4061">
            <a:extLst>
              <a:ext uri="{FF2B5EF4-FFF2-40B4-BE49-F238E27FC236}">
                <a16:creationId xmlns:a16="http://schemas.microsoft.com/office/drawing/2014/main" id="{4FD00915-36CD-46F5-B9E0-54D8A65EAE78}"/>
              </a:ext>
            </a:extLst>
          </p:cNvPr>
          <p:cNvSpPr>
            <a:spLocks noGrp="1"/>
          </p:cNvSpPr>
          <p:nvPr/>
        </p:nvSpPr>
        <p:spPr>
          <a:xfrm>
            <a:off x="6467475" y="508246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3" name="e_full_violin_4062">
            <a:extLst>
              <a:ext uri="{FF2B5EF4-FFF2-40B4-BE49-F238E27FC236}">
                <a16:creationId xmlns:a16="http://schemas.microsoft.com/office/drawing/2014/main" id="{EE27A714-24B1-44AD-BAEE-9B3FFAC0C6FD}"/>
              </a:ext>
            </a:extLst>
          </p:cNvPr>
          <p:cNvSpPr>
            <a:spLocks noGrp="1"/>
          </p:cNvSpPr>
          <p:nvPr/>
        </p:nvSpPr>
        <p:spPr>
          <a:xfrm>
            <a:off x="6278489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4" name="e_full_violin_4063">
            <a:extLst>
              <a:ext uri="{FF2B5EF4-FFF2-40B4-BE49-F238E27FC236}">
                <a16:creationId xmlns:a16="http://schemas.microsoft.com/office/drawing/2014/main" id="{34518F7D-ECB9-4938-BFAF-8CC0DEF39840}"/>
              </a:ext>
            </a:extLst>
          </p:cNvPr>
          <p:cNvSpPr>
            <a:spLocks noGrp="1"/>
          </p:cNvSpPr>
          <p:nvPr/>
        </p:nvSpPr>
        <p:spPr>
          <a:xfrm>
            <a:off x="6217959" y="601656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5" name="e_full_violin_4064">
            <a:extLst>
              <a:ext uri="{FF2B5EF4-FFF2-40B4-BE49-F238E27FC236}">
                <a16:creationId xmlns:a16="http://schemas.microsoft.com/office/drawing/2014/main" id="{335604F4-A8F4-4A56-A35F-5AA1F00941AC}"/>
              </a:ext>
            </a:extLst>
          </p:cNvPr>
          <p:cNvSpPr>
            <a:spLocks noGrp="1"/>
          </p:cNvSpPr>
          <p:nvPr/>
        </p:nvSpPr>
        <p:spPr>
          <a:xfrm>
            <a:off x="6230314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6" name="e_full_violin_4065">
            <a:extLst>
              <a:ext uri="{FF2B5EF4-FFF2-40B4-BE49-F238E27FC236}">
                <a16:creationId xmlns:a16="http://schemas.microsoft.com/office/drawing/2014/main" id="{A4438D0B-2312-41D9-96BF-1523491DA811}"/>
              </a:ext>
            </a:extLst>
          </p:cNvPr>
          <p:cNvSpPr>
            <a:spLocks noGrp="1"/>
          </p:cNvSpPr>
          <p:nvPr/>
        </p:nvSpPr>
        <p:spPr>
          <a:xfrm>
            <a:off x="625743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7" name="e_full_violin_4066">
            <a:extLst>
              <a:ext uri="{FF2B5EF4-FFF2-40B4-BE49-F238E27FC236}">
                <a16:creationId xmlns:a16="http://schemas.microsoft.com/office/drawing/2014/main" id="{4A8032B6-8972-4218-8A86-7D93F7A82092}"/>
              </a:ext>
            </a:extLst>
          </p:cNvPr>
          <p:cNvSpPr>
            <a:spLocks noGrp="1"/>
          </p:cNvSpPr>
          <p:nvPr/>
        </p:nvSpPr>
        <p:spPr>
          <a:xfrm>
            <a:off x="635348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8" name="e_full_violin_4067">
            <a:extLst>
              <a:ext uri="{FF2B5EF4-FFF2-40B4-BE49-F238E27FC236}">
                <a16:creationId xmlns:a16="http://schemas.microsoft.com/office/drawing/2014/main" id="{26D2EBC9-D15C-41C2-9FEE-21C147B9E685}"/>
              </a:ext>
            </a:extLst>
          </p:cNvPr>
          <p:cNvSpPr>
            <a:spLocks noGrp="1"/>
          </p:cNvSpPr>
          <p:nvPr/>
        </p:nvSpPr>
        <p:spPr>
          <a:xfrm>
            <a:off x="640066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9" name="e_full_violin_4068">
            <a:extLst>
              <a:ext uri="{FF2B5EF4-FFF2-40B4-BE49-F238E27FC236}">
                <a16:creationId xmlns:a16="http://schemas.microsoft.com/office/drawing/2014/main" id="{CF68B1EB-D9E6-46CE-B579-CA2B016E426B}"/>
              </a:ext>
            </a:extLst>
          </p:cNvPr>
          <p:cNvSpPr>
            <a:spLocks noGrp="1"/>
          </p:cNvSpPr>
          <p:nvPr/>
        </p:nvSpPr>
        <p:spPr>
          <a:xfrm>
            <a:off x="624987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0" name="e_full_violin_4069">
            <a:extLst>
              <a:ext uri="{FF2B5EF4-FFF2-40B4-BE49-F238E27FC236}">
                <a16:creationId xmlns:a16="http://schemas.microsoft.com/office/drawing/2014/main" id="{65CED91B-BB82-499A-ADA9-92C0A2D6605A}"/>
              </a:ext>
            </a:extLst>
          </p:cNvPr>
          <p:cNvSpPr>
            <a:spLocks noGrp="1"/>
          </p:cNvSpPr>
          <p:nvPr/>
        </p:nvSpPr>
        <p:spPr>
          <a:xfrm>
            <a:off x="647798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1" name="e_full_violin_4070">
            <a:extLst>
              <a:ext uri="{FF2B5EF4-FFF2-40B4-BE49-F238E27FC236}">
                <a16:creationId xmlns:a16="http://schemas.microsoft.com/office/drawing/2014/main" id="{612597CB-AF92-41BC-B2EF-B4FB34664089}"/>
              </a:ext>
            </a:extLst>
          </p:cNvPr>
          <p:cNvSpPr>
            <a:spLocks noGrp="1"/>
          </p:cNvSpPr>
          <p:nvPr/>
        </p:nvSpPr>
        <p:spPr>
          <a:xfrm>
            <a:off x="6383973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2" name="e_full_violin_4071">
            <a:extLst>
              <a:ext uri="{FF2B5EF4-FFF2-40B4-BE49-F238E27FC236}">
                <a16:creationId xmlns:a16="http://schemas.microsoft.com/office/drawing/2014/main" id="{B4F6D703-7364-4BFD-BCFC-8F715B846666}"/>
              </a:ext>
            </a:extLst>
          </p:cNvPr>
          <p:cNvSpPr>
            <a:spLocks noGrp="1"/>
          </p:cNvSpPr>
          <p:nvPr/>
        </p:nvSpPr>
        <p:spPr>
          <a:xfrm>
            <a:off x="6510080" y="402948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3" name="e_full_violin_4072">
            <a:extLst>
              <a:ext uri="{FF2B5EF4-FFF2-40B4-BE49-F238E27FC236}">
                <a16:creationId xmlns:a16="http://schemas.microsoft.com/office/drawing/2014/main" id="{6004EF10-55CA-4CA5-8C7A-0E84CE5A32B3}"/>
              </a:ext>
            </a:extLst>
          </p:cNvPr>
          <p:cNvSpPr>
            <a:spLocks noGrp="1"/>
          </p:cNvSpPr>
          <p:nvPr/>
        </p:nvSpPr>
        <p:spPr>
          <a:xfrm>
            <a:off x="6483097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4" name="e_full_violin_4073">
            <a:extLst>
              <a:ext uri="{FF2B5EF4-FFF2-40B4-BE49-F238E27FC236}">
                <a16:creationId xmlns:a16="http://schemas.microsoft.com/office/drawing/2014/main" id="{0726752A-182E-46BD-B9B0-60FA5F5D386F}"/>
              </a:ext>
            </a:extLst>
          </p:cNvPr>
          <p:cNvSpPr>
            <a:spLocks noGrp="1"/>
          </p:cNvSpPr>
          <p:nvPr/>
        </p:nvSpPr>
        <p:spPr>
          <a:xfrm>
            <a:off x="64613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5" name="e_full_violin_4074">
            <a:extLst>
              <a:ext uri="{FF2B5EF4-FFF2-40B4-BE49-F238E27FC236}">
                <a16:creationId xmlns:a16="http://schemas.microsoft.com/office/drawing/2014/main" id="{1B166F70-7EC5-4FD7-B2F5-D28A3062A432}"/>
              </a:ext>
            </a:extLst>
          </p:cNvPr>
          <p:cNvSpPr>
            <a:spLocks noGrp="1"/>
          </p:cNvSpPr>
          <p:nvPr/>
        </p:nvSpPr>
        <p:spPr>
          <a:xfrm>
            <a:off x="6062101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6" name="e_full_violin_4075">
            <a:extLst>
              <a:ext uri="{FF2B5EF4-FFF2-40B4-BE49-F238E27FC236}">
                <a16:creationId xmlns:a16="http://schemas.microsoft.com/office/drawing/2014/main" id="{05F0BFE9-131F-492A-ACF9-6CE3AEABF806}"/>
              </a:ext>
            </a:extLst>
          </p:cNvPr>
          <p:cNvSpPr>
            <a:spLocks noGrp="1"/>
          </p:cNvSpPr>
          <p:nvPr/>
        </p:nvSpPr>
        <p:spPr>
          <a:xfrm>
            <a:off x="6542618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7" name="e_full_violin_4076">
            <a:extLst>
              <a:ext uri="{FF2B5EF4-FFF2-40B4-BE49-F238E27FC236}">
                <a16:creationId xmlns:a16="http://schemas.microsoft.com/office/drawing/2014/main" id="{F57957F3-17EA-421A-A748-AD5837650CD3}"/>
              </a:ext>
            </a:extLst>
          </p:cNvPr>
          <p:cNvSpPr>
            <a:spLocks noGrp="1"/>
          </p:cNvSpPr>
          <p:nvPr/>
        </p:nvSpPr>
        <p:spPr>
          <a:xfrm>
            <a:off x="630879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8" name="e_full_violin_4077">
            <a:extLst>
              <a:ext uri="{FF2B5EF4-FFF2-40B4-BE49-F238E27FC236}">
                <a16:creationId xmlns:a16="http://schemas.microsoft.com/office/drawing/2014/main" id="{4CEC99F7-1BC4-43C9-9CC2-6F2CA21B1AFE}"/>
              </a:ext>
            </a:extLst>
          </p:cNvPr>
          <p:cNvSpPr>
            <a:spLocks noGrp="1"/>
          </p:cNvSpPr>
          <p:nvPr/>
        </p:nvSpPr>
        <p:spPr>
          <a:xfrm>
            <a:off x="6451529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9" name="e_full_violin_4078">
            <a:extLst>
              <a:ext uri="{FF2B5EF4-FFF2-40B4-BE49-F238E27FC236}">
                <a16:creationId xmlns:a16="http://schemas.microsoft.com/office/drawing/2014/main" id="{11B3CE79-9E4B-4C6D-9365-91AFBE911342}"/>
              </a:ext>
            </a:extLst>
          </p:cNvPr>
          <p:cNvSpPr>
            <a:spLocks noGrp="1"/>
          </p:cNvSpPr>
          <p:nvPr/>
        </p:nvSpPr>
        <p:spPr>
          <a:xfrm>
            <a:off x="6254654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0" name="e_full_violin_4079">
            <a:extLst>
              <a:ext uri="{FF2B5EF4-FFF2-40B4-BE49-F238E27FC236}">
                <a16:creationId xmlns:a16="http://schemas.microsoft.com/office/drawing/2014/main" id="{590BCA63-BF76-40C4-8C0F-2547ACE700AE}"/>
              </a:ext>
            </a:extLst>
          </p:cNvPr>
          <p:cNvSpPr>
            <a:spLocks noGrp="1"/>
          </p:cNvSpPr>
          <p:nvPr/>
        </p:nvSpPr>
        <p:spPr>
          <a:xfrm>
            <a:off x="6070596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1" name="e_full_violin_4080">
            <a:extLst>
              <a:ext uri="{FF2B5EF4-FFF2-40B4-BE49-F238E27FC236}">
                <a16:creationId xmlns:a16="http://schemas.microsoft.com/office/drawing/2014/main" id="{144FF5A9-A511-4702-8FF3-8FEBE32286AF}"/>
              </a:ext>
            </a:extLst>
          </p:cNvPr>
          <p:cNvSpPr>
            <a:spLocks noGrp="1"/>
          </p:cNvSpPr>
          <p:nvPr/>
        </p:nvSpPr>
        <p:spPr>
          <a:xfrm>
            <a:off x="627163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2" name="e_full_violin_4081">
            <a:extLst>
              <a:ext uri="{FF2B5EF4-FFF2-40B4-BE49-F238E27FC236}">
                <a16:creationId xmlns:a16="http://schemas.microsoft.com/office/drawing/2014/main" id="{6D471989-DA6B-4DDE-83CC-1E0A2882568F}"/>
              </a:ext>
            </a:extLst>
          </p:cNvPr>
          <p:cNvSpPr>
            <a:spLocks noGrp="1"/>
          </p:cNvSpPr>
          <p:nvPr/>
        </p:nvSpPr>
        <p:spPr>
          <a:xfrm>
            <a:off x="6110987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3" name="e_full_violin_4082">
            <a:extLst>
              <a:ext uri="{FF2B5EF4-FFF2-40B4-BE49-F238E27FC236}">
                <a16:creationId xmlns:a16="http://schemas.microsoft.com/office/drawing/2014/main" id="{296C735E-D576-4CFC-8D15-AE84F5A5C08C}"/>
              </a:ext>
            </a:extLst>
          </p:cNvPr>
          <p:cNvSpPr>
            <a:spLocks noGrp="1"/>
          </p:cNvSpPr>
          <p:nvPr/>
        </p:nvSpPr>
        <p:spPr>
          <a:xfrm>
            <a:off x="6196299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4" name="e_full_violin_4083">
            <a:extLst>
              <a:ext uri="{FF2B5EF4-FFF2-40B4-BE49-F238E27FC236}">
                <a16:creationId xmlns:a16="http://schemas.microsoft.com/office/drawing/2014/main" id="{B2CE8603-8522-4182-B78E-89180D99D6B1}"/>
              </a:ext>
            </a:extLst>
          </p:cNvPr>
          <p:cNvSpPr>
            <a:spLocks noGrp="1"/>
          </p:cNvSpPr>
          <p:nvPr/>
        </p:nvSpPr>
        <p:spPr>
          <a:xfrm>
            <a:off x="6370558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5" name="e_full_violin_4084">
            <a:extLst>
              <a:ext uri="{FF2B5EF4-FFF2-40B4-BE49-F238E27FC236}">
                <a16:creationId xmlns:a16="http://schemas.microsoft.com/office/drawing/2014/main" id="{BF0AC32A-8916-4BCC-9D4D-EBC9668765D8}"/>
              </a:ext>
            </a:extLst>
          </p:cNvPr>
          <p:cNvSpPr>
            <a:spLocks noGrp="1"/>
          </p:cNvSpPr>
          <p:nvPr/>
        </p:nvSpPr>
        <p:spPr>
          <a:xfrm>
            <a:off x="6214199" y="326899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6" name="e_full_violin_4085">
            <a:extLst>
              <a:ext uri="{FF2B5EF4-FFF2-40B4-BE49-F238E27FC236}">
                <a16:creationId xmlns:a16="http://schemas.microsoft.com/office/drawing/2014/main" id="{7F774ADB-D5F9-465C-B2C0-D3FE0E9DF2B5}"/>
              </a:ext>
            </a:extLst>
          </p:cNvPr>
          <p:cNvSpPr>
            <a:spLocks noGrp="1"/>
          </p:cNvSpPr>
          <p:nvPr/>
        </p:nvSpPr>
        <p:spPr>
          <a:xfrm>
            <a:off x="6466560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7" name="e_full_violin_4086">
            <a:extLst>
              <a:ext uri="{FF2B5EF4-FFF2-40B4-BE49-F238E27FC236}">
                <a16:creationId xmlns:a16="http://schemas.microsoft.com/office/drawing/2014/main" id="{D35EF197-58E1-409A-B6BB-A9C0D604C7E3}"/>
              </a:ext>
            </a:extLst>
          </p:cNvPr>
          <p:cNvSpPr>
            <a:spLocks noGrp="1"/>
          </p:cNvSpPr>
          <p:nvPr/>
        </p:nvSpPr>
        <p:spPr>
          <a:xfrm>
            <a:off x="6528421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8" name="e_full_violin_4087">
            <a:extLst>
              <a:ext uri="{FF2B5EF4-FFF2-40B4-BE49-F238E27FC236}">
                <a16:creationId xmlns:a16="http://schemas.microsoft.com/office/drawing/2014/main" id="{2502ED98-20EF-44A3-8CB0-B580BAE7C2E2}"/>
              </a:ext>
            </a:extLst>
          </p:cNvPr>
          <p:cNvSpPr>
            <a:spLocks noGrp="1"/>
          </p:cNvSpPr>
          <p:nvPr/>
        </p:nvSpPr>
        <p:spPr>
          <a:xfrm>
            <a:off x="6308957" y="350299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9" name="e_full_violin_4088">
            <a:extLst>
              <a:ext uri="{FF2B5EF4-FFF2-40B4-BE49-F238E27FC236}">
                <a16:creationId xmlns:a16="http://schemas.microsoft.com/office/drawing/2014/main" id="{262A794F-E710-4ABC-835B-21C6D42DCC63}"/>
              </a:ext>
            </a:extLst>
          </p:cNvPr>
          <p:cNvSpPr>
            <a:spLocks noGrp="1"/>
          </p:cNvSpPr>
          <p:nvPr/>
        </p:nvSpPr>
        <p:spPr>
          <a:xfrm>
            <a:off x="623785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0" name="e_full_violin_4089">
            <a:extLst>
              <a:ext uri="{FF2B5EF4-FFF2-40B4-BE49-F238E27FC236}">
                <a16:creationId xmlns:a16="http://schemas.microsoft.com/office/drawing/2014/main" id="{1890B115-B43D-43D5-9E53-F10BDA0E82C6}"/>
              </a:ext>
            </a:extLst>
          </p:cNvPr>
          <p:cNvSpPr>
            <a:spLocks noGrp="1"/>
          </p:cNvSpPr>
          <p:nvPr/>
        </p:nvSpPr>
        <p:spPr>
          <a:xfrm>
            <a:off x="625055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1" name="e_full_violin_4090">
            <a:extLst>
              <a:ext uri="{FF2B5EF4-FFF2-40B4-BE49-F238E27FC236}">
                <a16:creationId xmlns:a16="http://schemas.microsoft.com/office/drawing/2014/main" id="{B2A0A3C1-5E65-46B8-9A4F-5F18A39067A4}"/>
              </a:ext>
            </a:extLst>
          </p:cNvPr>
          <p:cNvSpPr>
            <a:spLocks noGrp="1"/>
          </p:cNvSpPr>
          <p:nvPr/>
        </p:nvSpPr>
        <p:spPr>
          <a:xfrm>
            <a:off x="6224118" y="571020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2" name="e_full_violin_4091">
            <a:extLst>
              <a:ext uri="{FF2B5EF4-FFF2-40B4-BE49-F238E27FC236}">
                <a16:creationId xmlns:a16="http://schemas.microsoft.com/office/drawing/2014/main" id="{41B54655-F400-4711-AF01-6D62F52FEB9E}"/>
              </a:ext>
            </a:extLst>
          </p:cNvPr>
          <p:cNvSpPr>
            <a:spLocks noGrp="1"/>
          </p:cNvSpPr>
          <p:nvPr/>
        </p:nvSpPr>
        <p:spPr>
          <a:xfrm>
            <a:off x="6514317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3" name="e_full_violin_4092">
            <a:extLst>
              <a:ext uri="{FF2B5EF4-FFF2-40B4-BE49-F238E27FC236}">
                <a16:creationId xmlns:a16="http://schemas.microsoft.com/office/drawing/2014/main" id="{5F2C7F23-BE3C-42E5-943A-16C2A8ECF135}"/>
              </a:ext>
            </a:extLst>
          </p:cNvPr>
          <p:cNvSpPr>
            <a:spLocks noGrp="1"/>
          </p:cNvSpPr>
          <p:nvPr/>
        </p:nvSpPr>
        <p:spPr>
          <a:xfrm>
            <a:off x="613801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4" name="e_full_violin_4093">
            <a:extLst>
              <a:ext uri="{FF2B5EF4-FFF2-40B4-BE49-F238E27FC236}">
                <a16:creationId xmlns:a16="http://schemas.microsoft.com/office/drawing/2014/main" id="{CCE95467-3459-45CA-899B-3BE5E49900D6}"/>
              </a:ext>
            </a:extLst>
          </p:cNvPr>
          <p:cNvSpPr>
            <a:spLocks noGrp="1"/>
          </p:cNvSpPr>
          <p:nvPr/>
        </p:nvSpPr>
        <p:spPr>
          <a:xfrm>
            <a:off x="622086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5" name="e_full_violin_4094">
            <a:extLst>
              <a:ext uri="{FF2B5EF4-FFF2-40B4-BE49-F238E27FC236}">
                <a16:creationId xmlns:a16="http://schemas.microsoft.com/office/drawing/2014/main" id="{CA959BB3-49A9-49A9-969D-1E77B7F5F551}"/>
              </a:ext>
            </a:extLst>
          </p:cNvPr>
          <p:cNvSpPr>
            <a:spLocks noGrp="1"/>
          </p:cNvSpPr>
          <p:nvPr/>
        </p:nvSpPr>
        <p:spPr>
          <a:xfrm>
            <a:off x="62490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6" name="e_full_violin_4095">
            <a:extLst>
              <a:ext uri="{FF2B5EF4-FFF2-40B4-BE49-F238E27FC236}">
                <a16:creationId xmlns:a16="http://schemas.microsoft.com/office/drawing/2014/main" id="{861BB6B4-25AF-429B-9225-29AB7F10378E}"/>
              </a:ext>
            </a:extLst>
          </p:cNvPr>
          <p:cNvSpPr>
            <a:spLocks noGrp="1"/>
          </p:cNvSpPr>
          <p:nvPr/>
        </p:nvSpPr>
        <p:spPr>
          <a:xfrm>
            <a:off x="6404705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7" name="e_full_violin_4096">
            <a:extLst>
              <a:ext uri="{FF2B5EF4-FFF2-40B4-BE49-F238E27FC236}">
                <a16:creationId xmlns:a16="http://schemas.microsoft.com/office/drawing/2014/main" id="{068D59F7-C7F8-4C0C-B0B4-103B6C56C7DC}"/>
              </a:ext>
            </a:extLst>
          </p:cNvPr>
          <p:cNvSpPr>
            <a:spLocks noGrp="1"/>
          </p:cNvSpPr>
          <p:nvPr/>
        </p:nvSpPr>
        <p:spPr>
          <a:xfrm>
            <a:off x="6262718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8" name="e_full_violin_4097">
            <a:extLst>
              <a:ext uri="{FF2B5EF4-FFF2-40B4-BE49-F238E27FC236}">
                <a16:creationId xmlns:a16="http://schemas.microsoft.com/office/drawing/2014/main" id="{6AD31ABF-BD5B-445E-9323-2F156F1FD210}"/>
              </a:ext>
            </a:extLst>
          </p:cNvPr>
          <p:cNvSpPr>
            <a:spLocks noGrp="1"/>
          </p:cNvSpPr>
          <p:nvPr/>
        </p:nvSpPr>
        <p:spPr>
          <a:xfrm>
            <a:off x="642015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9" name="e_full_violin_4098">
            <a:extLst>
              <a:ext uri="{FF2B5EF4-FFF2-40B4-BE49-F238E27FC236}">
                <a16:creationId xmlns:a16="http://schemas.microsoft.com/office/drawing/2014/main" id="{F620BD09-D7CB-4368-90A4-E783A601BDB6}"/>
              </a:ext>
            </a:extLst>
          </p:cNvPr>
          <p:cNvSpPr>
            <a:spLocks noGrp="1"/>
          </p:cNvSpPr>
          <p:nvPr/>
        </p:nvSpPr>
        <p:spPr>
          <a:xfrm>
            <a:off x="635345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0" name="e_full_violin_4099">
            <a:extLst>
              <a:ext uri="{FF2B5EF4-FFF2-40B4-BE49-F238E27FC236}">
                <a16:creationId xmlns:a16="http://schemas.microsoft.com/office/drawing/2014/main" id="{45970EEC-CFF0-482E-9BD0-0DA594424262}"/>
              </a:ext>
            </a:extLst>
          </p:cNvPr>
          <p:cNvSpPr>
            <a:spLocks noGrp="1"/>
          </p:cNvSpPr>
          <p:nvPr/>
        </p:nvSpPr>
        <p:spPr>
          <a:xfrm>
            <a:off x="632497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1" name="e_full_violin_4100">
            <a:extLst>
              <a:ext uri="{FF2B5EF4-FFF2-40B4-BE49-F238E27FC236}">
                <a16:creationId xmlns:a16="http://schemas.microsoft.com/office/drawing/2014/main" id="{D9A2A3B8-1543-4C5C-A356-5028CFE52A86}"/>
              </a:ext>
            </a:extLst>
          </p:cNvPr>
          <p:cNvSpPr>
            <a:spLocks noGrp="1"/>
          </p:cNvSpPr>
          <p:nvPr/>
        </p:nvSpPr>
        <p:spPr>
          <a:xfrm>
            <a:off x="621223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2" name="e_full_violin_4101">
            <a:extLst>
              <a:ext uri="{FF2B5EF4-FFF2-40B4-BE49-F238E27FC236}">
                <a16:creationId xmlns:a16="http://schemas.microsoft.com/office/drawing/2014/main" id="{60245DA5-7756-48F4-9876-CF54773DCAD9}"/>
              </a:ext>
            </a:extLst>
          </p:cNvPr>
          <p:cNvSpPr>
            <a:spLocks noGrp="1"/>
          </p:cNvSpPr>
          <p:nvPr/>
        </p:nvSpPr>
        <p:spPr>
          <a:xfrm>
            <a:off x="614745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3" name="e_full_violin_4102">
            <a:extLst>
              <a:ext uri="{FF2B5EF4-FFF2-40B4-BE49-F238E27FC236}">
                <a16:creationId xmlns:a16="http://schemas.microsoft.com/office/drawing/2014/main" id="{09B50E11-547A-4EB1-B28E-F325CECAB13A}"/>
              </a:ext>
            </a:extLst>
          </p:cNvPr>
          <p:cNvSpPr>
            <a:spLocks noGrp="1"/>
          </p:cNvSpPr>
          <p:nvPr/>
        </p:nvSpPr>
        <p:spPr>
          <a:xfrm>
            <a:off x="6322789" y="521408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4" name="e_full_violin_4103">
            <a:extLst>
              <a:ext uri="{FF2B5EF4-FFF2-40B4-BE49-F238E27FC236}">
                <a16:creationId xmlns:a16="http://schemas.microsoft.com/office/drawing/2014/main" id="{C1B07289-F07C-4876-BFA6-A65CE0E590D6}"/>
              </a:ext>
            </a:extLst>
          </p:cNvPr>
          <p:cNvSpPr>
            <a:spLocks noGrp="1"/>
          </p:cNvSpPr>
          <p:nvPr/>
        </p:nvSpPr>
        <p:spPr>
          <a:xfrm>
            <a:off x="6131772" y="560895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5" name="e_full_violin_4104">
            <a:extLst>
              <a:ext uri="{FF2B5EF4-FFF2-40B4-BE49-F238E27FC236}">
                <a16:creationId xmlns:a16="http://schemas.microsoft.com/office/drawing/2014/main" id="{BC5C30EA-EF37-49AA-A046-8A42A0D5582C}"/>
              </a:ext>
            </a:extLst>
          </p:cNvPr>
          <p:cNvSpPr>
            <a:spLocks noGrp="1"/>
          </p:cNvSpPr>
          <p:nvPr/>
        </p:nvSpPr>
        <p:spPr>
          <a:xfrm>
            <a:off x="6159200" y="325119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6" name="e_full_violin_4105">
            <a:extLst>
              <a:ext uri="{FF2B5EF4-FFF2-40B4-BE49-F238E27FC236}">
                <a16:creationId xmlns:a16="http://schemas.microsoft.com/office/drawing/2014/main" id="{81972E3F-6C74-491A-ADC3-8FD989A63536}"/>
              </a:ext>
            </a:extLst>
          </p:cNvPr>
          <p:cNvSpPr>
            <a:spLocks noGrp="1"/>
          </p:cNvSpPr>
          <p:nvPr/>
        </p:nvSpPr>
        <p:spPr>
          <a:xfrm>
            <a:off x="6172144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7" name="e_full_violin_4106">
            <a:extLst>
              <a:ext uri="{FF2B5EF4-FFF2-40B4-BE49-F238E27FC236}">
                <a16:creationId xmlns:a16="http://schemas.microsoft.com/office/drawing/2014/main" id="{CD5676CC-8834-45EA-8F90-6A0E46B3BD5E}"/>
              </a:ext>
            </a:extLst>
          </p:cNvPr>
          <p:cNvSpPr>
            <a:spLocks noGrp="1"/>
          </p:cNvSpPr>
          <p:nvPr/>
        </p:nvSpPr>
        <p:spPr>
          <a:xfrm>
            <a:off x="635117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8" name="e_full_violin_4107">
            <a:extLst>
              <a:ext uri="{FF2B5EF4-FFF2-40B4-BE49-F238E27FC236}">
                <a16:creationId xmlns:a16="http://schemas.microsoft.com/office/drawing/2014/main" id="{0BAC8E15-0CF4-4A34-A87C-99200A95914E}"/>
              </a:ext>
            </a:extLst>
          </p:cNvPr>
          <p:cNvSpPr>
            <a:spLocks noGrp="1"/>
          </p:cNvSpPr>
          <p:nvPr/>
        </p:nvSpPr>
        <p:spPr>
          <a:xfrm>
            <a:off x="649781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9" name="e_full_violin_4108">
            <a:extLst>
              <a:ext uri="{FF2B5EF4-FFF2-40B4-BE49-F238E27FC236}">
                <a16:creationId xmlns:a16="http://schemas.microsoft.com/office/drawing/2014/main" id="{A14C60C9-6C25-4883-9AB4-46E58DF10924}"/>
              </a:ext>
            </a:extLst>
          </p:cNvPr>
          <p:cNvSpPr>
            <a:spLocks noGrp="1"/>
          </p:cNvSpPr>
          <p:nvPr/>
        </p:nvSpPr>
        <p:spPr>
          <a:xfrm>
            <a:off x="639420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0" name="e_full_violin_4109">
            <a:extLst>
              <a:ext uri="{FF2B5EF4-FFF2-40B4-BE49-F238E27FC236}">
                <a16:creationId xmlns:a16="http://schemas.microsoft.com/office/drawing/2014/main" id="{463E1409-E30C-4270-B873-FAC3CA0EB137}"/>
              </a:ext>
            </a:extLst>
          </p:cNvPr>
          <p:cNvSpPr>
            <a:spLocks noGrp="1"/>
          </p:cNvSpPr>
          <p:nvPr/>
        </p:nvSpPr>
        <p:spPr>
          <a:xfrm>
            <a:off x="645528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1" name="e_full_violin_4110">
            <a:extLst>
              <a:ext uri="{FF2B5EF4-FFF2-40B4-BE49-F238E27FC236}">
                <a16:creationId xmlns:a16="http://schemas.microsoft.com/office/drawing/2014/main" id="{FC4CC565-B7ED-4205-A385-A0714BB94072}"/>
              </a:ext>
            </a:extLst>
          </p:cNvPr>
          <p:cNvSpPr>
            <a:spLocks noGrp="1"/>
          </p:cNvSpPr>
          <p:nvPr/>
        </p:nvSpPr>
        <p:spPr>
          <a:xfrm>
            <a:off x="627081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2" name="e_full_violin_4111">
            <a:extLst>
              <a:ext uri="{FF2B5EF4-FFF2-40B4-BE49-F238E27FC236}">
                <a16:creationId xmlns:a16="http://schemas.microsoft.com/office/drawing/2014/main" id="{994FB2B6-E5AC-4FD2-A987-B27FCE4333DD}"/>
              </a:ext>
            </a:extLst>
          </p:cNvPr>
          <p:cNvSpPr>
            <a:spLocks noGrp="1"/>
          </p:cNvSpPr>
          <p:nvPr/>
        </p:nvSpPr>
        <p:spPr>
          <a:xfrm>
            <a:off x="6454757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3" name="e_full_violin_4112">
            <a:extLst>
              <a:ext uri="{FF2B5EF4-FFF2-40B4-BE49-F238E27FC236}">
                <a16:creationId xmlns:a16="http://schemas.microsoft.com/office/drawing/2014/main" id="{47DC5F96-4B38-436B-8B48-03B80BE11F57}"/>
              </a:ext>
            </a:extLst>
          </p:cNvPr>
          <p:cNvSpPr>
            <a:spLocks noGrp="1"/>
          </p:cNvSpPr>
          <p:nvPr/>
        </p:nvSpPr>
        <p:spPr>
          <a:xfrm>
            <a:off x="6423196" y="410845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4" name="e_full_violin_4113">
            <a:extLst>
              <a:ext uri="{FF2B5EF4-FFF2-40B4-BE49-F238E27FC236}">
                <a16:creationId xmlns:a16="http://schemas.microsoft.com/office/drawing/2014/main" id="{0BC0967A-B7FE-4030-BED6-BA37082BD6E9}"/>
              </a:ext>
            </a:extLst>
          </p:cNvPr>
          <p:cNvSpPr>
            <a:spLocks noGrp="1"/>
          </p:cNvSpPr>
          <p:nvPr/>
        </p:nvSpPr>
        <p:spPr>
          <a:xfrm>
            <a:off x="621292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5" name="e_full_violin_4114">
            <a:extLst>
              <a:ext uri="{FF2B5EF4-FFF2-40B4-BE49-F238E27FC236}">
                <a16:creationId xmlns:a16="http://schemas.microsoft.com/office/drawing/2014/main" id="{1674AA77-B4AD-452E-9A68-3912DB4EEF17}"/>
              </a:ext>
            </a:extLst>
          </p:cNvPr>
          <p:cNvSpPr>
            <a:spLocks noGrp="1"/>
          </p:cNvSpPr>
          <p:nvPr/>
        </p:nvSpPr>
        <p:spPr>
          <a:xfrm>
            <a:off x="653498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6" name="e_full_violin_4115">
            <a:extLst>
              <a:ext uri="{FF2B5EF4-FFF2-40B4-BE49-F238E27FC236}">
                <a16:creationId xmlns:a16="http://schemas.microsoft.com/office/drawing/2014/main" id="{053DF3AC-1DC5-4707-91E1-F87FEB58EABB}"/>
              </a:ext>
            </a:extLst>
          </p:cNvPr>
          <p:cNvSpPr>
            <a:spLocks noGrp="1"/>
          </p:cNvSpPr>
          <p:nvPr/>
        </p:nvSpPr>
        <p:spPr>
          <a:xfrm>
            <a:off x="605529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7" name="e_full_violin_4116">
            <a:extLst>
              <a:ext uri="{FF2B5EF4-FFF2-40B4-BE49-F238E27FC236}">
                <a16:creationId xmlns:a16="http://schemas.microsoft.com/office/drawing/2014/main" id="{F083D265-65A7-47E3-B263-654416A95867}"/>
              </a:ext>
            </a:extLst>
          </p:cNvPr>
          <p:cNvSpPr>
            <a:spLocks noGrp="1"/>
          </p:cNvSpPr>
          <p:nvPr/>
        </p:nvSpPr>
        <p:spPr>
          <a:xfrm>
            <a:off x="629991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8" name="e_full_violin_4117">
            <a:extLst>
              <a:ext uri="{FF2B5EF4-FFF2-40B4-BE49-F238E27FC236}">
                <a16:creationId xmlns:a16="http://schemas.microsoft.com/office/drawing/2014/main" id="{95EDD89A-A736-4310-8EC2-B4A96AA3CDF9}"/>
              </a:ext>
            </a:extLst>
          </p:cNvPr>
          <p:cNvSpPr>
            <a:spLocks noGrp="1"/>
          </p:cNvSpPr>
          <p:nvPr/>
        </p:nvSpPr>
        <p:spPr>
          <a:xfrm>
            <a:off x="6122531" y="400923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9" name="e_full_violin_4118">
            <a:extLst>
              <a:ext uri="{FF2B5EF4-FFF2-40B4-BE49-F238E27FC236}">
                <a16:creationId xmlns:a16="http://schemas.microsoft.com/office/drawing/2014/main" id="{2BB6BFD9-6CE5-47E4-9F06-804FF4B637C0}"/>
              </a:ext>
            </a:extLst>
          </p:cNvPr>
          <p:cNvSpPr>
            <a:spLocks noGrp="1"/>
          </p:cNvSpPr>
          <p:nvPr/>
        </p:nvSpPr>
        <p:spPr>
          <a:xfrm>
            <a:off x="6496796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0" name="e_full_violin_4119">
            <a:extLst>
              <a:ext uri="{FF2B5EF4-FFF2-40B4-BE49-F238E27FC236}">
                <a16:creationId xmlns:a16="http://schemas.microsoft.com/office/drawing/2014/main" id="{892DFA22-495B-43B7-844D-8E269DB7671D}"/>
              </a:ext>
            </a:extLst>
          </p:cNvPr>
          <p:cNvSpPr>
            <a:spLocks noGrp="1"/>
          </p:cNvSpPr>
          <p:nvPr/>
        </p:nvSpPr>
        <p:spPr>
          <a:xfrm>
            <a:off x="6190034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1" name="e_full_violin_4120">
            <a:extLst>
              <a:ext uri="{FF2B5EF4-FFF2-40B4-BE49-F238E27FC236}">
                <a16:creationId xmlns:a16="http://schemas.microsoft.com/office/drawing/2014/main" id="{C4433477-28B5-46CD-8184-602758193614}"/>
              </a:ext>
            </a:extLst>
          </p:cNvPr>
          <p:cNvSpPr>
            <a:spLocks noGrp="1"/>
          </p:cNvSpPr>
          <p:nvPr/>
        </p:nvSpPr>
        <p:spPr>
          <a:xfrm>
            <a:off x="6155434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2" name="e_full_violin_4121">
            <a:extLst>
              <a:ext uri="{FF2B5EF4-FFF2-40B4-BE49-F238E27FC236}">
                <a16:creationId xmlns:a16="http://schemas.microsoft.com/office/drawing/2014/main" id="{9E0F67A8-AB6E-492B-B6C1-54AAF7BBAEA6}"/>
              </a:ext>
            </a:extLst>
          </p:cNvPr>
          <p:cNvSpPr>
            <a:spLocks noGrp="1"/>
          </p:cNvSpPr>
          <p:nvPr/>
        </p:nvSpPr>
        <p:spPr>
          <a:xfrm>
            <a:off x="6386505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3" name="e_full_violin_4122">
            <a:extLst>
              <a:ext uri="{FF2B5EF4-FFF2-40B4-BE49-F238E27FC236}">
                <a16:creationId xmlns:a16="http://schemas.microsoft.com/office/drawing/2014/main" id="{5616F0D0-4342-4CEA-9411-AE9EA8B3AA8C}"/>
              </a:ext>
            </a:extLst>
          </p:cNvPr>
          <p:cNvSpPr>
            <a:spLocks noGrp="1"/>
          </p:cNvSpPr>
          <p:nvPr/>
        </p:nvSpPr>
        <p:spPr>
          <a:xfrm>
            <a:off x="62722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4" name="e_full_violin_4123">
            <a:extLst>
              <a:ext uri="{FF2B5EF4-FFF2-40B4-BE49-F238E27FC236}">
                <a16:creationId xmlns:a16="http://schemas.microsoft.com/office/drawing/2014/main" id="{2A5AEC36-49AD-4DB3-AF1A-D428F33BEBA9}"/>
              </a:ext>
            </a:extLst>
          </p:cNvPr>
          <p:cNvSpPr>
            <a:spLocks noGrp="1"/>
          </p:cNvSpPr>
          <p:nvPr/>
        </p:nvSpPr>
        <p:spPr>
          <a:xfrm>
            <a:off x="6117365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5" name="e_full_violin_4124">
            <a:extLst>
              <a:ext uri="{FF2B5EF4-FFF2-40B4-BE49-F238E27FC236}">
                <a16:creationId xmlns:a16="http://schemas.microsoft.com/office/drawing/2014/main" id="{38ECB7F8-62AE-4AAC-AA57-75D6098C2684}"/>
              </a:ext>
            </a:extLst>
          </p:cNvPr>
          <p:cNvSpPr>
            <a:spLocks noGrp="1"/>
          </p:cNvSpPr>
          <p:nvPr/>
        </p:nvSpPr>
        <p:spPr>
          <a:xfrm>
            <a:off x="6121838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6" name="e_full_violin_4125">
            <a:extLst>
              <a:ext uri="{FF2B5EF4-FFF2-40B4-BE49-F238E27FC236}">
                <a16:creationId xmlns:a16="http://schemas.microsoft.com/office/drawing/2014/main" id="{5A30936B-3208-4F8E-990E-3724628D5B28}"/>
              </a:ext>
            </a:extLst>
          </p:cNvPr>
          <p:cNvSpPr>
            <a:spLocks noGrp="1"/>
          </p:cNvSpPr>
          <p:nvPr/>
        </p:nvSpPr>
        <p:spPr>
          <a:xfrm>
            <a:off x="622188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7" name="e_full_violin_4126">
            <a:extLst>
              <a:ext uri="{FF2B5EF4-FFF2-40B4-BE49-F238E27FC236}">
                <a16:creationId xmlns:a16="http://schemas.microsoft.com/office/drawing/2014/main" id="{78FA5A88-BF52-47D3-BF46-2382720A350A}"/>
              </a:ext>
            </a:extLst>
          </p:cNvPr>
          <p:cNvSpPr>
            <a:spLocks noGrp="1"/>
          </p:cNvSpPr>
          <p:nvPr/>
        </p:nvSpPr>
        <p:spPr>
          <a:xfrm>
            <a:off x="6320514" y="381201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8" name="e_full_violin_4127">
            <a:extLst>
              <a:ext uri="{FF2B5EF4-FFF2-40B4-BE49-F238E27FC236}">
                <a16:creationId xmlns:a16="http://schemas.microsoft.com/office/drawing/2014/main" id="{23256D36-9561-47EC-8B13-3F26DC1452D6}"/>
              </a:ext>
            </a:extLst>
          </p:cNvPr>
          <p:cNvSpPr>
            <a:spLocks noGrp="1"/>
          </p:cNvSpPr>
          <p:nvPr/>
        </p:nvSpPr>
        <p:spPr>
          <a:xfrm>
            <a:off x="615920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9" name="e_full_violin_4128">
            <a:extLst>
              <a:ext uri="{FF2B5EF4-FFF2-40B4-BE49-F238E27FC236}">
                <a16:creationId xmlns:a16="http://schemas.microsoft.com/office/drawing/2014/main" id="{3850A839-997D-4A07-9B72-6D00C428FF97}"/>
              </a:ext>
            </a:extLst>
          </p:cNvPr>
          <p:cNvSpPr>
            <a:spLocks noGrp="1"/>
          </p:cNvSpPr>
          <p:nvPr/>
        </p:nvSpPr>
        <p:spPr>
          <a:xfrm>
            <a:off x="6210550" y="521408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0" name="e_full_violin_4129">
            <a:extLst>
              <a:ext uri="{FF2B5EF4-FFF2-40B4-BE49-F238E27FC236}">
                <a16:creationId xmlns:a16="http://schemas.microsoft.com/office/drawing/2014/main" id="{335D8858-C381-4FA6-8EDA-6101179F2EBC}"/>
              </a:ext>
            </a:extLst>
          </p:cNvPr>
          <p:cNvSpPr>
            <a:spLocks noGrp="1"/>
          </p:cNvSpPr>
          <p:nvPr/>
        </p:nvSpPr>
        <p:spPr>
          <a:xfrm>
            <a:off x="611162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1" name="e_full_violin_4130">
            <a:extLst>
              <a:ext uri="{FF2B5EF4-FFF2-40B4-BE49-F238E27FC236}">
                <a16:creationId xmlns:a16="http://schemas.microsoft.com/office/drawing/2014/main" id="{BC6AE7E3-1ADC-41B8-867E-B87046FE8361}"/>
              </a:ext>
            </a:extLst>
          </p:cNvPr>
          <p:cNvSpPr>
            <a:spLocks noGrp="1"/>
          </p:cNvSpPr>
          <p:nvPr/>
        </p:nvSpPr>
        <p:spPr>
          <a:xfrm>
            <a:off x="634007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2" name="e_full_violin_4131">
            <a:extLst>
              <a:ext uri="{FF2B5EF4-FFF2-40B4-BE49-F238E27FC236}">
                <a16:creationId xmlns:a16="http://schemas.microsoft.com/office/drawing/2014/main" id="{B472C837-00CC-46B2-A3DE-B8F7E6B6F470}"/>
              </a:ext>
            </a:extLst>
          </p:cNvPr>
          <p:cNvSpPr>
            <a:spLocks noGrp="1"/>
          </p:cNvSpPr>
          <p:nvPr/>
        </p:nvSpPr>
        <p:spPr>
          <a:xfrm>
            <a:off x="610534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3" name="e_full_violin_4132">
            <a:extLst>
              <a:ext uri="{FF2B5EF4-FFF2-40B4-BE49-F238E27FC236}">
                <a16:creationId xmlns:a16="http://schemas.microsoft.com/office/drawing/2014/main" id="{1D2A76AA-F114-4CE1-8C96-60141C8C88F2}"/>
              </a:ext>
            </a:extLst>
          </p:cNvPr>
          <p:cNvSpPr>
            <a:spLocks noGrp="1"/>
          </p:cNvSpPr>
          <p:nvPr/>
        </p:nvSpPr>
        <p:spPr>
          <a:xfrm>
            <a:off x="6464258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4" name="e_full_violin_4133">
            <a:extLst>
              <a:ext uri="{FF2B5EF4-FFF2-40B4-BE49-F238E27FC236}">
                <a16:creationId xmlns:a16="http://schemas.microsoft.com/office/drawing/2014/main" id="{5ED3B86A-A157-4A0D-8CE2-4BF66BB9EC93}"/>
              </a:ext>
            </a:extLst>
          </p:cNvPr>
          <p:cNvSpPr>
            <a:spLocks noGrp="1"/>
          </p:cNvSpPr>
          <p:nvPr/>
        </p:nvSpPr>
        <p:spPr>
          <a:xfrm>
            <a:off x="628950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5" name="e_full_violin_4134">
            <a:extLst>
              <a:ext uri="{FF2B5EF4-FFF2-40B4-BE49-F238E27FC236}">
                <a16:creationId xmlns:a16="http://schemas.microsoft.com/office/drawing/2014/main" id="{507E371B-69A1-4803-AAAA-23834764CFC6}"/>
              </a:ext>
            </a:extLst>
          </p:cNvPr>
          <p:cNvSpPr>
            <a:spLocks noGrp="1"/>
          </p:cNvSpPr>
          <p:nvPr/>
        </p:nvSpPr>
        <p:spPr>
          <a:xfrm>
            <a:off x="6410716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6" name="e_full_violin_4135">
            <a:extLst>
              <a:ext uri="{FF2B5EF4-FFF2-40B4-BE49-F238E27FC236}">
                <a16:creationId xmlns:a16="http://schemas.microsoft.com/office/drawing/2014/main" id="{9FF69045-1F5A-465E-B519-BD3B4F4CB538}"/>
              </a:ext>
            </a:extLst>
          </p:cNvPr>
          <p:cNvSpPr>
            <a:spLocks noGrp="1"/>
          </p:cNvSpPr>
          <p:nvPr/>
        </p:nvSpPr>
        <p:spPr>
          <a:xfrm>
            <a:off x="6350916" y="587219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7" name="e_full_violin_4136">
            <a:extLst>
              <a:ext uri="{FF2B5EF4-FFF2-40B4-BE49-F238E27FC236}">
                <a16:creationId xmlns:a16="http://schemas.microsoft.com/office/drawing/2014/main" id="{7EA0214A-2F7E-4FC3-BECF-537F9595F2AE}"/>
              </a:ext>
            </a:extLst>
          </p:cNvPr>
          <p:cNvSpPr>
            <a:spLocks noGrp="1"/>
          </p:cNvSpPr>
          <p:nvPr/>
        </p:nvSpPr>
        <p:spPr>
          <a:xfrm>
            <a:off x="6161936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8" name="e_full_violin_4137">
            <a:extLst>
              <a:ext uri="{FF2B5EF4-FFF2-40B4-BE49-F238E27FC236}">
                <a16:creationId xmlns:a16="http://schemas.microsoft.com/office/drawing/2014/main" id="{A8DF8482-0270-47C0-ADBF-A3B467218BDD}"/>
              </a:ext>
            </a:extLst>
          </p:cNvPr>
          <p:cNvSpPr>
            <a:spLocks noGrp="1"/>
          </p:cNvSpPr>
          <p:nvPr/>
        </p:nvSpPr>
        <p:spPr>
          <a:xfrm>
            <a:off x="606163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9" name="e_full_violin_4138">
            <a:extLst>
              <a:ext uri="{FF2B5EF4-FFF2-40B4-BE49-F238E27FC236}">
                <a16:creationId xmlns:a16="http://schemas.microsoft.com/office/drawing/2014/main" id="{43A70C0C-E540-4DCB-8A42-32E7369D2511}"/>
              </a:ext>
            </a:extLst>
          </p:cNvPr>
          <p:cNvSpPr>
            <a:spLocks noGrp="1"/>
          </p:cNvSpPr>
          <p:nvPr/>
        </p:nvSpPr>
        <p:spPr>
          <a:xfrm>
            <a:off x="6233859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0" name="e_full_violin_4139">
            <a:extLst>
              <a:ext uri="{FF2B5EF4-FFF2-40B4-BE49-F238E27FC236}">
                <a16:creationId xmlns:a16="http://schemas.microsoft.com/office/drawing/2014/main" id="{7DEC38F7-EFD3-4A7F-A497-BD4E45287690}"/>
              </a:ext>
            </a:extLst>
          </p:cNvPr>
          <p:cNvSpPr>
            <a:spLocks noGrp="1"/>
          </p:cNvSpPr>
          <p:nvPr/>
        </p:nvSpPr>
        <p:spPr>
          <a:xfrm>
            <a:off x="6477694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1" name="e_full_violin_4140">
            <a:extLst>
              <a:ext uri="{FF2B5EF4-FFF2-40B4-BE49-F238E27FC236}">
                <a16:creationId xmlns:a16="http://schemas.microsoft.com/office/drawing/2014/main" id="{175D3DAF-3CF2-4EBF-BD3E-21250AED61E9}"/>
              </a:ext>
            </a:extLst>
          </p:cNvPr>
          <p:cNvSpPr>
            <a:spLocks noGrp="1"/>
          </p:cNvSpPr>
          <p:nvPr/>
        </p:nvSpPr>
        <p:spPr>
          <a:xfrm>
            <a:off x="605550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2" name="e_full_violin_4141">
            <a:extLst>
              <a:ext uri="{FF2B5EF4-FFF2-40B4-BE49-F238E27FC236}">
                <a16:creationId xmlns:a16="http://schemas.microsoft.com/office/drawing/2014/main" id="{A74ACBAC-1760-48D0-B3B6-7D187B5759CA}"/>
              </a:ext>
            </a:extLst>
          </p:cNvPr>
          <p:cNvSpPr>
            <a:spLocks noGrp="1"/>
          </p:cNvSpPr>
          <p:nvPr/>
        </p:nvSpPr>
        <p:spPr>
          <a:xfrm>
            <a:off x="6511115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3" name="e_full_violin_4142">
            <a:extLst>
              <a:ext uri="{FF2B5EF4-FFF2-40B4-BE49-F238E27FC236}">
                <a16:creationId xmlns:a16="http://schemas.microsoft.com/office/drawing/2014/main" id="{B67742D1-2661-4E01-A89C-B3C9CB8D3F50}"/>
              </a:ext>
            </a:extLst>
          </p:cNvPr>
          <p:cNvSpPr>
            <a:spLocks noGrp="1"/>
          </p:cNvSpPr>
          <p:nvPr/>
        </p:nvSpPr>
        <p:spPr>
          <a:xfrm>
            <a:off x="6473453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4" name="e_full_violin_4143">
            <a:extLst>
              <a:ext uri="{FF2B5EF4-FFF2-40B4-BE49-F238E27FC236}">
                <a16:creationId xmlns:a16="http://schemas.microsoft.com/office/drawing/2014/main" id="{AF640688-04F0-4B08-A90C-5F8A680EBFCD}"/>
              </a:ext>
            </a:extLst>
          </p:cNvPr>
          <p:cNvSpPr>
            <a:spLocks noGrp="1"/>
          </p:cNvSpPr>
          <p:nvPr/>
        </p:nvSpPr>
        <p:spPr>
          <a:xfrm>
            <a:off x="6359270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5" name="e_full_violin_4144">
            <a:extLst>
              <a:ext uri="{FF2B5EF4-FFF2-40B4-BE49-F238E27FC236}">
                <a16:creationId xmlns:a16="http://schemas.microsoft.com/office/drawing/2014/main" id="{230A6541-302D-4842-81C1-393DA6FFDF9B}"/>
              </a:ext>
            </a:extLst>
          </p:cNvPr>
          <p:cNvSpPr>
            <a:spLocks noGrp="1"/>
          </p:cNvSpPr>
          <p:nvPr/>
        </p:nvSpPr>
        <p:spPr>
          <a:xfrm>
            <a:off x="646428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6" name="e_full_violin_4145">
            <a:extLst>
              <a:ext uri="{FF2B5EF4-FFF2-40B4-BE49-F238E27FC236}">
                <a16:creationId xmlns:a16="http://schemas.microsoft.com/office/drawing/2014/main" id="{F4F53516-BF98-49ED-923A-1563B240F43D}"/>
              </a:ext>
            </a:extLst>
          </p:cNvPr>
          <p:cNvSpPr>
            <a:spLocks noGrp="1"/>
          </p:cNvSpPr>
          <p:nvPr/>
        </p:nvSpPr>
        <p:spPr>
          <a:xfrm>
            <a:off x="6465253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7" name="e_full_violin_4146">
            <a:extLst>
              <a:ext uri="{FF2B5EF4-FFF2-40B4-BE49-F238E27FC236}">
                <a16:creationId xmlns:a16="http://schemas.microsoft.com/office/drawing/2014/main" id="{D80A8F2E-2E4E-4E14-8D22-E21547E2D106}"/>
              </a:ext>
            </a:extLst>
          </p:cNvPr>
          <p:cNvSpPr>
            <a:spLocks noGrp="1"/>
          </p:cNvSpPr>
          <p:nvPr/>
        </p:nvSpPr>
        <p:spPr>
          <a:xfrm>
            <a:off x="622289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8" name="e_full_violin_4147">
            <a:extLst>
              <a:ext uri="{FF2B5EF4-FFF2-40B4-BE49-F238E27FC236}">
                <a16:creationId xmlns:a16="http://schemas.microsoft.com/office/drawing/2014/main" id="{587C2AC8-4763-471E-8903-C1438D492A5E}"/>
              </a:ext>
            </a:extLst>
          </p:cNvPr>
          <p:cNvSpPr>
            <a:spLocks noGrp="1"/>
          </p:cNvSpPr>
          <p:nvPr/>
        </p:nvSpPr>
        <p:spPr>
          <a:xfrm>
            <a:off x="6266762" y="531645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9" name="e_full_violin_4148">
            <a:extLst>
              <a:ext uri="{FF2B5EF4-FFF2-40B4-BE49-F238E27FC236}">
                <a16:creationId xmlns:a16="http://schemas.microsoft.com/office/drawing/2014/main" id="{F08C14F0-DAA3-4784-829F-A007F6C3D5BE}"/>
              </a:ext>
            </a:extLst>
          </p:cNvPr>
          <p:cNvSpPr>
            <a:spLocks noGrp="1"/>
          </p:cNvSpPr>
          <p:nvPr/>
        </p:nvSpPr>
        <p:spPr>
          <a:xfrm>
            <a:off x="630481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0" name="e_full_violin_4149">
            <a:extLst>
              <a:ext uri="{FF2B5EF4-FFF2-40B4-BE49-F238E27FC236}">
                <a16:creationId xmlns:a16="http://schemas.microsoft.com/office/drawing/2014/main" id="{3039EA16-0836-4973-9D17-AFB785F76228}"/>
              </a:ext>
            </a:extLst>
          </p:cNvPr>
          <p:cNvSpPr>
            <a:spLocks noGrp="1"/>
          </p:cNvSpPr>
          <p:nvPr/>
        </p:nvSpPr>
        <p:spPr>
          <a:xfrm>
            <a:off x="6408079" y="595117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1" name="e_full_violin_4150">
            <a:extLst>
              <a:ext uri="{FF2B5EF4-FFF2-40B4-BE49-F238E27FC236}">
                <a16:creationId xmlns:a16="http://schemas.microsoft.com/office/drawing/2014/main" id="{20F401BC-B879-444E-A253-7B448AC8C7F1}"/>
              </a:ext>
            </a:extLst>
          </p:cNvPr>
          <p:cNvSpPr>
            <a:spLocks noGrp="1"/>
          </p:cNvSpPr>
          <p:nvPr/>
        </p:nvSpPr>
        <p:spPr>
          <a:xfrm>
            <a:off x="6533309" y="527551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2" name="e_full_violin_4151">
            <a:extLst>
              <a:ext uri="{FF2B5EF4-FFF2-40B4-BE49-F238E27FC236}">
                <a16:creationId xmlns:a16="http://schemas.microsoft.com/office/drawing/2014/main" id="{DE9DF087-D32F-4687-81B1-F9A024F6B02E}"/>
              </a:ext>
            </a:extLst>
          </p:cNvPr>
          <p:cNvSpPr>
            <a:spLocks noGrp="1"/>
          </p:cNvSpPr>
          <p:nvPr/>
        </p:nvSpPr>
        <p:spPr>
          <a:xfrm>
            <a:off x="6347507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3" name="e_full_violin_4152">
            <a:extLst>
              <a:ext uri="{FF2B5EF4-FFF2-40B4-BE49-F238E27FC236}">
                <a16:creationId xmlns:a16="http://schemas.microsoft.com/office/drawing/2014/main" id="{3B2EFDFB-D9BD-44E5-B645-D10D4F8140A2}"/>
              </a:ext>
            </a:extLst>
          </p:cNvPr>
          <p:cNvSpPr>
            <a:spLocks noGrp="1"/>
          </p:cNvSpPr>
          <p:nvPr/>
        </p:nvSpPr>
        <p:spPr>
          <a:xfrm>
            <a:off x="6341295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4" name="e_full_violin_4153">
            <a:extLst>
              <a:ext uri="{FF2B5EF4-FFF2-40B4-BE49-F238E27FC236}">
                <a16:creationId xmlns:a16="http://schemas.microsoft.com/office/drawing/2014/main" id="{E63D6DF9-2B29-49C1-B198-8B75A252C4BD}"/>
              </a:ext>
            </a:extLst>
          </p:cNvPr>
          <p:cNvSpPr>
            <a:spLocks noGrp="1"/>
          </p:cNvSpPr>
          <p:nvPr/>
        </p:nvSpPr>
        <p:spPr>
          <a:xfrm>
            <a:off x="640752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5" name="e_full_violin_4154">
            <a:extLst>
              <a:ext uri="{FF2B5EF4-FFF2-40B4-BE49-F238E27FC236}">
                <a16:creationId xmlns:a16="http://schemas.microsoft.com/office/drawing/2014/main" id="{838CE847-F716-44F2-B9AE-087A58C4E1FF}"/>
              </a:ext>
            </a:extLst>
          </p:cNvPr>
          <p:cNvSpPr>
            <a:spLocks noGrp="1"/>
          </p:cNvSpPr>
          <p:nvPr/>
        </p:nvSpPr>
        <p:spPr>
          <a:xfrm>
            <a:off x="628639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6" name="e_full_violin_4155">
            <a:extLst>
              <a:ext uri="{FF2B5EF4-FFF2-40B4-BE49-F238E27FC236}">
                <a16:creationId xmlns:a16="http://schemas.microsoft.com/office/drawing/2014/main" id="{0FF441A7-BEE3-4EF0-9EF5-44F05A47E4EC}"/>
              </a:ext>
            </a:extLst>
          </p:cNvPr>
          <p:cNvSpPr>
            <a:spLocks noGrp="1"/>
          </p:cNvSpPr>
          <p:nvPr/>
        </p:nvSpPr>
        <p:spPr>
          <a:xfrm>
            <a:off x="6063056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7" name="e_full_violin_4156">
            <a:extLst>
              <a:ext uri="{FF2B5EF4-FFF2-40B4-BE49-F238E27FC236}">
                <a16:creationId xmlns:a16="http://schemas.microsoft.com/office/drawing/2014/main" id="{3D82599D-72CB-419C-B6EE-53ADB14E0C6F}"/>
              </a:ext>
            </a:extLst>
          </p:cNvPr>
          <p:cNvSpPr>
            <a:spLocks noGrp="1"/>
          </p:cNvSpPr>
          <p:nvPr/>
        </p:nvSpPr>
        <p:spPr>
          <a:xfrm>
            <a:off x="647338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8" name="e_full_violin_4157">
            <a:extLst>
              <a:ext uri="{FF2B5EF4-FFF2-40B4-BE49-F238E27FC236}">
                <a16:creationId xmlns:a16="http://schemas.microsoft.com/office/drawing/2014/main" id="{7F6BD39A-BB17-44FF-9A1C-E88557925B28}"/>
              </a:ext>
            </a:extLst>
          </p:cNvPr>
          <p:cNvSpPr>
            <a:spLocks noGrp="1"/>
          </p:cNvSpPr>
          <p:nvPr/>
        </p:nvSpPr>
        <p:spPr>
          <a:xfrm>
            <a:off x="6348706" y="521408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9" name="e_full_violin_4158">
            <a:extLst>
              <a:ext uri="{FF2B5EF4-FFF2-40B4-BE49-F238E27FC236}">
                <a16:creationId xmlns:a16="http://schemas.microsoft.com/office/drawing/2014/main" id="{CC754973-4019-463C-8388-AC65EDCF8E30}"/>
              </a:ext>
            </a:extLst>
          </p:cNvPr>
          <p:cNvSpPr>
            <a:spLocks noGrp="1"/>
          </p:cNvSpPr>
          <p:nvPr/>
        </p:nvSpPr>
        <p:spPr>
          <a:xfrm>
            <a:off x="6143661" y="29106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0" name="e_full_violin_4159">
            <a:extLst>
              <a:ext uri="{FF2B5EF4-FFF2-40B4-BE49-F238E27FC236}">
                <a16:creationId xmlns:a16="http://schemas.microsoft.com/office/drawing/2014/main" id="{64B966B9-5FC0-400C-AF6F-C4DC654691EB}"/>
              </a:ext>
            </a:extLst>
          </p:cNvPr>
          <p:cNvSpPr>
            <a:spLocks noGrp="1"/>
          </p:cNvSpPr>
          <p:nvPr/>
        </p:nvSpPr>
        <p:spPr>
          <a:xfrm>
            <a:off x="6545263" y="572595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1" name="e_full_violin_4160">
            <a:extLst>
              <a:ext uri="{FF2B5EF4-FFF2-40B4-BE49-F238E27FC236}">
                <a16:creationId xmlns:a16="http://schemas.microsoft.com/office/drawing/2014/main" id="{D4AD8864-5F55-4161-A65D-20467D72C31C}"/>
              </a:ext>
            </a:extLst>
          </p:cNvPr>
          <p:cNvSpPr>
            <a:spLocks noGrp="1"/>
          </p:cNvSpPr>
          <p:nvPr/>
        </p:nvSpPr>
        <p:spPr>
          <a:xfrm>
            <a:off x="622129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2" name="e_full_violin_4161">
            <a:extLst>
              <a:ext uri="{FF2B5EF4-FFF2-40B4-BE49-F238E27FC236}">
                <a16:creationId xmlns:a16="http://schemas.microsoft.com/office/drawing/2014/main" id="{1CD89930-DCF8-45BB-B564-E065386CDCCC}"/>
              </a:ext>
            </a:extLst>
          </p:cNvPr>
          <p:cNvSpPr>
            <a:spLocks noGrp="1"/>
          </p:cNvSpPr>
          <p:nvPr/>
        </p:nvSpPr>
        <p:spPr>
          <a:xfrm>
            <a:off x="65092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3" name="e_full_violin_4162">
            <a:extLst>
              <a:ext uri="{FF2B5EF4-FFF2-40B4-BE49-F238E27FC236}">
                <a16:creationId xmlns:a16="http://schemas.microsoft.com/office/drawing/2014/main" id="{0CF52C5F-FDDB-4677-AF14-9E87CD3D6E32}"/>
              </a:ext>
            </a:extLst>
          </p:cNvPr>
          <p:cNvSpPr>
            <a:spLocks noGrp="1"/>
          </p:cNvSpPr>
          <p:nvPr/>
        </p:nvSpPr>
        <p:spPr>
          <a:xfrm>
            <a:off x="6091398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4" name="e_full_violin_4163">
            <a:extLst>
              <a:ext uri="{FF2B5EF4-FFF2-40B4-BE49-F238E27FC236}">
                <a16:creationId xmlns:a16="http://schemas.microsoft.com/office/drawing/2014/main" id="{DB6A151C-4F1A-4854-977B-B75CE2394B29}"/>
              </a:ext>
            </a:extLst>
          </p:cNvPr>
          <p:cNvSpPr>
            <a:spLocks noGrp="1"/>
          </p:cNvSpPr>
          <p:nvPr/>
        </p:nvSpPr>
        <p:spPr>
          <a:xfrm>
            <a:off x="65476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5" name="e_full_violin_4164">
            <a:extLst>
              <a:ext uri="{FF2B5EF4-FFF2-40B4-BE49-F238E27FC236}">
                <a16:creationId xmlns:a16="http://schemas.microsoft.com/office/drawing/2014/main" id="{C103A0C7-AF56-4BC5-93A6-8E7755B4A3E0}"/>
              </a:ext>
            </a:extLst>
          </p:cNvPr>
          <p:cNvSpPr>
            <a:spLocks noGrp="1"/>
          </p:cNvSpPr>
          <p:nvPr/>
        </p:nvSpPr>
        <p:spPr>
          <a:xfrm>
            <a:off x="6538633" y="466127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6" name="e_full_violin_4165">
            <a:extLst>
              <a:ext uri="{FF2B5EF4-FFF2-40B4-BE49-F238E27FC236}">
                <a16:creationId xmlns:a16="http://schemas.microsoft.com/office/drawing/2014/main" id="{04C44E55-6DA4-447D-ABAD-14C1F5FEE4A4}"/>
              </a:ext>
            </a:extLst>
          </p:cNvPr>
          <p:cNvSpPr>
            <a:spLocks noGrp="1"/>
          </p:cNvSpPr>
          <p:nvPr/>
        </p:nvSpPr>
        <p:spPr>
          <a:xfrm>
            <a:off x="642550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7" name="e_full_violin_4166">
            <a:extLst>
              <a:ext uri="{FF2B5EF4-FFF2-40B4-BE49-F238E27FC236}">
                <a16:creationId xmlns:a16="http://schemas.microsoft.com/office/drawing/2014/main" id="{4C16658A-06EE-4CDA-8BA8-1B70DDAA2ABA}"/>
              </a:ext>
            </a:extLst>
          </p:cNvPr>
          <p:cNvSpPr>
            <a:spLocks noGrp="1"/>
          </p:cNvSpPr>
          <p:nvPr/>
        </p:nvSpPr>
        <p:spPr>
          <a:xfrm>
            <a:off x="630259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8" name="e_full_violin_4167">
            <a:extLst>
              <a:ext uri="{FF2B5EF4-FFF2-40B4-BE49-F238E27FC236}">
                <a16:creationId xmlns:a16="http://schemas.microsoft.com/office/drawing/2014/main" id="{664E7241-2937-4072-B1EC-A5A1A0D34D59}"/>
              </a:ext>
            </a:extLst>
          </p:cNvPr>
          <p:cNvSpPr>
            <a:spLocks noGrp="1"/>
          </p:cNvSpPr>
          <p:nvPr/>
        </p:nvSpPr>
        <p:spPr>
          <a:xfrm>
            <a:off x="6158913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9" name="e_full_violin_4168">
            <a:extLst>
              <a:ext uri="{FF2B5EF4-FFF2-40B4-BE49-F238E27FC236}">
                <a16:creationId xmlns:a16="http://schemas.microsoft.com/office/drawing/2014/main" id="{D118C535-B81E-4529-8629-8B55DE468720}"/>
              </a:ext>
            </a:extLst>
          </p:cNvPr>
          <p:cNvSpPr>
            <a:spLocks noGrp="1"/>
          </p:cNvSpPr>
          <p:nvPr/>
        </p:nvSpPr>
        <p:spPr>
          <a:xfrm>
            <a:off x="644914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0" name="e_full_violin_4169">
            <a:extLst>
              <a:ext uri="{FF2B5EF4-FFF2-40B4-BE49-F238E27FC236}">
                <a16:creationId xmlns:a16="http://schemas.microsoft.com/office/drawing/2014/main" id="{27D8B88C-43C3-4BE1-9FB0-704D9C9E8132}"/>
              </a:ext>
            </a:extLst>
          </p:cNvPr>
          <p:cNvSpPr>
            <a:spLocks noGrp="1"/>
          </p:cNvSpPr>
          <p:nvPr/>
        </p:nvSpPr>
        <p:spPr>
          <a:xfrm>
            <a:off x="65275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1" name="e_full_violin_4170">
            <a:extLst>
              <a:ext uri="{FF2B5EF4-FFF2-40B4-BE49-F238E27FC236}">
                <a16:creationId xmlns:a16="http://schemas.microsoft.com/office/drawing/2014/main" id="{5C9631A1-7A7B-4D17-BBE0-A3E0C4F2A834}"/>
              </a:ext>
            </a:extLst>
          </p:cNvPr>
          <p:cNvSpPr>
            <a:spLocks noGrp="1"/>
          </p:cNvSpPr>
          <p:nvPr/>
        </p:nvSpPr>
        <p:spPr>
          <a:xfrm>
            <a:off x="6160245" y="455597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2" name="e_full_violin_4171">
            <a:extLst>
              <a:ext uri="{FF2B5EF4-FFF2-40B4-BE49-F238E27FC236}">
                <a16:creationId xmlns:a16="http://schemas.microsoft.com/office/drawing/2014/main" id="{2D444FE4-25D0-4339-8B02-5B3F4E385904}"/>
              </a:ext>
            </a:extLst>
          </p:cNvPr>
          <p:cNvSpPr>
            <a:spLocks noGrp="1"/>
          </p:cNvSpPr>
          <p:nvPr/>
        </p:nvSpPr>
        <p:spPr>
          <a:xfrm>
            <a:off x="611931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3" name="e_full_violin_4172">
            <a:extLst>
              <a:ext uri="{FF2B5EF4-FFF2-40B4-BE49-F238E27FC236}">
                <a16:creationId xmlns:a16="http://schemas.microsoft.com/office/drawing/2014/main" id="{7660E8B4-E739-44CE-8CBA-AC7F2042E388}"/>
              </a:ext>
            </a:extLst>
          </p:cNvPr>
          <p:cNvSpPr>
            <a:spLocks noGrp="1"/>
          </p:cNvSpPr>
          <p:nvPr/>
        </p:nvSpPr>
        <p:spPr>
          <a:xfrm>
            <a:off x="641291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4" name="e_full_violin_4173">
            <a:extLst>
              <a:ext uri="{FF2B5EF4-FFF2-40B4-BE49-F238E27FC236}">
                <a16:creationId xmlns:a16="http://schemas.microsoft.com/office/drawing/2014/main" id="{292CEA14-C51B-4EF1-947E-CDA526119542}"/>
              </a:ext>
            </a:extLst>
          </p:cNvPr>
          <p:cNvSpPr>
            <a:spLocks noGrp="1"/>
          </p:cNvSpPr>
          <p:nvPr/>
        </p:nvSpPr>
        <p:spPr>
          <a:xfrm>
            <a:off x="6054926" y="359376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5" name="e_full_violin_4174">
            <a:extLst>
              <a:ext uri="{FF2B5EF4-FFF2-40B4-BE49-F238E27FC236}">
                <a16:creationId xmlns:a16="http://schemas.microsoft.com/office/drawing/2014/main" id="{6465180D-10C3-4BEE-ACCB-127214426C6D}"/>
              </a:ext>
            </a:extLst>
          </p:cNvPr>
          <p:cNvSpPr>
            <a:spLocks noGrp="1"/>
          </p:cNvSpPr>
          <p:nvPr/>
        </p:nvSpPr>
        <p:spPr>
          <a:xfrm>
            <a:off x="6217071" y="392418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6" name="e_full_violin_4175">
            <a:extLst>
              <a:ext uri="{FF2B5EF4-FFF2-40B4-BE49-F238E27FC236}">
                <a16:creationId xmlns:a16="http://schemas.microsoft.com/office/drawing/2014/main" id="{9052D6FE-2F37-4689-93C1-3B3FD324F3AB}"/>
              </a:ext>
            </a:extLst>
          </p:cNvPr>
          <p:cNvSpPr>
            <a:spLocks noGrp="1"/>
          </p:cNvSpPr>
          <p:nvPr/>
        </p:nvSpPr>
        <p:spPr>
          <a:xfrm>
            <a:off x="621813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7" name="e_full_violin_4176">
            <a:extLst>
              <a:ext uri="{FF2B5EF4-FFF2-40B4-BE49-F238E27FC236}">
                <a16:creationId xmlns:a16="http://schemas.microsoft.com/office/drawing/2014/main" id="{74BDA2A4-B5FE-48C8-A217-542089C379DD}"/>
              </a:ext>
            </a:extLst>
          </p:cNvPr>
          <p:cNvSpPr>
            <a:spLocks noGrp="1"/>
          </p:cNvSpPr>
          <p:nvPr/>
        </p:nvSpPr>
        <p:spPr>
          <a:xfrm>
            <a:off x="6359333" y="601461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8" name="e_full_violin_4177">
            <a:extLst>
              <a:ext uri="{FF2B5EF4-FFF2-40B4-BE49-F238E27FC236}">
                <a16:creationId xmlns:a16="http://schemas.microsoft.com/office/drawing/2014/main" id="{52AD102B-507D-4B9B-A051-227A7E9E891A}"/>
              </a:ext>
            </a:extLst>
          </p:cNvPr>
          <p:cNvSpPr>
            <a:spLocks noGrp="1"/>
          </p:cNvSpPr>
          <p:nvPr/>
        </p:nvSpPr>
        <p:spPr>
          <a:xfrm>
            <a:off x="6429936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9" name="e_full_violin_4178">
            <a:extLst>
              <a:ext uri="{FF2B5EF4-FFF2-40B4-BE49-F238E27FC236}">
                <a16:creationId xmlns:a16="http://schemas.microsoft.com/office/drawing/2014/main" id="{5536C0CF-5851-4B40-A7D5-1DE1EF796D50}"/>
              </a:ext>
            </a:extLst>
          </p:cNvPr>
          <p:cNvSpPr>
            <a:spLocks noGrp="1"/>
          </p:cNvSpPr>
          <p:nvPr/>
        </p:nvSpPr>
        <p:spPr>
          <a:xfrm>
            <a:off x="642589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0" name="e_full_violin_4179">
            <a:extLst>
              <a:ext uri="{FF2B5EF4-FFF2-40B4-BE49-F238E27FC236}">
                <a16:creationId xmlns:a16="http://schemas.microsoft.com/office/drawing/2014/main" id="{33791600-5EDA-4243-893B-92CB4ED5C8ED}"/>
              </a:ext>
            </a:extLst>
          </p:cNvPr>
          <p:cNvSpPr>
            <a:spLocks noGrp="1"/>
          </p:cNvSpPr>
          <p:nvPr/>
        </p:nvSpPr>
        <p:spPr>
          <a:xfrm>
            <a:off x="642059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1" name="e_full_violin_4180">
            <a:extLst>
              <a:ext uri="{FF2B5EF4-FFF2-40B4-BE49-F238E27FC236}">
                <a16:creationId xmlns:a16="http://schemas.microsoft.com/office/drawing/2014/main" id="{EFE8108C-ED98-4AAF-8621-B1BADFBEBF58}"/>
              </a:ext>
            </a:extLst>
          </p:cNvPr>
          <p:cNvSpPr>
            <a:spLocks noGrp="1"/>
          </p:cNvSpPr>
          <p:nvPr/>
        </p:nvSpPr>
        <p:spPr>
          <a:xfrm>
            <a:off x="61414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2" name="e_full_violin_4181">
            <a:extLst>
              <a:ext uri="{FF2B5EF4-FFF2-40B4-BE49-F238E27FC236}">
                <a16:creationId xmlns:a16="http://schemas.microsoft.com/office/drawing/2014/main" id="{61445E86-9CB5-4629-83F9-0392FC3DA13F}"/>
              </a:ext>
            </a:extLst>
          </p:cNvPr>
          <p:cNvSpPr>
            <a:spLocks noGrp="1"/>
          </p:cNvSpPr>
          <p:nvPr/>
        </p:nvSpPr>
        <p:spPr>
          <a:xfrm>
            <a:off x="6262855" y="611949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3" name="e_full_violin_4182">
            <a:extLst>
              <a:ext uri="{FF2B5EF4-FFF2-40B4-BE49-F238E27FC236}">
                <a16:creationId xmlns:a16="http://schemas.microsoft.com/office/drawing/2014/main" id="{35F0020F-2867-40B8-8AA8-D22C2CCE8E2E}"/>
              </a:ext>
            </a:extLst>
          </p:cNvPr>
          <p:cNvSpPr>
            <a:spLocks noGrp="1"/>
          </p:cNvSpPr>
          <p:nvPr/>
        </p:nvSpPr>
        <p:spPr>
          <a:xfrm>
            <a:off x="6176748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4" name="e_full_violin_4183">
            <a:extLst>
              <a:ext uri="{FF2B5EF4-FFF2-40B4-BE49-F238E27FC236}">
                <a16:creationId xmlns:a16="http://schemas.microsoft.com/office/drawing/2014/main" id="{4D5046AF-210A-42FA-AD11-79318F121F3A}"/>
              </a:ext>
            </a:extLst>
          </p:cNvPr>
          <p:cNvSpPr>
            <a:spLocks noGrp="1"/>
          </p:cNvSpPr>
          <p:nvPr/>
        </p:nvSpPr>
        <p:spPr>
          <a:xfrm>
            <a:off x="6251618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5" name="e_full_violin_4184">
            <a:extLst>
              <a:ext uri="{FF2B5EF4-FFF2-40B4-BE49-F238E27FC236}">
                <a16:creationId xmlns:a16="http://schemas.microsoft.com/office/drawing/2014/main" id="{441EAEED-A800-408E-8ACF-1C8D13BBCDFD}"/>
              </a:ext>
            </a:extLst>
          </p:cNvPr>
          <p:cNvSpPr>
            <a:spLocks noGrp="1"/>
          </p:cNvSpPr>
          <p:nvPr/>
        </p:nvSpPr>
        <p:spPr>
          <a:xfrm>
            <a:off x="6919526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591891" y="3685436"/>
                </a:moveTo>
                <a:lnTo>
                  <a:pt x="190703" y="3685436"/>
                </a:lnTo>
                <a:lnTo>
                  <a:pt x="192937" y="3662402"/>
                </a:lnTo>
                <a:lnTo>
                  <a:pt x="199481" y="3639368"/>
                </a:lnTo>
                <a:lnTo>
                  <a:pt x="209876" y="3616334"/>
                </a:lnTo>
                <a:lnTo>
                  <a:pt x="223416" y="3593300"/>
                </a:lnTo>
                <a:lnTo>
                  <a:pt x="239228" y="3570266"/>
                </a:lnTo>
                <a:lnTo>
                  <a:pt x="256359" y="3547232"/>
                </a:lnTo>
                <a:lnTo>
                  <a:pt x="273876" y="3524198"/>
                </a:lnTo>
                <a:lnTo>
                  <a:pt x="290940" y="3501164"/>
                </a:lnTo>
                <a:lnTo>
                  <a:pt x="306867" y="3478130"/>
                </a:lnTo>
                <a:lnTo>
                  <a:pt x="321165" y="3455096"/>
                </a:lnTo>
                <a:lnTo>
                  <a:pt x="333539" y="3432062"/>
                </a:lnTo>
                <a:lnTo>
                  <a:pt x="343881" y="3409028"/>
                </a:lnTo>
                <a:lnTo>
                  <a:pt x="352231" y="3385994"/>
                </a:lnTo>
                <a:lnTo>
                  <a:pt x="358748" y="3362960"/>
                </a:lnTo>
                <a:lnTo>
                  <a:pt x="363660" y="3339926"/>
                </a:lnTo>
                <a:lnTo>
                  <a:pt x="367231" y="3316892"/>
                </a:lnTo>
                <a:lnTo>
                  <a:pt x="369731" y="3293858"/>
                </a:lnTo>
                <a:lnTo>
                  <a:pt x="371408" y="3270824"/>
                </a:lnTo>
                <a:lnTo>
                  <a:pt x="372483" y="3247790"/>
                </a:lnTo>
                <a:lnTo>
                  <a:pt x="373135" y="3224756"/>
                </a:lnTo>
                <a:lnTo>
                  <a:pt x="373507" y="3201722"/>
                </a:lnTo>
                <a:lnTo>
                  <a:pt x="373705" y="3178688"/>
                </a:lnTo>
                <a:lnTo>
                  <a:pt x="373802" y="3155654"/>
                </a:lnTo>
                <a:lnTo>
                  <a:pt x="373842" y="3132620"/>
                </a:lnTo>
                <a:lnTo>
                  <a:pt x="373846" y="3109586"/>
                </a:lnTo>
                <a:lnTo>
                  <a:pt x="373813" y="3086552"/>
                </a:lnTo>
                <a:lnTo>
                  <a:pt x="373726" y="3063518"/>
                </a:lnTo>
                <a:lnTo>
                  <a:pt x="373559" y="3040485"/>
                </a:lnTo>
                <a:lnTo>
                  <a:pt x="373276" y="3017451"/>
                </a:lnTo>
                <a:lnTo>
                  <a:pt x="372844" y="2994417"/>
                </a:lnTo>
                <a:lnTo>
                  <a:pt x="372230" y="2971383"/>
                </a:lnTo>
                <a:lnTo>
                  <a:pt x="371417" y="2948349"/>
                </a:lnTo>
                <a:lnTo>
                  <a:pt x="370397" y="2925315"/>
                </a:lnTo>
                <a:lnTo>
                  <a:pt x="369183" y="2902281"/>
                </a:lnTo>
                <a:lnTo>
                  <a:pt x="367803" y="2879247"/>
                </a:lnTo>
                <a:lnTo>
                  <a:pt x="366299" y="2856213"/>
                </a:lnTo>
                <a:lnTo>
                  <a:pt x="364725" y="2833179"/>
                </a:lnTo>
                <a:lnTo>
                  <a:pt x="363139" y="2810145"/>
                </a:lnTo>
                <a:lnTo>
                  <a:pt x="361596" y="2787111"/>
                </a:lnTo>
                <a:lnTo>
                  <a:pt x="360147" y="2764077"/>
                </a:lnTo>
                <a:lnTo>
                  <a:pt x="358829" y="2741043"/>
                </a:lnTo>
                <a:lnTo>
                  <a:pt x="357669" y="2718009"/>
                </a:lnTo>
                <a:lnTo>
                  <a:pt x="356679" y="2694975"/>
                </a:lnTo>
                <a:lnTo>
                  <a:pt x="355865" y="2671941"/>
                </a:lnTo>
                <a:lnTo>
                  <a:pt x="355226" y="2648907"/>
                </a:lnTo>
                <a:lnTo>
                  <a:pt x="354764" y="2625873"/>
                </a:lnTo>
                <a:lnTo>
                  <a:pt x="354484" y="2602839"/>
                </a:lnTo>
                <a:lnTo>
                  <a:pt x="354395" y="2579805"/>
                </a:lnTo>
                <a:lnTo>
                  <a:pt x="354515" y="2556771"/>
                </a:lnTo>
                <a:lnTo>
                  <a:pt x="354865" y="2533737"/>
                </a:lnTo>
                <a:lnTo>
                  <a:pt x="355462" y="2510703"/>
                </a:lnTo>
                <a:lnTo>
                  <a:pt x="356318" y="2487669"/>
                </a:lnTo>
                <a:lnTo>
                  <a:pt x="357433" y="2464635"/>
                </a:lnTo>
                <a:lnTo>
                  <a:pt x="358788" y="2441601"/>
                </a:lnTo>
                <a:lnTo>
                  <a:pt x="360351" y="2418567"/>
                </a:lnTo>
                <a:lnTo>
                  <a:pt x="362067" y="2395533"/>
                </a:lnTo>
                <a:lnTo>
                  <a:pt x="363873" y="2372499"/>
                </a:lnTo>
                <a:lnTo>
                  <a:pt x="365690" y="2349465"/>
                </a:lnTo>
                <a:lnTo>
                  <a:pt x="367440" y="2326431"/>
                </a:lnTo>
                <a:lnTo>
                  <a:pt x="369040" y="2303397"/>
                </a:lnTo>
                <a:lnTo>
                  <a:pt x="370409" y="2280363"/>
                </a:lnTo>
                <a:lnTo>
                  <a:pt x="371470" y="2257329"/>
                </a:lnTo>
                <a:lnTo>
                  <a:pt x="372145" y="2234295"/>
                </a:lnTo>
                <a:lnTo>
                  <a:pt x="372356" y="2211261"/>
                </a:lnTo>
                <a:lnTo>
                  <a:pt x="372023" y="2188228"/>
                </a:lnTo>
                <a:lnTo>
                  <a:pt x="371065" y="2165194"/>
                </a:lnTo>
                <a:lnTo>
                  <a:pt x="369407" y="2142160"/>
                </a:lnTo>
                <a:lnTo>
                  <a:pt x="366984" y="2119126"/>
                </a:lnTo>
                <a:lnTo>
                  <a:pt x="363755" y="2096092"/>
                </a:lnTo>
                <a:lnTo>
                  <a:pt x="359718" y="2073058"/>
                </a:lnTo>
                <a:lnTo>
                  <a:pt x="354920" y="2050024"/>
                </a:lnTo>
                <a:lnTo>
                  <a:pt x="349471" y="2026990"/>
                </a:lnTo>
                <a:lnTo>
                  <a:pt x="343550" y="2003956"/>
                </a:lnTo>
                <a:lnTo>
                  <a:pt x="337401" y="1980922"/>
                </a:lnTo>
                <a:lnTo>
                  <a:pt x="331321" y="1957888"/>
                </a:lnTo>
                <a:lnTo>
                  <a:pt x="325639" y="1934854"/>
                </a:lnTo>
                <a:lnTo>
                  <a:pt x="320687" y="1911820"/>
                </a:lnTo>
                <a:lnTo>
                  <a:pt x="316771" y="1888786"/>
                </a:lnTo>
                <a:lnTo>
                  <a:pt x="314129" y="1865752"/>
                </a:lnTo>
                <a:lnTo>
                  <a:pt x="312915" y="1842718"/>
                </a:lnTo>
                <a:lnTo>
                  <a:pt x="313172" y="1819684"/>
                </a:lnTo>
                <a:lnTo>
                  <a:pt x="314835" y="1796650"/>
                </a:lnTo>
                <a:lnTo>
                  <a:pt x="317730" y="1773616"/>
                </a:lnTo>
                <a:lnTo>
                  <a:pt x="321599" y="1750582"/>
                </a:lnTo>
                <a:lnTo>
                  <a:pt x="326129" y="1727548"/>
                </a:lnTo>
                <a:lnTo>
                  <a:pt x="330978" y="1704514"/>
                </a:lnTo>
                <a:lnTo>
                  <a:pt x="335813" y="1681480"/>
                </a:lnTo>
                <a:lnTo>
                  <a:pt x="340333" y="1658446"/>
                </a:lnTo>
                <a:lnTo>
                  <a:pt x="344290" y="1635412"/>
                </a:lnTo>
                <a:lnTo>
                  <a:pt x="347500" y="1612378"/>
                </a:lnTo>
                <a:lnTo>
                  <a:pt x="349844" y="1589344"/>
                </a:lnTo>
                <a:lnTo>
                  <a:pt x="351265" y="1566310"/>
                </a:lnTo>
                <a:lnTo>
                  <a:pt x="351758" y="1543276"/>
                </a:lnTo>
                <a:lnTo>
                  <a:pt x="351362" y="1520242"/>
                </a:lnTo>
                <a:lnTo>
                  <a:pt x="350149" y="1497208"/>
                </a:lnTo>
                <a:lnTo>
                  <a:pt x="348218" y="1474174"/>
                </a:lnTo>
                <a:lnTo>
                  <a:pt x="345690" y="1451140"/>
                </a:lnTo>
                <a:lnTo>
                  <a:pt x="342705" y="1428106"/>
                </a:lnTo>
                <a:lnTo>
                  <a:pt x="339424" y="1405072"/>
                </a:lnTo>
                <a:lnTo>
                  <a:pt x="336021" y="1382038"/>
                </a:lnTo>
                <a:lnTo>
                  <a:pt x="332686" y="1359004"/>
                </a:lnTo>
                <a:lnTo>
                  <a:pt x="329612" y="1335970"/>
                </a:lnTo>
                <a:lnTo>
                  <a:pt x="326985" y="1312937"/>
                </a:lnTo>
                <a:lnTo>
                  <a:pt x="324974" y="1289903"/>
                </a:lnTo>
                <a:lnTo>
                  <a:pt x="323711" y="1266869"/>
                </a:lnTo>
                <a:lnTo>
                  <a:pt x="323284" y="1243835"/>
                </a:lnTo>
                <a:lnTo>
                  <a:pt x="323724" y="1220801"/>
                </a:lnTo>
                <a:lnTo>
                  <a:pt x="325001" y="1197767"/>
                </a:lnTo>
                <a:lnTo>
                  <a:pt x="327029" y="1174733"/>
                </a:lnTo>
                <a:lnTo>
                  <a:pt x="329677" y="1151699"/>
                </a:lnTo>
                <a:lnTo>
                  <a:pt x="332780" y="1128665"/>
                </a:lnTo>
                <a:lnTo>
                  <a:pt x="336160" y="1105631"/>
                </a:lnTo>
                <a:lnTo>
                  <a:pt x="339646" y="1082597"/>
                </a:lnTo>
                <a:lnTo>
                  <a:pt x="343086" y="1059563"/>
                </a:lnTo>
                <a:lnTo>
                  <a:pt x="346359" y="1036529"/>
                </a:lnTo>
                <a:lnTo>
                  <a:pt x="349384" y="1013495"/>
                </a:lnTo>
                <a:lnTo>
                  <a:pt x="352114" y="990461"/>
                </a:lnTo>
                <a:lnTo>
                  <a:pt x="354534" y="967427"/>
                </a:lnTo>
                <a:lnTo>
                  <a:pt x="356652" y="944393"/>
                </a:lnTo>
                <a:lnTo>
                  <a:pt x="358487" y="921359"/>
                </a:lnTo>
                <a:lnTo>
                  <a:pt x="360064" y="898325"/>
                </a:lnTo>
                <a:lnTo>
                  <a:pt x="361405" y="875291"/>
                </a:lnTo>
                <a:lnTo>
                  <a:pt x="362525" y="852257"/>
                </a:lnTo>
                <a:lnTo>
                  <a:pt x="363434" y="829223"/>
                </a:lnTo>
                <a:lnTo>
                  <a:pt x="364138" y="806189"/>
                </a:lnTo>
                <a:lnTo>
                  <a:pt x="364645" y="783155"/>
                </a:lnTo>
                <a:lnTo>
                  <a:pt x="364969" y="760121"/>
                </a:lnTo>
                <a:lnTo>
                  <a:pt x="365132" y="737087"/>
                </a:lnTo>
                <a:lnTo>
                  <a:pt x="365166" y="714053"/>
                </a:lnTo>
                <a:lnTo>
                  <a:pt x="365114" y="691019"/>
                </a:lnTo>
                <a:lnTo>
                  <a:pt x="365027" y="667985"/>
                </a:lnTo>
                <a:lnTo>
                  <a:pt x="364957" y="644951"/>
                </a:lnTo>
                <a:lnTo>
                  <a:pt x="364952" y="621917"/>
                </a:lnTo>
                <a:lnTo>
                  <a:pt x="365048" y="598883"/>
                </a:lnTo>
                <a:lnTo>
                  <a:pt x="365261" y="575849"/>
                </a:lnTo>
                <a:lnTo>
                  <a:pt x="365581" y="552815"/>
                </a:lnTo>
                <a:lnTo>
                  <a:pt x="365964" y="529781"/>
                </a:lnTo>
                <a:lnTo>
                  <a:pt x="366325" y="506747"/>
                </a:lnTo>
                <a:lnTo>
                  <a:pt x="366529" y="483713"/>
                </a:lnTo>
                <a:lnTo>
                  <a:pt x="366389" y="460679"/>
                </a:lnTo>
                <a:lnTo>
                  <a:pt x="365654" y="437646"/>
                </a:lnTo>
                <a:lnTo>
                  <a:pt x="364004" y="414612"/>
                </a:lnTo>
                <a:lnTo>
                  <a:pt x="361050" y="391578"/>
                </a:lnTo>
                <a:lnTo>
                  <a:pt x="356336" y="368544"/>
                </a:lnTo>
                <a:lnTo>
                  <a:pt x="349351" y="345510"/>
                </a:lnTo>
                <a:lnTo>
                  <a:pt x="339560" y="322476"/>
                </a:lnTo>
                <a:lnTo>
                  <a:pt x="326444" y="299442"/>
                </a:lnTo>
                <a:lnTo>
                  <a:pt x="309560" y="276408"/>
                </a:lnTo>
                <a:lnTo>
                  <a:pt x="288615" y="253374"/>
                </a:lnTo>
                <a:lnTo>
                  <a:pt x="263545" y="230340"/>
                </a:lnTo>
                <a:lnTo>
                  <a:pt x="234594" y="207306"/>
                </a:lnTo>
                <a:lnTo>
                  <a:pt x="202369" y="184272"/>
                </a:lnTo>
                <a:lnTo>
                  <a:pt x="167872" y="161238"/>
                </a:lnTo>
                <a:lnTo>
                  <a:pt x="132483" y="138204"/>
                </a:lnTo>
                <a:lnTo>
                  <a:pt x="97893" y="115170"/>
                </a:lnTo>
                <a:lnTo>
                  <a:pt x="65984" y="92136"/>
                </a:lnTo>
                <a:lnTo>
                  <a:pt x="38668" y="69102"/>
                </a:lnTo>
                <a:lnTo>
                  <a:pt x="17702" y="46068"/>
                </a:lnTo>
                <a:lnTo>
                  <a:pt x="4505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089" y="23034"/>
                </a:lnTo>
                <a:lnTo>
                  <a:pt x="764893" y="46068"/>
                </a:lnTo>
                <a:lnTo>
                  <a:pt x="743927" y="69102"/>
                </a:lnTo>
                <a:lnTo>
                  <a:pt x="716610" y="92136"/>
                </a:lnTo>
                <a:lnTo>
                  <a:pt x="684701" y="115170"/>
                </a:lnTo>
                <a:lnTo>
                  <a:pt x="650111" y="138204"/>
                </a:lnTo>
                <a:lnTo>
                  <a:pt x="614723" y="161238"/>
                </a:lnTo>
                <a:lnTo>
                  <a:pt x="580226" y="184272"/>
                </a:lnTo>
                <a:lnTo>
                  <a:pt x="548001" y="207306"/>
                </a:lnTo>
                <a:lnTo>
                  <a:pt x="519049" y="230340"/>
                </a:lnTo>
                <a:lnTo>
                  <a:pt x="493980" y="253374"/>
                </a:lnTo>
                <a:lnTo>
                  <a:pt x="473035" y="276408"/>
                </a:lnTo>
                <a:lnTo>
                  <a:pt x="456151" y="299442"/>
                </a:lnTo>
                <a:lnTo>
                  <a:pt x="443035" y="322476"/>
                </a:lnTo>
                <a:lnTo>
                  <a:pt x="433244" y="345510"/>
                </a:lnTo>
                <a:lnTo>
                  <a:pt x="426259" y="368544"/>
                </a:lnTo>
                <a:lnTo>
                  <a:pt x="421544" y="391578"/>
                </a:lnTo>
                <a:lnTo>
                  <a:pt x="418590" y="414612"/>
                </a:lnTo>
                <a:lnTo>
                  <a:pt x="416941" y="437646"/>
                </a:lnTo>
                <a:lnTo>
                  <a:pt x="416205" y="460679"/>
                </a:lnTo>
                <a:lnTo>
                  <a:pt x="416065" y="483713"/>
                </a:lnTo>
                <a:lnTo>
                  <a:pt x="416270" y="506747"/>
                </a:lnTo>
                <a:lnTo>
                  <a:pt x="416630" y="529781"/>
                </a:lnTo>
                <a:lnTo>
                  <a:pt x="417013" y="552815"/>
                </a:lnTo>
                <a:lnTo>
                  <a:pt x="417333" y="575849"/>
                </a:lnTo>
                <a:lnTo>
                  <a:pt x="417547" y="598883"/>
                </a:lnTo>
                <a:lnTo>
                  <a:pt x="417643" y="621917"/>
                </a:lnTo>
                <a:lnTo>
                  <a:pt x="417638" y="644951"/>
                </a:lnTo>
                <a:lnTo>
                  <a:pt x="417568" y="667985"/>
                </a:lnTo>
                <a:lnTo>
                  <a:pt x="417481" y="691019"/>
                </a:lnTo>
                <a:lnTo>
                  <a:pt x="417429" y="714053"/>
                </a:lnTo>
                <a:lnTo>
                  <a:pt x="417463" y="737087"/>
                </a:lnTo>
                <a:lnTo>
                  <a:pt x="417625" y="760121"/>
                </a:lnTo>
                <a:lnTo>
                  <a:pt x="417949" y="783155"/>
                </a:lnTo>
                <a:lnTo>
                  <a:pt x="418457" y="806189"/>
                </a:lnTo>
                <a:lnTo>
                  <a:pt x="419161" y="829223"/>
                </a:lnTo>
                <a:lnTo>
                  <a:pt x="420070" y="852257"/>
                </a:lnTo>
                <a:lnTo>
                  <a:pt x="421190" y="875291"/>
                </a:lnTo>
                <a:lnTo>
                  <a:pt x="422530" y="898325"/>
                </a:lnTo>
                <a:lnTo>
                  <a:pt x="424107" y="921359"/>
                </a:lnTo>
                <a:lnTo>
                  <a:pt x="425943" y="944393"/>
                </a:lnTo>
                <a:lnTo>
                  <a:pt x="428061" y="967427"/>
                </a:lnTo>
                <a:lnTo>
                  <a:pt x="430481" y="990461"/>
                </a:lnTo>
                <a:lnTo>
                  <a:pt x="433211" y="1013495"/>
                </a:lnTo>
                <a:lnTo>
                  <a:pt x="436235" y="1036529"/>
                </a:lnTo>
                <a:lnTo>
                  <a:pt x="439509" y="1059563"/>
                </a:lnTo>
                <a:lnTo>
                  <a:pt x="442949" y="1082597"/>
                </a:lnTo>
                <a:lnTo>
                  <a:pt x="446434" y="1105631"/>
                </a:lnTo>
                <a:lnTo>
                  <a:pt x="449815" y="1128665"/>
                </a:lnTo>
                <a:lnTo>
                  <a:pt x="452918" y="1151699"/>
                </a:lnTo>
                <a:lnTo>
                  <a:pt x="455565" y="1174733"/>
                </a:lnTo>
                <a:lnTo>
                  <a:pt x="457594" y="1197767"/>
                </a:lnTo>
                <a:lnTo>
                  <a:pt x="458871" y="1220801"/>
                </a:lnTo>
                <a:lnTo>
                  <a:pt x="459310" y="1243835"/>
                </a:lnTo>
                <a:lnTo>
                  <a:pt x="458883" y="1266869"/>
                </a:lnTo>
                <a:lnTo>
                  <a:pt x="457621" y="1289903"/>
                </a:lnTo>
                <a:lnTo>
                  <a:pt x="455609" y="1312937"/>
                </a:lnTo>
                <a:lnTo>
                  <a:pt x="452983" y="1335970"/>
                </a:lnTo>
                <a:lnTo>
                  <a:pt x="449908" y="1359004"/>
                </a:lnTo>
                <a:lnTo>
                  <a:pt x="446573" y="1382038"/>
                </a:lnTo>
                <a:lnTo>
                  <a:pt x="443171" y="1405072"/>
                </a:lnTo>
                <a:lnTo>
                  <a:pt x="439890" y="1428106"/>
                </a:lnTo>
                <a:lnTo>
                  <a:pt x="436905" y="1451140"/>
                </a:lnTo>
                <a:lnTo>
                  <a:pt x="434377" y="1474174"/>
                </a:lnTo>
                <a:lnTo>
                  <a:pt x="432446" y="1497208"/>
                </a:lnTo>
                <a:lnTo>
                  <a:pt x="431233" y="1520242"/>
                </a:lnTo>
                <a:lnTo>
                  <a:pt x="430837" y="1543276"/>
                </a:lnTo>
                <a:lnTo>
                  <a:pt x="431330" y="1566310"/>
                </a:lnTo>
                <a:lnTo>
                  <a:pt x="432750" y="1589344"/>
                </a:lnTo>
                <a:lnTo>
                  <a:pt x="435094" y="1612378"/>
                </a:lnTo>
                <a:lnTo>
                  <a:pt x="438304" y="1635412"/>
                </a:lnTo>
                <a:lnTo>
                  <a:pt x="442261" y="1658446"/>
                </a:lnTo>
                <a:lnTo>
                  <a:pt x="446781" y="1681480"/>
                </a:lnTo>
                <a:lnTo>
                  <a:pt x="451616" y="1704514"/>
                </a:lnTo>
                <a:lnTo>
                  <a:pt x="456466" y="1727548"/>
                </a:lnTo>
                <a:lnTo>
                  <a:pt x="460995" y="1750582"/>
                </a:lnTo>
                <a:lnTo>
                  <a:pt x="464865" y="1773616"/>
                </a:lnTo>
                <a:lnTo>
                  <a:pt x="467760" y="1796650"/>
                </a:lnTo>
                <a:lnTo>
                  <a:pt x="469422" y="1819684"/>
                </a:lnTo>
                <a:lnTo>
                  <a:pt x="469680" y="1842718"/>
                </a:lnTo>
                <a:lnTo>
                  <a:pt x="468466" y="1865752"/>
                </a:lnTo>
                <a:lnTo>
                  <a:pt x="465824" y="1888786"/>
                </a:lnTo>
                <a:lnTo>
                  <a:pt x="461907" y="1911820"/>
                </a:lnTo>
                <a:lnTo>
                  <a:pt x="456956" y="1934854"/>
                </a:lnTo>
                <a:lnTo>
                  <a:pt x="451274" y="1957888"/>
                </a:lnTo>
                <a:lnTo>
                  <a:pt x="445194" y="1980922"/>
                </a:lnTo>
                <a:lnTo>
                  <a:pt x="439044" y="2003956"/>
                </a:lnTo>
                <a:lnTo>
                  <a:pt x="433124" y="2026990"/>
                </a:lnTo>
                <a:lnTo>
                  <a:pt x="427675" y="2050024"/>
                </a:lnTo>
                <a:lnTo>
                  <a:pt x="422877" y="2073058"/>
                </a:lnTo>
                <a:lnTo>
                  <a:pt x="418839" y="2096092"/>
                </a:lnTo>
                <a:lnTo>
                  <a:pt x="415611" y="2119126"/>
                </a:lnTo>
                <a:lnTo>
                  <a:pt x="413188" y="2142160"/>
                </a:lnTo>
                <a:lnTo>
                  <a:pt x="411530" y="2165194"/>
                </a:lnTo>
                <a:lnTo>
                  <a:pt x="410572" y="2188228"/>
                </a:lnTo>
                <a:lnTo>
                  <a:pt x="410239" y="2211261"/>
                </a:lnTo>
                <a:lnTo>
                  <a:pt x="410449" y="2234295"/>
                </a:lnTo>
                <a:lnTo>
                  <a:pt x="411124" y="2257329"/>
                </a:lnTo>
                <a:lnTo>
                  <a:pt x="412185" y="2280363"/>
                </a:lnTo>
                <a:lnTo>
                  <a:pt x="413555" y="2303397"/>
                </a:lnTo>
                <a:lnTo>
                  <a:pt x="415155" y="2326431"/>
                </a:lnTo>
                <a:lnTo>
                  <a:pt x="416904" y="2349465"/>
                </a:lnTo>
                <a:lnTo>
                  <a:pt x="418722" y="2372499"/>
                </a:lnTo>
                <a:lnTo>
                  <a:pt x="420527" y="2395533"/>
                </a:lnTo>
                <a:lnTo>
                  <a:pt x="422244" y="2418567"/>
                </a:lnTo>
                <a:lnTo>
                  <a:pt x="423806" y="2441601"/>
                </a:lnTo>
                <a:lnTo>
                  <a:pt x="425162" y="2464635"/>
                </a:lnTo>
                <a:lnTo>
                  <a:pt x="426277" y="2487669"/>
                </a:lnTo>
                <a:lnTo>
                  <a:pt x="427133" y="2510703"/>
                </a:lnTo>
                <a:lnTo>
                  <a:pt x="427730" y="2533737"/>
                </a:lnTo>
                <a:lnTo>
                  <a:pt x="428079" y="2556771"/>
                </a:lnTo>
                <a:lnTo>
                  <a:pt x="428200" y="2579805"/>
                </a:lnTo>
                <a:lnTo>
                  <a:pt x="428111" y="2602839"/>
                </a:lnTo>
                <a:lnTo>
                  <a:pt x="427830" y="2625873"/>
                </a:lnTo>
                <a:lnTo>
                  <a:pt x="427368" y="2648907"/>
                </a:lnTo>
                <a:lnTo>
                  <a:pt x="426730" y="2671941"/>
                </a:lnTo>
                <a:lnTo>
                  <a:pt x="425916" y="2694975"/>
                </a:lnTo>
                <a:lnTo>
                  <a:pt x="424926" y="2718009"/>
                </a:lnTo>
                <a:lnTo>
                  <a:pt x="423765" y="2741043"/>
                </a:lnTo>
                <a:lnTo>
                  <a:pt x="422448" y="2764077"/>
                </a:lnTo>
                <a:lnTo>
                  <a:pt x="420998" y="2787111"/>
                </a:lnTo>
                <a:lnTo>
                  <a:pt x="419456" y="2810145"/>
                </a:lnTo>
                <a:lnTo>
                  <a:pt x="417870" y="2833179"/>
                </a:lnTo>
                <a:lnTo>
                  <a:pt x="416296" y="2856213"/>
                </a:lnTo>
                <a:lnTo>
                  <a:pt x="414792" y="2879247"/>
                </a:lnTo>
                <a:lnTo>
                  <a:pt x="413411" y="2902281"/>
                </a:lnTo>
                <a:lnTo>
                  <a:pt x="412197" y="2925315"/>
                </a:lnTo>
                <a:lnTo>
                  <a:pt x="411178" y="2948349"/>
                </a:lnTo>
                <a:lnTo>
                  <a:pt x="410364" y="2971383"/>
                </a:lnTo>
                <a:lnTo>
                  <a:pt x="409751" y="2994417"/>
                </a:lnTo>
                <a:lnTo>
                  <a:pt x="409318" y="3017451"/>
                </a:lnTo>
                <a:lnTo>
                  <a:pt x="409036" y="3040485"/>
                </a:lnTo>
                <a:lnTo>
                  <a:pt x="408868" y="3063518"/>
                </a:lnTo>
                <a:lnTo>
                  <a:pt x="408782" y="3086552"/>
                </a:lnTo>
                <a:lnTo>
                  <a:pt x="408749" y="3109586"/>
                </a:lnTo>
                <a:lnTo>
                  <a:pt x="408753" y="3132620"/>
                </a:lnTo>
                <a:lnTo>
                  <a:pt x="408793" y="3155654"/>
                </a:lnTo>
                <a:lnTo>
                  <a:pt x="408890" y="3178688"/>
                </a:lnTo>
                <a:lnTo>
                  <a:pt x="409088" y="3201722"/>
                </a:lnTo>
                <a:lnTo>
                  <a:pt x="409460" y="3224756"/>
                </a:lnTo>
                <a:lnTo>
                  <a:pt x="410112" y="3247790"/>
                </a:lnTo>
                <a:lnTo>
                  <a:pt x="411186" y="3270824"/>
                </a:lnTo>
                <a:lnTo>
                  <a:pt x="412864" y="3293858"/>
                </a:lnTo>
                <a:lnTo>
                  <a:pt x="415363" y="3316892"/>
                </a:lnTo>
                <a:lnTo>
                  <a:pt x="418935" y="3339926"/>
                </a:lnTo>
                <a:lnTo>
                  <a:pt x="423847" y="3362960"/>
                </a:lnTo>
                <a:lnTo>
                  <a:pt x="430364" y="3385994"/>
                </a:lnTo>
                <a:lnTo>
                  <a:pt x="438714" y="3409028"/>
                </a:lnTo>
                <a:lnTo>
                  <a:pt x="449055" y="3432062"/>
                </a:lnTo>
                <a:lnTo>
                  <a:pt x="461430" y="3455096"/>
                </a:lnTo>
                <a:lnTo>
                  <a:pt x="475728" y="3478130"/>
                </a:lnTo>
                <a:lnTo>
                  <a:pt x="491655" y="3501164"/>
                </a:lnTo>
                <a:lnTo>
                  <a:pt x="508718" y="3524198"/>
                </a:lnTo>
                <a:lnTo>
                  <a:pt x="526235" y="3547232"/>
                </a:lnTo>
                <a:lnTo>
                  <a:pt x="543367" y="3570266"/>
                </a:lnTo>
                <a:lnTo>
                  <a:pt x="559179" y="3593300"/>
                </a:lnTo>
                <a:lnTo>
                  <a:pt x="572719" y="3616334"/>
                </a:lnTo>
                <a:lnTo>
                  <a:pt x="583114" y="3639368"/>
                </a:lnTo>
                <a:lnTo>
                  <a:pt x="589657" y="3662402"/>
                </a:lnTo>
                <a:lnTo>
                  <a:pt x="591891" y="3685436"/>
                </a:lnTo>
                <a:lnTo>
                  <a:pt x="591891" y="3685436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736" name="e_full_violin_4185">
            <a:extLst>
              <a:ext uri="{FF2B5EF4-FFF2-40B4-BE49-F238E27FC236}">
                <a16:creationId xmlns:a16="http://schemas.microsoft.com/office/drawing/2014/main" id="{A3FCA0DA-FC86-45CE-ACB9-B7797773011F}"/>
              </a:ext>
            </a:extLst>
          </p:cNvPr>
          <p:cNvSpPr>
            <a:spLocks noGrp="1"/>
          </p:cNvSpPr>
          <p:nvPr/>
        </p:nvSpPr>
        <p:spPr>
          <a:xfrm>
            <a:off x="711552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7" name="e_full_violin_4186">
            <a:extLst>
              <a:ext uri="{FF2B5EF4-FFF2-40B4-BE49-F238E27FC236}">
                <a16:creationId xmlns:a16="http://schemas.microsoft.com/office/drawing/2014/main" id="{B97AFD96-AE69-4E0D-AAEB-94E7390F0B0F}"/>
              </a:ext>
            </a:extLst>
          </p:cNvPr>
          <p:cNvSpPr>
            <a:spLocks noGrp="1"/>
          </p:cNvSpPr>
          <p:nvPr/>
        </p:nvSpPr>
        <p:spPr>
          <a:xfrm>
            <a:off x="729500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8" name="e_full_violin_4187">
            <a:extLst>
              <a:ext uri="{FF2B5EF4-FFF2-40B4-BE49-F238E27FC236}">
                <a16:creationId xmlns:a16="http://schemas.microsoft.com/office/drawing/2014/main" id="{F3D6D698-A470-4196-BA2B-3408A6F3C01A}"/>
              </a:ext>
            </a:extLst>
          </p:cNvPr>
          <p:cNvSpPr>
            <a:spLocks noGrp="1"/>
          </p:cNvSpPr>
          <p:nvPr/>
        </p:nvSpPr>
        <p:spPr>
          <a:xfrm>
            <a:off x="730631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9" name="e_full_violin_4188">
            <a:extLst>
              <a:ext uri="{FF2B5EF4-FFF2-40B4-BE49-F238E27FC236}">
                <a16:creationId xmlns:a16="http://schemas.microsoft.com/office/drawing/2014/main" id="{BB2B1BBE-67C3-49BF-B236-878EF1642A0A}"/>
              </a:ext>
            </a:extLst>
          </p:cNvPr>
          <p:cNvSpPr>
            <a:spLocks noGrp="1"/>
          </p:cNvSpPr>
          <p:nvPr/>
        </p:nvSpPr>
        <p:spPr>
          <a:xfrm>
            <a:off x="7225772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0" name="e_full_violin_4189">
            <a:extLst>
              <a:ext uri="{FF2B5EF4-FFF2-40B4-BE49-F238E27FC236}">
                <a16:creationId xmlns:a16="http://schemas.microsoft.com/office/drawing/2014/main" id="{81D18AD4-7E89-4228-AC7B-142171389FB1}"/>
              </a:ext>
            </a:extLst>
          </p:cNvPr>
          <p:cNvSpPr>
            <a:spLocks noGrp="1"/>
          </p:cNvSpPr>
          <p:nvPr/>
        </p:nvSpPr>
        <p:spPr>
          <a:xfrm>
            <a:off x="7145336" y="400177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1" name="e_full_violin_4190">
            <a:extLst>
              <a:ext uri="{FF2B5EF4-FFF2-40B4-BE49-F238E27FC236}">
                <a16:creationId xmlns:a16="http://schemas.microsoft.com/office/drawing/2014/main" id="{9A81ADFB-E4CF-4DAB-A0F9-A658C2043EDD}"/>
              </a:ext>
            </a:extLst>
          </p:cNvPr>
          <p:cNvSpPr>
            <a:spLocks noGrp="1"/>
          </p:cNvSpPr>
          <p:nvPr/>
        </p:nvSpPr>
        <p:spPr>
          <a:xfrm>
            <a:off x="725594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2" name="e_full_violin_4191">
            <a:extLst>
              <a:ext uri="{FF2B5EF4-FFF2-40B4-BE49-F238E27FC236}">
                <a16:creationId xmlns:a16="http://schemas.microsoft.com/office/drawing/2014/main" id="{30ED7905-48EB-4A0E-9CB5-58F2328F4372}"/>
              </a:ext>
            </a:extLst>
          </p:cNvPr>
          <p:cNvSpPr>
            <a:spLocks noGrp="1"/>
          </p:cNvSpPr>
          <p:nvPr/>
        </p:nvSpPr>
        <p:spPr>
          <a:xfrm>
            <a:off x="713674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3" name="e_full_violin_4192">
            <a:extLst>
              <a:ext uri="{FF2B5EF4-FFF2-40B4-BE49-F238E27FC236}">
                <a16:creationId xmlns:a16="http://schemas.microsoft.com/office/drawing/2014/main" id="{0DB3D265-D6A9-4306-99F6-23EDDE66CA40}"/>
              </a:ext>
            </a:extLst>
          </p:cNvPr>
          <p:cNvSpPr>
            <a:spLocks noGrp="1"/>
          </p:cNvSpPr>
          <p:nvPr/>
        </p:nvSpPr>
        <p:spPr>
          <a:xfrm>
            <a:off x="719582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4" name="e_full_violin_4193">
            <a:extLst>
              <a:ext uri="{FF2B5EF4-FFF2-40B4-BE49-F238E27FC236}">
                <a16:creationId xmlns:a16="http://schemas.microsoft.com/office/drawing/2014/main" id="{031CCF5F-8176-4316-BD96-2DCE939AA6DF}"/>
              </a:ext>
            </a:extLst>
          </p:cNvPr>
          <p:cNvSpPr>
            <a:spLocks noGrp="1"/>
          </p:cNvSpPr>
          <p:nvPr/>
        </p:nvSpPr>
        <p:spPr>
          <a:xfrm>
            <a:off x="7525709" y="515266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5" name="e_full_violin_4194">
            <a:extLst>
              <a:ext uri="{FF2B5EF4-FFF2-40B4-BE49-F238E27FC236}">
                <a16:creationId xmlns:a16="http://schemas.microsoft.com/office/drawing/2014/main" id="{AF2FED6A-848C-43D7-812C-8097072DEEC9}"/>
              </a:ext>
            </a:extLst>
          </p:cNvPr>
          <p:cNvSpPr>
            <a:spLocks noGrp="1"/>
          </p:cNvSpPr>
          <p:nvPr/>
        </p:nvSpPr>
        <p:spPr>
          <a:xfrm>
            <a:off x="747062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6" name="e_full_violin_4195">
            <a:extLst>
              <a:ext uri="{FF2B5EF4-FFF2-40B4-BE49-F238E27FC236}">
                <a16:creationId xmlns:a16="http://schemas.microsoft.com/office/drawing/2014/main" id="{7A0C913E-F86F-460A-B4F5-1CD5FF8AFE8D}"/>
              </a:ext>
            </a:extLst>
          </p:cNvPr>
          <p:cNvSpPr>
            <a:spLocks noGrp="1"/>
          </p:cNvSpPr>
          <p:nvPr/>
        </p:nvSpPr>
        <p:spPr>
          <a:xfrm>
            <a:off x="7335721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7" name="e_full_violin_4196">
            <a:extLst>
              <a:ext uri="{FF2B5EF4-FFF2-40B4-BE49-F238E27FC236}">
                <a16:creationId xmlns:a16="http://schemas.microsoft.com/office/drawing/2014/main" id="{7FEEE838-770E-4F72-9E6A-F26A1A327CA3}"/>
              </a:ext>
            </a:extLst>
          </p:cNvPr>
          <p:cNvSpPr>
            <a:spLocks noGrp="1"/>
          </p:cNvSpPr>
          <p:nvPr/>
        </p:nvSpPr>
        <p:spPr>
          <a:xfrm>
            <a:off x="716793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8" name="e_full_violin_4197">
            <a:extLst>
              <a:ext uri="{FF2B5EF4-FFF2-40B4-BE49-F238E27FC236}">
                <a16:creationId xmlns:a16="http://schemas.microsoft.com/office/drawing/2014/main" id="{4829E099-A727-4616-9D00-67DCB249DF4C}"/>
              </a:ext>
            </a:extLst>
          </p:cNvPr>
          <p:cNvSpPr>
            <a:spLocks noGrp="1"/>
          </p:cNvSpPr>
          <p:nvPr/>
        </p:nvSpPr>
        <p:spPr>
          <a:xfrm>
            <a:off x="709142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9" name="e_full_violin_4198">
            <a:extLst>
              <a:ext uri="{FF2B5EF4-FFF2-40B4-BE49-F238E27FC236}">
                <a16:creationId xmlns:a16="http://schemas.microsoft.com/office/drawing/2014/main" id="{215CB0CB-4001-4678-9950-C3C67EE1B429}"/>
              </a:ext>
            </a:extLst>
          </p:cNvPr>
          <p:cNvSpPr>
            <a:spLocks noGrp="1"/>
          </p:cNvSpPr>
          <p:nvPr/>
        </p:nvSpPr>
        <p:spPr>
          <a:xfrm>
            <a:off x="7138736" y="383204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0" name="e_full_violin_4199">
            <a:extLst>
              <a:ext uri="{FF2B5EF4-FFF2-40B4-BE49-F238E27FC236}">
                <a16:creationId xmlns:a16="http://schemas.microsoft.com/office/drawing/2014/main" id="{34EC0FD3-8624-48CD-81B2-FAC2C30470D0}"/>
              </a:ext>
            </a:extLst>
          </p:cNvPr>
          <p:cNvSpPr>
            <a:spLocks noGrp="1"/>
          </p:cNvSpPr>
          <p:nvPr/>
        </p:nvSpPr>
        <p:spPr>
          <a:xfrm>
            <a:off x="7188068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1" name="e_full_violin_4200">
            <a:extLst>
              <a:ext uri="{FF2B5EF4-FFF2-40B4-BE49-F238E27FC236}">
                <a16:creationId xmlns:a16="http://schemas.microsoft.com/office/drawing/2014/main" id="{61BE4BC7-4A58-4004-AE69-2D0A3613E109}"/>
              </a:ext>
            </a:extLst>
          </p:cNvPr>
          <p:cNvSpPr>
            <a:spLocks noGrp="1"/>
          </p:cNvSpPr>
          <p:nvPr/>
        </p:nvSpPr>
        <p:spPr>
          <a:xfrm>
            <a:off x="7172832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2" name="e_full_violin_4201">
            <a:extLst>
              <a:ext uri="{FF2B5EF4-FFF2-40B4-BE49-F238E27FC236}">
                <a16:creationId xmlns:a16="http://schemas.microsoft.com/office/drawing/2014/main" id="{0CEC6635-7CB1-44F8-AA94-0069647A27DB}"/>
              </a:ext>
            </a:extLst>
          </p:cNvPr>
          <p:cNvSpPr>
            <a:spLocks noGrp="1"/>
          </p:cNvSpPr>
          <p:nvPr/>
        </p:nvSpPr>
        <p:spPr>
          <a:xfrm>
            <a:off x="707170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3" name="e_full_violin_4202">
            <a:extLst>
              <a:ext uri="{FF2B5EF4-FFF2-40B4-BE49-F238E27FC236}">
                <a16:creationId xmlns:a16="http://schemas.microsoft.com/office/drawing/2014/main" id="{12EA8655-1CC8-4998-99A6-C7F0032088B7}"/>
              </a:ext>
            </a:extLst>
          </p:cNvPr>
          <p:cNvSpPr>
            <a:spLocks noGrp="1"/>
          </p:cNvSpPr>
          <p:nvPr/>
        </p:nvSpPr>
        <p:spPr>
          <a:xfrm>
            <a:off x="732271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4" name="e_full_violin_4203">
            <a:extLst>
              <a:ext uri="{FF2B5EF4-FFF2-40B4-BE49-F238E27FC236}">
                <a16:creationId xmlns:a16="http://schemas.microsoft.com/office/drawing/2014/main" id="{C1DB97B8-A6B5-42B5-9872-6137EE841B7C}"/>
              </a:ext>
            </a:extLst>
          </p:cNvPr>
          <p:cNvSpPr>
            <a:spLocks noGrp="1"/>
          </p:cNvSpPr>
          <p:nvPr/>
        </p:nvSpPr>
        <p:spPr>
          <a:xfrm>
            <a:off x="746606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5" name="e_full_violin_4204">
            <a:extLst>
              <a:ext uri="{FF2B5EF4-FFF2-40B4-BE49-F238E27FC236}">
                <a16:creationId xmlns:a16="http://schemas.microsoft.com/office/drawing/2014/main" id="{8D37C4C7-056D-496B-8EF3-9702B656D3F4}"/>
              </a:ext>
            </a:extLst>
          </p:cNvPr>
          <p:cNvSpPr>
            <a:spLocks noGrp="1"/>
          </p:cNvSpPr>
          <p:nvPr/>
        </p:nvSpPr>
        <p:spPr>
          <a:xfrm>
            <a:off x="7094398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6" name="e_full_violin_4205">
            <a:extLst>
              <a:ext uri="{FF2B5EF4-FFF2-40B4-BE49-F238E27FC236}">
                <a16:creationId xmlns:a16="http://schemas.microsoft.com/office/drawing/2014/main" id="{17C8B64C-A571-4DB8-B6EB-A5D01270DB58}"/>
              </a:ext>
            </a:extLst>
          </p:cNvPr>
          <p:cNvSpPr>
            <a:spLocks noGrp="1"/>
          </p:cNvSpPr>
          <p:nvPr/>
        </p:nvSpPr>
        <p:spPr>
          <a:xfrm>
            <a:off x="7372435" y="511171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7" name="e_full_violin_4206">
            <a:extLst>
              <a:ext uri="{FF2B5EF4-FFF2-40B4-BE49-F238E27FC236}">
                <a16:creationId xmlns:a16="http://schemas.microsoft.com/office/drawing/2014/main" id="{5D9FFEEF-6229-4E2F-B242-036D0D599511}"/>
              </a:ext>
            </a:extLst>
          </p:cNvPr>
          <p:cNvSpPr>
            <a:spLocks noGrp="1"/>
          </p:cNvSpPr>
          <p:nvPr/>
        </p:nvSpPr>
        <p:spPr>
          <a:xfrm>
            <a:off x="741798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8" name="e_full_violin_4207">
            <a:extLst>
              <a:ext uri="{FF2B5EF4-FFF2-40B4-BE49-F238E27FC236}">
                <a16:creationId xmlns:a16="http://schemas.microsoft.com/office/drawing/2014/main" id="{64346C6A-138D-4DA7-9295-42D121B54560}"/>
              </a:ext>
            </a:extLst>
          </p:cNvPr>
          <p:cNvSpPr>
            <a:spLocks noGrp="1"/>
          </p:cNvSpPr>
          <p:nvPr/>
        </p:nvSpPr>
        <p:spPr>
          <a:xfrm>
            <a:off x="7206179" y="318709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9" name="e_full_violin_4208">
            <a:extLst>
              <a:ext uri="{FF2B5EF4-FFF2-40B4-BE49-F238E27FC236}">
                <a16:creationId xmlns:a16="http://schemas.microsoft.com/office/drawing/2014/main" id="{7FA8A719-703C-4120-87BB-BC1719DD423E}"/>
              </a:ext>
            </a:extLst>
          </p:cNvPr>
          <p:cNvSpPr>
            <a:spLocks noGrp="1"/>
          </p:cNvSpPr>
          <p:nvPr/>
        </p:nvSpPr>
        <p:spPr>
          <a:xfrm>
            <a:off x="7450023" y="383204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0" name="e_full_violin_4209">
            <a:extLst>
              <a:ext uri="{FF2B5EF4-FFF2-40B4-BE49-F238E27FC236}">
                <a16:creationId xmlns:a16="http://schemas.microsoft.com/office/drawing/2014/main" id="{D0CB0292-EE4D-4A16-8C68-DE50223D837E}"/>
              </a:ext>
            </a:extLst>
          </p:cNvPr>
          <p:cNvSpPr>
            <a:spLocks noGrp="1"/>
          </p:cNvSpPr>
          <p:nvPr/>
        </p:nvSpPr>
        <p:spPr>
          <a:xfrm>
            <a:off x="7281107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1" name="e_full_violin_4210">
            <a:extLst>
              <a:ext uri="{FF2B5EF4-FFF2-40B4-BE49-F238E27FC236}">
                <a16:creationId xmlns:a16="http://schemas.microsoft.com/office/drawing/2014/main" id="{2AD7971E-BDF1-4844-90CD-9670BECEF034}"/>
              </a:ext>
            </a:extLst>
          </p:cNvPr>
          <p:cNvSpPr>
            <a:spLocks noGrp="1"/>
          </p:cNvSpPr>
          <p:nvPr/>
        </p:nvSpPr>
        <p:spPr>
          <a:xfrm>
            <a:off x="729264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2" name="e_full_violin_4211">
            <a:extLst>
              <a:ext uri="{FF2B5EF4-FFF2-40B4-BE49-F238E27FC236}">
                <a16:creationId xmlns:a16="http://schemas.microsoft.com/office/drawing/2014/main" id="{FA0847FA-B2C2-4422-806E-8DBCB3183ADC}"/>
              </a:ext>
            </a:extLst>
          </p:cNvPr>
          <p:cNvSpPr>
            <a:spLocks noGrp="1"/>
          </p:cNvSpPr>
          <p:nvPr/>
        </p:nvSpPr>
        <p:spPr>
          <a:xfrm>
            <a:off x="749100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3" name="e_full_violin_4212">
            <a:extLst>
              <a:ext uri="{FF2B5EF4-FFF2-40B4-BE49-F238E27FC236}">
                <a16:creationId xmlns:a16="http://schemas.microsoft.com/office/drawing/2014/main" id="{B5FF6AA4-06B1-45E9-A0E0-C3C50E1EA073}"/>
              </a:ext>
            </a:extLst>
          </p:cNvPr>
          <p:cNvSpPr>
            <a:spLocks noGrp="1"/>
          </p:cNvSpPr>
          <p:nvPr/>
        </p:nvSpPr>
        <p:spPr>
          <a:xfrm>
            <a:off x="7442033" y="528496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4" name="e_full_violin_4213">
            <a:extLst>
              <a:ext uri="{FF2B5EF4-FFF2-40B4-BE49-F238E27FC236}">
                <a16:creationId xmlns:a16="http://schemas.microsoft.com/office/drawing/2014/main" id="{03DC65B7-239F-4D28-BFE6-606B73D0E198}"/>
              </a:ext>
            </a:extLst>
          </p:cNvPr>
          <p:cNvSpPr>
            <a:spLocks noGrp="1"/>
          </p:cNvSpPr>
          <p:nvPr/>
        </p:nvSpPr>
        <p:spPr>
          <a:xfrm>
            <a:off x="7382707" y="508246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5" name="e_full_violin_4214">
            <a:extLst>
              <a:ext uri="{FF2B5EF4-FFF2-40B4-BE49-F238E27FC236}">
                <a16:creationId xmlns:a16="http://schemas.microsoft.com/office/drawing/2014/main" id="{6640D55C-3E37-4EFB-9919-00941F28A396}"/>
              </a:ext>
            </a:extLst>
          </p:cNvPr>
          <p:cNvSpPr>
            <a:spLocks noGrp="1"/>
          </p:cNvSpPr>
          <p:nvPr/>
        </p:nvSpPr>
        <p:spPr>
          <a:xfrm>
            <a:off x="722311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6" name="e_full_violin_4215">
            <a:extLst>
              <a:ext uri="{FF2B5EF4-FFF2-40B4-BE49-F238E27FC236}">
                <a16:creationId xmlns:a16="http://schemas.microsoft.com/office/drawing/2014/main" id="{D5E81FDA-4A82-46B5-9D8B-070A7E26F38D}"/>
              </a:ext>
            </a:extLst>
          </p:cNvPr>
          <p:cNvSpPr>
            <a:spLocks noGrp="1"/>
          </p:cNvSpPr>
          <p:nvPr/>
        </p:nvSpPr>
        <p:spPr>
          <a:xfrm>
            <a:off x="7414676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7" name="e_full_violin_4216">
            <a:extLst>
              <a:ext uri="{FF2B5EF4-FFF2-40B4-BE49-F238E27FC236}">
                <a16:creationId xmlns:a16="http://schemas.microsoft.com/office/drawing/2014/main" id="{3B8157FF-4D3D-419A-AAB4-571485BDF7F1}"/>
              </a:ext>
            </a:extLst>
          </p:cNvPr>
          <p:cNvSpPr>
            <a:spLocks noGrp="1"/>
          </p:cNvSpPr>
          <p:nvPr/>
        </p:nvSpPr>
        <p:spPr>
          <a:xfrm>
            <a:off x="7427364" y="556845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8" name="e_full_violin_4217">
            <a:extLst>
              <a:ext uri="{FF2B5EF4-FFF2-40B4-BE49-F238E27FC236}">
                <a16:creationId xmlns:a16="http://schemas.microsoft.com/office/drawing/2014/main" id="{6AAB0671-3A2B-4DE0-9F15-435383B53073}"/>
              </a:ext>
            </a:extLst>
          </p:cNvPr>
          <p:cNvSpPr>
            <a:spLocks noGrp="1"/>
          </p:cNvSpPr>
          <p:nvPr/>
        </p:nvSpPr>
        <p:spPr>
          <a:xfrm>
            <a:off x="724291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9" name="e_full_violin_4218">
            <a:extLst>
              <a:ext uri="{FF2B5EF4-FFF2-40B4-BE49-F238E27FC236}">
                <a16:creationId xmlns:a16="http://schemas.microsoft.com/office/drawing/2014/main" id="{999CC969-7C24-4A68-AB74-D31366EB52A7}"/>
              </a:ext>
            </a:extLst>
          </p:cNvPr>
          <p:cNvSpPr>
            <a:spLocks noGrp="1"/>
          </p:cNvSpPr>
          <p:nvPr/>
        </p:nvSpPr>
        <p:spPr>
          <a:xfrm>
            <a:off x="705899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0" name="e_full_violin_4219">
            <a:extLst>
              <a:ext uri="{FF2B5EF4-FFF2-40B4-BE49-F238E27FC236}">
                <a16:creationId xmlns:a16="http://schemas.microsoft.com/office/drawing/2014/main" id="{E5AFEF2A-8A59-4BBA-A693-1F75C662D5C6}"/>
              </a:ext>
            </a:extLst>
          </p:cNvPr>
          <p:cNvSpPr>
            <a:spLocks noGrp="1"/>
          </p:cNvSpPr>
          <p:nvPr/>
        </p:nvSpPr>
        <p:spPr>
          <a:xfrm>
            <a:off x="718535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1" name="e_full_violin_4220">
            <a:extLst>
              <a:ext uri="{FF2B5EF4-FFF2-40B4-BE49-F238E27FC236}">
                <a16:creationId xmlns:a16="http://schemas.microsoft.com/office/drawing/2014/main" id="{9789CD8D-0B9A-45E6-8E8A-9A3E2B6A5CB7}"/>
              </a:ext>
            </a:extLst>
          </p:cNvPr>
          <p:cNvSpPr>
            <a:spLocks noGrp="1"/>
          </p:cNvSpPr>
          <p:nvPr/>
        </p:nvSpPr>
        <p:spPr>
          <a:xfrm>
            <a:off x="710697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2" name="e_full_violin_4221">
            <a:extLst>
              <a:ext uri="{FF2B5EF4-FFF2-40B4-BE49-F238E27FC236}">
                <a16:creationId xmlns:a16="http://schemas.microsoft.com/office/drawing/2014/main" id="{2828237D-5C50-4596-9B15-1D8EE28825A9}"/>
              </a:ext>
            </a:extLst>
          </p:cNvPr>
          <p:cNvSpPr>
            <a:spLocks noGrp="1"/>
          </p:cNvSpPr>
          <p:nvPr/>
        </p:nvSpPr>
        <p:spPr>
          <a:xfrm>
            <a:off x="718853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3" name="e_full_violin_4222">
            <a:extLst>
              <a:ext uri="{FF2B5EF4-FFF2-40B4-BE49-F238E27FC236}">
                <a16:creationId xmlns:a16="http://schemas.microsoft.com/office/drawing/2014/main" id="{36B7BEA2-235D-4FC9-8A28-6E01C1600E1C}"/>
              </a:ext>
            </a:extLst>
          </p:cNvPr>
          <p:cNvSpPr>
            <a:spLocks noGrp="1"/>
          </p:cNvSpPr>
          <p:nvPr/>
        </p:nvSpPr>
        <p:spPr>
          <a:xfrm>
            <a:off x="706705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4" name="e_full_violin_4223">
            <a:extLst>
              <a:ext uri="{FF2B5EF4-FFF2-40B4-BE49-F238E27FC236}">
                <a16:creationId xmlns:a16="http://schemas.microsoft.com/office/drawing/2014/main" id="{657DF8EF-3F22-40B9-A6D7-3848AD984C7E}"/>
              </a:ext>
            </a:extLst>
          </p:cNvPr>
          <p:cNvSpPr>
            <a:spLocks noGrp="1"/>
          </p:cNvSpPr>
          <p:nvPr/>
        </p:nvSpPr>
        <p:spPr>
          <a:xfrm>
            <a:off x="747627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5" name="e_full_violin_4224">
            <a:extLst>
              <a:ext uri="{FF2B5EF4-FFF2-40B4-BE49-F238E27FC236}">
                <a16:creationId xmlns:a16="http://schemas.microsoft.com/office/drawing/2014/main" id="{ABFF7711-DABA-4D50-A005-4BD9650C8F0B}"/>
              </a:ext>
            </a:extLst>
          </p:cNvPr>
          <p:cNvSpPr>
            <a:spLocks noGrp="1"/>
          </p:cNvSpPr>
          <p:nvPr/>
        </p:nvSpPr>
        <p:spPr>
          <a:xfrm>
            <a:off x="7380746" y="29106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6" name="e_full_violin_4225">
            <a:extLst>
              <a:ext uri="{FF2B5EF4-FFF2-40B4-BE49-F238E27FC236}">
                <a16:creationId xmlns:a16="http://schemas.microsoft.com/office/drawing/2014/main" id="{2F7E6380-2E7D-41C5-9B93-087DF60AF44B}"/>
              </a:ext>
            </a:extLst>
          </p:cNvPr>
          <p:cNvSpPr>
            <a:spLocks noGrp="1"/>
          </p:cNvSpPr>
          <p:nvPr/>
        </p:nvSpPr>
        <p:spPr>
          <a:xfrm>
            <a:off x="746901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7" name="e_full_violin_4226">
            <a:extLst>
              <a:ext uri="{FF2B5EF4-FFF2-40B4-BE49-F238E27FC236}">
                <a16:creationId xmlns:a16="http://schemas.microsoft.com/office/drawing/2014/main" id="{728224A9-CA1B-4C0E-84EB-8731EE4CCF91}"/>
              </a:ext>
            </a:extLst>
          </p:cNvPr>
          <p:cNvSpPr>
            <a:spLocks noGrp="1"/>
          </p:cNvSpPr>
          <p:nvPr/>
        </p:nvSpPr>
        <p:spPr>
          <a:xfrm>
            <a:off x="7055955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8" name="e_full_violin_4227">
            <a:extLst>
              <a:ext uri="{FF2B5EF4-FFF2-40B4-BE49-F238E27FC236}">
                <a16:creationId xmlns:a16="http://schemas.microsoft.com/office/drawing/2014/main" id="{133352A8-990B-4231-A4E5-8C3FDA7FF9B2}"/>
              </a:ext>
            </a:extLst>
          </p:cNvPr>
          <p:cNvSpPr>
            <a:spLocks noGrp="1"/>
          </p:cNvSpPr>
          <p:nvPr/>
        </p:nvSpPr>
        <p:spPr>
          <a:xfrm>
            <a:off x="742624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9" name="e_full_violin_4228">
            <a:extLst>
              <a:ext uri="{FF2B5EF4-FFF2-40B4-BE49-F238E27FC236}">
                <a16:creationId xmlns:a16="http://schemas.microsoft.com/office/drawing/2014/main" id="{D4A5E7AB-5D43-41DC-B29A-B95AEC549193}"/>
              </a:ext>
            </a:extLst>
          </p:cNvPr>
          <p:cNvSpPr>
            <a:spLocks noGrp="1"/>
          </p:cNvSpPr>
          <p:nvPr/>
        </p:nvSpPr>
        <p:spPr>
          <a:xfrm>
            <a:off x="745180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0" name="e_full_violin_4229">
            <a:extLst>
              <a:ext uri="{FF2B5EF4-FFF2-40B4-BE49-F238E27FC236}">
                <a16:creationId xmlns:a16="http://schemas.microsoft.com/office/drawing/2014/main" id="{76BF4670-8368-47BC-BD1A-27169E9B6167}"/>
              </a:ext>
            </a:extLst>
          </p:cNvPr>
          <p:cNvSpPr>
            <a:spLocks noGrp="1"/>
          </p:cNvSpPr>
          <p:nvPr/>
        </p:nvSpPr>
        <p:spPr>
          <a:xfrm>
            <a:off x="704465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1" name="e_full_violin_4230">
            <a:extLst>
              <a:ext uri="{FF2B5EF4-FFF2-40B4-BE49-F238E27FC236}">
                <a16:creationId xmlns:a16="http://schemas.microsoft.com/office/drawing/2014/main" id="{C66D6C06-DFB3-4910-B45D-4E6EA1DB2B10}"/>
              </a:ext>
            </a:extLst>
          </p:cNvPr>
          <p:cNvSpPr>
            <a:spLocks noGrp="1"/>
          </p:cNvSpPr>
          <p:nvPr/>
        </p:nvSpPr>
        <p:spPr>
          <a:xfrm>
            <a:off x="724836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2" name="e_full_violin_4231">
            <a:extLst>
              <a:ext uri="{FF2B5EF4-FFF2-40B4-BE49-F238E27FC236}">
                <a16:creationId xmlns:a16="http://schemas.microsoft.com/office/drawing/2014/main" id="{82320DF7-1B5A-4534-AEA5-59B81A38BA84}"/>
              </a:ext>
            </a:extLst>
          </p:cNvPr>
          <p:cNvSpPr>
            <a:spLocks noGrp="1"/>
          </p:cNvSpPr>
          <p:nvPr/>
        </p:nvSpPr>
        <p:spPr>
          <a:xfrm>
            <a:off x="737391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3" name="e_full_violin_4232">
            <a:extLst>
              <a:ext uri="{FF2B5EF4-FFF2-40B4-BE49-F238E27FC236}">
                <a16:creationId xmlns:a16="http://schemas.microsoft.com/office/drawing/2014/main" id="{25A2F894-58DA-4B7A-9ADC-CE4810D8F287}"/>
              </a:ext>
            </a:extLst>
          </p:cNvPr>
          <p:cNvSpPr>
            <a:spLocks noGrp="1"/>
          </p:cNvSpPr>
          <p:nvPr/>
        </p:nvSpPr>
        <p:spPr>
          <a:xfrm>
            <a:off x="712010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4" name="e_full_violin_4233">
            <a:extLst>
              <a:ext uri="{FF2B5EF4-FFF2-40B4-BE49-F238E27FC236}">
                <a16:creationId xmlns:a16="http://schemas.microsoft.com/office/drawing/2014/main" id="{F25A37E8-9B34-448E-8A98-109A6224F715}"/>
              </a:ext>
            </a:extLst>
          </p:cNvPr>
          <p:cNvSpPr>
            <a:spLocks noGrp="1"/>
          </p:cNvSpPr>
          <p:nvPr/>
        </p:nvSpPr>
        <p:spPr>
          <a:xfrm>
            <a:off x="7280524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5" name="e_full_violin_4234">
            <a:extLst>
              <a:ext uri="{FF2B5EF4-FFF2-40B4-BE49-F238E27FC236}">
                <a16:creationId xmlns:a16="http://schemas.microsoft.com/office/drawing/2014/main" id="{94D258C7-BA39-4DEC-97A3-D83DDC8AABD4}"/>
              </a:ext>
            </a:extLst>
          </p:cNvPr>
          <p:cNvSpPr>
            <a:spLocks noGrp="1"/>
          </p:cNvSpPr>
          <p:nvPr/>
        </p:nvSpPr>
        <p:spPr>
          <a:xfrm>
            <a:off x="7459613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6" name="e_full_violin_4235">
            <a:extLst>
              <a:ext uri="{FF2B5EF4-FFF2-40B4-BE49-F238E27FC236}">
                <a16:creationId xmlns:a16="http://schemas.microsoft.com/office/drawing/2014/main" id="{6B142F5F-4788-461B-8E0C-5F2303D105DE}"/>
              </a:ext>
            </a:extLst>
          </p:cNvPr>
          <p:cNvSpPr>
            <a:spLocks noGrp="1"/>
          </p:cNvSpPr>
          <p:nvPr/>
        </p:nvSpPr>
        <p:spPr>
          <a:xfrm>
            <a:off x="7226134" y="498374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7" name="e_full_violin_4236">
            <a:extLst>
              <a:ext uri="{FF2B5EF4-FFF2-40B4-BE49-F238E27FC236}">
                <a16:creationId xmlns:a16="http://schemas.microsoft.com/office/drawing/2014/main" id="{5BBD6D37-030E-4521-9B57-997F730A8888}"/>
              </a:ext>
            </a:extLst>
          </p:cNvPr>
          <p:cNvSpPr>
            <a:spLocks noGrp="1"/>
          </p:cNvSpPr>
          <p:nvPr/>
        </p:nvSpPr>
        <p:spPr>
          <a:xfrm>
            <a:off x="707898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8" name="e_full_violin_4237">
            <a:extLst>
              <a:ext uri="{FF2B5EF4-FFF2-40B4-BE49-F238E27FC236}">
                <a16:creationId xmlns:a16="http://schemas.microsoft.com/office/drawing/2014/main" id="{C0299A1A-6AF7-4388-9FA4-5E521DA6CB77}"/>
              </a:ext>
            </a:extLst>
          </p:cNvPr>
          <p:cNvSpPr>
            <a:spLocks noGrp="1"/>
          </p:cNvSpPr>
          <p:nvPr/>
        </p:nvSpPr>
        <p:spPr>
          <a:xfrm>
            <a:off x="7433741" y="268034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9" name="e_full_violin_4238">
            <a:extLst>
              <a:ext uri="{FF2B5EF4-FFF2-40B4-BE49-F238E27FC236}">
                <a16:creationId xmlns:a16="http://schemas.microsoft.com/office/drawing/2014/main" id="{EB613A3B-08A5-4413-809F-30E66112EDC7}"/>
              </a:ext>
            </a:extLst>
          </p:cNvPr>
          <p:cNvSpPr>
            <a:spLocks noGrp="1"/>
          </p:cNvSpPr>
          <p:nvPr/>
        </p:nvSpPr>
        <p:spPr>
          <a:xfrm>
            <a:off x="7142034" y="336146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0" name="e_full_violin_4239">
            <a:extLst>
              <a:ext uri="{FF2B5EF4-FFF2-40B4-BE49-F238E27FC236}">
                <a16:creationId xmlns:a16="http://schemas.microsoft.com/office/drawing/2014/main" id="{858C4935-FA19-4790-BF25-F739423333B1}"/>
              </a:ext>
            </a:extLst>
          </p:cNvPr>
          <p:cNvSpPr>
            <a:spLocks noGrp="1"/>
          </p:cNvSpPr>
          <p:nvPr/>
        </p:nvSpPr>
        <p:spPr>
          <a:xfrm>
            <a:off x="7235748" y="438047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1" name="e_full_violin_4240">
            <a:extLst>
              <a:ext uri="{FF2B5EF4-FFF2-40B4-BE49-F238E27FC236}">
                <a16:creationId xmlns:a16="http://schemas.microsoft.com/office/drawing/2014/main" id="{285E55E7-3CAA-4338-B50F-6040EC84EA2C}"/>
              </a:ext>
            </a:extLst>
          </p:cNvPr>
          <p:cNvSpPr>
            <a:spLocks noGrp="1"/>
          </p:cNvSpPr>
          <p:nvPr/>
        </p:nvSpPr>
        <p:spPr>
          <a:xfrm>
            <a:off x="728652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2" name="e_full_violin_4241">
            <a:extLst>
              <a:ext uri="{FF2B5EF4-FFF2-40B4-BE49-F238E27FC236}">
                <a16:creationId xmlns:a16="http://schemas.microsoft.com/office/drawing/2014/main" id="{9052809D-BB84-417B-916A-AD11121274E9}"/>
              </a:ext>
            </a:extLst>
          </p:cNvPr>
          <p:cNvSpPr>
            <a:spLocks noGrp="1"/>
          </p:cNvSpPr>
          <p:nvPr/>
        </p:nvSpPr>
        <p:spPr>
          <a:xfrm>
            <a:off x="7023881" y="5608954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3" name="e_full_violin_4242">
            <a:extLst>
              <a:ext uri="{FF2B5EF4-FFF2-40B4-BE49-F238E27FC236}">
                <a16:creationId xmlns:a16="http://schemas.microsoft.com/office/drawing/2014/main" id="{05CC2951-E8C0-4694-B422-2C5FB7EC5DE4}"/>
              </a:ext>
            </a:extLst>
          </p:cNvPr>
          <p:cNvSpPr>
            <a:spLocks noGrp="1"/>
          </p:cNvSpPr>
          <p:nvPr/>
        </p:nvSpPr>
        <p:spPr>
          <a:xfrm>
            <a:off x="744446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4" name="e_full_violin_4243">
            <a:extLst>
              <a:ext uri="{FF2B5EF4-FFF2-40B4-BE49-F238E27FC236}">
                <a16:creationId xmlns:a16="http://schemas.microsoft.com/office/drawing/2014/main" id="{050FAC29-F246-4462-8514-B3271E4523FC}"/>
              </a:ext>
            </a:extLst>
          </p:cNvPr>
          <p:cNvSpPr>
            <a:spLocks noGrp="1"/>
          </p:cNvSpPr>
          <p:nvPr/>
        </p:nvSpPr>
        <p:spPr>
          <a:xfrm>
            <a:off x="7496961" y="603142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5" name="e_full_violin_4244">
            <a:extLst>
              <a:ext uri="{FF2B5EF4-FFF2-40B4-BE49-F238E27FC236}">
                <a16:creationId xmlns:a16="http://schemas.microsoft.com/office/drawing/2014/main" id="{834521C5-3F64-42AC-8C34-EC1807FEA300}"/>
              </a:ext>
            </a:extLst>
          </p:cNvPr>
          <p:cNvSpPr>
            <a:spLocks noGrp="1"/>
          </p:cNvSpPr>
          <p:nvPr/>
        </p:nvSpPr>
        <p:spPr>
          <a:xfrm>
            <a:off x="7164663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6" name="e_full_violin_4245">
            <a:extLst>
              <a:ext uri="{FF2B5EF4-FFF2-40B4-BE49-F238E27FC236}">
                <a16:creationId xmlns:a16="http://schemas.microsoft.com/office/drawing/2014/main" id="{70C24777-DFE6-4017-8D14-1FF74C91EF35}"/>
              </a:ext>
            </a:extLst>
          </p:cNvPr>
          <p:cNvSpPr>
            <a:spLocks noGrp="1"/>
          </p:cNvSpPr>
          <p:nvPr/>
        </p:nvSpPr>
        <p:spPr>
          <a:xfrm>
            <a:off x="734411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7" name="e_full_violin_4246">
            <a:extLst>
              <a:ext uri="{FF2B5EF4-FFF2-40B4-BE49-F238E27FC236}">
                <a16:creationId xmlns:a16="http://schemas.microsoft.com/office/drawing/2014/main" id="{B3D85C34-E142-4989-9276-5CEC00C88438}"/>
              </a:ext>
            </a:extLst>
          </p:cNvPr>
          <p:cNvSpPr>
            <a:spLocks noGrp="1"/>
          </p:cNvSpPr>
          <p:nvPr/>
        </p:nvSpPr>
        <p:spPr>
          <a:xfrm>
            <a:off x="719260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8" name="e_full_violin_4247">
            <a:extLst>
              <a:ext uri="{FF2B5EF4-FFF2-40B4-BE49-F238E27FC236}">
                <a16:creationId xmlns:a16="http://schemas.microsoft.com/office/drawing/2014/main" id="{90DA9968-86BD-4B72-83ED-52BEAFD4E9EE}"/>
              </a:ext>
            </a:extLst>
          </p:cNvPr>
          <p:cNvSpPr>
            <a:spLocks noGrp="1"/>
          </p:cNvSpPr>
          <p:nvPr/>
        </p:nvSpPr>
        <p:spPr>
          <a:xfrm>
            <a:off x="724448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9" name="e_full_violin_4248">
            <a:extLst>
              <a:ext uri="{FF2B5EF4-FFF2-40B4-BE49-F238E27FC236}">
                <a16:creationId xmlns:a16="http://schemas.microsoft.com/office/drawing/2014/main" id="{F69B9BC2-2D89-4068-8778-5F04755F5BEB}"/>
              </a:ext>
            </a:extLst>
          </p:cNvPr>
          <p:cNvSpPr>
            <a:spLocks noGrp="1"/>
          </p:cNvSpPr>
          <p:nvPr/>
        </p:nvSpPr>
        <p:spPr>
          <a:xfrm>
            <a:off x="7502821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0" name="e_full_violin_4249">
            <a:extLst>
              <a:ext uri="{FF2B5EF4-FFF2-40B4-BE49-F238E27FC236}">
                <a16:creationId xmlns:a16="http://schemas.microsoft.com/office/drawing/2014/main" id="{4B17D372-4ED1-4B7E-971F-0F7164216DB1}"/>
              </a:ext>
            </a:extLst>
          </p:cNvPr>
          <p:cNvSpPr>
            <a:spLocks noGrp="1"/>
          </p:cNvSpPr>
          <p:nvPr/>
        </p:nvSpPr>
        <p:spPr>
          <a:xfrm>
            <a:off x="727077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1" name="e_full_violin_4250">
            <a:extLst>
              <a:ext uri="{FF2B5EF4-FFF2-40B4-BE49-F238E27FC236}">
                <a16:creationId xmlns:a16="http://schemas.microsoft.com/office/drawing/2014/main" id="{16B5CF62-715B-4E85-8BA9-91B38AB53CD5}"/>
              </a:ext>
            </a:extLst>
          </p:cNvPr>
          <p:cNvSpPr>
            <a:spLocks noGrp="1"/>
          </p:cNvSpPr>
          <p:nvPr/>
        </p:nvSpPr>
        <p:spPr>
          <a:xfrm>
            <a:off x="7495882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2" name="e_full_violin_4251">
            <a:extLst>
              <a:ext uri="{FF2B5EF4-FFF2-40B4-BE49-F238E27FC236}">
                <a16:creationId xmlns:a16="http://schemas.microsoft.com/office/drawing/2014/main" id="{FC669DEB-1B3A-4DB4-AC9A-759A884CB98C}"/>
              </a:ext>
            </a:extLst>
          </p:cNvPr>
          <p:cNvSpPr>
            <a:spLocks noGrp="1"/>
          </p:cNvSpPr>
          <p:nvPr/>
        </p:nvSpPr>
        <p:spPr>
          <a:xfrm>
            <a:off x="7238707" y="350299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3" name="e_full_violin_4252">
            <a:extLst>
              <a:ext uri="{FF2B5EF4-FFF2-40B4-BE49-F238E27FC236}">
                <a16:creationId xmlns:a16="http://schemas.microsoft.com/office/drawing/2014/main" id="{AAE30724-F85E-4348-8940-DCEF430CB542}"/>
              </a:ext>
            </a:extLst>
          </p:cNvPr>
          <p:cNvSpPr>
            <a:spLocks noGrp="1"/>
          </p:cNvSpPr>
          <p:nvPr/>
        </p:nvSpPr>
        <p:spPr>
          <a:xfrm>
            <a:off x="740885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4" name="e_full_violin_4253">
            <a:extLst>
              <a:ext uri="{FF2B5EF4-FFF2-40B4-BE49-F238E27FC236}">
                <a16:creationId xmlns:a16="http://schemas.microsoft.com/office/drawing/2014/main" id="{4DC201F2-7398-4B67-ACD4-1A9F1DAD511F}"/>
              </a:ext>
            </a:extLst>
          </p:cNvPr>
          <p:cNvSpPr>
            <a:spLocks noGrp="1"/>
          </p:cNvSpPr>
          <p:nvPr/>
        </p:nvSpPr>
        <p:spPr>
          <a:xfrm>
            <a:off x="733955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5" name="e_full_violin_4254">
            <a:extLst>
              <a:ext uri="{FF2B5EF4-FFF2-40B4-BE49-F238E27FC236}">
                <a16:creationId xmlns:a16="http://schemas.microsoft.com/office/drawing/2014/main" id="{C22F009D-26FF-4AC7-9AA2-7861B6CC42B1}"/>
              </a:ext>
            </a:extLst>
          </p:cNvPr>
          <p:cNvSpPr>
            <a:spLocks noGrp="1"/>
          </p:cNvSpPr>
          <p:nvPr/>
        </p:nvSpPr>
        <p:spPr>
          <a:xfrm>
            <a:off x="7319369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6" name="e_full_violin_4255">
            <a:extLst>
              <a:ext uri="{FF2B5EF4-FFF2-40B4-BE49-F238E27FC236}">
                <a16:creationId xmlns:a16="http://schemas.microsoft.com/office/drawing/2014/main" id="{5D911688-F058-4697-BB12-ADD0DC3B345C}"/>
              </a:ext>
            </a:extLst>
          </p:cNvPr>
          <p:cNvSpPr>
            <a:spLocks noGrp="1"/>
          </p:cNvSpPr>
          <p:nvPr/>
        </p:nvSpPr>
        <p:spPr>
          <a:xfrm>
            <a:off x="704134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7" name="e_full_violin_4256">
            <a:extLst>
              <a:ext uri="{FF2B5EF4-FFF2-40B4-BE49-F238E27FC236}">
                <a16:creationId xmlns:a16="http://schemas.microsoft.com/office/drawing/2014/main" id="{A9E9DCF3-56E7-4009-87A2-9357B2031BFF}"/>
              </a:ext>
            </a:extLst>
          </p:cNvPr>
          <p:cNvSpPr>
            <a:spLocks noGrp="1"/>
          </p:cNvSpPr>
          <p:nvPr/>
        </p:nvSpPr>
        <p:spPr>
          <a:xfrm>
            <a:off x="7131550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8" name="e_full_violin_4257">
            <a:extLst>
              <a:ext uri="{FF2B5EF4-FFF2-40B4-BE49-F238E27FC236}">
                <a16:creationId xmlns:a16="http://schemas.microsoft.com/office/drawing/2014/main" id="{A90341F8-6B13-4690-8470-A61CC9365CF6}"/>
              </a:ext>
            </a:extLst>
          </p:cNvPr>
          <p:cNvSpPr>
            <a:spLocks noGrp="1"/>
          </p:cNvSpPr>
          <p:nvPr/>
        </p:nvSpPr>
        <p:spPr>
          <a:xfrm>
            <a:off x="7521363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9" name="e_full_violin_4258">
            <a:extLst>
              <a:ext uri="{FF2B5EF4-FFF2-40B4-BE49-F238E27FC236}">
                <a16:creationId xmlns:a16="http://schemas.microsoft.com/office/drawing/2014/main" id="{49E4BBA5-F599-4EF1-BC12-61DF0BB49641}"/>
              </a:ext>
            </a:extLst>
          </p:cNvPr>
          <p:cNvSpPr>
            <a:spLocks noGrp="1"/>
          </p:cNvSpPr>
          <p:nvPr/>
        </p:nvSpPr>
        <p:spPr>
          <a:xfrm>
            <a:off x="7398306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0" name="e_full_violin_4259">
            <a:extLst>
              <a:ext uri="{FF2B5EF4-FFF2-40B4-BE49-F238E27FC236}">
                <a16:creationId xmlns:a16="http://schemas.microsoft.com/office/drawing/2014/main" id="{1080A3CD-A66D-46D0-A161-CE215BEE1970}"/>
              </a:ext>
            </a:extLst>
          </p:cNvPr>
          <p:cNvSpPr>
            <a:spLocks noGrp="1"/>
          </p:cNvSpPr>
          <p:nvPr/>
        </p:nvSpPr>
        <p:spPr>
          <a:xfrm>
            <a:off x="7386327" y="5029814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1" name="e_full_violin_4260">
            <a:extLst>
              <a:ext uri="{FF2B5EF4-FFF2-40B4-BE49-F238E27FC236}">
                <a16:creationId xmlns:a16="http://schemas.microsoft.com/office/drawing/2014/main" id="{E0B79147-0992-4220-BE41-243C40608A2F}"/>
              </a:ext>
            </a:extLst>
          </p:cNvPr>
          <p:cNvSpPr>
            <a:spLocks noGrp="1"/>
          </p:cNvSpPr>
          <p:nvPr/>
        </p:nvSpPr>
        <p:spPr>
          <a:xfrm>
            <a:off x="7149800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2" name="e_full_violin_4261">
            <a:extLst>
              <a:ext uri="{FF2B5EF4-FFF2-40B4-BE49-F238E27FC236}">
                <a16:creationId xmlns:a16="http://schemas.microsoft.com/office/drawing/2014/main" id="{1BCBA0ED-D3A2-4F87-83AB-E93213320656}"/>
              </a:ext>
            </a:extLst>
          </p:cNvPr>
          <p:cNvSpPr>
            <a:spLocks noGrp="1"/>
          </p:cNvSpPr>
          <p:nvPr/>
        </p:nvSpPr>
        <p:spPr>
          <a:xfrm>
            <a:off x="735584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3" name="e_full_violin_4262">
            <a:extLst>
              <a:ext uri="{FF2B5EF4-FFF2-40B4-BE49-F238E27FC236}">
                <a16:creationId xmlns:a16="http://schemas.microsoft.com/office/drawing/2014/main" id="{30CA1FC8-D2F7-4907-83B3-23C8CC263EE7}"/>
              </a:ext>
            </a:extLst>
          </p:cNvPr>
          <p:cNvSpPr>
            <a:spLocks noGrp="1"/>
          </p:cNvSpPr>
          <p:nvPr/>
        </p:nvSpPr>
        <p:spPr>
          <a:xfrm>
            <a:off x="7215733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4" name="e_full_violin_4263">
            <a:extLst>
              <a:ext uri="{FF2B5EF4-FFF2-40B4-BE49-F238E27FC236}">
                <a16:creationId xmlns:a16="http://schemas.microsoft.com/office/drawing/2014/main" id="{3756F17A-AEAD-4943-A834-624D3DDD6150}"/>
              </a:ext>
            </a:extLst>
          </p:cNvPr>
          <p:cNvSpPr>
            <a:spLocks noGrp="1"/>
          </p:cNvSpPr>
          <p:nvPr/>
        </p:nvSpPr>
        <p:spPr>
          <a:xfrm>
            <a:off x="7038997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5" name="e_full_violin_4264">
            <a:extLst>
              <a:ext uri="{FF2B5EF4-FFF2-40B4-BE49-F238E27FC236}">
                <a16:creationId xmlns:a16="http://schemas.microsoft.com/office/drawing/2014/main" id="{3F71286D-B3F5-4DB2-861D-01D8F81DDFAC}"/>
              </a:ext>
            </a:extLst>
          </p:cNvPr>
          <p:cNvSpPr>
            <a:spLocks noGrp="1"/>
          </p:cNvSpPr>
          <p:nvPr/>
        </p:nvSpPr>
        <p:spPr>
          <a:xfrm>
            <a:off x="7091853" y="326899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6" name="e_full_violin_4265">
            <a:extLst>
              <a:ext uri="{FF2B5EF4-FFF2-40B4-BE49-F238E27FC236}">
                <a16:creationId xmlns:a16="http://schemas.microsoft.com/office/drawing/2014/main" id="{E81FDCDB-E67B-42E9-86EC-FB1A6373AFE9}"/>
              </a:ext>
            </a:extLst>
          </p:cNvPr>
          <p:cNvSpPr>
            <a:spLocks noGrp="1"/>
          </p:cNvSpPr>
          <p:nvPr/>
        </p:nvSpPr>
        <p:spPr>
          <a:xfrm>
            <a:off x="740604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7" name="e_full_violin_4266">
            <a:extLst>
              <a:ext uri="{FF2B5EF4-FFF2-40B4-BE49-F238E27FC236}">
                <a16:creationId xmlns:a16="http://schemas.microsoft.com/office/drawing/2014/main" id="{EA243CF3-6019-4D4B-8C24-6F618EDA1EC6}"/>
              </a:ext>
            </a:extLst>
          </p:cNvPr>
          <p:cNvSpPr>
            <a:spLocks noGrp="1"/>
          </p:cNvSpPr>
          <p:nvPr/>
        </p:nvSpPr>
        <p:spPr>
          <a:xfrm>
            <a:off x="7477236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8" name="e_full_violin_4267">
            <a:extLst>
              <a:ext uri="{FF2B5EF4-FFF2-40B4-BE49-F238E27FC236}">
                <a16:creationId xmlns:a16="http://schemas.microsoft.com/office/drawing/2014/main" id="{2BB10510-8AF1-4A96-B474-4DAA0C3A739D}"/>
              </a:ext>
            </a:extLst>
          </p:cNvPr>
          <p:cNvSpPr>
            <a:spLocks noGrp="1"/>
          </p:cNvSpPr>
          <p:nvPr/>
        </p:nvSpPr>
        <p:spPr>
          <a:xfrm>
            <a:off x="7273678" y="350299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9" name="e_full_violin_4268">
            <a:extLst>
              <a:ext uri="{FF2B5EF4-FFF2-40B4-BE49-F238E27FC236}">
                <a16:creationId xmlns:a16="http://schemas.microsoft.com/office/drawing/2014/main" id="{205DDD97-B33E-4BD2-A4DA-A291486ADE64}"/>
              </a:ext>
            </a:extLst>
          </p:cNvPr>
          <p:cNvSpPr>
            <a:spLocks noGrp="1"/>
          </p:cNvSpPr>
          <p:nvPr/>
        </p:nvSpPr>
        <p:spPr>
          <a:xfrm>
            <a:off x="732459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0" name="e_full_violin_4269">
            <a:extLst>
              <a:ext uri="{FF2B5EF4-FFF2-40B4-BE49-F238E27FC236}">
                <a16:creationId xmlns:a16="http://schemas.microsoft.com/office/drawing/2014/main" id="{EAF64044-1629-4973-93C7-7631D6707584}"/>
              </a:ext>
            </a:extLst>
          </p:cNvPr>
          <p:cNvSpPr>
            <a:spLocks noGrp="1"/>
          </p:cNvSpPr>
          <p:nvPr/>
        </p:nvSpPr>
        <p:spPr>
          <a:xfrm>
            <a:off x="719048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1" name="e_full_violin_4270">
            <a:extLst>
              <a:ext uri="{FF2B5EF4-FFF2-40B4-BE49-F238E27FC236}">
                <a16:creationId xmlns:a16="http://schemas.microsoft.com/office/drawing/2014/main" id="{D9B8C696-AD2C-496C-AAA2-2629B0C7E1C0}"/>
              </a:ext>
            </a:extLst>
          </p:cNvPr>
          <p:cNvSpPr>
            <a:spLocks noGrp="1"/>
          </p:cNvSpPr>
          <p:nvPr/>
        </p:nvSpPr>
        <p:spPr>
          <a:xfrm>
            <a:off x="7078466" y="585195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2" name="e_full_violin_4271">
            <a:extLst>
              <a:ext uri="{FF2B5EF4-FFF2-40B4-BE49-F238E27FC236}">
                <a16:creationId xmlns:a16="http://schemas.microsoft.com/office/drawing/2014/main" id="{DB762360-FEB9-4CC8-939F-88DA35319D30}"/>
              </a:ext>
            </a:extLst>
          </p:cNvPr>
          <p:cNvSpPr>
            <a:spLocks noGrp="1"/>
          </p:cNvSpPr>
          <p:nvPr/>
        </p:nvSpPr>
        <p:spPr>
          <a:xfrm>
            <a:off x="7130610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3" name="e_full_violin_4272">
            <a:extLst>
              <a:ext uri="{FF2B5EF4-FFF2-40B4-BE49-F238E27FC236}">
                <a16:creationId xmlns:a16="http://schemas.microsoft.com/office/drawing/2014/main" id="{16CA2993-4BAF-4FF1-9F8C-91DACDBC4AC2}"/>
              </a:ext>
            </a:extLst>
          </p:cNvPr>
          <p:cNvSpPr>
            <a:spLocks noGrp="1"/>
          </p:cNvSpPr>
          <p:nvPr/>
        </p:nvSpPr>
        <p:spPr>
          <a:xfrm>
            <a:off x="706518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4" name="e_full_violin_4273">
            <a:extLst>
              <a:ext uri="{FF2B5EF4-FFF2-40B4-BE49-F238E27FC236}">
                <a16:creationId xmlns:a16="http://schemas.microsoft.com/office/drawing/2014/main" id="{284796E3-7428-4996-8AB2-2820369D72D4}"/>
              </a:ext>
            </a:extLst>
          </p:cNvPr>
          <p:cNvSpPr>
            <a:spLocks noGrp="1"/>
          </p:cNvSpPr>
          <p:nvPr/>
        </p:nvSpPr>
        <p:spPr>
          <a:xfrm>
            <a:off x="7165421" y="398560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5" name="e_full_violin_4274">
            <a:extLst>
              <a:ext uri="{FF2B5EF4-FFF2-40B4-BE49-F238E27FC236}">
                <a16:creationId xmlns:a16="http://schemas.microsoft.com/office/drawing/2014/main" id="{7ECF66EC-CC88-4A9C-BDFC-03806403FCE9}"/>
              </a:ext>
            </a:extLst>
          </p:cNvPr>
          <p:cNvSpPr>
            <a:spLocks noGrp="1"/>
          </p:cNvSpPr>
          <p:nvPr/>
        </p:nvSpPr>
        <p:spPr>
          <a:xfrm>
            <a:off x="711799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6" name="e_full_violin_4275">
            <a:extLst>
              <a:ext uri="{FF2B5EF4-FFF2-40B4-BE49-F238E27FC236}">
                <a16:creationId xmlns:a16="http://schemas.microsoft.com/office/drawing/2014/main" id="{C24A7011-5B21-4380-AACC-400E21E9B697}"/>
              </a:ext>
            </a:extLst>
          </p:cNvPr>
          <p:cNvSpPr>
            <a:spLocks noGrp="1"/>
          </p:cNvSpPr>
          <p:nvPr/>
        </p:nvSpPr>
        <p:spPr>
          <a:xfrm>
            <a:off x="7210186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7" name="e_full_violin_4276">
            <a:extLst>
              <a:ext uri="{FF2B5EF4-FFF2-40B4-BE49-F238E27FC236}">
                <a16:creationId xmlns:a16="http://schemas.microsoft.com/office/drawing/2014/main" id="{3BA5677E-312E-443B-AEEC-8ED3092C8856}"/>
              </a:ext>
            </a:extLst>
          </p:cNvPr>
          <p:cNvSpPr>
            <a:spLocks noGrp="1"/>
          </p:cNvSpPr>
          <p:nvPr/>
        </p:nvSpPr>
        <p:spPr>
          <a:xfrm>
            <a:off x="7399098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8" name="e_full_violin_4277">
            <a:extLst>
              <a:ext uri="{FF2B5EF4-FFF2-40B4-BE49-F238E27FC236}">
                <a16:creationId xmlns:a16="http://schemas.microsoft.com/office/drawing/2014/main" id="{83313556-3FC2-4A96-A6BC-F214EEF8EDD8}"/>
              </a:ext>
            </a:extLst>
          </p:cNvPr>
          <p:cNvSpPr>
            <a:spLocks noGrp="1"/>
          </p:cNvSpPr>
          <p:nvPr/>
        </p:nvSpPr>
        <p:spPr>
          <a:xfrm>
            <a:off x="721035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9" name="e_full_violin_4278">
            <a:extLst>
              <a:ext uri="{FF2B5EF4-FFF2-40B4-BE49-F238E27FC236}">
                <a16:creationId xmlns:a16="http://schemas.microsoft.com/office/drawing/2014/main" id="{EDC27CF1-761C-47C2-B039-2BE508AE88F9}"/>
              </a:ext>
            </a:extLst>
          </p:cNvPr>
          <p:cNvSpPr>
            <a:spLocks noGrp="1"/>
          </p:cNvSpPr>
          <p:nvPr/>
        </p:nvSpPr>
        <p:spPr>
          <a:xfrm>
            <a:off x="7437678" y="275712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0" name="e_full_violin_4279">
            <a:extLst>
              <a:ext uri="{FF2B5EF4-FFF2-40B4-BE49-F238E27FC236}">
                <a16:creationId xmlns:a16="http://schemas.microsoft.com/office/drawing/2014/main" id="{FC361C54-EFE2-4EA8-918B-EC6D97486591}"/>
              </a:ext>
            </a:extLst>
          </p:cNvPr>
          <p:cNvSpPr>
            <a:spLocks noGrp="1"/>
          </p:cNvSpPr>
          <p:nvPr/>
        </p:nvSpPr>
        <p:spPr>
          <a:xfrm>
            <a:off x="725026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1" name="e_full_violin_4280">
            <a:extLst>
              <a:ext uri="{FF2B5EF4-FFF2-40B4-BE49-F238E27FC236}">
                <a16:creationId xmlns:a16="http://schemas.microsoft.com/office/drawing/2014/main" id="{5B9EB82F-96A8-4340-A576-45CB2136DB10}"/>
              </a:ext>
            </a:extLst>
          </p:cNvPr>
          <p:cNvSpPr>
            <a:spLocks noGrp="1"/>
          </p:cNvSpPr>
          <p:nvPr/>
        </p:nvSpPr>
        <p:spPr>
          <a:xfrm>
            <a:off x="7293360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2" name="e_full_violin_4281">
            <a:extLst>
              <a:ext uri="{FF2B5EF4-FFF2-40B4-BE49-F238E27FC236}">
                <a16:creationId xmlns:a16="http://schemas.microsoft.com/office/drawing/2014/main" id="{66B77B98-57B7-4237-904C-59926857C94F}"/>
              </a:ext>
            </a:extLst>
          </p:cNvPr>
          <p:cNvSpPr>
            <a:spLocks noGrp="1"/>
          </p:cNvSpPr>
          <p:nvPr/>
        </p:nvSpPr>
        <p:spPr>
          <a:xfrm>
            <a:off x="729043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3" name="e_full_violin_4282">
            <a:extLst>
              <a:ext uri="{FF2B5EF4-FFF2-40B4-BE49-F238E27FC236}">
                <a16:creationId xmlns:a16="http://schemas.microsoft.com/office/drawing/2014/main" id="{244C193D-F784-4A4A-A489-C30DF238D3BA}"/>
              </a:ext>
            </a:extLst>
          </p:cNvPr>
          <p:cNvSpPr>
            <a:spLocks noGrp="1"/>
          </p:cNvSpPr>
          <p:nvPr/>
        </p:nvSpPr>
        <p:spPr>
          <a:xfrm>
            <a:off x="7437332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4" name="e_full_violin_4283">
            <a:extLst>
              <a:ext uri="{FF2B5EF4-FFF2-40B4-BE49-F238E27FC236}">
                <a16:creationId xmlns:a16="http://schemas.microsoft.com/office/drawing/2014/main" id="{6D6DD327-8BD4-4666-A67E-ABC4D339C1EF}"/>
              </a:ext>
            </a:extLst>
          </p:cNvPr>
          <p:cNvSpPr>
            <a:spLocks noGrp="1"/>
          </p:cNvSpPr>
          <p:nvPr/>
        </p:nvSpPr>
        <p:spPr>
          <a:xfrm>
            <a:off x="744956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5" name="e_full_violin_4284">
            <a:extLst>
              <a:ext uri="{FF2B5EF4-FFF2-40B4-BE49-F238E27FC236}">
                <a16:creationId xmlns:a16="http://schemas.microsoft.com/office/drawing/2014/main" id="{A4D451B9-2909-4361-BC6D-F3B22086140F}"/>
              </a:ext>
            </a:extLst>
          </p:cNvPr>
          <p:cNvSpPr>
            <a:spLocks noGrp="1"/>
          </p:cNvSpPr>
          <p:nvPr/>
        </p:nvSpPr>
        <p:spPr>
          <a:xfrm>
            <a:off x="7414525" y="378531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6" name="e_full_violin_4285">
            <a:extLst>
              <a:ext uri="{FF2B5EF4-FFF2-40B4-BE49-F238E27FC236}">
                <a16:creationId xmlns:a16="http://schemas.microsoft.com/office/drawing/2014/main" id="{91EBF073-1475-43BC-A220-76308522DA84}"/>
              </a:ext>
            </a:extLst>
          </p:cNvPr>
          <p:cNvSpPr>
            <a:spLocks noGrp="1"/>
          </p:cNvSpPr>
          <p:nvPr/>
        </p:nvSpPr>
        <p:spPr>
          <a:xfrm>
            <a:off x="7136754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7" name="e_full_violin_4286">
            <a:extLst>
              <a:ext uri="{FF2B5EF4-FFF2-40B4-BE49-F238E27FC236}">
                <a16:creationId xmlns:a16="http://schemas.microsoft.com/office/drawing/2014/main" id="{8AF7B71C-21BB-4B06-9736-C9982E159186}"/>
              </a:ext>
            </a:extLst>
          </p:cNvPr>
          <p:cNvSpPr>
            <a:spLocks noGrp="1"/>
          </p:cNvSpPr>
          <p:nvPr/>
        </p:nvSpPr>
        <p:spPr>
          <a:xfrm>
            <a:off x="7070576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8" name="e_full_violin_4287">
            <a:extLst>
              <a:ext uri="{FF2B5EF4-FFF2-40B4-BE49-F238E27FC236}">
                <a16:creationId xmlns:a16="http://schemas.microsoft.com/office/drawing/2014/main" id="{6014F4E2-E40B-4364-A425-A3E4A88C1EDB}"/>
              </a:ext>
            </a:extLst>
          </p:cNvPr>
          <p:cNvSpPr>
            <a:spLocks noGrp="1"/>
          </p:cNvSpPr>
          <p:nvPr/>
        </p:nvSpPr>
        <p:spPr>
          <a:xfrm>
            <a:off x="710444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9" name="e_full_violin_4288">
            <a:extLst>
              <a:ext uri="{FF2B5EF4-FFF2-40B4-BE49-F238E27FC236}">
                <a16:creationId xmlns:a16="http://schemas.microsoft.com/office/drawing/2014/main" id="{E08ACB40-39C9-4C75-8FE7-9D6803D39323}"/>
              </a:ext>
            </a:extLst>
          </p:cNvPr>
          <p:cNvSpPr>
            <a:spLocks noGrp="1"/>
          </p:cNvSpPr>
          <p:nvPr/>
        </p:nvSpPr>
        <p:spPr>
          <a:xfrm>
            <a:off x="744538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0" name="e_full_violin_4289">
            <a:extLst>
              <a:ext uri="{FF2B5EF4-FFF2-40B4-BE49-F238E27FC236}">
                <a16:creationId xmlns:a16="http://schemas.microsoft.com/office/drawing/2014/main" id="{96259605-BF80-41C0-86F6-3EB97B5FE877}"/>
              </a:ext>
            </a:extLst>
          </p:cNvPr>
          <p:cNvSpPr>
            <a:spLocks noGrp="1"/>
          </p:cNvSpPr>
          <p:nvPr/>
        </p:nvSpPr>
        <p:spPr>
          <a:xfrm>
            <a:off x="725571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1" name="e_full_violin_4290">
            <a:extLst>
              <a:ext uri="{FF2B5EF4-FFF2-40B4-BE49-F238E27FC236}">
                <a16:creationId xmlns:a16="http://schemas.microsoft.com/office/drawing/2014/main" id="{8F0336EE-2E51-4911-AEA3-0B9961663271}"/>
              </a:ext>
            </a:extLst>
          </p:cNvPr>
          <p:cNvSpPr>
            <a:spLocks noGrp="1"/>
          </p:cNvSpPr>
          <p:nvPr/>
        </p:nvSpPr>
        <p:spPr>
          <a:xfrm>
            <a:off x="704128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2" name="e_full_violin_4291">
            <a:extLst>
              <a:ext uri="{FF2B5EF4-FFF2-40B4-BE49-F238E27FC236}">
                <a16:creationId xmlns:a16="http://schemas.microsoft.com/office/drawing/2014/main" id="{445E4ABB-D74D-4FFD-923E-F2107FA720BE}"/>
              </a:ext>
            </a:extLst>
          </p:cNvPr>
          <p:cNvSpPr>
            <a:spLocks noGrp="1"/>
          </p:cNvSpPr>
          <p:nvPr/>
        </p:nvSpPr>
        <p:spPr>
          <a:xfrm>
            <a:off x="7211117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3" name="e_full_violin_4292">
            <a:extLst>
              <a:ext uri="{FF2B5EF4-FFF2-40B4-BE49-F238E27FC236}">
                <a16:creationId xmlns:a16="http://schemas.microsoft.com/office/drawing/2014/main" id="{DDEA49CB-022C-4371-8B2B-E1F60A035ADD}"/>
              </a:ext>
            </a:extLst>
          </p:cNvPr>
          <p:cNvSpPr>
            <a:spLocks noGrp="1"/>
          </p:cNvSpPr>
          <p:nvPr/>
        </p:nvSpPr>
        <p:spPr>
          <a:xfrm>
            <a:off x="7024781" y="410845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4" name="e_full_violin_4293">
            <a:extLst>
              <a:ext uri="{FF2B5EF4-FFF2-40B4-BE49-F238E27FC236}">
                <a16:creationId xmlns:a16="http://schemas.microsoft.com/office/drawing/2014/main" id="{644490A6-338A-4E62-AB45-E9A44E70F368}"/>
              </a:ext>
            </a:extLst>
          </p:cNvPr>
          <p:cNvSpPr>
            <a:spLocks noGrp="1"/>
          </p:cNvSpPr>
          <p:nvPr/>
        </p:nvSpPr>
        <p:spPr>
          <a:xfrm>
            <a:off x="725176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5" name="e_full_violin_4294">
            <a:extLst>
              <a:ext uri="{FF2B5EF4-FFF2-40B4-BE49-F238E27FC236}">
                <a16:creationId xmlns:a16="http://schemas.microsoft.com/office/drawing/2014/main" id="{B6BC5F77-EA8E-411C-BB2F-A8BD471FF8E1}"/>
              </a:ext>
            </a:extLst>
          </p:cNvPr>
          <p:cNvSpPr>
            <a:spLocks noGrp="1"/>
          </p:cNvSpPr>
          <p:nvPr/>
        </p:nvSpPr>
        <p:spPr>
          <a:xfrm>
            <a:off x="725585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6" name="e_full_violin_4295">
            <a:extLst>
              <a:ext uri="{FF2B5EF4-FFF2-40B4-BE49-F238E27FC236}">
                <a16:creationId xmlns:a16="http://schemas.microsoft.com/office/drawing/2014/main" id="{CA704EE1-5C88-4D1A-9426-64AA9DBB7CF7}"/>
              </a:ext>
            </a:extLst>
          </p:cNvPr>
          <p:cNvSpPr>
            <a:spLocks noGrp="1"/>
          </p:cNvSpPr>
          <p:nvPr/>
        </p:nvSpPr>
        <p:spPr>
          <a:xfrm>
            <a:off x="710229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7" name="e_full_violin_4296">
            <a:extLst>
              <a:ext uri="{FF2B5EF4-FFF2-40B4-BE49-F238E27FC236}">
                <a16:creationId xmlns:a16="http://schemas.microsoft.com/office/drawing/2014/main" id="{1E2CE970-7EB0-4415-AE4C-07AB0D5A3FC5}"/>
              </a:ext>
            </a:extLst>
          </p:cNvPr>
          <p:cNvSpPr>
            <a:spLocks noGrp="1"/>
          </p:cNvSpPr>
          <p:nvPr/>
        </p:nvSpPr>
        <p:spPr>
          <a:xfrm>
            <a:off x="735356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8" name="e_full_violin_4297">
            <a:extLst>
              <a:ext uri="{FF2B5EF4-FFF2-40B4-BE49-F238E27FC236}">
                <a16:creationId xmlns:a16="http://schemas.microsoft.com/office/drawing/2014/main" id="{9B6ED90A-62CE-4E39-9DE5-01FB53677335}"/>
              </a:ext>
            </a:extLst>
          </p:cNvPr>
          <p:cNvSpPr>
            <a:spLocks noGrp="1"/>
          </p:cNvSpPr>
          <p:nvPr/>
        </p:nvSpPr>
        <p:spPr>
          <a:xfrm>
            <a:off x="7503943" y="3867484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9" name="e_full_violin_4298">
            <a:extLst>
              <a:ext uri="{FF2B5EF4-FFF2-40B4-BE49-F238E27FC236}">
                <a16:creationId xmlns:a16="http://schemas.microsoft.com/office/drawing/2014/main" id="{4A683FE4-EC19-4578-867F-F75B1AE00038}"/>
              </a:ext>
            </a:extLst>
          </p:cNvPr>
          <p:cNvSpPr>
            <a:spLocks noGrp="1"/>
          </p:cNvSpPr>
          <p:nvPr/>
        </p:nvSpPr>
        <p:spPr>
          <a:xfrm>
            <a:off x="7462036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0" name="e_full_violin_4299">
            <a:extLst>
              <a:ext uri="{FF2B5EF4-FFF2-40B4-BE49-F238E27FC236}">
                <a16:creationId xmlns:a16="http://schemas.microsoft.com/office/drawing/2014/main" id="{674AB8D3-F5EB-49C6-9342-63A52EAC2547}"/>
              </a:ext>
            </a:extLst>
          </p:cNvPr>
          <p:cNvSpPr>
            <a:spLocks noGrp="1"/>
          </p:cNvSpPr>
          <p:nvPr/>
        </p:nvSpPr>
        <p:spPr>
          <a:xfrm>
            <a:off x="7260408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1" name="e_full_violin_4300">
            <a:extLst>
              <a:ext uri="{FF2B5EF4-FFF2-40B4-BE49-F238E27FC236}">
                <a16:creationId xmlns:a16="http://schemas.microsoft.com/office/drawing/2014/main" id="{569FFA70-63A8-46A5-B5C9-C12220A3FD0E}"/>
              </a:ext>
            </a:extLst>
          </p:cNvPr>
          <p:cNvSpPr>
            <a:spLocks noGrp="1"/>
          </p:cNvSpPr>
          <p:nvPr/>
        </p:nvSpPr>
        <p:spPr>
          <a:xfrm>
            <a:off x="728315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2" name="e_full_violin_4301">
            <a:extLst>
              <a:ext uri="{FF2B5EF4-FFF2-40B4-BE49-F238E27FC236}">
                <a16:creationId xmlns:a16="http://schemas.microsoft.com/office/drawing/2014/main" id="{19AC56B1-F572-4132-9603-65C40DA4C5A3}"/>
              </a:ext>
            </a:extLst>
          </p:cNvPr>
          <p:cNvSpPr>
            <a:spLocks noGrp="1"/>
          </p:cNvSpPr>
          <p:nvPr/>
        </p:nvSpPr>
        <p:spPr>
          <a:xfrm>
            <a:off x="747806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3" name="e_full_violin_4302">
            <a:extLst>
              <a:ext uri="{FF2B5EF4-FFF2-40B4-BE49-F238E27FC236}">
                <a16:creationId xmlns:a16="http://schemas.microsoft.com/office/drawing/2014/main" id="{DCCA4865-4C35-4410-A0A6-D9047AF4CA38}"/>
              </a:ext>
            </a:extLst>
          </p:cNvPr>
          <p:cNvSpPr>
            <a:spLocks noGrp="1"/>
          </p:cNvSpPr>
          <p:nvPr/>
        </p:nvSpPr>
        <p:spPr>
          <a:xfrm>
            <a:off x="737289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4" name="e_full_violin_4303">
            <a:extLst>
              <a:ext uri="{FF2B5EF4-FFF2-40B4-BE49-F238E27FC236}">
                <a16:creationId xmlns:a16="http://schemas.microsoft.com/office/drawing/2014/main" id="{C169F7A9-E103-49C3-9FB6-2B9FD8F1743E}"/>
              </a:ext>
            </a:extLst>
          </p:cNvPr>
          <p:cNvSpPr>
            <a:spLocks noGrp="1"/>
          </p:cNvSpPr>
          <p:nvPr/>
        </p:nvSpPr>
        <p:spPr>
          <a:xfrm>
            <a:off x="726915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5" name="e_full_violin_4304">
            <a:extLst>
              <a:ext uri="{FF2B5EF4-FFF2-40B4-BE49-F238E27FC236}">
                <a16:creationId xmlns:a16="http://schemas.microsoft.com/office/drawing/2014/main" id="{306967C6-A694-4460-8D0E-285148247232}"/>
              </a:ext>
            </a:extLst>
          </p:cNvPr>
          <p:cNvSpPr>
            <a:spLocks noGrp="1"/>
          </p:cNvSpPr>
          <p:nvPr/>
        </p:nvSpPr>
        <p:spPr>
          <a:xfrm>
            <a:off x="7524934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6" name="e_full_violin_4305">
            <a:extLst>
              <a:ext uri="{FF2B5EF4-FFF2-40B4-BE49-F238E27FC236}">
                <a16:creationId xmlns:a16="http://schemas.microsoft.com/office/drawing/2014/main" id="{C57609AE-09A0-4285-ADA4-31A9C0BEB7B1}"/>
              </a:ext>
            </a:extLst>
          </p:cNvPr>
          <p:cNvSpPr>
            <a:spLocks noGrp="1"/>
          </p:cNvSpPr>
          <p:nvPr/>
        </p:nvSpPr>
        <p:spPr>
          <a:xfrm>
            <a:off x="702531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7" name="e_full_violin_4306">
            <a:extLst>
              <a:ext uri="{FF2B5EF4-FFF2-40B4-BE49-F238E27FC236}">
                <a16:creationId xmlns:a16="http://schemas.microsoft.com/office/drawing/2014/main" id="{FF19F2C3-4F0D-47F0-9435-CBECEFFAAC7D}"/>
              </a:ext>
            </a:extLst>
          </p:cNvPr>
          <p:cNvSpPr>
            <a:spLocks noGrp="1"/>
          </p:cNvSpPr>
          <p:nvPr/>
        </p:nvSpPr>
        <p:spPr>
          <a:xfrm>
            <a:off x="7321885" y="386810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8" name="e_full_violin_4307">
            <a:extLst>
              <a:ext uri="{FF2B5EF4-FFF2-40B4-BE49-F238E27FC236}">
                <a16:creationId xmlns:a16="http://schemas.microsoft.com/office/drawing/2014/main" id="{AA767C16-CFA3-44E9-9DAF-37BAE338B26B}"/>
              </a:ext>
            </a:extLst>
          </p:cNvPr>
          <p:cNvSpPr>
            <a:spLocks noGrp="1"/>
          </p:cNvSpPr>
          <p:nvPr/>
        </p:nvSpPr>
        <p:spPr>
          <a:xfrm>
            <a:off x="705375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9" name="e_full_violin_4308">
            <a:extLst>
              <a:ext uri="{FF2B5EF4-FFF2-40B4-BE49-F238E27FC236}">
                <a16:creationId xmlns:a16="http://schemas.microsoft.com/office/drawing/2014/main" id="{69024C39-0D62-44E1-81CC-F5ED51349F50}"/>
              </a:ext>
            </a:extLst>
          </p:cNvPr>
          <p:cNvSpPr>
            <a:spLocks noGrp="1"/>
          </p:cNvSpPr>
          <p:nvPr/>
        </p:nvSpPr>
        <p:spPr>
          <a:xfrm>
            <a:off x="7470114" y="544442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0" name="e_full_violin_4309">
            <a:extLst>
              <a:ext uri="{FF2B5EF4-FFF2-40B4-BE49-F238E27FC236}">
                <a16:creationId xmlns:a16="http://schemas.microsoft.com/office/drawing/2014/main" id="{CD5C99D3-6A3F-4CC6-A7AD-775CF561E9B6}"/>
              </a:ext>
            </a:extLst>
          </p:cNvPr>
          <p:cNvSpPr>
            <a:spLocks noGrp="1"/>
          </p:cNvSpPr>
          <p:nvPr/>
        </p:nvSpPr>
        <p:spPr>
          <a:xfrm>
            <a:off x="733422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1" name="e_full_violin_4310">
            <a:extLst>
              <a:ext uri="{FF2B5EF4-FFF2-40B4-BE49-F238E27FC236}">
                <a16:creationId xmlns:a16="http://schemas.microsoft.com/office/drawing/2014/main" id="{75FA7481-47E2-4658-A1AE-731F5EE27688}"/>
              </a:ext>
            </a:extLst>
          </p:cNvPr>
          <p:cNvSpPr>
            <a:spLocks noGrp="1"/>
          </p:cNvSpPr>
          <p:nvPr/>
        </p:nvSpPr>
        <p:spPr>
          <a:xfrm>
            <a:off x="732807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2" name="e_full_violin_4311">
            <a:extLst>
              <a:ext uri="{FF2B5EF4-FFF2-40B4-BE49-F238E27FC236}">
                <a16:creationId xmlns:a16="http://schemas.microsoft.com/office/drawing/2014/main" id="{3AE2B1AB-3B87-4C3A-817E-4D334BC8EA8C}"/>
              </a:ext>
            </a:extLst>
          </p:cNvPr>
          <p:cNvSpPr>
            <a:spLocks noGrp="1"/>
          </p:cNvSpPr>
          <p:nvPr/>
        </p:nvSpPr>
        <p:spPr>
          <a:xfrm>
            <a:off x="7148707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3" name="e_full_violin_4312">
            <a:extLst>
              <a:ext uri="{FF2B5EF4-FFF2-40B4-BE49-F238E27FC236}">
                <a16:creationId xmlns:a16="http://schemas.microsoft.com/office/drawing/2014/main" id="{E7045012-3117-48E9-A8F9-C9F3B033337D}"/>
              </a:ext>
            </a:extLst>
          </p:cNvPr>
          <p:cNvSpPr>
            <a:spLocks noGrp="1"/>
          </p:cNvSpPr>
          <p:nvPr/>
        </p:nvSpPr>
        <p:spPr>
          <a:xfrm>
            <a:off x="750805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4" name="e_full_violin_4313">
            <a:extLst>
              <a:ext uri="{FF2B5EF4-FFF2-40B4-BE49-F238E27FC236}">
                <a16:creationId xmlns:a16="http://schemas.microsoft.com/office/drawing/2014/main" id="{E792E28D-C27D-4405-8C80-732F78061DBF}"/>
              </a:ext>
            </a:extLst>
          </p:cNvPr>
          <p:cNvSpPr>
            <a:spLocks noGrp="1"/>
          </p:cNvSpPr>
          <p:nvPr/>
        </p:nvSpPr>
        <p:spPr>
          <a:xfrm>
            <a:off x="710409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5" name="e_full_violin_4314">
            <a:extLst>
              <a:ext uri="{FF2B5EF4-FFF2-40B4-BE49-F238E27FC236}">
                <a16:creationId xmlns:a16="http://schemas.microsoft.com/office/drawing/2014/main" id="{05DB576F-8199-4D99-9FAC-25D49D394A51}"/>
              </a:ext>
            </a:extLst>
          </p:cNvPr>
          <p:cNvSpPr>
            <a:spLocks noGrp="1"/>
          </p:cNvSpPr>
          <p:nvPr/>
        </p:nvSpPr>
        <p:spPr>
          <a:xfrm>
            <a:off x="7196999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6" name="e_full_violin_4315">
            <a:extLst>
              <a:ext uri="{FF2B5EF4-FFF2-40B4-BE49-F238E27FC236}">
                <a16:creationId xmlns:a16="http://schemas.microsoft.com/office/drawing/2014/main" id="{C862F038-F9F5-4B4F-AF57-37D4BA1FE341}"/>
              </a:ext>
            </a:extLst>
          </p:cNvPr>
          <p:cNvSpPr>
            <a:spLocks noGrp="1"/>
          </p:cNvSpPr>
          <p:nvPr/>
        </p:nvSpPr>
        <p:spPr>
          <a:xfrm>
            <a:off x="723680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7" name="e_full_violin_4316">
            <a:extLst>
              <a:ext uri="{FF2B5EF4-FFF2-40B4-BE49-F238E27FC236}">
                <a16:creationId xmlns:a16="http://schemas.microsoft.com/office/drawing/2014/main" id="{55664F89-7B4B-4769-91A6-D244937B19D5}"/>
              </a:ext>
            </a:extLst>
          </p:cNvPr>
          <p:cNvSpPr>
            <a:spLocks noGrp="1"/>
          </p:cNvSpPr>
          <p:nvPr/>
        </p:nvSpPr>
        <p:spPr>
          <a:xfrm>
            <a:off x="7199230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8" name="e_full_violin_4317">
            <a:extLst>
              <a:ext uri="{FF2B5EF4-FFF2-40B4-BE49-F238E27FC236}">
                <a16:creationId xmlns:a16="http://schemas.microsoft.com/office/drawing/2014/main" id="{19999686-1368-4373-A02F-F7B5AEB45A0C}"/>
              </a:ext>
            </a:extLst>
          </p:cNvPr>
          <p:cNvSpPr>
            <a:spLocks noGrp="1"/>
          </p:cNvSpPr>
          <p:nvPr/>
        </p:nvSpPr>
        <p:spPr>
          <a:xfrm>
            <a:off x="729938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9" name="e_full_violin_4318">
            <a:extLst>
              <a:ext uri="{FF2B5EF4-FFF2-40B4-BE49-F238E27FC236}">
                <a16:creationId xmlns:a16="http://schemas.microsoft.com/office/drawing/2014/main" id="{10F5E86E-63D1-48E7-8B85-FC7DA1AEB7B9}"/>
              </a:ext>
            </a:extLst>
          </p:cNvPr>
          <p:cNvSpPr>
            <a:spLocks noGrp="1"/>
          </p:cNvSpPr>
          <p:nvPr/>
        </p:nvSpPr>
        <p:spPr>
          <a:xfrm>
            <a:off x="722365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0" name="e_full_violin_4319">
            <a:extLst>
              <a:ext uri="{FF2B5EF4-FFF2-40B4-BE49-F238E27FC236}">
                <a16:creationId xmlns:a16="http://schemas.microsoft.com/office/drawing/2014/main" id="{694240E1-1909-44A0-AC1F-98BFE3B87349}"/>
              </a:ext>
            </a:extLst>
          </p:cNvPr>
          <p:cNvSpPr>
            <a:spLocks noGrp="1"/>
          </p:cNvSpPr>
          <p:nvPr/>
        </p:nvSpPr>
        <p:spPr>
          <a:xfrm>
            <a:off x="7140160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1" name="e_full_violin_4320">
            <a:extLst>
              <a:ext uri="{FF2B5EF4-FFF2-40B4-BE49-F238E27FC236}">
                <a16:creationId xmlns:a16="http://schemas.microsoft.com/office/drawing/2014/main" id="{C8F92E41-21A4-465C-AE3E-622E529F6982}"/>
              </a:ext>
            </a:extLst>
          </p:cNvPr>
          <p:cNvSpPr>
            <a:spLocks noGrp="1"/>
          </p:cNvSpPr>
          <p:nvPr/>
        </p:nvSpPr>
        <p:spPr>
          <a:xfrm>
            <a:off x="735741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2" name="e_full_violin_4321">
            <a:extLst>
              <a:ext uri="{FF2B5EF4-FFF2-40B4-BE49-F238E27FC236}">
                <a16:creationId xmlns:a16="http://schemas.microsoft.com/office/drawing/2014/main" id="{4DC30996-1340-4135-9B70-D7D32089DAD0}"/>
              </a:ext>
            </a:extLst>
          </p:cNvPr>
          <p:cNvSpPr>
            <a:spLocks noGrp="1"/>
          </p:cNvSpPr>
          <p:nvPr/>
        </p:nvSpPr>
        <p:spPr>
          <a:xfrm>
            <a:off x="7309088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3" name="e_full_violin_4322">
            <a:extLst>
              <a:ext uri="{FF2B5EF4-FFF2-40B4-BE49-F238E27FC236}">
                <a16:creationId xmlns:a16="http://schemas.microsoft.com/office/drawing/2014/main" id="{88942897-9F9D-4399-9849-6FD26BB3DD3C}"/>
              </a:ext>
            </a:extLst>
          </p:cNvPr>
          <p:cNvSpPr>
            <a:spLocks noGrp="1"/>
          </p:cNvSpPr>
          <p:nvPr/>
        </p:nvSpPr>
        <p:spPr>
          <a:xfrm>
            <a:off x="7067956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4" name="e_full_violin_4323">
            <a:extLst>
              <a:ext uri="{FF2B5EF4-FFF2-40B4-BE49-F238E27FC236}">
                <a16:creationId xmlns:a16="http://schemas.microsoft.com/office/drawing/2014/main" id="{48F23384-A189-4E80-97E4-3916B7C85556}"/>
              </a:ext>
            </a:extLst>
          </p:cNvPr>
          <p:cNvSpPr>
            <a:spLocks noGrp="1"/>
          </p:cNvSpPr>
          <p:nvPr/>
        </p:nvSpPr>
        <p:spPr>
          <a:xfrm>
            <a:off x="7370000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5" name="e_full_violin_4324">
            <a:extLst>
              <a:ext uri="{FF2B5EF4-FFF2-40B4-BE49-F238E27FC236}">
                <a16:creationId xmlns:a16="http://schemas.microsoft.com/office/drawing/2014/main" id="{1FC6C2FC-22E4-4032-9487-F721EC1B9D71}"/>
              </a:ext>
            </a:extLst>
          </p:cNvPr>
          <p:cNvSpPr>
            <a:spLocks noGrp="1"/>
          </p:cNvSpPr>
          <p:nvPr/>
        </p:nvSpPr>
        <p:spPr>
          <a:xfrm>
            <a:off x="707144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6" name="e_full_violin_4325">
            <a:extLst>
              <a:ext uri="{FF2B5EF4-FFF2-40B4-BE49-F238E27FC236}">
                <a16:creationId xmlns:a16="http://schemas.microsoft.com/office/drawing/2014/main" id="{283DF77E-9304-46BF-8F89-5701F93F5203}"/>
              </a:ext>
            </a:extLst>
          </p:cNvPr>
          <p:cNvSpPr>
            <a:spLocks noGrp="1"/>
          </p:cNvSpPr>
          <p:nvPr/>
        </p:nvSpPr>
        <p:spPr>
          <a:xfrm>
            <a:off x="7514753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7" name="e_full_violin_4326">
            <a:extLst>
              <a:ext uri="{FF2B5EF4-FFF2-40B4-BE49-F238E27FC236}">
                <a16:creationId xmlns:a16="http://schemas.microsoft.com/office/drawing/2014/main" id="{89062C86-C043-4DA4-AB16-0D28701A97D8}"/>
              </a:ext>
            </a:extLst>
          </p:cNvPr>
          <p:cNvSpPr>
            <a:spLocks noGrp="1"/>
          </p:cNvSpPr>
          <p:nvPr/>
        </p:nvSpPr>
        <p:spPr>
          <a:xfrm>
            <a:off x="724405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8" name="e_full_violin_4327">
            <a:extLst>
              <a:ext uri="{FF2B5EF4-FFF2-40B4-BE49-F238E27FC236}">
                <a16:creationId xmlns:a16="http://schemas.microsoft.com/office/drawing/2014/main" id="{5AF19A01-EF4C-4046-B847-A26FC79D1AEB}"/>
              </a:ext>
            </a:extLst>
          </p:cNvPr>
          <p:cNvSpPr>
            <a:spLocks noGrp="1"/>
          </p:cNvSpPr>
          <p:nvPr/>
        </p:nvSpPr>
        <p:spPr>
          <a:xfrm>
            <a:off x="7077503" y="470222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9" name="e_full_violin_4328">
            <a:extLst>
              <a:ext uri="{FF2B5EF4-FFF2-40B4-BE49-F238E27FC236}">
                <a16:creationId xmlns:a16="http://schemas.microsoft.com/office/drawing/2014/main" id="{81F7CCDF-CCD0-4DDD-83CC-5657D8010CBC}"/>
              </a:ext>
            </a:extLst>
          </p:cNvPr>
          <p:cNvSpPr>
            <a:spLocks noGrp="1"/>
          </p:cNvSpPr>
          <p:nvPr/>
        </p:nvSpPr>
        <p:spPr>
          <a:xfrm>
            <a:off x="740171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0" name="e_full_violin_4329">
            <a:extLst>
              <a:ext uri="{FF2B5EF4-FFF2-40B4-BE49-F238E27FC236}">
                <a16:creationId xmlns:a16="http://schemas.microsoft.com/office/drawing/2014/main" id="{2F027A1F-4720-48C8-8094-CA9D062EE3F2}"/>
              </a:ext>
            </a:extLst>
          </p:cNvPr>
          <p:cNvSpPr>
            <a:spLocks noGrp="1"/>
          </p:cNvSpPr>
          <p:nvPr/>
        </p:nvSpPr>
        <p:spPr>
          <a:xfrm>
            <a:off x="7265760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1" name="e_full_violin_4330">
            <a:extLst>
              <a:ext uri="{FF2B5EF4-FFF2-40B4-BE49-F238E27FC236}">
                <a16:creationId xmlns:a16="http://schemas.microsoft.com/office/drawing/2014/main" id="{2EAE82AB-F82C-46D0-A59C-EA8D34753DCF}"/>
              </a:ext>
            </a:extLst>
          </p:cNvPr>
          <p:cNvSpPr>
            <a:spLocks noGrp="1"/>
          </p:cNvSpPr>
          <p:nvPr/>
        </p:nvSpPr>
        <p:spPr>
          <a:xfrm>
            <a:off x="720000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2" name="e_full_violin_4331">
            <a:extLst>
              <a:ext uri="{FF2B5EF4-FFF2-40B4-BE49-F238E27FC236}">
                <a16:creationId xmlns:a16="http://schemas.microsoft.com/office/drawing/2014/main" id="{3BF1A83C-B367-4BE9-A65A-B12ECE780B3B}"/>
              </a:ext>
            </a:extLst>
          </p:cNvPr>
          <p:cNvSpPr>
            <a:spLocks noGrp="1"/>
          </p:cNvSpPr>
          <p:nvPr/>
        </p:nvSpPr>
        <p:spPr>
          <a:xfrm>
            <a:off x="7359090" y="347374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3" name="e_full_violin_4332">
            <a:extLst>
              <a:ext uri="{FF2B5EF4-FFF2-40B4-BE49-F238E27FC236}">
                <a16:creationId xmlns:a16="http://schemas.microsoft.com/office/drawing/2014/main" id="{A88F92D1-6183-4A5D-BD38-585E43E1F55D}"/>
              </a:ext>
            </a:extLst>
          </p:cNvPr>
          <p:cNvSpPr>
            <a:spLocks noGrp="1"/>
          </p:cNvSpPr>
          <p:nvPr/>
        </p:nvSpPr>
        <p:spPr>
          <a:xfrm>
            <a:off x="713191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4" name="e_full_violin_4333">
            <a:extLst>
              <a:ext uri="{FF2B5EF4-FFF2-40B4-BE49-F238E27FC236}">
                <a16:creationId xmlns:a16="http://schemas.microsoft.com/office/drawing/2014/main" id="{3158FAAD-F02D-4834-A543-3776FB601D08}"/>
              </a:ext>
            </a:extLst>
          </p:cNvPr>
          <p:cNvSpPr>
            <a:spLocks noGrp="1"/>
          </p:cNvSpPr>
          <p:nvPr/>
        </p:nvSpPr>
        <p:spPr>
          <a:xfrm>
            <a:off x="746321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5" name="e_full_violin_4334">
            <a:extLst>
              <a:ext uri="{FF2B5EF4-FFF2-40B4-BE49-F238E27FC236}">
                <a16:creationId xmlns:a16="http://schemas.microsoft.com/office/drawing/2014/main" id="{30B2F698-7461-4136-B4A1-A940BA4EC1ED}"/>
              </a:ext>
            </a:extLst>
          </p:cNvPr>
          <p:cNvSpPr>
            <a:spLocks noGrp="1"/>
          </p:cNvSpPr>
          <p:nvPr/>
        </p:nvSpPr>
        <p:spPr>
          <a:xfrm>
            <a:off x="724536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6" name="e_full_violin_4335">
            <a:extLst>
              <a:ext uri="{FF2B5EF4-FFF2-40B4-BE49-F238E27FC236}">
                <a16:creationId xmlns:a16="http://schemas.microsoft.com/office/drawing/2014/main" id="{0B9E0E69-827B-41A3-BF5C-B427E614CCEF}"/>
              </a:ext>
            </a:extLst>
          </p:cNvPr>
          <p:cNvSpPr>
            <a:spLocks noGrp="1"/>
          </p:cNvSpPr>
          <p:nvPr/>
        </p:nvSpPr>
        <p:spPr>
          <a:xfrm>
            <a:off x="7151406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7" name="e_full_violin_4336">
            <a:extLst>
              <a:ext uri="{FF2B5EF4-FFF2-40B4-BE49-F238E27FC236}">
                <a16:creationId xmlns:a16="http://schemas.microsoft.com/office/drawing/2014/main" id="{AEBED397-6182-4487-9308-F53155D75681}"/>
              </a:ext>
            </a:extLst>
          </p:cNvPr>
          <p:cNvSpPr>
            <a:spLocks noGrp="1"/>
          </p:cNvSpPr>
          <p:nvPr/>
        </p:nvSpPr>
        <p:spPr>
          <a:xfrm>
            <a:off x="734771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8" name="e_full_violin_4337">
            <a:extLst>
              <a:ext uri="{FF2B5EF4-FFF2-40B4-BE49-F238E27FC236}">
                <a16:creationId xmlns:a16="http://schemas.microsoft.com/office/drawing/2014/main" id="{C3521748-A7E0-4453-930A-3F715B364243}"/>
              </a:ext>
            </a:extLst>
          </p:cNvPr>
          <p:cNvSpPr>
            <a:spLocks noGrp="1"/>
          </p:cNvSpPr>
          <p:nvPr/>
        </p:nvSpPr>
        <p:spPr>
          <a:xfrm>
            <a:off x="7070914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9" name="e_full_violin_4338">
            <a:extLst>
              <a:ext uri="{FF2B5EF4-FFF2-40B4-BE49-F238E27FC236}">
                <a16:creationId xmlns:a16="http://schemas.microsoft.com/office/drawing/2014/main" id="{26A2A73D-7426-43C6-ADB1-DA5936F0E622}"/>
              </a:ext>
            </a:extLst>
          </p:cNvPr>
          <p:cNvSpPr>
            <a:spLocks noGrp="1"/>
          </p:cNvSpPr>
          <p:nvPr/>
        </p:nvSpPr>
        <p:spPr>
          <a:xfrm>
            <a:off x="7475769" y="29106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0" name="e_full_violin_4339">
            <a:extLst>
              <a:ext uri="{FF2B5EF4-FFF2-40B4-BE49-F238E27FC236}">
                <a16:creationId xmlns:a16="http://schemas.microsoft.com/office/drawing/2014/main" id="{2116A0E7-D6D4-4371-A04F-5A358D7E035A}"/>
              </a:ext>
            </a:extLst>
          </p:cNvPr>
          <p:cNvSpPr>
            <a:spLocks noGrp="1"/>
          </p:cNvSpPr>
          <p:nvPr/>
        </p:nvSpPr>
        <p:spPr>
          <a:xfrm>
            <a:off x="7471402" y="572595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1" name="e_full_violin_4340">
            <a:extLst>
              <a:ext uri="{FF2B5EF4-FFF2-40B4-BE49-F238E27FC236}">
                <a16:creationId xmlns:a16="http://schemas.microsoft.com/office/drawing/2014/main" id="{6B2DB412-2F98-4F5C-BDF4-CAAE18935628}"/>
              </a:ext>
            </a:extLst>
          </p:cNvPr>
          <p:cNvSpPr>
            <a:spLocks noGrp="1"/>
          </p:cNvSpPr>
          <p:nvPr/>
        </p:nvSpPr>
        <p:spPr>
          <a:xfrm>
            <a:off x="746120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2" name="e_full_violin_4341">
            <a:extLst>
              <a:ext uri="{FF2B5EF4-FFF2-40B4-BE49-F238E27FC236}">
                <a16:creationId xmlns:a16="http://schemas.microsoft.com/office/drawing/2014/main" id="{196B81B3-E7AD-44FB-869C-6C72013C9760}"/>
              </a:ext>
            </a:extLst>
          </p:cNvPr>
          <p:cNvSpPr>
            <a:spLocks noGrp="1"/>
          </p:cNvSpPr>
          <p:nvPr/>
        </p:nvSpPr>
        <p:spPr>
          <a:xfrm>
            <a:off x="741250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3" name="e_full_violin_4342">
            <a:extLst>
              <a:ext uri="{FF2B5EF4-FFF2-40B4-BE49-F238E27FC236}">
                <a16:creationId xmlns:a16="http://schemas.microsoft.com/office/drawing/2014/main" id="{36BB7C5F-17DE-4255-A724-6C09053939BC}"/>
              </a:ext>
            </a:extLst>
          </p:cNvPr>
          <p:cNvSpPr>
            <a:spLocks noGrp="1"/>
          </p:cNvSpPr>
          <p:nvPr/>
        </p:nvSpPr>
        <p:spPr>
          <a:xfrm>
            <a:off x="7323222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4" name="e_full_violin_4343">
            <a:extLst>
              <a:ext uri="{FF2B5EF4-FFF2-40B4-BE49-F238E27FC236}">
                <a16:creationId xmlns:a16="http://schemas.microsoft.com/office/drawing/2014/main" id="{74CB46C8-014C-4350-99FA-D4CFC60A5969}"/>
              </a:ext>
            </a:extLst>
          </p:cNvPr>
          <p:cNvSpPr>
            <a:spLocks noGrp="1"/>
          </p:cNvSpPr>
          <p:nvPr/>
        </p:nvSpPr>
        <p:spPr>
          <a:xfrm>
            <a:off x="7100784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5" name="e_full_violin_4344">
            <a:extLst>
              <a:ext uri="{FF2B5EF4-FFF2-40B4-BE49-F238E27FC236}">
                <a16:creationId xmlns:a16="http://schemas.microsoft.com/office/drawing/2014/main" id="{2E7D4504-67BB-482F-9073-0BE1AA0C7271}"/>
              </a:ext>
            </a:extLst>
          </p:cNvPr>
          <p:cNvSpPr>
            <a:spLocks noGrp="1"/>
          </p:cNvSpPr>
          <p:nvPr/>
        </p:nvSpPr>
        <p:spPr>
          <a:xfrm>
            <a:off x="7119300" y="392418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6" name="e_full_violin_4345">
            <a:extLst>
              <a:ext uri="{FF2B5EF4-FFF2-40B4-BE49-F238E27FC236}">
                <a16:creationId xmlns:a16="http://schemas.microsoft.com/office/drawing/2014/main" id="{A0B84401-86B3-4F70-9204-108E4CF386C9}"/>
              </a:ext>
            </a:extLst>
          </p:cNvPr>
          <p:cNvSpPr>
            <a:spLocks noGrp="1"/>
          </p:cNvSpPr>
          <p:nvPr/>
        </p:nvSpPr>
        <p:spPr>
          <a:xfrm>
            <a:off x="746666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7" name="e_full_violin_4346">
            <a:extLst>
              <a:ext uri="{FF2B5EF4-FFF2-40B4-BE49-F238E27FC236}">
                <a16:creationId xmlns:a16="http://schemas.microsoft.com/office/drawing/2014/main" id="{DCADDBCB-806B-4EE9-BFB2-01C7C18D1C20}"/>
              </a:ext>
            </a:extLst>
          </p:cNvPr>
          <p:cNvSpPr>
            <a:spLocks noGrp="1"/>
          </p:cNvSpPr>
          <p:nvPr/>
        </p:nvSpPr>
        <p:spPr>
          <a:xfrm>
            <a:off x="719758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8" name="e_full_violin_4347">
            <a:extLst>
              <a:ext uri="{FF2B5EF4-FFF2-40B4-BE49-F238E27FC236}">
                <a16:creationId xmlns:a16="http://schemas.microsoft.com/office/drawing/2014/main" id="{C9EE5831-D3AD-4558-B3CA-51AD2EFBD17D}"/>
              </a:ext>
            </a:extLst>
          </p:cNvPr>
          <p:cNvSpPr>
            <a:spLocks noGrp="1"/>
          </p:cNvSpPr>
          <p:nvPr/>
        </p:nvSpPr>
        <p:spPr>
          <a:xfrm>
            <a:off x="7439614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9" name="e_full_violin_4348">
            <a:extLst>
              <a:ext uri="{FF2B5EF4-FFF2-40B4-BE49-F238E27FC236}">
                <a16:creationId xmlns:a16="http://schemas.microsoft.com/office/drawing/2014/main" id="{4F927477-1F57-48A5-ADE5-750A1881CB5C}"/>
              </a:ext>
            </a:extLst>
          </p:cNvPr>
          <p:cNvSpPr>
            <a:spLocks noGrp="1"/>
          </p:cNvSpPr>
          <p:nvPr/>
        </p:nvSpPr>
        <p:spPr>
          <a:xfrm>
            <a:off x="715762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0" name="e_full_violin_4349">
            <a:extLst>
              <a:ext uri="{FF2B5EF4-FFF2-40B4-BE49-F238E27FC236}">
                <a16:creationId xmlns:a16="http://schemas.microsoft.com/office/drawing/2014/main" id="{3429F76A-BD10-4DC5-8454-7729DD51BA4C}"/>
              </a:ext>
            </a:extLst>
          </p:cNvPr>
          <p:cNvSpPr>
            <a:spLocks noGrp="1"/>
          </p:cNvSpPr>
          <p:nvPr/>
        </p:nvSpPr>
        <p:spPr>
          <a:xfrm>
            <a:off x="704058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1" name="e_full_violin_4350">
            <a:extLst>
              <a:ext uri="{FF2B5EF4-FFF2-40B4-BE49-F238E27FC236}">
                <a16:creationId xmlns:a16="http://schemas.microsoft.com/office/drawing/2014/main" id="{EE8D2A0D-82F2-41A2-A84B-3C7FBC41AA38}"/>
              </a:ext>
            </a:extLst>
          </p:cNvPr>
          <p:cNvSpPr>
            <a:spLocks noGrp="1"/>
          </p:cNvSpPr>
          <p:nvPr/>
        </p:nvSpPr>
        <p:spPr>
          <a:xfrm>
            <a:off x="7145461" y="455597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2" name="e_full_violin_4351">
            <a:extLst>
              <a:ext uri="{FF2B5EF4-FFF2-40B4-BE49-F238E27FC236}">
                <a16:creationId xmlns:a16="http://schemas.microsoft.com/office/drawing/2014/main" id="{D5451547-29DA-4C38-A00A-D312E481B0CC}"/>
              </a:ext>
            </a:extLst>
          </p:cNvPr>
          <p:cNvSpPr>
            <a:spLocks noGrp="1"/>
          </p:cNvSpPr>
          <p:nvPr/>
        </p:nvSpPr>
        <p:spPr>
          <a:xfrm>
            <a:off x="7401423" y="297650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3" name="e_full_violin_4352">
            <a:extLst>
              <a:ext uri="{FF2B5EF4-FFF2-40B4-BE49-F238E27FC236}">
                <a16:creationId xmlns:a16="http://schemas.microsoft.com/office/drawing/2014/main" id="{90F8B002-486E-4E4A-843B-94B9F9E9FE17}"/>
              </a:ext>
            </a:extLst>
          </p:cNvPr>
          <p:cNvSpPr>
            <a:spLocks noGrp="1"/>
          </p:cNvSpPr>
          <p:nvPr/>
        </p:nvSpPr>
        <p:spPr>
          <a:xfrm>
            <a:off x="731735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4" name="e_full_violin_4353">
            <a:extLst>
              <a:ext uri="{FF2B5EF4-FFF2-40B4-BE49-F238E27FC236}">
                <a16:creationId xmlns:a16="http://schemas.microsoft.com/office/drawing/2014/main" id="{2CC3F483-A571-4715-80C1-D3DC2E18D968}"/>
              </a:ext>
            </a:extLst>
          </p:cNvPr>
          <p:cNvSpPr>
            <a:spLocks noGrp="1"/>
          </p:cNvSpPr>
          <p:nvPr/>
        </p:nvSpPr>
        <p:spPr>
          <a:xfrm>
            <a:off x="7329354" y="410210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5" name="e_full_violin_4354">
            <a:extLst>
              <a:ext uri="{FF2B5EF4-FFF2-40B4-BE49-F238E27FC236}">
                <a16:creationId xmlns:a16="http://schemas.microsoft.com/office/drawing/2014/main" id="{929B8FB3-8297-41B4-B98B-52D29A6200D8}"/>
              </a:ext>
            </a:extLst>
          </p:cNvPr>
          <p:cNvSpPr>
            <a:spLocks noGrp="1"/>
          </p:cNvSpPr>
          <p:nvPr/>
        </p:nvSpPr>
        <p:spPr>
          <a:xfrm>
            <a:off x="7338303" y="466127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6" name="e_full_violin_4355">
            <a:extLst>
              <a:ext uri="{FF2B5EF4-FFF2-40B4-BE49-F238E27FC236}">
                <a16:creationId xmlns:a16="http://schemas.microsoft.com/office/drawing/2014/main" id="{D11818FC-3802-40DF-BA4E-777843957CCE}"/>
              </a:ext>
            </a:extLst>
          </p:cNvPr>
          <p:cNvSpPr>
            <a:spLocks noGrp="1"/>
          </p:cNvSpPr>
          <p:nvPr/>
        </p:nvSpPr>
        <p:spPr>
          <a:xfrm>
            <a:off x="739787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7" name="e_full_violin_4356">
            <a:extLst>
              <a:ext uri="{FF2B5EF4-FFF2-40B4-BE49-F238E27FC236}">
                <a16:creationId xmlns:a16="http://schemas.microsoft.com/office/drawing/2014/main" id="{82E0EA24-1783-41E5-BCE8-F97C683FE0B7}"/>
              </a:ext>
            </a:extLst>
          </p:cNvPr>
          <p:cNvSpPr>
            <a:spLocks noGrp="1"/>
          </p:cNvSpPr>
          <p:nvPr/>
        </p:nvSpPr>
        <p:spPr>
          <a:xfrm>
            <a:off x="7059268" y="607502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8" name="e_full_violin_4357">
            <a:extLst>
              <a:ext uri="{FF2B5EF4-FFF2-40B4-BE49-F238E27FC236}">
                <a16:creationId xmlns:a16="http://schemas.microsoft.com/office/drawing/2014/main" id="{F2DAEEDE-0B8B-41F1-B34F-19FE3450986C}"/>
              </a:ext>
            </a:extLst>
          </p:cNvPr>
          <p:cNvSpPr>
            <a:spLocks noGrp="1"/>
          </p:cNvSpPr>
          <p:nvPr/>
        </p:nvSpPr>
        <p:spPr>
          <a:xfrm>
            <a:off x="7060090" y="55212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9" name="e_full_violin_4358">
            <a:extLst>
              <a:ext uri="{FF2B5EF4-FFF2-40B4-BE49-F238E27FC236}">
                <a16:creationId xmlns:a16="http://schemas.microsoft.com/office/drawing/2014/main" id="{BC0CF950-0EDF-4207-BDE2-65EC86B1D30A}"/>
              </a:ext>
            </a:extLst>
          </p:cNvPr>
          <p:cNvSpPr>
            <a:spLocks noGrp="1"/>
          </p:cNvSpPr>
          <p:nvPr/>
        </p:nvSpPr>
        <p:spPr>
          <a:xfrm>
            <a:off x="734792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0" name="e_full_violin_4359">
            <a:extLst>
              <a:ext uri="{FF2B5EF4-FFF2-40B4-BE49-F238E27FC236}">
                <a16:creationId xmlns:a16="http://schemas.microsoft.com/office/drawing/2014/main" id="{BF2230FC-08D3-41B3-A47A-7DA28DC3CFBF}"/>
              </a:ext>
            </a:extLst>
          </p:cNvPr>
          <p:cNvSpPr>
            <a:spLocks noGrp="1"/>
          </p:cNvSpPr>
          <p:nvPr/>
        </p:nvSpPr>
        <p:spPr>
          <a:xfrm>
            <a:off x="706378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1" name="e_full_violin_4360">
            <a:extLst>
              <a:ext uri="{FF2B5EF4-FFF2-40B4-BE49-F238E27FC236}">
                <a16:creationId xmlns:a16="http://schemas.microsoft.com/office/drawing/2014/main" id="{2911F259-77C6-4A21-B719-E9DC0C6936BD}"/>
              </a:ext>
            </a:extLst>
          </p:cNvPr>
          <p:cNvSpPr>
            <a:spLocks noGrp="1"/>
          </p:cNvSpPr>
          <p:nvPr/>
        </p:nvSpPr>
        <p:spPr>
          <a:xfrm>
            <a:off x="711974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2" name="e_full_violin_4361">
            <a:extLst>
              <a:ext uri="{FF2B5EF4-FFF2-40B4-BE49-F238E27FC236}">
                <a16:creationId xmlns:a16="http://schemas.microsoft.com/office/drawing/2014/main" id="{CA309B93-16FF-40AE-B510-A2368A5FC0F7}"/>
              </a:ext>
            </a:extLst>
          </p:cNvPr>
          <p:cNvSpPr>
            <a:spLocks noGrp="1"/>
          </p:cNvSpPr>
          <p:nvPr/>
        </p:nvSpPr>
        <p:spPr>
          <a:xfrm>
            <a:off x="7267784" y="578445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3" name="e_full_violin_4362">
            <a:extLst>
              <a:ext uri="{FF2B5EF4-FFF2-40B4-BE49-F238E27FC236}">
                <a16:creationId xmlns:a16="http://schemas.microsoft.com/office/drawing/2014/main" id="{B62D5C23-C245-48F7-8772-FC8244526A82}"/>
              </a:ext>
            </a:extLst>
          </p:cNvPr>
          <p:cNvSpPr>
            <a:spLocks noGrp="1"/>
          </p:cNvSpPr>
          <p:nvPr/>
        </p:nvSpPr>
        <p:spPr>
          <a:xfrm>
            <a:off x="703954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4" name="e_full_violin_4363">
            <a:extLst>
              <a:ext uri="{FF2B5EF4-FFF2-40B4-BE49-F238E27FC236}">
                <a16:creationId xmlns:a16="http://schemas.microsoft.com/office/drawing/2014/main" id="{373B3CA4-2AC1-415A-BC05-C1BA544DA12E}"/>
              </a:ext>
            </a:extLst>
          </p:cNvPr>
          <p:cNvSpPr>
            <a:spLocks noGrp="1"/>
          </p:cNvSpPr>
          <p:nvPr/>
        </p:nvSpPr>
        <p:spPr>
          <a:xfrm>
            <a:off x="7255410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5" name="e_full_violin_4364">
            <a:extLst>
              <a:ext uri="{FF2B5EF4-FFF2-40B4-BE49-F238E27FC236}">
                <a16:creationId xmlns:a16="http://schemas.microsoft.com/office/drawing/2014/main" id="{CFD6651D-93FB-48F8-A22C-E67B7FE4283E}"/>
              </a:ext>
            </a:extLst>
          </p:cNvPr>
          <p:cNvSpPr>
            <a:spLocks noGrp="1"/>
          </p:cNvSpPr>
          <p:nvPr/>
        </p:nvSpPr>
        <p:spPr>
          <a:xfrm>
            <a:off x="7897770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782595" y="3685436"/>
                </a:moveTo>
                <a:lnTo>
                  <a:pt x="0" y="3685436"/>
                </a:lnTo>
                <a:lnTo>
                  <a:pt x="4440" y="3662402"/>
                </a:lnTo>
                <a:lnTo>
                  <a:pt x="17454" y="3639368"/>
                </a:lnTo>
                <a:lnTo>
                  <a:pt x="38161" y="3616334"/>
                </a:lnTo>
                <a:lnTo>
                  <a:pt x="65203" y="3593300"/>
                </a:lnTo>
                <a:lnTo>
                  <a:pt x="96888" y="3570266"/>
                </a:lnTo>
                <a:lnTo>
                  <a:pt x="131368" y="3547232"/>
                </a:lnTo>
                <a:lnTo>
                  <a:pt x="166808" y="3524198"/>
                </a:lnTo>
                <a:lnTo>
                  <a:pt x="201544" y="3501164"/>
                </a:lnTo>
                <a:lnTo>
                  <a:pt x="234196" y="3478130"/>
                </a:lnTo>
                <a:lnTo>
                  <a:pt x="263741" y="3455096"/>
                </a:lnTo>
                <a:lnTo>
                  <a:pt x="289532" y="3432062"/>
                </a:lnTo>
                <a:lnTo>
                  <a:pt x="311279" y="3409028"/>
                </a:lnTo>
                <a:lnTo>
                  <a:pt x="328997" y="3385994"/>
                </a:lnTo>
                <a:lnTo>
                  <a:pt x="342934" y="3362960"/>
                </a:lnTo>
                <a:lnTo>
                  <a:pt x="353500" y="3339926"/>
                </a:lnTo>
                <a:lnTo>
                  <a:pt x="361192" y="3316892"/>
                </a:lnTo>
                <a:lnTo>
                  <a:pt x="366536" y="3293858"/>
                </a:lnTo>
                <a:lnTo>
                  <a:pt x="370044" y="3270824"/>
                </a:lnTo>
                <a:lnTo>
                  <a:pt x="372179" y="3247790"/>
                </a:lnTo>
                <a:lnTo>
                  <a:pt x="373346" y="3224756"/>
                </a:lnTo>
                <a:lnTo>
                  <a:pt x="373878" y="3201722"/>
                </a:lnTo>
                <a:lnTo>
                  <a:pt x="374039" y="3178688"/>
                </a:lnTo>
                <a:lnTo>
                  <a:pt x="374031" y="3155654"/>
                </a:lnTo>
                <a:lnTo>
                  <a:pt x="373997" y="3132620"/>
                </a:lnTo>
                <a:lnTo>
                  <a:pt x="374030" y="3109586"/>
                </a:lnTo>
                <a:lnTo>
                  <a:pt x="374180" y="3086552"/>
                </a:lnTo>
                <a:lnTo>
                  <a:pt x="374464" y="3063518"/>
                </a:lnTo>
                <a:lnTo>
                  <a:pt x="374871" y="3040485"/>
                </a:lnTo>
                <a:lnTo>
                  <a:pt x="375372" y="3017451"/>
                </a:lnTo>
                <a:lnTo>
                  <a:pt x="375925" y="2994417"/>
                </a:lnTo>
                <a:lnTo>
                  <a:pt x="376483" y="2971383"/>
                </a:lnTo>
                <a:lnTo>
                  <a:pt x="377000" y="2948349"/>
                </a:lnTo>
                <a:lnTo>
                  <a:pt x="377435" y="2925315"/>
                </a:lnTo>
                <a:lnTo>
                  <a:pt x="377755" y="2902281"/>
                </a:lnTo>
                <a:lnTo>
                  <a:pt x="377933" y="2879247"/>
                </a:lnTo>
                <a:lnTo>
                  <a:pt x="377951" y="2856213"/>
                </a:lnTo>
                <a:lnTo>
                  <a:pt x="377797" y="2833179"/>
                </a:lnTo>
                <a:lnTo>
                  <a:pt x="377460" y="2810145"/>
                </a:lnTo>
                <a:lnTo>
                  <a:pt x="376933" y="2787111"/>
                </a:lnTo>
                <a:lnTo>
                  <a:pt x="376206" y="2764077"/>
                </a:lnTo>
                <a:lnTo>
                  <a:pt x="375272" y="2741043"/>
                </a:lnTo>
                <a:lnTo>
                  <a:pt x="374124" y="2718009"/>
                </a:lnTo>
                <a:lnTo>
                  <a:pt x="372763" y="2694975"/>
                </a:lnTo>
                <a:lnTo>
                  <a:pt x="371199" y="2671941"/>
                </a:lnTo>
                <a:lnTo>
                  <a:pt x="369459" y="2648907"/>
                </a:lnTo>
                <a:lnTo>
                  <a:pt x="367588" y="2625873"/>
                </a:lnTo>
                <a:lnTo>
                  <a:pt x="365651" y="2602839"/>
                </a:lnTo>
                <a:lnTo>
                  <a:pt x="363733" y="2579805"/>
                </a:lnTo>
                <a:lnTo>
                  <a:pt x="361933" y="2556771"/>
                </a:lnTo>
                <a:lnTo>
                  <a:pt x="360355" y="2533737"/>
                </a:lnTo>
                <a:lnTo>
                  <a:pt x="359102" y="2510703"/>
                </a:lnTo>
                <a:lnTo>
                  <a:pt x="358262" y="2487669"/>
                </a:lnTo>
                <a:lnTo>
                  <a:pt x="357897" y="2464635"/>
                </a:lnTo>
                <a:lnTo>
                  <a:pt x="358038" y="2441601"/>
                </a:lnTo>
                <a:lnTo>
                  <a:pt x="358682" y="2418567"/>
                </a:lnTo>
                <a:lnTo>
                  <a:pt x="359786" y="2395533"/>
                </a:lnTo>
                <a:lnTo>
                  <a:pt x="361276" y="2372499"/>
                </a:lnTo>
                <a:lnTo>
                  <a:pt x="363054" y="2349465"/>
                </a:lnTo>
                <a:lnTo>
                  <a:pt x="365004" y="2326431"/>
                </a:lnTo>
                <a:lnTo>
                  <a:pt x="367003" y="2303397"/>
                </a:lnTo>
                <a:lnTo>
                  <a:pt x="368934" y="2280363"/>
                </a:lnTo>
                <a:lnTo>
                  <a:pt x="370684" y="2257329"/>
                </a:lnTo>
                <a:lnTo>
                  <a:pt x="372157" y="2234295"/>
                </a:lnTo>
                <a:lnTo>
                  <a:pt x="373269" y="2211261"/>
                </a:lnTo>
                <a:lnTo>
                  <a:pt x="373953" y="2188228"/>
                </a:lnTo>
                <a:lnTo>
                  <a:pt x="374154" y="2165194"/>
                </a:lnTo>
                <a:lnTo>
                  <a:pt x="373832" y="2142160"/>
                </a:lnTo>
                <a:lnTo>
                  <a:pt x="372960" y="2119126"/>
                </a:lnTo>
                <a:lnTo>
                  <a:pt x="371531" y="2096092"/>
                </a:lnTo>
                <a:lnTo>
                  <a:pt x="369558" y="2073058"/>
                </a:lnTo>
                <a:lnTo>
                  <a:pt x="367085" y="2050024"/>
                </a:lnTo>
                <a:lnTo>
                  <a:pt x="364186" y="2026990"/>
                </a:lnTo>
                <a:lnTo>
                  <a:pt x="360976" y="2003956"/>
                </a:lnTo>
                <a:lnTo>
                  <a:pt x="357603" y="1980922"/>
                </a:lnTo>
                <a:lnTo>
                  <a:pt x="354246" y="1957888"/>
                </a:lnTo>
                <a:lnTo>
                  <a:pt x="351106" y="1934854"/>
                </a:lnTo>
                <a:lnTo>
                  <a:pt x="348385" y="1911820"/>
                </a:lnTo>
                <a:lnTo>
                  <a:pt x="346273" y="1888786"/>
                </a:lnTo>
                <a:lnTo>
                  <a:pt x="344925" y="1865752"/>
                </a:lnTo>
                <a:lnTo>
                  <a:pt x="344446" y="1842718"/>
                </a:lnTo>
                <a:lnTo>
                  <a:pt x="344877" y="1819684"/>
                </a:lnTo>
                <a:lnTo>
                  <a:pt x="346195" y="1796650"/>
                </a:lnTo>
                <a:lnTo>
                  <a:pt x="348307" y="1773616"/>
                </a:lnTo>
                <a:lnTo>
                  <a:pt x="351068" y="1750582"/>
                </a:lnTo>
                <a:lnTo>
                  <a:pt x="354295" y="1727548"/>
                </a:lnTo>
                <a:lnTo>
                  <a:pt x="357781" y="1704514"/>
                </a:lnTo>
                <a:lnTo>
                  <a:pt x="361323" y="1681480"/>
                </a:lnTo>
                <a:lnTo>
                  <a:pt x="364736" y="1658446"/>
                </a:lnTo>
                <a:lnTo>
                  <a:pt x="367866" y="1635412"/>
                </a:lnTo>
                <a:lnTo>
                  <a:pt x="370601" y="1612378"/>
                </a:lnTo>
                <a:lnTo>
                  <a:pt x="372873" y="1589344"/>
                </a:lnTo>
                <a:lnTo>
                  <a:pt x="374658" y="1566310"/>
                </a:lnTo>
                <a:lnTo>
                  <a:pt x="375967" y="1543276"/>
                </a:lnTo>
                <a:lnTo>
                  <a:pt x="376840" y="1520242"/>
                </a:lnTo>
                <a:lnTo>
                  <a:pt x="377339" y="1497208"/>
                </a:lnTo>
                <a:lnTo>
                  <a:pt x="377534" y="1474174"/>
                </a:lnTo>
                <a:lnTo>
                  <a:pt x="377503" y="1451140"/>
                </a:lnTo>
                <a:lnTo>
                  <a:pt x="377318" y="1428106"/>
                </a:lnTo>
                <a:lnTo>
                  <a:pt x="377048" y="1405072"/>
                </a:lnTo>
                <a:lnTo>
                  <a:pt x="376751" y="1382038"/>
                </a:lnTo>
                <a:lnTo>
                  <a:pt x="376475" y="1359004"/>
                </a:lnTo>
                <a:lnTo>
                  <a:pt x="376255" y="1335970"/>
                </a:lnTo>
                <a:lnTo>
                  <a:pt x="376115" y="1312937"/>
                </a:lnTo>
                <a:lnTo>
                  <a:pt x="376066" y="1289903"/>
                </a:lnTo>
                <a:lnTo>
                  <a:pt x="376107" y="1266869"/>
                </a:lnTo>
                <a:lnTo>
                  <a:pt x="376224" y="1243835"/>
                </a:lnTo>
                <a:lnTo>
                  <a:pt x="376395" y="1220801"/>
                </a:lnTo>
                <a:lnTo>
                  <a:pt x="376589" y="1197767"/>
                </a:lnTo>
                <a:lnTo>
                  <a:pt x="376771" y="1174733"/>
                </a:lnTo>
                <a:lnTo>
                  <a:pt x="376907" y="1151699"/>
                </a:lnTo>
                <a:lnTo>
                  <a:pt x="376964" y="1128665"/>
                </a:lnTo>
                <a:lnTo>
                  <a:pt x="376917" y="1105631"/>
                </a:lnTo>
                <a:lnTo>
                  <a:pt x="376752" y="1082597"/>
                </a:lnTo>
                <a:lnTo>
                  <a:pt x="376466" y="1059563"/>
                </a:lnTo>
                <a:lnTo>
                  <a:pt x="376068" y="1036529"/>
                </a:lnTo>
                <a:lnTo>
                  <a:pt x="375582" y="1013495"/>
                </a:lnTo>
                <a:lnTo>
                  <a:pt x="375037" y="990461"/>
                </a:lnTo>
                <a:lnTo>
                  <a:pt x="374472" y="967427"/>
                </a:lnTo>
                <a:lnTo>
                  <a:pt x="373925" y="944393"/>
                </a:lnTo>
                <a:lnTo>
                  <a:pt x="373435" y="921359"/>
                </a:lnTo>
                <a:lnTo>
                  <a:pt x="373033" y="898325"/>
                </a:lnTo>
                <a:lnTo>
                  <a:pt x="372744" y="875291"/>
                </a:lnTo>
                <a:lnTo>
                  <a:pt x="372584" y="852257"/>
                </a:lnTo>
                <a:lnTo>
                  <a:pt x="372557" y="829223"/>
                </a:lnTo>
                <a:lnTo>
                  <a:pt x="372660" y="806189"/>
                </a:lnTo>
                <a:lnTo>
                  <a:pt x="372883" y="783155"/>
                </a:lnTo>
                <a:lnTo>
                  <a:pt x="373211" y="760121"/>
                </a:lnTo>
                <a:lnTo>
                  <a:pt x="373629" y="737087"/>
                </a:lnTo>
                <a:lnTo>
                  <a:pt x="374119" y="714053"/>
                </a:lnTo>
                <a:lnTo>
                  <a:pt x="374669" y="691019"/>
                </a:lnTo>
                <a:lnTo>
                  <a:pt x="375269" y="667985"/>
                </a:lnTo>
                <a:lnTo>
                  <a:pt x="375912" y="644951"/>
                </a:lnTo>
                <a:lnTo>
                  <a:pt x="376593" y="621917"/>
                </a:lnTo>
                <a:lnTo>
                  <a:pt x="377312" y="598883"/>
                </a:lnTo>
                <a:lnTo>
                  <a:pt x="378063" y="575849"/>
                </a:lnTo>
                <a:lnTo>
                  <a:pt x="378838" y="552815"/>
                </a:lnTo>
                <a:lnTo>
                  <a:pt x="379623" y="529781"/>
                </a:lnTo>
                <a:lnTo>
                  <a:pt x="380390" y="506747"/>
                </a:lnTo>
                <a:lnTo>
                  <a:pt x="381101" y="483713"/>
                </a:lnTo>
                <a:lnTo>
                  <a:pt x="381699" y="460679"/>
                </a:lnTo>
                <a:lnTo>
                  <a:pt x="382112" y="437646"/>
                </a:lnTo>
                <a:lnTo>
                  <a:pt x="382246" y="414612"/>
                </a:lnTo>
                <a:lnTo>
                  <a:pt x="381990" y="391578"/>
                </a:lnTo>
                <a:lnTo>
                  <a:pt x="381215" y="368544"/>
                </a:lnTo>
                <a:lnTo>
                  <a:pt x="379784" y="345510"/>
                </a:lnTo>
                <a:lnTo>
                  <a:pt x="377553" y="322476"/>
                </a:lnTo>
                <a:lnTo>
                  <a:pt x="374392" y="299442"/>
                </a:lnTo>
                <a:lnTo>
                  <a:pt x="370193" y="276408"/>
                </a:lnTo>
                <a:lnTo>
                  <a:pt x="364892" y="253374"/>
                </a:lnTo>
                <a:lnTo>
                  <a:pt x="358490" y="230340"/>
                </a:lnTo>
                <a:lnTo>
                  <a:pt x="351065" y="207306"/>
                </a:lnTo>
                <a:lnTo>
                  <a:pt x="342792" y="184272"/>
                </a:lnTo>
                <a:lnTo>
                  <a:pt x="333942" y="161238"/>
                </a:lnTo>
                <a:lnTo>
                  <a:pt x="324877" y="138204"/>
                </a:lnTo>
                <a:lnTo>
                  <a:pt x="316035" y="115170"/>
                </a:lnTo>
                <a:lnTo>
                  <a:pt x="307894" y="92136"/>
                </a:lnTo>
                <a:lnTo>
                  <a:pt x="300939" y="69102"/>
                </a:lnTo>
                <a:lnTo>
                  <a:pt x="295608" y="46068"/>
                </a:lnTo>
                <a:lnTo>
                  <a:pt x="292256" y="23034"/>
                </a:lnTo>
                <a:lnTo>
                  <a:pt x="291113" y="0"/>
                </a:lnTo>
                <a:lnTo>
                  <a:pt x="491482" y="0"/>
                </a:lnTo>
                <a:lnTo>
                  <a:pt x="491482" y="0"/>
                </a:lnTo>
                <a:lnTo>
                  <a:pt x="490338" y="23034"/>
                </a:lnTo>
                <a:lnTo>
                  <a:pt x="486987" y="46068"/>
                </a:lnTo>
                <a:lnTo>
                  <a:pt x="481656" y="69102"/>
                </a:lnTo>
                <a:lnTo>
                  <a:pt x="474700" y="92136"/>
                </a:lnTo>
                <a:lnTo>
                  <a:pt x="466560" y="115170"/>
                </a:lnTo>
                <a:lnTo>
                  <a:pt x="457717" y="138204"/>
                </a:lnTo>
                <a:lnTo>
                  <a:pt x="448653" y="161238"/>
                </a:lnTo>
                <a:lnTo>
                  <a:pt x="439802" y="184272"/>
                </a:lnTo>
                <a:lnTo>
                  <a:pt x="431529" y="207306"/>
                </a:lnTo>
                <a:lnTo>
                  <a:pt x="424105" y="230340"/>
                </a:lnTo>
                <a:lnTo>
                  <a:pt x="417703" y="253374"/>
                </a:lnTo>
                <a:lnTo>
                  <a:pt x="412402" y="276408"/>
                </a:lnTo>
                <a:lnTo>
                  <a:pt x="408203" y="299442"/>
                </a:lnTo>
                <a:lnTo>
                  <a:pt x="405041" y="322476"/>
                </a:lnTo>
                <a:lnTo>
                  <a:pt x="402811" y="345510"/>
                </a:lnTo>
                <a:lnTo>
                  <a:pt x="401379" y="368544"/>
                </a:lnTo>
                <a:lnTo>
                  <a:pt x="400605" y="391578"/>
                </a:lnTo>
                <a:lnTo>
                  <a:pt x="400348" y="414612"/>
                </a:lnTo>
                <a:lnTo>
                  <a:pt x="400483" y="437646"/>
                </a:lnTo>
                <a:lnTo>
                  <a:pt x="400895" y="460679"/>
                </a:lnTo>
                <a:lnTo>
                  <a:pt x="401494" y="483713"/>
                </a:lnTo>
                <a:lnTo>
                  <a:pt x="402205" y="506747"/>
                </a:lnTo>
                <a:lnTo>
                  <a:pt x="402972" y="529781"/>
                </a:lnTo>
                <a:lnTo>
                  <a:pt x="403756" y="552815"/>
                </a:lnTo>
                <a:lnTo>
                  <a:pt x="404532" y="575849"/>
                </a:lnTo>
                <a:lnTo>
                  <a:pt x="405283" y="598883"/>
                </a:lnTo>
                <a:lnTo>
                  <a:pt x="406001" y="621917"/>
                </a:lnTo>
                <a:lnTo>
                  <a:pt x="406683" y="644951"/>
                </a:lnTo>
                <a:lnTo>
                  <a:pt x="407326" y="667985"/>
                </a:lnTo>
                <a:lnTo>
                  <a:pt x="407925" y="691019"/>
                </a:lnTo>
                <a:lnTo>
                  <a:pt x="408475" y="714053"/>
                </a:lnTo>
                <a:lnTo>
                  <a:pt x="408966" y="737087"/>
                </a:lnTo>
                <a:lnTo>
                  <a:pt x="409383" y="760121"/>
                </a:lnTo>
                <a:lnTo>
                  <a:pt x="409712" y="783155"/>
                </a:lnTo>
                <a:lnTo>
                  <a:pt x="409935" y="806189"/>
                </a:lnTo>
                <a:lnTo>
                  <a:pt x="410038" y="829223"/>
                </a:lnTo>
                <a:lnTo>
                  <a:pt x="410011" y="852257"/>
                </a:lnTo>
                <a:lnTo>
                  <a:pt x="409850" y="875291"/>
                </a:lnTo>
                <a:lnTo>
                  <a:pt x="409562" y="898325"/>
                </a:lnTo>
                <a:lnTo>
                  <a:pt x="409160" y="921359"/>
                </a:lnTo>
                <a:lnTo>
                  <a:pt x="408670" y="944393"/>
                </a:lnTo>
                <a:lnTo>
                  <a:pt x="408123" y="967427"/>
                </a:lnTo>
                <a:lnTo>
                  <a:pt x="407557" y="990461"/>
                </a:lnTo>
                <a:lnTo>
                  <a:pt x="407013" y="1013495"/>
                </a:lnTo>
                <a:lnTo>
                  <a:pt x="406526" y="1036529"/>
                </a:lnTo>
                <a:lnTo>
                  <a:pt x="406129" y="1059563"/>
                </a:lnTo>
                <a:lnTo>
                  <a:pt x="405843" y="1082597"/>
                </a:lnTo>
                <a:lnTo>
                  <a:pt x="405677" y="1105631"/>
                </a:lnTo>
                <a:lnTo>
                  <a:pt x="405631" y="1128665"/>
                </a:lnTo>
                <a:lnTo>
                  <a:pt x="405688" y="1151699"/>
                </a:lnTo>
                <a:lnTo>
                  <a:pt x="405823" y="1174733"/>
                </a:lnTo>
                <a:lnTo>
                  <a:pt x="406006" y="1197767"/>
                </a:lnTo>
                <a:lnTo>
                  <a:pt x="406200" y="1220801"/>
                </a:lnTo>
                <a:lnTo>
                  <a:pt x="406371" y="1243835"/>
                </a:lnTo>
                <a:lnTo>
                  <a:pt x="406488" y="1266869"/>
                </a:lnTo>
                <a:lnTo>
                  <a:pt x="406528" y="1289903"/>
                </a:lnTo>
                <a:lnTo>
                  <a:pt x="406479" y="1312937"/>
                </a:lnTo>
                <a:lnTo>
                  <a:pt x="406340" y="1335970"/>
                </a:lnTo>
                <a:lnTo>
                  <a:pt x="406120" y="1359004"/>
                </a:lnTo>
                <a:lnTo>
                  <a:pt x="405844" y="1382038"/>
                </a:lnTo>
                <a:lnTo>
                  <a:pt x="405546" y="1405072"/>
                </a:lnTo>
                <a:lnTo>
                  <a:pt x="405276" y="1428106"/>
                </a:lnTo>
                <a:lnTo>
                  <a:pt x="405092" y="1451140"/>
                </a:lnTo>
                <a:lnTo>
                  <a:pt x="405060" y="1474174"/>
                </a:lnTo>
                <a:lnTo>
                  <a:pt x="405256" y="1497208"/>
                </a:lnTo>
                <a:lnTo>
                  <a:pt x="405755" y="1520242"/>
                </a:lnTo>
                <a:lnTo>
                  <a:pt x="406628" y="1543276"/>
                </a:lnTo>
                <a:lnTo>
                  <a:pt x="407937" y="1566310"/>
                </a:lnTo>
                <a:lnTo>
                  <a:pt x="409721" y="1589344"/>
                </a:lnTo>
                <a:lnTo>
                  <a:pt x="411994" y="1612378"/>
                </a:lnTo>
                <a:lnTo>
                  <a:pt x="414729" y="1635412"/>
                </a:lnTo>
                <a:lnTo>
                  <a:pt x="417859" y="1658446"/>
                </a:lnTo>
                <a:lnTo>
                  <a:pt x="421271" y="1681480"/>
                </a:lnTo>
                <a:lnTo>
                  <a:pt x="424814" y="1704514"/>
                </a:lnTo>
                <a:lnTo>
                  <a:pt x="428300" y="1727548"/>
                </a:lnTo>
                <a:lnTo>
                  <a:pt x="431526" y="1750582"/>
                </a:lnTo>
                <a:lnTo>
                  <a:pt x="434288" y="1773616"/>
                </a:lnTo>
                <a:lnTo>
                  <a:pt x="436400" y="1796650"/>
                </a:lnTo>
                <a:lnTo>
                  <a:pt x="437717" y="1819684"/>
                </a:lnTo>
                <a:lnTo>
                  <a:pt x="438149" y="1842718"/>
                </a:lnTo>
                <a:lnTo>
                  <a:pt x="437670" y="1865752"/>
                </a:lnTo>
                <a:lnTo>
                  <a:pt x="436322" y="1888786"/>
                </a:lnTo>
                <a:lnTo>
                  <a:pt x="434210" y="1911820"/>
                </a:lnTo>
                <a:lnTo>
                  <a:pt x="431489" y="1934854"/>
                </a:lnTo>
                <a:lnTo>
                  <a:pt x="428349" y="1957888"/>
                </a:lnTo>
                <a:lnTo>
                  <a:pt x="424992" y="1980922"/>
                </a:lnTo>
                <a:lnTo>
                  <a:pt x="421619" y="2003956"/>
                </a:lnTo>
                <a:lnTo>
                  <a:pt x="418408" y="2026990"/>
                </a:lnTo>
                <a:lnTo>
                  <a:pt x="415510" y="2050024"/>
                </a:lnTo>
                <a:lnTo>
                  <a:pt x="413036" y="2073058"/>
                </a:lnTo>
                <a:lnTo>
                  <a:pt x="411064" y="2096092"/>
                </a:lnTo>
                <a:lnTo>
                  <a:pt x="409634" y="2119126"/>
                </a:lnTo>
                <a:lnTo>
                  <a:pt x="408763" y="2142160"/>
                </a:lnTo>
                <a:lnTo>
                  <a:pt x="408441" y="2165194"/>
                </a:lnTo>
                <a:lnTo>
                  <a:pt x="408642" y="2188228"/>
                </a:lnTo>
                <a:lnTo>
                  <a:pt x="409325" y="2211261"/>
                </a:lnTo>
                <a:lnTo>
                  <a:pt x="410438" y="2234295"/>
                </a:lnTo>
                <a:lnTo>
                  <a:pt x="411910" y="2257329"/>
                </a:lnTo>
                <a:lnTo>
                  <a:pt x="413661" y="2280363"/>
                </a:lnTo>
                <a:lnTo>
                  <a:pt x="415591" y="2303397"/>
                </a:lnTo>
                <a:lnTo>
                  <a:pt x="417591" y="2326431"/>
                </a:lnTo>
                <a:lnTo>
                  <a:pt x="419541" y="2349465"/>
                </a:lnTo>
                <a:lnTo>
                  <a:pt x="421319" y="2372499"/>
                </a:lnTo>
                <a:lnTo>
                  <a:pt x="422809" y="2395533"/>
                </a:lnTo>
                <a:lnTo>
                  <a:pt x="423913" y="2418567"/>
                </a:lnTo>
                <a:lnTo>
                  <a:pt x="424556" y="2441601"/>
                </a:lnTo>
                <a:lnTo>
                  <a:pt x="424698" y="2464635"/>
                </a:lnTo>
                <a:lnTo>
                  <a:pt x="424333" y="2487669"/>
                </a:lnTo>
                <a:lnTo>
                  <a:pt x="423492" y="2510703"/>
                </a:lnTo>
                <a:lnTo>
                  <a:pt x="422239" y="2533737"/>
                </a:lnTo>
                <a:lnTo>
                  <a:pt x="420662" y="2556771"/>
                </a:lnTo>
                <a:lnTo>
                  <a:pt x="418862" y="2579805"/>
                </a:lnTo>
                <a:lnTo>
                  <a:pt x="416944" y="2602839"/>
                </a:lnTo>
                <a:lnTo>
                  <a:pt x="415007" y="2625873"/>
                </a:lnTo>
                <a:lnTo>
                  <a:pt x="413136" y="2648907"/>
                </a:lnTo>
                <a:lnTo>
                  <a:pt x="411395" y="2671941"/>
                </a:lnTo>
                <a:lnTo>
                  <a:pt x="409832" y="2694975"/>
                </a:lnTo>
                <a:lnTo>
                  <a:pt x="408470" y="2718009"/>
                </a:lnTo>
                <a:lnTo>
                  <a:pt x="407323" y="2741043"/>
                </a:lnTo>
                <a:lnTo>
                  <a:pt x="406388" y="2764077"/>
                </a:lnTo>
                <a:lnTo>
                  <a:pt x="405662" y="2787111"/>
                </a:lnTo>
                <a:lnTo>
                  <a:pt x="405134" y="2810145"/>
                </a:lnTo>
                <a:lnTo>
                  <a:pt x="404798" y="2833179"/>
                </a:lnTo>
                <a:lnTo>
                  <a:pt x="404644" y="2856213"/>
                </a:lnTo>
                <a:lnTo>
                  <a:pt x="404662" y="2879247"/>
                </a:lnTo>
                <a:lnTo>
                  <a:pt x="404840" y="2902281"/>
                </a:lnTo>
                <a:lnTo>
                  <a:pt x="405159" y="2925315"/>
                </a:lnTo>
                <a:lnTo>
                  <a:pt x="405595" y="2948349"/>
                </a:lnTo>
                <a:lnTo>
                  <a:pt x="406112" y="2971383"/>
                </a:lnTo>
                <a:lnTo>
                  <a:pt x="406670" y="2994417"/>
                </a:lnTo>
                <a:lnTo>
                  <a:pt x="407223" y="3017451"/>
                </a:lnTo>
                <a:lnTo>
                  <a:pt x="407724" y="3040485"/>
                </a:lnTo>
                <a:lnTo>
                  <a:pt x="408131" y="3063518"/>
                </a:lnTo>
                <a:lnTo>
                  <a:pt x="408415" y="3086552"/>
                </a:lnTo>
                <a:lnTo>
                  <a:pt x="408565" y="3109586"/>
                </a:lnTo>
                <a:lnTo>
                  <a:pt x="408598" y="3132620"/>
                </a:lnTo>
                <a:lnTo>
                  <a:pt x="408563" y="3155654"/>
                </a:lnTo>
                <a:lnTo>
                  <a:pt x="408555" y="3178688"/>
                </a:lnTo>
                <a:lnTo>
                  <a:pt x="408717" y="3201722"/>
                </a:lnTo>
                <a:lnTo>
                  <a:pt x="409249" y="3224756"/>
                </a:lnTo>
                <a:lnTo>
                  <a:pt x="410415" y="3247790"/>
                </a:lnTo>
                <a:lnTo>
                  <a:pt x="412551" y="3270824"/>
                </a:lnTo>
                <a:lnTo>
                  <a:pt x="416058" y="3293858"/>
                </a:lnTo>
                <a:lnTo>
                  <a:pt x="421403" y="3316892"/>
                </a:lnTo>
                <a:lnTo>
                  <a:pt x="429094" y="3339926"/>
                </a:lnTo>
                <a:lnTo>
                  <a:pt x="439660" y="3362960"/>
                </a:lnTo>
                <a:lnTo>
                  <a:pt x="453598" y="3385994"/>
                </a:lnTo>
                <a:lnTo>
                  <a:pt x="471316" y="3409028"/>
                </a:lnTo>
                <a:lnTo>
                  <a:pt x="493063" y="3432062"/>
                </a:lnTo>
                <a:lnTo>
                  <a:pt x="518854" y="3455096"/>
                </a:lnTo>
                <a:lnTo>
                  <a:pt x="548399" y="3478130"/>
                </a:lnTo>
                <a:lnTo>
                  <a:pt x="581051" y="3501164"/>
                </a:lnTo>
                <a:lnTo>
                  <a:pt x="615786" y="3524198"/>
                </a:lnTo>
                <a:lnTo>
                  <a:pt x="651226" y="3547232"/>
                </a:lnTo>
                <a:lnTo>
                  <a:pt x="685706" y="3570266"/>
                </a:lnTo>
                <a:lnTo>
                  <a:pt x="717392" y="3593300"/>
                </a:lnTo>
                <a:lnTo>
                  <a:pt x="744434" y="3616334"/>
                </a:lnTo>
                <a:lnTo>
                  <a:pt x="765141" y="3639368"/>
                </a:lnTo>
                <a:lnTo>
                  <a:pt x="778155" y="3662402"/>
                </a:lnTo>
                <a:lnTo>
                  <a:pt x="782595" y="3685436"/>
                </a:lnTo>
                <a:lnTo>
                  <a:pt x="782595" y="3685436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916" name="e_full_violin_4365">
            <a:extLst>
              <a:ext uri="{FF2B5EF4-FFF2-40B4-BE49-F238E27FC236}">
                <a16:creationId xmlns:a16="http://schemas.microsoft.com/office/drawing/2014/main" id="{0EFB9006-8F27-4903-9BA9-57BA0C764D01}"/>
              </a:ext>
            </a:extLst>
          </p:cNvPr>
          <p:cNvSpPr>
            <a:spLocks noGrp="1"/>
          </p:cNvSpPr>
          <p:nvPr/>
        </p:nvSpPr>
        <p:spPr>
          <a:xfrm>
            <a:off x="82727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7" name="e_full_violin_4366">
            <a:extLst>
              <a:ext uri="{FF2B5EF4-FFF2-40B4-BE49-F238E27FC236}">
                <a16:creationId xmlns:a16="http://schemas.microsoft.com/office/drawing/2014/main" id="{DB17712E-A16A-4974-B614-7B5A6D6D20A7}"/>
              </a:ext>
            </a:extLst>
          </p:cNvPr>
          <p:cNvSpPr>
            <a:spLocks noGrp="1"/>
          </p:cNvSpPr>
          <p:nvPr/>
        </p:nvSpPr>
        <p:spPr>
          <a:xfrm>
            <a:off x="840853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8" name="e_full_violin_4367">
            <a:extLst>
              <a:ext uri="{FF2B5EF4-FFF2-40B4-BE49-F238E27FC236}">
                <a16:creationId xmlns:a16="http://schemas.microsoft.com/office/drawing/2014/main" id="{65248219-B8B9-4989-B7AD-98D47CA3EB40}"/>
              </a:ext>
            </a:extLst>
          </p:cNvPr>
          <p:cNvSpPr>
            <a:spLocks noGrp="1"/>
          </p:cNvSpPr>
          <p:nvPr/>
        </p:nvSpPr>
        <p:spPr>
          <a:xfrm>
            <a:off x="847992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9" name="e_full_violin_4368">
            <a:extLst>
              <a:ext uri="{FF2B5EF4-FFF2-40B4-BE49-F238E27FC236}">
                <a16:creationId xmlns:a16="http://schemas.microsoft.com/office/drawing/2014/main" id="{03B89111-6E9E-4ADE-9D8D-89892F080E18}"/>
              </a:ext>
            </a:extLst>
          </p:cNvPr>
          <p:cNvSpPr>
            <a:spLocks noGrp="1"/>
          </p:cNvSpPr>
          <p:nvPr/>
        </p:nvSpPr>
        <p:spPr>
          <a:xfrm>
            <a:off x="808999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0" name="e_full_violin_4369">
            <a:extLst>
              <a:ext uri="{FF2B5EF4-FFF2-40B4-BE49-F238E27FC236}">
                <a16:creationId xmlns:a16="http://schemas.microsoft.com/office/drawing/2014/main" id="{2DA489D8-C021-4F6C-966F-9762F78E33BD}"/>
              </a:ext>
            </a:extLst>
          </p:cNvPr>
          <p:cNvSpPr>
            <a:spLocks noGrp="1"/>
          </p:cNvSpPr>
          <p:nvPr/>
        </p:nvSpPr>
        <p:spPr>
          <a:xfrm>
            <a:off x="8330177" y="419574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1" name="e_full_violin_4370">
            <a:extLst>
              <a:ext uri="{FF2B5EF4-FFF2-40B4-BE49-F238E27FC236}">
                <a16:creationId xmlns:a16="http://schemas.microsoft.com/office/drawing/2014/main" id="{EB2662B0-8E57-48E7-9CB5-A0B0B8724029}"/>
              </a:ext>
            </a:extLst>
          </p:cNvPr>
          <p:cNvSpPr>
            <a:spLocks noGrp="1"/>
          </p:cNvSpPr>
          <p:nvPr/>
        </p:nvSpPr>
        <p:spPr>
          <a:xfrm>
            <a:off x="845796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2" name="e_full_violin_4371">
            <a:extLst>
              <a:ext uri="{FF2B5EF4-FFF2-40B4-BE49-F238E27FC236}">
                <a16:creationId xmlns:a16="http://schemas.microsoft.com/office/drawing/2014/main" id="{7A828BF2-E184-4856-9E20-2AE12B61DE36}"/>
              </a:ext>
            </a:extLst>
          </p:cNvPr>
          <p:cNvSpPr>
            <a:spLocks noGrp="1"/>
          </p:cNvSpPr>
          <p:nvPr/>
        </p:nvSpPr>
        <p:spPr>
          <a:xfrm>
            <a:off x="815114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3" name="e_full_violin_4372">
            <a:extLst>
              <a:ext uri="{FF2B5EF4-FFF2-40B4-BE49-F238E27FC236}">
                <a16:creationId xmlns:a16="http://schemas.microsoft.com/office/drawing/2014/main" id="{0A6CE4D3-6736-4977-9168-0160B25C8E81}"/>
              </a:ext>
            </a:extLst>
          </p:cNvPr>
          <p:cNvSpPr>
            <a:spLocks noGrp="1"/>
          </p:cNvSpPr>
          <p:nvPr/>
        </p:nvSpPr>
        <p:spPr>
          <a:xfrm>
            <a:off x="838632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4" name="e_full_violin_4373">
            <a:extLst>
              <a:ext uri="{FF2B5EF4-FFF2-40B4-BE49-F238E27FC236}">
                <a16:creationId xmlns:a16="http://schemas.microsoft.com/office/drawing/2014/main" id="{FD427E82-BDBF-49DD-9DD3-863879F78E36}"/>
              </a:ext>
            </a:extLst>
          </p:cNvPr>
          <p:cNvSpPr>
            <a:spLocks noGrp="1"/>
          </p:cNvSpPr>
          <p:nvPr/>
        </p:nvSpPr>
        <p:spPr>
          <a:xfrm>
            <a:off x="804042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5" name="e_full_violin_4374">
            <a:extLst>
              <a:ext uri="{FF2B5EF4-FFF2-40B4-BE49-F238E27FC236}">
                <a16:creationId xmlns:a16="http://schemas.microsoft.com/office/drawing/2014/main" id="{DCD023CB-BFBD-4630-83C2-64753007D70A}"/>
              </a:ext>
            </a:extLst>
          </p:cNvPr>
          <p:cNvSpPr>
            <a:spLocks noGrp="1"/>
          </p:cNvSpPr>
          <p:nvPr/>
        </p:nvSpPr>
        <p:spPr>
          <a:xfrm>
            <a:off x="8231882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6" name="e_full_violin_4375">
            <a:extLst>
              <a:ext uri="{FF2B5EF4-FFF2-40B4-BE49-F238E27FC236}">
                <a16:creationId xmlns:a16="http://schemas.microsoft.com/office/drawing/2014/main" id="{B110EDDE-A235-42DD-99E6-B51AACE9CDA9}"/>
              </a:ext>
            </a:extLst>
          </p:cNvPr>
          <p:cNvSpPr>
            <a:spLocks noGrp="1"/>
          </p:cNvSpPr>
          <p:nvPr/>
        </p:nvSpPr>
        <p:spPr>
          <a:xfrm>
            <a:off x="8262193" y="300282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7" name="e_full_violin_4376">
            <a:extLst>
              <a:ext uri="{FF2B5EF4-FFF2-40B4-BE49-F238E27FC236}">
                <a16:creationId xmlns:a16="http://schemas.microsoft.com/office/drawing/2014/main" id="{8B133EA9-704F-41D4-9230-5317E7C345A2}"/>
              </a:ext>
            </a:extLst>
          </p:cNvPr>
          <p:cNvSpPr>
            <a:spLocks noGrp="1"/>
          </p:cNvSpPr>
          <p:nvPr/>
        </p:nvSpPr>
        <p:spPr>
          <a:xfrm>
            <a:off x="8364834" y="30642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8" name="e_full_violin_4377">
            <a:extLst>
              <a:ext uri="{FF2B5EF4-FFF2-40B4-BE49-F238E27FC236}">
                <a16:creationId xmlns:a16="http://schemas.microsoft.com/office/drawing/2014/main" id="{0A303336-6F0D-4FF9-9D15-F1D484BDD08E}"/>
              </a:ext>
            </a:extLst>
          </p:cNvPr>
          <p:cNvSpPr>
            <a:spLocks noGrp="1"/>
          </p:cNvSpPr>
          <p:nvPr/>
        </p:nvSpPr>
        <p:spPr>
          <a:xfrm>
            <a:off x="829060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9" name="e_full_violin_4378">
            <a:extLst>
              <a:ext uri="{FF2B5EF4-FFF2-40B4-BE49-F238E27FC236}">
                <a16:creationId xmlns:a16="http://schemas.microsoft.com/office/drawing/2014/main" id="{E10BCD92-71E1-442A-A779-735E616C0B6F}"/>
              </a:ext>
            </a:extLst>
          </p:cNvPr>
          <p:cNvSpPr>
            <a:spLocks noGrp="1"/>
          </p:cNvSpPr>
          <p:nvPr/>
        </p:nvSpPr>
        <p:spPr>
          <a:xfrm>
            <a:off x="840912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0" name="e_full_violin_4379">
            <a:extLst>
              <a:ext uri="{FF2B5EF4-FFF2-40B4-BE49-F238E27FC236}">
                <a16:creationId xmlns:a16="http://schemas.microsoft.com/office/drawing/2014/main" id="{3BBFA5FF-A08D-4453-A982-BDC2A4F5F5B9}"/>
              </a:ext>
            </a:extLst>
          </p:cNvPr>
          <p:cNvSpPr>
            <a:spLocks noGrp="1"/>
          </p:cNvSpPr>
          <p:nvPr/>
        </p:nvSpPr>
        <p:spPr>
          <a:xfrm>
            <a:off x="8289062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1" name="e_full_violin_4380">
            <a:extLst>
              <a:ext uri="{FF2B5EF4-FFF2-40B4-BE49-F238E27FC236}">
                <a16:creationId xmlns:a16="http://schemas.microsoft.com/office/drawing/2014/main" id="{E00A1C40-EF37-4375-82C6-DF3D9BB74A22}"/>
              </a:ext>
            </a:extLst>
          </p:cNvPr>
          <p:cNvSpPr>
            <a:spLocks noGrp="1"/>
          </p:cNvSpPr>
          <p:nvPr/>
        </p:nvSpPr>
        <p:spPr>
          <a:xfrm>
            <a:off x="8481195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2" name="e_full_violin_4381">
            <a:extLst>
              <a:ext uri="{FF2B5EF4-FFF2-40B4-BE49-F238E27FC236}">
                <a16:creationId xmlns:a16="http://schemas.microsoft.com/office/drawing/2014/main" id="{AA9C88AA-B7E6-45C2-A81E-D410ECA7ACB3}"/>
              </a:ext>
            </a:extLst>
          </p:cNvPr>
          <p:cNvSpPr>
            <a:spLocks noGrp="1"/>
          </p:cNvSpPr>
          <p:nvPr/>
        </p:nvSpPr>
        <p:spPr>
          <a:xfrm>
            <a:off x="827756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3" name="e_full_violin_4382">
            <a:extLst>
              <a:ext uri="{FF2B5EF4-FFF2-40B4-BE49-F238E27FC236}">
                <a16:creationId xmlns:a16="http://schemas.microsoft.com/office/drawing/2014/main" id="{BC1DFA07-ED98-4A07-B276-65EBCB1D20F4}"/>
              </a:ext>
            </a:extLst>
          </p:cNvPr>
          <p:cNvSpPr>
            <a:spLocks noGrp="1"/>
          </p:cNvSpPr>
          <p:nvPr/>
        </p:nvSpPr>
        <p:spPr>
          <a:xfrm>
            <a:off x="8350220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4" name="e_full_violin_4383">
            <a:extLst>
              <a:ext uri="{FF2B5EF4-FFF2-40B4-BE49-F238E27FC236}">
                <a16:creationId xmlns:a16="http://schemas.microsoft.com/office/drawing/2014/main" id="{411D42F7-FFB7-4D84-97E2-C8C14A03C744}"/>
              </a:ext>
            </a:extLst>
          </p:cNvPr>
          <p:cNvSpPr>
            <a:spLocks noGrp="1"/>
          </p:cNvSpPr>
          <p:nvPr/>
        </p:nvSpPr>
        <p:spPr>
          <a:xfrm>
            <a:off x="8109617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5" name="e_full_violin_4384">
            <a:extLst>
              <a:ext uri="{FF2B5EF4-FFF2-40B4-BE49-F238E27FC236}">
                <a16:creationId xmlns:a16="http://schemas.microsoft.com/office/drawing/2014/main" id="{62FA48CC-5A5C-4F0C-AE5C-FB229A30CFC6}"/>
              </a:ext>
            </a:extLst>
          </p:cNvPr>
          <p:cNvSpPr>
            <a:spLocks noGrp="1"/>
          </p:cNvSpPr>
          <p:nvPr/>
        </p:nvSpPr>
        <p:spPr>
          <a:xfrm>
            <a:off x="8018923" y="291068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6" name="e_full_violin_4385">
            <a:extLst>
              <a:ext uri="{FF2B5EF4-FFF2-40B4-BE49-F238E27FC236}">
                <a16:creationId xmlns:a16="http://schemas.microsoft.com/office/drawing/2014/main" id="{891CF526-03C1-4675-9E5E-5810F8BED0CE}"/>
              </a:ext>
            </a:extLst>
          </p:cNvPr>
          <p:cNvSpPr>
            <a:spLocks noGrp="1"/>
          </p:cNvSpPr>
          <p:nvPr/>
        </p:nvSpPr>
        <p:spPr>
          <a:xfrm>
            <a:off x="8227205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7" name="e_full_violin_4386">
            <a:extLst>
              <a:ext uri="{FF2B5EF4-FFF2-40B4-BE49-F238E27FC236}">
                <a16:creationId xmlns:a16="http://schemas.microsoft.com/office/drawing/2014/main" id="{480B7438-84DF-4D91-8782-A02F3866C05F}"/>
              </a:ext>
            </a:extLst>
          </p:cNvPr>
          <p:cNvSpPr>
            <a:spLocks noGrp="1"/>
          </p:cNvSpPr>
          <p:nvPr/>
        </p:nvSpPr>
        <p:spPr>
          <a:xfrm>
            <a:off x="837587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8" name="e_full_violin_4387">
            <a:extLst>
              <a:ext uri="{FF2B5EF4-FFF2-40B4-BE49-F238E27FC236}">
                <a16:creationId xmlns:a16="http://schemas.microsoft.com/office/drawing/2014/main" id="{19928394-585D-4349-A032-82A86E91BC4C}"/>
              </a:ext>
            </a:extLst>
          </p:cNvPr>
          <p:cNvSpPr>
            <a:spLocks noGrp="1"/>
          </p:cNvSpPr>
          <p:nvPr/>
        </p:nvSpPr>
        <p:spPr>
          <a:xfrm>
            <a:off x="8399201" y="31870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9" name="e_full_violin_4388">
            <a:extLst>
              <a:ext uri="{FF2B5EF4-FFF2-40B4-BE49-F238E27FC236}">
                <a16:creationId xmlns:a16="http://schemas.microsoft.com/office/drawing/2014/main" id="{A367D34F-CC0F-4FF0-A104-F206B2F57595}"/>
              </a:ext>
            </a:extLst>
          </p:cNvPr>
          <p:cNvSpPr>
            <a:spLocks noGrp="1"/>
          </p:cNvSpPr>
          <p:nvPr/>
        </p:nvSpPr>
        <p:spPr>
          <a:xfrm>
            <a:off x="8425702" y="383204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0" name="e_full_violin_4389">
            <a:extLst>
              <a:ext uri="{FF2B5EF4-FFF2-40B4-BE49-F238E27FC236}">
                <a16:creationId xmlns:a16="http://schemas.microsoft.com/office/drawing/2014/main" id="{9DE36CF8-2927-4AAE-9D61-AFA7B38EA0E8}"/>
              </a:ext>
            </a:extLst>
          </p:cNvPr>
          <p:cNvSpPr>
            <a:spLocks noGrp="1"/>
          </p:cNvSpPr>
          <p:nvPr/>
        </p:nvSpPr>
        <p:spPr>
          <a:xfrm>
            <a:off x="850273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1" name="e_full_violin_4390">
            <a:extLst>
              <a:ext uri="{FF2B5EF4-FFF2-40B4-BE49-F238E27FC236}">
                <a16:creationId xmlns:a16="http://schemas.microsoft.com/office/drawing/2014/main" id="{41C415BA-CC76-4ADD-94E1-E61FCE051C26}"/>
              </a:ext>
            </a:extLst>
          </p:cNvPr>
          <p:cNvSpPr>
            <a:spLocks noGrp="1"/>
          </p:cNvSpPr>
          <p:nvPr/>
        </p:nvSpPr>
        <p:spPr>
          <a:xfrm>
            <a:off x="805689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2" name="e_full_violin_4391">
            <a:extLst>
              <a:ext uri="{FF2B5EF4-FFF2-40B4-BE49-F238E27FC236}">
                <a16:creationId xmlns:a16="http://schemas.microsoft.com/office/drawing/2014/main" id="{1C3A6520-F17D-4EBB-9442-146BBC141976}"/>
              </a:ext>
            </a:extLst>
          </p:cNvPr>
          <p:cNvSpPr>
            <a:spLocks noGrp="1"/>
          </p:cNvSpPr>
          <p:nvPr/>
        </p:nvSpPr>
        <p:spPr>
          <a:xfrm>
            <a:off x="8344369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3" name="e_full_violin_4392">
            <a:extLst>
              <a:ext uri="{FF2B5EF4-FFF2-40B4-BE49-F238E27FC236}">
                <a16:creationId xmlns:a16="http://schemas.microsoft.com/office/drawing/2014/main" id="{D90BCEE1-B32A-49E7-9403-3FC07A400F88}"/>
              </a:ext>
            </a:extLst>
          </p:cNvPr>
          <p:cNvSpPr>
            <a:spLocks noGrp="1"/>
          </p:cNvSpPr>
          <p:nvPr/>
        </p:nvSpPr>
        <p:spPr>
          <a:xfrm>
            <a:off x="846955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4" name="e_full_violin_4393">
            <a:extLst>
              <a:ext uri="{FF2B5EF4-FFF2-40B4-BE49-F238E27FC236}">
                <a16:creationId xmlns:a16="http://schemas.microsoft.com/office/drawing/2014/main" id="{88765A17-E022-4739-BCEC-5C5288DDB154}"/>
              </a:ext>
            </a:extLst>
          </p:cNvPr>
          <p:cNvSpPr>
            <a:spLocks noGrp="1"/>
          </p:cNvSpPr>
          <p:nvPr/>
        </p:nvSpPr>
        <p:spPr>
          <a:xfrm>
            <a:off x="8377165" y="560895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5" name="e_full_violin_4394">
            <a:extLst>
              <a:ext uri="{FF2B5EF4-FFF2-40B4-BE49-F238E27FC236}">
                <a16:creationId xmlns:a16="http://schemas.microsoft.com/office/drawing/2014/main" id="{6C74B7ED-255E-4D3D-8848-8F248BD736A9}"/>
              </a:ext>
            </a:extLst>
          </p:cNvPr>
          <p:cNvSpPr>
            <a:spLocks noGrp="1"/>
          </p:cNvSpPr>
          <p:nvPr/>
        </p:nvSpPr>
        <p:spPr>
          <a:xfrm>
            <a:off x="847642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6" name="e_full_violin_4395">
            <a:extLst>
              <a:ext uri="{FF2B5EF4-FFF2-40B4-BE49-F238E27FC236}">
                <a16:creationId xmlns:a16="http://schemas.microsoft.com/office/drawing/2014/main" id="{2BCF7F58-3B5A-4EB8-95A9-9C55B8D2FBC2}"/>
              </a:ext>
            </a:extLst>
          </p:cNvPr>
          <p:cNvSpPr>
            <a:spLocks noGrp="1"/>
          </p:cNvSpPr>
          <p:nvPr/>
        </p:nvSpPr>
        <p:spPr>
          <a:xfrm>
            <a:off x="845837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7" name="e_full_violin_4396">
            <a:extLst>
              <a:ext uri="{FF2B5EF4-FFF2-40B4-BE49-F238E27FC236}">
                <a16:creationId xmlns:a16="http://schemas.microsoft.com/office/drawing/2014/main" id="{4AC114FD-574F-4B6D-8905-37101F448841}"/>
              </a:ext>
            </a:extLst>
          </p:cNvPr>
          <p:cNvSpPr>
            <a:spLocks noGrp="1"/>
          </p:cNvSpPr>
          <p:nvPr/>
        </p:nvSpPr>
        <p:spPr>
          <a:xfrm>
            <a:off x="8040258" y="556845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8" name="e_full_violin_4397">
            <a:extLst>
              <a:ext uri="{FF2B5EF4-FFF2-40B4-BE49-F238E27FC236}">
                <a16:creationId xmlns:a16="http://schemas.microsoft.com/office/drawing/2014/main" id="{0E4D7B13-7C24-4612-B0E0-62CF744EC4A3}"/>
              </a:ext>
            </a:extLst>
          </p:cNvPr>
          <p:cNvSpPr>
            <a:spLocks noGrp="1"/>
          </p:cNvSpPr>
          <p:nvPr/>
        </p:nvSpPr>
        <p:spPr>
          <a:xfrm>
            <a:off x="820460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9" name="e_full_violin_4398">
            <a:extLst>
              <a:ext uri="{FF2B5EF4-FFF2-40B4-BE49-F238E27FC236}">
                <a16:creationId xmlns:a16="http://schemas.microsoft.com/office/drawing/2014/main" id="{1DD5A84F-C718-4C36-BE2B-5D19745D4285}"/>
              </a:ext>
            </a:extLst>
          </p:cNvPr>
          <p:cNvSpPr>
            <a:spLocks noGrp="1"/>
          </p:cNvSpPr>
          <p:nvPr/>
        </p:nvSpPr>
        <p:spPr>
          <a:xfrm>
            <a:off x="818013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0" name="e_full_violin_4399">
            <a:extLst>
              <a:ext uri="{FF2B5EF4-FFF2-40B4-BE49-F238E27FC236}">
                <a16:creationId xmlns:a16="http://schemas.microsoft.com/office/drawing/2014/main" id="{9D83CB1C-9851-4D02-A4D4-6A4D32BEF776}"/>
              </a:ext>
            </a:extLst>
          </p:cNvPr>
          <p:cNvSpPr>
            <a:spLocks noGrp="1"/>
          </p:cNvSpPr>
          <p:nvPr/>
        </p:nvSpPr>
        <p:spPr>
          <a:xfrm>
            <a:off x="800040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1" name="e_full_violin_4400">
            <a:extLst>
              <a:ext uri="{FF2B5EF4-FFF2-40B4-BE49-F238E27FC236}">
                <a16:creationId xmlns:a16="http://schemas.microsoft.com/office/drawing/2014/main" id="{830C2AD5-3B56-4E1D-86B5-1FF8BA5DB990}"/>
              </a:ext>
            </a:extLst>
          </p:cNvPr>
          <p:cNvSpPr>
            <a:spLocks noGrp="1"/>
          </p:cNvSpPr>
          <p:nvPr/>
        </p:nvSpPr>
        <p:spPr>
          <a:xfrm>
            <a:off x="836970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2" name="e_full_violin_4401">
            <a:extLst>
              <a:ext uri="{FF2B5EF4-FFF2-40B4-BE49-F238E27FC236}">
                <a16:creationId xmlns:a16="http://schemas.microsoft.com/office/drawing/2014/main" id="{FF05CABB-F846-4303-8344-E3FBEA0D8251}"/>
              </a:ext>
            </a:extLst>
          </p:cNvPr>
          <p:cNvSpPr>
            <a:spLocks noGrp="1"/>
          </p:cNvSpPr>
          <p:nvPr/>
        </p:nvSpPr>
        <p:spPr>
          <a:xfrm>
            <a:off x="813469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3" name="e_full_violin_4402">
            <a:extLst>
              <a:ext uri="{FF2B5EF4-FFF2-40B4-BE49-F238E27FC236}">
                <a16:creationId xmlns:a16="http://schemas.microsoft.com/office/drawing/2014/main" id="{4559F619-F500-4C05-A3BC-D006F8C93C3E}"/>
              </a:ext>
            </a:extLst>
          </p:cNvPr>
          <p:cNvSpPr>
            <a:spLocks noGrp="1"/>
          </p:cNvSpPr>
          <p:nvPr/>
        </p:nvSpPr>
        <p:spPr>
          <a:xfrm>
            <a:off x="8403267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4" name="e_full_violin_4403">
            <a:extLst>
              <a:ext uri="{FF2B5EF4-FFF2-40B4-BE49-F238E27FC236}">
                <a16:creationId xmlns:a16="http://schemas.microsoft.com/office/drawing/2014/main" id="{77243485-84DE-4C4C-822A-DE18227B9223}"/>
              </a:ext>
            </a:extLst>
          </p:cNvPr>
          <p:cNvSpPr>
            <a:spLocks noGrp="1"/>
          </p:cNvSpPr>
          <p:nvPr/>
        </p:nvSpPr>
        <p:spPr>
          <a:xfrm>
            <a:off x="848692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5" name="e_full_violin_4404">
            <a:extLst>
              <a:ext uri="{FF2B5EF4-FFF2-40B4-BE49-F238E27FC236}">
                <a16:creationId xmlns:a16="http://schemas.microsoft.com/office/drawing/2014/main" id="{F1DEDA42-359A-4480-B1E8-72CAABCEBCB8}"/>
              </a:ext>
            </a:extLst>
          </p:cNvPr>
          <p:cNvSpPr>
            <a:spLocks noGrp="1"/>
          </p:cNvSpPr>
          <p:nvPr/>
        </p:nvSpPr>
        <p:spPr>
          <a:xfrm>
            <a:off x="7995682" y="475340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6" name="e_full_violin_4405">
            <a:extLst>
              <a:ext uri="{FF2B5EF4-FFF2-40B4-BE49-F238E27FC236}">
                <a16:creationId xmlns:a16="http://schemas.microsoft.com/office/drawing/2014/main" id="{A8A416B8-5EA0-4015-BD7D-E42403D1BD93}"/>
              </a:ext>
            </a:extLst>
          </p:cNvPr>
          <p:cNvSpPr>
            <a:spLocks noGrp="1"/>
          </p:cNvSpPr>
          <p:nvPr/>
        </p:nvSpPr>
        <p:spPr>
          <a:xfrm>
            <a:off x="832525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7" name="e_full_violin_4406">
            <a:extLst>
              <a:ext uri="{FF2B5EF4-FFF2-40B4-BE49-F238E27FC236}">
                <a16:creationId xmlns:a16="http://schemas.microsoft.com/office/drawing/2014/main" id="{D1C2E9F3-70ED-4371-9C24-DF70390C86CC}"/>
              </a:ext>
            </a:extLst>
          </p:cNvPr>
          <p:cNvSpPr>
            <a:spLocks noGrp="1"/>
          </p:cNvSpPr>
          <p:nvPr/>
        </p:nvSpPr>
        <p:spPr>
          <a:xfrm>
            <a:off x="8309134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8" name="e_full_violin_4407">
            <a:extLst>
              <a:ext uri="{FF2B5EF4-FFF2-40B4-BE49-F238E27FC236}">
                <a16:creationId xmlns:a16="http://schemas.microsoft.com/office/drawing/2014/main" id="{E3F35947-41BD-491F-9B08-12694E892CC6}"/>
              </a:ext>
            </a:extLst>
          </p:cNvPr>
          <p:cNvSpPr>
            <a:spLocks noGrp="1"/>
          </p:cNvSpPr>
          <p:nvPr/>
        </p:nvSpPr>
        <p:spPr>
          <a:xfrm>
            <a:off x="80586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9" name="e_full_violin_4408">
            <a:extLst>
              <a:ext uri="{FF2B5EF4-FFF2-40B4-BE49-F238E27FC236}">
                <a16:creationId xmlns:a16="http://schemas.microsoft.com/office/drawing/2014/main" id="{EAD7EA13-2CC6-4961-8278-D2AA32B18B04}"/>
              </a:ext>
            </a:extLst>
          </p:cNvPr>
          <p:cNvSpPr>
            <a:spLocks noGrp="1"/>
          </p:cNvSpPr>
          <p:nvPr/>
        </p:nvSpPr>
        <p:spPr>
          <a:xfrm>
            <a:off x="844420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0" name="e_full_violin_4409">
            <a:extLst>
              <a:ext uri="{FF2B5EF4-FFF2-40B4-BE49-F238E27FC236}">
                <a16:creationId xmlns:a16="http://schemas.microsoft.com/office/drawing/2014/main" id="{7B743C5C-FCB0-4CC5-8C52-88FA7D5BF2BE}"/>
              </a:ext>
            </a:extLst>
          </p:cNvPr>
          <p:cNvSpPr>
            <a:spLocks noGrp="1"/>
          </p:cNvSpPr>
          <p:nvPr/>
        </p:nvSpPr>
        <p:spPr>
          <a:xfrm>
            <a:off x="839564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1" name="e_full_violin_4410">
            <a:extLst>
              <a:ext uri="{FF2B5EF4-FFF2-40B4-BE49-F238E27FC236}">
                <a16:creationId xmlns:a16="http://schemas.microsoft.com/office/drawing/2014/main" id="{214D3B47-D6C7-4117-B34D-25E67B566E7D}"/>
              </a:ext>
            </a:extLst>
          </p:cNvPr>
          <p:cNvSpPr>
            <a:spLocks noGrp="1"/>
          </p:cNvSpPr>
          <p:nvPr/>
        </p:nvSpPr>
        <p:spPr>
          <a:xfrm>
            <a:off x="818096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2" name="e_full_violin_4411">
            <a:extLst>
              <a:ext uri="{FF2B5EF4-FFF2-40B4-BE49-F238E27FC236}">
                <a16:creationId xmlns:a16="http://schemas.microsoft.com/office/drawing/2014/main" id="{D8064693-8983-43F1-9044-16917557882D}"/>
              </a:ext>
            </a:extLst>
          </p:cNvPr>
          <p:cNvSpPr>
            <a:spLocks noGrp="1"/>
          </p:cNvSpPr>
          <p:nvPr/>
        </p:nvSpPr>
        <p:spPr>
          <a:xfrm>
            <a:off x="828283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3" name="e_full_violin_4412">
            <a:extLst>
              <a:ext uri="{FF2B5EF4-FFF2-40B4-BE49-F238E27FC236}">
                <a16:creationId xmlns:a16="http://schemas.microsoft.com/office/drawing/2014/main" id="{D34EBC21-60E5-4AEF-80BD-A222A271C342}"/>
              </a:ext>
            </a:extLst>
          </p:cNvPr>
          <p:cNvSpPr>
            <a:spLocks noGrp="1"/>
          </p:cNvSpPr>
          <p:nvPr/>
        </p:nvSpPr>
        <p:spPr>
          <a:xfrm>
            <a:off x="821970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4" name="e_full_violin_4413">
            <a:extLst>
              <a:ext uri="{FF2B5EF4-FFF2-40B4-BE49-F238E27FC236}">
                <a16:creationId xmlns:a16="http://schemas.microsoft.com/office/drawing/2014/main" id="{56F865B1-960B-43D4-B723-B857F0143540}"/>
              </a:ext>
            </a:extLst>
          </p:cNvPr>
          <p:cNvSpPr>
            <a:spLocks noGrp="1"/>
          </p:cNvSpPr>
          <p:nvPr/>
        </p:nvSpPr>
        <p:spPr>
          <a:xfrm>
            <a:off x="8175113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5" name="e_full_violin_4414">
            <a:extLst>
              <a:ext uri="{FF2B5EF4-FFF2-40B4-BE49-F238E27FC236}">
                <a16:creationId xmlns:a16="http://schemas.microsoft.com/office/drawing/2014/main" id="{10B9EB4B-65C4-4D36-BFFE-A37AD9D4F965}"/>
              </a:ext>
            </a:extLst>
          </p:cNvPr>
          <p:cNvSpPr>
            <a:spLocks noGrp="1"/>
          </p:cNvSpPr>
          <p:nvPr/>
        </p:nvSpPr>
        <p:spPr>
          <a:xfrm>
            <a:off x="8461037" y="521408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6" name="e_full_violin_4415">
            <a:extLst>
              <a:ext uri="{FF2B5EF4-FFF2-40B4-BE49-F238E27FC236}">
                <a16:creationId xmlns:a16="http://schemas.microsoft.com/office/drawing/2014/main" id="{0EAECE1D-26CD-472A-ACE3-EA945B0220AF}"/>
              </a:ext>
            </a:extLst>
          </p:cNvPr>
          <p:cNvSpPr>
            <a:spLocks noGrp="1"/>
          </p:cNvSpPr>
          <p:nvPr/>
        </p:nvSpPr>
        <p:spPr>
          <a:xfrm>
            <a:off x="831749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7" name="e_full_violin_4416">
            <a:extLst>
              <a:ext uri="{FF2B5EF4-FFF2-40B4-BE49-F238E27FC236}">
                <a16:creationId xmlns:a16="http://schemas.microsoft.com/office/drawing/2014/main" id="{DD378155-513D-4B84-B80A-533C1ED2AE1E}"/>
              </a:ext>
            </a:extLst>
          </p:cNvPr>
          <p:cNvSpPr>
            <a:spLocks noGrp="1"/>
          </p:cNvSpPr>
          <p:nvPr/>
        </p:nvSpPr>
        <p:spPr>
          <a:xfrm>
            <a:off x="83127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8" name="e_full_violin_4417">
            <a:extLst>
              <a:ext uri="{FF2B5EF4-FFF2-40B4-BE49-F238E27FC236}">
                <a16:creationId xmlns:a16="http://schemas.microsoft.com/office/drawing/2014/main" id="{8FAE629F-5DE8-457B-AC3C-2F25B25E469B}"/>
              </a:ext>
            </a:extLst>
          </p:cNvPr>
          <p:cNvSpPr>
            <a:spLocks noGrp="1"/>
          </p:cNvSpPr>
          <p:nvPr/>
        </p:nvSpPr>
        <p:spPr>
          <a:xfrm>
            <a:off x="801933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9" name="e_full_violin_4418">
            <a:extLst>
              <a:ext uri="{FF2B5EF4-FFF2-40B4-BE49-F238E27FC236}">
                <a16:creationId xmlns:a16="http://schemas.microsoft.com/office/drawing/2014/main" id="{E3A2830C-0CA6-4183-95B1-6663F2759E68}"/>
              </a:ext>
            </a:extLst>
          </p:cNvPr>
          <p:cNvSpPr>
            <a:spLocks noGrp="1"/>
          </p:cNvSpPr>
          <p:nvPr/>
        </p:nvSpPr>
        <p:spPr>
          <a:xfrm>
            <a:off x="8319394" y="324257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0" name="e_full_violin_4419">
            <a:extLst>
              <a:ext uri="{FF2B5EF4-FFF2-40B4-BE49-F238E27FC236}">
                <a16:creationId xmlns:a16="http://schemas.microsoft.com/office/drawing/2014/main" id="{64D80F4D-30B5-482E-B8A9-97F4C2D0D255}"/>
              </a:ext>
            </a:extLst>
          </p:cNvPr>
          <p:cNvSpPr>
            <a:spLocks noGrp="1"/>
          </p:cNvSpPr>
          <p:nvPr/>
        </p:nvSpPr>
        <p:spPr>
          <a:xfrm>
            <a:off x="840464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1" name="e_full_violin_4420">
            <a:extLst>
              <a:ext uri="{FF2B5EF4-FFF2-40B4-BE49-F238E27FC236}">
                <a16:creationId xmlns:a16="http://schemas.microsoft.com/office/drawing/2014/main" id="{C18692E7-64D5-42E1-9D79-1F4757D6D1CA}"/>
              </a:ext>
            </a:extLst>
          </p:cNvPr>
          <p:cNvSpPr>
            <a:spLocks noGrp="1"/>
          </p:cNvSpPr>
          <p:nvPr/>
        </p:nvSpPr>
        <p:spPr>
          <a:xfrm>
            <a:off x="8467402" y="367848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2" name="e_full_violin_4421">
            <a:extLst>
              <a:ext uri="{FF2B5EF4-FFF2-40B4-BE49-F238E27FC236}">
                <a16:creationId xmlns:a16="http://schemas.microsoft.com/office/drawing/2014/main" id="{30563FB7-3CCC-4FFA-B383-3AA1E7EC1D54}"/>
              </a:ext>
            </a:extLst>
          </p:cNvPr>
          <p:cNvSpPr>
            <a:spLocks noGrp="1"/>
          </p:cNvSpPr>
          <p:nvPr/>
        </p:nvSpPr>
        <p:spPr>
          <a:xfrm>
            <a:off x="822625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3" name="e_full_violin_4422">
            <a:extLst>
              <a:ext uri="{FF2B5EF4-FFF2-40B4-BE49-F238E27FC236}">
                <a16:creationId xmlns:a16="http://schemas.microsoft.com/office/drawing/2014/main" id="{58E21B1A-D20D-43AD-B35B-81809D21EB27}"/>
              </a:ext>
            </a:extLst>
          </p:cNvPr>
          <p:cNvSpPr>
            <a:spLocks noGrp="1"/>
          </p:cNvSpPr>
          <p:nvPr/>
        </p:nvSpPr>
        <p:spPr>
          <a:xfrm>
            <a:off x="8260896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4" name="e_full_violin_4423">
            <a:extLst>
              <a:ext uri="{FF2B5EF4-FFF2-40B4-BE49-F238E27FC236}">
                <a16:creationId xmlns:a16="http://schemas.microsoft.com/office/drawing/2014/main" id="{EA4F53B1-5A5B-4CDB-946F-C965F37D8DD0}"/>
              </a:ext>
            </a:extLst>
          </p:cNvPr>
          <p:cNvSpPr>
            <a:spLocks noGrp="1"/>
          </p:cNvSpPr>
          <p:nvPr/>
        </p:nvSpPr>
        <p:spPr>
          <a:xfrm>
            <a:off x="8388561" y="604628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5" name="e_full_violin_4424">
            <a:extLst>
              <a:ext uri="{FF2B5EF4-FFF2-40B4-BE49-F238E27FC236}">
                <a16:creationId xmlns:a16="http://schemas.microsoft.com/office/drawing/2014/main" id="{CB9F0421-5A20-42F6-9352-B613A0567A1C}"/>
              </a:ext>
            </a:extLst>
          </p:cNvPr>
          <p:cNvSpPr>
            <a:spLocks noGrp="1"/>
          </p:cNvSpPr>
          <p:nvPr/>
        </p:nvSpPr>
        <p:spPr>
          <a:xfrm>
            <a:off x="7998073" y="367848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6" name="e_full_violin_4425">
            <a:extLst>
              <a:ext uri="{FF2B5EF4-FFF2-40B4-BE49-F238E27FC236}">
                <a16:creationId xmlns:a16="http://schemas.microsoft.com/office/drawing/2014/main" id="{48C1EE00-DE07-42E7-866C-07C34E64B401}"/>
              </a:ext>
            </a:extLst>
          </p:cNvPr>
          <p:cNvSpPr>
            <a:spLocks noGrp="1"/>
          </p:cNvSpPr>
          <p:nvPr/>
        </p:nvSpPr>
        <p:spPr>
          <a:xfrm>
            <a:off x="8280612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7" name="e_full_violin_4426">
            <a:extLst>
              <a:ext uri="{FF2B5EF4-FFF2-40B4-BE49-F238E27FC236}">
                <a16:creationId xmlns:a16="http://schemas.microsoft.com/office/drawing/2014/main" id="{743A460C-E940-4805-9B31-CE8449F7BCF3}"/>
              </a:ext>
            </a:extLst>
          </p:cNvPr>
          <p:cNvSpPr>
            <a:spLocks noGrp="1"/>
          </p:cNvSpPr>
          <p:nvPr/>
        </p:nvSpPr>
        <p:spPr>
          <a:xfrm>
            <a:off x="84894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8" name="e_full_violin_4427">
            <a:extLst>
              <a:ext uri="{FF2B5EF4-FFF2-40B4-BE49-F238E27FC236}">
                <a16:creationId xmlns:a16="http://schemas.microsoft.com/office/drawing/2014/main" id="{BA531294-D421-49EF-ACB3-F8A325EC784B}"/>
              </a:ext>
            </a:extLst>
          </p:cNvPr>
          <p:cNvSpPr>
            <a:spLocks noGrp="1"/>
          </p:cNvSpPr>
          <p:nvPr/>
        </p:nvSpPr>
        <p:spPr>
          <a:xfrm>
            <a:off x="838073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9" name="e_full_violin_4428">
            <a:extLst>
              <a:ext uri="{FF2B5EF4-FFF2-40B4-BE49-F238E27FC236}">
                <a16:creationId xmlns:a16="http://schemas.microsoft.com/office/drawing/2014/main" id="{A0BEC7BD-301B-47A6-8B03-9172E65FD8BC}"/>
              </a:ext>
            </a:extLst>
          </p:cNvPr>
          <p:cNvSpPr>
            <a:spLocks noGrp="1"/>
          </p:cNvSpPr>
          <p:nvPr/>
        </p:nvSpPr>
        <p:spPr>
          <a:xfrm>
            <a:off x="821619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0" name="e_full_violin_4429">
            <a:extLst>
              <a:ext uri="{FF2B5EF4-FFF2-40B4-BE49-F238E27FC236}">
                <a16:creationId xmlns:a16="http://schemas.microsoft.com/office/drawing/2014/main" id="{B73181A3-6313-420E-9DA7-CD566BCB41F3}"/>
              </a:ext>
            </a:extLst>
          </p:cNvPr>
          <p:cNvSpPr>
            <a:spLocks noGrp="1"/>
          </p:cNvSpPr>
          <p:nvPr/>
        </p:nvSpPr>
        <p:spPr>
          <a:xfrm>
            <a:off x="823267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1" name="e_full_violin_4430">
            <a:extLst>
              <a:ext uri="{FF2B5EF4-FFF2-40B4-BE49-F238E27FC236}">
                <a16:creationId xmlns:a16="http://schemas.microsoft.com/office/drawing/2014/main" id="{E7B569EB-E35F-4944-B4C6-441850C3CF86}"/>
              </a:ext>
            </a:extLst>
          </p:cNvPr>
          <p:cNvSpPr>
            <a:spLocks noGrp="1"/>
          </p:cNvSpPr>
          <p:nvPr/>
        </p:nvSpPr>
        <p:spPr>
          <a:xfrm>
            <a:off x="844715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2" name="e_full_violin_4431">
            <a:extLst>
              <a:ext uri="{FF2B5EF4-FFF2-40B4-BE49-F238E27FC236}">
                <a16:creationId xmlns:a16="http://schemas.microsoft.com/office/drawing/2014/main" id="{4D01249A-EEBD-4617-8836-FA7EB2C873A5}"/>
              </a:ext>
            </a:extLst>
          </p:cNvPr>
          <p:cNvSpPr>
            <a:spLocks noGrp="1"/>
          </p:cNvSpPr>
          <p:nvPr/>
        </p:nvSpPr>
        <p:spPr>
          <a:xfrm>
            <a:off x="816640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3" name="e_full_violin_4432">
            <a:extLst>
              <a:ext uri="{FF2B5EF4-FFF2-40B4-BE49-F238E27FC236}">
                <a16:creationId xmlns:a16="http://schemas.microsoft.com/office/drawing/2014/main" id="{A2ED3B42-C063-45F2-B79A-EC752E8018E1}"/>
              </a:ext>
            </a:extLst>
          </p:cNvPr>
          <p:cNvSpPr>
            <a:spLocks noGrp="1"/>
          </p:cNvSpPr>
          <p:nvPr/>
        </p:nvSpPr>
        <p:spPr>
          <a:xfrm>
            <a:off x="819760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4" name="e_full_violin_4433">
            <a:extLst>
              <a:ext uri="{FF2B5EF4-FFF2-40B4-BE49-F238E27FC236}">
                <a16:creationId xmlns:a16="http://schemas.microsoft.com/office/drawing/2014/main" id="{72A6952D-A3DA-4035-91B6-A2A623747C44}"/>
              </a:ext>
            </a:extLst>
          </p:cNvPr>
          <p:cNvSpPr>
            <a:spLocks noGrp="1"/>
          </p:cNvSpPr>
          <p:nvPr/>
        </p:nvSpPr>
        <p:spPr>
          <a:xfrm>
            <a:off x="8152123" y="455597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5" name="e_full_violin_4434">
            <a:extLst>
              <a:ext uri="{FF2B5EF4-FFF2-40B4-BE49-F238E27FC236}">
                <a16:creationId xmlns:a16="http://schemas.microsoft.com/office/drawing/2014/main" id="{EA5DDF1D-DC4C-4B7E-A0FA-B3073A0AD0AF}"/>
              </a:ext>
            </a:extLst>
          </p:cNvPr>
          <p:cNvSpPr>
            <a:spLocks noGrp="1"/>
          </p:cNvSpPr>
          <p:nvPr/>
        </p:nvSpPr>
        <p:spPr>
          <a:xfrm>
            <a:off x="816803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6" name="e_full_violin_4435">
            <a:extLst>
              <a:ext uri="{FF2B5EF4-FFF2-40B4-BE49-F238E27FC236}">
                <a16:creationId xmlns:a16="http://schemas.microsoft.com/office/drawing/2014/main" id="{2EEDC447-24A9-400E-8611-B527108DBF79}"/>
              </a:ext>
            </a:extLst>
          </p:cNvPr>
          <p:cNvSpPr>
            <a:spLocks noGrp="1"/>
          </p:cNvSpPr>
          <p:nvPr/>
        </p:nvSpPr>
        <p:spPr>
          <a:xfrm>
            <a:off x="8282828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7" name="e_full_violin_4436">
            <a:extLst>
              <a:ext uri="{FF2B5EF4-FFF2-40B4-BE49-F238E27FC236}">
                <a16:creationId xmlns:a16="http://schemas.microsoft.com/office/drawing/2014/main" id="{37BC06D9-2736-46A2-8409-75AA2832EEDF}"/>
              </a:ext>
            </a:extLst>
          </p:cNvPr>
          <p:cNvSpPr>
            <a:spLocks noGrp="1"/>
          </p:cNvSpPr>
          <p:nvPr/>
        </p:nvSpPr>
        <p:spPr>
          <a:xfrm>
            <a:off x="8194236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8" name="e_full_violin_4437">
            <a:extLst>
              <a:ext uri="{FF2B5EF4-FFF2-40B4-BE49-F238E27FC236}">
                <a16:creationId xmlns:a16="http://schemas.microsoft.com/office/drawing/2014/main" id="{EDDC30D3-6914-4154-BF56-2D8D43629836}"/>
              </a:ext>
            </a:extLst>
          </p:cNvPr>
          <p:cNvSpPr>
            <a:spLocks noGrp="1"/>
          </p:cNvSpPr>
          <p:nvPr/>
        </p:nvSpPr>
        <p:spPr>
          <a:xfrm>
            <a:off x="849630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9" name="e_full_violin_4438">
            <a:extLst>
              <a:ext uri="{FF2B5EF4-FFF2-40B4-BE49-F238E27FC236}">
                <a16:creationId xmlns:a16="http://schemas.microsoft.com/office/drawing/2014/main" id="{5643C148-5B09-4373-886B-186C693D188B}"/>
              </a:ext>
            </a:extLst>
          </p:cNvPr>
          <p:cNvSpPr>
            <a:spLocks noGrp="1"/>
          </p:cNvSpPr>
          <p:nvPr/>
        </p:nvSpPr>
        <p:spPr>
          <a:xfrm>
            <a:off x="8425504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0" name="e_full_violin_4439">
            <a:extLst>
              <a:ext uri="{FF2B5EF4-FFF2-40B4-BE49-F238E27FC236}">
                <a16:creationId xmlns:a16="http://schemas.microsoft.com/office/drawing/2014/main" id="{FC9BDB8D-493A-4064-93FB-1FD1C7D54165}"/>
              </a:ext>
            </a:extLst>
          </p:cNvPr>
          <p:cNvSpPr>
            <a:spLocks noGrp="1"/>
          </p:cNvSpPr>
          <p:nvPr/>
        </p:nvSpPr>
        <p:spPr>
          <a:xfrm>
            <a:off x="8035231" y="466127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1" name="e_full_violin_4440">
            <a:extLst>
              <a:ext uri="{FF2B5EF4-FFF2-40B4-BE49-F238E27FC236}">
                <a16:creationId xmlns:a16="http://schemas.microsoft.com/office/drawing/2014/main" id="{AFD40BF4-2B6C-4555-B387-6E54A8AF26ED}"/>
              </a:ext>
            </a:extLst>
          </p:cNvPr>
          <p:cNvSpPr>
            <a:spLocks noGrp="1"/>
          </p:cNvSpPr>
          <p:nvPr/>
        </p:nvSpPr>
        <p:spPr>
          <a:xfrm>
            <a:off x="8257680" y="55212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2" name="e_full_violin_4441">
            <a:extLst>
              <a:ext uri="{FF2B5EF4-FFF2-40B4-BE49-F238E27FC236}">
                <a16:creationId xmlns:a16="http://schemas.microsoft.com/office/drawing/2014/main" id="{92F5758D-6D2D-4662-A666-6E5CFC7ECE13}"/>
              </a:ext>
            </a:extLst>
          </p:cNvPr>
          <p:cNvSpPr>
            <a:spLocks noGrp="1"/>
          </p:cNvSpPr>
          <p:nvPr/>
        </p:nvSpPr>
        <p:spPr>
          <a:xfrm>
            <a:off x="836383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3" name="e_full_violin_4442">
            <a:extLst>
              <a:ext uri="{FF2B5EF4-FFF2-40B4-BE49-F238E27FC236}">
                <a16:creationId xmlns:a16="http://schemas.microsoft.com/office/drawing/2014/main" id="{DED8C664-0F3B-4672-AFCE-4614E73DDDD2}"/>
              </a:ext>
            </a:extLst>
          </p:cNvPr>
          <p:cNvSpPr>
            <a:spLocks noGrp="1"/>
          </p:cNvSpPr>
          <p:nvPr/>
        </p:nvSpPr>
        <p:spPr>
          <a:xfrm>
            <a:off x="8402109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4" name="e_full_violin_4443">
            <a:extLst>
              <a:ext uri="{FF2B5EF4-FFF2-40B4-BE49-F238E27FC236}">
                <a16:creationId xmlns:a16="http://schemas.microsoft.com/office/drawing/2014/main" id="{F8DA3575-8C41-4A8F-86CB-68900FCD5D5B}"/>
              </a:ext>
            </a:extLst>
          </p:cNvPr>
          <p:cNvSpPr>
            <a:spLocks noGrp="1"/>
          </p:cNvSpPr>
          <p:nvPr/>
        </p:nvSpPr>
        <p:spPr>
          <a:xfrm>
            <a:off x="849401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5" name="e_full_violin_4444">
            <a:extLst>
              <a:ext uri="{FF2B5EF4-FFF2-40B4-BE49-F238E27FC236}">
                <a16:creationId xmlns:a16="http://schemas.microsoft.com/office/drawing/2014/main" id="{7D2E136E-4E99-403B-B5A1-BCE70CBF0E79}"/>
              </a:ext>
            </a:extLst>
          </p:cNvPr>
          <p:cNvSpPr>
            <a:spLocks noGrp="1"/>
          </p:cNvSpPr>
          <p:nvPr/>
        </p:nvSpPr>
        <p:spPr>
          <a:xfrm>
            <a:off x="803281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6" name="e_full_violin_4445">
            <a:extLst>
              <a:ext uri="{FF2B5EF4-FFF2-40B4-BE49-F238E27FC236}">
                <a16:creationId xmlns:a16="http://schemas.microsoft.com/office/drawing/2014/main" id="{83DADC51-4387-4535-9C90-877FBE359BE7}"/>
              </a:ext>
            </a:extLst>
          </p:cNvPr>
          <p:cNvSpPr>
            <a:spLocks noGrp="1"/>
          </p:cNvSpPr>
          <p:nvPr/>
        </p:nvSpPr>
        <p:spPr>
          <a:xfrm>
            <a:off x="8319902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7" name="e_full_violin_4446">
            <a:extLst>
              <a:ext uri="{FF2B5EF4-FFF2-40B4-BE49-F238E27FC236}">
                <a16:creationId xmlns:a16="http://schemas.microsoft.com/office/drawing/2014/main" id="{386E096B-7EC3-427C-AF47-2F8ECC5B8168}"/>
              </a:ext>
            </a:extLst>
          </p:cNvPr>
          <p:cNvSpPr>
            <a:spLocks noGrp="1"/>
          </p:cNvSpPr>
          <p:nvPr/>
        </p:nvSpPr>
        <p:spPr>
          <a:xfrm>
            <a:off x="8028567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8" name="e_full_violin_4447">
            <a:extLst>
              <a:ext uri="{FF2B5EF4-FFF2-40B4-BE49-F238E27FC236}">
                <a16:creationId xmlns:a16="http://schemas.microsoft.com/office/drawing/2014/main" id="{D07545B0-6AA2-4807-9DD0-1D9687E8CD69}"/>
              </a:ext>
            </a:extLst>
          </p:cNvPr>
          <p:cNvSpPr>
            <a:spLocks noGrp="1"/>
          </p:cNvSpPr>
          <p:nvPr/>
        </p:nvSpPr>
        <p:spPr>
          <a:xfrm>
            <a:off x="8192786" y="350299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9" name="e_full_violin_4448">
            <a:extLst>
              <a:ext uri="{FF2B5EF4-FFF2-40B4-BE49-F238E27FC236}">
                <a16:creationId xmlns:a16="http://schemas.microsoft.com/office/drawing/2014/main" id="{3BC90C6F-FFE5-44C9-89B1-579626FECDD4}"/>
              </a:ext>
            </a:extLst>
          </p:cNvPr>
          <p:cNvSpPr>
            <a:spLocks noGrp="1"/>
          </p:cNvSpPr>
          <p:nvPr/>
        </p:nvSpPr>
        <p:spPr>
          <a:xfrm>
            <a:off x="807018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0" name="e_full_violin_4449">
            <a:extLst>
              <a:ext uri="{FF2B5EF4-FFF2-40B4-BE49-F238E27FC236}">
                <a16:creationId xmlns:a16="http://schemas.microsoft.com/office/drawing/2014/main" id="{77953F97-BF4A-4160-86C1-F8624CBFD037}"/>
              </a:ext>
            </a:extLst>
          </p:cNvPr>
          <p:cNvSpPr>
            <a:spLocks noGrp="1"/>
          </p:cNvSpPr>
          <p:nvPr/>
        </p:nvSpPr>
        <p:spPr>
          <a:xfrm>
            <a:off x="827769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1" name="e_full_violin_4450">
            <a:extLst>
              <a:ext uri="{FF2B5EF4-FFF2-40B4-BE49-F238E27FC236}">
                <a16:creationId xmlns:a16="http://schemas.microsoft.com/office/drawing/2014/main" id="{69A4A48E-0608-4C64-B66A-DBFE3A498E50}"/>
              </a:ext>
            </a:extLst>
          </p:cNvPr>
          <p:cNvSpPr>
            <a:spLocks noGrp="1"/>
          </p:cNvSpPr>
          <p:nvPr/>
        </p:nvSpPr>
        <p:spPr>
          <a:xfrm>
            <a:off x="8001870" y="500146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2" name="e_full_violin_4451">
            <a:extLst>
              <a:ext uri="{FF2B5EF4-FFF2-40B4-BE49-F238E27FC236}">
                <a16:creationId xmlns:a16="http://schemas.microsoft.com/office/drawing/2014/main" id="{4847F355-99D9-4B98-82B5-D8B49EE1A0FF}"/>
              </a:ext>
            </a:extLst>
          </p:cNvPr>
          <p:cNvSpPr>
            <a:spLocks noGrp="1"/>
          </p:cNvSpPr>
          <p:nvPr/>
        </p:nvSpPr>
        <p:spPr>
          <a:xfrm>
            <a:off x="8145429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3" name="e_full_violin_4452">
            <a:extLst>
              <a:ext uri="{FF2B5EF4-FFF2-40B4-BE49-F238E27FC236}">
                <a16:creationId xmlns:a16="http://schemas.microsoft.com/office/drawing/2014/main" id="{F2B22D41-CC39-4CD0-B283-C5A89DE1575E}"/>
              </a:ext>
            </a:extLst>
          </p:cNvPr>
          <p:cNvSpPr>
            <a:spLocks noGrp="1"/>
          </p:cNvSpPr>
          <p:nvPr/>
        </p:nvSpPr>
        <p:spPr>
          <a:xfrm>
            <a:off x="835065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4" name="e_full_violin_4453">
            <a:extLst>
              <a:ext uri="{FF2B5EF4-FFF2-40B4-BE49-F238E27FC236}">
                <a16:creationId xmlns:a16="http://schemas.microsoft.com/office/drawing/2014/main" id="{FA251069-C07B-44D6-8762-A6E3E1A5E089}"/>
              </a:ext>
            </a:extLst>
          </p:cNvPr>
          <p:cNvSpPr>
            <a:spLocks noGrp="1"/>
          </p:cNvSpPr>
          <p:nvPr/>
        </p:nvSpPr>
        <p:spPr>
          <a:xfrm>
            <a:off x="808228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5" name="e_full_violin_4454">
            <a:extLst>
              <a:ext uri="{FF2B5EF4-FFF2-40B4-BE49-F238E27FC236}">
                <a16:creationId xmlns:a16="http://schemas.microsoft.com/office/drawing/2014/main" id="{A506BF56-AE24-4479-8136-C9BAFFFD14FB}"/>
              </a:ext>
            </a:extLst>
          </p:cNvPr>
          <p:cNvSpPr>
            <a:spLocks noGrp="1"/>
          </p:cNvSpPr>
          <p:nvPr/>
        </p:nvSpPr>
        <p:spPr>
          <a:xfrm>
            <a:off x="8323239" y="249725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6" name="e_full_violin_4455">
            <a:extLst>
              <a:ext uri="{FF2B5EF4-FFF2-40B4-BE49-F238E27FC236}">
                <a16:creationId xmlns:a16="http://schemas.microsoft.com/office/drawing/2014/main" id="{65E88EC7-4E6D-4D7E-8CE0-E3B0EAB3F251}"/>
              </a:ext>
            </a:extLst>
          </p:cNvPr>
          <p:cNvSpPr>
            <a:spLocks noGrp="1"/>
          </p:cNvSpPr>
          <p:nvPr/>
        </p:nvSpPr>
        <p:spPr>
          <a:xfrm>
            <a:off x="810932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7" name="e_full_violin_4456">
            <a:extLst>
              <a:ext uri="{FF2B5EF4-FFF2-40B4-BE49-F238E27FC236}">
                <a16:creationId xmlns:a16="http://schemas.microsoft.com/office/drawing/2014/main" id="{159E16DA-ACE4-40DA-83E5-80F9BC9EA7CD}"/>
              </a:ext>
            </a:extLst>
          </p:cNvPr>
          <p:cNvSpPr>
            <a:spLocks noGrp="1"/>
          </p:cNvSpPr>
          <p:nvPr/>
        </p:nvSpPr>
        <p:spPr>
          <a:xfrm>
            <a:off x="8465103" y="603307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8" name="e_full_violin_4457">
            <a:extLst>
              <a:ext uri="{FF2B5EF4-FFF2-40B4-BE49-F238E27FC236}">
                <a16:creationId xmlns:a16="http://schemas.microsoft.com/office/drawing/2014/main" id="{2E09754B-0FDB-4381-A694-D78644954F15}"/>
              </a:ext>
            </a:extLst>
          </p:cNvPr>
          <p:cNvSpPr>
            <a:spLocks noGrp="1"/>
          </p:cNvSpPr>
          <p:nvPr/>
        </p:nvSpPr>
        <p:spPr>
          <a:xfrm>
            <a:off x="832627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9" name="e_full_violin_4458">
            <a:extLst>
              <a:ext uri="{FF2B5EF4-FFF2-40B4-BE49-F238E27FC236}">
                <a16:creationId xmlns:a16="http://schemas.microsoft.com/office/drawing/2014/main" id="{79237F7C-39CE-478E-806A-DF55D723728A}"/>
              </a:ext>
            </a:extLst>
          </p:cNvPr>
          <p:cNvSpPr>
            <a:spLocks noGrp="1"/>
          </p:cNvSpPr>
          <p:nvPr/>
        </p:nvSpPr>
        <p:spPr>
          <a:xfrm>
            <a:off x="8235210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0" name="e_full_violin_4459">
            <a:extLst>
              <a:ext uri="{FF2B5EF4-FFF2-40B4-BE49-F238E27FC236}">
                <a16:creationId xmlns:a16="http://schemas.microsoft.com/office/drawing/2014/main" id="{06936541-5E62-48E0-909A-0C2D2E6173AC}"/>
              </a:ext>
            </a:extLst>
          </p:cNvPr>
          <p:cNvSpPr>
            <a:spLocks noGrp="1"/>
          </p:cNvSpPr>
          <p:nvPr/>
        </p:nvSpPr>
        <p:spPr>
          <a:xfrm>
            <a:off x="827113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1" name="e_full_violin_4460">
            <a:extLst>
              <a:ext uri="{FF2B5EF4-FFF2-40B4-BE49-F238E27FC236}">
                <a16:creationId xmlns:a16="http://schemas.microsoft.com/office/drawing/2014/main" id="{8FAE2E16-C502-46C9-A6C0-0BBA129A0AC2}"/>
              </a:ext>
            </a:extLst>
          </p:cNvPr>
          <p:cNvSpPr>
            <a:spLocks noGrp="1"/>
          </p:cNvSpPr>
          <p:nvPr/>
        </p:nvSpPr>
        <p:spPr>
          <a:xfrm>
            <a:off x="8147696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2" name="e_full_violin_4461">
            <a:extLst>
              <a:ext uri="{FF2B5EF4-FFF2-40B4-BE49-F238E27FC236}">
                <a16:creationId xmlns:a16="http://schemas.microsoft.com/office/drawing/2014/main" id="{E0042318-ABD0-4586-B134-64EF79B37907}"/>
              </a:ext>
            </a:extLst>
          </p:cNvPr>
          <p:cNvSpPr>
            <a:spLocks noGrp="1"/>
          </p:cNvSpPr>
          <p:nvPr/>
        </p:nvSpPr>
        <p:spPr>
          <a:xfrm>
            <a:off x="821184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3" name="e_full_violin_4462">
            <a:extLst>
              <a:ext uri="{FF2B5EF4-FFF2-40B4-BE49-F238E27FC236}">
                <a16:creationId xmlns:a16="http://schemas.microsoft.com/office/drawing/2014/main" id="{65AF05EE-FA2A-4E14-8210-35343888B18E}"/>
              </a:ext>
            </a:extLst>
          </p:cNvPr>
          <p:cNvSpPr>
            <a:spLocks noGrp="1"/>
          </p:cNvSpPr>
          <p:nvPr/>
        </p:nvSpPr>
        <p:spPr>
          <a:xfrm>
            <a:off x="8483292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4" name="e_full_violin_4463">
            <a:extLst>
              <a:ext uri="{FF2B5EF4-FFF2-40B4-BE49-F238E27FC236}">
                <a16:creationId xmlns:a16="http://schemas.microsoft.com/office/drawing/2014/main" id="{B6785789-15CB-44C8-BE51-3C6E3F499756}"/>
              </a:ext>
            </a:extLst>
          </p:cNvPr>
          <p:cNvSpPr>
            <a:spLocks noGrp="1"/>
          </p:cNvSpPr>
          <p:nvPr/>
        </p:nvSpPr>
        <p:spPr>
          <a:xfrm>
            <a:off x="826983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5" name="e_full_violin_4464">
            <a:extLst>
              <a:ext uri="{FF2B5EF4-FFF2-40B4-BE49-F238E27FC236}">
                <a16:creationId xmlns:a16="http://schemas.microsoft.com/office/drawing/2014/main" id="{19752132-9333-4DD9-B7BE-385CE8C54878}"/>
              </a:ext>
            </a:extLst>
          </p:cNvPr>
          <p:cNvSpPr>
            <a:spLocks noGrp="1"/>
          </p:cNvSpPr>
          <p:nvPr/>
        </p:nvSpPr>
        <p:spPr>
          <a:xfrm>
            <a:off x="8388112" y="399896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6" name="e_full_violin_4465">
            <a:extLst>
              <a:ext uri="{FF2B5EF4-FFF2-40B4-BE49-F238E27FC236}">
                <a16:creationId xmlns:a16="http://schemas.microsoft.com/office/drawing/2014/main" id="{B2F42E84-D79B-4237-9FF0-26E7004E7815}"/>
              </a:ext>
            </a:extLst>
          </p:cNvPr>
          <p:cNvSpPr>
            <a:spLocks noGrp="1"/>
          </p:cNvSpPr>
          <p:nvPr/>
        </p:nvSpPr>
        <p:spPr>
          <a:xfrm>
            <a:off x="8065135" y="367848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7" name="e_full_violin_4466">
            <a:extLst>
              <a:ext uri="{FF2B5EF4-FFF2-40B4-BE49-F238E27FC236}">
                <a16:creationId xmlns:a16="http://schemas.microsoft.com/office/drawing/2014/main" id="{C6690AF8-0D51-4C94-A0C3-2773C1B5ABE5}"/>
              </a:ext>
            </a:extLst>
          </p:cNvPr>
          <p:cNvSpPr>
            <a:spLocks noGrp="1"/>
          </p:cNvSpPr>
          <p:nvPr/>
        </p:nvSpPr>
        <p:spPr>
          <a:xfrm>
            <a:off x="825071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8" name="e_full_violin_4467">
            <a:extLst>
              <a:ext uri="{FF2B5EF4-FFF2-40B4-BE49-F238E27FC236}">
                <a16:creationId xmlns:a16="http://schemas.microsoft.com/office/drawing/2014/main" id="{5C1845F0-0A3A-447C-B958-C16D4A516C8F}"/>
              </a:ext>
            </a:extLst>
          </p:cNvPr>
          <p:cNvSpPr>
            <a:spLocks noGrp="1"/>
          </p:cNvSpPr>
          <p:nvPr/>
        </p:nvSpPr>
        <p:spPr>
          <a:xfrm>
            <a:off x="800488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9" name="e_full_violin_4468">
            <a:extLst>
              <a:ext uri="{FF2B5EF4-FFF2-40B4-BE49-F238E27FC236}">
                <a16:creationId xmlns:a16="http://schemas.microsoft.com/office/drawing/2014/main" id="{B99AFD07-5E4C-4A7E-902C-DB62944C4501}"/>
              </a:ext>
            </a:extLst>
          </p:cNvPr>
          <p:cNvSpPr>
            <a:spLocks noGrp="1"/>
          </p:cNvSpPr>
          <p:nvPr/>
        </p:nvSpPr>
        <p:spPr>
          <a:xfrm>
            <a:off x="8327234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0" name="e_full_violin_4469">
            <a:extLst>
              <a:ext uri="{FF2B5EF4-FFF2-40B4-BE49-F238E27FC236}">
                <a16:creationId xmlns:a16="http://schemas.microsoft.com/office/drawing/2014/main" id="{CC2E8154-FC62-4850-BEB0-8A17889087F3}"/>
              </a:ext>
            </a:extLst>
          </p:cNvPr>
          <p:cNvSpPr>
            <a:spLocks noGrp="1"/>
          </p:cNvSpPr>
          <p:nvPr/>
        </p:nvSpPr>
        <p:spPr>
          <a:xfrm>
            <a:off x="8085218" y="301699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1" name="e_full_violin_4470">
            <a:extLst>
              <a:ext uri="{FF2B5EF4-FFF2-40B4-BE49-F238E27FC236}">
                <a16:creationId xmlns:a16="http://schemas.microsoft.com/office/drawing/2014/main" id="{A91CFB5A-8DAE-4DA8-AE4D-8DB13A0D6E0C}"/>
              </a:ext>
            </a:extLst>
          </p:cNvPr>
          <p:cNvSpPr>
            <a:spLocks noGrp="1"/>
          </p:cNvSpPr>
          <p:nvPr/>
        </p:nvSpPr>
        <p:spPr>
          <a:xfrm>
            <a:off x="810796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2" name="e_full_violin_4471">
            <a:extLst>
              <a:ext uri="{FF2B5EF4-FFF2-40B4-BE49-F238E27FC236}">
                <a16:creationId xmlns:a16="http://schemas.microsoft.com/office/drawing/2014/main" id="{F352AE2B-E990-4750-A622-7DEFB67BFBC4}"/>
              </a:ext>
            </a:extLst>
          </p:cNvPr>
          <p:cNvSpPr>
            <a:spLocks noGrp="1"/>
          </p:cNvSpPr>
          <p:nvPr/>
        </p:nvSpPr>
        <p:spPr>
          <a:xfrm>
            <a:off x="8286789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3" name="e_full_violin_4472">
            <a:extLst>
              <a:ext uri="{FF2B5EF4-FFF2-40B4-BE49-F238E27FC236}">
                <a16:creationId xmlns:a16="http://schemas.microsoft.com/office/drawing/2014/main" id="{E20E74DE-46F8-43A9-A794-D6FBC49BA4B6}"/>
              </a:ext>
            </a:extLst>
          </p:cNvPr>
          <p:cNvSpPr>
            <a:spLocks noGrp="1"/>
          </p:cNvSpPr>
          <p:nvPr/>
        </p:nvSpPr>
        <p:spPr>
          <a:xfrm>
            <a:off x="8160236" y="484554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4" name="e_full_violin_4473">
            <a:extLst>
              <a:ext uri="{FF2B5EF4-FFF2-40B4-BE49-F238E27FC236}">
                <a16:creationId xmlns:a16="http://schemas.microsoft.com/office/drawing/2014/main" id="{9A469D73-4AA0-406F-B76B-4DAE0A23F1BA}"/>
              </a:ext>
            </a:extLst>
          </p:cNvPr>
          <p:cNvSpPr>
            <a:spLocks noGrp="1"/>
          </p:cNvSpPr>
          <p:nvPr/>
        </p:nvSpPr>
        <p:spPr>
          <a:xfrm>
            <a:off x="82018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5" name="e_full_violin_4474">
            <a:extLst>
              <a:ext uri="{FF2B5EF4-FFF2-40B4-BE49-F238E27FC236}">
                <a16:creationId xmlns:a16="http://schemas.microsoft.com/office/drawing/2014/main" id="{B7B689E6-9440-4F6F-92A8-99A6347B74C6}"/>
              </a:ext>
            </a:extLst>
          </p:cNvPr>
          <p:cNvSpPr>
            <a:spLocks noGrp="1"/>
          </p:cNvSpPr>
          <p:nvPr/>
        </p:nvSpPr>
        <p:spPr>
          <a:xfrm>
            <a:off x="842600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6" name="e_full_violin_4475">
            <a:extLst>
              <a:ext uri="{FF2B5EF4-FFF2-40B4-BE49-F238E27FC236}">
                <a16:creationId xmlns:a16="http://schemas.microsoft.com/office/drawing/2014/main" id="{DB376F1F-7DFC-45B6-8645-5D8E8EE2824B}"/>
              </a:ext>
            </a:extLst>
          </p:cNvPr>
          <p:cNvSpPr>
            <a:spLocks noGrp="1"/>
          </p:cNvSpPr>
          <p:nvPr/>
        </p:nvSpPr>
        <p:spPr>
          <a:xfrm>
            <a:off x="8172501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7" name="e_full_violin_4476">
            <a:extLst>
              <a:ext uri="{FF2B5EF4-FFF2-40B4-BE49-F238E27FC236}">
                <a16:creationId xmlns:a16="http://schemas.microsoft.com/office/drawing/2014/main" id="{E3247514-E8E3-4CCA-A5B5-B52E89A569B6}"/>
              </a:ext>
            </a:extLst>
          </p:cNvPr>
          <p:cNvSpPr>
            <a:spLocks noGrp="1"/>
          </p:cNvSpPr>
          <p:nvPr/>
        </p:nvSpPr>
        <p:spPr>
          <a:xfrm>
            <a:off x="814138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8" name="e_full_violin_4477">
            <a:extLst>
              <a:ext uri="{FF2B5EF4-FFF2-40B4-BE49-F238E27FC236}">
                <a16:creationId xmlns:a16="http://schemas.microsoft.com/office/drawing/2014/main" id="{7D3A8FA5-47DB-4595-B757-577BFB2868CF}"/>
              </a:ext>
            </a:extLst>
          </p:cNvPr>
          <p:cNvSpPr>
            <a:spLocks noGrp="1"/>
          </p:cNvSpPr>
          <p:nvPr/>
        </p:nvSpPr>
        <p:spPr>
          <a:xfrm>
            <a:off x="803722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9" name="e_full_violin_4478">
            <a:extLst>
              <a:ext uri="{FF2B5EF4-FFF2-40B4-BE49-F238E27FC236}">
                <a16:creationId xmlns:a16="http://schemas.microsoft.com/office/drawing/2014/main" id="{FA4ED58F-2156-4852-9070-0DDF25FC662A}"/>
              </a:ext>
            </a:extLst>
          </p:cNvPr>
          <p:cNvSpPr>
            <a:spLocks noGrp="1"/>
          </p:cNvSpPr>
          <p:nvPr/>
        </p:nvSpPr>
        <p:spPr>
          <a:xfrm>
            <a:off x="8120798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0" name="e_full_violin_4479">
            <a:extLst>
              <a:ext uri="{FF2B5EF4-FFF2-40B4-BE49-F238E27FC236}">
                <a16:creationId xmlns:a16="http://schemas.microsoft.com/office/drawing/2014/main" id="{7F6B7079-CFE8-48C0-B881-B2D3D53525D8}"/>
              </a:ext>
            </a:extLst>
          </p:cNvPr>
          <p:cNvSpPr>
            <a:spLocks noGrp="1"/>
          </p:cNvSpPr>
          <p:nvPr/>
        </p:nvSpPr>
        <p:spPr>
          <a:xfrm>
            <a:off x="846392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1" name="e_full_violin_4480">
            <a:extLst>
              <a:ext uri="{FF2B5EF4-FFF2-40B4-BE49-F238E27FC236}">
                <a16:creationId xmlns:a16="http://schemas.microsoft.com/office/drawing/2014/main" id="{D793D82C-0056-4856-A008-38B1755719C9}"/>
              </a:ext>
            </a:extLst>
          </p:cNvPr>
          <p:cNvSpPr>
            <a:spLocks noGrp="1"/>
          </p:cNvSpPr>
          <p:nvPr/>
        </p:nvSpPr>
        <p:spPr>
          <a:xfrm>
            <a:off x="845984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2" name="e_full_violin_4481">
            <a:extLst>
              <a:ext uri="{FF2B5EF4-FFF2-40B4-BE49-F238E27FC236}">
                <a16:creationId xmlns:a16="http://schemas.microsoft.com/office/drawing/2014/main" id="{C8546EC9-E8DB-434A-9366-9F07F67A3225}"/>
              </a:ext>
            </a:extLst>
          </p:cNvPr>
          <p:cNvSpPr>
            <a:spLocks noGrp="1"/>
          </p:cNvSpPr>
          <p:nvPr/>
        </p:nvSpPr>
        <p:spPr>
          <a:xfrm>
            <a:off x="8412780" y="55212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3" name="e_full_violin_4482">
            <a:extLst>
              <a:ext uri="{FF2B5EF4-FFF2-40B4-BE49-F238E27FC236}">
                <a16:creationId xmlns:a16="http://schemas.microsoft.com/office/drawing/2014/main" id="{164D79C7-860F-4DF0-B124-41D93B6DECAC}"/>
              </a:ext>
            </a:extLst>
          </p:cNvPr>
          <p:cNvSpPr>
            <a:spLocks noGrp="1"/>
          </p:cNvSpPr>
          <p:nvPr/>
        </p:nvSpPr>
        <p:spPr>
          <a:xfrm>
            <a:off x="843903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4" name="e_full_violin_4483">
            <a:extLst>
              <a:ext uri="{FF2B5EF4-FFF2-40B4-BE49-F238E27FC236}">
                <a16:creationId xmlns:a16="http://schemas.microsoft.com/office/drawing/2014/main" id="{1C7FD350-798C-4687-86FE-F8DF58D0BB19}"/>
              </a:ext>
            </a:extLst>
          </p:cNvPr>
          <p:cNvSpPr>
            <a:spLocks noGrp="1"/>
          </p:cNvSpPr>
          <p:nvPr/>
        </p:nvSpPr>
        <p:spPr>
          <a:xfrm>
            <a:off x="810934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5" name="e_full_violin_4484">
            <a:extLst>
              <a:ext uri="{FF2B5EF4-FFF2-40B4-BE49-F238E27FC236}">
                <a16:creationId xmlns:a16="http://schemas.microsoft.com/office/drawing/2014/main" id="{BDF4FD62-57BD-43B5-AD8C-23CF6A6E2295}"/>
              </a:ext>
            </a:extLst>
          </p:cNvPr>
          <p:cNvSpPr>
            <a:spLocks noGrp="1"/>
          </p:cNvSpPr>
          <p:nvPr/>
        </p:nvSpPr>
        <p:spPr>
          <a:xfrm>
            <a:off x="8214973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6" name="e_full_violin_4485">
            <a:extLst>
              <a:ext uri="{FF2B5EF4-FFF2-40B4-BE49-F238E27FC236}">
                <a16:creationId xmlns:a16="http://schemas.microsoft.com/office/drawing/2014/main" id="{39297A1C-EC43-47F1-9948-E40B11893C3B}"/>
              </a:ext>
            </a:extLst>
          </p:cNvPr>
          <p:cNvSpPr>
            <a:spLocks noGrp="1"/>
          </p:cNvSpPr>
          <p:nvPr/>
        </p:nvSpPr>
        <p:spPr>
          <a:xfrm>
            <a:off x="814697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7" name="e_full_violin_4486">
            <a:extLst>
              <a:ext uri="{FF2B5EF4-FFF2-40B4-BE49-F238E27FC236}">
                <a16:creationId xmlns:a16="http://schemas.microsoft.com/office/drawing/2014/main" id="{825D723E-4552-4F40-9526-DB4B81B83C2C}"/>
              </a:ext>
            </a:extLst>
          </p:cNvPr>
          <p:cNvSpPr>
            <a:spLocks noGrp="1"/>
          </p:cNvSpPr>
          <p:nvPr/>
        </p:nvSpPr>
        <p:spPr>
          <a:xfrm>
            <a:off x="817534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8" name="e_full_violin_4487">
            <a:extLst>
              <a:ext uri="{FF2B5EF4-FFF2-40B4-BE49-F238E27FC236}">
                <a16:creationId xmlns:a16="http://schemas.microsoft.com/office/drawing/2014/main" id="{ADBF198E-041E-491B-B9EE-6E743C2B3EEE}"/>
              </a:ext>
            </a:extLst>
          </p:cNvPr>
          <p:cNvSpPr>
            <a:spLocks noGrp="1"/>
          </p:cNvSpPr>
          <p:nvPr/>
        </p:nvSpPr>
        <p:spPr>
          <a:xfrm>
            <a:off x="825287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9" name="e_full_violin_4488">
            <a:extLst>
              <a:ext uri="{FF2B5EF4-FFF2-40B4-BE49-F238E27FC236}">
                <a16:creationId xmlns:a16="http://schemas.microsoft.com/office/drawing/2014/main" id="{E538B860-B7C4-4DF8-8515-5CFEE4EA4B3D}"/>
              </a:ext>
            </a:extLst>
          </p:cNvPr>
          <p:cNvSpPr>
            <a:spLocks noGrp="1"/>
          </p:cNvSpPr>
          <p:nvPr/>
        </p:nvSpPr>
        <p:spPr>
          <a:xfrm>
            <a:off x="8212365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0" name="e_full_violin_4489">
            <a:extLst>
              <a:ext uri="{FF2B5EF4-FFF2-40B4-BE49-F238E27FC236}">
                <a16:creationId xmlns:a16="http://schemas.microsoft.com/office/drawing/2014/main" id="{6BCB64C0-C4E3-40E7-9A45-FC0ADE6DF349}"/>
              </a:ext>
            </a:extLst>
          </p:cNvPr>
          <p:cNvSpPr>
            <a:spLocks noGrp="1"/>
          </p:cNvSpPr>
          <p:nvPr/>
        </p:nvSpPr>
        <p:spPr>
          <a:xfrm>
            <a:off x="848123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1" name="e_full_violin_4490">
            <a:extLst>
              <a:ext uri="{FF2B5EF4-FFF2-40B4-BE49-F238E27FC236}">
                <a16:creationId xmlns:a16="http://schemas.microsoft.com/office/drawing/2014/main" id="{4875C974-3DD4-472E-A8BD-9C7A418FE634}"/>
              </a:ext>
            </a:extLst>
          </p:cNvPr>
          <p:cNvSpPr>
            <a:spLocks noGrp="1"/>
          </p:cNvSpPr>
          <p:nvPr/>
        </p:nvSpPr>
        <p:spPr>
          <a:xfrm>
            <a:off x="845575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2" name="e_full_violin_4491">
            <a:extLst>
              <a:ext uri="{FF2B5EF4-FFF2-40B4-BE49-F238E27FC236}">
                <a16:creationId xmlns:a16="http://schemas.microsoft.com/office/drawing/2014/main" id="{9EB25E25-633A-4608-857F-62D426E5A159}"/>
              </a:ext>
            </a:extLst>
          </p:cNvPr>
          <p:cNvSpPr>
            <a:spLocks noGrp="1"/>
          </p:cNvSpPr>
          <p:nvPr/>
        </p:nvSpPr>
        <p:spPr>
          <a:xfrm>
            <a:off x="818499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3" name="e_full_violin_4492">
            <a:extLst>
              <a:ext uri="{FF2B5EF4-FFF2-40B4-BE49-F238E27FC236}">
                <a16:creationId xmlns:a16="http://schemas.microsoft.com/office/drawing/2014/main" id="{2DB47232-A800-4306-A540-19A487C0DE03}"/>
              </a:ext>
            </a:extLst>
          </p:cNvPr>
          <p:cNvSpPr>
            <a:spLocks noGrp="1"/>
          </p:cNvSpPr>
          <p:nvPr/>
        </p:nvSpPr>
        <p:spPr>
          <a:xfrm>
            <a:off x="828630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4" name="e_full_violin_4493">
            <a:extLst>
              <a:ext uri="{FF2B5EF4-FFF2-40B4-BE49-F238E27FC236}">
                <a16:creationId xmlns:a16="http://schemas.microsoft.com/office/drawing/2014/main" id="{7F565AB7-B152-45B6-BCD7-A41D242FDD06}"/>
              </a:ext>
            </a:extLst>
          </p:cNvPr>
          <p:cNvSpPr>
            <a:spLocks noGrp="1"/>
          </p:cNvSpPr>
          <p:nvPr/>
        </p:nvSpPr>
        <p:spPr>
          <a:xfrm>
            <a:off x="835136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5" name="e_full_violin_4494">
            <a:extLst>
              <a:ext uri="{FF2B5EF4-FFF2-40B4-BE49-F238E27FC236}">
                <a16:creationId xmlns:a16="http://schemas.microsoft.com/office/drawing/2014/main" id="{9150F505-AF16-4F4B-8F12-C861C6C381DD}"/>
              </a:ext>
            </a:extLst>
          </p:cNvPr>
          <p:cNvSpPr>
            <a:spLocks noGrp="1"/>
          </p:cNvSpPr>
          <p:nvPr/>
        </p:nvSpPr>
        <p:spPr>
          <a:xfrm>
            <a:off x="8242350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6" name="e_full_violin_4495">
            <a:extLst>
              <a:ext uri="{FF2B5EF4-FFF2-40B4-BE49-F238E27FC236}">
                <a16:creationId xmlns:a16="http://schemas.microsoft.com/office/drawing/2014/main" id="{1B98642F-2051-48EF-B73E-F4E44B1A6DE6}"/>
              </a:ext>
            </a:extLst>
          </p:cNvPr>
          <p:cNvSpPr>
            <a:spLocks noGrp="1"/>
          </p:cNvSpPr>
          <p:nvPr/>
        </p:nvSpPr>
        <p:spPr>
          <a:xfrm>
            <a:off x="827301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7" name="e_full_violin_4496">
            <a:extLst>
              <a:ext uri="{FF2B5EF4-FFF2-40B4-BE49-F238E27FC236}">
                <a16:creationId xmlns:a16="http://schemas.microsoft.com/office/drawing/2014/main" id="{22D1EC46-F787-417A-A60F-4FF18C29CB27}"/>
              </a:ext>
            </a:extLst>
          </p:cNvPr>
          <p:cNvSpPr>
            <a:spLocks noGrp="1"/>
          </p:cNvSpPr>
          <p:nvPr/>
        </p:nvSpPr>
        <p:spPr>
          <a:xfrm>
            <a:off x="8242311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8" name="e_full_violin_4497">
            <a:extLst>
              <a:ext uri="{FF2B5EF4-FFF2-40B4-BE49-F238E27FC236}">
                <a16:creationId xmlns:a16="http://schemas.microsoft.com/office/drawing/2014/main" id="{25678D06-2B81-4264-8B88-801A5E390AC1}"/>
              </a:ext>
            </a:extLst>
          </p:cNvPr>
          <p:cNvSpPr>
            <a:spLocks noGrp="1"/>
          </p:cNvSpPr>
          <p:nvPr/>
        </p:nvSpPr>
        <p:spPr>
          <a:xfrm>
            <a:off x="823291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9" name="e_full_violin_4498">
            <a:extLst>
              <a:ext uri="{FF2B5EF4-FFF2-40B4-BE49-F238E27FC236}">
                <a16:creationId xmlns:a16="http://schemas.microsoft.com/office/drawing/2014/main" id="{63F6F13D-81C7-41CC-87FD-EB9F23356FD5}"/>
              </a:ext>
            </a:extLst>
          </p:cNvPr>
          <p:cNvSpPr>
            <a:spLocks noGrp="1"/>
          </p:cNvSpPr>
          <p:nvPr/>
        </p:nvSpPr>
        <p:spPr>
          <a:xfrm>
            <a:off x="8453960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0" name="e_full_violin_4499">
            <a:extLst>
              <a:ext uri="{FF2B5EF4-FFF2-40B4-BE49-F238E27FC236}">
                <a16:creationId xmlns:a16="http://schemas.microsoft.com/office/drawing/2014/main" id="{995192BA-11E8-4341-A963-8B19F92EE7CB}"/>
              </a:ext>
            </a:extLst>
          </p:cNvPr>
          <p:cNvSpPr>
            <a:spLocks noGrp="1"/>
          </p:cNvSpPr>
          <p:nvPr/>
        </p:nvSpPr>
        <p:spPr>
          <a:xfrm>
            <a:off x="8503461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1" name="e_full_violin_4500">
            <a:extLst>
              <a:ext uri="{FF2B5EF4-FFF2-40B4-BE49-F238E27FC236}">
                <a16:creationId xmlns:a16="http://schemas.microsoft.com/office/drawing/2014/main" id="{B6E34B62-EE9E-4C3F-BE9D-2085ECD99118}"/>
              </a:ext>
            </a:extLst>
          </p:cNvPr>
          <p:cNvSpPr>
            <a:spLocks noGrp="1"/>
          </p:cNvSpPr>
          <p:nvPr/>
        </p:nvSpPr>
        <p:spPr>
          <a:xfrm>
            <a:off x="834485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2" name="e_full_violin_4501">
            <a:extLst>
              <a:ext uri="{FF2B5EF4-FFF2-40B4-BE49-F238E27FC236}">
                <a16:creationId xmlns:a16="http://schemas.microsoft.com/office/drawing/2014/main" id="{AAB943C4-E64B-4C3F-9F08-38FF1DCA0496}"/>
              </a:ext>
            </a:extLst>
          </p:cNvPr>
          <p:cNvSpPr>
            <a:spLocks noGrp="1"/>
          </p:cNvSpPr>
          <p:nvPr/>
        </p:nvSpPr>
        <p:spPr>
          <a:xfrm>
            <a:off x="8142943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3" name="e_full_violin_4502">
            <a:extLst>
              <a:ext uri="{FF2B5EF4-FFF2-40B4-BE49-F238E27FC236}">
                <a16:creationId xmlns:a16="http://schemas.microsoft.com/office/drawing/2014/main" id="{4AB5CF01-66DF-4FFE-98D9-206765611480}"/>
              </a:ext>
            </a:extLst>
          </p:cNvPr>
          <p:cNvSpPr>
            <a:spLocks noGrp="1"/>
          </p:cNvSpPr>
          <p:nvPr/>
        </p:nvSpPr>
        <p:spPr>
          <a:xfrm>
            <a:off x="8410623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4" name="e_full_violin_4503">
            <a:extLst>
              <a:ext uri="{FF2B5EF4-FFF2-40B4-BE49-F238E27FC236}">
                <a16:creationId xmlns:a16="http://schemas.microsoft.com/office/drawing/2014/main" id="{ABCEA7A7-8AC2-4ED6-BA9B-170E21A2EC7A}"/>
              </a:ext>
            </a:extLst>
          </p:cNvPr>
          <p:cNvSpPr>
            <a:spLocks noGrp="1"/>
          </p:cNvSpPr>
          <p:nvPr/>
        </p:nvSpPr>
        <p:spPr>
          <a:xfrm>
            <a:off x="8021380" y="56747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5" name="e_full_violin_4504">
            <a:extLst>
              <a:ext uri="{FF2B5EF4-FFF2-40B4-BE49-F238E27FC236}">
                <a16:creationId xmlns:a16="http://schemas.microsoft.com/office/drawing/2014/main" id="{272C8D70-F798-455B-A393-78042EF69645}"/>
              </a:ext>
            </a:extLst>
          </p:cNvPr>
          <p:cNvSpPr>
            <a:spLocks noGrp="1"/>
          </p:cNvSpPr>
          <p:nvPr/>
        </p:nvSpPr>
        <p:spPr>
          <a:xfrm>
            <a:off x="800878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6" name="e_full_violin_4505">
            <a:extLst>
              <a:ext uri="{FF2B5EF4-FFF2-40B4-BE49-F238E27FC236}">
                <a16:creationId xmlns:a16="http://schemas.microsoft.com/office/drawing/2014/main" id="{D89B09C9-64EF-420C-A2AD-6915A263B38F}"/>
              </a:ext>
            </a:extLst>
          </p:cNvPr>
          <p:cNvSpPr>
            <a:spLocks noGrp="1"/>
          </p:cNvSpPr>
          <p:nvPr/>
        </p:nvSpPr>
        <p:spPr>
          <a:xfrm>
            <a:off x="8351978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7" name="e_full_violin_4506">
            <a:extLst>
              <a:ext uri="{FF2B5EF4-FFF2-40B4-BE49-F238E27FC236}">
                <a16:creationId xmlns:a16="http://schemas.microsoft.com/office/drawing/2014/main" id="{9F9F73D1-1C8D-4AAA-94EC-622B93C525AA}"/>
              </a:ext>
            </a:extLst>
          </p:cNvPr>
          <p:cNvSpPr>
            <a:spLocks noGrp="1"/>
          </p:cNvSpPr>
          <p:nvPr/>
        </p:nvSpPr>
        <p:spPr>
          <a:xfrm>
            <a:off x="825375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8" name="e_full_violin_4507">
            <a:extLst>
              <a:ext uri="{FF2B5EF4-FFF2-40B4-BE49-F238E27FC236}">
                <a16:creationId xmlns:a16="http://schemas.microsoft.com/office/drawing/2014/main" id="{B8E8A3DF-4D30-48F1-B5E7-F4FF3D01CDB8}"/>
              </a:ext>
            </a:extLst>
          </p:cNvPr>
          <p:cNvSpPr>
            <a:spLocks noGrp="1"/>
          </p:cNvSpPr>
          <p:nvPr/>
        </p:nvSpPr>
        <p:spPr>
          <a:xfrm>
            <a:off x="827359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9" name="e_full_violin_4508">
            <a:extLst>
              <a:ext uri="{FF2B5EF4-FFF2-40B4-BE49-F238E27FC236}">
                <a16:creationId xmlns:a16="http://schemas.microsoft.com/office/drawing/2014/main" id="{8967A232-6F18-4F4E-BC77-B1E4678E038E}"/>
              </a:ext>
            </a:extLst>
          </p:cNvPr>
          <p:cNvSpPr>
            <a:spLocks noGrp="1"/>
          </p:cNvSpPr>
          <p:nvPr/>
        </p:nvSpPr>
        <p:spPr>
          <a:xfrm>
            <a:off x="823806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0" name="e_full_violin_4509">
            <a:extLst>
              <a:ext uri="{FF2B5EF4-FFF2-40B4-BE49-F238E27FC236}">
                <a16:creationId xmlns:a16="http://schemas.microsoft.com/office/drawing/2014/main" id="{D144605C-9A68-410F-9133-50446AFD0C18}"/>
              </a:ext>
            </a:extLst>
          </p:cNvPr>
          <p:cNvSpPr>
            <a:spLocks noGrp="1"/>
          </p:cNvSpPr>
          <p:nvPr/>
        </p:nvSpPr>
        <p:spPr>
          <a:xfrm>
            <a:off x="8123994" y="521408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1" name="e_full_violin_4510">
            <a:extLst>
              <a:ext uri="{FF2B5EF4-FFF2-40B4-BE49-F238E27FC236}">
                <a16:creationId xmlns:a16="http://schemas.microsoft.com/office/drawing/2014/main" id="{D50C3650-ADB2-4D10-8B6E-DF17E8AA3313}"/>
              </a:ext>
            </a:extLst>
          </p:cNvPr>
          <p:cNvSpPr>
            <a:spLocks noGrp="1"/>
          </p:cNvSpPr>
          <p:nvPr/>
        </p:nvSpPr>
        <p:spPr>
          <a:xfrm>
            <a:off x="801676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2" name="e_full_violin_4511">
            <a:extLst>
              <a:ext uri="{FF2B5EF4-FFF2-40B4-BE49-F238E27FC236}">
                <a16:creationId xmlns:a16="http://schemas.microsoft.com/office/drawing/2014/main" id="{95DED296-3DE1-400B-B778-A3456C536E4D}"/>
              </a:ext>
            </a:extLst>
          </p:cNvPr>
          <p:cNvSpPr>
            <a:spLocks noGrp="1"/>
          </p:cNvSpPr>
          <p:nvPr/>
        </p:nvSpPr>
        <p:spPr>
          <a:xfrm>
            <a:off x="8050051" y="326899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3" name="e_full_violin_4512">
            <a:extLst>
              <a:ext uri="{FF2B5EF4-FFF2-40B4-BE49-F238E27FC236}">
                <a16:creationId xmlns:a16="http://schemas.microsoft.com/office/drawing/2014/main" id="{8E8C2C07-C912-4624-B8DF-F06800E6DD93}"/>
              </a:ext>
            </a:extLst>
          </p:cNvPr>
          <p:cNvSpPr>
            <a:spLocks noGrp="1"/>
          </p:cNvSpPr>
          <p:nvPr/>
        </p:nvSpPr>
        <p:spPr>
          <a:xfrm>
            <a:off x="8215743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4" name="e_full_violin_4513">
            <a:extLst>
              <a:ext uri="{FF2B5EF4-FFF2-40B4-BE49-F238E27FC236}">
                <a16:creationId xmlns:a16="http://schemas.microsoft.com/office/drawing/2014/main" id="{782F5662-1849-496D-A35C-673C8D1E7DEF}"/>
              </a:ext>
            </a:extLst>
          </p:cNvPr>
          <p:cNvSpPr>
            <a:spLocks noGrp="1"/>
          </p:cNvSpPr>
          <p:nvPr/>
        </p:nvSpPr>
        <p:spPr>
          <a:xfrm>
            <a:off x="8389493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5" name="e_full_violin_4514">
            <a:extLst>
              <a:ext uri="{FF2B5EF4-FFF2-40B4-BE49-F238E27FC236}">
                <a16:creationId xmlns:a16="http://schemas.microsoft.com/office/drawing/2014/main" id="{CD895CE4-EE43-4D99-A90F-6BD43DE5DC69}"/>
              </a:ext>
            </a:extLst>
          </p:cNvPr>
          <p:cNvSpPr>
            <a:spLocks noGrp="1"/>
          </p:cNvSpPr>
          <p:nvPr/>
        </p:nvSpPr>
        <p:spPr>
          <a:xfrm>
            <a:off x="8081025" y="50824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6" name="e_full_violin_4515">
            <a:extLst>
              <a:ext uri="{FF2B5EF4-FFF2-40B4-BE49-F238E27FC236}">
                <a16:creationId xmlns:a16="http://schemas.microsoft.com/office/drawing/2014/main" id="{D5850B0E-2D2C-4C63-9269-FE9FC75030AD}"/>
              </a:ext>
            </a:extLst>
          </p:cNvPr>
          <p:cNvSpPr>
            <a:spLocks noGrp="1"/>
          </p:cNvSpPr>
          <p:nvPr/>
        </p:nvSpPr>
        <p:spPr>
          <a:xfrm>
            <a:off x="8492711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7" name="e_full_violin_4516">
            <a:extLst>
              <a:ext uri="{FF2B5EF4-FFF2-40B4-BE49-F238E27FC236}">
                <a16:creationId xmlns:a16="http://schemas.microsoft.com/office/drawing/2014/main" id="{C7E62963-2A32-4A5A-B2DE-3FEFE5196A5D}"/>
              </a:ext>
            </a:extLst>
          </p:cNvPr>
          <p:cNvSpPr>
            <a:spLocks noGrp="1"/>
          </p:cNvSpPr>
          <p:nvPr/>
        </p:nvSpPr>
        <p:spPr>
          <a:xfrm>
            <a:off x="846030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8" name="e_full_violin_4517">
            <a:extLst>
              <a:ext uri="{FF2B5EF4-FFF2-40B4-BE49-F238E27FC236}">
                <a16:creationId xmlns:a16="http://schemas.microsoft.com/office/drawing/2014/main" id="{98001AF1-0CC7-45EA-B244-BDE44241EE4C}"/>
              </a:ext>
            </a:extLst>
          </p:cNvPr>
          <p:cNvSpPr>
            <a:spLocks noGrp="1"/>
          </p:cNvSpPr>
          <p:nvPr/>
        </p:nvSpPr>
        <p:spPr>
          <a:xfrm>
            <a:off x="821113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9" name="e_full_violin_4518">
            <a:extLst>
              <a:ext uri="{FF2B5EF4-FFF2-40B4-BE49-F238E27FC236}">
                <a16:creationId xmlns:a16="http://schemas.microsoft.com/office/drawing/2014/main" id="{5AEA3761-5F8E-42AA-99EC-3FF674B84C42}"/>
              </a:ext>
            </a:extLst>
          </p:cNvPr>
          <p:cNvSpPr>
            <a:spLocks noGrp="1"/>
          </p:cNvSpPr>
          <p:nvPr/>
        </p:nvSpPr>
        <p:spPr>
          <a:xfrm>
            <a:off x="8486499" y="383204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0" name="e_full_violin_4519">
            <a:extLst>
              <a:ext uri="{FF2B5EF4-FFF2-40B4-BE49-F238E27FC236}">
                <a16:creationId xmlns:a16="http://schemas.microsoft.com/office/drawing/2014/main" id="{94583A91-D1DA-4B3E-8A79-AA187B307FC6}"/>
              </a:ext>
            </a:extLst>
          </p:cNvPr>
          <p:cNvSpPr>
            <a:spLocks noGrp="1"/>
          </p:cNvSpPr>
          <p:nvPr/>
        </p:nvSpPr>
        <p:spPr>
          <a:xfrm>
            <a:off x="825344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1" name="e_full_violin_4520">
            <a:extLst>
              <a:ext uri="{FF2B5EF4-FFF2-40B4-BE49-F238E27FC236}">
                <a16:creationId xmlns:a16="http://schemas.microsoft.com/office/drawing/2014/main" id="{DC5D200C-59D1-465B-B4C5-C7F0703BB0D4}"/>
              </a:ext>
            </a:extLst>
          </p:cNvPr>
          <p:cNvSpPr>
            <a:spLocks noGrp="1"/>
          </p:cNvSpPr>
          <p:nvPr/>
        </p:nvSpPr>
        <p:spPr>
          <a:xfrm>
            <a:off x="828606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2" name="e_full_violin_4521">
            <a:extLst>
              <a:ext uri="{FF2B5EF4-FFF2-40B4-BE49-F238E27FC236}">
                <a16:creationId xmlns:a16="http://schemas.microsoft.com/office/drawing/2014/main" id="{9E0D3FC2-B38D-49FD-BA73-FDFB8D2D2C25}"/>
              </a:ext>
            </a:extLst>
          </p:cNvPr>
          <p:cNvSpPr>
            <a:spLocks noGrp="1"/>
          </p:cNvSpPr>
          <p:nvPr/>
        </p:nvSpPr>
        <p:spPr>
          <a:xfrm>
            <a:off x="8127437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3" name="e_full_violin_4522">
            <a:extLst>
              <a:ext uri="{FF2B5EF4-FFF2-40B4-BE49-F238E27FC236}">
                <a16:creationId xmlns:a16="http://schemas.microsoft.com/office/drawing/2014/main" id="{7450A78F-F6B3-426D-8AA6-F63178519F95}"/>
              </a:ext>
            </a:extLst>
          </p:cNvPr>
          <p:cNvSpPr>
            <a:spLocks noGrp="1"/>
          </p:cNvSpPr>
          <p:nvPr/>
        </p:nvSpPr>
        <p:spPr>
          <a:xfrm>
            <a:off x="8332273" y="521408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4" name="e_full_violin_4523">
            <a:extLst>
              <a:ext uri="{FF2B5EF4-FFF2-40B4-BE49-F238E27FC236}">
                <a16:creationId xmlns:a16="http://schemas.microsoft.com/office/drawing/2014/main" id="{D203F385-5B8F-4F0D-8112-28D7FBAB951A}"/>
              </a:ext>
            </a:extLst>
          </p:cNvPr>
          <p:cNvSpPr>
            <a:spLocks noGrp="1"/>
          </p:cNvSpPr>
          <p:nvPr/>
        </p:nvSpPr>
        <p:spPr>
          <a:xfrm>
            <a:off x="84000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5" name="e_full_violin_4524">
            <a:extLst>
              <a:ext uri="{FF2B5EF4-FFF2-40B4-BE49-F238E27FC236}">
                <a16:creationId xmlns:a16="http://schemas.microsoft.com/office/drawing/2014/main" id="{8F2A3162-3885-4DA5-AB59-B82D8053F4BB}"/>
              </a:ext>
            </a:extLst>
          </p:cNvPr>
          <p:cNvSpPr>
            <a:spLocks noGrp="1"/>
          </p:cNvSpPr>
          <p:nvPr/>
        </p:nvSpPr>
        <p:spPr>
          <a:xfrm>
            <a:off x="8486227" y="31870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6" name="e_full_violin_4525">
            <a:extLst>
              <a:ext uri="{FF2B5EF4-FFF2-40B4-BE49-F238E27FC236}">
                <a16:creationId xmlns:a16="http://schemas.microsoft.com/office/drawing/2014/main" id="{59E62D74-632C-4B68-8BCE-18C7EAA17427}"/>
              </a:ext>
            </a:extLst>
          </p:cNvPr>
          <p:cNvSpPr>
            <a:spLocks noGrp="1"/>
          </p:cNvSpPr>
          <p:nvPr/>
        </p:nvSpPr>
        <p:spPr>
          <a:xfrm>
            <a:off x="821299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7" name="e_full_violin_4526">
            <a:extLst>
              <a:ext uri="{FF2B5EF4-FFF2-40B4-BE49-F238E27FC236}">
                <a16:creationId xmlns:a16="http://schemas.microsoft.com/office/drawing/2014/main" id="{5793F551-C9E8-43B0-AC12-57E45D3F7C2D}"/>
              </a:ext>
            </a:extLst>
          </p:cNvPr>
          <p:cNvSpPr>
            <a:spLocks noGrp="1"/>
          </p:cNvSpPr>
          <p:nvPr/>
        </p:nvSpPr>
        <p:spPr>
          <a:xfrm>
            <a:off x="803877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8" name="e_full_violin_4527">
            <a:extLst>
              <a:ext uri="{FF2B5EF4-FFF2-40B4-BE49-F238E27FC236}">
                <a16:creationId xmlns:a16="http://schemas.microsoft.com/office/drawing/2014/main" id="{F7805608-08E5-4F30-9ED5-FE700976EA24}"/>
              </a:ext>
            </a:extLst>
          </p:cNvPr>
          <p:cNvSpPr>
            <a:spLocks noGrp="1"/>
          </p:cNvSpPr>
          <p:nvPr/>
        </p:nvSpPr>
        <p:spPr>
          <a:xfrm>
            <a:off x="803346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9" name="e_full_violin_4528">
            <a:extLst>
              <a:ext uri="{FF2B5EF4-FFF2-40B4-BE49-F238E27FC236}">
                <a16:creationId xmlns:a16="http://schemas.microsoft.com/office/drawing/2014/main" id="{3073F7B7-840E-4174-B8E4-AB6599534818}"/>
              </a:ext>
            </a:extLst>
          </p:cNvPr>
          <p:cNvSpPr>
            <a:spLocks noGrp="1"/>
          </p:cNvSpPr>
          <p:nvPr/>
        </p:nvSpPr>
        <p:spPr>
          <a:xfrm>
            <a:off x="850323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0" name="e_full_violin_4529">
            <a:extLst>
              <a:ext uri="{FF2B5EF4-FFF2-40B4-BE49-F238E27FC236}">
                <a16:creationId xmlns:a16="http://schemas.microsoft.com/office/drawing/2014/main" id="{838C5339-717F-47ED-B1B8-5ACFE756B97C}"/>
              </a:ext>
            </a:extLst>
          </p:cNvPr>
          <p:cNvSpPr>
            <a:spLocks noGrp="1"/>
          </p:cNvSpPr>
          <p:nvPr/>
        </p:nvSpPr>
        <p:spPr>
          <a:xfrm>
            <a:off x="821960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1" name="e_full_violin_4530">
            <a:extLst>
              <a:ext uri="{FF2B5EF4-FFF2-40B4-BE49-F238E27FC236}">
                <a16:creationId xmlns:a16="http://schemas.microsoft.com/office/drawing/2014/main" id="{6439CFD7-E48B-4727-B061-C9070EB91639}"/>
              </a:ext>
            </a:extLst>
          </p:cNvPr>
          <p:cNvSpPr>
            <a:spLocks noGrp="1"/>
          </p:cNvSpPr>
          <p:nvPr/>
        </p:nvSpPr>
        <p:spPr>
          <a:xfrm>
            <a:off x="8245608" y="455597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2" name="e_full_violin_4531">
            <a:extLst>
              <a:ext uri="{FF2B5EF4-FFF2-40B4-BE49-F238E27FC236}">
                <a16:creationId xmlns:a16="http://schemas.microsoft.com/office/drawing/2014/main" id="{B3C99AAF-C549-4B2E-A74C-38F368F444E0}"/>
              </a:ext>
            </a:extLst>
          </p:cNvPr>
          <p:cNvSpPr>
            <a:spLocks noGrp="1"/>
          </p:cNvSpPr>
          <p:nvPr/>
        </p:nvSpPr>
        <p:spPr>
          <a:xfrm>
            <a:off x="820519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3" name="e_full_violin_4532">
            <a:extLst>
              <a:ext uri="{FF2B5EF4-FFF2-40B4-BE49-F238E27FC236}">
                <a16:creationId xmlns:a16="http://schemas.microsoft.com/office/drawing/2014/main" id="{9B9C44FD-DFED-4488-8085-073BFE35AD95}"/>
              </a:ext>
            </a:extLst>
          </p:cNvPr>
          <p:cNvSpPr>
            <a:spLocks noGrp="1"/>
          </p:cNvSpPr>
          <p:nvPr/>
        </p:nvSpPr>
        <p:spPr>
          <a:xfrm>
            <a:off x="8343295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4" name="e_full_violin_4533">
            <a:extLst>
              <a:ext uri="{FF2B5EF4-FFF2-40B4-BE49-F238E27FC236}">
                <a16:creationId xmlns:a16="http://schemas.microsoft.com/office/drawing/2014/main" id="{BB0F464B-9FAD-4100-95EE-967FEAC562E0}"/>
              </a:ext>
            </a:extLst>
          </p:cNvPr>
          <p:cNvSpPr>
            <a:spLocks noGrp="1"/>
          </p:cNvSpPr>
          <p:nvPr/>
        </p:nvSpPr>
        <p:spPr>
          <a:xfrm>
            <a:off x="8004228" y="537294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5" name="e_full_violin_4534">
            <a:extLst>
              <a:ext uri="{FF2B5EF4-FFF2-40B4-BE49-F238E27FC236}">
                <a16:creationId xmlns:a16="http://schemas.microsoft.com/office/drawing/2014/main" id="{7E0C4A78-FFD0-4E82-9E30-E594A2CA027F}"/>
              </a:ext>
            </a:extLst>
          </p:cNvPr>
          <p:cNvSpPr>
            <a:spLocks noGrp="1"/>
          </p:cNvSpPr>
          <p:nvPr/>
        </p:nvSpPr>
        <p:spPr>
          <a:xfrm>
            <a:off x="8296740" y="392418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6" name="e_full_violin_4535">
            <a:extLst>
              <a:ext uri="{FF2B5EF4-FFF2-40B4-BE49-F238E27FC236}">
                <a16:creationId xmlns:a16="http://schemas.microsoft.com/office/drawing/2014/main" id="{74A446F5-E697-4FFB-8787-BBB1E47F020D}"/>
              </a:ext>
            </a:extLst>
          </p:cNvPr>
          <p:cNvSpPr>
            <a:spLocks noGrp="1"/>
          </p:cNvSpPr>
          <p:nvPr/>
        </p:nvSpPr>
        <p:spPr>
          <a:xfrm>
            <a:off x="835748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7" name="e_full_violin_4536">
            <a:extLst>
              <a:ext uri="{FF2B5EF4-FFF2-40B4-BE49-F238E27FC236}">
                <a16:creationId xmlns:a16="http://schemas.microsoft.com/office/drawing/2014/main" id="{7B1E9840-F448-4F1F-ABE8-BA69C476AA7C}"/>
              </a:ext>
            </a:extLst>
          </p:cNvPr>
          <p:cNvSpPr>
            <a:spLocks noGrp="1"/>
          </p:cNvSpPr>
          <p:nvPr/>
        </p:nvSpPr>
        <p:spPr>
          <a:xfrm>
            <a:off x="8469394" y="583336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8" name="e_full_violin_4537">
            <a:extLst>
              <a:ext uri="{FF2B5EF4-FFF2-40B4-BE49-F238E27FC236}">
                <a16:creationId xmlns:a16="http://schemas.microsoft.com/office/drawing/2014/main" id="{D4B8FFF0-E90B-4F34-91A2-CC1731B5592E}"/>
              </a:ext>
            </a:extLst>
          </p:cNvPr>
          <p:cNvSpPr>
            <a:spLocks noGrp="1"/>
          </p:cNvSpPr>
          <p:nvPr/>
        </p:nvSpPr>
        <p:spPr>
          <a:xfrm>
            <a:off x="8273327" y="55212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9" name="e_full_violin_4538">
            <a:extLst>
              <a:ext uri="{FF2B5EF4-FFF2-40B4-BE49-F238E27FC236}">
                <a16:creationId xmlns:a16="http://schemas.microsoft.com/office/drawing/2014/main" id="{52EDA85A-8A28-43D5-8373-14891973D429}"/>
              </a:ext>
            </a:extLst>
          </p:cNvPr>
          <p:cNvSpPr>
            <a:spLocks noGrp="1"/>
          </p:cNvSpPr>
          <p:nvPr/>
        </p:nvSpPr>
        <p:spPr>
          <a:xfrm>
            <a:off x="816926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0" name="e_full_violin_4539">
            <a:extLst>
              <a:ext uri="{FF2B5EF4-FFF2-40B4-BE49-F238E27FC236}">
                <a16:creationId xmlns:a16="http://schemas.microsoft.com/office/drawing/2014/main" id="{BB6CE110-4298-42CF-BED7-541B4098E00A}"/>
              </a:ext>
            </a:extLst>
          </p:cNvPr>
          <p:cNvSpPr>
            <a:spLocks noGrp="1"/>
          </p:cNvSpPr>
          <p:nvPr/>
        </p:nvSpPr>
        <p:spPr>
          <a:xfrm>
            <a:off x="832821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1" name="e_full_violin_4540">
            <a:extLst>
              <a:ext uri="{FF2B5EF4-FFF2-40B4-BE49-F238E27FC236}">
                <a16:creationId xmlns:a16="http://schemas.microsoft.com/office/drawing/2014/main" id="{29EBE4E0-F6C2-4A26-B1F6-09A7A31F769F}"/>
              </a:ext>
            </a:extLst>
          </p:cNvPr>
          <p:cNvSpPr>
            <a:spLocks noGrp="1"/>
          </p:cNvSpPr>
          <p:nvPr/>
        </p:nvSpPr>
        <p:spPr>
          <a:xfrm>
            <a:off x="838450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2" name="e_full_violin_4541">
            <a:extLst>
              <a:ext uri="{FF2B5EF4-FFF2-40B4-BE49-F238E27FC236}">
                <a16:creationId xmlns:a16="http://schemas.microsoft.com/office/drawing/2014/main" id="{D0EC66D1-51BB-43BA-A742-1B292A8D9C19}"/>
              </a:ext>
            </a:extLst>
          </p:cNvPr>
          <p:cNvSpPr>
            <a:spLocks noGrp="1"/>
          </p:cNvSpPr>
          <p:nvPr/>
        </p:nvSpPr>
        <p:spPr>
          <a:xfrm>
            <a:off x="8273978" y="37423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3" name="e_full_violin_4542">
            <a:extLst>
              <a:ext uri="{FF2B5EF4-FFF2-40B4-BE49-F238E27FC236}">
                <a16:creationId xmlns:a16="http://schemas.microsoft.com/office/drawing/2014/main" id="{ED846ECB-9413-437F-BC45-D653A9EB11D6}"/>
              </a:ext>
            </a:extLst>
          </p:cNvPr>
          <p:cNvSpPr>
            <a:spLocks noGrp="1"/>
          </p:cNvSpPr>
          <p:nvPr/>
        </p:nvSpPr>
        <p:spPr>
          <a:xfrm>
            <a:off x="819480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4" name="e_full_violin_4543">
            <a:extLst>
              <a:ext uri="{FF2B5EF4-FFF2-40B4-BE49-F238E27FC236}">
                <a16:creationId xmlns:a16="http://schemas.microsoft.com/office/drawing/2014/main" id="{B4347A14-3124-46F6-B2CA-CE2DD83AE020}"/>
              </a:ext>
            </a:extLst>
          </p:cNvPr>
          <p:cNvSpPr>
            <a:spLocks noGrp="1"/>
          </p:cNvSpPr>
          <p:nvPr/>
        </p:nvSpPr>
        <p:spPr>
          <a:xfrm>
            <a:off x="8256452" y="560895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5" name="e_full_violin_4544">
            <a:extLst>
              <a:ext uri="{FF2B5EF4-FFF2-40B4-BE49-F238E27FC236}">
                <a16:creationId xmlns:a16="http://schemas.microsoft.com/office/drawing/2014/main" id="{4501A3C9-8B00-46CA-9363-5683788746AF}"/>
              </a:ext>
            </a:extLst>
          </p:cNvPr>
          <p:cNvSpPr>
            <a:spLocks noGrp="1"/>
          </p:cNvSpPr>
          <p:nvPr/>
        </p:nvSpPr>
        <p:spPr>
          <a:xfrm>
            <a:off x="1685925" y="2378720"/>
            <a:ext cx="191" cy="3888135"/>
          </a:xfrm>
          <a:custGeom>
            <a:avLst/>
            <a:gdLst/>
            <a:ahLst/>
            <a:cxnLst/>
            <a:rect l="0" t="0" r="0" b="0"/>
            <a:pathLst>
              <a:path w="191" h="3888135">
                <a:moveTo>
                  <a:pt x="0" y="3888135"/>
                </a:moveTo>
                <a:lnTo>
                  <a:pt x="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096" name="e_full_violin_4545">
            <a:extLst>
              <a:ext uri="{FF2B5EF4-FFF2-40B4-BE49-F238E27FC236}">
                <a16:creationId xmlns:a16="http://schemas.microsoft.com/office/drawing/2014/main" id="{0907C0AB-E36E-4500-84CC-1910539BADE3}"/>
              </a:ext>
            </a:extLst>
          </p:cNvPr>
          <p:cNvSpPr>
            <a:spLocks noGrp="1"/>
          </p:cNvSpPr>
          <p:nvPr/>
        </p:nvSpPr>
        <p:spPr>
          <a:xfrm>
            <a:off x="1685925" y="6266855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097" name="e_full_violin_4546">
            <a:extLst>
              <a:ext uri="{FF2B5EF4-FFF2-40B4-BE49-F238E27FC236}">
                <a16:creationId xmlns:a16="http://schemas.microsoft.com/office/drawing/2014/main" id="{EADA281D-AAEF-4B67-ACFA-24A4A6A089B8}"/>
              </a:ext>
            </a:extLst>
          </p:cNvPr>
          <p:cNvSpPr>
            <a:spLocks noGrp="1"/>
          </p:cNvSpPr>
          <p:nvPr/>
        </p:nvSpPr>
        <p:spPr>
          <a:xfrm>
            <a:off x="2321783" y="2489283"/>
            <a:ext cx="191" cy="1428106"/>
          </a:xfrm>
          <a:custGeom>
            <a:avLst/>
            <a:gdLst/>
            <a:ahLst/>
            <a:cxnLst/>
            <a:rect l="0" t="0" r="0" b="0"/>
            <a:pathLst>
              <a:path w="191" h="1428106">
                <a:moveTo>
                  <a:pt x="0" y="1428106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007C83"/>
            </a:solidFill>
            <a:prstDash val="solid"/>
          </a:ln>
        </p:spPr>
      </p:sp>
      <p:sp>
        <p:nvSpPr>
          <p:cNvPr id="1098" name="e_full_violin_4547">
            <a:extLst>
              <a:ext uri="{FF2B5EF4-FFF2-40B4-BE49-F238E27FC236}">
                <a16:creationId xmlns:a16="http://schemas.microsoft.com/office/drawing/2014/main" id="{9AC47930-E023-4120-A846-0000A83E2812}"/>
              </a:ext>
            </a:extLst>
          </p:cNvPr>
          <p:cNvSpPr>
            <a:spLocks noGrp="1"/>
          </p:cNvSpPr>
          <p:nvPr/>
        </p:nvSpPr>
        <p:spPr>
          <a:xfrm>
            <a:off x="3300026" y="2489283"/>
            <a:ext cx="191" cy="2456957"/>
          </a:xfrm>
          <a:custGeom>
            <a:avLst/>
            <a:gdLst/>
            <a:ahLst/>
            <a:cxnLst/>
            <a:rect l="0" t="0" r="0" b="0"/>
            <a:pathLst>
              <a:path w="191" h="2456957">
                <a:moveTo>
                  <a:pt x="0" y="2456957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566AB4"/>
            </a:solidFill>
            <a:prstDash val="solid"/>
          </a:ln>
        </p:spPr>
      </p:sp>
      <p:sp>
        <p:nvSpPr>
          <p:cNvPr id="1099" name="e_full_violin_4548">
            <a:extLst>
              <a:ext uri="{FF2B5EF4-FFF2-40B4-BE49-F238E27FC236}">
                <a16:creationId xmlns:a16="http://schemas.microsoft.com/office/drawing/2014/main" id="{71F99328-F165-4089-956C-04E08978B9F3}"/>
              </a:ext>
            </a:extLst>
          </p:cNvPr>
          <p:cNvSpPr>
            <a:spLocks noGrp="1"/>
          </p:cNvSpPr>
          <p:nvPr/>
        </p:nvSpPr>
        <p:spPr>
          <a:xfrm>
            <a:off x="4278270" y="6116957"/>
            <a:ext cx="191" cy="57762"/>
          </a:xfrm>
          <a:custGeom>
            <a:avLst/>
            <a:gdLst/>
            <a:ahLst/>
            <a:cxnLst/>
            <a:rect l="0" t="0" r="0" b="0"/>
            <a:pathLst>
              <a:path w="191" h="57762">
                <a:moveTo>
                  <a:pt x="0" y="57762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8B9298"/>
            </a:solidFill>
            <a:prstDash val="solid"/>
          </a:ln>
        </p:spPr>
      </p:sp>
      <p:sp>
        <p:nvSpPr>
          <p:cNvPr id="1100" name="e_full_violin_4549">
            <a:extLst>
              <a:ext uri="{FF2B5EF4-FFF2-40B4-BE49-F238E27FC236}">
                <a16:creationId xmlns:a16="http://schemas.microsoft.com/office/drawing/2014/main" id="{E3F34A7D-4BBE-4B21-A063-4CF9444D0BA3}"/>
              </a:ext>
            </a:extLst>
          </p:cNvPr>
          <p:cNvSpPr>
            <a:spLocks noGrp="1"/>
          </p:cNvSpPr>
          <p:nvPr/>
        </p:nvSpPr>
        <p:spPr>
          <a:xfrm>
            <a:off x="6332580" y="2489283"/>
            <a:ext cx="191" cy="1842718"/>
          </a:xfrm>
          <a:custGeom>
            <a:avLst/>
            <a:gdLst/>
            <a:ahLst/>
            <a:cxnLst/>
            <a:rect l="0" t="0" r="0" b="0"/>
            <a:pathLst>
              <a:path w="191" h="1842718">
                <a:moveTo>
                  <a:pt x="0" y="1842718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007C83"/>
            </a:solidFill>
            <a:prstDash val="solid"/>
          </a:ln>
        </p:spPr>
      </p:sp>
      <p:sp>
        <p:nvSpPr>
          <p:cNvPr id="1101" name="e_full_violin_4550">
            <a:extLst>
              <a:ext uri="{FF2B5EF4-FFF2-40B4-BE49-F238E27FC236}">
                <a16:creationId xmlns:a16="http://schemas.microsoft.com/office/drawing/2014/main" id="{98D3894B-B00D-447A-9708-7ABE9B1A9BF7}"/>
              </a:ext>
            </a:extLst>
          </p:cNvPr>
          <p:cNvSpPr>
            <a:spLocks noGrp="1"/>
          </p:cNvSpPr>
          <p:nvPr/>
        </p:nvSpPr>
        <p:spPr>
          <a:xfrm>
            <a:off x="7310824" y="2489283"/>
            <a:ext cx="191" cy="2606130"/>
          </a:xfrm>
          <a:custGeom>
            <a:avLst/>
            <a:gdLst/>
            <a:ahLst/>
            <a:cxnLst/>
            <a:rect l="0" t="0" r="0" b="0"/>
            <a:pathLst>
              <a:path w="191" h="2606130">
                <a:moveTo>
                  <a:pt x="0" y="2606130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566AB4"/>
            </a:solidFill>
            <a:prstDash val="solid"/>
          </a:ln>
        </p:spPr>
      </p:sp>
      <p:sp>
        <p:nvSpPr>
          <p:cNvPr id="1102" name="e_full_violin_4551">
            <a:extLst>
              <a:ext uri="{FF2B5EF4-FFF2-40B4-BE49-F238E27FC236}">
                <a16:creationId xmlns:a16="http://schemas.microsoft.com/office/drawing/2014/main" id="{866B7A36-8087-40C7-8751-95B85D8BC135}"/>
              </a:ext>
            </a:extLst>
          </p:cNvPr>
          <p:cNvSpPr>
            <a:spLocks noGrp="1"/>
          </p:cNvSpPr>
          <p:nvPr/>
        </p:nvSpPr>
        <p:spPr>
          <a:xfrm>
            <a:off x="8289067" y="4332001"/>
            <a:ext cx="191" cy="1842718"/>
          </a:xfrm>
          <a:custGeom>
            <a:avLst/>
            <a:gdLst/>
            <a:ahLst/>
            <a:cxnLst/>
            <a:rect l="0" t="0" r="0" b="0"/>
            <a:pathLst>
              <a:path w="191" h="1842718">
                <a:moveTo>
                  <a:pt x="0" y="1842718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8B9298"/>
            </a:solidFill>
            <a:prstDash val="solid"/>
          </a:ln>
        </p:spPr>
      </p:sp>
      <p:sp>
        <p:nvSpPr>
          <p:cNvPr id="1103" name="e_full_violin_4552">
            <a:extLst>
              <a:ext uri="{FF2B5EF4-FFF2-40B4-BE49-F238E27FC236}">
                <a16:creationId xmlns:a16="http://schemas.microsoft.com/office/drawing/2014/main" id="{B1A69A32-5572-469A-960C-EFAB3ABF9492}"/>
              </a:ext>
            </a:extLst>
          </p:cNvPr>
          <p:cNvSpPr>
            <a:spLocks noGrp="1"/>
          </p:cNvSpPr>
          <p:nvPr/>
        </p:nvSpPr>
        <p:spPr>
          <a:xfrm>
            <a:off x="2250981" y="2418481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007C83"/>
            </a:solidFill>
            <a:prstDash val="solid"/>
          </a:ln>
        </p:spPr>
      </p:sp>
      <p:sp>
        <p:nvSpPr>
          <p:cNvPr id="1104" name="e_full_violin_4553">
            <a:extLst>
              <a:ext uri="{FF2B5EF4-FFF2-40B4-BE49-F238E27FC236}">
                <a16:creationId xmlns:a16="http://schemas.microsoft.com/office/drawing/2014/main" id="{CCDF0920-A7FC-4498-98FC-37E9889F071E}"/>
              </a:ext>
            </a:extLst>
          </p:cNvPr>
          <p:cNvSpPr>
            <a:spLocks noGrp="1"/>
          </p:cNvSpPr>
          <p:nvPr/>
        </p:nvSpPr>
        <p:spPr>
          <a:xfrm>
            <a:off x="3229224" y="3646959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566AB4"/>
            </a:solidFill>
            <a:prstDash val="solid"/>
          </a:ln>
        </p:spPr>
      </p:sp>
      <p:sp>
        <p:nvSpPr>
          <p:cNvPr id="1105" name="e_full_violin_4554">
            <a:extLst>
              <a:ext uri="{FF2B5EF4-FFF2-40B4-BE49-F238E27FC236}">
                <a16:creationId xmlns:a16="http://schemas.microsoft.com/office/drawing/2014/main" id="{4E400024-90DF-466E-95D1-C9327189009C}"/>
              </a:ext>
            </a:extLst>
          </p:cNvPr>
          <p:cNvSpPr>
            <a:spLocks noGrp="1"/>
          </p:cNvSpPr>
          <p:nvPr/>
        </p:nvSpPr>
        <p:spPr>
          <a:xfrm>
            <a:off x="4207467" y="6097507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8B9298"/>
            </a:solidFill>
            <a:prstDash val="solid"/>
          </a:ln>
        </p:spPr>
      </p:sp>
      <p:sp>
        <p:nvSpPr>
          <p:cNvPr id="1106" name="e_full_violin_4555">
            <a:extLst>
              <a:ext uri="{FF2B5EF4-FFF2-40B4-BE49-F238E27FC236}">
                <a16:creationId xmlns:a16="http://schemas.microsoft.com/office/drawing/2014/main" id="{4E1B30BB-B8C7-44E7-ADF7-494C58DE74CA}"/>
              </a:ext>
            </a:extLst>
          </p:cNvPr>
          <p:cNvSpPr>
            <a:spLocks noGrp="1"/>
          </p:cNvSpPr>
          <p:nvPr/>
        </p:nvSpPr>
        <p:spPr>
          <a:xfrm>
            <a:off x="6261778" y="3219662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007C83"/>
            </a:solidFill>
            <a:prstDash val="solid"/>
          </a:ln>
        </p:spPr>
      </p:sp>
      <p:sp>
        <p:nvSpPr>
          <p:cNvPr id="1107" name="e_full_violin_4556">
            <a:extLst>
              <a:ext uri="{FF2B5EF4-FFF2-40B4-BE49-F238E27FC236}">
                <a16:creationId xmlns:a16="http://schemas.microsoft.com/office/drawing/2014/main" id="{9BC332CB-7314-41A3-8534-40F7152ACF88}"/>
              </a:ext>
            </a:extLst>
          </p:cNvPr>
          <p:cNvSpPr>
            <a:spLocks noGrp="1"/>
          </p:cNvSpPr>
          <p:nvPr/>
        </p:nvSpPr>
        <p:spPr>
          <a:xfrm>
            <a:off x="7240021" y="3646959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566AB4"/>
            </a:solidFill>
            <a:prstDash val="solid"/>
          </a:ln>
        </p:spPr>
      </p:sp>
      <p:sp>
        <p:nvSpPr>
          <p:cNvPr id="1108" name="e_full_violin_4557">
            <a:extLst>
              <a:ext uri="{FF2B5EF4-FFF2-40B4-BE49-F238E27FC236}">
                <a16:creationId xmlns:a16="http://schemas.microsoft.com/office/drawing/2014/main" id="{6B72986F-CD39-4843-9677-0D78F416D4F9}"/>
              </a:ext>
            </a:extLst>
          </p:cNvPr>
          <p:cNvSpPr>
            <a:spLocks noGrp="1"/>
          </p:cNvSpPr>
          <p:nvPr/>
        </p:nvSpPr>
        <p:spPr>
          <a:xfrm>
            <a:off x="8218265" y="5577426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8B9298"/>
            </a:solidFill>
            <a:prstDash val="solid"/>
          </a:ln>
        </p:spPr>
      </p:sp>
      <p:sp>
        <p:nvSpPr>
          <p:cNvPr id="1109" name="text_4558">
            <a:extLst>
              <a:ext uri="{FF2B5EF4-FFF2-40B4-BE49-F238E27FC236}">
                <a16:creationId xmlns:a16="http://schemas.microsoft.com/office/drawing/2014/main" id="{49A462C7-64FE-4B76-908A-0630ACF12846}"/>
              </a:ext>
            </a:extLst>
          </p:cNvPr>
          <p:cNvSpPr>
            <a:spLocks noGrp="1"/>
          </p:cNvSpPr>
          <p:nvPr/>
        </p:nvSpPr>
        <p:spPr>
          <a:xfrm>
            <a:off x="1685925" y="873537"/>
            <a:ext cx="5213616" cy="466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938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8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detection · τ = 0.3</a:t>
            </a:r>
          </a:p>
        </p:txBody>
      </p:sp>
      <p:sp>
        <p:nvSpPr>
          <p:cNvPr id="1110" name="text_4559">
            <a:extLst>
              <a:ext uri="{FF2B5EF4-FFF2-40B4-BE49-F238E27FC236}">
                <a16:creationId xmlns:a16="http://schemas.microsoft.com/office/drawing/2014/main" id="{9AFB4402-35EB-4011-9C48-C48C12A8AD61}"/>
              </a:ext>
            </a:extLst>
          </p:cNvPr>
          <p:cNvSpPr>
            <a:spLocks noGrp="1"/>
          </p:cNvSpPr>
          <p:nvPr/>
        </p:nvSpPr>
        <p:spPr>
          <a:xfrm>
            <a:off x="1685925" y="1320205"/>
            <a:ext cx="1415619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All ligands</a:t>
            </a:r>
          </a:p>
        </p:txBody>
      </p:sp>
      <p:sp>
        <p:nvSpPr>
          <p:cNvPr id="1111" name="e_full_violin_4560">
            <a:extLst>
              <a:ext uri="{FF2B5EF4-FFF2-40B4-BE49-F238E27FC236}">
                <a16:creationId xmlns:a16="http://schemas.microsoft.com/office/drawing/2014/main" id="{37213A29-DBFD-4634-A2FD-7BEFE63779CD}"/>
              </a:ext>
            </a:extLst>
          </p:cNvPr>
          <p:cNvSpPr>
            <a:spLocks noGrp="1"/>
          </p:cNvSpPr>
          <p:nvPr/>
        </p:nvSpPr>
        <p:spPr>
          <a:xfrm>
            <a:off x="3312828" y="7147315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007C83"/>
          </a:solidFill>
          <a:ln w="0">
            <a:noFill/>
            <a:prstDash val="solid"/>
          </a:ln>
        </p:spPr>
      </p:sp>
      <p:sp>
        <p:nvSpPr>
          <p:cNvPr id="1112" name="text_4561">
            <a:extLst>
              <a:ext uri="{FF2B5EF4-FFF2-40B4-BE49-F238E27FC236}">
                <a16:creationId xmlns:a16="http://schemas.microsoft.com/office/drawing/2014/main" id="{59C54758-3E9D-4E05-908E-DA0B2F8BE3D5}"/>
              </a:ext>
            </a:extLst>
          </p:cNvPr>
          <p:cNvSpPr>
            <a:spLocks noGrp="1"/>
          </p:cNvSpPr>
          <p:nvPr/>
        </p:nvSpPr>
        <p:spPr>
          <a:xfrm>
            <a:off x="3644694" y="7124340"/>
            <a:ext cx="3141220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Ligandseek-Find · deposited receptor</a:t>
            </a:r>
          </a:p>
        </p:txBody>
      </p:sp>
      <p:sp>
        <p:nvSpPr>
          <p:cNvPr id="1113" name="e_full_violin_4562">
            <a:extLst>
              <a:ext uri="{FF2B5EF4-FFF2-40B4-BE49-F238E27FC236}">
                <a16:creationId xmlns:a16="http://schemas.microsoft.com/office/drawing/2014/main" id="{90C3A20A-1C11-4AC1-BF30-8CB5F3E3FF6E}"/>
              </a:ext>
            </a:extLst>
          </p:cNvPr>
          <p:cNvSpPr>
            <a:spLocks noGrp="1"/>
          </p:cNvSpPr>
          <p:nvPr/>
        </p:nvSpPr>
        <p:spPr>
          <a:xfrm>
            <a:off x="3312828" y="7447710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566AB4"/>
          </a:solidFill>
          <a:ln w="0">
            <a:noFill/>
            <a:prstDash val="solid"/>
          </a:ln>
        </p:spPr>
      </p:sp>
      <p:sp>
        <p:nvSpPr>
          <p:cNvPr id="1114" name="text_4563">
            <a:extLst>
              <a:ext uri="{FF2B5EF4-FFF2-40B4-BE49-F238E27FC236}">
                <a16:creationId xmlns:a16="http://schemas.microsoft.com/office/drawing/2014/main" id="{8C9C208C-0AE5-4ACF-88A1-AAB84B98B3FB}"/>
              </a:ext>
            </a:extLst>
          </p:cNvPr>
          <p:cNvSpPr>
            <a:spLocks noGrp="1"/>
          </p:cNvSpPr>
          <p:nvPr/>
        </p:nvSpPr>
        <p:spPr>
          <a:xfrm>
            <a:off x="3644694" y="7424735"/>
            <a:ext cx="3310982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Ligandseek-Find · CryoAtom2 receptor</a:t>
            </a:r>
          </a:p>
        </p:txBody>
      </p:sp>
      <p:sp>
        <p:nvSpPr>
          <p:cNvPr id="1115" name="e_full_violin_4564">
            <a:extLst>
              <a:ext uri="{FF2B5EF4-FFF2-40B4-BE49-F238E27FC236}">
                <a16:creationId xmlns:a16="http://schemas.microsoft.com/office/drawing/2014/main" id="{6E3960C3-35B5-4A5B-87DC-EFB6958D493D}"/>
              </a:ext>
            </a:extLst>
          </p:cNvPr>
          <p:cNvSpPr>
            <a:spLocks noGrp="1"/>
          </p:cNvSpPr>
          <p:nvPr/>
        </p:nvSpPr>
        <p:spPr>
          <a:xfrm>
            <a:off x="3312828" y="7748743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8B9298"/>
          </a:solidFill>
          <a:ln w="0">
            <a:noFill/>
            <a:prstDash val="solid"/>
          </a:ln>
        </p:spPr>
      </p:sp>
      <p:sp>
        <p:nvSpPr>
          <p:cNvPr id="1116" name="text_4565">
            <a:extLst>
              <a:ext uri="{FF2B5EF4-FFF2-40B4-BE49-F238E27FC236}">
                <a16:creationId xmlns:a16="http://schemas.microsoft.com/office/drawing/2014/main" id="{ED764190-CEFD-4F81-BEFB-73876DBAFCEE}"/>
              </a:ext>
            </a:extLst>
          </p:cNvPr>
          <p:cNvSpPr>
            <a:spLocks noGrp="1"/>
          </p:cNvSpPr>
          <p:nvPr/>
        </p:nvSpPr>
        <p:spPr>
          <a:xfrm>
            <a:off x="3644694" y="7725767"/>
            <a:ext cx="1083651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Emap2lig-Find</a:t>
            </a:r>
          </a:p>
        </p:txBody>
      </p:sp>
    </p:spTree>
    <p:extLst>
      <p:ext uri="{BB962C8B-B14F-4D97-AF65-F5344CB8AC3E}">
        <p14:creationId xmlns:p14="http://schemas.microsoft.com/office/powerpoint/2010/main" val="2066647539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" name="f_small_violin_4566">
            <a:extLst>
              <a:ext uri="{FF2B5EF4-FFF2-40B4-BE49-F238E27FC236}">
                <a16:creationId xmlns:a16="http://schemas.microsoft.com/office/drawing/2014/main" id="{ADE5F09D-230B-4062-A140-B10CC184796A}"/>
              </a:ext>
            </a:extLst>
          </p:cNvPr>
          <p:cNvSpPr>
            <a:spLocks noGrp="1"/>
          </p:cNvSpPr>
          <p:nvPr/>
        </p:nvSpPr>
        <p:spPr>
          <a:xfrm>
            <a:off x="238125" y="512415"/>
            <a:ext cx="9048750" cy="7776270"/>
          </a:xfrm>
          <a:custGeom>
            <a:avLst/>
            <a:gdLst/>
            <a:ahLst/>
            <a:cxnLst/>
            <a:rect l="0" t="0" r="0" b="0"/>
            <a:pathLst>
              <a:path w="9048750" h="7776270">
                <a:moveTo>
                  <a:pt x="0" y="7776270"/>
                </a:moveTo>
                <a:lnTo>
                  <a:pt x="9048750" y="7776270"/>
                </a:lnTo>
                <a:lnTo>
                  <a:pt x="9048750" y="0"/>
                </a:lnTo>
                <a:lnTo>
                  <a:pt x="0" y="0"/>
                </a:lnTo>
                <a:lnTo>
                  <a:pt x="0" y="777627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_small_violin_4567">
            <a:extLst>
              <a:ext uri="{FF2B5EF4-FFF2-40B4-BE49-F238E27FC236}">
                <a16:creationId xmlns:a16="http://schemas.microsoft.com/office/drawing/2014/main" id="{3C6C591A-4590-4DE5-8E6C-746EC0D9C6DD}"/>
              </a:ext>
            </a:extLst>
          </p:cNvPr>
          <p:cNvSpPr>
            <a:spLocks noGrp="1"/>
          </p:cNvSpPr>
          <p:nvPr/>
        </p:nvSpPr>
        <p:spPr>
          <a:xfrm>
            <a:off x="1685925" y="2378720"/>
            <a:ext cx="7239000" cy="3888135"/>
          </a:xfrm>
          <a:custGeom>
            <a:avLst/>
            <a:gdLst/>
            <a:ahLst/>
            <a:cxnLst/>
            <a:rect l="0" t="0" r="0" b="0"/>
            <a:pathLst>
              <a:path w="7239000" h="3888135">
                <a:moveTo>
                  <a:pt x="0" y="3888135"/>
                </a:moveTo>
                <a:lnTo>
                  <a:pt x="7239000" y="3888135"/>
                </a:lnTo>
                <a:lnTo>
                  <a:pt x="7239000" y="0"/>
                </a:lnTo>
                <a:lnTo>
                  <a:pt x="0" y="0"/>
                </a:lnTo>
                <a:lnTo>
                  <a:pt x="0" y="3888135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text_4568">
            <a:extLst>
              <a:ext uri="{FF2B5EF4-FFF2-40B4-BE49-F238E27FC236}">
                <a16:creationId xmlns:a16="http://schemas.microsoft.com/office/drawing/2014/main" id="{C986BB91-10AA-48DC-9DD2-2077F1763238}"/>
              </a:ext>
            </a:extLst>
          </p:cNvPr>
          <p:cNvSpPr>
            <a:spLocks noGrp="1"/>
          </p:cNvSpPr>
          <p:nvPr/>
        </p:nvSpPr>
        <p:spPr>
          <a:xfrm>
            <a:off x="2734794" y="6442821"/>
            <a:ext cx="1150102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Precision</a:t>
            </a:r>
          </a:p>
        </p:txBody>
      </p:sp>
      <p:sp>
        <p:nvSpPr>
          <p:cNvPr id="4" name="text_4569">
            <a:extLst>
              <a:ext uri="{FF2B5EF4-FFF2-40B4-BE49-F238E27FC236}">
                <a16:creationId xmlns:a16="http://schemas.microsoft.com/office/drawing/2014/main" id="{531FDC47-0137-47BF-9A73-1682B063B0DA}"/>
              </a:ext>
            </a:extLst>
          </p:cNvPr>
          <p:cNvSpPr>
            <a:spLocks noGrp="1"/>
          </p:cNvSpPr>
          <p:nvPr/>
        </p:nvSpPr>
        <p:spPr>
          <a:xfrm>
            <a:off x="6928962" y="6442821"/>
            <a:ext cx="783361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Recall</a:t>
            </a:r>
          </a:p>
        </p:txBody>
      </p:sp>
      <p:sp>
        <p:nvSpPr>
          <p:cNvPr id="5" name="f_small_violin_4570">
            <a:extLst>
              <a:ext uri="{FF2B5EF4-FFF2-40B4-BE49-F238E27FC236}">
                <a16:creationId xmlns:a16="http://schemas.microsoft.com/office/drawing/2014/main" id="{36700F4B-0CD3-4E8B-9893-ED5FC803A502}"/>
              </a:ext>
            </a:extLst>
          </p:cNvPr>
          <p:cNvSpPr>
            <a:spLocks noGrp="1"/>
          </p:cNvSpPr>
          <p:nvPr/>
        </p:nvSpPr>
        <p:spPr>
          <a:xfrm>
            <a:off x="1685925" y="6174719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6" name="f_small_violin_4571">
            <a:extLst>
              <a:ext uri="{FF2B5EF4-FFF2-40B4-BE49-F238E27FC236}">
                <a16:creationId xmlns:a16="http://schemas.microsoft.com/office/drawing/2014/main" id="{08DF82EA-857B-4394-A419-E2A205017E5B}"/>
              </a:ext>
            </a:extLst>
          </p:cNvPr>
          <p:cNvSpPr>
            <a:spLocks noGrp="1"/>
          </p:cNvSpPr>
          <p:nvPr/>
        </p:nvSpPr>
        <p:spPr>
          <a:xfrm>
            <a:off x="1595595" y="6174719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7" name="text_4572">
            <a:extLst>
              <a:ext uri="{FF2B5EF4-FFF2-40B4-BE49-F238E27FC236}">
                <a16:creationId xmlns:a16="http://schemas.microsoft.com/office/drawing/2014/main" id="{B57A6367-F247-4CAC-9857-3C5F5F14DB63}"/>
              </a:ext>
            </a:extLst>
          </p:cNvPr>
          <p:cNvSpPr>
            <a:spLocks noGrp="1"/>
          </p:cNvSpPr>
          <p:nvPr/>
        </p:nvSpPr>
        <p:spPr>
          <a:xfrm>
            <a:off x="1075998" y="6055924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8" name="f_small_violin_4573">
            <a:extLst>
              <a:ext uri="{FF2B5EF4-FFF2-40B4-BE49-F238E27FC236}">
                <a16:creationId xmlns:a16="http://schemas.microsoft.com/office/drawing/2014/main" id="{9A5E44B0-9C75-4029-AB19-FB4132F8877F}"/>
              </a:ext>
            </a:extLst>
          </p:cNvPr>
          <p:cNvSpPr>
            <a:spLocks noGrp="1"/>
          </p:cNvSpPr>
          <p:nvPr/>
        </p:nvSpPr>
        <p:spPr>
          <a:xfrm>
            <a:off x="1685925" y="4332001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9" name="f_small_violin_4574">
            <a:extLst>
              <a:ext uri="{FF2B5EF4-FFF2-40B4-BE49-F238E27FC236}">
                <a16:creationId xmlns:a16="http://schemas.microsoft.com/office/drawing/2014/main" id="{FE1ADD4F-3CC6-42A4-8459-9A7ECE90E8D1}"/>
              </a:ext>
            </a:extLst>
          </p:cNvPr>
          <p:cNvSpPr>
            <a:spLocks noGrp="1"/>
          </p:cNvSpPr>
          <p:nvPr/>
        </p:nvSpPr>
        <p:spPr>
          <a:xfrm>
            <a:off x="1595595" y="433200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0" name="text_4575">
            <a:extLst>
              <a:ext uri="{FF2B5EF4-FFF2-40B4-BE49-F238E27FC236}">
                <a16:creationId xmlns:a16="http://schemas.microsoft.com/office/drawing/2014/main" id="{FDF86CC9-81A8-4E00-BBC9-97A613CEAE95}"/>
              </a:ext>
            </a:extLst>
          </p:cNvPr>
          <p:cNvSpPr>
            <a:spLocks noGrp="1"/>
          </p:cNvSpPr>
          <p:nvPr/>
        </p:nvSpPr>
        <p:spPr>
          <a:xfrm>
            <a:off x="1075998" y="421320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1" name="f_small_violin_4576">
            <a:extLst>
              <a:ext uri="{FF2B5EF4-FFF2-40B4-BE49-F238E27FC236}">
                <a16:creationId xmlns:a16="http://schemas.microsoft.com/office/drawing/2014/main" id="{89E95328-3C1D-46F0-8E70-774BF062DFE6}"/>
              </a:ext>
            </a:extLst>
          </p:cNvPr>
          <p:cNvSpPr>
            <a:spLocks noGrp="1"/>
          </p:cNvSpPr>
          <p:nvPr/>
        </p:nvSpPr>
        <p:spPr>
          <a:xfrm>
            <a:off x="1685925" y="2489283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2" name="f_small_violin_4577">
            <a:extLst>
              <a:ext uri="{FF2B5EF4-FFF2-40B4-BE49-F238E27FC236}">
                <a16:creationId xmlns:a16="http://schemas.microsoft.com/office/drawing/2014/main" id="{B46600AF-2157-487D-91D9-95EB7FBA05EF}"/>
              </a:ext>
            </a:extLst>
          </p:cNvPr>
          <p:cNvSpPr>
            <a:spLocks noGrp="1"/>
          </p:cNvSpPr>
          <p:nvPr/>
        </p:nvSpPr>
        <p:spPr>
          <a:xfrm>
            <a:off x="1595595" y="2489283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3" name="text_4578">
            <a:extLst>
              <a:ext uri="{FF2B5EF4-FFF2-40B4-BE49-F238E27FC236}">
                <a16:creationId xmlns:a16="http://schemas.microsoft.com/office/drawing/2014/main" id="{BF8BCC3E-D3DE-4946-98BF-19B07AB4C73E}"/>
              </a:ext>
            </a:extLst>
          </p:cNvPr>
          <p:cNvSpPr>
            <a:spLocks noGrp="1"/>
          </p:cNvSpPr>
          <p:nvPr/>
        </p:nvSpPr>
        <p:spPr>
          <a:xfrm>
            <a:off x="1075998" y="2370488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4" name="text_4579">
            <a:extLst>
              <a:ext uri="{FF2B5EF4-FFF2-40B4-BE49-F238E27FC236}">
                <a16:creationId xmlns:a16="http://schemas.microsoft.com/office/drawing/2014/main" id="{B6A6C480-3DC6-4609-A77C-FEC42A55A8C6}"/>
              </a:ext>
            </a:extLst>
          </p:cNvPr>
          <p:cNvSpPr>
            <a:spLocks noGrp="1"/>
          </p:cNvSpPr>
          <p:nvPr/>
        </p:nvSpPr>
        <p:spPr>
          <a:xfrm rot="-5400000">
            <a:off x="407394" y="4131326"/>
            <a:ext cx="819792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15" name="f_small_violin_4580">
            <a:extLst>
              <a:ext uri="{FF2B5EF4-FFF2-40B4-BE49-F238E27FC236}">
                <a16:creationId xmlns:a16="http://schemas.microsoft.com/office/drawing/2014/main" id="{D1C25B42-812E-40BA-BC20-E0486F204502}"/>
              </a:ext>
            </a:extLst>
          </p:cNvPr>
          <p:cNvSpPr>
            <a:spLocks noGrp="1"/>
          </p:cNvSpPr>
          <p:nvPr/>
        </p:nvSpPr>
        <p:spPr>
          <a:xfrm>
            <a:off x="1930486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494470" y="3685436"/>
                </a:moveTo>
                <a:lnTo>
                  <a:pt x="288124" y="3685436"/>
                </a:lnTo>
                <a:lnTo>
                  <a:pt x="289272" y="3662402"/>
                </a:lnTo>
                <a:lnTo>
                  <a:pt x="292639" y="3639368"/>
                </a:lnTo>
                <a:lnTo>
                  <a:pt x="297998" y="3616334"/>
                </a:lnTo>
                <a:lnTo>
                  <a:pt x="305004" y="3593300"/>
                </a:lnTo>
                <a:lnTo>
                  <a:pt x="313223" y="3570266"/>
                </a:lnTo>
                <a:lnTo>
                  <a:pt x="322180" y="3547232"/>
                </a:lnTo>
                <a:lnTo>
                  <a:pt x="331400" y="3524198"/>
                </a:lnTo>
                <a:lnTo>
                  <a:pt x="340450" y="3501164"/>
                </a:lnTo>
                <a:lnTo>
                  <a:pt x="348969" y="3478130"/>
                </a:lnTo>
                <a:lnTo>
                  <a:pt x="356687" y="3455096"/>
                </a:lnTo>
                <a:lnTo>
                  <a:pt x="363432" y="3432062"/>
                </a:lnTo>
                <a:lnTo>
                  <a:pt x="369125" y="3409028"/>
                </a:lnTo>
                <a:lnTo>
                  <a:pt x="373768" y="3385994"/>
                </a:lnTo>
                <a:lnTo>
                  <a:pt x="377427" y="3362960"/>
                </a:lnTo>
                <a:lnTo>
                  <a:pt x="380213" y="3339926"/>
                </a:lnTo>
                <a:lnTo>
                  <a:pt x="382260" y="3316892"/>
                </a:lnTo>
                <a:lnTo>
                  <a:pt x="383710" y="3293858"/>
                </a:lnTo>
                <a:lnTo>
                  <a:pt x="384698" y="3270824"/>
                </a:lnTo>
                <a:lnTo>
                  <a:pt x="385346" y="3247790"/>
                </a:lnTo>
                <a:lnTo>
                  <a:pt x="385753" y="3224756"/>
                </a:lnTo>
                <a:lnTo>
                  <a:pt x="386000" y="3201722"/>
                </a:lnTo>
                <a:lnTo>
                  <a:pt x="386144" y="3178688"/>
                </a:lnTo>
                <a:lnTo>
                  <a:pt x="386227" y="3155654"/>
                </a:lnTo>
                <a:lnTo>
                  <a:pt x="386276" y="3132620"/>
                </a:lnTo>
                <a:lnTo>
                  <a:pt x="386309" y="3109586"/>
                </a:lnTo>
                <a:lnTo>
                  <a:pt x="386337" y="3086552"/>
                </a:lnTo>
                <a:lnTo>
                  <a:pt x="386369" y="3063518"/>
                </a:lnTo>
                <a:lnTo>
                  <a:pt x="386413" y="3040485"/>
                </a:lnTo>
                <a:lnTo>
                  <a:pt x="386476" y="3017451"/>
                </a:lnTo>
                <a:lnTo>
                  <a:pt x="386565" y="2994417"/>
                </a:lnTo>
                <a:lnTo>
                  <a:pt x="386687" y="2971383"/>
                </a:lnTo>
                <a:lnTo>
                  <a:pt x="386844" y="2948349"/>
                </a:lnTo>
                <a:lnTo>
                  <a:pt x="387038" y="2925315"/>
                </a:lnTo>
                <a:lnTo>
                  <a:pt x="387264" y="2902281"/>
                </a:lnTo>
                <a:lnTo>
                  <a:pt x="387512" y="2879247"/>
                </a:lnTo>
                <a:lnTo>
                  <a:pt x="387768" y="2856213"/>
                </a:lnTo>
                <a:lnTo>
                  <a:pt x="388014" y="2833179"/>
                </a:lnTo>
                <a:lnTo>
                  <a:pt x="388227" y="2810145"/>
                </a:lnTo>
                <a:lnTo>
                  <a:pt x="388388" y="2787111"/>
                </a:lnTo>
                <a:lnTo>
                  <a:pt x="388474" y="2764077"/>
                </a:lnTo>
                <a:lnTo>
                  <a:pt x="388468" y="2741043"/>
                </a:lnTo>
                <a:lnTo>
                  <a:pt x="388357" y="2718009"/>
                </a:lnTo>
                <a:lnTo>
                  <a:pt x="388135" y="2694975"/>
                </a:lnTo>
                <a:lnTo>
                  <a:pt x="387805" y="2671941"/>
                </a:lnTo>
                <a:lnTo>
                  <a:pt x="387378" y="2648907"/>
                </a:lnTo>
                <a:lnTo>
                  <a:pt x="386871" y="2625873"/>
                </a:lnTo>
                <a:lnTo>
                  <a:pt x="386314" y="2602839"/>
                </a:lnTo>
                <a:lnTo>
                  <a:pt x="385738" y="2579805"/>
                </a:lnTo>
                <a:lnTo>
                  <a:pt x="385181" y="2556771"/>
                </a:lnTo>
                <a:lnTo>
                  <a:pt x="384680" y="2533737"/>
                </a:lnTo>
                <a:lnTo>
                  <a:pt x="384269" y="2510703"/>
                </a:lnTo>
                <a:lnTo>
                  <a:pt x="383977" y="2487669"/>
                </a:lnTo>
                <a:lnTo>
                  <a:pt x="383822" y="2464635"/>
                </a:lnTo>
                <a:lnTo>
                  <a:pt x="383811" y="2441601"/>
                </a:lnTo>
                <a:lnTo>
                  <a:pt x="383940" y="2418567"/>
                </a:lnTo>
                <a:lnTo>
                  <a:pt x="384191" y="2395533"/>
                </a:lnTo>
                <a:lnTo>
                  <a:pt x="384536" y="2372499"/>
                </a:lnTo>
                <a:lnTo>
                  <a:pt x="384939" y="2349465"/>
                </a:lnTo>
                <a:lnTo>
                  <a:pt x="385357" y="2326431"/>
                </a:lnTo>
                <a:lnTo>
                  <a:pt x="385749" y="2303397"/>
                </a:lnTo>
                <a:lnTo>
                  <a:pt x="386073" y="2280363"/>
                </a:lnTo>
                <a:lnTo>
                  <a:pt x="386292" y="2257329"/>
                </a:lnTo>
                <a:lnTo>
                  <a:pt x="386375" y="2234295"/>
                </a:lnTo>
                <a:lnTo>
                  <a:pt x="386298" y="2211261"/>
                </a:lnTo>
                <a:lnTo>
                  <a:pt x="386047" y="2188228"/>
                </a:lnTo>
                <a:lnTo>
                  <a:pt x="385611" y="2165194"/>
                </a:lnTo>
                <a:lnTo>
                  <a:pt x="384990" y="2142160"/>
                </a:lnTo>
                <a:lnTo>
                  <a:pt x="384188" y="2119126"/>
                </a:lnTo>
                <a:lnTo>
                  <a:pt x="383215" y="2096092"/>
                </a:lnTo>
                <a:lnTo>
                  <a:pt x="382090" y="2073058"/>
                </a:lnTo>
                <a:lnTo>
                  <a:pt x="380836" y="2050024"/>
                </a:lnTo>
                <a:lnTo>
                  <a:pt x="379488" y="2026990"/>
                </a:lnTo>
                <a:lnTo>
                  <a:pt x="378085" y="2003956"/>
                </a:lnTo>
                <a:lnTo>
                  <a:pt x="376678" y="1980922"/>
                </a:lnTo>
                <a:lnTo>
                  <a:pt x="375323" y="1957888"/>
                </a:lnTo>
                <a:lnTo>
                  <a:pt x="374080" y="1934854"/>
                </a:lnTo>
                <a:lnTo>
                  <a:pt x="373009" y="1911820"/>
                </a:lnTo>
                <a:lnTo>
                  <a:pt x="372167" y="1888786"/>
                </a:lnTo>
                <a:lnTo>
                  <a:pt x="371600" y="1865752"/>
                </a:lnTo>
                <a:lnTo>
                  <a:pt x="371340" y="1842718"/>
                </a:lnTo>
                <a:lnTo>
                  <a:pt x="371399" y="1819684"/>
                </a:lnTo>
                <a:lnTo>
                  <a:pt x="371770" y="1796650"/>
                </a:lnTo>
                <a:lnTo>
                  <a:pt x="372424" y="1773616"/>
                </a:lnTo>
                <a:lnTo>
                  <a:pt x="373316" y="1750582"/>
                </a:lnTo>
                <a:lnTo>
                  <a:pt x="374386" y="1727548"/>
                </a:lnTo>
                <a:lnTo>
                  <a:pt x="375563" y="1704514"/>
                </a:lnTo>
                <a:lnTo>
                  <a:pt x="376778" y="1681480"/>
                </a:lnTo>
                <a:lnTo>
                  <a:pt x="377957" y="1658446"/>
                </a:lnTo>
                <a:lnTo>
                  <a:pt x="379037" y="1635412"/>
                </a:lnTo>
                <a:lnTo>
                  <a:pt x="379960" y="1612378"/>
                </a:lnTo>
                <a:lnTo>
                  <a:pt x="380680" y="1589344"/>
                </a:lnTo>
                <a:lnTo>
                  <a:pt x="381158" y="1566310"/>
                </a:lnTo>
                <a:lnTo>
                  <a:pt x="381364" y="1543276"/>
                </a:lnTo>
                <a:lnTo>
                  <a:pt x="381279" y="1520242"/>
                </a:lnTo>
                <a:lnTo>
                  <a:pt x="380889" y="1497208"/>
                </a:lnTo>
                <a:lnTo>
                  <a:pt x="380192" y="1474174"/>
                </a:lnTo>
                <a:lnTo>
                  <a:pt x="379197" y="1451140"/>
                </a:lnTo>
                <a:lnTo>
                  <a:pt x="377926" y="1428106"/>
                </a:lnTo>
                <a:lnTo>
                  <a:pt x="376415" y="1405072"/>
                </a:lnTo>
                <a:lnTo>
                  <a:pt x="374716" y="1382038"/>
                </a:lnTo>
                <a:lnTo>
                  <a:pt x="372895" y="1359004"/>
                </a:lnTo>
                <a:lnTo>
                  <a:pt x="371027" y="1335970"/>
                </a:lnTo>
                <a:lnTo>
                  <a:pt x="369194" y="1312937"/>
                </a:lnTo>
                <a:lnTo>
                  <a:pt x="367473" y="1289903"/>
                </a:lnTo>
                <a:lnTo>
                  <a:pt x="365933" y="1266869"/>
                </a:lnTo>
                <a:lnTo>
                  <a:pt x="364627" y="1243835"/>
                </a:lnTo>
                <a:lnTo>
                  <a:pt x="363585" y="1220801"/>
                </a:lnTo>
                <a:lnTo>
                  <a:pt x="362815" y="1197767"/>
                </a:lnTo>
                <a:lnTo>
                  <a:pt x="362305" y="1174733"/>
                </a:lnTo>
                <a:lnTo>
                  <a:pt x="362025" y="1151699"/>
                </a:lnTo>
                <a:lnTo>
                  <a:pt x="361935" y="1128665"/>
                </a:lnTo>
                <a:lnTo>
                  <a:pt x="361997" y="1105631"/>
                </a:lnTo>
                <a:lnTo>
                  <a:pt x="362173" y="1082597"/>
                </a:lnTo>
                <a:lnTo>
                  <a:pt x="362443" y="1059563"/>
                </a:lnTo>
                <a:lnTo>
                  <a:pt x="362796" y="1036529"/>
                </a:lnTo>
                <a:lnTo>
                  <a:pt x="363237" y="1013495"/>
                </a:lnTo>
                <a:lnTo>
                  <a:pt x="363780" y="990461"/>
                </a:lnTo>
                <a:lnTo>
                  <a:pt x="364443" y="967427"/>
                </a:lnTo>
                <a:lnTo>
                  <a:pt x="365243" y="944393"/>
                </a:lnTo>
                <a:lnTo>
                  <a:pt x="366185" y="921359"/>
                </a:lnTo>
                <a:lnTo>
                  <a:pt x="367263" y="898325"/>
                </a:lnTo>
                <a:lnTo>
                  <a:pt x="368454" y="875291"/>
                </a:lnTo>
                <a:lnTo>
                  <a:pt x="369723" y="852257"/>
                </a:lnTo>
                <a:lnTo>
                  <a:pt x="371021" y="829223"/>
                </a:lnTo>
                <a:lnTo>
                  <a:pt x="372298" y="806189"/>
                </a:lnTo>
                <a:lnTo>
                  <a:pt x="373504" y="783155"/>
                </a:lnTo>
                <a:lnTo>
                  <a:pt x="374598" y="760121"/>
                </a:lnTo>
                <a:lnTo>
                  <a:pt x="375551" y="737087"/>
                </a:lnTo>
                <a:lnTo>
                  <a:pt x="376348" y="714053"/>
                </a:lnTo>
                <a:lnTo>
                  <a:pt x="376993" y="691019"/>
                </a:lnTo>
                <a:lnTo>
                  <a:pt x="377500" y="667985"/>
                </a:lnTo>
                <a:lnTo>
                  <a:pt x="377893" y="644951"/>
                </a:lnTo>
                <a:lnTo>
                  <a:pt x="378197" y="621917"/>
                </a:lnTo>
                <a:lnTo>
                  <a:pt x="378433" y="598883"/>
                </a:lnTo>
                <a:lnTo>
                  <a:pt x="378608" y="575849"/>
                </a:lnTo>
                <a:lnTo>
                  <a:pt x="378707" y="552815"/>
                </a:lnTo>
                <a:lnTo>
                  <a:pt x="378689" y="529781"/>
                </a:lnTo>
                <a:lnTo>
                  <a:pt x="378472" y="506747"/>
                </a:lnTo>
                <a:lnTo>
                  <a:pt x="377930" y="483713"/>
                </a:lnTo>
                <a:lnTo>
                  <a:pt x="376881" y="460679"/>
                </a:lnTo>
                <a:lnTo>
                  <a:pt x="375084" y="437646"/>
                </a:lnTo>
                <a:lnTo>
                  <a:pt x="372229" y="414612"/>
                </a:lnTo>
                <a:lnTo>
                  <a:pt x="367941" y="391578"/>
                </a:lnTo>
                <a:lnTo>
                  <a:pt x="361784" y="368544"/>
                </a:lnTo>
                <a:lnTo>
                  <a:pt x="353278" y="345510"/>
                </a:lnTo>
                <a:lnTo>
                  <a:pt x="341930" y="322476"/>
                </a:lnTo>
                <a:lnTo>
                  <a:pt x="327278" y="299442"/>
                </a:lnTo>
                <a:lnTo>
                  <a:pt x="308949" y="276408"/>
                </a:lnTo>
                <a:lnTo>
                  <a:pt x="286728" y="253374"/>
                </a:lnTo>
                <a:lnTo>
                  <a:pt x="260630" y="230340"/>
                </a:lnTo>
                <a:lnTo>
                  <a:pt x="230965" y="207306"/>
                </a:lnTo>
                <a:lnTo>
                  <a:pt x="198388" y="184272"/>
                </a:lnTo>
                <a:lnTo>
                  <a:pt x="163912" y="161238"/>
                </a:lnTo>
                <a:lnTo>
                  <a:pt x="128886" y="138204"/>
                </a:lnTo>
                <a:lnTo>
                  <a:pt x="94929" y="115170"/>
                </a:lnTo>
                <a:lnTo>
                  <a:pt x="63812" y="92136"/>
                </a:lnTo>
                <a:lnTo>
                  <a:pt x="37313" y="69102"/>
                </a:lnTo>
                <a:lnTo>
                  <a:pt x="17055" y="46068"/>
                </a:lnTo>
                <a:lnTo>
                  <a:pt x="4336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258" y="23034"/>
                </a:lnTo>
                <a:lnTo>
                  <a:pt x="765540" y="46068"/>
                </a:lnTo>
                <a:lnTo>
                  <a:pt x="745282" y="69102"/>
                </a:lnTo>
                <a:lnTo>
                  <a:pt x="718783" y="92136"/>
                </a:lnTo>
                <a:lnTo>
                  <a:pt x="687665" y="115170"/>
                </a:lnTo>
                <a:lnTo>
                  <a:pt x="653708" y="138204"/>
                </a:lnTo>
                <a:lnTo>
                  <a:pt x="618683" y="161238"/>
                </a:lnTo>
                <a:lnTo>
                  <a:pt x="584207" y="184272"/>
                </a:lnTo>
                <a:lnTo>
                  <a:pt x="551630" y="207306"/>
                </a:lnTo>
                <a:lnTo>
                  <a:pt x="521965" y="230340"/>
                </a:lnTo>
                <a:lnTo>
                  <a:pt x="495867" y="253374"/>
                </a:lnTo>
                <a:lnTo>
                  <a:pt x="473645" y="276408"/>
                </a:lnTo>
                <a:lnTo>
                  <a:pt x="455316" y="299442"/>
                </a:lnTo>
                <a:lnTo>
                  <a:pt x="440664" y="322476"/>
                </a:lnTo>
                <a:lnTo>
                  <a:pt x="429316" y="345510"/>
                </a:lnTo>
                <a:lnTo>
                  <a:pt x="420811" y="368544"/>
                </a:lnTo>
                <a:lnTo>
                  <a:pt x="414653" y="391578"/>
                </a:lnTo>
                <a:lnTo>
                  <a:pt x="410366" y="414612"/>
                </a:lnTo>
                <a:lnTo>
                  <a:pt x="407511" y="437646"/>
                </a:lnTo>
                <a:lnTo>
                  <a:pt x="405713" y="460679"/>
                </a:lnTo>
                <a:lnTo>
                  <a:pt x="404664" y="483713"/>
                </a:lnTo>
                <a:lnTo>
                  <a:pt x="404122" y="506747"/>
                </a:lnTo>
                <a:lnTo>
                  <a:pt x="403905" y="529781"/>
                </a:lnTo>
                <a:lnTo>
                  <a:pt x="403887" y="552815"/>
                </a:lnTo>
                <a:lnTo>
                  <a:pt x="403987" y="575849"/>
                </a:lnTo>
                <a:lnTo>
                  <a:pt x="404162" y="598883"/>
                </a:lnTo>
                <a:lnTo>
                  <a:pt x="404398" y="621917"/>
                </a:lnTo>
                <a:lnTo>
                  <a:pt x="404702" y="644951"/>
                </a:lnTo>
                <a:lnTo>
                  <a:pt x="405095" y="667985"/>
                </a:lnTo>
                <a:lnTo>
                  <a:pt x="405602" y="691019"/>
                </a:lnTo>
                <a:lnTo>
                  <a:pt x="406246" y="714053"/>
                </a:lnTo>
                <a:lnTo>
                  <a:pt x="407044" y="737087"/>
                </a:lnTo>
                <a:lnTo>
                  <a:pt x="407996" y="760121"/>
                </a:lnTo>
                <a:lnTo>
                  <a:pt x="409090" y="783155"/>
                </a:lnTo>
                <a:lnTo>
                  <a:pt x="410296" y="806189"/>
                </a:lnTo>
                <a:lnTo>
                  <a:pt x="411574" y="829223"/>
                </a:lnTo>
                <a:lnTo>
                  <a:pt x="412872" y="852257"/>
                </a:lnTo>
                <a:lnTo>
                  <a:pt x="414140" y="875291"/>
                </a:lnTo>
                <a:lnTo>
                  <a:pt x="415332" y="898325"/>
                </a:lnTo>
                <a:lnTo>
                  <a:pt x="416409" y="921359"/>
                </a:lnTo>
                <a:lnTo>
                  <a:pt x="417352" y="944393"/>
                </a:lnTo>
                <a:lnTo>
                  <a:pt x="418151" y="967427"/>
                </a:lnTo>
                <a:lnTo>
                  <a:pt x="418815" y="990461"/>
                </a:lnTo>
                <a:lnTo>
                  <a:pt x="419358" y="1013495"/>
                </a:lnTo>
                <a:lnTo>
                  <a:pt x="419799" y="1036529"/>
                </a:lnTo>
                <a:lnTo>
                  <a:pt x="420152" y="1059563"/>
                </a:lnTo>
                <a:lnTo>
                  <a:pt x="420421" y="1082597"/>
                </a:lnTo>
                <a:lnTo>
                  <a:pt x="420598" y="1105631"/>
                </a:lnTo>
                <a:lnTo>
                  <a:pt x="420659" y="1128665"/>
                </a:lnTo>
                <a:lnTo>
                  <a:pt x="420570" y="1151699"/>
                </a:lnTo>
                <a:lnTo>
                  <a:pt x="420290" y="1174733"/>
                </a:lnTo>
                <a:lnTo>
                  <a:pt x="419780" y="1197767"/>
                </a:lnTo>
                <a:lnTo>
                  <a:pt x="419010" y="1220801"/>
                </a:lnTo>
                <a:lnTo>
                  <a:pt x="417968" y="1243835"/>
                </a:lnTo>
                <a:lnTo>
                  <a:pt x="416661" y="1266869"/>
                </a:lnTo>
                <a:lnTo>
                  <a:pt x="415122" y="1289903"/>
                </a:lnTo>
                <a:lnTo>
                  <a:pt x="413401" y="1312937"/>
                </a:lnTo>
                <a:lnTo>
                  <a:pt x="411568" y="1335970"/>
                </a:lnTo>
                <a:lnTo>
                  <a:pt x="409700" y="1359004"/>
                </a:lnTo>
                <a:lnTo>
                  <a:pt x="407879" y="1382038"/>
                </a:lnTo>
                <a:lnTo>
                  <a:pt x="406180" y="1405072"/>
                </a:lnTo>
                <a:lnTo>
                  <a:pt x="404669" y="1428106"/>
                </a:lnTo>
                <a:lnTo>
                  <a:pt x="403397" y="1451140"/>
                </a:lnTo>
                <a:lnTo>
                  <a:pt x="402402" y="1474174"/>
                </a:lnTo>
                <a:lnTo>
                  <a:pt x="401706" y="1497208"/>
                </a:lnTo>
                <a:lnTo>
                  <a:pt x="401316" y="1520242"/>
                </a:lnTo>
                <a:lnTo>
                  <a:pt x="401230" y="1543276"/>
                </a:lnTo>
                <a:lnTo>
                  <a:pt x="401437" y="1566310"/>
                </a:lnTo>
                <a:lnTo>
                  <a:pt x="401914" y="1589344"/>
                </a:lnTo>
                <a:lnTo>
                  <a:pt x="402634" y="1612378"/>
                </a:lnTo>
                <a:lnTo>
                  <a:pt x="403558" y="1635412"/>
                </a:lnTo>
                <a:lnTo>
                  <a:pt x="404638" y="1658446"/>
                </a:lnTo>
                <a:lnTo>
                  <a:pt x="405817" y="1681480"/>
                </a:lnTo>
                <a:lnTo>
                  <a:pt x="407031" y="1704514"/>
                </a:lnTo>
                <a:lnTo>
                  <a:pt x="408209" y="1727548"/>
                </a:lnTo>
                <a:lnTo>
                  <a:pt x="409279" y="1750582"/>
                </a:lnTo>
                <a:lnTo>
                  <a:pt x="410171" y="1773616"/>
                </a:lnTo>
                <a:lnTo>
                  <a:pt x="410825" y="1796650"/>
                </a:lnTo>
                <a:lnTo>
                  <a:pt x="411196" y="1819684"/>
                </a:lnTo>
                <a:lnTo>
                  <a:pt x="411255" y="1842718"/>
                </a:lnTo>
                <a:lnTo>
                  <a:pt x="410994" y="1865752"/>
                </a:lnTo>
                <a:lnTo>
                  <a:pt x="410427" y="1888786"/>
                </a:lnTo>
                <a:lnTo>
                  <a:pt x="409586" y="1911820"/>
                </a:lnTo>
                <a:lnTo>
                  <a:pt x="408515" y="1934854"/>
                </a:lnTo>
                <a:lnTo>
                  <a:pt x="407272" y="1957888"/>
                </a:lnTo>
                <a:lnTo>
                  <a:pt x="405916" y="1980922"/>
                </a:lnTo>
                <a:lnTo>
                  <a:pt x="404509" y="2003956"/>
                </a:lnTo>
                <a:lnTo>
                  <a:pt x="403107" y="2026990"/>
                </a:lnTo>
                <a:lnTo>
                  <a:pt x="401758" y="2050024"/>
                </a:lnTo>
                <a:lnTo>
                  <a:pt x="400505" y="2073058"/>
                </a:lnTo>
                <a:lnTo>
                  <a:pt x="399379" y="2096092"/>
                </a:lnTo>
                <a:lnTo>
                  <a:pt x="398407" y="2119126"/>
                </a:lnTo>
                <a:lnTo>
                  <a:pt x="397604" y="2142160"/>
                </a:lnTo>
                <a:lnTo>
                  <a:pt x="396983" y="2165194"/>
                </a:lnTo>
                <a:lnTo>
                  <a:pt x="396548" y="2188228"/>
                </a:lnTo>
                <a:lnTo>
                  <a:pt x="396296" y="2211261"/>
                </a:lnTo>
                <a:lnTo>
                  <a:pt x="396220" y="2234295"/>
                </a:lnTo>
                <a:lnTo>
                  <a:pt x="396303" y="2257329"/>
                </a:lnTo>
                <a:lnTo>
                  <a:pt x="396522" y="2280363"/>
                </a:lnTo>
                <a:lnTo>
                  <a:pt x="396846" y="2303397"/>
                </a:lnTo>
                <a:lnTo>
                  <a:pt x="397237" y="2326431"/>
                </a:lnTo>
                <a:lnTo>
                  <a:pt x="397656" y="2349465"/>
                </a:lnTo>
                <a:lnTo>
                  <a:pt x="398058" y="2372499"/>
                </a:lnTo>
                <a:lnTo>
                  <a:pt x="398403" y="2395533"/>
                </a:lnTo>
                <a:lnTo>
                  <a:pt x="398654" y="2418567"/>
                </a:lnTo>
                <a:lnTo>
                  <a:pt x="398783" y="2441601"/>
                </a:lnTo>
                <a:lnTo>
                  <a:pt x="398773" y="2464635"/>
                </a:lnTo>
                <a:lnTo>
                  <a:pt x="398618" y="2487669"/>
                </a:lnTo>
                <a:lnTo>
                  <a:pt x="398326" y="2510703"/>
                </a:lnTo>
                <a:lnTo>
                  <a:pt x="397915" y="2533737"/>
                </a:lnTo>
                <a:lnTo>
                  <a:pt x="397414" y="2556771"/>
                </a:lnTo>
                <a:lnTo>
                  <a:pt x="396857" y="2579805"/>
                </a:lnTo>
                <a:lnTo>
                  <a:pt x="396281" y="2602839"/>
                </a:lnTo>
                <a:lnTo>
                  <a:pt x="395723" y="2625873"/>
                </a:lnTo>
                <a:lnTo>
                  <a:pt x="395217" y="2648907"/>
                </a:lnTo>
                <a:lnTo>
                  <a:pt x="394789" y="2671941"/>
                </a:lnTo>
                <a:lnTo>
                  <a:pt x="394459" y="2694975"/>
                </a:lnTo>
                <a:lnTo>
                  <a:pt x="394238" y="2718009"/>
                </a:lnTo>
                <a:lnTo>
                  <a:pt x="394127" y="2741043"/>
                </a:lnTo>
                <a:lnTo>
                  <a:pt x="394121" y="2764077"/>
                </a:lnTo>
                <a:lnTo>
                  <a:pt x="394207" y="2787111"/>
                </a:lnTo>
                <a:lnTo>
                  <a:pt x="394367" y="2810145"/>
                </a:lnTo>
                <a:lnTo>
                  <a:pt x="394581" y="2833179"/>
                </a:lnTo>
                <a:lnTo>
                  <a:pt x="394826" y="2856213"/>
                </a:lnTo>
                <a:lnTo>
                  <a:pt x="395082" y="2879247"/>
                </a:lnTo>
                <a:lnTo>
                  <a:pt x="395330" y="2902281"/>
                </a:lnTo>
                <a:lnTo>
                  <a:pt x="395556" y="2925315"/>
                </a:lnTo>
                <a:lnTo>
                  <a:pt x="395750" y="2948349"/>
                </a:lnTo>
                <a:lnTo>
                  <a:pt x="395908" y="2971383"/>
                </a:lnTo>
                <a:lnTo>
                  <a:pt x="396030" y="2994417"/>
                </a:lnTo>
                <a:lnTo>
                  <a:pt x="396119" y="3017451"/>
                </a:lnTo>
                <a:lnTo>
                  <a:pt x="396182" y="3040485"/>
                </a:lnTo>
                <a:lnTo>
                  <a:pt x="396225" y="3063518"/>
                </a:lnTo>
                <a:lnTo>
                  <a:pt x="396257" y="3086552"/>
                </a:lnTo>
                <a:lnTo>
                  <a:pt x="396285" y="3109586"/>
                </a:lnTo>
                <a:lnTo>
                  <a:pt x="396318" y="3132620"/>
                </a:lnTo>
                <a:lnTo>
                  <a:pt x="396367" y="3155654"/>
                </a:lnTo>
                <a:lnTo>
                  <a:pt x="396451" y="3178688"/>
                </a:lnTo>
                <a:lnTo>
                  <a:pt x="396595" y="3201722"/>
                </a:lnTo>
                <a:lnTo>
                  <a:pt x="396842" y="3224756"/>
                </a:lnTo>
                <a:lnTo>
                  <a:pt x="397249" y="3247790"/>
                </a:lnTo>
                <a:lnTo>
                  <a:pt x="397896" y="3270824"/>
                </a:lnTo>
                <a:lnTo>
                  <a:pt x="398885" y="3293858"/>
                </a:lnTo>
                <a:lnTo>
                  <a:pt x="400334" y="3316892"/>
                </a:lnTo>
                <a:lnTo>
                  <a:pt x="402381" y="3339926"/>
                </a:lnTo>
                <a:lnTo>
                  <a:pt x="405168" y="3362960"/>
                </a:lnTo>
                <a:lnTo>
                  <a:pt x="408827" y="3385994"/>
                </a:lnTo>
                <a:lnTo>
                  <a:pt x="413470" y="3409028"/>
                </a:lnTo>
                <a:lnTo>
                  <a:pt x="419162" y="3432062"/>
                </a:lnTo>
                <a:lnTo>
                  <a:pt x="425907" y="3455096"/>
                </a:lnTo>
                <a:lnTo>
                  <a:pt x="433626" y="3478130"/>
                </a:lnTo>
                <a:lnTo>
                  <a:pt x="442145" y="3501164"/>
                </a:lnTo>
                <a:lnTo>
                  <a:pt x="451195" y="3524198"/>
                </a:lnTo>
                <a:lnTo>
                  <a:pt x="460415" y="3547232"/>
                </a:lnTo>
                <a:lnTo>
                  <a:pt x="469371" y="3570266"/>
                </a:lnTo>
                <a:lnTo>
                  <a:pt x="477590" y="3593300"/>
                </a:lnTo>
                <a:lnTo>
                  <a:pt x="484596" y="3616334"/>
                </a:lnTo>
                <a:lnTo>
                  <a:pt x="489956" y="3639368"/>
                </a:lnTo>
                <a:lnTo>
                  <a:pt x="493322" y="3662402"/>
                </a:lnTo>
                <a:lnTo>
                  <a:pt x="494470" y="3685436"/>
                </a:lnTo>
                <a:lnTo>
                  <a:pt x="494470" y="3685436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16" name="f_small_violin_4581">
            <a:extLst>
              <a:ext uri="{FF2B5EF4-FFF2-40B4-BE49-F238E27FC236}">
                <a16:creationId xmlns:a16="http://schemas.microsoft.com/office/drawing/2014/main" id="{53A092B2-B359-415F-8C77-715A28C43610}"/>
              </a:ext>
            </a:extLst>
          </p:cNvPr>
          <p:cNvSpPr>
            <a:spLocks noGrp="1"/>
          </p:cNvSpPr>
          <p:nvPr/>
        </p:nvSpPr>
        <p:spPr>
          <a:xfrm>
            <a:off x="251025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" name="f_small_violin_4582">
            <a:extLst>
              <a:ext uri="{FF2B5EF4-FFF2-40B4-BE49-F238E27FC236}">
                <a16:creationId xmlns:a16="http://schemas.microsoft.com/office/drawing/2014/main" id="{FD613646-32D0-4D61-AFA8-96C9CDA240A7}"/>
              </a:ext>
            </a:extLst>
          </p:cNvPr>
          <p:cNvSpPr>
            <a:spLocks noGrp="1"/>
          </p:cNvSpPr>
          <p:nvPr/>
        </p:nvSpPr>
        <p:spPr>
          <a:xfrm>
            <a:off x="2373153" y="301699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" name="f_small_violin_4583">
            <a:extLst>
              <a:ext uri="{FF2B5EF4-FFF2-40B4-BE49-F238E27FC236}">
                <a16:creationId xmlns:a16="http://schemas.microsoft.com/office/drawing/2014/main" id="{C3447C0D-A88A-4059-9225-D0F76C50902E}"/>
              </a:ext>
            </a:extLst>
          </p:cNvPr>
          <p:cNvSpPr>
            <a:spLocks noGrp="1"/>
          </p:cNvSpPr>
          <p:nvPr/>
        </p:nvSpPr>
        <p:spPr>
          <a:xfrm>
            <a:off x="204749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" name="f_small_violin_4584">
            <a:extLst>
              <a:ext uri="{FF2B5EF4-FFF2-40B4-BE49-F238E27FC236}">
                <a16:creationId xmlns:a16="http://schemas.microsoft.com/office/drawing/2014/main" id="{DB68B5F7-E77C-4180-A9D1-8F04DE9FAE81}"/>
              </a:ext>
            </a:extLst>
          </p:cNvPr>
          <p:cNvSpPr>
            <a:spLocks noGrp="1"/>
          </p:cNvSpPr>
          <p:nvPr/>
        </p:nvSpPr>
        <p:spPr>
          <a:xfrm>
            <a:off x="219374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" name="f_small_violin_4585">
            <a:extLst>
              <a:ext uri="{FF2B5EF4-FFF2-40B4-BE49-F238E27FC236}">
                <a16:creationId xmlns:a16="http://schemas.microsoft.com/office/drawing/2014/main" id="{A739078D-ED2E-4549-9DF5-F2E0A0F353FD}"/>
              </a:ext>
            </a:extLst>
          </p:cNvPr>
          <p:cNvSpPr>
            <a:spLocks noGrp="1"/>
          </p:cNvSpPr>
          <p:nvPr/>
        </p:nvSpPr>
        <p:spPr>
          <a:xfrm>
            <a:off x="2161128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" name="f_small_violin_4586">
            <a:extLst>
              <a:ext uri="{FF2B5EF4-FFF2-40B4-BE49-F238E27FC236}">
                <a16:creationId xmlns:a16="http://schemas.microsoft.com/office/drawing/2014/main" id="{1611AF90-A488-418D-839F-CE586C6BC65A}"/>
              </a:ext>
            </a:extLst>
          </p:cNvPr>
          <p:cNvSpPr>
            <a:spLocks noGrp="1"/>
          </p:cNvSpPr>
          <p:nvPr/>
        </p:nvSpPr>
        <p:spPr>
          <a:xfrm>
            <a:off x="2131827" y="42126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" name="f_small_violin_4587">
            <a:extLst>
              <a:ext uri="{FF2B5EF4-FFF2-40B4-BE49-F238E27FC236}">
                <a16:creationId xmlns:a16="http://schemas.microsoft.com/office/drawing/2014/main" id="{0BE05A3A-0F7C-41B8-A660-E9B7B0C2A5FD}"/>
              </a:ext>
            </a:extLst>
          </p:cNvPr>
          <p:cNvSpPr>
            <a:spLocks noGrp="1"/>
          </p:cNvSpPr>
          <p:nvPr/>
        </p:nvSpPr>
        <p:spPr>
          <a:xfrm>
            <a:off x="232347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" name="f_small_violin_4588">
            <a:extLst>
              <a:ext uri="{FF2B5EF4-FFF2-40B4-BE49-F238E27FC236}">
                <a16:creationId xmlns:a16="http://schemas.microsoft.com/office/drawing/2014/main" id="{EB9430EF-B83D-4383-ACE0-E6AEC5DA4E9C}"/>
              </a:ext>
            </a:extLst>
          </p:cNvPr>
          <p:cNvSpPr>
            <a:spLocks noGrp="1"/>
          </p:cNvSpPr>
          <p:nvPr/>
        </p:nvSpPr>
        <p:spPr>
          <a:xfrm>
            <a:off x="217125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" name="f_small_violin_4589">
            <a:extLst>
              <a:ext uri="{FF2B5EF4-FFF2-40B4-BE49-F238E27FC236}">
                <a16:creationId xmlns:a16="http://schemas.microsoft.com/office/drawing/2014/main" id="{1A8EF873-1084-492B-8A62-02EE7362C6FC}"/>
              </a:ext>
            </a:extLst>
          </p:cNvPr>
          <p:cNvSpPr>
            <a:spLocks noGrp="1"/>
          </p:cNvSpPr>
          <p:nvPr/>
        </p:nvSpPr>
        <p:spPr>
          <a:xfrm>
            <a:off x="246032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" name="f_small_violin_4590">
            <a:extLst>
              <a:ext uri="{FF2B5EF4-FFF2-40B4-BE49-F238E27FC236}">
                <a16:creationId xmlns:a16="http://schemas.microsoft.com/office/drawing/2014/main" id="{CBBF2E0D-AB2E-4D37-BF93-FB7675862264}"/>
              </a:ext>
            </a:extLst>
          </p:cNvPr>
          <p:cNvSpPr>
            <a:spLocks noGrp="1"/>
          </p:cNvSpPr>
          <p:nvPr/>
        </p:nvSpPr>
        <p:spPr>
          <a:xfrm>
            <a:off x="225688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" name="f_small_violin_4591">
            <a:extLst>
              <a:ext uri="{FF2B5EF4-FFF2-40B4-BE49-F238E27FC236}">
                <a16:creationId xmlns:a16="http://schemas.microsoft.com/office/drawing/2014/main" id="{B28876FF-977A-4655-9124-09B286AD727D}"/>
              </a:ext>
            </a:extLst>
          </p:cNvPr>
          <p:cNvSpPr>
            <a:spLocks noGrp="1"/>
          </p:cNvSpPr>
          <p:nvPr/>
        </p:nvSpPr>
        <p:spPr>
          <a:xfrm>
            <a:off x="217033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" name="f_small_violin_4592">
            <a:extLst>
              <a:ext uri="{FF2B5EF4-FFF2-40B4-BE49-F238E27FC236}">
                <a16:creationId xmlns:a16="http://schemas.microsoft.com/office/drawing/2014/main" id="{D43C71C0-EB5C-4DD1-B772-EE873B8B1CCB}"/>
              </a:ext>
            </a:extLst>
          </p:cNvPr>
          <p:cNvSpPr>
            <a:spLocks noGrp="1"/>
          </p:cNvSpPr>
          <p:nvPr/>
        </p:nvSpPr>
        <p:spPr>
          <a:xfrm>
            <a:off x="247592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" name="f_small_violin_4593">
            <a:extLst>
              <a:ext uri="{FF2B5EF4-FFF2-40B4-BE49-F238E27FC236}">
                <a16:creationId xmlns:a16="http://schemas.microsoft.com/office/drawing/2014/main" id="{B6B901DA-9DD9-455C-9C40-B85573D1DD68}"/>
              </a:ext>
            </a:extLst>
          </p:cNvPr>
          <p:cNvSpPr>
            <a:spLocks noGrp="1"/>
          </p:cNvSpPr>
          <p:nvPr/>
        </p:nvSpPr>
        <p:spPr>
          <a:xfrm>
            <a:off x="2435741" y="275712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" name="f_small_violin_4594">
            <a:extLst>
              <a:ext uri="{FF2B5EF4-FFF2-40B4-BE49-F238E27FC236}">
                <a16:creationId xmlns:a16="http://schemas.microsoft.com/office/drawing/2014/main" id="{5D0B539E-D9F1-4F6A-BD04-17A8FAFD41E7}"/>
              </a:ext>
            </a:extLst>
          </p:cNvPr>
          <p:cNvSpPr>
            <a:spLocks noGrp="1"/>
          </p:cNvSpPr>
          <p:nvPr/>
        </p:nvSpPr>
        <p:spPr>
          <a:xfrm>
            <a:off x="2503584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" name="f_small_violin_4595">
            <a:extLst>
              <a:ext uri="{FF2B5EF4-FFF2-40B4-BE49-F238E27FC236}">
                <a16:creationId xmlns:a16="http://schemas.microsoft.com/office/drawing/2014/main" id="{4C2B16C6-94F6-4E88-9EE3-EA6F268C900C}"/>
              </a:ext>
            </a:extLst>
          </p:cNvPr>
          <p:cNvSpPr>
            <a:spLocks noGrp="1"/>
          </p:cNvSpPr>
          <p:nvPr/>
        </p:nvSpPr>
        <p:spPr>
          <a:xfrm>
            <a:off x="22221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" name="f_small_violin_4596">
            <a:extLst>
              <a:ext uri="{FF2B5EF4-FFF2-40B4-BE49-F238E27FC236}">
                <a16:creationId xmlns:a16="http://schemas.microsoft.com/office/drawing/2014/main" id="{4CFC570F-0F11-474F-918B-478A7097CFA2}"/>
              </a:ext>
            </a:extLst>
          </p:cNvPr>
          <p:cNvSpPr>
            <a:spLocks noGrp="1"/>
          </p:cNvSpPr>
          <p:nvPr/>
        </p:nvSpPr>
        <p:spPr>
          <a:xfrm>
            <a:off x="2380153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" name="f_small_violin_4597">
            <a:extLst>
              <a:ext uri="{FF2B5EF4-FFF2-40B4-BE49-F238E27FC236}">
                <a16:creationId xmlns:a16="http://schemas.microsoft.com/office/drawing/2014/main" id="{FEE706FF-56CA-434A-9470-02C322E180B9}"/>
              </a:ext>
            </a:extLst>
          </p:cNvPr>
          <p:cNvSpPr>
            <a:spLocks noGrp="1"/>
          </p:cNvSpPr>
          <p:nvPr/>
        </p:nvSpPr>
        <p:spPr>
          <a:xfrm>
            <a:off x="217244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" name="f_small_violin_4598">
            <a:extLst>
              <a:ext uri="{FF2B5EF4-FFF2-40B4-BE49-F238E27FC236}">
                <a16:creationId xmlns:a16="http://schemas.microsoft.com/office/drawing/2014/main" id="{075237DA-990C-453B-B79A-BF21A8ED8652}"/>
              </a:ext>
            </a:extLst>
          </p:cNvPr>
          <p:cNvSpPr>
            <a:spLocks noGrp="1"/>
          </p:cNvSpPr>
          <p:nvPr/>
        </p:nvSpPr>
        <p:spPr>
          <a:xfrm>
            <a:off x="253589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" name="f_small_violin_4599">
            <a:extLst>
              <a:ext uri="{FF2B5EF4-FFF2-40B4-BE49-F238E27FC236}">
                <a16:creationId xmlns:a16="http://schemas.microsoft.com/office/drawing/2014/main" id="{02A83B14-6ABB-47E7-93FD-0EABC9D9359F}"/>
              </a:ext>
            </a:extLst>
          </p:cNvPr>
          <p:cNvSpPr>
            <a:spLocks noGrp="1"/>
          </p:cNvSpPr>
          <p:nvPr/>
        </p:nvSpPr>
        <p:spPr>
          <a:xfrm>
            <a:off x="2400427" y="31200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" name="f_small_violin_4600">
            <a:extLst>
              <a:ext uri="{FF2B5EF4-FFF2-40B4-BE49-F238E27FC236}">
                <a16:creationId xmlns:a16="http://schemas.microsoft.com/office/drawing/2014/main" id="{2E454D05-0D23-4790-81B8-4BA7933FC5A8}"/>
              </a:ext>
            </a:extLst>
          </p:cNvPr>
          <p:cNvSpPr>
            <a:spLocks noGrp="1"/>
          </p:cNvSpPr>
          <p:nvPr/>
        </p:nvSpPr>
        <p:spPr>
          <a:xfrm>
            <a:off x="2535636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" name="f_small_violin_4601">
            <a:extLst>
              <a:ext uri="{FF2B5EF4-FFF2-40B4-BE49-F238E27FC236}">
                <a16:creationId xmlns:a16="http://schemas.microsoft.com/office/drawing/2014/main" id="{FC5B347C-943C-4B1D-BB7C-540B1CEFBAD8}"/>
              </a:ext>
            </a:extLst>
          </p:cNvPr>
          <p:cNvSpPr>
            <a:spLocks noGrp="1"/>
          </p:cNvSpPr>
          <p:nvPr/>
        </p:nvSpPr>
        <p:spPr>
          <a:xfrm>
            <a:off x="2092020" y="567476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" name="f_small_violin_4602">
            <a:extLst>
              <a:ext uri="{FF2B5EF4-FFF2-40B4-BE49-F238E27FC236}">
                <a16:creationId xmlns:a16="http://schemas.microsoft.com/office/drawing/2014/main" id="{A45FDA8D-677B-4A1C-BE91-3C394A50C813}"/>
              </a:ext>
            </a:extLst>
          </p:cNvPr>
          <p:cNvSpPr>
            <a:spLocks noGrp="1"/>
          </p:cNvSpPr>
          <p:nvPr/>
        </p:nvSpPr>
        <p:spPr>
          <a:xfrm>
            <a:off x="2140098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" name="f_small_violin_4603">
            <a:extLst>
              <a:ext uri="{FF2B5EF4-FFF2-40B4-BE49-F238E27FC236}">
                <a16:creationId xmlns:a16="http://schemas.microsoft.com/office/drawing/2014/main" id="{E102A89D-0D2E-4EC3-9146-C07A0109975E}"/>
              </a:ext>
            </a:extLst>
          </p:cNvPr>
          <p:cNvSpPr>
            <a:spLocks noGrp="1"/>
          </p:cNvSpPr>
          <p:nvPr/>
        </p:nvSpPr>
        <p:spPr>
          <a:xfrm>
            <a:off x="237773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" name="f_small_violin_4604">
            <a:extLst>
              <a:ext uri="{FF2B5EF4-FFF2-40B4-BE49-F238E27FC236}">
                <a16:creationId xmlns:a16="http://schemas.microsoft.com/office/drawing/2014/main" id="{6A1B23A0-E740-498D-9569-7E8B34C3BA19}"/>
              </a:ext>
            </a:extLst>
          </p:cNvPr>
          <p:cNvSpPr>
            <a:spLocks noGrp="1"/>
          </p:cNvSpPr>
          <p:nvPr/>
        </p:nvSpPr>
        <p:spPr>
          <a:xfrm>
            <a:off x="22085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" name="f_small_violin_4605">
            <a:extLst>
              <a:ext uri="{FF2B5EF4-FFF2-40B4-BE49-F238E27FC236}">
                <a16:creationId xmlns:a16="http://schemas.microsoft.com/office/drawing/2014/main" id="{84B93497-85AC-4D7B-9BAC-4A955697A975}"/>
              </a:ext>
            </a:extLst>
          </p:cNvPr>
          <p:cNvSpPr>
            <a:spLocks noGrp="1"/>
          </p:cNvSpPr>
          <p:nvPr/>
        </p:nvSpPr>
        <p:spPr>
          <a:xfrm>
            <a:off x="242225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" name="f_small_violin_4606">
            <a:extLst>
              <a:ext uri="{FF2B5EF4-FFF2-40B4-BE49-F238E27FC236}">
                <a16:creationId xmlns:a16="http://schemas.microsoft.com/office/drawing/2014/main" id="{E19DAC10-F0DB-440A-A5D7-2FC733BFC65C}"/>
              </a:ext>
            </a:extLst>
          </p:cNvPr>
          <p:cNvSpPr>
            <a:spLocks noGrp="1"/>
          </p:cNvSpPr>
          <p:nvPr/>
        </p:nvSpPr>
        <p:spPr>
          <a:xfrm>
            <a:off x="2048410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" name="f_small_violin_4607">
            <a:extLst>
              <a:ext uri="{FF2B5EF4-FFF2-40B4-BE49-F238E27FC236}">
                <a16:creationId xmlns:a16="http://schemas.microsoft.com/office/drawing/2014/main" id="{6E911CCC-5E8C-4FAF-B26F-1BA7330F0038}"/>
              </a:ext>
            </a:extLst>
          </p:cNvPr>
          <p:cNvSpPr>
            <a:spLocks noGrp="1"/>
          </p:cNvSpPr>
          <p:nvPr/>
        </p:nvSpPr>
        <p:spPr>
          <a:xfrm>
            <a:off x="209822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" name="f_small_violin_4608">
            <a:extLst>
              <a:ext uri="{FF2B5EF4-FFF2-40B4-BE49-F238E27FC236}">
                <a16:creationId xmlns:a16="http://schemas.microsoft.com/office/drawing/2014/main" id="{DAFDC4EC-4409-49D1-A34B-3D0B070530EC}"/>
              </a:ext>
            </a:extLst>
          </p:cNvPr>
          <p:cNvSpPr>
            <a:spLocks noGrp="1"/>
          </p:cNvSpPr>
          <p:nvPr/>
        </p:nvSpPr>
        <p:spPr>
          <a:xfrm>
            <a:off x="220588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" name="f_small_violin_4609">
            <a:extLst>
              <a:ext uri="{FF2B5EF4-FFF2-40B4-BE49-F238E27FC236}">
                <a16:creationId xmlns:a16="http://schemas.microsoft.com/office/drawing/2014/main" id="{ADE87F97-7B3C-4F1D-B250-F8416358B284}"/>
              </a:ext>
            </a:extLst>
          </p:cNvPr>
          <p:cNvSpPr>
            <a:spLocks noGrp="1"/>
          </p:cNvSpPr>
          <p:nvPr/>
        </p:nvSpPr>
        <p:spPr>
          <a:xfrm>
            <a:off x="209394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" name="f_small_violin_4610">
            <a:extLst>
              <a:ext uri="{FF2B5EF4-FFF2-40B4-BE49-F238E27FC236}">
                <a16:creationId xmlns:a16="http://schemas.microsoft.com/office/drawing/2014/main" id="{74D19DA5-F96D-461E-A3C8-1D369F1DD884}"/>
              </a:ext>
            </a:extLst>
          </p:cNvPr>
          <p:cNvSpPr>
            <a:spLocks noGrp="1"/>
          </p:cNvSpPr>
          <p:nvPr/>
        </p:nvSpPr>
        <p:spPr>
          <a:xfrm>
            <a:off x="2511276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" name="f_small_violin_4611">
            <a:extLst>
              <a:ext uri="{FF2B5EF4-FFF2-40B4-BE49-F238E27FC236}">
                <a16:creationId xmlns:a16="http://schemas.microsoft.com/office/drawing/2014/main" id="{8B47FA5C-B14C-4CC6-BE3C-677EBC5EF1D5}"/>
              </a:ext>
            </a:extLst>
          </p:cNvPr>
          <p:cNvSpPr>
            <a:spLocks noGrp="1"/>
          </p:cNvSpPr>
          <p:nvPr/>
        </p:nvSpPr>
        <p:spPr>
          <a:xfrm>
            <a:off x="249327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" name="f_small_violin_4612">
            <a:extLst>
              <a:ext uri="{FF2B5EF4-FFF2-40B4-BE49-F238E27FC236}">
                <a16:creationId xmlns:a16="http://schemas.microsoft.com/office/drawing/2014/main" id="{A3F4B67D-F731-457C-A419-82A556D688D8}"/>
              </a:ext>
            </a:extLst>
          </p:cNvPr>
          <p:cNvSpPr>
            <a:spLocks noGrp="1"/>
          </p:cNvSpPr>
          <p:nvPr/>
        </p:nvSpPr>
        <p:spPr>
          <a:xfrm>
            <a:off x="237849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" name="f_small_violin_4613">
            <a:extLst>
              <a:ext uri="{FF2B5EF4-FFF2-40B4-BE49-F238E27FC236}">
                <a16:creationId xmlns:a16="http://schemas.microsoft.com/office/drawing/2014/main" id="{5E7E6C81-8137-4F00-8738-C366CE41705B}"/>
              </a:ext>
            </a:extLst>
          </p:cNvPr>
          <p:cNvSpPr>
            <a:spLocks noGrp="1"/>
          </p:cNvSpPr>
          <p:nvPr/>
        </p:nvSpPr>
        <p:spPr>
          <a:xfrm>
            <a:off x="2409349" y="350299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" name="f_small_violin_4614">
            <a:extLst>
              <a:ext uri="{FF2B5EF4-FFF2-40B4-BE49-F238E27FC236}">
                <a16:creationId xmlns:a16="http://schemas.microsoft.com/office/drawing/2014/main" id="{DDB72A3A-62B9-4B0C-A021-41613859AE76}"/>
              </a:ext>
            </a:extLst>
          </p:cNvPr>
          <p:cNvSpPr>
            <a:spLocks noGrp="1"/>
          </p:cNvSpPr>
          <p:nvPr/>
        </p:nvSpPr>
        <p:spPr>
          <a:xfrm>
            <a:off x="230793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" name="f_small_violin_4615">
            <a:extLst>
              <a:ext uri="{FF2B5EF4-FFF2-40B4-BE49-F238E27FC236}">
                <a16:creationId xmlns:a16="http://schemas.microsoft.com/office/drawing/2014/main" id="{6E4992E0-1703-43C3-B743-944CBA7C4A2B}"/>
              </a:ext>
            </a:extLst>
          </p:cNvPr>
          <p:cNvSpPr>
            <a:spLocks noGrp="1"/>
          </p:cNvSpPr>
          <p:nvPr/>
        </p:nvSpPr>
        <p:spPr>
          <a:xfrm>
            <a:off x="21581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" name="f_small_violin_4616">
            <a:extLst>
              <a:ext uri="{FF2B5EF4-FFF2-40B4-BE49-F238E27FC236}">
                <a16:creationId xmlns:a16="http://schemas.microsoft.com/office/drawing/2014/main" id="{99A181BC-5B74-49A7-BEE9-D05A32102D2D}"/>
              </a:ext>
            </a:extLst>
          </p:cNvPr>
          <p:cNvSpPr>
            <a:spLocks noGrp="1"/>
          </p:cNvSpPr>
          <p:nvPr/>
        </p:nvSpPr>
        <p:spPr>
          <a:xfrm>
            <a:off x="208003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" name="f_small_violin_4617">
            <a:extLst>
              <a:ext uri="{FF2B5EF4-FFF2-40B4-BE49-F238E27FC236}">
                <a16:creationId xmlns:a16="http://schemas.microsoft.com/office/drawing/2014/main" id="{FC2B35C5-9884-4B0F-AC8C-8B3A573E1C68}"/>
              </a:ext>
            </a:extLst>
          </p:cNvPr>
          <p:cNvSpPr>
            <a:spLocks noGrp="1"/>
          </p:cNvSpPr>
          <p:nvPr/>
        </p:nvSpPr>
        <p:spPr>
          <a:xfrm>
            <a:off x="252955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" name="f_small_violin_4618">
            <a:extLst>
              <a:ext uri="{FF2B5EF4-FFF2-40B4-BE49-F238E27FC236}">
                <a16:creationId xmlns:a16="http://schemas.microsoft.com/office/drawing/2014/main" id="{F086CF0E-C48B-4EA9-978A-8FC6697C8AEA}"/>
              </a:ext>
            </a:extLst>
          </p:cNvPr>
          <p:cNvSpPr>
            <a:spLocks noGrp="1"/>
          </p:cNvSpPr>
          <p:nvPr/>
        </p:nvSpPr>
        <p:spPr>
          <a:xfrm>
            <a:off x="2151128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" name="f_small_violin_4619">
            <a:extLst>
              <a:ext uri="{FF2B5EF4-FFF2-40B4-BE49-F238E27FC236}">
                <a16:creationId xmlns:a16="http://schemas.microsoft.com/office/drawing/2014/main" id="{A1034642-C458-4232-8568-3317378DACEB}"/>
              </a:ext>
            </a:extLst>
          </p:cNvPr>
          <p:cNvSpPr>
            <a:spLocks noGrp="1"/>
          </p:cNvSpPr>
          <p:nvPr/>
        </p:nvSpPr>
        <p:spPr>
          <a:xfrm>
            <a:off x="244075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" name="f_small_violin_4620">
            <a:extLst>
              <a:ext uri="{FF2B5EF4-FFF2-40B4-BE49-F238E27FC236}">
                <a16:creationId xmlns:a16="http://schemas.microsoft.com/office/drawing/2014/main" id="{7582BEF0-EF49-4C64-B304-460B26787DB8}"/>
              </a:ext>
            </a:extLst>
          </p:cNvPr>
          <p:cNvSpPr>
            <a:spLocks noGrp="1"/>
          </p:cNvSpPr>
          <p:nvPr/>
        </p:nvSpPr>
        <p:spPr>
          <a:xfrm>
            <a:off x="21301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" name="f_small_violin_4621">
            <a:extLst>
              <a:ext uri="{FF2B5EF4-FFF2-40B4-BE49-F238E27FC236}">
                <a16:creationId xmlns:a16="http://schemas.microsoft.com/office/drawing/2014/main" id="{9B3B9450-1F91-4CDD-8D52-C6EE0E27CC58}"/>
              </a:ext>
            </a:extLst>
          </p:cNvPr>
          <p:cNvSpPr>
            <a:spLocks noGrp="1"/>
          </p:cNvSpPr>
          <p:nvPr/>
        </p:nvSpPr>
        <p:spPr>
          <a:xfrm>
            <a:off x="2495800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" name="f_small_violin_4622">
            <a:extLst>
              <a:ext uri="{FF2B5EF4-FFF2-40B4-BE49-F238E27FC236}">
                <a16:creationId xmlns:a16="http://schemas.microsoft.com/office/drawing/2014/main" id="{BE9B2B6D-F205-46B6-9E92-7E2113750CB0}"/>
              </a:ext>
            </a:extLst>
          </p:cNvPr>
          <p:cNvSpPr>
            <a:spLocks noGrp="1"/>
          </p:cNvSpPr>
          <p:nvPr/>
        </p:nvSpPr>
        <p:spPr>
          <a:xfrm>
            <a:off x="240800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" name="f_small_violin_4623">
            <a:extLst>
              <a:ext uri="{FF2B5EF4-FFF2-40B4-BE49-F238E27FC236}">
                <a16:creationId xmlns:a16="http://schemas.microsoft.com/office/drawing/2014/main" id="{67E6AD59-86DE-4149-A642-B15C5DF2FBA9}"/>
              </a:ext>
            </a:extLst>
          </p:cNvPr>
          <p:cNvSpPr>
            <a:spLocks noGrp="1"/>
          </p:cNvSpPr>
          <p:nvPr/>
        </p:nvSpPr>
        <p:spPr>
          <a:xfrm>
            <a:off x="243286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" name="f_small_violin_4624">
            <a:extLst>
              <a:ext uri="{FF2B5EF4-FFF2-40B4-BE49-F238E27FC236}">
                <a16:creationId xmlns:a16="http://schemas.microsoft.com/office/drawing/2014/main" id="{A80E3A4D-00CA-496D-AE05-2376A45F6055}"/>
              </a:ext>
            </a:extLst>
          </p:cNvPr>
          <p:cNvSpPr>
            <a:spLocks noGrp="1"/>
          </p:cNvSpPr>
          <p:nvPr/>
        </p:nvSpPr>
        <p:spPr>
          <a:xfrm>
            <a:off x="235372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" name="f_small_violin_4625">
            <a:extLst>
              <a:ext uri="{FF2B5EF4-FFF2-40B4-BE49-F238E27FC236}">
                <a16:creationId xmlns:a16="http://schemas.microsoft.com/office/drawing/2014/main" id="{E593EAA6-38CB-441C-ABC9-C481449C20D2}"/>
              </a:ext>
            </a:extLst>
          </p:cNvPr>
          <p:cNvSpPr>
            <a:spLocks noGrp="1"/>
          </p:cNvSpPr>
          <p:nvPr/>
        </p:nvSpPr>
        <p:spPr>
          <a:xfrm>
            <a:off x="217536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" name="f_small_violin_4626">
            <a:extLst>
              <a:ext uri="{FF2B5EF4-FFF2-40B4-BE49-F238E27FC236}">
                <a16:creationId xmlns:a16="http://schemas.microsoft.com/office/drawing/2014/main" id="{A584A0FF-DC81-4661-A579-7024599D0833}"/>
              </a:ext>
            </a:extLst>
          </p:cNvPr>
          <p:cNvSpPr>
            <a:spLocks noGrp="1"/>
          </p:cNvSpPr>
          <p:nvPr/>
        </p:nvSpPr>
        <p:spPr>
          <a:xfrm>
            <a:off x="22333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" name="f_small_violin_4627">
            <a:extLst>
              <a:ext uri="{FF2B5EF4-FFF2-40B4-BE49-F238E27FC236}">
                <a16:creationId xmlns:a16="http://schemas.microsoft.com/office/drawing/2014/main" id="{00C3CEBE-39E8-4266-A874-766863637819}"/>
              </a:ext>
            </a:extLst>
          </p:cNvPr>
          <p:cNvSpPr>
            <a:spLocks noGrp="1"/>
          </p:cNvSpPr>
          <p:nvPr/>
        </p:nvSpPr>
        <p:spPr>
          <a:xfrm>
            <a:off x="234314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" name="f_small_violin_4628">
            <a:extLst>
              <a:ext uri="{FF2B5EF4-FFF2-40B4-BE49-F238E27FC236}">
                <a16:creationId xmlns:a16="http://schemas.microsoft.com/office/drawing/2014/main" id="{BD38743F-75B2-43DC-9DBA-A72F55EEB0F7}"/>
              </a:ext>
            </a:extLst>
          </p:cNvPr>
          <p:cNvSpPr>
            <a:spLocks noGrp="1"/>
          </p:cNvSpPr>
          <p:nvPr/>
        </p:nvSpPr>
        <p:spPr>
          <a:xfrm>
            <a:off x="2187128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" name="f_small_violin_4629">
            <a:extLst>
              <a:ext uri="{FF2B5EF4-FFF2-40B4-BE49-F238E27FC236}">
                <a16:creationId xmlns:a16="http://schemas.microsoft.com/office/drawing/2014/main" id="{6C073CBF-2AAE-4E5D-BC05-3045D6475A43}"/>
              </a:ext>
            </a:extLst>
          </p:cNvPr>
          <p:cNvSpPr>
            <a:spLocks noGrp="1"/>
          </p:cNvSpPr>
          <p:nvPr/>
        </p:nvSpPr>
        <p:spPr>
          <a:xfrm>
            <a:off x="247695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" name="f_small_violin_4630">
            <a:extLst>
              <a:ext uri="{FF2B5EF4-FFF2-40B4-BE49-F238E27FC236}">
                <a16:creationId xmlns:a16="http://schemas.microsoft.com/office/drawing/2014/main" id="{1227ED62-B533-4AE4-B2A4-97DA4D7F4281}"/>
              </a:ext>
            </a:extLst>
          </p:cNvPr>
          <p:cNvSpPr>
            <a:spLocks noGrp="1"/>
          </p:cNvSpPr>
          <p:nvPr/>
        </p:nvSpPr>
        <p:spPr>
          <a:xfrm>
            <a:off x="2267468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" name="f_small_violin_4631">
            <a:extLst>
              <a:ext uri="{FF2B5EF4-FFF2-40B4-BE49-F238E27FC236}">
                <a16:creationId xmlns:a16="http://schemas.microsoft.com/office/drawing/2014/main" id="{EAC09791-106F-4932-94EA-235BBCEE28A6}"/>
              </a:ext>
            </a:extLst>
          </p:cNvPr>
          <p:cNvSpPr>
            <a:spLocks noGrp="1"/>
          </p:cNvSpPr>
          <p:nvPr/>
        </p:nvSpPr>
        <p:spPr>
          <a:xfrm>
            <a:off x="231405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" name="f_small_violin_4632">
            <a:extLst>
              <a:ext uri="{FF2B5EF4-FFF2-40B4-BE49-F238E27FC236}">
                <a16:creationId xmlns:a16="http://schemas.microsoft.com/office/drawing/2014/main" id="{AD796AA1-47E4-45CC-8AA2-AAF722F296A1}"/>
              </a:ext>
            </a:extLst>
          </p:cNvPr>
          <p:cNvSpPr>
            <a:spLocks noGrp="1"/>
          </p:cNvSpPr>
          <p:nvPr/>
        </p:nvSpPr>
        <p:spPr>
          <a:xfrm>
            <a:off x="203382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" name="f_small_violin_4633">
            <a:extLst>
              <a:ext uri="{FF2B5EF4-FFF2-40B4-BE49-F238E27FC236}">
                <a16:creationId xmlns:a16="http://schemas.microsoft.com/office/drawing/2014/main" id="{40A89B7E-C928-4CDE-A76C-213DCBE92B35}"/>
              </a:ext>
            </a:extLst>
          </p:cNvPr>
          <p:cNvSpPr>
            <a:spLocks noGrp="1"/>
          </p:cNvSpPr>
          <p:nvPr/>
        </p:nvSpPr>
        <p:spPr>
          <a:xfrm>
            <a:off x="219594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" name="f_small_violin_4634">
            <a:extLst>
              <a:ext uri="{FF2B5EF4-FFF2-40B4-BE49-F238E27FC236}">
                <a16:creationId xmlns:a16="http://schemas.microsoft.com/office/drawing/2014/main" id="{B379661B-DD2D-4F19-AFB0-2A8903000968}"/>
              </a:ext>
            </a:extLst>
          </p:cNvPr>
          <p:cNvSpPr>
            <a:spLocks noGrp="1"/>
          </p:cNvSpPr>
          <p:nvPr/>
        </p:nvSpPr>
        <p:spPr>
          <a:xfrm>
            <a:off x="223327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" name="f_small_violin_4635">
            <a:extLst>
              <a:ext uri="{FF2B5EF4-FFF2-40B4-BE49-F238E27FC236}">
                <a16:creationId xmlns:a16="http://schemas.microsoft.com/office/drawing/2014/main" id="{806E7355-E0BB-467A-8DE8-A8736952EE7F}"/>
              </a:ext>
            </a:extLst>
          </p:cNvPr>
          <p:cNvSpPr>
            <a:spLocks noGrp="1"/>
          </p:cNvSpPr>
          <p:nvPr/>
        </p:nvSpPr>
        <p:spPr>
          <a:xfrm>
            <a:off x="2132132" y="297650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" name="f_small_violin_4636">
            <a:extLst>
              <a:ext uri="{FF2B5EF4-FFF2-40B4-BE49-F238E27FC236}">
                <a16:creationId xmlns:a16="http://schemas.microsoft.com/office/drawing/2014/main" id="{3D606EF1-451C-418D-9394-67AB7B9F3F3E}"/>
              </a:ext>
            </a:extLst>
          </p:cNvPr>
          <p:cNvSpPr>
            <a:spLocks noGrp="1"/>
          </p:cNvSpPr>
          <p:nvPr/>
        </p:nvSpPr>
        <p:spPr>
          <a:xfrm>
            <a:off x="2108666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" name="f_small_violin_4637">
            <a:extLst>
              <a:ext uri="{FF2B5EF4-FFF2-40B4-BE49-F238E27FC236}">
                <a16:creationId xmlns:a16="http://schemas.microsoft.com/office/drawing/2014/main" id="{35CE7F8C-4786-4B75-B9FC-7A0047F0A06F}"/>
              </a:ext>
            </a:extLst>
          </p:cNvPr>
          <p:cNvSpPr>
            <a:spLocks noGrp="1"/>
          </p:cNvSpPr>
          <p:nvPr/>
        </p:nvSpPr>
        <p:spPr>
          <a:xfrm>
            <a:off x="2523994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" name="f_small_violin_4638">
            <a:extLst>
              <a:ext uri="{FF2B5EF4-FFF2-40B4-BE49-F238E27FC236}">
                <a16:creationId xmlns:a16="http://schemas.microsoft.com/office/drawing/2014/main" id="{34A08F13-8DB4-465B-B163-37D329463F2C}"/>
              </a:ext>
            </a:extLst>
          </p:cNvPr>
          <p:cNvSpPr>
            <a:spLocks noGrp="1"/>
          </p:cNvSpPr>
          <p:nvPr/>
        </p:nvSpPr>
        <p:spPr>
          <a:xfrm>
            <a:off x="206848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" name="f_small_violin_4639">
            <a:extLst>
              <a:ext uri="{FF2B5EF4-FFF2-40B4-BE49-F238E27FC236}">
                <a16:creationId xmlns:a16="http://schemas.microsoft.com/office/drawing/2014/main" id="{C5DEAC8C-BD08-44EF-A34F-817311B99E9C}"/>
              </a:ext>
            </a:extLst>
          </p:cNvPr>
          <p:cNvSpPr>
            <a:spLocks noGrp="1"/>
          </p:cNvSpPr>
          <p:nvPr/>
        </p:nvSpPr>
        <p:spPr>
          <a:xfrm>
            <a:off x="2073924" y="398560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" name="f_small_violin_4640">
            <a:extLst>
              <a:ext uri="{FF2B5EF4-FFF2-40B4-BE49-F238E27FC236}">
                <a16:creationId xmlns:a16="http://schemas.microsoft.com/office/drawing/2014/main" id="{F3E8553D-A3E5-4553-B227-C295B99CF691}"/>
              </a:ext>
            </a:extLst>
          </p:cNvPr>
          <p:cNvSpPr>
            <a:spLocks noGrp="1"/>
          </p:cNvSpPr>
          <p:nvPr/>
        </p:nvSpPr>
        <p:spPr>
          <a:xfrm>
            <a:off x="2419922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" name="f_small_violin_4641">
            <a:extLst>
              <a:ext uri="{FF2B5EF4-FFF2-40B4-BE49-F238E27FC236}">
                <a16:creationId xmlns:a16="http://schemas.microsoft.com/office/drawing/2014/main" id="{EE12A747-41F5-47E4-8486-737DF62A2A3E}"/>
              </a:ext>
            </a:extLst>
          </p:cNvPr>
          <p:cNvSpPr>
            <a:spLocks noGrp="1"/>
          </p:cNvSpPr>
          <p:nvPr/>
        </p:nvSpPr>
        <p:spPr>
          <a:xfrm>
            <a:off x="20672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" name="f_small_violin_4642">
            <a:extLst>
              <a:ext uri="{FF2B5EF4-FFF2-40B4-BE49-F238E27FC236}">
                <a16:creationId xmlns:a16="http://schemas.microsoft.com/office/drawing/2014/main" id="{D1E9AEC8-A729-428F-8892-91FB62156057}"/>
              </a:ext>
            </a:extLst>
          </p:cNvPr>
          <p:cNvSpPr>
            <a:spLocks noGrp="1"/>
          </p:cNvSpPr>
          <p:nvPr/>
        </p:nvSpPr>
        <p:spPr>
          <a:xfrm>
            <a:off x="237775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" name="f_small_violin_4643">
            <a:extLst>
              <a:ext uri="{FF2B5EF4-FFF2-40B4-BE49-F238E27FC236}">
                <a16:creationId xmlns:a16="http://schemas.microsoft.com/office/drawing/2014/main" id="{9E0FD752-2E4E-407B-8B5E-5BBC5E932A68}"/>
              </a:ext>
            </a:extLst>
          </p:cNvPr>
          <p:cNvSpPr>
            <a:spLocks noGrp="1"/>
          </p:cNvSpPr>
          <p:nvPr/>
        </p:nvSpPr>
        <p:spPr>
          <a:xfrm>
            <a:off x="204676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" name="f_small_violin_4644">
            <a:extLst>
              <a:ext uri="{FF2B5EF4-FFF2-40B4-BE49-F238E27FC236}">
                <a16:creationId xmlns:a16="http://schemas.microsoft.com/office/drawing/2014/main" id="{4409216F-B70E-4E1F-B501-8A1CA946E811}"/>
              </a:ext>
            </a:extLst>
          </p:cNvPr>
          <p:cNvSpPr>
            <a:spLocks noGrp="1"/>
          </p:cNvSpPr>
          <p:nvPr/>
        </p:nvSpPr>
        <p:spPr>
          <a:xfrm>
            <a:off x="2350682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" name="f_small_violin_4645">
            <a:extLst>
              <a:ext uri="{FF2B5EF4-FFF2-40B4-BE49-F238E27FC236}">
                <a16:creationId xmlns:a16="http://schemas.microsoft.com/office/drawing/2014/main" id="{EE067C1A-1D7C-451B-9707-6250204458B7}"/>
              </a:ext>
            </a:extLst>
          </p:cNvPr>
          <p:cNvSpPr>
            <a:spLocks noGrp="1"/>
          </p:cNvSpPr>
          <p:nvPr/>
        </p:nvSpPr>
        <p:spPr>
          <a:xfrm>
            <a:off x="2328185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" name="f_small_violin_4646">
            <a:extLst>
              <a:ext uri="{FF2B5EF4-FFF2-40B4-BE49-F238E27FC236}">
                <a16:creationId xmlns:a16="http://schemas.microsoft.com/office/drawing/2014/main" id="{C4920732-BB6E-4D49-82FC-48637A42D5D8}"/>
              </a:ext>
            </a:extLst>
          </p:cNvPr>
          <p:cNvSpPr>
            <a:spLocks noGrp="1"/>
          </p:cNvSpPr>
          <p:nvPr/>
        </p:nvSpPr>
        <p:spPr>
          <a:xfrm>
            <a:off x="2434228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" name="f_small_violin_4647">
            <a:extLst>
              <a:ext uri="{FF2B5EF4-FFF2-40B4-BE49-F238E27FC236}">
                <a16:creationId xmlns:a16="http://schemas.microsoft.com/office/drawing/2014/main" id="{2ABB4237-AD41-411F-93CE-5898C6C421C9}"/>
              </a:ext>
            </a:extLst>
          </p:cNvPr>
          <p:cNvSpPr>
            <a:spLocks noGrp="1"/>
          </p:cNvSpPr>
          <p:nvPr/>
        </p:nvSpPr>
        <p:spPr>
          <a:xfrm>
            <a:off x="227819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" name="f_small_violin_4648">
            <a:extLst>
              <a:ext uri="{FF2B5EF4-FFF2-40B4-BE49-F238E27FC236}">
                <a16:creationId xmlns:a16="http://schemas.microsoft.com/office/drawing/2014/main" id="{E2A28A56-D361-4EC7-A175-1312EF95B475}"/>
              </a:ext>
            </a:extLst>
          </p:cNvPr>
          <p:cNvSpPr>
            <a:spLocks noGrp="1"/>
          </p:cNvSpPr>
          <p:nvPr/>
        </p:nvSpPr>
        <p:spPr>
          <a:xfrm>
            <a:off x="2112473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" name="f_small_violin_4649">
            <a:extLst>
              <a:ext uri="{FF2B5EF4-FFF2-40B4-BE49-F238E27FC236}">
                <a16:creationId xmlns:a16="http://schemas.microsoft.com/office/drawing/2014/main" id="{0F5FD3A0-3215-4EAD-9D6D-AFB2B1B75B71}"/>
              </a:ext>
            </a:extLst>
          </p:cNvPr>
          <p:cNvSpPr>
            <a:spLocks noGrp="1"/>
          </p:cNvSpPr>
          <p:nvPr/>
        </p:nvSpPr>
        <p:spPr>
          <a:xfrm>
            <a:off x="2499587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" name="f_small_violin_4650">
            <a:extLst>
              <a:ext uri="{FF2B5EF4-FFF2-40B4-BE49-F238E27FC236}">
                <a16:creationId xmlns:a16="http://schemas.microsoft.com/office/drawing/2014/main" id="{7FB68876-F155-424C-9306-2E511FCD8915}"/>
              </a:ext>
            </a:extLst>
          </p:cNvPr>
          <p:cNvSpPr>
            <a:spLocks noGrp="1"/>
          </p:cNvSpPr>
          <p:nvPr/>
        </p:nvSpPr>
        <p:spPr>
          <a:xfrm>
            <a:off x="205773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" name="f_small_violin_4651">
            <a:extLst>
              <a:ext uri="{FF2B5EF4-FFF2-40B4-BE49-F238E27FC236}">
                <a16:creationId xmlns:a16="http://schemas.microsoft.com/office/drawing/2014/main" id="{B95588B3-5451-4483-944C-D8B2369817FC}"/>
              </a:ext>
            </a:extLst>
          </p:cNvPr>
          <p:cNvSpPr>
            <a:spLocks noGrp="1"/>
          </p:cNvSpPr>
          <p:nvPr/>
        </p:nvSpPr>
        <p:spPr>
          <a:xfrm>
            <a:off x="24350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" name="f_small_violin_4652">
            <a:extLst>
              <a:ext uri="{FF2B5EF4-FFF2-40B4-BE49-F238E27FC236}">
                <a16:creationId xmlns:a16="http://schemas.microsoft.com/office/drawing/2014/main" id="{2BB94DBE-42C6-4855-B27C-86937AD9FF38}"/>
              </a:ext>
            </a:extLst>
          </p:cNvPr>
          <p:cNvSpPr>
            <a:spLocks noGrp="1"/>
          </p:cNvSpPr>
          <p:nvPr/>
        </p:nvSpPr>
        <p:spPr>
          <a:xfrm>
            <a:off x="204117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" name="f_small_violin_4653">
            <a:extLst>
              <a:ext uri="{FF2B5EF4-FFF2-40B4-BE49-F238E27FC236}">
                <a16:creationId xmlns:a16="http://schemas.microsoft.com/office/drawing/2014/main" id="{BAE32A26-953A-4FD0-A257-CFE22ADD5EBD}"/>
              </a:ext>
            </a:extLst>
          </p:cNvPr>
          <p:cNvSpPr>
            <a:spLocks noGrp="1"/>
          </p:cNvSpPr>
          <p:nvPr/>
        </p:nvSpPr>
        <p:spPr>
          <a:xfrm>
            <a:off x="2325154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" name="f_small_violin_4654">
            <a:extLst>
              <a:ext uri="{FF2B5EF4-FFF2-40B4-BE49-F238E27FC236}">
                <a16:creationId xmlns:a16="http://schemas.microsoft.com/office/drawing/2014/main" id="{77328E7E-9088-40B3-8E4C-D04DFE76438F}"/>
              </a:ext>
            </a:extLst>
          </p:cNvPr>
          <p:cNvSpPr>
            <a:spLocks noGrp="1"/>
          </p:cNvSpPr>
          <p:nvPr/>
        </p:nvSpPr>
        <p:spPr>
          <a:xfrm>
            <a:off x="205341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" name="f_small_violin_4655">
            <a:extLst>
              <a:ext uri="{FF2B5EF4-FFF2-40B4-BE49-F238E27FC236}">
                <a16:creationId xmlns:a16="http://schemas.microsoft.com/office/drawing/2014/main" id="{A6ED0438-85A5-4D1E-B4F6-DAB2A246DA41}"/>
              </a:ext>
            </a:extLst>
          </p:cNvPr>
          <p:cNvSpPr>
            <a:spLocks noGrp="1"/>
          </p:cNvSpPr>
          <p:nvPr/>
        </p:nvSpPr>
        <p:spPr>
          <a:xfrm>
            <a:off x="2436847" y="449747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" name="f_small_violin_4656">
            <a:extLst>
              <a:ext uri="{FF2B5EF4-FFF2-40B4-BE49-F238E27FC236}">
                <a16:creationId xmlns:a16="http://schemas.microsoft.com/office/drawing/2014/main" id="{692434B9-FFCE-4898-AB0B-03FE9C96920E}"/>
              </a:ext>
            </a:extLst>
          </p:cNvPr>
          <p:cNvSpPr>
            <a:spLocks noGrp="1"/>
          </p:cNvSpPr>
          <p:nvPr/>
        </p:nvSpPr>
        <p:spPr>
          <a:xfrm>
            <a:off x="246327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" name="f_small_violin_4657">
            <a:extLst>
              <a:ext uri="{FF2B5EF4-FFF2-40B4-BE49-F238E27FC236}">
                <a16:creationId xmlns:a16="http://schemas.microsoft.com/office/drawing/2014/main" id="{E9262C63-7DE7-4870-B1F1-EE8CCF895F9B}"/>
              </a:ext>
            </a:extLst>
          </p:cNvPr>
          <p:cNvSpPr>
            <a:spLocks noGrp="1"/>
          </p:cNvSpPr>
          <p:nvPr/>
        </p:nvSpPr>
        <p:spPr>
          <a:xfrm>
            <a:off x="235808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" name="f_small_violin_4658">
            <a:extLst>
              <a:ext uri="{FF2B5EF4-FFF2-40B4-BE49-F238E27FC236}">
                <a16:creationId xmlns:a16="http://schemas.microsoft.com/office/drawing/2014/main" id="{3F6E7B13-87F8-458D-BBAF-D84452A82CCF}"/>
              </a:ext>
            </a:extLst>
          </p:cNvPr>
          <p:cNvSpPr>
            <a:spLocks noGrp="1"/>
          </p:cNvSpPr>
          <p:nvPr/>
        </p:nvSpPr>
        <p:spPr>
          <a:xfrm>
            <a:off x="216264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" name="f_small_violin_4659">
            <a:extLst>
              <a:ext uri="{FF2B5EF4-FFF2-40B4-BE49-F238E27FC236}">
                <a16:creationId xmlns:a16="http://schemas.microsoft.com/office/drawing/2014/main" id="{91BB0760-BABF-4093-BCA8-47881EB9E82C}"/>
              </a:ext>
            </a:extLst>
          </p:cNvPr>
          <p:cNvSpPr>
            <a:spLocks noGrp="1"/>
          </p:cNvSpPr>
          <p:nvPr/>
        </p:nvSpPr>
        <p:spPr>
          <a:xfrm>
            <a:off x="2520513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" name="f_small_violin_4660">
            <a:extLst>
              <a:ext uri="{FF2B5EF4-FFF2-40B4-BE49-F238E27FC236}">
                <a16:creationId xmlns:a16="http://schemas.microsoft.com/office/drawing/2014/main" id="{913B2533-0D13-4877-B64C-5B8BE3B663EF}"/>
              </a:ext>
            </a:extLst>
          </p:cNvPr>
          <p:cNvSpPr>
            <a:spLocks noGrp="1"/>
          </p:cNvSpPr>
          <p:nvPr/>
        </p:nvSpPr>
        <p:spPr>
          <a:xfrm>
            <a:off x="2420635" y="341986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" name="f_small_violin_4661">
            <a:extLst>
              <a:ext uri="{FF2B5EF4-FFF2-40B4-BE49-F238E27FC236}">
                <a16:creationId xmlns:a16="http://schemas.microsoft.com/office/drawing/2014/main" id="{F9924E02-9C60-4E70-8BB8-21485C6252D8}"/>
              </a:ext>
            </a:extLst>
          </p:cNvPr>
          <p:cNvSpPr>
            <a:spLocks noGrp="1"/>
          </p:cNvSpPr>
          <p:nvPr/>
        </p:nvSpPr>
        <p:spPr>
          <a:xfrm>
            <a:off x="227693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" name="f_small_violin_4662">
            <a:extLst>
              <a:ext uri="{FF2B5EF4-FFF2-40B4-BE49-F238E27FC236}">
                <a16:creationId xmlns:a16="http://schemas.microsoft.com/office/drawing/2014/main" id="{5DE922E0-0D85-4630-82B5-EE421C27EEA8}"/>
              </a:ext>
            </a:extLst>
          </p:cNvPr>
          <p:cNvSpPr>
            <a:spLocks noGrp="1"/>
          </p:cNvSpPr>
          <p:nvPr/>
        </p:nvSpPr>
        <p:spPr>
          <a:xfrm>
            <a:off x="252029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" name="f_small_violin_4663">
            <a:extLst>
              <a:ext uri="{FF2B5EF4-FFF2-40B4-BE49-F238E27FC236}">
                <a16:creationId xmlns:a16="http://schemas.microsoft.com/office/drawing/2014/main" id="{918E27EC-23DA-4BE3-93C7-3C39701C802D}"/>
              </a:ext>
            </a:extLst>
          </p:cNvPr>
          <p:cNvSpPr>
            <a:spLocks noGrp="1"/>
          </p:cNvSpPr>
          <p:nvPr/>
        </p:nvSpPr>
        <p:spPr>
          <a:xfrm>
            <a:off x="2313686" y="539835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" name="f_small_violin_4664">
            <a:extLst>
              <a:ext uri="{FF2B5EF4-FFF2-40B4-BE49-F238E27FC236}">
                <a16:creationId xmlns:a16="http://schemas.microsoft.com/office/drawing/2014/main" id="{9E3F0293-EC08-47AC-92F4-1FA35EE54B33}"/>
              </a:ext>
            </a:extLst>
          </p:cNvPr>
          <p:cNvSpPr>
            <a:spLocks noGrp="1"/>
          </p:cNvSpPr>
          <p:nvPr/>
        </p:nvSpPr>
        <p:spPr>
          <a:xfrm>
            <a:off x="222576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" name="f_small_violin_4665">
            <a:extLst>
              <a:ext uri="{FF2B5EF4-FFF2-40B4-BE49-F238E27FC236}">
                <a16:creationId xmlns:a16="http://schemas.microsoft.com/office/drawing/2014/main" id="{EFE14FD0-C6F6-48EC-84A9-D4319D73C57F}"/>
              </a:ext>
            </a:extLst>
          </p:cNvPr>
          <p:cNvSpPr>
            <a:spLocks noGrp="1"/>
          </p:cNvSpPr>
          <p:nvPr/>
        </p:nvSpPr>
        <p:spPr>
          <a:xfrm>
            <a:off x="2327859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" name="f_small_violin_4666">
            <a:extLst>
              <a:ext uri="{FF2B5EF4-FFF2-40B4-BE49-F238E27FC236}">
                <a16:creationId xmlns:a16="http://schemas.microsoft.com/office/drawing/2014/main" id="{099FA51C-FAC7-4287-93CA-9CA980A0B7C5}"/>
              </a:ext>
            </a:extLst>
          </p:cNvPr>
          <p:cNvSpPr>
            <a:spLocks noGrp="1"/>
          </p:cNvSpPr>
          <p:nvPr/>
        </p:nvSpPr>
        <p:spPr>
          <a:xfrm>
            <a:off x="209218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" name="f_small_violin_4667">
            <a:extLst>
              <a:ext uri="{FF2B5EF4-FFF2-40B4-BE49-F238E27FC236}">
                <a16:creationId xmlns:a16="http://schemas.microsoft.com/office/drawing/2014/main" id="{0A941B97-DF5A-4929-BB63-59156BF2163A}"/>
              </a:ext>
            </a:extLst>
          </p:cNvPr>
          <p:cNvSpPr>
            <a:spLocks noGrp="1"/>
          </p:cNvSpPr>
          <p:nvPr/>
        </p:nvSpPr>
        <p:spPr>
          <a:xfrm>
            <a:off x="2157707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" name="f_small_violin_4668">
            <a:extLst>
              <a:ext uri="{FF2B5EF4-FFF2-40B4-BE49-F238E27FC236}">
                <a16:creationId xmlns:a16="http://schemas.microsoft.com/office/drawing/2014/main" id="{69E7D0DE-4870-41F0-A970-1DEEB4631907}"/>
              </a:ext>
            </a:extLst>
          </p:cNvPr>
          <p:cNvSpPr>
            <a:spLocks noGrp="1"/>
          </p:cNvSpPr>
          <p:nvPr/>
        </p:nvSpPr>
        <p:spPr>
          <a:xfrm>
            <a:off x="2520832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" name="f_small_violin_4669">
            <a:extLst>
              <a:ext uri="{FF2B5EF4-FFF2-40B4-BE49-F238E27FC236}">
                <a16:creationId xmlns:a16="http://schemas.microsoft.com/office/drawing/2014/main" id="{0DEAF8BF-7452-435C-B0A9-C4484BF32102}"/>
              </a:ext>
            </a:extLst>
          </p:cNvPr>
          <p:cNvSpPr>
            <a:spLocks noGrp="1"/>
          </p:cNvSpPr>
          <p:nvPr/>
        </p:nvSpPr>
        <p:spPr>
          <a:xfrm>
            <a:off x="215152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" name="f_small_violin_4670">
            <a:extLst>
              <a:ext uri="{FF2B5EF4-FFF2-40B4-BE49-F238E27FC236}">
                <a16:creationId xmlns:a16="http://schemas.microsoft.com/office/drawing/2014/main" id="{774E21E1-B1F3-4323-8DCF-598335144F13}"/>
              </a:ext>
            </a:extLst>
          </p:cNvPr>
          <p:cNvSpPr>
            <a:spLocks noGrp="1"/>
          </p:cNvSpPr>
          <p:nvPr/>
        </p:nvSpPr>
        <p:spPr>
          <a:xfrm>
            <a:off x="2291772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" name="f_small_violin_4671">
            <a:extLst>
              <a:ext uri="{FF2B5EF4-FFF2-40B4-BE49-F238E27FC236}">
                <a16:creationId xmlns:a16="http://schemas.microsoft.com/office/drawing/2014/main" id="{3FA74525-F23D-4279-9386-747673BC5056}"/>
              </a:ext>
            </a:extLst>
          </p:cNvPr>
          <p:cNvSpPr>
            <a:spLocks noGrp="1"/>
          </p:cNvSpPr>
          <p:nvPr/>
        </p:nvSpPr>
        <p:spPr>
          <a:xfrm>
            <a:off x="240326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" name="f_small_violin_4672">
            <a:extLst>
              <a:ext uri="{FF2B5EF4-FFF2-40B4-BE49-F238E27FC236}">
                <a16:creationId xmlns:a16="http://schemas.microsoft.com/office/drawing/2014/main" id="{7765E234-E040-473F-A2F7-AA361418A0C7}"/>
              </a:ext>
            </a:extLst>
          </p:cNvPr>
          <p:cNvSpPr>
            <a:spLocks noGrp="1"/>
          </p:cNvSpPr>
          <p:nvPr/>
        </p:nvSpPr>
        <p:spPr>
          <a:xfrm>
            <a:off x="22327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" name="f_small_violin_4673">
            <a:extLst>
              <a:ext uri="{FF2B5EF4-FFF2-40B4-BE49-F238E27FC236}">
                <a16:creationId xmlns:a16="http://schemas.microsoft.com/office/drawing/2014/main" id="{980FE669-2E25-4443-A8FC-DF6B97F58E28}"/>
              </a:ext>
            </a:extLst>
          </p:cNvPr>
          <p:cNvSpPr>
            <a:spLocks noGrp="1"/>
          </p:cNvSpPr>
          <p:nvPr/>
        </p:nvSpPr>
        <p:spPr>
          <a:xfrm>
            <a:off x="230333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" name="f_small_violin_4674">
            <a:extLst>
              <a:ext uri="{FF2B5EF4-FFF2-40B4-BE49-F238E27FC236}">
                <a16:creationId xmlns:a16="http://schemas.microsoft.com/office/drawing/2014/main" id="{4095AD62-E6CA-4303-8F4B-483DD595907F}"/>
              </a:ext>
            </a:extLst>
          </p:cNvPr>
          <p:cNvSpPr>
            <a:spLocks noGrp="1"/>
          </p:cNvSpPr>
          <p:nvPr/>
        </p:nvSpPr>
        <p:spPr>
          <a:xfrm>
            <a:off x="2348653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0" name="f_small_violin_4675">
            <a:extLst>
              <a:ext uri="{FF2B5EF4-FFF2-40B4-BE49-F238E27FC236}">
                <a16:creationId xmlns:a16="http://schemas.microsoft.com/office/drawing/2014/main" id="{0DD268EB-4A55-4F06-BAE0-29F0810DD91A}"/>
              </a:ext>
            </a:extLst>
          </p:cNvPr>
          <p:cNvSpPr>
            <a:spLocks noGrp="1"/>
          </p:cNvSpPr>
          <p:nvPr/>
        </p:nvSpPr>
        <p:spPr>
          <a:xfrm>
            <a:off x="2908729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597300" y="3685436"/>
                </a:moveTo>
                <a:lnTo>
                  <a:pt x="185295" y="3685436"/>
                </a:lnTo>
                <a:lnTo>
                  <a:pt x="187619" y="3662402"/>
                </a:lnTo>
                <a:lnTo>
                  <a:pt x="194431" y="3639368"/>
                </a:lnTo>
                <a:lnTo>
                  <a:pt x="205269" y="3616334"/>
                </a:lnTo>
                <a:lnTo>
                  <a:pt x="219422" y="3593300"/>
                </a:lnTo>
                <a:lnTo>
                  <a:pt x="236003" y="3570266"/>
                </a:lnTo>
                <a:lnTo>
                  <a:pt x="254041" y="3547232"/>
                </a:lnTo>
                <a:lnTo>
                  <a:pt x="272574" y="3524198"/>
                </a:lnTo>
                <a:lnTo>
                  <a:pt x="290729" y="3501164"/>
                </a:lnTo>
                <a:lnTo>
                  <a:pt x="307784" y="3478130"/>
                </a:lnTo>
                <a:lnTo>
                  <a:pt x="323206" y="3455096"/>
                </a:lnTo>
                <a:lnTo>
                  <a:pt x="336662" y="3432062"/>
                </a:lnTo>
                <a:lnTo>
                  <a:pt x="348007" y="3409028"/>
                </a:lnTo>
                <a:lnTo>
                  <a:pt x="357260" y="3385994"/>
                </a:lnTo>
                <a:lnTo>
                  <a:pt x="364563" y="3362960"/>
                </a:lnTo>
                <a:lnTo>
                  <a:pt x="370142" y="3339926"/>
                </a:lnTo>
                <a:lnTo>
                  <a:pt x="374264" y="3316892"/>
                </a:lnTo>
                <a:lnTo>
                  <a:pt x="377210" y="3293858"/>
                </a:lnTo>
                <a:lnTo>
                  <a:pt x="379244" y="3270824"/>
                </a:lnTo>
                <a:lnTo>
                  <a:pt x="380598" y="3247790"/>
                </a:lnTo>
                <a:lnTo>
                  <a:pt x="381468" y="3224756"/>
                </a:lnTo>
                <a:lnTo>
                  <a:pt x="382006" y="3201722"/>
                </a:lnTo>
                <a:lnTo>
                  <a:pt x="382323" y="3178688"/>
                </a:lnTo>
                <a:lnTo>
                  <a:pt x="382497" y="3155654"/>
                </a:lnTo>
                <a:lnTo>
                  <a:pt x="382574" y="3132620"/>
                </a:lnTo>
                <a:lnTo>
                  <a:pt x="382579" y="3109586"/>
                </a:lnTo>
                <a:lnTo>
                  <a:pt x="382516" y="3086552"/>
                </a:lnTo>
                <a:lnTo>
                  <a:pt x="382380" y="3063518"/>
                </a:lnTo>
                <a:lnTo>
                  <a:pt x="382155" y="3040485"/>
                </a:lnTo>
                <a:lnTo>
                  <a:pt x="381826" y="3017451"/>
                </a:lnTo>
                <a:lnTo>
                  <a:pt x="381379" y="2994417"/>
                </a:lnTo>
                <a:lnTo>
                  <a:pt x="380805" y="2971383"/>
                </a:lnTo>
                <a:lnTo>
                  <a:pt x="380107" y="2948349"/>
                </a:lnTo>
                <a:lnTo>
                  <a:pt x="379297" y="2925315"/>
                </a:lnTo>
                <a:lnTo>
                  <a:pt x="378400" y="2902281"/>
                </a:lnTo>
                <a:lnTo>
                  <a:pt x="377452" y="2879247"/>
                </a:lnTo>
                <a:lnTo>
                  <a:pt x="376491" y="2856213"/>
                </a:lnTo>
                <a:lnTo>
                  <a:pt x="375559" y="2833179"/>
                </a:lnTo>
                <a:lnTo>
                  <a:pt x="374690" y="2810145"/>
                </a:lnTo>
                <a:lnTo>
                  <a:pt x="373907" y="2787111"/>
                </a:lnTo>
                <a:lnTo>
                  <a:pt x="373218" y="2764077"/>
                </a:lnTo>
                <a:lnTo>
                  <a:pt x="372613" y="2741043"/>
                </a:lnTo>
                <a:lnTo>
                  <a:pt x="372065" y="2718009"/>
                </a:lnTo>
                <a:lnTo>
                  <a:pt x="371537" y="2694975"/>
                </a:lnTo>
                <a:lnTo>
                  <a:pt x="370990" y="2671941"/>
                </a:lnTo>
                <a:lnTo>
                  <a:pt x="370385" y="2648907"/>
                </a:lnTo>
                <a:lnTo>
                  <a:pt x="369699" y="2625873"/>
                </a:lnTo>
                <a:lnTo>
                  <a:pt x="368929" y="2602839"/>
                </a:lnTo>
                <a:lnTo>
                  <a:pt x="368094" y="2579805"/>
                </a:lnTo>
                <a:lnTo>
                  <a:pt x="367239" y="2556771"/>
                </a:lnTo>
                <a:lnTo>
                  <a:pt x="366426" y="2533737"/>
                </a:lnTo>
                <a:lnTo>
                  <a:pt x="365731" y="2510703"/>
                </a:lnTo>
                <a:lnTo>
                  <a:pt x="365230" y="2487669"/>
                </a:lnTo>
                <a:lnTo>
                  <a:pt x="364994" y="2464635"/>
                </a:lnTo>
                <a:lnTo>
                  <a:pt x="365070" y="2441601"/>
                </a:lnTo>
                <a:lnTo>
                  <a:pt x="365484" y="2418567"/>
                </a:lnTo>
                <a:lnTo>
                  <a:pt x="366230" y="2395533"/>
                </a:lnTo>
                <a:lnTo>
                  <a:pt x="367272" y="2372499"/>
                </a:lnTo>
                <a:lnTo>
                  <a:pt x="368548" y="2349465"/>
                </a:lnTo>
                <a:lnTo>
                  <a:pt x="369977" y="2326431"/>
                </a:lnTo>
                <a:lnTo>
                  <a:pt x="371462" y="2303397"/>
                </a:lnTo>
                <a:lnTo>
                  <a:pt x="372901" y="2280363"/>
                </a:lnTo>
                <a:lnTo>
                  <a:pt x="374192" y="2257329"/>
                </a:lnTo>
                <a:lnTo>
                  <a:pt x="375239" y="2234295"/>
                </a:lnTo>
                <a:lnTo>
                  <a:pt x="375952" y="2211261"/>
                </a:lnTo>
                <a:lnTo>
                  <a:pt x="376250" y="2188228"/>
                </a:lnTo>
                <a:lnTo>
                  <a:pt x="376063" y="2165194"/>
                </a:lnTo>
                <a:lnTo>
                  <a:pt x="375331" y="2142160"/>
                </a:lnTo>
                <a:lnTo>
                  <a:pt x="374012" y="2119126"/>
                </a:lnTo>
                <a:lnTo>
                  <a:pt x="372082" y="2096092"/>
                </a:lnTo>
                <a:lnTo>
                  <a:pt x="369543" y="2073058"/>
                </a:lnTo>
                <a:lnTo>
                  <a:pt x="366430" y="2050024"/>
                </a:lnTo>
                <a:lnTo>
                  <a:pt x="362817" y="2026990"/>
                </a:lnTo>
                <a:lnTo>
                  <a:pt x="358819" y="2003956"/>
                </a:lnTo>
                <a:lnTo>
                  <a:pt x="354593" y="1980922"/>
                </a:lnTo>
                <a:lnTo>
                  <a:pt x="350326" y="1957888"/>
                </a:lnTo>
                <a:lnTo>
                  <a:pt x="346230" y="1934854"/>
                </a:lnTo>
                <a:lnTo>
                  <a:pt x="342519" y="1911820"/>
                </a:lnTo>
                <a:lnTo>
                  <a:pt x="339394" y="1888786"/>
                </a:lnTo>
                <a:lnTo>
                  <a:pt x="337022" y="1865752"/>
                </a:lnTo>
                <a:lnTo>
                  <a:pt x="335520" y="1842718"/>
                </a:lnTo>
                <a:lnTo>
                  <a:pt x="334945" y="1819684"/>
                </a:lnTo>
                <a:lnTo>
                  <a:pt x="335289" y="1796650"/>
                </a:lnTo>
                <a:lnTo>
                  <a:pt x="336484" y="1773616"/>
                </a:lnTo>
                <a:lnTo>
                  <a:pt x="338412" y="1750582"/>
                </a:lnTo>
                <a:lnTo>
                  <a:pt x="340924" y="1727548"/>
                </a:lnTo>
                <a:lnTo>
                  <a:pt x="343852" y="1704514"/>
                </a:lnTo>
                <a:lnTo>
                  <a:pt x="347028" y="1681480"/>
                </a:lnTo>
                <a:lnTo>
                  <a:pt x="350302" y="1658446"/>
                </a:lnTo>
                <a:lnTo>
                  <a:pt x="353543" y="1635412"/>
                </a:lnTo>
                <a:lnTo>
                  <a:pt x="356647" y="1612378"/>
                </a:lnTo>
                <a:lnTo>
                  <a:pt x="359538" y="1589344"/>
                </a:lnTo>
                <a:lnTo>
                  <a:pt x="362156" y="1566310"/>
                </a:lnTo>
                <a:lnTo>
                  <a:pt x="364459" y="1543276"/>
                </a:lnTo>
                <a:lnTo>
                  <a:pt x="366413" y="1520242"/>
                </a:lnTo>
                <a:lnTo>
                  <a:pt x="367991" y="1497208"/>
                </a:lnTo>
                <a:lnTo>
                  <a:pt x="369174" y="1474174"/>
                </a:lnTo>
                <a:lnTo>
                  <a:pt x="369950" y="1451140"/>
                </a:lnTo>
                <a:lnTo>
                  <a:pt x="370322" y="1428106"/>
                </a:lnTo>
                <a:lnTo>
                  <a:pt x="370310" y="1405072"/>
                </a:lnTo>
                <a:lnTo>
                  <a:pt x="369957" y="1382038"/>
                </a:lnTo>
                <a:lnTo>
                  <a:pt x="369330" y="1359004"/>
                </a:lnTo>
                <a:lnTo>
                  <a:pt x="368518" y="1335970"/>
                </a:lnTo>
                <a:lnTo>
                  <a:pt x="367625" y="1312937"/>
                </a:lnTo>
                <a:lnTo>
                  <a:pt x="366763" y="1289903"/>
                </a:lnTo>
                <a:lnTo>
                  <a:pt x="366041" y="1266869"/>
                </a:lnTo>
                <a:lnTo>
                  <a:pt x="365557" y="1243835"/>
                </a:lnTo>
                <a:lnTo>
                  <a:pt x="365380" y="1220801"/>
                </a:lnTo>
                <a:lnTo>
                  <a:pt x="365553" y="1197767"/>
                </a:lnTo>
                <a:lnTo>
                  <a:pt x="366082" y="1174733"/>
                </a:lnTo>
                <a:lnTo>
                  <a:pt x="366939" y="1151699"/>
                </a:lnTo>
                <a:lnTo>
                  <a:pt x="368071" y="1128665"/>
                </a:lnTo>
                <a:lnTo>
                  <a:pt x="369402" y="1105631"/>
                </a:lnTo>
                <a:lnTo>
                  <a:pt x="370846" y="1082597"/>
                </a:lnTo>
                <a:lnTo>
                  <a:pt x="372319" y="1059563"/>
                </a:lnTo>
                <a:lnTo>
                  <a:pt x="373747" y="1036529"/>
                </a:lnTo>
                <a:lnTo>
                  <a:pt x="375071" y="1013495"/>
                </a:lnTo>
                <a:lnTo>
                  <a:pt x="376254" y="990461"/>
                </a:lnTo>
                <a:lnTo>
                  <a:pt x="377282" y="967427"/>
                </a:lnTo>
                <a:lnTo>
                  <a:pt x="378161" y="944393"/>
                </a:lnTo>
                <a:lnTo>
                  <a:pt x="378912" y="921359"/>
                </a:lnTo>
                <a:lnTo>
                  <a:pt x="379568" y="898325"/>
                </a:lnTo>
                <a:lnTo>
                  <a:pt x="380167" y="875291"/>
                </a:lnTo>
                <a:lnTo>
                  <a:pt x="380745" y="852257"/>
                </a:lnTo>
                <a:lnTo>
                  <a:pt x="381333" y="829223"/>
                </a:lnTo>
                <a:lnTo>
                  <a:pt x="381953" y="806189"/>
                </a:lnTo>
                <a:lnTo>
                  <a:pt x="382618" y="783155"/>
                </a:lnTo>
                <a:lnTo>
                  <a:pt x="383327" y="760121"/>
                </a:lnTo>
                <a:lnTo>
                  <a:pt x="384072" y="737087"/>
                </a:lnTo>
                <a:lnTo>
                  <a:pt x="384836" y="714053"/>
                </a:lnTo>
                <a:lnTo>
                  <a:pt x="385595" y="691019"/>
                </a:lnTo>
                <a:lnTo>
                  <a:pt x="386322" y="667985"/>
                </a:lnTo>
                <a:lnTo>
                  <a:pt x="386986" y="644951"/>
                </a:lnTo>
                <a:lnTo>
                  <a:pt x="387554" y="621917"/>
                </a:lnTo>
                <a:lnTo>
                  <a:pt x="387991" y="598883"/>
                </a:lnTo>
                <a:lnTo>
                  <a:pt x="388256" y="575849"/>
                </a:lnTo>
                <a:lnTo>
                  <a:pt x="388299" y="552815"/>
                </a:lnTo>
                <a:lnTo>
                  <a:pt x="388054" y="529781"/>
                </a:lnTo>
                <a:lnTo>
                  <a:pt x="387434" y="506747"/>
                </a:lnTo>
                <a:lnTo>
                  <a:pt x="386320" y="483713"/>
                </a:lnTo>
                <a:lnTo>
                  <a:pt x="384549" y="460679"/>
                </a:lnTo>
                <a:lnTo>
                  <a:pt x="381910" y="437646"/>
                </a:lnTo>
                <a:lnTo>
                  <a:pt x="378130" y="414612"/>
                </a:lnTo>
                <a:lnTo>
                  <a:pt x="372873" y="391578"/>
                </a:lnTo>
                <a:lnTo>
                  <a:pt x="365744" y="368544"/>
                </a:lnTo>
                <a:lnTo>
                  <a:pt x="356304" y="345510"/>
                </a:lnTo>
                <a:lnTo>
                  <a:pt x="344096" y="322476"/>
                </a:lnTo>
                <a:lnTo>
                  <a:pt x="328685" y="299442"/>
                </a:lnTo>
                <a:lnTo>
                  <a:pt x="309720" y="276408"/>
                </a:lnTo>
                <a:lnTo>
                  <a:pt x="286999" y="253374"/>
                </a:lnTo>
                <a:lnTo>
                  <a:pt x="260537" y="230340"/>
                </a:lnTo>
                <a:lnTo>
                  <a:pt x="230638" y="207306"/>
                </a:lnTo>
                <a:lnTo>
                  <a:pt x="197941" y="184272"/>
                </a:lnTo>
                <a:lnTo>
                  <a:pt x="163437" y="161238"/>
                </a:lnTo>
                <a:lnTo>
                  <a:pt x="128452" y="138204"/>
                </a:lnTo>
                <a:lnTo>
                  <a:pt x="94577" y="115170"/>
                </a:lnTo>
                <a:lnTo>
                  <a:pt x="63559" y="92136"/>
                </a:lnTo>
                <a:lnTo>
                  <a:pt x="37160" y="69102"/>
                </a:lnTo>
                <a:lnTo>
                  <a:pt x="16983" y="46068"/>
                </a:lnTo>
                <a:lnTo>
                  <a:pt x="4318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277" y="23034"/>
                </a:lnTo>
                <a:lnTo>
                  <a:pt x="765612" y="46068"/>
                </a:lnTo>
                <a:lnTo>
                  <a:pt x="745435" y="69102"/>
                </a:lnTo>
                <a:lnTo>
                  <a:pt x="719035" y="92136"/>
                </a:lnTo>
                <a:lnTo>
                  <a:pt x="688018" y="115170"/>
                </a:lnTo>
                <a:lnTo>
                  <a:pt x="654143" y="138204"/>
                </a:lnTo>
                <a:lnTo>
                  <a:pt x="619157" y="161238"/>
                </a:lnTo>
                <a:lnTo>
                  <a:pt x="584653" y="184272"/>
                </a:lnTo>
                <a:lnTo>
                  <a:pt x="551956" y="207306"/>
                </a:lnTo>
                <a:lnTo>
                  <a:pt x="522058" y="230340"/>
                </a:lnTo>
                <a:lnTo>
                  <a:pt x="495596" y="253374"/>
                </a:lnTo>
                <a:lnTo>
                  <a:pt x="472874" y="276408"/>
                </a:lnTo>
                <a:lnTo>
                  <a:pt x="453910" y="299442"/>
                </a:lnTo>
                <a:lnTo>
                  <a:pt x="438499" y="322476"/>
                </a:lnTo>
                <a:lnTo>
                  <a:pt x="426290" y="345510"/>
                </a:lnTo>
                <a:lnTo>
                  <a:pt x="416850" y="368544"/>
                </a:lnTo>
                <a:lnTo>
                  <a:pt x="409722" y="391578"/>
                </a:lnTo>
                <a:lnTo>
                  <a:pt x="404465" y="414612"/>
                </a:lnTo>
                <a:lnTo>
                  <a:pt x="400685" y="437646"/>
                </a:lnTo>
                <a:lnTo>
                  <a:pt x="398046" y="460679"/>
                </a:lnTo>
                <a:lnTo>
                  <a:pt x="396275" y="483713"/>
                </a:lnTo>
                <a:lnTo>
                  <a:pt x="395160" y="506747"/>
                </a:lnTo>
                <a:lnTo>
                  <a:pt x="394540" y="529781"/>
                </a:lnTo>
                <a:lnTo>
                  <a:pt x="394296" y="552815"/>
                </a:lnTo>
                <a:lnTo>
                  <a:pt x="394338" y="575849"/>
                </a:lnTo>
                <a:lnTo>
                  <a:pt x="394603" y="598883"/>
                </a:lnTo>
                <a:lnTo>
                  <a:pt x="395040" y="621917"/>
                </a:lnTo>
                <a:lnTo>
                  <a:pt x="395609" y="644951"/>
                </a:lnTo>
                <a:lnTo>
                  <a:pt x="396273" y="667985"/>
                </a:lnTo>
                <a:lnTo>
                  <a:pt x="397000" y="691019"/>
                </a:lnTo>
                <a:lnTo>
                  <a:pt x="397759" y="714053"/>
                </a:lnTo>
                <a:lnTo>
                  <a:pt x="398523" y="737087"/>
                </a:lnTo>
                <a:lnTo>
                  <a:pt x="399268" y="760121"/>
                </a:lnTo>
                <a:lnTo>
                  <a:pt x="399977" y="783155"/>
                </a:lnTo>
                <a:lnTo>
                  <a:pt x="400641" y="806189"/>
                </a:lnTo>
                <a:lnTo>
                  <a:pt x="401261" y="829223"/>
                </a:lnTo>
                <a:lnTo>
                  <a:pt x="401849" y="852257"/>
                </a:lnTo>
                <a:lnTo>
                  <a:pt x="402427" y="875291"/>
                </a:lnTo>
                <a:lnTo>
                  <a:pt x="403026" y="898325"/>
                </a:lnTo>
                <a:lnTo>
                  <a:pt x="403683" y="921359"/>
                </a:lnTo>
                <a:lnTo>
                  <a:pt x="404434" y="944393"/>
                </a:lnTo>
                <a:lnTo>
                  <a:pt x="405313" y="967427"/>
                </a:lnTo>
                <a:lnTo>
                  <a:pt x="406341" y="990461"/>
                </a:lnTo>
                <a:lnTo>
                  <a:pt x="407524" y="1013495"/>
                </a:lnTo>
                <a:lnTo>
                  <a:pt x="408848" y="1036529"/>
                </a:lnTo>
                <a:lnTo>
                  <a:pt x="410275" y="1059563"/>
                </a:lnTo>
                <a:lnTo>
                  <a:pt x="411749" y="1082597"/>
                </a:lnTo>
                <a:lnTo>
                  <a:pt x="413193" y="1105631"/>
                </a:lnTo>
                <a:lnTo>
                  <a:pt x="414524" y="1128665"/>
                </a:lnTo>
                <a:lnTo>
                  <a:pt x="415655" y="1151699"/>
                </a:lnTo>
                <a:lnTo>
                  <a:pt x="416513" y="1174733"/>
                </a:lnTo>
                <a:lnTo>
                  <a:pt x="417041" y="1197767"/>
                </a:lnTo>
                <a:lnTo>
                  <a:pt x="417214" y="1220801"/>
                </a:lnTo>
                <a:lnTo>
                  <a:pt x="417038" y="1243835"/>
                </a:lnTo>
                <a:lnTo>
                  <a:pt x="416553" y="1266869"/>
                </a:lnTo>
                <a:lnTo>
                  <a:pt x="415832" y="1289903"/>
                </a:lnTo>
                <a:lnTo>
                  <a:pt x="414970" y="1312937"/>
                </a:lnTo>
                <a:lnTo>
                  <a:pt x="414077" y="1335970"/>
                </a:lnTo>
                <a:lnTo>
                  <a:pt x="413264" y="1359004"/>
                </a:lnTo>
                <a:lnTo>
                  <a:pt x="412638" y="1382038"/>
                </a:lnTo>
                <a:lnTo>
                  <a:pt x="412285" y="1405072"/>
                </a:lnTo>
                <a:lnTo>
                  <a:pt x="412273" y="1428106"/>
                </a:lnTo>
                <a:lnTo>
                  <a:pt x="412645" y="1451140"/>
                </a:lnTo>
                <a:lnTo>
                  <a:pt x="413421" y="1474174"/>
                </a:lnTo>
                <a:lnTo>
                  <a:pt x="414603" y="1497208"/>
                </a:lnTo>
                <a:lnTo>
                  <a:pt x="416182" y="1520242"/>
                </a:lnTo>
                <a:lnTo>
                  <a:pt x="418136" y="1543276"/>
                </a:lnTo>
                <a:lnTo>
                  <a:pt x="420439" y="1566310"/>
                </a:lnTo>
                <a:lnTo>
                  <a:pt x="423057" y="1589344"/>
                </a:lnTo>
                <a:lnTo>
                  <a:pt x="425947" y="1612378"/>
                </a:lnTo>
                <a:lnTo>
                  <a:pt x="429052" y="1635412"/>
                </a:lnTo>
                <a:lnTo>
                  <a:pt x="432293" y="1658446"/>
                </a:lnTo>
                <a:lnTo>
                  <a:pt x="435566" y="1681480"/>
                </a:lnTo>
                <a:lnTo>
                  <a:pt x="438743" y="1704514"/>
                </a:lnTo>
                <a:lnTo>
                  <a:pt x="441670" y="1727548"/>
                </a:lnTo>
                <a:lnTo>
                  <a:pt x="444182" y="1750582"/>
                </a:lnTo>
                <a:lnTo>
                  <a:pt x="446111" y="1773616"/>
                </a:lnTo>
                <a:lnTo>
                  <a:pt x="447306" y="1796650"/>
                </a:lnTo>
                <a:lnTo>
                  <a:pt x="447650" y="1819684"/>
                </a:lnTo>
                <a:lnTo>
                  <a:pt x="447074" y="1842718"/>
                </a:lnTo>
                <a:lnTo>
                  <a:pt x="445573" y="1865752"/>
                </a:lnTo>
                <a:lnTo>
                  <a:pt x="443201" y="1888786"/>
                </a:lnTo>
                <a:lnTo>
                  <a:pt x="440076" y="1911820"/>
                </a:lnTo>
                <a:lnTo>
                  <a:pt x="436365" y="1934854"/>
                </a:lnTo>
                <a:lnTo>
                  <a:pt x="432268" y="1957888"/>
                </a:lnTo>
                <a:lnTo>
                  <a:pt x="428002" y="1980922"/>
                </a:lnTo>
                <a:lnTo>
                  <a:pt x="423775" y="2003956"/>
                </a:lnTo>
                <a:lnTo>
                  <a:pt x="419778" y="2026990"/>
                </a:lnTo>
                <a:lnTo>
                  <a:pt x="416165" y="2050024"/>
                </a:lnTo>
                <a:lnTo>
                  <a:pt x="413052" y="2073058"/>
                </a:lnTo>
                <a:lnTo>
                  <a:pt x="410513" y="2096092"/>
                </a:lnTo>
                <a:lnTo>
                  <a:pt x="408582" y="2119126"/>
                </a:lnTo>
                <a:lnTo>
                  <a:pt x="407263" y="2142160"/>
                </a:lnTo>
                <a:lnTo>
                  <a:pt x="406532" y="2165194"/>
                </a:lnTo>
                <a:lnTo>
                  <a:pt x="406344" y="2188228"/>
                </a:lnTo>
                <a:lnTo>
                  <a:pt x="406642" y="2211261"/>
                </a:lnTo>
                <a:lnTo>
                  <a:pt x="407355" y="2234295"/>
                </a:lnTo>
                <a:lnTo>
                  <a:pt x="408402" y="2257329"/>
                </a:lnTo>
                <a:lnTo>
                  <a:pt x="409694" y="2280363"/>
                </a:lnTo>
                <a:lnTo>
                  <a:pt x="411133" y="2303397"/>
                </a:lnTo>
                <a:lnTo>
                  <a:pt x="412618" y="2326431"/>
                </a:lnTo>
                <a:lnTo>
                  <a:pt x="414046" y="2349465"/>
                </a:lnTo>
                <a:lnTo>
                  <a:pt x="415323" y="2372499"/>
                </a:lnTo>
                <a:lnTo>
                  <a:pt x="416365" y="2395533"/>
                </a:lnTo>
                <a:lnTo>
                  <a:pt x="417110" y="2418567"/>
                </a:lnTo>
                <a:lnTo>
                  <a:pt x="417524" y="2441601"/>
                </a:lnTo>
                <a:lnTo>
                  <a:pt x="417601" y="2464635"/>
                </a:lnTo>
                <a:lnTo>
                  <a:pt x="417364" y="2487669"/>
                </a:lnTo>
                <a:lnTo>
                  <a:pt x="416864" y="2510703"/>
                </a:lnTo>
                <a:lnTo>
                  <a:pt x="416169" y="2533737"/>
                </a:lnTo>
                <a:lnTo>
                  <a:pt x="415356" y="2556771"/>
                </a:lnTo>
                <a:lnTo>
                  <a:pt x="414500" y="2579805"/>
                </a:lnTo>
                <a:lnTo>
                  <a:pt x="413666" y="2602839"/>
                </a:lnTo>
                <a:lnTo>
                  <a:pt x="412896" y="2625873"/>
                </a:lnTo>
                <a:lnTo>
                  <a:pt x="412210" y="2648907"/>
                </a:lnTo>
                <a:lnTo>
                  <a:pt x="411605" y="2671941"/>
                </a:lnTo>
                <a:lnTo>
                  <a:pt x="411057" y="2694975"/>
                </a:lnTo>
                <a:lnTo>
                  <a:pt x="410530" y="2718009"/>
                </a:lnTo>
                <a:lnTo>
                  <a:pt x="409982" y="2741043"/>
                </a:lnTo>
                <a:lnTo>
                  <a:pt x="409376" y="2764077"/>
                </a:lnTo>
                <a:lnTo>
                  <a:pt x="408687" y="2787111"/>
                </a:lnTo>
                <a:lnTo>
                  <a:pt x="407904" y="2810145"/>
                </a:lnTo>
                <a:lnTo>
                  <a:pt x="407036" y="2833179"/>
                </a:lnTo>
                <a:lnTo>
                  <a:pt x="406104" y="2856213"/>
                </a:lnTo>
                <a:lnTo>
                  <a:pt x="405143" y="2879247"/>
                </a:lnTo>
                <a:lnTo>
                  <a:pt x="404195" y="2902281"/>
                </a:lnTo>
                <a:lnTo>
                  <a:pt x="403298" y="2925315"/>
                </a:lnTo>
                <a:lnTo>
                  <a:pt x="402488" y="2948349"/>
                </a:lnTo>
                <a:lnTo>
                  <a:pt x="401790" y="2971383"/>
                </a:lnTo>
                <a:lnTo>
                  <a:pt x="401216" y="2994417"/>
                </a:lnTo>
                <a:lnTo>
                  <a:pt x="400768" y="3017451"/>
                </a:lnTo>
                <a:lnTo>
                  <a:pt x="400439" y="3040485"/>
                </a:lnTo>
                <a:lnTo>
                  <a:pt x="400215" y="3063518"/>
                </a:lnTo>
                <a:lnTo>
                  <a:pt x="400078" y="3086552"/>
                </a:lnTo>
                <a:lnTo>
                  <a:pt x="400016" y="3109586"/>
                </a:lnTo>
                <a:lnTo>
                  <a:pt x="400021" y="3132620"/>
                </a:lnTo>
                <a:lnTo>
                  <a:pt x="400098" y="3155654"/>
                </a:lnTo>
                <a:lnTo>
                  <a:pt x="400272" y="3178688"/>
                </a:lnTo>
                <a:lnTo>
                  <a:pt x="400589" y="3201722"/>
                </a:lnTo>
                <a:lnTo>
                  <a:pt x="401126" y="3224756"/>
                </a:lnTo>
                <a:lnTo>
                  <a:pt x="401996" y="3247790"/>
                </a:lnTo>
                <a:lnTo>
                  <a:pt x="403351" y="3270824"/>
                </a:lnTo>
                <a:lnTo>
                  <a:pt x="405385" y="3293858"/>
                </a:lnTo>
                <a:lnTo>
                  <a:pt x="408330" y="3316892"/>
                </a:lnTo>
                <a:lnTo>
                  <a:pt x="412453" y="3339926"/>
                </a:lnTo>
                <a:lnTo>
                  <a:pt x="418032" y="3362960"/>
                </a:lnTo>
                <a:lnTo>
                  <a:pt x="425335" y="3385994"/>
                </a:lnTo>
                <a:lnTo>
                  <a:pt x="434588" y="3409028"/>
                </a:lnTo>
                <a:lnTo>
                  <a:pt x="445933" y="3432062"/>
                </a:lnTo>
                <a:lnTo>
                  <a:pt x="459388" y="3455096"/>
                </a:lnTo>
                <a:lnTo>
                  <a:pt x="474810" y="3478130"/>
                </a:lnTo>
                <a:lnTo>
                  <a:pt x="491866" y="3501164"/>
                </a:lnTo>
                <a:lnTo>
                  <a:pt x="510021" y="3524198"/>
                </a:lnTo>
                <a:lnTo>
                  <a:pt x="528554" y="3547232"/>
                </a:lnTo>
                <a:lnTo>
                  <a:pt x="546592" y="3570266"/>
                </a:lnTo>
                <a:lnTo>
                  <a:pt x="563172" y="3593300"/>
                </a:lnTo>
                <a:lnTo>
                  <a:pt x="577325" y="3616334"/>
                </a:lnTo>
                <a:lnTo>
                  <a:pt x="588164" y="3639368"/>
                </a:lnTo>
                <a:lnTo>
                  <a:pt x="594976" y="3662402"/>
                </a:lnTo>
                <a:lnTo>
                  <a:pt x="597300" y="3685436"/>
                </a:lnTo>
                <a:lnTo>
                  <a:pt x="597300" y="3685436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111" name="f_small_violin_4676">
            <a:extLst>
              <a:ext uri="{FF2B5EF4-FFF2-40B4-BE49-F238E27FC236}">
                <a16:creationId xmlns:a16="http://schemas.microsoft.com/office/drawing/2014/main" id="{3F08037D-8440-4601-A901-34EB420DDDE6}"/>
              </a:ext>
            </a:extLst>
          </p:cNvPr>
          <p:cNvSpPr>
            <a:spLocks noGrp="1"/>
          </p:cNvSpPr>
          <p:nvPr/>
        </p:nvSpPr>
        <p:spPr>
          <a:xfrm>
            <a:off x="326945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2" name="f_small_violin_4677">
            <a:extLst>
              <a:ext uri="{FF2B5EF4-FFF2-40B4-BE49-F238E27FC236}">
                <a16:creationId xmlns:a16="http://schemas.microsoft.com/office/drawing/2014/main" id="{D0ACE1DA-6D95-4ECE-826C-762AC136950E}"/>
              </a:ext>
            </a:extLst>
          </p:cNvPr>
          <p:cNvSpPr>
            <a:spLocks noGrp="1"/>
          </p:cNvSpPr>
          <p:nvPr/>
        </p:nvSpPr>
        <p:spPr>
          <a:xfrm>
            <a:off x="3305861" y="32397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3" name="f_small_violin_4678">
            <a:extLst>
              <a:ext uri="{FF2B5EF4-FFF2-40B4-BE49-F238E27FC236}">
                <a16:creationId xmlns:a16="http://schemas.microsoft.com/office/drawing/2014/main" id="{2D1E2C1E-82C3-41E5-87BB-98C497D2C81F}"/>
              </a:ext>
            </a:extLst>
          </p:cNvPr>
          <p:cNvSpPr>
            <a:spLocks noGrp="1"/>
          </p:cNvSpPr>
          <p:nvPr/>
        </p:nvSpPr>
        <p:spPr>
          <a:xfrm>
            <a:off x="320117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4" name="f_small_violin_4679">
            <a:extLst>
              <a:ext uri="{FF2B5EF4-FFF2-40B4-BE49-F238E27FC236}">
                <a16:creationId xmlns:a16="http://schemas.microsoft.com/office/drawing/2014/main" id="{702479B2-0D80-4AAE-9E32-6029E7BCD56A}"/>
              </a:ext>
            </a:extLst>
          </p:cNvPr>
          <p:cNvSpPr>
            <a:spLocks noGrp="1"/>
          </p:cNvSpPr>
          <p:nvPr/>
        </p:nvSpPr>
        <p:spPr>
          <a:xfrm>
            <a:off x="319545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5" name="f_small_violin_4680">
            <a:extLst>
              <a:ext uri="{FF2B5EF4-FFF2-40B4-BE49-F238E27FC236}">
                <a16:creationId xmlns:a16="http://schemas.microsoft.com/office/drawing/2014/main" id="{1CDDAE85-E662-4960-8B16-AB0F38EAFC65}"/>
              </a:ext>
            </a:extLst>
          </p:cNvPr>
          <p:cNvSpPr>
            <a:spLocks noGrp="1"/>
          </p:cNvSpPr>
          <p:nvPr/>
        </p:nvSpPr>
        <p:spPr>
          <a:xfrm>
            <a:off x="319814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6" name="f_small_violin_4681">
            <a:extLst>
              <a:ext uri="{FF2B5EF4-FFF2-40B4-BE49-F238E27FC236}">
                <a16:creationId xmlns:a16="http://schemas.microsoft.com/office/drawing/2014/main" id="{4BD9390E-F7FA-49B9-B9EF-AA287BB9749D}"/>
              </a:ext>
            </a:extLst>
          </p:cNvPr>
          <p:cNvSpPr>
            <a:spLocks noGrp="1"/>
          </p:cNvSpPr>
          <p:nvPr/>
        </p:nvSpPr>
        <p:spPr>
          <a:xfrm>
            <a:off x="3392319" y="399896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7" name="f_small_violin_4682">
            <a:extLst>
              <a:ext uri="{FF2B5EF4-FFF2-40B4-BE49-F238E27FC236}">
                <a16:creationId xmlns:a16="http://schemas.microsoft.com/office/drawing/2014/main" id="{38080D78-589C-40AA-AFBD-B1B61B877AAC}"/>
              </a:ext>
            </a:extLst>
          </p:cNvPr>
          <p:cNvSpPr>
            <a:spLocks noGrp="1"/>
          </p:cNvSpPr>
          <p:nvPr/>
        </p:nvSpPr>
        <p:spPr>
          <a:xfrm>
            <a:off x="324638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8" name="f_small_violin_4683">
            <a:extLst>
              <a:ext uri="{FF2B5EF4-FFF2-40B4-BE49-F238E27FC236}">
                <a16:creationId xmlns:a16="http://schemas.microsoft.com/office/drawing/2014/main" id="{8E1549B5-2F0E-4C67-9238-4DA1AE627E7C}"/>
              </a:ext>
            </a:extLst>
          </p:cNvPr>
          <p:cNvSpPr>
            <a:spLocks noGrp="1"/>
          </p:cNvSpPr>
          <p:nvPr/>
        </p:nvSpPr>
        <p:spPr>
          <a:xfrm>
            <a:off x="3289834" y="459984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9" name="f_small_violin_4684">
            <a:extLst>
              <a:ext uri="{FF2B5EF4-FFF2-40B4-BE49-F238E27FC236}">
                <a16:creationId xmlns:a16="http://schemas.microsoft.com/office/drawing/2014/main" id="{E9464488-625B-45BD-9402-5928276C54A7}"/>
              </a:ext>
            </a:extLst>
          </p:cNvPr>
          <p:cNvSpPr>
            <a:spLocks noGrp="1"/>
          </p:cNvSpPr>
          <p:nvPr/>
        </p:nvSpPr>
        <p:spPr>
          <a:xfrm>
            <a:off x="303957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0" name="f_small_violin_4685">
            <a:extLst>
              <a:ext uri="{FF2B5EF4-FFF2-40B4-BE49-F238E27FC236}">
                <a16:creationId xmlns:a16="http://schemas.microsoft.com/office/drawing/2014/main" id="{E759CF38-4F0F-43A4-B3C3-D8511C7A51F9}"/>
              </a:ext>
            </a:extLst>
          </p:cNvPr>
          <p:cNvSpPr>
            <a:spLocks noGrp="1"/>
          </p:cNvSpPr>
          <p:nvPr/>
        </p:nvSpPr>
        <p:spPr>
          <a:xfrm>
            <a:off x="348901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1" name="f_small_violin_4686">
            <a:extLst>
              <a:ext uri="{FF2B5EF4-FFF2-40B4-BE49-F238E27FC236}">
                <a16:creationId xmlns:a16="http://schemas.microsoft.com/office/drawing/2014/main" id="{54ADA637-4B21-495E-9560-6BD691986B45}"/>
              </a:ext>
            </a:extLst>
          </p:cNvPr>
          <p:cNvSpPr>
            <a:spLocks noGrp="1"/>
          </p:cNvSpPr>
          <p:nvPr/>
        </p:nvSpPr>
        <p:spPr>
          <a:xfrm>
            <a:off x="342472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2" name="f_small_violin_4687">
            <a:extLst>
              <a:ext uri="{FF2B5EF4-FFF2-40B4-BE49-F238E27FC236}">
                <a16:creationId xmlns:a16="http://schemas.microsoft.com/office/drawing/2014/main" id="{B9482299-95E1-4300-B4DF-981B669FBCE6}"/>
              </a:ext>
            </a:extLst>
          </p:cNvPr>
          <p:cNvSpPr>
            <a:spLocks noGrp="1"/>
          </p:cNvSpPr>
          <p:nvPr/>
        </p:nvSpPr>
        <p:spPr>
          <a:xfrm>
            <a:off x="3093588" y="360170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3" name="f_small_violin_4688">
            <a:extLst>
              <a:ext uri="{FF2B5EF4-FFF2-40B4-BE49-F238E27FC236}">
                <a16:creationId xmlns:a16="http://schemas.microsoft.com/office/drawing/2014/main" id="{EF41FC55-0BAB-4FDF-AE82-3725A18B744A}"/>
              </a:ext>
            </a:extLst>
          </p:cNvPr>
          <p:cNvSpPr>
            <a:spLocks noGrp="1"/>
          </p:cNvSpPr>
          <p:nvPr/>
        </p:nvSpPr>
        <p:spPr>
          <a:xfrm>
            <a:off x="320867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4" name="f_small_violin_4689">
            <a:extLst>
              <a:ext uri="{FF2B5EF4-FFF2-40B4-BE49-F238E27FC236}">
                <a16:creationId xmlns:a16="http://schemas.microsoft.com/office/drawing/2014/main" id="{40E4AE3A-42A5-4408-A5B0-217A39346BA4}"/>
              </a:ext>
            </a:extLst>
          </p:cNvPr>
          <p:cNvSpPr>
            <a:spLocks noGrp="1"/>
          </p:cNvSpPr>
          <p:nvPr/>
        </p:nvSpPr>
        <p:spPr>
          <a:xfrm>
            <a:off x="3506116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5" name="f_small_violin_4690">
            <a:extLst>
              <a:ext uri="{FF2B5EF4-FFF2-40B4-BE49-F238E27FC236}">
                <a16:creationId xmlns:a16="http://schemas.microsoft.com/office/drawing/2014/main" id="{1DD6F045-977E-49CC-812E-559C0E22D6C3}"/>
              </a:ext>
            </a:extLst>
          </p:cNvPr>
          <p:cNvSpPr>
            <a:spLocks noGrp="1"/>
          </p:cNvSpPr>
          <p:nvPr/>
        </p:nvSpPr>
        <p:spPr>
          <a:xfrm>
            <a:off x="302498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6" name="f_small_violin_4691">
            <a:extLst>
              <a:ext uri="{FF2B5EF4-FFF2-40B4-BE49-F238E27FC236}">
                <a16:creationId xmlns:a16="http://schemas.microsoft.com/office/drawing/2014/main" id="{6FEC7E4D-E988-4E54-B1DD-D00F80AEC2FB}"/>
              </a:ext>
            </a:extLst>
          </p:cNvPr>
          <p:cNvSpPr>
            <a:spLocks noGrp="1"/>
          </p:cNvSpPr>
          <p:nvPr/>
        </p:nvSpPr>
        <p:spPr>
          <a:xfrm>
            <a:off x="326542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7" name="f_small_violin_4692">
            <a:extLst>
              <a:ext uri="{FF2B5EF4-FFF2-40B4-BE49-F238E27FC236}">
                <a16:creationId xmlns:a16="http://schemas.microsoft.com/office/drawing/2014/main" id="{137CEE6B-87FA-45C5-8220-0D2036BC5BEA}"/>
              </a:ext>
            </a:extLst>
          </p:cNvPr>
          <p:cNvSpPr>
            <a:spLocks noGrp="1"/>
          </p:cNvSpPr>
          <p:nvPr/>
        </p:nvSpPr>
        <p:spPr>
          <a:xfrm>
            <a:off x="329047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8" name="f_small_violin_4693">
            <a:extLst>
              <a:ext uri="{FF2B5EF4-FFF2-40B4-BE49-F238E27FC236}">
                <a16:creationId xmlns:a16="http://schemas.microsoft.com/office/drawing/2014/main" id="{6BCB34F9-1C94-4B86-9C0D-7A9C2BA94611}"/>
              </a:ext>
            </a:extLst>
          </p:cNvPr>
          <p:cNvSpPr>
            <a:spLocks noGrp="1"/>
          </p:cNvSpPr>
          <p:nvPr/>
        </p:nvSpPr>
        <p:spPr>
          <a:xfrm>
            <a:off x="325879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9" name="f_small_violin_4694">
            <a:extLst>
              <a:ext uri="{FF2B5EF4-FFF2-40B4-BE49-F238E27FC236}">
                <a16:creationId xmlns:a16="http://schemas.microsoft.com/office/drawing/2014/main" id="{444900A0-DD58-436C-9B68-03A765100422}"/>
              </a:ext>
            </a:extLst>
          </p:cNvPr>
          <p:cNvSpPr>
            <a:spLocks noGrp="1"/>
          </p:cNvSpPr>
          <p:nvPr/>
        </p:nvSpPr>
        <p:spPr>
          <a:xfrm>
            <a:off x="3509092" y="402948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0" name="f_small_violin_4695">
            <a:extLst>
              <a:ext uri="{FF2B5EF4-FFF2-40B4-BE49-F238E27FC236}">
                <a16:creationId xmlns:a16="http://schemas.microsoft.com/office/drawing/2014/main" id="{F49D1BDB-A36E-4447-BCC0-13630B07E2B9}"/>
              </a:ext>
            </a:extLst>
          </p:cNvPr>
          <p:cNvSpPr>
            <a:spLocks noGrp="1"/>
          </p:cNvSpPr>
          <p:nvPr/>
        </p:nvSpPr>
        <p:spPr>
          <a:xfrm>
            <a:off x="3438650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1" name="f_small_violin_4696">
            <a:extLst>
              <a:ext uri="{FF2B5EF4-FFF2-40B4-BE49-F238E27FC236}">
                <a16:creationId xmlns:a16="http://schemas.microsoft.com/office/drawing/2014/main" id="{084120A0-E382-49F1-A18E-215858561108}"/>
              </a:ext>
            </a:extLst>
          </p:cNvPr>
          <p:cNvSpPr>
            <a:spLocks noGrp="1"/>
          </p:cNvSpPr>
          <p:nvPr/>
        </p:nvSpPr>
        <p:spPr>
          <a:xfrm>
            <a:off x="3061398" y="55212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2" name="f_small_violin_4697">
            <a:extLst>
              <a:ext uri="{FF2B5EF4-FFF2-40B4-BE49-F238E27FC236}">
                <a16:creationId xmlns:a16="http://schemas.microsoft.com/office/drawing/2014/main" id="{7D62F2BF-AC2E-4724-B151-B2C706AC0568}"/>
              </a:ext>
            </a:extLst>
          </p:cNvPr>
          <p:cNvSpPr>
            <a:spLocks noGrp="1"/>
          </p:cNvSpPr>
          <p:nvPr/>
        </p:nvSpPr>
        <p:spPr>
          <a:xfrm>
            <a:off x="311727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3" name="f_small_violin_4698">
            <a:extLst>
              <a:ext uri="{FF2B5EF4-FFF2-40B4-BE49-F238E27FC236}">
                <a16:creationId xmlns:a16="http://schemas.microsoft.com/office/drawing/2014/main" id="{A7874183-DF49-49BA-9AAA-CF000A1D8DD5}"/>
              </a:ext>
            </a:extLst>
          </p:cNvPr>
          <p:cNvSpPr>
            <a:spLocks noGrp="1"/>
          </p:cNvSpPr>
          <p:nvPr/>
        </p:nvSpPr>
        <p:spPr>
          <a:xfrm>
            <a:off x="317389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4" name="f_small_violin_4699">
            <a:extLst>
              <a:ext uri="{FF2B5EF4-FFF2-40B4-BE49-F238E27FC236}">
                <a16:creationId xmlns:a16="http://schemas.microsoft.com/office/drawing/2014/main" id="{9DA4269D-8052-4D19-A32A-471714150E3A}"/>
              </a:ext>
            </a:extLst>
          </p:cNvPr>
          <p:cNvSpPr>
            <a:spLocks noGrp="1"/>
          </p:cNvSpPr>
          <p:nvPr/>
        </p:nvSpPr>
        <p:spPr>
          <a:xfrm>
            <a:off x="326520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5" name="f_small_violin_4700">
            <a:extLst>
              <a:ext uri="{FF2B5EF4-FFF2-40B4-BE49-F238E27FC236}">
                <a16:creationId xmlns:a16="http://schemas.microsoft.com/office/drawing/2014/main" id="{80D68A6B-D018-46E1-93A0-55E2D96BD157}"/>
              </a:ext>
            </a:extLst>
          </p:cNvPr>
          <p:cNvSpPr>
            <a:spLocks noGrp="1"/>
          </p:cNvSpPr>
          <p:nvPr/>
        </p:nvSpPr>
        <p:spPr>
          <a:xfrm>
            <a:off x="341598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6" name="f_small_violin_4701">
            <a:extLst>
              <a:ext uri="{FF2B5EF4-FFF2-40B4-BE49-F238E27FC236}">
                <a16:creationId xmlns:a16="http://schemas.microsoft.com/office/drawing/2014/main" id="{BBC3BF16-AFCC-4746-AAD2-2EBE76F1D879}"/>
              </a:ext>
            </a:extLst>
          </p:cNvPr>
          <p:cNvSpPr>
            <a:spLocks noGrp="1"/>
          </p:cNvSpPr>
          <p:nvPr/>
        </p:nvSpPr>
        <p:spPr>
          <a:xfrm>
            <a:off x="3326065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7" name="f_small_violin_4702">
            <a:extLst>
              <a:ext uri="{FF2B5EF4-FFF2-40B4-BE49-F238E27FC236}">
                <a16:creationId xmlns:a16="http://schemas.microsoft.com/office/drawing/2014/main" id="{E34F8FA7-9556-4017-876D-CFE43F5D5611}"/>
              </a:ext>
            </a:extLst>
          </p:cNvPr>
          <p:cNvSpPr>
            <a:spLocks noGrp="1"/>
          </p:cNvSpPr>
          <p:nvPr/>
        </p:nvSpPr>
        <p:spPr>
          <a:xfrm>
            <a:off x="3443898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8" name="f_small_violin_4703">
            <a:extLst>
              <a:ext uri="{FF2B5EF4-FFF2-40B4-BE49-F238E27FC236}">
                <a16:creationId xmlns:a16="http://schemas.microsoft.com/office/drawing/2014/main" id="{F4C34120-159B-401B-9934-968FAD308034}"/>
              </a:ext>
            </a:extLst>
          </p:cNvPr>
          <p:cNvSpPr>
            <a:spLocks noGrp="1"/>
          </p:cNvSpPr>
          <p:nvPr/>
        </p:nvSpPr>
        <p:spPr>
          <a:xfrm>
            <a:off x="312751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9" name="f_small_violin_4704">
            <a:extLst>
              <a:ext uri="{FF2B5EF4-FFF2-40B4-BE49-F238E27FC236}">
                <a16:creationId xmlns:a16="http://schemas.microsoft.com/office/drawing/2014/main" id="{1775D357-8933-4177-932B-BE3C19B7E34E}"/>
              </a:ext>
            </a:extLst>
          </p:cNvPr>
          <p:cNvSpPr>
            <a:spLocks noGrp="1"/>
          </p:cNvSpPr>
          <p:nvPr/>
        </p:nvSpPr>
        <p:spPr>
          <a:xfrm>
            <a:off x="329910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0" name="f_small_violin_4705">
            <a:extLst>
              <a:ext uri="{FF2B5EF4-FFF2-40B4-BE49-F238E27FC236}">
                <a16:creationId xmlns:a16="http://schemas.microsoft.com/office/drawing/2014/main" id="{90C354C7-0FFF-4886-925B-9E5D17191E0F}"/>
              </a:ext>
            </a:extLst>
          </p:cNvPr>
          <p:cNvSpPr>
            <a:spLocks noGrp="1"/>
          </p:cNvSpPr>
          <p:nvPr/>
        </p:nvSpPr>
        <p:spPr>
          <a:xfrm>
            <a:off x="3301898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1" name="f_small_violin_4706">
            <a:extLst>
              <a:ext uri="{FF2B5EF4-FFF2-40B4-BE49-F238E27FC236}">
                <a16:creationId xmlns:a16="http://schemas.microsoft.com/office/drawing/2014/main" id="{6E1895B6-A869-4097-BB9D-805DD7364866}"/>
              </a:ext>
            </a:extLst>
          </p:cNvPr>
          <p:cNvSpPr>
            <a:spLocks noGrp="1"/>
          </p:cNvSpPr>
          <p:nvPr/>
        </p:nvSpPr>
        <p:spPr>
          <a:xfrm>
            <a:off x="302191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2" name="f_small_violin_4707">
            <a:extLst>
              <a:ext uri="{FF2B5EF4-FFF2-40B4-BE49-F238E27FC236}">
                <a16:creationId xmlns:a16="http://schemas.microsoft.com/office/drawing/2014/main" id="{4E67EB38-A1F1-43CC-8AEA-34E1FFBD91F7}"/>
              </a:ext>
            </a:extLst>
          </p:cNvPr>
          <p:cNvSpPr>
            <a:spLocks noGrp="1"/>
          </p:cNvSpPr>
          <p:nvPr/>
        </p:nvSpPr>
        <p:spPr>
          <a:xfrm>
            <a:off x="303689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3" name="f_small_violin_4708">
            <a:extLst>
              <a:ext uri="{FF2B5EF4-FFF2-40B4-BE49-F238E27FC236}">
                <a16:creationId xmlns:a16="http://schemas.microsoft.com/office/drawing/2014/main" id="{9945F188-DEF2-4A0A-A260-B789F26BF33D}"/>
              </a:ext>
            </a:extLst>
          </p:cNvPr>
          <p:cNvSpPr>
            <a:spLocks noGrp="1"/>
          </p:cNvSpPr>
          <p:nvPr/>
        </p:nvSpPr>
        <p:spPr>
          <a:xfrm>
            <a:off x="3166145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4" name="f_small_violin_4709">
            <a:extLst>
              <a:ext uri="{FF2B5EF4-FFF2-40B4-BE49-F238E27FC236}">
                <a16:creationId xmlns:a16="http://schemas.microsoft.com/office/drawing/2014/main" id="{3FE7AD6A-8481-477D-9879-FEBA749146FC}"/>
              </a:ext>
            </a:extLst>
          </p:cNvPr>
          <p:cNvSpPr>
            <a:spLocks noGrp="1"/>
          </p:cNvSpPr>
          <p:nvPr/>
        </p:nvSpPr>
        <p:spPr>
          <a:xfrm>
            <a:off x="311034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5" name="f_small_violin_4710">
            <a:extLst>
              <a:ext uri="{FF2B5EF4-FFF2-40B4-BE49-F238E27FC236}">
                <a16:creationId xmlns:a16="http://schemas.microsoft.com/office/drawing/2014/main" id="{5282FF4F-5628-4154-AD69-949384E3C818}"/>
              </a:ext>
            </a:extLst>
          </p:cNvPr>
          <p:cNvSpPr>
            <a:spLocks noGrp="1"/>
          </p:cNvSpPr>
          <p:nvPr/>
        </p:nvSpPr>
        <p:spPr>
          <a:xfrm>
            <a:off x="323239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6" name="f_small_violin_4711">
            <a:extLst>
              <a:ext uri="{FF2B5EF4-FFF2-40B4-BE49-F238E27FC236}">
                <a16:creationId xmlns:a16="http://schemas.microsoft.com/office/drawing/2014/main" id="{8A8B1D00-15E2-48A8-A7E3-DEBFD11A9D0F}"/>
              </a:ext>
            </a:extLst>
          </p:cNvPr>
          <p:cNvSpPr>
            <a:spLocks noGrp="1"/>
          </p:cNvSpPr>
          <p:nvPr/>
        </p:nvSpPr>
        <p:spPr>
          <a:xfrm>
            <a:off x="316557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7" name="f_small_violin_4712">
            <a:extLst>
              <a:ext uri="{FF2B5EF4-FFF2-40B4-BE49-F238E27FC236}">
                <a16:creationId xmlns:a16="http://schemas.microsoft.com/office/drawing/2014/main" id="{74BDC97E-7190-47EF-8251-1F9B635B5F41}"/>
              </a:ext>
            </a:extLst>
          </p:cNvPr>
          <p:cNvSpPr>
            <a:spLocks noGrp="1"/>
          </p:cNvSpPr>
          <p:nvPr/>
        </p:nvSpPr>
        <p:spPr>
          <a:xfrm>
            <a:off x="338724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8" name="f_small_violin_4713">
            <a:extLst>
              <a:ext uri="{FF2B5EF4-FFF2-40B4-BE49-F238E27FC236}">
                <a16:creationId xmlns:a16="http://schemas.microsoft.com/office/drawing/2014/main" id="{D80D1D12-D676-4334-902F-12213EB8DE97}"/>
              </a:ext>
            </a:extLst>
          </p:cNvPr>
          <p:cNvSpPr>
            <a:spLocks noGrp="1"/>
          </p:cNvSpPr>
          <p:nvPr/>
        </p:nvSpPr>
        <p:spPr>
          <a:xfrm>
            <a:off x="3374094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9" name="f_small_violin_4714">
            <a:extLst>
              <a:ext uri="{FF2B5EF4-FFF2-40B4-BE49-F238E27FC236}">
                <a16:creationId xmlns:a16="http://schemas.microsoft.com/office/drawing/2014/main" id="{5CBFE5C2-D89A-44FF-B4D7-83089C62FED6}"/>
              </a:ext>
            </a:extLst>
          </p:cNvPr>
          <p:cNvSpPr>
            <a:spLocks noGrp="1"/>
          </p:cNvSpPr>
          <p:nvPr/>
        </p:nvSpPr>
        <p:spPr>
          <a:xfrm>
            <a:off x="3011245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0" name="f_small_violin_4715">
            <a:extLst>
              <a:ext uri="{FF2B5EF4-FFF2-40B4-BE49-F238E27FC236}">
                <a16:creationId xmlns:a16="http://schemas.microsoft.com/office/drawing/2014/main" id="{011E24CD-436A-447D-99CC-6533D398B157}"/>
              </a:ext>
            </a:extLst>
          </p:cNvPr>
          <p:cNvSpPr>
            <a:spLocks noGrp="1"/>
          </p:cNvSpPr>
          <p:nvPr/>
        </p:nvSpPr>
        <p:spPr>
          <a:xfrm>
            <a:off x="321074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1" name="f_small_violin_4716">
            <a:extLst>
              <a:ext uri="{FF2B5EF4-FFF2-40B4-BE49-F238E27FC236}">
                <a16:creationId xmlns:a16="http://schemas.microsoft.com/office/drawing/2014/main" id="{E0A7A380-2F05-4005-91B4-95E28D9CC882}"/>
              </a:ext>
            </a:extLst>
          </p:cNvPr>
          <p:cNvSpPr>
            <a:spLocks noGrp="1"/>
          </p:cNvSpPr>
          <p:nvPr/>
        </p:nvSpPr>
        <p:spPr>
          <a:xfrm>
            <a:off x="3264343" y="481921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2" name="f_small_violin_4717">
            <a:extLst>
              <a:ext uri="{FF2B5EF4-FFF2-40B4-BE49-F238E27FC236}">
                <a16:creationId xmlns:a16="http://schemas.microsoft.com/office/drawing/2014/main" id="{18EAEA8F-A27E-4C71-AC8E-A3696DD2C220}"/>
              </a:ext>
            </a:extLst>
          </p:cNvPr>
          <p:cNvSpPr>
            <a:spLocks noGrp="1"/>
          </p:cNvSpPr>
          <p:nvPr/>
        </p:nvSpPr>
        <p:spPr>
          <a:xfrm>
            <a:off x="3274880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3" name="f_small_violin_4718">
            <a:extLst>
              <a:ext uri="{FF2B5EF4-FFF2-40B4-BE49-F238E27FC236}">
                <a16:creationId xmlns:a16="http://schemas.microsoft.com/office/drawing/2014/main" id="{9AE93671-BAA3-4754-9863-FA2F2C434BCE}"/>
              </a:ext>
            </a:extLst>
          </p:cNvPr>
          <p:cNvSpPr>
            <a:spLocks noGrp="1"/>
          </p:cNvSpPr>
          <p:nvPr/>
        </p:nvSpPr>
        <p:spPr>
          <a:xfrm>
            <a:off x="325368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4" name="f_small_violin_4719">
            <a:extLst>
              <a:ext uri="{FF2B5EF4-FFF2-40B4-BE49-F238E27FC236}">
                <a16:creationId xmlns:a16="http://schemas.microsoft.com/office/drawing/2014/main" id="{82AC69BD-3187-45B4-B78E-63FCBC30C0DC}"/>
              </a:ext>
            </a:extLst>
          </p:cNvPr>
          <p:cNvSpPr>
            <a:spLocks noGrp="1"/>
          </p:cNvSpPr>
          <p:nvPr/>
        </p:nvSpPr>
        <p:spPr>
          <a:xfrm>
            <a:off x="341508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5" name="f_small_violin_4720">
            <a:extLst>
              <a:ext uri="{FF2B5EF4-FFF2-40B4-BE49-F238E27FC236}">
                <a16:creationId xmlns:a16="http://schemas.microsoft.com/office/drawing/2014/main" id="{91704C83-DBD2-4573-81F8-54C8E5787883}"/>
              </a:ext>
            </a:extLst>
          </p:cNvPr>
          <p:cNvSpPr>
            <a:spLocks noGrp="1"/>
          </p:cNvSpPr>
          <p:nvPr/>
        </p:nvSpPr>
        <p:spPr>
          <a:xfrm>
            <a:off x="305592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6" name="f_small_violin_4721">
            <a:extLst>
              <a:ext uri="{FF2B5EF4-FFF2-40B4-BE49-F238E27FC236}">
                <a16:creationId xmlns:a16="http://schemas.microsoft.com/office/drawing/2014/main" id="{32AC440E-7D3E-4FF5-8CA8-64BB486F45EE}"/>
              </a:ext>
            </a:extLst>
          </p:cNvPr>
          <p:cNvSpPr>
            <a:spLocks noGrp="1"/>
          </p:cNvSpPr>
          <p:nvPr/>
        </p:nvSpPr>
        <p:spPr>
          <a:xfrm>
            <a:off x="305243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7" name="f_small_violin_4722">
            <a:extLst>
              <a:ext uri="{FF2B5EF4-FFF2-40B4-BE49-F238E27FC236}">
                <a16:creationId xmlns:a16="http://schemas.microsoft.com/office/drawing/2014/main" id="{E0FF7533-EBCE-41F8-90A8-0118DFFDF7CD}"/>
              </a:ext>
            </a:extLst>
          </p:cNvPr>
          <p:cNvSpPr>
            <a:spLocks noGrp="1"/>
          </p:cNvSpPr>
          <p:nvPr/>
        </p:nvSpPr>
        <p:spPr>
          <a:xfrm>
            <a:off x="311872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8" name="f_small_violin_4723">
            <a:extLst>
              <a:ext uri="{FF2B5EF4-FFF2-40B4-BE49-F238E27FC236}">
                <a16:creationId xmlns:a16="http://schemas.microsoft.com/office/drawing/2014/main" id="{ABD49E0E-D57A-4E50-8BE3-DC0E9C0D5DFA}"/>
              </a:ext>
            </a:extLst>
          </p:cNvPr>
          <p:cNvSpPr>
            <a:spLocks noGrp="1"/>
          </p:cNvSpPr>
          <p:nvPr/>
        </p:nvSpPr>
        <p:spPr>
          <a:xfrm>
            <a:off x="330682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9" name="f_small_violin_4724">
            <a:extLst>
              <a:ext uri="{FF2B5EF4-FFF2-40B4-BE49-F238E27FC236}">
                <a16:creationId xmlns:a16="http://schemas.microsoft.com/office/drawing/2014/main" id="{002D6883-A19A-4F2B-AEAC-D590FEBD637D}"/>
              </a:ext>
            </a:extLst>
          </p:cNvPr>
          <p:cNvSpPr>
            <a:spLocks noGrp="1"/>
          </p:cNvSpPr>
          <p:nvPr/>
        </p:nvSpPr>
        <p:spPr>
          <a:xfrm>
            <a:off x="3218493" y="258650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0" name="f_small_violin_4725">
            <a:extLst>
              <a:ext uri="{FF2B5EF4-FFF2-40B4-BE49-F238E27FC236}">
                <a16:creationId xmlns:a16="http://schemas.microsoft.com/office/drawing/2014/main" id="{785925C8-0EF4-45CD-A712-6229DD5709F1}"/>
              </a:ext>
            </a:extLst>
          </p:cNvPr>
          <p:cNvSpPr>
            <a:spLocks noGrp="1"/>
          </p:cNvSpPr>
          <p:nvPr/>
        </p:nvSpPr>
        <p:spPr>
          <a:xfrm>
            <a:off x="342293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1" name="f_small_violin_4726">
            <a:extLst>
              <a:ext uri="{FF2B5EF4-FFF2-40B4-BE49-F238E27FC236}">
                <a16:creationId xmlns:a16="http://schemas.microsoft.com/office/drawing/2014/main" id="{4F679F16-82BD-41DC-9449-BC2C0D5729B3}"/>
              </a:ext>
            </a:extLst>
          </p:cNvPr>
          <p:cNvSpPr>
            <a:spLocks noGrp="1"/>
          </p:cNvSpPr>
          <p:nvPr/>
        </p:nvSpPr>
        <p:spPr>
          <a:xfrm>
            <a:off x="343397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2" name="f_small_violin_4727">
            <a:extLst>
              <a:ext uri="{FF2B5EF4-FFF2-40B4-BE49-F238E27FC236}">
                <a16:creationId xmlns:a16="http://schemas.microsoft.com/office/drawing/2014/main" id="{4FD2104B-1551-4F9C-8503-61D1EF125D67}"/>
              </a:ext>
            </a:extLst>
          </p:cNvPr>
          <p:cNvSpPr>
            <a:spLocks noGrp="1"/>
          </p:cNvSpPr>
          <p:nvPr/>
        </p:nvSpPr>
        <p:spPr>
          <a:xfrm>
            <a:off x="3157287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3" name="f_small_violin_4728">
            <a:extLst>
              <a:ext uri="{FF2B5EF4-FFF2-40B4-BE49-F238E27FC236}">
                <a16:creationId xmlns:a16="http://schemas.microsoft.com/office/drawing/2014/main" id="{E5B77979-099C-433A-B101-2302495F8FC3}"/>
              </a:ext>
            </a:extLst>
          </p:cNvPr>
          <p:cNvSpPr>
            <a:spLocks noGrp="1"/>
          </p:cNvSpPr>
          <p:nvPr/>
        </p:nvSpPr>
        <p:spPr>
          <a:xfrm>
            <a:off x="318223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4" name="f_small_violin_4729">
            <a:extLst>
              <a:ext uri="{FF2B5EF4-FFF2-40B4-BE49-F238E27FC236}">
                <a16:creationId xmlns:a16="http://schemas.microsoft.com/office/drawing/2014/main" id="{2FD24E14-5435-46C9-8EB1-6CA1FBEFDEAA}"/>
              </a:ext>
            </a:extLst>
          </p:cNvPr>
          <p:cNvSpPr>
            <a:spLocks noGrp="1"/>
          </p:cNvSpPr>
          <p:nvPr/>
        </p:nvSpPr>
        <p:spPr>
          <a:xfrm>
            <a:off x="312956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5" name="f_small_violin_4730">
            <a:extLst>
              <a:ext uri="{FF2B5EF4-FFF2-40B4-BE49-F238E27FC236}">
                <a16:creationId xmlns:a16="http://schemas.microsoft.com/office/drawing/2014/main" id="{90A33224-3E0A-45EF-9DCE-CA56C0AE83F7}"/>
              </a:ext>
            </a:extLst>
          </p:cNvPr>
          <p:cNvSpPr>
            <a:spLocks noGrp="1"/>
          </p:cNvSpPr>
          <p:nvPr/>
        </p:nvSpPr>
        <p:spPr>
          <a:xfrm>
            <a:off x="329178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6" name="f_small_violin_4731">
            <a:extLst>
              <a:ext uri="{FF2B5EF4-FFF2-40B4-BE49-F238E27FC236}">
                <a16:creationId xmlns:a16="http://schemas.microsoft.com/office/drawing/2014/main" id="{E6379DFF-7A03-42DD-8CF4-F7DE8BD1558E}"/>
              </a:ext>
            </a:extLst>
          </p:cNvPr>
          <p:cNvSpPr>
            <a:spLocks noGrp="1"/>
          </p:cNvSpPr>
          <p:nvPr/>
        </p:nvSpPr>
        <p:spPr>
          <a:xfrm>
            <a:off x="3363186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7" name="f_small_violin_4732">
            <a:extLst>
              <a:ext uri="{FF2B5EF4-FFF2-40B4-BE49-F238E27FC236}">
                <a16:creationId xmlns:a16="http://schemas.microsoft.com/office/drawing/2014/main" id="{DE55B5C2-B195-4D0D-996A-3C36B2E28CD4}"/>
              </a:ext>
            </a:extLst>
          </p:cNvPr>
          <p:cNvSpPr>
            <a:spLocks noGrp="1"/>
          </p:cNvSpPr>
          <p:nvPr/>
        </p:nvSpPr>
        <p:spPr>
          <a:xfrm>
            <a:off x="3270171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8" name="f_small_violin_4733">
            <a:extLst>
              <a:ext uri="{FF2B5EF4-FFF2-40B4-BE49-F238E27FC236}">
                <a16:creationId xmlns:a16="http://schemas.microsoft.com/office/drawing/2014/main" id="{7AA554BC-E83B-46D0-83D7-2AC969CE0E17}"/>
              </a:ext>
            </a:extLst>
          </p:cNvPr>
          <p:cNvSpPr>
            <a:spLocks noGrp="1"/>
          </p:cNvSpPr>
          <p:nvPr/>
        </p:nvSpPr>
        <p:spPr>
          <a:xfrm>
            <a:off x="347876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9" name="f_small_violin_4734">
            <a:extLst>
              <a:ext uri="{FF2B5EF4-FFF2-40B4-BE49-F238E27FC236}">
                <a16:creationId xmlns:a16="http://schemas.microsoft.com/office/drawing/2014/main" id="{F0C0F093-EAB6-4472-B965-C449A062900A}"/>
              </a:ext>
            </a:extLst>
          </p:cNvPr>
          <p:cNvSpPr>
            <a:spLocks noGrp="1"/>
          </p:cNvSpPr>
          <p:nvPr/>
        </p:nvSpPr>
        <p:spPr>
          <a:xfrm>
            <a:off x="3500609" y="415097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0" name="f_small_violin_4735">
            <a:extLst>
              <a:ext uri="{FF2B5EF4-FFF2-40B4-BE49-F238E27FC236}">
                <a16:creationId xmlns:a16="http://schemas.microsoft.com/office/drawing/2014/main" id="{B64D5478-7F6C-4734-88C3-0B9BC3FA0285}"/>
              </a:ext>
            </a:extLst>
          </p:cNvPr>
          <p:cNvSpPr>
            <a:spLocks noGrp="1"/>
          </p:cNvSpPr>
          <p:nvPr/>
        </p:nvSpPr>
        <p:spPr>
          <a:xfrm>
            <a:off x="3301078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1" name="f_small_violin_4736">
            <a:extLst>
              <a:ext uri="{FF2B5EF4-FFF2-40B4-BE49-F238E27FC236}">
                <a16:creationId xmlns:a16="http://schemas.microsoft.com/office/drawing/2014/main" id="{C741EBCF-89C2-4228-A9D9-9F849585EA27}"/>
              </a:ext>
            </a:extLst>
          </p:cNvPr>
          <p:cNvSpPr>
            <a:spLocks noGrp="1"/>
          </p:cNvSpPr>
          <p:nvPr/>
        </p:nvSpPr>
        <p:spPr>
          <a:xfrm>
            <a:off x="324959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2" name="f_small_violin_4737">
            <a:extLst>
              <a:ext uri="{FF2B5EF4-FFF2-40B4-BE49-F238E27FC236}">
                <a16:creationId xmlns:a16="http://schemas.microsoft.com/office/drawing/2014/main" id="{C94FD9ED-B276-4A11-8F47-80E4FF96D1DD}"/>
              </a:ext>
            </a:extLst>
          </p:cNvPr>
          <p:cNvSpPr>
            <a:spLocks noGrp="1"/>
          </p:cNvSpPr>
          <p:nvPr/>
        </p:nvSpPr>
        <p:spPr>
          <a:xfrm>
            <a:off x="330824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3" name="f_small_violin_4738">
            <a:extLst>
              <a:ext uri="{FF2B5EF4-FFF2-40B4-BE49-F238E27FC236}">
                <a16:creationId xmlns:a16="http://schemas.microsoft.com/office/drawing/2014/main" id="{757E5BC5-5265-47C0-9F09-FE205F065631}"/>
              </a:ext>
            </a:extLst>
          </p:cNvPr>
          <p:cNvSpPr>
            <a:spLocks noGrp="1"/>
          </p:cNvSpPr>
          <p:nvPr/>
        </p:nvSpPr>
        <p:spPr>
          <a:xfrm>
            <a:off x="332605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4" name="f_small_violin_4739">
            <a:extLst>
              <a:ext uri="{FF2B5EF4-FFF2-40B4-BE49-F238E27FC236}">
                <a16:creationId xmlns:a16="http://schemas.microsoft.com/office/drawing/2014/main" id="{2335FBCE-D13E-466C-B475-648AA621D67E}"/>
              </a:ext>
            </a:extLst>
          </p:cNvPr>
          <p:cNvSpPr>
            <a:spLocks noGrp="1"/>
          </p:cNvSpPr>
          <p:nvPr/>
        </p:nvSpPr>
        <p:spPr>
          <a:xfrm>
            <a:off x="311365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5" name="f_small_violin_4740">
            <a:extLst>
              <a:ext uri="{FF2B5EF4-FFF2-40B4-BE49-F238E27FC236}">
                <a16:creationId xmlns:a16="http://schemas.microsoft.com/office/drawing/2014/main" id="{E03F23DD-18F5-4599-8A82-B3F10B736CC4}"/>
              </a:ext>
            </a:extLst>
          </p:cNvPr>
          <p:cNvSpPr>
            <a:spLocks noGrp="1"/>
          </p:cNvSpPr>
          <p:nvPr/>
        </p:nvSpPr>
        <p:spPr>
          <a:xfrm>
            <a:off x="336055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6" name="f_small_violin_4741">
            <a:extLst>
              <a:ext uri="{FF2B5EF4-FFF2-40B4-BE49-F238E27FC236}">
                <a16:creationId xmlns:a16="http://schemas.microsoft.com/office/drawing/2014/main" id="{F8377EC5-66D9-4C5A-B05C-CCDC91099322}"/>
              </a:ext>
            </a:extLst>
          </p:cNvPr>
          <p:cNvSpPr>
            <a:spLocks noGrp="1"/>
          </p:cNvSpPr>
          <p:nvPr/>
        </p:nvSpPr>
        <p:spPr>
          <a:xfrm>
            <a:off x="3455029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7" name="f_small_violin_4742">
            <a:extLst>
              <a:ext uri="{FF2B5EF4-FFF2-40B4-BE49-F238E27FC236}">
                <a16:creationId xmlns:a16="http://schemas.microsoft.com/office/drawing/2014/main" id="{3A4F64CF-9444-4102-BC95-C863EA53799B}"/>
              </a:ext>
            </a:extLst>
          </p:cNvPr>
          <p:cNvSpPr>
            <a:spLocks noGrp="1"/>
          </p:cNvSpPr>
          <p:nvPr/>
        </p:nvSpPr>
        <p:spPr>
          <a:xfrm>
            <a:off x="313241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8" name="f_small_violin_4743">
            <a:extLst>
              <a:ext uri="{FF2B5EF4-FFF2-40B4-BE49-F238E27FC236}">
                <a16:creationId xmlns:a16="http://schemas.microsoft.com/office/drawing/2014/main" id="{4130281A-C9AD-4443-BAAA-220419650418}"/>
              </a:ext>
            </a:extLst>
          </p:cNvPr>
          <p:cNvSpPr>
            <a:spLocks noGrp="1"/>
          </p:cNvSpPr>
          <p:nvPr/>
        </p:nvSpPr>
        <p:spPr>
          <a:xfrm>
            <a:off x="301522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9" name="f_small_violin_4744">
            <a:extLst>
              <a:ext uri="{FF2B5EF4-FFF2-40B4-BE49-F238E27FC236}">
                <a16:creationId xmlns:a16="http://schemas.microsoft.com/office/drawing/2014/main" id="{E005C25D-5141-4CC8-8D2A-C61EDBF14571}"/>
              </a:ext>
            </a:extLst>
          </p:cNvPr>
          <p:cNvSpPr>
            <a:spLocks noGrp="1"/>
          </p:cNvSpPr>
          <p:nvPr/>
        </p:nvSpPr>
        <p:spPr>
          <a:xfrm>
            <a:off x="3377593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0" name="f_small_violin_4745">
            <a:extLst>
              <a:ext uri="{FF2B5EF4-FFF2-40B4-BE49-F238E27FC236}">
                <a16:creationId xmlns:a16="http://schemas.microsoft.com/office/drawing/2014/main" id="{572A0E20-BA83-4281-9F45-F3FF256DA2C1}"/>
              </a:ext>
            </a:extLst>
          </p:cNvPr>
          <p:cNvSpPr>
            <a:spLocks noGrp="1"/>
          </p:cNvSpPr>
          <p:nvPr/>
        </p:nvSpPr>
        <p:spPr>
          <a:xfrm>
            <a:off x="311125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1" name="f_small_violin_4746">
            <a:extLst>
              <a:ext uri="{FF2B5EF4-FFF2-40B4-BE49-F238E27FC236}">
                <a16:creationId xmlns:a16="http://schemas.microsoft.com/office/drawing/2014/main" id="{617E8C40-AA27-48AD-9F81-4DC845D233AF}"/>
              </a:ext>
            </a:extLst>
          </p:cNvPr>
          <p:cNvSpPr>
            <a:spLocks noGrp="1"/>
          </p:cNvSpPr>
          <p:nvPr/>
        </p:nvSpPr>
        <p:spPr>
          <a:xfrm>
            <a:off x="319200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2" name="f_small_violin_4747">
            <a:extLst>
              <a:ext uri="{FF2B5EF4-FFF2-40B4-BE49-F238E27FC236}">
                <a16:creationId xmlns:a16="http://schemas.microsoft.com/office/drawing/2014/main" id="{84B2CA5D-8C1D-4F16-8BA4-EEF67A892C9D}"/>
              </a:ext>
            </a:extLst>
          </p:cNvPr>
          <p:cNvSpPr>
            <a:spLocks noGrp="1"/>
          </p:cNvSpPr>
          <p:nvPr/>
        </p:nvSpPr>
        <p:spPr>
          <a:xfrm>
            <a:off x="312662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3" name="f_small_violin_4748">
            <a:extLst>
              <a:ext uri="{FF2B5EF4-FFF2-40B4-BE49-F238E27FC236}">
                <a16:creationId xmlns:a16="http://schemas.microsoft.com/office/drawing/2014/main" id="{12A53195-5A05-4BF0-94EB-98AFFE4AAC34}"/>
              </a:ext>
            </a:extLst>
          </p:cNvPr>
          <p:cNvSpPr>
            <a:spLocks noGrp="1"/>
          </p:cNvSpPr>
          <p:nvPr/>
        </p:nvSpPr>
        <p:spPr>
          <a:xfrm>
            <a:off x="307285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4" name="f_small_violin_4749">
            <a:extLst>
              <a:ext uri="{FF2B5EF4-FFF2-40B4-BE49-F238E27FC236}">
                <a16:creationId xmlns:a16="http://schemas.microsoft.com/office/drawing/2014/main" id="{5CE20DAB-8E55-44CB-B03A-B516E1906783}"/>
              </a:ext>
            </a:extLst>
          </p:cNvPr>
          <p:cNvSpPr>
            <a:spLocks noGrp="1"/>
          </p:cNvSpPr>
          <p:nvPr/>
        </p:nvSpPr>
        <p:spPr>
          <a:xfrm>
            <a:off x="332105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5" name="f_small_violin_4750">
            <a:extLst>
              <a:ext uri="{FF2B5EF4-FFF2-40B4-BE49-F238E27FC236}">
                <a16:creationId xmlns:a16="http://schemas.microsoft.com/office/drawing/2014/main" id="{C59618F7-C324-4C74-927C-CF8F64D67C06}"/>
              </a:ext>
            </a:extLst>
          </p:cNvPr>
          <p:cNvSpPr>
            <a:spLocks noGrp="1"/>
          </p:cNvSpPr>
          <p:nvPr/>
        </p:nvSpPr>
        <p:spPr>
          <a:xfrm>
            <a:off x="3408995" y="402948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6" name="f_small_violin_4751">
            <a:extLst>
              <a:ext uri="{FF2B5EF4-FFF2-40B4-BE49-F238E27FC236}">
                <a16:creationId xmlns:a16="http://schemas.microsoft.com/office/drawing/2014/main" id="{262B3C53-EAC4-40CF-9F79-03729D4859C7}"/>
              </a:ext>
            </a:extLst>
          </p:cNvPr>
          <p:cNvSpPr>
            <a:spLocks noGrp="1"/>
          </p:cNvSpPr>
          <p:nvPr/>
        </p:nvSpPr>
        <p:spPr>
          <a:xfrm>
            <a:off x="307379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7" name="f_small_violin_4752">
            <a:extLst>
              <a:ext uri="{FF2B5EF4-FFF2-40B4-BE49-F238E27FC236}">
                <a16:creationId xmlns:a16="http://schemas.microsoft.com/office/drawing/2014/main" id="{88E022B6-1D26-4093-8ECA-74233DD85674}"/>
              </a:ext>
            </a:extLst>
          </p:cNvPr>
          <p:cNvSpPr>
            <a:spLocks noGrp="1"/>
          </p:cNvSpPr>
          <p:nvPr/>
        </p:nvSpPr>
        <p:spPr>
          <a:xfrm>
            <a:off x="315403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8" name="f_small_violin_4753">
            <a:extLst>
              <a:ext uri="{FF2B5EF4-FFF2-40B4-BE49-F238E27FC236}">
                <a16:creationId xmlns:a16="http://schemas.microsoft.com/office/drawing/2014/main" id="{F0169BA7-FFE7-4A16-8A11-A00C6400D4C9}"/>
              </a:ext>
            </a:extLst>
          </p:cNvPr>
          <p:cNvSpPr>
            <a:spLocks noGrp="1"/>
          </p:cNvSpPr>
          <p:nvPr/>
        </p:nvSpPr>
        <p:spPr>
          <a:xfrm>
            <a:off x="341367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9" name="f_small_violin_4754">
            <a:extLst>
              <a:ext uri="{FF2B5EF4-FFF2-40B4-BE49-F238E27FC236}">
                <a16:creationId xmlns:a16="http://schemas.microsoft.com/office/drawing/2014/main" id="{17FEFDD6-FFAC-4046-9492-C49EC9BC4C1B}"/>
              </a:ext>
            </a:extLst>
          </p:cNvPr>
          <p:cNvSpPr>
            <a:spLocks noGrp="1"/>
          </p:cNvSpPr>
          <p:nvPr/>
        </p:nvSpPr>
        <p:spPr>
          <a:xfrm>
            <a:off x="320325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0" name="f_small_violin_4755">
            <a:extLst>
              <a:ext uri="{FF2B5EF4-FFF2-40B4-BE49-F238E27FC236}">
                <a16:creationId xmlns:a16="http://schemas.microsoft.com/office/drawing/2014/main" id="{F97F0131-D314-46EE-A560-B62FF9BBAAB1}"/>
              </a:ext>
            </a:extLst>
          </p:cNvPr>
          <p:cNvSpPr>
            <a:spLocks noGrp="1"/>
          </p:cNvSpPr>
          <p:nvPr/>
        </p:nvSpPr>
        <p:spPr>
          <a:xfrm>
            <a:off x="3192142" y="26957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1" name="f_small_violin_4756">
            <a:extLst>
              <a:ext uri="{FF2B5EF4-FFF2-40B4-BE49-F238E27FC236}">
                <a16:creationId xmlns:a16="http://schemas.microsoft.com/office/drawing/2014/main" id="{3A0A26A9-36BC-40F8-B76A-0E85725DA404}"/>
              </a:ext>
            </a:extLst>
          </p:cNvPr>
          <p:cNvSpPr>
            <a:spLocks noGrp="1"/>
          </p:cNvSpPr>
          <p:nvPr/>
        </p:nvSpPr>
        <p:spPr>
          <a:xfrm>
            <a:off x="3079402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2" name="f_small_violin_4757">
            <a:extLst>
              <a:ext uri="{FF2B5EF4-FFF2-40B4-BE49-F238E27FC236}">
                <a16:creationId xmlns:a16="http://schemas.microsoft.com/office/drawing/2014/main" id="{A520BD7F-90CC-479C-98C6-C6CDC23E91BC}"/>
              </a:ext>
            </a:extLst>
          </p:cNvPr>
          <p:cNvSpPr>
            <a:spLocks noGrp="1"/>
          </p:cNvSpPr>
          <p:nvPr/>
        </p:nvSpPr>
        <p:spPr>
          <a:xfrm>
            <a:off x="350526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3" name="f_small_violin_4758">
            <a:extLst>
              <a:ext uri="{FF2B5EF4-FFF2-40B4-BE49-F238E27FC236}">
                <a16:creationId xmlns:a16="http://schemas.microsoft.com/office/drawing/2014/main" id="{EEB8574B-8F80-4BF6-9ACF-3D55E19D7A53}"/>
              </a:ext>
            </a:extLst>
          </p:cNvPr>
          <p:cNvSpPr>
            <a:spLocks noGrp="1"/>
          </p:cNvSpPr>
          <p:nvPr/>
        </p:nvSpPr>
        <p:spPr>
          <a:xfrm>
            <a:off x="3350376" y="572595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4" name="f_small_violin_4759">
            <a:extLst>
              <a:ext uri="{FF2B5EF4-FFF2-40B4-BE49-F238E27FC236}">
                <a16:creationId xmlns:a16="http://schemas.microsoft.com/office/drawing/2014/main" id="{97DD86CA-69A4-4AC5-9F77-864928D707AE}"/>
              </a:ext>
            </a:extLst>
          </p:cNvPr>
          <p:cNvSpPr>
            <a:spLocks noGrp="1"/>
          </p:cNvSpPr>
          <p:nvPr/>
        </p:nvSpPr>
        <p:spPr>
          <a:xfrm>
            <a:off x="320166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5" name="f_small_violin_4760">
            <a:extLst>
              <a:ext uri="{FF2B5EF4-FFF2-40B4-BE49-F238E27FC236}">
                <a16:creationId xmlns:a16="http://schemas.microsoft.com/office/drawing/2014/main" id="{EA95D47B-ACE4-44AE-9E68-9FAFB92961DD}"/>
              </a:ext>
            </a:extLst>
          </p:cNvPr>
          <p:cNvSpPr>
            <a:spLocks noGrp="1"/>
          </p:cNvSpPr>
          <p:nvPr/>
        </p:nvSpPr>
        <p:spPr>
          <a:xfrm>
            <a:off x="308925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6" name="f_small_violin_4761">
            <a:extLst>
              <a:ext uri="{FF2B5EF4-FFF2-40B4-BE49-F238E27FC236}">
                <a16:creationId xmlns:a16="http://schemas.microsoft.com/office/drawing/2014/main" id="{6AD0DDF3-F054-43A5-A985-860B61A069B7}"/>
              </a:ext>
            </a:extLst>
          </p:cNvPr>
          <p:cNvSpPr>
            <a:spLocks noGrp="1"/>
          </p:cNvSpPr>
          <p:nvPr/>
        </p:nvSpPr>
        <p:spPr>
          <a:xfrm>
            <a:off x="334346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7" name="f_small_violin_4762">
            <a:extLst>
              <a:ext uri="{FF2B5EF4-FFF2-40B4-BE49-F238E27FC236}">
                <a16:creationId xmlns:a16="http://schemas.microsoft.com/office/drawing/2014/main" id="{3FE43259-19B2-42F7-96B9-B404A381D83B}"/>
              </a:ext>
            </a:extLst>
          </p:cNvPr>
          <p:cNvSpPr>
            <a:spLocks noGrp="1"/>
          </p:cNvSpPr>
          <p:nvPr/>
        </p:nvSpPr>
        <p:spPr>
          <a:xfrm>
            <a:off x="322144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8" name="f_small_violin_4763">
            <a:extLst>
              <a:ext uri="{FF2B5EF4-FFF2-40B4-BE49-F238E27FC236}">
                <a16:creationId xmlns:a16="http://schemas.microsoft.com/office/drawing/2014/main" id="{73AE57B1-AF55-400B-82EE-AA8E67DA3A2D}"/>
              </a:ext>
            </a:extLst>
          </p:cNvPr>
          <p:cNvSpPr>
            <a:spLocks noGrp="1"/>
          </p:cNvSpPr>
          <p:nvPr/>
        </p:nvSpPr>
        <p:spPr>
          <a:xfrm>
            <a:off x="320883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9" name="f_small_violin_4764">
            <a:extLst>
              <a:ext uri="{FF2B5EF4-FFF2-40B4-BE49-F238E27FC236}">
                <a16:creationId xmlns:a16="http://schemas.microsoft.com/office/drawing/2014/main" id="{808707D4-9397-4C9B-A29D-01BC3822A263}"/>
              </a:ext>
            </a:extLst>
          </p:cNvPr>
          <p:cNvSpPr>
            <a:spLocks noGrp="1"/>
          </p:cNvSpPr>
          <p:nvPr/>
        </p:nvSpPr>
        <p:spPr>
          <a:xfrm>
            <a:off x="314123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0" name="f_small_violin_4765">
            <a:extLst>
              <a:ext uri="{FF2B5EF4-FFF2-40B4-BE49-F238E27FC236}">
                <a16:creationId xmlns:a16="http://schemas.microsoft.com/office/drawing/2014/main" id="{6D3E2C87-5520-4BAE-9196-C4BF819E9F43}"/>
              </a:ext>
            </a:extLst>
          </p:cNvPr>
          <p:cNvSpPr>
            <a:spLocks noGrp="1"/>
          </p:cNvSpPr>
          <p:nvPr/>
        </p:nvSpPr>
        <p:spPr>
          <a:xfrm>
            <a:off x="3240255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1" name="f_small_violin_4766">
            <a:extLst>
              <a:ext uri="{FF2B5EF4-FFF2-40B4-BE49-F238E27FC236}">
                <a16:creationId xmlns:a16="http://schemas.microsoft.com/office/drawing/2014/main" id="{BF585E30-489F-4934-94A6-E9C7C654443A}"/>
              </a:ext>
            </a:extLst>
          </p:cNvPr>
          <p:cNvSpPr>
            <a:spLocks noGrp="1"/>
          </p:cNvSpPr>
          <p:nvPr/>
        </p:nvSpPr>
        <p:spPr>
          <a:xfrm>
            <a:off x="319403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2" name="f_small_violin_4767">
            <a:extLst>
              <a:ext uri="{FF2B5EF4-FFF2-40B4-BE49-F238E27FC236}">
                <a16:creationId xmlns:a16="http://schemas.microsoft.com/office/drawing/2014/main" id="{79EDD6F2-E85F-45A1-B7C6-E122AC3F20A5}"/>
              </a:ext>
            </a:extLst>
          </p:cNvPr>
          <p:cNvSpPr>
            <a:spLocks noGrp="1"/>
          </p:cNvSpPr>
          <p:nvPr/>
        </p:nvSpPr>
        <p:spPr>
          <a:xfrm>
            <a:off x="3233940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3" name="f_small_violin_4768">
            <a:extLst>
              <a:ext uri="{FF2B5EF4-FFF2-40B4-BE49-F238E27FC236}">
                <a16:creationId xmlns:a16="http://schemas.microsoft.com/office/drawing/2014/main" id="{4114335D-AD18-4C14-9621-F78681249917}"/>
              </a:ext>
            </a:extLst>
          </p:cNvPr>
          <p:cNvSpPr>
            <a:spLocks noGrp="1"/>
          </p:cNvSpPr>
          <p:nvPr/>
        </p:nvSpPr>
        <p:spPr>
          <a:xfrm>
            <a:off x="3484778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4" name="f_small_violin_4769">
            <a:extLst>
              <a:ext uri="{FF2B5EF4-FFF2-40B4-BE49-F238E27FC236}">
                <a16:creationId xmlns:a16="http://schemas.microsoft.com/office/drawing/2014/main" id="{9CE4C29F-4FF2-41A8-9109-D8C6EC58276D}"/>
              </a:ext>
            </a:extLst>
          </p:cNvPr>
          <p:cNvSpPr>
            <a:spLocks noGrp="1"/>
          </p:cNvSpPr>
          <p:nvPr/>
        </p:nvSpPr>
        <p:spPr>
          <a:xfrm>
            <a:off x="305110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5" name="f_small_violin_4770">
            <a:extLst>
              <a:ext uri="{FF2B5EF4-FFF2-40B4-BE49-F238E27FC236}">
                <a16:creationId xmlns:a16="http://schemas.microsoft.com/office/drawing/2014/main" id="{4153CA0F-7B3E-47E6-9E48-FB44D5A8F4FD}"/>
              </a:ext>
            </a:extLst>
          </p:cNvPr>
          <p:cNvSpPr>
            <a:spLocks noGrp="1"/>
          </p:cNvSpPr>
          <p:nvPr/>
        </p:nvSpPr>
        <p:spPr>
          <a:xfrm>
            <a:off x="3886972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782595" y="3685436"/>
                </a:moveTo>
                <a:lnTo>
                  <a:pt x="0" y="3685436"/>
                </a:lnTo>
                <a:lnTo>
                  <a:pt x="3745" y="3662402"/>
                </a:lnTo>
                <a:lnTo>
                  <a:pt x="14752" y="3639368"/>
                </a:lnTo>
                <a:lnTo>
                  <a:pt x="32368" y="3616334"/>
                </a:lnTo>
                <a:lnTo>
                  <a:pt x="55572" y="3593300"/>
                </a:lnTo>
                <a:lnTo>
                  <a:pt x="83083" y="3570266"/>
                </a:lnTo>
                <a:lnTo>
                  <a:pt x="113472" y="3547232"/>
                </a:lnTo>
                <a:lnTo>
                  <a:pt x="145291" y="3524198"/>
                </a:lnTo>
                <a:lnTo>
                  <a:pt x="177183" y="3501164"/>
                </a:lnTo>
                <a:lnTo>
                  <a:pt x="207975" y="3478130"/>
                </a:lnTo>
                <a:lnTo>
                  <a:pt x="236738" y="3455096"/>
                </a:lnTo>
                <a:lnTo>
                  <a:pt x="262815" y="3432062"/>
                </a:lnTo>
                <a:lnTo>
                  <a:pt x="285822" y="3409028"/>
                </a:lnTo>
                <a:lnTo>
                  <a:pt x="305617" y="3385994"/>
                </a:lnTo>
                <a:lnTo>
                  <a:pt x="322260" y="3362960"/>
                </a:lnTo>
                <a:lnTo>
                  <a:pt x="335958" y="3339926"/>
                </a:lnTo>
                <a:lnTo>
                  <a:pt x="347014" y="3316892"/>
                </a:lnTo>
                <a:lnTo>
                  <a:pt x="355780" y="3293858"/>
                </a:lnTo>
                <a:lnTo>
                  <a:pt x="362616" y="3270824"/>
                </a:lnTo>
                <a:lnTo>
                  <a:pt x="367865" y="3247790"/>
                </a:lnTo>
                <a:lnTo>
                  <a:pt x="371831" y="3224756"/>
                </a:lnTo>
                <a:lnTo>
                  <a:pt x="374776" y="3201722"/>
                </a:lnTo>
                <a:lnTo>
                  <a:pt x="376916" y="3178688"/>
                </a:lnTo>
                <a:lnTo>
                  <a:pt x="378428" y="3155654"/>
                </a:lnTo>
                <a:lnTo>
                  <a:pt x="379453" y="3132620"/>
                </a:lnTo>
                <a:lnTo>
                  <a:pt x="380105" y="3109586"/>
                </a:lnTo>
                <a:lnTo>
                  <a:pt x="380481" y="3086552"/>
                </a:lnTo>
                <a:lnTo>
                  <a:pt x="380662" y="3063518"/>
                </a:lnTo>
                <a:lnTo>
                  <a:pt x="380719" y="3040485"/>
                </a:lnTo>
                <a:lnTo>
                  <a:pt x="380715" y="3017451"/>
                </a:lnTo>
                <a:lnTo>
                  <a:pt x="380705" y="2994417"/>
                </a:lnTo>
                <a:lnTo>
                  <a:pt x="380738" y="2971383"/>
                </a:lnTo>
                <a:lnTo>
                  <a:pt x="380852" y="2948349"/>
                </a:lnTo>
                <a:lnTo>
                  <a:pt x="381072" y="2925315"/>
                </a:lnTo>
                <a:lnTo>
                  <a:pt x="381416" y="2902281"/>
                </a:lnTo>
                <a:lnTo>
                  <a:pt x="381887" y="2879247"/>
                </a:lnTo>
                <a:lnTo>
                  <a:pt x="382477" y="2856213"/>
                </a:lnTo>
                <a:lnTo>
                  <a:pt x="383170" y="2833179"/>
                </a:lnTo>
                <a:lnTo>
                  <a:pt x="383940" y="2810145"/>
                </a:lnTo>
                <a:lnTo>
                  <a:pt x="384759" y="2787111"/>
                </a:lnTo>
                <a:lnTo>
                  <a:pt x="385595" y="2764077"/>
                </a:lnTo>
                <a:lnTo>
                  <a:pt x="386420" y="2741043"/>
                </a:lnTo>
                <a:lnTo>
                  <a:pt x="387206" y="2718009"/>
                </a:lnTo>
                <a:lnTo>
                  <a:pt x="387933" y="2694975"/>
                </a:lnTo>
                <a:lnTo>
                  <a:pt x="388586" y="2671941"/>
                </a:lnTo>
                <a:lnTo>
                  <a:pt x="389156" y="2648907"/>
                </a:lnTo>
                <a:lnTo>
                  <a:pt x="389640" y="2625873"/>
                </a:lnTo>
                <a:lnTo>
                  <a:pt x="390041" y="2602839"/>
                </a:lnTo>
                <a:lnTo>
                  <a:pt x="390365" y="2579805"/>
                </a:lnTo>
                <a:lnTo>
                  <a:pt x="390619" y="2556771"/>
                </a:lnTo>
                <a:lnTo>
                  <a:pt x="390814" y="2533737"/>
                </a:lnTo>
                <a:lnTo>
                  <a:pt x="390961" y="2510703"/>
                </a:lnTo>
                <a:lnTo>
                  <a:pt x="391067" y="2487669"/>
                </a:lnTo>
                <a:lnTo>
                  <a:pt x="391144" y="2464635"/>
                </a:lnTo>
                <a:lnTo>
                  <a:pt x="391197" y="2441601"/>
                </a:lnTo>
                <a:lnTo>
                  <a:pt x="391233" y="2418567"/>
                </a:lnTo>
                <a:lnTo>
                  <a:pt x="391257" y="2395533"/>
                </a:lnTo>
                <a:lnTo>
                  <a:pt x="391272" y="2372499"/>
                </a:lnTo>
                <a:lnTo>
                  <a:pt x="391282" y="2349465"/>
                </a:lnTo>
                <a:lnTo>
                  <a:pt x="391288" y="2326431"/>
                </a:lnTo>
                <a:lnTo>
                  <a:pt x="391291" y="2303397"/>
                </a:lnTo>
                <a:lnTo>
                  <a:pt x="391292" y="2280363"/>
                </a:lnTo>
                <a:lnTo>
                  <a:pt x="391291" y="2257329"/>
                </a:lnTo>
                <a:lnTo>
                  <a:pt x="391289" y="2234295"/>
                </a:lnTo>
                <a:lnTo>
                  <a:pt x="391284" y="2211261"/>
                </a:lnTo>
                <a:lnTo>
                  <a:pt x="391277" y="2188228"/>
                </a:lnTo>
                <a:lnTo>
                  <a:pt x="391265" y="2165194"/>
                </a:lnTo>
                <a:lnTo>
                  <a:pt x="391248" y="2142160"/>
                </a:lnTo>
                <a:lnTo>
                  <a:pt x="391224" y="2119126"/>
                </a:lnTo>
                <a:lnTo>
                  <a:pt x="391189" y="2096092"/>
                </a:lnTo>
                <a:lnTo>
                  <a:pt x="391142" y="2073058"/>
                </a:lnTo>
                <a:lnTo>
                  <a:pt x="391079" y="2050024"/>
                </a:lnTo>
                <a:lnTo>
                  <a:pt x="390998" y="2026990"/>
                </a:lnTo>
                <a:lnTo>
                  <a:pt x="390895" y="2003956"/>
                </a:lnTo>
                <a:lnTo>
                  <a:pt x="390769" y="1980922"/>
                </a:lnTo>
                <a:lnTo>
                  <a:pt x="390618" y="1957888"/>
                </a:lnTo>
                <a:lnTo>
                  <a:pt x="390443" y="1934854"/>
                </a:lnTo>
                <a:lnTo>
                  <a:pt x="390246" y="1911820"/>
                </a:lnTo>
                <a:lnTo>
                  <a:pt x="390032" y="1888786"/>
                </a:lnTo>
                <a:lnTo>
                  <a:pt x="389808" y="1865752"/>
                </a:lnTo>
                <a:lnTo>
                  <a:pt x="389582" y="1842718"/>
                </a:lnTo>
                <a:lnTo>
                  <a:pt x="389366" y="1819684"/>
                </a:lnTo>
                <a:lnTo>
                  <a:pt x="389169" y="1796650"/>
                </a:lnTo>
                <a:lnTo>
                  <a:pt x="389004" y="1773616"/>
                </a:lnTo>
                <a:lnTo>
                  <a:pt x="388879" y="1750582"/>
                </a:lnTo>
                <a:lnTo>
                  <a:pt x="388804" y="1727548"/>
                </a:lnTo>
                <a:lnTo>
                  <a:pt x="388782" y="1704514"/>
                </a:lnTo>
                <a:lnTo>
                  <a:pt x="388816" y="1681480"/>
                </a:lnTo>
                <a:lnTo>
                  <a:pt x="388902" y="1658446"/>
                </a:lnTo>
                <a:lnTo>
                  <a:pt x="389036" y="1635412"/>
                </a:lnTo>
                <a:lnTo>
                  <a:pt x="389208" y="1612378"/>
                </a:lnTo>
                <a:lnTo>
                  <a:pt x="389410" y="1589344"/>
                </a:lnTo>
                <a:lnTo>
                  <a:pt x="389630" y="1566310"/>
                </a:lnTo>
                <a:lnTo>
                  <a:pt x="389856" y="1543276"/>
                </a:lnTo>
                <a:lnTo>
                  <a:pt x="390078" y="1520242"/>
                </a:lnTo>
                <a:lnTo>
                  <a:pt x="390289" y="1497208"/>
                </a:lnTo>
                <a:lnTo>
                  <a:pt x="390481" y="1474174"/>
                </a:lnTo>
                <a:lnTo>
                  <a:pt x="390651" y="1451140"/>
                </a:lnTo>
                <a:lnTo>
                  <a:pt x="390797" y="1428106"/>
                </a:lnTo>
                <a:lnTo>
                  <a:pt x="390919" y="1405072"/>
                </a:lnTo>
                <a:lnTo>
                  <a:pt x="391017" y="1382038"/>
                </a:lnTo>
                <a:lnTo>
                  <a:pt x="391094" y="1359004"/>
                </a:lnTo>
                <a:lnTo>
                  <a:pt x="391153" y="1335970"/>
                </a:lnTo>
                <a:lnTo>
                  <a:pt x="391197" y="1312937"/>
                </a:lnTo>
                <a:lnTo>
                  <a:pt x="391230" y="1289903"/>
                </a:lnTo>
                <a:lnTo>
                  <a:pt x="391252" y="1266869"/>
                </a:lnTo>
                <a:lnTo>
                  <a:pt x="391268" y="1243835"/>
                </a:lnTo>
                <a:lnTo>
                  <a:pt x="391279" y="1220801"/>
                </a:lnTo>
                <a:lnTo>
                  <a:pt x="391286" y="1197767"/>
                </a:lnTo>
                <a:lnTo>
                  <a:pt x="391290" y="1174733"/>
                </a:lnTo>
                <a:lnTo>
                  <a:pt x="391293" y="1151699"/>
                </a:lnTo>
                <a:lnTo>
                  <a:pt x="391295" y="1128665"/>
                </a:lnTo>
                <a:lnTo>
                  <a:pt x="391296" y="1105631"/>
                </a:lnTo>
                <a:lnTo>
                  <a:pt x="391297" y="1082597"/>
                </a:lnTo>
                <a:lnTo>
                  <a:pt x="391297" y="1059563"/>
                </a:lnTo>
                <a:lnTo>
                  <a:pt x="391297" y="1036529"/>
                </a:lnTo>
                <a:lnTo>
                  <a:pt x="391297" y="1013495"/>
                </a:lnTo>
                <a:lnTo>
                  <a:pt x="391297" y="990461"/>
                </a:lnTo>
                <a:lnTo>
                  <a:pt x="391297" y="967427"/>
                </a:lnTo>
                <a:lnTo>
                  <a:pt x="391297" y="944393"/>
                </a:lnTo>
                <a:lnTo>
                  <a:pt x="391297" y="921359"/>
                </a:lnTo>
                <a:lnTo>
                  <a:pt x="391297" y="898325"/>
                </a:lnTo>
                <a:lnTo>
                  <a:pt x="391297" y="875291"/>
                </a:lnTo>
                <a:lnTo>
                  <a:pt x="391297" y="852257"/>
                </a:lnTo>
                <a:lnTo>
                  <a:pt x="391297" y="829223"/>
                </a:lnTo>
                <a:lnTo>
                  <a:pt x="391297" y="806189"/>
                </a:lnTo>
                <a:lnTo>
                  <a:pt x="391297" y="783155"/>
                </a:lnTo>
                <a:lnTo>
                  <a:pt x="391297" y="760121"/>
                </a:lnTo>
                <a:lnTo>
                  <a:pt x="391297" y="737087"/>
                </a:lnTo>
                <a:lnTo>
                  <a:pt x="391297" y="714053"/>
                </a:lnTo>
                <a:lnTo>
                  <a:pt x="391297" y="691019"/>
                </a:lnTo>
                <a:lnTo>
                  <a:pt x="391296" y="667985"/>
                </a:lnTo>
                <a:lnTo>
                  <a:pt x="391296" y="644951"/>
                </a:lnTo>
                <a:lnTo>
                  <a:pt x="391294" y="621917"/>
                </a:lnTo>
                <a:lnTo>
                  <a:pt x="391291" y="598883"/>
                </a:lnTo>
                <a:lnTo>
                  <a:pt x="391287" y="575849"/>
                </a:lnTo>
                <a:lnTo>
                  <a:pt x="391280" y="552815"/>
                </a:lnTo>
                <a:lnTo>
                  <a:pt x="391268" y="529781"/>
                </a:lnTo>
                <a:lnTo>
                  <a:pt x="391249" y="506747"/>
                </a:lnTo>
                <a:lnTo>
                  <a:pt x="391219" y="483713"/>
                </a:lnTo>
                <a:lnTo>
                  <a:pt x="391175" y="460679"/>
                </a:lnTo>
                <a:lnTo>
                  <a:pt x="391109" y="437646"/>
                </a:lnTo>
                <a:lnTo>
                  <a:pt x="391015" y="414612"/>
                </a:lnTo>
                <a:lnTo>
                  <a:pt x="390881" y="391578"/>
                </a:lnTo>
                <a:lnTo>
                  <a:pt x="390699" y="368544"/>
                </a:lnTo>
                <a:lnTo>
                  <a:pt x="390455" y="345510"/>
                </a:lnTo>
                <a:lnTo>
                  <a:pt x="390138" y="322476"/>
                </a:lnTo>
                <a:lnTo>
                  <a:pt x="389736" y="299442"/>
                </a:lnTo>
                <a:lnTo>
                  <a:pt x="389240" y="276408"/>
                </a:lnTo>
                <a:lnTo>
                  <a:pt x="388647" y="253374"/>
                </a:lnTo>
                <a:lnTo>
                  <a:pt x="387956" y="230340"/>
                </a:lnTo>
                <a:lnTo>
                  <a:pt x="387178" y="207306"/>
                </a:lnTo>
                <a:lnTo>
                  <a:pt x="386329" y="184272"/>
                </a:lnTo>
                <a:lnTo>
                  <a:pt x="385435" y="161238"/>
                </a:lnTo>
                <a:lnTo>
                  <a:pt x="384532" y="138204"/>
                </a:lnTo>
                <a:lnTo>
                  <a:pt x="383659" y="115170"/>
                </a:lnTo>
                <a:lnTo>
                  <a:pt x="382863" y="92136"/>
                </a:lnTo>
                <a:lnTo>
                  <a:pt x="382186" y="69102"/>
                </a:lnTo>
                <a:lnTo>
                  <a:pt x="381670" y="46068"/>
                </a:lnTo>
                <a:lnTo>
                  <a:pt x="381346" y="23034"/>
                </a:lnTo>
                <a:lnTo>
                  <a:pt x="381236" y="0"/>
                </a:lnTo>
                <a:lnTo>
                  <a:pt x="401359" y="0"/>
                </a:lnTo>
                <a:lnTo>
                  <a:pt x="401359" y="0"/>
                </a:lnTo>
                <a:lnTo>
                  <a:pt x="401249" y="23034"/>
                </a:lnTo>
                <a:lnTo>
                  <a:pt x="400925" y="46068"/>
                </a:lnTo>
                <a:lnTo>
                  <a:pt x="400409" y="69102"/>
                </a:lnTo>
                <a:lnTo>
                  <a:pt x="399732" y="92136"/>
                </a:lnTo>
                <a:lnTo>
                  <a:pt x="398935" y="115170"/>
                </a:lnTo>
                <a:lnTo>
                  <a:pt x="398063" y="138204"/>
                </a:lnTo>
                <a:lnTo>
                  <a:pt x="397160" y="161238"/>
                </a:lnTo>
                <a:lnTo>
                  <a:pt x="396266" y="184272"/>
                </a:lnTo>
                <a:lnTo>
                  <a:pt x="395417" y="207306"/>
                </a:lnTo>
                <a:lnTo>
                  <a:pt x="394638" y="230340"/>
                </a:lnTo>
                <a:lnTo>
                  <a:pt x="393948" y="253374"/>
                </a:lnTo>
                <a:lnTo>
                  <a:pt x="393354" y="276408"/>
                </a:lnTo>
                <a:lnTo>
                  <a:pt x="392859" y="299442"/>
                </a:lnTo>
                <a:lnTo>
                  <a:pt x="392457" y="322476"/>
                </a:lnTo>
                <a:lnTo>
                  <a:pt x="392139" y="345510"/>
                </a:lnTo>
                <a:lnTo>
                  <a:pt x="391896" y="368544"/>
                </a:lnTo>
                <a:lnTo>
                  <a:pt x="391713" y="391578"/>
                </a:lnTo>
                <a:lnTo>
                  <a:pt x="391580" y="414612"/>
                </a:lnTo>
                <a:lnTo>
                  <a:pt x="391485" y="437646"/>
                </a:lnTo>
                <a:lnTo>
                  <a:pt x="391420" y="460679"/>
                </a:lnTo>
                <a:lnTo>
                  <a:pt x="391375" y="483713"/>
                </a:lnTo>
                <a:lnTo>
                  <a:pt x="391346" y="506747"/>
                </a:lnTo>
                <a:lnTo>
                  <a:pt x="391327" y="529781"/>
                </a:lnTo>
                <a:lnTo>
                  <a:pt x="391315" y="552815"/>
                </a:lnTo>
                <a:lnTo>
                  <a:pt x="391308" y="575849"/>
                </a:lnTo>
                <a:lnTo>
                  <a:pt x="391303" y="598883"/>
                </a:lnTo>
                <a:lnTo>
                  <a:pt x="391301" y="621917"/>
                </a:lnTo>
                <a:lnTo>
                  <a:pt x="391299" y="644951"/>
                </a:lnTo>
                <a:lnTo>
                  <a:pt x="391298" y="667985"/>
                </a:lnTo>
                <a:lnTo>
                  <a:pt x="391298" y="691019"/>
                </a:lnTo>
                <a:lnTo>
                  <a:pt x="391298" y="714053"/>
                </a:lnTo>
                <a:lnTo>
                  <a:pt x="391297" y="737087"/>
                </a:lnTo>
                <a:lnTo>
                  <a:pt x="391297" y="760121"/>
                </a:lnTo>
                <a:lnTo>
                  <a:pt x="391297" y="783155"/>
                </a:lnTo>
                <a:lnTo>
                  <a:pt x="391297" y="806189"/>
                </a:lnTo>
                <a:lnTo>
                  <a:pt x="391297" y="829223"/>
                </a:lnTo>
                <a:lnTo>
                  <a:pt x="391297" y="852257"/>
                </a:lnTo>
                <a:lnTo>
                  <a:pt x="391297" y="875291"/>
                </a:lnTo>
                <a:lnTo>
                  <a:pt x="391297" y="898325"/>
                </a:lnTo>
                <a:lnTo>
                  <a:pt x="391297" y="921359"/>
                </a:lnTo>
                <a:lnTo>
                  <a:pt x="391297" y="944393"/>
                </a:lnTo>
                <a:lnTo>
                  <a:pt x="391297" y="967427"/>
                </a:lnTo>
                <a:lnTo>
                  <a:pt x="391297" y="990461"/>
                </a:lnTo>
                <a:lnTo>
                  <a:pt x="391297" y="1013495"/>
                </a:lnTo>
                <a:lnTo>
                  <a:pt x="391298" y="1036529"/>
                </a:lnTo>
                <a:lnTo>
                  <a:pt x="391298" y="1059563"/>
                </a:lnTo>
                <a:lnTo>
                  <a:pt x="391298" y="1082597"/>
                </a:lnTo>
                <a:lnTo>
                  <a:pt x="391299" y="1105631"/>
                </a:lnTo>
                <a:lnTo>
                  <a:pt x="391300" y="1128665"/>
                </a:lnTo>
                <a:lnTo>
                  <a:pt x="391301" y="1151699"/>
                </a:lnTo>
                <a:lnTo>
                  <a:pt x="391304" y="1174733"/>
                </a:lnTo>
                <a:lnTo>
                  <a:pt x="391309" y="1197767"/>
                </a:lnTo>
                <a:lnTo>
                  <a:pt x="391316" y="1220801"/>
                </a:lnTo>
                <a:lnTo>
                  <a:pt x="391327" y="1243835"/>
                </a:lnTo>
                <a:lnTo>
                  <a:pt x="391342" y="1266869"/>
                </a:lnTo>
                <a:lnTo>
                  <a:pt x="391365" y="1289903"/>
                </a:lnTo>
                <a:lnTo>
                  <a:pt x="391397" y="1312937"/>
                </a:lnTo>
                <a:lnTo>
                  <a:pt x="391441" y="1335970"/>
                </a:lnTo>
                <a:lnTo>
                  <a:pt x="391501" y="1359004"/>
                </a:lnTo>
                <a:lnTo>
                  <a:pt x="391578" y="1382038"/>
                </a:lnTo>
                <a:lnTo>
                  <a:pt x="391676" y="1405072"/>
                </a:lnTo>
                <a:lnTo>
                  <a:pt x="391797" y="1428106"/>
                </a:lnTo>
                <a:lnTo>
                  <a:pt x="391943" y="1451140"/>
                </a:lnTo>
                <a:lnTo>
                  <a:pt x="392113" y="1474174"/>
                </a:lnTo>
                <a:lnTo>
                  <a:pt x="392306" y="1497208"/>
                </a:lnTo>
                <a:lnTo>
                  <a:pt x="392517" y="1520242"/>
                </a:lnTo>
                <a:lnTo>
                  <a:pt x="392739" y="1543276"/>
                </a:lnTo>
                <a:lnTo>
                  <a:pt x="392965" y="1566310"/>
                </a:lnTo>
                <a:lnTo>
                  <a:pt x="393185" y="1589344"/>
                </a:lnTo>
                <a:lnTo>
                  <a:pt x="393386" y="1612378"/>
                </a:lnTo>
                <a:lnTo>
                  <a:pt x="393559" y="1635412"/>
                </a:lnTo>
                <a:lnTo>
                  <a:pt x="393693" y="1658446"/>
                </a:lnTo>
                <a:lnTo>
                  <a:pt x="393779" y="1681480"/>
                </a:lnTo>
                <a:lnTo>
                  <a:pt x="393812" y="1704514"/>
                </a:lnTo>
                <a:lnTo>
                  <a:pt x="393791" y="1727548"/>
                </a:lnTo>
                <a:lnTo>
                  <a:pt x="393715" y="1750582"/>
                </a:lnTo>
                <a:lnTo>
                  <a:pt x="393591" y="1773616"/>
                </a:lnTo>
                <a:lnTo>
                  <a:pt x="393425" y="1796650"/>
                </a:lnTo>
                <a:lnTo>
                  <a:pt x="393229" y="1819684"/>
                </a:lnTo>
                <a:lnTo>
                  <a:pt x="393012" y="1842718"/>
                </a:lnTo>
                <a:lnTo>
                  <a:pt x="392787" y="1865752"/>
                </a:lnTo>
                <a:lnTo>
                  <a:pt x="392563" y="1888786"/>
                </a:lnTo>
                <a:lnTo>
                  <a:pt x="392349" y="1911820"/>
                </a:lnTo>
                <a:lnTo>
                  <a:pt x="392152" y="1934854"/>
                </a:lnTo>
                <a:lnTo>
                  <a:pt x="391977" y="1957888"/>
                </a:lnTo>
                <a:lnTo>
                  <a:pt x="391826" y="1980922"/>
                </a:lnTo>
                <a:lnTo>
                  <a:pt x="391700" y="2003956"/>
                </a:lnTo>
                <a:lnTo>
                  <a:pt x="391597" y="2026990"/>
                </a:lnTo>
                <a:lnTo>
                  <a:pt x="391515" y="2050024"/>
                </a:lnTo>
                <a:lnTo>
                  <a:pt x="391453" y="2073058"/>
                </a:lnTo>
                <a:lnTo>
                  <a:pt x="391405" y="2096092"/>
                </a:lnTo>
                <a:lnTo>
                  <a:pt x="391371" y="2119126"/>
                </a:lnTo>
                <a:lnTo>
                  <a:pt x="391346" y="2142160"/>
                </a:lnTo>
                <a:lnTo>
                  <a:pt x="391329" y="2165194"/>
                </a:lnTo>
                <a:lnTo>
                  <a:pt x="391318" y="2188228"/>
                </a:lnTo>
                <a:lnTo>
                  <a:pt x="391310" y="2211261"/>
                </a:lnTo>
                <a:lnTo>
                  <a:pt x="391306" y="2234295"/>
                </a:lnTo>
                <a:lnTo>
                  <a:pt x="391304" y="2257329"/>
                </a:lnTo>
                <a:lnTo>
                  <a:pt x="391303" y="2280363"/>
                </a:lnTo>
                <a:lnTo>
                  <a:pt x="391304" y="2303397"/>
                </a:lnTo>
                <a:lnTo>
                  <a:pt x="391307" y="2326431"/>
                </a:lnTo>
                <a:lnTo>
                  <a:pt x="391313" y="2349465"/>
                </a:lnTo>
                <a:lnTo>
                  <a:pt x="391322" y="2372499"/>
                </a:lnTo>
                <a:lnTo>
                  <a:pt x="391338" y="2395533"/>
                </a:lnTo>
                <a:lnTo>
                  <a:pt x="391362" y="2418567"/>
                </a:lnTo>
                <a:lnTo>
                  <a:pt x="391398" y="2441601"/>
                </a:lnTo>
                <a:lnTo>
                  <a:pt x="391451" y="2464635"/>
                </a:lnTo>
                <a:lnTo>
                  <a:pt x="391527" y="2487669"/>
                </a:lnTo>
                <a:lnTo>
                  <a:pt x="391634" y="2510703"/>
                </a:lnTo>
                <a:lnTo>
                  <a:pt x="391780" y="2533737"/>
                </a:lnTo>
                <a:lnTo>
                  <a:pt x="391975" y="2556771"/>
                </a:lnTo>
                <a:lnTo>
                  <a:pt x="392230" y="2579805"/>
                </a:lnTo>
                <a:lnTo>
                  <a:pt x="392553" y="2602839"/>
                </a:lnTo>
                <a:lnTo>
                  <a:pt x="392954" y="2625873"/>
                </a:lnTo>
                <a:lnTo>
                  <a:pt x="393439" y="2648907"/>
                </a:lnTo>
                <a:lnTo>
                  <a:pt x="394009" y="2671941"/>
                </a:lnTo>
                <a:lnTo>
                  <a:pt x="394662" y="2694975"/>
                </a:lnTo>
                <a:lnTo>
                  <a:pt x="395389" y="2718009"/>
                </a:lnTo>
                <a:lnTo>
                  <a:pt x="396175" y="2741043"/>
                </a:lnTo>
                <a:lnTo>
                  <a:pt x="396999" y="2764077"/>
                </a:lnTo>
                <a:lnTo>
                  <a:pt x="397836" y="2787111"/>
                </a:lnTo>
                <a:lnTo>
                  <a:pt x="398655" y="2810145"/>
                </a:lnTo>
                <a:lnTo>
                  <a:pt x="399425" y="2833179"/>
                </a:lnTo>
                <a:lnTo>
                  <a:pt x="400117" y="2856213"/>
                </a:lnTo>
                <a:lnTo>
                  <a:pt x="400708" y="2879247"/>
                </a:lnTo>
                <a:lnTo>
                  <a:pt x="401178" y="2902281"/>
                </a:lnTo>
                <a:lnTo>
                  <a:pt x="401522" y="2925315"/>
                </a:lnTo>
                <a:lnTo>
                  <a:pt x="401743" y="2948349"/>
                </a:lnTo>
                <a:lnTo>
                  <a:pt x="401856" y="2971383"/>
                </a:lnTo>
                <a:lnTo>
                  <a:pt x="401889" y="2994417"/>
                </a:lnTo>
                <a:lnTo>
                  <a:pt x="401880" y="3017451"/>
                </a:lnTo>
                <a:lnTo>
                  <a:pt x="401876" y="3040485"/>
                </a:lnTo>
                <a:lnTo>
                  <a:pt x="401933" y="3063518"/>
                </a:lnTo>
                <a:lnTo>
                  <a:pt x="402113" y="3086552"/>
                </a:lnTo>
                <a:lnTo>
                  <a:pt x="402489" y="3109586"/>
                </a:lnTo>
                <a:lnTo>
                  <a:pt x="403142" y="3132620"/>
                </a:lnTo>
                <a:lnTo>
                  <a:pt x="404167" y="3155654"/>
                </a:lnTo>
                <a:lnTo>
                  <a:pt x="405679" y="3178688"/>
                </a:lnTo>
                <a:lnTo>
                  <a:pt x="407819" y="3201722"/>
                </a:lnTo>
                <a:lnTo>
                  <a:pt x="410764" y="3224756"/>
                </a:lnTo>
                <a:lnTo>
                  <a:pt x="414730" y="3247790"/>
                </a:lnTo>
                <a:lnTo>
                  <a:pt x="419978" y="3270824"/>
                </a:lnTo>
                <a:lnTo>
                  <a:pt x="426815" y="3293858"/>
                </a:lnTo>
                <a:lnTo>
                  <a:pt x="435581" y="3316892"/>
                </a:lnTo>
                <a:lnTo>
                  <a:pt x="446637" y="3339926"/>
                </a:lnTo>
                <a:lnTo>
                  <a:pt x="460335" y="3362960"/>
                </a:lnTo>
                <a:lnTo>
                  <a:pt x="476977" y="3385994"/>
                </a:lnTo>
                <a:lnTo>
                  <a:pt x="496772" y="3409028"/>
                </a:lnTo>
                <a:lnTo>
                  <a:pt x="519779" y="3432062"/>
                </a:lnTo>
                <a:lnTo>
                  <a:pt x="545857" y="3455096"/>
                </a:lnTo>
                <a:lnTo>
                  <a:pt x="574620" y="3478130"/>
                </a:lnTo>
                <a:lnTo>
                  <a:pt x="605412" y="3501164"/>
                </a:lnTo>
                <a:lnTo>
                  <a:pt x="637304" y="3524198"/>
                </a:lnTo>
                <a:lnTo>
                  <a:pt x="669122" y="3547232"/>
                </a:lnTo>
                <a:lnTo>
                  <a:pt x="699512" y="3570266"/>
                </a:lnTo>
                <a:lnTo>
                  <a:pt x="727022" y="3593300"/>
                </a:lnTo>
                <a:lnTo>
                  <a:pt x="750227" y="3616334"/>
                </a:lnTo>
                <a:lnTo>
                  <a:pt x="767842" y="3639368"/>
                </a:lnTo>
                <a:lnTo>
                  <a:pt x="778850" y="3662402"/>
                </a:lnTo>
                <a:lnTo>
                  <a:pt x="782595" y="3685436"/>
                </a:lnTo>
                <a:lnTo>
                  <a:pt x="782595" y="3685436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06" name="f_small_violin_4771">
            <a:extLst>
              <a:ext uri="{FF2B5EF4-FFF2-40B4-BE49-F238E27FC236}">
                <a16:creationId xmlns:a16="http://schemas.microsoft.com/office/drawing/2014/main" id="{2B1041C3-00D7-4900-9EEA-B7A899C8E280}"/>
              </a:ext>
            </a:extLst>
          </p:cNvPr>
          <p:cNvSpPr>
            <a:spLocks noGrp="1"/>
          </p:cNvSpPr>
          <p:nvPr/>
        </p:nvSpPr>
        <p:spPr>
          <a:xfrm>
            <a:off x="4077962" y="611426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7" name="f_small_violin_4772">
            <a:extLst>
              <a:ext uri="{FF2B5EF4-FFF2-40B4-BE49-F238E27FC236}">
                <a16:creationId xmlns:a16="http://schemas.microsoft.com/office/drawing/2014/main" id="{C600ECE5-B1C8-41A1-AC63-88CD0A1B2CD4}"/>
              </a:ext>
            </a:extLst>
          </p:cNvPr>
          <p:cNvSpPr>
            <a:spLocks noGrp="1"/>
          </p:cNvSpPr>
          <p:nvPr/>
        </p:nvSpPr>
        <p:spPr>
          <a:xfrm>
            <a:off x="4190055" y="601461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8" name="f_small_violin_4773">
            <a:extLst>
              <a:ext uri="{FF2B5EF4-FFF2-40B4-BE49-F238E27FC236}">
                <a16:creationId xmlns:a16="http://schemas.microsoft.com/office/drawing/2014/main" id="{54F8609D-59D2-4582-BDD3-C21CAEA84169}"/>
              </a:ext>
            </a:extLst>
          </p:cNvPr>
          <p:cNvSpPr>
            <a:spLocks noGrp="1"/>
          </p:cNvSpPr>
          <p:nvPr/>
        </p:nvSpPr>
        <p:spPr>
          <a:xfrm>
            <a:off x="408763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9" name="f_small_violin_4774">
            <a:extLst>
              <a:ext uri="{FF2B5EF4-FFF2-40B4-BE49-F238E27FC236}">
                <a16:creationId xmlns:a16="http://schemas.microsoft.com/office/drawing/2014/main" id="{BA7E857C-E6DD-4DD8-897C-B26FD0EAAFA9}"/>
              </a:ext>
            </a:extLst>
          </p:cNvPr>
          <p:cNvSpPr>
            <a:spLocks noGrp="1"/>
          </p:cNvSpPr>
          <p:nvPr/>
        </p:nvSpPr>
        <p:spPr>
          <a:xfrm>
            <a:off x="4136981" y="608952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0" name="f_small_violin_4775">
            <a:extLst>
              <a:ext uri="{FF2B5EF4-FFF2-40B4-BE49-F238E27FC236}">
                <a16:creationId xmlns:a16="http://schemas.microsoft.com/office/drawing/2014/main" id="{56B60948-478F-4479-956A-A500CD879AE1}"/>
              </a:ext>
            </a:extLst>
          </p:cNvPr>
          <p:cNvSpPr>
            <a:spLocks noGrp="1"/>
          </p:cNvSpPr>
          <p:nvPr/>
        </p:nvSpPr>
        <p:spPr>
          <a:xfrm>
            <a:off x="3998405" y="611468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1" name="f_small_violin_4776">
            <a:extLst>
              <a:ext uri="{FF2B5EF4-FFF2-40B4-BE49-F238E27FC236}">
                <a16:creationId xmlns:a16="http://schemas.microsoft.com/office/drawing/2014/main" id="{9F366E34-509C-4E30-83C4-D7CD211B4A07}"/>
              </a:ext>
            </a:extLst>
          </p:cNvPr>
          <p:cNvSpPr>
            <a:spLocks noGrp="1"/>
          </p:cNvSpPr>
          <p:nvPr/>
        </p:nvSpPr>
        <p:spPr>
          <a:xfrm>
            <a:off x="4177498" y="41569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2" name="f_small_violin_4777">
            <a:extLst>
              <a:ext uri="{FF2B5EF4-FFF2-40B4-BE49-F238E27FC236}">
                <a16:creationId xmlns:a16="http://schemas.microsoft.com/office/drawing/2014/main" id="{D4DAF253-5698-42E3-B039-74CD8356E6F0}"/>
              </a:ext>
            </a:extLst>
          </p:cNvPr>
          <p:cNvSpPr>
            <a:spLocks noGrp="1"/>
          </p:cNvSpPr>
          <p:nvPr/>
        </p:nvSpPr>
        <p:spPr>
          <a:xfrm>
            <a:off x="4197406" y="565051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3" name="f_small_violin_4778">
            <a:extLst>
              <a:ext uri="{FF2B5EF4-FFF2-40B4-BE49-F238E27FC236}">
                <a16:creationId xmlns:a16="http://schemas.microsoft.com/office/drawing/2014/main" id="{55E5E7ED-0253-4CCE-8B77-592C745279A9}"/>
              </a:ext>
            </a:extLst>
          </p:cNvPr>
          <p:cNvSpPr>
            <a:spLocks noGrp="1"/>
          </p:cNvSpPr>
          <p:nvPr/>
        </p:nvSpPr>
        <p:spPr>
          <a:xfrm>
            <a:off x="4292622" y="610908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4" name="f_small_violin_4779">
            <a:extLst>
              <a:ext uri="{FF2B5EF4-FFF2-40B4-BE49-F238E27FC236}">
                <a16:creationId xmlns:a16="http://schemas.microsoft.com/office/drawing/2014/main" id="{284E6B58-AE89-44DA-B5D0-2941EEB7E687}"/>
              </a:ext>
            </a:extLst>
          </p:cNvPr>
          <p:cNvSpPr>
            <a:spLocks noGrp="1"/>
          </p:cNvSpPr>
          <p:nvPr/>
        </p:nvSpPr>
        <p:spPr>
          <a:xfrm>
            <a:off x="4017286" y="54653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" name="f_small_violin_4780">
            <a:extLst>
              <a:ext uri="{FF2B5EF4-FFF2-40B4-BE49-F238E27FC236}">
                <a16:creationId xmlns:a16="http://schemas.microsoft.com/office/drawing/2014/main" id="{A3F7AA55-C357-46A3-9AC7-8A6CA24512F7}"/>
              </a:ext>
            </a:extLst>
          </p:cNvPr>
          <p:cNvSpPr>
            <a:spLocks noGrp="1"/>
          </p:cNvSpPr>
          <p:nvPr/>
        </p:nvSpPr>
        <p:spPr>
          <a:xfrm>
            <a:off x="4279187" y="609234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" name="f_small_violin_4781">
            <a:extLst>
              <a:ext uri="{FF2B5EF4-FFF2-40B4-BE49-F238E27FC236}">
                <a16:creationId xmlns:a16="http://schemas.microsoft.com/office/drawing/2014/main" id="{A3D07CEC-887C-4A12-812E-E665E6A860C0}"/>
              </a:ext>
            </a:extLst>
          </p:cNvPr>
          <p:cNvSpPr>
            <a:spLocks noGrp="1"/>
          </p:cNvSpPr>
          <p:nvPr/>
        </p:nvSpPr>
        <p:spPr>
          <a:xfrm>
            <a:off x="4450214" y="576690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" name="f_small_violin_4782">
            <a:extLst>
              <a:ext uri="{FF2B5EF4-FFF2-40B4-BE49-F238E27FC236}">
                <a16:creationId xmlns:a16="http://schemas.microsoft.com/office/drawing/2014/main" id="{176F11A4-F3AF-45FB-82A6-852462B0EB48}"/>
              </a:ext>
            </a:extLst>
          </p:cNvPr>
          <p:cNvSpPr>
            <a:spLocks noGrp="1"/>
          </p:cNvSpPr>
          <p:nvPr/>
        </p:nvSpPr>
        <p:spPr>
          <a:xfrm>
            <a:off x="4396947" y="603583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" name="f_small_violin_4783">
            <a:extLst>
              <a:ext uri="{FF2B5EF4-FFF2-40B4-BE49-F238E27FC236}">
                <a16:creationId xmlns:a16="http://schemas.microsoft.com/office/drawing/2014/main" id="{EBB17103-75B4-4893-AC11-415F878BA025}"/>
              </a:ext>
            </a:extLst>
          </p:cNvPr>
          <p:cNvSpPr>
            <a:spLocks noGrp="1"/>
          </p:cNvSpPr>
          <p:nvPr/>
        </p:nvSpPr>
        <p:spPr>
          <a:xfrm>
            <a:off x="4231830" y="611631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" name="f_small_violin_4784">
            <a:extLst>
              <a:ext uri="{FF2B5EF4-FFF2-40B4-BE49-F238E27FC236}">
                <a16:creationId xmlns:a16="http://schemas.microsoft.com/office/drawing/2014/main" id="{9F0F061C-40B4-43D0-A798-B03694BAD8D7}"/>
              </a:ext>
            </a:extLst>
          </p:cNvPr>
          <p:cNvSpPr>
            <a:spLocks noGrp="1"/>
          </p:cNvSpPr>
          <p:nvPr/>
        </p:nvSpPr>
        <p:spPr>
          <a:xfrm>
            <a:off x="413274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" name="f_small_violin_4785">
            <a:extLst>
              <a:ext uri="{FF2B5EF4-FFF2-40B4-BE49-F238E27FC236}">
                <a16:creationId xmlns:a16="http://schemas.microsoft.com/office/drawing/2014/main" id="{58CC014E-58CE-46E7-AB86-5E78E7F7BBF1}"/>
              </a:ext>
            </a:extLst>
          </p:cNvPr>
          <p:cNvSpPr>
            <a:spLocks noGrp="1"/>
          </p:cNvSpPr>
          <p:nvPr/>
        </p:nvSpPr>
        <p:spPr>
          <a:xfrm>
            <a:off x="4450423" y="53342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" name="f_small_violin_4786">
            <a:extLst>
              <a:ext uri="{FF2B5EF4-FFF2-40B4-BE49-F238E27FC236}">
                <a16:creationId xmlns:a16="http://schemas.microsoft.com/office/drawing/2014/main" id="{0782CCD9-4E44-44C6-A547-1216761FD263}"/>
              </a:ext>
            </a:extLst>
          </p:cNvPr>
          <p:cNvSpPr>
            <a:spLocks noGrp="1"/>
          </p:cNvSpPr>
          <p:nvPr/>
        </p:nvSpPr>
        <p:spPr>
          <a:xfrm>
            <a:off x="440630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" name="f_small_violin_4787">
            <a:extLst>
              <a:ext uri="{FF2B5EF4-FFF2-40B4-BE49-F238E27FC236}">
                <a16:creationId xmlns:a16="http://schemas.microsoft.com/office/drawing/2014/main" id="{216A2D7B-C7A2-4F10-8000-C84B0B3B4A58}"/>
              </a:ext>
            </a:extLst>
          </p:cNvPr>
          <p:cNvSpPr>
            <a:spLocks noGrp="1"/>
          </p:cNvSpPr>
          <p:nvPr/>
        </p:nvSpPr>
        <p:spPr>
          <a:xfrm>
            <a:off x="4367055" y="611806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" name="f_small_violin_4788">
            <a:extLst>
              <a:ext uri="{FF2B5EF4-FFF2-40B4-BE49-F238E27FC236}">
                <a16:creationId xmlns:a16="http://schemas.microsoft.com/office/drawing/2014/main" id="{1A54319C-E7B1-4E15-8075-18360822F821}"/>
              </a:ext>
            </a:extLst>
          </p:cNvPr>
          <p:cNvSpPr>
            <a:spLocks noGrp="1"/>
          </p:cNvSpPr>
          <p:nvPr/>
        </p:nvSpPr>
        <p:spPr>
          <a:xfrm>
            <a:off x="4162033" y="59051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" name="f_small_violin_4789">
            <a:extLst>
              <a:ext uri="{FF2B5EF4-FFF2-40B4-BE49-F238E27FC236}">
                <a16:creationId xmlns:a16="http://schemas.microsoft.com/office/drawing/2014/main" id="{97BF25DB-6A15-44F1-8FCD-159529B0BD0E}"/>
              </a:ext>
            </a:extLst>
          </p:cNvPr>
          <p:cNvSpPr>
            <a:spLocks noGrp="1"/>
          </p:cNvSpPr>
          <p:nvPr/>
        </p:nvSpPr>
        <p:spPr>
          <a:xfrm>
            <a:off x="4372171" y="599369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" name="f_small_violin_4790">
            <a:extLst>
              <a:ext uri="{FF2B5EF4-FFF2-40B4-BE49-F238E27FC236}">
                <a16:creationId xmlns:a16="http://schemas.microsoft.com/office/drawing/2014/main" id="{59EB76A2-C0FA-4283-9CA0-EB19B312EA58}"/>
              </a:ext>
            </a:extLst>
          </p:cNvPr>
          <p:cNvSpPr>
            <a:spLocks noGrp="1"/>
          </p:cNvSpPr>
          <p:nvPr/>
        </p:nvSpPr>
        <p:spPr>
          <a:xfrm>
            <a:off x="426139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" name="f_small_violin_4791">
            <a:extLst>
              <a:ext uri="{FF2B5EF4-FFF2-40B4-BE49-F238E27FC236}">
                <a16:creationId xmlns:a16="http://schemas.microsoft.com/office/drawing/2014/main" id="{466B93FD-F7C4-448A-AF89-A78EF2F42820}"/>
              </a:ext>
            </a:extLst>
          </p:cNvPr>
          <p:cNvSpPr>
            <a:spLocks noGrp="1"/>
          </p:cNvSpPr>
          <p:nvPr/>
        </p:nvSpPr>
        <p:spPr>
          <a:xfrm>
            <a:off x="4318741" y="613363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" name="f_small_violin_4792">
            <a:extLst>
              <a:ext uri="{FF2B5EF4-FFF2-40B4-BE49-F238E27FC236}">
                <a16:creationId xmlns:a16="http://schemas.microsoft.com/office/drawing/2014/main" id="{05ECE026-6B37-4182-B0A2-4E1EAB986343}"/>
              </a:ext>
            </a:extLst>
          </p:cNvPr>
          <p:cNvSpPr>
            <a:spLocks noGrp="1"/>
          </p:cNvSpPr>
          <p:nvPr/>
        </p:nvSpPr>
        <p:spPr>
          <a:xfrm>
            <a:off x="440701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" name="f_small_violin_4793">
            <a:extLst>
              <a:ext uri="{FF2B5EF4-FFF2-40B4-BE49-F238E27FC236}">
                <a16:creationId xmlns:a16="http://schemas.microsoft.com/office/drawing/2014/main" id="{20B679FC-422E-4CA2-A765-759DED8E7831}"/>
              </a:ext>
            </a:extLst>
          </p:cNvPr>
          <p:cNvSpPr>
            <a:spLocks noGrp="1"/>
          </p:cNvSpPr>
          <p:nvPr/>
        </p:nvSpPr>
        <p:spPr>
          <a:xfrm>
            <a:off x="4108340" y="606502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" name="f_small_violin_4794">
            <a:extLst>
              <a:ext uri="{FF2B5EF4-FFF2-40B4-BE49-F238E27FC236}">
                <a16:creationId xmlns:a16="http://schemas.microsoft.com/office/drawing/2014/main" id="{7DC772DA-B6B2-42D3-957C-31198C857713}"/>
              </a:ext>
            </a:extLst>
          </p:cNvPr>
          <p:cNvSpPr>
            <a:spLocks noGrp="1"/>
          </p:cNvSpPr>
          <p:nvPr/>
        </p:nvSpPr>
        <p:spPr>
          <a:xfrm>
            <a:off x="413220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" name="f_small_violin_4795">
            <a:extLst>
              <a:ext uri="{FF2B5EF4-FFF2-40B4-BE49-F238E27FC236}">
                <a16:creationId xmlns:a16="http://schemas.microsoft.com/office/drawing/2014/main" id="{41629C96-CFE8-48B9-8329-C1251C6B3BEF}"/>
              </a:ext>
            </a:extLst>
          </p:cNvPr>
          <p:cNvSpPr>
            <a:spLocks noGrp="1"/>
          </p:cNvSpPr>
          <p:nvPr/>
        </p:nvSpPr>
        <p:spPr>
          <a:xfrm>
            <a:off x="44758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" name="f_small_violin_4796">
            <a:extLst>
              <a:ext uri="{FF2B5EF4-FFF2-40B4-BE49-F238E27FC236}">
                <a16:creationId xmlns:a16="http://schemas.microsoft.com/office/drawing/2014/main" id="{BAC01DC1-E2D7-475C-812D-8E0F1226F081}"/>
              </a:ext>
            </a:extLst>
          </p:cNvPr>
          <p:cNvSpPr>
            <a:spLocks noGrp="1"/>
          </p:cNvSpPr>
          <p:nvPr/>
        </p:nvSpPr>
        <p:spPr>
          <a:xfrm>
            <a:off x="4147335" y="607576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" name="f_small_violin_4797">
            <a:extLst>
              <a:ext uri="{FF2B5EF4-FFF2-40B4-BE49-F238E27FC236}">
                <a16:creationId xmlns:a16="http://schemas.microsoft.com/office/drawing/2014/main" id="{03F22F55-9996-4D8A-ACFA-4B7F98F7883B}"/>
              </a:ext>
            </a:extLst>
          </p:cNvPr>
          <p:cNvSpPr>
            <a:spLocks noGrp="1"/>
          </p:cNvSpPr>
          <p:nvPr/>
        </p:nvSpPr>
        <p:spPr>
          <a:xfrm>
            <a:off x="418619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" name="f_small_violin_4798">
            <a:extLst>
              <a:ext uri="{FF2B5EF4-FFF2-40B4-BE49-F238E27FC236}">
                <a16:creationId xmlns:a16="http://schemas.microsoft.com/office/drawing/2014/main" id="{0B7560C2-6A41-48EE-98C7-CA4D994D0F55}"/>
              </a:ext>
            </a:extLst>
          </p:cNvPr>
          <p:cNvSpPr>
            <a:spLocks noGrp="1"/>
          </p:cNvSpPr>
          <p:nvPr/>
        </p:nvSpPr>
        <p:spPr>
          <a:xfrm>
            <a:off x="423580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" name="f_small_violin_4799">
            <a:extLst>
              <a:ext uri="{FF2B5EF4-FFF2-40B4-BE49-F238E27FC236}">
                <a16:creationId xmlns:a16="http://schemas.microsoft.com/office/drawing/2014/main" id="{C873395F-4E31-4881-9143-369ED96F8535}"/>
              </a:ext>
            </a:extLst>
          </p:cNvPr>
          <p:cNvSpPr>
            <a:spLocks noGrp="1"/>
          </p:cNvSpPr>
          <p:nvPr/>
        </p:nvSpPr>
        <p:spPr>
          <a:xfrm>
            <a:off x="402955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" name="f_small_violin_4800">
            <a:extLst>
              <a:ext uri="{FF2B5EF4-FFF2-40B4-BE49-F238E27FC236}">
                <a16:creationId xmlns:a16="http://schemas.microsoft.com/office/drawing/2014/main" id="{71ADA12F-376D-4E78-B30A-25283648CDA2}"/>
              </a:ext>
            </a:extLst>
          </p:cNvPr>
          <p:cNvSpPr>
            <a:spLocks noGrp="1"/>
          </p:cNvSpPr>
          <p:nvPr/>
        </p:nvSpPr>
        <p:spPr>
          <a:xfrm>
            <a:off x="439724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" name="f_small_violin_4801">
            <a:extLst>
              <a:ext uri="{FF2B5EF4-FFF2-40B4-BE49-F238E27FC236}">
                <a16:creationId xmlns:a16="http://schemas.microsoft.com/office/drawing/2014/main" id="{03313F02-61F5-41C7-8994-3D2323C7FAAA}"/>
              </a:ext>
            </a:extLst>
          </p:cNvPr>
          <p:cNvSpPr>
            <a:spLocks noGrp="1"/>
          </p:cNvSpPr>
          <p:nvPr/>
        </p:nvSpPr>
        <p:spPr>
          <a:xfrm>
            <a:off x="444595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" name="f_small_violin_4802">
            <a:extLst>
              <a:ext uri="{FF2B5EF4-FFF2-40B4-BE49-F238E27FC236}">
                <a16:creationId xmlns:a16="http://schemas.microsoft.com/office/drawing/2014/main" id="{6B9B5769-258B-4D4F-A765-897F7F2A49F5}"/>
              </a:ext>
            </a:extLst>
          </p:cNvPr>
          <p:cNvSpPr>
            <a:spLocks noGrp="1"/>
          </p:cNvSpPr>
          <p:nvPr/>
        </p:nvSpPr>
        <p:spPr>
          <a:xfrm>
            <a:off x="4023365" y="582179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" name="f_small_violin_4803">
            <a:extLst>
              <a:ext uri="{FF2B5EF4-FFF2-40B4-BE49-F238E27FC236}">
                <a16:creationId xmlns:a16="http://schemas.microsoft.com/office/drawing/2014/main" id="{2DB0AD1A-612B-4331-812F-1351E580CC25}"/>
              </a:ext>
            </a:extLst>
          </p:cNvPr>
          <p:cNvSpPr>
            <a:spLocks noGrp="1"/>
          </p:cNvSpPr>
          <p:nvPr/>
        </p:nvSpPr>
        <p:spPr>
          <a:xfrm>
            <a:off x="4246025" y="601394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" name="f_small_violin_4804">
            <a:extLst>
              <a:ext uri="{FF2B5EF4-FFF2-40B4-BE49-F238E27FC236}">
                <a16:creationId xmlns:a16="http://schemas.microsoft.com/office/drawing/2014/main" id="{A117F2BB-0986-4963-99CD-88F1038C8082}"/>
              </a:ext>
            </a:extLst>
          </p:cNvPr>
          <p:cNvSpPr>
            <a:spLocks noGrp="1"/>
          </p:cNvSpPr>
          <p:nvPr/>
        </p:nvSpPr>
        <p:spPr>
          <a:xfrm>
            <a:off x="4353240" y="60976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" name="f_small_violin_4805">
            <a:extLst>
              <a:ext uri="{FF2B5EF4-FFF2-40B4-BE49-F238E27FC236}">
                <a16:creationId xmlns:a16="http://schemas.microsoft.com/office/drawing/2014/main" id="{0A44D1BA-4FF3-476B-B731-7342715784DB}"/>
              </a:ext>
            </a:extLst>
          </p:cNvPr>
          <p:cNvSpPr>
            <a:spLocks noGrp="1"/>
          </p:cNvSpPr>
          <p:nvPr/>
        </p:nvSpPr>
        <p:spPr>
          <a:xfrm>
            <a:off x="4414102" y="613064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" name="f_small_violin_4806">
            <a:extLst>
              <a:ext uri="{FF2B5EF4-FFF2-40B4-BE49-F238E27FC236}">
                <a16:creationId xmlns:a16="http://schemas.microsoft.com/office/drawing/2014/main" id="{4B77E7A0-D918-4990-85AE-9E8ED576998D}"/>
              </a:ext>
            </a:extLst>
          </p:cNvPr>
          <p:cNvSpPr>
            <a:spLocks noGrp="1"/>
          </p:cNvSpPr>
          <p:nvPr/>
        </p:nvSpPr>
        <p:spPr>
          <a:xfrm>
            <a:off x="421353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" name="f_small_violin_4807">
            <a:extLst>
              <a:ext uri="{FF2B5EF4-FFF2-40B4-BE49-F238E27FC236}">
                <a16:creationId xmlns:a16="http://schemas.microsoft.com/office/drawing/2014/main" id="{5147B268-EAE8-4E38-A15B-C90A38C9AF05}"/>
              </a:ext>
            </a:extLst>
          </p:cNvPr>
          <p:cNvSpPr>
            <a:spLocks noGrp="1"/>
          </p:cNvSpPr>
          <p:nvPr/>
        </p:nvSpPr>
        <p:spPr>
          <a:xfrm>
            <a:off x="4479759" y="612915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" name="f_small_violin_4808">
            <a:extLst>
              <a:ext uri="{FF2B5EF4-FFF2-40B4-BE49-F238E27FC236}">
                <a16:creationId xmlns:a16="http://schemas.microsoft.com/office/drawing/2014/main" id="{9F12AB89-EB5D-411D-8C11-1A2D5D93E14E}"/>
              </a:ext>
            </a:extLst>
          </p:cNvPr>
          <p:cNvSpPr>
            <a:spLocks noGrp="1"/>
          </p:cNvSpPr>
          <p:nvPr/>
        </p:nvSpPr>
        <p:spPr>
          <a:xfrm>
            <a:off x="4020167" y="611380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" name="f_small_violin_4809">
            <a:extLst>
              <a:ext uri="{FF2B5EF4-FFF2-40B4-BE49-F238E27FC236}">
                <a16:creationId xmlns:a16="http://schemas.microsoft.com/office/drawing/2014/main" id="{FD3C428D-8EA9-4C71-ACB2-0D3A592894F9}"/>
              </a:ext>
            </a:extLst>
          </p:cNvPr>
          <p:cNvSpPr>
            <a:spLocks noGrp="1"/>
          </p:cNvSpPr>
          <p:nvPr/>
        </p:nvSpPr>
        <p:spPr>
          <a:xfrm>
            <a:off x="421605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" name="f_small_violin_4810">
            <a:extLst>
              <a:ext uri="{FF2B5EF4-FFF2-40B4-BE49-F238E27FC236}">
                <a16:creationId xmlns:a16="http://schemas.microsoft.com/office/drawing/2014/main" id="{C35876A0-2BF7-4AC2-B194-16BD3F867314}"/>
              </a:ext>
            </a:extLst>
          </p:cNvPr>
          <p:cNvSpPr>
            <a:spLocks noGrp="1"/>
          </p:cNvSpPr>
          <p:nvPr/>
        </p:nvSpPr>
        <p:spPr>
          <a:xfrm>
            <a:off x="4331531" y="612717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" name="f_small_violin_4811">
            <a:extLst>
              <a:ext uri="{FF2B5EF4-FFF2-40B4-BE49-F238E27FC236}">
                <a16:creationId xmlns:a16="http://schemas.microsoft.com/office/drawing/2014/main" id="{3AAEA22C-20A8-4B36-B0D8-40D0E4383E83}"/>
              </a:ext>
            </a:extLst>
          </p:cNvPr>
          <p:cNvSpPr>
            <a:spLocks noGrp="1"/>
          </p:cNvSpPr>
          <p:nvPr/>
        </p:nvSpPr>
        <p:spPr>
          <a:xfrm>
            <a:off x="4114005" y="613145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" name="f_small_violin_4812">
            <a:extLst>
              <a:ext uri="{FF2B5EF4-FFF2-40B4-BE49-F238E27FC236}">
                <a16:creationId xmlns:a16="http://schemas.microsoft.com/office/drawing/2014/main" id="{700ED54D-C91F-470B-9C68-B373F67026DC}"/>
              </a:ext>
            </a:extLst>
          </p:cNvPr>
          <p:cNvSpPr>
            <a:spLocks noGrp="1"/>
          </p:cNvSpPr>
          <p:nvPr/>
        </p:nvSpPr>
        <p:spPr>
          <a:xfrm>
            <a:off x="4232941" y="609623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" name="f_small_violin_4813">
            <a:extLst>
              <a:ext uri="{FF2B5EF4-FFF2-40B4-BE49-F238E27FC236}">
                <a16:creationId xmlns:a16="http://schemas.microsoft.com/office/drawing/2014/main" id="{18E99D88-A47F-45A0-B115-BD2758C38203}"/>
              </a:ext>
            </a:extLst>
          </p:cNvPr>
          <p:cNvSpPr>
            <a:spLocks noGrp="1"/>
          </p:cNvSpPr>
          <p:nvPr/>
        </p:nvSpPr>
        <p:spPr>
          <a:xfrm>
            <a:off x="4383386" y="604872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" name="f_small_violin_4814">
            <a:extLst>
              <a:ext uri="{FF2B5EF4-FFF2-40B4-BE49-F238E27FC236}">
                <a16:creationId xmlns:a16="http://schemas.microsoft.com/office/drawing/2014/main" id="{1007CC7E-8269-49A3-A8AE-EC0956CF9463}"/>
              </a:ext>
            </a:extLst>
          </p:cNvPr>
          <p:cNvSpPr>
            <a:spLocks noGrp="1"/>
          </p:cNvSpPr>
          <p:nvPr/>
        </p:nvSpPr>
        <p:spPr>
          <a:xfrm>
            <a:off x="4434762" y="61118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" name="f_small_violin_4815">
            <a:extLst>
              <a:ext uri="{FF2B5EF4-FFF2-40B4-BE49-F238E27FC236}">
                <a16:creationId xmlns:a16="http://schemas.microsoft.com/office/drawing/2014/main" id="{89967A82-5A5A-448F-8707-83ACBE011853}"/>
              </a:ext>
            </a:extLst>
          </p:cNvPr>
          <p:cNvSpPr>
            <a:spLocks noGrp="1"/>
          </p:cNvSpPr>
          <p:nvPr/>
        </p:nvSpPr>
        <p:spPr>
          <a:xfrm>
            <a:off x="4167461" y="53342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" name="f_small_violin_4816">
            <a:extLst>
              <a:ext uri="{FF2B5EF4-FFF2-40B4-BE49-F238E27FC236}">
                <a16:creationId xmlns:a16="http://schemas.microsoft.com/office/drawing/2014/main" id="{77619C82-F273-4440-BC7E-F0C349DB6066}"/>
              </a:ext>
            </a:extLst>
          </p:cNvPr>
          <p:cNvSpPr>
            <a:spLocks noGrp="1"/>
          </p:cNvSpPr>
          <p:nvPr/>
        </p:nvSpPr>
        <p:spPr>
          <a:xfrm>
            <a:off x="417141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" name="f_small_violin_4817">
            <a:extLst>
              <a:ext uri="{FF2B5EF4-FFF2-40B4-BE49-F238E27FC236}">
                <a16:creationId xmlns:a16="http://schemas.microsoft.com/office/drawing/2014/main" id="{14F761CA-69E9-49F9-934E-D3D6185E9C97}"/>
              </a:ext>
            </a:extLst>
          </p:cNvPr>
          <p:cNvSpPr>
            <a:spLocks noGrp="1"/>
          </p:cNvSpPr>
          <p:nvPr/>
        </p:nvSpPr>
        <p:spPr>
          <a:xfrm>
            <a:off x="4384798" y="605168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" name="f_small_violin_4818">
            <a:extLst>
              <a:ext uri="{FF2B5EF4-FFF2-40B4-BE49-F238E27FC236}">
                <a16:creationId xmlns:a16="http://schemas.microsoft.com/office/drawing/2014/main" id="{A7A47D10-0C60-42A0-B362-7F897E968271}"/>
              </a:ext>
            </a:extLst>
          </p:cNvPr>
          <p:cNvSpPr>
            <a:spLocks noGrp="1"/>
          </p:cNvSpPr>
          <p:nvPr/>
        </p:nvSpPr>
        <p:spPr>
          <a:xfrm>
            <a:off x="4093458" y="610631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" name="f_small_violin_4819">
            <a:extLst>
              <a:ext uri="{FF2B5EF4-FFF2-40B4-BE49-F238E27FC236}">
                <a16:creationId xmlns:a16="http://schemas.microsoft.com/office/drawing/2014/main" id="{C434E236-F41C-43E2-9F2D-13638567BCEE}"/>
              </a:ext>
            </a:extLst>
          </p:cNvPr>
          <p:cNvSpPr>
            <a:spLocks noGrp="1"/>
          </p:cNvSpPr>
          <p:nvPr/>
        </p:nvSpPr>
        <p:spPr>
          <a:xfrm>
            <a:off x="4083600" y="607980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" name="f_small_violin_4820">
            <a:extLst>
              <a:ext uri="{FF2B5EF4-FFF2-40B4-BE49-F238E27FC236}">
                <a16:creationId xmlns:a16="http://schemas.microsoft.com/office/drawing/2014/main" id="{8D84B34A-428D-421C-9BC9-8A42D6326388}"/>
              </a:ext>
            </a:extLst>
          </p:cNvPr>
          <p:cNvSpPr>
            <a:spLocks noGrp="1"/>
          </p:cNvSpPr>
          <p:nvPr/>
        </p:nvSpPr>
        <p:spPr>
          <a:xfrm>
            <a:off x="438572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" name="f_small_violin_4821">
            <a:extLst>
              <a:ext uri="{FF2B5EF4-FFF2-40B4-BE49-F238E27FC236}">
                <a16:creationId xmlns:a16="http://schemas.microsoft.com/office/drawing/2014/main" id="{CD0ED8FE-A166-418C-B922-BE48940070A1}"/>
              </a:ext>
            </a:extLst>
          </p:cNvPr>
          <p:cNvSpPr>
            <a:spLocks noGrp="1"/>
          </p:cNvSpPr>
          <p:nvPr/>
        </p:nvSpPr>
        <p:spPr>
          <a:xfrm>
            <a:off x="4481020" y="612786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" name="f_small_violin_4822">
            <a:extLst>
              <a:ext uri="{FF2B5EF4-FFF2-40B4-BE49-F238E27FC236}">
                <a16:creationId xmlns:a16="http://schemas.microsoft.com/office/drawing/2014/main" id="{4FE2F12C-AC1A-4BD9-9BC5-303B48A04A09}"/>
              </a:ext>
            </a:extLst>
          </p:cNvPr>
          <p:cNvSpPr>
            <a:spLocks noGrp="1"/>
          </p:cNvSpPr>
          <p:nvPr/>
        </p:nvSpPr>
        <p:spPr>
          <a:xfrm>
            <a:off x="4256540" y="60586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" name="f_small_violin_4823">
            <a:extLst>
              <a:ext uri="{FF2B5EF4-FFF2-40B4-BE49-F238E27FC236}">
                <a16:creationId xmlns:a16="http://schemas.microsoft.com/office/drawing/2014/main" id="{59616584-7FED-4D7B-895F-67CC25AA9ED8}"/>
              </a:ext>
            </a:extLst>
          </p:cNvPr>
          <p:cNvSpPr>
            <a:spLocks noGrp="1"/>
          </p:cNvSpPr>
          <p:nvPr/>
        </p:nvSpPr>
        <p:spPr>
          <a:xfrm>
            <a:off x="4017023" y="60935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" name="f_small_violin_4824">
            <a:extLst>
              <a:ext uri="{FF2B5EF4-FFF2-40B4-BE49-F238E27FC236}">
                <a16:creationId xmlns:a16="http://schemas.microsoft.com/office/drawing/2014/main" id="{5424DE8A-A016-4A13-A687-79DE2AF322C5}"/>
              </a:ext>
            </a:extLst>
          </p:cNvPr>
          <p:cNvSpPr>
            <a:spLocks noGrp="1"/>
          </p:cNvSpPr>
          <p:nvPr/>
        </p:nvSpPr>
        <p:spPr>
          <a:xfrm>
            <a:off x="405608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" name="f_small_violin_4825">
            <a:extLst>
              <a:ext uri="{FF2B5EF4-FFF2-40B4-BE49-F238E27FC236}">
                <a16:creationId xmlns:a16="http://schemas.microsoft.com/office/drawing/2014/main" id="{29E62AED-D4D6-42BC-B4EE-133D59B9449E}"/>
              </a:ext>
            </a:extLst>
          </p:cNvPr>
          <p:cNvSpPr>
            <a:spLocks noGrp="1"/>
          </p:cNvSpPr>
          <p:nvPr/>
        </p:nvSpPr>
        <p:spPr>
          <a:xfrm>
            <a:off x="4451599" y="539835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" name="f_small_violin_4826">
            <a:extLst>
              <a:ext uri="{FF2B5EF4-FFF2-40B4-BE49-F238E27FC236}">
                <a16:creationId xmlns:a16="http://schemas.microsoft.com/office/drawing/2014/main" id="{0E517B36-3664-49C7-B6B3-62F2BC476705}"/>
              </a:ext>
            </a:extLst>
          </p:cNvPr>
          <p:cNvSpPr>
            <a:spLocks noGrp="1"/>
          </p:cNvSpPr>
          <p:nvPr/>
        </p:nvSpPr>
        <p:spPr>
          <a:xfrm>
            <a:off x="4264382" y="610283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" name="f_small_violin_4827">
            <a:extLst>
              <a:ext uri="{FF2B5EF4-FFF2-40B4-BE49-F238E27FC236}">
                <a16:creationId xmlns:a16="http://schemas.microsoft.com/office/drawing/2014/main" id="{78CA09EE-3599-42C4-BA64-47D06F0BC29A}"/>
              </a:ext>
            </a:extLst>
          </p:cNvPr>
          <p:cNvSpPr>
            <a:spLocks noGrp="1"/>
          </p:cNvSpPr>
          <p:nvPr/>
        </p:nvSpPr>
        <p:spPr>
          <a:xfrm>
            <a:off x="4443687" y="605399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" name="f_small_violin_4828">
            <a:extLst>
              <a:ext uri="{FF2B5EF4-FFF2-40B4-BE49-F238E27FC236}">
                <a16:creationId xmlns:a16="http://schemas.microsoft.com/office/drawing/2014/main" id="{C2BA5640-0E06-4C19-B529-88D2B5B9E0F2}"/>
              </a:ext>
            </a:extLst>
          </p:cNvPr>
          <p:cNvSpPr>
            <a:spLocks noGrp="1"/>
          </p:cNvSpPr>
          <p:nvPr/>
        </p:nvSpPr>
        <p:spPr>
          <a:xfrm>
            <a:off x="4365021" y="605262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" name="f_small_violin_4829">
            <a:extLst>
              <a:ext uri="{FF2B5EF4-FFF2-40B4-BE49-F238E27FC236}">
                <a16:creationId xmlns:a16="http://schemas.microsoft.com/office/drawing/2014/main" id="{730009D8-8DDB-479C-B3DF-F580D59C7C48}"/>
              </a:ext>
            </a:extLst>
          </p:cNvPr>
          <p:cNvSpPr>
            <a:spLocks noGrp="1"/>
          </p:cNvSpPr>
          <p:nvPr/>
        </p:nvSpPr>
        <p:spPr>
          <a:xfrm>
            <a:off x="4205742" y="60692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" name="f_small_violin_4830">
            <a:extLst>
              <a:ext uri="{FF2B5EF4-FFF2-40B4-BE49-F238E27FC236}">
                <a16:creationId xmlns:a16="http://schemas.microsoft.com/office/drawing/2014/main" id="{A7613CD7-F0A2-4352-A50B-13EC6DF0F1B9}"/>
              </a:ext>
            </a:extLst>
          </p:cNvPr>
          <p:cNvSpPr>
            <a:spLocks noGrp="1"/>
          </p:cNvSpPr>
          <p:nvPr/>
        </p:nvSpPr>
        <p:spPr>
          <a:xfrm>
            <a:off x="4159224" y="610804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" name="f_small_violin_4831">
            <a:extLst>
              <a:ext uri="{FF2B5EF4-FFF2-40B4-BE49-F238E27FC236}">
                <a16:creationId xmlns:a16="http://schemas.microsoft.com/office/drawing/2014/main" id="{0910B2C8-7A19-496D-80AD-7D550C04970C}"/>
              </a:ext>
            </a:extLst>
          </p:cNvPr>
          <p:cNvSpPr>
            <a:spLocks noGrp="1"/>
          </p:cNvSpPr>
          <p:nvPr/>
        </p:nvSpPr>
        <p:spPr>
          <a:xfrm>
            <a:off x="4042270" y="588974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" name="f_small_violin_4832">
            <a:extLst>
              <a:ext uri="{FF2B5EF4-FFF2-40B4-BE49-F238E27FC236}">
                <a16:creationId xmlns:a16="http://schemas.microsoft.com/office/drawing/2014/main" id="{249A0A7A-8015-4B4D-83AC-156B6D314735}"/>
              </a:ext>
            </a:extLst>
          </p:cNvPr>
          <p:cNvSpPr>
            <a:spLocks noGrp="1"/>
          </p:cNvSpPr>
          <p:nvPr/>
        </p:nvSpPr>
        <p:spPr>
          <a:xfrm>
            <a:off x="413922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" name="f_small_violin_4833">
            <a:extLst>
              <a:ext uri="{FF2B5EF4-FFF2-40B4-BE49-F238E27FC236}">
                <a16:creationId xmlns:a16="http://schemas.microsoft.com/office/drawing/2014/main" id="{B7E06F5E-D15D-4407-A7FD-E5EAB2DF7106}"/>
              </a:ext>
            </a:extLst>
          </p:cNvPr>
          <p:cNvSpPr>
            <a:spLocks noGrp="1"/>
          </p:cNvSpPr>
          <p:nvPr/>
        </p:nvSpPr>
        <p:spPr>
          <a:xfrm>
            <a:off x="4046813" y="611071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" name="f_small_violin_4834">
            <a:extLst>
              <a:ext uri="{FF2B5EF4-FFF2-40B4-BE49-F238E27FC236}">
                <a16:creationId xmlns:a16="http://schemas.microsoft.com/office/drawing/2014/main" id="{75B82AFE-F1AD-4864-A993-8904D6EBD918}"/>
              </a:ext>
            </a:extLst>
          </p:cNvPr>
          <p:cNvSpPr>
            <a:spLocks noGrp="1"/>
          </p:cNvSpPr>
          <p:nvPr/>
        </p:nvSpPr>
        <p:spPr>
          <a:xfrm>
            <a:off x="416702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" name="f_small_violin_4835">
            <a:extLst>
              <a:ext uri="{FF2B5EF4-FFF2-40B4-BE49-F238E27FC236}">
                <a16:creationId xmlns:a16="http://schemas.microsoft.com/office/drawing/2014/main" id="{D06E7C11-39D2-4FF3-98B9-FDE41BE8389D}"/>
              </a:ext>
            </a:extLst>
          </p:cNvPr>
          <p:cNvSpPr>
            <a:spLocks noGrp="1"/>
          </p:cNvSpPr>
          <p:nvPr/>
        </p:nvSpPr>
        <p:spPr>
          <a:xfrm>
            <a:off x="4052781" y="605168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" name="f_small_violin_4836">
            <a:extLst>
              <a:ext uri="{FF2B5EF4-FFF2-40B4-BE49-F238E27FC236}">
                <a16:creationId xmlns:a16="http://schemas.microsoft.com/office/drawing/2014/main" id="{1A55F479-2DC4-4084-9392-6C0CD9225219}"/>
              </a:ext>
            </a:extLst>
          </p:cNvPr>
          <p:cNvSpPr>
            <a:spLocks noGrp="1"/>
          </p:cNvSpPr>
          <p:nvPr/>
        </p:nvSpPr>
        <p:spPr>
          <a:xfrm>
            <a:off x="400654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" name="f_small_violin_4837">
            <a:extLst>
              <a:ext uri="{FF2B5EF4-FFF2-40B4-BE49-F238E27FC236}">
                <a16:creationId xmlns:a16="http://schemas.microsoft.com/office/drawing/2014/main" id="{3AAC5C3B-0AD6-4548-81A7-66C5991EE3E1}"/>
              </a:ext>
            </a:extLst>
          </p:cNvPr>
          <p:cNvSpPr>
            <a:spLocks noGrp="1"/>
          </p:cNvSpPr>
          <p:nvPr/>
        </p:nvSpPr>
        <p:spPr>
          <a:xfrm>
            <a:off x="4205627" y="612592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" name="f_small_violin_4838">
            <a:extLst>
              <a:ext uri="{FF2B5EF4-FFF2-40B4-BE49-F238E27FC236}">
                <a16:creationId xmlns:a16="http://schemas.microsoft.com/office/drawing/2014/main" id="{270174B0-7677-418B-A26A-995937999884}"/>
              </a:ext>
            </a:extLst>
          </p:cNvPr>
          <p:cNvSpPr>
            <a:spLocks noGrp="1"/>
          </p:cNvSpPr>
          <p:nvPr/>
        </p:nvSpPr>
        <p:spPr>
          <a:xfrm>
            <a:off x="438718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" name="f_small_violin_4839">
            <a:extLst>
              <a:ext uri="{FF2B5EF4-FFF2-40B4-BE49-F238E27FC236}">
                <a16:creationId xmlns:a16="http://schemas.microsoft.com/office/drawing/2014/main" id="{38A17106-387B-45BD-99BD-A0EC8CF353CA}"/>
              </a:ext>
            </a:extLst>
          </p:cNvPr>
          <p:cNvSpPr>
            <a:spLocks noGrp="1"/>
          </p:cNvSpPr>
          <p:nvPr/>
        </p:nvSpPr>
        <p:spPr>
          <a:xfrm>
            <a:off x="4147544" y="612021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" name="f_small_violin_4840">
            <a:extLst>
              <a:ext uri="{FF2B5EF4-FFF2-40B4-BE49-F238E27FC236}">
                <a16:creationId xmlns:a16="http://schemas.microsoft.com/office/drawing/2014/main" id="{51D9839E-B6B8-4284-9F45-0343CBD547EF}"/>
              </a:ext>
            </a:extLst>
          </p:cNvPr>
          <p:cNvSpPr>
            <a:spLocks noGrp="1"/>
          </p:cNvSpPr>
          <p:nvPr/>
        </p:nvSpPr>
        <p:spPr>
          <a:xfrm>
            <a:off x="4288091" y="60586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" name="f_small_violin_4841">
            <a:extLst>
              <a:ext uri="{FF2B5EF4-FFF2-40B4-BE49-F238E27FC236}">
                <a16:creationId xmlns:a16="http://schemas.microsoft.com/office/drawing/2014/main" id="{A93224D8-FB68-4B96-9CF0-522C436E701A}"/>
              </a:ext>
            </a:extLst>
          </p:cNvPr>
          <p:cNvSpPr>
            <a:spLocks noGrp="1"/>
          </p:cNvSpPr>
          <p:nvPr/>
        </p:nvSpPr>
        <p:spPr>
          <a:xfrm>
            <a:off x="3998844" y="58004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" name="f_small_violin_4842">
            <a:extLst>
              <a:ext uri="{FF2B5EF4-FFF2-40B4-BE49-F238E27FC236}">
                <a16:creationId xmlns:a16="http://schemas.microsoft.com/office/drawing/2014/main" id="{F99BA0F5-2DD8-4EAE-8B4B-A1E6E758DF69}"/>
              </a:ext>
            </a:extLst>
          </p:cNvPr>
          <p:cNvSpPr>
            <a:spLocks noGrp="1"/>
          </p:cNvSpPr>
          <p:nvPr/>
        </p:nvSpPr>
        <p:spPr>
          <a:xfrm>
            <a:off x="4274208" y="612589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" name="f_small_violin_4843">
            <a:extLst>
              <a:ext uri="{FF2B5EF4-FFF2-40B4-BE49-F238E27FC236}">
                <a16:creationId xmlns:a16="http://schemas.microsoft.com/office/drawing/2014/main" id="{C09BDA0A-DCA3-450C-A256-1468397AF9A5}"/>
              </a:ext>
            </a:extLst>
          </p:cNvPr>
          <p:cNvSpPr>
            <a:spLocks noGrp="1"/>
          </p:cNvSpPr>
          <p:nvPr/>
        </p:nvSpPr>
        <p:spPr>
          <a:xfrm>
            <a:off x="4089762" y="59599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" name="f_small_violin_4844">
            <a:extLst>
              <a:ext uri="{FF2B5EF4-FFF2-40B4-BE49-F238E27FC236}">
                <a16:creationId xmlns:a16="http://schemas.microsoft.com/office/drawing/2014/main" id="{82A8C3EF-5C28-43DD-B24E-2FF480273A51}"/>
              </a:ext>
            </a:extLst>
          </p:cNvPr>
          <p:cNvSpPr>
            <a:spLocks noGrp="1"/>
          </p:cNvSpPr>
          <p:nvPr/>
        </p:nvSpPr>
        <p:spPr>
          <a:xfrm>
            <a:off x="4443315" y="593801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" name="f_small_violin_4845">
            <a:extLst>
              <a:ext uri="{FF2B5EF4-FFF2-40B4-BE49-F238E27FC236}">
                <a16:creationId xmlns:a16="http://schemas.microsoft.com/office/drawing/2014/main" id="{82CA0921-0DCA-43F2-A29D-D8A63AE7B7CB}"/>
              </a:ext>
            </a:extLst>
          </p:cNvPr>
          <p:cNvSpPr>
            <a:spLocks noGrp="1"/>
          </p:cNvSpPr>
          <p:nvPr/>
        </p:nvSpPr>
        <p:spPr>
          <a:xfrm>
            <a:off x="42448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" name="f_small_violin_4846">
            <a:extLst>
              <a:ext uri="{FF2B5EF4-FFF2-40B4-BE49-F238E27FC236}">
                <a16:creationId xmlns:a16="http://schemas.microsoft.com/office/drawing/2014/main" id="{9C94F678-2CFE-4240-8C18-45205190EF2D}"/>
              </a:ext>
            </a:extLst>
          </p:cNvPr>
          <p:cNvSpPr>
            <a:spLocks noGrp="1"/>
          </p:cNvSpPr>
          <p:nvPr/>
        </p:nvSpPr>
        <p:spPr>
          <a:xfrm>
            <a:off x="4099688" y="608339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" name="f_small_violin_4847">
            <a:extLst>
              <a:ext uri="{FF2B5EF4-FFF2-40B4-BE49-F238E27FC236}">
                <a16:creationId xmlns:a16="http://schemas.microsoft.com/office/drawing/2014/main" id="{FCF4640C-911A-4850-8BB2-34CAD86E6CB8}"/>
              </a:ext>
            </a:extLst>
          </p:cNvPr>
          <p:cNvSpPr>
            <a:spLocks noGrp="1"/>
          </p:cNvSpPr>
          <p:nvPr/>
        </p:nvSpPr>
        <p:spPr>
          <a:xfrm>
            <a:off x="414353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" name="f_small_violin_4848">
            <a:extLst>
              <a:ext uri="{FF2B5EF4-FFF2-40B4-BE49-F238E27FC236}">
                <a16:creationId xmlns:a16="http://schemas.microsoft.com/office/drawing/2014/main" id="{A3001C4F-7E69-456A-BCF5-E2E97FB98058}"/>
              </a:ext>
            </a:extLst>
          </p:cNvPr>
          <p:cNvSpPr>
            <a:spLocks noGrp="1"/>
          </p:cNvSpPr>
          <p:nvPr/>
        </p:nvSpPr>
        <p:spPr>
          <a:xfrm>
            <a:off x="441682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" name="f_small_violin_4849">
            <a:extLst>
              <a:ext uri="{FF2B5EF4-FFF2-40B4-BE49-F238E27FC236}">
                <a16:creationId xmlns:a16="http://schemas.microsoft.com/office/drawing/2014/main" id="{1484C0F4-77C7-4395-80AF-76D3173ABF25}"/>
              </a:ext>
            </a:extLst>
          </p:cNvPr>
          <p:cNvSpPr>
            <a:spLocks noGrp="1"/>
          </p:cNvSpPr>
          <p:nvPr/>
        </p:nvSpPr>
        <p:spPr>
          <a:xfrm>
            <a:off x="4364582" y="609157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" name="f_small_violin_4850">
            <a:extLst>
              <a:ext uri="{FF2B5EF4-FFF2-40B4-BE49-F238E27FC236}">
                <a16:creationId xmlns:a16="http://schemas.microsoft.com/office/drawing/2014/main" id="{BB95B5B5-63D2-4A3A-AB04-717D3C90B507}"/>
              </a:ext>
            </a:extLst>
          </p:cNvPr>
          <p:cNvSpPr>
            <a:spLocks noGrp="1"/>
          </p:cNvSpPr>
          <p:nvPr/>
        </p:nvSpPr>
        <p:spPr>
          <a:xfrm>
            <a:off x="4376082" y="610132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" name="f_small_violin_4851">
            <a:extLst>
              <a:ext uri="{FF2B5EF4-FFF2-40B4-BE49-F238E27FC236}">
                <a16:creationId xmlns:a16="http://schemas.microsoft.com/office/drawing/2014/main" id="{A7749AD3-BD70-45A5-BB6A-A9ECD501BB5E}"/>
              </a:ext>
            </a:extLst>
          </p:cNvPr>
          <p:cNvSpPr>
            <a:spLocks noGrp="1"/>
          </p:cNvSpPr>
          <p:nvPr/>
        </p:nvSpPr>
        <p:spPr>
          <a:xfrm>
            <a:off x="4117104" y="612903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" name="f_small_violin_4852">
            <a:extLst>
              <a:ext uri="{FF2B5EF4-FFF2-40B4-BE49-F238E27FC236}">
                <a16:creationId xmlns:a16="http://schemas.microsoft.com/office/drawing/2014/main" id="{5B1FC9D8-906F-4C6F-9A69-716056E5BA04}"/>
              </a:ext>
            </a:extLst>
          </p:cNvPr>
          <p:cNvSpPr>
            <a:spLocks noGrp="1"/>
          </p:cNvSpPr>
          <p:nvPr/>
        </p:nvSpPr>
        <p:spPr>
          <a:xfrm>
            <a:off x="412787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" name="f_small_violin_4853">
            <a:extLst>
              <a:ext uri="{FF2B5EF4-FFF2-40B4-BE49-F238E27FC236}">
                <a16:creationId xmlns:a16="http://schemas.microsoft.com/office/drawing/2014/main" id="{E638E57B-D6A4-4FEE-B9D5-1A3F9EE025E9}"/>
              </a:ext>
            </a:extLst>
          </p:cNvPr>
          <p:cNvSpPr>
            <a:spLocks noGrp="1"/>
          </p:cNvSpPr>
          <p:nvPr/>
        </p:nvSpPr>
        <p:spPr>
          <a:xfrm>
            <a:off x="42172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" name="f_small_violin_4854">
            <a:extLst>
              <a:ext uri="{FF2B5EF4-FFF2-40B4-BE49-F238E27FC236}">
                <a16:creationId xmlns:a16="http://schemas.microsoft.com/office/drawing/2014/main" id="{22915A08-81A3-4F45-921B-FBF7E093BC2E}"/>
              </a:ext>
            </a:extLst>
          </p:cNvPr>
          <p:cNvSpPr>
            <a:spLocks noGrp="1"/>
          </p:cNvSpPr>
          <p:nvPr/>
        </p:nvSpPr>
        <p:spPr>
          <a:xfrm>
            <a:off x="424916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" name="f_small_violin_4855">
            <a:extLst>
              <a:ext uri="{FF2B5EF4-FFF2-40B4-BE49-F238E27FC236}">
                <a16:creationId xmlns:a16="http://schemas.microsoft.com/office/drawing/2014/main" id="{10A2DBDD-FBE8-4684-9867-406CF550E32E}"/>
              </a:ext>
            </a:extLst>
          </p:cNvPr>
          <p:cNvSpPr>
            <a:spLocks noGrp="1"/>
          </p:cNvSpPr>
          <p:nvPr/>
        </p:nvSpPr>
        <p:spPr>
          <a:xfrm>
            <a:off x="4450614" y="612465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" name="f_small_violin_4856">
            <a:extLst>
              <a:ext uri="{FF2B5EF4-FFF2-40B4-BE49-F238E27FC236}">
                <a16:creationId xmlns:a16="http://schemas.microsoft.com/office/drawing/2014/main" id="{DB6B49A7-0624-4228-A512-7FACFEF0B7B6}"/>
              </a:ext>
            </a:extLst>
          </p:cNvPr>
          <p:cNvSpPr>
            <a:spLocks noGrp="1"/>
          </p:cNvSpPr>
          <p:nvPr/>
        </p:nvSpPr>
        <p:spPr>
          <a:xfrm>
            <a:off x="4139013" y="609931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" name="f_small_violin_4857">
            <a:extLst>
              <a:ext uri="{FF2B5EF4-FFF2-40B4-BE49-F238E27FC236}">
                <a16:creationId xmlns:a16="http://schemas.microsoft.com/office/drawing/2014/main" id="{DA976942-E999-416C-A777-18242AED4C6A}"/>
              </a:ext>
            </a:extLst>
          </p:cNvPr>
          <p:cNvSpPr>
            <a:spLocks noGrp="1"/>
          </p:cNvSpPr>
          <p:nvPr/>
        </p:nvSpPr>
        <p:spPr>
          <a:xfrm>
            <a:off x="4043026" y="611876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" name="f_small_violin_4858">
            <a:extLst>
              <a:ext uri="{FF2B5EF4-FFF2-40B4-BE49-F238E27FC236}">
                <a16:creationId xmlns:a16="http://schemas.microsoft.com/office/drawing/2014/main" id="{275C65EC-DA60-4875-A6CB-F2A9942A5ED0}"/>
              </a:ext>
            </a:extLst>
          </p:cNvPr>
          <p:cNvSpPr>
            <a:spLocks noGrp="1"/>
          </p:cNvSpPr>
          <p:nvPr/>
        </p:nvSpPr>
        <p:spPr>
          <a:xfrm>
            <a:off x="402526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" name="f_small_violin_4859">
            <a:extLst>
              <a:ext uri="{FF2B5EF4-FFF2-40B4-BE49-F238E27FC236}">
                <a16:creationId xmlns:a16="http://schemas.microsoft.com/office/drawing/2014/main" id="{F3489BC8-294F-451E-892B-31AD4759F357}"/>
              </a:ext>
            </a:extLst>
          </p:cNvPr>
          <p:cNvSpPr>
            <a:spLocks noGrp="1"/>
          </p:cNvSpPr>
          <p:nvPr/>
        </p:nvSpPr>
        <p:spPr>
          <a:xfrm>
            <a:off x="438926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" name="f_small_violin_4860">
            <a:extLst>
              <a:ext uri="{FF2B5EF4-FFF2-40B4-BE49-F238E27FC236}">
                <a16:creationId xmlns:a16="http://schemas.microsoft.com/office/drawing/2014/main" id="{55CC0DC8-159B-4D53-9E25-3BB4FDFBB7EE}"/>
              </a:ext>
            </a:extLst>
          </p:cNvPr>
          <p:cNvSpPr>
            <a:spLocks noGrp="1"/>
          </p:cNvSpPr>
          <p:nvPr/>
        </p:nvSpPr>
        <p:spPr>
          <a:xfrm>
            <a:off x="4071021" y="608889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" name="f_small_violin_4861">
            <a:extLst>
              <a:ext uri="{FF2B5EF4-FFF2-40B4-BE49-F238E27FC236}">
                <a16:creationId xmlns:a16="http://schemas.microsoft.com/office/drawing/2014/main" id="{FA227803-BAA8-4F56-8895-EF3F50BFC97F}"/>
              </a:ext>
            </a:extLst>
          </p:cNvPr>
          <p:cNvSpPr>
            <a:spLocks noGrp="1"/>
          </p:cNvSpPr>
          <p:nvPr/>
        </p:nvSpPr>
        <p:spPr>
          <a:xfrm>
            <a:off x="4121015" y="606318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" name="f_small_violin_4862">
            <a:extLst>
              <a:ext uri="{FF2B5EF4-FFF2-40B4-BE49-F238E27FC236}">
                <a16:creationId xmlns:a16="http://schemas.microsoft.com/office/drawing/2014/main" id="{95AD1A3B-3493-48FD-A9FF-FDB57DFD8A72}"/>
              </a:ext>
            </a:extLst>
          </p:cNvPr>
          <p:cNvSpPr>
            <a:spLocks noGrp="1"/>
          </p:cNvSpPr>
          <p:nvPr/>
        </p:nvSpPr>
        <p:spPr>
          <a:xfrm>
            <a:off x="4040503" y="609104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" name="f_small_violin_4863">
            <a:extLst>
              <a:ext uri="{FF2B5EF4-FFF2-40B4-BE49-F238E27FC236}">
                <a16:creationId xmlns:a16="http://schemas.microsoft.com/office/drawing/2014/main" id="{41FC5BFA-4E8D-48CE-940A-E17E72032DB9}"/>
              </a:ext>
            </a:extLst>
          </p:cNvPr>
          <p:cNvSpPr>
            <a:spLocks noGrp="1"/>
          </p:cNvSpPr>
          <p:nvPr/>
        </p:nvSpPr>
        <p:spPr>
          <a:xfrm>
            <a:off x="4007739" y="61137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" name="f_small_violin_4864">
            <a:extLst>
              <a:ext uri="{FF2B5EF4-FFF2-40B4-BE49-F238E27FC236}">
                <a16:creationId xmlns:a16="http://schemas.microsoft.com/office/drawing/2014/main" id="{0D1DBD74-3DCB-4941-AC56-70D28ECD7577}"/>
              </a:ext>
            </a:extLst>
          </p:cNvPr>
          <p:cNvSpPr>
            <a:spLocks noGrp="1"/>
          </p:cNvSpPr>
          <p:nvPr/>
        </p:nvSpPr>
        <p:spPr>
          <a:xfrm>
            <a:off x="4334620" y="60476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" name="f_small_violin_4865">
            <a:extLst>
              <a:ext uri="{FF2B5EF4-FFF2-40B4-BE49-F238E27FC236}">
                <a16:creationId xmlns:a16="http://schemas.microsoft.com/office/drawing/2014/main" id="{D4DBA22A-417A-4ABA-AE36-3FBB5EB50427}"/>
              </a:ext>
            </a:extLst>
          </p:cNvPr>
          <p:cNvSpPr>
            <a:spLocks noGrp="1"/>
          </p:cNvSpPr>
          <p:nvPr/>
        </p:nvSpPr>
        <p:spPr>
          <a:xfrm>
            <a:off x="5941283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501435" y="3685436"/>
                </a:moveTo>
                <a:lnTo>
                  <a:pt x="281159" y="3685436"/>
                </a:lnTo>
                <a:lnTo>
                  <a:pt x="282201" y="3662402"/>
                </a:lnTo>
                <a:lnTo>
                  <a:pt x="285256" y="3639368"/>
                </a:lnTo>
                <a:lnTo>
                  <a:pt x="290126" y="3616334"/>
                </a:lnTo>
                <a:lnTo>
                  <a:pt x="296506" y="3593300"/>
                </a:lnTo>
                <a:lnTo>
                  <a:pt x="304011" y="3570266"/>
                </a:lnTo>
                <a:lnTo>
                  <a:pt x="312219" y="3547232"/>
                </a:lnTo>
                <a:lnTo>
                  <a:pt x="320708" y="3524198"/>
                </a:lnTo>
                <a:lnTo>
                  <a:pt x="329091" y="3501164"/>
                </a:lnTo>
                <a:lnTo>
                  <a:pt x="337042" y="3478130"/>
                </a:lnTo>
                <a:lnTo>
                  <a:pt x="344313" y="3455096"/>
                </a:lnTo>
                <a:lnTo>
                  <a:pt x="350745" y="3432062"/>
                </a:lnTo>
                <a:lnTo>
                  <a:pt x="356260" y="3409028"/>
                </a:lnTo>
                <a:lnTo>
                  <a:pt x="360852" y="3385994"/>
                </a:lnTo>
                <a:lnTo>
                  <a:pt x="364577" y="3362960"/>
                </a:lnTo>
                <a:lnTo>
                  <a:pt x="367527" y="3339926"/>
                </a:lnTo>
                <a:lnTo>
                  <a:pt x="369822" y="3316892"/>
                </a:lnTo>
                <a:lnTo>
                  <a:pt x="371590" y="3293858"/>
                </a:lnTo>
                <a:lnTo>
                  <a:pt x="372956" y="3270824"/>
                </a:lnTo>
                <a:lnTo>
                  <a:pt x="374031" y="3247790"/>
                </a:lnTo>
                <a:lnTo>
                  <a:pt x="374911" y="3224756"/>
                </a:lnTo>
                <a:lnTo>
                  <a:pt x="375669" y="3201722"/>
                </a:lnTo>
                <a:lnTo>
                  <a:pt x="376357" y="3178688"/>
                </a:lnTo>
                <a:lnTo>
                  <a:pt x="377006" y="3155654"/>
                </a:lnTo>
                <a:lnTo>
                  <a:pt x="377630" y="3132620"/>
                </a:lnTo>
                <a:lnTo>
                  <a:pt x="378226" y="3109586"/>
                </a:lnTo>
                <a:lnTo>
                  <a:pt x="378783" y="3086552"/>
                </a:lnTo>
                <a:lnTo>
                  <a:pt x="379281" y="3063518"/>
                </a:lnTo>
                <a:lnTo>
                  <a:pt x="379699" y="3040485"/>
                </a:lnTo>
                <a:lnTo>
                  <a:pt x="380019" y="3017451"/>
                </a:lnTo>
                <a:lnTo>
                  <a:pt x="380226" y="2994417"/>
                </a:lnTo>
                <a:lnTo>
                  <a:pt x="380318" y="2971383"/>
                </a:lnTo>
                <a:lnTo>
                  <a:pt x="380301" y="2948349"/>
                </a:lnTo>
                <a:lnTo>
                  <a:pt x="380193" y="2925315"/>
                </a:lnTo>
                <a:lnTo>
                  <a:pt x="380022" y="2902281"/>
                </a:lnTo>
                <a:lnTo>
                  <a:pt x="379825" y="2879247"/>
                </a:lnTo>
                <a:lnTo>
                  <a:pt x="379641" y="2856213"/>
                </a:lnTo>
                <a:lnTo>
                  <a:pt x="379510" y="2833179"/>
                </a:lnTo>
                <a:lnTo>
                  <a:pt x="379466" y="2810145"/>
                </a:lnTo>
                <a:lnTo>
                  <a:pt x="379535" y="2787111"/>
                </a:lnTo>
                <a:lnTo>
                  <a:pt x="379731" y="2764077"/>
                </a:lnTo>
                <a:lnTo>
                  <a:pt x="380055" y="2741043"/>
                </a:lnTo>
                <a:lnTo>
                  <a:pt x="380494" y="2718009"/>
                </a:lnTo>
                <a:lnTo>
                  <a:pt x="381026" y="2694975"/>
                </a:lnTo>
                <a:lnTo>
                  <a:pt x="381620" y="2671941"/>
                </a:lnTo>
                <a:lnTo>
                  <a:pt x="382242" y="2648907"/>
                </a:lnTo>
                <a:lnTo>
                  <a:pt x="382859" y="2625873"/>
                </a:lnTo>
                <a:lnTo>
                  <a:pt x="383440" y="2602839"/>
                </a:lnTo>
                <a:lnTo>
                  <a:pt x="383963" y="2579805"/>
                </a:lnTo>
                <a:lnTo>
                  <a:pt x="384412" y="2556771"/>
                </a:lnTo>
                <a:lnTo>
                  <a:pt x="384780" y="2533737"/>
                </a:lnTo>
                <a:lnTo>
                  <a:pt x="385068" y="2510703"/>
                </a:lnTo>
                <a:lnTo>
                  <a:pt x="385280" y="2487669"/>
                </a:lnTo>
                <a:lnTo>
                  <a:pt x="385424" y="2464635"/>
                </a:lnTo>
                <a:lnTo>
                  <a:pt x="385512" y="2441601"/>
                </a:lnTo>
                <a:lnTo>
                  <a:pt x="385551" y="2418567"/>
                </a:lnTo>
                <a:lnTo>
                  <a:pt x="385548" y="2395533"/>
                </a:lnTo>
                <a:lnTo>
                  <a:pt x="385511" y="2372499"/>
                </a:lnTo>
                <a:lnTo>
                  <a:pt x="385440" y="2349465"/>
                </a:lnTo>
                <a:lnTo>
                  <a:pt x="385339" y="2326431"/>
                </a:lnTo>
                <a:lnTo>
                  <a:pt x="385208" y="2303397"/>
                </a:lnTo>
                <a:lnTo>
                  <a:pt x="385044" y="2280363"/>
                </a:lnTo>
                <a:lnTo>
                  <a:pt x="384849" y="2257329"/>
                </a:lnTo>
                <a:lnTo>
                  <a:pt x="384619" y="2234295"/>
                </a:lnTo>
                <a:lnTo>
                  <a:pt x="384352" y="2211261"/>
                </a:lnTo>
                <a:lnTo>
                  <a:pt x="384045" y="2188228"/>
                </a:lnTo>
                <a:lnTo>
                  <a:pt x="383696" y="2165194"/>
                </a:lnTo>
                <a:lnTo>
                  <a:pt x="383300" y="2142160"/>
                </a:lnTo>
                <a:lnTo>
                  <a:pt x="382857" y="2119126"/>
                </a:lnTo>
                <a:lnTo>
                  <a:pt x="382365" y="2096092"/>
                </a:lnTo>
                <a:lnTo>
                  <a:pt x="381831" y="2073058"/>
                </a:lnTo>
                <a:lnTo>
                  <a:pt x="381262" y="2050024"/>
                </a:lnTo>
                <a:lnTo>
                  <a:pt x="380673" y="2026990"/>
                </a:lnTo>
                <a:lnTo>
                  <a:pt x="380087" y="2003956"/>
                </a:lnTo>
                <a:lnTo>
                  <a:pt x="379531" y="1980922"/>
                </a:lnTo>
                <a:lnTo>
                  <a:pt x="379036" y="1957888"/>
                </a:lnTo>
                <a:lnTo>
                  <a:pt x="378637" y="1934854"/>
                </a:lnTo>
                <a:lnTo>
                  <a:pt x="378366" y="1911820"/>
                </a:lnTo>
                <a:lnTo>
                  <a:pt x="378251" y="1888786"/>
                </a:lnTo>
                <a:lnTo>
                  <a:pt x="378313" y="1865752"/>
                </a:lnTo>
                <a:lnTo>
                  <a:pt x="378561" y="1842718"/>
                </a:lnTo>
                <a:lnTo>
                  <a:pt x="378991" y="1819684"/>
                </a:lnTo>
                <a:lnTo>
                  <a:pt x="379585" y="1796650"/>
                </a:lnTo>
                <a:lnTo>
                  <a:pt x="380313" y="1773616"/>
                </a:lnTo>
                <a:lnTo>
                  <a:pt x="381135" y="1750582"/>
                </a:lnTo>
                <a:lnTo>
                  <a:pt x="382003" y="1727548"/>
                </a:lnTo>
                <a:lnTo>
                  <a:pt x="382866" y="1704514"/>
                </a:lnTo>
                <a:lnTo>
                  <a:pt x="383676" y="1681480"/>
                </a:lnTo>
                <a:lnTo>
                  <a:pt x="384386" y="1658446"/>
                </a:lnTo>
                <a:lnTo>
                  <a:pt x="384960" y="1635412"/>
                </a:lnTo>
                <a:lnTo>
                  <a:pt x="385371" y="1612378"/>
                </a:lnTo>
                <a:lnTo>
                  <a:pt x="385602" y="1589344"/>
                </a:lnTo>
                <a:lnTo>
                  <a:pt x="385647" y="1566310"/>
                </a:lnTo>
                <a:lnTo>
                  <a:pt x="385508" y="1543276"/>
                </a:lnTo>
                <a:lnTo>
                  <a:pt x="385196" y="1520242"/>
                </a:lnTo>
                <a:lnTo>
                  <a:pt x="384726" y="1497208"/>
                </a:lnTo>
                <a:lnTo>
                  <a:pt x="384119" y="1474174"/>
                </a:lnTo>
                <a:lnTo>
                  <a:pt x="383400" y="1451140"/>
                </a:lnTo>
                <a:lnTo>
                  <a:pt x="382593" y="1428106"/>
                </a:lnTo>
                <a:lnTo>
                  <a:pt x="381729" y="1405072"/>
                </a:lnTo>
                <a:lnTo>
                  <a:pt x="380836" y="1382038"/>
                </a:lnTo>
                <a:lnTo>
                  <a:pt x="379946" y="1359004"/>
                </a:lnTo>
                <a:lnTo>
                  <a:pt x="379089" y="1335970"/>
                </a:lnTo>
                <a:lnTo>
                  <a:pt x="378294" y="1312937"/>
                </a:lnTo>
                <a:lnTo>
                  <a:pt x="377586" y="1289903"/>
                </a:lnTo>
                <a:lnTo>
                  <a:pt x="376987" y="1266869"/>
                </a:lnTo>
                <a:lnTo>
                  <a:pt x="376512" y="1243835"/>
                </a:lnTo>
                <a:lnTo>
                  <a:pt x="376165" y="1220801"/>
                </a:lnTo>
                <a:lnTo>
                  <a:pt x="375946" y="1197767"/>
                </a:lnTo>
                <a:lnTo>
                  <a:pt x="375845" y="1174733"/>
                </a:lnTo>
                <a:lnTo>
                  <a:pt x="375846" y="1151699"/>
                </a:lnTo>
                <a:lnTo>
                  <a:pt x="375931" y="1128665"/>
                </a:lnTo>
                <a:lnTo>
                  <a:pt x="376081" y="1105631"/>
                </a:lnTo>
                <a:lnTo>
                  <a:pt x="376276" y="1082597"/>
                </a:lnTo>
                <a:lnTo>
                  <a:pt x="376504" y="1059563"/>
                </a:lnTo>
                <a:lnTo>
                  <a:pt x="376756" y="1036529"/>
                </a:lnTo>
                <a:lnTo>
                  <a:pt x="377029" y="1013495"/>
                </a:lnTo>
                <a:lnTo>
                  <a:pt x="377325" y="990461"/>
                </a:lnTo>
                <a:lnTo>
                  <a:pt x="377652" y="967427"/>
                </a:lnTo>
                <a:lnTo>
                  <a:pt x="378015" y="944393"/>
                </a:lnTo>
                <a:lnTo>
                  <a:pt x="378422" y="921359"/>
                </a:lnTo>
                <a:lnTo>
                  <a:pt x="378878" y="898325"/>
                </a:lnTo>
                <a:lnTo>
                  <a:pt x="379384" y="875291"/>
                </a:lnTo>
                <a:lnTo>
                  <a:pt x="379936" y="852257"/>
                </a:lnTo>
                <a:lnTo>
                  <a:pt x="380527" y="829223"/>
                </a:lnTo>
                <a:lnTo>
                  <a:pt x="381146" y="806189"/>
                </a:lnTo>
                <a:lnTo>
                  <a:pt x="381777" y="783155"/>
                </a:lnTo>
                <a:lnTo>
                  <a:pt x="382405" y="760121"/>
                </a:lnTo>
                <a:lnTo>
                  <a:pt x="383013" y="737087"/>
                </a:lnTo>
                <a:lnTo>
                  <a:pt x="383585" y="714053"/>
                </a:lnTo>
                <a:lnTo>
                  <a:pt x="384107" y="691019"/>
                </a:lnTo>
                <a:lnTo>
                  <a:pt x="384566" y="667985"/>
                </a:lnTo>
                <a:lnTo>
                  <a:pt x="384951" y="644951"/>
                </a:lnTo>
                <a:lnTo>
                  <a:pt x="385251" y="621917"/>
                </a:lnTo>
                <a:lnTo>
                  <a:pt x="385455" y="598883"/>
                </a:lnTo>
                <a:lnTo>
                  <a:pt x="385542" y="575849"/>
                </a:lnTo>
                <a:lnTo>
                  <a:pt x="385484" y="552815"/>
                </a:lnTo>
                <a:lnTo>
                  <a:pt x="385231" y="529781"/>
                </a:lnTo>
                <a:lnTo>
                  <a:pt x="384706" y="506747"/>
                </a:lnTo>
                <a:lnTo>
                  <a:pt x="383792" y="483713"/>
                </a:lnTo>
                <a:lnTo>
                  <a:pt x="382323" y="460679"/>
                </a:lnTo>
                <a:lnTo>
                  <a:pt x="380069" y="437646"/>
                </a:lnTo>
                <a:lnTo>
                  <a:pt x="376734" y="414612"/>
                </a:lnTo>
                <a:lnTo>
                  <a:pt x="371950" y="391578"/>
                </a:lnTo>
                <a:lnTo>
                  <a:pt x="365286" y="368544"/>
                </a:lnTo>
                <a:lnTo>
                  <a:pt x="356267" y="345510"/>
                </a:lnTo>
                <a:lnTo>
                  <a:pt x="344402" y="322476"/>
                </a:lnTo>
                <a:lnTo>
                  <a:pt x="329237" y="299442"/>
                </a:lnTo>
                <a:lnTo>
                  <a:pt x="310408" y="276408"/>
                </a:lnTo>
                <a:lnTo>
                  <a:pt x="287716" y="253374"/>
                </a:lnTo>
                <a:lnTo>
                  <a:pt x="261195" y="230340"/>
                </a:lnTo>
                <a:lnTo>
                  <a:pt x="231174" y="207306"/>
                </a:lnTo>
                <a:lnTo>
                  <a:pt x="198325" y="184272"/>
                </a:lnTo>
                <a:lnTo>
                  <a:pt x="163669" y="161238"/>
                </a:lnTo>
                <a:lnTo>
                  <a:pt x="128557" y="138204"/>
                </a:lnTo>
                <a:lnTo>
                  <a:pt x="94596" y="115170"/>
                </a:lnTo>
                <a:lnTo>
                  <a:pt x="63535" y="92136"/>
                </a:lnTo>
                <a:lnTo>
                  <a:pt x="37127" y="69102"/>
                </a:lnTo>
                <a:lnTo>
                  <a:pt x="16961" y="46068"/>
                </a:lnTo>
                <a:lnTo>
                  <a:pt x="4312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283" y="23034"/>
                </a:lnTo>
                <a:lnTo>
                  <a:pt x="765633" y="46068"/>
                </a:lnTo>
                <a:lnTo>
                  <a:pt x="745468" y="69102"/>
                </a:lnTo>
                <a:lnTo>
                  <a:pt x="719059" y="92136"/>
                </a:lnTo>
                <a:lnTo>
                  <a:pt x="687999" y="115170"/>
                </a:lnTo>
                <a:lnTo>
                  <a:pt x="654037" y="138204"/>
                </a:lnTo>
                <a:lnTo>
                  <a:pt x="618926" y="161238"/>
                </a:lnTo>
                <a:lnTo>
                  <a:pt x="584270" y="184272"/>
                </a:lnTo>
                <a:lnTo>
                  <a:pt x="551420" y="207306"/>
                </a:lnTo>
                <a:lnTo>
                  <a:pt x="521400" y="230340"/>
                </a:lnTo>
                <a:lnTo>
                  <a:pt x="494878" y="253374"/>
                </a:lnTo>
                <a:lnTo>
                  <a:pt x="472187" y="276408"/>
                </a:lnTo>
                <a:lnTo>
                  <a:pt x="453358" y="299442"/>
                </a:lnTo>
                <a:lnTo>
                  <a:pt x="438192" y="322476"/>
                </a:lnTo>
                <a:lnTo>
                  <a:pt x="426328" y="345510"/>
                </a:lnTo>
                <a:lnTo>
                  <a:pt x="417308" y="368544"/>
                </a:lnTo>
                <a:lnTo>
                  <a:pt x="410645" y="391578"/>
                </a:lnTo>
                <a:lnTo>
                  <a:pt x="405861" y="414612"/>
                </a:lnTo>
                <a:lnTo>
                  <a:pt x="402526" y="437646"/>
                </a:lnTo>
                <a:lnTo>
                  <a:pt x="400272" y="460679"/>
                </a:lnTo>
                <a:lnTo>
                  <a:pt x="398802" y="483713"/>
                </a:lnTo>
                <a:lnTo>
                  <a:pt x="397889" y="506747"/>
                </a:lnTo>
                <a:lnTo>
                  <a:pt x="397364" y="529781"/>
                </a:lnTo>
                <a:lnTo>
                  <a:pt x="397111" y="552815"/>
                </a:lnTo>
                <a:lnTo>
                  <a:pt x="397053" y="575849"/>
                </a:lnTo>
                <a:lnTo>
                  <a:pt x="397140" y="598883"/>
                </a:lnTo>
                <a:lnTo>
                  <a:pt x="397343" y="621917"/>
                </a:lnTo>
                <a:lnTo>
                  <a:pt x="397644" y="644951"/>
                </a:lnTo>
                <a:lnTo>
                  <a:pt x="398029" y="667985"/>
                </a:lnTo>
                <a:lnTo>
                  <a:pt x="398488" y="691019"/>
                </a:lnTo>
                <a:lnTo>
                  <a:pt x="399010" y="714053"/>
                </a:lnTo>
                <a:lnTo>
                  <a:pt x="399582" y="737087"/>
                </a:lnTo>
                <a:lnTo>
                  <a:pt x="400190" y="760121"/>
                </a:lnTo>
                <a:lnTo>
                  <a:pt x="400818" y="783155"/>
                </a:lnTo>
                <a:lnTo>
                  <a:pt x="401449" y="806189"/>
                </a:lnTo>
                <a:lnTo>
                  <a:pt x="402067" y="829223"/>
                </a:lnTo>
                <a:lnTo>
                  <a:pt x="402658" y="852257"/>
                </a:lnTo>
                <a:lnTo>
                  <a:pt x="403211" y="875291"/>
                </a:lnTo>
                <a:lnTo>
                  <a:pt x="403716" y="898325"/>
                </a:lnTo>
                <a:lnTo>
                  <a:pt x="404173" y="921359"/>
                </a:lnTo>
                <a:lnTo>
                  <a:pt x="404580" y="944393"/>
                </a:lnTo>
                <a:lnTo>
                  <a:pt x="404943" y="967427"/>
                </a:lnTo>
                <a:lnTo>
                  <a:pt x="405269" y="990461"/>
                </a:lnTo>
                <a:lnTo>
                  <a:pt x="405566" y="1013495"/>
                </a:lnTo>
                <a:lnTo>
                  <a:pt x="405839" y="1036529"/>
                </a:lnTo>
                <a:lnTo>
                  <a:pt x="406091" y="1059563"/>
                </a:lnTo>
                <a:lnTo>
                  <a:pt x="406318" y="1082597"/>
                </a:lnTo>
                <a:lnTo>
                  <a:pt x="406514" y="1105631"/>
                </a:lnTo>
                <a:lnTo>
                  <a:pt x="406663" y="1128665"/>
                </a:lnTo>
                <a:lnTo>
                  <a:pt x="406749" y="1151699"/>
                </a:lnTo>
                <a:lnTo>
                  <a:pt x="406750" y="1174733"/>
                </a:lnTo>
                <a:lnTo>
                  <a:pt x="406649" y="1197767"/>
                </a:lnTo>
                <a:lnTo>
                  <a:pt x="406430" y="1220801"/>
                </a:lnTo>
                <a:lnTo>
                  <a:pt x="406083" y="1243835"/>
                </a:lnTo>
                <a:lnTo>
                  <a:pt x="405607" y="1266869"/>
                </a:lnTo>
                <a:lnTo>
                  <a:pt x="405008" y="1289903"/>
                </a:lnTo>
                <a:lnTo>
                  <a:pt x="404301" y="1312937"/>
                </a:lnTo>
                <a:lnTo>
                  <a:pt x="403506" y="1335970"/>
                </a:lnTo>
                <a:lnTo>
                  <a:pt x="402649" y="1359004"/>
                </a:lnTo>
                <a:lnTo>
                  <a:pt x="401758" y="1382038"/>
                </a:lnTo>
                <a:lnTo>
                  <a:pt x="400866" y="1405072"/>
                </a:lnTo>
                <a:lnTo>
                  <a:pt x="400001" y="1428106"/>
                </a:lnTo>
                <a:lnTo>
                  <a:pt x="399195" y="1451140"/>
                </a:lnTo>
                <a:lnTo>
                  <a:pt x="398475" y="1474174"/>
                </a:lnTo>
                <a:lnTo>
                  <a:pt x="397869" y="1497208"/>
                </a:lnTo>
                <a:lnTo>
                  <a:pt x="397399" y="1520242"/>
                </a:lnTo>
                <a:lnTo>
                  <a:pt x="397086" y="1543276"/>
                </a:lnTo>
                <a:lnTo>
                  <a:pt x="396947" y="1566310"/>
                </a:lnTo>
                <a:lnTo>
                  <a:pt x="396992" y="1589344"/>
                </a:lnTo>
                <a:lnTo>
                  <a:pt x="397224" y="1612378"/>
                </a:lnTo>
                <a:lnTo>
                  <a:pt x="397635" y="1635412"/>
                </a:lnTo>
                <a:lnTo>
                  <a:pt x="398209" y="1658446"/>
                </a:lnTo>
                <a:lnTo>
                  <a:pt x="398919" y="1681480"/>
                </a:lnTo>
                <a:lnTo>
                  <a:pt x="399728" y="1704514"/>
                </a:lnTo>
                <a:lnTo>
                  <a:pt x="400592" y="1727548"/>
                </a:lnTo>
                <a:lnTo>
                  <a:pt x="401460" y="1750582"/>
                </a:lnTo>
                <a:lnTo>
                  <a:pt x="402282" y="1773616"/>
                </a:lnTo>
                <a:lnTo>
                  <a:pt x="403010" y="1796650"/>
                </a:lnTo>
                <a:lnTo>
                  <a:pt x="403604" y="1819684"/>
                </a:lnTo>
                <a:lnTo>
                  <a:pt x="404034" y="1842718"/>
                </a:lnTo>
                <a:lnTo>
                  <a:pt x="404281" y="1865752"/>
                </a:lnTo>
                <a:lnTo>
                  <a:pt x="404343" y="1888786"/>
                </a:lnTo>
                <a:lnTo>
                  <a:pt x="404229" y="1911820"/>
                </a:lnTo>
                <a:lnTo>
                  <a:pt x="403958" y="1934854"/>
                </a:lnTo>
                <a:lnTo>
                  <a:pt x="403558" y="1957888"/>
                </a:lnTo>
                <a:lnTo>
                  <a:pt x="403064" y="1980922"/>
                </a:lnTo>
                <a:lnTo>
                  <a:pt x="402507" y="2003956"/>
                </a:lnTo>
                <a:lnTo>
                  <a:pt x="401921" y="2026990"/>
                </a:lnTo>
                <a:lnTo>
                  <a:pt x="401333" y="2050024"/>
                </a:lnTo>
                <a:lnTo>
                  <a:pt x="400764" y="2073058"/>
                </a:lnTo>
                <a:lnTo>
                  <a:pt x="400229" y="2096092"/>
                </a:lnTo>
                <a:lnTo>
                  <a:pt x="399738" y="2119126"/>
                </a:lnTo>
                <a:lnTo>
                  <a:pt x="399294" y="2142160"/>
                </a:lnTo>
                <a:lnTo>
                  <a:pt x="398899" y="2165194"/>
                </a:lnTo>
                <a:lnTo>
                  <a:pt x="398549" y="2188228"/>
                </a:lnTo>
                <a:lnTo>
                  <a:pt x="398243" y="2211261"/>
                </a:lnTo>
                <a:lnTo>
                  <a:pt x="397976" y="2234295"/>
                </a:lnTo>
                <a:lnTo>
                  <a:pt x="397746" y="2257329"/>
                </a:lnTo>
                <a:lnTo>
                  <a:pt x="397550" y="2280363"/>
                </a:lnTo>
                <a:lnTo>
                  <a:pt x="397387" y="2303397"/>
                </a:lnTo>
                <a:lnTo>
                  <a:pt x="397255" y="2326431"/>
                </a:lnTo>
                <a:lnTo>
                  <a:pt x="397154" y="2349465"/>
                </a:lnTo>
                <a:lnTo>
                  <a:pt x="397084" y="2372499"/>
                </a:lnTo>
                <a:lnTo>
                  <a:pt x="397046" y="2395533"/>
                </a:lnTo>
                <a:lnTo>
                  <a:pt x="397044" y="2418567"/>
                </a:lnTo>
                <a:lnTo>
                  <a:pt x="397083" y="2441601"/>
                </a:lnTo>
                <a:lnTo>
                  <a:pt x="397170" y="2464635"/>
                </a:lnTo>
                <a:lnTo>
                  <a:pt x="397315" y="2487669"/>
                </a:lnTo>
                <a:lnTo>
                  <a:pt x="397527" y="2510703"/>
                </a:lnTo>
                <a:lnTo>
                  <a:pt x="397814" y="2533737"/>
                </a:lnTo>
                <a:lnTo>
                  <a:pt x="398183" y="2556771"/>
                </a:lnTo>
                <a:lnTo>
                  <a:pt x="398632" y="2579805"/>
                </a:lnTo>
                <a:lnTo>
                  <a:pt x="399155" y="2602839"/>
                </a:lnTo>
                <a:lnTo>
                  <a:pt x="399736" y="2625873"/>
                </a:lnTo>
                <a:lnTo>
                  <a:pt x="400352" y="2648907"/>
                </a:lnTo>
                <a:lnTo>
                  <a:pt x="400975" y="2671941"/>
                </a:lnTo>
                <a:lnTo>
                  <a:pt x="401569" y="2694975"/>
                </a:lnTo>
                <a:lnTo>
                  <a:pt x="402101" y="2718009"/>
                </a:lnTo>
                <a:lnTo>
                  <a:pt x="402540" y="2741043"/>
                </a:lnTo>
                <a:lnTo>
                  <a:pt x="402863" y="2764077"/>
                </a:lnTo>
                <a:lnTo>
                  <a:pt x="403059" y="2787111"/>
                </a:lnTo>
                <a:lnTo>
                  <a:pt x="403128" y="2810145"/>
                </a:lnTo>
                <a:lnTo>
                  <a:pt x="403085" y="2833179"/>
                </a:lnTo>
                <a:lnTo>
                  <a:pt x="402953" y="2856213"/>
                </a:lnTo>
                <a:lnTo>
                  <a:pt x="402770" y="2879247"/>
                </a:lnTo>
                <a:lnTo>
                  <a:pt x="402573" y="2902281"/>
                </a:lnTo>
                <a:lnTo>
                  <a:pt x="402402" y="2925315"/>
                </a:lnTo>
                <a:lnTo>
                  <a:pt x="402294" y="2948349"/>
                </a:lnTo>
                <a:lnTo>
                  <a:pt x="402277" y="2971383"/>
                </a:lnTo>
                <a:lnTo>
                  <a:pt x="402368" y="2994417"/>
                </a:lnTo>
                <a:lnTo>
                  <a:pt x="402576" y="3017451"/>
                </a:lnTo>
                <a:lnTo>
                  <a:pt x="402895" y="3040485"/>
                </a:lnTo>
                <a:lnTo>
                  <a:pt x="403313" y="3063518"/>
                </a:lnTo>
                <a:lnTo>
                  <a:pt x="403811" y="3086552"/>
                </a:lnTo>
                <a:lnTo>
                  <a:pt x="404368" y="3109586"/>
                </a:lnTo>
                <a:lnTo>
                  <a:pt x="404965" y="3132620"/>
                </a:lnTo>
                <a:lnTo>
                  <a:pt x="405589" y="3155654"/>
                </a:lnTo>
                <a:lnTo>
                  <a:pt x="406238" y="3178688"/>
                </a:lnTo>
                <a:lnTo>
                  <a:pt x="406926" y="3201722"/>
                </a:lnTo>
                <a:lnTo>
                  <a:pt x="407684" y="3224756"/>
                </a:lnTo>
                <a:lnTo>
                  <a:pt x="408564" y="3247790"/>
                </a:lnTo>
                <a:lnTo>
                  <a:pt x="409639" y="3270824"/>
                </a:lnTo>
                <a:lnTo>
                  <a:pt x="411004" y="3293858"/>
                </a:lnTo>
                <a:lnTo>
                  <a:pt x="412772" y="3316892"/>
                </a:lnTo>
                <a:lnTo>
                  <a:pt x="415068" y="3339926"/>
                </a:lnTo>
                <a:lnTo>
                  <a:pt x="418018" y="3362960"/>
                </a:lnTo>
                <a:lnTo>
                  <a:pt x="421742" y="3385994"/>
                </a:lnTo>
                <a:lnTo>
                  <a:pt x="426335" y="3409028"/>
                </a:lnTo>
                <a:lnTo>
                  <a:pt x="431850" y="3432062"/>
                </a:lnTo>
                <a:lnTo>
                  <a:pt x="438281" y="3455096"/>
                </a:lnTo>
                <a:lnTo>
                  <a:pt x="445553" y="3478130"/>
                </a:lnTo>
                <a:lnTo>
                  <a:pt x="453504" y="3501164"/>
                </a:lnTo>
                <a:lnTo>
                  <a:pt x="461886" y="3524198"/>
                </a:lnTo>
                <a:lnTo>
                  <a:pt x="470376" y="3547232"/>
                </a:lnTo>
                <a:lnTo>
                  <a:pt x="478584" y="3570266"/>
                </a:lnTo>
                <a:lnTo>
                  <a:pt x="486089" y="3593300"/>
                </a:lnTo>
                <a:lnTo>
                  <a:pt x="492468" y="3616334"/>
                </a:lnTo>
                <a:lnTo>
                  <a:pt x="497339" y="3639368"/>
                </a:lnTo>
                <a:lnTo>
                  <a:pt x="500394" y="3662402"/>
                </a:lnTo>
                <a:lnTo>
                  <a:pt x="501435" y="3685436"/>
                </a:lnTo>
                <a:lnTo>
                  <a:pt x="501435" y="3685436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301" name="f_small_violin_4866">
            <a:extLst>
              <a:ext uri="{FF2B5EF4-FFF2-40B4-BE49-F238E27FC236}">
                <a16:creationId xmlns:a16="http://schemas.microsoft.com/office/drawing/2014/main" id="{6119FB81-40F2-470E-9CDD-3F6C4E725ECC}"/>
              </a:ext>
            </a:extLst>
          </p:cNvPr>
          <p:cNvSpPr>
            <a:spLocks noGrp="1"/>
          </p:cNvSpPr>
          <p:nvPr/>
        </p:nvSpPr>
        <p:spPr>
          <a:xfrm>
            <a:off x="60905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" name="f_small_violin_4867">
            <a:extLst>
              <a:ext uri="{FF2B5EF4-FFF2-40B4-BE49-F238E27FC236}">
                <a16:creationId xmlns:a16="http://schemas.microsoft.com/office/drawing/2014/main" id="{03DF2095-05C6-4A76-B743-A345EBB2F8CA}"/>
              </a:ext>
            </a:extLst>
          </p:cNvPr>
          <p:cNvSpPr>
            <a:spLocks noGrp="1"/>
          </p:cNvSpPr>
          <p:nvPr/>
        </p:nvSpPr>
        <p:spPr>
          <a:xfrm>
            <a:off x="63661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" name="f_small_violin_4868">
            <a:extLst>
              <a:ext uri="{FF2B5EF4-FFF2-40B4-BE49-F238E27FC236}">
                <a16:creationId xmlns:a16="http://schemas.microsoft.com/office/drawing/2014/main" id="{04BA4BBE-5477-43D3-ACB6-F365CF4A9585}"/>
              </a:ext>
            </a:extLst>
          </p:cNvPr>
          <p:cNvSpPr>
            <a:spLocks noGrp="1"/>
          </p:cNvSpPr>
          <p:nvPr/>
        </p:nvSpPr>
        <p:spPr>
          <a:xfrm>
            <a:off x="632761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" name="f_small_violin_4869">
            <a:extLst>
              <a:ext uri="{FF2B5EF4-FFF2-40B4-BE49-F238E27FC236}">
                <a16:creationId xmlns:a16="http://schemas.microsoft.com/office/drawing/2014/main" id="{2DCE5FC5-9EEF-4FAE-8165-E14A9BA66841}"/>
              </a:ext>
            </a:extLst>
          </p:cNvPr>
          <p:cNvSpPr>
            <a:spLocks noGrp="1"/>
          </p:cNvSpPr>
          <p:nvPr/>
        </p:nvSpPr>
        <p:spPr>
          <a:xfrm>
            <a:off x="633396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" name="f_small_violin_4870">
            <a:extLst>
              <a:ext uri="{FF2B5EF4-FFF2-40B4-BE49-F238E27FC236}">
                <a16:creationId xmlns:a16="http://schemas.microsoft.com/office/drawing/2014/main" id="{D02F997D-87B8-4CDC-B900-8DC66793AE72}"/>
              </a:ext>
            </a:extLst>
          </p:cNvPr>
          <p:cNvSpPr>
            <a:spLocks noGrp="1"/>
          </p:cNvSpPr>
          <p:nvPr/>
        </p:nvSpPr>
        <p:spPr>
          <a:xfrm>
            <a:off x="623943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" name="f_small_violin_4871">
            <a:extLst>
              <a:ext uri="{FF2B5EF4-FFF2-40B4-BE49-F238E27FC236}">
                <a16:creationId xmlns:a16="http://schemas.microsoft.com/office/drawing/2014/main" id="{C4172373-A54E-467F-AB80-0ADE4EE69EA7}"/>
              </a:ext>
            </a:extLst>
          </p:cNvPr>
          <p:cNvSpPr>
            <a:spLocks noGrp="1"/>
          </p:cNvSpPr>
          <p:nvPr/>
        </p:nvSpPr>
        <p:spPr>
          <a:xfrm>
            <a:off x="6379560" y="318709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" name="f_small_violin_4872">
            <a:extLst>
              <a:ext uri="{FF2B5EF4-FFF2-40B4-BE49-F238E27FC236}">
                <a16:creationId xmlns:a16="http://schemas.microsoft.com/office/drawing/2014/main" id="{A6804691-53FA-462E-989E-D251DF19BF1D}"/>
              </a:ext>
            </a:extLst>
          </p:cNvPr>
          <p:cNvSpPr>
            <a:spLocks noGrp="1"/>
          </p:cNvSpPr>
          <p:nvPr/>
        </p:nvSpPr>
        <p:spPr>
          <a:xfrm>
            <a:off x="60837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" name="f_small_violin_4873">
            <a:extLst>
              <a:ext uri="{FF2B5EF4-FFF2-40B4-BE49-F238E27FC236}">
                <a16:creationId xmlns:a16="http://schemas.microsoft.com/office/drawing/2014/main" id="{5B596617-538F-4C7F-83B9-4CA4E14271F8}"/>
              </a:ext>
            </a:extLst>
          </p:cNvPr>
          <p:cNvSpPr>
            <a:spLocks noGrp="1"/>
          </p:cNvSpPr>
          <p:nvPr/>
        </p:nvSpPr>
        <p:spPr>
          <a:xfrm>
            <a:off x="623601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" name="f_small_violin_4874">
            <a:extLst>
              <a:ext uri="{FF2B5EF4-FFF2-40B4-BE49-F238E27FC236}">
                <a16:creationId xmlns:a16="http://schemas.microsoft.com/office/drawing/2014/main" id="{04D9A502-3A7E-400D-99BD-34F10FC79DAF}"/>
              </a:ext>
            </a:extLst>
          </p:cNvPr>
          <p:cNvSpPr>
            <a:spLocks noGrp="1"/>
          </p:cNvSpPr>
          <p:nvPr/>
        </p:nvSpPr>
        <p:spPr>
          <a:xfrm>
            <a:off x="6517749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" name="f_small_violin_4875">
            <a:extLst>
              <a:ext uri="{FF2B5EF4-FFF2-40B4-BE49-F238E27FC236}">
                <a16:creationId xmlns:a16="http://schemas.microsoft.com/office/drawing/2014/main" id="{3B7FAE95-915A-4D48-B1B1-25E23E2D8E6B}"/>
              </a:ext>
            </a:extLst>
          </p:cNvPr>
          <p:cNvSpPr>
            <a:spLocks noGrp="1"/>
          </p:cNvSpPr>
          <p:nvPr/>
        </p:nvSpPr>
        <p:spPr>
          <a:xfrm>
            <a:off x="623425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" name="f_small_violin_4876">
            <a:extLst>
              <a:ext uri="{FF2B5EF4-FFF2-40B4-BE49-F238E27FC236}">
                <a16:creationId xmlns:a16="http://schemas.microsoft.com/office/drawing/2014/main" id="{0592120B-E943-437F-A3DB-173C454DCD1C}"/>
              </a:ext>
            </a:extLst>
          </p:cNvPr>
          <p:cNvSpPr>
            <a:spLocks noGrp="1"/>
          </p:cNvSpPr>
          <p:nvPr/>
        </p:nvSpPr>
        <p:spPr>
          <a:xfrm>
            <a:off x="626797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" name="f_small_violin_4877">
            <a:extLst>
              <a:ext uri="{FF2B5EF4-FFF2-40B4-BE49-F238E27FC236}">
                <a16:creationId xmlns:a16="http://schemas.microsoft.com/office/drawing/2014/main" id="{E9129A8D-F937-4EA7-A458-34ECE8501BB5}"/>
              </a:ext>
            </a:extLst>
          </p:cNvPr>
          <p:cNvSpPr>
            <a:spLocks noGrp="1"/>
          </p:cNvSpPr>
          <p:nvPr/>
        </p:nvSpPr>
        <p:spPr>
          <a:xfrm>
            <a:off x="607390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" name="f_small_violin_4878">
            <a:extLst>
              <a:ext uri="{FF2B5EF4-FFF2-40B4-BE49-F238E27FC236}">
                <a16:creationId xmlns:a16="http://schemas.microsoft.com/office/drawing/2014/main" id="{EEADDDAF-2BC8-48C7-9211-372A8684F8C0}"/>
              </a:ext>
            </a:extLst>
          </p:cNvPr>
          <p:cNvSpPr>
            <a:spLocks noGrp="1"/>
          </p:cNvSpPr>
          <p:nvPr/>
        </p:nvSpPr>
        <p:spPr>
          <a:xfrm>
            <a:off x="6139172" y="388323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" name="f_small_violin_4879">
            <a:extLst>
              <a:ext uri="{FF2B5EF4-FFF2-40B4-BE49-F238E27FC236}">
                <a16:creationId xmlns:a16="http://schemas.microsoft.com/office/drawing/2014/main" id="{9A8E9B43-7846-4B7F-B44C-216194E4F252}"/>
              </a:ext>
            </a:extLst>
          </p:cNvPr>
          <p:cNvSpPr>
            <a:spLocks noGrp="1"/>
          </p:cNvSpPr>
          <p:nvPr/>
        </p:nvSpPr>
        <p:spPr>
          <a:xfrm>
            <a:off x="634850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" name="f_small_violin_4880">
            <a:extLst>
              <a:ext uri="{FF2B5EF4-FFF2-40B4-BE49-F238E27FC236}">
                <a16:creationId xmlns:a16="http://schemas.microsoft.com/office/drawing/2014/main" id="{392FEDCB-411B-4CF5-9BEC-AEC61EC47A87}"/>
              </a:ext>
            </a:extLst>
          </p:cNvPr>
          <p:cNvSpPr>
            <a:spLocks noGrp="1"/>
          </p:cNvSpPr>
          <p:nvPr/>
        </p:nvSpPr>
        <p:spPr>
          <a:xfrm>
            <a:off x="647802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" name="f_small_violin_4881">
            <a:extLst>
              <a:ext uri="{FF2B5EF4-FFF2-40B4-BE49-F238E27FC236}">
                <a16:creationId xmlns:a16="http://schemas.microsoft.com/office/drawing/2014/main" id="{A453D899-5A0D-4F99-8B2D-C511613D894E}"/>
              </a:ext>
            </a:extLst>
          </p:cNvPr>
          <p:cNvSpPr>
            <a:spLocks noGrp="1"/>
          </p:cNvSpPr>
          <p:nvPr/>
        </p:nvSpPr>
        <p:spPr>
          <a:xfrm>
            <a:off x="6432822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" name="f_small_violin_4882">
            <a:extLst>
              <a:ext uri="{FF2B5EF4-FFF2-40B4-BE49-F238E27FC236}">
                <a16:creationId xmlns:a16="http://schemas.microsoft.com/office/drawing/2014/main" id="{5D2A43C6-BB88-4A44-986E-B31AC715CE6F}"/>
              </a:ext>
            </a:extLst>
          </p:cNvPr>
          <p:cNvSpPr>
            <a:spLocks noGrp="1"/>
          </p:cNvSpPr>
          <p:nvPr/>
        </p:nvSpPr>
        <p:spPr>
          <a:xfrm>
            <a:off x="6320756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" name="f_small_violin_4883">
            <a:extLst>
              <a:ext uri="{FF2B5EF4-FFF2-40B4-BE49-F238E27FC236}">
                <a16:creationId xmlns:a16="http://schemas.microsoft.com/office/drawing/2014/main" id="{9FE3F0F9-3EE2-4699-AC16-68AD5092C8C5}"/>
              </a:ext>
            </a:extLst>
          </p:cNvPr>
          <p:cNvSpPr>
            <a:spLocks noGrp="1"/>
          </p:cNvSpPr>
          <p:nvPr/>
        </p:nvSpPr>
        <p:spPr>
          <a:xfrm>
            <a:off x="615162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" name="f_small_violin_4884">
            <a:extLst>
              <a:ext uri="{FF2B5EF4-FFF2-40B4-BE49-F238E27FC236}">
                <a16:creationId xmlns:a16="http://schemas.microsoft.com/office/drawing/2014/main" id="{F2ACEDE4-8754-435B-AC6A-9B52CFB4BDC2}"/>
              </a:ext>
            </a:extLst>
          </p:cNvPr>
          <p:cNvSpPr>
            <a:spLocks noGrp="1"/>
          </p:cNvSpPr>
          <p:nvPr/>
        </p:nvSpPr>
        <p:spPr>
          <a:xfrm>
            <a:off x="6312766" y="447699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" name="f_small_violin_4885">
            <a:extLst>
              <a:ext uri="{FF2B5EF4-FFF2-40B4-BE49-F238E27FC236}">
                <a16:creationId xmlns:a16="http://schemas.microsoft.com/office/drawing/2014/main" id="{E48F5D28-45BF-439E-8301-6D1DE86C59ED}"/>
              </a:ext>
            </a:extLst>
          </p:cNvPr>
          <p:cNvSpPr>
            <a:spLocks noGrp="1"/>
          </p:cNvSpPr>
          <p:nvPr/>
        </p:nvSpPr>
        <p:spPr>
          <a:xfrm>
            <a:off x="6349706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" name="f_small_violin_4886">
            <a:extLst>
              <a:ext uri="{FF2B5EF4-FFF2-40B4-BE49-F238E27FC236}">
                <a16:creationId xmlns:a16="http://schemas.microsoft.com/office/drawing/2014/main" id="{4C0778EB-0226-4AC6-B221-641655FBB842}"/>
              </a:ext>
            </a:extLst>
          </p:cNvPr>
          <p:cNvSpPr>
            <a:spLocks noGrp="1"/>
          </p:cNvSpPr>
          <p:nvPr/>
        </p:nvSpPr>
        <p:spPr>
          <a:xfrm>
            <a:off x="615912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" name="f_small_violin_4887">
            <a:extLst>
              <a:ext uri="{FF2B5EF4-FFF2-40B4-BE49-F238E27FC236}">
                <a16:creationId xmlns:a16="http://schemas.microsoft.com/office/drawing/2014/main" id="{83A14125-627D-4472-BD6F-FF1CBE0E6B83}"/>
              </a:ext>
            </a:extLst>
          </p:cNvPr>
          <p:cNvSpPr>
            <a:spLocks noGrp="1"/>
          </p:cNvSpPr>
          <p:nvPr/>
        </p:nvSpPr>
        <p:spPr>
          <a:xfrm>
            <a:off x="6294177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3" name="f_small_violin_4888">
            <a:extLst>
              <a:ext uri="{FF2B5EF4-FFF2-40B4-BE49-F238E27FC236}">
                <a16:creationId xmlns:a16="http://schemas.microsoft.com/office/drawing/2014/main" id="{30ED2A48-8D8C-403E-BF67-B27B781E8F89}"/>
              </a:ext>
            </a:extLst>
          </p:cNvPr>
          <p:cNvSpPr>
            <a:spLocks noGrp="1"/>
          </p:cNvSpPr>
          <p:nvPr/>
        </p:nvSpPr>
        <p:spPr>
          <a:xfrm>
            <a:off x="6136232" y="29106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4" name="f_small_violin_4889">
            <a:extLst>
              <a:ext uri="{FF2B5EF4-FFF2-40B4-BE49-F238E27FC236}">
                <a16:creationId xmlns:a16="http://schemas.microsoft.com/office/drawing/2014/main" id="{EEB0E4A5-9B01-434B-B798-AFA34E366AC9}"/>
              </a:ext>
            </a:extLst>
          </p:cNvPr>
          <p:cNvSpPr>
            <a:spLocks noGrp="1"/>
          </p:cNvSpPr>
          <p:nvPr/>
        </p:nvSpPr>
        <p:spPr>
          <a:xfrm>
            <a:off x="632804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5" name="f_small_violin_4890">
            <a:extLst>
              <a:ext uri="{FF2B5EF4-FFF2-40B4-BE49-F238E27FC236}">
                <a16:creationId xmlns:a16="http://schemas.microsoft.com/office/drawing/2014/main" id="{68254441-806E-429B-B8E4-CD4F5F5E2BB4}"/>
              </a:ext>
            </a:extLst>
          </p:cNvPr>
          <p:cNvSpPr>
            <a:spLocks noGrp="1"/>
          </p:cNvSpPr>
          <p:nvPr/>
        </p:nvSpPr>
        <p:spPr>
          <a:xfrm>
            <a:off x="616345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6" name="f_small_violin_4891">
            <a:extLst>
              <a:ext uri="{FF2B5EF4-FFF2-40B4-BE49-F238E27FC236}">
                <a16:creationId xmlns:a16="http://schemas.microsoft.com/office/drawing/2014/main" id="{D60B6C97-FA19-4A12-933F-2CBD2E044951}"/>
              </a:ext>
            </a:extLst>
          </p:cNvPr>
          <p:cNvSpPr>
            <a:spLocks noGrp="1"/>
          </p:cNvSpPr>
          <p:nvPr/>
        </p:nvSpPr>
        <p:spPr>
          <a:xfrm>
            <a:off x="6080975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7" name="f_small_violin_4892">
            <a:extLst>
              <a:ext uri="{FF2B5EF4-FFF2-40B4-BE49-F238E27FC236}">
                <a16:creationId xmlns:a16="http://schemas.microsoft.com/office/drawing/2014/main" id="{651E1203-4B62-4ADA-B6DD-233550812BE4}"/>
              </a:ext>
            </a:extLst>
          </p:cNvPr>
          <p:cNvSpPr>
            <a:spLocks noGrp="1"/>
          </p:cNvSpPr>
          <p:nvPr/>
        </p:nvSpPr>
        <p:spPr>
          <a:xfrm>
            <a:off x="628441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8" name="f_small_violin_4893">
            <a:extLst>
              <a:ext uri="{FF2B5EF4-FFF2-40B4-BE49-F238E27FC236}">
                <a16:creationId xmlns:a16="http://schemas.microsoft.com/office/drawing/2014/main" id="{658A929D-14DB-4F1C-9A81-7ED176877924}"/>
              </a:ext>
            </a:extLst>
          </p:cNvPr>
          <p:cNvSpPr>
            <a:spLocks noGrp="1"/>
          </p:cNvSpPr>
          <p:nvPr/>
        </p:nvSpPr>
        <p:spPr>
          <a:xfrm>
            <a:off x="63256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9" name="f_small_violin_4894">
            <a:extLst>
              <a:ext uri="{FF2B5EF4-FFF2-40B4-BE49-F238E27FC236}">
                <a16:creationId xmlns:a16="http://schemas.microsoft.com/office/drawing/2014/main" id="{2264F073-F44C-4966-86E0-E3FC8E68E373}"/>
              </a:ext>
            </a:extLst>
          </p:cNvPr>
          <p:cNvSpPr>
            <a:spLocks noGrp="1"/>
          </p:cNvSpPr>
          <p:nvPr/>
        </p:nvSpPr>
        <p:spPr>
          <a:xfrm>
            <a:off x="653466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0" name="f_small_violin_4895">
            <a:extLst>
              <a:ext uri="{FF2B5EF4-FFF2-40B4-BE49-F238E27FC236}">
                <a16:creationId xmlns:a16="http://schemas.microsoft.com/office/drawing/2014/main" id="{7D35676B-A12F-4CE7-8387-99D20476E363}"/>
              </a:ext>
            </a:extLst>
          </p:cNvPr>
          <p:cNvSpPr>
            <a:spLocks noGrp="1"/>
          </p:cNvSpPr>
          <p:nvPr/>
        </p:nvSpPr>
        <p:spPr>
          <a:xfrm>
            <a:off x="64961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1" name="f_small_violin_4896">
            <a:extLst>
              <a:ext uri="{FF2B5EF4-FFF2-40B4-BE49-F238E27FC236}">
                <a16:creationId xmlns:a16="http://schemas.microsoft.com/office/drawing/2014/main" id="{E7D1B915-3B6C-4B0E-BC57-B267D2D9B327}"/>
              </a:ext>
            </a:extLst>
          </p:cNvPr>
          <p:cNvSpPr>
            <a:spLocks noGrp="1"/>
          </p:cNvSpPr>
          <p:nvPr/>
        </p:nvSpPr>
        <p:spPr>
          <a:xfrm>
            <a:off x="6236791" y="552120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2" name="f_small_violin_4897">
            <a:extLst>
              <a:ext uri="{FF2B5EF4-FFF2-40B4-BE49-F238E27FC236}">
                <a16:creationId xmlns:a16="http://schemas.microsoft.com/office/drawing/2014/main" id="{5FF017BC-ED4C-4A42-8400-9838DC66AFD6}"/>
              </a:ext>
            </a:extLst>
          </p:cNvPr>
          <p:cNvSpPr>
            <a:spLocks noGrp="1"/>
          </p:cNvSpPr>
          <p:nvPr/>
        </p:nvSpPr>
        <p:spPr>
          <a:xfrm>
            <a:off x="6274012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3" name="f_small_violin_4898">
            <a:extLst>
              <a:ext uri="{FF2B5EF4-FFF2-40B4-BE49-F238E27FC236}">
                <a16:creationId xmlns:a16="http://schemas.microsoft.com/office/drawing/2014/main" id="{B4A41F9C-F6EA-49FC-B368-0452220B9E5F}"/>
              </a:ext>
            </a:extLst>
          </p:cNvPr>
          <p:cNvSpPr>
            <a:spLocks noGrp="1"/>
          </p:cNvSpPr>
          <p:nvPr/>
        </p:nvSpPr>
        <p:spPr>
          <a:xfrm>
            <a:off x="6349961" y="602575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4" name="f_small_violin_4899">
            <a:extLst>
              <a:ext uri="{FF2B5EF4-FFF2-40B4-BE49-F238E27FC236}">
                <a16:creationId xmlns:a16="http://schemas.microsoft.com/office/drawing/2014/main" id="{49C5FA25-C475-4F63-806C-0ACBCB13B437}"/>
              </a:ext>
            </a:extLst>
          </p:cNvPr>
          <p:cNvSpPr>
            <a:spLocks noGrp="1"/>
          </p:cNvSpPr>
          <p:nvPr/>
        </p:nvSpPr>
        <p:spPr>
          <a:xfrm>
            <a:off x="61986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5" name="f_small_violin_4900">
            <a:extLst>
              <a:ext uri="{FF2B5EF4-FFF2-40B4-BE49-F238E27FC236}">
                <a16:creationId xmlns:a16="http://schemas.microsoft.com/office/drawing/2014/main" id="{BCCAB832-A3E3-403F-B6EE-419DEED419CA}"/>
              </a:ext>
            </a:extLst>
          </p:cNvPr>
          <p:cNvSpPr>
            <a:spLocks noGrp="1"/>
          </p:cNvSpPr>
          <p:nvPr/>
        </p:nvSpPr>
        <p:spPr>
          <a:xfrm>
            <a:off x="611060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6" name="f_small_violin_4901">
            <a:extLst>
              <a:ext uri="{FF2B5EF4-FFF2-40B4-BE49-F238E27FC236}">
                <a16:creationId xmlns:a16="http://schemas.microsoft.com/office/drawing/2014/main" id="{C80FA5C9-A76E-4EC3-AE1D-8CA0BD28C02E}"/>
              </a:ext>
            </a:extLst>
          </p:cNvPr>
          <p:cNvSpPr>
            <a:spLocks noGrp="1"/>
          </p:cNvSpPr>
          <p:nvPr/>
        </p:nvSpPr>
        <p:spPr>
          <a:xfrm>
            <a:off x="6353802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7" name="f_small_violin_4902">
            <a:extLst>
              <a:ext uri="{FF2B5EF4-FFF2-40B4-BE49-F238E27FC236}">
                <a16:creationId xmlns:a16="http://schemas.microsoft.com/office/drawing/2014/main" id="{DAB27CD5-DF0D-4126-A4CA-74471D80B6D6}"/>
              </a:ext>
            </a:extLst>
          </p:cNvPr>
          <p:cNvSpPr>
            <a:spLocks noGrp="1"/>
          </p:cNvSpPr>
          <p:nvPr/>
        </p:nvSpPr>
        <p:spPr>
          <a:xfrm>
            <a:off x="640523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8" name="f_small_violin_4903">
            <a:extLst>
              <a:ext uri="{FF2B5EF4-FFF2-40B4-BE49-F238E27FC236}">
                <a16:creationId xmlns:a16="http://schemas.microsoft.com/office/drawing/2014/main" id="{8DF05AE4-33BE-4112-A8BA-66A20FE39228}"/>
              </a:ext>
            </a:extLst>
          </p:cNvPr>
          <p:cNvSpPr>
            <a:spLocks noGrp="1"/>
          </p:cNvSpPr>
          <p:nvPr/>
        </p:nvSpPr>
        <p:spPr>
          <a:xfrm>
            <a:off x="632747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9" name="f_small_violin_4904">
            <a:extLst>
              <a:ext uri="{FF2B5EF4-FFF2-40B4-BE49-F238E27FC236}">
                <a16:creationId xmlns:a16="http://schemas.microsoft.com/office/drawing/2014/main" id="{AF49AE55-F41F-4DBF-88F3-B128E74610BE}"/>
              </a:ext>
            </a:extLst>
          </p:cNvPr>
          <p:cNvSpPr>
            <a:spLocks noGrp="1"/>
          </p:cNvSpPr>
          <p:nvPr/>
        </p:nvSpPr>
        <p:spPr>
          <a:xfrm>
            <a:off x="65472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0" name="f_small_violin_4905">
            <a:extLst>
              <a:ext uri="{FF2B5EF4-FFF2-40B4-BE49-F238E27FC236}">
                <a16:creationId xmlns:a16="http://schemas.microsoft.com/office/drawing/2014/main" id="{8E455735-FBEF-4241-9EE5-3CDD1D337352}"/>
              </a:ext>
            </a:extLst>
          </p:cNvPr>
          <p:cNvSpPr>
            <a:spLocks noGrp="1"/>
          </p:cNvSpPr>
          <p:nvPr/>
        </p:nvSpPr>
        <p:spPr>
          <a:xfrm>
            <a:off x="61644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1" name="f_small_violin_4906">
            <a:extLst>
              <a:ext uri="{FF2B5EF4-FFF2-40B4-BE49-F238E27FC236}">
                <a16:creationId xmlns:a16="http://schemas.microsoft.com/office/drawing/2014/main" id="{471A663B-C25C-4946-9848-61EBBED8EA52}"/>
              </a:ext>
            </a:extLst>
          </p:cNvPr>
          <p:cNvSpPr>
            <a:spLocks noGrp="1"/>
          </p:cNvSpPr>
          <p:nvPr/>
        </p:nvSpPr>
        <p:spPr>
          <a:xfrm>
            <a:off x="648977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2" name="f_small_violin_4907">
            <a:extLst>
              <a:ext uri="{FF2B5EF4-FFF2-40B4-BE49-F238E27FC236}">
                <a16:creationId xmlns:a16="http://schemas.microsoft.com/office/drawing/2014/main" id="{B4A2FBBB-6342-493B-87EC-239E9F146FAC}"/>
              </a:ext>
            </a:extLst>
          </p:cNvPr>
          <p:cNvSpPr>
            <a:spLocks noGrp="1"/>
          </p:cNvSpPr>
          <p:nvPr/>
        </p:nvSpPr>
        <p:spPr>
          <a:xfrm>
            <a:off x="627741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3" name="f_small_violin_4908">
            <a:extLst>
              <a:ext uri="{FF2B5EF4-FFF2-40B4-BE49-F238E27FC236}">
                <a16:creationId xmlns:a16="http://schemas.microsoft.com/office/drawing/2014/main" id="{674EB275-5957-4781-9B81-1379668EEB23}"/>
              </a:ext>
            </a:extLst>
          </p:cNvPr>
          <p:cNvSpPr>
            <a:spLocks noGrp="1"/>
          </p:cNvSpPr>
          <p:nvPr/>
        </p:nvSpPr>
        <p:spPr>
          <a:xfrm>
            <a:off x="61259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4" name="f_small_violin_4909">
            <a:extLst>
              <a:ext uri="{FF2B5EF4-FFF2-40B4-BE49-F238E27FC236}">
                <a16:creationId xmlns:a16="http://schemas.microsoft.com/office/drawing/2014/main" id="{3F80F9A1-6ED5-4D5F-848F-A79B031BC1B0}"/>
              </a:ext>
            </a:extLst>
          </p:cNvPr>
          <p:cNvSpPr>
            <a:spLocks noGrp="1"/>
          </p:cNvSpPr>
          <p:nvPr/>
        </p:nvSpPr>
        <p:spPr>
          <a:xfrm>
            <a:off x="6307300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5" name="f_small_violin_4910">
            <a:extLst>
              <a:ext uri="{FF2B5EF4-FFF2-40B4-BE49-F238E27FC236}">
                <a16:creationId xmlns:a16="http://schemas.microsoft.com/office/drawing/2014/main" id="{CB7C3380-A331-4D8F-A280-3EFA959FBD01}"/>
              </a:ext>
            </a:extLst>
          </p:cNvPr>
          <p:cNvSpPr>
            <a:spLocks noGrp="1"/>
          </p:cNvSpPr>
          <p:nvPr/>
        </p:nvSpPr>
        <p:spPr>
          <a:xfrm>
            <a:off x="6325835" y="350299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6" name="f_small_violin_4911">
            <a:extLst>
              <a:ext uri="{FF2B5EF4-FFF2-40B4-BE49-F238E27FC236}">
                <a16:creationId xmlns:a16="http://schemas.microsoft.com/office/drawing/2014/main" id="{3277CC9B-AA87-46AF-99BA-EC0D32ABDEB4}"/>
              </a:ext>
            </a:extLst>
          </p:cNvPr>
          <p:cNvSpPr>
            <a:spLocks noGrp="1"/>
          </p:cNvSpPr>
          <p:nvPr/>
        </p:nvSpPr>
        <p:spPr>
          <a:xfrm>
            <a:off x="61277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7" name="f_small_violin_4912">
            <a:extLst>
              <a:ext uri="{FF2B5EF4-FFF2-40B4-BE49-F238E27FC236}">
                <a16:creationId xmlns:a16="http://schemas.microsoft.com/office/drawing/2014/main" id="{E8229251-8747-4254-BC2D-9A04D81A2D5D}"/>
              </a:ext>
            </a:extLst>
          </p:cNvPr>
          <p:cNvSpPr>
            <a:spLocks noGrp="1"/>
          </p:cNvSpPr>
          <p:nvPr/>
        </p:nvSpPr>
        <p:spPr>
          <a:xfrm>
            <a:off x="620723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8" name="f_small_violin_4913">
            <a:extLst>
              <a:ext uri="{FF2B5EF4-FFF2-40B4-BE49-F238E27FC236}">
                <a16:creationId xmlns:a16="http://schemas.microsoft.com/office/drawing/2014/main" id="{26176A84-F527-4971-94FE-865B58640C24}"/>
              </a:ext>
            </a:extLst>
          </p:cNvPr>
          <p:cNvSpPr>
            <a:spLocks noGrp="1"/>
          </p:cNvSpPr>
          <p:nvPr/>
        </p:nvSpPr>
        <p:spPr>
          <a:xfrm>
            <a:off x="6093542" y="571020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9" name="f_small_violin_4914">
            <a:extLst>
              <a:ext uri="{FF2B5EF4-FFF2-40B4-BE49-F238E27FC236}">
                <a16:creationId xmlns:a16="http://schemas.microsoft.com/office/drawing/2014/main" id="{A7D169D4-43E2-4D6F-BCD1-506C984067EA}"/>
              </a:ext>
            </a:extLst>
          </p:cNvPr>
          <p:cNvSpPr>
            <a:spLocks noGrp="1"/>
          </p:cNvSpPr>
          <p:nvPr/>
        </p:nvSpPr>
        <p:spPr>
          <a:xfrm>
            <a:off x="631401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0" name="f_small_violin_4915">
            <a:extLst>
              <a:ext uri="{FF2B5EF4-FFF2-40B4-BE49-F238E27FC236}">
                <a16:creationId xmlns:a16="http://schemas.microsoft.com/office/drawing/2014/main" id="{A97135F4-642F-47CE-A26D-C327BA15803E}"/>
              </a:ext>
            </a:extLst>
          </p:cNvPr>
          <p:cNvSpPr>
            <a:spLocks noGrp="1"/>
          </p:cNvSpPr>
          <p:nvPr/>
        </p:nvSpPr>
        <p:spPr>
          <a:xfrm>
            <a:off x="628038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1" name="f_small_violin_4916">
            <a:extLst>
              <a:ext uri="{FF2B5EF4-FFF2-40B4-BE49-F238E27FC236}">
                <a16:creationId xmlns:a16="http://schemas.microsoft.com/office/drawing/2014/main" id="{D9AB2744-0178-4F06-9C35-9F7FBDB20FA4}"/>
              </a:ext>
            </a:extLst>
          </p:cNvPr>
          <p:cNvSpPr>
            <a:spLocks noGrp="1"/>
          </p:cNvSpPr>
          <p:nvPr/>
        </p:nvSpPr>
        <p:spPr>
          <a:xfrm>
            <a:off x="6094283" y="521408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2" name="f_small_violin_4917">
            <a:extLst>
              <a:ext uri="{FF2B5EF4-FFF2-40B4-BE49-F238E27FC236}">
                <a16:creationId xmlns:a16="http://schemas.microsoft.com/office/drawing/2014/main" id="{B5EF7AE9-BDCA-4F67-B154-30FEABF7E8A2}"/>
              </a:ext>
            </a:extLst>
          </p:cNvPr>
          <p:cNvSpPr>
            <a:spLocks noGrp="1"/>
          </p:cNvSpPr>
          <p:nvPr/>
        </p:nvSpPr>
        <p:spPr>
          <a:xfrm>
            <a:off x="638813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3" name="f_small_violin_4918">
            <a:extLst>
              <a:ext uri="{FF2B5EF4-FFF2-40B4-BE49-F238E27FC236}">
                <a16:creationId xmlns:a16="http://schemas.microsoft.com/office/drawing/2014/main" id="{08AD472D-5B59-45A4-B9CA-540F7D612210}"/>
              </a:ext>
            </a:extLst>
          </p:cNvPr>
          <p:cNvSpPr>
            <a:spLocks noGrp="1"/>
          </p:cNvSpPr>
          <p:nvPr/>
        </p:nvSpPr>
        <p:spPr>
          <a:xfrm>
            <a:off x="6343959" y="521408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4" name="f_small_violin_4919">
            <a:extLst>
              <a:ext uri="{FF2B5EF4-FFF2-40B4-BE49-F238E27FC236}">
                <a16:creationId xmlns:a16="http://schemas.microsoft.com/office/drawing/2014/main" id="{BDA03BBB-4769-434A-8776-21F96D5B970C}"/>
              </a:ext>
            </a:extLst>
          </p:cNvPr>
          <p:cNvSpPr>
            <a:spLocks noGrp="1"/>
          </p:cNvSpPr>
          <p:nvPr/>
        </p:nvSpPr>
        <p:spPr>
          <a:xfrm>
            <a:off x="6204157" y="560895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5" name="f_small_violin_4920">
            <a:extLst>
              <a:ext uri="{FF2B5EF4-FFF2-40B4-BE49-F238E27FC236}">
                <a16:creationId xmlns:a16="http://schemas.microsoft.com/office/drawing/2014/main" id="{B881FDDA-DB4E-4BD6-9D60-0C3FAEF0B73F}"/>
              </a:ext>
            </a:extLst>
          </p:cNvPr>
          <p:cNvSpPr>
            <a:spLocks noGrp="1"/>
          </p:cNvSpPr>
          <p:nvPr/>
        </p:nvSpPr>
        <p:spPr>
          <a:xfrm>
            <a:off x="6418104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6" name="f_small_violin_4921">
            <a:extLst>
              <a:ext uri="{FF2B5EF4-FFF2-40B4-BE49-F238E27FC236}">
                <a16:creationId xmlns:a16="http://schemas.microsoft.com/office/drawing/2014/main" id="{26DB1CB1-CBD1-4D42-BB00-A69A13654275}"/>
              </a:ext>
            </a:extLst>
          </p:cNvPr>
          <p:cNvSpPr>
            <a:spLocks noGrp="1"/>
          </p:cNvSpPr>
          <p:nvPr/>
        </p:nvSpPr>
        <p:spPr>
          <a:xfrm>
            <a:off x="636468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7" name="f_small_violin_4922">
            <a:extLst>
              <a:ext uri="{FF2B5EF4-FFF2-40B4-BE49-F238E27FC236}">
                <a16:creationId xmlns:a16="http://schemas.microsoft.com/office/drawing/2014/main" id="{19E1011E-7793-4526-ABB9-945AE0392681}"/>
              </a:ext>
            </a:extLst>
          </p:cNvPr>
          <p:cNvSpPr>
            <a:spLocks noGrp="1"/>
          </p:cNvSpPr>
          <p:nvPr/>
        </p:nvSpPr>
        <p:spPr>
          <a:xfrm>
            <a:off x="646747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8" name="f_small_violin_4923">
            <a:extLst>
              <a:ext uri="{FF2B5EF4-FFF2-40B4-BE49-F238E27FC236}">
                <a16:creationId xmlns:a16="http://schemas.microsoft.com/office/drawing/2014/main" id="{12C350B9-0874-461B-BA91-4FEB40B835EB}"/>
              </a:ext>
            </a:extLst>
          </p:cNvPr>
          <p:cNvSpPr>
            <a:spLocks noGrp="1"/>
          </p:cNvSpPr>
          <p:nvPr/>
        </p:nvSpPr>
        <p:spPr>
          <a:xfrm>
            <a:off x="627848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9" name="f_small_violin_4924">
            <a:extLst>
              <a:ext uri="{FF2B5EF4-FFF2-40B4-BE49-F238E27FC236}">
                <a16:creationId xmlns:a16="http://schemas.microsoft.com/office/drawing/2014/main" id="{276F4F2A-19F1-4296-8F35-12E2CC2644B1}"/>
              </a:ext>
            </a:extLst>
          </p:cNvPr>
          <p:cNvSpPr>
            <a:spLocks noGrp="1"/>
          </p:cNvSpPr>
          <p:nvPr/>
        </p:nvSpPr>
        <p:spPr>
          <a:xfrm>
            <a:off x="621795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0" name="f_small_violin_4925">
            <a:extLst>
              <a:ext uri="{FF2B5EF4-FFF2-40B4-BE49-F238E27FC236}">
                <a16:creationId xmlns:a16="http://schemas.microsoft.com/office/drawing/2014/main" id="{4ACE546C-D227-4EA1-9AEC-4D17A3B8F3AA}"/>
              </a:ext>
            </a:extLst>
          </p:cNvPr>
          <p:cNvSpPr>
            <a:spLocks noGrp="1"/>
          </p:cNvSpPr>
          <p:nvPr/>
        </p:nvSpPr>
        <p:spPr>
          <a:xfrm>
            <a:off x="623031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1" name="f_small_violin_4926">
            <a:extLst>
              <a:ext uri="{FF2B5EF4-FFF2-40B4-BE49-F238E27FC236}">
                <a16:creationId xmlns:a16="http://schemas.microsoft.com/office/drawing/2014/main" id="{67535598-D5E7-4F53-B8E5-1B2D2A359D27}"/>
              </a:ext>
            </a:extLst>
          </p:cNvPr>
          <p:cNvSpPr>
            <a:spLocks noGrp="1"/>
          </p:cNvSpPr>
          <p:nvPr/>
        </p:nvSpPr>
        <p:spPr>
          <a:xfrm>
            <a:off x="6257436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2" name="f_small_violin_4927">
            <a:extLst>
              <a:ext uri="{FF2B5EF4-FFF2-40B4-BE49-F238E27FC236}">
                <a16:creationId xmlns:a16="http://schemas.microsoft.com/office/drawing/2014/main" id="{DE1F3DE2-A8D9-4E92-958D-EB61E703A9FD}"/>
              </a:ext>
            </a:extLst>
          </p:cNvPr>
          <p:cNvSpPr>
            <a:spLocks noGrp="1"/>
          </p:cNvSpPr>
          <p:nvPr/>
        </p:nvSpPr>
        <p:spPr>
          <a:xfrm>
            <a:off x="635348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3" name="f_small_violin_4928">
            <a:extLst>
              <a:ext uri="{FF2B5EF4-FFF2-40B4-BE49-F238E27FC236}">
                <a16:creationId xmlns:a16="http://schemas.microsoft.com/office/drawing/2014/main" id="{A3B72D70-F5C7-42DE-9A5B-277C6ABFDEA8}"/>
              </a:ext>
            </a:extLst>
          </p:cNvPr>
          <p:cNvSpPr>
            <a:spLocks noGrp="1"/>
          </p:cNvSpPr>
          <p:nvPr/>
        </p:nvSpPr>
        <p:spPr>
          <a:xfrm>
            <a:off x="640066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4" name="f_small_violin_4929">
            <a:extLst>
              <a:ext uri="{FF2B5EF4-FFF2-40B4-BE49-F238E27FC236}">
                <a16:creationId xmlns:a16="http://schemas.microsoft.com/office/drawing/2014/main" id="{0FF03E63-C1B9-4728-8C82-F62921B38971}"/>
              </a:ext>
            </a:extLst>
          </p:cNvPr>
          <p:cNvSpPr>
            <a:spLocks noGrp="1"/>
          </p:cNvSpPr>
          <p:nvPr/>
        </p:nvSpPr>
        <p:spPr>
          <a:xfrm>
            <a:off x="6249876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5" name="f_small_violin_4930">
            <a:extLst>
              <a:ext uri="{FF2B5EF4-FFF2-40B4-BE49-F238E27FC236}">
                <a16:creationId xmlns:a16="http://schemas.microsoft.com/office/drawing/2014/main" id="{FB056406-1DE8-4DFB-A760-12CE3B535400}"/>
              </a:ext>
            </a:extLst>
          </p:cNvPr>
          <p:cNvSpPr>
            <a:spLocks noGrp="1"/>
          </p:cNvSpPr>
          <p:nvPr/>
        </p:nvSpPr>
        <p:spPr>
          <a:xfrm>
            <a:off x="647798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6" name="f_small_violin_4931">
            <a:extLst>
              <a:ext uri="{FF2B5EF4-FFF2-40B4-BE49-F238E27FC236}">
                <a16:creationId xmlns:a16="http://schemas.microsoft.com/office/drawing/2014/main" id="{E09D6955-4655-4574-939A-FDD63430181F}"/>
              </a:ext>
            </a:extLst>
          </p:cNvPr>
          <p:cNvSpPr>
            <a:spLocks noGrp="1"/>
          </p:cNvSpPr>
          <p:nvPr/>
        </p:nvSpPr>
        <p:spPr>
          <a:xfrm>
            <a:off x="638397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7" name="f_small_violin_4932">
            <a:extLst>
              <a:ext uri="{FF2B5EF4-FFF2-40B4-BE49-F238E27FC236}">
                <a16:creationId xmlns:a16="http://schemas.microsoft.com/office/drawing/2014/main" id="{BC136001-5EDB-4F18-A351-3D06FCEA7D37}"/>
              </a:ext>
            </a:extLst>
          </p:cNvPr>
          <p:cNvSpPr>
            <a:spLocks noGrp="1"/>
          </p:cNvSpPr>
          <p:nvPr/>
        </p:nvSpPr>
        <p:spPr>
          <a:xfrm>
            <a:off x="651008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8" name="f_small_violin_4933">
            <a:extLst>
              <a:ext uri="{FF2B5EF4-FFF2-40B4-BE49-F238E27FC236}">
                <a16:creationId xmlns:a16="http://schemas.microsoft.com/office/drawing/2014/main" id="{36CB69C3-934C-429C-8899-59B623CF7484}"/>
              </a:ext>
            </a:extLst>
          </p:cNvPr>
          <p:cNvSpPr>
            <a:spLocks noGrp="1"/>
          </p:cNvSpPr>
          <p:nvPr/>
        </p:nvSpPr>
        <p:spPr>
          <a:xfrm>
            <a:off x="6483097" y="587219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9" name="f_small_violin_4934">
            <a:extLst>
              <a:ext uri="{FF2B5EF4-FFF2-40B4-BE49-F238E27FC236}">
                <a16:creationId xmlns:a16="http://schemas.microsoft.com/office/drawing/2014/main" id="{C90A0654-CB41-4F38-BA63-8B70E95E935D}"/>
              </a:ext>
            </a:extLst>
          </p:cNvPr>
          <p:cNvSpPr>
            <a:spLocks noGrp="1"/>
          </p:cNvSpPr>
          <p:nvPr/>
        </p:nvSpPr>
        <p:spPr>
          <a:xfrm>
            <a:off x="64613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0" name="f_small_violin_4935">
            <a:extLst>
              <a:ext uri="{FF2B5EF4-FFF2-40B4-BE49-F238E27FC236}">
                <a16:creationId xmlns:a16="http://schemas.microsoft.com/office/drawing/2014/main" id="{CAD63F99-48B7-46F1-A87B-067FD8F065DD}"/>
              </a:ext>
            </a:extLst>
          </p:cNvPr>
          <p:cNvSpPr>
            <a:spLocks noGrp="1"/>
          </p:cNvSpPr>
          <p:nvPr/>
        </p:nvSpPr>
        <p:spPr>
          <a:xfrm>
            <a:off x="606210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1" name="f_small_violin_4936">
            <a:extLst>
              <a:ext uri="{FF2B5EF4-FFF2-40B4-BE49-F238E27FC236}">
                <a16:creationId xmlns:a16="http://schemas.microsoft.com/office/drawing/2014/main" id="{95010036-6B7E-45B4-B781-D8476721A245}"/>
              </a:ext>
            </a:extLst>
          </p:cNvPr>
          <p:cNvSpPr>
            <a:spLocks noGrp="1"/>
          </p:cNvSpPr>
          <p:nvPr/>
        </p:nvSpPr>
        <p:spPr>
          <a:xfrm>
            <a:off x="654261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2" name="f_small_violin_4937">
            <a:extLst>
              <a:ext uri="{FF2B5EF4-FFF2-40B4-BE49-F238E27FC236}">
                <a16:creationId xmlns:a16="http://schemas.microsoft.com/office/drawing/2014/main" id="{B5FF407D-5771-4A33-BBD1-52673DCF5E57}"/>
              </a:ext>
            </a:extLst>
          </p:cNvPr>
          <p:cNvSpPr>
            <a:spLocks noGrp="1"/>
          </p:cNvSpPr>
          <p:nvPr/>
        </p:nvSpPr>
        <p:spPr>
          <a:xfrm>
            <a:off x="630879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3" name="f_small_violin_4938">
            <a:extLst>
              <a:ext uri="{FF2B5EF4-FFF2-40B4-BE49-F238E27FC236}">
                <a16:creationId xmlns:a16="http://schemas.microsoft.com/office/drawing/2014/main" id="{81606850-740F-4C82-AF26-76A57B08AE8C}"/>
              </a:ext>
            </a:extLst>
          </p:cNvPr>
          <p:cNvSpPr>
            <a:spLocks noGrp="1"/>
          </p:cNvSpPr>
          <p:nvPr/>
        </p:nvSpPr>
        <p:spPr>
          <a:xfrm>
            <a:off x="645152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4" name="f_small_violin_4939">
            <a:extLst>
              <a:ext uri="{FF2B5EF4-FFF2-40B4-BE49-F238E27FC236}">
                <a16:creationId xmlns:a16="http://schemas.microsoft.com/office/drawing/2014/main" id="{E67F59BC-7740-4B87-BBA2-3304D6B565DF}"/>
              </a:ext>
            </a:extLst>
          </p:cNvPr>
          <p:cNvSpPr>
            <a:spLocks noGrp="1"/>
          </p:cNvSpPr>
          <p:nvPr/>
        </p:nvSpPr>
        <p:spPr>
          <a:xfrm>
            <a:off x="625465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5" name="f_small_violin_4940">
            <a:extLst>
              <a:ext uri="{FF2B5EF4-FFF2-40B4-BE49-F238E27FC236}">
                <a16:creationId xmlns:a16="http://schemas.microsoft.com/office/drawing/2014/main" id="{2C463E81-C020-43C9-9D3D-2ED91C216667}"/>
              </a:ext>
            </a:extLst>
          </p:cNvPr>
          <p:cNvSpPr>
            <a:spLocks noGrp="1"/>
          </p:cNvSpPr>
          <p:nvPr/>
        </p:nvSpPr>
        <p:spPr>
          <a:xfrm>
            <a:off x="6070596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6" name="f_small_violin_4941">
            <a:extLst>
              <a:ext uri="{FF2B5EF4-FFF2-40B4-BE49-F238E27FC236}">
                <a16:creationId xmlns:a16="http://schemas.microsoft.com/office/drawing/2014/main" id="{07694C2D-1587-4B3B-9BB2-A6D5EDE6516B}"/>
              </a:ext>
            </a:extLst>
          </p:cNvPr>
          <p:cNvSpPr>
            <a:spLocks noGrp="1"/>
          </p:cNvSpPr>
          <p:nvPr/>
        </p:nvSpPr>
        <p:spPr>
          <a:xfrm>
            <a:off x="6271635" y="593069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7" name="f_small_violin_4942">
            <a:extLst>
              <a:ext uri="{FF2B5EF4-FFF2-40B4-BE49-F238E27FC236}">
                <a16:creationId xmlns:a16="http://schemas.microsoft.com/office/drawing/2014/main" id="{0991D310-6D57-4621-87DE-D1C15A64EAAE}"/>
              </a:ext>
            </a:extLst>
          </p:cNvPr>
          <p:cNvSpPr>
            <a:spLocks noGrp="1"/>
          </p:cNvSpPr>
          <p:nvPr/>
        </p:nvSpPr>
        <p:spPr>
          <a:xfrm>
            <a:off x="6110987" y="527551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8" name="f_small_violin_4943">
            <a:extLst>
              <a:ext uri="{FF2B5EF4-FFF2-40B4-BE49-F238E27FC236}">
                <a16:creationId xmlns:a16="http://schemas.microsoft.com/office/drawing/2014/main" id="{401FEA7C-668F-42E7-AB90-63827A78DADB}"/>
              </a:ext>
            </a:extLst>
          </p:cNvPr>
          <p:cNvSpPr>
            <a:spLocks noGrp="1"/>
          </p:cNvSpPr>
          <p:nvPr/>
        </p:nvSpPr>
        <p:spPr>
          <a:xfrm>
            <a:off x="619629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9" name="f_small_violin_4944">
            <a:extLst>
              <a:ext uri="{FF2B5EF4-FFF2-40B4-BE49-F238E27FC236}">
                <a16:creationId xmlns:a16="http://schemas.microsoft.com/office/drawing/2014/main" id="{E28AD963-1C25-4EAD-95DD-D754225C962E}"/>
              </a:ext>
            </a:extLst>
          </p:cNvPr>
          <p:cNvSpPr>
            <a:spLocks noGrp="1"/>
          </p:cNvSpPr>
          <p:nvPr/>
        </p:nvSpPr>
        <p:spPr>
          <a:xfrm>
            <a:off x="6370558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0" name="f_small_violin_4945">
            <a:extLst>
              <a:ext uri="{FF2B5EF4-FFF2-40B4-BE49-F238E27FC236}">
                <a16:creationId xmlns:a16="http://schemas.microsoft.com/office/drawing/2014/main" id="{73E7A50F-8531-491E-B97F-725168A8CB7A}"/>
              </a:ext>
            </a:extLst>
          </p:cNvPr>
          <p:cNvSpPr>
            <a:spLocks noGrp="1"/>
          </p:cNvSpPr>
          <p:nvPr/>
        </p:nvSpPr>
        <p:spPr>
          <a:xfrm>
            <a:off x="62141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1" name="f_small_violin_4946">
            <a:extLst>
              <a:ext uri="{FF2B5EF4-FFF2-40B4-BE49-F238E27FC236}">
                <a16:creationId xmlns:a16="http://schemas.microsoft.com/office/drawing/2014/main" id="{CB11F690-8236-4716-8C7B-769BAA491E7A}"/>
              </a:ext>
            </a:extLst>
          </p:cNvPr>
          <p:cNvSpPr>
            <a:spLocks noGrp="1"/>
          </p:cNvSpPr>
          <p:nvPr/>
        </p:nvSpPr>
        <p:spPr>
          <a:xfrm>
            <a:off x="646656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2" name="f_small_violin_4947">
            <a:extLst>
              <a:ext uri="{FF2B5EF4-FFF2-40B4-BE49-F238E27FC236}">
                <a16:creationId xmlns:a16="http://schemas.microsoft.com/office/drawing/2014/main" id="{C0002DE1-C2CD-42E8-90A9-82C6E4DB9ECA}"/>
              </a:ext>
            </a:extLst>
          </p:cNvPr>
          <p:cNvSpPr>
            <a:spLocks noGrp="1"/>
          </p:cNvSpPr>
          <p:nvPr/>
        </p:nvSpPr>
        <p:spPr>
          <a:xfrm>
            <a:off x="65284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3" name="f_small_violin_4948">
            <a:extLst>
              <a:ext uri="{FF2B5EF4-FFF2-40B4-BE49-F238E27FC236}">
                <a16:creationId xmlns:a16="http://schemas.microsoft.com/office/drawing/2014/main" id="{2813B40A-D8B5-480C-B54C-D11858AA1C38}"/>
              </a:ext>
            </a:extLst>
          </p:cNvPr>
          <p:cNvSpPr>
            <a:spLocks noGrp="1"/>
          </p:cNvSpPr>
          <p:nvPr/>
        </p:nvSpPr>
        <p:spPr>
          <a:xfrm>
            <a:off x="630895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4" name="f_small_violin_4949">
            <a:extLst>
              <a:ext uri="{FF2B5EF4-FFF2-40B4-BE49-F238E27FC236}">
                <a16:creationId xmlns:a16="http://schemas.microsoft.com/office/drawing/2014/main" id="{9E43E1A8-8E84-418B-8216-A1950AAA1733}"/>
              </a:ext>
            </a:extLst>
          </p:cNvPr>
          <p:cNvSpPr>
            <a:spLocks noGrp="1"/>
          </p:cNvSpPr>
          <p:nvPr/>
        </p:nvSpPr>
        <p:spPr>
          <a:xfrm>
            <a:off x="6237854" y="572595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5" name="f_small_violin_4950">
            <a:extLst>
              <a:ext uri="{FF2B5EF4-FFF2-40B4-BE49-F238E27FC236}">
                <a16:creationId xmlns:a16="http://schemas.microsoft.com/office/drawing/2014/main" id="{FA9C3441-CDE0-4DD2-91D9-FB46AD06D42B}"/>
              </a:ext>
            </a:extLst>
          </p:cNvPr>
          <p:cNvSpPr>
            <a:spLocks noGrp="1"/>
          </p:cNvSpPr>
          <p:nvPr/>
        </p:nvSpPr>
        <p:spPr>
          <a:xfrm>
            <a:off x="625055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6" name="f_small_violin_4951">
            <a:extLst>
              <a:ext uri="{FF2B5EF4-FFF2-40B4-BE49-F238E27FC236}">
                <a16:creationId xmlns:a16="http://schemas.microsoft.com/office/drawing/2014/main" id="{1BD1558B-4376-4DC0-9F22-5459555A09C6}"/>
              </a:ext>
            </a:extLst>
          </p:cNvPr>
          <p:cNvSpPr>
            <a:spLocks noGrp="1"/>
          </p:cNvSpPr>
          <p:nvPr/>
        </p:nvSpPr>
        <p:spPr>
          <a:xfrm>
            <a:off x="6224118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7" name="f_small_violin_4952">
            <a:extLst>
              <a:ext uri="{FF2B5EF4-FFF2-40B4-BE49-F238E27FC236}">
                <a16:creationId xmlns:a16="http://schemas.microsoft.com/office/drawing/2014/main" id="{3285BBE7-D000-47AE-8ABA-4BACF9643F9C}"/>
              </a:ext>
            </a:extLst>
          </p:cNvPr>
          <p:cNvSpPr>
            <a:spLocks noGrp="1"/>
          </p:cNvSpPr>
          <p:nvPr/>
        </p:nvSpPr>
        <p:spPr>
          <a:xfrm>
            <a:off x="6514317" y="466127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8" name="f_small_violin_4953">
            <a:extLst>
              <a:ext uri="{FF2B5EF4-FFF2-40B4-BE49-F238E27FC236}">
                <a16:creationId xmlns:a16="http://schemas.microsoft.com/office/drawing/2014/main" id="{A40FC8A2-F470-436D-B025-EC8C126E067A}"/>
              </a:ext>
            </a:extLst>
          </p:cNvPr>
          <p:cNvSpPr>
            <a:spLocks noGrp="1"/>
          </p:cNvSpPr>
          <p:nvPr/>
        </p:nvSpPr>
        <p:spPr>
          <a:xfrm>
            <a:off x="613801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9" name="f_small_violin_4954">
            <a:extLst>
              <a:ext uri="{FF2B5EF4-FFF2-40B4-BE49-F238E27FC236}">
                <a16:creationId xmlns:a16="http://schemas.microsoft.com/office/drawing/2014/main" id="{3A046052-7A49-47A9-AEBA-9EFF8ACB043B}"/>
              </a:ext>
            </a:extLst>
          </p:cNvPr>
          <p:cNvSpPr>
            <a:spLocks noGrp="1"/>
          </p:cNvSpPr>
          <p:nvPr/>
        </p:nvSpPr>
        <p:spPr>
          <a:xfrm>
            <a:off x="622086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0" name="f_small_violin_4955">
            <a:extLst>
              <a:ext uri="{FF2B5EF4-FFF2-40B4-BE49-F238E27FC236}">
                <a16:creationId xmlns:a16="http://schemas.microsoft.com/office/drawing/2014/main" id="{394F0A5B-4ABE-4CDF-AFF6-2515094E6581}"/>
              </a:ext>
            </a:extLst>
          </p:cNvPr>
          <p:cNvSpPr>
            <a:spLocks noGrp="1"/>
          </p:cNvSpPr>
          <p:nvPr/>
        </p:nvSpPr>
        <p:spPr>
          <a:xfrm>
            <a:off x="62490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1" name="f_small_violin_4956">
            <a:extLst>
              <a:ext uri="{FF2B5EF4-FFF2-40B4-BE49-F238E27FC236}">
                <a16:creationId xmlns:a16="http://schemas.microsoft.com/office/drawing/2014/main" id="{CDC2D5F4-9F15-4D38-AA35-35070C28AA9E}"/>
              </a:ext>
            </a:extLst>
          </p:cNvPr>
          <p:cNvSpPr>
            <a:spLocks noGrp="1"/>
          </p:cNvSpPr>
          <p:nvPr/>
        </p:nvSpPr>
        <p:spPr>
          <a:xfrm>
            <a:off x="640470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2" name="f_small_violin_4957">
            <a:extLst>
              <a:ext uri="{FF2B5EF4-FFF2-40B4-BE49-F238E27FC236}">
                <a16:creationId xmlns:a16="http://schemas.microsoft.com/office/drawing/2014/main" id="{F3E9AD3A-6198-4A45-AA35-66994540661C}"/>
              </a:ext>
            </a:extLst>
          </p:cNvPr>
          <p:cNvSpPr>
            <a:spLocks noGrp="1"/>
          </p:cNvSpPr>
          <p:nvPr/>
        </p:nvSpPr>
        <p:spPr>
          <a:xfrm>
            <a:off x="626271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3" name="f_small_violin_4958">
            <a:extLst>
              <a:ext uri="{FF2B5EF4-FFF2-40B4-BE49-F238E27FC236}">
                <a16:creationId xmlns:a16="http://schemas.microsoft.com/office/drawing/2014/main" id="{872D1FDD-20DB-4FB2-8CFA-FA733E9A8F34}"/>
              </a:ext>
            </a:extLst>
          </p:cNvPr>
          <p:cNvSpPr>
            <a:spLocks noGrp="1"/>
          </p:cNvSpPr>
          <p:nvPr/>
        </p:nvSpPr>
        <p:spPr>
          <a:xfrm>
            <a:off x="642015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4" name="f_small_violin_4959">
            <a:extLst>
              <a:ext uri="{FF2B5EF4-FFF2-40B4-BE49-F238E27FC236}">
                <a16:creationId xmlns:a16="http://schemas.microsoft.com/office/drawing/2014/main" id="{42C58D42-D2B1-4CF7-AA06-3A5A6D793533}"/>
              </a:ext>
            </a:extLst>
          </p:cNvPr>
          <p:cNvSpPr>
            <a:spLocks noGrp="1"/>
          </p:cNvSpPr>
          <p:nvPr/>
        </p:nvSpPr>
        <p:spPr>
          <a:xfrm>
            <a:off x="635345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5" name="f_small_violin_4960">
            <a:extLst>
              <a:ext uri="{FF2B5EF4-FFF2-40B4-BE49-F238E27FC236}">
                <a16:creationId xmlns:a16="http://schemas.microsoft.com/office/drawing/2014/main" id="{E8AFC955-ECAD-4144-A580-09B2F828045E}"/>
              </a:ext>
            </a:extLst>
          </p:cNvPr>
          <p:cNvSpPr>
            <a:spLocks noGrp="1"/>
          </p:cNvSpPr>
          <p:nvPr/>
        </p:nvSpPr>
        <p:spPr>
          <a:xfrm>
            <a:off x="6919526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578933" y="3685436"/>
                </a:moveTo>
                <a:lnTo>
                  <a:pt x="203661" y="3685436"/>
                </a:lnTo>
                <a:lnTo>
                  <a:pt x="205642" y="3662402"/>
                </a:lnTo>
                <a:lnTo>
                  <a:pt x="211453" y="3639368"/>
                </a:lnTo>
                <a:lnTo>
                  <a:pt x="220712" y="3616334"/>
                </a:lnTo>
                <a:lnTo>
                  <a:pt x="232830" y="3593300"/>
                </a:lnTo>
                <a:lnTo>
                  <a:pt x="247070" y="3570266"/>
                </a:lnTo>
                <a:lnTo>
                  <a:pt x="262626" y="3547232"/>
                </a:lnTo>
                <a:lnTo>
                  <a:pt x="278692" y="3524198"/>
                </a:lnTo>
                <a:lnTo>
                  <a:pt x="294534" y="3501164"/>
                </a:lnTo>
                <a:lnTo>
                  <a:pt x="309536" y="3478130"/>
                </a:lnTo>
                <a:lnTo>
                  <a:pt x="323238" y="3455096"/>
                </a:lnTo>
                <a:lnTo>
                  <a:pt x="335343" y="3432062"/>
                </a:lnTo>
                <a:lnTo>
                  <a:pt x="345711" y="3409028"/>
                </a:lnTo>
                <a:lnTo>
                  <a:pt x="354334" y="3385994"/>
                </a:lnTo>
                <a:lnTo>
                  <a:pt x="361309" y="3362960"/>
                </a:lnTo>
                <a:lnTo>
                  <a:pt x="366805" y="3339926"/>
                </a:lnTo>
                <a:lnTo>
                  <a:pt x="371025" y="3316892"/>
                </a:lnTo>
                <a:lnTo>
                  <a:pt x="374186" y="3293858"/>
                </a:lnTo>
                <a:lnTo>
                  <a:pt x="376495" y="3270824"/>
                </a:lnTo>
                <a:lnTo>
                  <a:pt x="378136" y="3247790"/>
                </a:lnTo>
                <a:lnTo>
                  <a:pt x="379264" y="3224756"/>
                </a:lnTo>
                <a:lnTo>
                  <a:pt x="380005" y="3201722"/>
                </a:lnTo>
                <a:lnTo>
                  <a:pt x="380454" y="3178688"/>
                </a:lnTo>
                <a:lnTo>
                  <a:pt x="380686" y="3155654"/>
                </a:lnTo>
                <a:lnTo>
                  <a:pt x="380754" y="3132620"/>
                </a:lnTo>
                <a:lnTo>
                  <a:pt x="380697" y="3109586"/>
                </a:lnTo>
                <a:lnTo>
                  <a:pt x="380545" y="3086552"/>
                </a:lnTo>
                <a:lnTo>
                  <a:pt x="380318" y="3063518"/>
                </a:lnTo>
                <a:lnTo>
                  <a:pt x="380032" y="3040485"/>
                </a:lnTo>
                <a:lnTo>
                  <a:pt x="379698" y="3017451"/>
                </a:lnTo>
                <a:lnTo>
                  <a:pt x="379325" y="2994417"/>
                </a:lnTo>
                <a:lnTo>
                  <a:pt x="378918" y="2971383"/>
                </a:lnTo>
                <a:lnTo>
                  <a:pt x="378487" y="2948349"/>
                </a:lnTo>
                <a:lnTo>
                  <a:pt x="378037" y="2925315"/>
                </a:lnTo>
                <a:lnTo>
                  <a:pt x="377581" y="2902281"/>
                </a:lnTo>
                <a:lnTo>
                  <a:pt x="377130" y="2879247"/>
                </a:lnTo>
                <a:lnTo>
                  <a:pt x="376701" y="2856213"/>
                </a:lnTo>
                <a:lnTo>
                  <a:pt x="376311" y="2833179"/>
                </a:lnTo>
                <a:lnTo>
                  <a:pt x="375977" y="2810145"/>
                </a:lnTo>
                <a:lnTo>
                  <a:pt x="375715" y="2787111"/>
                </a:lnTo>
                <a:lnTo>
                  <a:pt x="375538" y="2764077"/>
                </a:lnTo>
                <a:lnTo>
                  <a:pt x="375453" y="2741043"/>
                </a:lnTo>
                <a:lnTo>
                  <a:pt x="375461" y="2718009"/>
                </a:lnTo>
                <a:lnTo>
                  <a:pt x="375557" y="2694975"/>
                </a:lnTo>
                <a:lnTo>
                  <a:pt x="375732" y="2671941"/>
                </a:lnTo>
                <a:lnTo>
                  <a:pt x="375973" y="2648907"/>
                </a:lnTo>
                <a:lnTo>
                  <a:pt x="376269" y="2625873"/>
                </a:lnTo>
                <a:lnTo>
                  <a:pt x="376610" y="2602839"/>
                </a:lnTo>
                <a:lnTo>
                  <a:pt x="376990" y="2579805"/>
                </a:lnTo>
                <a:lnTo>
                  <a:pt x="377408" y="2556771"/>
                </a:lnTo>
                <a:lnTo>
                  <a:pt x="377870" y="2533737"/>
                </a:lnTo>
                <a:lnTo>
                  <a:pt x="378384" y="2510703"/>
                </a:lnTo>
                <a:lnTo>
                  <a:pt x="378958" y="2487669"/>
                </a:lnTo>
                <a:lnTo>
                  <a:pt x="379602" y="2464635"/>
                </a:lnTo>
                <a:lnTo>
                  <a:pt x="380319" y="2441601"/>
                </a:lnTo>
                <a:lnTo>
                  <a:pt x="381106" y="2418567"/>
                </a:lnTo>
                <a:lnTo>
                  <a:pt x="381953" y="2395533"/>
                </a:lnTo>
                <a:lnTo>
                  <a:pt x="382841" y="2372499"/>
                </a:lnTo>
                <a:lnTo>
                  <a:pt x="383742" y="2349465"/>
                </a:lnTo>
                <a:lnTo>
                  <a:pt x="384624" y="2326431"/>
                </a:lnTo>
                <a:lnTo>
                  <a:pt x="385449" y="2303397"/>
                </a:lnTo>
                <a:lnTo>
                  <a:pt x="386178" y="2280363"/>
                </a:lnTo>
                <a:lnTo>
                  <a:pt x="386769" y="2257329"/>
                </a:lnTo>
                <a:lnTo>
                  <a:pt x="387184" y="2234295"/>
                </a:lnTo>
                <a:lnTo>
                  <a:pt x="387383" y="2211261"/>
                </a:lnTo>
                <a:lnTo>
                  <a:pt x="387333" y="2188228"/>
                </a:lnTo>
                <a:lnTo>
                  <a:pt x="387003" y="2165194"/>
                </a:lnTo>
                <a:lnTo>
                  <a:pt x="386369" y="2142160"/>
                </a:lnTo>
                <a:lnTo>
                  <a:pt x="385419" y="2119126"/>
                </a:lnTo>
                <a:lnTo>
                  <a:pt x="384148" y="2096092"/>
                </a:lnTo>
                <a:lnTo>
                  <a:pt x="382570" y="2073058"/>
                </a:lnTo>
                <a:lnTo>
                  <a:pt x="380717" y="2050024"/>
                </a:lnTo>
                <a:lnTo>
                  <a:pt x="378642" y="2026990"/>
                </a:lnTo>
                <a:lnTo>
                  <a:pt x="376421" y="2003956"/>
                </a:lnTo>
                <a:lnTo>
                  <a:pt x="374146" y="1980922"/>
                </a:lnTo>
                <a:lnTo>
                  <a:pt x="371929" y="1957888"/>
                </a:lnTo>
                <a:lnTo>
                  <a:pt x="369887" y="1934854"/>
                </a:lnTo>
                <a:lnTo>
                  <a:pt x="368134" y="1911820"/>
                </a:lnTo>
                <a:lnTo>
                  <a:pt x="366775" y="1888786"/>
                </a:lnTo>
                <a:lnTo>
                  <a:pt x="365891" y="1865752"/>
                </a:lnTo>
                <a:lnTo>
                  <a:pt x="365531" y="1842718"/>
                </a:lnTo>
                <a:lnTo>
                  <a:pt x="365709" y="1819684"/>
                </a:lnTo>
                <a:lnTo>
                  <a:pt x="366400" y="1796650"/>
                </a:lnTo>
                <a:lnTo>
                  <a:pt x="367543" y="1773616"/>
                </a:lnTo>
                <a:lnTo>
                  <a:pt x="369045" y="1750582"/>
                </a:lnTo>
                <a:lnTo>
                  <a:pt x="370794" y="1727548"/>
                </a:lnTo>
                <a:lnTo>
                  <a:pt x="372667" y="1704514"/>
                </a:lnTo>
                <a:lnTo>
                  <a:pt x="374543" y="1681480"/>
                </a:lnTo>
                <a:lnTo>
                  <a:pt x="376309" y="1658446"/>
                </a:lnTo>
                <a:lnTo>
                  <a:pt x="377871" y="1635412"/>
                </a:lnTo>
                <a:lnTo>
                  <a:pt x="379154" y="1612378"/>
                </a:lnTo>
                <a:lnTo>
                  <a:pt x="380108" y="1589344"/>
                </a:lnTo>
                <a:lnTo>
                  <a:pt x="380704" y="1566310"/>
                </a:lnTo>
                <a:lnTo>
                  <a:pt x="380931" y="1543276"/>
                </a:lnTo>
                <a:lnTo>
                  <a:pt x="380796" y="1520242"/>
                </a:lnTo>
                <a:lnTo>
                  <a:pt x="380314" y="1497208"/>
                </a:lnTo>
                <a:lnTo>
                  <a:pt x="379513" y="1474174"/>
                </a:lnTo>
                <a:lnTo>
                  <a:pt x="378431" y="1451140"/>
                </a:lnTo>
                <a:lnTo>
                  <a:pt x="377111" y="1428106"/>
                </a:lnTo>
                <a:lnTo>
                  <a:pt x="375608" y="1405072"/>
                </a:lnTo>
                <a:lnTo>
                  <a:pt x="373983" y="1382038"/>
                </a:lnTo>
                <a:lnTo>
                  <a:pt x="372308" y="1359004"/>
                </a:lnTo>
                <a:lnTo>
                  <a:pt x="370660" y="1335970"/>
                </a:lnTo>
                <a:lnTo>
                  <a:pt x="369116" y="1312937"/>
                </a:lnTo>
                <a:lnTo>
                  <a:pt x="367752" y="1289903"/>
                </a:lnTo>
                <a:lnTo>
                  <a:pt x="366634" y="1266869"/>
                </a:lnTo>
                <a:lnTo>
                  <a:pt x="365813" y="1243835"/>
                </a:lnTo>
                <a:lnTo>
                  <a:pt x="365320" y="1220801"/>
                </a:lnTo>
                <a:lnTo>
                  <a:pt x="365164" y="1197767"/>
                </a:lnTo>
                <a:lnTo>
                  <a:pt x="365331" y="1174733"/>
                </a:lnTo>
                <a:lnTo>
                  <a:pt x="365791" y="1151699"/>
                </a:lnTo>
                <a:lnTo>
                  <a:pt x="366495" y="1128665"/>
                </a:lnTo>
                <a:lnTo>
                  <a:pt x="367389" y="1105631"/>
                </a:lnTo>
                <a:lnTo>
                  <a:pt x="368417" y="1082597"/>
                </a:lnTo>
                <a:lnTo>
                  <a:pt x="369528" y="1059563"/>
                </a:lnTo>
                <a:lnTo>
                  <a:pt x="370679" y="1036529"/>
                </a:lnTo>
                <a:lnTo>
                  <a:pt x="371840" y="1013495"/>
                </a:lnTo>
                <a:lnTo>
                  <a:pt x="372990" y="990461"/>
                </a:lnTo>
                <a:lnTo>
                  <a:pt x="374118" y="967427"/>
                </a:lnTo>
                <a:lnTo>
                  <a:pt x="375219" y="944393"/>
                </a:lnTo>
                <a:lnTo>
                  <a:pt x="376290" y="921359"/>
                </a:lnTo>
                <a:lnTo>
                  <a:pt x="377325" y="898325"/>
                </a:lnTo>
                <a:lnTo>
                  <a:pt x="378317" y="875291"/>
                </a:lnTo>
                <a:lnTo>
                  <a:pt x="379252" y="852257"/>
                </a:lnTo>
                <a:lnTo>
                  <a:pt x="380116" y="829223"/>
                </a:lnTo>
                <a:lnTo>
                  <a:pt x="380891" y="806189"/>
                </a:lnTo>
                <a:lnTo>
                  <a:pt x="381561" y="783155"/>
                </a:lnTo>
                <a:lnTo>
                  <a:pt x="382113" y="760121"/>
                </a:lnTo>
                <a:lnTo>
                  <a:pt x="382541" y="737087"/>
                </a:lnTo>
                <a:lnTo>
                  <a:pt x="382846" y="714053"/>
                </a:lnTo>
                <a:lnTo>
                  <a:pt x="383037" y="691019"/>
                </a:lnTo>
                <a:lnTo>
                  <a:pt x="383131" y="667985"/>
                </a:lnTo>
                <a:lnTo>
                  <a:pt x="383145" y="644951"/>
                </a:lnTo>
                <a:lnTo>
                  <a:pt x="383099" y="621917"/>
                </a:lnTo>
                <a:lnTo>
                  <a:pt x="383008" y="598883"/>
                </a:lnTo>
                <a:lnTo>
                  <a:pt x="382873" y="575849"/>
                </a:lnTo>
                <a:lnTo>
                  <a:pt x="382680" y="552815"/>
                </a:lnTo>
                <a:lnTo>
                  <a:pt x="382387" y="529781"/>
                </a:lnTo>
                <a:lnTo>
                  <a:pt x="381915" y="506747"/>
                </a:lnTo>
                <a:lnTo>
                  <a:pt x="381141" y="483713"/>
                </a:lnTo>
                <a:lnTo>
                  <a:pt x="379888" y="460679"/>
                </a:lnTo>
                <a:lnTo>
                  <a:pt x="377913" y="437646"/>
                </a:lnTo>
                <a:lnTo>
                  <a:pt x="374902" y="414612"/>
                </a:lnTo>
                <a:lnTo>
                  <a:pt x="370472" y="391578"/>
                </a:lnTo>
                <a:lnTo>
                  <a:pt x="364177" y="368544"/>
                </a:lnTo>
                <a:lnTo>
                  <a:pt x="355526" y="345510"/>
                </a:lnTo>
                <a:lnTo>
                  <a:pt x="344014" y="322476"/>
                </a:lnTo>
                <a:lnTo>
                  <a:pt x="329172" y="299442"/>
                </a:lnTo>
                <a:lnTo>
                  <a:pt x="310627" y="276408"/>
                </a:lnTo>
                <a:lnTo>
                  <a:pt x="288167" y="253374"/>
                </a:lnTo>
                <a:lnTo>
                  <a:pt x="261816" y="230340"/>
                </a:lnTo>
                <a:lnTo>
                  <a:pt x="231899" y="207306"/>
                </a:lnTo>
                <a:lnTo>
                  <a:pt x="199085" y="184272"/>
                </a:lnTo>
                <a:lnTo>
                  <a:pt x="164399" y="161238"/>
                </a:lnTo>
                <a:lnTo>
                  <a:pt x="129203" y="138204"/>
                </a:lnTo>
                <a:lnTo>
                  <a:pt x="95116" y="115170"/>
                </a:lnTo>
                <a:lnTo>
                  <a:pt x="63910" y="92136"/>
                </a:lnTo>
                <a:lnTo>
                  <a:pt x="37358" y="69102"/>
                </a:lnTo>
                <a:lnTo>
                  <a:pt x="17071" y="46068"/>
                </a:lnTo>
                <a:lnTo>
                  <a:pt x="4340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255" y="23034"/>
                </a:lnTo>
                <a:lnTo>
                  <a:pt x="765524" y="46068"/>
                </a:lnTo>
                <a:lnTo>
                  <a:pt x="745237" y="69102"/>
                </a:lnTo>
                <a:lnTo>
                  <a:pt x="718684" y="92136"/>
                </a:lnTo>
                <a:lnTo>
                  <a:pt x="687478" y="115170"/>
                </a:lnTo>
                <a:lnTo>
                  <a:pt x="653392" y="138204"/>
                </a:lnTo>
                <a:lnTo>
                  <a:pt x="618195" y="161238"/>
                </a:lnTo>
                <a:lnTo>
                  <a:pt x="583510" y="184272"/>
                </a:lnTo>
                <a:lnTo>
                  <a:pt x="550695" y="207306"/>
                </a:lnTo>
                <a:lnTo>
                  <a:pt x="520778" y="230340"/>
                </a:lnTo>
                <a:lnTo>
                  <a:pt x="494428" y="253374"/>
                </a:lnTo>
                <a:lnTo>
                  <a:pt x="471967" y="276408"/>
                </a:lnTo>
                <a:lnTo>
                  <a:pt x="453422" y="299442"/>
                </a:lnTo>
                <a:lnTo>
                  <a:pt x="438581" y="322476"/>
                </a:lnTo>
                <a:lnTo>
                  <a:pt x="427069" y="345510"/>
                </a:lnTo>
                <a:lnTo>
                  <a:pt x="418417" y="368544"/>
                </a:lnTo>
                <a:lnTo>
                  <a:pt x="412122" y="391578"/>
                </a:lnTo>
                <a:lnTo>
                  <a:pt x="407693" y="414612"/>
                </a:lnTo>
                <a:lnTo>
                  <a:pt x="404682" y="437646"/>
                </a:lnTo>
                <a:lnTo>
                  <a:pt x="402706" y="460679"/>
                </a:lnTo>
                <a:lnTo>
                  <a:pt x="401453" y="483713"/>
                </a:lnTo>
                <a:lnTo>
                  <a:pt x="400680" y="506747"/>
                </a:lnTo>
                <a:lnTo>
                  <a:pt x="400208" y="529781"/>
                </a:lnTo>
                <a:lnTo>
                  <a:pt x="399914" y="552815"/>
                </a:lnTo>
                <a:lnTo>
                  <a:pt x="399721" y="575849"/>
                </a:lnTo>
                <a:lnTo>
                  <a:pt x="399587" y="598883"/>
                </a:lnTo>
                <a:lnTo>
                  <a:pt x="399495" y="621917"/>
                </a:lnTo>
                <a:lnTo>
                  <a:pt x="399450" y="644951"/>
                </a:lnTo>
                <a:lnTo>
                  <a:pt x="399464" y="667985"/>
                </a:lnTo>
                <a:lnTo>
                  <a:pt x="399557" y="691019"/>
                </a:lnTo>
                <a:lnTo>
                  <a:pt x="399749" y="714053"/>
                </a:lnTo>
                <a:lnTo>
                  <a:pt x="400054" y="737087"/>
                </a:lnTo>
                <a:lnTo>
                  <a:pt x="400482" y="760121"/>
                </a:lnTo>
                <a:lnTo>
                  <a:pt x="401034" y="783155"/>
                </a:lnTo>
                <a:lnTo>
                  <a:pt x="401703" y="806189"/>
                </a:lnTo>
                <a:lnTo>
                  <a:pt x="402478" y="829223"/>
                </a:lnTo>
                <a:lnTo>
                  <a:pt x="403342" y="852257"/>
                </a:lnTo>
                <a:lnTo>
                  <a:pt x="404278" y="875291"/>
                </a:lnTo>
                <a:lnTo>
                  <a:pt x="405270" y="898325"/>
                </a:lnTo>
                <a:lnTo>
                  <a:pt x="406305" y="921359"/>
                </a:lnTo>
                <a:lnTo>
                  <a:pt x="407375" y="944393"/>
                </a:lnTo>
                <a:lnTo>
                  <a:pt x="408477" y="967427"/>
                </a:lnTo>
                <a:lnTo>
                  <a:pt x="409605" y="990461"/>
                </a:lnTo>
                <a:lnTo>
                  <a:pt x="410755" y="1013495"/>
                </a:lnTo>
                <a:lnTo>
                  <a:pt x="411916" y="1036529"/>
                </a:lnTo>
                <a:lnTo>
                  <a:pt x="413067" y="1059563"/>
                </a:lnTo>
                <a:lnTo>
                  <a:pt x="414178" y="1082597"/>
                </a:lnTo>
                <a:lnTo>
                  <a:pt x="415206" y="1105631"/>
                </a:lnTo>
                <a:lnTo>
                  <a:pt x="416100" y="1128665"/>
                </a:lnTo>
                <a:lnTo>
                  <a:pt x="416804" y="1151699"/>
                </a:lnTo>
                <a:lnTo>
                  <a:pt x="417263" y="1174733"/>
                </a:lnTo>
                <a:lnTo>
                  <a:pt x="417431" y="1197767"/>
                </a:lnTo>
                <a:lnTo>
                  <a:pt x="417275" y="1220801"/>
                </a:lnTo>
                <a:lnTo>
                  <a:pt x="416781" y="1243835"/>
                </a:lnTo>
                <a:lnTo>
                  <a:pt x="415960" y="1266869"/>
                </a:lnTo>
                <a:lnTo>
                  <a:pt x="414842" y="1289903"/>
                </a:lnTo>
                <a:lnTo>
                  <a:pt x="413479" y="1312937"/>
                </a:lnTo>
                <a:lnTo>
                  <a:pt x="411935" y="1335970"/>
                </a:lnTo>
                <a:lnTo>
                  <a:pt x="410286" y="1359004"/>
                </a:lnTo>
                <a:lnTo>
                  <a:pt x="408612" y="1382038"/>
                </a:lnTo>
                <a:lnTo>
                  <a:pt x="406987" y="1405072"/>
                </a:lnTo>
                <a:lnTo>
                  <a:pt x="405484" y="1428106"/>
                </a:lnTo>
                <a:lnTo>
                  <a:pt x="404164" y="1451140"/>
                </a:lnTo>
                <a:lnTo>
                  <a:pt x="403081" y="1474174"/>
                </a:lnTo>
                <a:lnTo>
                  <a:pt x="402281" y="1497208"/>
                </a:lnTo>
                <a:lnTo>
                  <a:pt x="401799" y="1520242"/>
                </a:lnTo>
                <a:lnTo>
                  <a:pt x="401663" y="1543276"/>
                </a:lnTo>
                <a:lnTo>
                  <a:pt x="401891" y="1566310"/>
                </a:lnTo>
                <a:lnTo>
                  <a:pt x="402487" y="1589344"/>
                </a:lnTo>
                <a:lnTo>
                  <a:pt x="403441" y="1612378"/>
                </a:lnTo>
                <a:lnTo>
                  <a:pt x="404724" y="1635412"/>
                </a:lnTo>
                <a:lnTo>
                  <a:pt x="406285" y="1658446"/>
                </a:lnTo>
                <a:lnTo>
                  <a:pt x="408051" y="1681480"/>
                </a:lnTo>
                <a:lnTo>
                  <a:pt x="409927" y="1704514"/>
                </a:lnTo>
                <a:lnTo>
                  <a:pt x="411801" y="1727548"/>
                </a:lnTo>
                <a:lnTo>
                  <a:pt x="413550" y="1750582"/>
                </a:lnTo>
                <a:lnTo>
                  <a:pt x="415052" y="1773616"/>
                </a:lnTo>
                <a:lnTo>
                  <a:pt x="416194" y="1796650"/>
                </a:lnTo>
                <a:lnTo>
                  <a:pt x="416885" y="1819684"/>
                </a:lnTo>
                <a:lnTo>
                  <a:pt x="417064" y="1842718"/>
                </a:lnTo>
                <a:lnTo>
                  <a:pt x="416704" y="1865752"/>
                </a:lnTo>
                <a:lnTo>
                  <a:pt x="415820" y="1888786"/>
                </a:lnTo>
                <a:lnTo>
                  <a:pt x="414461" y="1911820"/>
                </a:lnTo>
                <a:lnTo>
                  <a:pt x="412708" y="1934854"/>
                </a:lnTo>
                <a:lnTo>
                  <a:pt x="410665" y="1957888"/>
                </a:lnTo>
                <a:lnTo>
                  <a:pt x="408448" y="1980922"/>
                </a:lnTo>
                <a:lnTo>
                  <a:pt x="406174" y="2003956"/>
                </a:lnTo>
                <a:lnTo>
                  <a:pt x="403952" y="2026990"/>
                </a:lnTo>
                <a:lnTo>
                  <a:pt x="401878" y="2050024"/>
                </a:lnTo>
                <a:lnTo>
                  <a:pt x="400025" y="2073058"/>
                </a:lnTo>
                <a:lnTo>
                  <a:pt x="398447" y="2096092"/>
                </a:lnTo>
                <a:lnTo>
                  <a:pt x="397176" y="2119126"/>
                </a:lnTo>
                <a:lnTo>
                  <a:pt x="396225" y="2142160"/>
                </a:lnTo>
                <a:lnTo>
                  <a:pt x="395592" y="2165194"/>
                </a:lnTo>
                <a:lnTo>
                  <a:pt x="395262" y="2188228"/>
                </a:lnTo>
                <a:lnTo>
                  <a:pt x="395212" y="2211261"/>
                </a:lnTo>
                <a:lnTo>
                  <a:pt x="395411" y="2234295"/>
                </a:lnTo>
                <a:lnTo>
                  <a:pt x="395825" y="2257329"/>
                </a:lnTo>
                <a:lnTo>
                  <a:pt x="396417" y="2280363"/>
                </a:lnTo>
                <a:lnTo>
                  <a:pt x="397145" y="2303397"/>
                </a:lnTo>
                <a:lnTo>
                  <a:pt x="397970" y="2326431"/>
                </a:lnTo>
                <a:lnTo>
                  <a:pt x="398852" y="2349465"/>
                </a:lnTo>
                <a:lnTo>
                  <a:pt x="399754" y="2372499"/>
                </a:lnTo>
                <a:lnTo>
                  <a:pt x="400641" y="2395533"/>
                </a:lnTo>
                <a:lnTo>
                  <a:pt x="401488" y="2418567"/>
                </a:lnTo>
                <a:lnTo>
                  <a:pt x="402275" y="2441601"/>
                </a:lnTo>
                <a:lnTo>
                  <a:pt x="402992" y="2464635"/>
                </a:lnTo>
                <a:lnTo>
                  <a:pt x="403636" y="2487669"/>
                </a:lnTo>
                <a:lnTo>
                  <a:pt x="404211" y="2510703"/>
                </a:lnTo>
                <a:lnTo>
                  <a:pt x="404724" y="2533737"/>
                </a:lnTo>
                <a:lnTo>
                  <a:pt x="405186" y="2556771"/>
                </a:lnTo>
                <a:lnTo>
                  <a:pt x="405605" y="2579805"/>
                </a:lnTo>
                <a:lnTo>
                  <a:pt x="405984" y="2602839"/>
                </a:lnTo>
                <a:lnTo>
                  <a:pt x="406325" y="2625873"/>
                </a:lnTo>
                <a:lnTo>
                  <a:pt x="406621" y="2648907"/>
                </a:lnTo>
                <a:lnTo>
                  <a:pt x="406863" y="2671941"/>
                </a:lnTo>
                <a:lnTo>
                  <a:pt x="407038" y="2694975"/>
                </a:lnTo>
                <a:lnTo>
                  <a:pt x="407134" y="2718009"/>
                </a:lnTo>
                <a:lnTo>
                  <a:pt x="407141" y="2741043"/>
                </a:lnTo>
                <a:lnTo>
                  <a:pt x="407056" y="2764077"/>
                </a:lnTo>
                <a:lnTo>
                  <a:pt x="406879" y="2787111"/>
                </a:lnTo>
                <a:lnTo>
                  <a:pt x="406618" y="2810145"/>
                </a:lnTo>
                <a:lnTo>
                  <a:pt x="406284" y="2833179"/>
                </a:lnTo>
                <a:lnTo>
                  <a:pt x="405894" y="2856213"/>
                </a:lnTo>
                <a:lnTo>
                  <a:pt x="405465" y="2879247"/>
                </a:lnTo>
                <a:lnTo>
                  <a:pt x="405014" y="2902281"/>
                </a:lnTo>
                <a:lnTo>
                  <a:pt x="404558" y="2925315"/>
                </a:lnTo>
                <a:lnTo>
                  <a:pt x="404108" y="2948349"/>
                </a:lnTo>
                <a:lnTo>
                  <a:pt x="403676" y="2971383"/>
                </a:lnTo>
                <a:lnTo>
                  <a:pt x="403270" y="2994417"/>
                </a:lnTo>
                <a:lnTo>
                  <a:pt x="402896" y="3017451"/>
                </a:lnTo>
                <a:lnTo>
                  <a:pt x="402562" y="3040485"/>
                </a:lnTo>
                <a:lnTo>
                  <a:pt x="402276" y="3063518"/>
                </a:lnTo>
                <a:lnTo>
                  <a:pt x="402050" y="3086552"/>
                </a:lnTo>
                <a:lnTo>
                  <a:pt x="401898" y="3109586"/>
                </a:lnTo>
                <a:lnTo>
                  <a:pt x="401841" y="3132620"/>
                </a:lnTo>
                <a:lnTo>
                  <a:pt x="401909" y="3155654"/>
                </a:lnTo>
                <a:lnTo>
                  <a:pt x="402140" y="3178688"/>
                </a:lnTo>
                <a:lnTo>
                  <a:pt x="402590" y="3201722"/>
                </a:lnTo>
                <a:lnTo>
                  <a:pt x="403330" y="3224756"/>
                </a:lnTo>
                <a:lnTo>
                  <a:pt x="404459" y="3247790"/>
                </a:lnTo>
                <a:lnTo>
                  <a:pt x="406099" y="3270824"/>
                </a:lnTo>
                <a:lnTo>
                  <a:pt x="408409" y="3293858"/>
                </a:lnTo>
                <a:lnTo>
                  <a:pt x="411570" y="3316892"/>
                </a:lnTo>
                <a:lnTo>
                  <a:pt x="415790" y="3339926"/>
                </a:lnTo>
                <a:lnTo>
                  <a:pt x="421285" y="3362960"/>
                </a:lnTo>
                <a:lnTo>
                  <a:pt x="428261" y="3385994"/>
                </a:lnTo>
                <a:lnTo>
                  <a:pt x="436884" y="3409028"/>
                </a:lnTo>
                <a:lnTo>
                  <a:pt x="447251" y="3432062"/>
                </a:lnTo>
                <a:lnTo>
                  <a:pt x="459357" y="3455096"/>
                </a:lnTo>
                <a:lnTo>
                  <a:pt x="473059" y="3478130"/>
                </a:lnTo>
                <a:lnTo>
                  <a:pt x="488061" y="3501164"/>
                </a:lnTo>
                <a:lnTo>
                  <a:pt x="503902" y="3524198"/>
                </a:lnTo>
                <a:lnTo>
                  <a:pt x="519968" y="3547232"/>
                </a:lnTo>
                <a:lnTo>
                  <a:pt x="535524" y="3570266"/>
                </a:lnTo>
                <a:lnTo>
                  <a:pt x="549765" y="3593300"/>
                </a:lnTo>
                <a:lnTo>
                  <a:pt x="561883" y="3616334"/>
                </a:lnTo>
                <a:lnTo>
                  <a:pt x="571142" y="3639368"/>
                </a:lnTo>
                <a:lnTo>
                  <a:pt x="576952" y="3662402"/>
                </a:lnTo>
                <a:lnTo>
                  <a:pt x="578933" y="3685436"/>
                </a:lnTo>
                <a:lnTo>
                  <a:pt x="578933" y="3685436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396" name="f_small_violin_4961">
            <a:extLst>
              <a:ext uri="{FF2B5EF4-FFF2-40B4-BE49-F238E27FC236}">
                <a16:creationId xmlns:a16="http://schemas.microsoft.com/office/drawing/2014/main" id="{2AE41BDC-39E3-48FE-9A38-4E965B8E0963}"/>
              </a:ext>
            </a:extLst>
          </p:cNvPr>
          <p:cNvSpPr>
            <a:spLocks noGrp="1"/>
          </p:cNvSpPr>
          <p:nvPr/>
        </p:nvSpPr>
        <p:spPr>
          <a:xfrm>
            <a:off x="711552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7" name="f_small_violin_4962">
            <a:extLst>
              <a:ext uri="{FF2B5EF4-FFF2-40B4-BE49-F238E27FC236}">
                <a16:creationId xmlns:a16="http://schemas.microsoft.com/office/drawing/2014/main" id="{553D95FF-5B72-4D4A-BCD3-BD90EE815665}"/>
              </a:ext>
            </a:extLst>
          </p:cNvPr>
          <p:cNvSpPr>
            <a:spLocks noGrp="1"/>
          </p:cNvSpPr>
          <p:nvPr/>
        </p:nvSpPr>
        <p:spPr>
          <a:xfrm>
            <a:off x="729500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8" name="f_small_violin_4963">
            <a:extLst>
              <a:ext uri="{FF2B5EF4-FFF2-40B4-BE49-F238E27FC236}">
                <a16:creationId xmlns:a16="http://schemas.microsoft.com/office/drawing/2014/main" id="{939C4936-486E-4815-9970-73FBE1700FF9}"/>
              </a:ext>
            </a:extLst>
          </p:cNvPr>
          <p:cNvSpPr>
            <a:spLocks noGrp="1"/>
          </p:cNvSpPr>
          <p:nvPr/>
        </p:nvSpPr>
        <p:spPr>
          <a:xfrm>
            <a:off x="730631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9" name="f_small_violin_4964">
            <a:extLst>
              <a:ext uri="{FF2B5EF4-FFF2-40B4-BE49-F238E27FC236}">
                <a16:creationId xmlns:a16="http://schemas.microsoft.com/office/drawing/2014/main" id="{E37C3CF3-7C99-4C27-8346-590D79EF4BE0}"/>
              </a:ext>
            </a:extLst>
          </p:cNvPr>
          <p:cNvSpPr>
            <a:spLocks noGrp="1"/>
          </p:cNvSpPr>
          <p:nvPr/>
        </p:nvSpPr>
        <p:spPr>
          <a:xfrm>
            <a:off x="722577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0" name="f_small_violin_4965">
            <a:extLst>
              <a:ext uri="{FF2B5EF4-FFF2-40B4-BE49-F238E27FC236}">
                <a16:creationId xmlns:a16="http://schemas.microsoft.com/office/drawing/2014/main" id="{DCE74EC1-25A6-4B80-81C9-262789FE6492}"/>
              </a:ext>
            </a:extLst>
          </p:cNvPr>
          <p:cNvSpPr>
            <a:spLocks noGrp="1"/>
          </p:cNvSpPr>
          <p:nvPr/>
        </p:nvSpPr>
        <p:spPr>
          <a:xfrm>
            <a:off x="714533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1" name="f_small_violin_4966">
            <a:extLst>
              <a:ext uri="{FF2B5EF4-FFF2-40B4-BE49-F238E27FC236}">
                <a16:creationId xmlns:a16="http://schemas.microsoft.com/office/drawing/2014/main" id="{B9FE32A1-264E-4A4F-ABDF-66057CB14CC2}"/>
              </a:ext>
            </a:extLst>
          </p:cNvPr>
          <p:cNvSpPr>
            <a:spLocks noGrp="1"/>
          </p:cNvSpPr>
          <p:nvPr/>
        </p:nvSpPr>
        <p:spPr>
          <a:xfrm>
            <a:off x="7255947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2" name="f_small_violin_4967">
            <a:extLst>
              <a:ext uri="{FF2B5EF4-FFF2-40B4-BE49-F238E27FC236}">
                <a16:creationId xmlns:a16="http://schemas.microsoft.com/office/drawing/2014/main" id="{70958900-51E8-4B7B-A386-2423FB008A5B}"/>
              </a:ext>
            </a:extLst>
          </p:cNvPr>
          <p:cNvSpPr>
            <a:spLocks noGrp="1"/>
          </p:cNvSpPr>
          <p:nvPr/>
        </p:nvSpPr>
        <p:spPr>
          <a:xfrm>
            <a:off x="713674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3" name="f_small_violin_4968">
            <a:extLst>
              <a:ext uri="{FF2B5EF4-FFF2-40B4-BE49-F238E27FC236}">
                <a16:creationId xmlns:a16="http://schemas.microsoft.com/office/drawing/2014/main" id="{E047D5B8-3D81-4D6D-8112-26A55E5D1E82}"/>
              </a:ext>
            </a:extLst>
          </p:cNvPr>
          <p:cNvSpPr>
            <a:spLocks noGrp="1"/>
          </p:cNvSpPr>
          <p:nvPr/>
        </p:nvSpPr>
        <p:spPr>
          <a:xfrm>
            <a:off x="719582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4" name="f_small_violin_4969">
            <a:extLst>
              <a:ext uri="{FF2B5EF4-FFF2-40B4-BE49-F238E27FC236}">
                <a16:creationId xmlns:a16="http://schemas.microsoft.com/office/drawing/2014/main" id="{E6C18565-75BE-44B0-B25D-C47293511E2E}"/>
              </a:ext>
            </a:extLst>
          </p:cNvPr>
          <p:cNvSpPr>
            <a:spLocks noGrp="1"/>
          </p:cNvSpPr>
          <p:nvPr/>
        </p:nvSpPr>
        <p:spPr>
          <a:xfrm>
            <a:off x="7525709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5" name="f_small_violin_4970">
            <a:extLst>
              <a:ext uri="{FF2B5EF4-FFF2-40B4-BE49-F238E27FC236}">
                <a16:creationId xmlns:a16="http://schemas.microsoft.com/office/drawing/2014/main" id="{565D6724-AE09-4E29-8C80-BB5F3C7919C2}"/>
              </a:ext>
            </a:extLst>
          </p:cNvPr>
          <p:cNvSpPr>
            <a:spLocks noGrp="1"/>
          </p:cNvSpPr>
          <p:nvPr/>
        </p:nvSpPr>
        <p:spPr>
          <a:xfrm>
            <a:off x="747062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6" name="f_small_violin_4971">
            <a:extLst>
              <a:ext uri="{FF2B5EF4-FFF2-40B4-BE49-F238E27FC236}">
                <a16:creationId xmlns:a16="http://schemas.microsoft.com/office/drawing/2014/main" id="{561FC62B-4C9C-4BEE-94CA-27D15BE31AF8}"/>
              </a:ext>
            </a:extLst>
          </p:cNvPr>
          <p:cNvSpPr>
            <a:spLocks noGrp="1"/>
          </p:cNvSpPr>
          <p:nvPr/>
        </p:nvSpPr>
        <p:spPr>
          <a:xfrm>
            <a:off x="733572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7" name="f_small_violin_4972">
            <a:extLst>
              <a:ext uri="{FF2B5EF4-FFF2-40B4-BE49-F238E27FC236}">
                <a16:creationId xmlns:a16="http://schemas.microsoft.com/office/drawing/2014/main" id="{773ED901-1713-48CD-8B8B-82E45D180A78}"/>
              </a:ext>
            </a:extLst>
          </p:cNvPr>
          <p:cNvSpPr>
            <a:spLocks noGrp="1"/>
          </p:cNvSpPr>
          <p:nvPr/>
        </p:nvSpPr>
        <p:spPr>
          <a:xfrm>
            <a:off x="716793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8" name="f_small_violin_4973">
            <a:extLst>
              <a:ext uri="{FF2B5EF4-FFF2-40B4-BE49-F238E27FC236}">
                <a16:creationId xmlns:a16="http://schemas.microsoft.com/office/drawing/2014/main" id="{7FB28334-E6E5-431A-9360-45EA355DB780}"/>
              </a:ext>
            </a:extLst>
          </p:cNvPr>
          <p:cNvSpPr>
            <a:spLocks noGrp="1"/>
          </p:cNvSpPr>
          <p:nvPr/>
        </p:nvSpPr>
        <p:spPr>
          <a:xfrm>
            <a:off x="7091420" y="511171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9" name="f_small_violin_4974">
            <a:extLst>
              <a:ext uri="{FF2B5EF4-FFF2-40B4-BE49-F238E27FC236}">
                <a16:creationId xmlns:a16="http://schemas.microsoft.com/office/drawing/2014/main" id="{69136205-5F58-42D1-946E-7EB52CD1F287}"/>
              </a:ext>
            </a:extLst>
          </p:cNvPr>
          <p:cNvSpPr>
            <a:spLocks noGrp="1"/>
          </p:cNvSpPr>
          <p:nvPr/>
        </p:nvSpPr>
        <p:spPr>
          <a:xfrm>
            <a:off x="7138736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0" name="f_small_violin_4975">
            <a:extLst>
              <a:ext uri="{FF2B5EF4-FFF2-40B4-BE49-F238E27FC236}">
                <a16:creationId xmlns:a16="http://schemas.microsoft.com/office/drawing/2014/main" id="{2E367682-D9EC-432D-AE71-AA3827BD77C1}"/>
              </a:ext>
            </a:extLst>
          </p:cNvPr>
          <p:cNvSpPr>
            <a:spLocks noGrp="1"/>
          </p:cNvSpPr>
          <p:nvPr/>
        </p:nvSpPr>
        <p:spPr>
          <a:xfrm>
            <a:off x="718806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1" name="f_small_violin_4976">
            <a:extLst>
              <a:ext uri="{FF2B5EF4-FFF2-40B4-BE49-F238E27FC236}">
                <a16:creationId xmlns:a16="http://schemas.microsoft.com/office/drawing/2014/main" id="{1F7D066F-2711-4366-B985-73D0D9CF2DEB}"/>
              </a:ext>
            </a:extLst>
          </p:cNvPr>
          <p:cNvSpPr>
            <a:spLocks noGrp="1"/>
          </p:cNvSpPr>
          <p:nvPr/>
        </p:nvSpPr>
        <p:spPr>
          <a:xfrm>
            <a:off x="717283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2" name="f_small_violin_4977">
            <a:extLst>
              <a:ext uri="{FF2B5EF4-FFF2-40B4-BE49-F238E27FC236}">
                <a16:creationId xmlns:a16="http://schemas.microsoft.com/office/drawing/2014/main" id="{8980C7B5-3EA4-49AD-84CC-4139615BA232}"/>
              </a:ext>
            </a:extLst>
          </p:cNvPr>
          <p:cNvSpPr>
            <a:spLocks noGrp="1"/>
          </p:cNvSpPr>
          <p:nvPr/>
        </p:nvSpPr>
        <p:spPr>
          <a:xfrm>
            <a:off x="7071701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3" name="f_small_violin_4978">
            <a:extLst>
              <a:ext uri="{FF2B5EF4-FFF2-40B4-BE49-F238E27FC236}">
                <a16:creationId xmlns:a16="http://schemas.microsoft.com/office/drawing/2014/main" id="{56997014-70B4-4B3C-9573-AC5204923BCC}"/>
              </a:ext>
            </a:extLst>
          </p:cNvPr>
          <p:cNvSpPr>
            <a:spLocks noGrp="1"/>
          </p:cNvSpPr>
          <p:nvPr/>
        </p:nvSpPr>
        <p:spPr>
          <a:xfrm>
            <a:off x="732271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4" name="f_small_violin_4979">
            <a:extLst>
              <a:ext uri="{FF2B5EF4-FFF2-40B4-BE49-F238E27FC236}">
                <a16:creationId xmlns:a16="http://schemas.microsoft.com/office/drawing/2014/main" id="{9D2A0D80-E930-4398-BD05-742EE6AA30DD}"/>
              </a:ext>
            </a:extLst>
          </p:cNvPr>
          <p:cNvSpPr>
            <a:spLocks noGrp="1"/>
          </p:cNvSpPr>
          <p:nvPr/>
        </p:nvSpPr>
        <p:spPr>
          <a:xfrm>
            <a:off x="7466060" y="539835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5" name="f_small_violin_4980">
            <a:extLst>
              <a:ext uri="{FF2B5EF4-FFF2-40B4-BE49-F238E27FC236}">
                <a16:creationId xmlns:a16="http://schemas.microsoft.com/office/drawing/2014/main" id="{4EE03649-E67C-4B28-8861-38EFB8617E51}"/>
              </a:ext>
            </a:extLst>
          </p:cNvPr>
          <p:cNvSpPr>
            <a:spLocks noGrp="1"/>
          </p:cNvSpPr>
          <p:nvPr/>
        </p:nvSpPr>
        <p:spPr>
          <a:xfrm>
            <a:off x="709439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6" name="f_small_violin_4981">
            <a:extLst>
              <a:ext uri="{FF2B5EF4-FFF2-40B4-BE49-F238E27FC236}">
                <a16:creationId xmlns:a16="http://schemas.microsoft.com/office/drawing/2014/main" id="{6C2292C7-20F9-4356-852E-A104EE5D3672}"/>
              </a:ext>
            </a:extLst>
          </p:cNvPr>
          <p:cNvSpPr>
            <a:spLocks noGrp="1"/>
          </p:cNvSpPr>
          <p:nvPr/>
        </p:nvSpPr>
        <p:spPr>
          <a:xfrm>
            <a:off x="737243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7" name="f_small_violin_4982">
            <a:extLst>
              <a:ext uri="{FF2B5EF4-FFF2-40B4-BE49-F238E27FC236}">
                <a16:creationId xmlns:a16="http://schemas.microsoft.com/office/drawing/2014/main" id="{515EAE22-92FF-480F-9C1F-74703D91258C}"/>
              </a:ext>
            </a:extLst>
          </p:cNvPr>
          <p:cNvSpPr>
            <a:spLocks noGrp="1"/>
          </p:cNvSpPr>
          <p:nvPr/>
        </p:nvSpPr>
        <p:spPr>
          <a:xfrm>
            <a:off x="741798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8" name="f_small_violin_4983">
            <a:extLst>
              <a:ext uri="{FF2B5EF4-FFF2-40B4-BE49-F238E27FC236}">
                <a16:creationId xmlns:a16="http://schemas.microsoft.com/office/drawing/2014/main" id="{7210613E-000A-4DA4-8FC9-DAFC5D04238E}"/>
              </a:ext>
            </a:extLst>
          </p:cNvPr>
          <p:cNvSpPr>
            <a:spLocks noGrp="1"/>
          </p:cNvSpPr>
          <p:nvPr/>
        </p:nvSpPr>
        <p:spPr>
          <a:xfrm>
            <a:off x="7206179" y="29106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9" name="f_small_violin_4984">
            <a:extLst>
              <a:ext uri="{FF2B5EF4-FFF2-40B4-BE49-F238E27FC236}">
                <a16:creationId xmlns:a16="http://schemas.microsoft.com/office/drawing/2014/main" id="{32CD78FA-8309-4C23-BEB1-964D6EE6E160}"/>
              </a:ext>
            </a:extLst>
          </p:cNvPr>
          <p:cNvSpPr>
            <a:spLocks noGrp="1"/>
          </p:cNvSpPr>
          <p:nvPr/>
        </p:nvSpPr>
        <p:spPr>
          <a:xfrm>
            <a:off x="745002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0" name="f_small_violin_4985">
            <a:extLst>
              <a:ext uri="{FF2B5EF4-FFF2-40B4-BE49-F238E27FC236}">
                <a16:creationId xmlns:a16="http://schemas.microsoft.com/office/drawing/2014/main" id="{2A30758C-1925-4D12-832B-BA771FA8F9C5}"/>
              </a:ext>
            </a:extLst>
          </p:cNvPr>
          <p:cNvSpPr>
            <a:spLocks noGrp="1"/>
          </p:cNvSpPr>
          <p:nvPr/>
        </p:nvSpPr>
        <p:spPr>
          <a:xfrm>
            <a:off x="728110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1" name="f_small_violin_4986">
            <a:extLst>
              <a:ext uri="{FF2B5EF4-FFF2-40B4-BE49-F238E27FC236}">
                <a16:creationId xmlns:a16="http://schemas.microsoft.com/office/drawing/2014/main" id="{5F7A1AB4-1912-4D28-A7EE-B4481210464F}"/>
              </a:ext>
            </a:extLst>
          </p:cNvPr>
          <p:cNvSpPr>
            <a:spLocks noGrp="1"/>
          </p:cNvSpPr>
          <p:nvPr/>
        </p:nvSpPr>
        <p:spPr>
          <a:xfrm>
            <a:off x="7292649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2" name="f_small_violin_4987">
            <a:extLst>
              <a:ext uri="{FF2B5EF4-FFF2-40B4-BE49-F238E27FC236}">
                <a16:creationId xmlns:a16="http://schemas.microsoft.com/office/drawing/2014/main" id="{5B4EF332-7BF6-4C6F-80CE-CC3E6CA1FB4F}"/>
              </a:ext>
            </a:extLst>
          </p:cNvPr>
          <p:cNvSpPr>
            <a:spLocks noGrp="1"/>
          </p:cNvSpPr>
          <p:nvPr/>
        </p:nvSpPr>
        <p:spPr>
          <a:xfrm>
            <a:off x="749100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3" name="f_small_violin_4988">
            <a:extLst>
              <a:ext uri="{FF2B5EF4-FFF2-40B4-BE49-F238E27FC236}">
                <a16:creationId xmlns:a16="http://schemas.microsoft.com/office/drawing/2014/main" id="{9E1F0148-DE6C-43EC-939C-B3745FDF8E1E}"/>
              </a:ext>
            </a:extLst>
          </p:cNvPr>
          <p:cNvSpPr>
            <a:spLocks noGrp="1"/>
          </p:cNvSpPr>
          <p:nvPr/>
        </p:nvSpPr>
        <p:spPr>
          <a:xfrm>
            <a:off x="744203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4" name="f_small_violin_4989">
            <a:extLst>
              <a:ext uri="{FF2B5EF4-FFF2-40B4-BE49-F238E27FC236}">
                <a16:creationId xmlns:a16="http://schemas.microsoft.com/office/drawing/2014/main" id="{A79F8B65-0BF8-4124-A20D-45CD47E875C7}"/>
              </a:ext>
            </a:extLst>
          </p:cNvPr>
          <p:cNvSpPr>
            <a:spLocks noGrp="1"/>
          </p:cNvSpPr>
          <p:nvPr/>
        </p:nvSpPr>
        <p:spPr>
          <a:xfrm>
            <a:off x="738270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5" name="f_small_violin_4990">
            <a:extLst>
              <a:ext uri="{FF2B5EF4-FFF2-40B4-BE49-F238E27FC236}">
                <a16:creationId xmlns:a16="http://schemas.microsoft.com/office/drawing/2014/main" id="{811CD911-D69B-4906-84AE-9F25CAF69C0C}"/>
              </a:ext>
            </a:extLst>
          </p:cNvPr>
          <p:cNvSpPr>
            <a:spLocks noGrp="1"/>
          </p:cNvSpPr>
          <p:nvPr/>
        </p:nvSpPr>
        <p:spPr>
          <a:xfrm>
            <a:off x="722311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6" name="f_small_violin_4991">
            <a:extLst>
              <a:ext uri="{FF2B5EF4-FFF2-40B4-BE49-F238E27FC236}">
                <a16:creationId xmlns:a16="http://schemas.microsoft.com/office/drawing/2014/main" id="{D7C620C8-CC90-425B-A3C5-CEA0820CDC54}"/>
              </a:ext>
            </a:extLst>
          </p:cNvPr>
          <p:cNvSpPr>
            <a:spLocks noGrp="1"/>
          </p:cNvSpPr>
          <p:nvPr/>
        </p:nvSpPr>
        <p:spPr>
          <a:xfrm>
            <a:off x="7414676" y="55212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7" name="f_small_violin_4992">
            <a:extLst>
              <a:ext uri="{FF2B5EF4-FFF2-40B4-BE49-F238E27FC236}">
                <a16:creationId xmlns:a16="http://schemas.microsoft.com/office/drawing/2014/main" id="{11CC3571-3B77-4722-9675-DCB215BABDFC}"/>
              </a:ext>
            </a:extLst>
          </p:cNvPr>
          <p:cNvSpPr>
            <a:spLocks noGrp="1"/>
          </p:cNvSpPr>
          <p:nvPr/>
        </p:nvSpPr>
        <p:spPr>
          <a:xfrm>
            <a:off x="7427364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8" name="f_small_violin_4993">
            <a:extLst>
              <a:ext uri="{FF2B5EF4-FFF2-40B4-BE49-F238E27FC236}">
                <a16:creationId xmlns:a16="http://schemas.microsoft.com/office/drawing/2014/main" id="{718D4916-2F66-44B4-9BEB-1E29F03D632F}"/>
              </a:ext>
            </a:extLst>
          </p:cNvPr>
          <p:cNvSpPr>
            <a:spLocks noGrp="1"/>
          </p:cNvSpPr>
          <p:nvPr/>
        </p:nvSpPr>
        <p:spPr>
          <a:xfrm>
            <a:off x="7242912" y="604769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9" name="f_small_violin_4994">
            <a:extLst>
              <a:ext uri="{FF2B5EF4-FFF2-40B4-BE49-F238E27FC236}">
                <a16:creationId xmlns:a16="http://schemas.microsoft.com/office/drawing/2014/main" id="{273DA22A-E12C-442E-A9CE-2832A71402FA}"/>
              </a:ext>
            </a:extLst>
          </p:cNvPr>
          <p:cNvSpPr>
            <a:spLocks noGrp="1"/>
          </p:cNvSpPr>
          <p:nvPr/>
        </p:nvSpPr>
        <p:spPr>
          <a:xfrm>
            <a:off x="705899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0" name="f_small_violin_4995">
            <a:extLst>
              <a:ext uri="{FF2B5EF4-FFF2-40B4-BE49-F238E27FC236}">
                <a16:creationId xmlns:a16="http://schemas.microsoft.com/office/drawing/2014/main" id="{2F4F2676-4E23-49A2-A547-DA4707E6E965}"/>
              </a:ext>
            </a:extLst>
          </p:cNvPr>
          <p:cNvSpPr>
            <a:spLocks noGrp="1"/>
          </p:cNvSpPr>
          <p:nvPr/>
        </p:nvSpPr>
        <p:spPr>
          <a:xfrm>
            <a:off x="718535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1" name="f_small_violin_4996">
            <a:extLst>
              <a:ext uri="{FF2B5EF4-FFF2-40B4-BE49-F238E27FC236}">
                <a16:creationId xmlns:a16="http://schemas.microsoft.com/office/drawing/2014/main" id="{056D1970-1313-4A3A-9656-601D4B8B1209}"/>
              </a:ext>
            </a:extLst>
          </p:cNvPr>
          <p:cNvSpPr>
            <a:spLocks noGrp="1"/>
          </p:cNvSpPr>
          <p:nvPr/>
        </p:nvSpPr>
        <p:spPr>
          <a:xfrm>
            <a:off x="710697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2" name="f_small_violin_4997">
            <a:extLst>
              <a:ext uri="{FF2B5EF4-FFF2-40B4-BE49-F238E27FC236}">
                <a16:creationId xmlns:a16="http://schemas.microsoft.com/office/drawing/2014/main" id="{8DC7E8BC-78F5-425C-AA27-0368D6E555B9}"/>
              </a:ext>
            </a:extLst>
          </p:cNvPr>
          <p:cNvSpPr>
            <a:spLocks noGrp="1"/>
          </p:cNvSpPr>
          <p:nvPr/>
        </p:nvSpPr>
        <p:spPr>
          <a:xfrm>
            <a:off x="718853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3" name="f_small_violin_4998">
            <a:extLst>
              <a:ext uri="{FF2B5EF4-FFF2-40B4-BE49-F238E27FC236}">
                <a16:creationId xmlns:a16="http://schemas.microsoft.com/office/drawing/2014/main" id="{FB690C29-10E4-4955-BE82-568239035153}"/>
              </a:ext>
            </a:extLst>
          </p:cNvPr>
          <p:cNvSpPr>
            <a:spLocks noGrp="1"/>
          </p:cNvSpPr>
          <p:nvPr/>
        </p:nvSpPr>
        <p:spPr>
          <a:xfrm>
            <a:off x="7067057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4" name="f_small_violin_4999">
            <a:extLst>
              <a:ext uri="{FF2B5EF4-FFF2-40B4-BE49-F238E27FC236}">
                <a16:creationId xmlns:a16="http://schemas.microsoft.com/office/drawing/2014/main" id="{9C57B9C3-6FCD-49DA-81ED-AAE353B4E2A8}"/>
              </a:ext>
            </a:extLst>
          </p:cNvPr>
          <p:cNvSpPr>
            <a:spLocks noGrp="1"/>
          </p:cNvSpPr>
          <p:nvPr/>
        </p:nvSpPr>
        <p:spPr>
          <a:xfrm>
            <a:off x="747627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5" name="f_small_violin_5000">
            <a:extLst>
              <a:ext uri="{FF2B5EF4-FFF2-40B4-BE49-F238E27FC236}">
                <a16:creationId xmlns:a16="http://schemas.microsoft.com/office/drawing/2014/main" id="{19E3B48D-FFA0-4170-8766-7C9864173233}"/>
              </a:ext>
            </a:extLst>
          </p:cNvPr>
          <p:cNvSpPr>
            <a:spLocks noGrp="1"/>
          </p:cNvSpPr>
          <p:nvPr/>
        </p:nvSpPr>
        <p:spPr>
          <a:xfrm>
            <a:off x="7380746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6" name="f_small_violin_5001">
            <a:extLst>
              <a:ext uri="{FF2B5EF4-FFF2-40B4-BE49-F238E27FC236}">
                <a16:creationId xmlns:a16="http://schemas.microsoft.com/office/drawing/2014/main" id="{47881994-3797-41E8-94EB-8C98B9AAD193}"/>
              </a:ext>
            </a:extLst>
          </p:cNvPr>
          <p:cNvSpPr>
            <a:spLocks noGrp="1"/>
          </p:cNvSpPr>
          <p:nvPr/>
        </p:nvSpPr>
        <p:spPr>
          <a:xfrm>
            <a:off x="7469013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7" name="f_small_violin_5002">
            <a:extLst>
              <a:ext uri="{FF2B5EF4-FFF2-40B4-BE49-F238E27FC236}">
                <a16:creationId xmlns:a16="http://schemas.microsoft.com/office/drawing/2014/main" id="{94D506BB-D996-4B61-A78D-714BC2745FA6}"/>
              </a:ext>
            </a:extLst>
          </p:cNvPr>
          <p:cNvSpPr>
            <a:spLocks noGrp="1"/>
          </p:cNvSpPr>
          <p:nvPr/>
        </p:nvSpPr>
        <p:spPr>
          <a:xfrm>
            <a:off x="705595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8" name="f_small_violin_5003">
            <a:extLst>
              <a:ext uri="{FF2B5EF4-FFF2-40B4-BE49-F238E27FC236}">
                <a16:creationId xmlns:a16="http://schemas.microsoft.com/office/drawing/2014/main" id="{8C61B8F3-7A3B-4CD0-B927-F6ACA4200EC3}"/>
              </a:ext>
            </a:extLst>
          </p:cNvPr>
          <p:cNvSpPr>
            <a:spLocks noGrp="1"/>
          </p:cNvSpPr>
          <p:nvPr/>
        </p:nvSpPr>
        <p:spPr>
          <a:xfrm>
            <a:off x="742624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9" name="f_small_violin_5004">
            <a:extLst>
              <a:ext uri="{FF2B5EF4-FFF2-40B4-BE49-F238E27FC236}">
                <a16:creationId xmlns:a16="http://schemas.microsoft.com/office/drawing/2014/main" id="{6ED29577-B43A-4EF4-BF47-AC5FA1F615BF}"/>
              </a:ext>
            </a:extLst>
          </p:cNvPr>
          <p:cNvSpPr>
            <a:spLocks noGrp="1"/>
          </p:cNvSpPr>
          <p:nvPr/>
        </p:nvSpPr>
        <p:spPr>
          <a:xfrm>
            <a:off x="7451806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0" name="f_small_violin_5005">
            <a:extLst>
              <a:ext uri="{FF2B5EF4-FFF2-40B4-BE49-F238E27FC236}">
                <a16:creationId xmlns:a16="http://schemas.microsoft.com/office/drawing/2014/main" id="{E427F581-C62B-4D94-84D5-3848DC0034D4}"/>
              </a:ext>
            </a:extLst>
          </p:cNvPr>
          <p:cNvSpPr>
            <a:spLocks noGrp="1"/>
          </p:cNvSpPr>
          <p:nvPr/>
        </p:nvSpPr>
        <p:spPr>
          <a:xfrm>
            <a:off x="7044659" y="350299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1" name="f_small_violin_5006">
            <a:extLst>
              <a:ext uri="{FF2B5EF4-FFF2-40B4-BE49-F238E27FC236}">
                <a16:creationId xmlns:a16="http://schemas.microsoft.com/office/drawing/2014/main" id="{B45644E4-361A-456B-B7B8-B1EB8D6F097F}"/>
              </a:ext>
            </a:extLst>
          </p:cNvPr>
          <p:cNvSpPr>
            <a:spLocks noGrp="1"/>
          </p:cNvSpPr>
          <p:nvPr/>
        </p:nvSpPr>
        <p:spPr>
          <a:xfrm>
            <a:off x="724836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2" name="f_small_violin_5007">
            <a:extLst>
              <a:ext uri="{FF2B5EF4-FFF2-40B4-BE49-F238E27FC236}">
                <a16:creationId xmlns:a16="http://schemas.microsoft.com/office/drawing/2014/main" id="{FF54BF17-4EA9-4007-B22A-76B499102962}"/>
              </a:ext>
            </a:extLst>
          </p:cNvPr>
          <p:cNvSpPr>
            <a:spLocks noGrp="1"/>
          </p:cNvSpPr>
          <p:nvPr/>
        </p:nvSpPr>
        <p:spPr>
          <a:xfrm>
            <a:off x="737391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3" name="f_small_violin_5008">
            <a:extLst>
              <a:ext uri="{FF2B5EF4-FFF2-40B4-BE49-F238E27FC236}">
                <a16:creationId xmlns:a16="http://schemas.microsoft.com/office/drawing/2014/main" id="{CAFF20B2-9E4F-4CD2-8BF7-3D4C11209585}"/>
              </a:ext>
            </a:extLst>
          </p:cNvPr>
          <p:cNvSpPr>
            <a:spLocks noGrp="1"/>
          </p:cNvSpPr>
          <p:nvPr/>
        </p:nvSpPr>
        <p:spPr>
          <a:xfrm>
            <a:off x="7120108" y="585195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4" name="f_small_violin_5009">
            <a:extLst>
              <a:ext uri="{FF2B5EF4-FFF2-40B4-BE49-F238E27FC236}">
                <a16:creationId xmlns:a16="http://schemas.microsoft.com/office/drawing/2014/main" id="{3D2B6E47-8A83-4829-883D-101F0B881FCB}"/>
              </a:ext>
            </a:extLst>
          </p:cNvPr>
          <p:cNvSpPr>
            <a:spLocks noGrp="1"/>
          </p:cNvSpPr>
          <p:nvPr/>
        </p:nvSpPr>
        <p:spPr>
          <a:xfrm>
            <a:off x="728052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5" name="f_small_violin_5010">
            <a:extLst>
              <a:ext uri="{FF2B5EF4-FFF2-40B4-BE49-F238E27FC236}">
                <a16:creationId xmlns:a16="http://schemas.microsoft.com/office/drawing/2014/main" id="{E5394BBE-8C48-4E94-9E31-893E92AA2E56}"/>
              </a:ext>
            </a:extLst>
          </p:cNvPr>
          <p:cNvSpPr>
            <a:spLocks noGrp="1"/>
          </p:cNvSpPr>
          <p:nvPr/>
        </p:nvSpPr>
        <p:spPr>
          <a:xfrm>
            <a:off x="745961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6" name="f_small_violin_5011">
            <a:extLst>
              <a:ext uri="{FF2B5EF4-FFF2-40B4-BE49-F238E27FC236}">
                <a16:creationId xmlns:a16="http://schemas.microsoft.com/office/drawing/2014/main" id="{4667CD44-BF18-403B-8CE7-A2421BB81BCD}"/>
              </a:ext>
            </a:extLst>
          </p:cNvPr>
          <p:cNvSpPr>
            <a:spLocks noGrp="1"/>
          </p:cNvSpPr>
          <p:nvPr/>
        </p:nvSpPr>
        <p:spPr>
          <a:xfrm>
            <a:off x="7226134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7" name="f_small_violin_5012">
            <a:extLst>
              <a:ext uri="{FF2B5EF4-FFF2-40B4-BE49-F238E27FC236}">
                <a16:creationId xmlns:a16="http://schemas.microsoft.com/office/drawing/2014/main" id="{62ED8E22-A526-42E1-929F-E87A03A201EE}"/>
              </a:ext>
            </a:extLst>
          </p:cNvPr>
          <p:cNvSpPr>
            <a:spLocks noGrp="1"/>
          </p:cNvSpPr>
          <p:nvPr/>
        </p:nvSpPr>
        <p:spPr>
          <a:xfrm>
            <a:off x="7078983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8" name="f_small_violin_5013">
            <a:extLst>
              <a:ext uri="{FF2B5EF4-FFF2-40B4-BE49-F238E27FC236}">
                <a16:creationId xmlns:a16="http://schemas.microsoft.com/office/drawing/2014/main" id="{D05B6B01-923B-4E1F-9B53-BBD12C76A485}"/>
              </a:ext>
            </a:extLst>
          </p:cNvPr>
          <p:cNvSpPr>
            <a:spLocks noGrp="1"/>
          </p:cNvSpPr>
          <p:nvPr/>
        </p:nvSpPr>
        <p:spPr>
          <a:xfrm>
            <a:off x="7433741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9" name="f_small_violin_5014">
            <a:extLst>
              <a:ext uri="{FF2B5EF4-FFF2-40B4-BE49-F238E27FC236}">
                <a16:creationId xmlns:a16="http://schemas.microsoft.com/office/drawing/2014/main" id="{7D8A9D67-B526-4DC3-A23A-0C6EA9331A2D}"/>
              </a:ext>
            </a:extLst>
          </p:cNvPr>
          <p:cNvSpPr>
            <a:spLocks noGrp="1"/>
          </p:cNvSpPr>
          <p:nvPr/>
        </p:nvSpPr>
        <p:spPr>
          <a:xfrm>
            <a:off x="714203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0" name="f_small_violin_5015">
            <a:extLst>
              <a:ext uri="{FF2B5EF4-FFF2-40B4-BE49-F238E27FC236}">
                <a16:creationId xmlns:a16="http://schemas.microsoft.com/office/drawing/2014/main" id="{00EA73C9-022B-40F4-9CC0-97F106C32B27}"/>
              </a:ext>
            </a:extLst>
          </p:cNvPr>
          <p:cNvSpPr>
            <a:spLocks noGrp="1"/>
          </p:cNvSpPr>
          <p:nvPr/>
        </p:nvSpPr>
        <p:spPr>
          <a:xfrm>
            <a:off x="7235748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1" name="f_small_violin_5016">
            <a:extLst>
              <a:ext uri="{FF2B5EF4-FFF2-40B4-BE49-F238E27FC236}">
                <a16:creationId xmlns:a16="http://schemas.microsoft.com/office/drawing/2014/main" id="{F5813B51-71AD-4C7D-8E11-717ECC524C7A}"/>
              </a:ext>
            </a:extLst>
          </p:cNvPr>
          <p:cNvSpPr>
            <a:spLocks noGrp="1"/>
          </p:cNvSpPr>
          <p:nvPr/>
        </p:nvSpPr>
        <p:spPr>
          <a:xfrm>
            <a:off x="728652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2" name="f_small_violin_5017">
            <a:extLst>
              <a:ext uri="{FF2B5EF4-FFF2-40B4-BE49-F238E27FC236}">
                <a16:creationId xmlns:a16="http://schemas.microsoft.com/office/drawing/2014/main" id="{ACA0D422-F3D5-47B2-8BCF-1E50506B2DED}"/>
              </a:ext>
            </a:extLst>
          </p:cNvPr>
          <p:cNvSpPr>
            <a:spLocks noGrp="1"/>
          </p:cNvSpPr>
          <p:nvPr/>
        </p:nvSpPr>
        <p:spPr>
          <a:xfrm>
            <a:off x="702388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3" name="f_small_violin_5018">
            <a:extLst>
              <a:ext uri="{FF2B5EF4-FFF2-40B4-BE49-F238E27FC236}">
                <a16:creationId xmlns:a16="http://schemas.microsoft.com/office/drawing/2014/main" id="{8E5B3132-CD66-45F1-B2C5-3EA5F86A5FB6}"/>
              </a:ext>
            </a:extLst>
          </p:cNvPr>
          <p:cNvSpPr>
            <a:spLocks noGrp="1"/>
          </p:cNvSpPr>
          <p:nvPr/>
        </p:nvSpPr>
        <p:spPr>
          <a:xfrm>
            <a:off x="744446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4" name="f_small_violin_5019">
            <a:extLst>
              <a:ext uri="{FF2B5EF4-FFF2-40B4-BE49-F238E27FC236}">
                <a16:creationId xmlns:a16="http://schemas.microsoft.com/office/drawing/2014/main" id="{8124D025-3592-4FB1-B475-8DF8D1843B1B}"/>
              </a:ext>
            </a:extLst>
          </p:cNvPr>
          <p:cNvSpPr>
            <a:spLocks noGrp="1"/>
          </p:cNvSpPr>
          <p:nvPr/>
        </p:nvSpPr>
        <p:spPr>
          <a:xfrm>
            <a:off x="749696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" name="f_small_violin_5020">
            <a:extLst>
              <a:ext uri="{FF2B5EF4-FFF2-40B4-BE49-F238E27FC236}">
                <a16:creationId xmlns:a16="http://schemas.microsoft.com/office/drawing/2014/main" id="{F96DFEA5-8EC2-4DBF-8597-77018489D461}"/>
              </a:ext>
            </a:extLst>
          </p:cNvPr>
          <p:cNvSpPr>
            <a:spLocks noGrp="1"/>
          </p:cNvSpPr>
          <p:nvPr/>
        </p:nvSpPr>
        <p:spPr>
          <a:xfrm>
            <a:off x="716466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" name="f_small_violin_5021">
            <a:extLst>
              <a:ext uri="{FF2B5EF4-FFF2-40B4-BE49-F238E27FC236}">
                <a16:creationId xmlns:a16="http://schemas.microsoft.com/office/drawing/2014/main" id="{AB544C8D-E4FD-41C4-B0FD-C262C18883B1}"/>
              </a:ext>
            </a:extLst>
          </p:cNvPr>
          <p:cNvSpPr>
            <a:spLocks noGrp="1"/>
          </p:cNvSpPr>
          <p:nvPr/>
        </p:nvSpPr>
        <p:spPr>
          <a:xfrm>
            <a:off x="7344116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" name="f_small_violin_5022">
            <a:extLst>
              <a:ext uri="{FF2B5EF4-FFF2-40B4-BE49-F238E27FC236}">
                <a16:creationId xmlns:a16="http://schemas.microsoft.com/office/drawing/2014/main" id="{37F029EF-ADAD-4CD1-AFF3-CB92CD95ACB0}"/>
              </a:ext>
            </a:extLst>
          </p:cNvPr>
          <p:cNvSpPr>
            <a:spLocks noGrp="1"/>
          </p:cNvSpPr>
          <p:nvPr/>
        </p:nvSpPr>
        <p:spPr>
          <a:xfrm>
            <a:off x="719260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" name="f_small_violin_5023">
            <a:extLst>
              <a:ext uri="{FF2B5EF4-FFF2-40B4-BE49-F238E27FC236}">
                <a16:creationId xmlns:a16="http://schemas.microsoft.com/office/drawing/2014/main" id="{0489FEC6-5D93-4A19-A459-DEFE7997D3B6}"/>
              </a:ext>
            </a:extLst>
          </p:cNvPr>
          <p:cNvSpPr>
            <a:spLocks noGrp="1"/>
          </p:cNvSpPr>
          <p:nvPr/>
        </p:nvSpPr>
        <p:spPr>
          <a:xfrm>
            <a:off x="724448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" name="f_small_violin_5024">
            <a:extLst>
              <a:ext uri="{FF2B5EF4-FFF2-40B4-BE49-F238E27FC236}">
                <a16:creationId xmlns:a16="http://schemas.microsoft.com/office/drawing/2014/main" id="{5F25482F-45BC-4B85-BA75-F76C84F6F6A3}"/>
              </a:ext>
            </a:extLst>
          </p:cNvPr>
          <p:cNvSpPr>
            <a:spLocks noGrp="1"/>
          </p:cNvSpPr>
          <p:nvPr/>
        </p:nvSpPr>
        <p:spPr>
          <a:xfrm>
            <a:off x="750282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" name="f_small_violin_5025">
            <a:extLst>
              <a:ext uri="{FF2B5EF4-FFF2-40B4-BE49-F238E27FC236}">
                <a16:creationId xmlns:a16="http://schemas.microsoft.com/office/drawing/2014/main" id="{6981BFA5-43B4-43C8-BCB1-F409F1571A12}"/>
              </a:ext>
            </a:extLst>
          </p:cNvPr>
          <p:cNvSpPr>
            <a:spLocks noGrp="1"/>
          </p:cNvSpPr>
          <p:nvPr/>
        </p:nvSpPr>
        <p:spPr>
          <a:xfrm>
            <a:off x="727077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" name="f_small_violin_5026">
            <a:extLst>
              <a:ext uri="{FF2B5EF4-FFF2-40B4-BE49-F238E27FC236}">
                <a16:creationId xmlns:a16="http://schemas.microsoft.com/office/drawing/2014/main" id="{222D2401-14C2-42AC-8AF3-A7EF3652E7B4}"/>
              </a:ext>
            </a:extLst>
          </p:cNvPr>
          <p:cNvSpPr>
            <a:spLocks noGrp="1"/>
          </p:cNvSpPr>
          <p:nvPr/>
        </p:nvSpPr>
        <p:spPr>
          <a:xfrm>
            <a:off x="749588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" name="f_small_violin_5027">
            <a:extLst>
              <a:ext uri="{FF2B5EF4-FFF2-40B4-BE49-F238E27FC236}">
                <a16:creationId xmlns:a16="http://schemas.microsoft.com/office/drawing/2014/main" id="{2CDB9793-3E52-4C67-A578-30BA6B79BB8B}"/>
              </a:ext>
            </a:extLst>
          </p:cNvPr>
          <p:cNvSpPr>
            <a:spLocks noGrp="1"/>
          </p:cNvSpPr>
          <p:nvPr/>
        </p:nvSpPr>
        <p:spPr>
          <a:xfrm>
            <a:off x="723870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" name="f_small_violin_5028">
            <a:extLst>
              <a:ext uri="{FF2B5EF4-FFF2-40B4-BE49-F238E27FC236}">
                <a16:creationId xmlns:a16="http://schemas.microsoft.com/office/drawing/2014/main" id="{93CBF9A9-3793-4C18-8F46-75DC13C3EB64}"/>
              </a:ext>
            </a:extLst>
          </p:cNvPr>
          <p:cNvSpPr>
            <a:spLocks noGrp="1"/>
          </p:cNvSpPr>
          <p:nvPr/>
        </p:nvSpPr>
        <p:spPr>
          <a:xfrm>
            <a:off x="740885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" name="f_small_violin_5029">
            <a:extLst>
              <a:ext uri="{FF2B5EF4-FFF2-40B4-BE49-F238E27FC236}">
                <a16:creationId xmlns:a16="http://schemas.microsoft.com/office/drawing/2014/main" id="{0459D3E2-F799-48E1-9289-D2E601E9D858}"/>
              </a:ext>
            </a:extLst>
          </p:cNvPr>
          <p:cNvSpPr>
            <a:spLocks noGrp="1"/>
          </p:cNvSpPr>
          <p:nvPr/>
        </p:nvSpPr>
        <p:spPr>
          <a:xfrm>
            <a:off x="733955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" name="f_small_violin_5030">
            <a:extLst>
              <a:ext uri="{FF2B5EF4-FFF2-40B4-BE49-F238E27FC236}">
                <a16:creationId xmlns:a16="http://schemas.microsoft.com/office/drawing/2014/main" id="{D4E21DCD-8E60-484D-B1A6-8AF9FFE9A272}"/>
              </a:ext>
            </a:extLst>
          </p:cNvPr>
          <p:cNvSpPr>
            <a:spLocks noGrp="1"/>
          </p:cNvSpPr>
          <p:nvPr/>
        </p:nvSpPr>
        <p:spPr>
          <a:xfrm>
            <a:off x="731936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" name="f_small_violin_5031">
            <a:extLst>
              <a:ext uri="{FF2B5EF4-FFF2-40B4-BE49-F238E27FC236}">
                <a16:creationId xmlns:a16="http://schemas.microsoft.com/office/drawing/2014/main" id="{88C99A6C-7855-4C18-BBD3-DB7D53DD1304}"/>
              </a:ext>
            </a:extLst>
          </p:cNvPr>
          <p:cNvSpPr>
            <a:spLocks noGrp="1"/>
          </p:cNvSpPr>
          <p:nvPr/>
        </p:nvSpPr>
        <p:spPr>
          <a:xfrm>
            <a:off x="704134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" name="f_small_violin_5032">
            <a:extLst>
              <a:ext uri="{FF2B5EF4-FFF2-40B4-BE49-F238E27FC236}">
                <a16:creationId xmlns:a16="http://schemas.microsoft.com/office/drawing/2014/main" id="{AC92B4C5-726B-49C2-8BB6-94DB2FE9CA8A}"/>
              </a:ext>
            </a:extLst>
          </p:cNvPr>
          <p:cNvSpPr>
            <a:spLocks noGrp="1"/>
          </p:cNvSpPr>
          <p:nvPr/>
        </p:nvSpPr>
        <p:spPr>
          <a:xfrm>
            <a:off x="713155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" name="f_small_violin_5033">
            <a:extLst>
              <a:ext uri="{FF2B5EF4-FFF2-40B4-BE49-F238E27FC236}">
                <a16:creationId xmlns:a16="http://schemas.microsoft.com/office/drawing/2014/main" id="{FA6F08DA-01D2-4E68-B663-E3EE264C705E}"/>
              </a:ext>
            </a:extLst>
          </p:cNvPr>
          <p:cNvSpPr>
            <a:spLocks noGrp="1"/>
          </p:cNvSpPr>
          <p:nvPr/>
        </p:nvSpPr>
        <p:spPr>
          <a:xfrm>
            <a:off x="752136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" name="f_small_violin_5034">
            <a:extLst>
              <a:ext uri="{FF2B5EF4-FFF2-40B4-BE49-F238E27FC236}">
                <a16:creationId xmlns:a16="http://schemas.microsoft.com/office/drawing/2014/main" id="{4B1FFD00-4048-4017-A51D-E25E1999422B}"/>
              </a:ext>
            </a:extLst>
          </p:cNvPr>
          <p:cNvSpPr>
            <a:spLocks noGrp="1"/>
          </p:cNvSpPr>
          <p:nvPr/>
        </p:nvSpPr>
        <p:spPr>
          <a:xfrm>
            <a:off x="739830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" name="f_small_violin_5035">
            <a:extLst>
              <a:ext uri="{FF2B5EF4-FFF2-40B4-BE49-F238E27FC236}">
                <a16:creationId xmlns:a16="http://schemas.microsoft.com/office/drawing/2014/main" id="{49AE21D5-7F46-432A-AD2E-0309B882DF89}"/>
              </a:ext>
            </a:extLst>
          </p:cNvPr>
          <p:cNvSpPr>
            <a:spLocks noGrp="1"/>
          </p:cNvSpPr>
          <p:nvPr/>
        </p:nvSpPr>
        <p:spPr>
          <a:xfrm>
            <a:off x="7386327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" name="f_small_violin_5036">
            <a:extLst>
              <a:ext uri="{FF2B5EF4-FFF2-40B4-BE49-F238E27FC236}">
                <a16:creationId xmlns:a16="http://schemas.microsoft.com/office/drawing/2014/main" id="{BDF33C17-AAC3-4D5A-9B23-AE9F33141538}"/>
              </a:ext>
            </a:extLst>
          </p:cNvPr>
          <p:cNvSpPr>
            <a:spLocks noGrp="1"/>
          </p:cNvSpPr>
          <p:nvPr/>
        </p:nvSpPr>
        <p:spPr>
          <a:xfrm>
            <a:off x="7149800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" name="f_small_violin_5037">
            <a:extLst>
              <a:ext uri="{FF2B5EF4-FFF2-40B4-BE49-F238E27FC236}">
                <a16:creationId xmlns:a16="http://schemas.microsoft.com/office/drawing/2014/main" id="{5C5E4884-2E25-4A36-9B0D-5C788D61C827}"/>
              </a:ext>
            </a:extLst>
          </p:cNvPr>
          <p:cNvSpPr>
            <a:spLocks noGrp="1"/>
          </p:cNvSpPr>
          <p:nvPr/>
        </p:nvSpPr>
        <p:spPr>
          <a:xfrm>
            <a:off x="735584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" name="f_small_violin_5038">
            <a:extLst>
              <a:ext uri="{FF2B5EF4-FFF2-40B4-BE49-F238E27FC236}">
                <a16:creationId xmlns:a16="http://schemas.microsoft.com/office/drawing/2014/main" id="{E51B779A-FC7D-4495-BB61-714DE65CCA70}"/>
              </a:ext>
            </a:extLst>
          </p:cNvPr>
          <p:cNvSpPr>
            <a:spLocks noGrp="1"/>
          </p:cNvSpPr>
          <p:nvPr/>
        </p:nvSpPr>
        <p:spPr>
          <a:xfrm>
            <a:off x="721573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" name="f_small_violin_5039">
            <a:extLst>
              <a:ext uri="{FF2B5EF4-FFF2-40B4-BE49-F238E27FC236}">
                <a16:creationId xmlns:a16="http://schemas.microsoft.com/office/drawing/2014/main" id="{68D8FED9-1C3A-4650-BD94-1A84034748DC}"/>
              </a:ext>
            </a:extLst>
          </p:cNvPr>
          <p:cNvSpPr>
            <a:spLocks noGrp="1"/>
          </p:cNvSpPr>
          <p:nvPr/>
        </p:nvSpPr>
        <p:spPr>
          <a:xfrm>
            <a:off x="703899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" name="f_small_violin_5040">
            <a:extLst>
              <a:ext uri="{FF2B5EF4-FFF2-40B4-BE49-F238E27FC236}">
                <a16:creationId xmlns:a16="http://schemas.microsoft.com/office/drawing/2014/main" id="{4C3A8875-3F99-4693-915E-2831B3B04A3A}"/>
              </a:ext>
            </a:extLst>
          </p:cNvPr>
          <p:cNvSpPr>
            <a:spLocks noGrp="1"/>
          </p:cNvSpPr>
          <p:nvPr/>
        </p:nvSpPr>
        <p:spPr>
          <a:xfrm>
            <a:off x="709185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" name="f_small_violin_5041">
            <a:extLst>
              <a:ext uri="{FF2B5EF4-FFF2-40B4-BE49-F238E27FC236}">
                <a16:creationId xmlns:a16="http://schemas.microsoft.com/office/drawing/2014/main" id="{6E4C7743-D5F7-4766-B35E-0B292255541E}"/>
              </a:ext>
            </a:extLst>
          </p:cNvPr>
          <p:cNvSpPr>
            <a:spLocks noGrp="1"/>
          </p:cNvSpPr>
          <p:nvPr/>
        </p:nvSpPr>
        <p:spPr>
          <a:xfrm>
            <a:off x="740604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" name="f_small_violin_5042">
            <a:extLst>
              <a:ext uri="{FF2B5EF4-FFF2-40B4-BE49-F238E27FC236}">
                <a16:creationId xmlns:a16="http://schemas.microsoft.com/office/drawing/2014/main" id="{437EBB18-1B8F-4B0F-B255-0AF427ECAFFB}"/>
              </a:ext>
            </a:extLst>
          </p:cNvPr>
          <p:cNvSpPr>
            <a:spLocks noGrp="1"/>
          </p:cNvSpPr>
          <p:nvPr/>
        </p:nvSpPr>
        <p:spPr>
          <a:xfrm>
            <a:off x="747723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" name="f_small_violin_5043">
            <a:extLst>
              <a:ext uri="{FF2B5EF4-FFF2-40B4-BE49-F238E27FC236}">
                <a16:creationId xmlns:a16="http://schemas.microsoft.com/office/drawing/2014/main" id="{8EF8701A-2711-4256-B11D-B277E0483A71}"/>
              </a:ext>
            </a:extLst>
          </p:cNvPr>
          <p:cNvSpPr>
            <a:spLocks noGrp="1"/>
          </p:cNvSpPr>
          <p:nvPr/>
        </p:nvSpPr>
        <p:spPr>
          <a:xfrm>
            <a:off x="727367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" name="f_small_violin_5044">
            <a:extLst>
              <a:ext uri="{FF2B5EF4-FFF2-40B4-BE49-F238E27FC236}">
                <a16:creationId xmlns:a16="http://schemas.microsoft.com/office/drawing/2014/main" id="{A0925B64-56B5-41FB-8404-534B7FACDF09}"/>
              </a:ext>
            </a:extLst>
          </p:cNvPr>
          <p:cNvSpPr>
            <a:spLocks noGrp="1"/>
          </p:cNvSpPr>
          <p:nvPr/>
        </p:nvSpPr>
        <p:spPr>
          <a:xfrm>
            <a:off x="7324599" y="572595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" name="f_small_violin_5045">
            <a:extLst>
              <a:ext uri="{FF2B5EF4-FFF2-40B4-BE49-F238E27FC236}">
                <a16:creationId xmlns:a16="http://schemas.microsoft.com/office/drawing/2014/main" id="{F18AF930-0C41-4D46-BFD0-BB644359E30B}"/>
              </a:ext>
            </a:extLst>
          </p:cNvPr>
          <p:cNvSpPr>
            <a:spLocks noGrp="1"/>
          </p:cNvSpPr>
          <p:nvPr/>
        </p:nvSpPr>
        <p:spPr>
          <a:xfrm>
            <a:off x="719048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" name="f_small_violin_5046">
            <a:extLst>
              <a:ext uri="{FF2B5EF4-FFF2-40B4-BE49-F238E27FC236}">
                <a16:creationId xmlns:a16="http://schemas.microsoft.com/office/drawing/2014/main" id="{637DABF4-821B-45A0-8EA7-13CA639313C0}"/>
              </a:ext>
            </a:extLst>
          </p:cNvPr>
          <p:cNvSpPr>
            <a:spLocks noGrp="1"/>
          </p:cNvSpPr>
          <p:nvPr/>
        </p:nvSpPr>
        <p:spPr>
          <a:xfrm>
            <a:off x="7078466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" name="f_small_violin_5047">
            <a:extLst>
              <a:ext uri="{FF2B5EF4-FFF2-40B4-BE49-F238E27FC236}">
                <a16:creationId xmlns:a16="http://schemas.microsoft.com/office/drawing/2014/main" id="{758427A7-68FE-45E0-B2E5-B6CE83C5292B}"/>
              </a:ext>
            </a:extLst>
          </p:cNvPr>
          <p:cNvSpPr>
            <a:spLocks noGrp="1"/>
          </p:cNvSpPr>
          <p:nvPr/>
        </p:nvSpPr>
        <p:spPr>
          <a:xfrm>
            <a:off x="7130610" y="392418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" name="f_small_violin_5048">
            <a:extLst>
              <a:ext uri="{FF2B5EF4-FFF2-40B4-BE49-F238E27FC236}">
                <a16:creationId xmlns:a16="http://schemas.microsoft.com/office/drawing/2014/main" id="{1CAA9F98-DBE6-466F-8301-B0FFC70B6D4B}"/>
              </a:ext>
            </a:extLst>
          </p:cNvPr>
          <p:cNvSpPr>
            <a:spLocks noGrp="1"/>
          </p:cNvSpPr>
          <p:nvPr/>
        </p:nvSpPr>
        <p:spPr>
          <a:xfrm>
            <a:off x="706518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" name="f_small_violin_5049">
            <a:extLst>
              <a:ext uri="{FF2B5EF4-FFF2-40B4-BE49-F238E27FC236}">
                <a16:creationId xmlns:a16="http://schemas.microsoft.com/office/drawing/2014/main" id="{A1265BBC-22D7-42A1-AE3F-CAC76E31252C}"/>
              </a:ext>
            </a:extLst>
          </p:cNvPr>
          <p:cNvSpPr>
            <a:spLocks noGrp="1"/>
          </p:cNvSpPr>
          <p:nvPr/>
        </p:nvSpPr>
        <p:spPr>
          <a:xfrm>
            <a:off x="716542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" name="f_small_violin_5050">
            <a:extLst>
              <a:ext uri="{FF2B5EF4-FFF2-40B4-BE49-F238E27FC236}">
                <a16:creationId xmlns:a16="http://schemas.microsoft.com/office/drawing/2014/main" id="{791B4E30-B4A0-4366-84ED-1ADA2E81C17E}"/>
              </a:ext>
            </a:extLst>
          </p:cNvPr>
          <p:cNvSpPr>
            <a:spLocks noGrp="1"/>
          </p:cNvSpPr>
          <p:nvPr/>
        </p:nvSpPr>
        <p:spPr>
          <a:xfrm>
            <a:off x="711799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" name="f_small_violin_5051">
            <a:extLst>
              <a:ext uri="{FF2B5EF4-FFF2-40B4-BE49-F238E27FC236}">
                <a16:creationId xmlns:a16="http://schemas.microsoft.com/office/drawing/2014/main" id="{95184D95-2A19-4FF1-8BEB-E25B652170ED}"/>
              </a:ext>
            </a:extLst>
          </p:cNvPr>
          <p:cNvSpPr>
            <a:spLocks noGrp="1"/>
          </p:cNvSpPr>
          <p:nvPr/>
        </p:nvSpPr>
        <p:spPr>
          <a:xfrm>
            <a:off x="721018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" name="f_small_violin_5052">
            <a:extLst>
              <a:ext uri="{FF2B5EF4-FFF2-40B4-BE49-F238E27FC236}">
                <a16:creationId xmlns:a16="http://schemas.microsoft.com/office/drawing/2014/main" id="{34ACA3E4-D0BC-4B86-8270-83F1B87D5117}"/>
              </a:ext>
            </a:extLst>
          </p:cNvPr>
          <p:cNvSpPr>
            <a:spLocks noGrp="1"/>
          </p:cNvSpPr>
          <p:nvPr/>
        </p:nvSpPr>
        <p:spPr>
          <a:xfrm>
            <a:off x="739909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" name="f_small_violin_5053">
            <a:extLst>
              <a:ext uri="{FF2B5EF4-FFF2-40B4-BE49-F238E27FC236}">
                <a16:creationId xmlns:a16="http://schemas.microsoft.com/office/drawing/2014/main" id="{53D2218D-8D9C-40F8-9D66-2D2F8B0FB6D2}"/>
              </a:ext>
            </a:extLst>
          </p:cNvPr>
          <p:cNvSpPr>
            <a:spLocks noGrp="1"/>
          </p:cNvSpPr>
          <p:nvPr/>
        </p:nvSpPr>
        <p:spPr>
          <a:xfrm>
            <a:off x="721035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" name="f_small_violin_5054">
            <a:extLst>
              <a:ext uri="{FF2B5EF4-FFF2-40B4-BE49-F238E27FC236}">
                <a16:creationId xmlns:a16="http://schemas.microsoft.com/office/drawing/2014/main" id="{BB63C136-4164-454A-9E51-75A9629E889B}"/>
              </a:ext>
            </a:extLst>
          </p:cNvPr>
          <p:cNvSpPr>
            <a:spLocks noGrp="1"/>
          </p:cNvSpPr>
          <p:nvPr/>
        </p:nvSpPr>
        <p:spPr>
          <a:xfrm>
            <a:off x="743767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" name="f_small_violin_5055">
            <a:extLst>
              <a:ext uri="{FF2B5EF4-FFF2-40B4-BE49-F238E27FC236}">
                <a16:creationId xmlns:a16="http://schemas.microsoft.com/office/drawing/2014/main" id="{769B9E59-D412-4ABA-9571-B542C7E42036}"/>
              </a:ext>
            </a:extLst>
          </p:cNvPr>
          <p:cNvSpPr>
            <a:spLocks noGrp="1"/>
          </p:cNvSpPr>
          <p:nvPr/>
        </p:nvSpPr>
        <p:spPr>
          <a:xfrm>
            <a:off x="7897770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684756" y="3685436"/>
                </a:moveTo>
                <a:lnTo>
                  <a:pt x="97839" y="3685436"/>
                </a:lnTo>
                <a:lnTo>
                  <a:pt x="100995" y="3662402"/>
                </a:lnTo>
                <a:lnTo>
                  <a:pt x="110256" y="3639368"/>
                </a:lnTo>
                <a:lnTo>
                  <a:pt x="125023" y="3616334"/>
                </a:lnTo>
                <a:lnTo>
                  <a:pt x="144368" y="3593300"/>
                </a:lnTo>
                <a:lnTo>
                  <a:pt x="167130" y="3570266"/>
                </a:lnTo>
                <a:lnTo>
                  <a:pt x="192026" y="3547232"/>
                </a:lnTo>
                <a:lnTo>
                  <a:pt x="217771" y="3524198"/>
                </a:lnTo>
                <a:lnTo>
                  <a:pt x="243180" y="3501164"/>
                </a:lnTo>
                <a:lnTo>
                  <a:pt x="267249" y="3478130"/>
                </a:lnTo>
                <a:lnTo>
                  <a:pt x="289210" y="3455096"/>
                </a:lnTo>
                <a:lnTo>
                  <a:pt x="308550" y="3432062"/>
                </a:lnTo>
                <a:lnTo>
                  <a:pt x="325007" y="3409028"/>
                </a:lnTo>
                <a:lnTo>
                  <a:pt x="338538" y="3385994"/>
                </a:lnTo>
                <a:lnTo>
                  <a:pt x="349278" y="3362960"/>
                </a:lnTo>
                <a:lnTo>
                  <a:pt x="357489" y="3339926"/>
                </a:lnTo>
                <a:lnTo>
                  <a:pt x="363515" y="3316892"/>
                </a:lnTo>
                <a:lnTo>
                  <a:pt x="367734" y="3293858"/>
                </a:lnTo>
                <a:lnTo>
                  <a:pt x="370524" y="3270824"/>
                </a:lnTo>
                <a:lnTo>
                  <a:pt x="372240" y="3247790"/>
                </a:lnTo>
                <a:lnTo>
                  <a:pt x="373196" y="3224756"/>
                </a:lnTo>
                <a:lnTo>
                  <a:pt x="373654" y="3201722"/>
                </a:lnTo>
                <a:lnTo>
                  <a:pt x="373828" y="3178688"/>
                </a:lnTo>
                <a:lnTo>
                  <a:pt x="373879" y="3155654"/>
                </a:lnTo>
                <a:lnTo>
                  <a:pt x="373923" y="3132620"/>
                </a:lnTo>
                <a:lnTo>
                  <a:pt x="374035" y="3109586"/>
                </a:lnTo>
                <a:lnTo>
                  <a:pt x="374258" y="3086552"/>
                </a:lnTo>
                <a:lnTo>
                  <a:pt x="374607" y="3063518"/>
                </a:lnTo>
                <a:lnTo>
                  <a:pt x="375072" y="3040485"/>
                </a:lnTo>
                <a:lnTo>
                  <a:pt x="375631" y="3017451"/>
                </a:lnTo>
                <a:lnTo>
                  <a:pt x="376244" y="2994417"/>
                </a:lnTo>
                <a:lnTo>
                  <a:pt x="376865" y="2971383"/>
                </a:lnTo>
                <a:lnTo>
                  <a:pt x="377438" y="2948349"/>
                </a:lnTo>
                <a:lnTo>
                  <a:pt x="377905" y="2925315"/>
                </a:lnTo>
                <a:lnTo>
                  <a:pt x="378207" y="2902281"/>
                </a:lnTo>
                <a:lnTo>
                  <a:pt x="378287" y="2879247"/>
                </a:lnTo>
                <a:lnTo>
                  <a:pt x="378092" y="2856213"/>
                </a:lnTo>
                <a:lnTo>
                  <a:pt x="377578" y="2833179"/>
                </a:lnTo>
                <a:lnTo>
                  <a:pt x="376711" y="2810145"/>
                </a:lnTo>
                <a:lnTo>
                  <a:pt x="375471" y="2787111"/>
                </a:lnTo>
                <a:lnTo>
                  <a:pt x="373854" y="2764077"/>
                </a:lnTo>
                <a:lnTo>
                  <a:pt x="371874" y="2741043"/>
                </a:lnTo>
                <a:lnTo>
                  <a:pt x="369566" y="2718009"/>
                </a:lnTo>
                <a:lnTo>
                  <a:pt x="366983" y="2694975"/>
                </a:lnTo>
                <a:lnTo>
                  <a:pt x="364200" y="2671941"/>
                </a:lnTo>
                <a:lnTo>
                  <a:pt x="361308" y="2648907"/>
                </a:lnTo>
                <a:lnTo>
                  <a:pt x="358416" y="2625873"/>
                </a:lnTo>
                <a:lnTo>
                  <a:pt x="355643" y="2602839"/>
                </a:lnTo>
                <a:lnTo>
                  <a:pt x="353114" y="2579805"/>
                </a:lnTo>
                <a:lnTo>
                  <a:pt x="350953" y="2556771"/>
                </a:lnTo>
                <a:lnTo>
                  <a:pt x="349275" y="2533737"/>
                </a:lnTo>
                <a:lnTo>
                  <a:pt x="348176" y="2510703"/>
                </a:lnTo>
                <a:lnTo>
                  <a:pt x="347727" y="2487669"/>
                </a:lnTo>
                <a:lnTo>
                  <a:pt x="347966" y="2464635"/>
                </a:lnTo>
                <a:lnTo>
                  <a:pt x="348895" y="2441601"/>
                </a:lnTo>
                <a:lnTo>
                  <a:pt x="350478" y="2418567"/>
                </a:lnTo>
                <a:lnTo>
                  <a:pt x="352645" y="2395533"/>
                </a:lnTo>
                <a:lnTo>
                  <a:pt x="355296" y="2372499"/>
                </a:lnTo>
                <a:lnTo>
                  <a:pt x="358307" y="2349465"/>
                </a:lnTo>
                <a:lnTo>
                  <a:pt x="361543" y="2326431"/>
                </a:lnTo>
                <a:lnTo>
                  <a:pt x="364864" y="2303397"/>
                </a:lnTo>
                <a:lnTo>
                  <a:pt x="368136" y="2280363"/>
                </a:lnTo>
                <a:lnTo>
                  <a:pt x="371237" y="2257329"/>
                </a:lnTo>
                <a:lnTo>
                  <a:pt x="374061" y="2234295"/>
                </a:lnTo>
                <a:lnTo>
                  <a:pt x="376521" y="2211261"/>
                </a:lnTo>
                <a:lnTo>
                  <a:pt x="378554" y="2188228"/>
                </a:lnTo>
                <a:lnTo>
                  <a:pt x="380115" y="2165194"/>
                </a:lnTo>
                <a:lnTo>
                  <a:pt x="381180" y="2142160"/>
                </a:lnTo>
                <a:lnTo>
                  <a:pt x="381745" y="2119126"/>
                </a:lnTo>
                <a:lnTo>
                  <a:pt x="381824" y="2096092"/>
                </a:lnTo>
                <a:lnTo>
                  <a:pt x="381448" y="2073058"/>
                </a:lnTo>
                <a:lnTo>
                  <a:pt x="380670" y="2050024"/>
                </a:lnTo>
                <a:lnTo>
                  <a:pt x="379559" y="2026990"/>
                </a:lnTo>
                <a:lnTo>
                  <a:pt x="378201" y="2003956"/>
                </a:lnTo>
                <a:lnTo>
                  <a:pt x="376698" y="1980922"/>
                </a:lnTo>
                <a:lnTo>
                  <a:pt x="375159" y="1957888"/>
                </a:lnTo>
                <a:lnTo>
                  <a:pt x="373701" y="1934854"/>
                </a:lnTo>
                <a:lnTo>
                  <a:pt x="372433" y="1911820"/>
                </a:lnTo>
                <a:lnTo>
                  <a:pt x="371455" y="1888786"/>
                </a:lnTo>
                <a:lnTo>
                  <a:pt x="370846" y="1865752"/>
                </a:lnTo>
                <a:lnTo>
                  <a:pt x="370658" y="1842718"/>
                </a:lnTo>
                <a:lnTo>
                  <a:pt x="370912" y="1819684"/>
                </a:lnTo>
                <a:lnTo>
                  <a:pt x="371597" y="1796650"/>
                </a:lnTo>
                <a:lnTo>
                  <a:pt x="372672" y="1773616"/>
                </a:lnTo>
                <a:lnTo>
                  <a:pt x="374071" y="1750582"/>
                </a:lnTo>
                <a:lnTo>
                  <a:pt x="375709" y="1727548"/>
                </a:lnTo>
                <a:lnTo>
                  <a:pt x="377494" y="1704514"/>
                </a:lnTo>
                <a:lnTo>
                  <a:pt x="379329" y="1681480"/>
                </a:lnTo>
                <a:lnTo>
                  <a:pt x="381128" y="1658446"/>
                </a:lnTo>
                <a:lnTo>
                  <a:pt x="382814" y="1635412"/>
                </a:lnTo>
                <a:lnTo>
                  <a:pt x="384329" y="1612378"/>
                </a:lnTo>
                <a:lnTo>
                  <a:pt x="385630" y="1589344"/>
                </a:lnTo>
                <a:lnTo>
                  <a:pt x="386694" y="1566310"/>
                </a:lnTo>
                <a:lnTo>
                  <a:pt x="387509" y="1543276"/>
                </a:lnTo>
                <a:lnTo>
                  <a:pt x="388079" y="1520242"/>
                </a:lnTo>
                <a:lnTo>
                  <a:pt x="388413" y="1497208"/>
                </a:lnTo>
                <a:lnTo>
                  <a:pt x="388530" y="1474174"/>
                </a:lnTo>
                <a:lnTo>
                  <a:pt x="388448" y="1451140"/>
                </a:lnTo>
                <a:lnTo>
                  <a:pt x="388190" y="1428106"/>
                </a:lnTo>
                <a:lnTo>
                  <a:pt x="387776" y="1405072"/>
                </a:lnTo>
                <a:lnTo>
                  <a:pt x="387229" y="1382038"/>
                </a:lnTo>
                <a:lnTo>
                  <a:pt x="386566" y="1359004"/>
                </a:lnTo>
                <a:lnTo>
                  <a:pt x="385805" y="1335970"/>
                </a:lnTo>
                <a:lnTo>
                  <a:pt x="384962" y="1312937"/>
                </a:lnTo>
                <a:lnTo>
                  <a:pt x="384046" y="1289903"/>
                </a:lnTo>
                <a:lnTo>
                  <a:pt x="383068" y="1266869"/>
                </a:lnTo>
                <a:lnTo>
                  <a:pt x="382031" y="1243835"/>
                </a:lnTo>
                <a:lnTo>
                  <a:pt x="380939" y="1220801"/>
                </a:lnTo>
                <a:lnTo>
                  <a:pt x="379796" y="1197767"/>
                </a:lnTo>
                <a:lnTo>
                  <a:pt x="378603" y="1174733"/>
                </a:lnTo>
                <a:lnTo>
                  <a:pt x="377368" y="1151699"/>
                </a:lnTo>
                <a:lnTo>
                  <a:pt x="376102" y="1128665"/>
                </a:lnTo>
                <a:lnTo>
                  <a:pt x="374824" y="1105631"/>
                </a:lnTo>
                <a:lnTo>
                  <a:pt x="373561" y="1082597"/>
                </a:lnTo>
                <a:lnTo>
                  <a:pt x="372345" y="1059563"/>
                </a:lnTo>
                <a:lnTo>
                  <a:pt x="371215" y="1036529"/>
                </a:lnTo>
                <a:lnTo>
                  <a:pt x="370210" y="1013495"/>
                </a:lnTo>
                <a:lnTo>
                  <a:pt x="369369" y="990461"/>
                </a:lnTo>
                <a:lnTo>
                  <a:pt x="368721" y="967427"/>
                </a:lnTo>
                <a:lnTo>
                  <a:pt x="368288" y="944393"/>
                </a:lnTo>
                <a:lnTo>
                  <a:pt x="368077" y="921359"/>
                </a:lnTo>
                <a:lnTo>
                  <a:pt x="368081" y="898325"/>
                </a:lnTo>
                <a:lnTo>
                  <a:pt x="368279" y="875291"/>
                </a:lnTo>
                <a:lnTo>
                  <a:pt x="368640" y="852257"/>
                </a:lnTo>
                <a:lnTo>
                  <a:pt x="369123" y="829223"/>
                </a:lnTo>
                <a:lnTo>
                  <a:pt x="369688" y="806189"/>
                </a:lnTo>
                <a:lnTo>
                  <a:pt x="370296" y="783155"/>
                </a:lnTo>
                <a:lnTo>
                  <a:pt x="370913" y="760121"/>
                </a:lnTo>
                <a:lnTo>
                  <a:pt x="371516" y="737087"/>
                </a:lnTo>
                <a:lnTo>
                  <a:pt x="372093" y="714053"/>
                </a:lnTo>
                <a:lnTo>
                  <a:pt x="372641" y="691019"/>
                </a:lnTo>
                <a:lnTo>
                  <a:pt x="373163" y="667985"/>
                </a:lnTo>
                <a:lnTo>
                  <a:pt x="373667" y="644951"/>
                </a:lnTo>
                <a:lnTo>
                  <a:pt x="374158" y="621917"/>
                </a:lnTo>
                <a:lnTo>
                  <a:pt x="374634" y="598883"/>
                </a:lnTo>
                <a:lnTo>
                  <a:pt x="375076" y="575849"/>
                </a:lnTo>
                <a:lnTo>
                  <a:pt x="375450" y="552815"/>
                </a:lnTo>
                <a:lnTo>
                  <a:pt x="375692" y="529781"/>
                </a:lnTo>
                <a:lnTo>
                  <a:pt x="375705" y="506747"/>
                </a:lnTo>
                <a:lnTo>
                  <a:pt x="375353" y="483713"/>
                </a:lnTo>
                <a:lnTo>
                  <a:pt x="374447" y="460679"/>
                </a:lnTo>
                <a:lnTo>
                  <a:pt x="372745" y="437646"/>
                </a:lnTo>
                <a:lnTo>
                  <a:pt x="369940" y="414612"/>
                </a:lnTo>
                <a:lnTo>
                  <a:pt x="365664" y="391578"/>
                </a:lnTo>
                <a:lnTo>
                  <a:pt x="359489" y="368544"/>
                </a:lnTo>
                <a:lnTo>
                  <a:pt x="350948" y="345510"/>
                </a:lnTo>
                <a:lnTo>
                  <a:pt x="339559" y="322476"/>
                </a:lnTo>
                <a:lnTo>
                  <a:pt x="324876" y="299442"/>
                </a:lnTo>
                <a:lnTo>
                  <a:pt x="306539" y="276408"/>
                </a:lnTo>
                <a:lnTo>
                  <a:pt x="284348" y="253374"/>
                </a:lnTo>
                <a:lnTo>
                  <a:pt x="258330" y="230340"/>
                </a:lnTo>
                <a:lnTo>
                  <a:pt x="228803" y="207306"/>
                </a:lnTo>
                <a:lnTo>
                  <a:pt x="196426" y="184272"/>
                </a:lnTo>
                <a:lnTo>
                  <a:pt x="162207" y="161238"/>
                </a:lnTo>
                <a:lnTo>
                  <a:pt x="127485" y="138204"/>
                </a:lnTo>
                <a:lnTo>
                  <a:pt x="93856" y="115170"/>
                </a:lnTo>
                <a:lnTo>
                  <a:pt x="63066" y="92136"/>
                </a:lnTo>
                <a:lnTo>
                  <a:pt x="36866" y="69102"/>
                </a:lnTo>
                <a:lnTo>
                  <a:pt x="16847" y="46068"/>
                </a:lnTo>
                <a:lnTo>
                  <a:pt x="4283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312" y="23034"/>
                </a:lnTo>
                <a:lnTo>
                  <a:pt x="765748" y="46068"/>
                </a:lnTo>
                <a:lnTo>
                  <a:pt x="745728" y="69102"/>
                </a:lnTo>
                <a:lnTo>
                  <a:pt x="719528" y="92136"/>
                </a:lnTo>
                <a:lnTo>
                  <a:pt x="688739" y="115170"/>
                </a:lnTo>
                <a:lnTo>
                  <a:pt x="655110" y="138204"/>
                </a:lnTo>
                <a:lnTo>
                  <a:pt x="620388" y="161238"/>
                </a:lnTo>
                <a:lnTo>
                  <a:pt x="586169" y="184272"/>
                </a:lnTo>
                <a:lnTo>
                  <a:pt x="553791" y="207306"/>
                </a:lnTo>
                <a:lnTo>
                  <a:pt x="524265" y="230340"/>
                </a:lnTo>
                <a:lnTo>
                  <a:pt x="498246" y="253374"/>
                </a:lnTo>
                <a:lnTo>
                  <a:pt x="476055" y="276408"/>
                </a:lnTo>
                <a:lnTo>
                  <a:pt x="457719" y="299442"/>
                </a:lnTo>
                <a:lnTo>
                  <a:pt x="443035" y="322476"/>
                </a:lnTo>
                <a:lnTo>
                  <a:pt x="431647" y="345510"/>
                </a:lnTo>
                <a:lnTo>
                  <a:pt x="423106" y="368544"/>
                </a:lnTo>
                <a:lnTo>
                  <a:pt x="416931" y="391578"/>
                </a:lnTo>
                <a:lnTo>
                  <a:pt x="412655" y="414612"/>
                </a:lnTo>
                <a:lnTo>
                  <a:pt x="409850" y="437646"/>
                </a:lnTo>
                <a:lnTo>
                  <a:pt x="408148" y="460679"/>
                </a:lnTo>
                <a:lnTo>
                  <a:pt x="407242" y="483713"/>
                </a:lnTo>
                <a:lnTo>
                  <a:pt x="406889" y="506747"/>
                </a:lnTo>
                <a:lnTo>
                  <a:pt x="406903" y="529781"/>
                </a:lnTo>
                <a:lnTo>
                  <a:pt x="407145" y="552815"/>
                </a:lnTo>
                <a:lnTo>
                  <a:pt x="407518" y="575849"/>
                </a:lnTo>
                <a:lnTo>
                  <a:pt x="407961" y="598883"/>
                </a:lnTo>
                <a:lnTo>
                  <a:pt x="408436" y="621917"/>
                </a:lnTo>
                <a:lnTo>
                  <a:pt x="408927" y="644951"/>
                </a:lnTo>
                <a:lnTo>
                  <a:pt x="409431" y="667985"/>
                </a:lnTo>
                <a:lnTo>
                  <a:pt x="409954" y="691019"/>
                </a:lnTo>
                <a:lnTo>
                  <a:pt x="410501" y="714053"/>
                </a:lnTo>
                <a:lnTo>
                  <a:pt x="411079" y="737087"/>
                </a:lnTo>
                <a:lnTo>
                  <a:pt x="411682" y="760121"/>
                </a:lnTo>
                <a:lnTo>
                  <a:pt x="412299" y="783155"/>
                </a:lnTo>
                <a:lnTo>
                  <a:pt x="412906" y="806189"/>
                </a:lnTo>
                <a:lnTo>
                  <a:pt x="413471" y="829223"/>
                </a:lnTo>
                <a:lnTo>
                  <a:pt x="413955" y="852257"/>
                </a:lnTo>
                <a:lnTo>
                  <a:pt x="414315" y="875291"/>
                </a:lnTo>
                <a:lnTo>
                  <a:pt x="414514" y="898325"/>
                </a:lnTo>
                <a:lnTo>
                  <a:pt x="414518" y="921359"/>
                </a:lnTo>
                <a:lnTo>
                  <a:pt x="414307" y="944393"/>
                </a:lnTo>
                <a:lnTo>
                  <a:pt x="413874" y="967427"/>
                </a:lnTo>
                <a:lnTo>
                  <a:pt x="413226" y="990461"/>
                </a:lnTo>
                <a:lnTo>
                  <a:pt x="412384" y="1013495"/>
                </a:lnTo>
                <a:lnTo>
                  <a:pt x="411379" y="1036529"/>
                </a:lnTo>
                <a:lnTo>
                  <a:pt x="410249" y="1059563"/>
                </a:lnTo>
                <a:lnTo>
                  <a:pt x="409034" y="1082597"/>
                </a:lnTo>
                <a:lnTo>
                  <a:pt x="407770" y="1105631"/>
                </a:lnTo>
                <a:lnTo>
                  <a:pt x="406493" y="1128665"/>
                </a:lnTo>
                <a:lnTo>
                  <a:pt x="405227" y="1151699"/>
                </a:lnTo>
                <a:lnTo>
                  <a:pt x="403992" y="1174733"/>
                </a:lnTo>
                <a:lnTo>
                  <a:pt x="402799" y="1197767"/>
                </a:lnTo>
                <a:lnTo>
                  <a:pt x="401655" y="1220801"/>
                </a:lnTo>
                <a:lnTo>
                  <a:pt x="400564" y="1243835"/>
                </a:lnTo>
                <a:lnTo>
                  <a:pt x="399527" y="1266869"/>
                </a:lnTo>
                <a:lnTo>
                  <a:pt x="398548" y="1289903"/>
                </a:lnTo>
                <a:lnTo>
                  <a:pt x="397633" y="1312937"/>
                </a:lnTo>
                <a:lnTo>
                  <a:pt x="396789" y="1335970"/>
                </a:lnTo>
                <a:lnTo>
                  <a:pt x="396029" y="1359004"/>
                </a:lnTo>
                <a:lnTo>
                  <a:pt x="395366" y="1382038"/>
                </a:lnTo>
                <a:lnTo>
                  <a:pt x="394818" y="1405072"/>
                </a:lnTo>
                <a:lnTo>
                  <a:pt x="394405" y="1428106"/>
                </a:lnTo>
                <a:lnTo>
                  <a:pt x="394147" y="1451140"/>
                </a:lnTo>
                <a:lnTo>
                  <a:pt x="394065" y="1474174"/>
                </a:lnTo>
                <a:lnTo>
                  <a:pt x="394181" y="1497208"/>
                </a:lnTo>
                <a:lnTo>
                  <a:pt x="394516" y="1520242"/>
                </a:lnTo>
                <a:lnTo>
                  <a:pt x="395086" y="1543276"/>
                </a:lnTo>
                <a:lnTo>
                  <a:pt x="395901" y="1566310"/>
                </a:lnTo>
                <a:lnTo>
                  <a:pt x="396964" y="1589344"/>
                </a:lnTo>
                <a:lnTo>
                  <a:pt x="398266" y="1612378"/>
                </a:lnTo>
                <a:lnTo>
                  <a:pt x="399780" y="1635412"/>
                </a:lnTo>
                <a:lnTo>
                  <a:pt x="401467" y="1658446"/>
                </a:lnTo>
                <a:lnTo>
                  <a:pt x="403265" y="1681480"/>
                </a:lnTo>
                <a:lnTo>
                  <a:pt x="405101" y="1704514"/>
                </a:lnTo>
                <a:lnTo>
                  <a:pt x="406885" y="1727548"/>
                </a:lnTo>
                <a:lnTo>
                  <a:pt x="408524" y="1750582"/>
                </a:lnTo>
                <a:lnTo>
                  <a:pt x="409923" y="1773616"/>
                </a:lnTo>
                <a:lnTo>
                  <a:pt x="410998" y="1796650"/>
                </a:lnTo>
                <a:lnTo>
                  <a:pt x="411683" y="1819684"/>
                </a:lnTo>
                <a:lnTo>
                  <a:pt x="411937" y="1842718"/>
                </a:lnTo>
                <a:lnTo>
                  <a:pt x="411748" y="1865752"/>
                </a:lnTo>
                <a:lnTo>
                  <a:pt x="411139" y="1888786"/>
                </a:lnTo>
                <a:lnTo>
                  <a:pt x="410161" y="1911820"/>
                </a:lnTo>
                <a:lnTo>
                  <a:pt x="408894" y="1934854"/>
                </a:lnTo>
                <a:lnTo>
                  <a:pt x="407435" y="1957888"/>
                </a:lnTo>
                <a:lnTo>
                  <a:pt x="405897" y="1980922"/>
                </a:lnTo>
                <a:lnTo>
                  <a:pt x="404394" y="2003956"/>
                </a:lnTo>
                <a:lnTo>
                  <a:pt x="403036" y="2026990"/>
                </a:lnTo>
                <a:lnTo>
                  <a:pt x="401924" y="2050024"/>
                </a:lnTo>
                <a:lnTo>
                  <a:pt x="401146" y="2073058"/>
                </a:lnTo>
                <a:lnTo>
                  <a:pt x="400771" y="2096092"/>
                </a:lnTo>
                <a:lnTo>
                  <a:pt x="400849" y="2119126"/>
                </a:lnTo>
                <a:lnTo>
                  <a:pt x="401414" y="2142160"/>
                </a:lnTo>
                <a:lnTo>
                  <a:pt x="402480" y="2165194"/>
                </a:lnTo>
                <a:lnTo>
                  <a:pt x="404041" y="2188228"/>
                </a:lnTo>
                <a:lnTo>
                  <a:pt x="406073" y="2211261"/>
                </a:lnTo>
                <a:lnTo>
                  <a:pt x="408534" y="2234295"/>
                </a:lnTo>
                <a:lnTo>
                  <a:pt x="411358" y="2257329"/>
                </a:lnTo>
                <a:lnTo>
                  <a:pt x="414458" y="2280363"/>
                </a:lnTo>
                <a:lnTo>
                  <a:pt x="417731" y="2303397"/>
                </a:lnTo>
                <a:lnTo>
                  <a:pt x="421052" y="2326431"/>
                </a:lnTo>
                <a:lnTo>
                  <a:pt x="424288" y="2349465"/>
                </a:lnTo>
                <a:lnTo>
                  <a:pt x="427299" y="2372499"/>
                </a:lnTo>
                <a:lnTo>
                  <a:pt x="429950" y="2395533"/>
                </a:lnTo>
                <a:lnTo>
                  <a:pt x="432117" y="2418567"/>
                </a:lnTo>
                <a:lnTo>
                  <a:pt x="433700" y="2441601"/>
                </a:lnTo>
                <a:lnTo>
                  <a:pt x="434629" y="2464635"/>
                </a:lnTo>
                <a:lnTo>
                  <a:pt x="434868" y="2487669"/>
                </a:lnTo>
                <a:lnTo>
                  <a:pt x="434418" y="2510703"/>
                </a:lnTo>
                <a:lnTo>
                  <a:pt x="433320" y="2533737"/>
                </a:lnTo>
                <a:lnTo>
                  <a:pt x="431642" y="2556771"/>
                </a:lnTo>
                <a:lnTo>
                  <a:pt x="429481" y="2579805"/>
                </a:lnTo>
                <a:lnTo>
                  <a:pt x="426952" y="2602839"/>
                </a:lnTo>
                <a:lnTo>
                  <a:pt x="424179" y="2625873"/>
                </a:lnTo>
                <a:lnTo>
                  <a:pt x="421287" y="2648907"/>
                </a:lnTo>
                <a:lnTo>
                  <a:pt x="418395" y="2671941"/>
                </a:lnTo>
                <a:lnTo>
                  <a:pt x="415611" y="2694975"/>
                </a:lnTo>
                <a:lnTo>
                  <a:pt x="413029" y="2718009"/>
                </a:lnTo>
                <a:lnTo>
                  <a:pt x="410720" y="2741043"/>
                </a:lnTo>
                <a:lnTo>
                  <a:pt x="408741" y="2764077"/>
                </a:lnTo>
                <a:lnTo>
                  <a:pt x="407124" y="2787111"/>
                </a:lnTo>
                <a:lnTo>
                  <a:pt x="405884" y="2810145"/>
                </a:lnTo>
                <a:lnTo>
                  <a:pt x="405017" y="2833179"/>
                </a:lnTo>
                <a:lnTo>
                  <a:pt x="404503" y="2856213"/>
                </a:lnTo>
                <a:lnTo>
                  <a:pt x="404308" y="2879247"/>
                </a:lnTo>
                <a:lnTo>
                  <a:pt x="404388" y="2902281"/>
                </a:lnTo>
                <a:lnTo>
                  <a:pt x="404690" y="2925315"/>
                </a:lnTo>
                <a:lnTo>
                  <a:pt x="405157" y="2948349"/>
                </a:lnTo>
                <a:lnTo>
                  <a:pt x="405730" y="2971383"/>
                </a:lnTo>
                <a:lnTo>
                  <a:pt x="406350" y="2994417"/>
                </a:lnTo>
                <a:lnTo>
                  <a:pt x="406964" y="3017451"/>
                </a:lnTo>
                <a:lnTo>
                  <a:pt x="407522" y="3040485"/>
                </a:lnTo>
                <a:lnTo>
                  <a:pt x="407988" y="3063518"/>
                </a:lnTo>
                <a:lnTo>
                  <a:pt x="408336" y="3086552"/>
                </a:lnTo>
                <a:lnTo>
                  <a:pt x="408559" y="3109586"/>
                </a:lnTo>
                <a:lnTo>
                  <a:pt x="408672" y="3132620"/>
                </a:lnTo>
                <a:lnTo>
                  <a:pt x="408715" y="3155654"/>
                </a:lnTo>
                <a:lnTo>
                  <a:pt x="408766" y="3178688"/>
                </a:lnTo>
                <a:lnTo>
                  <a:pt x="408940" y="3201722"/>
                </a:lnTo>
                <a:lnTo>
                  <a:pt x="409399" y="3224756"/>
                </a:lnTo>
                <a:lnTo>
                  <a:pt x="410354" y="3247790"/>
                </a:lnTo>
                <a:lnTo>
                  <a:pt x="412070" y="3270824"/>
                </a:lnTo>
                <a:lnTo>
                  <a:pt x="414861" y="3293858"/>
                </a:lnTo>
                <a:lnTo>
                  <a:pt x="419079" y="3316892"/>
                </a:lnTo>
                <a:lnTo>
                  <a:pt x="425105" y="3339926"/>
                </a:lnTo>
                <a:lnTo>
                  <a:pt x="433317" y="3362960"/>
                </a:lnTo>
                <a:lnTo>
                  <a:pt x="444057" y="3385994"/>
                </a:lnTo>
                <a:lnTo>
                  <a:pt x="457587" y="3409028"/>
                </a:lnTo>
                <a:lnTo>
                  <a:pt x="474044" y="3432062"/>
                </a:lnTo>
                <a:lnTo>
                  <a:pt x="493385" y="3455096"/>
                </a:lnTo>
                <a:lnTo>
                  <a:pt x="515346" y="3478130"/>
                </a:lnTo>
                <a:lnTo>
                  <a:pt x="539415" y="3501164"/>
                </a:lnTo>
                <a:lnTo>
                  <a:pt x="564823" y="3524198"/>
                </a:lnTo>
                <a:lnTo>
                  <a:pt x="590569" y="3547232"/>
                </a:lnTo>
                <a:lnTo>
                  <a:pt x="615465" y="3570266"/>
                </a:lnTo>
                <a:lnTo>
                  <a:pt x="638227" y="3593300"/>
                </a:lnTo>
                <a:lnTo>
                  <a:pt x="657572" y="3616334"/>
                </a:lnTo>
                <a:lnTo>
                  <a:pt x="672339" y="3639368"/>
                </a:lnTo>
                <a:lnTo>
                  <a:pt x="681600" y="3662402"/>
                </a:lnTo>
                <a:lnTo>
                  <a:pt x="684756" y="3685436"/>
                </a:lnTo>
                <a:lnTo>
                  <a:pt x="684756" y="3685436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491" name="f_small_violin_5056">
            <a:extLst>
              <a:ext uri="{FF2B5EF4-FFF2-40B4-BE49-F238E27FC236}">
                <a16:creationId xmlns:a16="http://schemas.microsoft.com/office/drawing/2014/main" id="{4756BA0A-0FC2-43B4-9190-6CFB93586503}"/>
              </a:ext>
            </a:extLst>
          </p:cNvPr>
          <p:cNvSpPr>
            <a:spLocks noGrp="1"/>
          </p:cNvSpPr>
          <p:nvPr/>
        </p:nvSpPr>
        <p:spPr>
          <a:xfrm>
            <a:off x="827271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" name="f_small_violin_5057">
            <a:extLst>
              <a:ext uri="{FF2B5EF4-FFF2-40B4-BE49-F238E27FC236}">
                <a16:creationId xmlns:a16="http://schemas.microsoft.com/office/drawing/2014/main" id="{262D1F0F-AAB6-4DE6-B890-30D3C427D4D9}"/>
              </a:ext>
            </a:extLst>
          </p:cNvPr>
          <p:cNvSpPr>
            <a:spLocks noGrp="1"/>
          </p:cNvSpPr>
          <p:nvPr/>
        </p:nvSpPr>
        <p:spPr>
          <a:xfrm>
            <a:off x="8408532" y="278504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" name="f_small_violin_5058">
            <a:extLst>
              <a:ext uri="{FF2B5EF4-FFF2-40B4-BE49-F238E27FC236}">
                <a16:creationId xmlns:a16="http://schemas.microsoft.com/office/drawing/2014/main" id="{2C835FFC-73DB-4DC9-839D-9C93C0BB5100}"/>
              </a:ext>
            </a:extLst>
          </p:cNvPr>
          <p:cNvSpPr>
            <a:spLocks noGrp="1"/>
          </p:cNvSpPr>
          <p:nvPr/>
        </p:nvSpPr>
        <p:spPr>
          <a:xfrm>
            <a:off x="847992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" name="f_small_violin_5059">
            <a:extLst>
              <a:ext uri="{FF2B5EF4-FFF2-40B4-BE49-F238E27FC236}">
                <a16:creationId xmlns:a16="http://schemas.microsoft.com/office/drawing/2014/main" id="{6AD8FBD8-F53B-43A3-9F26-C79B072FA38C}"/>
              </a:ext>
            </a:extLst>
          </p:cNvPr>
          <p:cNvSpPr>
            <a:spLocks noGrp="1"/>
          </p:cNvSpPr>
          <p:nvPr/>
        </p:nvSpPr>
        <p:spPr>
          <a:xfrm>
            <a:off x="8089990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" name="f_small_violin_5060">
            <a:extLst>
              <a:ext uri="{FF2B5EF4-FFF2-40B4-BE49-F238E27FC236}">
                <a16:creationId xmlns:a16="http://schemas.microsoft.com/office/drawing/2014/main" id="{AD5E19A4-C772-43F2-B528-8C0ACB42695F}"/>
              </a:ext>
            </a:extLst>
          </p:cNvPr>
          <p:cNvSpPr>
            <a:spLocks noGrp="1"/>
          </p:cNvSpPr>
          <p:nvPr/>
        </p:nvSpPr>
        <p:spPr>
          <a:xfrm>
            <a:off x="8330177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" name="f_small_violin_5061">
            <a:extLst>
              <a:ext uri="{FF2B5EF4-FFF2-40B4-BE49-F238E27FC236}">
                <a16:creationId xmlns:a16="http://schemas.microsoft.com/office/drawing/2014/main" id="{52F9D4E3-AAE2-4549-8F4E-F81EF404B3C7}"/>
              </a:ext>
            </a:extLst>
          </p:cNvPr>
          <p:cNvSpPr>
            <a:spLocks noGrp="1"/>
          </p:cNvSpPr>
          <p:nvPr/>
        </p:nvSpPr>
        <p:spPr>
          <a:xfrm>
            <a:off x="8457965" y="300282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" name="f_small_violin_5062">
            <a:extLst>
              <a:ext uri="{FF2B5EF4-FFF2-40B4-BE49-F238E27FC236}">
                <a16:creationId xmlns:a16="http://schemas.microsoft.com/office/drawing/2014/main" id="{6BE8F316-99A6-41A5-81BB-B6D3E2C94219}"/>
              </a:ext>
            </a:extLst>
          </p:cNvPr>
          <p:cNvSpPr>
            <a:spLocks noGrp="1"/>
          </p:cNvSpPr>
          <p:nvPr/>
        </p:nvSpPr>
        <p:spPr>
          <a:xfrm>
            <a:off x="8151141" y="30642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" name="f_small_violin_5063">
            <a:extLst>
              <a:ext uri="{FF2B5EF4-FFF2-40B4-BE49-F238E27FC236}">
                <a16:creationId xmlns:a16="http://schemas.microsoft.com/office/drawing/2014/main" id="{99DFCAAB-1AF5-499D-BE2D-3EDB2572DD63}"/>
              </a:ext>
            </a:extLst>
          </p:cNvPr>
          <p:cNvSpPr>
            <a:spLocks noGrp="1"/>
          </p:cNvSpPr>
          <p:nvPr/>
        </p:nvSpPr>
        <p:spPr>
          <a:xfrm>
            <a:off x="838632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" name="f_small_violin_5064">
            <a:extLst>
              <a:ext uri="{FF2B5EF4-FFF2-40B4-BE49-F238E27FC236}">
                <a16:creationId xmlns:a16="http://schemas.microsoft.com/office/drawing/2014/main" id="{3B74E8B2-532B-47DE-8BCA-C287CD1BEE1E}"/>
              </a:ext>
            </a:extLst>
          </p:cNvPr>
          <p:cNvSpPr>
            <a:spLocks noGrp="1"/>
          </p:cNvSpPr>
          <p:nvPr/>
        </p:nvSpPr>
        <p:spPr>
          <a:xfrm>
            <a:off x="8040428" y="367848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" name="f_small_violin_5065">
            <a:extLst>
              <a:ext uri="{FF2B5EF4-FFF2-40B4-BE49-F238E27FC236}">
                <a16:creationId xmlns:a16="http://schemas.microsoft.com/office/drawing/2014/main" id="{0DF04E2F-75BE-45DC-AD68-BBFCA469292F}"/>
              </a:ext>
            </a:extLst>
          </p:cNvPr>
          <p:cNvSpPr>
            <a:spLocks noGrp="1"/>
          </p:cNvSpPr>
          <p:nvPr/>
        </p:nvSpPr>
        <p:spPr>
          <a:xfrm>
            <a:off x="8231882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" name="f_small_violin_5066">
            <a:extLst>
              <a:ext uri="{FF2B5EF4-FFF2-40B4-BE49-F238E27FC236}">
                <a16:creationId xmlns:a16="http://schemas.microsoft.com/office/drawing/2014/main" id="{5B3E5D4B-C2E5-4671-BBC0-647E420D2CBB}"/>
              </a:ext>
            </a:extLst>
          </p:cNvPr>
          <p:cNvSpPr>
            <a:spLocks noGrp="1"/>
          </p:cNvSpPr>
          <p:nvPr/>
        </p:nvSpPr>
        <p:spPr>
          <a:xfrm>
            <a:off x="8262193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" name="f_small_violin_5067">
            <a:extLst>
              <a:ext uri="{FF2B5EF4-FFF2-40B4-BE49-F238E27FC236}">
                <a16:creationId xmlns:a16="http://schemas.microsoft.com/office/drawing/2014/main" id="{CAFD8B72-6877-456C-A073-D39885EB1DFD}"/>
              </a:ext>
            </a:extLst>
          </p:cNvPr>
          <p:cNvSpPr>
            <a:spLocks noGrp="1"/>
          </p:cNvSpPr>
          <p:nvPr/>
        </p:nvSpPr>
        <p:spPr>
          <a:xfrm>
            <a:off x="836483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" name="f_small_violin_5068">
            <a:extLst>
              <a:ext uri="{FF2B5EF4-FFF2-40B4-BE49-F238E27FC236}">
                <a16:creationId xmlns:a16="http://schemas.microsoft.com/office/drawing/2014/main" id="{F3F8BD72-5D0B-4910-8E66-D42DE2C25BFB}"/>
              </a:ext>
            </a:extLst>
          </p:cNvPr>
          <p:cNvSpPr>
            <a:spLocks noGrp="1"/>
          </p:cNvSpPr>
          <p:nvPr/>
        </p:nvSpPr>
        <p:spPr>
          <a:xfrm>
            <a:off x="8290608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" name="f_small_violin_5069">
            <a:extLst>
              <a:ext uri="{FF2B5EF4-FFF2-40B4-BE49-F238E27FC236}">
                <a16:creationId xmlns:a16="http://schemas.microsoft.com/office/drawing/2014/main" id="{712155DF-0AE5-4DB3-B78C-F77A3D72134A}"/>
              </a:ext>
            </a:extLst>
          </p:cNvPr>
          <p:cNvSpPr>
            <a:spLocks noGrp="1"/>
          </p:cNvSpPr>
          <p:nvPr/>
        </p:nvSpPr>
        <p:spPr>
          <a:xfrm>
            <a:off x="840912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" name="f_small_violin_5070">
            <a:extLst>
              <a:ext uri="{FF2B5EF4-FFF2-40B4-BE49-F238E27FC236}">
                <a16:creationId xmlns:a16="http://schemas.microsoft.com/office/drawing/2014/main" id="{90F88B63-7F3F-4856-9F16-CBFD6313BA99}"/>
              </a:ext>
            </a:extLst>
          </p:cNvPr>
          <p:cNvSpPr>
            <a:spLocks noGrp="1"/>
          </p:cNvSpPr>
          <p:nvPr/>
        </p:nvSpPr>
        <p:spPr>
          <a:xfrm>
            <a:off x="8289062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" name="f_small_violin_5071">
            <a:extLst>
              <a:ext uri="{FF2B5EF4-FFF2-40B4-BE49-F238E27FC236}">
                <a16:creationId xmlns:a16="http://schemas.microsoft.com/office/drawing/2014/main" id="{2E5973A2-C833-465B-97D6-D7A4D00C9F65}"/>
              </a:ext>
            </a:extLst>
          </p:cNvPr>
          <p:cNvSpPr>
            <a:spLocks noGrp="1"/>
          </p:cNvSpPr>
          <p:nvPr/>
        </p:nvSpPr>
        <p:spPr>
          <a:xfrm>
            <a:off x="848119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" name="f_small_violin_5072">
            <a:extLst>
              <a:ext uri="{FF2B5EF4-FFF2-40B4-BE49-F238E27FC236}">
                <a16:creationId xmlns:a16="http://schemas.microsoft.com/office/drawing/2014/main" id="{3CD99CFA-23B8-4EEE-AE12-D524C118BCA1}"/>
              </a:ext>
            </a:extLst>
          </p:cNvPr>
          <p:cNvSpPr>
            <a:spLocks noGrp="1"/>
          </p:cNvSpPr>
          <p:nvPr/>
        </p:nvSpPr>
        <p:spPr>
          <a:xfrm>
            <a:off x="8277563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" name="f_small_violin_5073">
            <a:extLst>
              <a:ext uri="{FF2B5EF4-FFF2-40B4-BE49-F238E27FC236}">
                <a16:creationId xmlns:a16="http://schemas.microsoft.com/office/drawing/2014/main" id="{24D06EFB-D9A6-4AA3-A6F4-21C3AA9969CB}"/>
              </a:ext>
            </a:extLst>
          </p:cNvPr>
          <p:cNvSpPr>
            <a:spLocks noGrp="1"/>
          </p:cNvSpPr>
          <p:nvPr/>
        </p:nvSpPr>
        <p:spPr>
          <a:xfrm>
            <a:off x="8350220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" name="f_small_violin_5074">
            <a:extLst>
              <a:ext uri="{FF2B5EF4-FFF2-40B4-BE49-F238E27FC236}">
                <a16:creationId xmlns:a16="http://schemas.microsoft.com/office/drawing/2014/main" id="{9229407C-0A26-4FFE-A9AD-D0104AE0CA45}"/>
              </a:ext>
            </a:extLst>
          </p:cNvPr>
          <p:cNvSpPr>
            <a:spLocks noGrp="1"/>
          </p:cNvSpPr>
          <p:nvPr/>
        </p:nvSpPr>
        <p:spPr>
          <a:xfrm>
            <a:off x="8109617" y="539835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" name="f_small_violin_5075">
            <a:extLst>
              <a:ext uri="{FF2B5EF4-FFF2-40B4-BE49-F238E27FC236}">
                <a16:creationId xmlns:a16="http://schemas.microsoft.com/office/drawing/2014/main" id="{37C1E11C-1EEC-47B3-9A28-AC97A6C10B10}"/>
              </a:ext>
            </a:extLst>
          </p:cNvPr>
          <p:cNvSpPr>
            <a:spLocks noGrp="1"/>
          </p:cNvSpPr>
          <p:nvPr/>
        </p:nvSpPr>
        <p:spPr>
          <a:xfrm>
            <a:off x="801892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" name="f_small_violin_5076">
            <a:extLst>
              <a:ext uri="{FF2B5EF4-FFF2-40B4-BE49-F238E27FC236}">
                <a16:creationId xmlns:a16="http://schemas.microsoft.com/office/drawing/2014/main" id="{6FF6CC43-A722-4C87-9AE6-3E10C45F717C}"/>
              </a:ext>
            </a:extLst>
          </p:cNvPr>
          <p:cNvSpPr>
            <a:spLocks noGrp="1"/>
          </p:cNvSpPr>
          <p:nvPr/>
        </p:nvSpPr>
        <p:spPr>
          <a:xfrm>
            <a:off x="8227205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2" name="f_small_violin_5077">
            <a:extLst>
              <a:ext uri="{FF2B5EF4-FFF2-40B4-BE49-F238E27FC236}">
                <a16:creationId xmlns:a16="http://schemas.microsoft.com/office/drawing/2014/main" id="{6C76AB34-420B-4C29-AE0E-1F7E9C975CC7}"/>
              </a:ext>
            </a:extLst>
          </p:cNvPr>
          <p:cNvSpPr>
            <a:spLocks noGrp="1"/>
          </p:cNvSpPr>
          <p:nvPr/>
        </p:nvSpPr>
        <p:spPr>
          <a:xfrm>
            <a:off x="837587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3" name="f_small_violin_5078">
            <a:extLst>
              <a:ext uri="{FF2B5EF4-FFF2-40B4-BE49-F238E27FC236}">
                <a16:creationId xmlns:a16="http://schemas.microsoft.com/office/drawing/2014/main" id="{D94C5792-80E0-4E22-8B64-B4AB0F3DCD2B}"/>
              </a:ext>
            </a:extLst>
          </p:cNvPr>
          <p:cNvSpPr>
            <a:spLocks noGrp="1"/>
          </p:cNvSpPr>
          <p:nvPr/>
        </p:nvSpPr>
        <p:spPr>
          <a:xfrm>
            <a:off x="8399201" y="475340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4" name="f_small_violin_5079">
            <a:extLst>
              <a:ext uri="{FF2B5EF4-FFF2-40B4-BE49-F238E27FC236}">
                <a16:creationId xmlns:a16="http://schemas.microsoft.com/office/drawing/2014/main" id="{9A7D82CF-7539-451A-BC15-84BB30D00C01}"/>
              </a:ext>
            </a:extLst>
          </p:cNvPr>
          <p:cNvSpPr>
            <a:spLocks noGrp="1"/>
          </p:cNvSpPr>
          <p:nvPr/>
        </p:nvSpPr>
        <p:spPr>
          <a:xfrm>
            <a:off x="8425702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5" name="f_small_violin_5080">
            <a:extLst>
              <a:ext uri="{FF2B5EF4-FFF2-40B4-BE49-F238E27FC236}">
                <a16:creationId xmlns:a16="http://schemas.microsoft.com/office/drawing/2014/main" id="{1676637A-1F89-4C6F-AF41-8B1CF240D4FD}"/>
              </a:ext>
            </a:extLst>
          </p:cNvPr>
          <p:cNvSpPr>
            <a:spLocks noGrp="1"/>
          </p:cNvSpPr>
          <p:nvPr/>
        </p:nvSpPr>
        <p:spPr>
          <a:xfrm>
            <a:off x="850273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6" name="f_small_violin_5081">
            <a:extLst>
              <a:ext uri="{FF2B5EF4-FFF2-40B4-BE49-F238E27FC236}">
                <a16:creationId xmlns:a16="http://schemas.microsoft.com/office/drawing/2014/main" id="{9BDFC63D-6D8F-4A3F-A02B-DDEAB69F2861}"/>
              </a:ext>
            </a:extLst>
          </p:cNvPr>
          <p:cNvSpPr>
            <a:spLocks noGrp="1"/>
          </p:cNvSpPr>
          <p:nvPr/>
        </p:nvSpPr>
        <p:spPr>
          <a:xfrm>
            <a:off x="805689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7" name="f_small_violin_5082">
            <a:extLst>
              <a:ext uri="{FF2B5EF4-FFF2-40B4-BE49-F238E27FC236}">
                <a16:creationId xmlns:a16="http://schemas.microsoft.com/office/drawing/2014/main" id="{43611BAF-5C02-4E9E-B59E-B8B2B8CA2000}"/>
              </a:ext>
            </a:extLst>
          </p:cNvPr>
          <p:cNvSpPr>
            <a:spLocks noGrp="1"/>
          </p:cNvSpPr>
          <p:nvPr/>
        </p:nvSpPr>
        <p:spPr>
          <a:xfrm>
            <a:off x="834436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8" name="f_small_violin_5083">
            <a:extLst>
              <a:ext uri="{FF2B5EF4-FFF2-40B4-BE49-F238E27FC236}">
                <a16:creationId xmlns:a16="http://schemas.microsoft.com/office/drawing/2014/main" id="{CDA9C27E-8553-4EF1-AF4C-B440A71092FB}"/>
              </a:ext>
            </a:extLst>
          </p:cNvPr>
          <p:cNvSpPr>
            <a:spLocks noGrp="1"/>
          </p:cNvSpPr>
          <p:nvPr/>
        </p:nvSpPr>
        <p:spPr>
          <a:xfrm>
            <a:off x="846955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9" name="f_small_violin_5084">
            <a:extLst>
              <a:ext uri="{FF2B5EF4-FFF2-40B4-BE49-F238E27FC236}">
                <a16:creationId xmlns:a16="http://schemas.microsoft.com/office/drawing/2014/main" id="{058505F0-9F5A-49D8-8D01-878B93086A16}"/>
              </a:ext>
            </a:extLst>
          </p:cNvPr>
          <p:cNvSpPr>
            <a:spLocks noGrp="1"/>
          </p:cNvSpPr>
          <p:nvPr/>
        </p:nvSpPr>
        <p:spPr>
          <a:xfrm>
            <a:off x="837716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0" name="f_small_violin_5085">
            <a:extLst>
              <a:ext uri="{FF2B5EF4-FFF2-40B4-BE49-F238E27FC236}">
                <a16:creationId xmlns:a16="http://schemas.microsoft.com/office/drawing/2014/main" id="{FCA92928-F016-48A2-BF83-FC0EDA7514D6}"/>
              </a:ext>
            </a:extLst>
          </p:cNvPr>
          <p:cNvSpPr>
            <a:spLocks noGrp="1"/>
          </p:cNvSpPr>
          <p:nvPr/>
        </p:nvSpPr>
        <p:spPr>
          <a:xfrm>
            <a:off x="847642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1" name="f_small_violin_5086">
            <a:extLst>
              <a:ext uri="{FF2B5EF4-FFF2-40B4-BE49-F238E27FC236}">
                <a16:creationId xmlns:a16="http://schemas.microsoft.com/office/drawing/2014/main" id="{F384B064-728A-4553-B5A6-80F56ABF5F63}"/>
              </a:ext>
            </a:extLst>
          </p:cNvPr>
          <p:cNvSpPr>
            <a:spLocks noGrp="1"/>
          </p:cNvSpPr>
          <p:nvPr/>
        </p:nvSpPr>
        <p:spPr>
          <a:xfrm>
            <a:off x="845837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2" name="f_small_violin_5087">
            <a:extLst>
              <a:ext uri="{FF2B5EF4-FFF2-40B4-BE49-F238E27FC236}">
                <a16:creationId xmlns:a16="http://schemas.microsoft.com/office/drawing/2014/main" id="{4073A161-547A-4BE3-B70B-D986BA1D8B9F}"/>
              </a:ext>
            </a:extLst>
          </p:cNvPr>
          <p:cNvSpPr>
            <a:spLocks noGrp="1"/>
          </p:cNvSpPr>
          <p:nvPr/>
        </p:nvSpPr>
        <p:spPr>
          <a:xfrm>
            <a:off x="8040258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3" name="f_small_violin_5088">
            <a:extLst>
              <a:ext uri="{FF2B5EF4-FFF2-40B4-BE49-F238E27FC236}">
                <a16:creationId xmlns:a16="http://schemas.microsoft.com/office/drawing/2014/main" id="{04396544-345F-4BDE-A54C-EF3E838ED77C}"/>
              </a:ext>
            </a:extLst>
          </p:cNvPr>
          <p:cNvSpPr>
            <a:spLocks noGrp="1"/>
          </p:cNvSpPr>
          <p:nvPr/>
        </p:nvSpPr>
        <p:spPr>
          <a:xfrm>
            <a:off x="8204605" y="606963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4" name="f_small_violin_5089">
            <a:extLst>
              <a:ext uri="{FF2B5EF4-FFF2-40B4-BE49-F238E27FC236}">
                <a16:creationId xmlns:a16="http://schemas.microsoft.com/office/drawing/2014/main" id="{5FAFAED5-4DD5-4E98-8E3E-676C5C83EF1B}"/>
              </a:ext>
            </a:extLst>
          </p:cNvPr>
          <p:cNvSpPr>
            <a:spLocks noGrp="1"/>
          </p:cNvSpPr>
          <p:nvPr/>
        </p:nvSpPr>
        <p:spPr>
          <a:xfrm>
            <a:off x="818013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5" name="f_small_violin_5090">
            <a:extLst>
              <a:ext uri="{FF2B5EF4-FFF2-40B4-BE49-F238E27FC236}">
                <a16:creationId xmlns:a16="http://schemas.microsoft.com/office/drawing/2014/main" id="{23CB2843-7969-454C-BCCB-48D29AB05F1D}"/>
              </a:ext>
            </a:extLst>
          </p:cNvPr>
          <p:cNvSpPr>
            <a:spLocks noGrp="1"/>
          </p:cNvSpPr>
          <p:nvPr/>
        </p:nvSpPr>
        <p:spPr>
          <a:xfrm>
            <a:off x="8000400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6" name="f_small_violin_5091">
            <a:extLst>
              <a:ext uri="{FF2B5EF4-FFF2-40B4-BE49-F238E27FC236}">
                <a16:creationId xmlns:a16="http://schemas.microsoft.com/office/drawing/2014/main" id="{8E8851B4-AC58-46F3-9415-315677F14EE0}"/>
              </a:ext>
            </a:extLst>
          </p:cNvPr>
          <p:cNvSpPr>
            <a:spLocks noGrp="1"/>
          </p:cNvSpPr>
          <p:nvPr/>
        </p:nvSpPr>
        <p:spPr>
          <a:xfrm>
            <a:off x="836970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7" name="f_small_violin_5092">
            <a:extLst>
              <a:ext uri="{FF2B5EF4-FFF2-40B4-BE49-F238E27FC236}">
                <a16:creationId xmlns:a16="http://schemas.microsoft.com/office/drawing/2014/main" id="{EFEA7063-CDDA-46EA-82B4-A629A9AB84C1}"/>
              </a:ext>
            </a:extLst>
          </p:cNvPr>
          <p:cNvSpPr>
            <a:spLocks noGrp="1"/>
          </p:cNvSpPr>
          <p:nvPr/>
        </p:nvSpPr>
        <p:spPr>
          <a:xfrm>
            <a:off x="813469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8" name="f_small_violin_5093">
            <a:extLst>
              <a:ext uri="{FF2B5EF4-FFF2-40B4-BE49-F238E27FC236}">
                <a16:creationId xmlns:a16="http://schemas.microsoft.com/office/drawing/2014/main" id="{FCB7A440-BA53-4640-804F-924AF88977A4}"/>
              </a:ext>
            </a:extLst>
          </p:cNvPr>
          <p:cNvSpPr>
            <a:spLocks noGrp="1"/>
          </p:cNvSpPr>
          <p:nvPr/>
        </p:nvSpPr>
        <p:spPr>
          <a:xfrm>
            <a:off x="8403267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9" name="f_small_violin_5094">
            <a:extLst>
              <a:ext uri="{FF2B5EF4-FFF2-40B4-BE49-F238E27FC236}">
                <a16:creationId xmlns:a16="http://schemas.microsoft.com/office/drawing/2014/main" id="{BEDD75F7-9A5C-44E7-BBED-6997EE82E15B}"/>
              </a:ext>
            </a:extLst>
          </p:cNvPr>
          <p:cNvSpPr>
            <a:spLocks noGrp="1"/>
          </p:cNvSpPr>
          <p:nvPr/>
        </p:nvSpPr>
        <p:spPr>
          <a:xfrm>
            <a:off x="848692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0" name="f_small_violin_5095">
            <a:extLst>
              <a:ext uri="{FF2B5EF4-FFF2-40B4-BE49-F238E27FC236}">
                <a16:creationId xmlns:a16="http://schemas.microsoft.com/office/drawing/2014/main" id="{074A6B3C-8291-406F-A1B7-5F044A32A60B}"/>
              </a:ext>
            </a:extLst>
          </p:cNvPr>
          <p:cNvSpPr>
            <a:spLocks noGrp="1"/>
          </p:cNvSpPr>
          <p:nvPr/>
        </p:nvSpPr>
        <p:spPr>
          <a:xfrm>
            <a:off x="7995682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1" name="f_small_violin_5096">
            <a:extLst>
              <a:ext uri="{FF2B5EF4-FFF2-40B4-BE49-F238E27FC236}">
                <a16:creationId xmlns:a16="http://schemas.microsoft.com/office/drawing/2014/main" id="{4229BC8B-9A4B-49B2-BE1A-A0122BEE184B}"/>
              </a:ext>
            </a:extLst>
          </p:cNvPr>
          <p:cNvSpPr>
            <a:spLocks noGrp="1"/>
          </p:cNvSpPr>
          <p:nvPr/>
        </p:nvSpPr>
        <p:spPr>
          <a:xfrm>
            <a:off x="8325252" y="55212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2" name="f_small_violin_5097">
            <a:extLst>
              <a:ext uri="{FF2B5EF4-FFF2-40B4-BE49-F238E27FC236}">
                <a16:creationId xmlns:a16="http://schemas.microsoft.com/office/drawing/2014/main" id="{28826D5B-36E8-495C-832D-FBAB74DC023F}"/>
              </a:ext>
            </a:extLst>
          </p:cNvPr>
          <p:cNvSpPr>
            <a:spLocks noGrp="1"/>
          </p:cNvSpPr>
          <p:nvPr/>
        </p:nvSpPr>
        <p:spPr>
          <a:xfrm>
            <a:off x="830913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3" name="f_small_violin_5098">
            <a:extLst>
              <a:ext uri="{FF2B5EF4-FFF2-40B4-BE49-F238E27FC236}">
                <a16:creationId xmlns:a16="http://schemas.microsoft.com/office/drawing/2014/main" id="{39C8A528-A4E2-42DA-9202-3D183497EF7C}"/>
              </a:ext>
            </a:extLst>
          </p:cNvPr>
          <p:cNvSpPr>
            <a:spLocks noGrp="1"/>
          </p:cNvSpPr>
          <p:nvPr/>
        </p:nvSpPr>
        <p:spPr>
          <a:xfrm>
            <a:off x="805861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4" name="f_small_violin_5099">
            <a:extLst>
              <a:ext uri="{FF2B5EF4-FFF2-40B4-BE49-F238E27FC236}">
                <a16:creationId xmlns:a16="http://schemas.microsoft.com/office/drawing/2014/main" id="{182024AC-9445-4F7B-92A1-2CF80881A3B4}"/>
              </a:ext>
            </a:extLst>
          </p:cNvPr>
          <p:cNvSpPr>
            <a:spLocks noGrp="1"/>
          </p:cNvSpPr>
          <p:nvPr/>
        </p:nvSpPr>
        <p:spPr>
          <a:xfrm>
            <a:off x="8444205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5" name="f_small_violin_5100">
            <a:extLst>
              <a:ext uri="{FF2B5EF4-FFF2-40B4-BE49-F238E27FC236}">
                <a16:creationId xmlns:a16="http://schemas.microsoft.com/office/drawing/2014/main" id="{203289A1-662F-4FCF-A1AA-A573FD9FD9EA}"/>
              </a:ext>
            </a:extLst>
          </p:cNvPr>
          <p:cNvSpPr>
            <a:spLocks noGrp="1"/>
          </p:cNvSpPr>
          <p:nvPr/>
        </p:nvSpPr>
        <p:spPr>
          <a:xfrm>
            <a:off x="8395649" y="350299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6" name="f_small_violin_5101">
            <a:extLst>
              <a:ext uri="{FF2B5EF4-FFF2-40B4-BE49-F238E27FC236}">
                <a16:creationId xmlns:a16="http://schemas.microsoft.com/office/drawing/2014/main" id="{C2917160-892C-4075-95BE-828C8383A75A}"/>
              </a:ext>
            </a:extLst>
          </p:cNvPr>
          <p:cNvSpPr>
            <a:spLocks noGrp="1"/>
          </p:cNvSpPr>
          <p:nvPr/>
        </p:nvSpPr>
        <p:spPr>
          <a:xfrm>
            <a:off x="818096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7" name="f_small_violin_5102">
            <a:extLst>
              <a:ext uri="{FF2B5EF4-FFF2-40B4-BE49-F238E27FC236}">
                <a16:creationId xmlns:a16="http://schemas.microsoft.com/office/drawing/2014/main" id="{E493182E-F342-4468-A142-408D93C8B7FB}"/>
              </a:ext>
            </a:extLst>
          </p:cNvPr>
          <p:cNvSpPr>
            <a:spLocks noGrp="1"/>
          </p:cNvSpPr>
          <p:nvPr/>
        </p:nvSpPr>
        <p:spPr>
          <a:xfrm>
            <a:off x="828283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8" name="f_small_violin_5103">
            <a:extLst>
              <a:ext uri="{FF2B5EF4-FFF2-40B4-BE49-F238E27FC236}">
                <a16:creationId xmlns:a16="http://schemas.microsoft.com/office/drawing/2014/main" id="{B3DD65F9-158A-4941-B9EF-C24A608DF967}"/>
              </a:ext>
            </a:extLst>
          </p:cNvPr>
          <p:cNvSpPr>
            <a:spLocks noGrp="1"/>
          </p:cNvSpPr>
          <p:nvPr/>
        </p:nvSpPr>
        <p:spPr>
          <a:xfrm>
            <a:off x="8219709" y="500146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9" name="f_small_violin_5104">
            <a:extLst>
              <a:ext uri="{FF2B5EF4-FFF2-40B4-BE49-F238E27FC236}">
                <a16:creationId xmlns:a16="http://schemas.microsoft.com/office/drawing/2014/main" id="{ACAB5D08-F0B3-4405-901A-CB151B8167C9}"/>
              </a:ext>
            </a:extLst>
          </p:cNvPr>
          <p:cNvSpPr>
            <a:spLocks noGrp="1"/>
          </p:cNvSpPr>
          <p:nvPr/>
        </p:nvSpPr>
        <p:spPr>
          <a:xfrm>
            <a:off x="8175113" y="249725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0" name="f_small_violin_5105">
            <a:extLst>
              <a:ext uri="{FF2B5EF4-FFF2-40B4-BE49-F238E27FC236}">
                <a16:creationId xmlns:a16="http://schemas.microsoft.com/office/drawing/2014/main" id="{075C6061-F0E2-4CE7-AC63-CCB8273C3CD2}"/>
              </a:ext>
            </a:extLst>
          </p:cNvPr>
          <p:cNvSpPr>
            <a:spLocks noGrp="1"/>
          </p:cNvSpPr>
          <p:nvPr/>
        </p:nvSpPr>
        <p:spPr>
          <a:xfrm>
            <a:off x="846103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1" name="f_small_violin_5106">
            <a:extLst>
              <a:ext uri="{FF2B5EF4-FFF2-40B4-BE49-F238E27FC236}">
                <a16:creationId xmlns:a16="http://schemas.microsoft.com/office/drawing/2014/main" id="{0930255A-9F46-4A59-8EF4-AB0BF743D7D2}"/>
              </a:ext>
            </a:extLst>
          </p:cNvPr>
          <p:cNvSpPr>
            <a:spLocks noGrp="1"/>
          </p:cNvSpPr>
          <p:nvPr/>
        </p:nvSpPr>
        <p:spPr>
          <a:xfrm>
            <a:off x="8317499" y="598188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2" name="f_small_violin_5107">
            <a:extLst>
              <a:ext uri="{FF2B5EF4-FFF2-40B4-BE49-F238E27FC236}">
                <a16:creationId xmlns:a16="http://schemas.microsoft.com/office/drawing/2014/main" id="{305FEB3F-7423-4D08-A93D-254EACB83B90}"/>
              </a:ext>
            </a:extLst>
          </p:cNvPr>
          <p:cNvSpPr>
            <a:spLocks noGrp="1"/>
          </p:cNvSpPr>
          <p:nvPr/>
        </p:nvSpPr>
        <p:spPr>
          <a:xfrm>
            <a:off x="8312718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3" name="f_small_violin_5108">
            <a:extLst>
              <a:ext uri="{FF2B5EF4-FFF2-40B4-BE49-F238E27FC236}">
                <a16:creationId xmlns:a16="http://schemas.microsoft.com/office/drawing/2014/main" id="{8F42019D-97F1-4D04-92DE-8C49062DD8C9}"/>
              </a:ext>
            </a:extLst>
          </p:cNvPr>
          <p:cNvSpPr>
            <a:spLocks noGrp="1"/>
          </p:cNvSpPr>
          <p:nvPr/>
        </p:nvSpPr>
        <p:spPr>
          <a:xfrm>
            <a:off x="8019337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4" name="f_small_violin_5109">
            <a:extLst>
              <a:ext uri="{FF2B5EF4-FFF2-40B4-BE49-F238E27FC236}">
                <a16:creationId xmlns:a16="http://schemas.microsoft.com/office/drawing/2014/main" id="{BCFB2E6B-C994-439C-97C8-EC8A6C683850}"/>
              </a:ext>
            </a:extLst>
          </p:cNvPr>
          <p:cNvSpPr>
            <a:spLocks noGrp="1"/>
          </p:cNvSpPr>
          <p:nvPr/>
        </p:nvSpPr>
        <p:spPr>
          <a:xfrm>
            <a:off x="831939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5" name="f_small_violin_5110">
            <a:extLst>
              <a:ext uri="{FF2B5EF4-FFF2-40B4-BE49-F238E27FC236}">
                <a16:creationId xmlns:a16="http://schemas.microsoft.com/office/drawing/2014/main" id="{01228182-1375-40E3-8A89-1FDC593908E8}"/>
              </a:ext>
            </a:extLst>
          </p:cNvPr>
          <p:cNvSpPr>
            <a:spLocks noGrp="1"/>
          </p:cNvSpPr>
          <p:nvPr/>
        </p:nvSpPr>
        <p:spPr>
          <a:xfrm>
            <a:off x="8404643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6" name="f_small_violin_5111">
            <a:extLst>
              <a:ext uri="{FF2B5EF4-FFF2-40B4-BE49-F238E27FC236}">
                <a16:creationId xmlns:a16="http://schemas.microsoft.com/office/drawing/2014/main" id="{628493CC-AF0A-4BE5-869A-B1083538A8F1}"/>
              </a:ext>
            </a:extLst>
          </p:cNvPr>
          <p:cNvSpPr>
            <a:spLocks noGrp="1"/>
          </p:cNvSpPr>
          <p:nvPr/>
        </p:nvSpPr>
        <p:spPr>
          <a:xfrm>
            <a:off x="8467402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7" name="f_small_violin_5112">
            <a:extLst>
              <a:ext uri="{FF2B5EF4-FFF2-40B4-BE49-F238E27FC236}">
                <a16:creationId xmlns:a16="http://schemas.microsoft.com/office/drawing/2014/main" id="{BA62A74C-61E4-45F1-8764-EA247A87BE20}"/>
              </a:ext>
            </a:extLst>
          </p:cNvPr>
          <p:cNvSpPr>
            <a:spLocks noGrp="1"/>
          </p:cNvSpPr>
          <p:nvPr/>
        </p:nvSpPr>
        <p:spPr>
          <a:xfrm>
            <a:off x="822625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8" name="f_small_violin_5113">
            <a:extLst>
              <a:ext uri="{FF2B5EF4-FFF2-40B4-BE49-F238E27FC236}">
                <a16:creationId xmlns:a16="http://schemas.microsoft.com/office/drawing/2014/main" id="{26A2C3BF-9074-40F8-B357-1A19F97E315D}"/>
              </a:ext>
            </a:extLst>
          </p:cNvPr>
          <p:cNvSpPr>
            <a:spLocks noGrp="1"/>
          </p:cNvSpPr>
          <p:nvPr/>
        </p:nvSpPr>
        <p:spPr>
          <a:xfrm>
            <a:off x="826089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9" name="f_small_violin_5114">
            <a:extLst>
              <a:ext uri="{FF2B5EF4-FFF2-40B4-BE49-F238E27FC236}">
                <a16:creationId xmlns:a16="http://schemas.microsoft.com/office/drawing/2014/main" id="{EA79C264-54E4-421D-BA64-B447C44F1BC7}"/>
              </a:ext>
            </a:extLst>
          </p:cNvPr>
          <p:cNvSpPr>
            <a:spLocks noGrp="1"/>
          </p:cNvSpPr>
          <p:nvPr/>
        </p:nvSpPr>
        <p:spPr>
          <a:xfrm>
            <a:off x="838856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0" name="f_small_violin_5115">
            <a:extLst>
              <a:ext uri="{FF2B5EF4-FFF2-40B4-BE49-F238E27FC236}">
                <a16:creationId xmlns:a16="http://schemas.microsoft.com/office/drawing/2014/main" id="{60B5E269-20D1-462D-BF53-EBA6145B1C6F}"/>
              </a:ext>
            </a:extLst>
          </p:cNvPr>
          <p:cNvSpPr>
            <a:spLocks noGrp="1"/>
          </p:cNvSpPr>
          <p:nvPr/>
        </p:nvSpPr>
        <p:spPr>
          <a:xfrm>
            <a:off x="7998073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1" name="f_small_violin_5116">
            <a:extLst>
              <a:ext uri="{FF2B5EF4-FFF2-40B4-BE49-F238E27FC236}">
                <a16:creationId xmlns:a16="http://schemas.microsoft.com/office/drawing/2014/main" id="{BEE44DCC-4DDA-4587-9D38-49E2D16C0909}"/>
              </a:ext>
            </a:extLst>
          </p:cNvPr>
          <p:cNvSpPr>
            <a:spLocks noGrp="1"/>
          </p:cNvSpPr>
          <p:nvPr/>
        </p:nvSpPr>
        <p:spPr>
          <a:xfrm>
            <a:off x="8280612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2" name="f_small_violin_5117">
            <a:extLst>
              <a:ext uri="{FF2B5EF4-FFF2-40B4-BE49-F238E27FC236}">
                <a16:creationId xmlns:a16="http://schemas.microsoft.com/office/drawing/2014/main" id="{CDA644E7-A30A-4623-9E21-F624275F2B62}"/>
              </a:ext>
            </a:extLst>
          </p:cNvPr>
          <p:cNvSpPr>
            <a:spLocks noGrp="1"/>
          </p:cNvSpPr>
          <p:nvPr/>
        </p:nvSpPr>
        <p:spPr>
          <a:xfrm>
            <a:off x="84894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3" name="f_small_violin_5118">
            <a:extLst>
              <a:ext uri="{FF2B5EF4-FFF2-40B4-BE49-F238E27FC236}">
                <a16:creationId xmlns:a16="http://schemas.microsoft.com/office/drawing/2014/main" id="{E3FCDC57-8C5C-4BE4-8920-A03AAB4652E8}"/>
              </a:ext>
            </a:extLst>
          </p:cNvPr>
          <p:cNvSpPr>
            <a:spLocks noGrp="1"/>
          </p:cNvSpPr>
          <p:nvPr/>
        </p:nvSpPr>
        <p:spPr>
          <a:xfrm>
            <a:off x="838073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4" name="f_small_violin_5119">
            <a:extLst>
              <a:ext uri="{FF2B5EF4-FFF2-40B4-BE49-F238E27FC236}">
                <a16:creationId xmlns:a16="http://schemas.microsoft.com/office/drawing/2014/main" id="{1A1FC574-197E-4A95-B4A9-A0318ECFA0ED}"/>
              </a:ext>
            </a:extLst>
          </p:cNvPr>
          <p:cNvSpPr>
            <a:spLocks noGrp="1"/>
          </p:cNvSpPr>
          <p:nvPr/>
        </p:nvSpPr>
        <p:spPr>
          <a:xfrm>
            <a:off x="821619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5" name="f_small_violin_5120">
            <a:extLst>
              <a:ext uri="{FF2B5EF4-FFF2-40B4-BE49-F238E27FC236}">
                <a16:creationId xmlns:a16="http://schemas.microsoft.com/office/drawing/2014/main" id="{1C468168-54F6-426F-A6C7-36B0A198E002}"/>
              </a:ext>
            </a:extLst>
          </p:cNvPr>
          <p:cNvSpPr>
            <a:spLocks noGrp="1"/>
          </p:cNvSpPr>
          <p:nvPr/>
        </p:nvSpPr>
        <p:spPr>
          <a:xfrm>
            <a:off x="8232676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6" name="f_small_violin_5121">
            <a:extLst>
              <a:ext uri="{FF2B5EF4-FFF2-40B4-BE49-F238E27FC236}">
                <a16:creationId xmlns:a16="http://schemas.microsoft.com/office/drawing/2014/main" id="{A1FF212F-2223-4023-9443-E7038C32BD64}"/>
              </a:ext>
            </a:extLst>
          </p:cNvPr>
          <p:cNvSpPr>
            <a:spLocks noGrp="1"/>
          </p:cNvSpPr>
          <p:nvPr/>
        </p:nvSpPr>
        <p:spPr>
          <a:xfrm>
            <a:off x="844715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7" name="f_small_violin_5122">
            <a:extLst>
              <a:ext uri="{FF2B5EF4-FFF2-40B4-BE49-F238E27FC236}">
                <a16:creationId xmlns:a16="http://schemas.microsoft.com/office/drawing/2014/main" id="{44FAF21B-3470-46AB-9FFC-01662083D863}"/>
              </a:ext>
            </a:extLst>
          </p:cNvPr>
          <p:cNvSpPr>
            <a:spLocks noGrp="1"/>
          </p:cNvSpPr>
          <p:nvPr/>
        </p:nvSpPr>
        <p:spPr>
          <a:xfrm>
            <a:off x="816640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8" name="f_small_violin_5123">
            <a:extLst>
              <a:ext uri="{FF2B5EF4-FFF2-40B4-BE49-F238E27FC236}">
                <a16:creationId xmlns:a16="http://schemas.microsoft.com/office/drawing/2014/main" id="{0FC98DF7-98A0-40EF-9C37-BE1AC7AFE0B6}"/>
              </a:ext>
            </a:extLst>
          </p:cNvPr>
          <p:cNvSpPr>
            <a:spLocks noGrp="1"/>
          </p:cNvSpPr>
          <p:nvPr/>
        </p:nvSpPr>
        <p:spPr>
          <a:xfrm>
            <a:off x="819760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9" name="f_small_violin_5124">
            <a:extLst>
              <a:ext uri="{FF2B5EF4-FFF2-40B4-BE49-F238E27FC236}">
                <a16:creationId xmlns:a16="http://schemas.microsoft.com/office/drawing/2014/main" id="{E5717D44-EFCF-46F7-8E40-2AFBAD2DF2E0}"/>
              </a:ext>
            </a:extLst>
          </p:cNvPr>
          <p:cNvSpPr>
            <a:spLocks noGrp="1"/>
          </p:cNvSpPr>
          <p:nvPr/>
        </p:nvSpPr>
        <p:spPr>
          <a:xfrm>
            <a:off x="8152123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0" name="f_small_violin_5125">
            <a:extLst>
              <a:ext uri="{FF2B5EF4-FFF2-40B4-BE49-F238E27FC236}">
                <a16:creationId xmlns:a16="http://schemas.microsoft.com/office/drawing/2014/main" id="{ABAB3B88-4014-4AC0-BFE3-9489B48C63FC}"/>
              </a:ext>
            </a:extLst>
          </p:cNvPr>
          <p:cNvSpPr>
            <a:spLocks noGrp="1"/>
          </p:cNvSpPr>
          <p:nvPr/>
        </p:nvSpPr>
        <p:spPr>
          <a:xfrm>
            <a:off x="8168030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1" name="f_small_violin_5126">
            <a:extLst>
              <a:ext uri="{FF2B5EF4-FFF2-40B4-BE49-F238E27FC236}">
                <a16:creationId xmlns:a16="http://schemas.microsoft.com/office/drawing/2014/main" id="{ADB8E3B4-3C81-4DB8-BE95-2515802CE727}"/>
              </a:ext>
            </a:extLst>
          </p:cNvPr>
          <p:cNvSpPr>
            <a:spLocks noGrp="1"/>
          </p:cNvSpPr>
          <p:nvPr/>
        </p:nvSpPr>
        <p:spPr>
          <a:xfrm>
            <a:off x="828282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2" name="f_small_violin_5127">
            <a:extLst>
              <a:ext uri="{FF2B5EF4-FFF2-40B4-BE49-F238E27FC236}">
                <a16:creationId xmlns:a16="http://schemas.microsoft.com/office/drawing/2014/main" id="{4541FDF4-4E7C-44B7-BF36-E3422DDE5633}"/>
              </a:ext>
            </a:extLst>
          </p:cNvPr>
          <p:cNvSpPr>
            <a:spLocks noGrp="1"/>
          </p:cNvSpPr>
          <p:nvPr/>
        </p:nvSpPr>
        <p:spPr>
          <a:xfrm>
            <a:off x="819423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3" name="f_small_violin_5128">
            <a:extLst>
              <a:ext uri="{FF2B5EF4-FFF2-40B4-BE49-F238E27FC236}">
                <a16:creationId xmlns:a16="http://schemas.microsoft.com/office/drawing/2014/main" id="{6E5BEB09-B4F2-4DC6-A5E5-435844D51EAB}"/>
              </a:ext>
            </a:extLst>
          </p:cNvPr>
          <p:cNvSpPr>
            <a:spLocks noGrp="1"/>
          </p:cNvSpPr>
          <p:nvPr/>
        </p:nvSpPr>
        <p:spPr>
          <a:xfrm>
            <a:off x="8496308" y="56747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4" name="f_small_violin_5129">
            <a:extLst>
              <a:ext uri="{FF2B5EF4-FFF2-40B4-BE49-F238E27FC236}">
                <a16:creationId xmlns:a16="http://schemas.microsoft.com/office/drawing/2014/main" id="{CA6ED7E1-982E-4C96-815C-1E2C5E62B9A8}"/>
              </a:ext>
            </a:extLst>
          </p:cNvPr>
          <p:cNvSpPr>
            <a:spLocks noGrp="1"/>
          </p:cNvSpPr>
          <p:nvPr/>
        </p:nvSpPr>
        <p:spPr>
          <a:xfrm>
            <a:off x="842550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5" name="f_small_violin_5130">
            <a:extLst>
              <a:ext uri="{FF2B5EF4-FFF2-40B4-BE49-F238E27FC236}">
                <a16:creationId xmlns:a16="http://schemas.microsoft.com/office/drawing/2014/main" id="{39DFD18A-1446-41D4-BF47-796947A21EA1}"/>
              </a:ext>
            </a:extLst>
          </p:cNvPr>
          <p:cNvSpPr>
            <a:spLocks noGrp="1"/>
          </p:cNvSpPr>
          <p:nvPr/>
        </p:nvSpPr>
        <p:spPr>
          <a:xfrm>
            <a:off x="803523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6" name="f_small_violin_5131">
            <a:extLst>
              <a:ext uri="{FF2B5EF4-FFF2-40B4-BE49-F238E27FC236}">
                <a16:creationId xmlns:a16="http://schemas.microsoft.com/office/drawing/2014/main" id="{5D9BAAC6-863E-445B-A819-C9EF9DF21301}"/>
              </a:ext>
            </a:extLst>
          </p:cNvPr>
          <p:cNvSpPr>
            <a:spLocks noGrp="1"/>
          </p:cNvSpPr>
          <p:nvPr/>
        </p:nvSpPr>
        <p:spPr>
          <a:xfrm>
            <a:off x="8257680" y="511171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7" name="f_small_violin_5132">
            <a:extLst>
              <a:ext uri="{FF2B5EF4-FFF2-40B4-BE49-F238E27FC236}">
                <a16:creationId xmlns:a16="http://schemas.microsoft.com/office/drawing/2014/main" id="{98B8C9CA-8E04-4A92-A0E3-EA0979A5A599}"/>
              </a:ext>
            </a:extLst>
          </p:cNvPr>
          <p:cNvSpPr>
            <a:spLocks noGrp="1"/>
          </p:cNvSpPr>
          <p:nvPr/>
        </p:nvSpPr>
        <p:spPr>
          <a:xfrm>
            <a:off x="836383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8" name="f_small_violin_5133">
            <a:extLst>
              <a:ext uri="{FF2B5EF4-FFF2-40B4-BE49-F238E27FC236}">
                <a16:creationId xmlns:a16="http://schemas.microsoft.com/office/drawing/2014/main" id="{3494920B-390A-4300-82F2-D9CE4FF0E789}"/>
              </a:ext>
            </a:extLst>
          </p:cNvPr>
          <p:cNvSpPr>
            <a:spLocks noGrp="1"/>
          </p:cNvSpPr>
          <p:nvPr/>
        </p:nvSpPr>
        <p:spPr>
          <a:xfrm>
            <a:off x="840210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9" name="f_small_violin_5134">
            <a:extLst>
              <a:ext uri="{FF2B5EF4-FFF2-40B4-BE49-F238E27FC236}">
                <a16:creationId xmlns:a16="http://schemas.microsoft.com/office/drawing/2014/main" id="{35744DE7-A46C-4FE1-B4CB-6680559FCAB6}"/>
              </a:ext>
            </a:extLst>
          </p:cNvPr>
          <p:cNvSpPr>
            <a:spLocks noGrp="1"/>
          </p:cNvSpPr>
          <p:nvPr/>
        </p:nvSpPr>
        <p:spPr>
          <a:xfrm>
            <a:off x="8494014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0" name="f_small_violin_5135">
            <a:extLst>
              <a:ext uri="{FF2B5EF4-FFF2-40B4-BE49-F238E27FC236}">
                <a16:creationId xmlns:a16="http://schemas.microsoft.com/office/drawing/2014/main" id="{3717C30F-C882-4BB5-A723-EFABF76B1EF0}"/>
              </a:ext>
            </a:extLst>
          </p:cNvPr>
          <p:cNvSpPr>
            <a:spLocks noGrp="1"/>
          </p:cNvSpPr>
          <p:nvPr/>
        </p:nvSpPr>
        <p:spPr>
          <a:xfrm>
            <a:off x="8032816" y="50824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1" name="f_small_violin_5136">
            <a:extLst>
              <a:ext uri="{FF2B5EF4-FFF2-40B4-BE49-F238E27FC236}">
                <a16:creationId xmlns:a16="http://schemas.microsoft.com/office/drawing/2014/main" id="{9197A32C-F124-4AF4-BC4F-6B948443697E}"/>
              </a:ext>
            </a:extLst>
          </p:cNvPr>
          <p:cNvSpPr>
            <a:spLocks noGrp="1"/>
          </p:cNvSpPr>
          <p:nvPr/>
        </p:nvSpPr>
        <p:spPr>
          <a:xfrm>
            <a:off x="8319902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2" name="f_small_violin_5137">
            <a:extLst>
              <a:ext uri="{FF2B5EF4-FFF2-40B4-BE49-F238E27FC236}">
                <a16:creationId xmlns:a16="http://schemas.microsoft.com/office/drawing/2014/main" id="{284C7574-DCEE-4E44-A72C-BBAEE5E41CFC}"/>
              </a:ext>
            </a:extLst>
          </p:cNvPr>
          <p:cNvSpPr>
            <a:spLocks noGrp="1"/>
          </p:cNvSpPr>
          <p:nvPr/>
        </p:nvSpPr>
        <p:spPr>
          <a:xfrm>
            <a:off x="802856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3" name="f_small_violin_5138">
            <a:extLst>
              <a:ext uri="{FF2B5EF4-FFF2-40B4-BE49-F238E27FC236}">
                <a16:creationId xmlns:a16="http://schemas.microsoft.com/office/drawing/2014/main" id="{BF243D80-FD6D-4A15-9977-AC2FA6B8F4D4}"/>
              </a:ext>
            </a:extLst>
          </p:cNvPr>
          <p:cNvSpPr>
            <a:spLocks noGrp="1"/>
          </p:cNvSpPr>
          <p:nvPr/>
        </p:nvSpPr>
        <p:spPr>
          <a:xfrm>
            <a:off x="819278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4" name="f_small_violin_5139">
            <a:extLst>
              <a:ext uri="{FF2B5EF4-FFF2-40B4-BE49-F238E27FC236}">
                <a16:creationId xmlns:a16="http://schemas.microsoft.com/office/drawing/2014/main" id="{813399A3-803D-48F7-9B1E-FA10DAA96BAD}"/>
              </a:ext>
            </a:extLst>
          </p:cNvPr>
          <p:cNvSpPr>
            <a:spLocks noGrp="1"/>
          </p:cNvSpPr>
          <p:nvPr/>
        </p:nvSpPr>
        <p:spPr>
          <a:xfrm>
            <a:off x="807018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5" name="f_small_violin_5140">
            <a:extLst>
              <a:ext uri="{FF2B5EF4-FFF2-40B4-BE49-F238E27FC236}">
                <a16:creationId xmlns:a16="http://schemas.microsoft.com/office/drawing/2014/main" id="{6F11F608-5739-4EE3-9B16-964ACA8F7891}"/>
              </a:ext>
            </a:extLst>
          </p:cNvPr>
          <p:cNvSpPr>
            <a:spLocks noGrp="1"/>
          </p:cNvSpPr>
          <p:nvPr/>
        </p:nvSpPr>
        <p:spPr>
          <a:xfrm>
            <a:off x="827769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6" name="f_small_violin_5141">
            <a:extLst>
              <a:ext uri="{FF2B5EF4-FFF2-40B4-BE49-F238E27FC236}">
                <a16:creationId xmlns:a16="http://schemas.microsoft.com/office/drawing/2014/main" id="{E0E31DB4-CD5A-4E53-85FC-929332DD27D6}"/>
              </a:ext>
            </a:extLst>
          </p:cNvPr>
          <p:cNvSpPr>
            <a:spLocks noGrp="1"/>
          </p:cNvSpPr>
          <p:nvPr/>
        </p:nvSpPr>
        <p:spPr>
          <a:xfrm>
            <a:off x="8001870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7" name="f_small_violin_5142">
            <a:extLst>
              <a:ext uri="{FF2B5EF4-FFF2-40B4-BE49-F238E27FC236}">
                <a16:creationId xmlns:a16="http://schemas.microsoft.com/office/drawing/2014/main" id="{36A0FB5C-4FD5-4BDC-BC3D-664E5C71741A}"/>
              </a:ext>
            </a:extLst>
          </p:cNvPr>
          <p:cNvSpPr>
            <a:spLocks noGrp="1"/>
          </p:cNvSpPr>
          <p:nvPr/>
        </p:nvSpPr>
        <p:spPr>
          <a:xfrm>
            <a:off x="8145429" y="31870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8" name="f_small_violin_5143">
            <a:extLst>
              <a:ext uri="{FF2B5EF4-FFF2-40B4-BE49-F238E27FC236}">
                <a16:creationId xmlns:a16="http://schemas.microsoft.com/office/drawing/2014/main" id="{18EED557-D22F-405D-8708-8FA307CEDFDA}"/>
              </a:ext>
            </a:extLst>
          </p:cNvPr>
          <p:cNvSpPr>
            <a:spLocks noGrp="1"/>
          </p:cNvSpPr>
          <p:nvPr/>
        </p:nvSpPr>
        <p:spPr>
          <a:xfrm>
            <a:off x="835065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9" name="f_small_violin_5144">
            <a:extLst>
              <a:ext uri="{FF2B5EF4-FFF2-40B4-BE49-F238E27FC236}">
                <a16:creationId xmlns:a16="http://schemas.microsoft.com/office/drawing/2014/main" id="{8AB48BEA-5C69-4A3B-AD1A-C628C5F23DD7}"/>
              </a:ext>
            </a:extLst>
          </p:cNvPr>
          <p:cNvSpPr>
            <a:spLocks noGrp="1"/>
          </p:cNvSpPr>
          <p:nvPr/>
        </p:nvSpPr>
        <p:spPr>
          <a:xfrm>
            <a:off x="808228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0" name="f_small_violin_5145">
            <a:extLst>
              <a:ext uri="{FF2B5EF4-FFF2-40B4-BE49-F238E27FC236}">
                <a16:creationId xmlns:a16="http://schemas.microsoft.com/office/drawing/2014/main" id="{BE2410FB-5329-4E4E-AE2F-812CA50536C2}"/>
              </a:ext>
            </a:extLst>
          </p:cNvPr>
          <p:cNvSpPr>
            <a:spLocks noGrp="1"/>
          </p:cNvSpPr>
          <p:nvPr/>
        </p:nvSpPr>
        <p:spPr>
          <a:xfrm>
            <a:off x="832323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1" name="f_small_violin_5146">
            <a:extLst>
              <a:ext uri="{FF2B5EF4-FFF2-40B4-BE49-F238E27FC236}">
                <a16:creationId xmlns:a16="http://schemas.microsoft.com/office/drawing/2014/main" id="{1BEE57A2-B14E-4212-B9EC-8F140E591C72}"/>
              </a:ext>
            </a:extLst>
          </p:cNvPr>
          <p:cNvSpPr>
            <a:spLocks noGrp="1"/>
          </p:cNvSpPr>
          <p:nvPr/>
        </p:nvSpPr>
        <p:spPr>
          <a:xfrm>
            <a:off x="810932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2" name="f_small_violin_5147">
            <a:extLst>
              <a:ext uri="{FF2B5EF4-FFF2-40B4-BE49-F238E27FC236}">
                <a16:creationId xmlns:a16="http://schemas.microsoft.com/office/drawing/2014/main" id="{7E9F2B8C-C78C-4A40-8742-3FF929E0B511}"/>
              </a:ext>
            </a:extLst>
          </p:cNvPr>
          <p:cNvSpPr>
            <a:spLocks noGrp="1"/>
          </p:cNvSpPr>
          <p:nvPr/>
        </p:nvSpPr>
        <p:spPr>
          <a:xfrm>
            <a:off x="8465103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3" name="f_small_violin_5148">
            <a:extLst>
              <a:ext uri="{FF2B5EF4-FFF2-40B4-BE49-F238E27FC236}">
                <a16:creationId xmlns:a16="http://schemas.microsoft.com/office/drawing/2014/main" id="{E65F8610-674B-4517-809F-B054FBA536EF}"/>
              </a:ext>
            </a:extLst>
          </p:cNvPr>
          <p:cNvSpPr>
            <a:spLocks noGrp="1"/>
          </p:cNvSpPr>
          <p:nvPr/>
        </p:nvSpPr>
        <p:spPr>
          <a:xfrm>
            <a:off x="8326270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4" name="f_small_violin_5149">
            <a:extLst>
              <a:ext uri="{FF2B5EF4-FFF2-40B4-BE49-F238E27FC236}">
                <a16:creationId xmlns:a16="http://schemas.microsoft.com/office/drawing/2014/main" id="{3685C6FF-DDE1-4B26-BF86-D220D6F1DE2B}"/>
              </a:ext>
            </a:extLst>
          </p:cNvPr>
          <p:cNvSpPr>
            <a:spLocks noGrp="1"/>
          </p:cNvSpPr>
          <p:nvPr/>
        </p:nvSpPr>
        <p:spPr>
          <a:xfrm>
            <a:off x="8235210" y="560895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5" name="f_small_violin_5150">
            <a:extLst>
              <a:ext uri="{FF2B5EF4-FFF2-40B4-BE49-F238E27FC236}">
                <a16:creationId xmlns:a16="http://schemas.microsoft.com/office/drawing/2014/main" id="{0E2FB4A1-ECCE-4AA7-8C2C-6BA4F8848FCF}"/>
              </a:ext>
            </a:extLst>
          </p:cNvPr>
          <p:cNvSpPr>
            <a:spLocks noGrp="1"/>
          </p:cNvSpPr>
          <p:nvPr/>
        </p:nvSpPr>
        <p:spPr>
          <a:xfrm>
            <a:off x="1685925" y="2378720"/>
            <a:ext cx="191" cy="3888135"/>
          </a:xfrm>
          <a:custGeom>
            <a:avLst/>
            <a:gdLst/>
            <a:ahLst/>
            <a:cxnLst/>
            <a:rect l="0" t="0" r="0" b="0"/>
            <a:pathLst>
              <a:path w="191" h="3888135">
                <a:moveTo>
                  <a:pt x="0" y="3888135"/>
                </a:moveTo>
                <a:lnTo>
                  <a:pt x="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586" name="f_small_violin_5151">
            <a:extLst>
              <a:ext uri="{FF2B5EF4-FFF2-40B4-BE49-F238E27FC236}">
                <a16:creationId xmlns:a16="http://schemas.microsoft.com/office/drawing/2014/main" id="{5232CCA3-218B-498A-94F6-75F5042C5A42}"/>
              </a:ext>
            </a:extLst>
          </p:cNvPr>
          <p:cNvSpPr>
            <a:spLocks noGrp="1"/>
          </p:cNvSpPr>
          <p:nvPr/>
        </p:nvSpPr>
        <p:spPr>
          <a:xfrm>
            <a:off x="1685925" y="6266855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587" name="f_small_violin_5152">
            <a:extLst>
              <a:ext uri="{FF2B5EF4-FFF2-40B4-BE49-F238E27FC236}">
                <a16:creationId xmlns:a16="http://schemas.microsoft.com/office/drawing/2014/main" id="{CEE9048F-D892-4E1E-952E-D9D3F9E8DDB1}"/>
              </a:ext>
            </a:extLst>
          </p:cNvPr>
          <p:cNvSpPr>
            <a:spLocks noGrp="1"/>
          </p:cNvSpPr>
          <p:nvPr/>
        </p:nvSpPr>
        <p:spPr>
          <a:xfrm>
            <a:off x="2321783" y="2489283"/>
            <a:ext cx="191" cy="1705849"/>
          </a:xfrm>
          <a:custGeom>
            <a:avLst/>
            <a:gdLst/>
            <a:ahLst/>
            <a:cxnLst/>
            <a:rect l="0" t="0" r="0" b="0"/>
            <a:pathLst>
              <a:path w="191" h="1705849">
                <a:moveTo>
                  <a:pt x="0" y="1705849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007C83"/>
            </a:solidFill>
            <a:prstDash val="solid"/>
          </a:ln>
        </p:spPr>
      </p:sp>
      <p:sp>
        <p:nvSpPr>
          <p:cNvPr id="588" name="f_small_violin_5153">
            <a:extLst>
              <a:ext uri="{FF2B5EF4-FFF2-40B4-BE49-F238E27FC236}">
                <a16:creationId xmlns:a16="http://schemas.microsoft.com/office/drawing/2014/main" id="{12452BEB-64E2-43CB-821F-D944B420D934}"/>
              </a:ext>
            </a:extLst>
          </p:cNvPr>
          <p:cNvSpPr>
            <a:spLocks noGrp="1"/>
          </p:cNvSpPr>
          <p:nvPr/>
        </p:nvSpPr>
        <p:spPr>
          <a:xfrm>
            <a:off x="3300026" y="2489283"/>
            <a:ext cx="191" cy="2764077"/>
          </a:xfrm>
          <a:custGeom>
            <a:avLst/>
            <a:gdLst/>
            <a:ahLst/>
            <a:cxnLst/>
            <a:rect l="0" t="0" r="0" b="0"/>
            <a:pathLst>
              <a:path w="191" h="2764077">
                <a:moveTo>
                  <a:pt x="0" y="2764077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566AB4"/>
            </a:solidFill>
            <a:prstDash val="solid"/>
          </a:ln>
        </p:spPr>
      </p:sp>
      <p:sp>
        <p:nvSpPr>
          <p:cNvPr id="589" name="f_small_violin_5154">
            <a:extLst>
              <a:ext uri="{FF2B5EF4-FFF2-40B4-BE49-F238E27FC236}">
                <a16:creationId xmlns:a16="http://schemas.microsoft.com/office/drawing/2014/main" id="{77B65441-4E47-4729-B5A4-ED9047E7BF60}"/>
              </a:ext>
            </a:extLst>
          </p:cNvPr>
          <p:cNvSpPr>
            <a:spLocks noGrp="1"/>
          </p:cNvSpPr>
          <p:nvPr/>
        </p:nvSpPr>
        <p:spPr>
          <a:xfrm>
            <a:off x="4278270" y="6092243"/>
            <a:ext cx="191" cy="82476"/>
          </a:xfrm>
          <a:custGeom>
            <a:avLst/>
            <a:gdLst/>
            <a:ahLst/>
            <a:cxnLst/>
            <a:rect l="0" t="0" r="0" b="0"/>
            <a:pathLst>
              <a:path w="191" h="82476">
                <a:moveTo>
                  <a:pt x="0" y="82476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8B9298"/>
            </a:solidFill>
            <a:prstDash val="solid"/>
          </a:ln>
        </p:spPr>
      </p:sp>
      <p:sp>
        <p:nvSpPr>
          <p:cNvPr id="590" name="f_small_violin_5155">
            <a:extLst>
              <a:ext uri="{FF2B5EF4-FFF2-40B4-BE49-F238E27FC236}">
                <a16:creationId xmlns:a16="http://schemas.microsoft.com/office/drawing/2014/main" id="{81968AB4-DCBF-4961-A7DD-A35990EF6986}"/>
              </a:ext>
            </a:extLst>
          </p:cNvPr>
          <p:cNvSpPr>
            <a:spLocks noGrp="1"/>
          </p:cNvSpPr>
          <p:nvPr/>
        </p:nvSpPr>
        <p:spPr>
          <a:xfrm>
            <a:off x="6332580" y="2489283"/>
            <a:ext cx="191" cy="2687297"/>
          </a:xfrm>
          <a:custGeom>
            <a:avLst/>
            <a:gdLst/>
            <a:ahLst/>
            <a:cxnLst/>
            <a:rect l="0" t="0" r="0" b="0"/>
            <a:pathLst>
              <a:path w="191" h="2687297">
                <a:moveTo>
                  <a:pt x="0" y="2687297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007C83"/>
            </a:solidFill>
            <a:prstDash val="solid"/>
          </a:ln>
        </p:spPr>
      </p:sp>
      <p:sp>
        <p:nvSpPr>
          <p:cNvPr id="591" name="f_small_violin_5156">
            <a:extLst>
              <a:ext uri="{FF2B5EF4-FFF2-40B4-BE49-F238E27FC236}">
                <a16:creationId xmlns:a16="http://schemas.microsoft.com/office/drawing/2014/main" id="{597A62A9-6986-4835-B838-3E92A6B854E7}"/>
              </a:ext>
            </a:extLst>
          </p:cNvPr>
          <p:cNvSpPr>
            <a:spLocks noGrp="1"/>
          </p:cNvSpPr>
          <p:nvPr/>
        </p:nvSpPr>
        <p:spPr>
          <a:xfrm>
            <a:off x="7310824" y="2489283"/>
            <a:ext cx="191" cy="3224756"/>
          </a:xfrm>
          <a:custGeom>
            <a:avLst/>
            <a:gdLst/>
            <a:ahLst/>
            <a:cxnLst/>
            <a:rect l="0" t="0" r="0" b="0"/>
            <a:pathLst>
              <a:path w="191" h="3224756">
                <a:moveTo>
                  <a:pt x="0" y="3224756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566AB4"/>
            </a:solidFill>
            <a:prstDash val="solid"/>
          </a:ln>
        </p:spPr>
      </p:sp>
      <p:sp>
        <p:nvSpPr>
          <p:cNvPr id="592" name="f_small_violin_5157">
            <a:extLst>
              <a:ext uri="{FF2B5EF4-FFF2-40B4-BE49-F238E27FC236}">
                <a16:creationId xmlns:a16="http://schemas.microsoft.com/office/drawing/2014/main" id="{BCC3BE3C-971D-4406-A4AD-BF66390ED62D}"/>
              </a:ext>
            </a:extLst>
          </p:cNvPr>
          <p:cNvSpPr>
            <a:spLocks noGrp="1"/>
          </p:cNvSpPr>
          <p:nvPr/>
        </p:nvSpPr>
        <p:spPr>
          <a:xfrm>
            <a:off x="8289067" y="2489283"/>
            <a:ext cx="191" cy="3685436"/>
          </a:xfrm>
          <a:custGeom>
            <a:avLst/>
            <a:gdLst/>
            <a:ahLst/>
            <a:cxnLst/>
            <a:rect l="0" t="0" r="0" b="0"/>
            <a:pathLst>
              <a:path w="191" h="3685436">
                <a:moveTo>
                  <a:pt x="0" y="3685436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8B9298"/>
            </a:solidFill>
            <a:prstDash val="solid"/>
          </a:ln>
        </p:spPr>
      </p:sp>
      <p:sp>
        <p:nvSpPr>
          <p:cNvPr id="593" name="f_small_violin_5158">
            <a:extLst>
              <a:ext uri="{FF2B5EF4-FFF2-40B4-BE49-F238E27FC236}">
                <a16:creationId xmlns:a16="http://schemas.microsoft.com/office/drawing/2014/main" id="{85BB3873-5A0F-46E4-886B-17FB0D742605}"/>
              </a:ext>
            </a:extLst>
          </p:cNvPr>
          <p:cNvSpPr>
            <a:spLocks noGrp="1"/>
          </p:cNvSpPr>
          <p:nvPr/>
        </p:nvSpPr>
        <p:spPr>
          <a:xfrm>
            <a:off x="2250981" y="2418481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007C83"/>
            </a:solidFill>
            <a:prstDash val="solid"/>
          </a:ln>
        </p:spPr>
      </p:sp>
      <p:sp>
        <p:nvSpPr>
          <p:cNvPr id="594" name="f_small_violin_5159">
            <a:extLst>
              <a:ext uri="{FF2B5EF4-FFF2-40B4-BE49-F238E27FC236}">
                <a16:creationId xmlns:a16="http://schemas.microsoft.com/office/drawing/2014/main" id="{96099365-A0B3-45FD-A66B-7FCDBF775D72}"/>
              </a:ext>
            </a:extLst>
          </p:cNvPr>
          <p:cNvSpPr>
            <a:spLocks noGrp="1"/>
          </p:cNvSpPr>
          <p:nvPr/>
        </p:nvSpPr>
        <p:spPr>
          <a:xfrm>
            <a:off x="3229224" y="3646959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566AB4"/>
            </a:solidFill>
            <a:prstDash val="solid"/>
          </a:ln>
        </p:spPr>
      </p:sp>
      <p:sp>
        <p:nvSpPr>
          <p:cNvPr id="595" name="f_small_violin_5160">
            <a:extLst>
              <a:ext uri="{FF2B5EF4-FFF2-40B4-BE49-F238E27FC236}">
                <a16:creationId xmlns:a16="http://schemas.microsoft.com/office/drawing/2014/main" id="{D8737C07-2CF1-49C4-89EA-8DEAF97422EE}"/>
              </a:ext>
            </a:extLst>
          </p:cNvPr>
          <p:cNvSpPr>
            <a:spLocks noGrp="1"/>
          </p:cNvSpPr>
          <p:nvPr/>
        </p:nvSpPr>
        <p:spPr>
          <a:xfrm>
            <a:off x="4207467" y="6078368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8B9298"/>
            </a:solidFill>
            <a:prstDash val="solid"/>
          </a:ln>
        </p:spPr>
      </p:sp>
      <p:sp>
        <p:nvSpPr>
          <p:cNvPr id="596" name="f_small_violin_5161">
            <a:extLst>
              <a:ext uri="{FF2B5EF4-FFF2-40B4-BE49-F238E27FC236}">
                <a16:creationId xmlns:a16="http://schemas.microsoft.com/office/drawing/2014/main" id="{E2D29D21-2DAD-462C-ADE5-239C975D0005}"/>
              </a:ext>
            </a:extLst>
          </p:cNvPr>
          <p:cNvSpPr>
            <a:spLocks noGrp="1"/>
          </p:cNvSpPr>
          <p:nvPr/>
        </p:nvSpPr>
        <p:spPr>
          <a:xfrm>
            <a:off x="6261778" y="2418481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007C83"/>
            </a:solidFill>
            <a:prstDash val="solid"/>
          </a:ln>
        </p:spPr>
      </p:sp>
      <p:sp>
        <p:nvSpPr>
          <p:cNvPr id="597" name="f_small_violin_5162">
            <a:extLst>
              <a:ext uri="{FF2B5EF4-FFF2-40B4-BE49-F238E27FC236}">
                <a16:creationId xmlns:a16="http://schemas.microsoft.com/office/drawing/2014/main" id="{33F6CCB4-8025-4268-9EAC-465BD24C5A78}"/>
              </a:ext>
            </a:extLst>
          </p:cNvPr>
          <p:cNvSpPr>
            <a:spLocks noGrp="1"/>
          </p:cNvSpPr>
          <p:nvPr/>
        </p:nvSpPr>
        <p:spPr>
          <a:xfrm>
            <a:off x="7240021" y="2955940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566AB4"/>
            </a:solidFill>
            <a:prstDash val="solid"/>
          </a:ln>
        </p:spPr>
      </p:sp>
      <p:sp>
        <p:nvSpPr>
          <p:cNvPr id="598" name="f_small_violin_5163">
            <a:extLst>
              <a:ext uri="{FF2B5EF4-FFF2-40B4-BE49-F238E27FC236}">
                <a16:creationId xmlns:a16="http://schemas.microsoft.com/office/drawing/2014/main" id="{86A3797B-85B9-42DD-8B8B-DCAA83D83AEC}"/>
              </a:ext>
            </a:extLst>
          </p:cNvPr>
          <p:cNvSpPr>
            <a:spLocks noGrp="1"/>
          </p:cNvSpPr>
          <p:nvPr/>
        </p:nvSpPr>
        <p:spPr>
          <a:xfrm>
            <a:off x="8218265" y="3954079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8B9298"/>
            </a:solidFill>
            <a:prstDash val="solid"/>
          </a:ln>
        </p:spPr>
      </p:sp>
      <p:sp>
        <p:nvSpPr>
          <p:cNvPr id="599" name="text_5164">
            <a:extLst>
              <a:ext uri="{FF2B5EF4-FFF2-40B4-BE49-F238E27FC236}">
                <a16:creationId xmlns:a16="http://schemas.microsoft.com/office/drawing/2014/main" id="{F8A29A70-85A7-4970-B4D8-2FE90929A579}"/>
              </a:ext>
            </a:extLst>
          </p:cNvPr>
          <p:cNvSpPr>
            <a:spLocks noGrp="1"/>
          </p:cNvSpPr>
          <p:nvPr/>
        </p:nvSpPr>
        <p:spPr>
          <a:xfrm>
            <a:off x="1685925" y="873537"/>
            <a:ext cx="5213616" cy="466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938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8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detection · τ = 0.3</a:t>
            </a:r>
          </a:p>
        </p:txBody>
      </p:sp>
      <p:sp>
        <p:nvSpPr>
          <p:cNvPr id="600" name="text_5165">
            <a:extLst>
              <a:ext uri="{FF2B5EF4-FFF2-40B4-BE49-F238E27FC236}">
                <a16:creationId xmlns:a16="http://schemas.microsoft.com/office/drawing/2014/main" id="{C0107740-8FF4-4835-8D6E-F702066AF9F0}"/>
              </a:ext>
            </a:extLst>
          </p:cNvPr>
          <p:cNvSpPr>
            <a:spLocks noGrp="1"/>
          </p:cNvSpPr>
          <p:nvPr/>
        </p:nvSpPr>
        <p:spPr>
          <a:xfrm>
            <a:off x="1685925" y="1320205"/>
            <a:ext cx="2896456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Small molecules only</a:t>
            </a:r>
          </a:p>
        </p:txBody>
      </p:sp>
      <p:sp>
        <p:nvSpPr>
          <p:cNvPr id="601" name="f_small_violin_5166">
            <a:extLst>
              <a:ext uri="{FF2B5EF4-FFF2-40B4-BE49-F238E27FC236}">
                <a16:creationId xmlns:a16="http://schemas.microsoft.com/office/drawing/2014/main" id="{79ED0C00-C7BD-4281-84A3-DD2E6096CE82}"/>
              </a:ext>
            </a:extLst>
          </p:cNvPr>
          <p:cNvSpPr>
            <a:spLocks noGrp="1"/>
          </p:cNvSpPr>
          <p:nvPr/>
        </p:nvSpPr>
        <p:spPr>
          <a:xfrm>
            <a:off x="3312828" y="7147315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007C83"/>
          </a:solidFill>
          <a:ln w="0">
            <a:noFill/>
            <a:prstDash val="solid"/>
          </a:ln>
        </p:spPr>
      </p:sp>
      <p:sp>
        <p:nvSpPr>
          <p:cNvPr id="602" name="text_5167">
            <a:extLst>
              <a:ext uri="{FF2B5EF4-FFF2-40B4-BE49-F238E27FC236}">
                <a16:creationId xmlns:a16="http://schemas.microsoft.com/office/drawing/2014/main" id="{09E9D22E-E936-4FFE-A7AD-749832AE1E64}"/>
              </a:ext>
            </a:extLst>
          </p:cNvPr>
          <p:cNvSpPr>
            <a:spLocks noGrp="1"/>
          </p:cNvSpPr>
          <p:nvPr/>
        </p:nvSpPr>
        <p:spPr>
          <a:xfrm>
            <a:off x="3644694" y="7124340"/>
            <a:ext cx="3141220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Ligandseek-Find · deposited receptor</a:t>
            </a:r>
          </a:p>
        </p:txBody>
      </p:sp>
      <p:sp>
        <p:nvSpPr>
          <p:cNvPr id="603" name="f_small_violin_5168">
            <a:extLst>
              <a:ext uri="{FF2B5EF4-FFF2-40B4-BE49-F238E27FC236}">
                <a16:creationId xmlns:a16="http://schemas.microsoft.com/office/drawing/2014/main" id="{FDD1B090-F90D-441B-B055-39C7121CD6DD}"/>
              </a:ext>
            </a:extLst>
          </p:cNvPr>
          <p:cNvSpPr>
            <a:spLocks noGrp="1"/>
          </p:cNvSpPr>
          <p:nvPr/>
        </p:nvSpPr>
        <p:spPr>
          <a:xfrm>
            <a:off x="3312828" y="7447710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566AB4"/>
          </a:solidFill>
          <a:ln w="0">
            <a:noFill/>
            <a:prstDash val="solid"/>
          </a:ln>
        </p:spPr>
      </p:sp>
      <p:sp>
        <p:nvSpPr>
          <p:cNvPr id="604" name="text_5169">
            <a:extLst>
              <a:ext uri="{FF2B5EF4-FFF2-40B4-BE49-F238E27FC236}">
                <a16:creationId xmlns:a16="http://schemas.microsoft.com/office/drawing/2014/main" id="{3D07B40A-62A2-4AA0-986E-4CAA175BBF6A}"/>
              </a:ext>
            </a:extLst>
          </p:cNvPr>
          <p:cNvSpPr>
            <a:spLocks noGrp="1"/>
          </p:cNvSpPr>
          <p:nvPr/>
        </p:nvSpPr>
        <p:spPr>
          <a:xfrm>
            <a:off x="3644694" y="7424735"/>
            <a:ext cx="3310982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Ligandseek-Find · CryoAtom2 receptor</a:t>
            </a:r>
          </a:p>
        </p:txBody>
      </p:sp>
      <p:sp>
        <p:nvSpPr>
          <p:cNvPr id="605" name="f_small_violin_5170">
            <a:extLst>
              <a:ext uri="{FF2B5EF4-FFF2-40B4-BE49-F238E27FC236}">
                <a16:creationId xmlns:a16="http://schemas.microsoft.com/office/drawing/2014/main" id="{03C8DE88-6CF3-4D4C-A70B-1E6222A6FCCD}"/>
              </a:ext>
            </a:extLst>
          </p:cNvPr>
          <p:cNvSpPr>
            <a:spLocks noGrp="1"/>
          </p:cNvSpPr>
          <p:nvPr/>
        </p:nvSpPr>
        <p:spPr>
          <a:xfrm>
            <a:off x="3312828" y="7748743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8B9298"/>
          </a:solidFill>
          <a:ln w="0">
            <a:noFill/>
            <a:prstDash val="solid"/>
          </a:ln>
        </p:spPr>
      </p:sp>
      <p:sp>
        <p:nvSpPr>
          <p:cNvPr id="606" name="text_5171">
            <a:extLst>
              <a:ext uri="{FF2B5EF4-FFF2-40B4-BE49-F238E27FC236}">
                <a16:creationId xmlns:a16="http://schemas.microsoft.com/office/drawing/2014/main" id="{28F00F45-A3E0-4EDF-9719-E9E789C26948}"/>
              </a:ext>
            </a:extLst>
          </p:cNvPr>
          <p:cNvSpPr>
            <a:spLocks noGrp="1"/>
          </p:cNvSpPr>
          <p:nvPr/>
        </p:nvSpPr>
        <p:spPr>
          <a:xfrm>
            <a:off x="3644694" y="7725767"/>
            <a:ext cx="1083651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Emap2lig-Find</a:t>
            </a:r>
          </a:p>
        </p:txBody>
      </p:sp>
    </p:spTree>
    <p:extLst>
      <p:ext uri="{BB962C8B-B14F-4D97-AF65-F5344CB8AC3E}">
        <p14:creationId xmlns:p14="http://schemas.microsoft.com/office/powerpoint/2010/main" val="2287675976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6" name="F1_main_prauc_10">
            <a:extLst>
              <a:ext uri="{FF2B5EF4-FFF2-40B4-BE49-F238E27FC236}">
                <a16:creationId xmlns:a16="http://schemas.microsoft.com/office/drawing/2014/main" id="{D92D2D5E-C799-42C6-86C7-0DE0F62DC602}"/>
              </a:ext>
            </a:extLst>
          </p:cNvPr>
          <p:cNvSpPr>
            <a:spLocks noGrp="1"/>
          </p:cNvSpPr>
          <p:nvPr/>
        </p:nvSpPr>
        <p:spPr>
          <a:xfrm>
            <a:off x="190500" y="1543050"/>
            <a:ext cx="9144000" cy="5715000"/>
          </a:xfrm>
          <a:custGeom>
            <a:avLst/>
            <a:gdLst/>
            <a:ahLst/>
            <a:cxnLst/>
            <a:rect l="0" t="0" r="0" b="0"/>
            <a:pathLst>
              <a:path w="9144000" h="5715000">
                <a:moveTo>
                  <a:pt x="0" y="5715000"/>
                </a:moveTo>
                <a:lnTo>
                  <a:pt x="9144000" y="5715000"/>
                </a:lnTo>
                <a:lnTo>
                  <a:pt x="9144000" y="0"/>
                </a:lnTo>
                <a:lnTo>
                  <a:pt x="0" y="0"/>
                </a:lnTo>
                <a:lnTo>
                  <a:pt x="0" y="571500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1_main_prauc_11">
            <a:extLst>
              <a:ext uri="{FF2B5EF4-FFF2-40B4-BE49-F238E27FC236}">
                <a16:creationId xmlns:a16="http://schemas.microsoft.com/office/drawing/2014/main" id="{2EA63013-09F5-46A5-9264-0758B41C31C2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8183880" cy="3257550"/>
          </a:xfrm>
          <a:custGeom>
            <a:avLst/>
            <a:gdLst/>
            <a:ahLst/>
            <a:cxnLst/>
            <a:rect l="0" t="0" r="0" b="0"/>
            <a:pathLst>
              <a:path w="8183880" h="3257550">
                <a:moveTo>
                  <a:pt x="0" y="3257550"/>
                </a:moveTo>
                <a:lnTo>
                  <a:pt x="8183880" y="3257550"/>
                </a:lnTo>
                <a:lnTo>
                  <a:pt x="8183880" y="0"/>
                </a:lnTo>
                <a:lnTo>
                  <a:pt x="0" y="0"/>
                </a:lnTo>
                <a:lnTo>
                  <a:pt x="0" y="32575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F1_main_prauc_12">
            <a:extLst>
              <a:ext uri="{FF2B5EF4-FFF2-40B4-BE49-F238E27FC236}">
                <a16:creationId xmlns:a16="http://schemas.microsoft.com/office/drawing/2014/main" id="{39BCA372-F923-4836-B605-634AF9722B1D}"/>
              </a:ext>
            </a:extLst>
          </p:cNvPr>
          <p:cNvSpPr>
            <a:spLocks noGrp="1"/>
          </p:cNvSpPr>
          <p:nvPr/>
        </p:nvSpPr>
        <p:spPr>
          <a:xfrm>
            <a:off x="1912034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4" name="text_13">
            <a:extLst>
              <a:ext uri="{FF2B5EF4-FFF2-40B4-BE49-F238E27FC236}">
                <a16:creationId xmlns:a16="http://schemas.microsoft.com/office/drawing/2014/main" id="{4E2A7889-C63B-476B-BB99-FFA98845633A}"/>
              </a:ext>
            </a:extLst>
          </p:cNvPr>
          <p:cNvSpPr>
            <a:spLocks noGrp="1"/>
          </p:cNvSpPr>
          <p:nvPr/>
        </p:nvSpPr>
        <p:spPr>
          <a:xfrm>
            <a:off x="1673097" y="6212374"/>
            <a:ext cx="486692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5" name="F1_main_prauc_14">
            <a:extLst>
              <a:ext uri="{FF2B5EF4-FFF2-40B4-BE49-F238E27FC236}">
                <a16:creationId xmlns:a16="http://schemas.microsoft.com/office/drawing/2014/main" id="{8C1CBA35-6FB5-40B7-8DB7-71D381081C53}"/>
              </a:ext>
            </a:extLst>
          </p:cNvPr>
          <p:cNvSpPr>
            <a:spLocks noGrp="1"/>
          </p:cNvSpPr>
          <p:nvPr/>
        </p:nvSpPr>
        <p:spPr>
          <a:xfrm>
            <a:off x="3485857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6" name="text_15">
            <a:extLst>
              <a:ext uri="{FF2B5EF4-FFF2-40B4-BE49-F238E27FC236}">
                <a16:creationId xmlns:a16="http://schemas.microsoft.com/office/drawing/2014/main" id="{D8F1B0F4-896C-4DCA-84EB-8C9EDA858E42}"/>
              </a:ext>
            </a:extLst>
          </p:cNvPr>
          <p:cNvSpPr>
            <a:spLocks noGrp="1"/>
          </p:cNvSpPr>
          <p:nvPr/>
        </p:nvSpPr>
        <p:spPr>
          <a:xfrm>
            <a:off x="3237311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7" name="text_16">
            <a:extLst>
              <a:ext uri="{FF2B5EF4-FFF2-40B4-BE49-F238E27FC236}">
                <a16:creationId xmlns:a16="http://schemas.microsoft.com/office/drawing/2014/main" id="{11CFC2FC-718C-47B2-B5DC-6ED9FFF3B6A5}"/>
              </a:ext>
            </a:extLst>
          </p:cNvPr>
          <p:cNvSpPr>
            <a:spLocks noGrp="1"/>
          </p:cNvSpPr>
          <p:nvPr/>
        </p:nvSpPr>
        <p:spPr>
          <a:xfrm>
            <a:off x="3318195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8" name="F1_main_prauc_17">
            <a:extLst>
              <a:ext uri="{FF2B5EF4-FFF2-40B4-BE49-F238E27FC236}">
                <a16:creationId xmlns:a16="http://schemas.microsoft.com/office/drawing/2014/main" id="{37B468F4-59B8-466F-808E-C7D2252FFB13}"/>
              </a:ext>
            </a:extLst>
          </p:cNvPr>
          <p:cNvSpPr>
            <a:spLocks noGrp="1"/>
          </p:cNvSpPr>
          <p:nvPr/>
        </p:nvSpPr>
        <p:spPr>
          <a:xfrm>
            <a:off x="5059680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9" name="text_18">
            <a:extLst>
              <a:ext uri="{FF2B5EF4-FFF2-40B4-BE49-F238E27FC236}">
                <a16:creationId xmlns:a16="http://schemas.microsoft.com/office/drawing/2014/main" id="{46C08A41-0E3B-435B-AF99-0714F7A43E6D}"/>
              </a:ext>
            </a:extLst>
          </p:cNvPr>
          <p:cNvSpPr>
            <a:spLocks noGrp="1"/>
          </p:cNvSpPr>
          <p:nvPr/>
        </p:nvSpPr>
        <p:spPr>
          <a:xfrm>
            <a:off x="4769716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0" name="text_19">
            <a:extLst>
              <a:ext uri="{FF2B5EF4-FFF2-40B4-BE49-F238E27FC236}">
                <a16:creationId xmlns:a16="http://schemas.microsoft.com/office/drawing/2014/main" id="{9FD55C63-7394-41BB-8286-AC82B7CECAB3}"/>
              </a:ext>
            </a:extLst>
          </p:cNvPr>
          <p:cNvSpPr>
            <a:spLocks noGrp="1"/>
          </p:cNvSpPr>
          <p:nvPr/>
        </p:nvSpPr>
        <p:spPr>
          <a:xfrm>
            <a:off x="4892018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11" name="F1_main_prauc_20">
            <a:extLst>
              <a:ext uri="{FF2B5EF4-FFF2-40B4-BE49-F238E27FC236}">
                <a16:creationId xmlns:a16="http://schemas.microsoft.com/office/drawing/2014/main" id="{C84C7089-D93E-45FF-A09C-395933C2CD6F}"/>
              </a:ext>
            </a:extLst>
          </p:cNvPr>
          <p:cNvSpPr>
            <a:spLocks noGrp="1"/>
          </p:cNvSpPr>
          <p:nvPr/>
        </p:nvSpPr>
        <p:spPr>
          <a:xfrm>
            <a:off x="6633503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2" name="text_21">
            <a:extLst>
              <a:ext uri="{FF2B5EF4-FFF2-40B4-BE49-F238E27FC236}">
                <a16:creationId xmlns:a16="http://schemas.microsoft.com/office/drawing/2014/main" id="{749A295C-5A15-4E24-8E17-E71B63F494C0}"/>
              </a:ext>
            </a:extLst>
          </p:cNvPr>
          <p:cNvSpPr>
            <a:spLocks noGrp="1"/>
          </p:cNvSpPr>
          <p:nvPr/>
        </p:nvSpPr>
        <p:spPr>
          <a:xfrm>
            <a:off x="6384957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13" name="text_22">
            <a:extLst>
              <a:ext uri="{FF2B5EF4-FFF2-40B4-BE49-F238E27FC236}">
                <a16:creationId xmlns:a16="http://schemas.microsoft.com/office/drawing/2014/main" id="{BB56A138-45BB-4BD7-A8E6-C4481747CFCF}"/>
              </a:ext>
            </a:extLst>
          </p:cNvPr>
          <p:cNvSpPr>
            <a:spLocks noGrp="1"/>
          </p:cNvSpPr>
          <p:nvPr/>
        </p:nvSpPr>
        <p:spPr>
          <a:xfrm>
            <a:off x="6465841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4" name="F1_main_prauc_23">
            <a:extLst>
              <a:ext uri="{FF2B5EF4-FFF2-40B4-BE49-F238E27FC236}">
                <a16:creationId xmlns:a16="http://schemas.microsoft.com/office/drawing/2014/main" id="{33E52015-741C-4B34-B489-55BF3F4C7675}"/>
              </a:ext>
            </a:extLst>
          </p:cNvPr>
          <p:cNvSpPr>
            <a:spLocks noGrp="1"/>
          </p:cNvSpPr>
          <p:nvPr/>
        </p:nvSpPr>
        <p:spPr>
          <a:xfrm>
            <a:off x="8207326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5" name="text_24">
            <a:extLst>
              <a:ext uri="{FF2B5EF4-FFF2-40B4-BE49-F238E27FC236}">
                <a16:creationId xmlns:a16="http://schemas.microsoft.com/office/drawing/2014/main" id="{E2609BFC-EF4B-4CC8-A07F-EA20691EB492}"/>
              </a:ext>
            </a:extLst>
          </p:cNvPr>
          <p:cNvSpPr>
            <a:spLocks noGrp="1"/>
          </p:cNvSpPr>
          <p:nvPr/>
        </p:nvSpPr>
        <p:spPr>
          <a:xfrm>
            <a:off x="7917362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25">
            <a:extLst>
              <a:ext uri="{FF2B5EF4-FFF2-40B4-BE49-F238E27FC236}">
                <a16:creationId xmlns:a16="http://schemas.microsoft.com/office/drawing/2014/main" id="{8AB23FC2-7A0D-4DC2-95ED-A740B642889F}"/>
              </a:ext>
            </a:extLst>
          </p:cNvPr>
          <p:cNvSpPr>
            <a:spLocks noGrp="1"/>
          </p:cNvSpPr>
          <p:nvPr/>
        </p:nvSpPr>
        <p:spPr>
          <a:xfrm>
            <a:off x="8039664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7" name="F1_main_prauc_26">
            <a:extLst>
              <a:ext uri="{FF2B5EF4-FFF2-40B4-BE49-F238E27FC236}">
                <a16:creationId xmlns:a16="http://schemas.microsoft.com/office/drawing/2014/main" id="{14E717FD-ED96-4EA9-9191-AC253AC46A87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18" name="F1_main_prauc_27">
            <a:extLst>
              <a:ext uri="{FF2B5EF4-FFF2-40B4-BE49-F238E27FC236}">
                <a16:creationId xmlns:a16="http://schemas.microsoft.com/office/drawing/2014/main" id="{D7884FB5-EC0C-4D9E-9495-FDECD25440A1}"/>
              </a:ext>
            </a:extLst>
          </p:cNvPr>
          <p:cNvSpPr>
            <a:spLocks noGrp="1"/>
          </p:cNvSpPr>
          <p:nvPr/>
        </p:nvSpPr>
        <p:spPr>
          <a:xfrm>
            <a:off x="923643" y="6115050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9" name="text_28">
            <a:extLst>
              <a:ext uri="{FF2B5EF4-FFF2-40B4-BE49-F238E27FC236}">
                <a16:creationId xmlns:a16="http://schemas.microsoft.com/office/drawing/2014/main" id="{CA374691-00EB-485D-84D0-BF18442571AC}"/>
              </a:ext>
            </a:extLst>
          </p:cNvPr>
          <p:cNvSpPr>
            <a:spLocks noGrp="1"/>
          </p:cNvSpPr>
          <p:nvPr/>
        </p:nvSpPr>
        <p:spPr>
          <a:xfrm>
            <a:off x="702539" y="6065507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0" name="F1_main_prauc_29">
            <a:extLst>
              <a:ext uri="{FF2B5EF4-FFF2-40B4-BE49-F238E27FC236}">
                <a16:creationId xmlns:a16="http://schemas.microsoft.com/office/drawing/2014/main" id="{19F502CA-43E2-4ECA-9B15-F9B33893F0D6}"/>
              </a:ext>
            </a:extLst>
          </p:cNvPr>
          <p:cNvSpPr>
            <a:spLocks noGrp="1"/>
          </p:cNvSpPr>
          <p:nvPr/>
        </p:nvSpPr>
        <p:spPr>
          <a:xfrm>
            <a:off x="967740" y="5485572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1" name="F1_main_prauc_30">
            <a:extLst>
              <a:ext uri="{FF2B5EF4-FFF2-40B4-BE49-F238E27FC236}">
                <a16:creationId xmlns:a16="http://schemas.microsoft.com/office/drawing/2014/main" id="{F377C8BB-DE6E-41FA-831E-6A73601C5C76}"/>
              </a:ext>
            </a:extLst>
          </p:cNvPr>
          <p:cNvSpPr>
            <a:spLocks noGrp="1"/>
          </p:cNvSpPr>
          <p:nvPr/>
        </p:nvSpPr>
        <p:spPr>
          <a:xfrm>
            <a:off x="923643" y="5485572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2" name="text_31">
            <a:extLst>
              <a:ext uri="{FF2B5EF4-FFF2-40B4-BE49-F238E27FC236}">
                <a16:creationId xmlns:a16="http://schemas.microsoft.com/office/drawing/2014/main" id="{ACECE0AA-03D8-490D-BAD2-249BE0F001E2}"/>
              </a:ext>
            </a:extLst>
          </p:cNvPr>
          <p:cNvSpPr>
            <a:spLocks noGrp="1"/>
          </p:cNvSpPr>
          <p:nvPr/>
        </p:nvSpPr>
        <p:spPr>
          <a:xfrm>
            <a:off x="702539" y="5436029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3" name="F1_main_prauc_32">
            <a:extLst>
              <a:ext uri="{FF2B5EF4-FFF2-40B4-BE49-F238E27FC236}">
                <a16:creationId xmlns:a16="http://schemas.microsoft.com/office/drawing/2014/main" id="{19863468-46AB-45AD-801E-09B2D0EA6823}"/>
              </a:ext>
            </a:extLst>
          </p:cNvPr>
          <p:cNvSpPr>
            <a:spLocks noGrp="1"/>
          </p:cNvSpPr>
          <p:nvPr/>
        </p:nvSpPr>
        <p:spPr>
          <a:xfrm>
            <a:off x="967740" y="4856093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4" name="F1_main_prauc_33">
            <a:extLst>
              <a:ext uri="{FF2B5EF4-FFF2-40B4-BE49-F238E27FC236}">
                <a16:creationId xmlns:a16="http://schemas.microsoft.com/office/drawing/2014/main" id="{CC86E056-195A-4463-8576-BB325130A2E4}"/>
              </a:ext>
            </a:extLst>
          </p:cNvPr>
          <p:cNvSpPr>
            <a:spLocks noGrp="1"/>
          </p:cNvSpPr>
          <p:nvPr/>
        </p:nvSpPr>
        <p:spPr>
          <a:xfrm>
            <a:off x="923643" y="4856093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5" name="text_34">
            <a:extLst>
              <a:ext uri="{FF2B5EF4-FFF2-40B4-BE49-F238E27FC236}">
                <a16:creationId xmlns:a16="http://schemas.microsoft.com/office/drawing/2014/main" id="{E9CE87DB-6A7E-4DFA-9414-27196C866D1A}"/>
              </a:ext>
            </a:extLst>
          </p:cNvPr>
          <p:cNvSpPr>
            <a:spLocks noGrp="1"/>
          </p:cNvSpPr>
          <p:nvPr/>
        </p:nvSpPr>
        <p:spPr>
          <a:xfrm>
            <a:off x="702539" y="4806551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6" name="F1_main_prauc_35">
            <a:extLst>
              <a:ext uri="{FF2B5EF4-FFF2-40B4-BE49-F238E27FC236}">
                <a16:creationId xmlns:a16="http://schemas.microsoft.com/office/drawing/2014/main" id="{A5F40DBF-19A1-451A-8E33-DE10ED156345}"/>
              </a:ext>
            </a:extLst>
          </p:cNvPr>
          <p:cNvSpPr>
            <a:spLocks noGrp="1"/>
          </p:cNvSpPr>
          <p:nvPr/>
        </p:nvSpPr>
        <p:spPr>
          <a:xfrm>
            <a:off x="967740" y="4226615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7" name="F1_main_prauc_36">
            <a:extLst>
              <a:ext uri="{FF2B5EF4-FFF2-40B4-BE49-F238E27FC236}">
                <a16:creationId xmlns:a16="http://schemas.microsoft.com/office/drawing/2014/main" id="{5DABC706-3E05-4501-BFEC-53B53107603A}"/>
              </a:ext>
            </a:extLst>
          </p:cNvPr>
          <p:cNvSpPr>
            <a:spLocks noGrp="1"/>
          </p:cNvSpPr>
          <p:nvPr/>
        </p:nvSpPr>
        <p:spPr>
          <a:xfrm>
            <a:off x="923643" y="4226615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8" name="text_37">
            <a:extLst>
              <a:ext uri="{FF2B5EF4-FFF2-40B4-BE49-F238E27FC236}">
                <a16:creationId xmlns:a16="http://schemas.microsoft.com/office/drawing/2014/main" id="{F79E46F0-9510-4790-83D5-50B072756066}"/>
              </a:ext>
            </a:extLst>
          </p:cNvPr>
          <p:cNvSpPr>
            <a:spLocks noGrp="1"/>
          </p:cNvSpPr>
          <p:nvPr/>
        </p:nvSpPr>
        <p:spPr>
          <a:xfrm>
            <a:off x="702539" y="4177073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F1_main_prauc_38">
            <a:extLst>
              <a:ext uri="{FF2B5EF4-FFF2-40B4-BE49-F238E27FC236}">
                <a16:creationId xmlns:a16="http://schemas.microsoft.com/office/drawing/2014/main" id="{050AC8E5-0C8F-4346-AA3F-3D4A3F584DDA}"/>
              </a:ext>
            </a:extLst>
          </p:cNvPr>
          <p:cNvSpPr>
            <a:spLocks noGrp="1"/>
          </p:cNvSpPr>
          <p:nvPr/>
        </p:nvSpPr>
        <p:spPr>
          <a:xfrm>
            <a:off x="967740" y="3597137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0" name="F1_main_prauc_39">
            <a:extLst>
              <a:ext uri="{FF2B5EF4-FFF2-40B4-BE49-F238E27FC236}">
                <a16:creationId xmlns:a16="http://schemas.microsoft.com/office/drawing/2014/main" id="{0DDC28B9-6187-4451-969A-F1ED6DEBC87F}"/>
              </a:ext>
            </a:extLst>
          </p:cNvPr>
          <p:cNvSpPr>
            <a:spLocks noGrp="1"/>
          </p:cNvSpPr>
          <p:nvPr/>
        </p:nvSpPr>
        <p:spPr>
          <a:xfrm>
            <a:off x="923643" y="3597137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1" name="text_40">
            <a:extLst>
              <a:ext uri="{FF2B5EF4-FFF2-40B4-BE49-F238E27FC236}">
                <a16:creationId xmlns:a16="http://schemas.microsoft.com/office/drawing/2014/main" id="{58DA6AE8-F239-4B1A-9551-7C49356140B8}"/>
              </a:ext>
            </a:extLst>
          </p:cNvPr>
          <p:cNvSpPr>
            <a:spLocks noGrp="1"/>
          </p:cNvSpPr>
          <p:nvPr/>
        </p:nvSpPr>
        <p:spPr>
          <a:xfrm>
            <a:off x="702539" y="3547594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2" name="F1_main_prauc_41">
            <a:extLst>
              <a:ext uri="{FF2B5EF4-FFF2-40B4-BE49-F238E27FC236}">
                <a16:creationId xmlns:a16="http://schemas.microsoft.com/office/drawing/2014/main" id="{843FAE6A-6118-4B32-80B5-5F19710A1EB0}"/>
              </a:ext>
            </a:extLst>
          </p:cNvPr>
          <p:cNvSpPr>
            <a:spLocks noGrp="1"/>
          </p:cNvSpPr>
          <p:nvPr/>
        </p:nvSpPr>
        <p:spPr>
          <a:xfrm>
            <a:off x="967740" y="2967659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3" name="F1_main_prauc_42">
            <a:extLst>
              <a:ext uri="{FF2B5EF4-FFF2-40B4-BE49-F238E27FC236}">
                <a16:creationId xmlns:a16="http://schemas.microsoft.com/office/drawing/2014/main" id="{52DA238A-E2E8-4C66-8786-CD90C06D5B2E}"/>
              </a:ext>
            </a:extLst>
          </p:cNvPr>
          <p:cNvSpPr>
            <a:spLocks noGrp="1"/>
          </p:cNvSpPr>
          <p:nvPr/>
        </p:nvSpPr>
        <p:spPr>
          <a:xfrm>
            <a:off x="923643" y="2967659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4" name="text_43">
            <a:extLst>
              <a:ext uri="{FF2B5EF4-FFF2-40B4-BE49-F238E27FC236}">
                <a16:creationId xmlns:a16="http://schemas.microsoft.com/office/drawing/2014/main" id="{54EEF601-6C01-48FA-9FBE-089E8AF7492A}"/>
              </a:ext>
            </a:extLst>
          </p:cNvPr>
          <p:cNvSpPr>
            <a:spLocks noGrp="1"/>
          </p:cNvSpPr>
          <p:nvPr/>
        </p:nvSpPr>
        <p:spPr>
          <a:xfrm>
            <a:off x="702539" y="2918116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5" name="text_44">
            <a:extLst>
              <a:ext uri="{FF2B5EF4-FFF2-40B4-BE49-F238E27FC236}">
                <a16:creationId xmlns:a16="http://schemas.microsoft.com/office/drawing/2014/main" id="{BE7A0A3C-16FE-47E2-ADBB-9A2F73349600}"/>
              </a:ext>
            </a:extLst>
          </p:cNvPr>
          <p:cNvSpPr>
            <a:spLocks noGrp="1"/>
          </p:cNvSpPr>
          <p:nvPr/>
        </p:nvSpPr>
        <p:spPr>
          <a:xfrm rot="-5400000">
            <a:off x="370994" y="4409105"/>
            <a:ext cx="440972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36" name="F1_main_prauc_45">
            <a:extLst>
              <a:ext uri="{FF2B5EF4-FFF2-40B4-BE49-F238E27FC236}">
                <a16:creationId xmlns:a16="http://schemas.microsoft.com/office/drawing/2014/main" id="{FE82D0CF-677C-40D8-92A5-8F71DE10A4EC}"/>
              </a:ext>
            </a:extLst>
          </p:cNvPr>
          <p:cNvSpPr>
            <a:spLocks noGrp="1"/>
          </p:cNvSpPr>
          <p:nvPr/>
        </p:nvSpPr>
        <p:spPr>
          <a:xfrm>
            <a:off x="1387164" y="4155423"/>
            <a:ext cx="325781" cy="1959627"/>
          </a:xfrm>
          <a:custGeom>
            <a:avLst/>
            <a:gdLst/>
            <a:ahLst/>
            <a:cxnLst/>
            <a:rect l="0" t="0" r="0" b="0"/>
            <a:pathLst>
              <a:path w="325781" h="1959627">
                <a:moveTo>
                  <a:pt x="0" y="1959627"/>
                </a:moveTo>
                <a:lnTo>
                  <a:pt x="325781" y="1959627"/>
                </a:lnTo>
                <a:lnTo>
                  <a:pt x="325781" y="0"/>
                </a:lnTo>
                <a:lnTo>
                  <a:pt x="0" y="0"/>
                </a:lnTo>
                <a:lnTo>
                  <a:pt x="0" y="1959627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7" name="F1_main_prauc_46">
            <a:extLst>
              <a:ext uri="{FF2B5EF4-FFF2-40B4-BE49-F238E27FC236}">
                <a16:creationId xmlns:a16="http://schemas.microsoft.com/office/drawing/2014/main" id="{E1C68209-8D75-4C1E-AD52-2BDFB0E615E6}"/>
              </a:ext>
            </a:extLst>
          </p:cNvPr>
          <p:cNvSpPr>
            <a:spLocks noGrp="1"/>
          </p:cNvSpPr>
          <p:nvPr/>
        </p:nvSpPr>
        <p:spPr>
          <a:xfrm>
            <a:off x="2960987" y="3971311"/>
            <a:ext cx="325781" cy="2143739"/>
          </a:xfrm>
          <a:custGeom>
            <a:avLst/>
            <a:gdLst/>
            <a:ahLst/>
            <a:cxnLst/>
            <a:rect l="0" t="0" r="0" b="0"/>
            <a:pathLst>
              <a:path w="325781" h="2143739">
                <a:moveTo>
                  <a:pt x="0" y="2143739"/>
                </a:moveTo>
                <a:lnTo>
                  <a:pt x="325781" y="2143739"/>
                </a:lnTo>
                <a:lnTo>
                  <a:pt x="325781" y="0"/>
                </a:lnTo>
                <a:lnTo>
                  <a:pt x="0" y="0"/>
                </a:lnTo>
                <a:lnTo>
                  <a:pt x="0" y="2143739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8" name="F1_main_prauc_47">
            <a:extLst>
              <a:ext uri="{FF2B5EF4-FFF2-40B4-BE49-F238E27FC236}">
                <a16:creationId xmlns:a16="http://schemas.microsoft.com/office/drawing/2014/main" id="{8AF340A9-C1BF-4138-A35D-FD4C8DEABAD3}"/>
              </a:ext>
            </a:extLst>
          </p:cNvPr>
          <p:cNvSpPr>
            <a:spLocks noGrp="1"/>
          </p:cNvSpPr>
          <p:nvPr/>
        </p:nvSpPr>
        <p:spPr>
          <a:xfrm>
            <a:off x="4534810" y="4027815"/>
            <a:ext cx="325781" cy="2087235"/>
          </a:xfrm>
          <a:custGeom>
            <a:avLst/>
            <a:gdLst/>
            <a:ahLst/>
            <a:cxnLst/>
            <a:rect l="0" t="0" r="0" b="0"/>
            <a:pathLst>
              <a:path w="325781" h="2087235">
                <a:moveTo>
                  <a:pt x="0" y="2087235"/>
                </a:moveTo>
                <a:lnTo>
                  <a:pt x="325781" y="2087235"/>
                </a:lnTo>
                <a:lnTo>
                  <a:pt x="325781" y="0"/>
                </a:lnTo>
                <a:lnTo>
                  <a:pt x="0" y="0"/>
                </a:lnTo>
                <a:lnTo>
                  <a:pt x="0" y="2087235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9" name="F1_main_prauc_48">
            <a:extLst>
              <a:ext uri="{FF2B5EF4-FFF2-40B4-BE49-F238E27FC236}">
                <a16:creationId xmlns:a16="http://schemas.microsoft.com/office/drawing/2014/main" id="{73BE6EA7-4556-4918-903B-77CAAC9B44FF}"/>
              </a:ext>
            </a:extLst>
          </p:cNvPr>
          <p:cNvSpPr>
            <a:spLocks noGrp="1"/>
          </p:cNvSpPr>
          <p:nvPr/>
        </p:nvSpPr>
        <p:spPr>
          <a:xfrm>
            <a:off x="6108633" y="4562329"/>
            <a:ext cx="325781" cy="1552721"/>
          </a:xfrm>
          <a:custGeom>
            <a:avLst/>
            <a:gdLst/>
            <a:ahLst/>
            <a:cxnLst/>
            <a:rect l="0" t="0" r="0" b="0"/>
            <a:pathLst>
              <a:path w="325781" h="1552721">
                <a:moveTo>
                  <a:pt x="0" y="1552721"/>
                </a:moveTo>
                <a:lnTo>
                  <a:pt x="325781" y="1552721"/>
                </a:lnTo>
                <a:lnTo>
                  <a:pt x="325781" y="0"/>
                </a:lnTo>
                <a:lnTo>
                  <a:pt x="0" y="0"/>
                </a:lnTo>
                <a:lnTo>
                  <a:pt x="0" y="1552721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40" name="F1_main_prauc_49">
            <a:extLst>
              <a:ext uri="{FF2B5EF4-FFF2-40B4-BE49-F238E27FC236}">
                <a16:creationId xmlns:a16="http://schemas.microsoft.com/office/drawing/2014/main" id="{202FBE12-8DA6-4E0E-8C7C-13F47D3DD0DB}"/>
              </a:ext>
            </a:extLst>
          </p:cNvPr>
          <p:cNvSpPr>
            <a:spLocks noGrp="1"/>
          </p:cNvSpPr>
          <p:nvPr/>
        </p:nvSpPr>
        <p:spPr>
          <a:xfrm>
            <a:off x="7682456" y="4562329"/>
            <a:ext cx="325781" cy="1552721"/>
          </a:xfrm>
          <a:custGeom>
            <a:avLst/>
            <a:gdLst/>
            <a:ahLst/>
            <a:cxnLst/>
            <a:rect l="0" t="0" r="0" b="0"/>
            <a:pathLst>
              <a:path w="325781" h="1552721">
                <a:moveTo>
                  <a:pt x="0" y="1552721"/>
                </a:moveTo>
                <a:lnTo>
                  <a:pt x="325781" y="1552721"/>
                </a:lnTo>
                <a:lnTo>
                  <a:pt x="325781" y="0"/>
                </a:lnTo>
                <a:lnTo>
                  <a:pt x="0" y="0"/>
                </a:lnTo>
                <a:lnTo>
                  <a:pt x="0" y="1552721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41" name="F1_main_prauc_50">
            <a:extLst>
              <a:ext uri="{FF2B5EF4-FFF2-40B4-BE49-F238E27FC236}">
                <a16:creationId xmlns:a16="http://schemas.microsoft.com/office/drawing/2014/main" id="{03B1D01F-CB10-4A38-AD05-7B1BDC802018}"/>
              </a:ext>
            </a:extLst>
          </p:cNvPr>
          <p:cNvSpPr>
            <a:spLocks noGrp="1"/>
          </p:cNvSpPr>
          <p:nvPr/>
        </p:nvSpPr>
        <p:spPr>
          <a:xfrm>
            <a:off x="1749143" y="4582368"/>
            <a:ext cx="325781" cy="1532682"/>
          </a:xfrm>
          <a:custGeom>
            <a:avLst/>
            <a:gdLst/>
            <a:ahLst/>
            <a:cxnLst/>
            <a:rect l="0" t="0" r="0" b="0"/>
            <a:pathLst>
              <a:path w="325781" h="1532682">
                <a:moveTo>
                  <a:pt x="0" y="1532682"/>
                </a:moveTo>
                <a:lnTo>
                  <a:pt x="325781" y="1532682"/>
                </a:lnTo>
                <a:lnTo>
                  <a:pt x="325781" y="0"/>
                </a:lnTo>
                <a:lnTo>
                  <a:pt x="0" y="0"/>
                </a:lnTo>
                <a:lnTo>
                  <a:pt x="0" y="1532682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2" name="F1_main_prauc_51">
            <a:extLst>
              <a:ext uri="{FF2B5EF4-FFF2-40B4-BE49-F238E27FC236}">
                <a16:creationId xmlns:a16="http://schemas.microsoft.com/office/drawing/2014/main" id="{9427E8C4-A0E6-4F60-8DFC-A4981C0A782B}"/>
              </a:ext>
            </a:extLst>
          </p:cNvPr>
          <p:cNvSpPr>
            <a:spLocks noGrp="1"/>
          </p:cNvSpPr>
          <p:nvPr/>
        </p:nvSpPr>
        <p:spPr>
          <a:xfrm>
            <a:off x="3322966" y="4369877"/>
            <a:ext cx="325781" cy="1745173"/>
          </a:xfrm>
          <a:custGeom>
            <a:avLst/>
            <a:gdLst/>
            <a:ahLst/>
            <a:cxnLst/>
            <a:rect l="0" t="0" r="0" b="0"/>
            <a:pathLst>
              <a:path w="325781" h="1745173">
                <a:moveTo>
                  <a:pt x="0" y="1745173"/>
                </a:moveTo>
                <a:lnTo>
                  <a:pt x="325781" y="1745173"/>
                </a:lnTo>
                <a:lnTo>
                  <a:pt x="325781" y="0"/>
                </a:lnTo>
                <a:lnTo>
                  <a:pt x="0" y="0"/>
                </a:lnTo>
                <a:lnTo>
                  <a:pt x="0" y="1745173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3" name="F1_main_prauc_52">
            <a:extLst>
              <a:ext uri="{FF2B5EF4-FFF2-40B4-BE49-F238E27FC236}">
                <a16:creationId xmlns:a16="http://schemas.microsoft.com/office/drawing/2014/main" id="{A6EF9C3F-FCC4-4F83-9A84-C7FA561A23C8}"/>
              </a:ext>
            </a:extLst>
          </p:cNvPr>
          <p:cNvSpPr>
            <a:spLocks noGrp="1"/>
          </p:cNvSpPr>
          <p:nvPr/>
        </p:nvSpPr>
        <p:spPr>
          <a:xfrm>
            <a:off x="4896789" y="4412679"/>
            <a:ext cx="325781" cy="1702371"/>
          </a:xfrm>
          <a:custGeom>
            <a:avLst/>
            <a:gdLst/>
            <a:ahLst/>
            <a:cxnLst/>
            <a:rect l="0" t="0" r="0" b="0"/>
            <a:pathLst>
              <a:path w="325781" h="1702371">
                <a:moveTo>
                  <a:pt x="0" y="1702371"/>
                </a:moveTo>
                <a:lnTo>
                  <a:pt x="325781" y="1702371"/>
                </a:lnTo>
                <a:lnTo>
                  <a:pt x="325781" y="0"/>
                </a:lnTo>
                <a:lnTo>
                  <a:pt x="0" y="0"/>
                </a:lnTo>
                <a:lnTo>
                  <a:pt x="0" y="17023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4" name="F1_main_prauc_53">
            <a:extLst>
              <a:ext uri="{FF2B5EF4-FFF2-40B4-BE49-F238E27FC236}">
                <a16:creationId xmlns:a16="http://schemas.microsoft.com/office/drawing/2014/main" id="{E53250E1-4A84-463E-A241-85E78754D1BD}"/>
              </a:ext>
            </a:extLst>
          </p:cNvPr>
          <p:cNvSpPr>
            <a:spLocks noGrp="1"/>
          </p:cNvSpPr>
          <p:nvPr/>
        </p:nvSpPr>
        <p:spPr>
          <a:xfrm>
            <a:off x="6470612" y="4931579"/>
            <a:ext cx="325781" cy="1183471"/>
          </a:xfrm>
          <a:custGeom>
            <a:avLst/>
            <a:gdLst/>
            <a:ahLst/>
            <a:cxnLst/>
            <a:rect l="0" t="0" r="0" b="0"/>
            <a:pathLst>
              <a:path w="325781" h="1183471">
                <a:moveTo>
                  <a:pt x="0" y="1183471"/>
                </a:moveTo>
                <a:lnTo>
                  <a:pt x="325781" y="1183471"/>
                </a:lnTo>
                <a:lnTo>
                  <a:pt x="325781" y="0"/>
                </a:lnTo>
                <a:lnTo>
                  <a:pt x="0" y="0"/>
                </a:lnTo>
                <a:lnTo>
                  <a:pt x="0" y="11834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5" name="F1_main_prauc_54">
            <a:extLst>
              <a:ext uri="{FF2B5EF4-FFF2-40B4-BE49-F238E27FC236}">
                <a16:creationId xmlns:a16="http://schemas.microsoft.com/office/drawing/2014/main" id="{E47B46FC-16C9-4932-A4E2-7EB26C38E8C6}"/>
              </a:ext>
            </a:extLst>
          </p:cNvPr>
          <p:cNvSpPr>
            <a:spLocks noGrp="1"/>
          </p:cNvSpPr>
          <p:nvPr/>
        </p:nvSpPr>
        <p:spPr>
          <a:xfrm>
            <a:off x="8044435" y="4931579"/>
            <a:ext cx="325781" cy="1183471"/>
          </a:xfrm>
          <a:custGeom>
            <a:avLst/>
            <a:gdLst/>
            <a:ahLst/>
            <a:cxnLst/>
            <a:rect l="0" t="0" r="0" b="0"/>
            <a:pathLst>
              <a:path w="325781" h="1183471">
                <a:moveTo>
                  <a:pt x="0" y="1183471"/>
                </a:moveTo>
                <a:lnTo>
                  <a:pt x="325781" y="1183471"/>
                </a:lnTo>
                <a:lnTo>
                  <a:pt x="325781" y="0"/>
                </a:lnTo>
                <a:lnTo>
                  <a:pt x="0" y="0"/>
                </a:lnTo>
                <a:lnTo>
                  <a:pt x="0" y="11834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6" name="F1_main_prauc_55">
            <a:extLst>
              <a:ext uri="{FF2B5EF4-FFF2-40B4-BE49-F238E27FC236}">
                <a16:creationId xmlns:a16="http://schemas.microsoft.com/office/drawing/2014/main" id="{D4FCA57D-7EA4-438C-BEDE-62E9F4092D2F}"/>
              </a:ext>
            </a:extLst>
          </p:cNvPr>
          <p:cNvSpPr>
            <a:spLocks noGrp="1"/>
          </p:cNvSpPr>
          <p:nvPr/>
        </p:nvSpPr>
        <p:spPr>
          <a:xfrm>
            <a:off x="2111122" y="5514784"/>
            <a:ext cx="325781" cy="600266"/>
          </a:xfrm>
          <a:custGeom>
            <a:avLst/>
            <a:gdLst/>
            <a:ahLst/>
            <a:cxnLst/>
            <a:rect l="0" t="0" r="0" b="0"/>
            <a:pathLst>
              <a:path w="325781" h="600266">
                <a:moveTo>
                  <a:pt x="0" y="600266"/>
                </a:moveTo>
                <a:lnTo>
                  <a:pt x="325781" y="600266"/>
                </a:lnTo>
                <a:lnTo>
                  <a:pt x="325781" y="0"/>
                </a:lnTo>
                <a:lnTo>
                  <a:pt x="0" y="0"/>
                </a:lnTo>
                <a:lnTo>
                  <a:pt x="0" y="600266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47" name="F1_main_prauc_56">
            <a:extLst>
              <a:ext uri="{FF2B5EF4-FFF2-40B4-BE49-F238E27FC236}">
                <a16:creationId xmlns:a16="http://schemas.microsoft.com/office/drawing/2014/main" id="{5BDB7687-BB40-4524-A366-66DCE707C36D}"/>
              </a:ext>
            </a:extLst>
          </p:cNvPr>
          <p:cNvSpPr>
            <a:spLocks noGrp="1"/>
          </p:cNvSpPr>
          <p:nvPr/>
        </p:nvSpPr>
        <p:spPr>
          <a:xfrm>
            <a:off x="3684946" y="5306194"/>
            <a:ext cx="325781" cy="808856"/>
          </a:xfrm>
          <a:custGeom>
            <a:avLst/>
            <a:gdLst/>
            <a:ahLst/>
            <a:cxnLst/>
            <a:rect l="0" t="0" r="0" b="0"/>
            <a:pathLst>
              <a:path w="325781" h="808856">
                <a:moveTo>
                  <a:pt x="0" y="808856"/>
                </a:moveTo>
                <a:lnTo>
                  <a:pt x="325781" y="808856"/>
                </a:lnTo>
                <a:lnTo>
                  <a:pt x="325781" y="0"/>
                </a:lnTo>
                <a:lnTo>
                  <a:pt x="0" y="0"/>
                </a:lnTo>
                <a:lnTo>
                  <a:pt x="0" y="808856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48" name="F1_main_prauc_57">
            <a:extLst>
              <a:ext uri="{FF2B5EF4-FFF2-40B4-BE49-F238E27FC236}">
                <a16:creationId xmlns:a16="http://schemas.microsoft.com/office/drawing/2014/main" id="{29286D9C-7DC4-4E9B-9679-72437826BC4A}"/>
              </a:ext>
            </a:extLst>
          </p:cNvPr>
          <p:cNvSpPr>
            <a:spLocks noGrp="1"/>
          </p:cNvSpPr>
          <p:nvPr/>
        </p:nvSpPr>
        <p:spPr>
          <a:xfrm>
            <a:off x="5258769" y="5311785"/>
            <a:ext cx="325781" cy="803265"/>
          </a:xfrm>
          <a:custGeom>
            <a:avLst/>
            <a:gdLst/>
            <a:ahLst/>
            <a:cxnLst/>
            <a:rect l="0" t="0" r="0" b="0"/>
            <a:pathLst>
              <a:path w="325781" h="803265">
                <a:moveTo>
                  <a:pt x="0" y="803265"/>
                </a:moveTo>
                <a:lnTo>
                  <a:pt x="325781" y="803265"/>
                </a:lnTo>
                <a:lnTo>
                  <a:pt x="325781" y="0"/>
                </a:lnTo>
                <a:lnTo>
                  <a:pt x="0" y="0"/>
                </a:lnTo>
                <a:lnTo>
                  <a:pt x="0" y="803265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49" name="F1_main_prauc_58">
            <a:extLst>
              <a:ext uri="{FF2B5EF4-FFF2-40B4-BE49-F238E27FC236}">
                <a16:creationId xmlns:a16="http://schemas.microsoft.com/office/drawing/2014/main" id="{503C0522-CE59-4B6A-9B49-E16D4E3DAB53}"/>
              </a:ext>
            </a:extLst>
          </p:cNvPr>
          <p:cNvSpPr>
            <a:spLocks noGrp="1"/>
          </p:cNvSpPr>
          <p:nvPr/>
        </p:nvSpPr>
        <p:spPr>
          <a:xfrm>
            <a:off x="6832592" y="5901102"/>
            <a:ext cx="325781" cy="213948"/>
          </a:xfrm>
          <a:custGeom>
            <a:avLst/>
            <a:gdLst/>
            <a:ahLst/>
            <a:cxnLst/>
            <a:rect l="0" t="0" r="0" b="0"/>
            <a:pathLst>
              <a:path w="325781" h="213948">
                <a:moveTo>
                  <a:pt x="0" y="213948"/>
                </a:moveTo>
                <a:lnTo>
                  <a:pt x="325781" y="213948"/>
                </a:lnTo>
                <a:lnTo>
                  <a:pt x="325781" y="0"/>
                </a:lnTo>
                <a:lnTo>
                  <a:pt x="0" y="0"/>
                </a:lnTo>
                <a:lnTo>
                  <a:pt x="0" y="213948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50" name="F1_main_prauc_59">
            <a:extLst>
              <a:ext uri="{FF2B5EF4-FFF2-40B4-BE49-F238E27FC236}">
                <a16:creationId xmlns:a16="http://schemas.microsoft.com/office/drawing/2014/main" id="{51539F59-A8CA-4A1D-BB9E-57E06E1198B0}"/>
              </a:ext>
            </a:extLst>
          </p:cNvPr>
          <p:cNvSpPr>
            <a:spLocks noGrp="1"/>
          </p:cNvSpPr>
          <p:nvPr/>
        </p:nvSpPr>
        <p:spPr>
          <a:xfrm>
            <a:off x="8406415" y="5901102"/>
            <a:ext cx="325781" cy="213948"/>
          </a:xfrm>
          <a:custGeom>
            <a:avLst/>
            <a:gdLst/>
            <a:ahLst/>
            <a:cxnLst/>
            <a:rect l="0" t="0" r="0" b="0"/>
            <a:pathLst>
              <a:path w="325781" h="213948">
                <a:moveTo>
                  <a:pt x="0" y="213948"/>
                </a:moveTo>
                <a:lnTo>
                  <a:pt x="325781" y="213948"/>
                </a:lnTo>
                <a:lnTo>
                  <a:pt x="325781" y="0"/>
                </a:lnTo>
                <a:lnTo>
                  <a:pt x="0" y="0"/>
                </a:lnTo>
                <a:lnTo>
                  <a:pt x="0" y="213948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51" name="F1_main_prauc_60">
            <a:extLst>
              <a:ext uri="{FF2B5EF4-FFF2-40B4-BE49-F238E27FC236}">
                <a16:creationId xmlns:a16="http://schemas.microsoft.com/office/drawing/2014/main" id="{663FF820-A23D-45F9-802C-723307B22E16}"/>
              </a:ext>
            </a:extLst>
          </p:cNvPr>
          <p:cNvSpPr>
            <a:spLocks noGrp="1"/>
          </p:cNvSpPr>
          <p:nvPr/>
        </p:nvSpPr>
        <p:spPr>
          <a:xfrm>
            <a:off x="1493750" y="36800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" name="F1_main_prauc_61">
            <a:extLst>
              <a:ext uri="{FF2B5EF4-FFF2-40B4-BE49-F238E27FC236}">
                <a16:creationId xmlns:a16="http://schemas.microsoft.com/office/drawing/2014/main" id="{830DE51E-A9E1-46E7-ABBC-DB8C22D4C7D8}"/>
              </a:ext>
            </a:extLst>
          </p:cNvPr>
          <p:cNvSpPr>
            <a:spLocks noGrp="1"/>
          </p:cNvSpPr>
          <p:nvPr/>
        </p:nvSpPr>
        <p:spPr>
          <a:xfrm>
            <a:off x="1548022" y="32888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" name="F1_main_prauc_62">
            <a:extLst>
              <a:ext uri="{FF2B5EF4-FFF2-40B4-BE49-F238E27FC236}">
                <a16:creationId xmlns:a16="http://schemas.microsoft.com/office/drawing/2014/main" id="{AEB62B4A-8DA3-4AE4-BE68-1FEA4071A1A3}"/>
              </a:ext>
            </a:extLst>
          </p:cNvPr>
          <p:cNvSpPr>
            <a:spLocks noGrp="1"/>
          </p:cNvSpPr>
          <p:nvPr/>
        </p:nvSpPr>
        <p:spPr>
          <a:xfrm>
            <a:off x="1450543" y="33570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" name="F1_main_prauc_63">
            <a:extLst>
              <a:ext uri="{FF2B5EF4-FFF2-40B4-BE49-F238E27FC236}">
                <a16:creationId xmlns:a16="http://schemas.microsoft.com/office/drawing/2014/main" id="{EB76A141-A148-4543-B558-9D4A4A381CB3}"/>
              </a:ext>
            </a:extLst>
          </p:cNvPr>
          <p:cNvSpPr>
            <a:spLocks noGrp="1"/>
          </p:cNvSpPr>
          <p:nvPr/>
        </p:nvSpPr>
        <p:spPr>
          <a:xfrm>
            <a:off x="1597601" y="59192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" name="F1_main_prauc_64">
            <a:extLst>
              <a:ext uri="{FF2B5EF4-FFF2-40B4-BE49-F238E27FC236}">
                <a16:creationId xmlns:a16="http://schemas.microsoft.com/office/drawing/2014/main" id="{42459664-6D9A-43CD-A22D-195662359374}"/>
              </a:ext>
            </a:extLst>
          </p:cNvPr>
          <p:cNvSpPr>
            <a:spLocks noGrp="1"/>
          </p:cNvSpPr>
          <p:nvPr/>
        </p:nvSpPr>
        <p:spPr>
          <a:xfrm>
            <a:off x="1588138" y="34746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" name="F1_main_prauc_65">
            <a:extLst>
              <a:ext uri="{FF2B5EF4-FFF2-40B4-BE49-F238E27FC236}">
                <a16:creationId xmlns:a16="http://schemas.microsoft.com/office/drawing/2014/main" id="{3F4FC3BD-9622-409B-A1EB-7C3FBEDE9237}"/>
              </a:ext>
            </a:extLst>
          </p:cNvPr>
          <p:cNvSpPr>
            <a:spLocks noGrp="1"/>
          </p:cNvSpPr>
          <p:nvPr/>
        </p:nvSpPr>
        <p:spPr>
          <a:xfrm>
            <a:off x="1518221" y="35362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" name="F1_main_prauc_66">
            <a:extLst>
              <a:ext uri="{FF2B5EF4-FFF2-40B4-BE49-F238E27FC236}">
                <a16:creationId xmlns:a16="http://schemas.microsoft.com/office/drawing/2014/main" id="{31E625F2-61D4-4AF7-BA1D-484F520F7DA9}"/>
              </a:ext>
            </a:extLst>
          </p:cNvPr>
          <p:cNvSpPr>
            <a:spLocks noGrp="1"/>
          </p:cNvSpPr>
          <p:nvPr/>
        </p:nvSpPr>
        <p:spPr>
          <a:xfrm>
            <a:off x="1414696" y="3325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" name="F1_main_prauc_67">
            <a:extLst>
              <a:ext uri="{FF2B5EF4-FFF2-40B4-BE49-F238E27FC236}">
                <a16:creationId xmlns:a16="http://schemas.microsoft.com/office/drawing/2014/main" id="{8C00AB9B-8BDC-441D-9E6A-9033579D4C98}"/>
              </a:ext>
            </a:extLst>
          </p:cNvPr>
          <p:cNvSpPr>
            <a:spLocks noGrp="1"/>
          </p:cNvSpPr>
          <p:nvPr/>
        </p:nvSpPr>
        <p:spPr>
          <a:xfrm>
            <a:off x="1655404" y="34877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" name="F1_main_prauc_68">
            <a:extLst>
              <a:ext uri="{FF2B5EF4-FFF2-40B4-BE49-F238E27FC236}">
                <a16:creationId xmlns:a16="http://schemas.microsoft.com/office/drawing/2014/main" id="{0274664C-3852-404C-8C5A-4050C65F2AB8}"/>
              </a:ext>
            </a:extLst>
          </p:cNvPr>
          <p:cNvSpPr>
            <a:spLocks noGrp="1"/>
          </p:cNvSpPr>
          <p:nvPr/>
        </p:nvSpPr>
        <p:spPr>
          <a:xfrm>
            <a:off x="1605116" y="53896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" name="F1_main_prauc_69">
            <a:extLst>
              <a:ext uri="{FF2B5EF4-FFF2-40B4-BE49-F238E27FC236}">
                <a16:creationId xmlns:a16="http://schemas.microsoft.com/office/drawing/2014/main" id="{C7C555EC-F99F-4CDE-95EC-FED52281E42A}"/>
              </a:ext>
            </a:extLst>
          </p:cNvPr>
          <p:cNvSpPr>
            <a:spLocks noGrp="1"/>
          </p:cNvSpPr>
          <p:nvPr/>
        </p:nvSpPr>
        <p:spPr>
          <a:xfrm>
            <a:off x="1587904" y="3516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" name="F1_main_prauc_70">
            <a:extLst>
              <a:ext uri="{FF2B5EF4-FFF2-40B4-BE49-F238E27FC236}">
                <a16:creationId xmlns:a16="http://schemas.microsoft.com/office/drawing/2014/main" id="{70384756-3DD5-43C3-B97E-FBF90E294427}"/>
              </a:ext>
            </a:extLst>
          </p:cNvPr>
          <p:cNvSpPr>
            <a:spLocks noGrp="1"/>
          </p:cNvSpPr>
          <p:nvPr/>
        </p:nvSpPr>
        <p:spPr>
          <a:xfrm>
            <a:off x="1469189" y="460960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" name="F1_main_prauc_71">
            <a:extLst>
              <a:ext uri="{FF2B5EF4-FFF2-40B4-BE49-F238E27FC236}">
                <a16:creationId xmlns:a16="http://schemas.microsoft.com/office/drawing/2014/main" id="{7586DE84-D534-4E21-B530-E8120802F875}"/>
              </a:ext>
            </a:extLst>
          </p:cNvPr>
          <p:cNvSpPr>
            <a:spLocks noGrp="1"/>
          </p:cNvSpPr>
          <p:nvPr/>
        </p:nvSpPr>
        <p:spPr>
          <a:xfrm>
            <a:off x="1413660" y="33739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" name="F1_main_prauc_72">
            <a:extLst>
              <a:ext uri="{FF2B5EF4-FFF2-40B4-BE49-F238E27FC236}">
                <a16:creationId xmlns:a16="http://schemas.microsoft.com/office/drawing/2014/main" id="{B2AF1AFE-1A9D-417C-93B1-F8413622020C}"/>
              </a:ext>
            </a:extLst>
          </p:cNvPr>
          <p:cNvSpPr>
            <a:spLocks noGrp="1"/>
          </p:cNvSpPr>
          <p:nvPr/>
        </p:nvSpPr>
        <p:spPr>
          <a:xfrm>
            <a:off x="1550912" y="34526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" name="F1_main_prauc_73">
            <a:extLst>
              <a:ext uri="{FF2B5EF4-FFF2-40B4-BE49-F238E27FC236}">
                <a16:creationId xmlns:a16="http://schemas.microsoft.com/office/drawing/2014/main" id="{8A23BF8E-97FE-4D82-A32E-FEE7DDD88FEB}"/>
              </a:ext>
            </a:extLst>
          </p:cNvPr>
          <p:cNvSpPr>
            <a:spLocks noGrp="1"/>
          </p:cNvSpPr>
          <p:nvPr/>
        </p:nvSpPr>
        <p:spPr>
          <a:xfrm>
            <a:off x="1538459" y="4632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" name="F1_main_prauc_74">
            <a:extLst>
              <a:ext uri="{FF2B5EF4-FFF2-40B4-BE49-F238E27FC236}">
                <a16:creationId xmlns:a16="http://schemas.microsoft.com/office/drawing/2014/main" id="{BB0BB739-27FC-486F-BFFC-E3E90E054E1B}"/>
              </a:ext>
            </a:extLst>
          </p:cNvPr>
          <p:cNvSpPr>
            <a:spLocks noGrp="1"/>
          </p:cNvSpPr>
          <p:nvPr/>
        </p:nvSpPr>
        <p:spPr>
          <a:xfrm>
            <a:off x="1572787" y="34685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" name="F1_main_prauc_75">
            <a:extLst>
              <a:ext uri="{FF2B5EF4-FFF2-40B4-BE49-F238E27FC236}">
                <a16:creationId xmlns:a16="http://schemas.microsoft.com/office/drawing/2014/main" id="{C207F26E-9BC3-4EEE-84ED-24ACF6D97D5B}"/>
              </a:ext>
            </a:extLst>
          </p:cNvPr>
          <p:cNvSpPr>
            <a:spLocks noGrp="1"/>
          </p:cNvSpPr>
          <p:nvPr/>
        </p:nvSpPr>
        <p:spPr>
          <a:xfrm>
            <a:off x="1502935" y="36428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" name="F1_main_prauc_76">
            <a:extLst>
              <a:ext uri="{FF2B5EF4-FFF2-40B4-BE49-F238E27FC236}">
                <a16:creationId xmlns:a16="http://schemas.microsoft.com/office/drawing/2014/main" id="{DD0B6269-7DD1-4EA9-B43B-71958C6CCE9B}"/>
              </a:ext>
            </a:extLst>
          </p:cNvPr>
          <p:cNvSpPr>
            <a:spLocks noGrp="1"/>
          </p:cNvSpPr>
          <p:nvPr/>
        </p:nvSpPr>
        <p:spPr>
          <a:xfrm>
            <a:off x="1467906" y="54592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" name="F1_main_prauc_77">
            <a:extLst>
              <a:ext uri="{FF2B5EF4-FFF2-40B4-BE49-F238E27FC236}">
                <a16:creationId xmlns:a16="http://schemas.microsoft.com/office/drawing/2014/main" id="{CB2C425A-C1E7-4FD4-980F-A239811C9C6F}"/>
              </a:ext>
            </a:extLst>
          </p:cNvPr>
          <p:cNvSpPr>
            <a:spLocks noGrp="1"/>
          </p:cNvSpPr>
          <p:nvPr/>
        </p:nvSpPr>
        <p:spPr>
          <a:xfrm>
            <a:off x="1547066" y="359609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" name="F1_main_prauc_78">
            <a:extLst>
              <a:ext uri="{FF2B5EF4-FFF2-40B4-BE49-F238E27FC236}">
                <a16:creationId xmlns:a16="http://schemas.microsoft.com/office/drawing/2014/main" id="{253F396B-22A0-4206-B478-54626183E9DE}"/>
              </a:ext>
            </a:extLst>
          </p:cNvPr>
          <p:cNvSpPr>
            <a:spLocks noGrp="1"/>
          </p:cNvSpPr>
          <p:nvPr/>
        </p:nvSpPr>
        <p:spPr>
          <a:xfrm>
            <a:off x="1629511" y="36352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" name="F1_main_prauc_79">
            <a:extLst>
              <a:ext uri="{FF2B5EF4-FFF2-40B4-BE49-F238E27FC236}">
                <a16:creationId xmlns:a16="http://schemas.microsoft.com/office/drawing/2014/main" id="{60559421-6D35-4941-B91C-614BF3D5EEE0}"/>
              </a:ext>
            </a:extLst>
          </p:cNvPr>
          <p:cNvSpPr>
            <a:spLocks noGrp="1"/>
          </p:cNvSpPr>
          <p:nvPr/>
        </p:nvSpPr>
        <p:spPr>
          <a:xfrm>
            <a:off x="1611690" y="40404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" name="F1_main_prauc_80">
            <a:extLst>
              <a:ext uri="{FF2B5EF4-FFF2-40B4-BE49-F238E27FC236}">
                <a16:creationId xmlns:a16="http://schemas.microsoft.com/office/drawing/2014/main" id="{ECC49F5D-7174-42E3-A3BA-06E3E67485C4}"/>
              </a:ext>
            </a:extLst>
          </p:cNvPr>
          <p:cNvSpPr>
            <a:spLocks noGrp="1"/>
          </p:cNvSpPr>
          <p:nvPr/>
        </p:nvSpPr>
        <p:spPr>
          <a:xfrm>
            <a:off x="1502299" y="49000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" name="F1_main_prauc_81">
            <a:extLst>
              <a:ext uri="{FF2B5EF4-FFF2-40B4-BE49-F238E27FC236}">
                <a16:creationId xmlns:a16="http://schemas.microsoft.com/office/drawing/2014/main" id="{45C6E54F-9B7C-4F1C-9BA5-3C4D08DA265A}"/>
              </a:ext>
            </a:extLst>
          </p:cNvPr>
          <p:cNvSpPr>
            <a:spLocks noGrp="1"/>
          </p:cNvSpPr>
          <p:nvPr/>
        </p:nvSpPr>
        <p:spPr>
          <a:xfrm>
            <a:off x="1623251" y="417319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" name="F1_main_prauc_82">
            <a:extLst>
              <a:ext uri="{FF2B5EF4-FFF2-40B4-BE49-F238E27FC236}">
                <a16:creationId xmlns:a16="http://schemas.microsoft.com/office/drawing/2014/main" id="{63E6F5B1-1B25-439A-9CCD-44846D1AE708}"/>
              </a:ext>
            </a:extLst>
          </p:cNvPr>
          <p:cNvSpPr>
            <a:spLocks noGrp="1"/>
          </p:cNvSpPr>
          <p:nvPr/>
        </p:nvSpPr>
        <p:spPr>
          <a:xfrm>
            <a:off x="1493772" y="4248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" name="F1_main_prauc_83">
            <a:extLst>
              <a:ext uri="{FF2B5EF4-FFF2-40B4-BE49-F238E27FC236}">
                <a16:creationId xmlns:a16="http://schemas.microsoft.com/office/drawing/2014/main" id="{EE8A1AB9-D607-48C1-B1DD-F0A1CB607C44}"/>
              </a:ext>
            </a:extLst>
          </p:cNvPr>
          <p:cNvSpPr>
            <a:spLocks noGrp="1"/>
          </p:cNvSpPr>
          <p:nvPr/>
        </p:nvSpPr>
        <p:spPr>
          <a:xfrm>
            <a:off x="1563892" y="332988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" name="F1_main_prauc_84">
            <a:extLst>
              <a:ext uri="{FF2B5EF4-FFF2-40B4-BE49-F238E27FC236}">
                <a16:creationId xmlns:a16="http://schemas.microsoft.com/office/drawing/2014/main" id="{E2DCC6D9-6DFE-4E14-B2DD-2AE8A5D905C6}"/>
              </a:ext>
            </a:extLst>
          </p:cNvPr>
          <p:cNvSpPr>
            <a:spLocks noGrp="1"/>
          </p:cNvSpPr>
          <p:nvPr/>
        </p:nvSpPr>
        <p:spPr>
          <a:xfrm>
            <a:off x="1519370" y="44555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" name="F1_main_prauc_85">
            <a:extLst>
              <a:ext uri="{FF2B5EF4-FFF2-40B4-BE49-F238E27FC236}">
                <a16:creationId xmlns:a16="http://schemas.microsoft.com/office/drawing/2014/main" id="{18F24896-42F9-42EE-918A-588920F9C81A}"/>
              </a:ext>
            </a:extLst>
          </p:cNvPr>
          <p:cNvSpPr>
            <a:spLocks noGrp="1"/>
          </p:cNvSpPr>
          <p:nvPr/>
        </p:nvSpPr>
        <p:spPr>
          <a:xfrm>
            <a:off x="1413613" y="60774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" name="F1_main_prauc_86">
            <a:extLst>
              <a:ext uri="{FF2B5EF4-FFF2-40B4-BE49-F238E27FC236}">
                <a16:creationId xmlns:a16="http://schemas.microsoft.com/office/drawing/2014/main" id="{238C3ABB-E522-4F17-90F4-CF7233065711}"/>
              </a:ext>
            </a:extLst>
          </p:cNvPr>
          <p:cNvSpPr>
            <a:spLocks noGrp="1"/>
          </p:cNvSpPr>
          <p:nvPr/>
        </p:nvSpPr>
        <p:spPr>
          <a:xfrm>
            <a:off x="1558338" y="52943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" name="F1_main_prauc_87">
            <a:extLst>
              <a:ext uri="{FF2B5EF4-FFF2-40B4-BE49-F238E27FC236}">
                <a16:creationId xmlns:a16="http://schemas.microsoft.com/office/drawing/2014/main" id="{B44A8167-9200-404C-9BAE-8B770E372E8F}"/>
              </a:ext>
            </a:extLst>
          </p:cNvPr>
          <p:cNvSpPr>
            <a:spLocks noGrp="1"/>
          </p:cNvSpPr>
          <p:nvPr/>
        </p:nvSpPr>
        <p:spPr>
          <a:xfrm>
            <a:off x="1448821" y="42924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" name="F1_main_prauc_88">
            <a:extLst>
              <a:ext uri="{FF2B5EF4-FFF2-40B4-BE49-F238E27FC236}">
                <a16:creationId xmlns:a16="http://schemas.microsoft.com/office/drawing/2014/main" id="{887AEE60-8774-4618-82FD-7107C93F0BE6}"/>
              </a:ext>
            </a:extLst>
          </p:cNvPr>
          <p:cNvSpPr>
            <a:spLocks noGrp="1"/>
          </p:cNvSpPr>
          <p:nvPr/>
        </p:nvSpPr>
        <p:spPr>
          <a:xfrm>
            <a:off x="1577841" y="3257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" name="F1_main_prauc_89">
            <a:extLst>
              <a:ext uri="{FF2B5EF4-FFF2-40B4-BE49-F238E27FC236}">
                <a16:creationId xmlns:a16="http://schemas.microsoft.com/office/drawing/2014/main" id="{EF68C7FE-CE0E-4494-8211-67D11F014EDB}"/>
              </a:ext>
            </a:extLst>
          </p:cNvPr>
          <p:cNvSpPr>
            <a:spLocks noGrp="1"/>
          </p:cNvSpPr>
          <p:nvPr/>
        </p:nvSpPr>
        <p:spPr>
          <a:xfrm>
            <a:off x="1622084" y="3340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" name="F1_main_prauc_90">
            <a:extLst>
              <a:ext uri="{FF2B5EF4-FFF2-40B4-BE49-F238E27FC236}">
                <a16:creationId xmlns:a16="http://schemas.microsoft.com/office/drawing/2014/main" id="{44E3786A-95FA-4335-92AA-C4BB9AFF7577}"/>
              </a:ext>
            </a:extLst>
          </p:cNvPr>
          <p:cNvSpPr>
            <a:spLocks noGrp="1"/>
          </p:cNvSpPr>
          <p:nvPr/>
        </p:nvSpPr>
        <p:spPr>
          <a:xfrm>
            <a:off x="1406767" y="5514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" name="F1_main_prauc_91">
            <a:extLst>
              <a:ext uri="{FF2B5EF4-FFF2-40B4-BE49-F238E27FC236}">
                <a16:creationId xmlns:a16="http://schemas.microsoft.com/office/drawing/2014/main" id="{E693CC0D-F915-4A6A-9815-E0BFDC611104}"/>
              </a:ext>
            </a:extLst>
          </p:cNvPr>
          <p:cNvSpPr>
            <a:spLocks noGrp="1"/>
          </p:cNvSpPr>
          <p:nvPr/>
        </p:nvSpPr>
        <p:spPr>
          <a:xfrm>
            <a:off x="1593140" y="40843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" name="F1_main_prauc_92">
            <a:extLst>
              <a:ext uri="{FF2B5EF4-FFF2-40B4-BE49-F238E27FC236}">
                <a16:creationId xmlns:a16="http://schemas.microsoft.com/office/drawing/2014/main" id="{2A2F095E-CA38-4473-B5E3-40A6B8AB42F6}"/>
              </a:ext>
            </a:extLst>
          </p:cNvPr>
          <p:cNvSpPr>
            <a:spLocks noGrp="1"/>
          </p:cNvSpPr>
          <p:nvPr/>
        </p:nvSpPr>
        <p:spPr>
          <a:xfrm>
            <a:off x="1614196" y="45425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" name="F1_main_prauc_93">
            <a:extLst>
              <a:ext uri="{FF2B5EF4-FFF2-40B4-BE49-F238E27FC236}">
                <a16:creationId xmlns:a16="http://schemas.microsoft.com/office/drawing/2014/main" id="{3D890DF4-4BEA-4B7C-9782-F6295ACC1DB3}"/>
              </a:ext>
            </a:extLst>
          </p:cNvPr>
          <p:cNvSpPr>
            <a:spLocks noGrp="1"/>
          </p:cNvSpPr>
          <p:nvPr/>
        </p:nvSpPr>
        <p:spPr>
          <a:xfrm>
            <a:off x="1472281" y="56450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" name="F1_main_prauc_94">
            <a:extLst>
              <a:ext uri="{FF2B5EF4-FFF2-40B4-BE49-F238E27FC236}">
                <a16:creationId xmlns:a16="http://schemas.microsoft.com/office/drawing/2014/main" id="{4FCAF9C6-2F06-4DE0-BD64-7C750899A5A2}"/>
              </a:ext>
            </a:extLst>
          </p:cNvPr>
          <p:cNvSpPr>
            <a:spLocks noGrp="1"/>
          </p:cNvSpPr>
          <p:nvPr/>
        </p:nvSpPr>
        <p:spPr>
          <a:xfrm>
            <a:off x="1586118" y="30894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" name="F1_main_prauc_95">
            <a:extLst>
              <a:ext uri="{FF2B5EF4-FFF2-40B4-BE49-F238E27FC236}">
                <a16:creationId xmlns:a16="http://schemas.microsoft.com/office/drawing/2014/main" id="{69C9B33E-BA24-4961-8129-C137894BDD99}"/>
              </a:ext>
            </a:extLst>
          </p:cNvPr>
          <p:cNvSpPr>
            <a:spLocks noGrp="1"/>
          </p:cNvSpPr>
          <p:nvPr/>
        </p:nvSpPr>
        <p:spPr>
          <a:xfrm>
            <a:off x="1641463" y="60978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" name="F1_main_prauc_96">
            <a:extLst>
              <a:ext uri="{FF2B5EF4-FFF2-40B4-BE49-F238E27FC236}">
                <a16:creationId xmlns:a16="http://schemas.microsoft.com/office/drawing/2014/main" id="{3D86D14B-6264-48F2-B8F8-E2D487184E06}"/>
              </a:ext>
            </a:extLst>
          </p:cNvPr>
          <p:cNvSpPr>
            <a:spLocks noGrp="1"/>
          </p:cNvSpPr>
          <p:nvPr/>
        </p:nvSpPr>
        <p:spPr>
          <a:xfrm>
            <a:off x="1643331" y="50575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" name="F1_main_prauc_97">
            <a:extLst>
              <a:ext uri="{FF2B5EF4-FFF2-40B4-BE49-F238E27FC236}">
                <a16:creationId xmlns:a16="http://schemas.microsoft.com/office/drawing/2014/main" id="{21E9EFD9-8AB7-4E5A-B04B-26460FA88C5D}"/>
              </a:ext>
            </a:extLst>
          </p:cNvPr>
          <p:cNvSpPr>
            <a:spLocks noGrp="1"/>
          </p:cNvSpPr>
          <p:nvPr/>
        </p:nvSpPr>
        <p:spPr>
          <a:xfrm>
            <a:off x="1411127" y="36827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" name="F1_main_prauc_98">
            <a:extLst>
              <a:ext uri="{FF2B5EF4-FFF2-40B4-BE49-F238E27FC236}">
                <a16:creationId xmlns:a16="http://schemas.microsoft.com/office/drawing/2014/main" id="{8E4A5059-0137-4770-A7C6-4F77EB9B2711}"/>
              </a:ext>
            </a:extLst>
          </p:cNvPr>
          <p:cNvSpPr>
            <a:spLocks noGrp="1"/>
          </p:cNvSpPr>
          <p:nvPr/>
        </p:nvSpPr>
        <p:spPr>
          <a:xfrm>
            <a:off x="1499717" y="31239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" name="F1_main_prauc_99">
            <a:extLst>
              <a:ext uri="{FF2B5EF4-FFF2-40B4-BE49-F238E27FC236}">
                <a16:creationId xmlns:a16="http://schemas.microsoft.com/office/drawing/2014/main" id="{9876D455-9BA4-4388-9DB0-485DD125AF96}"/>
              </a:ext>
            </a:extLst>
          </p:cNvPr>
          <p:cNvSpPr>
            <a:spLocks noGrp="1"/>
          </p:cNvSpPr>
          <p:nvPr/>
        </p:nvSpPr>
        <p:spPr>
          <a:xfrm>
            <a:off x="1617803" y="32113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" name="F1_main_prauc_100">
            <a:extLst>
              <a:ext uri="{FF2B5EF4-FFF2-40B4-BE49-F238E27FC236}">
                <a16:creationId xmlns:a16="http://schemas.microsoft.com/office/drawing/2014/main" id="{5AB629E3-E119-4833-A556-97BB0543897C}"/>
              </a:ext>
            </a:extLst>
          </p:cNvPr>
          <p:cNvSpPr>
            <a:spLocks noGrp="1"/>
          </p:cNvSpPr>
          <p:nvPr/>
        </p:nvSpPr>
        <p:spPr>
          <a:xfrm>
            <a:off x="1469832" y="41615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" name="F1_main_prauc_101">
            <a:extLst>
              <a:ext uri="{FF2B5EF4-FFF2-40B4-BE49-F238E27FC236}">
                <a16:creationId xmlns:a16="http://schemas.microsoft.com/office/drawing/2014/main" id="{7F48438D-CFA8-4E21-BAC8-4E7CC8C517C5}"/>
              </a:ext>
            </a:extLst>
          </p:cNvPr>
          <p:cNvSpPr>
            <a:spLocks noGrp="1"/>
          </p:cNvSpPr>
          <p:nvPr/>
        </p:nvSpPr>
        <p:spPr>
          <a:xfrm>
            <a:off x="1638976" y="3465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" name="F1_main_prauc_102">
            <a:extLst>
              <a:ext uri="{FF2B5EF4-FFF2-40B4-BE49-F238E27FC236}">
                <a16:creationId xmlns:a16="http://schemas.microsoft.com/office/drawing/2014/main" id="{FFE43A57-3F06-46BA-B7D7-0496685511F1}"/>
              </a:ext>
            </a:extLst>
          </p:cNvPr>
          <p:cNvSpPr>
            <a:spLocks noGrp="1"/>
          </p:cNvSpPr>
          <p:nvPr/>
        </p:nvSpPr>
        <p:spPr>
          <a:xfrm>
            <a:off x="1491762" y="316732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" name="F1_main_prauc_103">
            <a:extLst>
              <a:ext uri="{FF2B5EF4-FFF2-40B4-BE49-F238E27FC236}">
                <a16:creationId xmlns:a16="http://schemas.microsoft.com/office/drawing/2014/main" id="{517684D4-AA13-4DD7-B476-B2B317924B7E}"/>
              </a:ext>
            </a:extLst>
          </p:cNvPr>
          <p:cNvSpPr>
            <a:spLocks noGrp="1"/>
          </p:cNvSpPr>
          <p:nvPr/>
        </p:nvSpPr>
        <p:spPr>
          <a:xfrm>
            <a:off x="1624806" y="329976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" name="F1_main_prauc_104">
            <a:extLst>
              <a:ext uri="{FF2B5EF4-FFF2-40B4-BE49-F238E27FC236}">
                <a16:creationId xmlns:a16="http://schemas.microsoft.com/office/drawing/2014/main" id="{DF77A672-0001-4793-9177-26C549838DF6}"/>
              </a:ext>
            </a:extLst>
          </p:cNvPr>
          <p:cNvSpPr>
            <a:spLocks noGrp="1"/>
          </p:cNvSpPr>
          <p:nvPr/>
        </p:nvSpPr>
        <p:spPr>
          <a:xfrm>
            <a:off x="1487949" y="38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" name="F1_main_prauc_105">
            <a:extLst>
              <a:ext uri="{FF2B5EF4-FFF2-40B4-BE49-F238E27FC236}">
                <a16:creationId xmlns:a16="http://schemas.microsoft.com/office/drawing/2014/main" id="{B0BB78BF-C0B5-4C20-AEBF-D562F87A1546}"/>
              </a:ext>
            </a:extLst>
          </p:cNvPr>
          <p:cNvSpPr>
            <a:spLocks noGrp="1"/>
          </p:cNvSpPr>
          <p:nvPr/>
        </p:nvSpPr>
        <p:spPr>
          <a:xfrm>
            <a:off x="1619760" y="31712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" name="F1_main_prauc_106">
            <a:extLst>
              <a:ext uri="{FF2B5EF4-FFF2-40B4-BE49-F238E27FC236}">
                <a16:creationId xmlns:a16="http://schemas.microsoft.com/office/drawing/2014/main" id="{3D802E92-E2EC-4E8C-B20A-432DA7684686}"/>
              </a:ext>
            </a:extLst>
          </p:cNvPr>
          <p:cNvSpPr>
            <a:spLocks noGrp="1"/>
          </p:cNvSpPr>
          <p:nvPr/>
        </p:nvSpPr>
        <p:spPr>
          <a:xfrm>
            <a:off x="1626976" y="45514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" name="F1_main_prauc_107">
            <a:extLst>
              <a:ext uri="{FF2B5EF4-FFF2-40B4-BE49-F238E27FC236}">
                <a16:creationId xmlns:a16="http://schemas.microsoft.com/office/drawing/2014/main" id="{FA691078-652A-4F7C-A27B-D86131F72E36}"/>
              </a:ext>
            </a:extLst>
          </p:cNvPr>
          <p:cNvSpPr>
            <a:spLocks noGrp="1"/>
          </p:cNvSpPr>
          <p:nvPr/>
        </p:nvSpPr>
        <p:spPr>
          <a:xfrm>
            <a:off x="1481603" y="3524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" name="F1_main_prauc_108">
            <a:extLst>
              <a:ext uri="{FF2B5EF4-FFF2-40B4-BE49-F238E27FC236}">
                <a16:creationId xmlns:a16="http://schemas.microsoft.com/office/drawing/2014/main" id="{8F6B6710-69B0-46A9-AE40-8BA26B50DBDD}"/>
              </a:ext>
            </a:extLst>
          </p:cNvPr>
          <p:cNvSpPr>
            <a:spLocks noGrp="1"/>
          </p:cNvSpPr>
          <p:nvPr/>
        </p:nvSpPr>
        <p:spPr>
          <a:xfrm>
            <a:off x="1652161" y="43192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" name="F1_main_prauc_109">
            <a:extLst>
              <a:ext uri="{FF2B5EF4-FFF2-40B4-BE49-F238E27FC236}">
                <a16:creationId xmlns:a16="http://schemas.microsoft.com/office/drawing/2014/main" id="{EFD9ACFF-FA63-442F-A705-43810E50DAB7}"/>
              </a:ext>
            </a:extLst>
          </p:cNvPr>
          <p:cNvSpPr>
            <a:spLocks noGrp="1"/>
          </p:cNvSpPr>
          <p:nvPr/>
        </p:nvSpPr>
        <p:spPr>
          <a:xfrm>
            <a:off x="1428904" y="33838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" name="F1_main_prauc_110">
            <a:extLst>
              <a:ext uri="{FF2B5EF4-FFF2-40B4-BE49-F238E27FC236}">
                <a16:creationId xmlns:a16="http://schemas.microsoft.com/office/drawing/2014/main" id="{880F8BCA-79A7-4A17-9C0E-D10534CE2F02}"/>
              </a:ext>
            </a:extLst>
          </p:cNvPr>
          <p:cNvSpPr>
            <a:spLocks noGrp="1"/>
          </p:cNvSpPr>
          <p:nvPr/>
        </p:nvSpPr>
        <p:spPr>
          <a:xfrm>
            <a:off x="1626903" y="38934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" name="F1_main_prauc_111">
            <a:extLst>
              <a:ext uri="{FF2B5EF4-FFF2-40B4-BE49-F238E27FC236}">
                <a16:creationId xmlns:a16="http://schemas.microsoft.com/office/drawing/2014/main" id="{696E1EA9-FF73-42C7-BAE3-C10BFFADD85E}"/>
              </a:ext>
            </a:extLst>
          </p:cNvPr>
          <p:cNvSpPr>
            <a:spLocks noGrp="1"/>
          </p:cNvSpPr>
          <p:nvPr/>
        </p:nvSpPr>
        <p:spPr>
          <a:xfrm>
            <a:off x="1560156" y="43723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" name="F1_main_prauc_112">
            <a:extLst>
              <a:ext uri="{FF2B5EF4-FFF2-40B4-BE49-F238E27FC236}">
                <a16:creationId xmlns:a16="http://schemas.microsoft.com/office/drawing/2014/main" id="{79EB319A-5AB2-4925-BD60-EB92975A9C3C}"/>
              </a:ext>
            </a:extLst>
          </p:cNvPr>
          <p:cNvSpPr>
            <a:spLocks noGrp="1"/>
          </p:cNvSpPr>
          <p:nvPr/>
        </p:nvSpPr>
        <p:spPr>
          <a:xfrm>
            <a:off x="1574317" y="4411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" name="F1_main_prauc_113">
            <a:extLst>
              <a:ext uri="{FF2B5EF4-FFF2-40B4-BE49-F238E27FC236}">
                <a16:creationId xmlns:a16="http://schemas.microsoft.com/office/drawing/2014/main" id="{03A3A6E0-B91B-4B27-AF49-6E3916A6B8ED}"/>
              </a:ext>
            </a:extLst>
          </p:cNvPr>
          <p:cNvSpPr>
            <a:spLocks noGrp="1"/>
          </p:cNvSpPr>
          <p:nvPr/>
        </p:nvSpPr>
        <p:spPr>
          <a:xfrm>
            <a:off x="1553372" y="437520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" name="F1_main_prauc_114">
            <a:extLst>
              <a:ext uri="{FF2B5EF4-FFF2-40B4-BE49-F238E27FC236}">
                <a16:creationId xmlns:a16="http://schemas.microsoft.com/office/drawing/2014/main" id="{96BCB064-C4FB-4B05-9939-F9FFF73084F7}"/>
              </a:ext>
            </a:extLst>
          </p:cNvPr>
          <p:cNvSpPr>
            <a:spLocks noGrp="1"/>
          </p:cNvSpPr>
          <p:nvPr/>
        </p:nvSpPr>
        <p:spPr>
          <a:xfrm>
            <a:off x="1486418" y="40828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" name="F1_main_prauc_115">
            <a:extLst>
              <a:ext uri="{FF2B5EF4-FFF2-40B4-BE49-F238E27FC236}">
                <a16:creationId xmlns:a16="http://schemas.microsoft.com/office/drawing/2014/main" id="{7A11902B-3316-4CAB-A288-2950705DBFC7}"/>
              </a:ext>
            </a:extLst>
          </p:cNvPr>
          <p:cNvSpPr>
            <a:spLocks noGrp="1"/>
          </p:cNvSpPr>
          <p:nvPr/>
        </p:nvSpPr>
        <p:spPr>
          <a:xfrm>
            <a:off x="1650287" y="43731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" name="F1_main_prauc_116">
            <a:extLst>
              <a:ext uri="{FF2B5EF4-FFF2-40B4-BE49-F238E27FC236}">
                <a16:creationId xmlns:a16="http://schemas.microsoft.com/office/drawing/2014/main" id="{27A3D6EB-077C-4BF8-ABAC-09C6E28A292B}"/>
              </a:ext>
            </a:extLst>
          </p:cNvPr>
          <p:cNvSpPr>
            <a:spLocks noGrp="1"/>
          </p:cNvSpPr>
          <p:nvPr/>
        </p:nvSpPr>
        <p:spPr>
          <a:xfrm>
            <a:off x="1575821" y="42319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" name="F1_main_prauc_117">
            <a:extLst>
              <a:ext uri="{FF2B5EF4-FFF2-40B4-BE49-F238E27FC236}">
                <a16:creationId xmlns:a16="http://schemas.microsoft.com/office/drawing/2014/main" id="{DFCEDFF1-283D-4580-98F9-4AF4D09EC010}"/>
              </a:ext>
            </a:extLst>
          </p:cNvPr>
          <p:cNvSpPr>
            <a:spLocks noGrp="1"/>
          </p:cNvSpPr>
          <p:nvPr/>
        </p:nvSpPr>
        <p:spPr>
          <a:xfrm>
            <a:off x="1621352" y="31620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" name="F1_main_prauc_118">
            <a:extLst>
              <a:ext uri="{FF2B5EF4-FFF2-40B4-BE49-F238E27FC236}">
                <a16:creationId xmlns:a16="http://schemas.microsoft.com/office/drawing/2014/main" id="{7CF9CDA7-2367-4287-816C-CED57DDAAD52}"/>
              </a:ext>
            </a:extLst>
          </p:cNvPr>
          <p:cNvSpPr>
            <a:spLocks noGrp="1"/>
          </p:cNvSpPr>
          <p:nvPr/>
        </p:nvSpPr>
        <p:spPr>
          <a:xfrm>
            <a:off x="1657882" y="34560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" name="F1_main_prauc_119">
            <a:extLst>
              <a:ext uri="{FF2B5EF4-FFF2-40B4-BE49-F238E27FC236}">
                <a16:creationId xmlns:a16="http://schemas.microsoft.com/office/drawing/2014/main" id="{29B87DE2-07FB-495A-A566-6F6B0AC149E9}"/>
              </a:ext>
            </a:extLst>
          </p:cNvPr>
          <p:cNvSpPr>
            <a:spLocks noGrp="1"/>
          </p:cNvSpPr>
          <p:nvPr/>
        </p:nvSpPr>
        <p:spPr>
          <a:xfrm>
            <a:off x="1427429" y="343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" name="F1_main_prauc_120">
            <a:extLst>
              <a:ext uri="{FF2B5EF4-FFF2-40B4-BE49-F238E27FC236}">
                <a16:creationId xmlns:a16="http://schemas.microsoft.com/office/drawing/2014/main" id="{0D3DD716-F7D2-4EFF-9A2F-57E2C1D6DDB3}"/>
              </a:ext>
            </a:extLst>
          </p:cNvPr>
          <p:cNvSpPr>
            <a:spLocks noGrp="1"/>
          </p:cNvSpPr>
          <p:nvPr/>
        </p:nvSpPr>
        <p:spPr>
          <a:xfrm>
            <a:off x="1570264" y="451375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" name="F1_main_prauc_121">
            <a:extLst>
              <a:ext uri="{FF2B5EF4-FFF2-40B4-BE49-F238E27FC236}">
                <a16:creationId xmlns:a16="http://schemas.microsoft.com/office/drawing/2014/main" id="{2DBA0F33-BE0E-469A-B0AA-5C35B4029DD8}"/>
              </a:ext>
            </a:extLst>
          </p:cNvPr>
          <p:cNvSpPr>
            <a:spLocks noGrp="1"/>
          </p:cNvSpPr>
          <p:nvPr/>
        </p:nvSpPr>
        <p:spPr>
          <a:xfrm>
            <a:off x="1658361" y="31400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" name="F1_main_prauc_122">
            <a:extLst>
              <a:ext uri="{FF2B5EF4-FFF2-40B4-BE49-F238E27FC236}">
                <a16:creationId xmlns:a16="http://schemas.microsoft.com/office/drawing/2014/main" id="{264FA9BF-1129-419A-A112-580982CB02BC}"/>
              </a:ext>
            </a:extLst>
          </p:cNvPr>
          <p:cNvSpPr>
            <a:spLocks noGrp="1"/>
          </p:cNvSpPr>
          <p:nvPr/>
        </p:nvSpPr>
        <p:spPr>
          <a:xfrm>
            <a:off x="1509750" y="29799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" name="F1_main_prauc_123">
            <a:extLst>
              <a:ext uri="{FF2B5EF4-FFF2-40B4-BE49-F238E27FC236}">
                <a16:creationId xmlns:a16="http://schemas.microsoft.com/office/drawing/2014/main" id="{93E2F395-2227-41D5-9B66-2D89E617523B}"/>
              </a:ext>
            </a:extLst>
          </p:cNvPr>
          <p:cNvSpPr>
            <a:spLocks noGrp="1"/>
          </p:cNvSpPr>
          <p:nvPr/>
        </p:nvSpPr>
        <p:spPr>
          <a:xfrm>
            <a:off x="1414612" y="31881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" name="F1_main_prauc_124">
            <a:extLst>
              <a:ext uri="{FF2B5EF4-FFF2-40B4-BE49-F238E27FC236}">
                <a16:creationId xmlns:a16="http://schemas.microsoft.com/office/drawing/2014/main" id="{6F3053B2-BBEA-4890-8A87-60877B1F76AF}"/>
              </a:ext>
            </a:extLst>
          </p:cNvPr>
          <p:cNvSpPr>
            <a:spLocks noGrp="1"/>
          </p:cNvSpPr>
          <p:nvPr/>
        </p:nvSpPr>
        <p:spPr>
          <a:xfrm>
            <a:off x="1484588" y="35996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" name="F1_main_prauc_125">
            <a:extLst>
              <a:ext uri="{FF2B5EF4-FFF2-40B4-BE49-F238E27FC236}">
                <a16:creationId xmlns:a16="http://schemas.microsoft.com/office/drawing/2014/main" id="{F6581B50-26B7-42CF-9EA1-22E2D7E69133}"/>
              </a:ext>
            </a:extLst>
          </p:cNvPr>
          <p:cNvSpPr>
            <a:spLocks noGrp="1"/>
          </p:cNvSpPr>
          <p:nvPr/>
        </p:nvSpPr>
        <p:spPr>
          <a:xfrm>
            <a:off x="1554845" y="48111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" name="F1_main_prauc_126">
            <a:extLst>
              <a:ext uri="{FF2B5EF4-FFF2-40B4-BE49-F238E27FC236}">
                <a16:creationId xmlns:a16="http://schemas.microsoft.com/office/drawing/2014/main" id="{53442DA8-C5E3-4FAA-B933-3B2788B45BA5}"/>
              </a:ext>
            </a:extLst>
          </p:cNvPr>
          <p:cNvSpPr>
            <a:spLocks noGrp="1"/>
          </p:cNvSpPr>
          <p:nvPr/>
        </p:nvSpPr>
        <p:spPr>
          <a:xfrm>
            <a:off x="1441657" y="56522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" name="F1_main_prauc_127">
            <a:extLst>
              <a:ext uri="{FF2B5EF4-FFF2-40B4-BE49-F238E27FC236}">
                <a16:creationId xmlns:a16="http://schemas.microsoft.com/office/drawing/2014/main" id="{CDD89A3C-DF88-4F18-A225-7F2C0E49EE7F}"/>
              </a:ext>
            </a:extLst>
          </p:cNvPr>
          <p:cNvSpPr>
            <a:spLocks noGrp="1"/>
          </p:cNvSpPr>
          <p:nvPr/>
        </p:nvSpPr>
        <p:spPr>
          <a:xfrm>
            <a:off x="1468608" y="47858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" name="F1_main_prauc_128">
            <a:extLst>
              <a:ext uri="{FF2B5EF4-FFF2-40B4-BE49-F238E27FC236}">
                <a16:creationId xmlns:a16="http://schemas.microsoft.com/office/drawing/2014/main" id="{B908E293-618A-45ED-92F3-860A8215B0DA}"/>
              </a:ext>
            </a:extLst>
          </p:cNvPr>
          <p:cNvSpPr>
            <a:spLocks noGrp="1"/>
          </p:cNvSpPr>
          <p:nvPr/>
        </p:nvSpPr>
        <p:spPr>
          <a:xfrm>
            <a:off x="1579580" y="39205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" name="F1_main_prauc_129">
            <a:extLst>
              <a:ext uri="{FF2B5EF4-FFF2-40B4-BE49-F238E27FC236}">
                <a16:creationId xmlns:a16="http://schemas.microsoft.com/office/drawing/2014/main" id="{6B00A431-2B50-41C1-9678-786F04DF7FD3}"/>
              </a:ext>
            </a:extLst>
          </p:cNvPr>
          <p:cNvSpPr>
            <a:spLocks noGrp="1"/>
          </p:cNvSpPr>
          <p:nvPr/>
        </p:nvSpPr>
        <p:spPr>
          <a:xfrm>
            <a:off x="1483213" y="51791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" name="F1_main_prauc_130">
            <a:extLst>
              <a:ext uri="{FF2B5EF4-FFF2-40B4-BE49-F238E27FC236}">
                <a16:creationId xmlns:a16="http://schemas.microsoft.com/office/drawing/2014/main" id="{1D7E0047-205D-4970-8420-B8DB1E5F8AAB}"/>
              </a:ext>
            </a:extLst>
          </p:cNvPr>
          <p:cNvSpPr>
            <a:spLocks noGrp="1"/>
          </p:cNvSpPr>
          <p:nvPr/>
        </p:nvSpPr>
        <p:spPr>
          <a:xfrm>
            <a:off x="1564496" y="32704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" name="F1_main_prauc_131">
            <a:extLst>
              <a:ext uri="{FF2B5EF4-FFF2-40B4-BE49-F238E27FC236}">
                <a16:creationId xmlns:a16="http://schemas.microsoft.com/office/drawing/2014/main" id="{40A4AE34-0586-437D-B5AF-5E5A3EF62E4D}"/>
              </a:ext>
            </a:extLst>
          </p:cNvPr>
          <p:cNvSpPr>
            <a:spLocks noGrp="1"/>
          </p:cNvSpPr>
          <p:nvPr/>
        </p:nvSpPr>
        <p:spPr>
          <a:xfrm>
            <a:off x="1535471" y="48112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" name="F1_main_prauc_132">
            <a:extLst>
              <a:ext uri="{FF2B5EF4-FFF2-40B4-BE49-F238E27FC236}">
                <a16:creationId xmlns:a16="http://schemas.microsoft.com/office/drawing/2014/main" id="{9127FC18-F902-4443-856B-1CCEBEFEDCA3}"/>
              </a:ext>
            </a:extLst>
          </p:cNvPr>
          <p:cNvSpPr>
            <a:spLocks noGrp="1"/>
          </p:cNvSpPr>
          <p:nvPr/>
        </p:nvSpPr>
        <p:spPr>
          <a:xfrm>
            <a:off x="1653244" y="408610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" name="F1_main_prauc_133">
            <a:extLst>
              <a:ext uri="{FF2B5EF4-FFF2-40B4-BE49-F238E27FC236}">
                <a16:creationId xmlns:a16="http://schemas.microsoft.com/office/drawing/2014/main" id="{2C780575-44F6-41E3-B6D6-EAB2A8E3032A}"/>
              </a:ext>
            </a:extLst>
          </p:cNvPr>
          <p:cNvSpPr>
            <a:spLocks noGrp="1"/>
          </p:cNvSpPr>
          <p:nvPr/>
        </p:nvSpPr>
        <p:spPr>
          <a:xfrm>
            <a:off x="1588286" y="3098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" name="F1_main_prauc_134">
            <a:extLst>
              <a:ext uri="{FF2B5EF4-FFF2-40B4-BE49-F238E27FC236}">
                <a16:creationId xmlns:a16="http://schemas.microsoft.com/office/drawing/2014/main" id="{99F0EF0E-3FE8-4105-ADDF-DEF0BC1708F7}"/>
              </a:ext>
            </a:extLst>
          </p:cNvPr>
          <p:cNvSpPr>
            <a:spLocks noGrp="1"/>
          </p:cNvSpPr>
          <p:nvPr/>
        </p:nvSpPr>
        <p:spPr>
          <a:xfrm>
            <a:off x="1504051" y="52000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" name="F1_main_prauc_135">
            <a:extLst>
              <a:ext uri="{FF2B5EF4-FFF2-40B4-BE49-F238E27FC236}">
                <a16:creationId xmlns:a16="http://schemas.microsoft.com/office/drawing/2014/main" id="{03456E72-D975-47EF-B18E-92A9AFE3864D}"/>
              </a:ext>
            </a:extLst>
          </p:cNvPr>
          <p:cNvSpPr>
            <a:spLocks noGrp="1"/>
          </p:cNvSpPr>
          <p:nvPr/>
        </p:nvSpPr>
        <p:spPr>
          <a:xfrm>
            <a:off x="1615620" y="3894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" name="F1_main_prauc_136">
            <a:extLst>
              <a:ext uri="{FF2B5EF4-FFF2-40B4-BE49-F238E27FC236}">
                <a16:creationId xmlns:a16="http://schemas.microsoft.com/office/drawing/2014/main" id="{DA58C6B1-932E-480D-98EE-EA45BB2A9F2B}"/>
              </a:ext>
            </a:extLst>
          </p:cNvPr>
          <p:cNvSpPr>
            <a:spLocks noGrp="1"/>
          </p:cNvSpPr>
          <p:nvPr/>
        </p:nvSpPr>
        <p:spPr>
          <a:xfrm>
            <a:off x="1583858" y="52022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" name="F1_main_prauc_137">
            <a:extLst>
              <a:ext uri="{FF2B5EF4-FFF2-40B4-BE49-F238E27FC236}">
                <a16:creationId xmlns:a16="http://schemas.microsoft.com/office/drawing/2014/main" id="{97B3B849-BF71-4DA6-B522-0C0448C2E00B}"/>
              </a:ext>
            </a:extLst>
          </p:cNvPr>
          <p:cNvSpPr>
            <a:spLocks noGrp="1"/>
          </p:cNvSpPr>
          <p:nvPr/>
        </p:nvSpPr>
        <p:spPr>
          <a:xfrm>
            <a:off x="1438025" y="320340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" name="F1_main_prauc_138">
            <a:extLst>
              <a:ext uri="{FF2B5EF4-FFF2-40B4-BE49-F238E27FC236}">
                <a16:creationId xmlns:a16="http://schemas.microsoft.com/office/drawing/2014/main" id="{032208E8-1785-4965-BD68-F81EC899A3A3}"/>
              </a:ext>
            </a:extLst>
          </p:cNvPr>
          <p:cNvSpPr>
            <a:spLocks noGrp="1"/>
          </p:cNvSpPr>
          <p:nvPr/>
        </p:nvSpPr>
        <p:spPr>
          <a:xfrm>
            <a:off x="1515615" y="41988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" name="F1_main_prauc_139">
            <a:extLst>
              <a:ext uri="{FF2B5EF4-FFF2-40B4-BE49-F238E27FC236}">
                <a16:creationId xmlns:a16="http://schemas.microsoft.com/office/drawing/2014/main" id="{6A0653F7-A4AC-4D54-9E1B-CB524A7151D3}"/>
              </a:ext>
            </a:extLst>
          </p:cNvPr>
          <p:cNvSpPr>
            <a:spLocks noGrp="1"/>
          </p:cNvSpPr>
          <p:nvPr/>
        </p:nvSpPr>
        <p:spPr>
          <a:xfrm>
            <a:off x="1527680" y="35632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" name="F1_main_prauc_140">
            <a:extLst>
              <a:ext uri="{FF2B5EF4-FFF2-40B4-BE49-F238E27FC236}">
                <a16:creationId xmlns:a16="http://schemas.microsoft.com/office/drawing/2014/main" id="{998CBA20-9055-4173-B3CD-1FF7F92097A0}"/>
              </a:ext>
            </a:extLst>
          </p:cNvPr>
          <p:cNvSpPr>
            <a:spLocks noGrp="1"/>
          </p:cNvSpPr>
          <p:nvPr/>
        </p:nvSpPr>
        <p:spPr>
          <a:xfrm>
            <a:off x="1446537" y="32987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" name="F1_main_prauc_141">
            <a:extLst>
              <a:ext uri="{FF2B5EF4-FFF2-40B4-BE49-F238E27FC236}">
                <a16:creationId xmlns:a16="http://schemas.microsoft.com/office/drawing/2014/main" id="{12EA41F1-F4B8-4B1D-8CE9-A00465790CAB}"/>
              </a:ext>
            </a:extLst>
          </p:cNvPr>
          <p:cNvSpPr>
            <a:spLocks noGrp="1"/>
          </p:cNvSpPr>
          <p:nvPr/>
        </p:nvSpPr>
        <p:spPr>
          <a:xfrm>
            <a:off x="1462499" y="38500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" name="F1_main_prauc_142">
            <a:extLst>
              <a:ext uri="{FF2B5EF4-FFF2-40B4-BE49-F238E27FC236}">
                <a16:creationId xmlns:a16="http://schemas.microsoft.com/office/drawing/2014/main" id="{C2F55FD3-32CE-4718-8A55-C68235CF46FB}"/>
              </a:ext>
            </a:extLst>
          </p:cNvPr>
          <p:cNvSpPr>
            <a:spLocks noGrp="1"/>
          </p:cNvSpPr>
          <p:nvPr/>
        </p:nvSpPr>
        <p:spPr>
          <a:xfrm>
            <a:off x="1612512" y="36247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" name="F1_main_prauc_143">
            <a:extLst>
              <a:ext uri="{FF2B5EF4-FFF2-40B4-BE49-F238E27FC236}">
                <a16:creationId xmlns:a16="http://schemas.microsoft.com/office/drawing/2014/main" id="{6D1D7D5D-8856-458C-9EA8-26D43C90CE05}"/>
              </a:ext>
            </a:extLst>
          </p:cNvPr>
          <p:cNvSpPr>
            <a:spLocks noGrp="1"/>
          </p:cNvSpPr>
          <p:nvPr/>
        </p:nvSpPr>
        <p:spPr>
          <a:xfrm>
            <a:off x="1588672" y="38762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" name="F1_main_prauc_144">
            <a:extLst>
              <a:ext uri="{FF2B5EF4-FFF2-40B4-BE49-F238E27FC236}">
                <a16:creationId xmlns:a16="http://schemas.microsoft.com/office/drawing/2014/main" id="{72B569F6-5E75-4C9E-BBED-FC9021C5A7BD}"/>
              </a:ext>
            </a:extLst>
          </p:cNvPr>
          <p:cNvSpPr>
            <a:spLocks noGrp="1"/>
          </p:cNvSpPr>
          <p:nvPr/>
        </p:nvSpPr>
        <p:spPr>
          <a:xfrm>
            <a:off x="1637881" y="327570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" name="F1_main_prauc_145">
            <a:extLst>
              <a:ext uri="{FF2B5EF4-FFF2-40B4-BE49-F238E27FC236}">
                <a16:creationId xmlns:a16="http://schemas.microsoft.com/office/drawing/2014/main" id="{DAF23509-F031-4DB5-91B3-C131E541C0BF}"/>
              </a:ext>
            </a:extLst>
          </p:cNvPr>
          <p:cNvSpPr>
            <a:spLocks noGrp="1"/>
          </p:cNvSpPr>
          <p:nvPr/>
        </p:nvSpPr>
        <p:spPr>
          <a:xfrm>
            <a:off x="1511604" y="45599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" name="F1_main_prauc_146">
            <a:extLst>
              <a:ext uri="{FF2B5EF4-FFF2-40B4-BE49-F238E27FC236}">
                <a16:creationId xmlns:a16="http://schemas.microsoft.com/office/drawing/2014/main" id="{525A7F3C-DBC8-4DEE-B7D4-878F6EF5F149}"/>
              </a:ext>
            </a:extLst>
          </p:cNvPr>
          <p:cNvSpPr>
            <a:spLocks noGrp="1"/>
          </p:cNvSpPr>
          <p:nvPr/>
        </p:nvSpPr>
        <p:spPr>
          <a:xfrm>
            <a:off x="1432840" y="4738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" name="F1_main_prauc_147">
            <a:extLst>
              <a:ext uri="{FF2B5EF4-FFF2-40B4-BE49-F238E27FC236}">
                <a16:creationId xmlns:a16="http://schemas.microsoft.com/office/drawing/2014/main" id="{5D2A5B10-AB8B-4FEE-8B0A-28360423BF43}"/>
              </a:ext>
            </a:extLst>
          </p:cNvPr>
          <p:cNvSpPr>
            <a:spLocks noGrp="1"/>
          </p:cNvSpPr>
          <p:nvPr/>
        </p:nvSpPr>
        <p:spPr>
          <a:xfrm>
            <a:off x="1568328" y="29522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" name="F1_main_prauc_148">
            <a:extLst>
              <a:ext uri="{FF2B5EF4-FFF2-40B4-BE49-F238E27FC236}">
                <a16:creationId xmlns:a16="http://schemas.microsoft.com/office/drawing/2014/main" id="{F4CA648D-1E49-47D8-9CB8-C0C8A0047DC5}"/>
              </a:ext>
            </a:extLst>
          </p:cNvPr>
          <p:cNvSpPr>
            <a:spLocks noGrp="1"/>
          </p:cNvSpPr>
          <p:nvPr/>
        </p:nvSpPr>
        <p:spPr>
          <a:xfrm>
            <a:off x="1643101" y="60633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" name="F1_main_prauc_149">
            <a:extLst>
              <a:ext uri="{FF2B5EF4-FFF2-40B4-BE49-F238E27FC236}">
                <a16:creationId xmlns:a16="http://schemas.microsoft.com/office/drawing/2014/main" id="{313C9D70-EA9A-49BE-AFA0-D62CDDEE34F0}"/>
              </a:ext>
            </a:extLst>
          </p:cNvPr>
          <p:cNvSpPr>
            <a:spLocks noGrp="1"/>
          </p:cNvSpPr>
          <p:nvPr/>
        </p:nvSpPr>
        <p:spPr>
          <a:xfrm>
            <a:off x="1557325" y="33112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" name="F1_main_prauc_150">
            <a:extLst>
              <a:ext uri="{FF2B5EF4-FFF2-40B4-BE49-F238E27FC236}">
                <a16:creationId xmlns:a16="http://schemas.microsoft.com/office/drawing/2014/main" id="{3B140E4B-F401-499D-BB6B-DEADE67B3CEB}"/>
              </a:ext>
            </a:extLst>
          </p:cNvPr>
          <p:cNvSpPr>
            <a:spLocks noGrp="1"/>
          </p:cNvSpPr>
          <p:nvPr/>
        </p:nvSpPr>
        <p:spPr>
          <a:xfrm>
            <a:off x="1620613" y="49674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" name="F1_main_prauc_151">
            <a:extLst>
              <a:ext uri="{FF2B5EF4-FFF2-40B4-BE49-F238E27FC236}">
                <a16:creationId xmlns:a16="http://schemas.microsoft.com/office/drawing/2014/main" id="{5864A09B-C49F-4E71-98F4-1B0DA86D2458}"/>
              </a:ext>
            </a:extLst>
          </p:cNvPr>
          <p:cNvSpPr>
            <a:spLocks noGrp="1"/>
          </p:cNvSpPr>
          <p:nvPr/>
        </p:nvSpPr>
        <p:spPr>
          <a:xfrm>
            <a:off x="1437588" y="46996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" name="F1_main_prauc_152">
            <a:extLst>
              <a:ext uri="{FF2B5EF4-FFF2-40B4-BE49-F238E27FC236}">
                <a16:creationId xmlns:a16="http://schemas.microsoft.com/office/drawing/2014/main" id="{15552B03-118F-4596-AC94-896F31E67633}"/>
              </a:ext>
            </a:extLst>
          </p:cNvPr>
          <p:cNvSpPr>
            <a:spLocks noGrp="1"/>
          </p:cNvSpPr>
          <p:nvPr/>
        </p:nvSpPr>
        <p:spPr>
          <a:xfrm>
            <a:off x="1515173" y="30558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" name="F1_main_prauc_153">
            <a:extLst>
              <a:ext uri="{FF2B5EF4-FFF2-40B4-BE49-F238E27FC236}">
                <a16:creationId xmlns:a16="http://schemas.microsoft.com/office/drawing/2014/main" id="{3650811C-2E63-4AC8-BBD9-3A4351FCBB89}"/>
              </a:ext>
            </a:extLst>
          </p:cNvPr>
          <p:cNvSpPr>
            <a:spLocks noGrp="1"/>
          </p:cNvSpPr>
          <p:nvPr/>
        </p:nvSpPr>
        <p:spPr>
          <a:xfrm>
            <a:off x="1595144" y="34599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" name="F1_main_prauc_154">
            <a:extLst>
              <a:ext uri="{FF2B5EF4-FFF2-40B4-BE49-F238E27FC236}">
                <a16:creationId xmlns:a16="http://schemas.microsoft.com/office/drawing/2014/main" id="{3F09316A-C652-47B4-9929-0E7D17029E85}"/>
              </a:ext>
            </a:extLst>
          </p:cNvPr>
          <p:cNvSpPr>
            <a:spLocks noGrp="1"/>
          </p:cNvSpPr>
          <p:nvPr/>
        </p:nvSpPr>
        <p:spPr>
          <a:xfrm>
            <a:off x="1630171" y="30896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" name="F1_main_prauc_155">
            <a:extLst>
              <a:ext uri="{FF2B5EF4-FFF2-40B4-BE49-F238E27FC236}">
                <a16:creationId xmlns:a16="http://schemas.microsoft.com/office/drawing/2014/main" id="{1E5A1946-FEB4-461A-8DFF-C96AD3AC27B7}"/>
              </a:ext>
            </a:extLst>
          </p:cNvPr>
          <p:cNvSpPr>
            <a:spLocks noGrp="1"/>
          </p:cNvSpPr>
          <p:nvPr/>
        </p:nvSpPr>
        <p:spPr>
          <a:xfrm>
            <a:off x="1573291" y="4958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" name="F1_main_prauc_156">
            <a:extLst>
              <a:ext uri="{FF2B5EF4-FFF2-40B4-BE49-F238E27FC236}">
                <a16:creationId xmlns:a16="http://schemas.microsoft.com/office/drawing/2014/main" id="{A40289C9-6BA7-49AA-AE7C-4B42691DB433}"/>
              </a:ext>
            </a:extLst>
          </p:cNvPr>
          <p:cNvSpPr>
            <a:spLocks noGrp="1"/>
          </p:cNvSpPr>
          <p:nvPr/>
        </p:nvSpPr>
        <p:spPr>
          <a:xfrm>
            <a:off x="1496105" y="47375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" name="F1_main_prauc_157">
            <a:extLst>
              <a:ext uri="{FF2B5EF4-FFF2-40B4-BE49-F238E27FC236}">
                <a16:creationId xmlns:a16="http://schemas.microsoft.com/office/drawing/2014/main" id="{479FB950-8DB1-423C-80E3-4F0C992E6C6E}"/>
              </a:ext>
            </a:extLst>
          </p:cNvPr>
          <p:cNvSpPr>
            <a:spLocks noGrp="1"/>
          </p:cNvSpPr>
          <p:nvPr/>
        </p:nvSpPr>
        <p:spPr>
          <a:xfrm>
            <a:off x="1460546" y="4171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" name="F1_main_prauc_158">
            <a:extLst>
              <a:ext uri="{FF2B5EF4-FFF2-40B4-BE49-F238E27FC236}">
                <a16:creationId xmlns:a16="http://schemas.microsoft.com/office/drawing/2014/main" id="{56318B15-1281-44D0-B675-0195BEB07D80}"/>
              </a:ext>
            </a:extLst>
          </p:cNvPr>
          <p:cNvSpPr>
            <a:spLocks noGrp="1"/>
          </p:cNvSpPr>
          <p:nvPr/>
        </p:nvSpPr>
        <p:spPr>
          <a:xfrm>
            <a:off x="1465461" y="47237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" name="F1_main_prauc_159">
            <a:extLst>
              <a:ext uri="{FF2B5EF4-FFF2-40B4-BE49-F238E27FC236}">
                <a16:creationId xmlns:a16="http://schemas.microsoft.com/office/drawing/2014/main" id="{53F48F47-B76F-4539-8F54-1D5E61A7F43F}"/>
              </a:ext>
            </a:extLst>
          </p:cNvPr>
          <p:cNvSpPr>
            <a:spLocks noGrp="1"/>
          </p:cNvSpPr>
          <p:nvPr/>
        </p:nvSpPr>
        <p:spPr>
          <a:xfrm>
            <a:off x="1646823" y="38647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" name="F1_main_prauc_160">
            <a:extLst>
              <a:ext uri="{FF2B5EF4-FFF2-40B4-BE49-F238E27FC236}">
                <a16:creationId xmlns:a16="http://schemas.microsoft.com/office/drawing/2014/main" id="{AD733D65-E674-477C-9A5B-114ADD1EDF3E}"/>
              </a:ext>
            </a:extLst>
          </p:cNvPr>
          <p:cNvSpPr>
            <a:spLocks noGrp="1"/>
          </p:cNvSpPr>
          <p:nvPr/>
        </p:nvSpPr>
        <p:spPr>
          <a:xfrm>
            <a:off x="1446142" y="3288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" name="F1_main_prauc_161">
            <a:extLst>
              <a:ext uri="{FF2B5EF4-FFF2-40B4-BE49-F238E27FC236}">
                <a16:creationId xmlns:a16="http://schemas.microsoft.com/office/drawing/2014/main" id="{ACE837C8-1E13-458D-B41A-09DFABFDB00E}"/>
              </a:ext>
            </a:extLst>
          </p:cNvPr>
          <p:cNvSpPr>
            <a:spLocks noGrp="1"/>
          </p:cNvSpPr>
          <p:nvPr/>
        </p:nvSpPr>
        <p:spPr>
          <a:xfrm>
            <a:off x="1634317" y="32810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" name="F1_main_prauc_162">
            <a:extLst>
              <a:ext uri="{FF2B5EF4-FFF2-40B4-BE49-F238E27FC236}">
                <a16:creationId xmlns:a16="http://schemas.microsoft.com/office/drawing/2014/main" id="{D51BA5A6-A9BC-4E4F-B16C-54B2A19DBB0A}"/>
              </a:ext>
            </a:extLst>
          </p:cNvPr>
          <p:cNvSpPr>
            <a:spLocks noGrp="1"/>
          </p:cNvSpPr>
          <p:nvPr/>
        </p:nvSpPr>
        <p:spPr>
          <a:xfrm>
            <a:off x="1641278" y="565076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" name="F1_main_prauc_163">
            <a:extLst>
              <a:ext uri="{FF2B5EF4-FFF2-40B4-BE49-F238E27FC236}">
                <a16:creationId xmlns:a16="http://schemas.microsoft.com/office/drawing/2014/main" id="{8502867A-6533-4691-BB5F-43FD84C5D6B3}"/>
              </a:ext>
            </a:extLst>
          </p:cNvPr>
          <p:cNvSpPr>
            <a:spLocks noGrp="1"/>
          </p:cNvSpPr>
          <p:nvPr/>
        </p:nvSpPr>
        <p:spPr>
          <a:xfrm>
            <a:off x="1444059" y="4070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" name="F1_main_prauc_164">
            <a:extLst>
              <a:ext uri="{FF2B5EF4-FFF2-40B4-BE49-F238E27FC236}">
                <a16:creationId xmlns:a16="http://schemas.microsoft.com/office/drawing/2014/main" id="{653E1164-4964-40C7-A566-82FD6CC6FE0D}"/>
              </a:ext>
            </a:extLst>
          </p:cNvPr>
          <p:cNvSpPr>
            <a:spLocks noGrp="1"/>
          </p:cNvSpPr>
          <p:nvPr/>
        </p:nvSpPr>
        <p:spPr>
          <a:xfrm>
            <a:off x="1545872" y="54258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" name="F1_main_prauc_165">
            <a:extLst>
              <a:ext uri="{FF2B5EF4-FFF2-40B4-BE49-F238E27FC236}">
                <a16:creationId xmlns:a16="http://schemas.microsoft.com/office/drawing/2014/main" id="{AE4BD12A-705F-4182-AD2F-ABA5F0F9D425}"/>
              </a:ext>
            </a:extLst>
          </p:cNvPr>
          <p:cNvSpPr>
            <a:spLocks noGrp="1"/>
          </p:cNvSpPr>
          <p:nvPr/>
        </p:nvSpPr>
        <p:spPr>
          <a:xfrm>
            <a:off x="1467083" y="41185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" name="F1_main_prauc_166">
            <a:extLst>
              <a:ext uri="{FF2B5EF4-FFF2-40B4-BE49-F238E27FC236}">
                <a16:creationId xmlns:a16="http://schemas.microsoft.com/office/drawing/2014/main" id="{2C384E47-61AC-4798-A830-A580C20692F8}"/>
              </a:ext>
            </a:extLst>
          </p:cNvPr>
          <p:cNvSpPr>
            <a:spLocks noGrp="1"/>
          </p:cNvSpPr>
          <p:nvPr/>
        </p:nvSpPr>
        <p:spPr>
          <a:xfrm>
            <a:off x="1500902" y="31860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" name="F1_main_prauc_167">
            <a:extLst>
              <a:ext uri="{FF2B5EF4-FFF2-40B4-BE49-F238E27FC236}">
                <a16:creationId xmlns:a16="http://schemas.microsoft.com/office/drawing/2014/main" id="{EC69891A-16FA-4D6F-BB23-247DA0F0BFF7}"/>
              </a:ext>
            </a:extLst>
          </p:cNvPr>
          <p:cNvSpPr>
            <a:spLocks noGrp="1"/>
          </p:cNvSpPr>
          <p:nvPr/>
        </p:nvSpPr>
        <p:spPr>
          <a:xfrm>
            <a:off x="1433165" y="3613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" name="F1_main_prauc_168">
            <a:extLst>
              <a:ext uri="{FF2B5EF4-FFF2-40B4-BE49-F238E27FC236}">
                <a16:creationId xmlns:a16="http://schemas.microsoft.com/office/drawing/2014/main" id="{49FE7014-D425-4F2F-AF0C-C8BA4BD1D4AC}"/>
              </a:ext>
            </a:extLst>
          </p:cNvPr>
          <p:cNvSpPr>
            <a:spLocks noGrp="1"/>
          </p:cNvSpPr>
          <p:nvPr/>
        </p:nvSpPr>
        <p:spPr>
          <a:xfrm>
            <a:off x="1479126" y="4635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" name="F1_main_prauc_169">
            <a:extLst>
              <a:ext uri="{FF2B5EF4-FFF2-40B4-BE49-F238E27FC236}">
                <a16:creationId xmlns:a16="http://schemas.microsoft.com/office/drawing/2014/main" id="{2EADB201-DCB6-45C5-AB09-BE1635061093}"/>
              </a:ext>
            </a:extLst>
          </p:cNvPr>
          <p:cNvSpPr>
            <a:spLocks noGrp="1"/>
          </p:cNvSpPr>
          <p:nvPr/>
        </p:nvSpPr>
        <p:spPr>
          <a:xfrm>
            <a:off x="1635369" y="47473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" name="F1_main_prauc_170">
            <a:extLst>
              <a:ext uri="{FF2B5EF4-FFF2-40B4-BE49-F238E27FC236}">
                <a16:creationId xmlns:a16="http://schemas.microsoft.com/office/drawing/2014/main" id="{04C2F884-9542-49B6-83D7-02463470D174}"/>
              </a:ext>
            </a:extLst>
          </p:cNvPr>
          <p:cNvSpPr>
            <a:spLocks noGrp="1"/>
          </p:cNvSpPr>
          <p:nvPr/>
        </p:nvSpPr>
        <p:spPr>
          <a:xfrm>
            <a:off x="1630284" y="4211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" name="F1_main_prauc_171">
            <a:extLst>
              <a:ext uri="{FF2B5EF4-FFF2-40B4-BE49-F238E27FC236}">
                <a16:creationId xmlns:a16="http://schemas.microsoft.com/office/drawing/2014/main" id="{D1DF2038-DB27-45BB-B193-136A900D1B37}"/>
              </a:ext>
            </a:extLst>
          </p:cNvPr>
          <p:cNvSpPr>
            <a:spLocks noGrp="1"/>
          </p:cNvSpPr>
          <p:nvPr/>
        </p:nvSpPr>
        <p:spPr>
          <a:xfrm>
            <a:off x="1488747" y="503442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" name="F1_main_prauc_172">
            <a:extLst>
              <a:ext uri="{FF2B5EF4-FFF2-40B4-BE49-F238E27FC236}">
                <a16:creationId xmlns:a16="http://schemas.microsoft.com/office/drawing/2014/main" id="{D9FC156A-AF42-4EB5-8F25-5F9F23C31BEF}"/>
              </a:ext>
            </a:extLst>
          </p:cNvPr>
          <p:cNvSpPr>
            <a:spLocks noGrp="1"/>
          </p:cNvSpPr>
          <p:nvPr/>
        </p:nvSpPr>
        <p:spPr>
          <a:xfrm>
            <a:off x="1640607" y="3753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" name="F1_main_prauc_173">
            <a:extLst>
              <a:ext uri="{FF2B5EF4-FFF2-40B4-BE49-F238E27FC236}">
                <a16:creationId xmlns:a16="http://schemas.microsoft.com/office/drawing/2014/main" id="{003B7A1E-B964-456E-8C7D-F6CFC29ABFD2}"/>
              </a:ext>
            </a:extLst>
          </p:cNvPr>
          <p:cNvSpPr>
            <a:spLocks noGrp="1"/>
          </p:cNvSpPr>
          <p:nvPr/>
        </p:nvSpPr>
        <p:spPr>
          <a:xfrm>
            <a:off x="1656237" y="39974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" name="F1_main_prauc_174">
            <a:extLst>
              <a:ext uri="{FF2B5EF4-FFF2-40B4-BE49-F238E27FC236}">
                <a16:creationId xmlns:a16="http://schemas.microsoft.com/office/drawing/2014/main" id="{94F5D546-0721-4C1B-9A5A-0B33282FC3E5}"/>
              </a:ext>
            </a:extLst>
          </p:cNvPr>
          <p:cNvSpPr>
            <a:spLocks noGrp="1"/>
          </p:cNvSpPr>
          <p:nvPr/>
        </p:nvSpPr>
        <p:spPr>
          <a:xfrm>
            <a:off x="1428252" y="42544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" name="F1_main_prauc_175">
            <a:extLst>
              <a:ext uri="{FF2B5EF4-FFF2-40B4-BE49-F238E27FC236}">
                <a16:creationId xmlns:a16="http://schemas.microsoft.com/office/drawing/2014/main" id="{3A6220FE-2DF4-4FD5-B84B-BFC17B83FDDC}"/>
              </a:ext>
            </a:extLst>
          </p:cNvPr>
          <p:cNvSpPr>
            <a:spLocks noGrp="1"/>
          </p:cNvSpPr>
          <p:nvPr/>
        </p:nvSpPr>
        <p:spPr>
          <a:xfrm>
            <a:off x="1440736" y="50367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" name="F1_main_prauc_176">
            <a:extLst>
              <a:ext uri="{FF2B5EF4-FFF2-40B4-BE49-F238E27FC236}">
                <a16:creationId xmlns:a16="http://schemas.microsoft.com/office/drawing/2014/main" id="{BBDF60A0-7973-4866-AA14-B2422FC7FC18}"/>
              </a:ext>
            </a:extLst>
          </p:cNvPr>
          <p:cNvSpPr>
            <a:spLocks noGrp="1"/>
          </p:cNvSpPr>
          <p:nvPr/>
        </p:nvSpPr>
        <p:spPr>
          <a:xfrm>
            <a:off x="1525980" y="57018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" name="F1_main_prauc_177">
            <a:extLst>
              <a:ext uri="{FF2B5EF4-FFF2-40B4-BE49-F238E27FC236}">
                <a16:creationId xmlns:a16="http://schemas.microsoft.com/office/drawing/2014/main" id="{BC07699D-FC12-4076-840B-5255AA5C48DE}"/>
              </a:ext>
            </a:extLst>
          </p:cNvPr>
          <p:cNvSpPr>
            <a:spLocks noGrp="1"/>
          </p:cNvSpPr>
          <p:nvPr/>
        </p:nvSpPr>
        <p:spPr>
          <a:xfrm>
            <a:off x="1512972" y="35887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" name="F1_main_prauc_178">
            <a:extLst>
              <a:ext uri="{FF2B5EF4-FFF2-40B4-BE49-F238E27FC236}">
                <a16:creationId xmlns:a16="http://schemas.microsoft.com/office/drawing/2014/main" id="{FEC07717-5418-4A7C-9F82-B6B9C69BCFDC}"/>
              </a:ext>
            </a:extLst>
          </p:cNvPr>
          <p:cNvSpPr>
            <a:spLocks noGrp="1"/>
          </p:cNvSpPr>
          <p:nvPr/>
        </p:nvSpPr>
        <p:spPr>
          <a:xfrm>
            <a:off x="1570194" y="60978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" name="F1_main_prauc_179">
            <a:extLst>
              <a:ext uri="{FF2B5EF4-FFF2-40B4-BE49-F238E27FC236}">
                <a16:creationId xmlns:a16="http://schemas.microsoft.com/office/drawing/2014/main" id="{6197FFC7-4D90-4429-A31C-9E15B8B9BBA0}"/>
              </a:ext>
            </a:extLst>
          </p:cNvPr>
          <p:cNvSpPr>
            <a:spLocks noGrp="1"/>
          </p:cNvSpPr>
          <p:nvPr/>
        </p:nvSpPr>
        <p:spPr>
          <a:xfrm>
            <a:off x="1425604" y="35132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" name="F1_main_prauc_180">
            <a:extLst>
              <a:ext uri="{FF2B5EF4-FFF2-40B4-BE49-F238E27FC236}">
                <a16:creationId xmlns:a16="http://schemas.microsoft.com/office/drawing/2014/main" id="{01642E56-9B08-4518-AFA2-6CECAAC0D785}"/>
              </a:ext>
            </a:extLst>
          </p:cNvPr>
          <p:cNvSpPr>
            <a:spLocks noGrp="1"/>
          </p:cNvSpPr>
          <p:nvPr/>
        </p:nvSpPr>
        <p:spPr>
          <a:xfrm>
            <a:off x="1634979" y="52754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" name="F1_main_prauc_181">
            <a:extLst>
              <a:ext uri="{FF2B5EF4-FFF2-40B4-BE49-F238E27FC236}">
                <a16:creationId xmlns:a16="http://schemas.microsoft.com/office/drawing/2014/main" id="{49CAA87B-CE77-46D7-88C8-BEE1E50ADA6D}"/>
              </a:ext>
            </a:extLst>
          </p:cNvPr>
          <p:cNvSpPr>
            <a:spLocks noGrp="1"/>
          </p:cNvSpPr>
          <p:nvPr/>
        </p:nvSpPr>
        <p:spPr>
          <a:xfrm>
            <a:off x="1622860" y="42991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" name="F1_main_prauc_182">
            <a:extLst>
              <a:ext uri="{FF2B5EF4-FFF2-40B4-BE49-F238E27FC236}">
                <a16:creationId xmlns:a16="http://schemas.microsoft.com/office/drawing/2014/main" id="{1C4575DB-4908-4215-A4F5-98600FC38E74}"/>
              </a:ext>
            </a:extLst>
          </p:cNvPr>
          <p:cNvSpPr>
            <a:spLocks noGrp="1"/>
          </p:cNvSpPr>
          <p:nvPr/>
        </p:nvSpPr>
        <p:spPr>
          <a:xfrm>
            <a:off x="1525256" y="39345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" name="F1_main_prauc_183">
            <a:extLst>
              <a:ext uri="{FF2B5EF4-FFF2-40B4-BE49-F238E27FC236}">
                <a16:creationId xmlns:a16="http://schemas.microsoft.com/office/drawing/2014/main" id="{0D42561D-6F57-40C9-85CC-8A0EC3B89BD1}"/>
              </a:ext>
            </a:extLst>
          </p:cNvPr>
          <p:cNvSpPr>
            <a:spLocks noGrp="1"/>
          </p:cNvSpPr>
          <p:nvPr/>
        </p:nvSpPr>
        <p:spPr>
          <a:xfrm>
            <a:off x="1643106" y="43937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" name="F1_main_prauc_184">
            <a:extLst>
              <a:ext uri="{FF2B5EF4-FFF2-40B4-BE49-F238E27FC236}">
                <a16:creationId xmlns:a16="http://schemas.microsoft.com/office/drawing/2014/main" id="{BE759E74-63BF-4805-A051-39BB6AD51993}"/>
              </a:ext>
            </a:extLst>
          </p:cNvPr>
          <p:cNvSpPr>
            <a:spLocks noGrp="1"/>
          </p:cNvSpPr>
          <p:nvPr/>
        </p:nvSpPr>
        <p:spPr>
          <a:xfrm>
            <a:off x="1510865" y="37340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" name="F1_main_prauc_185">
            <a:extLst>
              <a:ext uri="{FF2B5EF4-FFF2-40B4-BE49-F238E27FC236}">
                <a16:creationId xmlns:a16="http://schemas.microsoft.com/office/drawing/2014/main" id="{B165A350-3D1E-4666-9DCB-06F9AAAEF3BA}"/>
              </a:ext>
            </a:extLst>
          </p:cNvPr>
          <p:cNvSpPr>
            <a:spLocks noGrp="1"/>
          </p:cNvSpPr>
          <p:nvPr/>
        </p:nvSpPr>
        <p:spPr>
          <a:xfrm>
            <a:off x="1644072" y="31262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" name="F1_main_prauc_186">
            <a:extLst>
              <a:ext uri="{FF2B5EF4-FFF2-40B4-BE49-F238E27FC236}">
                <a16:creationId xmlns:a16="http://schemas.microsoft.com/office/drawing/2014/main" id="{9D8C29F5-7E2D-4632-815C-B93F32B90790}"/>
              </a:ext>
            </a:extLst>
          </p:cNvPr>
          <p:cNvSpPr>
            <a:spLocks noGrp="1"/>
          </p:cNvSpPr>
          <p:nvPr/>
        </p:nvSpPr>
        <p:spPr>
          <a:xfrm>
            <a:off x="1439253" y="33047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" name="F1_main_prauc_187">
            <a:extLst>
              <a:ext uri="{FF2B5EF4-FFF2-40B4-BE49-F238E27FC236}">
                <a16:creationId xmlns:a16="http://schemas.microsoft.com/office/drawing/2014/main" id="{72C46444-ED6A-4628-B3DC-54AE1BE19708}"/>
              </a:ext>
            </a:extLst>
          </p:cNvPr>
          <p:cNvSpPr>
            <a:spLocks noGrp="1"/>
          </p:cNvSpPr>
          <p:nvPr/>
        </p:nvSpPr>
        <p:spPr>
          <a:xfrm>
            <a:off x="1541621" y="6097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" name="F1_main_prauc_188">
            <a:extLst>
              <a:ext uri="{FF2B5EF4-FFF2-40B4-BE49-F238E27FC236}">
                <a16:creationId xmlns:a16="http://schemas.microsoft.com/office/drawing/2014/main" id="{2C9BFC1C-1213-407B-A020-F94E302F5F90}"/>
              </a:ext>
            </a:extLst>
          </p:cNvPr>
          <p:cNvSpPr>
            <a:spLocks noGrp="1"/>
          </p:cNvSpPr>
          <p:nvPr/>
        </p:nvSpPr>
        <p:spPr>
          <a:xfrm>
            <a:off x="1541657" y="36409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" name="F1_main_prauc_189">
            <a:extLst>
              <a:ext uri="{FF2B5EF4-FFF2-40B4-BE49-F238E27FC236}">
                <a16:creationId xmlns:a16="http://schemas.microsoft.com/office/drawing/2014/main" id="{2F795DCB-2731-4743-8015-F4CE24EB1E32}"/>
              </a:ext>
            </a:extLst>
          </p:cNvPr>
          <p:cNvSpPr>
            <a:spLocks noGrp="1"/>
          </p:cNvSpPr>
          <p:nvPr/>
        </p:nvSpPr>
        <p:spPr>
          <a:xfrm>
            <a:off x="1542281" y="34592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" name="F1_main_prauc_190">
            <a:extLst>
              <a:ext uri="{FF2B5EF4-FFF2-40B4-BE49-F238E27FC236}">
                <a16:creationId xmlns:a16="http://schemas.microsoft.com/office/drawing/2014/main" id="{D644DD93-F687-4481-8A7F-BC80340DE6E0}"/>
              </a:ext>
            </a:extLst>
          </p:cNvPr>
          <p:cNvSpPr>
            <a:spLocks noGrp="1"/>
          </p:cNvSpPr>
          <p:nvPr/>
        </p:nvSpPr>
        <p:spPr>
          <a:xfrm>
            <a:off x="1438354" y="39981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" name="F1_main_prauc_191">
            <a:extLst>
              <a:ext uri="{FF2B5EF4-FFF2-40B4-BE49-F238E27FC236}">
                <a16:creationId xmlns:a16="http://schemas.microsoft.com/office/drawing/2014/main" id="{2E43EA1F-CBD9-4819-BEAC-ED858B085C2B}"/>
              </a:ext>
            </a:extLst>
          </p:cNvPr>
          <p:cNvSpPr>
            <a:spLocks noGrp="1"/>
          </p:cNvSpPr>
          <p:nvPr/>
        </p:nvSpPr>
        <p:spPr>
          <a:xfrm>
            <a:off x="1567508" y="40695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" name="F1_main_prauc_192">
            <a:extLst>
              <a:ext uri="{FF2B5EF4-FFF2-40B4-BE49-F238E27FC236}">
                <a16:creationId xmlns:a16="http://schemas.microsoft.com/office/drawing/2014/main" id="{5A9F27D8-F037-46D8-BEEB-CE34C79E3278}"/>
              </a:ext>
            </a:extLst>
          </p:cNvPr>
          <p:cNvSpPr>
            <a:spLocks noGrp="1"/>
          </p:cNvSpPr>
          <p:nvPr/>
        </p:nvSpPr>
        <p:spPr>
          <a:xfrm>
            <a:off x="1440185" y="36205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" name="F1_main_prauc_193">
            <a:extLst>
              <a:ext uri="{FF2B5EF4-FFF2-40B4-BE49-F238E27FC236}">
                <a16:creationId xmlns:a16="http://schemas.microsoft.com/office/drawing/2014/main" id="{43EE0A45-AE4A-46CD-8A7E-2A2D914BAA56}"/>
              </a:ext>
            </a:extLst>
          </p:cNvPr>
          <p:cNvSpPr>
            <a:spLocks noGrp="1"/>
          </p:cNvSpPr>
          <p:nvPr/>
        </p:nvSpPr>
        <p:spPr>
          <a:xfrm>
            <a:off x="1618713" y="34812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" name="F1_main_prauc_194">
            <a:extLst>
              <a:ext uri="{FF2B5EF4-FFF2-40B4-BE49-F238E27FC236}">
                <a16:creationId xmlns:a16="http://schemas.microsoft.com/office/drawing/2014/main" id="{0E39FF87-7D1E-4BC5-AAC8-9F341D536245}"/>
              </a:ext>
            </a:extLst>
          </p:cNvPr>
          <p:cNvSpPr>
            <a:spLocks noGrp="1"/>
          </p:cNvSpPr>
          <p:nvPr/>
        </p:nvSpPr>
        <p:spPr>
          <a:xfrm>
            <a:off x="1527338" y="46761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" name="F1_main_prauc_195">
            <a:extLst>
              <a:ext uri="{FF2B5EF4-FFF2-40B4-BE49-F238E27FC236}">
                <a16:creationId xmlns:a16="http://schemas.microsoft.com/office/drawing/2014/main" id="{61315DCE-3F39-4DA9-9E3F-4483E6907D5D}"/>
              </a:ext>
            </a:extLst>
          </p:cNvPr>
          <p:cNvSpPr>
            <a:spLocks noGrp="1"/>
          </p:cNvSpPr>
          <p:nvPr/>
        </p:nvSpPr>
        <p:spPr>
          <a:xfrm>
            <a:off x="1624104" y="32410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" name="F1_main_prauc_196">
            <a:extLst>
              <a:ext uri="{FF2B5EF4-FFF2-40B4-BE49-F238E27FC236}">
                <a16:creationId xmlns:a16="http://schemas.microsoft.com/office/drawing/2014/main" id="{07CC63DA-063C-425B-8BFF-6335F72D9F86}"/>
              </a:ext>
            </a:extLst>
          </p:cNvPr>
          <p:cNvSpPr>
            <a:spLocks noGrp="1"/>
          </p:cNvSpPr>
          <p:nvPr/>
        </p:nvSpPr>
        <p:spPr>
          <a:xfrm>
            <a:off x="1635745" y="38397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" name="F1_main_prauc_197">
            <a:extLst>
              <a:ext uri="{FF2B5EF4-FFF2-40B4-BE49-F238E27FC236}">
                <a16:creationId xmlns:a16="http://schemas.microsoft.com/office/drawing/2014/main" id="{1D48724B-2C49-43DB-A17B-22A3BD57241D}"/>
              </a:ext>
            </a:extLst>
          </p:cNvPr>
          <p:cNvSpPr>
            <a:spLocks noGrp="1"/>
          </p:cNvSpPr>
          <p:nvPr/>
        </p:nvSpPr>
        <p:spPr>
          <a:xfrm>
            <a:off x="1596659" y="37386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" name="F1_main_prauc_198">
            <a:extLst>
              <a:ext uri="{FF2B5EF4-FFF2-40B4-BE49-F238E27FC236}">
                <a16:creationId xmlns:a16="http://schemas.microsoft.com/office/drawing/2014/main" id="{E0C93122-BED7-4EF1-8CE5-6EC9EF4D0AA8}"/>
              </a:ext>
            </a:extLst>
          </p:cNvPr>
          <p:cNvSpPr>
            <a:spLocks noGrp="1"/>
          </p:cNvSpPr>
          <p:nvPr/>
        </p:nvSpPr>
        <p:spPr>
          <a:xfrm>
            <a:off x="1658410" y="60414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" name="F1_main_prauc_199">
            <a:extLst>
              <a:ext uri="{FF2B5EF4-FFF2-40B4-BE49-F238E27FC236}">
                <a16:creationId xmlns:a16="http://schemas.microsoft.com/office/drawing/2014/main" id="{1DE14B91-D753-478A-8391-5C7AED2D4E7D}"/>
              </a:ext>
            </a:extLst>
          </p:cNvPr>
          <p:cNvSpPr>
            <a:spLocks noGrp="1"/>
          </p:cNvSpPr>
          <p:nvPr/>
        </p:nvSpPr>
        <p:spPr>
          <a:xfrm>
            <a:off x="1453244" y="43358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" name="F1_main_prauc_200">
            <a:extLst>
              <a:ext uri="{FF2B5EF4-FFF2-40B4-BE49-F238E27FC236}">
                <a16:creationId xmlns:a16="http://schemas.microsoft.com/office/drawing/2014/main" id="{5541A457-DEE2-43FF-8116-D608ADA2320D}"/>
              </a:ext>
            </a:extLst>
          </p:cNvPr>
          <p:cNvSpPr>
            <a:spLocks noGrp="1"/>
          </p:cNvSpPr>
          <p:nvPr/>
        </p:nvSpPr>
        <p:spPr>
          <a:xfrm>
            <a:off x="1479151" y="34086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" name="F1_main_prauc_201">
            <a:extLst>
              <a:ext uri="{FF2B5EF4-FFF2-40B4-BE49-F238E27FC236}">
                <a16:creationId xmlns:a16="http://schemas.microsoft.com/office/drawing/2014/main" id="{54106287-BCFD-4DBE-BBA8-B342EAFC1C42}"/>
              </a:ext>
            </a:extLst>
          </p:cNvPr>
          <p:cNvSpPr>
            <a:spLocks noGrp="1"/>
          </p:cNvSpPr>
          <p:nvPr/>
        </p:nvSpPr>
        <p:spPr>
          <a:xfrm>
            <a:off x="1475929" y="31287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" name="F1_main_prauc_202">
            <a:extLst>
              <a:ext uri="{FF2B5EF4-FFF2-40B4-BE49-F238E27FC236}">
                <a16:creationId xmlns:a16="http://schemas.microsoft.com/office/drawing/2014/main" id="{EDE44232-529A-4CF2-8D81-569350A12DE0}"/>
              </a:ext>
            </a:extLst>
          </p:cNvPr>
          <p:cNvSpPr>
            <a:spLocks noGrp="1"/>
          </p:cNvSpPr>
          <p:nvPr/>
        </p:nvSpPr>
        <p:spPr>
          <a:xfrm>
            <a:off x="1620665" y="43792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" name="F1_main_prauc_203">
            <a:extLst>
              <a:ext uri="{FF2B5EF4-FFF2-40B4-BE49-F238E27FC236}">
                <a16:creationId xmlns:a16="http://schemas.microsoft.com/office/drawing/2014/main" id="{4954F4FE-67C5-431B-934A-00B5FCE3BC14}"/>
              </a:ext>
            </a:extLst>
          </p:cNvPr>
          <p:cNvSpPr>
            <a:spLocks noGrp="1"/>
          </p:cNvSpPr>
          <p:nvPr/>
        </p:nvSpPr>
        <p:spPr>
          <a:xfrm>
            <a:off x="1541726" y="609776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" name="F1_main_prauc_204">
            <a:extLst>
              <a:ext uri="{FF2B5EF4-FFF2-40B4-BE49-F238E27FC236}">
                <a16:creationId xmlns:a16="http://schemas.microsoft.com/office/drawing/2014/main" id="{139507C1-40CF-46EE-9981-D4F58D7A38A8}"/>
              </a:ext>
            </a:extLst>
          </p:cNvPr>
          <p:cNvSpPr>
            <a:spLocks noGrp="1"/>
          </p:cNvSpPr>
          <p:nvPr/>
        </p:nvSpPr>
        <p:spPr>
          <a:xfrm>
            <a:off x="1509020" y="49902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" name="F1_main_prauc_205">
            <a:extLst>
              <a:ext uri="{FF2B5EF4-FFF2-40B4-BE49-F238E27FC236}">
                <a16:creationId xmlns:a16="http://schemas.microsoft.com/office/drawing/2014/main" id="{026F7EEC-913A-4AAB-8AFF-12799022588C}"/>
              </a:ext>
            </a:extLst>
          </p:cNvPr>
          <p:cNvSpPr>
            <a:spLocks noGrp="1"/>
          </p:cNvSpPr>
          <p:nvPr/>
        </p:nvSpPr>
        <p:spPr>
          <a:xfrm>
            <a:off x="1644172" y="393546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" name="F1_main_prauc_206">
            <a:extLst>
              <a:ext uri="{FF2B5EF4-FFF2-40B4-BE49-F238E27FC236}">
                <a16:creationId xmlns:a16="http://schemas.microsoft.com/office/drawing/2014/main" id="{7A0A9895-7C69-4A7F-887F-574A6BAF11D6}"/>
              </a:ext>
            </a:extLst>
          </p:cNvPr>
          <p:cNvSpPr>
            <a:spLocks noGrp="1"/>
          </p:cNvSpPr>
          <p:nvPr/>
        </p:nvSpPr>
        <p:spPr>
          <a:xfrm>
            <a:off x="1648384" y="38999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" name="F1_main_prauc_207">
            <a:extLst>
              <a:ext uri="{FF2B5EF4-FFF2-40B4-BE49-F238E27FC236}">
                <a16:creationId xmlns:a16="http://schemas.microsoft.com/office/drawing/2014/main" id="{CF4B0226-5E73-42A9-813D-612C5982559E}"/>
              </a:ext>
            </a:extLst>
          </p:cNvPr>
          <p:cNvSpPr>
            <a:spLocks noGrp="1"/>
          </p:cNvSpPr>
          <p:nvPr/>
        </p:nvSpPr>
        <p:spPr>
          <a:xfrm>
            <a:off x="1578352" y="583896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" name="F1_main_prauc_208">
            <a:extLst>
              <a:ext uri="{FF2B5EF4-FFF2-40B4-BE49-F238E27FC236}">
                <a16:creationId xmlns:a16="http://schemas.microsoft.com/office/drawing/2014/main" id="{E3A4F75B-CD12-4D12-8152-5FC03FD3B917}"/>
              </a:ext>
            </a:extLst>
          </p:cNvPr>
          <p:cNvSpPr>
            <a:spLocks noGrp="1"/>
          </p:cNvSpPr>
          <p:nvPr/>
        </p:nvSpPr>
        <p:spPr>
          <a:xfrm>
            <a:off x="1634113" y="3691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" name="F1_main_prauc_209">
            <a:extLst>
              <a:ext uri="{FF2B5EF4-FFF2-40B4-BE49-F238E27FC236}">
                <a16:creationId xmlns:a16="http://schemas.microsoft.com/office/drawing/2014/main" id="{46D8A0CF-2537-47B1-B636-D2A4A5FA0F27}"/>
              </a:ext>
            </a:extLst>
          </p:cNvPr>
          <p:cNvSpPr>
            <a:spLocks noGrp="1"/>
          </p:cNvSpPr>
          <p:nvPr/>
        </p:nvSpPr>
        <p:spPr>
          <a:xfrm>
            <a:off x="1455777" y="35738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" name="F1_main_prauc_210">
            <a:extLst>
              <a:ext uri="{FF2B5EF4-FFF2-40B4-BE49-F238E27FC236}">
                <a16:creationId xmlns:a16="http://schemas.microsoft.com/office/drawing/2014/main" id="{A683CCD1-3DF7-4325-A54C-AC70B8C5395E}"/>
              </a:ext>
            </a:extLst>
          </p:cNvPr>
          <p:cNvSpPr>
            <a:spLocks noGrp="1"/>
          </p:cNvSpPr>
          <p:nvPr/>
        </p:nvSpPr>
        <p:spPr>
          <a:xfrm>
            <a:off x="1450150" y="32236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" name="F1_main_prauc_211">
            <a:extLst>
              <a:ext uri="{FF2B5EF4-FFF2-40B4-BE49-F238E27FC236}">
                <a16:creationId xmlns:a16="http://schemas.microsoft.com/office/drawing/2014/main" id="{BDC080F7-DE0D-4B32-B184-AB1418F4FBCD}"/>
              </a:ext>
            </a:extLst>
          </p:cNvPr>
          <p:cNvSpPr>
            <a:spLocks noGrp="1"/>
          </p:cNvSpPr>
          <p:nvPr/>
        </p:nvSpPr>
        <p:spPr>
          <a:xfrm>
            <a:off x="1579435" y="34208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" name="F1_main_prauc_212">
            <a:extLst>
              <a:ext uri="{FF2B5EF4-FFF2-40B4-BE49-F238E27FC236}">
                <a16:creationId xmlns:a16="http://schemas.microsoft.com/office/drawing/2014/main" id="{DF36E425-8469-4CCD-B510-ECB89AEA5F47}"/>
              </a:ext>
            </a:extLst>
          </p:cNvPr>
          <p:cNvSpPr>
            <a:spLocks noGrp="1"/>
          </p:cNvSpPr>
          <p:nvPr/>
        </p:nvSpPr>
        <p:spPr>
          <a:xfrm>
            <a:off x="1489081" y="519795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" name="F1_main_prauc_213">
            <a:extLst>
              <a:ext uri="{FF2B5EF4-FFF2-40B4-BE49-F238E27FC236}">
                <a16:creationId xmlns:a16="http://schemas.microsoft.com/office/drawing/2014/main" id="{9ADF2CF6-6CA8-4D6F-9E7B-FFDD954229E3}"/>
              </a:ext>
            </a:extLst>
          </p:cNvPr>
          <p:cNvSpPr>
            <a:spLocks noGrp="1"/>
          </p:cNvSpPr>
          <p:nvPr/>
        </p:nvSpPr>
        <p:spPr>
          <a:xfrm>
            <a:off x="1583300" y="4301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" name="F1_main_prauc_214">
            <a:extLst>
              <a:ext uri="{FF2B5EF4-FFF2-40B4-BE49-F238E27FC236}">
                <a16:creationId xmlns:a16="http://schemas.microsoft.com/office/drawing/2014/main" id="{4512C83E-53E2-444D-A679-243CD1481F19}"/>
              </a:ext>
            </a:extLst>
          </p:cNvPr>
          <p:cNvSpPr>
            <a:spLocks noGrp="1"/>
          </p:cNvSpPr>
          <p:nvPr/>
        </p:nvSpPr>
        <p:spPr>
          <a:xfrm>
            <a:off x="1451255" y="4730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" name="F1_main_prauc_215">
            <a:extLst>
              <a:ext uri="{FF2B5EF4-FFF2-40B4-BE49-F238E27FC236}">
                <a16:creationId xmlns:a16="http://schemas.microsoft.com/office/drawing/2014/main" id="{AF6E72C2-5C59-4B63-B46C-6CCDB38748F6}"/>
              </a:ext>
            </a:extLst>
          </p:cNvPr>
          <p:cNvSpPr>
            <a:spLocks noGrp="1"/>
          </p:cNvSpPr>
          <p:nvPr/>
        </p:nvSpPr>
        <p:spPr>
          <a:xfrm>
            <a:off x="1508416" y="45909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" name="F1_main_prauc_216">
            <a:extLst>
              <a:ext uri="{FF2B5EF4-FFF2-40B4-BE49-F238E27FC236}">
                <a16:creationId xmlns:a16="http://schemas.microsoft.com/office/drawing/2014/main" id="{5B896B31-1B11-46C8-A572-55D225C29CD4}"/>
              </a:ext>
            </a:extLst>
          </p:cNvPr>
          <p:cNvSpPr>
            <a:spLocks noGrp="1"/>
          </p:cNvSpPr>
          <p:nvPr/>
        </p:nvSpPr>
        <p:spPr>
          <a:xfrm>
            <a:off x="1658524" y="379708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" name="F1_main_prauc_217">
            <a:extLst>
              <a:ext uri="{FF2B5EF4-FFF2-40B4-BE49-F238E27FC236}">
                <a16:creationId xmlns:a16="http://schemas.microsoft.com/office/drawing/2014/main" id="{F417F268-8C29-4525-BF09-9C0CD06D24F4}"/>
              </a:ext>
            </a:extLst>
          </p:cNvPr>
          <p:cNvSpPr>
            <a:spLocks noGrp="1"/>
          </p:cNvSpPr>
          <p:nvPr/>
        </p:nvSpPr>
        <p:spPr>
          <a:xfrm>
            <a:off x="1616342" y="34374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" name="F1_main_prauc_218">
            <a:extLst>
              <a:ext uri="{FF2B5EF4-FFF2-40B4-BE49-F238E27FC236}">
                <a16:creationId xmlns:a16="http://schemas.microsoft.com/office/drawing/2014/main" id="{FD7BBD37-57FD-4F9B-B0A1-4DECD632B98D}"/>
              </a:ext>
            </a:extLst>
          </p:cNvPr>
          <p:cNvSpPr>
            <a:spLocks noGrp="1"/>
          </p:cNvSpPr>
          <p:nvPr/>
        </p:nvSpPr>
        <p:spPr>
          <a:xfrm>
            <a:off x="1433516" y="47795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" name="F1_main_prauc_219">
            <a:extLst>
              <a:ext uri="{FF2B5EF4-FFF2-40B4-BE49-F238E27FC236}">
                <a16:creationId xmlns:a16="http://schemas.microsoft.com/office/drawing/2014/main" id="{F04C49D5-9C10-410A-BC80-1331F82F1738}"/>
              </a:ext>
            </a:extLst>
          </p:cNvPr>
          <p:cNvSpPr>
            <a:spLocks noGrp="1"/>
          </p:cNvSpPr>
          <p:nvPr/>
        </p:nvSpPr>
        <p:spPr>
          <a:xfrm>
            <a:off x="1595102" y="353279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" name="F1_main_prauc_220">
            <a:extLst>
              <a:ext uri="{FF2B5EF4-FFF2-40B4-BE49-F238E27FC236}">
                <a16:creationId xmlns:a16="http://schemas.microsoft.com/office/drawing/2014/main" id="{EEBEFD01-C39B-4C5F-8AC0-A035A3D14496}"/>
              </a:ext>
            </a:extLst>
          </p:cNvPr>
          <p:cNvSpPr>
            <a:spLocks noGrp="1"/>
          </p:cNvSpPr>
          <p:nvPr/>
        </p:nvSpPr>
        <p:spPr>
          <a:xfrm>
            <a:off x="1543789" y="55838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" name="F1_main_prauc_221">
            <a:extLst>
              <a:ext uri="{FF2B5EF4-FFF2-40B4-BE49-F238E27FC236}">
                <a16:creationId xmlns:a16="http://schemas.microsoft.com/office/drawing/2014/main" id="{2B600507-00A6-4CB2-8AAC-FA7FFBB0FFE1}"/>
              </a:ext>
            </a:extLst>
          </p:cNvPr>
          <p:cNvSpPr>
            <a:spLocks noGrp="1"/>
          </p:cNvSpPr>
          <p:nvPr/>
        </p:nvSpPr>
        <p:spPr>
          <a:xfrm>
            <a:off x="1435006" y="36721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" name="F1_main_prauc_222">
            <a:extLst>
              <a:ext uri="{FF2B5EF4-FFF2-40B4-BE49-F238E27FC236}">
                <a16:creationId xmlns:a16="http://schemas.microsoft.com/office/drawing/2014/main" id="{FD3C58F0-F536-4A1F-846C-5BB47D977054}"/>
              </a:ext>
            </a:extLst>
          </p:cNvPr>
          <p:cNvSpPr>
            <a:spLocks noGrp="1"/>
          </p:cNvSpPr>
          <p:nvPr/>
        </p:nvSpPr>
        <p:spPr>
          <a:xfrm>
            <a:off x="1440255" y="43552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" name="F1_main_prauc_223">
            <a:extLst>
              <a:ext uri="{FF2B5EF4-FFF2-40B4-BE49-F238E27FC236}">
                <a16:creationId xmlns:a16="http://schemas.microsoft.com/office/drawing/2014/main" id="{A9D42D1F-323F-4311-A848-D36070B6D44D}"/>
              </a:ext>
            </a:extLst>
          </p:cNvPr>
          <p:cNvSpPr>
            <a:spLocks noGrp="1"/>
          </p:cNvSpPr>
          <p:nvPr/>
        </p:nvSpPr>
        <p:spPr>
          <a:xfrm>
            <a:off x="1412282" y="3284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" name="F1_main_prauc_224">
            <a:extLst>
              <a:ext uri="{FF2B5EF4-FFF2-40B4-BE49-F238E27FC236}">
                <a16:creationId xmlns:a16="http://schemas.microsoft.com/office/drawing/2014/main" id="{E95F9BAA-A8B1-4B71-BAD9-600161919B3A}"/>
              </a:ext>
            </a:extLst>
          </p:cNvPr>
          <p:cNvSpPr>
            <a:spLocks noGrp="1"/>
          </p:cNvSpPr>
          <p:nvPr/>
        </p:nvSpPr>
        <p:spPr>
          <a:xfrm>
            <a:off x="1407304" y="34876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" name="F1_main_prauc_225">
            <a:extLst>
              <a:ext uri="{FF2B5EF4-FFF2-40B4-BE49-F238E27FC236}">
                <a16:creationId xmlns:a16="http://schemas.microsoft.com/office/drawing/2014/main" id="{C1C44422-CE4A-4E25-AB9F-AD3717E77707}"/>
              </a:ext>
            </a:extLst>
          </p:cNvPr>
          <p:cNvSpPr>
            <a:spLocks noGrp="1"/>
          </p:cNvSpPr>
          <p:nvPr/>
        </p:nvSpPr>
        <p:spPr>
          <a:xfrm>
            <a:off x="1642267" y="39260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" name="F1_main_prauc_226">
            <a:extLst>
              <a:ext uri="{FF2B5EF4-FFF2-40B4-BE49-F238E27FC236}">
                <a16:creationId xmlns:a16="http://schemas.microsoft.com/office/drawing/2014/main" id="{887C5F99-A908-466C-99AD-B652451F1709}"/>
              </a:ext>
            </a:extLst>
          </p:cNvPr>
          <p:cNvSpPr>
            <a:spLocks noGrp="1"/>
          </p:cNvSpPr>
          <p:nvPr/>
        </p:nvSpPr>
        <p:spPr>
          <a:xfrm>
            <a:off x="1491752" y="459393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" name="F1_main_prauc_227">
            <a:extLst>
              <a:ext uri="{FF2B5EF4-FFF2-40B4-BE49-F238E27FC236}">
                <a16:creationId xmlns:a16="http://schemas.microsoft.com/office/drawing/2014/main" id="{27727CE5-714E-47A0-A6C5-6127249B00AB}"/>
              </a:ext>
            </a:extLst>
          </p:cNvPr>
          <p:cNvSpPr>
            <a:spLocks noGrp="1"/>
          </p:cNvSpPr>
          <p:nvPr/>
        </p:nvSpPr>
        <p:spPr>
          <a:xfrm>
            <a:off x="1510768" y="48804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" name="F1_main_prauc_228">
            <a:extLst>
              <a:ext uri="{FF2B5EF4-FFF2-40B4-BE49-F238E27FC236}">
                <a16:creationId xmlns:a16="http://schemas.microsoft.com/office/drawing/2014/main" id="{BC151BA9-E3CC-486F-9882-470F5F59E340}"/>
              </a:ext>
            </a:extLst>
          </p:cNvPr>
          <p:cNvSpPr>
            <a:spLocks noGrp="1"/>
          </p:cNvSpPr>
          <p:nvPr/>
        </p:nvSpPr>
        <p:spPr>
          <a:xfrm>
            <a:off x="1589417" y="4450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" name="F1_main_prauc_229">
            <a:extLst>
              <a:ext uri="{FF2B5EF4-FFF2-40B4-BE49-F238E27FC236}">
                <a16:creationId xmlns:a16="http://schemas.microsoft.com/office/drawing/2014/main" id="{C65D9726-BD1E-4820-8FB8-82652787BA52}"/>
              </a:ext>
            </a:extLst>
          </p:cNvPr>
          <p:cNvSpPr>
            <a:spLocks noGrp="1"/>
          </p:cNvSpPr>
          <p:nvPr/>
        </p:nvSpPr>
        <p:spPr>
          <a:xfrm>
            <a:off x="1604511" y="38144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" name="F1_main_prauc_230">
            <a:extLst>
              <a:ext uri="{FF2B5EF4-FFF2-40B4-BE49-F238E27FC236}">
                <a16:creationId xmlns:a16="http://schemas.microsoft.com/office/drawing/2014/main" id="{85A9658D-9DDD-4EC2-8D39-DBFC34803940}"/>
              </a:ext>
            </a:extLst>
          </p:cNvPr>
          <p:cNvSpPr>
            <a:spLocks noGrp="1"/>
          </p:cNvSpPr>
          <p:nvPr/>
        </p:nvSpPr>
        <p:spPr>
          <a:xfrm>
            <a:off x="1453587" y="34125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" name="F1_main_prauc_231">
            <a:extLst>
              <a:ext uri="{FF2B5EF4-FFF2-40B4-BE49-F238E27FC236}">
                <a16:creationId xmlns:a16="http://schemas.microsoft.com/office/drawing/2014/main" id="{A1A26AC0-EC5B-4F39-9FA7-A3AC6159257F}"/>
              </a:ext>
            </a:extLst>
          </p:cNvPr>
          <p:cNvSpPr>
            <a:spLocks noGrp="1"/>
          </p:cNvSpPr>
          <p:nvPr/>
        </p:nvSpPr>
        <p:spPr>
          <a:xfrm>
            <a:off x="1574619" y="45329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" name="F1_main_prauc_232">
            <a:extLst>
              <a:ext uri="{FF2B5EF4-FFF2-40B4-BE49-F238E27FC236}">
                <a16:creationId xmlns:a16="http://schemas.microsoft.com/office/drawing/2014/main" id="{FABA9348-AD84-455D-9F0C-17FFA30F8CD0}"/>
              </a:ext>
            </a:extLst>
          </p:cNvPr>
          <p:cNvSpPr>
            <a:spLocks noGrp="1"/>
          </p:cNvSpPr>
          <p:nvPr/>
        </p:nvSpPr>
        <p:spPr>
          <a:xfrm>
            <a:off x="1508907" y="3867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" name="F1_main_prauc_233">
            <a:extLst>
              <a:ext uri="{FF2B5EF4-FFF2-40B4-BE49-F238E27FC236}">
                <a16:creationId xmlns:a16="http://schemas.microsoft.com/office/drawing/2014/main" id="{70578D22-DD08-4F62-BEF7-9E6BBA736B43}"/>
              </a:ext>
            </a:extLst>
          </p:cNvPr>
          <p:cNvSpPr>
            <a:spLocks noGrp="1"/>
          </p:cNvSpPr>
          <p:nvPr/>
        </p:nvSpPr>
        <p:spPr>
          <a:xfrm>
            <a:off x="1438150" y="345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" name="F1_main_prauc_234">
            <a:extLst>
              <a:ext uri="{FF2B5EF4-FFF2-40B4-BE49-F238E27FC236}">
                <a16:creationId xmlns:a16="http://schemas.microsoft.com/office/drawing/2014/main" id="{4D9BE776-8892-4929-AE5F-CBF1DFFDA0C9}"/>
              </a:ext>
            </a:extLst>
          </p:cNvPr>
          <p:cNvSpPr>
            <a:spLocks noGrp="1"/>
          </p:cNvSpPr>
          <p:nvPr/>
        </p:nvSpPr>
        <p:spPr>
          <a:xfrm>
            <a:off x="1570097" y="43957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" name="F1_main_prauc_235">
            <a:extLst>
              <a:ext uri="{FF2B5EF4-FFF2-40B4-BE49-F238E27FC236}">
                <a16:creationId xmlns:a16="http://schemas.microsoft.com/office/drawing/2014/main" id="{BDDDAB2D-A440-4914-86A5-8BE38FB24677}"/>
              </a:ext>
            </a:extLst>
          </p:cNvPr>
          <p:cNvSpPr>
            <a:spLocks noGrp="1"/>
          </p:cNvSpPr>
          <p:nvPr/>
        </p:nvSpPr>
        <p:spPr>
          <a:xfrm>
            <a:off x="1591797" y="47036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" name="F1_main_prauc_236">
            <a:extLst>
              <a:ext uri="{FF2B5EF4-FFF2-40B4-BE49-F238E27FC236}">
                <a16:creationId xmlns:a16="http://schemas.microsoft.com/office/drawing/2014/main" id="{7A7321EF-7756-47A5-89A7-5E15A6CAFD0C}"/>
              </a:ext>
            </a:extLst>
          </p:cNvPr>
          <p:cNvSpPr>
            <a:spLocks noGrp="1"/>
          </p:cNvSpPr>
          <p:nvPr/>
        </p:nvSpPr>
        <p:spPr>
          <a:xfrm>
            <a:off x="1610103" y="47401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" name="F1_main_prauc_237">
            <a:extLst>
              <a:ext uri="{FF2B5EF4-FFF2-40B4-BE49-F238E27FC236}">
                <a16:creationId xmlns:a16="http://schemas.microsoft.com/office/drawing/2014/main" id="{06799203-1470-41F8-8852-F0CB628364C8}"/>
              </a:ext>
            </a:extLst>
          </p:cNvPr>
          <p:cNvSpPr>
            <a:spLocks noGrp="1"/>
          </p:cNvSpPr>
          <p:nvPr/>
        </p:nvSpPr>
        <p:spPr>
          <a:xfrm>
            <a:off x="1419706" y="48333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" name="F1_main_prauc_238">
            <a:extLst>
              <a:ext uri="{FF2B5EF4-FFF2-40B4-BE49-F238E27FC236}">
                <a16:creationId xmlns:a16="http://schemas.microsoft.com/office/drawing/2014/main" id="{637A6422-199A-4C44-A321-73B1CDDBF071}"/>
              </a:ext>
            </a:extLst>
          </p:cNvPr>
          <p:cNvSpPr>
            <a:spLocks noGrp="1"/>
          </p:cNvSpPr>
          <p:nvPr/>
        </p:nvSpPr>
        <p:spPr>
          <a:xfrm>
            <a:off x="1518488" y="466616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" name="F1_main_prauc_239">
            <a:extLst>
              <a:ext uri="{FF2B5EF4-FFF2-40B4-BE49-F238E27FC236}">
                <a16:creationId xmlns:a16="http://schemas.microsoft.com/office/drawing/2014/main" id="{2A074392-E3EA-4757-87FA-E9457A37FABB}"/>
              </a:ext>
            </a:extLst>
          </p:cNvPr>
          <p:cNvSpPr>
            <a:spLocks noGrp="1"/>
          </p:cNvSpPr>
          <p:nvPr/>
        </p:nvSpPr>
        <p:spPr>
          <a:xfrm>
            <a:off x="29882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" name="F1_main_prauc_240">
            <a:extLst>
              <a:ext uri="{FF2B5EF4-FFF2-40B4-BE49-F238E27FC236}">
                <a16:creationId xmlns:a16="http://schemas.microsoft.com/office/drawing/2014/main" id="{D956EA49-AF4F-431B-8DD7-033CB453E58B}"/>
              </a:ext>
            </a:extLst>
          </p:cNvPr>
          <p:cNvSpPr>
            <a:spLocks noGrp="1"/>
          </p:cNvSpPr>
          <p:nvPr/>
        </p:nvSpPr>
        <p:spPr>
          <a:xfrm>
            <a:off x="321370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" name="F1_main_prauc_241">
            <a:extLst>
              <a:ext uri="{FF2B5EF4-FFF2-40B4-BE49-F238E27FC236}">
                <a16:creationId xmlns:a16="http://schemas.microsoft.com/office/drawing/2014/main" id="{EA67BAF7-806F-48A9-940E-274BE2E14573}"/>
              </a:ext>
            </a:extLst>
          </p:cNvPr>
          <p:cNvSpPr>
            <a:spLocks noGrp="1"/>
          </p:cNvSpPr>
          <p:nvPr/>
        </p:nvSpPr>
        <p:spPr>
          <a:xfrm>
            <a:off x="31909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" name="F1_main_prauc_242">
            <a:extLst>
              <a:ext uri="{FF2B5EF4-FFF2-40B4-BE49-F238E27FC236}">
                <a16:creationId xmlns:a16="http://schemas.microsoft.com/office/drawing/2014/main" id="{93976024-7DA1-4A65-9B23-CFC4E31C3227}"/>
              </a:ext>
            </a:extLst>
          </p:cNvPr>
          <p:cNvSpPr>
            <a:spLocks noGrp="1"/>
          </p:cNvSpPr>
          <p:nvPr/>
        </p:nvSpPr>
        <p:spPr>
          <a:xfrm>
            <a:off x="3014690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" name="F1_main_prauc_243">
            <a:extLst>
              <a:ext uri="{FF2B5EF4-FFF2-40B4-BE49-F238E27FC236}">
                <a16:creationId xmlns:a16="http://schemas.microsoft.com/office/drawing/2014/main" id="{619D7A76-4AB1-4203-828C-106D2228554A}"/>
              </a:ext>
            </a:extLst>
          </p:cNvPr>
          <p:cNvSpPr>
            <a:spLocks noGrp="1"/>
          </p:cNvSpPr>
          <p:nvPr/>
        </p:nvSpPr>
        <p:spPr>
          <a:xfrm>
            <a:off x="3220566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" name="F1_main_prauc_244">
            <a:extLst>
              <a:ext uri="{FF2B5EF4-FFF2-40B4-BE49-F238E27FC236}">
                <a16:creationId xmlns:a16="http://schemas.microsoft.com/office/drawing/2014/main" id="{15495FD0-14A4-476B-80B8-5189F3F5CAC6}"/>
              </a:ext>
            </a:extLst>
          </p:cNvPr>
          <p:cNvSpPr>
            <a:spLocks noGrp="1"/>
          </p:cNvSpPr>
          <p:nvPr/>
        </p:nvSpPr>
        <p:spPr>
          <a:xfrm>
            <a:off x="302928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" name="F1_main_prauc_245">
            <a:extLst>
              <a:ext uri="{FF2B5EF4-FFF2-40B4-BE49-F238E27FC236}">
                <a16:creationId xmlns:a16="http://schemas.microsoft.com/office/drawing/2014/main" id="{997BDA56-DAE2-4B39-A793-E74E31CF9EC5}"/>
              </a:ext>
            </a:extLst>
          </p:cNvPr>
          <p:cNvSpPr>
            <a:spLocks noGrp="1"/>
          </p:cNvSpPr>
          <p:nvPr/>
        </p:nvSpPr>
        <p:spPr>
          <a:xfrm>
            <a:off x="31336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" name="F1_main_prauc_246">
            <a:extLst>
              <a:ext uri="{FF2B5EF4-FFF2-40B4-BE49-F238E27FC236}">
                <a16:creationId xmlns:a16="http://schemas.microsoft.com/office/drawing/2014/main" id="{B90AA60C-E954-45BE-8404-C509C2E23F71}"/>
              </a:ext>
            </a:extLst>
          </p:cNvPr>
          <p:cNvSpPr>
            <a:spLocks noGrp="1"/>
          </p:cNvSpPr>
          <p:nvPr/>
        </p:nvSpPr>
        <p:spPr>
          <a:xfrm>
            <a:off x="299251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" name="F1_main_prauc_247">
            <a:extLst>
              <a:ext uri="{FF2B5EF4-FFF2-40B4-BE49-F238E27FC236}">
                <a16:creationId xmlns:a16="http://schemas.microsoft.com/office/drawing/2014/main" id="{D6ABE3A1-7092-459C-B2D7-33FFA605882C}"/>
              </a:ext>
            </a:extLst>
          </p:cNvPr>
          <p:cNvSpPr>
            <a:spLocks noGrp="1"/>
          </p:cNvSpPr>
          <p:nvPr/>
        </p:nvSpPr>
        <p:spPr>
          <a:xfrm>
            <a:off x="3017347" y="495780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" name="F1_main_prauc_248">
            <a:extLst>
              <a:ext uri="{FF2B5EF4-FFF2-40B4-BE49-F238E27FC236}">
                <a16:creationId xmlns:a16="http://schemas.microsoft.com/office/drawing/2014/main" id="{E18E77AC-EBDF-4939-A9DB-79EDB7E12EA9}"/>
              </a:ext>
            </a:extLst>
          </p:cNvPr>
          <p:cNvSpPr>
            <a:spLocks noGrp="1"/>
          </p:cNvSpPr>
          <p:nvPr/>
        </p:nvSpPr>
        <p:spPr>
          <a:xfrm>
            <a:off x="31946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" name="F1_main_prauc_249">
            <a:extLst>
              <a:ext uri="{FF2B5EF4-FFF2-40B4-BE49-F238E27FC236}">
                <a16:creationId xmlns:a16="http://schemas.microsoft.com/office/drawing/2014/main" id="{0F1F5A04-62BE-407F-B9B2-6875941A26FF}"/>
              </a:ext>
            </a:extLst>
          </p:cNvPr>
          <p:cNvSpPr>
            <a:spLocks noGrp="1"/>
          </p:cNvSpPr>
          <p:nvPr/>
        </p:nvSpPr>
        <p:spPr>
          <a:xfrm>
            <a:off x="3037625" y="4335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" name="F1_main_prauc_250">
            <a:extLst>
              <a:ext uri="{FF2B5EF4-FFF2-40B4-BE49-F238E27FC236}">
                <a16:creationId xmlns:a16="http://schemas.microsoft.com/office/drawing/2014/main" id="{BE2DF301-6EC2-4FDA-A781-C83CC61B7EAD}"/>
              </a:ext>
            </a:extLst>
          </p:cNvPr>
          <p:cNvSpPr>
            <a:spLocks noGrp="1"/>
          </p:cNvSpPr>
          <p:nvPr/>
        </p:nvSpPr>
        <p:spPr>
          <a:xfrm>
            <a:off x="314410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" name="F1_main_prauc_251">
            <a:extLst>
              <a:ext uri="{FF2B5EF4-FFF2-40B4-BE49-F238E27FC236}">
                <a16:creationId xmlns:a16="http://schemas.microsoft.com/office/drawing/2014/main" id="{FF2B1E1F-8ADA-4FD1-89DB-9D54232E9B0F}"/>
              </a:ext>
            </a:extLst>
          </p:cNvPr>
          <p:cNvSpPr>
            <a:spLocks noGrp="1"/>
          </p:cNvSpPr>
          <p:nvPr/>
        </p:nvSpPr>
        <p:spPr>
          <a:xfrm>
            <a:off x="31178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" name="F1_main_prauc_252">
            <a:extLst>
              <a:ext uri="{FF2B5EF4-FFF2-40B4-BE49-F238E27FC236}">
                <a16:creationId xmlns:a16="http://schemas.microsoft.com/office/drawing/2014/main" id="{52C542A9-A814-4CDB-BD96-DB08CB357E40}"/>
              </a:ext>
            </a:extLst>
          </p:cNvPr>
          <p:cNvSpPr>
            <a:spLocks noGrp="1"/>
          </p:cNvSpPr>
          <p:nvPr/>
        </p:nvSpPr>
        <p:spPr>
          <a:xfrm>
            <a:off x="2999599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" name="F1_main_prauc_253">
            <a:extLst>
              <a:ext uri="{FF2B5EF4-FFF2-40B4-BE49-F238E27FC236}">
                <a16:creationId xmlns:a16="http://schemas.microsoft.com/office/drawing/2014/main" id="{57721DC1-5EBD-4676-953A-37B537016303}"/>
              </a:ext>
            </a:extLst>
          </p:cNvPr>
          <p:cNvSpPr>
            <a:spLocks noGrp="1"/>
          </p:cNvSpPr>
          <p:nvPr/>
        </p:nvSpPr>
        <p:spPr>
          <a:xfrm>
            <a:off x="315296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" name="F1_main_prauc_254">
            <a:extLst>
              <a:ext uri="{FF2B5EF4-FFF2-40B4-BE49-F238E27FC236}">
                <a16:creationId xmlns:a16="http://schemas.microsoft.com/office/drawing/2014/main" id="{F4142F74-1968-4CCE-A6E2-7936F639DAF2}"/>
              </a:ext>
            </a:extLst>
          </p:cNvPr>
          <p:cNvSpPr>
            <a:spLocks noGrp="1"/>
          </p:cNvSpPr>
          <p:nvPr/>
        </p:nvSpPr>
        <p:spPr>
          <a:xfrm>
            <a:off x="299754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" name="F1_main_prauc_255">
            <a:extLst>
              <a:ext uri="{FF2B5EF4-FFF2-40B4-BE49-F238E27FC236}">
                <a16:creationId xmlns:a16="http://schemas.microsoft.com/office/drawing/2014/main" id="{6D8C62F1-CAE4-4842-ABCC-A0738BE4391A}"/>
              </a:ext>
            </a:extLst>
          </p:cNvPr>
          <p:cNvSpPr>
            <a:spLocks noGrp="1"/>
          </p:cNvSpPr>
          <p:nvPr/>
        </p:nvSpPr>
        <p:spPr>
          <a:xfrm>
            <a:off x="307729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" name="F1_main_prauc_256">
            <a:extLst>
              <a:ext uri="{FF2B5EF4-FFF2-40B4-BE49-F238E27FC236}">
                <a16:creationId xmlns:a16="http://schemas.microsoft.com/office/drawing/2014/main" id="{914ADCF2-285C-4108-9EAC-50A487483906}"/>
              </a:ext>
            </a:extLst>
          </p:cNvPr>
          <p:cNvSpPr>
            <a:spLocks noGrp="1"/>
          </p:cNvSpPr>
          <p:nvPr/>
        </p:nvSpPr>
        <p:spPr>
          <a:xfrm>
            <a:off x="31805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" name="F1_main_prauc_257">
            <a:extLst>
              <a:ext uri="{FF2B5EF4-FFF2-40B4-BE49-F238E27FC236}">
                <a16:creationId xmlns:a16="http://schemas.microsoft.com/office/drawing/2014/main" id="{63758BA5-DCE5-4FAB-9190-B646AD4CDBA3}"/>
              </a:ext>
            </a:extLst>
          </p:cNvPr>
          <p:cNvSpPr>
            <a:spLocks noGrp="1"/>
          </p:cNvSpPr>
          <p:nvPr/>
        </p:nvSpPr>
        <p:spPr>
          <a:xfrm>
            <a:off x="30300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" name="F1_main_prauc_258">
            <a:extLst>
              <a:ext uri="{FF2B5EF4-FFF2-40B4-BE49-F238E27FC236}">
                <a16:creationId xmlns:a16="http://schemas.microsoft.com/office/drawing/2014/main" id="{6B6E6144-72D1-4EB0-AC8C-0BB989296156}"/>
              </a:ext>
            </a:extLst>
          </p:cNvPr>
          <p:cNvSpPr>
            <a:spLocks noGrp="1"/>
          </p:cNvSpPr>
          <p:nvPr/>
        </p:nvSpPr>
        <p:spPr>
          <a:xfrm>
            <a:off x="300486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" name="F1_main_prauc_259">
            <a:extLst>
              <a:ext uri="{FF2B5EF4-FFF2-40B4-BE49-F238E27FC236}">
                <a16:creationId xmlns:a16="http://schemas.microsoft.com/office/drawing/2014/main" id="{58DDAEAF-7304-479E-B1CD-056F559FF5DF}"/>
              </a:ext>
            </a:extLst>
          </p:cNvPr>
          <p:cNvSpPr>
            <a:spLocks noGrp="1"/>
          </p:cNvSpPr>
          <p:nvPr/>
        </p:nvSpPr>
        <p:spPr>
          <a:xfrm>
            <a:off x="2987945" y="41744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" name="F1_main_prauc_260">
            <a:extLst>
              <a:ext uri="{FF2B5EF4-FFF2-40B4-BE49-F238E27FC236}">
                <a16:creationId xmlns:a16="http://schemas.microsoft.com/office/drawing/2014/main" id="{19E39958-2B07-46BD-9E95-89F1B261E553}"/>
              </a:ext>
            </a:extLst>
          </p:cNvPr>
          <p:cNvSpPr>
            <a:spLocks noGrp="1"/>
          </p:cNvSpPr>
          <p:nvPr/>
        </p:nvSpPr>
        <p:spPr>
          <a:xfrm>
            <a:off x="310296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" name="F1_main_prauc_261">
            <a:extLst>
              <a:ext uri="{FF2B5EF4-FFF2-40B4-BE49-F238E27FC236}">
                <a16:creationId xmlns:a16="http://schemas.microsoft.com/office/drawing/2014/main" id="{611B1939-F62D-483C-BF66-D2771EBE4F88}"/>
              </a:ext>
            </a:extLst>
          </p:cNvPr>
          <p:cNvSpPr>
            <a:spLocks noGrp="1"/>
          </p:cNvSpPr>
          <p:nvPr/>
        </p:nvSpPr>
        <p:spPr>
          <a:xfrm>
            <a:off x="3198666" y="35799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" name="F1_main_prauc_262">
            <a:extLst>
              <a:ext uri="{FF2B5EF4-FFF2-40B4-BE49-F238E27FC236}">
                <a16:creationId xmlns:a16="http://schemas.microsoft.com/office/drawing/2014/main" id="{EFE33E13-AF56-4EEF-A2EA-F80C05119106}"/>
              </a:ext>
            </a:extLst>
          </p:cNvPr>
          <p:cNvSpPr>
            <a:spLocks noGrp="1"/>
          </p:cNvSpPr>
          <p:nvPr/>
        </p:nvSpPr>
        <p:spPr>
          <a:xfrm>
            <a:off x="3100649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" name="F1_main_prauc_263">
            <a:extLst>
              <a:ext uri="{FF2B5EF4-FFF2-40B4-BE49-F238E27FC236}">
                <a16:creationId xmlns:a16="http://schemas.microsoft.com/office/drawing/2014/main" id="{CE9D2E5A-71B8-462B-B431-7384ED3238ED}"/>
              </a:ext>
            </a:extLst>
          </p:cNvPr>
          <p:cNvSpPr>
            <a:spLocks noGrp="1"/>
          </p:cNvSpPr>
          <p:nvPr/>
        </p:nvSpPr>
        <p:spPr>
          <a:xfrm>
            <a:off x="3130800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" name="F1_main_prauc_264">
            <a:extLst>
              <a:ext uri="{FF2B5EF4-FFF2-40B4-BE49-F238E27FC236}">
                <a16:creationId xmlns:a16="http://schemas.microsoft.com/office/drawing/2014/main" id="{533FBFD0-D348-4255-AA87-C5B8FC196D78}"/>
              </a:ext>
            </a:extLst>
          </p:cNvPr>
          <p:cNvSpPr>
            <a:spLocks noGrp="1"/>
          </p:cNvSpPr>
          <p:nvPr/>
        </p:nvSpPr>
        <p:spPr>
          <a:xfrm>
            <a:off x="319775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" name="F1_main_prauc_265">
            <a:extLst>
              <a:ext uri="{FF2B5EF4-FFF2-40B4-BE49-F238E27FC236}">
                <a16:creationId xmlns:a16="http://schemas.microsoft.com/office/drawing/2014/main" id="{B75202C0-3137-4BFE-8EE3-80ABEE22B33D}"/>
              </a:ext>
            </a:extLst>
          </p:cNvPr>
          <p:cNvSpPr>
            <a:spLocks noGrp="1"/>
          </p:cNvSpPr>
          <p:nvPr/>
        </p:nvSpPr>
        <p:spPr>
          <a:xfrm>
            <a:off x="31792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" name="F1_main_prauc_266">
            <a:extLst>
              <a:ext uri="{FF2B5EF4-FFF2-40B4-BE49-F238E27FC236}">
                <a16:creationId xmlns:a16="http://schemas.microsoft.com/office/drawing/2014/main" id="{B84ED618-F6E3-477C-AFAD-D16D9CCA582C}"/>
              </a:ext>
            </a:extLst>
          </p:cNvPr>
          <p:cNvSpPr>
            <a:spLocks noGrp="1"/>
          </p:cNvSpPr>
          <p:nvPr/>
        </p:nvSpPr>
        <p:spPr>
          <a:xfrm>
            <a:off x="3141054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" name="F1_main_prauc_267">
            <a:extLst>
              <a:ext uri="{FF2B5EF4-FFF2-40B4-BE49-F238E27FC236}">
                <a16:creationId xmlns:a16="http://schemas.microsoft.com/office/drawing/2014/main" id="{20ADB830-897F-4B8F-A499-8B4036A220A4}"/>
              </a:ext>
            </a:extLst>
          </p:cNvPr>
          <p:cNvSpPr>
            <a:spLocks noGrp="1"/>
          </p:cNvSpPr>
          <p:nvPr/>
        </p:nvSpPr>
        <p:spPr>
          <a:xfrm>
            <a:off x="3224339" y="47489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" name="F1_main_prauc_268">
            <a:extLst>
              <a:ext uri="{FF2B5EF4-FFF2-40B4-BE49-F238E27FC236}">
                <a16:creationId xmlns:a16="http://schemas.microsoft.com/office/drawing/2014/main" id="{83FE1FA6-DE65-4422-934D-9B4E5D4822A8}"/>
              </a:ext>
            </a:extLst>
          </p:cNvPr>
          <p:cNvSpPr>
            <a:spLocks noGrp="1"/>
          </p:cNvSpPr>
          <p:nvPr/>
        </p:nvSpPr>
        <p:spPr>
          <a:xfrm>
            <a:off x="29953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" name="F1_main_prauc_269">
            <a:extLst>
              <a:ext uri="{FF2B5EF4-FFF2-40B4-BE49-F238E27FC236}">
                <a16:creationId xmlns:a16="http://schemas.microsoft.com/office/drawing/2014/main" id="{04159FAC-2F4C-4A2E-BF8B-69305EC76885}"/>
              </a:ext>
            </a:extLst>
          </p:cNvPr>
          <p:cNvSpPr>
            <a:spLocks noGrp="1"/>
          </p:cNvSpPr>
          <p:nvPr/>
        </p:nvSpPr>
        <p:spPr>
          <a:xfrm>
            <a:off x="30510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" name="F1_main_prauc_270">
            <a:extLst>
              <a:ext uri="{FF2B5EF4-FFF2-40B4-BE49-F238E27FC236}">
                <a16:creationId xmlns:a16="http://schemas.microsoft.com/office/drawing/2014/main" id="{2C41D607-B416-409D-8CB3-9032ED1A8D42}"/>
              </a:ext>
            </a:extLst>
          </p:cNvPr>
          <p:cNvSpPr>
            <a:spLocks noGrp="1"/>
          </p:cNvSpPr>
          <p:nvPr/>
        </p:nvSpPr>
        <p:spPr>
          <a:xfrm>
            <a:off x="3000023" y="49709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" name="F1_main_prauc_271">
            <a:extLst>
              <a:ext uri="{FF2B5EF4-FFF2-40B4-BE49-F238E27FC236}">
                <a16:creationId xmlns:a16="http://schemas.microsoft.com/office/drawing/2014/main" id="{C9E5CAC1-B3F5-40D4-BC79-763C8611C24F}"/>
              </a:ext>
            </a:extLst>
          </p:cNvPr>
          <p:cNvSpPr>
            <a:spLocks noGrp="1"/>
          </p:cNvSpPr>
          <p:nvPr/>
        </p:nvSpPr>
        <p:spPr>
          <a:xfrm>
            <a:off x="303108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" name="F1_main_prauc_272">
            <a:extLst>
              <a:ext uri="{FF2B5EF4-FFF2-40B4-BE49-F238E27FC236}">
                <a16:creationId xmlns:a16="http://schemas.microsoft.com/office/drawing/2014/main" id="{B0C32622-6988-4A77-94C4-2BDF6291856C}"/>
              </a:ext>
            </a:extLst>
          </p:cNvPr>
          <p:cNvSpPr>
            <a:spLocks noGrp="1"/>
          </p:cNvSpPr>
          <p:nvPr/>
        </p:nvSpPr>
        <p:spPr>
          <a:xfrm>
            <a:off x="3021760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" name="F1_main_prauc_273">
            <a:extLst>
              <a:ext uri="{FF2B5EF4-FFF2-40B4-BE49-F238E27FC236}">
                <a16:creationId xmlns:a16="http://schemas.microsoft.com/office/drawing/2014/main" id="{A944C4B7-EF48-408B-9308-0C93CC3BDD31}"/>
              </a:ext>
            </a:extLst>
          </p:cNvPr>
          <p:cNvSpPr>
            <a:spLocks noGrp="1"/>
          </p:cNvSpPr>
          <p:nvPr/>
        </p:nvSpPr>
        <p:spPr>
          <a:xfrm>
            <a:off x="320956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" name="F1_main_prauc_274">
            <a:extLst>
              <a:ext uri="{FF2B5EF4-FFF2-40B4-BE49-F238E27FC236}">
                <a16:creationId xmlns:a16="http://schemas.microsoft.com/office/drawing/2014/main" id="{A6470CCD-535B-4B22-9CCA-89CA4757DF0F}"/>
              </a:ext>
            </a:extLst>
          </p:cNvPr>
          <p:cNvSpPr>
            <a:spLocks noGrp="1"/>
          </p:cNvSpPr>
          <p:nvPr/>
        </p:nvSpPr>
        <p:spPr>
          <a:xfrm>
            <a:off x="316744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" name="F1_main_prauc_275">
            <a:extLst>
              <a:ext uri="{FF2B5EF4-FFF2-40B4-BE49-F238E27FC236}">
                <a16:creationId xmlns:a16="http://schemas.microsoft.com/office/drawing/2014/main" id="{26172CF7-222F-4923-BCA6-2BA2EDBE673F}"/>
              </a:ext>
            </a:extLst>
          </p:cNvPr>
          <p:cNvSpPr>
            <a:spLocks noGrp="1"/>
          </p:cNvSpPr>
          <p:nvPr/>
        </p:nvSpPr>
        <p:spPr>
          <a:xfrm>
            <a:off x="30752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" name="F1_main_prauc_276">
            <a:extLst>
              <a:ext uri="{FF2B5EF4-FFF2-40B4-BE49-F238E27FC236}">
                <a16:creationId xmlns:a16="http://schemas.microsoft.com/office/drawing/2014/main" id="{2A5652D6-61A3-4163-BF0F-4F9E9130CD09}"/>
              </a:ext>
            </a:extLst>
          </p:cNvPr>
          <p:cNvSpPr>
            <a:spLocks noGrp="1"/>
          </p:cNvSpPr>
          <p:nvPr/>
        </p:nvSpPr>
        <p:spPr>
          <a:xfrm>
            <a:off x="322553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" name="F1_main_prauc_277">
            <a:extLst>
              <a:ext uri="{FF2B5EF4-FFF2-40B4-BE49-F238E27FC236}">
                <a16:creationId xmlns:a16="http://schemas.microsoft.com/office/drawing/2014/main" id="{4EDCC94E-4FB0-41C8-A08A-9E41814ADFAC}"/>
              </a:ext>
            </a:extLst>
          </p:cNvPr>
          <p:cNvSpPr>
            <a:spLocks noGrp="1"/>
          </p:cNvSpPr>
          <p:nvPr/>
        </p:nvSpPr>
        <p:spPr>
          <a:xfrm>
            <a:off x="305963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" name="F1_main_prauc_278">
            <a:extLst>
              <a:ext uri="{FF2B5EF4-FFF2-40B4-BE49-F238E27FC236}">
                <a16:creationId xmlns:a16="http://schemas.microsoft.com/office/drawing/2014/main" id="{A73A0EDC-4372-48C3-9DA8-27F15DAB4700}"/>
              </a:ext>
            </a:extLst>
          </p:cNvPr>
          <p:cNvSpPr>
            <a:spLocks noGrp="1"/>
          </p:cNvSpPr>
          <p:nvPr/>
        </p:nvSpPr>
        <p:spPr>
          <a:xfrm>
            <a:off x="30335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" name="F1_main_prauc_279">
            <a:extLst>
              <a:ext uri="{FF2B5EF4-FFF2-40B4-BE49-F238E27FC236}">
                <a16:creationId xmlns:a16="http://schemas.microsoft.com/office/drawing/2014/main" id="{67E14AFC-0735-4C04-895B-4BFE270783A4}"/>
              </a:ext>
            </a:extLst>
          </p:cNvPr>
          <p:cNvSpPr>
            <a:spLocks noGrp="1"/>
          </p:cNvSpPr>
          <p:nvPr/>
        </p:nvSpPr>
        <p:spPr>
          <a:xfrm>
            <a:off x="305120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" name="F1_main_prauc_280">
            <a:extLst>
              <a:ext uri="{FF2B5EF4-FFF2-40B4-BE49-F238E27FC236}">
                <a16:creationId xmlns:a16="http://schemas.microsoft.com/office/drawing/2014/main" id="{E2B55A80-F7FC-4876-8DFD-F57650855F75}"/>
              </a:ext>
            </a:extLst>
          </p:cNvPr>
          <p:cNvSpPr>
            <a:spLocks noGrp="1"/>
          </p:cNvSpPr>
          <p:nvPr/>
        </p:nvSpPr>
        <p:spPr>
          <a:xfrm>
            <a:off x="317092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" name="F1_main_prauc_281">
            <a:extLst>
              <a:ext uri="{FF2B5EF4-FFF2-40B4-BE49-F238E27FC236}">
                <a16:creationId xmlns:a16="http://schemas.microsoft.com/office/drawing/2014/main" id="{B0596352-39CC-4563-BA6A-D19107567DA6}"/>
              </a:ext>
            </a:extLst>
          </p:cNvPr>
          <p:cNvSpPr>
            <a:spLocks noGrp="1"/>
          </p:cNvSpPr>
          <p:nvPr/>
        </p:nvSpPr>
        <p:spPr>
          <a:xfrm>
            <a:off x="29815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" name="F1_main_prauc_282">
            <a:extLst>
              <a:ext uri="{FF2B5EF4-FFF2-40B4-BE49-F238E27FC236}">
                <a16:creationId xmlns:a16="http://schemas.microsoft.com/office/drawing/2014/main" id="{96ECFCBC-3AEE-4942-AD48-206D45F5ADFF}"/>
              </a:ext>
            </a:extLst>
          </p:cNvPr>
          <p:cNvSpPr>
            <a:spLocks noGrp="1"/>
          </p:cNvSpPr>
          <p:nvPr/>
        </p:nvSpPr>
        <p:spPr>
          <a:xfrm>
            <a:off x="305105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4" name="F1_main_prauc_283">
            <a:extLst>
              <a:ext uri="{FF2B5EF4-FFF2-40B4-BE49-F238E27FC236}">
                <a16:creationId xmlns:a16="http://schemas.microsoft.com/office/drawing/2014/main" id="{08F2BBAB-DB54-485E-A557-433BF9B2911D}"/>
              </a:ext>
            </a:extLst>
          </p:cNvPr>
          <p:cNvSpPr>
            <a:spLocks noGrp="1"/>
          </p:cNvSpPr>
          <p:nvPr/>
        </p:nvSpPr>
        <p:spPr>
          <a:xfrm>
            <a:off x="30025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5" name="F1_main_prauc_284">
            <a:extLst>
              <a:ext uri="{FF2B5EF4-FFF2-40B4-BE49-F238E27FC236}">
                <a16:creationId xmlns:a16="http://schemas.microsoft.com/office/drawing/2014/main" id="{0A63C89C-597C-4BDA-8A3B-A6DBD9653C19}"/>
              </a:ext>
            </a:extLst>
          </p:cNvPr>
          <p:cNvSpPr>
            <a:spLocks noGrp="1"/>
          </p:cNvSpPr>
          <p:nvPr/>
        </p:nvSpPr>
        <p:spPr>
          <a:xfrm>
            <a:off x="299047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6" name="F1_main_prauc_285">
            <a:extLst>
              <a:ext uri="{FF2B5EF4-FFF2-40B4-BE49-F238E27FC236}">
                <a16:creationId xmlns:a16="http://schemas.microsoft.com/office/drawing/2014/main" id="{8E60C9E6-5159-493D-B755-ECE0722E7299}"/>
              </a:ext>
            </a:extLst>
          </p:cNvPr>
          <p:cNvSpPr>
            <a:spLocks noGrp="1"/>
          </p:cNvSpPr>
          <p:nvPr/>
        </p:nvSpPr>
        <p:spPr>
          <a:xfrm>
            <a:off x="3148436" y="36024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7" name="F1_main_prauc_286">
            <a:extLst>
              <a:ext uri="{FF2B5EF4-FFF2-40B4-BE49-F238E27FC236}">
                <a16:creationId xmlns:a16="http://schemas.microsoft.com/office/drawing/2014/main" id="{90B1CC82-7483-412B-B6AF-252FCE23922E}"/>
              </a:ext>
            </a:extLst>
          </p:cNvPr>
          <p:cNvSpPr>
            <a:spLocks noGrp="1"/>
          </p:cNvSpPr>
          <p:nvPr/>
        </p:nvSpPr>
        <p:spPr>
          <a:xfrm>
            <a:off x="30732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8" name="F1_main_prauc_287">
            <a:extLst>
              <a:ext uri="{FF2B5EF4-FFF2-40B4-BE49-F238E27FC236}">
                <a16:creationId xmlns:a16="http://schemas.microsoft.com/office/drawing/2014/main" id="{36D8A7EC-CA03-47D7-B6B4-89DBE799776E}"/>
              </a:ext>
            </a:extLst>
          </p:cNvPr>
          <p:cNvSpPr>
            <a:spLocks noGrp="1"/>
          </p:cNvSpPr>
          <p:nvPr/>
        </p:nvSpPr>
        <p:spPr>
          <a:xfrm>
            <a:off x="30575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9" name="F1_main_prauc_288">
            <a:extLst>
              <a:ext uri="{FF2B5EF4-FFF2-40B4-BE49-F238E27FC236}">
                <a16:creationId xmlns:a16="http://schemas.microsoft.com/office/drawing/2014/main" id="{13FA024A-5056-4A68-AAB2-7186FEFC81A8}"/>
              </a:ext>
            </a:extLst>
          </p:cNvPr>
          <p:cNvSpPr>
            <a:spLocks noGrp="1"/>
          </p:cNvSpPr>
          <p:nvPr/>
        </p:nvSpPr>
        <p:spPr>
          <a:xfrm>
            <a:off x="3034658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0" name="F1_main_prauc_289">
            <a:extLst>
              <a:ext uri="{FF2B5EF4-FFF2-40B4-BE49-F238E27FC236}">
                <a16:creationId xmlns:a16="http://schemas.microsoft.com/office/drawing/2014/main" id="{DA82B131-FAEF-4117-B8DE-FAD45D68918B}"/>
              </a:ext>
            </a:extLst>
          </p:cNvPr>
          <p:cNvSpPr>
            <a:spLocks noGrp="1"/>
          </p:cNvSpPr>
          <p:nvPr/>
        </p:nvSpPr>
        <p:spPr>
          <a:xfrm>
            <a:off x="3198177" y="33438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1" name="F1_main_prauc_290">
            <a:extLst>
              <a:ext uri="{FF2B5EF4-FFF2-40B4-BE49-F238E27FC236}">
                <a16:creationId xmlns:a16="http://schemas.microsoft.com/office/drawing/2014/main" id="{BB1DAA6D-B1CB-4A98-AE99-8D3F7218563C}"/>
              </a:ext>
            </a:extLst>
          </p:cNvPr>
          <p:cNvSpPr>
            <a:spLocks noGrp="1"/>
          </p:cNvSpPr>
          <p:nvPr/>
        </p:nvSpPr>
        <p:spPr>
          <a:xfrm>
            <a:off x="29856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2" name="F1_main_prauc_291">
            <a:extLst>
              <a:ext uri="{FF2B5EF4-FFF2-40B4-BE49-F238E27FC236}">
                <a16:creationId xmlns:a16="http://schemas.microsoft.com/office/drawing/2014/main" id="{4041EAC5-9F38-449B-BC36-DD7429B6A2B0}"/>
              </a:ext>
            </a:extLst>
          </p:cNvPr>
          <p:cNvSpPr>
            <a:spLocks noGrp="1"/>
          </p:cNvSpPr>
          <p:nvPr/>
        </p:nvSpPr>
        <p:spPr>
          <a:xfrm>
            <a:off x="3173446" y="3197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3" name="F1_main_prauc_292">
            <a:extLst>
              <a:ext uri="{FF2B5EF4-FFF2-40B4-BE49-F238E27FC236}">
                <a16:creationId xmlns:a16="http://schemas.microsoft.com/office/drawing/2014/main" id="{2B76B1AC-0104-4932-9BA3-E104020F70AA}"/>
              </a:ext>
            </a:extLst>
          </p:cNvPr>
          <p:cNvSpPr>
            <a:spLocks noGrp="1"/>
          </p:cNvSpPr>
          <p:nvPr/>
        </p:nvSpPr>
        <p:spPr>
          <a:xfrm>
            <a:off x="3222061" y="38000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4" name="F1_main_prauc_293">
            <a:extLst>
              <a:ext uri="{FF2B5EF4-FFF2-40B4-BE49-F238E27FC236}">
                <a16:creationId xmlns:a16="http://schemas.microsoft.com/office/drawing/2014/main" id="{C91C5A30-796A-4D0D-B80D-619E8505F57C}"/>
              </a:ext>
            </a:extLst>
          </p:cNvPr>
          <p:cNvSpPr>
            <a:spLocks noGrp="1"/>
          </p:cNvSpPr>
          <p:nvPr/>
        </p:nvSpPr>
        <p:spPr>
          <a:xfrm>
            <a:off x="3012335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5" name="F1_main_prauc_294">
            <a:extLst>
              <a:ext uri="{FF2B5EF4-FFF2-40B4-BE49-F238E27FC236}">
                <a16:creationId xmlns:a16="http://schemas.microsoft.com/office/drawing/2014/main" id="{E9F3E6FF-684C-45CB-B88A-F7456F8AFAF7}"/>
              </a:ext>
            </a:extLst>
          </p:cNvPr>
          <p:cNvSpPr>
            <a:spLocks noGrp="1"/>
          </p:cNvSpPr>
          <p:nvPr/>
        </p:nvSpPr>
        <p:spPr>
          <a:xfrm>
            <a:off x="3198810" y="4228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6" name="F1_main_prauc_295">
            <a:extLst>
              <a:ext uri="{FF2B5EF4-FFF2-40B4-BE49-F238E27FC236}">
                <a16:creationId xmlns:a16="http://schemas.microsoft.com/office/drawing/2014/main" id="{B00EB106-F0B3-43B1-8BCA-5C7773333E58}"/>
              </a:ext>
            </a:extLst>
          </p:cNvPr>
          <p:cNvSpPr>
            <a:spLocks noGrp="1"/>
          </p:cNvSpPr>
          <p:nvPr/>
        </p:nvSpPr>
        <p:spPr>
          <a:xfrm>
            <a:off x="3167020" y="38497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7" name="F1_main_prauc_296">
            <a:extLst>
              <a:ext uri="{FF2B5EF4-FFF2-40B4-BE49-F238E27FC236}">
                <a16:creationId xmlns:a16="http://schemas.microsoft.com/office/drawing/2014/main" id="{0788A8DC-AE89-49DC-A657-B4205B45EF72}"/>
              </a:ext>
            </a:extLst>
          </p:cNvPr>
          <p:cNvSpPr>
            <a:spLocks noGrp="1"/>
          </p:cNvSpPr>
          <p:nvPr/>
        </p:nvSpPr>
        <p:spPr>
          <a:xfrm>
            <a:off x="30930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8" name="F1_main_prauc_297">
            <a:extLst>
              <a:ext uri="{FF2B5EF4-FFF2-40B4-BE49-F238E27FC236}">
                <a16:creationId xmlns:a16="http://schemas.microsoft.com/office/drawing/2014/main" id="{648A849C-F13A-4525-8E7D-FBB55CE51166}"/>
              </a:ext>
            </a:extLst>
          </p:cNvPr>
          <p:cNvSpPr>
            <a:spLocks noGrp="1"/>
          </p:cNvSpPr>
          <p:nvPr/>
        </p:nvSpPr>
        <p:spPr>
          <a:xfrm>
            <a:off x="3067041" y="60142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9" name="F1_main_prauc_298">
            <a:extLst>
              <a:ext uri="{FF2B5EF4-FFF2-40B4-BE49-F238E27FC236}">
                <a16:creationId xmlns:a16="http://schemas.microsoft.com/office/drawing/2014/main" id="{C57317C9-603A-4968-8CAC-EB66391CB333}"/>
              </a:ext>
            </a:extLst>
          </p:cNvPr>
          <p:cNvSpPr>
            <a:spLocks noGrp="1"/>
          </p:cNvSpPr>
          <p:nvPr/>
        </p:nvSpPr>
        <p:spPr>
          <a:xfrm>
            <a:off x="302888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0" name="F1_main_prauc_299">
            <a:extLst>
              <a:ext uri="{FF2B5EF4-FFF2-40B4-BE49-F238E27FC236}">
                <a16:creationId xmlns:a16="http://schemas.microsoft.com/office/drawing/2014/main" id="{2C29F765-94F8-4AD9-BD13-A7C6A9B7107C}"/>
              </a:ext>
            </a:extLst>
          </p:cNvPr>
          <p:cNvSpPr>
            <a:spLocks noGrp="1"/>
          </p:cNvSpPr>
          <p:nvPr/>
        </p:nvSpPr>
        <p:spPr>
          <a:xfrm>
            <a:off x="3187797" y="4065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1" name="F1_main_prauc_300">
            <a:extLst>
              <a:ext uri="{FF2B5EF4-FFF2-40B4-BE49-F238E27FC236}">
                <a16:creationId xmlns:a16="http://schemas.microsoft.com/office/drawing/2014/main" id="{1758FDBF-0D6D-4623-BD2D-7D669B85D1CB}"/>
              </a:ext>
            </a:extLst>
          </p:cNvPr>
          <p:cNvSpPr>
            <a:spLocks noGrp="1"/>
          </p:cNvSpPr>
          <p:nvPr/>
        </p:nvSpPr>
        <p:spPr>
          <a:xfrm>
            <a:off x="30888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2" name="F1_main_prauc_301">
            <a:extLst>
              <a:ext uri="{FF2B5EF4-FFF2-40B4-BE49-F238E27FC236}">
                <a16:creationId xmlns:a16="http://schemas.microsoft.com/office/drawing/2014/main" id="{108396AC-209D-478C-B642-0C38AAA89681}"/>
              </a:ext>
            </a:extLst>
          </p:cNvPr>
          <p:cNvSpPr>
            <a:spLocks noGrp="1"/>
          </p:cNvSpPr>
          <p:nvPr/>
        </p:nvSpPr>
        <p:spPr>
          <a:xfrm>
            <a:off x="301490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3" name="F1_main_prauc_302">
            <a:extLst>
              <a:ext uri="{FF2B5EF4-FFF2-40B4-BE49-F238E27FC236}">
                <a16:creationId xmlns:a16="http://schemas.microsoft.com/office/drawing/2014/main" id="{1E240FE0-3E8D-4DE9-BDDC-028A90FDDBEA}"/>
              </a:ext>
            </a:extLst>
          </p:cNvPr>
          <p:cNvSpPr>
            <a:spLocks noGrp="1"/>
          </p:cNvSpPr>
          <p:nvPr/>
        </p:nvSpPr>
        <p:spPr>
          <a:xfrm>
            <a:off x="3004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4" name="F1_main_prauc_303">
            <a:extLst>
              <a:ext uri="{FF2B5EF4-FFF2-40B4-BE49-F238E27FC236}">
                <a16:creationId xmlns:a16="http://schemas.microsoft.com/office/drawing/2014/main" id="{AE6E7118-B655-4EC1-94FF-DBCABBC62575}"/>
              </a:ext>
            </a:extLst>
          </p:cNvPr>
          <p:cNvSpPr>
            <a:spLocks noGrp="1"/>
          </p:cNvSpPr>
          <p:nvPr/>
        </p:nvSpPr>
        <p:spPr>
          <a:xfrm>
            <a:off x="302522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5" name="F1_main_prauc_304">
            <a:extLst>
              <a:ext uri="{FF2B5EF4-FFF2-40B4-BE49-F238E27FC236}">
                <a16:creationId xmlns:a16="http://schemas.microsoft.com/office/drawing/2014/main" id="{17119D06-8B96-4A80-AF47-0FE85C1722A9}"/>
              </a:ext>
            </a:extLst>
          </p:cNvPr>
          <p:cNvSpPr>
            <a:spLocks noGrp="1"/>
          </p:cNvSpPr>
          <p:nvPr/>
        </p:nvSpPr>
        <p:spPr>
          <a:xfrm>
            <a:off x="3197653" y="42356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6" name="F1_main_prauc_305">
            <a:extLst>
              <a:ext uri="{FF2B5EF4-FFF2-40B4-BE49-F238E27FC236}">
                <a16:creationId xmlns:a16="http://schemas.microsoft.com/office/drawing/2014/main" id="{D640DC64-EB36-4038-8512-2818DC235864}"/>
              </a:ext>
            </a:extLst>
          </p:cNvPr>
          <p:cNvSpPr>
            <a:spLocks noGrp="1"/>
          </p:cNvSpPr>
          <p:nvPr/>
        </p:nvSpPr>
        <p:spPr>
          <a:xfrm>
            <a:off x="3120831" y="45016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7" name="F1_main_prauc_306">
            <a:extLst>
              <a:ext uri="{FF2B5EF4-FFF2-40B4-BE49-F238E27FC236}">
                <a16:creationId xmlns:a16="http://schemas.microsoft.com/office/drawing/2014/main" id="{9A957874-82FB-42F5-9689-D918ED0D395B}"/>
              </a:ext>
            </a:extLst>
          </p:cNvPr>
          <p:cNvSpPr>
            <a:spLocks noGrp="1"/>
          </p:cNvSpPr>
          <p:nvPr/>
        </p:nvSpPr>
        <p:spPr>
          <a:xfrm>
            <a:off x="303531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8" name="F1_main_prauc_307">
            <a:extLst>
              <a:ext uri="{FF2B5EF4-FFF2-40B4-BE49-F238E27FC236}">
                <a16:creationId xmlns:a16="http://schemas.microsoft.com/office/drawing/2014/main" id="{0138F1BD-AE45-4693-BC0A-3D34FC2D5750}"/>
              </a:ext>
            </a:extLst>
          </p:cNvPr>
          <p:cNvSpPr>
            <a:spLocks noGrp="1"/>
          </p:cNvSpPr>
          <p:nvPr/>
        </p:nvSpPr>
        <p:spPr>
          <a:xfrm>
            <a:off x="304005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9" name="F1_main_prauc_308">
            <a:extLst>
              <a:ext uri="{FF2B5EF4-FFF2-40B4-BE49-F238E27FC236}">
                <a16:creationId xmlns:a16="http://schemas.microsoft.com/office/drawing/2014/main" id="{D70479AA-234C-4955-A477-20A96F25E38C}"/>
              </a:ext>
            </a:extLst>
          </p:cNvPr>
          <p:cNvSpPr>
            <a:spLocks noGrp="1"/>
          </p:cNvSpPr>
          <p:nvPr/>
        </p:nvSpPr>
        <p:spPr>
          <a:xfrm>
            <a:off x="3105484" y="30378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0" name="F1_main_prauc_309">
            <a:extLst>
              <a:ext uri="{FF2B5EF4-FFF2-40B4-BE49-F238E27FC236}">
                <a16:creationId xmlns:a16="http://schemas.microsoft.com/office/drawing/2014/main" id="{C5B3F826-BC54-42D5-8712-AD1995A5B77C}"/>
              </a:ext>
            </a:extLst>
          </p:cNvPr>
          <p:cNvSpPr>
            <a:spLocks noGrp="1"/>
          </p:cNvSpPr>
          <p:nvPr/>
        </p:nvSpPr>
        <p:spPr>
          <a:xfrm>
            <a:off x="320121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1" name="F1_main_prauc_310">
            <a:extLst>
              <a:ext uri="{FF2B5EF4-FFF2-40B4-BE49-F238E27FC236}">
                <a16:creationId xmlns:a16="http://schemas.microsoft.com/office/drawing/2014/main" id="{71110BC8-4E3C-40D3-AB05-2AA09FF9D482}"/>
              </a:ext>
            </a:extLst>
          </p:cNvPr>
          <p:cNvSpPr>
            <a:spLocks noGrp="1"/>
          </p:cNvSpPr>
          <p:nvPr/>
        </p:nvSpPr>
        <p:spPr>
          <a:xfrm>
            <a:off x="3051204" y="33045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2" name="F1_main_prauc_311">
            <a:extLst>
              <a:ext uri="{FF2B5EF4-FFF2-40B4-BE49-F238E27FC236}">
                <a16:creationId xmlns:a16="http://schemas.microsoft.com/office/drawing/2014/main" id="{508E5A73-76C6-4551-BB50-E953250A24D0}"/>
              </a:ext>
            </a:extLst>
          </p:cNvPr>
          <p:cNvSpPr>
            <a:spLocks noGrp="1"/>
          </p:cNvSpPr>
          <p:nvPr/>
        </p:nvSpPr>
        <p:spPr>
          <a:xfrm>
            <a:off x="319422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3" name="F1_main_prauc_312">
            <a:extLst>
              <a:ext uri="{FF2B5EF4-FFF2-40B4-BE49-F238E27FC236}">
                <a16:creationId xmlns:a16="http://schemas.microsoft.com/office/drawing/2014/main" id="{875254D1-752C-4E10-8DA3-E389FB95596F}"/>
              </a:ext>
            </a:extLst>
          </p:cNvPr>
          <p:cNvSpPr>
            <a:spLocks noGrp="1"/>
          </p:cNvSpPr>
          <p:nvPr/>
        </p:nvSpPr>
        <p:spPr>
          <a:xfrm>
            <a:off x="312483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4" name="F1_main_prauc_313">
            <a:extLst>
              <a:ext uri="{FF2B5EF4-FFF2-40B4-BE49-F238E27FC236}">
                <a16:creationId xmlns:a16="http://schemas.microsoft.com/office/drawing/2014/main" id="{242BBE62-ED95-43E5-A471-A8139F9BFD02}"/>
              </a:ext>
            </a:extLst>
          </p:cNvPr>
          <p:cNvSpPr>
            <a:spLocks noGrp="1"/>
          </p:cNvSpPr>
          <p:nvPr/>
        </p:nvSpPr>
        <p:spPr>
          <a:xfrm>
            <a:off x="3220890" y="5046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5" name="F1_main_prauc_314">
            <a:extLst>
              <a:ext uri="{FF2B5EF4-FFF2-40B4-BE49-F238E27FC236}">
                <a16:creationId xmlns:a16="http://schemas.microsoft.com/office/drawing/2014/main" id="{2286D63E-1250-4FCD-A820-472F2599866D}"/>
              </a:ext>
            </a:extLst>
          </p:cNvPr>
          <p:cNvSpPr>
            <a:spLocks noGrp="1"/>
          </p:cNvSpPr>
          <p:nvPr/>
        </p:nvSpPr>
        <p:spPr>
          <a:xfrm>
            <a:off x="300053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6" name="F1_main_prauc_315">
            <a:extLst>
              <a:ext uri="{FF2B5EF4-FFF2-40B4-BE49-F238E27FC236}">
                <a16:creationId xmlns:a16="http://schemas.microsoft.com/office/drawing/2014/main" id="{A4333E63-A9B1-4416-8FD8-A83152E517FA}"/>
              </a:ext>
            </a:extLst>
          </p:cNvPr>
          <p:cNvSpPr>
            <a:spLocks noGrp="1"/>
          </p:cNvSpPr>
          <p:nvPr/>
        </p:nvSpPr>
        <p:spPr>
          <a:xfrm>
            <a:off x="3091098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7" name="F1_main_prauc_316">
            <a:extLst>
              <a:ext uri="{FF2B5EF4-FFF2-40B4-BE49-F238E27FC236}">
                <a16:creationId xmlns:a16="http://schemas.microsoft.com/office/drawing/2014/main" id="{C0CE0500-B98F-48CC-8BF8-A52712FD27FC}"/>
              </a:ext>
            </a:extLst>
          </p:cNvPr>
          <p:cNvSpPr>
            <a:spLocks noGrp="1"/>
          </p:cNvSpPr>
          <p:nvPr/>
        </p:nvSpPr>
        <p:spPr>
          <a:xfrm>
            <a:off x="304886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8" name="F1_main_prauc_317">
            <a:extLst>
              <a:ext uri="{FF2B5EF4-FFF2-40B4-BE49-F238E27FC236}">
                <a16:creationId xmlns:a16="http://schemas.microsoft.com/office/drawing/2014/main" id="{698F65B8-96FF-4070-A9F1-9CCF7F21015C}"/>
              </a:ext>
            </a:extLst>
          </p:cNvPr>
          <p:cNvSpPr>
            <a:spLocks noGrp="1"/>
          </p:cNvSpPr>
          <p:nvPr/>
        </p:nvSpPr>
        <p:spPr>
          <a:xfrm>
            <a:off x="318470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9" name="F1_main_prauc_318">
            <a:extLst>
              <a:ext uri="{FF2B5EF4-FFF2-40B4-BE49-F238E27FC236}">
                <a16:creationId xmlns:a16="http://schemas.microsoft.com/office/drawing/2014/main" id="{CDE0F031-A55E-4CC2-9895-F5E46A7642FD}"/>
              </a:ext>
            </a:extLst>
          </p:cNvPr>
          <p:cNvSpPr>
            <a:spLocks noGrp="1"/>
          </p:cNvSpPr>
          <p:nvPr/>
        </p:nvSpPr>
        <p:spPr>
          <a:xfrm>
            <a:off x="3226420" y="380317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0" name="F1_main_prauc_319">
            <a:extLst>
              <a:ext uri="{FF2B5EF4-FFF2-40B4-BE49-F238E27FC236}">
                <a16:creationId xmlns:a16="http://schemas.microsoft.com/office/drawing/2014/main" id="{B3B5C0C8-5745-4CFE-9C8B-33BC1AD70710}"/>
              </a:ext>
            </a:extLst>
          </p:cNvPr>
          <p:cNvSpPr>
            <a:spLocks noGrp="1"/>
          </p:cNvSpPr>
          <p:nvPr/>
        </p:nvSpPr>
        <p:spPr>
          <a:xfrm>
            <a:off x="318290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1" name="F1_main_prauc_320">
            <a:extLst>
              <a:ext uri="{FF2B5EF4-FFF2-40B4-BE49-F238E27FC236}">
                <a16:creationId xmlns:a16="http://schemas.microsoft.com/office/drawing/2014/main" id="{631D7497-6EE1-4E97-A18E-102AE3F62D59}"/>
              </a:ext>
            </a:extLst>
          </p:cNvPr>
          <p:cNvSpPr>
            <a:spLocks noGrp="1"/>
          </p:cNvSpPr>
          <p:nvPr/>
        </p:nvSpPr>
        <p:spPr>
          <a:xfrm>
            <a:off x="30774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2" name="F1_main_prauc_321">
            <a:extLst>
              <a:ext uri="{FF2B5EF4-FFF2-40B4-BE49-F238E27FC236}">
                <a16:creationId xmlns:a16="http://schemas.microsoft.com/office/drawing/2014/main" id="{17182538-FEDB-47EA-828E-385D31652DDF}"/>
              </a:ext>
            </a:extLst>
          </p:cNvPr>
          <p:cNvSpPr>
            <a:spLocks noGrp="1"/>
          </p:cNvSpPr>
          <p:nvPr/>
        </p:nvSpPr>
        <p:spPr>
          <a:xfrm>
            <a:off x="30459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3" name="F1_main_prauc_322">
            <a:extLst>
              <a:ext uri="{FF2B5EF4-FFF2-40B4-BE49-F238E27FC236}">
                <a16:creationId xmlns:a16="http://schemas.microsoft.com/office/drawing/2014/main" id="{7462929E-381F-4CC2-8A55-F81BDDB32DFF}"/>
              </a:ext>
            </a:extLst>
          </p:cNvPr>
          <p:cNvSpPr>
            <a:spLocks noGrp="1"/>
          </p:cNvSpPr>
          <p:nvPr/>
        </p:nvSpPr>
        <p:spPr>
          <a:xfrm>
            <a:off x="30662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4" name="F1_main_prauc_323">
            <a:extLst>
              <a:ext uri="{FF2B5EF4-FFF2-40B4-BE49-F238E27FC236}">
                <a16:creationId xmlns:a16="http://schemas.microsoft.com/office/drawing/2014/main" id="{3DA01660-9762-4B04-8FC6-9BC49C9C9E14}"/>
              </a:ext>
            </a:extLst>
          </p:cNvPr>
          <p:cNvSpPr>
            <a:spLocks noGrp="1"/>
          </p:cNvSpPr>
          <p:nvPr/>
        </p:nvSpPr>
        <p:spPr>
          <a:xfrm>
            <a:off x="3013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5" name="F1_main_prauc_324">
            <a:extLst>
              <a:ext uri="{FF2B5EF4-FFF2-40B4-BE49-F238E27FC236}">
                <a16:creationId xmlns:a16="http://schemas.microsoft.com/office/drawing/2014/main" id="{0A21881C-741E-41B4-AEAE-88A6524F7033}"/>
              </a:ext>
            </a:extLst>
          </p:cNvPr>
          <p:cNvSpPr>
            <a:spLocks noGrp="1"/>
          </p:cNvSpPr>
          <p:nvPr/>
        </p:nvSpPr>
        <p:spPr>
          <a:xfrm>
            <a:off x="3052391" y="43163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6" name="F1_main_prauc_325">
            <a:extLst>
              <a:ext uri="{FF2B5EF4-FFF2-40B4-BE49-F238E27FC236}">
                <a16:creationId xmlns:a16="http://schemas.microsoft.com/office/drawing/2014/main" id="{381F742B-EE02-4F5E-94EF-A9E138DFE252}"/>
              </a:ext>
            </a:extLst>
          </p:cNvPr>
          <p:cNvSpPr>
            <a:spLocks noGrp="1"/>
          </p:cNvSpPr>
          <p:nvPr/>
        </p:nvSpPr>
        <p:spPr>
          <a:xfrm>
            <a:off x="312739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7" name="F1_main_prauc_326">
            <a:extLst>
              <a:ext uri="{FF2B5EF4-FFF2-40B4-BE49-F238E27FC236}">
                <a16:creationId xmlns:a16="http://schemas.microsoft.com/office/drawing/2014/main" id="{74EEA57C-5428-4217-A91C-EF7132A9C7B8}"/>
              </a:ext>
            </a:extLst>
          </p:cNvPr>
          <p:cNvSpPr>
            <a:spLocks noGrp="1"/>
          </p:cNvSpPr>
          <p:nvPr/>
        </p:nvSpPr>
        <p:spPr>
          <a:xfrm>
            <a:off x="30684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8" name="F1_main_prauc_327">
            <a:extLst>
              <a:ext uri="{FF2B5EF4-FFF2-40B4-BE49-F238E27FC236}">
                <a16:creationId xmlns:a16="http://schemas.microsoft.com/office/drawing/2014/main" id="{7F7BBAEE-F7B1-4CFE-9D62-2278F7C64DC6}"/>
              </a:ext>
            </a:extLst>
          </p:cNvPr>
          <p:cNvSpPr>
            <a:spLocks noGrp="1"/>
          </p:cNvSpPr>
          <p:nvPr/>
        </p:nvSpPr>
        <p:spPr>
          <a:xfrm>
            <a:off x="313982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9" name="F1_main_prauc_328">
            <a:extLst>
              <a:ext uri="{FF2B5EF4-FFF2-40B4-BE49-F238E27FC236}">
                <a16:creationId xmlns:a16="http://schemas.microsoft.com/office/drawing/2014/main" id="{8D1886A0-BE0B-4D48-BE12-700B67A371F3}"/>
              </a:ext>
            </a:extLst>
          </p:cNvPr>
          <p:cNvSpPr>
            <a:spLocks noGrp="1"/>
          </p:cNvSpPr>
          <p:nvPr/>
        </p:nvSpPr>
        <p:spPr>
          <a:xfrm>
            <a:off x="322119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0" name="F1_main_prauc_329">
            <a:extLst>
              <a:ext uri="{FF2B5EF4-FFF2-40B4-BE49-F238E27FC236}">
                <a16:creationId xmlns:a16="http://schemas.microsoft.com/office/drawing/2014/main" id="{5A29F6ED-5624-4464-A6EB-20406653A582}"/>
              </a:ext>
            </a:extLst>
          </p:cNvPr>
          <p:cNvSpPr>
            <a:spLocks noGrp="1"/>
          </p:cNvSpPr>
          <p:nvPr/>
        </p:nvSpPr>
        <p:spPr>
          <a:xfrm>
            <a:off x="3160389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1" name="F1_main_prauc_330">
            <a:extLst>
              <a:ext uri="{FF2B5EF4-FFF2-40B4-BE49-F238E27FC236}">
                <a16:creationId xmlns:a16="http://schemas.microsoft.com/office/drawing/2014/main" id="{42029C9C-6C07-4B85-941F-88DCF4CFBE4C}"/>
              </a:ext>
            </a:extLst>
          </p:cNvPr>
          <p:cNvSpPr>
            <a:spLocks noGrp="1"/>
          </p:cNvSpPr>
          <p:nvPr/>
        </p:nvSpPr>
        <p:spPr>
          <a:xfrm>
            <a:off x="315953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2" name="F1_main_prauc_331">
            <a:extLst>
              <a:ext uri="{FF2B5EF4-FFF2-40B4-BE49-F238E27FC236}">
                <a16:creationId xmlns:a16="http://schemas.microsoft.com/office/drawing/2014/main" id="{54D71C6B-8A33-42F7-9750-975EBFED5894}"/>
              </a:ext>
            </a:extLst>
          </p:cNvPr>
          <p:cNvSpPr>
            <a:spLocks noGrp="1"/>
          </p:cNvSpPr>
          <p:nvPr/>
        </p:nvSpPr>
        <p:spPr>
          <a:xfrm>
            <a:off x="319220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3" name="F1_main_prauc_332">
            <a:extLst>
              <a:ext uri="{FF2B5EF4-FFF2-40B4-BE49-F238E27FC236}">
                <a16:creationId xmlns:a16="http://schemas.microsoft.com/office/drawing/2014/main" id="{6CA116EF-C7CE-48BE-BC79-D0DA6463B8E1}"/>
              </a:ext>
            </a:extLst>
          </p:cNvPr>
          <p:cNvSpPr>
            <a:spLocks noGrp="1"/>
          </p:cNvSpPr>
          <p:nvPr/>
        </p:nvSpPr>
        <p:spPr>
          <a:xfrm>
            <a:off x="31729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4" name="F1_main_prauc_333">
            <a:extLst>
              <a:ext uri="{FF2B5EF4-FFF2-40B4-BE49-F238E27FC236}">
                <a16:creationId xmlns:a16="http://schemas.microsoft.com/office/drawing/2014/main" id="{CAD6FC05-0098-49EE-91BD-29B19FBD2664}"/>
              </a:ext>
            </a:extLst>
          </p:cNvPr>
          <p:cNvSpPr>
            <a:spLocks noGrp="1"/>
          </p:cNvSpPr>
          <p:nvPr/>
        </p:nvSpPr>
        <p:spPr>
          <a:xfrm>
            <a:off x="314288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5" name="F1_main_prauc_334">
            <a:extLst>
              <a:ext uri="{FF2B5EF4-FFF2-40B4-BE49-F238E27FC236}">
                <a16:creationId xmlns:a16="http://schemas.microsoft.com/office/drawing/2014/main" id="{1F30812E-3B71-4EED-A2C5-48F4AFE53181}"/>
              </a:ext>
            </a:extLst>
          </p:cNvPr>
          <p:cNvSpPr>
            <a:spLocks noGrp="1"/>
          </p:cNvSpPr>
          <p:nvPr/>
        </p:nvSpPr>
        <p:spPr>
          <a:xfrm>
            <a:off x="3088671" y="48738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6" name="F1_main_prauc_335">
            <a:extLst>
              <a:ext uri="{FF2B5EF4-FFF2-40B4-BE49-F238E27FC236}">
                <a16:creationId xmlns:a16="http://schemas.microsoft.com/office/drawing/2014/main" id="{C2E742BE-479D-4FC4-942F-1E8BF0F57628}"/>
              </a:ext>
            </a:extLst>
          </p:cNvPr>
          <p:cNvSpPr>
            <a:spLocks noGrp="1"/>
          </p:cNvSpPr>
          <p:nvPr/>
        </p:nvSpPr>
        <p:spPr>
          <a:xfrm>
            <a:off x="3199783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7" name="F1_main_prauc_336">
            <a:extLst>
              <a:ext uri="{FF2B5EF4-FFF2-40B4-BE49-F238E27FC236}">
                <a16:creationId xmlns:a16="http://schemas.microsoft.com/office/drawing/2014/main" id="{70440F98-E3F0-4C3E-80E4-65855EA2F8D3}"/>
              </a:ext>
            </a:extLst>
          </p:cNvPr>
          <p:cNvSpPr>
            <a:spLocks noGrp="1"/>
          </p:cNvSpPr>
          <p:nvPr/>
        </p:nvSpPr>
        <p:spPr>
          <a:xfrm>
            <a:off x="3144880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8" name="F1_main_prauc_337">
            <a:extLst>
              <a:ext uri="{FF2B5EF4-FFF2-40B4-BE49-F238E27FC236}">
                <a16:creationId xmlns:a16="http://schemas.microsoft.com/office/drawing/2014/main" id="{6D7B88AA-BA6D-4A35-9554-133FC340BF5F}"/>
              </a:ext>
            </a:extLst>
          </p:cNvPr>
          <p:cNvSpPr>
            <a:spLocks noGrp="1"/>
          </p:cNvSpPr>
          <p:nvPr/>
        </p:nvSpPr>
        <p:spPr>
          <a:xfrm>
            <a:off x="3187101" y="56482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9" name="F1_main_prauc_338">
            <a:extLst>
              <a:ext uri="{FF2B5EF4-FFF2-40B4-BE49-F238E27FC236}">
                <a16:creationId xmlns:a16="http://schemas.microsoft.com/office/drawing/2014/main" id="{EFDF5FE7-6FDE-49D0-AF1D-8D5156879EE9}"/>
              </a:ext>
            </a:extLst>
          </p:cNvPr>
          <p:cNvSpPr>
            <a:spLocks noGrp="1"/>
          </p:cNvSpPr>
          <p:nvPr/>
        </p:nvSpPr>
        <p:spPr>
          <a:xfrm>
            <a:off x="3020761" y="40172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0" name="F1_main_prauc_339">
            <a:extLst>
              <a:ext uri="{FF2B5EF4-FFF2-40B4-BE49-F238E27FC236}">
                <a16:creationId xmlns:a16="http://schemas.microsoft.com/office/drawing/2014/main" id="{4D671D63-8EB0-4211-A0D6-D9FADA78C28A}"/>
              </a:ext>
            </a:extLst>
          </p:cNvPr>
          <p:cNvSpPr>
            <a:spLocks noGrp="1"/>
          </p:cNvSpPr>
          <p:nvPr/>
        </p:nvSpPr>
        <p:spPr>
          <a:xfrm>
            <a:off x="3184820" y="36498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1" name="F1_main_prauc_340">
            <a:extLst>
              <a:ext uri="{FF2B5EF4-FFF2-40B4-BE49-F238E27FC236}">
                <a16:creationId xmlns:a16="http://schemas.microsoft.com/office/drawing/2014/main" id="{D803F6B7-E5BD-4BB6-A078-78C06501CD03}"/>
              </a:ext>
            </a:extLst>
          </p:cNvPr>
          <p:cNvSpPr>
            <a:spLocks noGrp="1"/>
          </p:cNvSpPr>
          <p:nvPr/>
        </p:nvSpPr>
        <p:spPr>
          <a:xfrm>
            <a:off x="29869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2" name="F1_main_prauc_341">
            <a:extLst>
              <a:ext uri="{FF2B5EF4-FFF2-40B4-BE49-F238E27FC236}">
                <a16:creationId xmlns:a16="http://schemas.microsoft.com/office/drawing/2014/main" id="{731F2A76-EF97-40C2-A56B-02EF066D11AF}"/>
              </a:ext>
            </a:extLst>
          </p:cNvPr>
          <p:cNvSpPr>
            <a:spLocks noGrp="1"/>
          </p:cNvSpPr>
          <p:nvPr/>
        </p:nvSpPr>
        <p:spPr>
          <a:xfrm>
            <a:off x="320147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3" name="F1_main_prauc_342">
            <a:extLst>
              <a:ext uri="{FF2B5EF4-FFF2-40B4-BE49-F238E27FC236}">
                <a16:creationId xmlns:a16="http://schemas.microsoft.com/office/drawing/2014/main" id="{00E14B4C-2A02-4FB9-9AB6-BC712EF46CFF}"/>
              </a:ext>
            </a:extLst>
          </p:cNvPr>
          <p:cNvSpPr>
            <a:spLocks noGrp="1"/>
          </p:cNvSpPr>
          <p:nvPr/>
        </p:nvSpPr>
        <p:spPr>
          <a:xfrm>
            <a:off x="3001781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4" name="F1_main_prauc_343">
            <a:extLst>
              <a:ext uri="{FF2B5EF4-FFF2-40B4-BE49-F238E27FC236}">
                <a16:creationId xmlns:a16="http://schemas.microsoft.com/office/drawing/2014/main" id="{FE68F04B-C03B-4465-80AC-DF32836B4D62}"/>
              </a:ext>
            </a:extLst>
          </p:cNvPr>
          <p:cNvSpPr>
            <a:spLocks noGrp="1"/>
          </p:cNvSpPr>
          <p:nvPr/>
        </p:nvSpPr>
        <p:spPr>
          <a:xfrm>
            <a:off x="3227906" y="33004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5" name="F1_main_prauc_344">
            <a:extLst>
              <a:ext uri="{FF2B5EF4-FFF2-40B4-BE49-F238E27FC236}">
                <a16:creationId xmlns:a16="http://schemas.microsoft.com/office/drawing/2014/main" id="{398CEC6E-8459-4761-BFA4-FC4BE78ECEA7}"/>
              </a:ext>
            </a:extLst>
          </p:cNvPr>
          <p:cNvSpPr>
            <a:spLocks noGrp="1"/>
          </p:cNvSpPr>
          <p:nvPr/>
        </p:nvSpPr>
        <p:spPr>
          <a:xfrm>
            <a:off x="3004008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6" name="F1_main_prauc_345">
            <a:extLst>
              <a:ext uri="{FF2B5EF4-FFF2-40B4-BE49-F238E27FC236}">
                <a16:creationId xmlns:a16="http://schemas.microsoft.com/office/drawing/2014/main" id="{22853EFB-6615-4AA5-8E9D-7325A37FBE43}"/>
              </a:ext>
            </a:extLst>
          </p:cNvPr>
          <p:cNvSpPr>
            <a:spLocks noGrp="1"/>
          </p:cNvSpPr>
          <p:nvPr/>
        </p:nvSpPr>
        <p:spPr>
          <a:xfrm>
            <a:off x="316767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7" name="F1_main_prauc_346">
            <a:extLst>
              <a:ext uri="{FF2B5EF4-FFF2-40B4-BE49-F238E27FC236}">
                <a16:creationId xmlns:a16="http://schemas.microsoft.com/office/drawing/2014/main" id="{C6389AAD-DB00-44AC-ADD8-4C94A2837FE9}"/>
              </a:ext>
            </a:extLst>
          </p:cNvPr>
          <p:cNvSpPr>
            <a:spLocks noGrp="1"/>
          </p:cNvSpPr>
          <p:nvPr/>
        </p:nvSpPr>
        <p:spPr>
          <a:xfrm>
            <a:off x="3141336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8" name="F1_main_prauc_347">
            <a:extLst>
              <a:ext uri="{FF2B5EF4-FFF2-40B4-BE49-F238E27FC236}">
                <a16:creationId xmlns:a16="http://schemas.microsoft.com/office/drawing/2014/main" id="{2967FF07-52B2-4653-BBCF-9002680D3401}"/>
              </a:ext>
            </a:extLst>
          </p:cNvPr>
          <p:cNvSpPr>
            <a:spLocks noGrp="1"/>
          </p:cNvSpPr>
          <p:nvPr/>
        </p:nvSpPr>
        <p:spPr>
          <a:xfrm>
            <a:off x="3223012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9" name="F1_main_prauc_348">
            <a:extLst>
              <a:ext uri="{FF2B5EF4-FFF2-40B4-BE49-F238E27FC236}">
                <a16:creationId xmlns:a16="http://schemas.microsoft.com/office/drawing/2014/main" id="{F2C2291A-F234-448C-828B-BA68F3F7AA48}"/>
              </a:ext>
            </a:extLst>
          </p:cNvPr>
          <p:cNvSpPr>
            <a:spLocks noGrp="1"/>
          </p:cNvSpPr>
          <p:nvPr/>
        </p:nvSpPr>
        <p:spPr>
          <a:xfrm>
            <a:off x="30858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0" name="F1_main_prauc_349">
            <a:extLst>
              <a:ext uri="{FF2B5EF4-FFF2-40B4-BE49-F238E27FC236}">
                <a16:creationId xmlns:a16="http://schemas.microsoft.com/office/drawing/2014/main" id="{BE97D159-9F68-43FE-B95B-6EB32C83343A}"/>
              </a:ext>
            </a:extLst>
          </p:cNvPr>
          <p:cNvSpPr>
            <a:spLocks noGrp="1"/>
          </p:cNvSpPr>
          <p:nvPr/>
        </p:nvSpPr>
        <p:spPr>
          <a:xfrm>
            <a:off x="30221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1" name="F1_main_prauc_350">
            <a:extLst>
              <a:ext uri="{FF2B5EF4-FFF2-40B4-BE49-F238E27FC236}">
                <a16:creationId xmlns:a16="http://schemas.microsoft.com/office/drawing/2014/main" id="{9F075E8F-7B33-474B-B377-4F7C3992D7BC}"/>
              </a:ext>
            </a:extLst>
          </p:cNvPr>
          <p:cNvSpPr>
            <a:spLocks noGrp="1"/>
          </p:cNvSpPr>
          <p:nvPr/>
        </p:nvSpPr>
        <p:spPr>
          <a:xfrm>
            <a:off x="30345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2" name="F1_main_prauc_351">
            <a:extLst>
              <a:ext uri="{FF2B5EF4-FFF2-40B4-BE49-F238E27FC236}">
                <a16:creationId xmlns:a16="http://schemas.microsoft.com/office/drawing/2014/main" id="{DD2954A3-5CC1-41BC-B0A7-F8F13E53B41D}"/>
              </a:ext>
            </a:extLst>
          </p:cNvPr>
          <p:cNvSpPr>
            <a:spLocks noGrp="1"/>
          </p:cNvSpPr>
          <p:nvPr/>
        </p:nvSpPr>
        <p:spPr>
          <a:xfrm>
            <a:off x="3027288" y="37439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3" name="F1_main_prauc_352">
            <a:extLst>
              <a:ext uri="{FF2B5EF4-FFF2-40B4-BE49-F238E27FC236}">
                <a16:creationId xmlns:a16="http://schemas.microsoft.com/office/drawing/2014/main" id="{CCF6664B-FF2E-454B-8FB3-630042E34D0B}"/>
              </a:ext>
            </a:extLst>
          </p:cNvPr>
          <p:cNvSpPr>
            <a:spLocks noGrp="1"/>
          </p:cNvSpPr>
          <p:nvPr/>
        </p:nvSpPr>
        <p:spPr>
          <a:xfrm>
            <a:off x="3065873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4" name="F1_main_prauc_353">
            <a:extLst>
              <a:ext uri="{FF2B5EF4-FFF2-40B4-BE49-F238E27FC236}">
                <a16:creationId xmlns:a16="http://schemas.microsoft.com/office/drawing/2014/main" id="{FA08A547-3278-46D1-854F-28F3CDF06516}"/>
              </a:ext>
            </a:extLst>
          </p:cNvPr>
          <p:cNvSpPr>
            <a:spLocks noGrp="1"/>
          </p:cNvSpPr>
          <p:nvPr/>
        </p:nvSpPr>
        <p:spPr>
          <a:xfrm>
            <a:off x="305941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5" name="F1_main_prauc_354">
            <a:extLst>
              <a:ext uri="{FF2B5EF4-FFF2-40B4-BE49-F238E27FC236}">
                <a16:creationId xmlns:a16="http://schemas.microsoft.com/office/drawing/2014/main" id="{5A858A15-69B3-4DB0-855D-E1ADE9561EB2}"/>
              </a:ext>
            </a:extLst>
          </p:cNvPr>
          <p:cNvSpPr>
            <a:spLocks noGrp="1"/>
          </p:cNvSpPr>
          <p:nvPr/>
        </p:nvSpPr>
        <p:spPr>
          <a:xfrm>
            <a:off x="30388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6" name="F1_main_prauc_355">
            <a:extLst>
              <a:ext uri="{FF2B5EF4-FFF2-40B4-BE49-F238E27FC236}">
                <a16:creationId xmlns:a16="http://schemas.microsoft.com/office/drawing/2014/main" id="{5BFAEB65-EE86-4224-9408-024368B4E46E}"/>
              </a:ext>
            </a:extLst>
          </p:cNvPr>
          <p:cNvSpPr>
            <a:spLocks noGrp="1"/>
          </p:cNvSpPr>
          <p:nvPr/>
        </p:nvSpPr>
        <p:spPr>
          <a:xfrm>
            <a:off x="3218469" y="39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7" name="F1_main_prauc_356">
            <a:extLst>
              <a:ext uri="{FF2B5EF4-FFF2-40B4-BE49-F238E27FC236}">
                <a16:creationId xmlns:a16="http://schemas.microsoft.com/office/drawing/2014/main" id="{C228F28A-96E4-4DC5-AD81-95DCFC192D21}"/>
              </a:ext>
            </a:extLst>
          </p:cNvPr>
          <p:cNvSpPr>
            <a:spLocks noGrp="1"/>
          </p:cNvSpPr>
          <p:nvPr/>
        </p:nvSpPr>
        <p:spPr>
          <a:xfrm>
            <a:off x="320835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8" name="F1_main_prauc_357">
            <a:extLst>
              <a:ext uri="{FF2B5EF4-FFF2-40B4-BE49-F238E27FC236}">
                <a16:creationId xmlns:a16="http://schemas.microsoft.com/office/drawing/2014/main" id="{71792244-A077-4C6B-ACEB-DA489FCD9C16}"/>
              </a:ext>
            </a:extLst>
          </p:cNvPr>
          <p:cNvSpPr>
            <a:spLocks noGrp="1"/>
          </p:cNvSpPr>
          <p:nvPr/>
        </p:nvSpPr>
        <p:spPr>
          <a:xfrm>
            <a:off x="300138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9" name="F1_main_prauc_358">
            <a:extLst>
              <a:ext uri="{FF2B5EF4-FFF2-40B4-BE49-F238E27FC236}">
                <a16:creationId xmlns:a16="http://schemas.microsoft.com/office/drawing/2014/main" id="{11D97704-9045-4837-A397-9AA31D281204}"/>
              </a:ext>
            </a:extLst>
          </p:cNvPr>
          <p:cNvSpPr>
            <a:spLocks noGrp="1"/>
          </p:cNvSpPr>
          <p:nvPr/>
        </p:nvSpPr>
        <p:spPr>
          <a:xfrm>
            <a:off x="298621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0" name="F1_main_prauc_359">
            <a:extLst>
              <a:ext uri="{FF2B5EF4-FFF2-40B4-BE49-F238E27FC236}">
                <a16:creationId xmlns:a16="http://schemas.microsoft.com/office/drawing/2014/main" id="{D299ED93-4F9C-44F9-92FE-4F6F64F1CF0C}"/>
              </a:ext>
            </a:extLst>
          </p:cNvPr>
          <p:cNvSpPr>
            <a:spLocks noGrp="1"/>
          </p:cNvSpPr>
          <p:nvPr/>
        </p:nvSpPr>
        <p:spPr>
          <a:xfrm>
            <a:off x="298549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1" name="F1_main_prauc_360">
            <a:extLst>
              <a:ext uri="{FF2B5EF4-FFF2-40B4-BE49-F238E27FC236}">
                <a16:creationId xmlns:a16="http://schemas.microsoft.com/office/drawing/2014/main" id="{AEAA9231-B633-4CAF-A1B7-E150666BA1DC}"/>
              </a:ext>
            </a:extLst>
          </p:cNvPr>
          <p:cNvSpPr>
            <a:spLocks noGrp="1"/>
          </p:cNvSpPr>
          <p:nvPr/>
        </p:nvSpPr>
        <p:spPr>
          <a:xfrm>
            <a:off x="3213724" y="41548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2" name="F1_main_prauc_361">
            <a:extLst>
              <a:ext uri="{FF2B5EF4-FFF2-40B4-BE49-F238E27FC236}">
                <a16:creationId xmlns:a16="http://schemas.microsoft.com/office/drawing/2014/main" id="{4AE49264-0077-4F0A-BBC4-87025AF8EFE4}"/>
              </a:ext>
            </a:extLst>
          </p:cNvPr>
          <p:cNvSpPr>
            <a:spLocks noGrp="1"/>
          </p:cNvSpPr>
          <p:nvPr/>
        </p:nvSpPr>
        <p:spPr>
          <a:xfrm>
            <a:off x="31604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3" name="F1_main_prauc_362">
            <a:extLst>
              <a:ext uri="{FF2B5EF4-FFF2-40B4-BE49-F238E27FC236}">
                <a16:creationId xmlns:a16="http://schemas.microsoft.com/office/drawing/2014/main" id="{65D4D131-EEEE-4BAF-A197-A459BB644278}"/>
              </a:ext>
            </a:extLst>
          </p:cNvPr>
          <p:cNvSpPr>
            <a:spLocks noGrp="1"/>
          </p:cNvSpPr>
          <p:nvPr/>
        </p:nvSpPr>
        <p:spPr>
          <a:xfrm>
            <a:off x="3104236" y="55286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4" name="F1_main_prauc_363">
            <a:extLst>
              <a:ext uri="{FF2B5EF4-FFF2-40B4-BE49-F238E27FC236}">
                <a16:creationId xmlns:a16="http://schemas.microsoft.com/office/drawing/2014/main" id="{C34C59E4-0324-4282-B9D9-89D5083BDB29}"/>
              </a:ext>
            </a:extLst>
          </p:cNvPr>
          <p:cNvSpPr>
            <a:spLocks noGrp="1"/>
          </p:cNvSpPr>
          <p:nvPr/>
        </p:nvSpPr>
        <p:spPr>
          <a:xfrm>
            <a:off x="31288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5" name="F1_main_prauc_364">
            <a:extLst>
              <a:ext uri="{FF2B5EF4-FFF2-40B4-BE49-F238E27FC236}">
                <a16:creationId xmlns:a16="http://schemas.microsoft.com/office/drawing/2014/main" id="{590AA947-D747-4E33-B0D2-5432DECF8F9A}"/>
              </a:ext>
            </a:extLst>
          </p:cNvPr>
          <p:cNvSpPr>
            <a:spLocks noGrp="1"/>
          </p:cNvSpPr>
          <p:nvPr/>
        </p:nvSpPr>
        <p:spPr>
          <a:xfrm>
            <a:off x="31925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6" name="F1_main_prauc_365">
            <a:extLst>
              <a:ext uri="{FF2B5EF4-FFF2-40B4-BE49-F238E27FC236}">
                <a16:creationId xmlns:a16="http://schemas.microsoft.com/office/drawing/2014/main" id="{3672BBF6-F0BB-42DA-AF63-BC0A0D1BBA1E}"/>
              </a:ext>
            </a:extLst>
          </p:cNvPr>
          <p:cNvSpPr>
            <a:spLocks noGrp="1"/>
          </p:cNvSpPr>
          <p:nvPr/>
        </p:nvSpPr>
        <p:spPr>
          <a:xfrm>
            <a:off x="31858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7" name="F1_main_prauc_366">
            <a:extLst>
              <a:ext uri="{FF2B5EF4-FFF2-40B4-BE49-F238E27FC236}">
                <a16:creationId xmlns:a16="http://schemas.microsoft.com/office/drawing/2014/main" id="{F05B7247-7B2C-4FE5-9110-07E6E5DC11F9}"/>
              </a:ext>
            </a:extLst>
          </p:cNvPr>
          <p:cNvSpPr>
            <a:spLocks noGrp="1"/>
          </p:cNvSpPr>
          <p:nvPr/>
        </p:nvSpPr>
        <p:spPr>
          <a:xfrm>
            <a:off x="303338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8" name="F1_main_prauc_367">
            <a:extLst>
              <a:ext uri="{FF2B5EF4-FFF2-40B4-BE49-F238E27FC236}">
                <a16:creationId xmlns:a16="http://schemas.microsoft.com/office/drawing/2014/main" id="{E4F789FC-CAF4-4E75-8FCC-1670996211FC}"/>
              </a:ext>
            </a:extLst>
          </p:cNvPr>
          <p:cNvSpPr>
            <a:spLocks noGrp="1"/>
          </p:cNvSpPr>
          <p:nvPr/>
        </p:nvSpPr>
        <p:spPr>
          <a:xfrm>
            <a:off x="31127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9" name="F1_main_prauc_368">
            <a:extLst>
              <a:ext uri="{FF2B5EF4-FFF2-40B4-BE49-F238E27FC236}">
                <a16:creationId xmlns:a16="http://schemas.microsoft.com/office/drawing/2014/main" id="{3C944C37-D541-4B2B-90CD-717BC0A91FE2}"/>
              </a:ext>
            </a:extLst>
          </p:cNvPr>
          <p:cNvSpPr>
            <a:spLocks noGrp="1"/>
          </p:cNvSpPr>
          <p:nvPr/>
        </p:nvSpPr>
        <p:spPr>
          <a:xfrm>
            <a:off x="31615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0" name="F1_main_prauc_369">
            <a:extLst>
              <a:ext uri="{FF2B5EF4-FFF2-40B4-BE49-F238E27FC236}">
                <a16:creationId xmlns:a16="http://schemas.microsoft.com/office/drawing/2014/main" id="{F08708FB-C91B-480B-AB7D-7C2849F22027}"/>
              </a:ext>
            </a:extLst>
          </p:cNvPr>
          <p:cNvSpPr>
            <a:spLocks noGrp="1"/>
          </p:cNvSpPr>
          <p:nvPr/>
        </p:nvSpPr>
        <p:spPr>
          <a:xfrm>
            <a:off x="3078170" y="59185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1" name="F1_main_prauc_370">
            <a:extLst>
              <a:ext uri="{FF2B5EF4-FFF2-40B4-BE49-F238E27FC236}">
                <a16:creationId xmlns:a16="http://schemas.microsoft.com/office/drawing/2014/main" id="{59C5D42B-746F-47B3-A815-E5B06A60B6C0}"/>
              </a:ext>
            </a:extLst>
          </p:cNvPr>
          <p:cNvSpPr>
            <a:spLocks noGrp="1"/>
          </p:cNvSpPr>
          <p:nvPr/>
        </p:nvSpPr>
        <p:spPr>
          <a:xfrm>
            <a:off x="315308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2" name="F1_main_prauc_371">
            <a:extLst>
              <a:ext uri="{FF2B5EF4-FFF2-40B4-BE49-F238E27FC236}">
                <a16:creationId xmlns:a16="http://schemas.microsoft.com/office/drawing/2014/main" id="{7606C6C2-9231-4F9D-9C0F-012737FC5A3A}"/>
              </a:ext>
            </a:extLst>
          </p:cNvPr>
          <p:cNvSpPr>
            <a:spLocks noGrp="1"/>
          </p:cNvSpPr>
          <p:nvPr/>
        </p:nvSpPr>
        <p:spPr>
          <a:xfrm>
            <a:off x="2990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3" name="F1_main_prauc_372">
            <a:extLst>
              <a:ext uri="{FF2B5EF4-FFF2-40B4-BE49-F238E27FC236}">
                <a16:creationId xmlns:a16="http://schemas.microsoft.com/office/drawing/2014/main" id="{E4EA3D77-B057-4632-AC0C-1801B6EF91D4}"/>
              </a:ext>
            </a:extLst>
          </p:cNvPr>
          <p:cNvSpPr>
            <a:spLocks noGrp="1"/>
          </p:cNvSpPr>
          <p:nvPr/>
        </p:nvSpPr>
        <p:spPr>
          <a:xfrm>
            <a:off x="314351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4" name="F1_main_prauc_373">
            <a:extLst>
              <a:ext uri="{FF2B5EF4-FFF2-40B4-BE49-F238E27FC236}">
                <a16:creationId xmlns:a16="http://schemas.microsoft.com/office/drawing/2014/main" id="{99C2818E-0F9B-47D2-A095-E7E0000D0F78}"/>
              </a:ext>
            </a:extLst>
          </p:cNvPr>
          <p:cNvSpPr>
            <a:spLocks noGrp="1"/>
          </p:cNvSpPr>
          <p:nvPr/>
        </p:nvSpPr>
        <p:spPr>
          <a:xfrm>
            <a:off x="3146416" y="48414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5" name="F1_main_prauc_374">
            <a:extLst>
              <a:ext uri="{FF2B5EF4-FFF2-40B4-BE49-F238E27FC236}">
                <a16:creationId xmlns:a16="http://schemas.microsoft.com/office/drawing/2014/main" id="{7BF6660F-F75F-4401-A6F1-E6D36477009C}"/>
              </a:ext>
            </a:extLst>
          </p:cNvPr>
          <p:cNvSpPr>
            <a:spLocks noGrp="1"/>
          </p:cNvSpPr>
          <p:nvPr/>
        </p:nvSpPr>
        <p:spPr>
          <a:xfrm>
            <a:off x="31692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6" name="F1_main_prauc_375">
            <a:extLst>
              <a:ext uri="{FF2B5EF4-FFF2-40B4-BE49-F238E27FC236}">
                <a16:creationId xmlns:a16="http://schemas.microsoft.com/office/drawing/2014/main" id="{C8F33049-CE44-4802-A812-F263053169DD}"/>
              </a:ext>
            </a:extLst>
          </p:cNvPr>
          <p:cNvSpPr>
            <a:spLocks noGrp="1"/>
          </p:cNvSpPr>
          <p:nvPr/>
        </p:nvSpPr>
        <p:spPr>
          <a:xfrm>
            <a:off x="3179834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7" name="F1_main_prauc_376">
            <a:extLst>
              <a:ext uri="{FF2B5EF4-FFF2-40B4-BE49-F238E27FC236}">
                <a16:creationId xmlns:a16="http://schemas.microsoft.com/office/drawing/2014/main" id="{53A42D7F-ADE8-4FD6-BAE0-201B774BE950}"/>
              </a:ext>
            </a:extLst>
          </p:cNvPr>
          <p:cNvSpPr>
            <a:spLocks noGrp="1"/>
          </p:cNvSpPr>
          <p:nvPr/>
        </p:nvSpPr>
        <p:spPr>
          <a:xfrm>
            <a:off x="300014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8" name="F1_main_prauc_377">
            <a:extLst>
              <a:ext uri="{FF2B5EF4-FFF2-40B4-BE49-F238E27FC236}">
                <a16:creationId xmlns:a16="http://schemas.microsoft.com/office/drawing/2014/main" id="{7C854CD8-056D-4234-BA76-8928AA47AA58}"/>
              </a:ext>
            </a:extLst>
          </p:cNvPr>
          <p:cNvSpPr>
            <a:spLocks noGrp="1"/>
          </p:cNvSpPr>
          <p:nvPr/>
        </p:nvSpPr>
        <p:spPr>
          <a:xfrm>
            <a:off x="3096261" y="6081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9" name="F1_main_prauc_378">
            <a:extLst>
              <a:ext uri="{FF2B5EF4-FFF2-40B4-BE49-F238E27FC236}">
                <a16:creationId xmlns:a16="http://schemas.microsoft.com/office/drawing/2014/main" id="{E0545CA7-F29A-467C-AA18-955A873CD8B9}"/>
              </a:ext>
            </a:extLst>
          </p:cNvPr>
          <p:cNvSpPr>
            <a:spLocks noGrp="1"/>
          </p:cNvSpPr>
          <p:nvPr/>
        </p:nvSpPr>
        <p:spPr>
          <a:xfrm>
            <a:off x="3111811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0" name="F1_main_prauc_379">
            <a:extLst>
              <a:ext uri="{FF2B5EF4-FFF2-40B4-BE49-F238E27FC236}">
                <a16:creationId xmlns:a16="http://schemas.microsoft.com/office/drawing/2014/main" id="{8D0F86DE-2AB9-4414-B2B1-5116F150127A}"/>
              </a:ext>
            </a:extLst>
          </p:cNvPr>
          <p:cNvSpPr>
            <a:spLocks noGrp="1"/>
          </p:cNvSpPr>
          <p:nvPr/>
        </p:nvSpPr>
        <p:spPr>
          <a:xfrm>
            <a:off x="303658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1" name="F1_main_prauc_380">
            <a:extLst>
              <a:ext uri="{FF2B5EF4-FFF2-40B4-BE49-F238E27FC236}">
                <a16:creationId xmlns:a16="http://schemas.microsoft.com/office/drawing/2014/main" id="{A37DBD60-24E0-481F-AAA8-30A6998D6EAE}"/>
              </a:ext>
            </a:extLst>
          </p:cNvPr>
          <p:cNvSpPr>
            <a:spLocks noGrp="1"/>
          </p:cNvSpPr>
          <p:nvPr/>
        </p:nvSpPr>
        <p:spPr>
          <a:xfrm>
            <a:off x="320507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2" name="F1_main_prauc_381">
            <a:extLst>
              <a:ext uri="{FF2B5EF4-FFF2-40B4-BE49-F238E27FC236}">
                <a16:creationId xmlns:a16="http://schemas.microsoft.com/office/drawing/2014/main" id="{7C948C28-4DBA-4AE7-A64B-53572439D3A7}"/>
              </a:ext>
            </a:extLst>
          </p:cNvPr>
          <p:cNvSpPr>
            <a:spLocks noGrp="1"/>
          </p:cNvSpPr>
          <p:nvPr/>
        </p:nvSpPr>
        <p:spPr>
          <a:xfrm>
            <a:off x="3191272" y="52943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3" name="F1_main_prauc_382">
            <a:extLst>
              <a:ext uri="{FF2B5EF4-FFF2-40B4-BE49-F238E27FC236}">
                <a16:creationId xmlns:a16="http://schemas.microsoft.com/office/drawing/2014/main" id="{EA784A98-3B4A-4F64-A108-3686F5274F73}"/>
              </a:ext>
            </a:extLst>
          </p:cNvPr>
          <p:cNvSpPr>
            <a:spLocks noGrp="1"/>
          </p:cNvSpPr>
          <p:nvPr/>
        </p:nvSpPr>
        <p:spPr>
          <a:xfrm>
            <a:off x="308316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4" name="F1_main_prauc_383">
            <a:extLst>
              <a:ext uri="{FF2B5EF4-FFF2-40B4-BE49-F238E27FC236}">
                <a16:creationId xmlns:a16="http://schemas.microsoft.com/office/drawing/2014/main" id="{433AAE87-020E-4A3F-9D38-81AF15F17A3D}"/>
              </a:ext>
            </a:extLst>
          </p:cNvPr>
          <p:cNvSpPr>
            <a:spLocks noGrp="1"/>
          </p:cNvSpPr>
          <p:nvPr/>
        </p:nvSpPr>
        <p:spPr>
          <a:xfrm>
            <a:off x="2997726" y="5122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5" name="F1_main_prauc_384">
            <a:extLst>
              <a:ext uri="{FF2B5EF4-FFF2-40B4-BE49-F238E27FC236}">
                <a16:creationId xmlns:a16="http://schemas.microsoft.com/office/drawing/2014/main" id="{59EDDF0A-82BA-42A8-8EE8-1B80DCFBF1CC}"/>
              </a:ext>
            </a:extLst>
          </p:cNvPr>
          <p:cNvSpPr>
            <a:spLocks noGrp="1"/>
          </p:cNvSpPr>
          <p:nvPr/>
        </p:nvSpPr>
        <p:spPr>
          <a:xfrm>
            <a:off x="3199217" y="49438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6" name="F1_main_prauc_385">
            <a:extLst>
              <a:ext uri="{FF2B5EF4-FFF2-40B4-BE49-F238E27FC236}">
                <a16:creationId xmlns:a16="http://schemas.microsoft.com/office/drawing/2014/main" id="{247AD03F-1A43-47AF-B57C-5C05A32A35A7}"/>
              </a:ext>
            </a:extLst>
          </p:cNvPr>
          <p:cNvSpPr>
            <a:spLocks noGrp="1"/>
          </p:cNvSpPr>
          <p:nvPr/>
        </p:nvSpPr>
        <p:spPr>
          <a:xfrm>
            <a:off x="3124107" y="4346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7" name="F1_main_prauc_386">
            <a:extLst>
              <a:ext uri="{FF2B5EF4-FFF2-40B4-BE49-F238E27FC236}">
                <a16:creationId xmlns:a16="http://schemas.microsoft.com/office/drawing/2014/main" id="{56A583AB-B4C6-4966-B79E-2279CBCB3C90}"/>
              </a:ext>
            </a:extLst>
          </p:cNvPr>
          <p:cNvSpPr>
            <a:spLocks noGrp="1"/>
          </p:cNvSpPr>
          <p:nvPr/>
        </p:nvSpPr>
        <p:spPr>
          <a:xfrm>
            <a:off x="31964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8" name="F1_main_prauc_387">
            <a:extLst>
              <a:ext uri="{FF2B5EF4-FFF2-40B4-BE49-F238E27FC236}">
                <a16:creationId xmlns:a16="http://schemas.microsoft.com/office/drawing/2014/main" id="{89F97AEE-DA94-42C3-AF12-62592BFD37D7}"/>
              </a:ext>
            </a:extLst>
          </p:cNvPr>
          <p:cNvSpPr>
            <a:spLocks noGrp="1"/>
          </p:cNvSpPr>
          <p:nvPr/>
        </p:nvSpPr>
        <p:spPr>
          <a:xfrm>
            <a:off x="3190516" y="30163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9" name="F1_main_prauc_388">
            <a:extLst>
              <a:ext uri="{FF2B5EF4-FFF2-40B4-BE49-F238E27FC236}">
                <a16:creationId xmlns:a16="http://schemas.microsoft.com/office/drawing/2014/main" id="{E1B6A601-EA5A-4C7B-991C-F8F3F0B8C226}"/>
              </a:ext>
            </a:extLst>
          </p:cNvPr>
          <p:cNvSpPr>
            <a:spLocks noGrp="1"/>
          </p:cNvSpPr>
          <p:nvPr/>
        </p:nvSpPr>
        <p:spPr>
          <a:xfrm>
            <a:off x="318013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0" name="F1_main_prauc_389">
            <a:extLst>
              <a:ext uri="{FF2B5EF4-FFF2-40B4-BE49-F238E27FC236}">
                <a16:creationId xmlns:a16="http://schemas.microsoft.com/office/drawing/2014/main" id="{95656120-DC19-48DC-A3B1-FE66BDA12621}"/>
              </a:ext>
            </a:extLst>
          </p:cNvPr>
          <p:cNvSpPr>
            <a:spLocks noGrp="1"/>
          </p:cNvSpPr>
          <p:nvPr/>
        </p:nvSpPr>
        <p:spPr>
          <a:xfrm>
            <a:off x="3161102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1" name="F1_main_prauc_390">
            <a:extLst>
              <a:ext uri="{FF2B5EF4-FFF2-40B4-BE49-F238E27FC236}">
                <a16:creationId xmlns:a16="http://schemas.microsoft.com/office/drawing/2014/main" id="{84ABE12A-DEEB-4130-A0D5-8E0FD248E6FE}"/>
              </a:ext>
            </a:extLst>
          </p:cNvPr>
          <p:cNvSpPr>
            <a:spLocks noGrp="1"/>
          </p:cNvSpPr>
          <p:nvPr/>
        </p:nvSpPr>
        <p:spPr>
          <a:xfrm>
            <a:off x="31028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2" name="F1_main_prauc_391">
            <a:extLst>
              <a:ext uri="{FF2B5EF4-FFF2-40B4-BE49-F238E27FC236}">
                <a16:creationId xmlns:a16="http://schemas.microsoft.com/office/drawing/2014/main" id="{439F1066-4A95-4E77-9F62-C52A7DD89839}"/>
              </a:ext>
            </a:extLst>
          </p:cNvPr>
          <p:cNvSpPr>
            <a:spLocks noGrp="1"/>
          </p:cNvSpPr>
          <p:nvPr/>
        </p:nvSpPr>
        <p:spPr>
          <a:xfrm>
            <a:off x="314806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3" name="F1_main_prauc_392">
            <a:extLst>
              <a:ext uri="{FF2B5EF4-FFF2-40B4-BE49-F238E27FC236}">
                <a16:creationId xmlns:a16="http://schemas.microsoft.com/office/drawing/2014/main" id="{EF7F8432-C3FB-4C08-8A82-45A86009F8B0}"/>
              </a:ext>
            </a:extLst>
          </p:cNvPr>
          <p:cNvSpPr>
            <a:spLocks noGrp="1"/>
          </p:cNvSpPr>
          <p:nvPr/>
        </p:nvSpPr>
        <p:spPr>
          <a:xfrm>
            <a:off x="2989436" y="37607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4" name="F1_main_prauc_393">
            <a:extLst>
              <a:ext uri="{FF2B5EF4-FFF2-40B4-BE49-F238E27FC236}">
                <a16:creationId xmlns:a16="http://schemas.microsoft.com/office/drawing/2014/main" id="{F8131B24-46CB-4C79-90E9-B24678C76727}"/>
              </a:ext>
            </a:extLst>
          </p:cNvPr>
          <p:cNvSpPr>
            <a:spLocks noGrp="1"/>
          </p:cNvSpPr>
          <p:nvPr/>
        </p:nvSpPr>
        <p:spPr>
          <a:xfrm>
            <a:off x="3191917" y="5517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5" name="F1_main_prauc_394">
            <a:extLst>
              <a:ext uri="{FF2B5EF4-FFF2-40B4-BE49-F238E27FC236}">
                <a16:creationId xmlns:a16="http://schemas.microsoft.com/office/drawing/2014/main" id="{5FDDEBAD-DE77-4CBA-B24F-03F9D7717F72}"/>
              </a:ext>
            </a:extLst>
          </p:cNvPr>
          <p:cNvSpPr>
            <a:spLocks noGrp="1"/>
          </p:cNvSpPr>
          <p:nvPr/>
        </p:nvSpPr>
        <p:spPr>
          <a:xfrm>
            <a:off x="3132586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6" name="F1_main_prauc_395">
            <a:extLst>
              <a:ext uri="{FF2B5EF4-FFF2-40B4-BE49-F238E27FC236}">
                <a16:creationId xmlns:a16="http://schemas.microsoft.com/office/drawing/2014/main" id="{BBD0232C-5654-45D8-BFF3-17F0AC34DBCB}"/>
              </a:ext>
            </a:extLst>
          </p:cNvPr>
          <p:cNvSpPr>
            <a:spLocks noGrp="1"/>
          </p:cNvSpPr>
          <p:nvPr/>
        </p:nvSpPr>
        <p:spPr>
          <a:xfrm>
            <a:off x="31069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7" name="F1_main_prauc_396">
            <a:extLst>
              <a:ext uri="{FF2B5EF4-FFF2-40B4-BE49-F238E27FC236}">
                <a16:creationId xmlns:a16="http://schemas.microsoft.com/office/drawing/2014/main" id="{5A334373-E65E-4D6F-9D6B-BD1BCEBEB4E0}"/>
              </a:ext>
            </a:extLst>
          </p:cNvPr>
          <p:cNvSpPr>
            <a:spLocks noGrp="1"/>
          </p:cNvSpPr>
          <p:nvPr/>
        </p:nvSpPr>
        <p:spPr>
          <a:xfrm>
            <a:off x="2994023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8" name="F1_main_prauc_397">
            <a:extLst>
              <a:ext uri="{FF2B5EF4-FFF2-40B4-BE49-F238E27FC236}">
                <a16:creationId xmlns:a16="http://schemas.microsoft.com/office/drawing/2014/main" id="{2DB14E88-3ED5-468A-AAA0-183EE36526A9}"/>
              </a:ext>
            </a:extLst>
          </p:cNvPr>
          <p:cNvSpPr>
            <a:spLocks noGrp="1"/>
          </p:cNvSpPr>
          <p:nvPr/>
        </p:nvSpPr>
        <p:spPr>
          <a:xfrm>
            <a:off x="320100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9" name="F1_main_prauc_398">
            <a:extLst>
              <a:ext uri="{FF2B5EF4-FFF2-40B4-BE49-F238E27FC236}">
                <a16:creationId xmlns:a16="http://schemas.microsoft.com/office/drawing/2014/main" id="{D133F8E9-6744-4EFC-B0FE-2CD767872F7F}"/>
              </a:ext>
            </a:extLst>
          </p:cNvPr>
          <p:cNvSpPr>
            <a:spLocks noGrp="1"/>
          </p:cNvSpPr>
          <p:nvPr/>
        </p:nvSpPr>
        <p:spPr>
          <a:xfrm>
            <a:off x="3192899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0" name="F1_main_prauc_399">
            <a:extLst>
              <a:ext uri="{FF2B5EF4-FFF2-40B4-BE49-F238E27FC236}">
                <a16:creationId xmlns:a16="http://schemas.microsoft.com/office/drawing/2014/main" id="{82729A2F-76F8-4B6E-A982-78F350807308}"/>
              </a:ext>
            </a:extLst>
          </p:cNvPr>
          <p:cNvSpPr>
            <a:spLocks noGrp="1"/>
          </p:cNvSpPr>
          <p:nvPr/>
        </p:nvSpPr>
        <p:spPr>
          <a:xfrm>
            <a:off x="2995791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1" name="F1_main_prauc_400">
            <a:extLst>
              <a:ext uri="{FF2B5EF4-FFF2-40B4-BE49-F238E27FC236}">
                <a16:creationId xmlns:a16="http://schemas.microsoft.com/office/drawing/2014/main" id="{4B857A0A-B2E9-47B3-BFF8-5C9C23A9BDF3}"/>
              </a:ext>
            </a:extLst>
          </p:cNvPr>
          <p:cNvSpPr>
            <a:spLocks noGrp="1"/>
          </p:cNvSpPr>
          <p:nvPr/>
        </p:nvSpPr>
        <p:spPr>
          <a:xfrm>
            <a:off x="30601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2" name="F1_main_prauc_401">
            <a:extLst>
              <a:ext uri="{FF2B5EF4-FFF2-40B4-BE49-F238E27FC236}">
                <a16:creationId xmlns:a16="http://schemas.microsoft.com/office/drawing/2014/main" id="{A6FF2478-F177-4505-A315-B1C57944F654}"/>
              </a:ext>
            </a:extLst>
          </p:cNvPr>
          <p:cNvSpPr>
            <a:spLocks noGrp="1"/>
          </p:cNvSpPr>
          <p:nvPr/>
        </p:nvSpPr>
        <p:spPr>
          <a:xfrm>
            <a:off x="318657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3" name="F1_main_prauc_402">
            <a:extLst>
              <a:ext uri="{FF2B5EF4-FFF2-40B4-BE49-F238E27FC236}">
                <a16:creationId xmlns:a16="http://schemas.microsoft.com/office/drawing/2014/main" id="{1D89B87B-E8A7-40AC-B67E-CB549CB45475}"/>
              </a:ext>
            </a:extLst>
          </p:cNvPr>
          <p:cNvSpPr>
            <a:spLocks noGrp="1"/>
          </p:cNvSpPr>
          <p:nvPr/>
        </p:nvSpPr>
        <p:spPr>
          <a:xfrm>
            <a:off x="30085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4" name="F1_main_prauc_403">
            <a:extLst>
              <a:ext uri="{FF2B5EF4-FFF2-40B4-BE49-F238E27FC236}">
                <a16:creationId xmlns:a16="http://schemas.microsoft.com/office/drawing/2014/main" id="{F5B05BA5-8605-452B-B9F0-D1EEE13DAF97}"/>
              </a:ext>
            </a:extLst>
          </p:cNvPr>
          <p:cNvSpPr>
            <a:spLocks noGrp="1"/>
          </p:cNvSpPr>
          <p:nvPr/>
        </p:nvSpPr>
        <p:spPr>
          <a:xfrm>
            <a:off x="30185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5" name="F1_main_prauc_404">
            <a:extLst>
              <a:ext uri="{FF2B5EF4-FFF2-40B4-BE49-F238E27FC236}">
                <a16:creationId xmlns:a16="http://schemas.microsoft.com/office/drawing/2014/main" id="{BEE32DFC-7E8E-4BE2-A4AF-4F60A17EC87B}"/>
              </a:ext>
            </a:extLst>
          </p:cNvPr>
          <p:cNvSpPr>
            <a:spLocks noGrp="1"/>
          </p:cNvSpPr>
          <p:nvPr/>
        </p:nvSpPr>
        <p:spPr>
          <a:xfrm>
            <a:off x="3202263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6" name="F1_main_prauc_405">
            <a:extLst>
              <a:ext uri="{FF2B5EF4-FFF2-40B4-BE49-F238E27FC236}">
                <a16:creationId xmlns:a16="http://schemas.microsoft.com/office/drawing/2014/main" id="{9A1BAA17-333D-456B-A37B-2526F7B05A4C}"/>
              </a:ext>
            </a:extLst>
          </p:cNvPr>
          <p:cNvSpPr>
            <a:spLocks noGrp="1"/>
          </p:cNvSpPr>
          <p:nvPr/>
        </p:nvSpPr>
        <p:spPr>
          <a:xfrm>
            <a:off x="2996606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7" name="F1_main_prauc_406">
            <a:extLst>
              <a:ext uri="{FF2B5EF4-FFF2-40B4-BE49-F238E27FC236}">
                <a16:creationId xmlns:a16="http://schemas.microsoft.com/office/drawing/2014/main" id="{CFC3340E-33D1-4512-AF2D-20344A8C2679}"/>
              </a:ext>
            </a:extLst>
          </p:cNvPr>
          <p:cNvSpPr>
            <a:spLocks noGrp="1"/>
          </p:cNvSpPr>
          <p:nvPr/>
        </p:nvSpPr>
        <p:spPr>
          <a:xfrm>
            <a:off x="31531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8" name="F1_main_prauc_407">
            <a:extLst>
              <a:ext uri="{FF2B5EF4-FFF2-40B4-BE49-F238E27FC236}">
                <a16:creationId xmlns:a16="http://schemas.microsoft.com/office/drawing/2014/main" id="{54D36541-F341-4F72-B1D3-F80BB18165B3}"/>
              </a:ext>
            </a:extLst>
          </p:cNvPr>
          <p:cNvSpPr>
            <a:spLocks noGrp="1"/>
          </p:cNvSpPr>
          <p:nvPr/>
        </p:nvSpPr>
        <p:spPr>
          <a:xfrm>
            <a:off x="3138517" y="39120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9" name="F1_main_prauc_408">
            <a:extLst>
              <a:ext uri="{FF2B5EF4-FFF2-40B4-BE49-F238E27FC236}">
                <a16:creationId xmlns:a16="http://schemas.microsoft.com/office/drawing/2014/main" id="{1AEAF14E-D8CC-44A9-AB41-050B7F473291}"/>
              </a:ext>
            </a:extLst>
          </p:cNvPr>
          <p:cNvSpPr>
            <a:spLocks noGrp="1"/>
          </p:cNvSpPr>
          <p:nvPr/>
        </p:nvSpPr>
        <p:spPr>
          <a:xfrm>
            <a:off x="3138604" y="420942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0" name="F1_main_prauc_409">
            <a:extLst>
              <a:ext uri="{FF2B5EF4-FFF2-40B4-BE49-F238E27FC236}">
                <a16:creationId xmlns:a16="http://schemas.microsoft.com/office/drawing/2014/main" id="{D60F6D9C-3EBF-41EC-A1DA-772E96532D5C}"/>
              </a:ext>
            </a:extLst>
          </p:cNvPr>
          <p:cNvSpPr>
            <a:spLocks noGrp="1"/>
          </p:cNvSpPr>
          <p:nvPr/>
        </p:nvSpPr>
        <p:spPr>
          <a:xfrm>
            <a:off x="320003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1" name="F1_main_prauc_410">
            <a:extLst>
              <a:ext uri="{FF2B5EF4-FFF2-40B4-BE49-F238E27FC236}">
                <a16:creationId xmlns:a16="http://schemas.microsoft.com/office/drawing/2014/main" id="{2AF9BAA1-343E-42FB-8C2E-36046C76F3F0}"/>
              </a:ext>
            </a:extLst>
          </p:cNvPr>
          <p:cNvSpPr>
            <a:spLocks noGrp="1"/>
          </p:cNvSpPr>
          <p:nvPr/>
        </p:nvSpPr>
        <p:spPr>
          <a:xfrm>
            <a:off x="3202268" y="52207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2" name="F1_main_prauc_411">
            <a:extLst>
              <a:ext uri="{FF2B5EF4-FFF2-40B4-BE49-F238E27FC236}">
                <a16:creationId xmlns:a16="http://schemas.microsoft.com/office/drawing/2014/main" id="{F5C156E7-C072-48C6-9F20-7E36BCA29EA5}"/>
              </a:ext>
            </a:extLst>
          </p:cNvPr>
          <p:cNvSpPr>
            <a:spLocks noGrp="1"/>
          </p:cNvSpPr>
          <p:nvPr/>
        </p:nvSpPr>
        <p:spPr>
          <a:xfrm>
            <a:off x="309593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3" name="F1_main_prauc_412">
            <a:extLst>
              <a:ext uri="{FF2B5EF4-FFF2-40B4-BE49-F238E27FC236}">
                <a16:creationId xmlns:a16="http://schemas.microsoft.com/office/drawing/2014/main" id="{F4EA6C34-6121-4E53-97D2-2C29FA0360FA}"/>
              </a:ext>
            </a:extLst>
          </p:cNvPr>
          <p:cNvSpPr>
            <a:spLocks noGrp="1"/>
          </p:cNvSpPr>
          <p:nvPr/>
        </p:nvSpPr>
        <p:spPr>
          <a:xfrm>
            <a:off x="314065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4" name="F1_main_prauc_413">
            <a:extLst>
              <a:ext uri="{FF2B5EF4-FFF2-40B4-BE49-F238E27FC236}">
                <a16:creationId xmlns:a16="http://schemas.microsoft.com/office/drawing/2014/main" id="{D56DE1BE-15AF-4254-938A-832BDD4687BB}"/>
              </a:ext>
            </a:extLst>
          </p:cNvPr>
          <p:cNvSpPr>
            <a:spLocks noGrp="1"/>
          </p:cNvSpPr>
          <p:nvPr/>
        </p:nvSpPr>
        <p:spPr>
          <a:xfrm>
            <a:off x="32012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5" name="F1_main_prauc_414">
            <a:extLst>
              <a:ext uri="{FF2B5EF4-FFF2-40B4-BE49-F238E27FC236}">
                <a16:creationId xmlns:a16="http://schemas.microsoft.com/office/drawing/2014/main" id="{158AA6FB-C7BE-45BF-8BDA-3A6967C19B4E}"/>
              </a:ext>
            </a:extLst>
          </p:cNvPr>
          <p:cNvSpPr>
            <a:spLocks noGrp="1"/>
          </p:cNvSpPr>
          <p:nvPr/>
        </p:nvSpPr>
        <p:spPr>
          <a:xfrm>
            <a:off x="313986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6" name="F1_main_prauc_415">
            <a:extLst>
              <a:ext uri="{FF2B5EF4-FFF2-40B4-BE49-F238E27FC236}">
                <a16:creationId xmlns:a16="http://schemas.microsoft.com/office/drawing/2014/main" id="{FE20DCD0-CC02-4659-87A4-2209882BF1B9}"/>
              </a:ext>
            </a:extLst>
          </p:cNvPr>
          <p:cNvSpPr>
            <a:spLocks noGrp="1"/>
          </p:cNvSpPr>
          <p:nvPr/>
        </p:nvSpPr>
        <p:spPr>
          <a:xfrm>
            <a:off x="3114724" y="52678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7" name="F1_main_prauc_416">
            <a:extLst>
              <a:ext uri="{FF2B5EF4-FFF2-40B4-BE49-F238E27FC236}">
                <a16:creationId xmlns:a16="http://schemas.microsoft.com/office/drawing/2014/main" id="{722284AC-566A-4BEB-8EAE-95C6F4BD0AF3}"/>
              </a:ext>
            </a:extLst>
          </p:cNvPr>
          <p:cNvSpPr>
            <a:spLocks noGrp="1"/>
          </p:cNvSpPr>
          <p:nvPr/>
        </p:nvSpPr>
        <p:spPr>
          <a:xfrm>
            <a:off x="309378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8" name="F1_main_prauc_417">
            <a:extLst>
              <a:ext uri="{FF2B5EF4-FFF2-40B4-BE49-F238E27FC236}">
                <a16:creationId xmlns:a16="http://schemas.microsoft.com/office/drawing/2014/main" id="{F4A83DE7-4D06-43D4-92C5-97BED50D9EC3}"/>
              </a:ext>
            </a:extLst>
          </p:cNvPr>
          <p:cNvSpPr>
            <a:spLocks noGrp="1"/>
          </p:cNvSpPr>
          <p:nvPr/>
        </p:nvSpPr>
        <p:spPr>
          <a:xfrm>
            <a:off x="3104845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9" name="F1_main_prauc_418">
            <a:extLst>
              <a:ext uri="{FF2B5EF4-FFF2-40B4-BE49-F238E27FC236}">
                <a16:creationId xmlns:a16="http://schemas.microsoft.com/office/drawing/2014/main" id="{8A8C7CD5-D324-4B78-BD18-EF87A789691A}"/>
              </a:ext>
            </a:extLst>
          </p:cNvPr>
          <p:cNvSpPr>
            <a:spLocks noGrp="1"/>
          </p:cNvSpPr>
          <p:nvPr/>
        </p:nvSpPr>
        <p:spPr>
          <a:xfrm>
            <a:off x="47533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0" name="F1_main_prauc_419">
            <a:extLst>
              <a:ext uri="{FF2B5EF4-FFF2-40B4-BE49-F238E27FC236}">
                <a16:creationId xmlns:a16="http://schemas.microsoft.com/office/drawing/2014/main" id="{3E6C64E3-8FAC-4109-B230-C1F77360CE61}"/>
              </a:ext>
            </a:extLst>
          </p:cNvPr>
          <p:cNvSpPr>
            <a:spLocks noGrp="1"/>
          </p:cNvSpPr>
          <p:nvPr/>
        </p:nvSpPr>
        <p:spPr>
          <a:xfrm>
            <a:off x="47824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1" name="F1_main_prauc_420">
            <a:extLst>
              <a:ext uri="{FF2B5EF4-FFF2-40B4-BE49-F238E27FC236}">
                <a16:creationId xmlns:a16="http://schemas.microsoft.com/office/drawing/2014/main" id="{A5CA44F8-62DA-48B9-AB5F-1A7EABA08911}"/>
              </a:ext>
            </a:extLst>
          </p:cNvPr>
          <p:cNvSpPr>
            <a:spLocks noGrp="1"/>
          </p:cNvSpPr>
          <p:nvPr/>
        </p:nvSpPr>
        <p:spPr>
          <a:xfrm>
            <a:off x="47791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2" name="F1_main_prauc_421">
            <a:extLst>
              <a:ext uri="{FF2B5EF4-FFF2-40B4-BE49-F238E27FC236}">
                <a16:creationId xmlns:a16="http://schemas.microsoft.com/office/drawing/2014/main" id="{7A16B973-490A-43B0-B017-E9BD5F238D69}"/>
              </a:ext>
            </a:extLst>
          </p:cNvPr>
          <p:cNvSpPr>
            <a:spLocks noGrp="1"/>
          </p:cNvSpPr>
          <p:nvPr/>
        </p:nvSpPr>
        <p:spPr>
          <a:xfrm>
            <a:off x="4764436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3" name="F1_main_prauc_422">
            <a:extLst>
              <a:ext uri="{FF2B5EF4-FFF2-40B4-BE49-F238E27FC236}">
                <a16:creationId xmlns:a16="http://schemas.microsoft.com/office/drawing/2014/main" id="{A7160EBE-EFF2-4457-B0D7-A10BCC3D450A}"/>
              </a:ext>
            </a:extLst>
          </p:cNvPr>
          <p:cNvSpPr>
            <a:spLocks noGrp="1"/>
          </p:cNvSpPr>
          <p:nvPr/>
        </p:nvSpPr>
        <p:spPr>
          <a:xfrm>
            <a:off x="4659590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4" name="F1_main_prauc_423">
            <a:extLst>
              <a:ext uri="{FF2B5EF4-FFF2-40B4-BE49-F238E27FC236}">
                <a16:creationId xmlns:a16="http://schemas.microsoft.com/office/drawing/2014/main" id="{C55ED51B-0A1F-4B73-951C-102C7CA031E7}"/>
              </a:ext>
            </a:extLst>
          </p:cNvPr>
          <p:cNvSpPr>
            <a:spLocks noGrp="1"/>
          </p:cNvSpPr>
          <p:nvPr/>
        </p:nvSpPr>
        <p:spPr>
          <a:xfrm>
            <a:off x="45782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5" name="F1_main_prauc_424">
            <a:extLst>
              <a:ext uri="{FF2B5EF4-FFF2-40B4-BE49-F238E27FC236}">
                <a16:creationId xmlns:a16="http://schemas.microsoft.com/office/drawing/2014/main" id="{8DC8688A-46D0-4BE9-9F58-652EECA8C82F}"/>
              </a:ext>
            </a:extLst>
          </p:cNvPr>
          <p:cNvSpPr>
            <a:spLocks noGrp="1"/>
          </p:cNvSpPr>
          <p:nvPr/>
        </p:nvSpPr>
        <p:spPr>
          <a:xfrm>
            <a:off x="472630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6" name="F1_main_prauc_425">
            <a:extLst>
              <a:ext uri="{FF2B5EF4-FFF2-40B4-BE49-F238E27FC236}">
                <a16:creationId xmlns:a16="http://schemas.microsoft.com/office/drawing/2014/main" id="{A67AE157-3918-4530-ADAB-CD6BD6DBF507}"/>
              </a:ext>
            </a:extLst>
          </p:cNvPr>
          <p:cNvSpPr>
            <a:spLocks noGrp="1"/>
          </p:cNvSpPr>
          <p:nvPr/>
        </p:nvSpPr>
        <p:spPr>
          <a:xfrm>
            <a:off x="4789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7" name="F1_main_prauc_426">
            <a:extLst>
              <a:ext uri="{FF2B5EF4-FFF2-40B4-BE49-F238E27FC236}">
                <a16:creationId xmlns:a16="http://schemas.microsoft.com/office/drawing/2014/main" id="{9745FB42-E0D2-4DFA-A6E4-9770C04AAB76}"/>
              </a:ext>
            </a:extLst>
          </p:cNvPr>
          <p:cNvSpPr>
            <a:spLocks noGrp="1"/>
          </p:cNvSpPr>
          <p:nvPr/>
        </p:nvSpPr>
        <p:spPr>
          <a:xfrm>
            <a:off x="4621956" y="55278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8" name="F1_main_prauc_427">
            <a:extLst>
              <a:ext uri="{FF2B5EF4-FFF2-40B4-BE49-F238E27FC236}">
                <a16:creationId xmlns:a16="http://schemas.microsoft.com/office/drawing/2014/main" id="{EDA2F969-1109-4552-A6A2-B3F50FE04AEA}"/>
              </a:ext>
            </a:extLst>
          </p:cNvPr>
          <p:cNvSpPr>
            <a:spLocks noGrp="1"/>
          </p:cNvSpPr>
          <p:nvPr/>
        </p:nvSpPr>
        <p:spPr>
          <a:xfrm>
            <a:off x="464626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9" name="F1_main_prauc_428">
            <a:extLst>
              <a:ext uri="{FF2B5EF4-FFF2-40B4-BE49-F238E27FC236}">
                <a16:creationId xmlns:a16="http://schemas.microsoft.com/office/drawing/2014/main" id="{98ED04B4-9038-4C90-9FAA-4FB6425CC65B}"/>
              </a:ext>
            </a:extLst>
          </p:cNvPr>
          <p:cNvSpPr>
            <a:spLocks noGrp="1"/>
          </p:cNvSpPr>
          <p:nvPr/>
        </p:nvSpPr>
        <p:spPr>
          <a:xfrm>
            <a:off x="4594610" y="4335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0" name="F1_main_prauc_429">
            <a:extLst>
              <a:ext uri="{FF2B5EF4-FFF2-40B4-BE49-F238E27FC236}">
                <a16:creationId xmlns:a16="http://schemas.microsoft.com/office/drawing/2014/main" id="{8CEFE34E-867A-424E-A0A0-DF06CB4D11F5}"/>
              </a:ext>
            </a:extLst>
          </p:cNvPr>
          <p:cNvSpPr>
            <a:spLocks noGrp="1"/>
          </p:cNvSpPr>
          <p:nvPr/>
        </p:nvSpPr>
        <p:spPr>
          <a:xfrm>
            <a:off x="45757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1" name="F1_main_prauc_430">
            <a:extLst>
              <a:ext uri="{FF2B5EF4-FFF2-40B4-BE49-F238E27FC236}">
                <a16:creationId xmlns:a16="http://schemas.microsoft.com/office/drawing/2014/main" id="{9DDDE5F3-9026-4353-9F10-29ABC5CE8ADB}"/>
              </a:ext>
            </a:extLst>
          </p:cNvPr>
          <p:cNvSpPr>
            <a:spLocks noGrp="1"/>
          </p:cNvSpPr>
          <p:nvPr/>
        </p:nvSpPr>
        <p:spPr>
          <a:xfrm>
            <a:off x="467521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2" name="F1_main_prauc_431">
            <a:extLst>
              <a:ext uri="{FF2B5EF4-FFF2-40B4-BE49-F238E27FC236}">
                <a16:creationId xmlns:a16="http://schemas.microsoft.com/office/drawing/2014/main" id="{F72B15F9-4ED1-400B-85D9-28425F2D0F64}"/>
              </a:ext>
            </a:extLst>
          </p:cNvPr>
          <p:cNvSpPr>
            <a:spLocks noGrp="1"/>
          </p:cNvSpPr>
          <p:nvPr/>
        </p:nvSpPr>
        <p:spPr>
          <a:xfrm>
            <a:off x="4588196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3" name="F1_main_prauc_432">
            <a:extLst>
              <a:ext uri="{FF2B5EF4-FFF2-40B4-BE49-F238E27FC236}">
                <a16:creationId xmlns:a16="http://schemas.microsoft.com/office/drawing/2014/main" id="{F4417F56-8B01-4367-9BA4-D9C8535F2C19}"/>
              </a:ext>
            </a:extLst>
          </p:cNvPr>
          <p:cNvSpPr>
            <a:spLocks noGrp="1"/>
          </p:cNvSpPr>
          <p:nvPr/>
        </p:nvSpPr>
        <p:spPr>
          <a:xfrm>
            <a:off x="4668543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4" name="F1_main_prauc_433">
            <a:extLst>
              <a:ext uri="{FF2B5EF4-FFF2-40B4-BE49-F238E27FC236}">
                <a16:creationId xmlns:a16="http://schemas.microsoft.com/office/drawing/2014/main" id="{C4EB35AE-086A-472B-BE0A-6EE7CF611A7E}"/>
              </a:ext>
            </a:extLst>
          </p:cNvPr>
          <p:cNvSpPr>
            <a:spLocks noGrp="1"/>
          </p:cNvSpPr>
          <p:nvPr/>
        </p:nvSpPr>
        <p:spPr>
          <a:xfrm>
            <a:off x="469354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5" name="F1_main_prauc_434">
            <a:extLst>
              <a:ext uri="{FF2B5EF4-FFF2-40B4-BE49-F238E27FC236}">
                <a16:creationId xmlns:a16="http://schemas.microsoft.com/office/drawing/2014/main" id="{EA153115-DB4F-4E35-8F46-19C239DA87D9}"/>
              </a:ext>
            </a:extLst>
          </p:cNvPr>
          <p:cNvSpPr>
            <a:spLocks noGrp="1"/>
          </p:cNvSpPr>
          <p:nvPr/>
        </p:nvSpPr>
        <p:spPr>
          <a:xfrm>
            <a:off x="475982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6" name="F1_main_prauc_435">
            <a:extLst>
              <a:ext uri="{FF2B5EF4-FFF2-40B4-BE49-F238E27FC236}">
                <a16:creationId xmlns:a16="http://schemas.microsoft.com/office/drawing/2014/main" id="{457F08D4-BA1D-43F2-86F7-2B5C8456D13B}"/>
              </a:ext>
            </a:extLst>
          </p:cNvPr>
          <p:cNvSpPr>
            <a:spLocks noGrp="1"/>
          </p:cNvSpPr>
          <p:nvPr/>
        </p:nvSpPr>
        <p:spPr>
          <a:xfrm>
            <a:off x="463852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7" name="F1_main_prauc_436">
            <a:extLst>
              <a:ext uri="{FF2B5EF4-FFF2-40B4-BE49-F238E27FC236}">
                <a16:creationId xmlns:a16="http://schemas.microsoft.com/office/drawing/2014/main" id="{508641D8-F03D-4C0D-B889-DCB68B07ECE1}"/>
              </a:ext>
            </a:extLst>
          </p:cNvPr>
          <p:cNvSpPr>
            <a:spLocks noGrp="1"/>
          </p:cNvSpPr>
          <p:nvPr/>
        </p:nvSpPr>
        <p:spPr>
          <a:xfrm>
            <a:off x="45618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8" name="F1_main_prauc_437">
            <a:extLst>
              <a:ext uri="{FF2B5EF4-FFF2-40B4-BE49-F238E27FC236}">
                <a16:creationId xmlns:a16="http://schemas.microsoft.com/office/drawing/2014/main" id="{7E4D8864-54F3-48CA-8B26-4C2766EBA23D}"/>
              </a:ext>
            </a:extLst>
          </p:cNvPr>
          <p:cNvSpPr>
            <a:spLocks noGrp="1"/>
          </p:cNvSpPr>
          <p:nvPr/>
        </p:nvSpPr>
        <p:spPr>
          <a:xfrm>
            <a:off x="46773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9" name="F1_main_prauc_438">
            <a:extLst>
              <a:ext uri="{FF2B5EF4-FFF2-40B4-BE49-F238E27FC236}">
                <a16:creationId xmlns:a16="http://schemas.microsoft.com/office/drawing/2014/main" id="{325C75DA-0E29-41C2-8CA8-57DF650B9F07}"/>
              </a:ext>
            </a:extLst>
          </p:cNvPr>
          <p:cNvSpPr>
            <a:spLocks noGrp="1"/>
          </p:cNvSpPr>
          <p:nvPr/>
        </p:nvSpPr>
        <p:spPr>
          <a:xfrm>
            <a:off x="4654218" y="41744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0" name="F1_main_prauc_439">
            <a:extLst>
              <a:ext uri="{FF2B5EF4-FFF2-40B4-BE49-F238E27FC236}">
                <a16:creationId xmlns:a16="http://schemas.microsoft.com/office/drawing/2014/main" id="{9C6C0E5C-C6E9-407E-A006-8B692EE6DFCD}"/>
              </a:ext>
            </a:extLst>
          </p:cNvPr>
          <p:cNvSpPr>
            <a:spLocks noGrp="1"/>
          </p:cNvSpPr>
          <p:nvPr/>
        </p:nvSpPr>
        <p:spPr>
          <a:xfrm>
            <a:off x="46096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1" name="F1_main_prauc_440">
            <a:extLst>
              <a:ext uri="{FF2B5EF4-FFF2-40B4-BE49-F238E27FC236}">
                <a16:creationId xmlns:a16="http://schemas.microsoft.com/office/drawing/2014/main" id="{AD5BFF9E-101C-4B2F-994E-6261FFDA6A6F}"/>
              </a:ext>
            </a:extLst>
          </p:cNvPr>
          <p:cNvSpPr>
            <a:spLocks noGrp="1"/>
          </p:cNvSpPr>
          <p:nvPr/>
        </p:nvSpPr>
        <p:spPr>
          <a:xfrm>
            <a:off x="4692547" y="35799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2" name="F1_main_prauc_441">
            <a:extLst>
              <a:ext uri="{FF2B5EF4-FFF2-40B4-BE49-F238E27FC236}">
                <a16:creationId xmlns:a16="http://schemas.microsoft.com/office/drawing/2014/main" id="{17BB52F6-26A0-4FCD-8151-0B60B732D95A}"/>
              </a:ext>
            </a:extLst>
          </p:cNvPr>
          <p:cNvSpPr>
            <a:spLocks noGrp="1"/>
          </p:cNvSpPr>
          <p:nvPr/>
        </p:nvSpPr>
        <p:spPr>
          <a:xfrm>
            <a:off x="4576379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3" name="F1_main_prauc_442">
            <a:extLst>
              <a:ext uri="{FF2B5EF4-FFF2-40B4-BE49-F238E27FC236}">
                <a16:creationId xmlns:a16="http://schemas.microsoft.com/office/drawing/2014/main" id="{DB17AFEC-86D3-4CE4-A1B5-57C79A5239AE}"/>
              </a:ext>
            </a:extLst>
          </p:cNvPr>
          <p:cNvSpPr>
            <a:spLocks noGrp="1"/>
          </p:cNvSpPr>
          <p:nvPr/>
        </p:nvSpPr>
        <p:spPr>
          <a:xfrm>
            <a:off x="4666552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4" name="F1_main_prauc_443">
            <a:extLst>
              <a:ext uri="{FF2B5EF4-FFF2-40B4-BE49-F238E27FC236}">
                <a16:creationId xmlns:a16="http://schemas.microsoft.com/office/drawing/2014/main" id="{2894CB79-27BE-407D-8657-F8EF73B934EA}"/>
              </a:ext>
            </a:extLst>
          </p:cNvPr>
          <p:cNvSpPr>
            <a:spLocks noGrp="1"/>
          </p:cNvSpPr>
          <p:nvPr/>
        </p:nvSpPr>
        <p:spPr>
          <a:xfrm>
            <a:off x="45861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5" name="F1_main_prauc_444">
            <a:extLst>
              <a:ext uri="{FF2B5EF4-FFF2-40B4-BE49-F238E27FC236}">
                <a16:creationId xmlns:a16="http://schemas.microsoft.com/office/drawing/2014/main" id="{B5D1F8FE-6CF3-481B-889F-FB19A84660D9}"/>
              </a:ext>
            </a:extLst>
          </p:cNvPr>
          <p:cNvSpPr>
            <a:spLocks noGrp="1"/>
          </p:cNvSpPr>
          <p:nvPr/>
        </p:nvSpPr>
        <p:spPr>
          <a:xfrm>
            <a:off x="47654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6" name="F1_main_prauc_445">
            <a:extLst>
              <a:ext uri="{FF2B5EF4-FFF2-40B4-BE49-F238E27FC236}">
                <a16:creationId xmlns:a16="http://schemas.microsoft.com/office/drawing/2014/main" id="{88D0A572-7ADE-4ABD-8506-0A4F83A17B3E}"/>
              </a:ext>
            </a:extLst>
          </p:cNvPr>
          <p:cNvSpPr>
            <a:spLocks noGrp="1"/>
          </p:cNvSpPr>
          <p:nvPr/>
        </p:nvSpPr>
        <p:spPr>
          <a:xfrm>
            <a:off x="4573163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7" name="F1_main_prauc_446">
            <a:extLst>
              <a:ext uri="{FF2B5EF4-FFF2-40B4-BE49-F238E27FC236}">
                <a16:creationId xmlns:a16="http://schemas.microsoft.com/office/drawing/2014/main" id="{1109769D-BC26-48BD-A7AB-3EC49C032F1E}"/>
              </a:ext>
            </a:extLst>
          </p:cNvPr>
          <p:cNvSpPr>
            <a:spLocks noGrp="1"/>
          </p:cNvSpPr>
          <p:nvPr/>
        </p:nvSpPr>
        <p:spPr>
          <a:xfrm>
            <a:off x="4606820" y="519860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8" name="F1_main_prauc_447">
            <a:extLst>
              <a:ext uri="{FF2B5EF4-FFF2-40B4-BE49-F238E27FC236}">
                <a16:creationId xmlns:a16="http://schemas.microsoft.com/office/drawing/2014/main" id="{F16646A9-1ED9-4ED0-8627-53EF4215D133}"/>
              </a:ext>
            </a:extLst>
          </p:cNvPr>
          <p:cNvSpPr>
            <a:spLocks noGrp="1"/>
          </p:cNvSpPr>
          <p:nvPr/>
        </p:nvSpPr>
        <p:spPr>
          <a:xfrm>
            <a:off x="47996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9" name="F1_main_prauc_448">
            <a:extLst>
              <a:ext uri="{FF2B5EF4-FFF2-40B4-BE49-F238E27FC236}">
                <a16:creationId xmlns:a16="http://schemas.microsoft.com/office/drawing/2014/main" id="{3F8E0B43-A722-482A-818E-A306827C80D3}"/>
              </a:ext>
            </a:extLst>
          </p:cNvPr>
          <p:cNvSpPr>
            <a:spLocks noGrp="1"/>
          </p:cNvSpPr>
          <p:nvPr/>
        </p:nvSpPr>
        <p:spPr>
          <a:xfrm>
            <a:off x="4712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0" name="F1_main_prauc_449">
            <a:extLst>
              <a:ext uri="{FF2B5EF4-FFF2-40B4-BE49-F238E27FC236}">
                <a16:creationId xmlns:a16="http://schemas.microsoft.com/office/drawing/2014/main" id="{AB215201-06D6-4F77-AFA2-D6924E6B086B}"/>
              </a:ext>
            </a:extLst>
          </p:cNvPr>
          <p:cNvSpPr>
            <a:spLocks noGrp="1"/>
          </p:cNvSpPr>
          <p:nvPr/>
        </p:nvSpPr>
        <p:spPr>
          <a:xfrm>
            <a:off x="4705658" y="49709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1" name="F1_main_prauc_450">
            <a:extLst>
              <a:ext uri="{FF2B5EF4-FFF2-40B4-BE49-F238E27FC236}">
                <a16:creationId xmlns:a16="http://schemas.microsoft.com/office/drawing/2014/main" id="{838302AA-1D04-4133-8BA6-E9D3EDF1090E}"/>
              </a:ext>
            </a:extLst>
          </p:cNvPr>
          <p:cNvSpPr>
            <a:spLocks noGrp="1"/>
          </p:cNvSpPr>
          <p:nvPr/>
        </p:nvSpPr>
        <p:spPr>
          <a:xfrm>
            <a:off x="467702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2" name="F1_main_prauc_451">
            <a:extLst>
              <a:ext uri="{FF2B5EF4-FFF2-40B4-BE49-F238E27FC236}">
                <a16:creationId xmlns:a16="http://schemas.microsoft.com/office/drawing/2014/main" id="{679CAC60-5C79-4085-8A81-97D76BD7F94D}"/>
              </a:ext>
            </a:extLst>
          </p:cNvPr>
          <p:cNvSpPr>
            <a:spLocks noGrp="1"/>
          </p:cNvSpPr>
          <p:nvPr/>
        </p:nvSpPr>
        <p:spPr>
          <a:xfrm>
            <a:off x="475812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3" name="F1_main_prauc_452">
            <a:extLst>
              <a:ext uri="{FF2B5EF4-FFF2-40B4-BE49-F238E27FC236}">
                <a16:creationId xmlns:a16="http://schemas.microsoft.com/office/drawing/2014/main" id="{20590BD5-1EFC-4FB7-965E-B0A6745CD7F4}"/>
              </a:ext>
            </a:extLst>
          </p:cNvPr>
          <p:cNvSpPr>
            <a:spLocks noGrp="1"/>
          </p:cNvSpPr>
          <p:nvPr/>
        </p:nvSpPr>
        <p:spPr>
          <a:xfrm>
            <a:off x="46354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4" name="F1_main_prauc_453">
            <a:extLst>
              <a:ext uri="{FF2B5EF4-FFF2-40B4-BE49-F238E27FC236}">
                <a16:creationId xmlns:a16="http://schemas.microsoft.com/office/drawing/2014/main" id="{52603376-388D-4F48-9CD0-F33B58236AC4}"/>
              </a:ext>
            </a:extLst>
          </p:cNvPr>
          <p:cNvSpPr>
            <a:spLocks noGrp="1"/>
          </p:cNvSpPr>
          <p:nvPr/>
        </p:nvSpPr>
        <p:spPr>
          <a:xfrm>
            <a:off x="467902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5" name="F1_main_prauc_454">
            <a:extLst>
              <a:ext uri="{FF2B5EF4-FFF2-40B4-BE49-F238E27FC236}">
                <a16:creationId xmlns:a16="http://schemas.microsoft.com/office/drawing/2014/main" id="{6B0052F8-FDA5-4A9D-BFFE-590BB71772F5}"/>
              </a:ext>
            </a:extLst>
          </p:cNvPr>
          <p:cNvSpPr>
            <a:spLocks noGrp="1"/>
          </p:cNvSpPr>
          <p:nvPr/>
        </p:nvSpPr>
        <p:spPr>
          <a:xfrm>
            <a:off x="462117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6" name="F1_main_prauc_455">
            <a:extLst>
              <a:ext uri="{FF2B5EF4-FFF2-40B4-BE49-F238E27FC236}">
                <a16:creationId xmlns:a16="http://schemas.microsoft.com/office/drawing/2014/main" id="{FE13FBFC-86A3-473D-86BD-69C1986B11D0}"/>
              </a:ext>
            </a:extLst>
          </p:cNvPr>
          <p:cNvSpPr>
            <a:spLocks noGrp="1"/>
          </p:cNvSpPr>
          <p:nvPr/>
        </p:nvSpPr>
        <p:spPr>
          <a:xfrm>
            <a:off x="478518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7" name="F1_main_prauc_456">
            <a:extLst>
              <a:ext uri="{FF2B5EF4-FFF2-40B4-BE49-F238E27FC236}">
                <a16:creationId xmlns:a16="http://schemas.microsoft.com/office/drawing/2014/main" id="{AAD4B220-A831-4DD9-8E68-8D1AE3ABC30D}"/>
              </a:ext>
            </a:extLst>
          </p:cNvPr>
          <p:cNvSpPr>
            <a:spLocks noGrp="1"/>
          </p:cNvSpPr>
          <p:nvPr/>
        </p:nvSpPr>
        <p:spPr>
          <a:xfrm>
            <a:off x="46183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8" name="F1_main_prauc_457">
            <a:extLst>
              <a:ext uri="{FF2B5EF4-FFF2-40B4-BE49-F238E27FC236}">
                <a16:creationId xmlns:a16="http://schemas.microsoft.com/office/drawing/2014/main" id="{6C2C523A-70F7-4AC3-ADA2-B8C353257F51}"/>
              </a:ext>
            </a:extLst>
          </p:cNvPr>
          <p:cNvSpPr>
            <a:spLocks noGrp="1"/>
          </p:cNvSpPr>
          <p:nvPr/>
        </p:nvSpPr>
        <p:spPr>
          <a:xfrm>
            <a:off x="4581964" y="33438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9" name="F1_main_prauc_458">
            <a:extLst>
              <a:ext uri="{FF2B5EF4-FFF2-40B4-BE49-F238E27FC236}">
                <a16:creationId xmlns:a16="http://schemas.microsoft.com/office/drawing/2014/main" id="{D4AA2935-6668-45AB-AE45-08CBCBBAD1A2}"/>
              </a:ext>
            </a:extLst>
          </p:cNvPr>
          <p:cNvSpPr>
            <a:spLocks noGrp="1"/>
          </p:cNvSpPr>
          <p:nvPr/>
        </p:nvSpPr>
        <p:spPr>
          <a:xfrm>
            <a:off x="464501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0" name="F1_main_prauc_459">
            <a:extLst>
              <a:ext uri="{FF2B5EF4-FFF2-40B4-BE49-F238E27FC236}">
                <a16:creationId xmlns:a16="http://schemas.microsoft.com/office/drawing/2014/main" id="{D9B2B20F-BEE6-4896-BAB3-FE74F692AD32}"/>
              </a:ext>
            </a:extLst>
          </p:cNvPr>
          <p:cNvSpPr>
            <a:spLocks noGrp="1"/>
          </p:cNvSpPr>
          <p:nvPr/>
        </p:nvSpPr>
        <p:spPr>
          <a:xfrm>
            <a:off x="474948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1" name="F1_main_prauc_460">
            <a:extLst>
              <a:ext uri="{FF2B5EF4-FFF2-40B4-BE49-F238E27FC236}">
                <a16:creationId xmlns:a16="http://schemas.microsoft.com/office/drawing/2014/main" id="{04CD7652-2014-4064-979B-1BE30DE18A90}"/>
              </a:ext>
            </a:extLst>
          </p:cNvPr>
          <p:cNvSpPr>
            <a:spLocks noGrp="1"/>
          </p:cNvSpPr>
          <p:nvPr/>
        </p:nvSpPr>
        <p:spPr>
          <a:xfrm>
            <a:off x="46099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2" name="F1_main_prauc_461">
            <a:extLst>
              <a:ext uri="{FF2B5EF4-FFF2-40B4-BE49-F238E27FC236}">
                <a16:creationId xmlns:a16="http://schemas.microsoft.com/office/drawing/2014/main" id="{A6C7555E-FDF6-4147-A9E7-36D8058D7031}"/>
              </a:ext>
            </a:extLst>
          </p:cNvPr>
          <p:cNvSpPr>
            <a:spLocks noGrp="1"/>
          </p:cNvSpPr>
          <p:nvPr/>
        </p:nvSpPr>
        <p:spPr>
          <a:xfrm>
            <a:off x="47182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3" name="F1_main_prauc_462">
            <a:extLst>
              <a:ext uri="{FF2B5EF4-FFF2-40B4-BE49-F238E27FC236}">
                <a16:creationId xmlns:a16="http://schemas.microsoft.com/office/drawing/2014/main" id="{AF80D2F8-2A5D-436E-97FB-C2A5D1A6EE31}"/>
              </a:ext>
            </a:extLst>
          </p:cNvPr>
          <p:cNvSpPr>
            <a:spLocks noGrp="1"/>
          </p:cNvSpPr>
          <p:nvPr/>
        </p:nvSpPr>
        <p:spPr>
          <a:xfrm>
            <a:off x="465896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4" name="F1_main_prauc_463">
            <a:extLst>
              <a:ext uri="{FF2B5EF4-FFF2-40B4-BE49-F238E27FC236}">
                <a16:creationId xmlns:a16="http://schemas.microsoft.com/office/drawing/2014/main" id="{ED2F9FE1-8903-45AE-846D-D4731B088234}"/>
              </a:ext>
            </a:extLst>
          </p:cNvPr>
          <p:cNvSpPr>
            <a:spLocks noGrp="1"/>
          </p:cNvSpPr>
          <p:nvPr/>
        </p:nvSpPr>
        <p:spPr>
          <a:xfrm>
            <a:off x="47810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5" name="F1_main_prauc_464">
            <a:extLst>
              <a:ext uri="{FF2B5EF4-FFF2-40B4-BE49-F238E27FC236}">
                <a16:creationId xmlns:a16="http://schemas.microsoft.com/office/drawing/2014/main" id="{61760FA3-D2C2-4155-BBB8-13229417E935}"/>
              </a:ext>
            </a:extLst>
          </p:cNvPr>
          <p:cNvSpPr>
            <a:spLocks noGrp="1"/>
          </p:cNvSpPr>
          <p:nvPr/>
        </p:nvSpPr>
        <p:spPr>
          <a:xfrm>
            <a:off x="4711787" y="36024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6" name="F1_main_prauc_465">
            <a:extLst>
              <a:ext uri="{FF2B5EF4-FFF2-40B4-BE49-F238E27FC236}">
                <a16:creationId xmlns:a16="http://schemas.microsoft.com/office/drawing/2014/main" id="{62E3B619-49FF-4B70-9E98-E9A9C0F33DB7}"/>
              </a:ext>
            </a:extLst>
          </p:cNvPr>
          <p:cNvSpPr>
            <a:spLocks noGrp="1"/>
          </p:cNvSpPr>
          <p:nvPr/>
        </p:nvSpPr>
        <p:spPr>
          <a:xfrm>
            <a:off x="46005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7" name="F1_main_prauc_466">
            <a:extLst>
              <a:ext uri="{FF2B5EF4-FFF2-40B4-BE49-F238E27FC236}">
                <a16:creationId xmlns:a16="http://schemas.microsoft.com/office/drawing/2014/main" id="{DFD49577-E72A-40C1-85A3-603E86BC4D38}"/>
              </a:ext>
            </a:extLst>
          </p:cNvPr>
          <p:cNvSpPr>
            <a:spLocks noGrp="1"/>
          </p:cNvSpPr>
          <p:nvPr/>
        </p:nvSpPr>
        <p:spPr>
          <a:xfrm>
            <a:off x="456550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8" name="F1_main_prauc_467">
            <a:extLst>
              <a:ext uri="{FF2B5EF4-FFF2-40B4-BE49-F238E27FC236}">
                <a16:creationId xmlns:a16="http://schemas.microsoft.com/office/drawing/2014/main" id="{9EB6264A-6D10-4432-B6AC-85F385CD8B16}"/>
              </a:ext>
            </a:extLst>
          </p:cNvPr>
          <p:cNvSpPr>
            <a:spLocks noGrp="1"/>
          </p:cNvSpPr>
          <p:nvPr/>
        </p:nvSpPr>
        <p:spPr>
          <a:xfrm>
            <a:off x="4696827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9" name="F1_main_prauc_468">
            <a:extLst>
              <a:ext uri="{FF2B5EF4-FFF2-40B4-BE49-F238E27FC236}">
                <a16:creationId xmlns:a16="http://schemas.microsoft.com/office/drawing/2014/main" id="{B2EF0E96-C9FF-498D-BFE0-72E216ECC9BA}"/>
              </a:ext>
            </a:extLst>
          </p:cNvPr>
          <p:cNvSpPr>
            <a:spLocks noGrp="1"/>
          </p:cNvSpPr>
          <p:nvPr/>
        </p:nvSpPr>
        <p:spPr>
          <a:xfrm>
            <a:off x="4617310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0" name="F1_main_prauc_469">
            <a:extLst>
              <a:ext uri="{FF2B5EF4-FFF2-40B4-BE49-F238E27FC236}">
                <a16:creationId xmlns:a16="http://schemas.microsoft.com/office/drawing/2014/main" id="{FDB13E9C-76E2-4000-9F61-AB576C73016F}"/>
              </a:ext>
            </a:extLst>
          </p:cNvPr>
          <p:cNvSpPr>
            <a:spLocks noGrp="1"/>
          </p:cNvSpPr>
          <p:nvPr/>
        </p:nvSpPr>
        <p:spPr>
          <a:xfrm>
            <a:off x="47815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1" name="F1_main_prauc_470">
            <a:extLst>
              <a:ext uri="{FF2B5EF4-FFF2-40B4-BE49-F238E27FC236}">
                <a16:creationId xmlns:a16="http://schemas.microsoft.com/office/drawing/2014/main" id="{4C716F19-4302-4033-A1DE-E4BAE467F15E}"/>
              </a:ext>
            </a:extLst>
          </p:cNvPr>
          <p:cNvSpPr>
            <a:spLocks noGrp="1"/>
          </p:cNvSpPr>
          <p:nvPr/>
        </p:nvSpPr>
        <p:spPr>
          <a:xfrm>
            <a:off x="4710927" y="3197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2" name="F1_main_prauc_471">
            <a:extLst>
              <a:ext uri="{FF2B5EF4-FFF2-40B4-BE49-F238E27FC236}">
                <a16:creationId xmlns:a16="http://schemas.microsoft.com/office/drawing/2014/main" id="{4E670BF9-0E1D-44BF-AABF-60C1490478C2}"/>
              </a:ext>
            </a:extLst>
          </p:cNvPr>
          <p:cNvSpPr>
            <a:spLocks noGrp="1"/>
          </p:cNvSpPr>
          <p:nvPr/>
        </p:nvSpPr>
        <p:spPr>
          <a:xfrm>
            <a:off x="4718208" y="38338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3" name="F1_main_prauc_472">
            <a:extLst>
              <a:ext uri="{FF2B5EF4-FFF2-40B4-BE49-F238E27FC236}">
                <a16:creationId xmlns:a16="http://schemas.microsoft.com/office/drawing/2014/main" id="{F9199407-2B02-48C9-A360-57B88A070A6E}"/>
              </a:ext>
            </a:extLst>
          </p:cNvPr>
          <p:cNvSpPr>
            <a:spLocks noGrp="1"/>
          </p:cNvSpPr>
          <p:nvPr/>
        </p:nvSpPr>
        <p:spPr>
          <a:xfrm>
            <a:off x="4617352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4" name="F1_main_prauc_473">
            <a:extLst>
              <a:ext uri="{FF2B5EF4-FFF2-40B4-BE49-F238E27FC236}">
                <a16:creationId xmlns:a16="http://schemas.microsoft.com/office/drawing/2014/main" id="{6FA39DB5-F81F-4BDA-8D4E-28CB489CC385}"/>
              </a:ext>
            </a:extLst>
          </p:cNvPr>
          <p:cNvSpPr>
            <a:spLocks noGrp="1"/>
          </p:cNvSpPr>
          <p:nvPr/>
        </p:nvSpPr>
        <p:spPr>
          <a:xfrm>
            <a:off x="4585593" y="4228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5" name="F1_main_prauc_474">
            <a:extLst>
              <a:ext uri="{FF2B5EF4-FFF2-40B4-BE49-F238E27FC236}">
                <a16:creationId xmlns:a16="http://schemas.microsoft.com/office/drawing/2014/main" id="{6CC68A10-FCC1-4896-AE96-F49369693124}"/>
              </a:ext>
            </a:extLst>
          </p:cNvPr>
          <p:cNvSpPr>
            <a:spLocks noGrp="1"/>
          </p:cNvSpPr>
          <p:nvPr/>
        </p:nvSpPr>
        <p:spPr>
          <a:xfrm>
            <a:off x="4743929" y="42993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6" name="F1_main_prauc_475">
            <a:extLst>
              <a:ext uri="{FF2B5EF4-FFF2-40B4-BE49-F238E27FC236}">
                <a16:creationId xmlns:a16="http://schemas.microsoft.com/office/drawing/2014/main" id="{21FF95CE-010C-4683-9CEA-878816C40FB8}"/>
              </a:ext>
            </a:extLst>
          </p:cNvPr>
          <p:cNvSpPr>
            <a:spLocks noGrp="1"/>
          </p:cNvSpPr>
          <p:nvPr/>
        </p:nvSpPr>
        <p:spPr>
          <a:xfrm>
            <a:off x="4566130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7" name="F1_main_prauc_476">
            <a:extLst>
              <a:ext uri="{FF2B5EF4-FFF2-40B4-BE49-F238E27FC236}">
                <a16:creationId xmlns:a16="http://schemas.microsoft.com/office/drawing/2014/main" id="{53D6F53D-3470-4350-86CE-DB850C27D356}"/>
              </a:ext>
            </a:extLst>
          </p:cNvPr>
          <p:cNvSpPr>
            <a:spLocks noGrp="1"/>
          </p:cNvSpPr>
          <p:nvPr/>
        </p:nvSpPr>
        <p:spPr>
          <a:xfrm>
            <a:off x="4562745" y="60142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8" name="F1_main_prauc_477">
            <a:extLst>
              <a:ext uri="{FF2B5EF4-FFF2-40B4-BE49-F238E27FC236}">
                <a16:creationId xmlns:a16="http://schemas.microsoft.com/office/drawing/2014/main" id="{4940EFF6-DEB4-43A4-B67E-5E15C0F2DE77}"/>
              </a:ext>
            </a:extLst>
          </p:cNvPr>
          <p:cNvSpPr>
            <a:spLocks noGrp="1"/>
          </p:cNvSpPr>
          <p:nvPr/>
        </p:nvSpPr>
        <p:spPr>
          <a:xfrm>
            <a:off x="472266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9" name="F1_main_prauc_478">
            <a:extLst>
              <a:ext uri="{FF2B5EF4-FFF2-40B4-BE49-F238E27FC236}">
                <a16:creationId xmlns:a16="http://schemas.microsoft.com/office/drawing/2014/main" id="{09C59EFB-2DCC-4CD7-916C-67986D1C2505}"/>
              </a:ext>
            </a:extLst>
          </p:cNvPr>
          <p:cNvSpPr>
            <a:spLocks noGrp="1"/>
          </p:cNvSpPr>
          <p:nvPr/>
        </p:nvSpPr>
        <p:spPr>
          <a:xfrm>
            <a:off x="4670616" y="4065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0" name="F1_main_prauc_479">
            <a:extLst>
              <a:ext uri="{FF2B5EF4-FFF2-40B4-BE49-F238E27FC236}">
                <a16:creationId xmlns:a16="http://schemas.microsoft.com/office/drawing/2014/main" id="{22F52022-8F93-46FB-A5FC-138067FBC67E}"/>
              </a:ext>
            </a:extLst>
          </p:cNvPr>
          <p:cNvSpPr>
            <a:spLocks noGrp="1"/>
          </p:cNvSpPr>
          <p:nvPr/>
        </p:nvSpPr>
        <p:spPr>
          <a:xfrm>
            <a:off x="47819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1" name="F1_main_prauc_480">
            <a:extLst>
              <a:ext uri="{FF2B5EF4-FFF2-40B4-BE49-F238E27FC236}">
                <a16:creationId xmlns:a16="http://schemas.microsoft.com/office/drawing/2014/main" id="{5742BE98-5B62-45A2-BFFB-5184E3C0F1DB}"/>
              </a:ext>
            </a:extLst>
          </p:cNvPr>
          <p:cNvSpPr>
            <a:spLocks noGrp="1"/>
          </p:cNvSpPr>
          <p:nvPr/>
        </p:nvSpPr>
        <p:spPr>
          <a:xfrm>
            <a:off x="47785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2" name="F1_main_prauc_481">
            <a:extLst>
              <a:ext uri="{FF2B5EF4-FFF2-40B4-BE49-F238E27FC236}">
                <a16:creationId xmlns:a16="http://schemas.microsoft.com/office/drawing/2014/main" id="{47195FBD-0350-4BF4-BEFE-6E7916D99D3D}"/>
              </a:ext>
            </a:extLst>
          </p:cNvPr>
          <p:cNvSpPr>
            <a:spLocks noGrp="1"/>
          </p:cNvSpPr>
          <p:nvPr/>
        </p:nvSpPr>
        <p:spPr>
          <a:xfrm>
            <a:off x="45939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3" name="F1_main_prauc_482">
            <a:extLst>
              <a:ext uri="{FF2B5EF4-FFF2-40B4-BE49-F238E27FC236}">
                <a16:creationId xmlns:a16="http://schemas.microsoft.com/office/drawing/2014/main" id="{B6EBF661-4D29-40F8-94CB-21F7C50E8DA6}"/>
              </a:ext>
            </a:extLst>
          </p:cNvPr>
          <p:cNvSpPr>
            <a:spLocks noGrp="1"/>
          </p:cNvSpPr>
          <p:nvPr/>
        </p:nvSpPr>
        <p:spPr>
          <a:xfrm>
            <a:off x="47015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4" name="F1_main_prauc_483">
            <a:extLst>
              <a:ext uri="{FF2B5EF4-FFF2-40B4-BE49-F238E27FC236}">
                <a16:creationId xmlns:a16="http://schemas.microsoft.com/office/drawing/2014/main" id="{4BA38C1C-80F6-4B56-9CA7-A0F9CB11EFC1}"/>
              </a:ext>
            </a:extLst>
          </p:cNvPr>
          <p:cNvSpPr>
            <a:spLocks noGrp="1"/>
          </p:cNvSpPr>
          <p:nvPr/>
        </p:nvSpPr>
        <p:spPr>
          <a:xfrm>
            <a:off x="4675143" y="42356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5" name="F1_main_prauc_484">
            <a:extLst>
              <a:ext uri="{FF2B5EF4-FFF2-40B4-BE49-F238E27FC236}">
                <a16:creationId xmlns:a16="http://schemas.microsoft.com/office/drawing/2014/main" id="{9D87632C-363D-42EF-8482-3DBA6FC56E57}"/>
              </a:ext>
            </a:extLst>
          </p:cNvPr>
          <p:cNvSpPr>
            <a:spLocks noGrp="1"/>
          </p:cNvSpPr>
          <p:nvPr/>
        </p:nvSpPr>
        <p:spPr>
          <a:xfrm>
            <a:off x="4555565" y="45016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6" name="F1_main_prauc_485">
            <a:extLst>
              <a:ext uri="{FF2B5EF4-FFF2-40B4-BE49-F238E27FC236}">
                <a16:creationId xmlns:a16="http://schemas.microsoft.com/office/drawing/2014/main" id="{CFA3CC80-6E7B-4F5F-AA9A-593895BA6100}"/>
              </a:ext>
            </a:extLst>
          </p:cNvPr>
          <p:cNvSpPr>
            <a:spLocks noGrp="1"/>
          </p:cNvSpPr>
          <p:nvPr/>
        </p:nvSpPr>
        <p:spPr>
          <a:xfrm>
            <a:off x="480615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7" name="F1_main_prauc_486">
            <a:extLst>
              <a:ext uri="{FF2B5EF4-FFF2-40B4-BE49-F238E27FC236}">
                <a16:creationId xmlns:a16="http://schemas.microsoft.com/office/drawing/2014/main" id="{DBD48A09-B9D7-45A8-86C1-F94CE506E70C}"/>
              </a:ext>
            </a:extLst>
          </p:cNvPr>
          <p:cNvSpPr>
            <a:spLocks noGrp="1"/>
          </p:cNvSpPr>
          <p:nvPr/>
        </p:nvSpPr>
        <p:spPr>
          <a:xfrm>
            <a:off x="464295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8" name="F1_main_prauc_487">
            <a:extLst>
              <a:ext uri="{FF2B5EF4-FFF2-40B4-BE49-F238E27FC236}">
                <a16:creationId xmlns:a16="http://schemas.microsoft.com/office/drawing/2014/main" id="{8C1775E9-5E08-446C-BDB9-2AD3A3C61789}"/>
              </a:ext>
            </a:extLst>
          </p:cNvPr>
          <p:cNvSpPr>
            <a:spLocks noGrp="1"/>
          </p:cNvSpPr>
          <p:nvPr/>
        </p:nvSpPr>
        <p:spPr>
          <a:xfrm>
            <a:off x="4779108" y="35624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9" name="F1_main_prauc_488">
            <a:extLst>
              <a:ext uri="{FF2B5EF4-FFF2-40B4-BE49-F238E27FC236}">
                <a16:creationId xmlns:a16="http://schemas.microsoft.com/office/drawing/2014/main" id="{5F24907D-3B28-4891-A3CF-5CB8E6947BE0}"/>
              </a:ext>
            </a:extLst>
          </p:cNvPr>
          <p:cNvSpPr>
            <a:spLocks noGrp="1"/>
          </p:cNvSpPr>
          <p:nvPr/>
        </p:nvSpPr>
        <p:spPr>
          <a:xfrm>
            <a:off x="475435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0" name="F1_main_prauc_489">
            <a:extLst>
              <a:ext uri="{FF2B5EF4-FFF2-40B4-BE49-F238E27FC236}">
                <a16:creationId xmlns:a16="http://schemas.microsoft.com/office/drawing/2014/main" id="{A8674560-5A58-4E0D-BE77-1577611EDB41}"/>
              </a:ext>
            </a:extLst>
          </p:cNvPr>
          <p:cNvSpPr>
            <a:spLocks noGrp="1"/>
          </p:cNvSpPr>
          <p:nvPr/>
        </p:nvSpPr>
        <p:spPr>
          <a:xfrm>
            <a:off x="4668632" y="33045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1" name="F1_main_prauc_490">
            <a:extLst>
              <a:ext uri="{FF2B5EF4-FFF2-40B4-BE49-F238E27FC236}">
                <a16:creationId xmlns:a16="http://schemas.microsoft.com/office/drawing/2014/main" id="{EB8CE2A5-3FB8-4E20-8EC3-B39DA07560F6}"/>
              </a:ext>
            </a:extLst>
          </p:cNvPr>
          <p:cNvSpPr>
            <a:spLocks noGrp="1"/>
          </p:cNvSpPr>
          <p:nvPr/>
        </p:nvSpPr>
        <p:spPr>
          <a:xfrm>
            <a:off x="4673940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2" name="F1_main_prauc_491">
            <a:extLst>
              <a:ext uri="{FF2B5EF4-FFF2-40B4-BE49-F238E27FC236}">
                <a16:creationId xmlns:a16="http://schemas.microsoft.com/office/drawing/2014/main" id="{820ACA48-785E-4F75-A824-F068C76623DE}"/>
              </a:ext>
            </a:extLst>
          </p:cNvPr>
          <p:cNvSpPr>
            <a:spLocks noGrp="1"/>
          </p:cNvSpPr>
          <p:nvPr/>
        </p:nvSpPr>
        <p:spPr>
          <a:xfrm>
            <a:off x="472451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3" name="F1_main_prauc_492">
            <a:extLst>
              <a:ext uri="{FF2B5EF4-FFF2-40B4-BE49-F238E27FC236}">
                <a16:creationId xmlns:a16="http://schemas.microsoft.com/office/drawing/2014/main" id="{C0F82889-8B93-4EA5-B7CD-362D9EEBABD0}"/>
              </a:ext>
            </a:extLst>
          </p:cNvPr>
          <p:cNvSpPr>
            <a:spLocks noGrp="1"/>
          </p:cNvSpPr>
          <p:nvPr/>
        </p:nvSpPr>
        <p:spPr>
          <a:xfrm>
            <a:off x="4716554" y="5046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4" name="F1_main_prauc_493">
            <a:extLst>
              <a:ext uri="{FF2B5EF4-FFF2-40B4-BE49-F238E27FC236}">
                <a16:creationId xmlns:a16="http://schemas.microsoft.com/office/drawing/2014/main" id="{461024B7-48BC-4FD7-B13F-16604EE4E5BC}"/>
              </a:ext>
            </a:extLst>
          </p:cNvPr>
          <p:cNvSpPr>
            <a:spLocks noGrp="1"/>
          </p:cNvSpPr>
          <p:nvPr/>
        </p:nvSpPr>
        <p:spPr>
          <a:xfrm>
            <a:off x="46576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5" name="F1_main_prauc_494">
            <a:extLst>
              <a:ext uri="{FF2B5EF4-FFF2-40B4-BE49-F238E27FC236}">
                <a16:creationId xmlns:a16="http://schemas.microsoft.com/office/drawing/2014/main" id="{09C7ACE3-B5AB-46B1-BA58-29D42B0FF497}"/>
              </a:ext>
            </a:extLst>
          </p:cNvPr>
          <p:cNvSpPr>
            <a:spLocks noGrp="1"/>
          </p:cNvSpPr>
          <p:nvPr/>
        </p:nvSpPr>
        <p:spPr>
          <a:xfrm>
            <a:off x="4676067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6" name="F1_main_prauc_495">
            <a:extLst>
              <a:ext uri="{FF2B5EF4-FFF2-40B4-BE49-F238E27FC236}">
                <a16:creationId xmlns:a16="http://schemas.microsoft.com/office/drawing/2014/main" id="{C04E67F4-2C3C-478E-ADCF-63841301E510}"/>
              </a:ext>
            </a:extLst>
          </p:cNvPr>
          <p:cNvSpPr>
            <a:spLocks noGrp="1"/>
          </p:cNvSpPr>
          <p:nvPr/>
        </p:nvSpPr>
        <p:spPr>
          <a:xfrm>
            <a:off x="4596066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7" name="F1_main_prauc_496">
            <a:extLst>
              <a:ext uri="{FF2B5EF4-FFF2-40B4-BE49-F238E27FC236}">
                <a16:creationId xmlns:a16="http://schemas.microsoft.com/office/drawing/2014/main" id="{C8828326-2E67-414D-830B-92394052A05B}"/>
              </a:ext>
            </a:extLst>
          </p:cNvPr>
          <p:cNvSpPr>
            <a:spLocks noGrp="1"/>
          </p:cNvSpPr>
          <p:nvPr/>
        </p:nvSpPr>
        <p:spPr>
          <a:xfrm>
            <a:off x="471390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8" name="F1_main_prauc_497">
            <a:extLst>
              <a:ext uri="{FF2B5EF4-FFF2-40B4-BE49-F238E27FC236}">
                <a16:creationId xmlns:a16="http://schemas.microsoft.com/office/drawing/2014/main" id="{AE73C213-D51A-479D-AD04-84758322470B}"/>
              </a:ext>
            </a:extLst>
          </p:cNvPr>
          <p:cNvSpPr>
            <a:spLocks noGrp="1"/>
          </p:cNvSpPr>
          <p:nvPr/>
        </p:nvSpPr>
        <p:spPr>
          <a:xfrm>
            <a:off x="4623772" y="380317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9" name="F1_main_prauc_498">
            <a:extLst>
              <a:ext uri="{FF2B5EF4-FFF2-40B4-BE49-F238E27FC236}">
                <a16:creationId xmlns:a16="http://schemas.microsoft.com/office/drawing/2014/main" id="{CA7907A5-B2D1-47AF-BC5A-58C14ABA2256}"/>
              </a:ext>
            </a:extLst>
          </p:cNvPr>
          <p:cNvSpPr>
            <a:spLocks noGrp="1"/>
          </p:cNvSpPr>
          <p:nvPr/>
        </p:nvSpPr>
        <p:spPr>
          <a:xfrm>
            <a:off x="474634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0" name="F1_main_prauc_499">
            <a:extLst>
              <a:ext uri="{FF2B5EF4-FFF2-40B4-BE49-F238E27FC236}">
                <a16:creationId xmlns:a16="http://schemas.microsoft.com/office/drawing/2014/main" id="{EAFC4617-9AC6-4199-BBDF-D9EFAEFF65A0}"/>
              </a:ext>
            </a:extLst>
          </p:cNvPr>
          <p:cNvSpPr>
            <a:spLocks noGrp="1"/>
          </p:cNvSpPr>
          <p:nvPr/>
        </p:nvSpPr>
        <p:spPr>
          <a:xfrm>
            <a:off x="466249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1" name="F1_main_prauc_500">
            <a:extLst>
              <a:ext uri="{FF2B5EF4-FFF2-40B4-BE49-F238E27FC236}">
                <a16:creationId xmlns:a16="http://schemas.microsoft.com/office/drawing/2014/main" id="{A3F4BE9F-4022-42E9-8950-2D664524145C}"/>
              </a:ext>
            </a:extLst>
          </p:cNvPr>
          <p:cNvSpPr>
            <a:spLocks noGrp="1"/>
          </p:cNvSpPr>
          <p:nvPr/>
        </p:nvSpPr>
        <p:spPr>
          <a:xfrm>
            <a:off x="4560911" y="38497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2" name="F1_main_prauc_501">
            <a:extLst>
              <a:ext uri="{FF2B5EF4-FFF2-40B4-BE49-F238E27FC236}">
                <a16:creationId xmlns:a16="http://schemas.microsoft.com/office/drawing/2014/main" id="{27632785-9B27-478F-A75E-3FF048807A1C}"/>
              </a:ext>
            </a:extLst>
          </p:cNvPr>
          <p:cNvSpPr>
            <a:spLocks noGrp="1"/>
          </p:cNvSpPr>
          <p:nvPr/>
        </p:nvSpPr>
        <p:spPr>
          <a:xfrm>
            <a:off x="46864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3" name="F1_main_prauc_502">
            <a:extLst>
              <a:ext uri="{FF2B5EF4-FFF2-40B4-BE49-F238E27FC236}">
                <a16:creationId xmlns:a16="http://schemas.microsoft.com/office/drawing/2014/main" id="{64221C48-BB02-44B3-ABA4-CF5A9E8AEE32}"/>
              </a:ext>
            </a:extLst>
          </p:cNvPr>
          <p:cNvSpPr>
            <a:spLocks noGrp="1"/>
          </p:cNvSpPr>
          <p:nvPr/>
        </p:nvSpPr>
        <p:spPr>
          <a:xfrm>
            <a:off x="46587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4" name="F1_main_prauc_503">
            <a:extLst>
              <a:ext uri="{FF2B5EF4-FFF2-40B4-BE49-F238E27FC236}">
                <a16:creationId xmlns:a16="http://schemas.microsoft.com/office/drawing/2014/main" id="{4EE7F722-2C94-4803-81A1-0CC15EC0BC81}"/>
              </a:ext>
            </a:extLst>
          </p:cNvPr>
          <p:cNvSpPr>
            <a:spLocks noGrp="1"/>
          </p:cNvSpPr>
          <p:nvPr/>
        </p:nvSpPr>
        <p:spPr>
          <a:xfrm>
            <a:off x="4583071" y="45209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5" name="F1_main_prauc_504">
            <a:extLst>
              <a:ext uri="{FF2B5EF4-FFF2-40B4-BE49-F238E27FC236}">
                <a16:creationId xmlns:a16="http://schemas.microsoft.com/office/drawing/2014/main" id="{EB5188C3-F340-4E35-B7B1-E9676BD099BA}"/>
              </a:ext>
            </a:extLst>
          </p:cNvPr>
          <p:cNvSpPr>
            <a:spLocks noGrp="1"/>
          </p:cNvSpPr>
          <p:nvPr/>
        </p:nvSpPr>
        <p:spPr>
          <a:xfrm>
            <a:off x="479229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6" name="F1_main_prauc_505">
            <a:extLst>
              <a:ext uri="{FF2B5EF4-FFF2-40B4-BE49-F238E27FC236}">
                <a16:creationId xmlns:a16="http://schemas.microsoft.com/office/drawing/2014/main" id="{90B81BE0-6A2B-4A15-937E-FF09C81B479F}"/>
              </a:ext>
            </a:extLst>
          </p:cNvPr>
          <p:cNvSpPr>
            <a:spLocks noGrp="1"/>
          </p:cNvSpPr>
          <p:nvPr/>
        </p:nvSpPr>
        <p:spPr>
          <a:xfrm>
            <a:off x="46034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7" name="F1_main_prauc_506">
            <a:extLst>
              <a:ext uri="{FF2B5EF4-FFF2-40B4-BE49-F238E27FC236}">
                <a16:creationId xmlns:a16="http://schemas.microsoft.com/office/drawing/2014/main" id="{DD74BA72-93A2-4BA3-A11D-E76056EB942D}"/>
              </a:ext>
            </a:extLst>
          </p:cNvPr>
          <p:cNvSpPr>
            <a:spLocks noGrp="1"/>
          </p:cNvSpPr>
          <p:nvPr/>
        </p:nvSpPr>
        <p:spPr>
          <a:xfrm>
            <a:off x="463177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8" name="F1_main_prauc_507">
            <a:extLst>
              <a:ext uri="{FF2B5EF4-FFF2-40B4-BE49-F238E27FC236}">
                <a16:creationId xmlns:a16="http://schemas.microsoft.com/office/drawing/2014/main" id="{4CF2CBBA-30A8-4B91-8E01-DD91FE029E6C}"/>
              </a:ext>
            </a:extLst>
          </p:cNvPr>
          <p:cNvSpPr>
            <a:spLocks noGrp="1"/>
          </p:cNvSpPr>
          <p:nvPr/>
        </p:nvSpPr>
        <p:spPr>
          <a:xfrm>
            <a:off x="4715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9" name="F1_main_prauc_508">
            <a:extLst>
              <a:ext uri="{FF2B5EF4-FFF2-40B4-BE49-F238E27FC236}">
                <a16:creationId xmlns:a16="http://schemas.microsoft.com/office/drawing/2014/main" id="{093724F1-05A9-4E10-A0EE-EFA68B173528}"/>
              </a:ext>
            </a:extLst>
          </p:cNvPr>
          <p:cNvSpPr>
            <a:spLocks noGrp="1"/>
          </p:cNvSpPr>
          <p:nvPr/>
        </p:nvSpPr>
        <p:spPr>
          <a:xfrm>
            <a:off x="4639466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0" name="F1_main_prauc_509">
            <a:extLst>
              <a:ext uri="{FF2B5EF4-FFF2-40B4-BE49-F238E27FC236}">
                <a16:creationId xmlns:a16="http://schemas.microsoft.com/office/drawing/2014/main" id="{8C13F9F2-0F3C-45B1-93FD-8B12084C9EB8}"/>
              </a:ext>
            </a:extLst>
          </p:cNvPr>
          <p:cNvSpPr>
            <a:spLocks noGrp="1"/>
          </p:cNvSpPr>
          <p:nvPr/>
        </p:nvSpPr>
        <p:spPr>
          <a:xfrm>
            <a:off x="4721001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1" name="F1_main_prauc_510">
            <a:extLst>
              <a:ext uri="{FF2B5EF4-FFF2-40B4-BE49-F238E27FC236}">
                <a16:creationId xmlns:a16="http://schemas.microsoft.com/office/drawing/2014/main" id="{6763238B-5547-401E-BA6D-DCEA94D8CAFC}"/>
              </a:ext>
            </a:extLst>
          </p:cNvPr>
          <p:cNvSpPr>
            <a:spLocks noGrp="1"/>
          </p:cNvSpPr>
          <p:nvPr/>
        </p:nvSpPr>
        <p:spPr>
          <a:xfrm>
            <a:off x="46143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2" name="F1_main_prauc_511">
            <a:extLst>
              <a:ext uri="{FF2B5EF4-FFF2-40B4-BE49-F238E27FC236}">
                <a16:creationId xmlns:a16="http://schemas.microsoft.com/office/drawing/2014/main" id="{02B1C7BB-8659-457A-9A5C-06E5BB919F49}"/>
              </a:ext>
            </a:extLst>
          </p:cNvPr>
          <p:cNvSpPr>
            <a:spLocks noGrp="1"/>
          </p:cNvSpPr>
          <p:nvPr/>
        </p:nvSpPr>
        <p:spPr>
          <a:xfrm>
            <a:off x="47498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3" name="F1_main_prauc_512">
            <a:extLst>
              <a:ext uri="{FF2B5EF4-FFF2-40B4-BE49-F238E27FC236}">
                <a16:creationId xmlns:a16="http://schemas.microsoft.com/office/drawing/2014/main" id="{F35184CE-B7DF-4F74-91B2-08DD161ABF6A}"/>
              </a:ext>
            </a:extLst>
          </p:cNvPr>
          <p:cNvSpPr>
            <a:spLocks noGrp="1"/>
          </p:cNvSpPr>
          <p:nvPr/>
        </p:nvSpPr>
        <p:spPr>
          <a:xfrm>
            <a:off x="456754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4" name="F1_main_prauc_513">
            <a:extLst>
              <a:ext uri="{FF2B5EF4-FFF2-40B4-BE49-F238E27FC236}">
                <a16:creationId xmlns:a16="http://schemas.microsoft.com/office/drawing/2014/main" id="{9C64A709-6EC7-41BD-8492-37143865A1FA}"/>
              </a:ext>
            </a:extLst>
          </p:cNvPr>
          <p:cNvSpPr>
            <a:spLocks noGrp="1"/>
          </p:cNvSpPr>
          <p:nvPr/>
        </p:nvSpPr>
        <p:spPr>
          <a:xfrm>
            <a:off x="4729831" y="48738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5" name="F1_main_prauc_514">
            <a:extLst>
              <a:ext uri="{FF2B5EF4-FFF2-40B4-BE49-F238E27FC236}">
                <a16:creationId xmlns:a16="http://schemas.microsoft.com/office/drawing/2014/main" id="{F5DC9796-8653-4DE2-8A93-BA51951152AB}"/>
              </a:ext>
            </a:extLst>
          </p:cNvPr>
          <p:cNvSpPr>
            <a:spLocks noGrp="1"/>
          </p:cNvSpPr>
          <p:nvPr/>
        </p:nvSpPr>
        <p:spPr>
          <a:xfrm>
            <a:off x="470703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6" name="F1_main_prauc_515">
            <a:extLst>
              <a:ext uri="{FF2B5EF4-FFF2-40B4-BE49-F238E27FC236}">
                <a16:creationId xmlns:a16="http://schemas.microsoft.com/office/drawing/2014/main" id="{B7ADF8BD-1705-4C63-9FC7-1F3A648BDEB1}"/>
              </a:ext>
            </a:extLst>
          </p:cNvPr>
          <p:cNvSpPr>
            <a:spLocks noGrp="1"/>
          </p:cNvSpPr>
          <p:nvPr/>
        </p:nvSpPr>
        <p:spPr>
          <a:xfrm>
            <a:off x="4600244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7" name="F1_main_prauc_516">
            <a:extLst>
              <a:ext uri="{FF2B5EF4-FFF2-40B4-BE49-F238E27FC236}">
                <a16:creationId xmlns:a16="http://schemas.microsoft.com/office/drawing/2014/main" id="{B4EB90DA-A369-4E23-A17F-10D58BE72615}"/>
              </a:ext>
            </a:extLst>
          </p:cNvPr>
          <p:cNvSpPr>
            <a:spLocks noGrp="1"/>
          </p:cNvSpPr>
          <p:nvPr/>
        </p:nvSpPr>
        <p:spPr>
          <a:xfrm>
            <a:off x="4623572" y="56482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8" name="F1_main_prauc_517">
            <a:extLst>
              <a:ext uri="{FF2B5EF4-FFF2-40B4-BE49-F238E27FC236}">
                <a16:creationId xmlns:a16="http://schemas.microsoft.com/office/drawing/2014/main" id="{93D8B120-D565-46D9-B216-99892B295C02}"/>
              </a:ext>
            </a:extLst>
          </p:cNvPr>
          <p:cNvSpPr>
            <a:spLocks noGrp="1"/>
          </p:cNvSpPr>
          <p:nvPr/>
        </p:nvSpPr>
        <p:spPr>
          <a:xfrm>
            <a:off x="4563492" y="40172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9" name="F1_main_prauc_518">
            <a:extLst>
              <a:ext uri="{FF2B5EF4-FFF2-40B4-BE49-F238E27FC236}">
                <a16:creationId xmlns:a16="http://schemas.microsoft.com/office/drawing/2014/main" id="{D89D3A04-518E-4B19-BE91-B359A97D1D7C}"/>
              </a:ext>
            </a:extLst>
          </p:cNvPr>
          <p:cNvSpPr>
            <a:spLocks noGrp="1"/>
          </p:cNvSpPr>
          <p:nvPr/>
        </p:nvSpPr>
        <p:spPr>
          <a:xfrm>
            <a:off x="462187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0" name="F1_main_prauc_519">
            <a:extLst>
              <a:ext uri="{FF2B5EF4-FFF2-40B4-BE49-F238E27FC236}">
                <a16:creationId xmlns:a16="http://schemas.microsoft.com/office/drawing/2014/main" id="{497D0BF2-CD19-44D8-917B-A25CC94A923F}"/>
              </a:ext>
            </a:extLst>
          </p:cNvPr>
          <p:cNvSpPr>
            <a:spLocks noGrp="1"/>
          </p:cNvSpPr>
          <p:nvPr/>
        </p:nvSpPr>
        <p:spPr>
          <a:xfrm>
            <a:off x="47988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1" name="F1_main_prauc_520">
            <a:extLst>
              <a:ext uri="{FF2B5EF4-FFF2-40B4-BE49-F238E27FC236}">
                <a16:creationId xmlns:a16="http://schemas.microsoft.com/office/drawing/2014/main" id="{E6A870BF-CC61-42CE-A5EB-1E403A5145D1}"/>
              </a:ext>
            </a:extLst>
          </p:cNvPr>
          <p:cNvSpPr>
            <a:spLocks noGrp="1"/>
          </p:cNvSpPr>
          <p:nvPr/>
        </p:nvSpPr>
        <p:spPr>
          <a:xfrm>
            <a:off x="474768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2" name="F1_main_prauc_521">
            <a:extLst>
              <a:ext uri="{FF2B5EF4-FFF2-40B4-BE49-F238E27FC236}">
                <a16:creationId xmlns:a16="http://schemas.microsoft.com/office/drawing/2014/main" id="{C0CE4B8C-999A-46C7-9C91-44F5689E0752}"/>
              </a:ext>
            </a:extLst>
          </p:cNvPr>
          <p:cNvSpPr>
            <a:spLocks noGrp="1"/>
          </p:cNvSpPr>
          <p:nvPr/>
        </p:nvSpPr>
        <p:spPr>
          <a:xfrm>
            <a:off x="4648127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3" name="F1_main_prauc_522">
            <a:extLst>
              <a:ext uri="{FF2B5EF4-FFF2-40B4-BE49-F238E27FC236}">
                <a16:creationId xmlns:a16="http://schemas.microsoft.com/office/drawing/2014/main" id="{6FCAB38E-E609-4303-B207-99CCE84C762E}"/>
              </a:ext>
            </a:extLst>
          </p:cNvPr>
          <p:cNvSpPr>
            <a:spLocks noGrp="1"/>
          </p:cNvSpPr>
          <p:nvPr/>
        </p:nvSpPr>
        <p:spPr>
          <a:xfrm>
            <a:off x="4767030" y="33004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4" name="F1_main_prauc_523">
            <a:extLst>
              <a:ext uri="{FF2B5EF4-FFF2-40B4-BE49-F238E27FC236}">
                <a16:creationId xmlns:a16="http://schemas.microsoft.com/office/drawing/2014/main" id="{F2A46B74-C718-42E1-BE56-ACD37CE94A27}"/>
              </a:ext>
            </a:extLst>
          </p:cNvPr>
          <p:cNvSpPr>
            <a:spLocks noGrp="1"/>
          </p:cNvSpPr>
          <p:nvPr/>
        </p:nvSpPr>
        <p:spPr>
          <a:xfrm>
            <a:off x="4567897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5" name="F1_main_prauc_524">
            <a:extLst>
              <a:ext uri="{FF2B5EF4-FFF2-40B4-BE49-F238E27FC236}">
                <a16:creationId xmlns:a16="http://schemas.microsoft.com/office/drawing/2014/main" id="{7525CC01-3479-4676-8CD8-C6777515E3FF}"/>
              </a:ext>
            </a:extLst>
          </p:cNvPr>
          <p:cNvSpPr>
            <a:spLocks noGrp="1"/>
          </p:cNvSpPr>
          <p:nvPr/>
        </p:nvSpPr>
        <p:spPr>
          <a:xfrm>
            <a:off x="462359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6" name="F1_main_prauc_525">
            <a:extLst>
              <a:ext uri="{FF2B5EF4-FFF2-40B4-BE49-F238E27FC236}">
                <a16:creationId xmlns:a16="http://schemas.microsoft.com/office/drawing/2014/main" id="{F5ADCC8E-CE62-4312-A092-939A0059F970}"/>
              </a:ext>
            </a:extLst>
          </p:cNvPr>
          <p:cNvSpPr>
            <a:spLocks noGrp="1"/>
          </p:cNvSpPr>
          <p:nvPr/>
        </p:nvSpPr>
        <p:spPr>
          <a:xfrm>
            <a:off x="4650529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7" name="F1_main_prauc_526">
            <a:extLst>
              <a:ext uri="{FF2B5EF4-FFF2-40B4-BE49-F238E27FC236}">
                <a16:creationId xmlns:a16="http://schemas.microsoft.com/office/drawing/2014/main" id="{97E4C31B-D318-4CAD-AACA-8E1CEC446BDA}"/>
              </a:ext>
            </a:extLst>
          </p:cNvPr>
          <p:cNvSpPr>
            <a:spLocks noGrp="1"/>
          </p:cNvSpPr>
          <p:nvPr/>
        </p:nvSpPr>
        <p:spPr>
          <a:xfrm>
            <a:off x="4613094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8" name="F1_main_prauc_527">
            <a:extLst>
              <a:ext uri="{FF2B5EF4-FFF2-40B4-BE49-F238E27FC236}">
                <a16:creationId xmlns:a16="http://schemas.microsoft.com/office/drawing/2014/main" id="{86FDD4D8-0F00-49D0-938A-6F8396C507AF}"/>
              </a:ext>
            </a:extLst>
          </p:cNvPr>
          <p:cNvSpPr>
            <a:spLocks noGrp="1"/>
          </p:cNvSpPr>
          <p:nvPr/>
        </p:nvSpPr>
        <p:spPr>
          <a:xfrm>
            <a:off x="4642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9" name="F1_main_prauc_528">
            <a:extLst>
              <a:ext uri="{FF2B5EF4-FFF2-40B4-BE49-F238E27FC236}">
                <a16:creationId xmlns:a16="http://schemas.microsoft.com/office/drawing/2014/main" id="{851DFAD4-9441-4FE3-B9EA-D0731C190CF1}"/>
              </a:ext>
            </a:extLst>
          </p:cNvPr>
          <p:cNvSpPr>
            <a:spLocks noGrp="1"/>
          </p:cNvSpPr>
          <p:nvPr/>
        </p:nvSpPr>
        <p:spPr>
          <a:xfrm>
            <a:off x="45829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0" name="F1_main_prauc_529">
            <a:extLst>
              <a:ext uri="{FF2B5EF4-FFF2-40B4-BE49-F238E27FC236}">
                <a16:creationId xmlns:a16="http://schemas.microsoft.com/office/drawing/2014/main" id="{7661C81B-533C-4D05-946C-6F2F6DE4A53C}"/>
              </a:ext>
            </a:extLst>
          </p:cNvPr>
          <p:cNvSpPr>
            <a:spLocks noGrp="1"/>
          </p:cNvSpPr>
          <p:nvPr/>
        </p:nvSpPr>
        <p:spPr>
          <a:xfrm>
            <a:off x="46313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1" name="F1_main_prauc_530">
            <a:extLst>
              <a:ext uri="{FF2B5EF4-FFF2-40B4-BE49-F238E27FC236}">
                <a16:creationId xmlns:a16="http://schemas.microsoft.com/office/drawing/2014/main" id="{F9592456-3C56-4A70-9AE2-98EB776A363B}"/>
              </a:ext>
            </a:extLst>
          </p:cNvPr>
          <p:cNvSpPr>
            <a:spLocks noGrp="1"/>
          </p:cNvSpPr>
          <p:nvPr/>
        </p:nvSpPr>
        <p:spPr>
          <a:xfrm>
            <a:off x="4700933" y="37439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2" name="F1_main_prauc_531">
            <a:extLst>
              <a:ext uri="{FF2B5EF4-FFF2-40B4-BE49-F238E27FC236}">
                <a16:creationId xmlns:a16="http://schemas.microsoft.com/office/drawing/2014/main" id="{70D976CD-D0BB-4E56-92C9-D0904050A5B5}"/>
              </a:ext>
            </a:extLst>
          </p:cNvPr>
          <p:cNvSpPr>
            <a:spLocks noGrp="1"/>
          </p:cNvSpPr>
          <p:nvPr/>
        </p:nvSpPr>
        <p:spPr>
          <a:xfrm>
            <a:off x="4787096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3" name="F1_main_prauc_532">
            <a:extLst>
              <a:ext uri="{FF2B5EF4-FFF2-40B4-BE49-F238E27FC236}">
                <a16:creationId xmlns:a16="http://schemas.microsoft.com/office/drawing/2014/main" id="{FA8AE9AB-1D34-46FC-B6C0-41F615B363BD}"/>
              </a:ext>
            </a:extLst>
          </p:cNvPr>
          <p:cNvSpPr>
            <a:spLocks noGrp="1"/>
          </p:cNvSpPr>
          <p:nvPr/>
        </p:nvSpPr>
        <p:spPr>
          <a:xfrm>
            <a:off x="4609622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4" name="F1_main_prauc_533">
            <a:extLst>
              <a:ext uri="{FF2B5EF4-FFF2-40B4-BE49-F238E27FC236}">
                <a16:creationId xmlns:a16="http://schemas.microsoft.com/office/drawing/2014/main" id="{AE4141AA-1EEB-42C2-8B4F-0240FBEA769E}"/>
              </a:ext>
            </a:extLst>
          </p:cNvPr>
          <p:cNvSpPr>
            <a:spLocks noGrp="1"/>
          </p:cNvSpPr>
          <p:nvPr/>
        </p:nvSpPr>
        <p:spPr>
          <a:xfrm>
            <a:off x="474827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5" name="F1_main_prauc_534">
            <a:extLst>
              <a:ext uri="{FF2B5EF4-FFF2-40B4-BE49-F238E27FC236}">
                <a16:creationId xmlns:a16="http://schemas.microsoft.com/office/drawing/2014/main" id="{B7B0F3A7-EC2F-4A4E-BA6C-594A958C2F20}"/>
              </a:ext>
            </a:extLst>
          </p:cNvPr>
          <p:cNvSpPr>
            <a:spLocks noGrp="1"/>
          </p:cNvSpPr>
          <p:nvPr/>
        </p:nvSpPr>
        <p:spPr>
          <a:xfrm>
            <a:off x="4667323" y="39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6" name="F1_main_prauc_535">
            <a:extLst>
              <a:ext uri="{FF2B5EF4-FFF2-40B4-BE49-F238E27FC236}">
                <a16:creationId xmlns:a16="http://schemas.microsoft.com/office/drawing/2014/main" id="{FCF5F94C-31FF-4275-A7AE-1DD32AE7B772}"/>
              </a:ext>
            </a:extLst>
          </p:cNvPr>
          <p:cNvSpPr>
            <a:spLocks noGrp="1"/>
          </p:cNvSpPr>
          <p:nvPr/>
        </p:nvSpPr>
        <p:spPr>
          <a:xfrm>
            <a:off x="474021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7" name="F1_main_prauc_536">
            <a:extLst>
              <a:ext uri="{FF2B5EF4-FFF2-40B4-BE49-F238E27FC236}">
                <a16:creationId xmlns:a16="http://schemas.microsoft.com/office/drawing/2014/main" id="{3A02FB6E-E890-4B42-8678-6088ADD8798E}"/>
              </a:ext>
            </a:extLst>
          </p:cNvPr>
          <p:cNvSpPr>
            <a:spLocks noGrp="1"/>
          </p:cNvSpPr>
          <p:nvPr/>
        </p:nvSpPr>
        <p:spPr>
          <a:xfrm>
            <a:off x="460019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8" name="F1_main_prauc_537">
            <a:extLst>
              <a:ext uri="{FF2B5EF4-FFF2-40B4-BE49-F238E27FC236}">
                <a16:creationId xmlns:a16="http://schemas.microsoft.com/office/drawing/2014/main" id="{AB7CEB44-8A82-4923-865E-260C6BA36119}"/>
              </a:ext>
            </a:extLst>
          </p:cNvPr>
          <p:cNvSpPr>
            <a:spLocks noGrp="1"/>
          </p:cNvSpPr>
          <p:nvPr/>
        </p:nvSpPr>
        <p:spPr>
          <a:xfrm>
            <a:off x="468050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9" name="F1_main_prauc_538">
            <a:extLst>
              <a:ext uri="{FF2B5EF4-FFF2-40B4-BE49-F238E27FC236}">
                <a16:creationId xmlns:a16="http://schemas.microsoft.com/office/drawing/2014/main" id="{56AFC1F4-F78B-419E-9E19-D34F4681197C}"/>
              </a:ext>
            </a:extLst>
          </p:cNvPr>
          <p:cNvSpPr>
            <a:spLocks noGrp="1"/>
          </p:cNvSpPr>
          <p:nvPr/>
        </p:nvSpPr>
        <p:spPr>
          <a:xfrm>
            <a:off x="472922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0" name="F1_main_prauc_539">
            <a:extLst>
              <a:ext uri="{FF2B5EF4-FFF2-40B4-BE49-F238E27FC236}">
                <a16:creationId xmlns:a16="http://schemas.microsoft.com/office/drawing/2014/main" id="{8AD5CF28-35BE-430F-8F5B-2A55A9ADBA9A}"/>
              </a:ext>
            </a:extLst>
          </p:cNvPr>
          <p:cNvSpPr>
            <a:spLocks noGrp="1"/>
          </p:cNvSpPr>
          <p:nvPr/>
        </p:nvSpPr>
        <p:spPr>
          <a:xfrm>
            <a:off x="4735706" y="42981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1" name="F1_main_prauc_540">
            <a:extLst>
              <a:ext uri="{FF2B5EF4-FFF2-40B4-BE49-F238E27FC236}">
                <a16:creationId xmlns:a16="http://schemas.microsoft.com/office/drawing/2014/main" id="{24241C9B-38FF-4083-91CE-53BE89CDC6A1}"/>
              </a:ext>
            </a:extLst>
          </p:cNvPr>
          <p:cNvSpPr>
            <a:spLocks noGrp="1"/>
          </p:cNvSpPr>
          <p:nvPr/>
        </p:nvSpPr>
        <p:spPr>
          <a:xfrm>
            <a:off x="463866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2" name="F1_main_prauc_541">
            <a:extLst>
              <a:ext uri="{FF2B5EF4-FFF2-40B4-BE49-F238E27FC236}">
                <a16:creationId xmlns:a16="http://schemas.microsoft.com/office/drawing/2014/main" id="{EB1CFB83-4598-4018-95B1-88B0E8F44BBB}"/>
              </a:ext>
            </a:extLst>
          </p:cNvPr>
          <p:cNvSpPr>
            <a:spLocks noGrp="1"/>
          </p:cNvSpPr>
          <p:nvPr/>
        </p:nvSpPr>
        <p:spPr>
          <a:xfrm>
            <a:off x="4571986" y="55286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3" name="F1_main_prauc_542">
            <a:extLst>
              <a:ext uri="{FF2B5EF4-FFF2-40B4-BE49-F238E27FC236}">
                <a16:creationId xmlns:a16="http://schemas.microsoft.com/office/drawing/2014/main" id="{7AEA47C0-0DD0-4109-96B7-B8C545E421C8}"/>
              </a:ext>
            </a:extLst>
          </p:cNvPr>
          <p:cNvSpPr>
            <a:spLocks noGrp="1"/>
          </p:cNvSpPr>
          <p:nvPr/>
        </p:nvSpPr>
        <p:spPr>
          <a:xfrm>
            <a:off x="456032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4" name="F1_main_prauc_543">
            <a:extLst>
              <a:ext uri="{FF2B5EF4-FFF2-40B4-BE49-F238E27FC236}">
                <a16:creationId xmlns:a16="http://schemas.microsoft.com/office/drawing/2014/main" id="{982A11D0-03D2-4E35-AA96-DA1C218BD682}"/>
              </a:ext>
            </a:extLst>
          </p:cNvPr>
          <p:cNvSpPr>
            <a:spLocks noGrp="1"/>
          </p:cNvSpPr>
          <p:nvPr/>
        </p:nvSpPr>
        <p:spPr>
          <a:xfrm>
            <a:off x="46756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5" name="F1_main_prauc_544">
            <a:extLst>
              <a:ext uri="{FF2B5EF4-FFF2-40B4-BE49-F238E27FC236}">
                <a16:creationId xmlns:a16="http://schemas.microsoft.com/office/drawing/2014/main" id="{87B73E3F-407D-45B0-92DC-5972E4379BAE}"/>
              </a:ext>
            </a:extLst>
          </p:cNvPr>
          <p:cNvSpPr>
            <a:spLocks noGrp="1"/>
          </p:cNvSpPr>
          <p:nvPr/>
        </p:nvSpPr>
        <p:spPr>
          <a:xfrm>
            <a:off x="47672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6" name="F1_main_prauc_545">
            <a:extLst>
              <a:ext uri="{FF2B5EF4-FFF2-40B4-BE49-F238E27FC236}">
                <a16:creationId xmlns:a16="http://schemas.microsoft.com/office/drawing/2014/main" id="{FF1D4C89-8B12-4162-9365-E94B81932E69}"/>
              </a:ext>
            </a:extLst>
          </p:cNvPr>
          <p:cNvSpPr>
            <a:spLocks noGrp="1"/>
          </p:cNvSpPr>
          <p:nvPr/>
        </p:nvSpPr>
        <p:spPr>
          <a:xfrm>
            <a:off x="47007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7" name="F1_main_prauc_546">
            <a:extLst>
              <a:ext uri="{FF2B5EF4-FFF2-40B4-BE49-F238E27FC236}">
                <a16:creationId xmlns:a16="http://schemas.microsoft.com/office/drawing/2014/main" id="{B94D3E0C-B56B-48A4-B813-9E22BED3BE2E}"/>
              </a:ext>
            </a:extLst>
          </p:cNvPr>
          <p:cNvSpPr>
            <a:spLocks noGrp="1"/>
          </p:cNvSpPr>
          <p:nvPr/>
        </p:nvSpPr>
        <p:spPr>
          <a:xfrm>
            <a:off x="47797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8" name="F1_main_prauc_547">
            <a:extLst>
              <a:ext uri="{FF2B5EF4-FFF2-40B4-BE49-F238E27FC236}">
                <a16:creationId xmlns:a16="http://schemas.microsoft.com/office/drawing/2014/main" id="{D6DC78DE-6400-439D-95E9-9331377B05A8}"/>
              </a:ext>
            </a:extLst>
          </p:cNvPr>
          <p:cNvSpPr>
            <a:spLocks noGrp="1"/>
          </p:cNvSpPr>
          <p:nvPr/>
        </p:nvSpPr>
        <p:spPr>
          <a:xfrm>
            <a:off x="466816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9" name="F1_main_prauc_548">
            <a:extLst>
              <a:ext uri="{FF2B5EF4-FFF2-40B4-BE49-F238E27FC236}">
                <a16:creationId xmlns:a16="http://schemas.microsoft.com/office/drawing/2014/main" id="{496ECC3C-F14F-4911-B24D-CC99BC7D01EB}"/>
              </a:ext>
            </a:extLst>
          </p:cNvPr>
          <p:cNvSpPr>
            <a:spLocks noGrp="1"/>
          </p:cNvSpPr>
          <p:nvPr/>
        </p:nvSpPr>
        <p:spPr>
          <a:xfrm>
            <a:off x="4724172" y="59185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0" name="F1_main_prauc_549">
            <a:extLst>
              <a:ext uri="{FF2B5EF4-FFF2-40B4-BE49-F238E27FC236}">
                <a16:creationId xmlns:a16="http://schemas.microsoft.com/office/drawing/2014/main" id="{248E3E10-A80F-445D-AFBC-68D5671E8D63}"/>
              </a:ext>
            </a:extLst>
          </p:cNvPr>
          <p:cNvSpPr>
            <a:spLocks noGrp="1"/>
          </p:cNvSpPr>
          <p:nvPr/>
        </p:nvSpPr>
        <p:spPr>
          <a:xfrm>
            <a:off x="456308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1" name="F1_main_prauc_550">
            <a:extLst>
              <a:ext uri="{FF2B5EF4-FFF2-40B4-BE49-F238E27FC236}">
                <a16:creationId xmlns:a16="http://schemas.microsoft.com/office/drawing/2014/main" id="{0F025B99-7E45-46B7-8055-1BC087117060}"/>
              </a:ext>
            </a:extLst>
          </p:cNvPr>
          <p:cNvSpPr>
            <a:spLocks noGrp="1"/>
          </p:cNvSpPr>
          <p:nvPr/>
        </p:nvSpPr>
        <p:spPr>
          <a:xfrm>
            <a:off x="47830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2" name="F1_main_prauc_551">
            <a:extLst>
              <a:ext uri="{FF2B5EF4-FFF2-40B4-BE49-F238E27FC236}">
                <a16:creationId xmlns:a16="http://schemas.microsoft.com/office/drawing/2014/main" id="{7CAFFB69-2D48-4E66-BCA1-B5489DC694AF}"/>
              </a:ext>
            </a:extLst>
          </p:cNvPr>
          <p:cNvSpPr>
            <a:spLocks noGrp="1"/>
          </p:cNvSpPr>
          <p:nvPr/>
        </p:nvSpPr>
        <p:spPr>
          <a:xfrm>
            <a:off x="455900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3" name="F1_main_prauc_552">
            <a:extLst>
              <a:ext uri="{FF2B5EF4-FFF2-40B4-BE49-F238E27FC236}">
                <a16:creationId xmlns:a16="http://schemas.microsoft.com/office/drawing/2014/main" id="{EFE1A045-5F89-4167-BFDC-EDFE7E4CE0F4}"/>
              </a:ext>
            </a:extLst>
          </p:cNvPr>
          <p:cNvSpPr>
            <a:spLocks noGrp="1"/>
          </p:cNvSpPr>
          <p:nvPr/>
        </p:nvSpPr>
        <p:spPr>
          <a:xfrm>
            <a:off x="4710688" y="48414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4" name="F1_main_prauc_553">
            <a:extLst>
              <a:ext uri="{FF2B5EF4-FFF2-40B4-BE49-F238E27FC236}">
                <a16:creationId xmlns:a16="http://schemas.microsoft.com/office/drawing/2014/main" id="{E3DA17C4-C8AE-4918-805E-2DAE0F0DF49E}"/>
              </a:ext>
            </a:extLst>
          </p:cNvPr>
          <p:cNvSpPr>
            <a:spLocks noGrp="1"/>
          </p:cNvSpPr>
          <p:nvPr/>
        </p:nvSpPr>
        <p:spPr>
          <a:xfrm>
            <a:off x="473783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5" name="F1_main_prauc_554">
            <a:extLst>
              <a:ext uri="{FF2B5EF4-FFF2-40B4-BE49-F238E27FC236}">
                <a16:creationId xmlns:a16="http://schemas.microsoft.com/office/drawing/2014/main" id="{AB29F1D5-16EE-4760-833A-6302FFCB2196}"/>
              </a:ext>
            </a:extLst>
          </p:cNvPr>
          <p:cNvSpPr>
            <a:spLocks noGrp="1"/>
          </p:cNvSpPr>
          <p:nvPr/>
        </p:nvSpPr>
        <p:spPr>
          <a:xfrm>
            <a:off x="4775425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6" name="F1_main_prauc_555">
            <a:extLst>
              <a:ext uri="{FF2B5EF4-FFF2-40B4-BE49-F238E27FC236}">
                <a16:creationId xmlns:a16="http://schemas.microsoft.com/office/drawing/2014/main" id="{272C6004-A53E-4E00-A763-2D055854B08D}"/>
              </a:ext>
            </a:extLst>
          </p:cNvPr>
          <p:cNvSpPr>
            <a:spLocks noGrp="1"/>
          </p:cNvSpPr>
          <p:nvPr/>
        </p:nvSpPr>
        <p:spPr>
          <a:xfrm>
            <a:off x="468176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7" name="F1_main_prauc_556">
            <a:extLst>
              <a:ext uri="{FF2B5EF4-FFF2-40B4-BE49-F238E27FC236}">
                <a16:creationId xmlns:a16="http://schemas.microsoft.com/office/drawing/2014/main" id="{F4E0E765-F2D3-4741-B32B-DB04CA4E58C6}"/>
              </a:ext>
            </a:extLst>
          </p:cNvPr>
          <p:cNvSpPr>
            <a:spLocks noGrp="1"/>
          </p:cNvSpPr>
          <p:nvPr/>
        </p:nvSpPr>
        <p:spPr>
          <a:xfrm>
            <a:off x="4769363" y="6081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8" name="F1_main_prauc_557">
            <a:extLst>
              <a:ext uri="{FF2B5EF4-FFF2-40B4-BE49-F238E27FC236}">
                <a16:creationId xmlns:a16="http://schemas.microsoft.com/office/drawing/2014/main" id="{DBF2DF86-4372-47D1-884E-15CDD75AC161}"/>
              </a:ext>
            </a:extLst>
          </p:cNvPr>
          <p:cNvSpPr>
            <a:spLocks noGrp="1"/>
          </p:cNvSpPr>
          <p:nvPr/>
        </p:nvSpPr>
        <p:spPr>
          <a:xfrm>
            <a:off x="4677877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9" name="F1_main_prauc_558">
            <a:extLst>
              <a:ext uri="{FF2B5EF4-FFF2-40B4-BE49-F238E27FC236}">
                <a16:creationId xmlns:a16="http://schemas.microsoft.com/office/drawing/2014/main" id="{496FBFB0-070F-4984-BEB7-1398568E5653}"/>
              </a:ext>
            </a:extLst>
          </p:cNvPr>
          <p:cNvSpPr>
            <a:spLocks noGrp="1"/>
          </p:cNvSpPr>
          <p:nvPr/>
        </p:nvSpPr>
        <p:spPr>
          <a:xfrm>
            <a:off x="465713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0" name="F1_main_prauc_559">
            <a:extLst>
              <a:ext uri="{FF2B5EF4-FFF2-40B4-BE49-F238E27FC236}">
                <a16:creationId xmlns:a16="http://schemas.microsoft.com/office/drawing/2014/main" id="{5DC04307-F8C6-4A7D-9E61-5FD014567BF3}"/>
              </a:ext>
            </a:extLst>
          </p:cNvPr>
          <p:cNvSpPr>
            <a:spLocks noGrp="1"/>
          </p:cNvSpPr>
          <p:nvPr/>
        </p:nvSpPr>
        <p:spPr>
          <a:xfrm>
            <a:off x="45664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1" name="F1_main_prauc_560">
            <a:extLst>
              <a:ext uri="{FF2B5EF4-FFF2-40B4-BE49-F238E27FC236}">
                <a16:creationId xmlns:a16="http://schemas.microsoft.com/office/drawing/2014/main" id="{E4C7869B-AAEC-4CFD-BA1F-3C6D822E344C}"/>
              </a:ext>
            </a:extLst>
          </p:cNvPr>
          <p:cNvSpPr>
            <a:spLocks noGrp="1"/>
          </p:cNvSpPr>
          <p:nvPr/>
        </p:nvSpPr>
        <p:spPr>
          <a:xfrm>
            <a:off x="4610999" y="52943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2" name="F1_main_prauc_561">
            <a:extLst>
              <a:ext uri="{FF2B5EF4-FFF2-40B4-BE49-F238E27FC236}">
                <a16:creationId xmlns:a16="http://schemas.microsoft.com/office/drawing/2014/main" id="{5F08FE68-DC7A-4B46-9C16-51130C3D1BB6}"/>
              </a:ext>
            </a:extLst>
          </p:cNvPr>
          <p:cNvSpPr>
            <a:spLocks noGrp="1"/>
          </p:cNvSpPr>
          <p:nvPr/>
        </p:nvSpPr>
        <p:spPr>
          <a:xfrm>
            <a:off x="468926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3" name="F1_main_prauc_562">
            <a:extLst>
              <a:ext uri="{FF2B5EF4-FFF2-40B4-BE49-F238E27FC236}">
                <a16:creationId xmlns:a16="http://schemas.microsoft.com/office/drawing/2014/main" id="{C13D2688-2F7A-4B8D-A080-91552FF23A52}"/>
              </a:ext>
            </a:extLst>
          </p:cNvPr>
          <p:cNvSpPr>
            <a:spLocks noGrp="1"/>
          </p:cNvSpPr>
          <p:nvPr/>
        </p:nvSpPr>
        <p:spPr>
          <a:xfrm>
            <a:off x="4772391" y="5122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4" name="F1_main_prauc_563">
            <a:extLst>
              <a:ext uri="{FF2B5EF4-FFF2-40B4-BE49-F238E27FC236}">
                <a16:creationId xmlns:a16="http://schemas.microsoft.com/office/drawing/2014/main" id="{FB85ECA8-2E08-4EDE-AC00-6A6E7C68631F}"/>
              </a:ext>
            </a:extLst>
          </p:cNvPr>
          <p:cNvSpPr>
            <a:spLocks noGrp="1"/>
          </p:cNvSpPr>
          <p:nvPr/>
        </p:nvSpPr>
        <p:spPr>
          <a:xfrm>
            <a:off x="4758029" y="51536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5" name="F1_main_prauc_564">
            <a:extLst>
              <a:ext uri="{FF2B5EF4-FFF2-40B4-BE49-F238E27FC236}">
                <a16:creationId xmlns:a16="http://schemas.microsoft.com/office/drawing/2014/main" id="{87701334-E9B8-4100-A4DC-3B055585EE56}"/>
              </a:ext>
            </a:extLst>
          </p:cNvPr>
          <p:cNvSpPr>
            <a:spLocks noGrp="1"/>
          </p:cNvSpPr>
          <p:nvPr/>
        </p:nvSpPr>
        <p:spPr>
          <a:xfrm>
            <a:off x="4750983" y="4346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6" name="F1_main_prauc_565">
            <a:extLst>
              <a:ext uri="{FF2B5EF4-FFF2-40B4-BE49-F238E27FC236}">
                <a16:creationId xmlns:a16="http://schemas.microsoft.com/office/drawing/2014/main" id="{6D3DE251-9E3B-4014-9ADC-3EAC2C31899B}"/>
              </a:ext>
            </a:extLst>
          </p:cNvPr>
          <p:cNvSpPr>
            <a:spLocks noGrp="1"/>
          </p:cNvSpPr>
          <p:nvPr/>
        </p:nvSpPr>
        <p:spPr>
          <a:xfrm>
            <a:off x="462190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7" name="F1_main_prauc_566">
            <a:extLst>
              <a:ext uri="{FF2B5EF4-FFF2-40B4-BE49-F238E27FC236}">
                <a16:creationId xmlns:a16="http://schemas.microsoft.com/office/drawing/2014/main" id="{DFA6FC4C-DA6E-4001-84C9-2C0F0C0D836E}"/>
              </a:ext>
            </a:extLst>
          </p:cNvPr>
          <p:cNvSpPr>
            <a:spLocks noGrp="1"/>
          </p:cNvSpPr>
          <p:nvPr/>
        </p:nvSpPr>
        <p:spPr>
          <a:xfrm>
            <a:off x="4724583" y="30163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8" name="F1_main_prauc_567">
            <a:extLst>
              <a:ext uri="{FF2B5EF4-FFF2-40B4-BE49-F238E27FC236}">
                <a16:creationId xmlns:a16="http://schemas.microsoft.com/office/drawing/2014/main" id="{11BA669A-C7F8-4C78-9E8D-34F30B0A0481}"/>
              </a:ext>
            </a:extLst>
          </p:cNvPr>
          <p:cNvSpPr>
            <a:spLocks noGrp="1"/>
          </p:cNvSpPr>
          <p:nvPr/>
        </p:nvSpPr>
        <p:spPr>
          <a:xfrm>
            <a:off x="47271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9" name="F1_main_prauc_568">
            <a:extLst>
              <a:ext uri="{FF2B5EF4-FFF2-40B4-BE49-F238E27FC236}">
                <a16:creationId xmlns:a16="http://schemas.microsoft.com/office/drawing/2014/main" id="{BF862E73-0A7D-4D21-A706-6A69A94B7145}"/>
              </a:ext>
            </a:extLst>
          </p:cNvPr>
          <p:cNvSpPr>
            <a:spLocks noGrp="1"/>
          </p:cNvSpPr>
          <p:nvPr/>
        </p:nvSpPr>
        <p:spPr>
          <a:xfrm>
            <a:off x="477396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0" name="F1_main_prauc_569">
            <a:extLst>
              <a:ext uri="{FF2B5EF4-FFF2-40B4-BE49-F238E27FC236}">
                <a16:creationId xmlns:a16="http://schemas.microsoft.com/office/drawing/2014/main" id="{4D7ABF8C-C5B9-41B5-B0A0-313AFA4FE2E4}"/>
              </a:ext>
            </a:extLst>
          </p:cNvPr>
          <p:cNvSpPr>
            <a:spLocks noGrp="1"/>
          </p:cNvSpPr>
          <p:nvPr/>
        </p:nvSpPr>
        <p:spPr>
          <a:xfrm>
            <a:off x="46761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1" name="F1_main_prauc_570">
            <a:extLst>
              <a:ext uri="{FF2B5EF4-FFF2-40B4-BE49-F238E27FC236}">
                <a16:creationId xmlns:a16="http://schemas.microsoft.com/office/drawing/2014/main" id="{3FBB75C6-6C19-45A8-8CF2-32ED5590931D}"/>
              </a:ext>
            </a:extLst>
          </p:cNvPr>
          <p:cNvSpPr>
            <a:spLocks noGrp="1"/>
          </p:cNvSpPr>
          <p:nvPr/>
        </p:nvSpPr>
        <p:spPr>
          <a:xfrm>
            <a:off x="471173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2" name="F1_main_prauc_571">
            <a:extLst>
              <a:ext uri="{FF2B5EF4-FFF2-40B4-BE49-F238E27FC236}">
                <a16:creationId xmlns:a16="http://schemas.microsoft.com/office/drawing/2014/main" id="{EF635E65-3F70-42EE-AE18-06E15F68F978}"/>
              </a:ext>
            </a:extLst>
          </p:cNvPr>
          <p:cNvSpPr>
            <a:spLocks noGrp="1"/>
          </p:cNvSpPr>
          <p:nvPr/>
        </p:nvSpPr>
        <p:spPr>
          <a:xfrm>
            <a:off x="4563212" y="37607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3" name="F1_main_prauc_572">
            <a:extLst>
              <a:ext uri="{FF2B5EF4-FFF2-40B4-BE49-F238E27FC236}">
                <a16:creationId xmlns:a16="http://schemas.microsoft.com/office/drawing/2014/main" id="{8C070E03-EFB7-4B9E-BDED-9BBA04FAE43D}"/>
              </a:ext>
            </a:extLst>
          </p:cNvPr>
          <p:cNvSpPr>
            <a:spLocks noGrp="1"/>
          </p:cNvSpPr>
          <p:nvPr/>
        </p:nvSpPr>
        <p:spPr>
          <a:xfrm>
            <a:off x="4712421" y="5517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4" name="F1_main_prauc_573">
            <a:extLst>
              <a:ext uri="{FF2B5EF4-FFF2-40B4-BE49-F238E27FC236}">
                <a16:creationId xmlns:a16="http://schemas.microsoft.com/office/drawing/2014/main" id="{FD506F89-9220-4CEF-9834-91721E49DAAE}"/>
              </a:ext>
            </a:extLst>
          </p:cNvPr>
          <p:cNvSpPr>
            <a:spLocks noGrp="1"/>
          </p:cNvSpPr>
          <p:nvPr/>
        </p:nvSpPr>
        <p:spPr>
          <a:xfrm>
            <a:off x="4796491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5" name="F1_main_prauc_574">
            <a:extLst>
              <a:ext uri="{FF2B5EF4-FFF2-40B4-BE49-F238E27FC236}">
                <a16:creationId xmlns:a16="http://schemas.microsoft.com/office/drawing/2014/main" id="{B26C2188-30B7-498B-9729-7A27AA9177C1}"/>
              </a:ext>
            </a:extLst>
          </p:cNvPr>
          <p:cNvSpPr>
            <a:spLocks noGrp="1"/>
          </p:cNvSpPr>
          <p:nvPr/>
        </p:nvSpPr>
        <p:spPr>
          <a:xfrm>
            <a:off x="46422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6" name="F1_main_prauc_575">
            <a:extLst>
              <a:ext uri="{FF2B5EF4-FFF2-40B4-BE49-F238E27FC236}">
                <a16:creationId xmlns:a16="http://schemas.microsoft.com/office/drawing/2014/main" id="{43FB0159-4E42-4F13-BDAA-02CCF99C058B}"/>
              </a:ext>
            </a:extLst>
          </p:cNvPr>
          <p:cNvSpPr>
            <a:spLocks noGrp="1"/>
          </p:cNvSpPr>
          <p:nvPr/>
        </p:nvSpPr>
        <p:spPr>
          <a:xfrm>
            <a:off x="469838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7" name="F1_main_prauc_576">
            <a:extLst>
              <a:ext uri="{FF2B5EF4-FFF2-40B4-BE49-F238E27FC236}">
                <a16:creationId xmlns:a16="http://schemas.microsoft.com/office/drawing/2014/main" id="{F49F45AA-B5A8-48D0-8909-56B0F58BA817}"/>
              </a:ext>
            </a:extLst>
          </p:cNvPr>
          <p:cNvSpPr>
            <a:spLocks noGrp="1"/>
          </p:cNvSpPr>
          <p:nvPr/>
        </p:nvSpPr>
        <p:spPr>
          <a:xfrm>
            <a:off x="46510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8" name="F1_main_prauc_577">
            <a:extLst>
              <a:ext uri="{FF2B5EF4-FFF2-40B4-BE49-F238E27FC236}">
                <a16:creationId xmlns:a16="http://schemas.microsoft.com/office/drawing/2014/main" id="{703EC377-119B-4FBD-B367-3FBB3D5EAF45}"/>
              </a:ext>
            </a:extLst>
          </p:cNvPr>
          <p:cNvSpPr>
            <a:spLocks noGrp="1"/>
          </p:cNvSpPr>
          <p:nvPr/>
        </p:nvSpPr>
        <p:spPr>
          <a:xfrm>
            <a:off x="4636795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9" name="F1_main_prauc_578">
            <a:extLst>
              <a:ext uri="{FF2B5EF4-FFF2-40B4-BE49-F238E27FC236}">
                <a16:creationId xmlns:a16="http://schemas.microsoft.com/office/drawing/2014/main" id="{CF26E765-CFE9-41DD-9791-488E121F643C}"/>
              </a:ext>
            </a:extLst>
          </p:cNvPr>
          <p:cNvSpPr>
            <a:spLocks noGrp="1"/>
          </p:cNvSpPr>
          <p:nvPr/>
        </p:nvSpPr>
        <p:spPr>
          <a:xfrm>
            <a:off x="4578120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0" name="F1_main_prauc_579">
            <a:extLst>
              <a:ext uri="{FF2B5EF4-FFF2-40B4-BE49-F238E27FC236}">
                <a16:creationId xmlns:a16="http://schemas.microsoft.com/office/drawing/2014/main" id="{DF94F57A-EC1D-4F0D-8869-E8F2633A77F1}"/>
              </a:ext>
            </a:extLst>
          </p:cNvPr>
          <p:cNvSpPr>
            <a:spLocks noGrp="1"/>
          </p:cNvSpPr>
          <p:nvPr/>
        </p:nvSpPr>
        <p:spPr>
          <a:xfrm>
            <a:off x="46888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1" name="F1_main_prauc_580">
            <a:extLst>
              <a:ext uri="{FF2B5EF4-FFF2-40B4-BE49-F238E27FC236}">
                <a16:creationId xmlns:a16="http://schemas.microsoft.com/office/drawing/2014/main" id="{E6488722-56CE-4EB2-BBB0-BE1767FB5108}"/>
              </a:ext>
            </a:extLst>
          </p:cNvPr>
          <p:cNvSpPr>
            <a:spLocks noGrp="1"/>
          </p:cNvSpPr>
          <p:nvPr/>
        </p:nvSpPr>
        <p:spPr>
          <a:xfrm>
            <a:off x="4655455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2" name="F1_main_prauc_581">
            <a:extLst>
              <a:ext uri="{FF2B5EF4-FFF2-40B4-BE49-F238E27FC236}">
                <a16:creationId xmlns:a16="http://schemas.microsoft.com/office/drawing/2014/main" id="{05FE1D4D-F598-4D86-BD4A-E5D2B9411AEB}"/>
              </a:ext>
            </a:extLst>
          </p:cNvPr>
          <p:cNvSpPr>
            <a:spLocks noGrp="1"/>
          </p:cNvSpPr>
          <p:nvPr/>
        </p:nvSpPr>
        <p:spPr>
          <a:xfrm>
            <a:off x="46477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3" name="F1_main_prauc_582">
            <a:extLst>
              <a:ext uri="{FF2B5EF4-FFF2-40B4-BE49-F238E27FC236}">
                <a16:creationId xmlns:a16="http://schemas.microsoft.com/office/drawing/2014/main" id="{1C3BA7AD-C3D6-4FD3-BAD9-CA4CE64B009A}"/>
              </a:ext>
            </a:extLst>
          </p:cNvPr>
          <p:cNvSpPr>
            <a:spLocks noGrp="1"/>
          </p:cNvSpPr>
          <p:nvPr/>
        </p:nvSpPr>
        <p:spPr>
          <a:xfrm>
            <a:off x="45649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4" name="F1_main_prauc_583">
            <a:extLst>
              <a:ext uri="{FF2B5EF4-FFF2-40B4-BE49-F238E27FC236}">
                <a16:creationId xmlns:a16="http://schemas.microsoft.com/office/drawing/2014/main" id="{1B27E6A2-BA5E-49D3-B2A9-0369D4DB4B4F}"/>
              </a:ext>
            </a:extLst>
          </p:cNvPr>
          <p:cNvSpPr>
            <a:spLocks noGrp="1"/>
          </p:cNvSpPr>
          <p:nvPr/>
        </p:nvSpPr>
        <p:spPr>
          <a:xfrm>
            <a:off x="4736545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5" name="F1_main_prauc_584">
            <a:extLst>
              <a:ext uri="{FF2B5EF4-FFF2-40B4-BE49-F238E27FC236}">
                <a16:creationId xmlns:a16="http://schemas.microsoft.com/office/drawing/2014/main" id="{E111B6B6-E190-4211-8461-EAF160D4998A}"/>
              </a:ext>
            </a:extLst>
          </p:cNvPr>
          <p:cNvSpPr>
            <a:spLocks noGrp="1"/>
          </p:cNvSpPr>
          <p:nvPr/>
        </p:nvSpPr>
        <p:spPr>
          <a:xfrm>
            <a:off x="4791306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6" name="F1_main_prauc_585">
            <a:extLst>
              <a:ext uri="{FF2B5EF4-FFF2-40B4-BE49-F238E27FC236}">
                <a16:creationId xmlns:a16="http://schemas.microsoft.com/office/drawing/2014/main" id="{3E6CC77F-566E-4A45-972B-0ED4FF403359}"/>
              </a:ext>
            </a:extLst>
          </p:cNvPr>
          <p:cNvSpPr>
            <a:spLocks noGrp="1"/>
          </p:cNvSpPr>
          <p:nvPr/>
        </p:nvSpPr>
        <p:spPr>
          <a:xfrm>
            <a:off x="47932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7" name="F1_main_prauc_586">
            <a:extLst>
              <a:ext uri="{FF2B5EF4-FFF2-40B4-BE49-F238E27FC236}">
                <a16:creationId xmlns:a16="http://schemas.microsoft.com/office/drawing/2014/main" id="{87D5D379-A686-4945-8DA3-69BD9E66C2AF}"/>
              </a:ext>
            </a:extLst>
          </p:cNvPr>
          <p:cNvSpPr>
            <a:spLocks noGrp="1"/>
          </p:cNvSpPr>
          <p:nvPr/>
        </p:nvSpPr>
        <p:spPr>
          <a:xfrm>
            <a:off x="4665825" y="39120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8" name="F1_main_prauc_587">
            <a:extLst>
              <a:ext uri="{FF2B5EF4-FFF2-40B4-BE49-F238E27FC236}">
                <a16:creationId xmlns:a16="http://schemas.microsoft.com/office/drawing/2014/main" id="{F5580551-B3F4-42CE-A193-5A5E3D375658}"/>
              </a:ext>
            </a:extLst>
          </p:cNvPr>
          <p:cNvSpPr>
            <a:spLocks noGrp="1"/>
          </p:cNvSpPr>
          <p:nvPr/>
        </p:nvSpPr>
        <p:spPr>
          <a:xfrm>
            <a:off x="4579995" y="420942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9" name="F1_main_prauc_588">
            <a:extLst>
              <a:ext uri="{FF2B5EF4-FFF2-40B4-BE49-F238E27FC236}">
                <a16:creationId xmlns:a16="http://schemas.microsoft.com/office/drawing/2014/main" id="{BF081EB4-C389-4A3D-B646-7C33082F40B7}"/>
              </a:ext>
            </a:extLst>
          </p:cNvPr>
          <p:cNvSpPr>
            <a:spLocks noGrp="1"/>
          </p:cNvSpPr>
          <p:nvPr/>
        </p:nvSpPr>
        <p:spPr>
          <a:xfrm>
            <a:off x="46978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0" name="F1_main_prauc_589">
            <a:extLst>
              <a:ext uri="{FF2B5EF4-FFF2-40B4-BE49-F238E27FC236}">
                <a16:creationId xmlns:a16="http://schemas.microsoft.com/office/drawing/2014/main" id="{3449B952-CB7B-4829-98A7-ED4856D0CC18}"/>
              </a:ext>
            </a:extLst>
          </p:cNvPr>
          <p:cNvSpPr>
            <a:spLocks noGrp="1"/>
          </p:cNvSpPr>
          <p:nvPr/>
        </p:nvSpPr>
        <p:spPr>
          <a:xfrm>
            <a:off x="4696917" y="54271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1" name="F1_main_prauc_590">
            <a:extLst>
              <a:ext uri="{FF2B5EF4-FFF2-40B4-BE49-F238E27FC236}">
                <a16:creationId xmlns:a16="http://schemas.microsoft.com/office/drawing/2014/main" id="{A4AB34BE-3BC8-435F-8C2D-BAB979780E67}"/>
              </a:ext>
            </a:extLst>
          </p:cNvPr>
          <p:cNvSpPr>
            <a:spLocks noGrp="1"/>
          </p:cNvSpPr>
          <p:nvPr/>
        </p:nvSpPr>
        <p:spPr>
          <a:xfrm>
            <a:off x="473514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2" name="F1_main_prauc_591">
            <a:extLst>
              <a:ext uri="{FF2B5EF4-FFF2-40B4-BE49-F238E27FC236}">
                <a16:creationId xmlns:a16="http://schemas.microsoft.com/office/drawing/2014/main" id="{47430310-C697-49FE-938B-07ED8B9D80AF}"/>
              </a:ext>
            </a:extLst>
          </p:cNvPr>
          <p:cNvSpPr>
            <a:spLocks noGrp="1"/>
          </p:cNvSpPr>
          <p:nvPr/>
        </p:nvSpPr>
        <p:spPr>
          <a:xfrm>
            <a:off x="469699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3" name="F1_main_prauc_592">
            <a:extLst>
              <a:ext uri="{FF2B5EF4-FFF2-40B4-BE49-F238E27FC236}">
                <a16:creationId xmlns:a16="http://schemas.microsoft.com/office/drawing/2014/main" id="{8294B360-874A-40AA-91BE-9D9975DEB370}"/>
              </a:ext>
            </a:extLst>
          </p:cNvPr>
          <p:cNvSpPr>
            <a:spLocks noGrp="1"/>
          </p:cNvSpPr>
          <p:nvPr/>
        </p:nvSpPr>
        <p:spPr>
          <a:xfrm>
            <a:off x="47478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4" name="F1_main_prauc_593">
            <a:extLst>
              <a:ext uri="{FF2B5EF4-FFF2-40B4-BE49-F238E27FC236}">
                <a16:creationId xmlns:a16="http://schemas.microsoft.com/office/drawing/2014/main" id="{BB8A201D-3ED5-4345-A093-F96CFFA8DDDA}"/>
              </a:ext>
            </a:extLst>
          </p:cNvPr>
          <p:cNvSpPr>
            <a:spLocks noGrp="1"/>
          </p:cNvSpPr>
          <p:nvPr/>
        </p:nvSpPr>
        <p:spPr>
          <a:xfrm>
            <a:off x="47389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5" name="F1_main_prauc_594">
            <a:extLst>
              <a:ext uri="{FF2B5EF4-FFF2-40B4-BE49-F238E27FC236}">
                <a16:creationId xmlns:a16="http://schemas.microsoft.com/office/drawing/2014/main" id="{83A318DB-C5CA-4E15-837A-6E6C055A4ADD}"/>
              </a:ext>
            </a:extLst>
          </p:cNvPr>
          <p:cNvSpPr>
            <a:spLocks noGrp="1"/>
          </p:cNvSpPr>
          <p:nvPr/>
        </p:nvSpPr>
        <p:spPr>
          <a:xfrm>
            <a:off x="4773994" y="53087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6" name="F1_main_prauc_595">
            <a:extLst>
              <a:ext uri="{FF2B5EF4-FFF2-40B4-BE49-F238E27FC236}">
                <a16:creationId xmlns:a16="http://schemas.microsoft.com/office/drawing/2014/main" id="{57BA8D93-2749-4463-92E2-48A2956AD104}"/>
              </a:ext>
            </a:extLst>
          </p:cNvPr>
          <p:cNvSpPr>
            <a:spLocks noGrp="1"/>
          </p:cNvSpPr>
          <p:nvPr/>
        </p:nvSpPr>
        <p:spPr>
          <a:xfrm>
            <a:off x="47839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7" name="F1_main_prauc_596">
            <a:extLst>
              <a:ext uri="{FF2B5EF4-FFF2-40B4-BE49-F238E27FC236}">
                <a16:creationId xmlns:a16="http://schemas.microsoft.com/office/drawing/2014/main" id="{1B7C8E42-888C-42DA-953B-505250C6386A}"/>
              </a:ext>
            </a:extLst>
          </p:cNvPr>
          <p:cNvSpPr>
            <a:spLocks noGrp="1"/>
          </p:cNvSpPr>
          <p:nvPr/>
        </p:nvSpPr>
        <p:spPr>
          <a:xfrm>
            <a:off x="4706821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8" name="F1_main_prauc_597">
            <a:extLst>
              <a:ext uri="{FF2B5EF4-FFF2-40B4-BE49-F238E27FC236}">
                <a16:creationId xmlns:a16="http://schemas.microsoft.com/office/drawing/2014/main" id="{3C33945B-C038-4F13-A1DA-914DCEA4995C}"/>
              </a:ext>
            </a:extLst>
          </p:cNvPr>
          <p:cNvSpPr>
            <a:spLocks noGrp="1"/>
          </p:cNvSpPr>
          <p:nvPr/>
        </p:nvSpPr>
        <p:spPr>
          <a:xfrm>
            <a:off x="636007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9" name="F1_main_prauc_598">
            <a:extLst>
              <a:ext uri="{FF2B5EF4-FFF2-40B4-BE49-F238E27FC236}">
                <a16:creationId xmlns:a16="http://schemas.microsoft.com/office/drawing/2014/main" id="{2834ADB3-D902-4EAC-A7DF-EBB638954F8D}"/>
              </a:ext>
            </a:extLst>
          </p:cNvPr>
          <p:cNvSpPr>
            <a:spLocks noGrp="1"/>
          </p:cNvSpPr>
          <p:nvPr/>
        </p:nvSpPr>
        <p:spPr>
          <a:xfrm>
            <a:off x="629640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0" name="F1_main_prauc_599">
            <a:extLst>
              <a:ext uri="{FF2B5EF4-FFF2-40B4-BE49-F238E27FC236}">
                <a16:creationId xmlns:a16="http://schemas.microsoft.com/office/drawing/2014/main" id="{C6D1FB1B-7982-4ECB-B9B6-DDE31ADC2630}"/>
              </a:ext>
            </a:extLst>
          </p:cNvPr>
          <p:cNvSpPr>
            <a:spLocks noGrp="1"/>
          </p:cNvSpPr>
          <p:nvPr/>
        </p:nvSpPr>
        <p:spPr>
          <a:xfrm>
            <a:off x="61364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1" name="F1_main_prauc_600">
            <a:extLst>
              <a:ext uri="{FF2B5EF4-FFF2-40B4-BE49-F238E27FC236}">
                <a16:creationId xmlns:a16="http://schemas.microsoft.com/office/drawing/2014/main" id="{48074E68-51C3-4E8A-9DA6-ABF76D9395E1}"/>
              </a:ext>
            </a:extLst>
          </p:cNvPr>
          <p:cNvSpPr>
            <a:spLocks noGrp="1"/>
          </p:cNvSpPr>
          <p:nvPr/>
        </p:nvSpPr>
        <p:spPr>
          <a:xfrm>
            <a:off x="6165282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2" name="F1_main_prauc_601">
            <a:extLst>
              <a:ext uri="{FF2B5EF4-FFF2-40B4-BE49-F238E27FC236}">
                <a16:creationId xmlns:a16="http://schemas.microsoft.com/office/drawing/2014/main" id="{C5D592A0-36D0-4AFD-BF12-095A471706D0}"/>
              </a:ext>
            </a:extLst>
          </p:cNvPr>
          <p:cNvSpPr>
            <a:spLocks noGrp="1"/>
          </p:cNvSpPr>
          <p:nvPr/>
        </p:nvSpPr>
        <p:spPr>
          <a:xfrm>
            <a:off x="6216996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3" name="F1_main_prauc_602">
            <a:extLst>
              <a:ext uri="{FF2B5EF4-FFF2-40B4-BE49-F238E27FC236}">
                <a16:creationId xmlns:a16="http://schemas.microsoft.com/office/drawing/2014/main" id="{F2C7F4B3-B2F1-4B1D-AD08-0CDE3D4CD166}"/>
              </a:ext>
            </a:extLst>
          </p:cNvPr>
          <p:cNvSpPr>
            <a:spLocks noGrp="1"/>
          </p:cNvSpPr>
          <p:nvPr/>
        </p:nvSpPr>
        <p:spPr>
          <a:xfrm>
            <a:off x="626957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4" name="F1_main_prauc_603">
            <a:extLst>
              <a:ext uri="{FF2B5EF4-FFF2-40B4-BE49-F238E27FC236}">
                <a16:creationId xmlns:a16="http://schemas.microsoft.com/office/drawing/2014/main" id="{A7E35482-B4F4-4A5A-BB34-E858186EFBAF}"/>
              </a:ext>
            </a:extLst>
          </p:cNvPr>
          <p:cNvSpPr>
            <a:spLocks noGrp="1"/>
          </p:cNvSpPr>
          <p:nvPr/>
        </p:nvSpPr>
        <p:spPr>
          <a:xfrm>
            <a:off x="61692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5" name="F1_main_prauc_604">
            <a:extLst>
              <a:ext uri="{FF2B5EF4-FFF2-40B4-BE49-F238E27FC236}">
                <a16:creationId xmlns:a16="http://schemas.microsoft.com/office/drawing/2014/main" id="{0C2E278C-E97C-4702-A992-73F1F948FA47}"/>
              </a:ext>
            </a:extLst>
          </p:cNvPr>
          <p:cNvSpPr>
            <a:spLocks noGrp="1"/>
          </p:cNvSpPr>
          <p:nvPr/>
        </p:nvSpPr>
        <p:spPr>
          <a:xfrm>
            <a:off x="62135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6" name="F1_main_prauc_605">
            <a:extLst>
              <a:ext uri="{FF2B5EF4-FFF2-40B4-BE49-F238E27FC236}">
                <a16:creationId xmlns:a16="http://schemas.microsoft.com/office/drawing/2014/main" id="{AD1B40D8-94C3-433C-9C8B-3B9CC96C968F}"/>
              </a:ext>
            </a:extLst>
          </p:cNvPr>
          <p:cNvSpPr>
            <a:spLocks noGrp="1"/>
          </p:cNvSpPr>
          <p:nvPr/>
        </p:nvSpPr>
        <p:spPr>
          <a:xfrm>
            <a:off x="6278793" y="60558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7" name="F1_main_prauc_606">
            <a:extLst>
              <a:ext uri="{FF2B5EF4-FFF2-40B4-BE49-F238E27FC236}">
                <a16:creationId xmlns:a16="http://schemas.microsoft.com/office/drawing/2014/main" id="{BBBFC2A4-4EB2-4318-9313-40E4761E6EE0}"/>
              </a:ext>
            </a:extLst>
          </p:cNvPr>
          <p:cNvSpPr>
            <a:spLocks noGrp="1"/>
          </p:cNvSpPr>
          <p:nvPr/>
        </p:nvSpPr>
        <p:spPr>
          <a:xfrm>
            <a:off x="62933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8" name="F1_main_prauc_607">
            <a:extLst>
              <a:ext uri="{FF2B5EF4-FFF2-40B4-BE49-F238E27FC236}">
                <a16:creationId xmlns:a16="http://schemas.microsoft.com/office/drawing/2014/main" id="{05AC9D8F-6CAF-466D-A959-C2C733967D97}"/>
              </a:ext>
            </a:extLst>
          </p:cNvPr>
          <p:cNvSpPr>
            <a:spLocks noGrp="1"/>
          </p:cNvSpPr>
          <p:nvPr/>
        </p:nvSpPr>
        <p:spPr>
          <a:xfrm>
            <a:off x="6346025" y="4360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9" name="F1_main_prauc_608">
            <a:extLst>
              <a:ext uri="{FF2B5EF4-FFF2-40B4-BE49-F238E27FC236}">
                <a16:creationId xmlns:a16="http://schemas.microsoft.com/office/drawing/2014/main" id="{F45BE4BE-3363-4E19-B1D4-4E76915A24CF}"/>
              </a:ext>
            </a:extLst>
          </p:cNvPr>
          <p:cNvSpPr>
            <a:spLocks noGrp="1"/>
          </p:cNvSpPr>
          <p:nvPr/>
        </p:nvSpPr>
        <p:spPr>
          <a:xfrm>
            <a:off x="631759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0" name="F1_main_prauc_609">
            <a:extLst>
              <a:ext uri="{FF2B5EF4-FFF2-40B4-BE49-F238E27FC236}">
                <a16:creationId xmlns:a16="http://schemas.microsoft.com/office/drawing/2014/main" id="{22EB5DAC-D9C8-4366-AB1B-7C7CEA7091FA}"/>
              </a:ext>
            </a:extLst>
          </p:cNvPr>
          <p:cNvSpPr>
            <a:spLocks noGrp="1"/>
          </p:cNvSpPr>
          <p:nvPr/>
        </p:nvSpPr>
        <p:spPr>
          <a:xfrm>
            <a:off x="6258537" y="46710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1" name="F1_main_prauc_610">
            <a:extLst>
              <a:ext uri="{FF2B5EF4-FFF2-40B4-BE49-F238E27FC236}">
                <a16:creationId xmlns:a16="http://schemas.microsoft.com/office/drawing/2014/main" id="{238510ED-2695-4D82-8FCA-39215766669C}"/>
              </a:ext>
            </a:extLst>
          </p:cNvPr>
          <p:cNvSpPr>
            <a:spLocks noGrp="1"/>
          </p:cNvSpPr>
          <p:nvPr/>
        </p:nvSpPr>
        <p:spPr>
          <a:xfrm>
            <a:off x="6222316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2" name="F1_main_prauc_611">
            <a:extLst>
              <a:ext uri="{FF2B5EF4-FFF2-40B4-BE49-F238E27FC236}">
                <a16:creationId xmlns:a16="http://schemas.microsoft.com/office/drawing/2014/main" id="{2B3894CA-78C9-47E2-8128-14098E26CFC3}"/>
              </a:ext>
            </a:extLst>
          </p:cNvPr>
          <p:cNvSpPr>
            <a:spLocks noGrp="1"/>
          </p:cNvSpPr>
          <p:nvPr/>
        </p:nvSpPr>
        <p:spPr>
          <a:xfrm>
            <a:off x="615192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3" name="F1_main_prauc_612">
            <a:extLst>
              <a:ext uri="{FF2B5EF4-FFF2-40B4-BE49-F238E27FC236}">
                <a16:creationId xmlns:a16="http://schemas.microsoft.com/office/drawing/2014/main" id="{2F761118-2CF5-40D4-8C9A-BB3C84DA2078}"/>
              </a:ext>
            </a:extLst>
          </p:cNvPr>
          <p:cNvSpPr>
            <a:spLocks noGrp="1"/>
          </p:cNvSpPr>
          <p:nvPr/>
        </p:nvSpPr>
        <p:spPr>
          <a:xfrm>
            <a:off x="613590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4" name="F1_main_prauc_613">
            <a:extLst>
              <a:ext uri="{FF2B5EF4-FFF2-40B4-BE49-F238E27FC236}">
                <a16:creationId xmlns:a16="http://schemas.microsoft.com/office/drawing/2014/main" id="{46CE4CE5-7BEA-4F25-BF3C-21DEE1905556}"/>
              </a:ext>
            </a:extLst>
          </p:cNvPr>
          <p:cNvSpPr>
            <a:spLocks noGrp="1"/>
          </p:cNvSpPr>
          <p:nvPr/>
        </p:nvSpPr>
        <p:spPr>
          <a:xfrm>
            <a:off x="637926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5" name="F1_main_prauc_614">
            <a:extLst>
              <a:ext uri="{FF2B5EF4-FFF2-40B4-BE49-F238E27FC236}">
                <a16:creationId xmlns:a16="http://schemas.microsoft.com/office/drawing/2014/main" id="{590F0166-3986-456A-9B29-7D10ED093784}"/>
              </a:ext>
            </a:extLst>
          </p:cNvPr>
          <p:cNvSpPr>
            <a:spLocks noGrp="1"/>
          </p:cNvSpPr>
          <p:nvPr/>
        </p:nvSpPr>
        <p:spPr>
          <a:xfrm>
            <a:off x="6293253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6" name="F1_main_prauc_615">
            <a:extLst>
              <a:ext uri="{FF2B5EF4-FFF2-40B4-BE49-F238E27FC236}">
                <a16:creationId xmlns:a16="http://schemas.microsoft.com/office/drawing/2014/main" id="{E84551B0-F0F4-45DD-BFBC-D2BAFE39C655}"/>
              </a:ext>
            </a:extLst>
          </p:cNvPr>
          <p:cNvSpPr>
            <a:spLocks noGrp="1"/>
          </p:cNvSpPr>
          <p:nvPr/>
        </p:nvSpPr>
        <p:spPr>
          <a:xfrm>
            <a:off x="6151722" y="5845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7" name="F1_main_prauc_616">
            <a:extLst>
              <a:ext uri="{FF2B5EF4-FFF2-40B4-BE49-F238E27FC236}">
                <a16:creationId xmlns:a16="http://schemas.microsoft.com/office/drawing/2014/main" id="{AC271A48-06D0-451E-BFF6-EBB63566EC27}"/>
              </a:ext>
            </a:extLst>
          </p:cNvPr>
          <p:cNvSpPr>
            <a:spLocks noGrp="1"/>
          </p:cNvSpPr>
          <p:nvPr/>
        </p:nvSpPr>
        <p:spPr>
          <a:xfrm>
            <a:off x="6191196" y="45667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8" name="F1_main_prauc_617">
            <a:extLst>
              <a:ext uri="{FF2B5EF4-FFF2-40B4-BE49-F238E27FC236}">
                <a16:creationId xmlns:a16="http://schemas.microsoft.com/office/drawing/2014/main" id="{1810BABB-3A03-41B1-95DA-AE4200A1F914}"/>
              </a:ext>
            </a:extLst>
          </p:cNvPr>
          <p:cNvSpPr>
            <a:spLocks noGrp="1"/>
          </p:cNvSpPr>
          <p:nvPr/>
        </p:nvSpPr>
        <p:spPr>
          <a:xfrm>
            <a:off x="6274133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9" name="F1_main_prauc_618">
            <a:extLst>
              <a:ext uri="{FF2B5EF4-FFF2-40B4-BE49-F238E27FC236}">
                <a16:creationId xmlns:a16="http://schemas.microsoft.com/office/drawing/2014/main" id="{B02D3D72-3FD7-4AA8-9AF8-86C617CA6147}"/>
              </a:ext>
            </a:extLst>
          </p:cNvPr>
          <p:cNvSpPr>
            <a:spLocks noGrp="1"/>
          </p:cNvSpPr>
          <p:nvPr/>
        </p:nvSpPr>
        <p:spPr>
          <a:xfrm>
            <a:off x="61342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0" name="F1_main_prauc_619">
            <a:extLst>
              <a:ext uri="{FF2B5EF4-FFF2-40B4-BE49-F238E27FC236}">
                <a16:creationId xmlns:a16="http://schemas.microsoft.com/office/drawing/2014/main" id="{E023E1B7-229F-4DD0-929B-54333D62800C}"/>
              </a:ext>
            </a:extLst>
          </p:cNvPr>
          <p:cNvSpPr>
            <a:spLocks noGrp="1"/>
          </p:cNvSpPr>
          <p:nvPr/>
        </p:nvSpPr>
        <p:spPr>
          <a:xfrm>
            <a:off x="6267445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1" name="F1_main_prauc_620">
            <a:extLst>
              <a:ext uri="{FF2B5EF4-FFF2-40B4-BE49-F238E27FC236}">
                <a16:creationId xmlns:a16="http://schemas.microsoft.com/office/drawing/2014/main" id="{B284E632-8244-473B-B11E-6BA676B293D7}"/>
              </a:ext>
            </a:extLst>
          </p:cNvPr>
          <p:cNvSpPr>
            <a:spLocks noGrp="1"/>
          </p:cNvSpPr>
          <p:nvPr/>
        </p:nvSpPr>
        <p:spPr>
          <a:xfrm>
            <a:off x="6182041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2" name="F1_main_prauc_621">
            <a:extLst>
              <a:ext uri="{FF2B5EF4-FFF2-40B4-BE49-F238E27FC236}">
                <a16:creationId xmlns:a16="http://schemas.microsoft.com/office/drawing/2014/main" id="{7F97AF6E-A752-4853-897E-877EF5862D14}"/>
              </a:ext>
            </a:extLst>
          </p:cNvPr>
          <p:cNvSpPr>
            <a:spLocks noGrp="1"/>
          </p:cNvSpPr>
          <p:nvPr/>
        </p:nvSpPr>
        <p:spPr>
          <a:xfrm>
            <a:off x="6180276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3" name="F1_main_prauc_622">
            <a:extLst>
              <a:ext uri="{FF2B5EF4-FFF2-40B4-BE49-F238E27FC236}">
                <a16:creationId xmlns:a16="http://schemas.microsoft.com/office/drawing/2014/main" id="{8867E804-935C-47EF-80D2-624B1307980C}"/>
              </a:ext>
            </a:extLst>
          </p:cNvPr>
          <p:cNvSpPr>
            <a:spLocks noGrp="1"/>
          </p:cNvSpPr>
          <p:nvPr/>
        </p:nvSpPr>
        <p:spPr>
          <a:xfrm>
            <a:off x="63795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4" name="F1_main_prauc_623">
            <a:extLst>
              <a:ext uri="{FF2B5EF4-FFF2-40B4-BE49-F238E27FC236}">
                <a16:creationId xmlns:a16="http://schemas.microsoft.com/office/drawing/2014/main" id="{EA6F9158-2CBA-406B-95D9-C6B8B635F904}"/>
              </a:ext>
            </a:extLst>
          </p:cNvPr>
          <p:cNvSpPr>
            <a:spLocks noGrp="1"/>
          </p:cNvSpPr>
          <p:nvPr/>
        </p:nvSpPr>
        <p:spPr>
          <a:xfrm>
            <a:off x="621808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5" name="F1_main_prauc_624">
            <a:extLst>
              <a:ext uri="{FF2B5EF4-FFF2-40B4-BE49-F238E27FC236}">
                <a16:creationId xmlns:a16="http://schemas.microsoft.com/office/drawing/2014/main" id="{E1BCD4E4-F104-4A21-89C9-E8B198DC82F6}"/>
              </a:ext>
            </a:extLst>
          </p:cNvPr>
          <p:cNvSpPr>
            <a:spLocks noGrp="1"/>
          </p:cNvSpPr>
          <p:nvPr/>
        </p:nvSpPr>
        <p:spPr>
          <a:xfrm>
            <a:off x="6134079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6" name="F1_main_prauc_625">
            <a:extLst>
              <a:ext uri="{FF2B5EF4-FFF2-40B4-BE49-F238E27FC236}">
                <a16:creationId xmlns:a16="http://schemas.microsoft.com/office/drawing/2014/main" id="{815241BE-B491-49A2-8A65-38103FCA8714}"/>
              </a:ext>
            </a:extLst>
          </p:cNvPr>
          <p:cNvSpPr>
            <a:spLocks noGrp="1"/>
          </p:cNvSpPr>
          <p:nvPr/>
        </p:nvSpPr>
        <p:spPr>
          <a:xfrm>
            <a:off x="6267376" y="59335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7" name="F1_main_prauc_626">
            <a:extLst>
              <a:ext uri="{FF2B5EF4-FFF2-40B4-BE49-F238E27FC236}">
                <a16:creationId xmlns:a16="http://schemas.microsoft.com/office/drawing/2014/main" id="{E76FBD82-6069-471D-82C2-BB119AD4B8CD}"/>
              </a:ext>
            </a:extLst>
          </p:cNvPr>
          <p:cNvSpPr>
            <a:spLocks noGrp="1"/>
          </p:cNvSpPr>
          <p:nvPr/>
        </p:nvSpPr>
        <p:spPr>
          <a:xfrm>
            <a:off x="63239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8" name="F1_main_prauc_627">
            <a:extLst>
              <a:ext uri="{FF2B5EF4-FFF2-40B4-BE49-F238E27FC236}">
                <a16:creationId xmlns:a16="http://schemas.microsoft.com/office/drawing/2014/main" id="{B63BC87B-0F42-41BE-BF9C-46404A461011}"/>
              </a:ext>
            </a:extLst>
          </p:cNvPr>
          <p:cNvSpPr>
            <a:spLocks noGrp="1"/>
          </p:cNvSpPr>
          <p:nvPr/>
        </p:nvSpPr>
        <p:spPr>
          <a:xfrm>
            <a:off x="628253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9" name="F1_main_prauc_628">
            <a:extLst>
              <a:ext uri="{FF2B5EF4-FFF2-40B4-BE49-F238E27FC236}">
                <a16:creationId xmlns:a16="http://schemas.microsoft.com/office/drawing/2014/main" id="{5BAEFB24-F71E-4F3F-92EC-9913CA1348C4}"/>
              </a:ext>
            </a:extLst>
          </p:cNvPr>
          <p:cNvSpPr>
            <a:spLocks noGrp="1"/>
          </p:cNvSpPr>
          <p:nvPr/>
        </p:nvSpPr>
        <p:spPr>
          <a:xfrm>
            <a:off x="6197359" y="5741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0" name="F1_main_prauc_629">
            <a:extLst>
              <a:ext uri="{FF2B5EF4-FFF2-40B4-BE49-F238E27FC236}">
                <a16:creationId xmlns:a16="http://schemas.microsoft.com/office/drawing/2014/main" id="{3CCB7037-06EC-4570-8535-6570157B417D}"/>
              </a:ext>
            </a:extLst>
          </p:cNvPr>
          <p:cNvSpPr>
            <a:spLocks noGrp="1"/>
          </p:cNvSpPr>
          <p:nvPr/>
        </p:nvSpPr>
        <p:spPr>
          <a:xfrm>
            <a:off x="617336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1" name="F1_main_prauc_630">
            <a:extLst>
              <a:ext uri="{FF2B5EF4-FFF2-40B4-BE49-F238E27FC236}">
                <a16:creationId xmlns:a16="http://schemas.microsoft.com/office/drawing/2014/main" id="{33B9C326-3380-498B-B3AB-9EEBF7F49EBB}"/>
              </a:ext>
            </a:extLst>
          </p:cNvPr>
          <p:cNvSpPr>
            <a:spLocks noGrp="1"/>
          </p:cNvSpPr>
          <p:nvPr/>
        </p:nvSpPr>
        <p:spPr>
          <a:xfrm>
            <a:off x="623533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2" name="F1_main_prauc_631">
            <a:extLst>
              <a:ext uri="{FF2B5EF4-FFF2-40B4-BE49-F238E27FC236}">
                <a16:creationId xmlns:a16="http://schemas.microsoft.com/office/drawing/2014/main" id="{F2C8513F-AFFB-470E-84B4-F78F511C1096}"/>
              </a:ext>
            </a:extLst>
          </p:cNvPr>
          <p:cNvSpPr>
            <a:spLocks noGrp="1"/>
          </p:cNvSpPr>
          <p:nvPr/>
        </p:nvSpPr>
        <p:spPr>
          <a:xfrm>
            <a:off x="61312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3" name="F1_main_prauc_632">
            <a:extLst>
              <a:ext uri="{FF2B5EF4-FFF2-40B4-BE49-F238E27FC236}">
                <a16:creationId xmlns:a16="http://schemas.microsoft.com/office/drawing/2014/main" id="{1255BC9D-2866-41C5-8F22-8F556E7924D2}"/>
              </a:ext>
            </a:extLst>
          </p:cNvPr>
          <p:cNvSpPr>
            <a:spLocks noGrp="1"/>
          </p:cNvSpPr>
          <p:nvPr/>
        </p:nvSpPr>
        <p:spPr>
          <a:xfrm>
            <a:off x="63329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4" name="F1_main_prauc_633">
            <a:extLst>
              <a:ext uri="{FF2B5EF4-FFF2-40B4-BE49-F238E27FC236}">
                <a16:creationId xmlns:a16="http://schemas.microsoft.com/office/drawing/2014/main" id="{8B60855C-0995-4127-B45C-95BFBA18C1FF}"/>
              </a:ext>
            </a:extLst>
          </p:cNvPr>
          <p:cNvSpPr>
            <a:spLocks noGrp="1"/>
          </p:cNvSpPr>
          <p:nvPr/>
        </p:nvSpPr>
        <p:spPr>
          <a:xfrm>
            <a:off x="62782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5" name="F1_main_prauc_634">
            <a:extLst>
              <a:ext uri="{FF2B5EF4-FFF2-40B4-BE49-F238E27FC236}">
                <a16:creationId xmlns:a16="http://schemas.microsoft.com/office/drawing/2014/main" id="{DBDAC5E3-CA24-4903-B160-84E010EDAB9F}"/>
              </a:ext>
            </a:extLst>
          </p:cNvPr>
          <p:cNvSpPr>
            <a:spLocks noGrp="1"/>
          </p:cNvSpPr>
          <p:nvPr/>
        </p:nvSpPr>
        <p:spPr>
          <a:xfrm>
            <a:off x="62993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6" name="F1_main_prauc_635">
            <a:extLst>
              <a:ext uri="{FF2B5EF4-FFF2-40B4-BE49-F238E27FC236}">
                <a16:creationId xmlns:a16="http://schemas.microsoft.com/office/drawing/2014/main" id="{571C5949-326A-45DF-8A40-6A66BF73A135}"/>
              </a:ext>
            </a:extLst>
          </p:cNvPr>
          <p:cNvSpPr>
            <a:spLocks noGrp="1"/>
          </p:cNvSpPr>
          <p:nvPr/>
        </p:nvSpPr>
        <p:spPr>
          <a:xfrm>
            <a:off x="621257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7" name="F1_main_prauc_636">
            <a:extLst>
              <a:ext uri="{FF2B5EF4-FFF2-40B4-BE49-F238E27FC236}">
                <a16:creationId xmlns:a16="http://schemas.microsoft.com/office/drawing/2014/main" id="{6CFA948A-DB43-46EB-96AB-6ABF931753F5}"/>
              </a:ext>
            </a:extLst>
          </p:cNvPr>
          <p:cNvSpPr>
            <a:spLocks noGrp="1"/>
          </p:cNvSpPr>
          <p:nvPr/>
        </p:nvSpPr>
        <p:spPr>
          <a:xfrm>
            <a:off x="6265469" y="50290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8" name="F1_main_prauc_637">
            <a:extLst>
              <a:ext uri="{FF2B5EF4-FFF2-40B4-BE49-F238E27FC236}">
                <a16:creationId xmlns:a16="http://schemas.microsoft.com/office/drawing/2014/main" id="{04DB6495-7557-46CC-8C74-EEE7343BE9B9}"/>
              </a:ext>
            </a:extLst>
          </p:cNvPr>
          <p:cNvSpPr>
            <a:spLocks noGrp="1"/>
          </p:cNvSpPr>
          <p:nvPr/>
        </p:nvSpPr>
        <p:spPr>
          <a:xfrm>
            <a:off x="631719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9" name="F1_main_prauc_638">
            <a:extLst>
              <a:ext uri="{FF2B5EF4-FFF2-40B4-BE49-F238E27FC236}">
                <a16:creationId xmlns:a16="http://schemas.microsoft.com/office/drawing/2014/main" id="{1558A443-E0AB-430C-AB08-9D1120B6A1C3}"/>
              </a:ext>
            </a:extLst>
          </p:cNvPr>
          <p:cNvSpPr>
            <a:spLocks noGrp="1"/>
          </p:cNvSpPr>
          <p:nvPr/>
        </p:nvSpPr>
        <p:spPr>
          <a:xfrm>
            <a:off x="61958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0" name="F1_main_prauc_639">
            <a:extLst>
              <a:ext uri="{FF2B5EF4-FFF2-40B4-BE49-F238E27FC236}">
                <a16:creationId xmlns:a16="http://schemas.microsoft.com/office/drawing/2014/main" id="{463E99D5-3664-4443-8BE4-3C1AEDD31FF2}"/>
              </a:ext>
            </a:extLst>
          </p:cNvPr>
          <p:cNvSpPr>
            <a:spLocks noGrp="1"/>
          </p:cNvSpPr>
          <p:nvPr/>
        </p:nvSpPr>
        <p:spPr>
          <a:xfrm>
            <a:off x="615621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1" name="F1_main_prauc_640">
            <a:extLst>
              <a:ext uri="{FF2B5EF4-FFF2-40B4-BE49-F238E27FC236}">
                <a16:creationId xmlns:a16="http://schemas.microsoft.com/office/drawing/2014/main" id="{A9F4AB89-618F-45BF-8E9C-11F51B6A7966}"/>
              </a:ext>
            </a:extLst>
          </p:cNvPr>
          <p:cNvSpPr>
            <a:spLocks noGrp="1"/>
          </p:cNvSpPr>
          <p:nvPr/>
        </p:nvSpPr>
        <p:spPr>
          <a:xfrm>
            <a:off x="613804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2" name="F1_main_prauc_641">
            <a:extLst>
              <a:ext uri="{FF2B5EF4-FFF2-40B4-BE49-F238E27FC236}">
                <a16:creationId xmlns:a16="http://schemas.microsoft.com/office/drawing/2014/main" id="{B2CC9E03-5E15-4C6C-9FA7-89A7ADE7B8B5}"/>
              </a:ext>
            </a:extLst>
          </p:cNvPr>
          <p:cNvSpPr>
            <a:spLocks noGrp="1"/>
          </p:cNvSpPr>
          <p:nvPr/>
        </p:nvSpPr>
        <p:spPr>
          <a:xfrm>
            <a:off x="63498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3" name="F1_main_prauc_642">
            <a:extLst>
              <a:ext uri="{FF2B5EF4-FFF2-40B4-BE49-F238E27FC236}">
                <a16:creationId xmlns:a16="http://schemas.microsoft.com/office/drawing/2014/main" id="{F0F19BE8-F721-4715-9319-F0907A420981}"/>
              </a:ext>
            </a:extLst>
          </p:cNvPr>
          <p:cNvSpPr>
            <a:spLocks noGrp="1"/>
          </p:cNvSpPr>
          <p:nvPr/>
        </p:nvSpPr>
        <p:spPr>
          <a:xfrm>
            <a:off x="61286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4" name="F1_main_prauc_643">
            <a:extLst>
              <a:ext uri="{FF2B5EF4-FFF2-40B4-BE49-F238E27FC236}">
                <a16:creationId xmlns:a16="http://schemas.microsoft.com/office/drawing/2014/main" id="{67CFC8DD-0673-4DD6-AF7A-99897FA1A6F0}"/>
              </a:ext>
            </a:extLst>
          </p:cNvPr>
          <p:cNvSpPr>
            <a:spLocks noGrp="1"/>
          </p:cNvSpPr>
          <p:nvPr/>
        </p:nvSpPr>
        <p:spPr>
          <a:xfrm>
            <a:off x="6346649" y="4052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5" name="F1_main_prauc_644">
            <a:extLst>
              <a:ext uri="{FF2B5EF4-FFF2-40B4-BE49-F238E27FC236}">
                <a16:creationId xmlns:a16="http://schemas.microsoft.com/office/drawing/2014/main" id="{F2D21AE9-8D51-4A84-B9D2-2C038BBCAF91}"/>
              </a:ext>
            </a:extLst>
          </p:cNvPr>
          <p:cNvSpPr>
            <a:spLocks noGrp="1"/>
          </p:cNvSpPr>
          <p:nvPr/>
        </p:nvSpPr>
        <p:spPr>
          <a:xfrm>
            <a:off x="61407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6" name="F1_main_prauc_645">
            <a:extLst>
              <a:ext uri="{FF2B5EF4-FFF2-40B4-BE49-F238E27FC236}">
                <a16:creationId xmlns:a16="http://schemas.microsoft.com/office/drawing/2014/main" id="{22902012-31AD-4651-B4CC-7636229F5D30}"/>
              </a:ext>
            </a:extLst>
          </p:cNvPr>
          <p:cNvSpPr>
            <a:spLocks noGrp="1"/>
          </p:cNvSpPr>
          <p:nvPr/>
        </p:nvSpPr>
        <p:spPr>
          <a:xfrm>
            <a:off x="626402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7" name="F1_main_prauc_646">
            <a:extLst>
              <a:ext uri="{FF2B5EF4-FFF2-40B4-BE49-F238E27FC236}">
                <a16:creationId xmlns:a16="http://schemas.microsoft.com/office/drawing/2014/main" id="{2F190301-CF83-4679-8450-739C9D095F9F}"/>
              </a:ext>
            </a:extLst>
          </p:cNvPr>
          <p:cNvSpPr>
            <a:spLocks noGrp="1"/>
          </p:cNvSpPr>
          <p:nvPr/>
        </p:nvSpPr>
        <p:spPr>
          <a:xfrm>
            <a:off x="6254223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8" name="F1_main_prauc_647">
            <a:extLst>
              <a:ext uri="{FF2B5EF4-FFF2-40B4-BE49-F238E27FC236}">
                <a16:creationId xmlns:a16="http://schemas.microsoft.com/office/drawing/2014/main" id="{E4BE663A-44A0-4CBE-92BB-CF1B70D0781D}"/>
              </a:ext>
            </a:extLst>
          </p:cNvPr>
          <p:cNvSpPr>
            <a:spLocks noGrp="1"/>
          </p:cNvSpPr>
          <p:nvPr/>
        </p:nvSpPr>
        <p:spPr>
          <a:xfrm>
            <a:off x="627747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9" name="F1_main_prauc_648">
            <a:extLst>
              <a:ext uri="{FF2B5EF4-FFF2-40B4-BE49-F238E27FC236}">
                <a16:creationId xmlns:a16="http://schemas.microsoft.com/office/drawing/2014/main" id="{F9853CFE-9E4B-4C1C-BD65-70C5F9EB7582}"/>
              </a:ext>
            </a:extLst>
          </p:cNvPr>
          <p:cNvSpPr>
            <a:spLocks noGrp="1"/>
          </p:cNvSpPr>
          <p:nvPr/>
        </p:nvSpPr>
        <p:spPr>
          <a:xfrm>
            <a:off x="615880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0" name="F1_main_prauc_649">
            <a:extLst>
              <a:ext uri="{FF2B5EF4-FFF2-40B4-BE49-F238E27FC236}">
                <a16:creationId xmlns:a16="http://schemas.microsoft.com/office/drawing/2014/main" id="{5BB090B5-8695-4B47-9862-BEC345B1BF74}"/>
              </a:ext>
            </a:extLst>
          </p:cNvPr>
          <p:cNvSpPr>
            <a:spLocks noGrp="1"/>
          </p:cNvSpPr>
          <p:nvPr/>
        </p:nvSpPr>
        <p:spPr>
          <a:xfrm>
            <a:off x="6166315" y="38825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1" name="F1_main_prauc_650">
            <a:extLst>
              <a:ext uri="{FF2B5EF4-FFF2-40B4-BE49-F238E27FC236}">
                <a16:creationId xmlns:a16="http://schemas.microsoft.com/office/drawing/2014/main" id="{208200DD-6F10-4585-88EE-1CD21982C92F}"/>
              </a:ext>
            </a:extLst>
          </p:cNvPr>
          <p:cNvSpPr>
            <a:spLocks noGrp="1"/>
          </p:cNvSpPr>
          <p:nvPr/>
        </p:nvSpPr>
        <p:spPr>
          <a:xfrm>
            <a:off x="6217234" y="5594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2" name="F1_main_prauc_651">
            <a:extLst>
              <a:ext uri="{FF2B5EF4-FFF2-40B4-BE49-F238E27FC236}">
                <a16:creationId xmlns:a16="http://schemas.microsoft.com/office/drawing/2014/main" id="{A85D395E-5065-4BD3-AA7C-4D0F555DD75D}"/>
              </a:ext>
            </a:extLst>
          </p:cNvPr>
          <p:cNvSpPr>
            <a:spLocks noGrp="1"/>
          </p:cNvSpPr>
          <p:nvPr/>
        </p:nvSpPr>
        <p:spPr>
          <a:xfrm>
            <a:off x="6154121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3" name="F1_main_prauc_652">
            <a:extLst>
              <a:ext uri="{FF2B5EF4-FFF2-40B4-BE49-F238E27FC236}">
                <a16:creationId xmlns:a16="http://schemas.microsoft.com/office/drawing/2014/main" id="{D4303737-8DC2-4027-A0CD-F98B104BED7E}"/>
              </a:ext>
            </a:extLst>
          </p:cNvPr>
          <p:cNvSpPr>
            <a:spLocks noGrp="1"/>
          </p:cNvSpPr>
          <p:nvPr/>
        </p:nvSpPr>
        <p:spPr>
          <a:xfrm>
            <a:off x="635285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4" name="F1_main_prauc_653">
            <a:extLst>
              <a:ext uri="{FF2B5EF4-FFF2-40B4-BE49-F238E27FC236}">
                <a16:creationId xmlns:a16="http://schemas.microsoft.com/office/drawing/2014/main" id="{C761347E-78B9-449D-BC1B-C0FE6B563AFC}"/>
              </a:ext>
            </a:extLst>
          </p:cNvPr>
          <p:cNvSpPr>
            <a:spLocks noGrp="1"/>
          </p:cNvSpPr>
          <p:nvPr/>
        </p:nvSpPr>
        <p:spPr>
          <a:xfrm>
            <a:off x="6236581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5" name="F1_main_prauc_654">
            <a:extLst>
              <a:ext uri="{FF2B5EF4-FFF2-40B4-BE49-F238E27FC236}">
                <a16:creationId xmlns:a16="http://schemas.microsoft.com/office/drawing/2014/main" id="{9EF25D24-0338-4975-96FB-F6F5ECC6716D}"/>
              </a:ext>
            </a:extLst>
          </p:cNvPr>
          <p:cNvSpPr>
            <a:spLocks noGrp="1"/>
          </p:cNvSpPr>
          <p:nvPr/>
        </p:nvSpPr>
        <p:spPr>
          <a:xfrm>
            <a:off x="619630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6" name="F1_main_prauc_655">
            <a:extLst>
              <a:ext uri="{FF2B5EF4-FFF2-40B4-BE49-F238E27FC236}">
                <a16:creationId xmlns:a16="http://schemas.microsoft.com/office/drawing/2014/main" id="{20DAF074-F0B2-4061-A73C-24C94BF6E825}"/>
              </a:ext>
            </a:extLst>
          </p:cNvPr>
          <p:cNvSpPr>
            <a:spLocks noGrp="1"/>
          </p:cNvSpPr>
          <p:nvPr/>
        </p:nvSpPr>
        <p:spPr>
          <a:xfrm>
            <a:off x="6195171" y="6042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7" name="F1_main_prauc_656">
            <a:extLst>
              <a:ext uri="{FF2B5EF4-FFF2-40B4-BE49-F238E27FC236}">
                <a16:creationId xmlns:a16="http://schemas.microsoft.com/office/drawing/2014/main" id="{8FD001B3-D2B1-45A2-ABFC-00BF09A40FA2}"/>
              </a:ext>
            </a:extLst>
          </p:cNvPr>
          <p:cNvSpPr>
            <a:spLocks noGrp="1"/>
          </p:cNvSpPr>
          <p:nvPr/>
        </p:nvSpPr>
        <p:spPr>
          <a:xfrm>
            <a:off x="625948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8" name="F1_main_prauc_657">
            <a:extLst>
              <a:ext uri="{FF2B5EF4-FFF2-40B4-BE49-F238E27FC236}">
                <a16:creationId xmlns:a16="http://schemas.microsoft.com/office/drawing/2014/main" id="{6B7A77D3-55FD-4C39-B5C7-8A10F99CB62A}"/>
              </a:ext>
            </a:extLst>
          </p:cNvPr>
          <p:cNvSpPr>
            <a:spLocks noGrp="1"/>
          </p:cNvSpPr>
          <p:nvPr/>
        </p:nvSpPr>
        <p:spPr>
          <a:xfrm>
            <a:off x="6260735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9" name="F1_main_prauc_658">
            <a:extLst>
              <a:ext uri="{FF2B5EF4-FFF2-40B4-BE49-F238E27FC236}">
                <a16:creationId xmlns:a16="http://schemas.microsoft.com/office/drawing/2014/main" id="{38C1FF9F-3973-4FED-9CCA-A5F151FE3CFF}"/>
              </a:ext>
            </a:extLst>
          </p:cNvPr>
          <p:cNvSpPr>
            <a:spLocks noGrp="1"/>
          </p:cNvSpPr>
          <p:nvPr/>
        </p:nvSpPr>
        <p:spPr>
          <a:xfrm>
            <a:off x="619681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0" name="F1_main_prauc_659">
            <a:extLst>
              <a:ext uri="{FF2B5EF4-FFF2-40B4-BE49-F238E27FC236}">
                <a16:creationId xmlns:a16="http://schemas.microsoft.com/office/drawing/2014/main" id="{466CEE81-17A7-490B-842C-B8BFD4B4BFA9}"/>
              </a:ext>
            </a:extLst>
          </p:cNvPr>
          <p:cNvSpPr>
            <a:spLocks noGrp="1"/>
          </p:cNvSpPr>
          <p:nvPr/>
        </p:nvSpPr>
        <p:spPr>
          <a:xfrm>
            <a:off x="625978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1" name="F1_main_prauc_660">
            <a:extLst>
              <a:ext uri="{FF2B5EF4-FFF2-40B4-BE49-F238E27FC236}">
                <a16:creationId xmlns:a16="http://schemas.microsoft.com/office/drawing/2014/main" id="{2B97E09C-0B85-438B-A75A-2D6024A4DBF8}"/>
              </a:ext>
            </a:extLst>
          </p:cNvPr>
          <p:cNvSpPr>
            <a:spLocks noGrp="1"/>
          </p:cNvSpPr>
          <p:nvPr/>
        </p:nvSpPr>
        <p:spPr>
          <a:xfrm>
            <a:off x="629674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2" name="F1_main_prauc_661">
            <a:extLst>
              <a:ext uri="{FF2B5EF4-FFF2-40B4-BE49-F238E27FC236}">
                <a16:creationId xmlns:a16="http://schemas.microsoft.com/office/drawing/2014/main" id="{94D7A7FB-C3D3-496A-BDF9-D0071749FF8A}"/>
              </a:ext>
            </a:extLst>
          </p:cNvPr>
          <p:cNvSpPr>
            <a:spLocks noGrp="1"/>
          </p:cNvSpPr>
          <p:nvPr/>
        </p:nvSpPr>
        <p:spPr>
          <a:xfrm>
            <a:off x="61822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3" name="F1_main_prauc_662">
            <a:extLst>
              <a:ext uri="{FF2B5EF4-FFF2-40B4-BE49-F238E27FC236}">
                <a16:creationId xmlns:a16="http://schemas.microsoft.com/office/drawing/2014/main" id="{45FED3CD-99F3-47C4-A173-0CBE86761152}"/>
              </a:ext>
            </a:extLst>
          </p:cNvPr>
          <p:cNvSpPr>
            <a:spLocks noGrp="1"/>
          </p:cNvSpPr>
          <p:nvPr/>
        </p:nvSpPr>
        <p:spPr>
          <a:xfrm>
            <a:off x="6178172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4" name="F1_main_prauc_663">
            <a:extLst>
              <a:ext uri="{FF2B5EF4-FFF2-40B4-BE49-F238E27FC236}">
                <a16:creationId xmlns:a16="http://schemas.microsoft.com/office/drawing/2014/main" id="{A0DB1213-B4D1-45A8-83FF-833416307A3A}"/>
              </a:ext>
            </a:extLst>
          </p:cNvPr>
          <p:cNvSpPr>
            <a:spLocks noGrp="1"/>
          </p:cNvSpPr>
          <p:nvPr/>
        </p:nvSpPr>
        <p:spPr>
          <a:xfrm>
            <a:off x="6307046" y="58056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5" name="F1_main_prauc_664">
            <a:extLst>
              <a:ext uri="{FF2B5EF4-FFF2-40B4-BE49-F238E27FC236}">
                <a16:creationId xmlns:a16="http://schemas.microsoft.com/office/drawing/2014/main" id="{3C6D99F1-F3C0-4A3F-934E-8F003DF4A71A}"/>
              </a:ext>
            </a:extLst>
          </p:cNvPr>
          <p:cNvSpPr>
            <a:spLocks noGrp="1"/>
          </p:cNvSpPr>
          <p:nvPr/>
        </p:nvSpPr>
        <p:spPr>
          <a:xfrm>
            <a:off x="617338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6" name="F1_main_prauc_665">
            <a:extLst>
              <a:ext uri="{FF2B5EF4-FFF2-40B4-BE49-F238E27FC236}">
                <a16:creationId xmlns:a16="http://schemas.microsoft.com/office/drawing/2014/main" id="{46E07118-B8C6-47DB-B407-AE1A78ADA203}"/>
              </a:ext>
            </a:extLst>
          </p:cNvPr>
          <p:cNvSpPr>
            <a:spLocks noGrp="1"/>
          </p:cNvSpPr>
          <p:nvPr/>
        </p:nvSpPr>
        <p:spPr>
          <a:xfrm>
            <a:off x="6179750" y="43724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7" name="F1_main_prauc_666">
            <a:extLst>
              <a:ext uri="{FF2B5EF4-FFF2-40B4-BE49-F238E27FC236}">
                <a16:creationId xmlns:a16="http://schemas.microsoft.com/office/drawing/2014/main" id="{11724976-907F-4027-84E2-82364D0D7264}"/>
              </a:ext>
            </a:extLst>
          </p:cNvPr>
          <p:cNvSpPr>
            <a:spLocks noGrp="1"/>
          </p:cNvSpPr>
          <p:nvPr/>
        </p:nvSpPr>
        <p:spPr>
          <a:xfrm>
            <a:off x="6266787" y="5092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8" name="F1_main_prauc_667">
            <a:extLst>
              <a:ext uri="{FF2B5EF4-FFF2-40B4-BE49-F238E27FC236}">
                <a16:creationId xmlns:a16="http://schemas.microsoft.com/office/drawing/2014/main" id="{CA3C1BB1-5686-42F8-B8DF-2DF4B8A98E42}"/>
              </a:ext>
            </a:extLst>
          </p:cNvPr>
          <p:cNvSpPr>
            <a:spLocks noGrp="1"/>
          </p:cNvSpPr>
          <p:nvPr/>
        </p:nvSpPr>
        <p:spPr>
          <a:xfrm>
            <a:off x="617628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9" name="F1_main_prauc_668">
            <a:extLst>
              <a:ext uri="{FF2B5EF4-FFF2-40B4-BE49-F238E27FC236}">
                <a16:creationId xmlns:a16="http://schemas.microsoft.com/office/drawing/2014/main" id="{0F51DBCB-A0F7-4865-AB5A-F51361247A94}"/>
              </a:ext>
            </a:extLst>
          </p:cNvPr>
          <p:cNvSpPr>
            <a:spLocks noGrp="1"/>
          </p:cNvSpPr>
          <p:nvPr/>
        </p:nvSpPr>
        <p:spPr>
          <a:xfrm>
            <a:off x="619990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0" name="F1_main_prauc_669">
            <a:extLst>
              <a:ext uri="{FF2B5EF4-FFF2-40B4-BE49-F238E27FC236}">
                <a16:creationId xmlns:a16="http://schemas.microsoft.com/office/drawing/2014/main" id="{FB20E8F7-75E9-4F3C-B566-59074B7BEB62}"/>
              </a:ext>
            </a:extLst>
          </p:cNvPr>
          <p:cNvSpPr>
            <a:spLocks noGrp="1"/>
          </p:cNvSpPr>
          <p:nvPr/>
        </p:nvSpPr>
        <p:spPr>
          <a:xfrm>
            <a:off x="614402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1" name="F1_main_prauc_670">
            <a:extLst>
              <a:ext uri="{FF2B5EF4-FFF2-40B4-BE49-F238E27FC236}">
                <a16:creationId xmlns:a16="http://schemas.microsoft.com/office/drawing/2014/main" id="{06528F32-FEDF-4131-A9AE-6C7D7751085D}"/>
              </a:ext>
            </a:extLst>
          </p:cNvPr>
          <p:cNvSpPr>
            <a:spLocks noGrp="1"/>
          </p:cNvSpPr>
          <p:nvPr/>
        </p:nvSpPr>
        <p:spPr>
          <a:xfrm>
            <a:off x="621781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2" name="F1_main_prauc_671">
            <a:extLst>
              <a:ext uri="{FF2B5EF4-FFF2-40B4-BE49-F238E27FC236}">
                <a16:creationId xmlns:a16="http://schemas.microsoft.com/office/drawing/2014/main" id="{A31F0A1D-311C-4448-825D-F060A01D782F}"/>
              </a:ext>
            </a:extLst>
          </p:cNvPr>
          <p:cNvSpPr>
            <a:spLocks noGrp="1"/>
          </p:cNvSpPr>
          <p:nvPr/>
        </p:nvSpPr>
        <p:spPr>
          <a:xfrm>
            <a:off x="61471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3" name="F1_main_prauc_672">
            <a:extLst>
              <a:ext uri="{FF2B5EF4-FFF2-40B4-BE49-F238E27FC236}">
                <a16:creationId xmlns:a16="http://schemas.microsoft.com/office/drawing/2014/main" id="{5B247C64-BE83-4D37-B66D-C4830889B4B8}"/>
              </a:ext>
            </a:extLst>
          </p:cNvPr>
          <p:cNvSpPr>
            <a:spLocks noGrp="1"/>
          </p:cNvSpPr>
          <p:nvPr/>
        </p:nvSpPr>
        <p:spPr>
          <a:xfrm>
            <a:off x="6278142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4" name="F1_main_prauc_673">
            <a:extLst>
              <a:ext uri="{FF2B5EF4-FFF2-40B4-BE49-F238E27FC236}">
                <a16:creationId xmlns:a16="http://schemas.microsoft.com/office/drawing/2014/main" id="{9452E9E1-68DD-4D16-894D-B0E09A4CF68D}"/>
              </a:ext>
            </a:extLst>
          </p:cNvPr>
          <p:cNvSpPr>
            <a:spLocks noGrp="1"/>
          </p:cNvSpPr>
          <p:nvPr/>
        </p:nvSpPr>
        <p:spPr>
          <a:xfrm>
            <a:off x="6340817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5" name="F1_main_prauc_674">
            <a:extLst>
              <a:ext uri="{FF2B5EF4-FFF2-40B4-BE49-F238E27FC236}">
                <a16:creationId xmlns:a16="http://schemas.microsoft.com/office/drawing/2014/main" id="{47E8367A-E4E7-4594-BAFD-76113E254CE0}"/>
              </a:ext>
            </a:extLst>
          </p:cNvPr>
          <p:cNvSpPr>
            <a:spLocks noGrp="1"/>
          </p:cNvSpPr>
          <p:nvPr/>
        </p:nvSpPr>
        <p:spPr>
          <a:xfrm>
            <a:off x="625210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6" name="F1_main_prauc_675">
            <a:extLst>
              <a:ext uri="{FF2B5EF4-FFF2-40B4-BE49-F238E27FC236}">
                <a16:creationId xmlns:a16="http://schemas.microsoft.com/office/drawing/2014/main" id="{2C9BE8A1-F1A6-4AAC-8DC2-D23516D7C8D5}"/>
              </a:ext>
            </a:extLst>
          </p:cNvPr>
          <p:cNvSpPr>
            <a:spLocks noGrp="1"/>
          </p:cNvSpPr>
          <p:nvPr/>
        </p:nvSpPr>
        <p:spPr>
          <a:xfrm>
            <a:off x="617509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7" name="F1_main_prauc_676">
            <a:extLst>
              <a:ext uri="{FF2B5EF4-FFF2-40B4-BE49-F238E27FC236}">
                <a16:creationId xmlns:a16="http://schemas.microsoft.com/office/drawing/2014/main" id="{3B794EF9-2B62-498B-9DB0-DF4548B64E10}"/>
              </a:ext>
            </a:extLst>
          </p:cNvPr>
          <p:cNvSpPr>
            <a:spLocks noGrp="1"/>
          </p:cNvSpPr>
          <p:nvPr/>
        </p:nvSpPr>
        <p:spPr>
          <a:xfrm>
            <a:off x="6254297" y="41169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8" name="F1_main_prauc_677">
            <a:extLst>
              <a:ext uri="{FF2B5EF4-FFF2-40B4-BE49-F238E27FC236}">
                <a16:creationId xmlns:a16="http://schemas.microsoft.com/office/drawing/2014/main" id="{F3D278E7-CACC-448E-837E-D4E18833EAB4}"/>
              </a:ext>
            </a:extLst>
          </p:cNvPr>
          <p:cNvSpPr>
            <a:spLocks noGrp="1"/>
          </p:cNvSpPr>
          <p:nvPr/>
        </p:nvSpPr>
        <p:spPr>
          <a:xfrm>
            <a:off x="625296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9" name="F1_main_prauc_678">
            <a:extLst>
              <a:ext uri="{FF2B5EF4-FFF2-40B4-BE49-F238E27FC236}">
                <a16:creationId xmlns:a16="http://schemas.microsoft.com/office/drawing/2014/main" id="{306B03B9-04E5-4491-981E-43A33D2F00A1}"/>
              </a:ext>
            </a:extLst>
          </p:cNvPr>
          <p:cNvSpPr>
            <a:spLocks noGrp="1"/>
          </p:cNvSpPr>
          <p:nvPr/>
        </p:nvSpPr>
        <p:spPr>
          <a:xfrm>
            <a:off x="617472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0" name="F1_main_prauc_679">
            <a:extLst>
              <a:ext uri="{FF2B5EF4-FFF2-40B4-BE49-F238E27FC236}">
                <a16:creationId xmlns:a16="http://schemas.microsoft.com/office/drawing/2014/main" id="{AB5F1035-D2B6-4B63-849D-4BBB9CC3059D}"/>
              </a:ext>
            </a:extLst>
          </p:cNvPr>
          <p:cNvSpPr>
            <a:spLocks noGrp="1"/>
          </p:cNvSpPr>
          <p:nvPr/>
        </p:nvSpPr>
        <p:spPr>
          <a:xfrm>
            <a:off x="6148436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1" name="F1_main_prauc_680">
            <a:extLst>
              <a:ext uri="{FF2B5EF4-FFF2-40B4-BE49-F238E27FC236}">
                <a16:creationId xmlns:a16="http://schemas.microsoft.com/office/drawing/2014/main" id="{6903CE8C-0626-4C59-B15B-F9BA9B3E3F55}"/>
              </a:ext>
            </a:extLst>
          </p:cNvPr>
          <p:cNvSpPr>
            <a:spLocks noGrp="1"/>
          </p:cNvSpPr>
          <p:nvPr/>
        </p:nvSpPr>
        <p:spPr>
          <a:xfrm>
            <a:off x="627707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2" name="F1_main_prauc_681">
            <a:extLst>
              <a:ext uri="{FF2B5EF4-FFF2-40B4-BE49-F238E27FC236}">
                <a16:creationId xmlns:a16="http://schemas.microsoft.com/office/drawing/2014/main" id="{356DCF2A-4609-49F2-83A7-0632DF721833}"/>
              </a:ext>
            </a:extLst>
          </p:cNvPr>
          <p:cNvSpPr>
            <a:spLocks noGrp="1"/>
          </p:cNvSpPr>
          <p:nvPr/>
        </p:nvSpPr>
        <p:spPr>
          <a:xfrm>
            <a:off x="634528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3" name="F1_main_prauc_682">
            <a:extLst>
              <a:ext uri="{FF2B5EF4-FFF2-40B4-BE49-F238E27FC236}">
                <a16:creationId xmlns:a16="http://schemas.microsoft.com/office/drawing/2014/main" id="{0801CA0F-0992-4E03-A188-862104EB2173}"/>
              </a:ext>
            </a:extLst>
          </p:cNvPr>
          <p:cNvSpPr>
            <a:spLocks noGrp="1"/>
          </p:cNvSpPr>
          <p:nvPr/>
        </p:nvSpPr>
        <p:spPr>
          <a:xfrm>
            <a:off x="6281324" y="57816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4" name="F1_main_prauc_683">
            <a:extLst>
              <a:ext uri="{FF2B5EF4-FFF2-40B4-BE49-F238E27FC236}">
                <a16:creationId xmlns:a16="http://schemas.microsoft.com/office/drawing/2014/main" id="{1EAC5823-FDA6-4A6E-94C1-00BC123E0547}"/>
              </a:ext>
            </a:extLst>
          </p:cNvPr>
          <p:cNvSpPr>
            <a:spLocks noGrp="1"/>
          </p:cNvSpPr>
          <p:nvPr/>
        </p:nvSpPr>
        <p:spPr>
          <a:xfrm>
            <a:off x="618559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5" name="F1_main_prauc_684">
            <a:extLst>
              <a:ext uri="{FF2B5EF4-FFF2-40B4-BE49-F238E27FC236}">
                <a16:creationId xmlns:a16="http://schemas.microsoft.com/office/drawing/2014/main" id="{9F9F793F-A871-4761-A0C9-D8BED6F21B4F}"/>
              </a:ext>
            </a:extLst>
          </p:cNvPr>
          <p:cNvSpPr>
            <a:spLocks noGrp="1"/>
          </p:cNvSpPr>
          <p:nvPr/>
        </p:nvSpPr>
        <p:spPr>
          <a:xfrm>
            <a:off x="63408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6" name="F1_main_prauc_685">
            <a:extLst>
              <a:ext uri="{FF2B5EF4-FFF2-40B4-BE49-F238E27FC236}">
                <a16:creationId xmlns:a16="http://schemas.microsoft.com/office/drawing/2014/main" id="{A069E284-5D4E-49C4-8BE9-A4E0156A27B1}"/>
              </a:ext>
            </a:extLst>
          </p:cNvPr>
          <p:cNvSpPr>
            <a:spLocks noGrp="1"/>
          </p:cNvSpPr>
          <p:nvPr/>
        </p:nvSpPr>
        <p:spPr>
          <a:xfrm>
            <a:off x="628986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7" name="F1_main_prauc_686">
            <a:extLst>
              <a:ext uri="{FF2B5EF4-FFF2-40B4-BE49-F238E27FC236}">
                <a16:creationId xmlns:a16="http://schemas.microsoft.com/office/drawing/2014/main" id="{50748A4C-079A-4B7D-92E8-95882ACD7504}"/>
              </a:ext>
            </a:extLst>
          </p:cNvPr>
          <p:cNvSpPr>
            <a:spLocks noGrp="1"/>
          </p:cNvSpPr>
          <p:nvPr/>
        </p:nvSpPr>
        <p:spPr>
          <a:xfrm>
            <a:off x="62746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8" name="F1_main_prauc_687">
            <a:extLst>
              <a:ext uri="{FF2B5EF4-FFF2-40B4-BE49-F238E27FC236}">
                <a16:creationId xmlns:a16="http://schemas.microsoft.com/office/drawing/2014/main" id="{2647F651-0B32-4965-AD07-4061ECA86332}"/>
              </a:ext>
            </a:extLst>
          </p:cNvPr>
          <p:cNvSpPr>
            <a:spLocks noGrp="1"/>
          </p:cNvSpPr>
          <p:nvPr/>
        </p:nvSpPr>
        <p:spPr>
          <a:xfrm>
            <a:off x="6263464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9" name="F1_main_prauc_688">
            <a:extLst>
              <a:ext uri="{FF2B5EF4-FFF2-40B4-BE49-F238E27FC236}">
                <a16:creationId xmlns:a16="http://schemas.microsoft.com/office/drawing/2014/main" id="{081A2E8B-6326-4F6B-BFB2-CC04EE55CEA0}"/>
              </a:ext>
            </a:extLst>
          </p:cNvPr>
          <p:cNvSpPr>
            <a:spLocks noGrp="1"/>
          </p:cNvSpPr>
          <p:nvPr/>
        </p:nvSpPr>
        <p:spPr>
          <a:xfrm>
            <a:off x="615341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0" name="F1_main_prauc_689">
            <a:extLst>
              <a:ext uri="{FF2B5EF4-FFF2-40B4-BE49-F238E27FC236}">
                <a16:creationId xmlns:a16="http://schemas.microsoft.com/office/drawing/2014/main" id="{5754CB3D-330E-46EE-955B-F692D50B5850}"/>
              </a:ext>
            </a:extLst>
          </p:cNvPr>
          <p:cNvSpPr>
            <a:spLocks noGrp="1"/>
          </p:cNvSpPr>
          <p:nvPr/>
        </p:nvSpPr>
        <p:spPr>
          <a:xfrm>
            <a:off x="63478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1" name="F1_main_prauc_690">
            <a:extLst>
              <a:ext uri="{FF2B5EF4-FFF2-40B4-BE49-F238E27FC236}">
                <a16:creationId xmlns:a16="http://schemas.microsoft.com/office/drawing/2014/main" id="{775570FA-FA81-45BF-8E5A-B42BD79A4E95}"/>
              </a:ext>
            </a:extLst>
          </p:cNvPr>
          <p:cNvSpPr>
            <a:spLocks noGrp="1"/>
          </p:cNvSpPr>
          <p:nvPr/>
        </p:nvSpPr>
        <p:spPr>
          <a:xfrm>
            <a:off x="6165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2" name="F1_main_prauc_691">
            <a:extLst>
              <a:ext uri="{FF2B5EF4-FFF2-40B4-BE49-F238E27FC236}">
                <a16:creationId xmlns:a16="http://schemas.microsoft.com/office/drawing/2014/main" id="{7636B180-C216-48AC-8913-3FAD375E938B}"/>
              </a:ext>
            </a:extLst>
          </p:cNvPr>
          <p:cNvSpPr>
            <a:spLocks noGrp="1"/>
          </p:cNvSpPr>
          <p:nvPr/>
        </p:nvSpPr>
        <p:spPr>
          <a:xfrm>
            <a:off x="614971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3" name="F1_main_prauc_692">
            <a:extLst>
              <a:ext uri="{FF2B5EF4-FFF2-40B4-BE49-F238E27FC236}">
                <a16:creationId xmlns:a16="http://schemas.microsoft.com/office/drawing/2014/main" id="{BC2660B8-A9BE-4235-890B-A6089AAF8907}"/>
              </a:ext>
            </a:extLst>
          </p:cNvPr>
          <p:cNvSpPr>
            <a:spLocks noGrp="1"/>
          </p:cNvSpPr>
          <p:nvPr/>
        </p:nvSpPr>
        <p:spPr>
          <a:xfrm>
            <a:off x="632256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4" name="F1_main_prauc_693">
            <a:extLst>
              <a:ext uri="{FF2B5EF4-FFF2-40B4-BE49-F238E27FC236}">
                <a16:creationId xmlns:a16="http://schemas.microsoft.com/office/drawing/2014/main" id="{A3F91FA9-E071-4CD0-BC35-17976CDE3F60}"/>
              </a:ext>
            </a:extLst>
          </p:cNvPr>
          <p:cNvSpPr>
            <a:spLocks noGrp="1"/>
          </p:cNvSpPr>
          <p:nvPr/>
        </p:nvSpPr>
        <p:spPr>
          <a:xfrm>
            <a:off x="6175452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5" name="F1_main_prauc_694">
            <a:extLst>
              <a:ext uri="{FF2B5EF4-FFF2-40B4-BE49-F238E27FC236}">
                <a16:creationId xmlns:a16="http://schemas.microsoft.com/office/drawing/2014/main" id="{42D60DFB-9690-434E-9CF2-7CA4F540B533}"/>
              </a:ext>
            </a:extLst>
          </p:cNvPr>
          <p:cNvSpPr>
            <a:spLocks noGrp="1"/>
          </p:cNvSpPr>
          <p:nvPr/>
        </p:nvSpPr>
        <p:spPr>
          <a:xfrm>
            <a:off x="623355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6" name="F1_main_prauc_695">
            <a:extLst>
              <a:ext uri="{FF2B5EF4-FFF2-40B4-BE49-F238E27FC236}">
                <a16:creationId xmlns:a16="http://schemas.microsoft.com/office/drawing/2014/main" id="{10375280-BD0E-4969-BA2C-02675D94F0E8}"/>
              </a:ext>
            </a:extLst>
          </p:cNvPr>
          <p:cNvSpPr>
            <a:spLocks noGrp="1"/>
          </p:cNvSpPr>
          <p:nvPr/>
        </p:nvSpPr>
        <p:spPr>
          <a:xfrm>
            <a:off x="626083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7" name="F1_main_prauc_696">
            <a:extLst>
              <a:ext uri="{FF2B5EF4-FFF2-40B4-BE49-F238E27FC236}">
                <a16:creationId xmlns:a16="http://schemas.microsoft.com/office/drawing/2014/main" id="{06DF375F-A885-48E1-9F18-1ADB432FEA61}"/>
              </a:ext>
            </a:extLst>
          </p:cNvPr>
          <p:cNvSpPr>
            <a:spLocks noGrp="1"/>
          </p:cNvSpPr>
          <p:nvPr/>
        </p:nvSpPr>
        <p:spPr>
          <a:xfrm>
            <a:off x="6252836" y="51694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8" name="F1_main_prauc_697">
            <a:extLst>
              <a:ext uri="{FF2B5EF4-FFF2-40B4-BE49-F238E27FC236}">
                <a16:creationId xmlns:a16="http://schemas.microsoft.com/office/drawing/2014/main" id="{20B71CB8-5351-42CC-BE78-C95FC69948ED}"/>
              </a:ext>
            </a:extLst>
          </p:cNvPr>
          <p:cNvSpPr>
            <a:spLocks noGrp="1"/>
          </p:cNvSpPr>
          <p:nvPr/>
        </p:nvSpPr>
        <p:spPr>
          <a:xfrm>
            <a:off x="6321444" y="48563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9" name="F1_main_prauc_698">
            <a:extLst>
              <a:ext uri="{FF2B5EF4-FFF2-40B4-BE49-F238E27FC236}">
                <a16:creationId xmlns:a16="http://schemas.microsoft.com/office/drawing/2014/main" id="{FCA79007-46F1-4CFA-A861-636A5D168C6E}"/>
              </a:ext>
            </a:extLst>
          </p:cNvPr>
          <p:cNvSpPr>
            <a:spLocks noGrp="1"/>
          </p:cNvSpPr>
          <p:nvPr/>
        </p:nvSpPr>
        <p:spPr>
          <a:xfrm>
            <a:off x="61984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0" name="F1_main_prauc_699">
            <a:extLst>
              <a:ext uri="{FF2B5EF4-FFF2-40B4-BE49-F238E27FC236}">
                <a16:creationId xmlns:a16="http://schemas.microsoft.com/office/drawing/2014/main" id="{76E6072F-9D69-4B79-A67E-3F2D7538CC94}"/>
              </a:ext>
            </a:extLst>
          </p:cNvPr>
          <p:cNvSpPr>
            <a:spLocks noGrp="1"/>
          </p:cNvSpPr>
          <p:nvPr/>
        </p:nvSpPr>
        <p:spPr>
          <a:xfrm>
            <a:off x="62131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1" name="F1_main_prauc_700">
            <a:extLst>
              <a:ext uri="{FF2B5EF4-FFF2-40B4-BE49-F238E27FC236}">
                <a16:creationId xmlns:a16="http://schemas.microsoft.com/office/drawing/2014/main" id="{7BEB5B37-1A11-48C1-B166-48F0D26444AF}"/>
              </a:ext>
            </a:extLst>
          </p:cNvPr>
          <p:cNvSpPr>
            <a:spLocks noGrp="1"/>
          </p:cNvSpPr>
          <p:nvPr/>
        </p:nvSpPr>
        <p:spPr>
          <a:xfrm>
            <a:off x="6176408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2" name="F1_main_prauc_701">
            <a:extLst>
              <a:ext uri="{FF2B5EF4-FFF2-40B4-BE49-F238E27FC236}">
                <a16:creationId xmlns:a16="http://schemas.microsoft.com/office/drawing/2014/main" id="{82523E53-CC15-423E-BFE2-BBDAD094A391}"/>
              </a:ext>
            </a:extLst>
          </p:cNvPr>
          <p:cNvSpPr>
            <a:spLocks noGrp="1"/>
          </p:cNvSpPr>
          <p:nvPr/>
        </p:nvSpPr>
        <p:spPr>
          <a:xfrm>
            <a:off x="618091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3" name="F1_main_prauc_702">
            <a:extLst>
              <a:ext uri="{FF2B5EF4-FFF2-40B4-BE49-F238E27FC236}">
                <a16:creationId xmlns:a16="http://schemas.microsoft.com/office/drawing/2014/main" id="{7ED67FC6-0FCB-4D85-AA2F-C70B19CC782E}"/>
              </a:ext>
            </a:extLst>
          </p:cNvPr>
          <p:cNvSpPr>
            <a:spLocks noGrp="1"/>
          </p:cNvSpPr>
          <p:nvPr/>
        </p:nvSpPr>
        <p:spPr>
          <a:xfrm>
            <a:off x="6344918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4" name="F1_main_prauc_703">
            <a:extLst>
              <a:ext uri="{FF2B5EF4-FFF2-40B4-BE49-F238E27FC236}">
                <a16:creationId xmlns:a16="http://schemas.microsoft.com/office/drawing/2014/main" id="{018406A1-5792-469B-BF2E-DFC3DC4B18DE}"/>
              </a:ext>
            </a:extLst>
          </p:cNvPr>
          <p:cNvSpPr>
            <a:spLocks noGrp="1"/>
          </p:cNvSpPr>
          <p:nvPr/>
        </p:nvSpPr>
        <p:spPr>
          <a:xfrm>
            <a:off x="626654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5" name="F1_main_prauc_704">
            <a:extLst>
              <a:ext uri="{FF2B5EF4-FFF2-40B4-BE49-F238E27FC236}">
                <a16:creationId xmlns:a16="http://schemas.microsoft.com/office/drawing/2014/main" id="{9FCE08F4-DED1-45C0-99B4-E215FD7D9AC1}"/>
              </a:ext>
            </a:extLst>
          </p:cNvPr>
          <p:cNvSpPr>
            <a:spLocks noGrp="1"/>
          </p:cNvSpPr>
          <p:nvPr/>
        </p:nvSpPr>
        <p:spPr>
          <a:xfrm>
            <a:off x="6206140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6" name="F1_main_prauc_705">
            <a:extLst>
              <a:ext uri="{FF2B5EF4-FFF2-40B4-BE49-F238E27FC236}">
                <a16:creationId xmlns:a16="http://schemas.microsoft.com/office/drawing/2014/main" id="{E4F0FDB3-251A-424C-96ED-567CAD5D3359}"/>
              </a:ext>
            </a:extLst>
          </p:cNvPr>
          <p:cNvSpPr>
            <a:spLocks noGrp="1"/>
          </p:cNvSpPr>
          <p:nvPr/>
        </p:nvSpPr>
        <p:spPr>
          <a:xfrm>
            <a:off x="6274679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7" name="F1_main_prauc_706">
            <a:extLst>
              <a:ext uri="{FF2B5EF4-FFF2-40B4-BE49-F238E27FC236}">
                <a16:creationId xmlns:a16="http://schemas.microsoft.com/office/drawing/2014/main" id="{B1F13F01-396D-4691-8C31-35A116F1269A}"/>
              </a:ext>
            </a:extLst>
          </p:cNvPr>
          <p:cNvSpPr>
            <a:spLocks noGrp="1"/>
          </p:cNvSpPr>
          <p:nvPr/>
        </p:nvSpPr>
        <p:spPr>
          <a:xfrm>
            <a:off x="61572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8" name="F1_main_prauc_707">
            <a:extLst>
              <a:ext uri="{FF2B5EF4-FFF2-40B4-BE49-F238E27FC236}">
                <a16:creationId xmlns:a16="http://schemas.microsoft.com/office/drawing/2014/main" id="{B990E8E4-C5D7-4EB8-82AC-3390D5340C8E}"/>
              </a:ext>
            </a:extLst>
          </p:cNvPr>
          <p:cNvSpPr>
            <a:spLocks noGrp="1"/>
          </p:cNvSpPr>
          <p:nvPr/>
        </p:nvSpPr>
        <p:spPr>
          <a:xfrm>
            <a:off x="63337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9" name="F1_main_prauc_708">
            <a:extLst>
              <a:ext uri="{FF2B5EF4-FFF2-40B4-BE49-F238E27FC236}">
                <a16:creationId xmlns:a16="http://schemas.microsoft.com/office/drawing/2014/main" id="{51242427-35B8-4A85-99DB-CFB2A0D60867}"/>
              </a:ext>
            </a:extLst>
          </p:cNvPr>
          <p:cNvSpPr>
            <a:spLocks noGrp="1"/>
          </p:cNvSpPr>
          <p:nvPr/>
        </p:nvSpPr>
        <p:spPr>
          <a:xfrm>
            <a:off x="63681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0" name="F1_main_prauc_709">
            <a:extLst>
              <a:ext uri="{FF2B5EF4-FFF2-40B4-BE49-F238E27FC236}">
                <a16:creationId xmlns:a16="http://schemas.microsoft.com/office/drawing/2014/main" id="{DD891E04-567C-4595-8BEB-B594E45D1D0F}"/>
              </a:ext>
            </a:extLst>
          </p:cNvPr>
          <p:cNvSpPr>
            <a:spLocks noGrp="1"/>
          </p:cNvSpPr>
          <p:nvPr/>
        </p:nvSpPr>
        <p:spPr>
          <a:xfrm>
            <a:off x="6271741" y="40715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1" name="F1_main_prauc_710">
            <a:extLst>
              <a:ext uri="{FF2B5EF4-FFF2-40B4-BE49-F238E27FC236}">
                <a16:creationId xmlns:a16="http://schemas.microsoft.com/office/drawing/2014/main" id="{1403B0DD-A024-40D3-A4DF-4A678F5DC13B}"/>
              </a:ext>
            </a:extLst>
          </p:cNvPr>
          <p:cNvSpPr>
            <a:spLocks noGrp="1"/>
          </p:cNvSpPr>
          <p:nvPr/>
        </p:nvSpPr>
        <p:spPr>
          <a:xfrm>
            <a:off x="637017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2" name="F1_main_prauc_711">
            <a:extLst>
              <a:ext uri="{FF2B5EF4-FFF2-40B4-BE49-F238E27FC236}">
                <a16:creationId xmlns:a16="http://schemas.microsoft.com/office/drawing/2014/main" id="{3E76149F-F620-4ADB-A7AE-2FA1782D1DE5}"/>
              </a:ext>
            </a:extLst>
          </p:cNvPr>
          <p:cNvSpPr>
            <a:spLocks noGrp="1"/>
          </p:cNvSpPr>
          <p:nvPr/>
        </p:nvSpPr>
        <p:spPr>
          <a:xfrm>
            <a:off x="634408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3" name="F1_main_prauc_712">
            <a:extLst>
              <a:ext uri="{FF2B5EF4-FFF2-40B4-BE49-F238E27FC236}">
                <a16:creationId xmlns:a16="http://schemas.microsoft.com/office/drawing/2014/main" id="{FCC7CD32-0454-47BA-AFD7-7DE57AAACF9C}"/>
              </a:ext>
            </a:extLst>
          </p:cNvPr>
          <p:cNvSpPr>
            <a:spLocks noGrp="1"/>
          </p:cNvSpPr>
          <p:nvPr/>
        </p:nvSpPr>
        <p:spPr>
          <a:xfrm>
            <a:off x="626453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4" name="F1_main_prauc_713">
            <a:extLst>
              <a:ext uri="{FF2B5EF4-FFF2-40B4-BE49-F238E27FC236}">
                <a16:creationId xmlns:a16="http://schemas.microsoft.com/office/drawing/2014/main" id="{6FD0AF16-FD54-4D11-90AC-75636A79E24F}"/>
              </a:ext>
            </a:extLst>
          </p:cNvPr>
          <p:cNvSpPr>
            <a:spLocks noGrp="1"/>
          </p:cNvSpPr>
          <p:nvPr/>
        </p:nvSpPr>
        <p:spPr>
          <a:xfrm>
            <a:off x="6304424" y="45175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5" name="F1_main_prauc_714">
            <a:extLst>
              <a:ext uri="{FF2B5EF4-FFF2-40B4-BE49-F238E27FC236}">
                <a16:creationId xmlns:a16="http://schemas.microsoft.com/office/drawing/2014/main" id="{95C551F4-8DB8-4D2F-8443-0D8E8E19C673}"/>
              </a:ext>
            </a:extLst>
          </p:cNvPr>
          <p:cNvSpPr>
            <a:spLocks noGrp="1"/>
          </p:cNvSpPr>
          <p:nvPr/>
        </p:nvSpPr>
        <p:spPr>
          <a:xfrm>
            <a:off x="62517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6" name="F1_main_prauc_715">
            <a:extLst>
              <a:ext uri="{FF2B5EF4-FFF2-40B4-BE49-F238E27FC236}">
                <a16:creationId xmlns:a16="http://schemas.microsoft.com/office/drawing/2014/main" id="{2CBE2801-670A-4D44-B5BA-751A75EEA3D4}"/>
              </a:ext>
            </a:extLst>
          </p:cNvPr>
          <p:cNvSpPr>
            <a:spLocks noGrp="1"/>
          </p:cNvSpPr>
          <p:nvPr/>
        </p:nvSpPr>
        <p:spPr>
          <a:xfrm>
            <a:off x="634486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7" name="F1_main_prauc_716">
            <a:extLst>
              <a:ext uri="{FF2B5EF4-FFF2-40B4-BE49-F238E27FC236}">
                <a16:creationId xmlns:a16="http://schemas.microsoft.com/office/drawing/2014/main" id="{AEBE6EA7-1D7E-4195-82C7-D39B869BD504}"/>
              </a:ext>
            </a:extLst>
          </p:cNvPr>
          <p:cNvSpPr>
            <a:spLocks noGrp="1"/>
          </p:cNvSpPr>
          <p:nvPr/>
        </p:nvSpPr>
        <p:spPr>
          <a:xfrm>
            <a:off x="628878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8" name="F1_main_prauc_717">
            <a:extLst>
              <a:ext uri="{FF2B5EF4-FFF2-40B4-BE49-F238E27FC236}">
                <a16:creationId xmlns:a16="http://schemas.microsoft.com/office/drawing/2014/main" id="{C3EDDA0C-90F0-412A-87AE-7B1DC851E713}"/>
              </a:ext>
            </a:extLst>
          </p:cNvPr>
          <p:cNvSpPr>
            <a:spLocks noGrp="1"/>
          </p:cNvSpPr>
          <p:nvPr/>
        </p:nvSpPr>
        <p:spPr>
          <a:xfrm>
            <a:off x="627992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9" name="F1_main_prauc_718">
            <a:extLst>
              <a:ext uri="{FF2B5EF4-FFF2-40B4-BE49-F238E27FC236}">
                <a16:creationId xmlns:a16="http://schemas.microsoft.com/office/drawing/2014/main" id="{97E39EDF-E936-49FC-86BF-DACC6099CC30}"/>
              </a:ext>
            </a:extLst>
          </p:cNvPr>
          <p:cNvSpPr>
            <a:spLocks noGrp="1"/>
          </p:cNvSpPr>
          <p:nvPr/>
        </p:nvSpPr>
        <p:spPr>
          <a:xfrm>
            <a:off x="6279090" y="51206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0" name="F1_main_prauc_719">
            <a:extLst>
              <a:ext uri="{FF2B5EF4-FFF2-40B4-BE49-F238E27FC236}">
                <a16:creationId xmlns:a16="http://schemas.microsoft.com/office/drawing/2014/main" id="{7A2134A3-F457-4312-B0FC-B92843CFB841}"/>
              </a:ext>
            </a:extLst>
          </p:cNvPr>
          <p:cNvSpPr>
            <a:spLocks noGrp="1"/>
          </p:cNvSpPr>
          <p:nvPr/>
        </p:nvSpPr>
        <p:spPr>
          <a:xfrm>
            <a:off x="62537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1" name="F1_main_prauc_720">
            <a:extLst>
              <a:ext uri="{FF2B5EF4-FFF2-40B4-BE49-F238E27FC236}">
                <a16:creationId xmlns:a16="http://schemas.microsoft.com/office/drawing/2014/main" id="{7FBA866E-488E-435E-8A11-F45F76FF7DF0}"/>
              </a:ext>
            </a:extLst>
          </p:cNvPr>
          <p:cNvSpPr>
            <a:spLocks noGrp="1"/>
          </p:cNvSpPr>
          <p:nvPr/>
        </p:nvSpPr>
        <p:spPr>
          <a:xfrm>
            <a:off x="6349863" y="569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2" name="F1_main_prauc_721">
            <a:extLst>
              <a:ext uri="{FF2B5EF4-FFF2-40B4-BE49-F238E27FC236}">
                <a16:creationId xmlns:a16="http://schemas.microsoft.com/office/drawing/2014/main" id="{187A277F-79F7-462B-991D-9FAB7E5E1EF8}"/>
              </a:ext>
            </a:extLst>
          </p:cNvPr>
          <p:cNvSpPr>
            <a:spLocks noGrp="1"/>
          </p:cNvSpPr>
          <p:nvPr/>
        </p:nvSpPr>
        <p:spPr>
          <a:xfrm>
            <a:off x="616764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3" name="F1_main_prauc_722">
            <a:extLst>
              <a:ext uri="{FF2B5EF4-FFF2-40B4-BE49-F238E27FC236}">
                <a16:creationId xmlns:a16="http://schemas.microsoft.com/office/drawing/2014/main" id="{860CB7CF-0F35-4D00-8E95-5AB5CCFCB0A4}"/>
              </a:ext>
            </a:extLst>
          </p:cNvPr>
          <p:cNvSpPr>
            <a:spLocks noGrp="1"/>
          </p:cNvSpPr>
          <p:nvPr/>
        </p:nvSpPr>
        <p:spPr>
          <a:xfrm>
            <a:off x="62244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4" name="F1_main_prauc_723">
            <a:extLst>
              <a:ext uri="{FF2B5EF4-FFF2-40B4-BE49-F238E27FC236}">
                <a16:creationId xmlns:a16="http://schemas.microsoft.com/office/drawing/2014/main" id="{D504CDAC-A870-44B6-A85D-F88A709B2E9F}"/>
              </a:ext>
            </a:extLst>
          </p:cNvPr>
          <p:cNvSpPr>
            <a:spLocks noGrp="1"/>
          </p:cNvSpPr>
          <p:nvPr/>
        </p:nvSpPr>
        <p:spPr>
          <a:xfrm>
            <a:off x="63089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5" name="F1_main_prauc_724">
            <a:extLst>
              <a:ext uri="{FF2B5EF4-FFF2-40B4-BE49-F238E27FC236}">
                <a16:creationId xmlns:a16="http://schemas.microsoft.com/office/drawing/2014/main" id="{5EDDE3D4-53A9-42A4-B624-AF2473D05CDB}"/>
              </a:ext>
            </a:extLst>
          </p:cNvPr>
          <p:cNvSpPr>
            <a:spLocks noGrp="1"/>
          </p:cNvSpPr>
          <p:nvPr/>
        </p:nvSpPr>
        <p:spPr>
          <a:xfrm>
            <a:off x="618244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6" name="F1_main_prauc_725">
            <a:extLst>
              <a:ext uri="{FF2B5EF4-FFF2-40B4-BE49-F238E27FC236}">
                <a16:creationId xmlns:a16="http://schemas.microsoft.com/office/drawing/2014/main" id="{94E06AA3-8132-412F-93AB-94133EC28E7D}"/>
              </a:ext>
            </a:extLst>
          </p:cNvPr>
          <p:cNvSpPr>
            <a:spLocks noGrp="1"/>
          </p:cNvSpPr>
          <p:nvPr/>
        </p:nvSpPr>
        <p:spPr>
          <a:xfrm>
            <a:off x="63147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7" name="F1_main_prauc_726">
            <a:extLst>
              <a:ext uri="{FF2B5EF4-FFF2-40B4-BE49-F238E27FC236}">
                <a16:creationId xmlns:a16="http://schemas.microsoft.com/office/drawing/2014/main" id="{9BE3ED75-F9E6-4B94-93D5-9C9F5664B42B}"/>
              </a:ext>
            </a:extLst>
          </p:cNvPr>
          <p:cNvSpPr>
            <a:spLocks noGrp="1"/>
          </p:cNvSpPr>
          <p:nvPr/>
        </p:nvSpPr>
        <p:spPr>
          <a:xfrm>
            <a:off x="637240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8" name="F1_main_prauc_727">
            <a:extLst>
              <a:ext uri="{FF2B5EF4-FFF2-40B4-BE49-F238E27FC236}">
                <a16:creationId xmlns:a16="http://schemas.microsoft.com/office/drawing/2014/main" id="{04A75DA9-27FE-42DD-82F7-C09AA1B064BD}"/>
              </a:ext>
            </a:extLst>
          </p:cNvPr>
          <p:cNvSpPr>
            <a:spLocks noGrp="1"/>
          </p:cNvSpPr>
          <p:nvPr/>
        </p:nvSpPr>
        <p:spPr>
          <a:xfrm>
            <a:off x="619044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9" name="F1_main_prauc_728">
            <a:extLst>
              <a:ext uri="{FF2B5EF4-FFF2-40B4-BE49-F238E27FC236}">
                <a16:creationId xmlns:a16="http://schemas.microsoft.com/office/drawing/2014/main" id="{AFCFD055-7BEB-4B7F-807A-BAE138BF2B0E}"/>
              </a:ext>
            </a:extLst>
          </p:cNvPr>
          <p:cNvSpPr>
            <a:spLocks noGrp="1"/>
          </p:cNvSpPr>
          <p:nvPr/>
        </p:nvSpPr>
        <p:spPr>
          <a:xfrm>
            <a:off x="63410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0" name="F1_main_prauc_729">
            <a:extLst>
              <a:ext uri="{FF2B5EF4-FFF2-40B4-BE49-F238E27FC236}">
                <a16:creationId xmlns:a16="http://schemas.microsoft.com/office/drawing/2014/main" id="{275741BA-B356-4A09-B09F-33250E425E41}"/>
              </a:ext>
            </a:extLst>
          </p:cNvPr>
          <p:cNvSpPr>
            <a:spLocks noGrp="1"/>
          </p:cNvSpPr>
          <p:nvPr/>
        </p:nvSpPr>
        <p:spPr>
          <a:xfrm>
            <a:off x="61299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1" name="F1_main_prauc_730">
            <a:extLst>
              <a:ext uri="{FF2B5EF4-FFF2-40B4-BE49-F238E27FC236}">
                <a16:creationId xmlns:a16="http://schemas.microsoft.com/office/drawing/2014/main" id="{2CEEB324-8C27-48B9-97DF-98682854466B}"/>
              </a:ext>
            </a:extLst>
          </p:cNvPr>
          <p:cNvSpPr>
            <a:spLocks noGrp="1"/>
          </p:cNvSpPr>
          <p:nvPr/>
        </p:nvSpPr>
        <p:spPr>
          <a:xfrm>
            <a:off x="621365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2" name="F1_main_prauc_731">
            <a:extLst>
              <a:ext uri="{FF2B5EF4-FFF2-40B4-BE49-F238E27FC236}">
                <a16:creationId xmlns:a16="http://schemas.microsoft.com/office/drawing/2014/main" id="{7ECE02E5-C517-4DE9-B8A5-4B7B2558FC7E}"/>
              </a:ext>
            </a:extLst>
          </p:cNvPr>
          <p:cNvSpPr>
            <a:spLocks noGrp="1"/>
          </p:cNvSpPr>
          <p:nvPr/>
        </p:nvSpPr>
        <p:spPr>
          <a:xfrm>
            <a:off x="6349110" y="606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3" name="F1_main_prauc_732">
            <a:extLst>
              <a:ext uri="{FF2B5EF4-FFF2-40B4-BE49-F238E27FC236}">
                <a16:creationId xmlns:a16="http://schemas.microsoft.com/office/drawing/2014/main" id="{D68D0280-54B4-4F50-81AE-7B88B28266BE}"/>
              </a:ext>
            </a:extLst>
          </p:cNvPr>
          <p:cNvSpPr>
            <a:spLocks noGrp="1"/>
          </p:cNvSpPr>
          <p:nvPr/>
        </p:nvSpPr>
        <p:spPr>
          <a:xfrm>
            <a:off x="61895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4" name="F1_main_prauc_733">
            <a:extLst>
              <a:ext uri="{FF2B5EF4-FFF2-40B4-BE49-F238E27FC236}">
                <a16:creationId xmlns:a16="http://schemas.microsoft.com/office/drawing/2014/main" id="{DC769B93-ABEC-480F-B8AB-FE603FDDF685}"/>
              </a:ext>
            </a:extLst>
          </p:cNvPr>
          <p:cNvSpPr>
            <a:spLocks noGrp="1"/>
          </p:cNvSpPr>
          <p:nvPr/>
        </p:nvSpPr>
        <p:spPr>
          <a:xfrm>
            <a:off x="625330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5" name="F1_main_prauc_734">
            <a:extLst>
              <a:ext uri="{FF2B5EF4-FFF2-40B4-BE49-F238E27FC236}">
                <a16:creationId xmlns:a16="http://schemas.microsoft.com/office/drawing/2014/main" id="{09F2A5E5-DCBB-46F2-AC01-BD028090CB12}"/>
              </a:ext>
            </a:extLst>
          </p:cNvPr>
          <p:cNvSpPr>
            <a:spLocks noGrp="1"/>
          </p:cNvSpPr>
          <p:nvPr/>
        </p:nvSpPr>
        <p:spPr>
          <a:xfrm>
            <a:off x="624710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6" name="F1_main_prauc_735">
            <a:extLst>
              <a:ext uri="{FF2B5EF4-FFF2-40B4-BE49-F238E27FC236}">
                <a16:creationId xmlns:a16="http://schemas.microsoft.com/office/drawing/2014/main" id="{93471C99-81A3-4E31-973C-BB6B5D4E5E8D}"/>
              </a:ext>
            </a:extLst>
          </p:cNvPr>
          <p:cNvSpPr>
            <a:spLocks noGrp="1"/>
          </p:cNvSpPr>
          <p:nvPr/>
        </p:nvSpPr>
        <p:spPr>
          <a:xfrm>
            <a:off x="617510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7" name="F1_main_prauc_736">
            <a:extLst>
              <a:ext uri="{FF2B5EF4-FFF2-40B4-BE49-F238E27FC236}">
                <a16:creationId xmlns:a16="http://schemas.microsoft.com/office/drawing/2014/main" id="{6711B9F2-B075-4055-9DAA-93A1E9C4141D}"/>
              </a:ext>
            </a:extLst>
          </p:cNvPr>
          <p:cNvSpPr>
            <a:spLocks noGrp="1"/>
          </p:cNvSpPr>
          <p:nvPr/>
        </p:nvSpPr>
        <p:spPr>
          <a:xfrm>
            <a:off x="6379965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8" name="F1_main_prauc_737">
            <a:extLst>
              <a:ext uri="{FF2B5EF4-FFF2-40B4-BE49-F238E27FC236}">
                <a16:creationId xmlns:a16="http://schemas.microsoft.com/office/drawing/2014/main" id="{9B45DDB0-8CE5-425B-8FAF-DFB0E330BBFF}"/>
              </a:ext>
            </a:extLst>
          </p:cNvPr>
          <p:cNvSpPr>
            <a:spLocks noGrp="1"/>
          </p:cNvSpPr>
          <p:nvPr/>
        </p:nvSpPr>
        <p:spPr>
          <a:xfrm>
            <a:off x="6302628" y="45649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9" name="F1_main_prauc_738">
            <a:extLst>
              <a:ext uri="{FF2B5EF4-FFF2-40B4-BE49-F238E27FC236}">
                <a16:creationId xmlns:a16="http://schemas.microsoft.com/office/drawing/2014/main" id="{8CCB302E-575A-4B0B-A3B1-F6EFFC79CD31}"/>
              </a:ext>
            </a:extLst>
          </p:cNvPr>
          <p:cNvSpPr>
            <a:spLocks noGrp="1"/>
          </p:cNvSpPr>
          <p:nvPr/>
        </p:nvSpPr>
        <p:spPr>
          <a:xfrm>
            <a:off x="61791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0" name="F1_main_prauc_739">
            <a:extLst>
              <a:ext uri="{FF2B5EF4-FFF2-40B4-BE49-F238E27FC236}">
                <a16:creationId xmlns:a16="http://schemas.microsoft.com/office/drawing/2014/main" id="{3B0989D5-64E9-49A0-AC44-EDD01C89736C}"/>
              </a:ext>
            </a:extLst>
          </p:cNvPr>
          <p:cNvSpPr>
            <a:spLocks noGrp="1"/>
          </p:cNvSpPr>
          <p:nvPr/>
        </p:nvSpPr>
        <p:spPr>
          <a:xfrm>
            <a:off x="6214443" y="60136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1" name="F1_main_prauc_740">
            <a:extLst>
              <a:ext uri="{FF2B5EF4-FFF2-40B4-BE49-F238E27FC236}">
                <a16:creationId xmlns:a16="http://schemas.microsoft.com/office/drawing/2014/main" id="{75D32290-41A1-4C95-BF1E-EFE3948E142D}"/>
              </a:ext>
            </a:extLst>
          </p:cNvPr>
          <p:cNvSpPr>
            <a:spLocks noGrp="1"/>
          </p:cNvSpPr>
          <p:nvPr/>
        </p:nvSpPr>
        <p:spPr>
          <a:xfrm>
            <a:off x="616987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2" name="F1_main_prauc_741">
            <a:extLst>
              <a:ext uri="{FF2B5EF4-FFF2-40B4-BE49-F238E27FC236}">
                <a16:creationId xmlns:a16="http://schemas.microsoft.com/office/drawing/2014/main" id="{FAB2631B-C5C6-41A4-B5C4-30866CAF3558}"/>
              </a:ext>
            </a:extLst>
          </p:cNvPr>
          <p:cNvSpPr>
            <a:spLocks noGrp="1"/>
          </p:cNvSpPr>
          <p:nvPr/>
        </p:nvSpPr>
        <p:spPr>
          <a:xfrm>
            <a:off x="6208248" y="566509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3" name="F1_main_prauc_742">
            <a:extLst>
              <a:ext uri="{FF2B5EF4-FFF2-40B4-BE49-F238E27FC236}">
                <a16:creationId xmlns:a16="http://schemas.microsoft.com/office/drawing/2014/main" id="{C879ECA9-AEB5-4248-9A76-191FE0587C03}"/>
              </a:ext>
            </a:extLst>
          </p:cNvPr>
          <p:cNvSpPr>
            <a:spLocks noGrp="1"/>
          </p:cNvSpPr>
          <p:nvPr/>
        </p:nvSpPr>
        <p:spPr>
          <a:xfrm>
            <a:off x="6231692" y="60216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4" name="F1_main_prauc_743">
            <a:extLst>
              <a:ext uri="{FF2B5EF4-FFF2-40B4-BE49-F238E27FC236}">
                <a16:creationId xmlns:a16="http://schemas.microsoft.com/office/drawing/2014/main" id="{69A9E071-DA04-4F76-AD07-61B36B921D8A}"/>
              </a:ext>
            </a:extLst>
          </p:cNvPr>
          <p:cNvSpPr>
            <a:spLocks noGrp="1"/>
          </p:cNvSpPr>
          <p:nvPr/>
        </p:nvSpPr>
        <p:spPr>
          <a:xfrm>
            <a:off x="6172100" y="53095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5" name="F1_main_prauc_744">
            <a:extLst>
              <a:ext uri="{FF2B5EF4-FFF2-40B4-BE49-F238E27FC236}">
                <a16:creationId xmlns:a16="http://schemas.microsoft.com/office/drawing/2014/main" id="{5EEBB27B-632B-4106-9355-26CDB704291E}"/>
              </a:ext>
            </a:extLst>
          </p:cNvPr>
          <p:cNvSpPr>
            <a:spLocks noGrp="1"/>
          </p:cNvSpPr>
          <p:nvPr/>
        </p:nvSpPr>
        <p:spPr>
          <a:xfrm>
            <a:off x="617877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6" name="F1_main_prauc_745">
            <a:extLst>
              <a:ext uri="{FF2B5EF4-FFF2-40B4-BE49-F238E27FC236}">
                <a16:creationId xmlns:a16="http://schemas.microsoft.com/office/drawing/2014/main" id="{9A75D480-38E8-4911-9A62-03D02C4453E4}"/>
              </a:ext>
            </a:extLst>
          </p:cNvPr>
          <p:cNvSpPr>
            <a:spLocks noGrp="1"/>
          </p:cNvSpPr>
          <p:nvPr/>
        </p:nvSpPr>
        <p:spPr>
          <a:xfrm>
            <a:off x="6166061" y="39459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7" name="F1_main_prauc_746">
            <a:extLst>
              <a:ext uri="{FF2B5EF4-FFF2-40B4-BE49-F238E27FC236}">
                <a16:creationId xmlns:a16="http://schemas.microsoft.com/office/drawing/2014/main" id="{C3489186-0C69-49EA-ABFA-F5980354BBDA}"/>
              </a:ext>
            </a:extLst>
          </p:cNvPr>
          <p:cNvSpPr>
            <a:spLocks noGrp="1"/>
          </p:cNvSpPr>
          <p:nvPr/>
        </p:nvSpPr>
        <p:spPr>
          <a:xfrm>
            <a:off x="63505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8" name="F1_main_prauc_747">
            <a:extLst>
              <a:ext uri="{FF2B5EF4-FFF2-40B4-BE49-F238E27FC236}">
                <a16:creationId xmlns:a16="http://schemas.microsoft.com/office/drawing/2014/main" id="{E8C5B36D-49B4-41E5-B5F1-EB0F068F0E90}"/>
              </a:ext>
            </a:extLst>
          </p:cNvPr>
          <p:cNvSpPr>
            <a:spLocks noGrp="1"/>
          </p:cNvSpPr>
          <p:nvPr/>
        </p:nvSpPr>
        <p:spPr>
          <a:xfrm>
            <a:off x="626517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9" name="F1_main_prauc_748">
            <a:extLst>
              <a:ext uri="{FF2B5EF4-FFF2-40B4-BE49-F238E27FC236}">
                <a16:creationId xmlns:a16="http://schemas.microsoft.com/office/drawing/2014/main" id="{295A9F75-BAAF-4396-82A2-F700861B31EA}"/>
              </a:ext>
            </a:extLst>
          </p:cNvPr>
          <p:cNvSpPr>
            <a:spLocks noGrp="1"/>
          </p:cNvSpPr>
          <p:nvPr/>
        </p:nvSpPr>
        <p:spPr>
          <a:xfrm>
            <a:off x="628649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0" name="F1_main_prauc_749">
            <a:extLst>
              <a:ext uri="{FF2B5EF4-FFF2-40B4-BE49-F238E27FC236}">
                <a16:creationId xmlns:a16="http://schemas.microsoft.com/office/drawing/2014/main" id="{8861019B-C7E9-454B-8174-5F8416D79E1D}"/>
              </a:ext>
            </a:extLst>
          </p:cNvPr>
          <p:cNvSpPr>
            <a:spLocks noGrp="1"/>
          </p:cNvSpPr>
          <p:nvPr/>
        </p:nvSpPr>
        <p:spPr>
          <a:xfrm>
            <a:off x="624836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1" name="F1_main_prauc_750">
            <a:extLst>
              <a:ext uri="{FF2B5EF4-FFF2-40B4-BE49-F238E27FC236}">
                <a16:creationId xmlns:a16="http://schemas.microsoft.com/office/drawing/2014/main" id="{3016BEAE-8C38-400D-9D22-83250E966CA3}"/>
              </a:ext>
            </a:extLst>
          </p:cNvPr>
          <p:cNvSpPr>
            <a:spLocks noGrp="1"/>
          </p:cNvSpPr>
          <p:nvPr/>
        </p:nvSpPr>
        <p:spPr>
          <a:xfrm>
            <a:off x="6306266" y="50159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2" name="F1_main_prauc_751">
            <a:extLst>
              <a:ext uri="{FF2B5EF4-FFF2-40B4-BE49-F238E27FC236}">
                <a16:creationId xmlns:a16="http://schemas.microsoft.com/office/drawing/2014/main" id="{9ED10B8E-8F21-4E30-8FCE-006A27DA4087}"/>
              </a:ext>
            </a:extLst>
          </p:cNvPr>
          <p:cNvSpPr>
            <a:spLocks noGrp="1"/>
          </p:cNvSpPr>
          <p:nvPr/>
        </p:nvSpPr>
        <p:spPr>
          <a:xfrm>
            <a:off x="620572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3" name="F1_main_prauc_752">
            <a:extLst>
              <a:ext uri="{FF2B5EF4-FFF2-40B4-BE49-F238E27FC236}">
                <a16:creationId xmlns:a16="http://schemas.microsoft.com/office/drawing/2014/main" id="{CEF8B913-0BC7-452F-B84A-9E3168784539}"/>
              </a:ext>
            </a:extLst>
          </p:cNvPr>
          <p:cNvSpPr>
            <a:spLocks noGrp="1"/>
          </p:cNvSpPr>
          <p:nvPr/>
        </p:nvSpPr>
        <p:spPr>
          <a:xfrm>
            <a:off x="6339916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4" name="F1_main_prauc_753">
            <a:extLst>
              <a:ext uri="{FF2B5EF4-FFF2-40B4-BE49-F238E27FC236}">
                <a16:creationId xmlns:a16="http://schemas.microsoft.com/office/drawing/2014/main" id="{39CEB490-45B5-46FE-A92F-A061007286CF}"/>
              </a:ext>
            </a:extLst>
          </p:cNvPr>
          <p:cNvSpPr>
            <a:spLocks noGrp="1"/>
          </p:cNvSpPr>
          <p:nvPr/>
        </p:nvSpPr>
        <p:spPr>
          <a:xfrm>
            <a:off x="63360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5" name="F1_main_prauc_754">
            <a:extLst>
              <a:ext uri="{FF2B5EF4-FFF2-40B4-BE49-F238E27FC236}">
                <a16:creationId xmlns:a16="http://schemas.microsoft.com/office/drawing/2014/main" id="{EF64602A-38CC-4037-A608-6AD9965820BF}"/>
              </a:ext>
            </a:extLst>
          </p:cNvPr>
          <p:cNvSpPr>
            <a:spLocks noGrp="1"/>
          </p:cNvSpPr>
          <p:nvPr/>
        </p:nvSpPr>
        <p:spPr>
          <a:xfrm>
            <a:off x="6228499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6" name="F1_main_prauc_755">
            <a:extLst>
              <a:ext uri="{FF2B5EF4-FFF2-40B4-BE49-F238E27FC236}">
                <a16:creationId xmlns:a16="http://schemas.microsoft.com/office/drawing/2014/main" id="{919984E4-BBD1-4A5D-9D52-C7E904D63E1B}"/>
              </a:ext>
            </a:extLst>
          </p:cNvPr>
          <p:cNvSpPr>
            <a:spLocks noGrp="1"/>
          </p:cNvSpPr>
          <p:nvPr/>
        </p:nvSpPr>
        <p:spPr>
          <a:xfrm>
            <a:off x="6191595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7" name="F1_main_prauc_756">
            <a:extLst>
              <a:ext uri="{FF2B5EF4-FFF2-40B4-BE49-F238E27FC236}">
                <a16:creationId xmlns:a16="http://schemas.microsoft.com/office/drawing/2014/main" id="{E761EC6A-EECF-45F4-93D0-E2FD3E8AB0B7}"/>
              </a:ext>
            </a:extLst>
          </p:cNvPr>
          <p:cNvSpPr>
            <a:spLocks noGrp="1"/>
          </p:cNvSpPr>
          <p:nvPr/>
        </p:nvSpPr>
        <p:spPr>
          <a:xfrm>
            <a:off x="6227792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8" name="F1_main_prauc_757">
            <a:extLst>
              <a:ext uri="{FF2B5EF4-FFF2-40B4-BE49-F238E27FC236}">
                <a16:creationId xmlns:a16="http://schemas.microsoft.com/office/drawing/2014/main" id="{6C7F03B9-D4C4-4C96-B625-29E987E02EE6}"/>
              </a:ext>
            </a:extLst>
          </p:cNvPr>
          <p:cNvSpPr>
            <a:spLocks noGrp="1"/>
          </p:cNvSpPr>
          <p:nvPr/>
        </p:nvSpPr>
        <p:spPr>
          <a:xfrm>
            <a:off x="6307138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9" name="F1_main_prauc_758">
            <a:extLst>
              <a:ext uri="{FF2B5EF4-FFF2-40B4-BE49-F238E27FC236}">
                <a16:creationId xmlns:a16="http://schemas.microsoft.com/office/drawing/2014/main" id="{789F0924-E4F4-4A38-80F3-F0A56D090E41}"/>
              </a:ext>
            </a:extLst>
          </p:cNvPr>
          <p:cNvSpPr>
            <a:spLocks noGrp="1"/>
          </p:cNvSpPr>
          <p:nvPr/>
        </p:nvSpPr>
        <p:spPr>
          <a:xfrm>
            <a:off x="61602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0" name="F1_main_prauc_759">
            <a:extLst>
              <a:ext uri="{FF2B5EF4-FFF2-40B4-BE49-F238E27FC236}">
                <a16:creationId xmlns:a16="http://schemas.microsoft.com/office/drawing/2014/main" id="{6D85FF52-A254-4CEF-9881-35081438929E}"/>
              </a:ext>
            </a:extLst>
          </p:cNvPr>
          <p:cNvSpPr>
            <a:spLocks noGrp="1"/>
          </p:cNvSpPr>
          <p:nvPr/>
        </p:nvSpPr>
        <p:spPr>
          <a:xfrm>
            <a:off x="620736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1" name="F1_main_prauc_760">
            <a:extLst>
              <a:ext uri="{FF2B5EF4-FFF2-40B4-BE49-F238E27FC236}">
                <a16:creationId xmlns:a16="http://schemas.microsoft.com/office/drawing/2014/main" id="{5E9FC5E5-EB99-4F67-93F1-88DCD604DA60}"/>
              </a:ext>
            </a:extLst>
          </p:cNvPr>
          <p:cNvSpPr>
            <a:spLocks noGrp="1"/>
          </p:cNvSpPr>
          <p:nvPr/>
        </p:nvSpPr>
        <p:spPr>
          <a:xfrm>
            <a:off x="6376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2" name="F1_main_prauc_761">
            <a:extLst>
              <a:ext uri="{FF2B5EF4-FFF2-40B4-BE49-F238E27FC236}">
                <a16:creationId xmlns:a16="http://schemas.microsoft.com/office/drawing/2014/main" id="{9C6D03B9-9512-4091-B95B-5AC2EAB1ACBB}"/>
              </a:ext>
            </a:extLst>
          </p:cNvPr>
          <p:cNvSpPr>
            <a:spLocks noGrp="1"/>
          </p:cNvSpPr>
          <p:nvPr/>
        </p:nvSpPr>
        <p:spPr>
          <a:xfrm>
            <a:off x="621663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3" name="F1_main_prauc_762">
            <a:extLst>
              <a:ext uri="{FF2B5EF4-FFF2-40B4-BE49-F238E27FC236}">
                <a16:creationId xmlns:a16="http://schemas.microsoft.com/office/drawing/2014/main" id="{9EA1BD4B-99BD-43EB-AB2A-03DA3B1ACA5D}"/>
              </a:ext>
            </a:extLst>
          </p:cNvPr>
          <p:cNvSpPr>
            <a:spLocks noGrp="1"/>
          </p:cNvSpPr>
          <p:nvPr/>
        </p:nvSpPr>
        <p:spPr>
          <a:xfrm>
            <a:off x="6250902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4" name="F1_main_prauc_763">
            <a:extLst>
              <a:ext uri="{FF2B5EF4-FFF2-40B4-BE49-F238E27FC236}">
                <a16:creationId xmlns:a16="http://schemas.microsoft.com/office/drawing/2014/main" id="{B3233322-4BD9-46EA-A607-EE0F00FA44F0}"/>
              </a:ext>
            </a:extLst>
          </p:cNvPr>
          <p:cNvSpPr>
            <a:spLocks noGrp="1"/>
          </p:cNvSpPr>
          <p:nvPr/>
        </p:nvSpPr>
        <p:spPr>
          <a:xfrm>
            <a:off x="6309681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5" name="F1_main_prauc_764">
            <a:extLst>
              <a:ext uri="{FF2B5EF4-FFF2-40B4-BE49-F238E27FC236}">
                <a16:creationId xmlns:a16="http://schemas.microsoft.com/office/drawing/2014/main" id="{C13D167C-38E3-4403-BA2D-D9D82AAAA2B9}"/>
              </a:ext>
            </a:extLst>
          </p:cNvPr>
          <p:cNvSpPr>
            <a:spLocks noGrp="1"/>
          </p:cNvSpPr>
          <p:nvPr/>
        </p:nvSpPr>
        <p:spPr>
          <a:xfrm>
            <a:off x="636169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6" name="F1_main_prauc_765">
            <a:extLst>
              <a:ext uri="{FF2B5EF4-FFF2-40B4-BE49-F238E27FC236}">
                <a16:creationId xmlns:a16="http://schemas.microsoft.com/office/drawing/2014/main" id="{1F22F2A7-5628-4DF0-B484-B2DCE53A4002}"/>
              </a:ext>
            </a:extLst>
          </p:cNvPr>
          <p:cNvSpPr>
            <a:spLocks noGrp="1"/>
          </p:cNvSpPr>
          <p:nvPr/>
        </p:nvSpPr>
        <p:spPr>
          <a:xfrm>
            <a:off x="6268375" y="5285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7" name="F1_main_prauc_766">
            <a:extLst>
              <a:ext uri="{FF2B5EF4-FFF2-40B4-BE49-F238E27FC236}">
                <a16:creationId xmlns:a16="http://schemas.microsoft.com/office/drawing/2014/main" id="{C7A953C0-7A75-49B0-8B60-0F12A2760C8A}"/>
              </a:ext>
            </a:extLst>
          </p:cNvPr>
          <p:cNvSpPr>
            <a:spLocks noGrp="1"/>
          </p:cNvSpPr>
          <p:nvPr/>
        </p:nvSpPr>
        <p:spPr>
          <a:xfrm>
            <a:off x="615247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8" name="F1_main_prauc_767">
            <a:extLst>
              <a:ext uri="{FF2B5EF4-FFF2-40B4-BE49-F238E27FC236}">
                <a16:creationId xmlns:a16="http://schemas.microsoft.com/office/drawing/2014/main" id="{C96B88CC-88B0-4EC6-8309-73A03087A253}"/>
              </a:ext>
            </a:extLst>
          </p:cNvPr>
          <p:cNvSpPr>
            <a:spLocks noGrp="1"/>
          </p:cNvSpPr>
          <p:nvPr/>
        </p:nvSpPr>
        <p:spPr>
          <a:xfrm>
            <a:off x="62696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9" name="F1_main_prauc_768">
            <a:extLst>
              <a:ext uri="{FF2B5EF4-FFF2-40B4-BE49-F238E27FC236}">
                <a16:creationId xmlns:a16="http://schemas.microsoft.com/office/drawing/2014/main" id="{49473C21-6748-4FDB-83F9-DC09DAA61059}"/>
              </a:ext>
            </a:extLst>
          </p:cNvPr>
          <p:cNvSpPr>
            <a:spLocks noGrp="1"/>
          </p:cNvSpPr>
          <p:nvPr/>
        </p:nvSpPr>
        <p:spPr>
          <a:xfrm>
            <a:off x="6242011" y="58493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0" name="F1_main_prauc_769">
            <a:extLst>
              <a:ext uri="{FF2B5EF4-FFF2-40B4-BE49-F238E27FC236}">
                <a16:creationId xmlns:a16="http://schemas.microsoft.com/office/drawing/2014/main" id="{F5B1F76E-C4D8-4AE9-BA94-8FBC092F0C50}"/>
              </a:ext>
            </a:extLst>
          </p:cNvPr>
          <p:cNvSpPr>
            <a:spLocks noGrp="1"/>
          </p:cNvSpPr>
          <p:nvPr/>
        </p:nvSpPr>
        <p:spPr>
          <a:xfrm>
            <a:off x="6238685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1" name="F1_main_prauc_770">
            <a:extLst>
              <a:ext uri="{FF2B5EF4-FFF2-40B4-BE49-F238E27FC236}">
                <a16:creationId xmlns:a16="http://schemas.microsoft.com/office/drawing/2014/main" id="{49D2D035-2E32-4024-A53F-BDFB3E9BFB39}"/>
              </a:ext>
            </a:extLst>
          </p:cNvPr>
          <p:cNvSpPr>
            <a:spLocks noGrp="1"/>
          </p:cNvSpPr>
          <p:nvPr/>
        </p:nvSpPr>
        <p:spPr>
          <a:xfrm>
            <a:off x="620014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2" name="F1_main_prauc_771">
            <a:extLst>
              <a:ext uri="{FF2B5EF4-FFF2-40B4-BE49-F238E27FC236}">
                <a16:creationId xmlns:a16="http://schemas.microsoft.com/office/drawing/2014/main" id="{AADBC412-1993-46AD-B6AB-13AF898040CA}"/>
              </a:ext>
            </a:extLst>
          </p:cNvPr>
          <p:cNvSpPr>
            <a:spLocks noGrp="1"/>
          </p:cNvSpPr>
          <p:nvPr/>
        </p:nvSpPr>
        <p:spPr>
          <a:xfrm>
            <a:off x="638085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3" name="F1_main_prauc_772">
            <a:extLst>
              <a:ext uri="{FF2B5EF4-FFF2-40B4-BE49-F238E27FC236}">
                <a16:creationId xmlns:a16="http://schemas.microsoft.com/office/drawing/2014/main" id="{0E82BBB3-0C52-4683-A83C-72C2DF09B110}"/>
              </a:ext>
            </a:extLst>
          </p:cNvPr>
          <p:cNvSpPr>
            <a:spLocks noGrp="1"/>
          </p:cNvSpPr>
          <p:nvPr/>
        </p:nvSpPr>
        <p:spPr>
          <a:xfrm>
            <a:off x="6309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4" name="F1_main_prauc_773">
            <a:extLst>
              <a:ext uri="{FF2B5EF4-FFF2-40B4-BE49-F238E27FC236}">
                <a16:creationId xmlns:a16="http://schemas.microsoft.com/office/drawing/2014/main" id="{8699B4FE-531D-4223-9052-FD96F7A84EA9}"/>
              </a:ext>
            </a:extLst>
          </p:cNvPr>
          <p:cNvSpPr>
            <a:spLocks noGrp="1"/>
          </p:cNvSpPr>
          <p:nvPr/>
        </p:nvSpPr>
        <p:spPr>
          <a:xfrm>
            <a:off x="6288275" y="59261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5" name="F1_main_prauc_774">
            <a:extLst>
              <a:ext uri="{FF2B5EF4-FFF2-40B4-BE49-F238E27FC236}">
                <a16:creationId xmlns:a16="http://schemas.microsoft.com/office/drawing/2014/main" id="{CB2C7CDB-F75A-4A84-BCC0-9851CFA58714}"/>
              </a:ext>
            </a:extLst>
          </p:cNvPr>
          <p:cNvSpPr>
            <a:spLocks noGrp="1"/>
          </p:cNvSpPr>
          <p:nvPr/>
        </p:nvSpPr>
        <p:spPr>
          <a:xfrm>
            <a:off x="612837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6" name="F1_main_prauc_775">
            <a:extLst>
              <a:ext uri="{FF2B5EF4-FFF2-40B4-BE49-F238E27FC236}">
                <a16:creationId xmlns:a16="http://schemas.microsoft.com/office/drawing/2014/main" id="{70449FBB-E8C1-4328-BA84-0064E8D17EDD}"/>
              </a:ext>
            </a:extLst>
          </p:cNvPr>
          <p:cNvSpPr>
            <a:spLocks noGrp="1"/>
          </p:cNvSpPr>
          <p:nvPr/>
        </p:nvSpPr>
        <p:spPr>
          <a:xfrm>
            <a:off x="6349986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7" name="F1_main_prauc_776">
            <a:extLst>
              <a:ext uri="{FF2B5EF4-FFF2-40B4-BE49-F238E27FC236}">
                <a16:creationId xmlns:a16="http://schemas.microsoft.com/office/drawing/2014/main" id="{A1F9C3E2-8A88-4EAB-8358-02184BDF3783}"/>
              </a:ext>
            </a:extLst>
          </p:cNvPr>
          <p:cNvSpPr>
            <a:spLocks noGrp="1"/>
          </p:cNvSpPr>
          <p:nvPr/>
        </p:nvSpPr>
        <p:spPr>
          <a:xfrm>
            <a:off x="78025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8" name="F1_main_prauc_777">
            <a:extLst>
              <a:ext uri="{FF2B5EF4-FFF2-40B4-BE49-F238E27FC236}">
                <a16:creationId xmlns:a16="http://schemas.microsoft.com/office/drawing/2014/main" id="{BB8CB7F1-C448-4E7A-B658-F8201E9C5135}"/>
              </a:ext>
            </a:extLst>
          </p:cNvPr>
          <p:cNvSpPr>
            <a:spLocks noGrp="1"/>
          </p:cNvSpPr>
          <p:nvPr/>
        </p:nvSpPr>
        <p:spPr>
          <a:xfrm>
            <a:off x="77475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9" name="F1_main_prauc_778">
            <a:extLst>
              <a:ext uri="{FF2B5EF4-FFF2-40B4-BE49-F238E27FC236}">
                <a16:creationId xmlns:a16="http://schemas.microsoft.com/office/drawing/2014/main" id="{CB98FA13-F117-408B-9817-58A18871CBC5}"/>
              </a:ext>
            </a:extLst>
          </p:cNvPr>
          <p:cNvSpPr>
            <a:spLocks noGrp="1"/>
          </p:cNvSpPr>
          <p:nvPr/>
        </p:nvSpPr>
        <p:spPr>
          <a:xfrm>
            <a:off x="77890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0" name="F1_main_prauc_779">
            <a:extLst>
              <a:ext uri="{FF2B5EF4-FFF2-40B4-BE49-F238E27FC236}">
                <a16:creationId xmlns:a16="http://schemas.microsoft.com/office/drawing/2014/main" id="{BB2D1A88-3DBD-47C6-BFD9-B04D82FE92F5}"/>
              </a:ext>
            </a:extLst>
          </p:cNvPr>
          <p:cNvSpPr>
            <a:spLocks noGrp="1"/>
          </p:cNvSpPr>
          <p:nvPr/>
        </p:nvSpPr>
        <p:spPr>
          <a:xfrm>
            <a:off x="7842175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1" name="F1_main_prauc_780">
            <a:extLst>
              <a:ext uri="{FF2B5EF4-FFF2-40B4-BE49-F238E27FC236}">
                <a16:creationId xmlns:a16="http://schemas.microsoft.com/office/drawing/2014/main" id="{78D502CE-96C2-4A9D-8459-B7A889E1FE10}"/>
              </a:ext>
            </a:extLst>
          </p:cNvPr>
          <p:cNvSpPr>
            <a:spLocks noGrp="1"/>
          </p:cNvSpPr>
          <p:nvPr/>
        </p:nvSpPr>
        <p:spPr>
          <a:xfrm>
            <a:off x="7795872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2" name="F1_main_prauc_781">
            <a:extLst>
              <a:ext uri="{FF2B5EF4-FFF2-40B4-BE49-F238E27FC236}">
                <a16:creationId xmlns:a16="http://schemas.microsoft.com/office/drawing/2014/main" id="{906ED590-B693-4653-A3E6-2BABA5DDA663}"/>
              </a:ext>
            </a:extLst>
          </p:cNvPr>
          <p:cNvSpPr>
            <a:spLocks noGrp="1"/>
          </p:cNvSpPr>
          <p:nvPr/>
        </p:nvSpPr>
        <p:spPr>
          <a:xfrm>
            <a:off x="77450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3" name="F1_main_prauc_782">
            <a:extLst>
              <a:ext uri="{FF2B5EF4-FFF2-40B4-BE49-F238E27FC236}">
                <a16:creationId xmlns:a16="http://schemas.microsoft.com/office/drawing/2014/main" id="{25672B50-E80C-45E6-AE32-90EBBC8C60F7}"/>
              </a:ext>
            </a:extLst>
          </p:cNvPr>
          <p:cNvSpPr>
            <a:spLocks noGrp="1"/>
          </p:cNvSpPr>
          <p:nvPr/>
        </p:nvSpPr>
        <p:spPr>
          <a:xfrm>
            <a:off x="78562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4" name="F1_main_prauc_783">
            <a:extLst>
              <a:ext uri="{FF2B5EF4-FFF2-40B4-BE49-F238E27FC236}">
                <a16:creationId xmlns:a16="http://schemas.microsoft.com/office/drawing/2014/main" id="{9D2CEA56-E05F-4EF0-8EE9-8783F54FE573}"/>
              </a:ext>
            </a:extLst>
          </p:cNvPr>
          <p:cNvSpPr>
            <a:spLocks noGrp="1"/>
          </p:cNvSpPr>
          <p:nvPr/>
        </p:nvSpPr>
        <p:spPr>
          <a:xfrm>
            <a:off x="792899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5" name="F1_main_prauc_784">
            <a:extLst>
              <a:ext uri="{FF2B5EF4-FFF2-40B4-BE49-F238E27FC236}">
                <a16:creationId xmlns:a16="http://schemas.microsoft.com/office/drawing/2014/main" id="{9B226240-BF59-42C0-9831-8CF5E9E5C773}"/>
              </a:ext>
            </a:extLst>
          </p:cNvPr>
          <p:cNvSpPr>
            <a:spLocks noGrp="1"/>
          </p:cNvSpPr>
          <p:nvPr/>
        </p:nvSpPr>
        <p:spPr>
          <a:xfrm>
            <a:off x="7764387" y="60558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6" name="F1_main_prauc_785">
            <a:extLst>
              <a:ext uri="{FF2B5EF4-FFF2-40B4-BE49-F238E27FC236}">
                <a16:creationId xmlns:a16="http://schemas.microsoft.com/office/drawing/2014/main" id="{D7763F23-97F6-419D-AFEE-D85294BC5263}"/>
              </a:ext>
            </a:extLst>
          </p:cNvPr>
          <p:cNvSpPr>
            <a:spLocks noGrp="1"/>
          </p:cNvSpPr>
          <p:nvPr/>
        </p:nvSpPr>
        <p:spPr>
          <a:xfrm>
            <a:off x="773139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7" name="F1_main_prauc_786">
            <a:extLst>
              <a:ext uri="{FF2B5EF4-FFF2-40B4-BE49-F238E27FC236}">
                <a16:creationId xmlns:a16="http://schemas.microsoft.com/office/drawing/2014/main" id="{C9461676-0883-4BD5-BE0A-B3A63B264C2B}"/>
              </a:ext>
            </a:extLst>
          </p:cNvPr>
          <p:cNvSpPr>
            <a:spLocks noGrp="1"/>
          </p:cNvSpPr>
          <p:nvPr/>
        </p:nvSpPr>
        <p:spPr>
          <a:xfrm>
            <a:off x="7909165" y="4360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8" name="F1_main_prauc_787">
            <a:extLst>
              <a:ext uri="{FF2B5EF4-FFF2-40B4-BE49-F238E27FC236}">
                <a16:creationId xmlns:a16="http://schemas.microsoft.com/office/drawing/2014/main" id="{DDADD015-A1F9-49E4-8A4D-84BC58468052}"/>
              </a:ext>
            </a:extLst>
          </p:cNvPr>
          <p:cNvSpPr>
            <a:spLocks noGrp="1"/>
          </p:cNvSpPr>
          <p:nvPr/>
        </p:nvSpPr>
        <p:spPr>
          <a:xfrm>
            <a:off x="79281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9" name="F1_main_prauc_788">
            <a:extLst>
              <a:ext uri="{FF2B5EF4-FFF2-40B4-BE49-F238E27FC236}">
                <a16:creationId xmlns:a16="http://schemas.microsoft.com/office/drawing/2014/main" id="{4AE7A52B-8866-4F6F-B9F7-A197C5CA1B33}"/>
              </a:ext>
            </a:extLst>
          </p:cNvPr>
          <p:cNvSpPr>
            <a:spLocks noGrp="1"/>
          </p:cNvSpPr>
          <p:nvPr/>
        </p:nvSpPr>
        <p:spPr>
          <a:xfrm>
            <a:off x="7800626" y="46710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0" name="F1_main_prauc_789">
            <a:extLst>
              <a:ext uri="{FF2B5EF4-FFF2-40B4-BE49-F238E27FC236}">
                <a16:creationId xmlns:a16="http://schemas.microsoft.com/office/drawing/2014/main" id="{F173A755-FF8F-4836-A939-88AC73272E64}"/>
              </a:ext>
            </a:extLst>
          </p:cNvPr>
          <p:cNvSpPr>
            <a:spLocks noGrp="1"/>
          </p:cNvSpPr>
          <p:nvPr/>
        </p:nvSpPr>
        <p:spPr>
          <a:xfrm>
            <a:off x="7765628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1" name="F1_main_prauc_790">
            <a:extLst>
              <a:ext uri="{FF2B5EF4-FFF2-40B4-BE49-F238E27FC236}">
                <a16:creationId xmlns:a16="http://schemas.microsoft.com/office/drawing/2014/main" id="{60FCC518-970F-495F-9C90-B79FE1946C6D}"/>
              </a:ext>
            </a:extLst>
          </p:cNvPr>
          <p:cNvSpPr>
            <a:spLocks noGrp="1"/>
          </p:cNvSpPr>
          <p:nvPr/>
        </p:nvSpPr>
        <p:spPr>
          <a:xfrm>
            <a:off x="781558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2" name="F1_main_prauc_791">
            <a:extLst>
              <a:ext uri="{FF2B5EF4-FFF2-40B4-BE49-F238E27FC236}">
                <a16:creationId xmlns:a16="http://schemas.microsoft.com/office/drawing/2014/main" id="{35AF9A20-80D2-4DD0-B9A7-D9FD50B461D2}"/>
              </a:ext>
            </a:extLst>
          </p:cNvPr>
          <p:cNvSpPr>
            <a:spLocks noGrp="1"/>
          </p:cNvSpPr>
          <p:nvPr/>
        </p:nvSpPr>
        <p:spPr>
          <a:xfrm>
            <a:off x="792585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3" name="F1_main_prauc_792">
            <a:extLst>
              <a:ext uri="{FF2B5EF4-FFF2-40B4-BE49-F238E27FC236}">
                <a16:creationId xmlns:a16="http://schemas.microsoft.com/office/drawing/2014/main" id="{15DBAED3-6DE1-4BC7-9EC7-257D6B4E42C4}"/>
              </a:ext>
            </a:extLst>
          </p:cNvPr>
          <p:cNvSpPr>
            <a:spLocks noGrp="1"/>
          </p:cNvSpPr>
          <p:nvPr/>
        </p:nvSpPr>
        <p:spPr>
          <a:xfrm>
            <a:off x="791212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4" name="F1_main_prauc_793">
            <a:extLst>
              <a:ext uri="{FF2B5EF4-FFF2-40B4-BE49-F238E27FC236}">
                <a16:creationId xmlns:a16="http://schemas.microsoft.com/office/drawing/2014/main" id="{6BBB9498-549F-410B-A80B-A1A050D18151}"/>
              </a:ext>
            </a:extLst>
          </p:cNvPr>
          <p:cNvSpPr>
            <a:spLocks noGrp="1"/>
          </p:cNvSpPr>
          <p:nvPr/>
        </p:nvSpPr>
        <p:spPr>
          <a:xfrm>
            <a:off x="792439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5" name="F1_main_prauc_794">
            <a:extLst>
              <a:ext uri="{FF2B5EF4-FFF2-40B4-BE49-F238E27FC236}">
                <a16:creationId xmlns:a16="http://schemas.microsoft.com/office/drawing/2014/main" id="{B4F3F591-6078-47BF-A76C-FA6C46E8DE0D}"/>
              </a:ext>
            </a:extLst>
          </p:cNvPr>
          <p:cNvSpPr>
            <a:spLocks noGrp="1"/>
          </p:cNvSpPr>
          <p:nvPr/>
        </p:nvSpPr>
        <p:spPr>
          <a:xfrm>
            <a:off x="7704352" y="5845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6" name="F1_main_prauc_795">
            <a:extLst>
              <a:ext uri="{FF2B5EF4-FFF2-40B4-BE49-F238E27FC236}">
                <a16:creationId xmlns:a16="http://schemas.microsoft.com/office/drawing/2014/main" id="{A231D03E-E044-4A8A-95B9-26E90C213452}"/>
              </a:ext>
            </a:extLst>
          </p:cNvPr>
          <p:cNvSpPr>
            <a:spLocks noGrp="1"/>
          </p:cNvSpPr>
          <p:nvPr/>
        </p:nvSpPr>
        <p:spPr>
          <a:xfrm>
            <a:off x="7954393" y="45667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7" name="F1_main_prauc_796">
            <a:extLst>
              <a:ext uri="{FF2B5EF4-FFF2-40B4-BE49-F238E27FC236}">
                <a16:creationId xmlns:a16="http://schemas.microsoft.com/office/drawing/2014/main" id="{5BA8C5A8-46D1-4325-8708-F99128E19A52}"/>
              </a:ext>
            </a:extLst>
          </p:cNvPr>
          <p:cNvSpPr>
            <a:spLocks noGrp="1"/>
          </p:cNvSpPr>
          <p:nvPr/>
        </p:nvSpPr>
        <p:spPr>
          <a:xfrm>
            <a:off x="7775352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8" name="F1_main_prauc_797">
            <a:extLst>
              <a:ext uri="{FF2B5EF4-FFF2-40B4-BE49-F238E27FC236}">
                <a16:creationId xmlns:a16="http://schemas.microsoft.com/office/drawing/2014/main" id="{20609941-D2F4-4176-96D4-862FD60DFCB9}"/>
              </a:ext>
            </a:extLst>
          </p:cNvPr>
          <p:cNvSpPr>
            <a:spLocks noGrp="1"/>
          </p:cNvSpPr>
          <p:nvPr/>
        </p:nvSpPr>
        <p:spPr>
          <a:xfrm>
            <a:off x="782032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9" name="F1_main_prauc_798">
            <a:extLst>
              <a:ext uri="{FF2B5EF4-FFF2-40B4-BE49-F238E27FC236}">
                <a16:creationId xmlns:a16="http://schemas.microsoft.com/office/drawing/2014/main" id="{D954AB60-D3AA-424A-A397-6C3EF5609610}"/>
              </a:ext>
            </a:extLst>
          </p:cNvPr>
          <p:cNvSpPr>
            <a:spLocks noGrp="1"/>
          </p:cNvSpPr>
          <p:nvPr/>
        </p:nvSpPr>
        <p:spPr>
          <a:xfrm>
            <a:off x="7870431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0" name="F1_main_prauc_799">
            <a:extLst>
              <a:ext uri="{FF2B5EF4-FFF2-40B4-BE49-F238E27FC236}">
                <a16:creationId xmlns:a16="http://schemas.microsoft.com/office/drawing/2014/main" id="{8FCA85AE-49CA-4EE0-9129-E18EDC9BDC40}"/>
              </a:ext>
            </a:extLst>
          </p:cNvPr>
          <p:cNvSpPr>
            <a:spLocks noGrp="1"/>
          </p:cNvSpPr>
          <p:nvPr/>
        </p:nvSpPr>
        <p:spPr>
          <a:xfrm>
            <a:off x="7721254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1" name="F1_main_prauc_800">
            <a:extLst>
              <a:ext uri="{FF2B5EF4-FFF2-40B4-BE49-F238E27FC236}">
                <a16:creationId xmlns:a16="http://schemas.microsoft.com/office/drawing/2014/main" id="{440D8B2C-9C93-4432-8FC5-5F20CDC87F8C}"/>
              </a:ext>
            </a:extLst>
          </p:cNvPr>
          <p:cNvSpPr>
            <a:spLocks noGrp="1"/>
          </p:cNvSpPr>
          <p:nvPr/>
        </p:nvSpPr>
        <p:spPr>
          <a:xfrm>
            <a:off x="7724297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2" name="F1_main_prauc_801">
            <a:extLst>
              <a:ext uri="{FF2B5EF4-FFF2-40B4-BE49-F238E27FC236}">
                <a16:creationId xmlns:a16="http://schemas.microsoft.com/office/drawing/2014/main" id="{581AE7D1-39FD-46EC-9BFA-9107664A1C9D}"/>
              </a:ext>
            </a:extLst>
          </p:cNvPr>
          <p:cNvSpPr>
            <a:spLocks noGrp="1"/>
          </p:cNvSpPr>
          <p:nvPr/>
        </p:nvSpPr>
        <p:spPr>
          <a:xfrm>
            <a:off x="770378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3" name="F1_main_prauc_802">
            <a:extLst>
              <a:ext uri="{FF2B5EF4-FFF2-40B4-BE49-F238E27FC236}">
                <a16:creationId xmlns:a16="http://schemas.microsoft.com/office/drawing/2014/main" id="{8C331540-33B8-4040-96CC-CC27BF70E0B1}"/>
              </a:ext>
            </a:extLst>
          </p:cNvPr>
          <p:cNvSpPr>
            <a:spLocks noGrp="1"/>
          </p:cNvSpPr>
          <p:nvPr/>
        </p:nvSpPr>
        <p:spPr>
          <a:xfrm>
            <a:off x="786460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4" name="F1_main_prauc_803">
            <a:extLst>
              <a:ext uri="{FF2B5EF4-FFF2-40B4-BE49-F238E27FC236}">
                <a16:creationId xmlns:a16="http://schemas.microsoft.com/office/drawing/2014/main" id="{8E015E60-E2D3-43CA-A4DB-E5B25C312B09}"/>
              </a:ext>
            </a:extLst>
          </p:cNvPr>
          <p:cNvSpPr>
            <a:spLocks noGrp="1"/>
          </p:cNvSpPr>
          <p:nvPr/>
        </p:nvSpPr>
        <p:spPr>
          <a:xfrm>
            <a:off x="7900044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5" name="F1_main_prauc_804">
            <a:extLst>
              <a:ext uri="{FF2B5EF4-FFF2-40B4-BE49-F238E27FC236}">
                <a16:creationId xmlns:a16="http://schemas.microsoft.com/office/drawing/2014/main" id="{FBAC5E6D-B128-424F-8A28-A08C1C5FF1EA}"/>
              </a:ext>
            </a:extLst>
          </p:cNvPr>
          <p:cNvSpPr>
            <a:spLocks noGrp="1"/>
          </p:cNvSpPr>
          <p:nvPr/>
        </p:nvSpPr>
        <p:spPr>
          <a:xfrm>
            <a:off x="7899582" y="59335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6" name="F1_main_prauc_805">
            <a:extLst>
              <a:ext uri="{FF2B5EF4-FFF2-40B4-BE49-F238E27FC236}">
                <a16:creationId xmlns:a16="http://schemas.microsoft.com/office/drawing/2014/main" id="{899B5A93-2CAE-4DED-AEF2-9688AEFF7101}"/>
              </a:ext>
            </a:extLst>
          </p:cNvPr>
          <p:cNvSpPr>
            <a:spLocks noGrp="1"/>
          </p:cNvSpPr>
          <p:nvPr/>
        </p:nvSpPr>
        <p:spPr>
          <a:xfrm>
            <a:off x="78897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7" name="F1_main_prauc_806">
            <a:extLst>
              <a:ext uri="{FF2B5EF4-FFF2-40B4-BE49-F238E27FC236}">
                <a16:creationId xmlns:a16="http://schemas.microsoft.com/office/drawing/2014/main" id="{18BB5B8E-E781-4CE9-9466-EF37DEA38B4C}"/>
              </a:ext>
            </a:extLst>
          </p:cNvPr>
          <p:cNvSpPr>
            <a:spLocks noGrp="1"/>
          </p:cNvSpPr>
          <p:nvPr/>
        </p:nvSpPr>
        <p:spPr>
          <a:xfrm>
            <a:off x="772194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8" name="F1_main_prauc_807">
            <a:extLst>
              <a:ext uri="{FF2B5EF4-FFF2-40B4-BE49-F238E27FC236}">
                <a16:creationId xmlns:a16="http://schemas.microsoft.com/office/drawing/2014/main" id="{35442949-D5A4-4F13-9283-9B34CDFCB86A}"/>
              </a:ext>
            </a:extLst>
          </p:cNvPr>
          <p:cNvSpPr>
            <a:spLocks noGrp="1"/>
          </p:cNvSpPr>
          <p:nvPr/>
        </p:nvSpPr>
        <p:spPr>
          <a:xfrm>
            <a:off x="7758330" y="5741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9" name="F1_main_prauc_808">
            <a:extLst>
              <a:ext uri="{FF2B5EF4-FFF2-40B4-BE49-F238E27FC236}">
                <a16:creationId xmlns:a16="http://schemas.microsoft.com/office/drawing/2014/main" id="{58FA6169-7E1C-4576-9D5A-833831E943DA}"/>
              </a:ext>
            </a:extLst>
          </p:cNvPr>
          <p:cNvSpPr>
            <a:spLocks noGrp="1"/>
          </p:cNvSpPr>
          <p:nvPr/>
        </p:nvSpPr>
        <p:spPr>
          <a:xfrm>
            <a:off x="772959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0" name="F1_main_prauc_809">
            <a:extLst>
              <a:ext uri="{FF2B5EF4-FFF2-40B4-BE49-F238E27FC236}">
                <a16:creationId xmlns:a16="http://schemas.microsoft.com/office/drawing/2014/main" id="{14839854-9B8C-4AB8-89AE-87CCE77DF4CA}"/>
              </a:ext>
            </a:extLst>
          </p:cNvPr>
          <p:cNvSpPr>
            <a:spLocks noGrp="1"/>
          </p:cNvSpPr>
          <p:nvPr/>
        </p:nvSpPr>
        <p:spPr>
          <a:xfrm>
            <a:off x="7933689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1" name="F1_main_prauc_810">
            <a:extLst>
              <a:ext uri="{FF2B5EF4-FFF2-40B4-BE49-F238E27FC236}">
                <a16:creationId xmlns:a16="http://schemas.microsoft.com/office/drawing/2014/main" id="{80ECCFF9-6A42-43CF-8B90-0C4F08196FF1}"/>
              </a:ext>
            </a:extLst>
          </p:cNvPr>
          <p:cNvSpPr>
            <a:spLocks noGrp="1"/>
          </p:cNvSpPr>
          <p:nvPr/>
        </p:nvSpPr>
        <p:spPr>
          <a:xfrm>
            <a:off x="78858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2" name="F1_main_prauc_811">
            <a:extLst>
              <a:ext uri="{FF2B5EF4-FFF2-40B4-BE49-F238E27FC236}">
                <a16:creationId xmlns:a16="http://schemas.microsoft.com/office/drawing/2014/main" id="{523B6B90-0D36-4956-87DD-E46A163C4C9B}"/>
              </a:ext>
            </a:extLst>
          </p:cNvPr>
          <p:cNvSpPr>
            <a:spLocks noGrp="1"/>
          </p:cNvSpPr>
          <p:nvPr/>
        </p:nvSpPr>
        <p:spPr>
          <a:xfrm>
            <a:off x="770956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3" name="F1_main_prauc_812">
            <a:extLst>
              <a:ext uri="{FF2B5EF4-FFF2-40B4-BE49-F238E27FC236}">
                <a16:creationId xmlns:a16="http://schemas.microsoft.com/office/drawing/2014/main" id="{CCFA6C54-9635-4C88-84B4-76379EC7BC7B}"/>
              </a:ext>
            </a:extLst>
          </p:cNvPr>
          <p:cNvSpPr>
            <a:spLocks noGrp="1"/>
          </p:cNvSpPr>
          <p:nvPr/>
        </p:nvSpPr>
        <p:spPr>
          <a:xfrm>
            <a:off x="79117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4" name="F1_main_prauc_813">
            <a:extLst>
              <a:ext uri="{FF2B5EF4-FFF2-40B4-BE49-F238E27FC236}">
                <a16:creationId xmlns:a16="http://schemas.microsoft.com/office/drawing/2014/main" id="{50B366B3-A48C-43B6-9C51-8B5E3505CB05}"/>
              </a:ext>
            </a:extLst>
          </p:cNvPr>
          <p:cNvSpPr>
            <a:spLocks noGrp="1"/>
          </p:cNvSpPr>
          <p:nvPr/>
        </p:nvSpPr>
        <p:spPr>
          <a:xfrm>
            <a:off x="79142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5" name="F1_main_prauc_814">
            <a:extLst>
              <a:ext uri="{FF2B5EF4-FFF2-40B4-BE49-F238E27FC236}">
                <a16:creationId xmlns:a16="http://schemas.microsoft.com/office/drawing/2014/main" id="{275D5814-1379-426F-ABA0-EF0DF835379F}"/>
              </a:ext>
            </a:extLst>
          </p:cNvPr>
          <p:cNvSpPr>
            <a:spLocks noGrp="1"/>
          </p:cNvSpPr>
          <p:nvPr/>
        </p:nvSpPr>
        <p:spPr>
          <a:xfrm>
            <a:off x="77545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6" name="F1_main_prauc_815">
            <a:extLst>
              <a:ext uri="{FF2B5EF4-FFF2-40B4-BE49-F238E27FC236}">
                <a16:creationId xmlns:a16="http://schemas.microsoft.com/office/drawing/2014/main" id="{E22073CF-E083-41C5-85DE-7C1C0DCBFA27}"/>
              </a:ext>
            </a:extLst>
          </p:cNvPr>
          <p:cNvSpPr>
            <a:spLocks noGrp="1"/>
          </p:cNvSpPr>
          <p:nvPr/>
        </p:nvSpPr>
        <p:spPr>
          <a:xfrm>
            <a:off x="7750602" y="50290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7" name="F1_main_prauc_816">
            <a:extLst>
              <a:ext uri="{FF2B5EF4-FFF2-40B4-BE49-F238E27FC236}">
                <a16:creationId xmlns:a16="http://schemas.microsoft.com/office/drawing/2014/main" id="{F964647D-B160-4CF0-A41E-9FE820EA4522}"/>
              </a:ext>
            </a:extLst>
          </p:cNvPr>
          <p:cNvSpPr>
            <a:spLocks noGrp="1"/>
          </p:cNvSpPr>
          <p:nvPr/>
        </p:nvSpPr>
        <p:spPr>
          <a:xfrm>
            <a:off x="7763121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8" name="F1_main_prauc_817">
            <a:extLst>
              <a:ext uri="{FF2B5EF4-FFF2-40B4-BE49-F238E27FC236}">
                <a16:creationId xmlns:a16="http://schemas.microsoft.com/office/drawing/2014/main" id="{34D81A10-E086-4651-9B4D-2C28497F466C}"/>
              </a:ext>
            </a:extLst>
          </p:cNvPr>
          <p:cNvSpPr>
            <a:spLocks noGrp="1"/>
          </p:cNvSpPr>
          <p:nvPr/>
        </p:nvSpPr>
        <p:spPr>
          <a:xfrm>
            <a:off x="782235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9" name="F1_main_prauc_818">
            <a:extLst>
              <a:ext uri="{FF2B5EF4-FFF2-40B4-BE49-F238E27FC236}">
                <a16:creationId xmlns:a16="http://schemas.microsoft.com/office/drawing/2014/main" id="{59D9BC90-9298-4601-AA84-AA10A66BCCD9}"/>
              </a:ext>
            </a:extLst>
          </p:cNvPr>
          <p:cNvSpPr>
            <a:spLocks noGrp="1"/>
          </p:cNvSpPr>
          <p:nvPr/>
        </p:nvSpPr>
        <p:spPr>
          <a:xfrm>
            <a:off x="786950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0" name="F1_main_prauc_819">
            <a:extLst>
              <a:ext uri="{FF2B5EF4-FFF2-40B4-BE49-F238E27FC236}">
                <a16:creationId xmlns:a16="http://schemas.microsoft.com/office/drawing/2014/main" id="{A73703A2-BA80-4BD3-9CEA-06AB7122B023}"/>
              </a:ext>
            </a:extLst>
          </p:cNvPr>
          <p:cNvSpPr>
            <a:spLocks noGrp="1"/>
          </p:cNvSpPr>
          <p:nvPr/>
        </p:nvSpPr>
        <p:spPr>
          <a:xfrm>
            <a:off x="778366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1" name="F1_main_prauc_820">
            <a:extLst>
              <a:ext uri="{FF2B5EF4-FFF2-40B4-BE49-F238E27FC236}">
                <a16:creationId xmlns:a16="http://schemas.microsoft.com/office/drawing/2014/main" id="{65CD90F0-B0F3-4D2C-8B69-D2F86B71B142}"/>
              </a:ext>
            </a:extLst>
          </p:cNvPr>
          <p:cNvSpPr>
            <a:spLocks noGrp="1"/>
          </p:cNvSpPr>
          <p:nvPr/>
        </p:nvSpPr>
        <p:spPr>
          <a:xfrm>
            <a:off x="790490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2" name="F1_main_prauc_821">
            <a:extLst>
              <a:ext uri="{FF2B5EF4-FFF2-40B4-BE49-F238E27FC236}">
                <a16:creationId xmlns:a16="http://schemas.microsoft.com/office/drawing/2014/main" id="{8C254B4B-46EE-497F-9145-5C6AF36246BA}"/>
              </a:ext>
            </a:extLst>
          </p:cNvPr>
          <p:cNvSpPr>
            <a:spLocks noGrp="1"/>
          </p:cNvSpPr>
          <p:nvPr/>
        </p:nvSpPr>
        <p:spPr>
          <a:xfrm>
            <a:off x="779600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3" name="F1_main_prauc_822">
            <a:extLst>
              <a:ext uri="{FF2B5EF4-FFF2-40B4-BE49-F238E27FC236}">
                <a16:creationId xmlns:a16="http://schemas.microsoft.com/office/drawing/2014/main" id="{17895BCA-4A2E-4B21-A9D4-EA44E91BF5ED}"/>
              </a:ext>
            </a:extLst>
          </p:cNvPr>
          <p:cNvSpPr>
            <a:spLocks noGrp="1"/>
          </p:cNvSpPr>
          <p:nvPr/>
        </p:nvSpPr>
        <p:spPr>
          <a:xfrm>
            <a:off x="7912209" y="4052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4" name="F1_main_prauc_823">
            <a:extLst>
              <a:ext uri="{FF2B5EF4-FFF2-40B4-BE49-F238E27FC236}">
                <a16:creationId xmlns:a16="http://schemas.microsoft.com/office/drawing/2014/main" id="{80F934DD-9345-4CA6-B80C-B2B09E47E4A9}"/>
              </a:ext>
            </a:extLst>
          </p:cNvPr>
          <p:cNvSpPr>
            <a:spLocks noGrp="1"/>
          </p:cNvSpPr>
          <p:nvPr/>
        </p:nvSpPr>
        <p:spPr>
          <a:xfrm>
            <a:off x="78754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5" name="F1_main_prauc_824">
            <a:extLst>
              <a:ext uri="{FF2B5EF4-FFF2-40B4-BE49-F238E27FC236}">
                <a16:creationId xmlns:a16="http://schemas.microsoft.com/office/drawing/2014/main" id="{C379C7CF-38B9-44B6-BBE6-5AAD65FD638A}"/>
              </a:ext>
            </a:extLst>
          </p:cNvPr>
          <p:cNvSpPr>
            <a:spLocks noGrp="1"/>
          </p:cNvSpPr>
          <p:nvPr/>
        </p:nvSpPr>
        <p:spPr>
          <a:xfrm>
            <a:off x="785988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6" name="F1_main_prauc_825">
            <a:extLst>
              <a:ext uri="{FF2B5EF4-FFF2-40B4-BE49-F238E27FC236}">
                <a16:creationId xmlns:a16="http://schemas.microsoft.com/office/drawing/2014/main" id="{32CC641B-1616-48F2-96D5-D0285F4480CF}"/>
              </a:ext>
            </a:extLst>
          </p:cNvPr>
          <p:cNvSpPr>
            <a:spLocks noGrp="1"/>
          </p:cNvSpPr>
          <p:nvPr/>
        </p:nvSpPr>
        <p:spPr>
          <a:xfrm>
            <a:off x="7840795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7" name="F1_main_prauc_826">
            <a:extLst>
              <a:ext uri="{FF2B5EF4-FFF2-40B4-BE49-F238E27FC236}">
                <a16:creationId xmlns:a16="http://schemas.microsoft.com/office/drawing/2014/main" id="{EE92CF40-B51D-46EF-983A-466F303A1967}"/>
              </a:ext>
            </a:extLst>
          </p:cNvPr>
          <p:cNvSpPr>
            <a:spLocks noGrp="1"/>
          </p:cNvSpPr>
          <p:nvPr/>
        </p:nvSpPr>
        <p:spPr>
          <a:xfrm>
            <a:off x="794482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8" name="F1_main_prauc_827">
            <a:extLst>
              <a:ext uri="{FF2B5EF4-FFF2-40B4-BE49-F238E27FC236}">
                <a16:creationId xmlns:a16="http://schemas.microsoft.com/office/drawing/2014/main" id="{7611A1CC-428D-4053-B58D-DAB8A4D9353C}"/>
              </a:ext>
            </a:extLst>
          </p:cNvPr>
          <p:cNvSpPr>
            <a:spLocks noGrp="1"/>
          </p:cNvSpPr>
          <p:nvPr/>
        </p:nvSpPr>
        <p:spPr>
          <a:xfrm>
            <a:off x="782313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9" name="F1_main_prauc_828">
            <a:extLst>
              <a:ext uri="{FF2B5EF4-FFF2-40B4-BE49-F238E27FC236}">
                <a16:creationId xmlns:a16="http://schemas.microsoft.com/office/drawing/2014/main" id="{CABFBBE6-7195-4B8F-AFCB-14C08FD43793}"/>
              </a:ext>
            </a:extLst>
          </p:cNvPr>
          <p:cNvSpPr>
            <a:spLocks noGrp="1"/>
          </p:cNvSpPr>
          <p:nvPr/>
        </p:nvSpPr>
        <p:spPr>
          <a:xfrm>
            <a:off x="7946290" y="38825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0" name="F1_main_prauc_829">
            <a:extLst>
              <a:ext uri="{FF2B5EF4-FFF2-40B4-BE49-F238E27FC236}">
                <a16:creationId xmlns:a16="http://schemas.microsoft.com/office/drawing/2014/main" id="{45E67F8D-CA93-476E-B1B4-9B3F806F8367}"/>
              </a:ext>
            </a:extLst>
          </p:cNvPr>
          <p:cNvSpPr>
            <a:spLocks noGrp="1"/>
          </p:cNvSpPr>
          <p:nvPr/>
        </p:nvSpPr>
        <p:spPr>
          <a:xfrm>
            <a:off x="7833748" y="5594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1" name="F1_main_prauc_830">
            <a:extLst>
              <a:ext uri="{FF2B5EF4-FFF2-40B4-BE49-F238E27FC236}">
                <a16:creationId xmlns:a16="http://schemas.microsoft.com/office/drawing/2014/main" id="{88BD1924-24CC-43DE-B0AA-FFC800FA254D}"/>
              </a:ext>
            </a:extLst>
          </p:cNvPr>
          <p:cNvSpPr>
            <a:spLocks noGrp="1"/>
          </p:cNvSpPr>
          <p:nvPr/>
        </p:nvSpPr>
        <p:spPr>
          <a:xfrm>
            <a:off x="7834516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2" name="F1_main_prauc_831">
            <a:extLst>
              <a:ext uri="{FF2B5EF4-FFF2-40B4-BE49-F238E27FC236}">
                <a16:creationId xmlns:a16="http://schemas.microsoft.com/office/drawing/2014/main" id="{0D32D9DF-7393-4412-9EEE-82AE532FEFA7}"/>
              </a:ext>
            </a:extLst>
          </p:cNvPr>
          <p:cNvSpPr>
            <a:spLocks noGrp="1"/>
          </p:cNvSpPr>
          <p:nvPr/>
        </p:nvSpPr>
        <p:spPr>
          <a:xfrm>
            <a:off x="770802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3" name="F1_main_prauc_832">
            <a:extLst>
              <a:ext uri="{FF2B5EF4-FFF2-40B4-BE49-F238E27FC236}">
                <a16:creationId xmlns:a16="http://schemas.microsoft.com/office/drawing/2014/main" id="{5D9C725C-9DD3-464D-851C-5E026ADF1BA5}"/>
              </a:ext>
            </a:extLst>
          </p:cNvPr>
          <p:cNvSpPr>
            <a:spLocks noGrp="1"/>
          </p:cNvSpPr>
          <p:nvPr/>
        </p:nvSpPr>
        <p:spPr>
          <a:xfrm>
            <a:off x="7740151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4" name="F1_main_prauc_833">
            <a:extLst>
              <a:ext uri="{FF2B5EF4-FFF2-40B4-BE49-F238E27FC236}">
                <a16:creationId xmlns:a16="http://schemas.microsoft.com/office/drawing/2014/main" id="{4387ABEF-ACC3-49AC-A885-8F8303C94565}"/>
              </a:ext>
            </a:extLst>
          </p:cNvPr>
          <p:cNvSpPr>
            <a:spLocks noGrp="1"/>
          </p:cNvSpPr>
          <p:nvPr/>
        </p:nvSpPr>
        <p:spPr>
          <a:xfrm>
            <a:off x="782179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5" name="F1_main_prauc_834">
            <a:extLst>
              <a:ext uri="{FF2B5EF4-FFF2-40B4-BE49-F238E27FC236}">
                <a16:creationId xmlns:a16="http://schemas.microsoft.com/office/drawing/2014/main" id="{1583C1DA-7301-4F4C-BD9F-CFF202AC07FB}"/>
              </a:ext>
            </a:extLst>
          </p:cNvPr>
          <p:cNvSpPr>
            <a:spLocks noGrp="1"/>
          </p:cNvSpPr>
          <p:nvPr/>
        </p:nvSpPr>
        <p:spPr>
          <a:xfrm>
            <a:off x="7803120" y="6042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6" name="F1_main_prauc_835">
            <a:extLst>
              <a:ext uri="{FF2B5EF4-FFF2-40B4-BE49-F238E27FC236}">
                <a16:creationId xmlns:a16="http://schemas.microsoft.com/office/drawing/2014/main" id="{0FA9D0BA-1FAD-4C76-A171-6AF7F82A8122}"/>
              </a:ext>
            </a:extLst>
          </p:cNvPr>
          <p:cNvSpPr>
            <a:spLocks noGrp="1"/>
          </p:cNvSpPr>
          <p:nvPr/>
        </p:nvSpPr>
        <p:spPr>
          <a:xfrm>
            <a:off x="776454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7" name="F1_main_prauc_836">
            <a:extLst>
              <a:ext uri="{FF2B5EF4-FFF2-40B4-BE49-F238E27FC236}">
                <a16:creationId xmlns:a16="http://schemas.microsoft.com/office/drawing/2014/main" id="{10DC681D-8250-4C76-9807-C93ACF3EC7D3}"/>
              </a:ext>
            </a:extLst>
          </p:cNvPr>
          <p:cNvSpPr>
            <a:spLocks noGrp="1"/>
          </p:cNvSpPr>
          <p:nvPr/>
        </p:nvSpPr>
        <p:spPr>
          <a:xfrm>
            <a:off x="7925472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8" name="F1_main_prauc_837">
            <a:extLst>
              <a:ext uri="{FF2B5EF4-FFF2-40B4-BE49-F238E27FC236}">
                <a16:creationId xmlns:a16="http://schemas.microsoft.com/office/drawing/2014/main" id="{3C4D6BED-B01D-45CF-981C-0525ED3EC634}"/>
              </a:ext>
            </a:extLst>
          </p:cNvPr>
          <p:cNvSpPr>
            <a:spLocks noGrp="1"/>
          </p:cNvSpPr>
          <p:nvPr/>
        </p:nvSpPr>
        <p:spPr>
          <a:xfrm>
            <a:off x="79321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9" name="F1_main_prauc_838">
            <a:extLst>
              <a:ext uri="{FF2B5EF4-FFF2-40B4-BE49-F238E27FC236}">
                <a16:creationId xmlns:a16="http://schemas.microsoft.com/office/drawing/2014/main" id="{D6EFA2E5-A63D-4548-8873-344539DFEA1E}"/>
              </a:ext>
            </a:extLst>
          </p:cNvPr>
          <p:cNvSpPr>
            <a:spLocks noGrp="1"/>
          </p:cNvSpPr>
          <p:nvPr/>
        </p:nvSpPr>
        <p:spPr>
          <a:xfrm>
            <a:off x="783940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0" name="F1_main_prauc_839">
            <a:extLst>
              <a:ext uri="{FF2B5EF4-FFF2-40B4-BE49-F238E27FC236}">
                <a16:creationId xmlns:a16="http://schemas.microsoft.com/office/drawing/2014/main" id="{5212F6E1-6F7D-420C-B4FC-76084B34EDC4}"/>
              </a:ext>
            </a:extLst>
          </p:cNvPr>
          <p:cNvSpPr>
            <a:spLocks noGrp="1"/>
          </p:cNvSpPr>
          <p:nvPr/>
        </p:nvSpPr>
        <p:spPr>
          <a:xfrm>
            <a:off x="775150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1" name="F1_main_prauc_840">
            <a:extLst>
              <a:ext uri="{FF2B5EF4-FFF2-40B4-BE49-F238E27FC236}">
                <a16:creationId xmlns:a16="http://schemas.microsoft.com/office/drawing/2014/main" id="{B5459BEC-EBA5-44CF-894F-A17A4B1CB415}"/>
              </a:ext>
            </a:extLst>
          </p:cNvPr>
          <p:cNvSpPr>
            <a:spLocks noGrp="1"/>
          </p:cNvSpPr>
          <p:nvPr/>
        </p:nvSpPr>
        <p:spPr>
          <a:xfrm>
            <a:off x="79301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2" name="F1_main_prauc_841">
            <a:extLst>
              <a:ext uri="{FF2B5EF4-FFF2-40B4-BE49-F238E27FC236}">
                <a16:creationId xmlns:a16="http://schemas.microsoft.com/office/drawing/2014/main" id="{63613DE6-D2E4-43D6-B9EC-EA9E7C046428}"/>
              </a:ext>
            </a:extLst>
          </p:cNvPr>
          <p:cNvSpPr>
            <a:spLocks noGrp="1"/>
          </p:cNvSpPr>
          <p:nvPr/>
        </p:nvSpPr>
        <p:spPr>
          <a:xfrm>
            <a:off x="7720009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3" name="F1_main_prauc_842">
            <a:extLst>
              <a:ext uri="{FF2B5EF4-FFF2-40B4-BE49-F238E27FC236}">
                <a16:creationId xmlns:a16="http://schemas.microsoft.com/office/drawing/2014/main" id="{9BBA81B1-E759-46BB-8038-99A0A7F7028D}"/>
              </a:ext>
            </a:extLst>
          </p:cNvPr>
          <p:cNvSpPr>
            <a:spLocks noGrp="1"/>
          </p:cNvSpPr>
          <p:nvPr/>
        </p:nvSpPr>
        <p:spPr>
          <a:xfrm>
            <a:off x="7898721" y="58056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4" name="F1_main_prauc_843">
            <a:extLst>
              <a:ext uri="{FF2B5EF4-FFF2-40B4-BE49-F238E27FC236}">
                <a16:creationId xmlns:a16="http://schemas.microsoft.com/office/drawing/2014/main" id="{26795576-0BBA-4CD5-A356-6A13AC483273}"/>
              </a:ext>
            </a:extLst>
          </p:cNvPr>
          <p:cNvSpPr>
            <a:spLocks noGrp="1"/>
          </p:cNvSpPr>
          <p:nvPr/>
        </p:nvSpPr>
        <p:spPr>
          <a:xfrm>
            <a:off x="78967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5" name="F1_main_prauc_844">
            <a:extLst>
              <a:ext uri="{FF2B5EF4-FFF2-40B4-BE49-F238E27FC236}">
                <a16:creationId xmlns:a16="http://schemas.microsoft.com/office/drawing/2014/main" id="{C9E1B9F5-9833-4CCE-9677-2D42D5F22251}"/>
              </a:ext>
            </a:extLst>
          </p:cNvPr>
          <p:cNvSpPr>
            <a:spLocks noGrp="1"/>
          </p:cNvSpPr>
          <p:nvPr/>
        </p:nvSpPr>
        <p:spPr>
          <a:xfrm>
            <a:off x="7933494" y="43724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6" name="F1_main_prauc_845">
            <a:extLst>
              <a:ext uri="{FF2B5EF4-FFF2-40B4-BE49-F238E27FC236}">
                <a16:creationId xmlns:a16="http://schemas.microsoft.com/office/drawing/2014/main" id="{5C344894-8A95-4579-9B06-768E357145F1}"/>
              </a:ext>
            </a:extLst>
          </p:cNvPr>
          <p:cNvSpPr>
            <a:spLocks noGrp="1"/>
          </p:cNvSpPr>
          <p:nvPr/>
        </p:nvSpPr>
        <p:spPr>
          <a:xfrm>
            <a:off x="7851157" y="5092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7" name="F1_main_prauc_846">
            <a:extLst>
              <a:ext uri="{FF2B5EF4-FFF2-40B4-BE49-F238E27FC236}">
                <a16:creationId xmlns:a16="http://schemas.microsoft.com/office/drawing/2014/main" id="{A68A5B87-5F2E-4EE4-AF4B-4B986E9B0AFC}"/>
              </a:ext>
            </a:extLst>
          </p:cNvPr>
          <p:cNvSpPr>
            <a:spLocks noGrp="1"/>
          </p:cNvSpPr>
          <p:nvPr/>
        </p:nvSpPr>
        <p:spPr>
          <a:xfrm>
            <a:off x="773572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8" name="F1_main_prauc_847">
            <a:extLst>
              <a:ext uri="{FF2B5EF4-FFF2-40B4-BE49-F238E27FC236}">
                <a16:creationId xmlns:a16="http://schemas.microsoft.com/office/drawing/2014/main" id="{1AE36E18-B3FD-4FE9-9B79-75900189A25F}"/>
              </a:ext>
            </a:extLst>
          </p:cNvPr>
          <p:cNvSpPr>
            <a:spLocks noGrp="1"/>
          </p:cNvSpPr>
          <p:nvPr/>
        </p:nvSpPr>
        <p:spPr>
          <a:xfrm>
            <a:off x="782484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9" name="F1_main_prauc_848">
            <a:extLst>
              <a:ext uri="{FF2B5EF4-FFF2-40B4-BE49-F238E27FC236}">
                <a16:creationId xmlns:a16="http://schemas.microsoft.com/office/drawing/2014/main" id="{0BD57CB5-2CF5-4933-90B8-1C52F787660F}"/>
              </a:ext>
            </a:extLst>
          </p:cNvPr>
          <p:cNvSpPr>
            <a:spLocks noGrp="1"/>
          </p:cNvSpPr>
          <p:nvPr/>
        </p:nvSpPr>
        <p:spPr>
          <a:xfrm>
            <a:off x="794814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0" name="F1_main_prauc_849">
            <a:extLst>
              <a:ext uri="{FF2B5EF4-FFF2-40B4-BE49-F238E27FC236}">
                <a16:creationId xmlns:a16="http://schemas.microsoft.com/office/drawing/2014/main" id="{437BF178-D1CC-4A1F-8112-08CBD4C6D6DB}"/>
              </a:ext>
            </a:extLst>
          </p:cNvPr>
          <p:cNvSpPr>
            <a:spLocks noGrp="1"/>
          </p:cNvSpPr>
          <p:nvPr/>
        </p:nvSpPr>
        <p:spPr>
          <a:xfrm>
            <a:off x="782279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1" name="F1_main_prauc_850">
            <a:extLst>
              <a:ext uri="{FF2B5EF4-FFF2-40B4-BE49-F238E27FC236}">
                <a16:creationId xmlns:a16="http://schemas.microsoft.com/office/drawing/2014/main" id="{D31B6582-E7A3-4BAC-9848-D6A9653D1F9D}"/>
              </a:ext>
            </a:extLst>
          </p:cNvPr>
          <p:cNvSpPr>
            <a:spLocks noGrp="1"/>
          </p:cNvSpPr>
          <p:nvPr/>
        </p:nvSpPr>
        <p:spPr>
          <a:xfrm>
            <a:off x="79299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2" name="F1_main_prauc_851">
            <a:extLst>
              <a:ext uri="{FF2B5EF4-FFF2-40B4-BE49-F238E27FC236}">
                <a16:creationId xmlns:a16="http://schemas.microsoft.com/office/drawing/2014/main" id="{39D879BA-40E3-4351-BA96-6BB37638F5B0}"/>
              </a:ext>
            </a:extLst>
          </p:cNvPr>
          <p:cNvSpPr>
            <a:spLocks noGrp="1"/>
          </p:cNvSpPr>
          <p:nvPr/>
        </p:nvSpPr>
        <p:spPr>
          <a:xfrm>
            <a:off x="7854366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3" name="F1_main_prauc_852">
            <a:extLst>
              <a:ext uri="{FF2B5EF4-FFF2-40B4-BE49-F238E27FC236}">
                <a16:creationId xmlns:a16="http://schemas.microsoft.com/office/drawing/2014/main" id="{A113C98E-262E-4E68-8A3F-576D3F0E72B2}"/>
              </a:ext>
            </a:extLst>
          </p:cNvPr>
          <p:cNvSpPr>
            <a:spLocks noGrp="1"/>
          </p:cNvSpPr>
          <p:nvPr/>
        </p:nvSpPr>
        <p:spPr>
          <a:xfrm>
            <a:off x="7741584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4" name="F1_main_prauc_853">
            <a:extLst>
              <a:ext uri="{FF2B5EF4-FFF2-40B4-BE49-F238E27FC236}">
                <a16:creationId xmlns:a16="http://schemas.microsoft.com/office/drawing/2014/main" id="{C3721DFB-7468-4B67-A46A-D3E7464C90AE}"/>
              </a:ext>
            </a:extLst>
          </p:cNvPr>
          <p:cNvSpPr>
            <a:spLocks noGrp="1"/>
          </p:cNvSpPr>
          <p:nvPr/>
        </p:nvSpPr>
        <p:spPr>
          <a:xfrm>
            <a:off x="793266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5" name="F1_main_prauc_854">
            <a:extLst>
              <a:ext uri="{FF2B5EF4-FFF2-40B4-BE49-F238E27FC236}">
                <a16:creationId xmlns:a16="http://schemas.microsoft.com/office/drawing/2014/main" id="{200F61A1-2856-448B-B2D8-471F9B0A5B39}"/>
              </a:ext>
            </a:extLst>
          </p:cNvPr>
          <p:cNvSpPr>
            <a:spLocks noGrp="1"/>
          </p:cNvSpPr>
          <p:nvPr/>
        </p:nvSpPr>
        <p:spPr>
          <a:xfrm>
            <a:off x="791975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6" name="F1_main_prauc_855">
            <a:extLst>
              <a:ext uri="{FF2B5EF4-FFF2-40B4-BE49-F238E27FC236}">
                <a16:creationId xmlns:a16="http://schemas.microsoft.com/office/drawing/2014/main" id="{7CF136BF-E601-4008-9F84-E9753016E19F}"/>
              </a:ext>
            </a:extLst>
          </p:cNvPr>
          <p:cNvSpPr>
            <a:spLocks noGrp="1"/>
          </p:cNvSpPr>
          <p:nvPr/>
        </p:nvSpPr>
        <p:spPr>
          <a:xfrm>
            <a:off x="7936361" y="41169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7" name="F1_main_prauc_856">
            <a:extLst>
              <a:ext uri="{FF2B5EF4-FFF2-40B4-BE49-F238E27FC236}">
                <a16:creationId xmlns:a16="http://schemas.microsoft.com/office/drawing/2014/main" id="{5E8AF883-FC9C-4D36-AC8C-CE8DB2BB931A}"/>
              </a:ext>
            </a:extLst>
          </p:cNvPr>
          <p:cNvSpPr>
            <a:spLocks noGrp="1"/>
          </p:cNvSpPr>
          <p:nvPr/>
        </p:nvSpPr>
        <p:spPr>
          <a:xfrm>
            <a:off x="792956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8" name="F1_main_prauc_857">
            <a:extLst>
              <a:ext uri="{FF2B5EF4-FFF2-40B4-BE49-F238E27FC236}">
                <a16:creationId xmlns:a16="http://schemas.microsoft.com/office/drawing/2014/main" id="{31748618-D2E4-4566-A118-3EE3068C9B65}"/>
              </a:ext>
            </a:extLst>
          </p:cNvPr>
          <p:cNvSpPr>
            <a:spLocks noGrp="1"/>
          </p:cNvSpPr>
          <p:nvPr/>
        </p:nvSpPr>
        <p:spPr>
          <a:xfrm>
            <a:off x="773079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9" name="F1_main_prauc_858">
            <a:extLst>
              <a:ext uri="{FF2B5EF4-FFF2-40B4-BE49-F238E27FC236}">
                <a16:creationId xmlns:a16="http://schemas.microsoft.com/office/drawing/2014/main" id="{C53F39A6-5D30-4D79-A502-AE4DE50BBED0}"/>
              </a:ext>
            </a:extLst>
          </p:cNvPr>
          <p:cNvSpPr>
            <a:spLocks noGrp="1"/>
          </p:cNvSpPr>
          <p:nvPr/>
        </p:nvSpPr>
        <p:spPr>
          <a:xfrm>
            <a:off x="7772632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0" name="F1_main_prauc_859">
            <a:extLst>
              <a:ext uri="{FF2B5EF4-FFF2-40B4-BE49-F238E27FC236}">
                <a16:creationId xmlns:a16="http://schemas.microsoft.com/office/drawing/2014/main" id="{95B15946-606C-4FED-B866-10DF1C101F1B}"/>
              </a:ext>
            </a:extLst>
          </p:cNvPr>
          <p:cNvSpPr>
            <a:spLocks noGrp="1"/>
          </p:cNvSpPr>
          <p:nvPr/>
        </p:nvSpPr>
        <p:spPr>
          <a:xfrm>
            <a:off x="77172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1" name="F1_main_prauc_860">
            <a:extLst>
              <a:ext uri="{FF2B5EF4-FFF2-40B4-BE49-F238E27FC236}">
                <a16:creationId xmlns:a16="http://schemas.microsoft.com/office/drawing/2014/main" id="{3E8A0A5C-A082-4FDA-A2C5-6DD35C8F3D32}"/>
              </a:ext>
            </a:extLst>
          </p:cNvPr>
          <p:cNvSpPr>
            <a:spLocks noGrp="1"/>
          </p:cNvSpPr>
          <p:nvPr/>
        </p:nvSpPr>
        <p:spPr>
          <a:xfrm>
            <a:off x="791591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2" name="F1_main_prauc_861">
            <a:extLst>
              <a:ext uri="{FF2B5EF4-FFF2-40B4-BE49-F238E27FC236}">
                <a16:creationId xmlns:a16="http://schemas.microsoft.com/office/drawing/2014/main" id="{22CB9E28-A55B-4C15-9D4F-7C7CEF636BB3}"/>
              </a:ext>
            </a:extLst>
          </p:cNvPr>
          <p:cNvSpPr>
            <a:spLocks noGrp="1"/>
          </p:cNvSpPr>
          <p:nvPr/>
        </p:nvSpPr>
        <p:spPr>
          <a:xfrm>
            <a:off x="7762325" y="57816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3" name="F1_main_prauc_862">
            <a:extLst>
              <a:ext uri="{FF2B5EF4-FFF2-40B4-BE49-F238E27FC236}">
                <a16:creationId xmlns:a16="http://schemas.microsoft.com/office/drawing/2014/main" id="{2E25DB9D-451A-40A1-B186-8FCDBEA48307}"/>
              </a:ext>
            </a:extLst>
          </p:cNvPr>
          <p:cNvSpPr>
            <a:spLocks noGrp="1"/>
          </p:cNvSpPr>
          <p:nvPr/>
        </p:nvSpPr>
        <p:spPr>
          <a:xfrm>
            <a:off x="789119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4" name="F1_main_prauc_863">
            <a:extLst>
              <a:ext uri="{FF2B5EF4-FFF2-40B4-BE49-F238E27FC236}">
                <a16:creationId xmlns:a16="http://schemas.microsoft.com/office/drawing/2014/main" id="{D1697BA1-0A65-455C-AEB4-AC7942B0EAC4}"/>
              </a:ext>
            </a:extLst>
          </p:cNvPr>
          <p:cNvSpPr>
            <a:spLocks noGrp="1"/>
          </p:cNvSpPr>
          <p:nvPr/>
        </p:nvSpPr>
        <p:spPr>
          <a:xfrm>
            <a:off x="79371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5" name="F1_main_prauc_864">
            <a:extLst>
              <a:ext uri="{FF2B5EF4-FFF2-40B4-BE49-F238E27FC236}">
                <a16:creationId xmlns:a16="http://schemas.microsoft.com/office/drawing/2014/main" id="{0FBB6542-3BB8-4F3C-9F45-1A92E0A78511}"/>
              </a:ext>
            </a:extLst>
          </p:cNvPr>
          <p:cNvSpPr>
            <a:spLocks noGrp="1"/>
          </p:cNvSpPr>
          <p:nvPr/>
        </p:nvSpPr>
        <p:spPr>
          <a:xfrm>
            <a:off x="773857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6" name="F1_main_prauc_865">
            <a:extLst>
              <a:ext uri="{FF2B5EF4-FFF2-40B4-BE49-F238E27FC236}">
                <a16:creationId xmlns:a16="http://schemas.microsoft.com/office/drawing/2014/main" id="{DFFDE4FD-849D-4F9A-8EF1-7EC09D187675}"/>
              </a:ext>
            </a:extLst>
          </p:cNvPr>
          <p:cNvSpPr>
            <a:spLocks noGrp="1"/>
          </p:cNvSpPr>
          <p:nvPr/>
        </p:nvSpPr>
        <p:spPr>
          <a:xfrm>
            <a:off x="7903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7" name="F1_main_prauc_866">
            <a:extLst>
              <a:ext uri="{FF2B5EF4-FFF2-40B4-BE49-F238E27FC236}">
                <a16:creationId xmlns:a16="http://schemas.microsoft.com/office/drawing/2014/main" id="{1288F3BB-4FB1-48AE-85D0-CDB8519DDD20}"/>
              </a:ext>
            </a:extLst>
          </p:cNvPr>
          <p:cNvSpPr>
            <a:spLocks noGrp="1"/>
          </p:cNvSpPr>
          <p:nvPr/>
        </p:nvSpPr>
        <p:spPr>
          <a:xfrm>
            <a:off x="7752462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8" name="F1_main_prauc_867">
            <a:extLst>
              <a:ext uri="{FF2B5EF4-FFF2-40B4-BE49-F238E27FC236}">
                <a16:creationId xmlns:a16="http://schemas.microsoft.com/office/drawing/2014/main" id="{5FDF7090-8A18-4A23-BD6A-AACD222B166B}"/>
              </a:ext>
            </a:extLst>
          </p:cNvPr>
          <p:cNvSpPr>
            <a:spLocks noGrp="1"/>
          </p:cNvSpPr>
          <p:nvPr/>
        </p:nvSpPr>
        <p:spPr>
          <a:xfrm>
            <a:off x="779913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9" name="F1_main_prauc_868">
            <a:extLst>
              <a:ext uri="{FF2B5EF4-FFF2-40B4-BE49-F238E27FC236}">
                <a16:creationId xmlns:a16="http://schemas.microsoft.com/office/drawing/2014/main" id="{AFB070E0-FDA3-470C-A5F7-59347633ED92}"/>
              </a:ext>
            </a:extLst>
          </p:cNvPr>
          <p:cNvSpPr>
            <a:spLocks noGrp="1"/>
          </p:cNvSpPr>
          <p:nvPr/>
        </p:nvSpPr>
        <p:spPr>
          <a:xfrm>
            <a:off x="775913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0" name="F1_main_prauc_869">
            <a:extLst>
              <a:ext uri="{FF2B5EF4-FFF2-40B4-BE49-F238E27FC236}">
                <a16:creationId xmlns:a16="http://schemas.microsoft.com/office/drawing/2014/main" id="{2DF81E70-5BE0-42A2-B8DB-DD021C5C3C2D}"/>
              </a:ext>
            </a:extLst>
          </p:cNvPr>
          <p:cNvSpPr>
            <a:spLocks noGrp="1"/>
          </p:cNvSpPr>
          <p:nvPr/>
        </p:nvSpPr>
        <p:spPr>
          <a:xfrm>
            <a:off x="77448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1" name="F1_main_prauc_870">
            <a:extLst>
              <a:ext uri="{FF2B5EF4-FFF2-40B4-BE49-F238E27FC236}">
                <a16:creationId xmlns:a16="http://schemas.microsoft.com/office/drawing/2014/main" id="{64F14628-7FD1-416D-BCE5-FAB949822A12}"/>
              </a:ext>
            </a:extLst>
          </p:cNvPr>
          <p:cNvSpPr>
            <a:spLocks noGrp="1"/>
          </p:cNvSpPr>
          <p:nvPr/>
        </p:nvSpPr>
        <p:spPr>
          <a:xfrm>
            <a:off x="79260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2" name="F1_main_prauc_871">
            <a:extLst>
              <a:ext uri="{FF2B5EF4-FFF2-40B4-BE49-F238E27FC236}">
                <a16:creationId xmlns:a16="http://schemas.microsoft.com/office/drawing/2014/main" id="{1091798D-B0A4-4498-88C6-05F9269EBA3B}"/>
              </a:ext>
            </a:extLst>
          </p:cNvPr>
          <p:cNvSpPr>
            <a:spLocks noGrp="1"/>
          </p:cNvSpPr>
          <p:nvPr/>
        </p:nvSpPr>
        <p:spPr>
          <a:xfrm>
            <a:off x="776370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3" name="F1_main_prauc_872">
            <a:extLst>
              <a:ext uri="{FF2B5EF4-FFF2-40B4-BE49-F238E27FC236}">
                <a16:creationId xmlns:a16="http://schemas.microsoft.com/office/drawing/2014/main" id="{8B90CFDA-E90F-4DF5-ACEC-434052E17ADA}"/>
              </a:ext>
            </a:extLst>
          </p:cNvPr>
          <p:cNvSpPr>
            <a:spLocks noGrp="1"/>
          </p:cNvSpPr>
          <p:nvPr/>
        </p:nvSpPr>
        <p:spPr>
          <a:xfrm>
            <a:off x="7718545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4" name="F1_main_prauc_873">
            <a:extLst>
              <a:ext uri="{FF2B5EF4-FFF2-40B4-BE49-F238E27FC236}">
                <a16:creationId xmlns:a16="http://schemas.microsoft.com/office/drawing/2014/main" id="{84A354D9-09EB-4B0B-A157-DC40194A8D0B}"/>
              </a:ext>
            </a:extLst>
          </p:cNvPr>
          <p:cNvSpPr>
            <a:spLocks noGrp="1"/>
          </p:cNvSpPr>
          <p:nvPr/>
        </p:nvSpPr>
        <p:spPr>
          <a:xfrm>
            <a:off x="782443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5" name="F1_main_prauc_874">
            <a:extLst>
              <a:ext uri="{FF2B5EF4-FFF2-40B4-BE49-F238E27FC236}">
                <a16:creationId xmlns:a16="http://schemas.microsoft.com/office/drawing/2014/main" id="{C720D32B-4D73-4D98-8F63-03AE14DC6518}"/>
              </a:ext>
            </a:extLst>
          </p:cNvPr>
          <p:cNvSpPr>
            <a:spLocks noGrp="1"/>
          </p:cNvSpPr>
          <p:nvPr/>
        </p:nvSpPr>
        <p:spPr>
          <a:xfrm>
            <a:off x="78556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6" name="F1_main_prauc_875">
            <a:extLst>
              <a:ext uri="{FF2B5EF4-FFF2-40B4-BE49-F238E27FC236}">
                <a16:creationId xmlns:a16="http://schemas.microsoft.com/office/drawing/2014/main" id="{900F2D9D-D819-4C6F-A19F-E6C5F44DBCBB}"/>
              </a:ext>
            </a:extLst>
          </p:cNvPr>
          <p:cNvSpPr>
            <a:spLocks noGrp="1"/>
          </p:cNvSpPr>
          <p:nvPr/>
        </p:nvSpPr>
        <p:spPr>
          <a:xfrm>
            <a:off x="7846939" y="51694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7" name="F1_main_prauc_876">
            <a:extLst>
              <a:ext uri="{FF2B5EF4-FFF2-40B4-BE49-F238E27FC236}">
                <a16:creationId xmlns:a16="http://schemas.microsoft.com/office/drawing/2014/main" id="{126156A8-C555-4227-9236-DCAD8BFC2958}"/>
              </a:ext>
            </a:extLst>
          </p:cNvPr>
          <p:cNvSpPr>
            <a:spLocks noGrp="1"/>
          </p:cNvSpPr>
          <p:nvPr/>
        </p:nvSpPr>
        <p:spPr>
          <a:xfrm>
            <a:off x="7738722" y="48563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8" name="F1_main_prauc_877">
            <a:extLst>
              <a:ext uri="{FF2B5EF4-FFF2-40B4-BE49-F238E27FC236}">
                <a16:creationId xmlns:a16="http://schemas.microsoft.com/office/drawing/2014/main" id="{3C2E1CF8-9322-4375-B7AB-0335B5069DE3}"/>
              </a:ext>
            </a:extLst>
          </p:cNvPr>
          <p:cNvSpPr>
            <a:spLocks noGrp="1"/>
          </p:cNvSpPr>
          <p:nvPr/>
        </p:nvSpPr>
        <p:spPr>
          <a:xfrm>
            <a:off x="79161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9" name="F1_main_prauc_878">
            <a:extLst>
              <a:ext uri="{FF2B5EF4-FFF2-40B4-BE49-F238E27FC236}">
                <a16:creationId xmlns:a16="http://schemas.microsoft.com/office/drawing/2014/main" id="{ADC27821-1A40-488B-AF06-EE75D9351D98}"/>
              </a:ext>
            </a:extLst>
          </p:cNvPr>
          <p:cNvSpPr>
            <a:spLocks noGrp="1"/>
          </p:cNvSpPr>
          <p:nvPr/>
        </p:nvSpPr>
        <p:spPr>
          <a:xfrm>
            <a:off x="787006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0" name="F1_main_prauc_879">
            <a:extLst>
              <a:ext uri="{FF2B5EF4-FFF2-40B4-BE49-F238E27FC236}">
                <a16:creationId xmlns:a16="http://schemas.microsoft.com/office/drawing/2014/main" id="{C8F6A098-1DFB-4AB6-93B2-4173F5965D88}"/>
              </a:ext>
            </a:extLst>
          </p:cNvPr>
          <p:cNvSpPr>
            <a:spLocks noGrp="1"/>
          </p:cNvSpPr>
          <p:nvPr/>
        </p:nvSpPr>
        <p:spPr>
          <a:xfrm>
            <a:off x="7765564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1" name="F1_main_prauc_880">
            <a:extLst>
              <a:ext uri="{FF2B5EF4-FFF2-40B4-BE49-F238E27FC236}">
                <a16:creationId xmlns:a16="http://schemas.microsoft.com/office/drawing/2014/main" id="{7727D8C6-54BB-446D-9E1C-9A57C970DAAF}"/>
              </a:ext>
            </a:extLst>
          </p:cNvPr>
          <p:cNvSpPr>
            <a:spLocks noGrp="1"/>
          </p:cNvSpPr>
          <p:nvPr/>
        </p:nvSpPr>
        <p:spPr>
          <a:xfrm>
            <a:off x="77910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2" name="F1_main_prauc_881">
            <a:extLst>
              <a:ext uri="{FF2B5EF4-FFF2-40B4-BE49-F238E27FC236}">
                <a16:creationId xmlns:a16="http://schemas.microsoft.com/office/drawing/2014/main" id="{FCDA0C5B-8159-4249-ADEF-A608CAAF2D79}"/>
              </a:ext>
            </a:extLst>
          </p:cNvPr>
          <p:cNvSpPr>
            <a:spLocks noGrp="1"/>
          </p:cNvSpPr>
          <p:nvPr/>
        </p:nvSpPr>
        <p:spPr>
          <a:xfrm>
            <a:off x="7735686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3" name="F1_main_prauc_882">
            <a:extLst>
              <a:ext uri="{FF2B5EF4-FFF2-40B4-BE49-F238E27FC236}">
                <a16:creationId xmlns:a16="http://schemas.microsoft.com/office/drawing/2014/main" id="{14FBDEAF-5171-43F1-A9BA-20116508C2DE}"/>
              </a:ext>
            </a:extLst>
          </p:cNvPr>
          <p:cNvSpPr>
            <a:spLocks noGrp="1"/>
          </p:cNvSpPr>
          <p:nvPr/>
        </p:nvSpPr>
        <p:spPr>
          <a:xfrm>
            <a:off x="77980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4" name="F1_main_prauc_883">
            <a:extLst>
              <a:ext uri="{FF2B5EF4-FFF2-40B4-BE49-F238E27FC236}">
                <a16:creationId xmlns:a16="http://schemas.microsoft.com/office/drawing/2014/main" id="{8EE3823B-5B12-4136-BC22-C2626990176C}"/>
              </a:ext>
            </a:extLst>
          </p:cNvPr>
          <p:cNvSpPr>
            <a:spLocks noGrp="1"/>
          </p:cNvSpPr>
          <p:nvPr/>
        </p:nvSpPr>
        <p:spPr>
          <a:xfrm>
            <a:off x="7822701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5" name="F1_main_prauc_884">
            <a:extLst>
              <a:ext uri="{FF2B5EF4-FFF2-40B4-BE49-F238E27FC236}">
                <a16:creationId xmlns:a16="http://schemas.microsoft.com/office/drawing/2014/main" id="{52B8844F-75CA-46B6-A603-6645626501F2}"/>
              </a:ext>
            </a:extLst>
          </p:cNvPr>
          <p:cNvSpPr>
            <a:spLocks noGrp="1"/>
          </p:cNvSpPr>
          <p:nvPr/>
        </p:nvSpPr>
        <p:spPr>
          <a:xfrm>
            <a:off x="7907047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6" name="F1_main_prauc_885">
            <a:extLst>
              <a:ext uri="{FF2B5EF4-FFF2-40B4-BE49-F238E27FC236}">
                <a16:creationId xmlns:a16="http://schemas.microsoft.com/office/drawing/2014/main" id="{9DAF46B1-DE90-457F-A877-A39210EE7F3C}"/>
              </a:ext>
            </a:extLst>
          </p:cNvPr>
          <p:cNvSpPr>
            <a:spLocks noGrp="1"/>
          </p:cNvSpPr>
          <p:nvPr/>
        </p:nvSpPr>
        <p:spPr>
          <a:xfrm>
            <a:off x="776193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7" name="F1_main_prauc_886">
            <a:extLst>
              <a:ext uri="{FF2B5EF4-FFF2-40B4-BE49-F238E27FC236}">
                <a16:creationId xmlns:a16="http://schemas.microsoft.com/office/drawing/2014/main" id="{F72A5CAE-BFF5-4376-B644-C26646D73FF5}"/>
              </a:ext>
            </a:extLst>
          </p:cNvPr>
          <p:cNvSpPr>
            <a:spLocks noGrp="1"/>
          </p:cNvSpPr>
          <p:nvPr/>
        </p:nvSpPr>
        <p:spPr>
          <a:xfrm>
            <a:off x="77827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8" name="F1_main_prauc_887">
            <a:extLst>
              <a:ext uri="{FF2B5EF4-FFF2-40B4-BE49-F238E27FC236}">
                <a16:creationId xmlns:a16="http://schemas.microsoft.com/office/drawing/2014/main" id="{0E42B4B0-53C2-4757-9619-D0C457F93AA9}"/>
              </a:ext>
            </a:extLst>
          </p:cNvPr>
          <p:cNvSpPr>
            <a:spLocks noGrp="1"/>
          </p:cNvSpPr>
          <p:nvPr/>
        </p:nvSpPr>
        <p:spPr>
          <a:xfrm>
            <a:off x="79223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9" name="F1_main_prauc_888">
            <a:extLst>
              <a:ext uri="{FF2B5EF4-FFF2-40B4-BE49-F238E27FC236}">
                <a16:creationId xmlns:a16="http://schemas.microsoft.com/office/drawing/2014/main" id="{036B9FBB-F16D-4668-942A-1417BA7DB1FD}"/>
              </a:ext>
            </a:extLst>
          </p:cNvPr>
          <p:cNvSpPr>
            <a:spLocks noGrp="1"/>
          </p:cNvSpPr>
          <p:nvPr/>
        </p:nvSpPr>
        <p:spPr>
          <a:xfrm>
            <a:off x="7877139" y="40715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0" name="F1_main_prauc_889">
            <a:extLst>
              <a:ext uri="{FF2B5EF4-FFF2-40B4-BE49-F238E27FC236}">
                <a16:creationId xmlns:a16="http://schemas.microsoft.com/office/drawing/2014/main" id="{03D29313-D8F9-4F33-9DCE-9FD241BEB62B}"/>
              </a:ext>
            </a:extLst>
          </p:cNvPr>
          <p:cNvSpPr>
            <a:spLocks noGrp="1"/>
          </p:cNvSpPr>
          <p:nvPr/>
        </p:nvSpPr>
        <p:spPr>
          <a:xfrm>
            <a:off x="7917397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1" name="F1_main_prauc_890">
            <a:extLst>
              <a:ext uri="{FF2B5EF4-FFF2-40B4-BE49-F238E27FC236}">
                <a16:creationId xmlns:a16="http://schemas.microsoft.com/office/drawing/2014/main" id="{0534DB70-C5A5-4BD4-B0D4-1DD474671098}"/>
              </a:ext>
            </a:extLst>
          </p:cNvPr>
          <p:cNvSpPr>
            <a:spLocks noGrp="1"/>
          </p:cNvSpPr>
          <p:nvPr/>
        </p:nvSpPr>
        <p:spPr>
          <a:xfrm>
            <a:off x="790432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2" name="F1_main_prauc_891">
            <a:extLst>
              <a:ext uri="{FF2B5EF4-FFF2-40B4-BE49-F238E27FC236}">
                <a16:creationId xmlns:a16="http://schemas.microsoft.com/office/drawing/2014/main" id="{2285A68B-B79A-47FE-85EC-AEC40A1961CD}"/>
              </a:ext>
            </a:extLst>
          </p:cNvPr>
          <p:cNvSpPr>
            <a:spLocks noGrp="1"/>
          </p:cNvSpPr>
          <p:nvPr/>
        </p:nvSpPr>
        <p:spPr>
          <a:xfrm>
            <a:off x="780248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3" name="F1_main_prauc_892">
            <a:extLst>
              <a:ext uri="{FF2B5EF4-FFF2-40B4-BE49-F238E27FC236}">
                <a16:creationId xmlns:a16="http://schemas.microsoft.com/office/drawing/2014/main" id="{BABB75FD-CF70-4895-BBD9-C51DB14B1A79}"/>
              </a:ext>
            </a:extLst>
          </p:cNvPr>
          <p:cNvSpPr>
            <a:spLocks noGrp="1"/>
          </p:cNvSpPr>
          <p:nvPr/>
        </p:nvSpPr>
        <p:spPr>
          <a:xfrm>
            <a:off x="7768105" y="45175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4" name="F1_main_prauc_893">
            <a:extLst>
              <a:ext uri="{FF2B5EF4-FFF2-40B4-BE49-F238E27FC236}">
                <a16:creationId xmlns:a16="http://schemas.microsoft.com/office/drawing/2014/main" id="{D693CACA-B110-4CDD-9AA6-F9218E09F1B7}"/>
              </a:ext>
            </a:extLst>
          </p:cNvPr>
          <p:cNvSpPr>
            <a:spLocks noGrp="1"/>
          </p:cNvSpPr>
          <p:nvPr/>
        </p:nvSpPr>
        <p:spPr>
          <a:xfrm>
            <a:off x="78956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5" name="F1_main_prauc_894">
            <a:extLst>
              <a:ext uri="{FF2B5EF4-FFF2-40B4-BE49-F238E27FC236}">
                <a16:creationId xmlns:a16="http://schemas.microsoft.com/office/drawing/2014/main" id="{E6B6A749-8A7E-40CD-B18C-3E06C6B533AA}"/>
              </a:ext>
            </a:extLst>
          </p:cNvPr>
          <p:cNvSpPr>
            <a:spLocks noGrp="1"/>
          </p:cNvSpPr>
          <p:nvPr/>
        </p:nvSpPr>
        <p:spPr>
          <a:xfrm>
            <a:off x="794201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6" name="F1_main_prauc_895">
            <a:extLst>
              <a:ext uri="{FF2B5EF4-FFF2-40B4-BE49-F238E27FC236}">
                <a16:creationId xmlns:a16="http://schemas.microsoft.com/office/drawing/2014/main" id="{00B7B44B-91ED-412D-BA36-A0FF5872A61C}"/>
              </a:ext>
            </a:extLst>
          </p:cNvPr>
          <p:cNvSpPr>
            <a:spLocks noGrp="1"/>
          </p:cNvSpPr>
          <p:nvPr/>
        </p:nvSpPr>
        <p:spPr>
          <a:xfrm>
            <a:off x="77869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7" name="F1_main_prauc_896">
            <a:extLst>
              <a:ext uri="{FF2B5EF4-FFF2-40B4-BE49-F238E27FC236}">
                <a16:creationId xmlns:a16="http://schemas.microsoft.com/office/drawing/2014/main" id="{482664A3-78CD-45D8-819E-578198816A80}"/>
              </a:ext>
            </a:extLst>
          </p:cNvPr>
          <p:cNvSpPr>
            <a:spLocks noGrp="1"/>
          </p:cNvSpPr>
          <p:nvPr/>
        </p:nvSpPr>
        <p:spPr>
          <a:xfrm>
            <a:off x="793977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8" name="F1_main_prauc_897">
            <a:extLst>
              <a:ext uri="{FF2B5EF4-FFF2-40B4-BE49-F238E27FC236}">
                <a16:creationId xmlns:a16="http://schemas.microsoft.com/office/drawing/2014/main" id="{008149B0-C28D-4E1E-9A36-90919BFAECFF}"/>
              </a:ext>
            </a:extLst>
          </p:cNvPr>
          <p:cNvSpPr>
            <a:spLocks noGrp="1"/>
          </p:cNvSpPr>
          <p:nvPr/>
        </p:nvSpPr>
        <p:spPr>
          <a:xfrm>
            <a:off x="7890875" y="51206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9" name="F1_main_prauc_898">
            <a:extLst>
              <a:ext uri="{FF2B5EF4-FFF2-40B4-BE49-F238E27FC236}">
                <a16:creationId xmlns:a16="http://schemas.microsoft.com/office/drawing/2014/main" id="{58FCD5E0-537D-425F-B808-C8C5824E6F69}"/>
              </a:ext>
            </a:extLst>
          </p:cNvPr>
          <p:cNvSpPr>
            <a:spLocks noGrp="1"/>
          </p:cNvSpPr>
          <p:nvPr/>
        </p:nvSpPr>
        <p:spPr>
          <a:xfrm>
            <a:off x="792603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0" name="F1_main_prauc_899">
            <a:extLst>
              <a:ext uri="{FF2B5EF4-FFF2-40B4-BE49-F238E27FC236}">
                <a16:creationId xmlns:a16="http://schemas.microsoft.com/office/drawing/2014/main" id="{97294709-B5CC-4B07-B10F-24B12A172349}"/>
              </a:ext>
            </a:extLst>
          </p:cNvPr>
          <p:cNvSpPr>
            <a:spLocks noGrp="1"/>
          </p:cNvSpPr>
          <p:nvPr/>
        </p:nvSpPr>
        <p:spPr>
          <a:xfrm>
            <a:off x="7777084" y="569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1" name="F1_main_prauc_900">
            <a:extLst>
              <a:ext uri="{FF2B5EF4-FFF2-40B4-BE49-F238E27FC236}">
                <a16:creationId xmlns:a16="http://schemas.microsoft.com/office/drawing/2014/main" id="{815DE6B0-38D5-4A02-9329-44F9F3387BDE}"/>
              </a:ext>
            </a:extLst>
          </p:cNvPr>
          <p:cNvSpPr>
            <a:spLocks noGrp="1"/>
          </p:cNvSpPr>
          <p:nvPr/>
        </p:nvSpPr>
        <p:spPr>
          <a:xfrm>
            <a:off x="77675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2" name="F1_main_prauc_901">
            <a:extLst>
              <a:ext uri="{FF2B5EF4-FFF2-40B4-BE49-F238E27FC236}">
                <a16:creationId xmlns:a16="http://schemas.microsoft.com/office/drawing/2014/main" id="{9929979D-D624-4FCB-946F-B9604B24BBDC}"/>
              </a:ext>
            </a:extLst>
          </p:cNvPr>
          <p:cNvSpPr>
            <a:spLocks noGrp="1"/>
          </p:cNvSpPr>
          <p:nvPr/>
        </p:nvSpPr>
        <p:spPr>
          <a:xfrm>
            <a:off x="77780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3" name="F1_main_prauc_902">
            <a:extLst>
              <a:ext uri="{FF2B5EF4-FFF2-40B4-BE49-F238E27FC236}">
                <a16:creationId xmlns:a16="http://schemas.microsoft.com/office/drawing/2014/main" id="{7585C4AA-DAD6-41C4-B9AF-F93070D53443}"/>
              </a:ext>
            </a:extLst>
          </p:cNvPr>
          <p:cNvSpPr>
            <a:spLocks noGrp="1"/>
          </p:cNvSpPr>
          <p:nvPr/>
        </p:nvSpPr>
        <p:spPr>
          <a:xfrm>
            <a:off x="783659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4" name="F1_main_prauc_903">
            <a:extLst>
              <a:ext uri="{FF2B5EF4-FFF2-40B4-BE49-F238E27FC236}">
                <a16:creationId xmlns:a16="http://schemas.microsoft.com/office/drawing/2014/main" id="{1AD473C1-08C7-473B-B96D-E66CC7820CD8}"/>
              </a:ext>
            </a:extLst>
          </p:cNvPr>
          <p:cNvSpPr>
            <a:spLocks noGrp="1"/>
          </p:cNvSpPr>
          <p:nvPr/>
        </p:nvSpPr>
        <p:spPr>
          <a:xfrm>
            <a:off x="773935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5" name="F1_main_prauc_904">
            <a:extLst>
              <a:ext uri="{FF2B5EF4-FFF2-40B4-BE49-F238E27FC236}">
                <a16:creationId xmlns:a16="http://schemas.microsoft.com/office/drawing/2014/main" id="{B786F309-0F5B-49DD-964E-657D322130BF}"/>
              </a:ext>
            </a:extLst>
          </p:cNvPr>
          <p:cNvSpPr>
            <a:spLocks noGrp="1"/>
          </p:cNvSpPr>
          <p:nvPr/>
        </p:nvSpPr>
        <p:spPr>
          <a:xfrm>
            <a:off x="7921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6" name="F1_main_prauc_905">
            <a:extLst>
              <a:ext uri="{FF2B5EF4-FFF2-40B4-BE49-F238E27FC236}">
                <a16:creationId xmlns:a16="http://schemas.microsoft.com/office/drawing/2014/main" id="{7978D995-CC19-442B-B334-CF578BC70FEC}"/>
              </a:ext>
            </a:extLst>
          </p:cNvPr>
          <p:cNvSpPr>
            <a:spLocks noGrp="1"/>
          </p:cNvSpPr>
          <p:nvPr/>
        </p:nvSpPr>
        <p:spPr>
          <a:xfrm>
            <a:off x="781686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7" name="F1_main_prauc_906">
            <a:extLst>
              <a:ext uri="{FF2B5EF4-FFF2-40B4-BE49-F238E27FC236}">
                <a16:creationId xmlns:a16="http://schemas.microsoft.com/office/drawing/2014/main" id="{9112AA79-858D-4970-AC97-90AF1C7EBF1F}"/>
              </a:ext>
            </a:extLst>
          </p:cNvPr>
          <p:cNvSpPr>
            <a:spLocks noGrp="1"/>
          </p:cNvSpPr>
          <p:nvPr/>
        </p:nvSpPr>
        <p:spPr>
          <a:xfrm>
            <a:off x="78591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8" name="F1_main_prauc_907">
            <a:extLst>
              <a:ext uri="{FF2B5EF4-FFF2-40B4-BE49-F238E27FC236}">
                <a16:creationId xmlns:a16="http://schemas.microsoft.com/office/drawing/2014/main" id="{D59931EF-C44C-45A9-863D-5C75A90BC51F}"/>
              </a:ext>
            </a:extLst>
          </p:cNvPr>
          <p:cNvSpPr>
            <a:spLocks noGrp="1"/>
          </p:cNvSpPr>
          <p:nvPr/>
        </p:nvSpPr>
        <p:spPr>
          <a:xfrm>
            <a:off x="790154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9" name="F1_main_prauc_908">
            <a:extLst>
              <a:ext uri="{FF2B5EF4-FFF2-40B4-BE49-F238E27FC236}">
                <a16:creationId xmlns:a16="http://schemas.microsoft.com/office/drawing/2014/main" id="{5D1C7574-FB03-45FB-8A63-C5026632CE53}"/>
              </a:ext>
            </a:extLst>
          </p:cNvPr>
          <p:cNvSpPr>
            <a:spLocks noGrp="1"/>
          </p:cNvSpPr>
          <p:nvPr/>
        </p:nvSpPr>
        <p:spPr>
          <a:xfrm>
            <a:off x="770288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0" name="F1_main_prauc_909">
            <a:extLst>
              <a:ext uri="{FF2B5EF4-FFF2-40B4-BE49-F238E27FC236}">
                <a16:creationId xmlns:a16="http://schemas.microsoft.com/office/drawing/2014/main" id="{31334BF7-6022-48E8-AF78-F66D0C7D37FA}"/>
              </a:ext>
            </a:extLst>
          </p:cNvPr>
          <p:cNvSpPr>
            <a:spLocks noGrp="1"/>
          </p:cNvSpPr>
          <p:nvPr/>
        </p:nvSpPr>
        <p:spPr>
          <a:xfrm>
            <a:off x="792721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1" name="F1_main_prauc_910">
            <a:extLst>
              <a:ext uri="{FF2B5EF4-FFF2-40B4-BE49-F238E27FC236}">
                <a16:creationId xmlns:a16="http://schemas.microsoft.com/office/drawing/2014/main" id="{0E45EC87-7AED-4BEA-B6EC-4F14999BA34A}"/>
              </a:ext>
            </a:extLst>
          </p:cNvPr>
          <p:cNvSpPr>
            <a:spLocks noGrp="1"/>
          </p:cNvSpPr>
          <p:nvPr/>
        </p:nvSpPr>
        <p:spPr>
          <a:xfrm>
            <a:off x="7814240" y="606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2" name="F1_main_prauc_911">
            <a:extLst>
              <a:ext uri="{FF2B5EF4-FFF2-40B4-BE49-F238E27FC236}">
                <a16:creationId xmlns:a16="http://schemas.microsoft.com/office/drawing/2014/main" id="{F5C54145-6F63-49CB-B7DD-73C02152BFEA}"/>
              </a:ext>
            </a:extLst>
          </p:cNvPr>
          <p:cNvSpPr>
            <a:spLocks noGrp="1"/>
          </p:cNvSpPr>
          <p:nvPr/>
        </p:nvSpPr>
        <p:spPr>
          <a:xfrm>
            <a:off x="78501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3" name="F1_main_prauc_912">
            <a:extLst>
              <a:ext uri="{FF2B5EF4-FFF2-40B4-BE49-F238E27FC236}">
                <a16:creationId xmlns:a16="http://schemas.microsoft.com/office/drawing/2014/main" id="{8F23AB22-719F-4A05-8435-8CA3A7A633E2}"/>
              </a:ext>
            </a:extLst>
          </p:cNvPr>
          <p:cNvSpPr>
            <a:spLocks noGrp="1"/>
          </p:cNvSpPr>
          <p:nvPr/>
        </p:nvSpPr>
        <p:spPr>
          <a:xfrm>
            <a:off x="774855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4" name="F1_main_prauc_913">
            <a:extLst>
              <a:ext uri="{FF2B5EF4-FFF2-40B4-BE49-F238E27FC236}">
                <a16:creationId xmlns:a16="http://schemas.microsoft.com/office/drawing/2014/main" id="{4536710F-B38A-463C-BCF9-7648EF111C54}"/>
              </a:ext>
            </a:extLst>
          </p:cNvPr>
          <p:cNvSpPr>
            <a:spLocks noGrp="1"/>
          </p:cNvSpPr>
          <p:nvPr/>
        </p:nvSpPr>
        <p:spPr>
          <a:xfrm>
            <a:off x="787149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5" name="F1_main_prauc_914">
            <a:extLst>
              <a:ext uri="{FF2B5EF4-FFF2-40B4-BE49-F238E27FC236}">
                <a16:creationId xmlns:a16="http://schemas.microsoft.com/office/drawing/2014/main" id="{473B9F8D-55AE-473E-9B43-5967D9BC4432}"/>
              </a:ext>
            </a:extLst>
          </p:cNvPr>
          <p:cNvSpPr>
            <a:spLocks noGrp="1"/>
          </p:cNvSpPr>
          <p:nvPr/>
        </p:nvSpPr>
        <p:spPr>
          <a:xfrm>
            <a:off x="79329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6" name="F1_main_prauc_915">
            <a:extLst>
              <a:ext uri="{FF2B5EF4-FFF2-40B4-BE49-F238E27FC236}">
                <a16:creationId xmlns:a16="http://schemas.microsoft.com/office/drawing/2014/main" id="{453230A4-A07D-47D1-B3E8-88A893990328}"/>
              </a:ext>
            </a:extLst>
          </p:cNvPr>
          <p:cNvSpPr>
            <a:spLocks noGrp="1"/>
          </p:cNvSpPr>
          <p:nvPr/>
        </p:nvSpPr>
        <p:spPr>
          <a:xfrm>
            <a:off x="7718604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7" name="F1_main_prauc_916">
            <a:extLst>
              <a:ext uri="{FF2B5EF4-FFF2-40B4-BE49-F238E27FC236}">
                <a16:creationId xmlns:a16="http://schemas.microsoft.com/office/drawing/2014/main" id="{1989B6B9-27DC-46B2-8274-D99831D09832}"/>
              </a:ext>
            </a:extLst>
          </p:cNvPr>
          <p:cNvSpPr>
            <a:spLocks noGrp="1"/>
          </p:cNvSpPr>
          <p:nvPr/>
        </p:nvSpPr>
        <p:spPr>
          <a:xfrm>
            <a:off x="7709613" y="45649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8" name="F1_main_prauc_917">
            <a:extLst>
              <a:ext uri="{FF2B5EF4-FFF2-40B4-BE49-F238E27FC236}">
                <a16:creationId xmlns:a16="http://schemas.microsoft.com/office/drawing/2014/main" id="{D1FC4384-0F71-4315-A308-454FED1DDBEE}"/>
              </a:ext>
            </a:extLst>
          </p:cNvPr>
          <p:cNvSpPr>
            <a:spLocks noGrp="1"/>
          </p:cNvSpPr>
          <p:nvPr/>
        </p:nvSpPr>
        <p:spPr>
          <a:xfrm>
            <a:off x="78734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9" name="F1_main_prauc_918">
            <a:extLst>
              <a:ext uri="{FF2B5EF4-FFF2-40B4-BE49-F238E27FC236}">
                <a16:creationId xmlns:a16="http://schemas.microsoft.com/office/drawing/2014/main" id="{8C1E6887-2E91-425A-A9C1-6AE1CA800867}"/>
              </a:ext>
            </a:extLst>
          </p:cNvPr>
          <p:cNvSpPr>
            <a:spLocks noGrp="1"/>
          </p:cNvSpPr>
          <p:nvPr/>
        </p:nvSpPr>
        <p:spPr>
          <a:xfrm>
            <a:off x="7871069" y="60136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0" name="F1_main_prauc_919">
            <a:extLst>
              <a:ext uri="{FF2B5EF4-FFF2-40B4-BE49-F238E27FC236}">
                <a16:creationId xmlns:a16="http://schemas.microsoft.com/office/drawing/2014/main" id="{94553967-AC18-4CF1-9D31-9DA291F798FB}"/>
              </a:ext>
            </a:extLst>
          </p:cNvPr>
          <p:cNvSpPr>
            <a:spLocks noGrp="1"/>
          </p:cNvSpPr>
          <p:nvPr/>
        </p:nvSpPr>
        <p:spPr>
          <a:xfrm>
            <a:off x="787540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1" name="F1_main_prauc_920">
            <a:extLst>
              <a:ext uri="{FF2B5EF4-FFF2-40B4-BE49-F238E27FC236}">
                <a16:creationId xmlns:a16="http://schemas.microsoft.com/office/drawing/2014/main" id="{9308ACDC-728B-4D51-A82F-EC2D66ED68EB}"/>
              </a:ext>
            </a:extLst>
          </p:cNvPr>
          <p:cNvSpPr>
            <a:spLocks noGrp="1"/>
          </p:cNvSpPr>
          <p:nvPr/>
        </p:nvSpPr>
        <p:spPr>
          <a:xfrm>
            <a:off x="7897630" y="566509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2" name="F1_main_prauc_921">
            <a:extLst>
              <a:ext uri="{FF2B5EF4-FFF2-40B4-BE49-F238E27FC236}">
                <a16:creationId xmlns:a16="http://schemas.microsoft.com/office/drawing/2014/main" id="{12D6541B-9EBB-4018-83CA-F8F567EB39E1}"/>
              </a:ext>
            </a:extLst>
          </p:cNvPr>
          <p:cNvSpPr>
            <a:spLocks noGrp="1"/>
          </p:cNvSpPr>
          <p:nvPr/>
        </p:nvSpPr>
        <p:spPr>
          <a:xfrm>
            <a:off x="7761131" y="60216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3" name="F1_main_prauc_922">
            <a:extLst>
              <a:ext uri="{FF2B5EF4-FFF2-40B4-BE49-F238E27FC236}">
                <a16:creationId xmlns:a16="http://schemas.microsoft.com/office/drawing/2014/main" id="{BA4818A3-E0A6-4ECC-9F88-A756AEADD030}"/>
              </a:ext>
            </a:extLst>
          </p:cNvPr>
          <p:cNvSpPr>
            <a:spLocks noGrp="1"/>
          </p:cNvSpPr>
          <p:nvPr/>
        </p:nvSpPr>
        <p:spPr>
          <a:xfrm>
            <a:off x="7721602" y="53095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4" name="F1_main_prauc_923">
            <a:extLst>
              <a:ext uri="{FF2B5EF4-FFF2-40B4-BE49-F238E27FC236}">
                <a16:creationId xmlns:a16="http://schemas.microsoft.com/office/drawing/2014/main" id="{71C80EEA-6F47-46CD-ABDB-1349FF3093A3}"/>
              </a:ext>
            </a:extLst>
          </p:cNvPr>
          <p:cNvSpPr>
            <a:spLocks noGrp="1"/>
          </p:cNvSpPr>
          <p:nvPr/>
        </p:nvSpPr>
        <p:spPr>
          <a:xfrm>
            <a:off x="777509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5" name="F1_main_prauc_924">
            <a:extLst>
              <a:ext uri="{FF2B5EF4-FFF2-40B4-BE49-F238E27FC236}">
                <a16:creationId xmlns:a16="http://schemas.microsoft.com/office/drawing/2014/main" id="{2B99B208-35D6-4520-BCBA-6305093C8C28}"/>
              </a:ext>
            </a:extLst>
          </p:cNvPr>
          <p:cNvSpPr>
            <a:spLocks noGrp="1"/>
          </p:cNvSpPr>
          <p:nvPr/>
        </p:nvSpPr>
        <p:spPr>
          <a:xfrm>
            <a:off x="7776049" y="39459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6" name="F1_main_prauc_925">
            <a:extLst>
              <a:ext uri="{FF2B5EF4-FFF2-40B4-BE49-F238E27FC236}">
                <a16:creationId xmlns:a16="http://schemas.microsoft.com/office/drawing/2014/main" id="{DDF6AD96-B225-4034-8B97-406A5CCA8B9B}"/>
              </a:ext>
            </a:extLst>
          </p:cNvPr>
          <p:cNvSpPr>
            <a:spLocks noGrp="1"/>
          </p:cNvSpPr>
          <p:nvPr/>
        </p:nvSpPr>
        <p:spPr>
          <a:xfrm>
            <a:off x="79012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7" name="F1_main_prauc_926">
            <a:extLst>
              <a:ext uri="{FF2B5EF4-FFF2-40B4-BE49-F238E27FC236}">
                <a16:creationId xmlns:a16="http://schemas.microsoft.com/office/drawing/2014/main" id="{4FC67F84-C336-462F-A2F2-7A8908890135}"/>
              </a:ext>
            </a:extLst>
          </p:cNvPr>
          <p:cNvSpPr>
            <a:spLocks noGrp="1"/>
          </p:cNvSpPr>
          <p:nvPr/>
        </p:nvSpPr>
        <p:spPr>
          <a:xfrm>
            <a:off x="7782905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8" name="F1_main_prauc_927">
            <a:extLst>
              <a:ext uri="{FF2B5EF4-FFF2-40B4-BE49-F238E27FC236}">
                <a16:creationId xmlns:a16="http://schemas.microsoft.com/office/drawing/2014/main" id="{AAAE26CD-E44A-465F-AFC7-F546A1923D01}"/>
              </a:ext>
            </a:extLst>
          </p:cNvPr>
          <p:cNvSpPr>
            <a:spLocks noGrp="1"/>
          </p:cNvSpPr>
          <p:nvPr/>
        </p:nvSpPr>
        <p:spPr>
          <a:xfrm>
            <a:off x="782697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9" name="F1_main_prauc_928">
            <a:extLst>
              <a:ext uri="{FF2B5EF4-FFF2-40B4-BE49-F238E27FC236}">
                <a16:creationId xmlns:a16="http://schemas.microsoft.com/office/drawing/2014/main" id="{4FB1E0C6-EAE7-403D-9317-F52BF8330DF4}"/>
              </a:ext>
            </a:extLst>
          </p:cNvPr>
          <p:cNvSpPr>
            <a:spLocks noGrp="1"/>
          </p:cNvSpPr>
          <p:nvPr/>
        </p:nvSpPr>
        <p:spPr>
          <a:xfrm>
            <a:off x="7881890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0" name="F1_main_prauc_929">
            <a:extLst>
              <a:ext uri="{FF2B5EF4-FFF2-40B4-BE49-F238E27FC236}">
                <a16:creationId xmlns:a16="http://schemas.microsoft.com/office/drawing/2014/main" id="{45FCDE15-46FE-4E92-A023-63C4DEE09D7C}"/>
              </a:ext>
            </a:extLst>
          </p:cNvPr>
          <p:cNvSpPr>
            <a:spLocks noGrp="1"/>
          </p:cNvSpPr>
          <p:nvPr/>
        </p:nvSpPr>
        <p:spPr>
          <a:xfrm>
            <a:off x="7712710" y="50159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1" name="F1_main_prauc_930">
            <a:extLst>
              <a:ext uri="{FF2B5EF4-FFF2-40B4-BE49-F238E27FC236}">
                <a16:creationId xmlns:a16="http://schemas.microsoft.com/office/drawing/2014/main" id="{443DD6DA-C918-439E-88A2-EF8683EFB1AD}"/>
              </a:ext>
            </a:extLst>
          </p:cNvPr>
          <p:cNvSpPr>
            <a:spLocks noGrp="1"/>
          </p:cNvSpPr>
          <p:nvPr/>
        </p:nvSpPr>
        <p:spPr>
          <a:xfrm>
            <a:off x="77975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2" name="F1_main_prauc_931">
            <a:extLst>
              <a:ext uri="{FF2B5EF4-FFF2-40B4-BE49-F238E27FC236}">
                <a16:creationId xmlns:a16="http://schemas.microsoft.com/office/drawing/2014/main" id="{D8138A36-C5C0-4073-9B3F-32AE13897DCD}"/>
              </a:ext>
            </a:extLst>
          </p:cNvPr>
          <p:cNvSpPr>
            <a:spLocks noGrp="1"/>
          </p:cNvSpPr>
          <p:nvPr/>
        </p:nvSpPr>
        <p:spPr>
          <a:xfrm>
            <a:off x="7949940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3" name="F1_main_prauc_932">
            <a:extLst>
              <a:ext uri="{FF2B5EF4-FFF2-40B4-BE49-F238E27FC236}">
                <a16:creationId xmlns:a16="http://schemas.microsoft.com/office/drawing/2014/main" id="{9D7703E3-FA8C-4773-8BEE-409BF7C0E23A}"/>
              </a:ext>
            </a:extLst>
          </p:cNvPr>
          <p:cNvSpPr>
            <a:spLocks noGrp="1"/>
          </p:cNvSpPr>
          <p:nvPr/>
        </p:nvSpPr>
        <p:spPr>
          <a:xfrm>
            <a:off x="771748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4" name="F1_main_prauc_933">
            <a:extLst>
              <a:ext uri="{FF2B5EF4-FFF2-40B4-BE49-F238E27FC236}">
                <a16:creationId xmlns:a16="http://schemas.microsoft.com/office/drawing/2014/main" id="{0A4A518B-501B-42AF-A74B-6FA8501795CB}"/>
              </a:ext>
            </a:extLst>
          </p:cNvPr>
          <p:cNvSpPr>
            <a:spLocks noGrp="1"/>
          </p:cNvSpPr>
          <p:nvPr/>
        </p:nvSpPr>
        <p:spPr>
          <a:xfrm>
            <a:off x="7799339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5" name="F1_main_prauc_934">
            <a:extLst>
              <a:ext uri="{FF2B5EF4-FFF2-40B4-BE49-F238E27FC236}">
                <a16:creationId xmlns:a16="http://schemas.microsoft.com/office/drawing/2014/main" id="{3801E419-4097-4927-96DC-902FEBABD10F}"/>
              </a:ext>
            </a:extLst>
          </p:cNvPr>
          <p:cNvSpPr>
            <a:spLocks noGrp="1"/>
          </p:cNvSpPr>
          <p:nvPr/>
        </p:nvSpPr>
        <p:spPr>
          <a:xfrm>
            <a:off x="7876745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6" name="F1_main_prauc_935">
            <a:extLst>
              <a:ext uri="{FF2B5EF4-FFF2-40B4-BE49-F238E27FC236}">
                <a16:creationId xmlns:a16="http://schemas.microsoft.com/office/drawing/2014/main" id="{590916FF-E937-4C39-9E30-67B6539DDBAA}"/>
              </a:ext>
            </a:extLst>
          </p:cNvPr>
          <p:cNvSpPr>
            <a:spLocks noGrp="1"/>
          </p:cNvSpPr>
          <p:nvPr/>
        </p:nvSpPr>
        <p:spPr>
          <a:xfrm>
            <a:off x="7726077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7" name="F1_main_prauc_936">
            <a:extLst>
              <a:ext uri="{FF2B5EF4-FFF2-40B4-BE49-F238E27FC236}">
                <a16:creationId xmlns:a16="http://schemas.microsoft.com/office/drawing/2014/main" id="{32C703FC-57B2-4FB5-8BDE-20BA2B0DEF07}"/>
              </a:ext>
            </a:extLst>
          </p:cNvPr>
          <p:cNvSpPr>
            <a:spLocks noGrp="1"/>
          </p:cNvSpPr>
          <p:nvPr/>
        </p:nvSpPr>
        <p:spPr>
          <a:xfrm>
            <a:off x="7807503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8" name="F1_main_prauc_937">
            <a:extLst>
              <a:ext uri="{FF2B5EF4-FFF2-40B4-BE49-F238E27FC236}">
                <a16:creationId xmlns:a16="http://schemas.microsoft.com/office/drawing/2014/main" id="{0D5E0C65-D1F7-4B42-8415-7CD194D5FC7E}"/>
              </a:ext>
            </a:extLst>
          </p:cNvPr>
          <p:cNvSpPr>
            <a:spLocks noGrp="1"/>
          </p:cNvSpPr>
          <p:nvPr/>
        </p:nvSpPr>
        <p:spPr>
          <a:xfrm>
            <a:off x="777844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9" name="F1_main_prauc_938">
            <a:extLst>
              <a:ext uri="{FF2B5EF4-FFF2-40B4-BE49-F238E27FC236}">
                <a16:creationId xmlns:a16="http://schemas.microsoft.com/office/drawing/2014/main" id="{B556272D-4EE3-414E-8056-2A3931D7D74D}"/>
              </a:ext>
            </a:extLst>
          </p:cNvPr>
          <p:cNvSpPr>
            <a:spLocks noGrp="1"/>
          </p:cNvSpPr>
          <p:nvPr/>
        </p:nvSpPr>
        <p:spPr>
          <a:xfrm>
            <a:off x="775874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0" name="F1_main_prauc_939">
            <a:extLst>
              <a:ext uri="{FF2B5EF4-FFF2-40B4-BE49-F238E27FC236}">
                <a16:creationId xmlns:a16="http://schemas.microsoft.com/office/drawing/2014/main" id="{5D3C32C5-1F8C-4C38-8DA6-77E4764AB9C8}"/>
              </a:ext>
            </a:extLst>
          </p:cNvPr>
          <p:cNvSpPr>
            <a:spLocks noGrp="1"/>
          </p:cNvSpPr>
          <p:nvPr/>
        </p:nvSpPr>
        <p:spPr>
          <a:xfrm>
            <a:off x="78080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1" name="F1_main_prauc_940">
            <a:extLst>
              <a:ext uri="{FF2B5EF4-FFF2-40B4-BE49-F238E27FC236}">
                <a16:creationId xmlns:a16="http://schemas.microsoft.com/office/drawing/2014/main" id="{EA25DE1A-480B-4FC9-BD6D-75B44F9C1D53}"/>
              </a:ext>
            </a:extLst>
          </p:cNvPr>
          <p:cNvSpPr>
            <a:spLocks noGrp="1"/>
          </p:cNvSpPr>
          <p:nvPr/>
        </p:nvSpPr>
        <p:spPr>
          <a:xfrm>
            <a:off x="774805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2" name="F1_main_prauc_941">
            <a:extLst>
              <a:ext uri="{FF2B5EF4-FFF2-40B4-BE49-F238E27FC236}">
                <a16:creationId xmlns:a16="http://schemas.microsoft.com/office/drawing/2014/main" id="{6525BB10-29D2-48E1-921A-1A2BA1CD1F88}"/>
              </a:ext>
            </a:extLst>
          </p:cNvPr>
          <p:cNvSpPr>
            <a:spLocks noGrp="1"/>
          </p:cNvSpPr>
          <p:nvPr/>
        </p:nvSpPr>
        <p:spPr>
          <a:xfrm>
            <a:off x="7759488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3" name="F1_main_prauc_942">
            <a:extLst>
              <a:ext uri="{FF2B5EF4-FFF2-40B4-BE49-F238E27FC236}">
                <a16:creationId xmlns:a16="http://schemas.microsoft.com/office/drawing/2014/main" id="{DD87C411-3E20-498D-906D-DABAC502FECF}"/>
              </a:ext>
            </a:extLst>
          </p:cNvPr>
          <p:cNvSpPr>
            <a:spLocks noGrp="1"/>
          </p:cNvSpPr>
          <p:nvPr/>
        </p:nvSpPr>
        <p:spPr>
          <a:xfrm>
            <a:off x="7857082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4" name="F1_main_prauc_943">
            <a:extLst>
              <a:ext uri="{FF2B5EF4-FFF2-40B4-BE49-F238E27FC236}">
                <a16:creationId xmlns:a16="http://schemas.microsoft.com/office/drawing/2014/main" id="{E00405BD-FBE9-4514-88D0-70727D606AD6}"/>
              </a:ext>
            </a:extLst>
          </p:cNvPr>
          <p:cNvSpPr>
            <a:spLocks noGrp="1"/>
          </p:cNvSpPr>
          <p:nvPr/>
        </p:nvSpPr>
        <p:spPr>
          <a:xfrm>
            <a:off x="775141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5" name="F1_main_prauc_944">
            <a:extLst>
              <a:ext uri="{FF2B5EF4-FFF2-40B4-BE49-F238E27FC236}">
                <a16:creationId xmlns:a16="http://schemas.microsoft.com/office/drawing/2014/main" id="{903FB428-6535-4A7D-8B86-9B875F8C53E3}"/>
              </a:ext>
            </a:extLst>
          </p:cNvPr>
          <p:cNvSpPr>
            <a:spLocks noGrp="1"/>
          </p:cNvSpPr>
          <p:nvPr/>
        </p:nvSpPr>
        <p:spPr>
          <a:xfrm>
            <a:off x="7874416" y="5285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6" name="F1_main_prauc_945">
            <a:extLst>
              <a:ext uri="{FF2B5EF4-FFF2-40B4-BE49-F238E27FC236}">
                <a16:creationId xmlns:a16="http://schemas.microsoft.com/office/drawing/2014/main" id="{5DF91AF9-F456-48AE-AAB3-8CEAC2280384}"/>
              </a:ext>
            </a:extLst>
          </p:cNvPr>
          <p:cNvSpPr>
            <a:spLocks noGrp="1"/>
          </p:cNvSpPr>
          <p:nvPr/>
        </p:nvSpPr>
        <p:spPr>
          <a:xfrm>
            <a:off x="771566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7" name="F1_main_prauc_946">
            <a:extLst>
              <a:ext uri="{FF2B5EF4-FFF2-40B4-BE49-F238E27FC236}">
                <a16:creationId xmlns:a16="http://schemas.microsoft.com/office/drawing/2014/main" id="{384E4045-4222-4B9F-9CCC-C9B4C2FC84DC}"/>
              </a:ext>
            </a:extLst>
          </p:cNvPr>
          <p:cNvSpPr>
            <a:spLocks noGrp="1"/>
          </p:cNvSpPr>
          <p:nvPr/>
        </p:nvSpPr>
        <p:spPr>
          <a:xfrm>
            <a:off x="77961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8" name="F1_main_prauc_947">
            <a:extLst>
              <a:ext uri="{FF2B5EF4-FFF2-40B4-BE49-F238E27FC236}">
                <a16:creationId xmlns:a16="http://schemas.microsoft.com/office/drawing/2014/main" id="{A00B01B5-E9E6-4903-BAA2-29C883DB9771}"/>
              </a:ext>
            </a:extLst>
          </p:cNvPr>
          <p:cNvSpPr>
            <a:spLocks noGrp="1"/>
          </p:cNvSpPr>
          <p:nvPr/>
        </p:nvSpPr>
        <p:spPr>
          <a:xfrm>
            <a:off x="7810472" y="58493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9" name="F1_main_prauc_948">
            <a:extLst>
              <a:ext uri="{FF2B5EF4-FFF2-40B4-BE49-F238E27FC236}">
                <a16:creationId xmlns:a16="http://schemas.microsoft.com/office/drawing/2014/main" id="{F62C07EC-82DC-4EFA-94CF-FFEFC33E7B2C}"/>
              </a:ext>
            </a:extLst>
          </p:cNvPr>
          <p:cNvSpPr>
            <a:spLocks noGrp="1"/>
          </p:cNvSpPr>
          <p:nvPr/>
        </p:nvSpPr>
        <p:spPr>
          <a:xfrm>
            <a:off x="7825810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0" name="F1_main_prauc_949">
            <a:extLst>
              <a:ext uri="{FF2B5EF4-FFF2-40B4-BE49-F238E27FC236}">
                <a16:creationId xmlns:a16="http://schemas.microsoft.com/office/drawing/2014/main" id="{3AE80785-B453-41D8-B7EC-9B99B6B90AE8}"/>
              </a:ext>
            </a:extLst>
          </p:cNvPr>
          <p:cNvSpPr>
            <a:spLocks noGrp="1"/>
          </p:cNvSpPr>
          <p:nvPr/>
        </p:nvSpPr>
        <p:spPr>
          <a:xfrm>
            <a:off x="78048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1" name="F1_main_prauc_950">
            <a:extLst>
              <a:ext uri="{FF2B5EF4-FFF2-40B4-BE49-F238E27FC236}">
                <a16:creationId xmlns:a16="http://schemas.microsoft.com/office/drawing/2014/main" id="{C3487087-4859-49AD-9868-9E0E4D5CE214}"/>
              </a:ext>
            </a:extLst>
          </p:cNvPr>
          <p:cNvSpPr>
            <a:spLocks noGrp="1"/>
          </p:cNvSpPr>
          <p:nvPr/>
        </p:nvSpPr>
        <p:spPr>
          <a:xfrm>
            <a:off x="784796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2" name="F1_main_prauc_951">
            <a:extLst>
              <a:ext uri="{FF2B5EF4-FFF2-40B4-BE49-F238E27FC236}">
                <a16:creationId xmlns:a16="http://schemas.microsoft.com/office/drawing/2014/main" id="{1E370D58-DFAB-4176-BA16-1AE628527672}"/>
              </a:ext>
            </a:extLst>
          </p:cNvPr>
          <p:cNvSpPr>
            <a:spLocks noGrp="1"/>
          </p:cNvSpPr>
          <p:nvPr/>
        </p:nvSpPr>
        <p:spPr>
          <a:xfrm>
            <a:off x="793375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3" name="F1_main_prauc_952">
            <a:extLst>
              <a:ext uri="{FF2B5EF4-FFF2-40B4-BE49-F238E27FC236}">
                <a16:creationId xmlns:a16="http://schemas.microsoft.com/office/drawing/2014/main" id="{406BDA02-5C55-4FE8-9618-1A22FDE9E67A}"/>
              </a:ext>
            </a:extLst>
          </p:cNvPr>
          <p:cNvSpPr>
            <a:spLocks noGrp="1"/>
          </p:cNvSpPr>
          <p:nvPr/>
        </p:nvSpPr>
        <p:spPr>
          <a:xfrm>
            <a:off x="7747799" y="59261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4" name="F1_main_prauc_953">
            <a:extLst>
              <a:ext uri="{FF2B5EF4-FFF2-40B4-BE49-F238E27FC236}">
                <a16:creationId xmlns:a16="http://schemas.microsoft.com/office/drawing/2014/main" id="{435A6817-1303-4408-91F6-A0ED537E0191}"/>
              </a:ext>
            </a:extLst>
          </p:cNvPr>
          <p:cNvSpPr>
            <a:spLocks noGrp="1"/>
          </p:cNvSpPr>
          <p:nvPr/>
        </p:nvSpPr>
        <p:spPr>
          <a:xfrm>
            <a:off x="78112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5" name="F1_main_prauc_954">
            <a:extLst>
              <a:ext uri="{FF2B5EF4-FFF2-40B4-BE49-F238E27FC236}">
                <a16:creationId xmlns:a16="http://schemas.microsoft.com/office/drawing/2014/main" id="{1C8E84C9-1C09-4366-AB5F-592EC109A86D}"/>
              </a:ext>
            </a:extLst>
          </p:cNvPr>
          <p:cNvSpPr>
            <a:spLocks noGrp="1"/>
          </p:cNvSpPr>
          <p:nvPr/>
        </p:nvSpPr>
        <p:spPr>
          <a:xfrm>
            <a:off x="7953882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6" name="F1_main_prauc_955">
            <a:extLst>
              <a:ext uri="{FF2B5EF4-FFF2-40B4-BE49-F238E27FC236}">
                <a16:creationId xmlns:a16="http://schemas.microsoft.com/office/drawing/2014/main" id="{D17EB064-4A69-4527-B358-3EBAAE5C5487}"/>
              </a:ext>
            </a:extLst>
          </p:cNvPr>
          <p:cNvSpPr>
            <a:spLocks noGrp="1"/>
          </p:cNvSpPr>
          <p:nvPr/>
        </p:nvSpPr>
        <p:spPr>
          <a:xfrm>
            <a:off x="1886418" y="428552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7" name="F1_main_prauc_956">
            <a:extLst>
              <a:ext uri="{FF2B5EF4-FFF2-40B4-BE49-F238E27FC236}">
                <a16:creationId xmlns:a16="http://schemas.microsoft.com/office/drawing/2014/main" id="{F703B5CE-5E10-4F63-954D-4C532D8E7166}"/>
              </a:ext>
            </a:extLst>
          </p:cNvPr>
          <p:cNvSpPr>
            <a:spLocks noGrp="1"/>
          </p:cNvSpPr>
          <p:nvPr/>
        </p:nvSpPr>
        <p:spPr>
          <a:xfrm>
            <a:off x="1908740" y="341742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8" name="F1_main_prauc_957">
            <a:extLst>
              <a:ext uri="{FF2B5EF4-FFF2-40B4-BE49-F238E27FC236}">
                <a16:creationId xmlns:a16="http://schemas.microsoft.com/office/drawing/2014/main" id="{DA1669D9-E58B-42D3-923B-FDE3318DE26C}"/>
              </a:ext>
            </a:extLst>
          </p:cNvPr>
          <p:cNvSpPr>
            <a:spLocks noGrp="1"/>
          </p:cNvSpPr>
          <p:nvPr/>
        </p:nvSpPr>
        <p:spPr>
          <a:xfrm>
            <a:off x="1822620" y="35961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9" name="F1_main_prauc_958">
            <a:extLst>
              <a:ext uri="{FF2B5EF4-FFF2-40B4-BE49-F238E27FC236}">
                <a16:creationId xmlns:a16="http://schemas.microsoft.com/office/drawing/2014/main" id="{BCF9F3E2-EA4A-4033-8609-F9EE895F65C0}"/>
              </a:ext>
            </a:extLst>
          </p:cNvPr>
          <p:cNvSpPr>
            <a:spLocks noGrp="1"/>
          </p:cNvSpPr>
          <p:nvPr/>
        </p:nvSpPr>
        <p:spPr>
          <a:xfrm>
            <a:off x="1822824" y="5902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0" name="F1_main_prauc_959">
            <a:extLst>
              <a:ext uri="{FF2B5EF4-FFF2-40B4-BE49-F238E27FC236}">
                <a16:creationId xmlns:a16="http://schemas.microsoft.com/office/drawing/2014/main" id="{90D580F5-652F-4FFE-A505-7F7E7381E656}"/>
              </a:ext>
            </a:extLst>
          </p:cNvPr>
          <p:cNvSpPr>
            <a:spLocks noGrp="1"/>
          </p:cNvSpPr>
          <p:nvPr/>
        </p:nvSpPr>
        <p:spPr>
          <a:xfrm>
            <a:off x="1841849" y="38496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1" name="F1_main_prauc_960">
            <a:extLst>
              <a:ext uri="{FF2B5EF4-FFF2-40B4-BE49-F238E27FC236}">
                <a16:creationId xmlns:a16="http://schemas.microsoft.com/office/drawing/2014/main" id="{8583303B-2BDA-4D5D-A6A2-85F085A4B8F5}"/>
              </a:ext>
            </a:extLst>
          </p:cNvPr>
          <p:cNvSpPr>
            <a:spLocks noGrp="1"/>
          </p:cNvSpPr>
          <p:nvPr/>
        </p:nvSpPr>
        <p:spPr>
          <a:xfrm>
            <a:off x="1944856" y="52041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2" name="F1_main_prauc_961">
            <a:extLst>
              <a:ext uri="{FF2B5EF4-FFF2-40B4-BE49-F238E27FC236}">
                <a16:creationId xmlns:a16="http://schemas.microsoft.com/office/drawing/2014/main" id="{FF51ACDA-7945-43A1-AB77-BB1C3178525A}"/>
              </a:ext>
            </a:extLst>
          </p:cNvPr>
          <p:cNvSpPr>
            <a:spLocks noGrp="1"/>
          </p:cNvSpPr>
          <p:nvPr/>
        </p:nvSpPr>
        <p:spPr>
          <a:xfrm>
            <a:off x="2004399" y="33852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3" name="F1_main_prauc_962">
            <a:extLst>
              <a:ext uri="{FF2B5EF4-FFF2-40B4-BE49-F238E27FC236}">
                <a16:creationId xmlns:a16="http://schemas.microsoft.com/office/drawing/2014/main" id="{3E379AAE-6747-4DA7-BAC9-60B2243B6589}"/>
              </a:ext>
            </a:extLst>
          </p:cNvPr>
          <p:cNvSpPr>
            <a:spLocks noGrp="1"/>
          </p:cNvSpPr>
          <p:nvPr/>
        </p:nvSpPr>
        <p:spPr>
          <a:xfrm>
            <a:off x="1870979" y="34378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4" name="F1_main_prauc_963">
            <a:extLst>
              <a:ext uri="{FF2B5EF4-FFF2-40B4-BE49-F238E27FC236}">
                <a16:creationId xmlns:a16="http://schemas.microsoft.com/office/drawing/2014/main" id="{1BE8F8FE-114F-4A17-8F19-0453D6A76969}"/>
              </a:ext>
            </a:extLst>
          </p:cNvPr>
          <p:cNvSpPr>
            <a:spLocks noGrp="1"/>
          </p:cNvSpPr>
          <p:nvPr/>
        </p:nvSpPr>
        <p:spPr>
          <a:xfrm>
            <a:off x="2006367" y="4867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5" name="F1_main_prauc_964">
            <a:extLst>
              <a:ext uri="{FF2B5EF4-FFF2-40B4-BE49-F238E27FC236}">
                <a16:creationId xmlns:a16="http://schemas.microsoft.com/office/drawing/2014/main" id="{58D10337-E985-409A-B4CA-E6B24FACDAD5}"/>
              </a:ext>
            </a:extLst>
          </p:cNvPr>
          <p:cNvSpPr>
            <a:spLocks noGrp="1"/>
          </p:cNvSpPr>
          <p:nvPr/>
        </p:nvSpPr>
        <p:spPr>
          <a:xfrm>
            <a:off x="2005455" y="36320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6" name="F1_main_prauc_965">
            <a:extLst>
              <a:ext uri="{FF2B5EF4-FFF2-40B4-BE49-F238E27FC236}">
                <a16:creationId xmlns:a16="http://schemas.microsoft.com/office/drawing/2014/main" id="{2CAF287D-E3E3-473F-A008-1212B0F83391}"/>
              </a:ext>
            </a:extLst>
          </p:cNvPr>
          <p:cNvSpPr>
            <a:spLocks noGrp="1"/>
          </p:cNvSpPr>
          <p:nvPr/>
        </p:nvSpPr>
        <p:spPr>
          <a:xfrm>
            <a:off x="1822799" y="498279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7" name="F1_main_prauc_966">
            <a:extLst>
              <a:ext uri="{FF2B5EF4-FFF2-40B4-BE49-F238E27FC236}">
                <a16:creationId xmlns:a16="http://schemas.microsoft.com/office/drawing/2014/main" id="{380B36B0-F2BF-4E70-890D-4AB97AD9E167}"/>
              </a:ext>
            </a:extLst>
          </p:cNvPr>
          <p:cNvSpPr>
            <a:spLocks noGrp="1"/>
          </p:cNvSpPr>
          <p:nvPr/>
        </p:nvSpPr>
        <p:spPr>
          <a:xfrm>
            <a:off x="1809565" y="44722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8" name="F1_main_prauc_967">
            <a:extLst>
              <a:ext uri="{FF2B5EF4-FFF2-40B4-BE49-F238E27FC236}">
                <a16:creationId xmlns:a16="http://schemas.microsoft.com/office/drawing/2014/main" id="{C9DF7B68-EC59-4896-AB1D-E0D1B1415F11}"/>
              </a:ext>
            </a:extLst>
          </p:cNvPr>
          <p:cNvSpPr>
            <a:spLocks noGrp="1"/>
          </p:cNvSpPr>
          <p:nvPr/>
        </p:nvSpPr>
        <p:spPr>
          <a:xfrm>
            <a:off x="1903219" y="45896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9" name="F1_main_prauc_968">
            <a:extLst>
              <a:ext uri="{FF2B5EF4-FFF2-40B4-BE49-F238E27FC236}">
                <a16:creationId xmlns:a16="http://schemas.microsoft.com/office/drawing/2014/main" id="{87B0BE1C-940A-4CA6-A2AE-D35A636152FA}"/>
              </a:ext>
            </a:extLst>
          </p:cNvPr>
          <p:cNvSpPr>
            <a:spLocks noGrp="1"/>
          </p:cNvSpPr>
          <p:nvPr/>
        </p:nvSpPr>
        <p:spPr>
          <a:xfrm>
            <a:off x="1860471" y="43234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0" name="F1_main_prauc_969">
            <a:extLst>
              <a:ext uri="{FF2B5EF4-FFF2-40B4-BE49-F238E27FC236}">
                <a16:creationId xmlns:a16="http://schemas.microsoft.com/office/drawing/2014/main" id="{FCF3B2CF-257F-42CB-950D-B8B9F6D5E718}"/>
              </a:ext>
            </a:extLst>
          </p:cNvPr>
          <p:cNvSpPr>
            <a:spLocks noGrp="1"/>
          </p:cNvSpPr>
          <p:nvPr/>
        </p:nvSpPr>
        <p:spPr>
          <a:xfrm>
            <a:off x="1860600" y="35446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1" name="F1_main_prauc_970">
            <a:extLst>
              <a:ext uri="{FF2B5EF4-FFF2-40B4-BE49-F238E27FC236}">
                <a16:creationId xmlns:a16="http://schemas.microsoft.com/office/drawing/2014/main" id="{F8C93B5A-C3A6-4E9C-848D-ADE26E2F8082}"/>
              </a:ext>
            </a:extLst>
          </p:cNvPr>
          <p:cNvSpPr>
            <a:spLocks noGrp="1"/>
          </p:cNvSpPr>
          <p:nvPr/>
        </p:nvSpPr>
        <p:spPr>
          <a:xfrm>
            <a:off x="1914585" y="37781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2" name="F1_main_prauc_971">
            <a:extLst>
              <a:ext uri="{FF2B5EF4-FFF2-40B4-BE49-F238E27FC236}">
                <a16:creationId xmlns:a16="http://schemas.microsoft.com/office/drawing/2014/main" id="{51D44FE4-862D-46BE-AEBA-84801BBB1A27}"/>
              </a:ext>
            </a:extLst>
          </p:cNvPr>
          <p:cNvSpPr>
            <a:spLocks noGrp="1"/>
          </p:cNvSpPr>
          <p:nvPr/>
        </p:nvSpPr>
        <p:spPr>
          <a:xfrm>
            <a:off x="1979630" y="47360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3" name="F1_main_prauc_972">
            <a:extLst>
              <a:ext uri="{FF2B5EF4-FFF2-40B4-BE49-F238E27FC236}">
                <a16:creationId xmlns:a16="http://schemas.microsoft.com/office/drawing/2014/main" id="{A3E31502-6FA7-4E8A-83E0-686AC386E7CF}"/>
              </a:ext>
            </a:extLst>
          </p:cNvPr>
          <p:cNvSpPr>
            <a:spLocks noGrp="1"/>
          </p:cNvSpPr>
          <p:nvPr/>
        </p:nvSpPr>
        <p:spPr>
          <a:xfrm>
            <a:off x="1814158" y="5044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4" name="F1_main_prauc_973">
            <a:extLst>
              <a:ext uri="{FF2B5EF4-FFF2-40B4-BE49-F238E27FC236}">
                <a16:creationId xmlns:a16="http://schemas.microsoft.com/office/drawing/2014/main" id="{CFE70ED0-D4A7-4BE8-BDB9-24DCC71CCCDE}"/>
              </a:ext>
            </a:extLst>
          </p:cNvPr>
          <p:cNvSpPr>
            <a:spLocks noGrp="1"/>
          </p:cNvSpPr>
          <p:nvPr/>
        </p:nvSpPr>
        <p:spPr>
          <a:xfrm>
            <a:off x="1801171" y="41362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5" name="F1_main_prauc_974">
            <a:extLst>
              <a:ext uri="{FF2B5EF4-FFF2-40B4-BE49-F238E27FC236}">
                <a16:creationId xmlns:a16="http://schemas.microsoft.com/office/drawing/2014/main" id="{016CF25D-B7C8-4EFA-B8E6-3E492FF3A6C5}"/>
              </a:ext>
            </a:extLst>
          </p:cNvPr>
          <p:cNvSpPr>
            <a:spLocks noGrp="1"/>
          </p:cNvSpPr>
          <p:nvPr/>
        </p:nvSpPr>
        <p:spPr>
          <a:xfrm>
            <a:off x="1787777" y="43308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6" name="F1_main_prauc_975">
            <a:extLst>
              <a:ext uri="{FF2B5EF4-FFF2-40B4-BE49-F238E27FC236}">
                <a16:creationId xmlns:a16="http://schemas.microsoft.com/office/drawing/2014/main" id="{8485BA7C-A62A-4532-B03D-0F9F2E3F1F48}"/>
              </a:ext>
            </a:extLst>
          </p:cNvPr>
          <p:cNvSpPr>
            <a:spLocks noGrp="1"/>
          </p:cNvSpPr>
          <p:nvPr/>
        </p:nvSpPr>
        <p:spPr>
          <a:xfrm>
            <a:off x="1914121" y="51765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7" name="F1_main_prauc_976">
            <a:extLst>
              <a:ext uri="{FF2B5EF4-FFF2-40B4-BE49-F238E27FC236}">
                <a16:creationId xmlns:a16="http://schemas.microsoft.com/office/drawing/2014/main" id="{A7F72349-17FE-4276-A68E-194EBDE9F4A0}"/>
              </a:ext>
            </a:extLst>
          </p:cNvPr>
          <p:cNvSpPr>
            <a:spLocks noGrp="1"/>
          </p:cNvSpPr>
          <p:nvPr/>
        </p:nvSpPr>
        <p:spPr>
          <a:xfrm>
            <a:off x="1856574" y="50357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8" name="F1_main_prauc_977">
            <a:extLst>
              <a:ext uri="{FF2B5EF4-FFF2-40B4-BE49-F238E27FC236}">
                <a16:creationId xmlns:a16="http://schemas.microsoft.com/office/drawing/2014/main" id="{BE9CF41B-7BE6-47CB-972A-E08D14DFAD57}"/>
              </a:ext>
            </a:extLst>
          </p:cNvPr>
          <p:cNvSpPr>
            <a:spLocks noGrp="1"/>
          </p:cNvSpPr>
          <p:nvPr/>
        </p:nvSpPr>
        <p:spPr>
          <a:xfrm>
            <a:off x="1969817" y="48607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9" name="F1_main_prauc_978">
            <a:extLst>
              <a:ext uri="{FF2B5EF4-FFF2-40B4-BE49-F238E27FC236}">
                <a16:creationId xmlns:a16="http://schemas.microsoft.com/office/drawing/2014/main" id="{C376E3A9-57AB-48A0-8B48-D42E1B089ED6}"/>
              </a:ext>
            </a:extLst>
          </p:cNvPr>
          <p:cNvSpPr>
            <a:spLocks noGrp="1"/>
          </p:cNvSpPr>
          <p:nvPr/>
        </p:nvSpPr>
        <p:spPr>
          <a:xfrm>
            <a:off x="2010135" y="33651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0" name="F1_main_prauc_979">
            <a:extLst>
              <a:ext uri="{FF2B5EF4-FFF2-40B4-BE49-F238E27FC236}">
                <a16:creationId xmlns:a16="http://schemas.microsoft.com/office/drawing/2014/main" id="{DA1B6C1A-ECB6-4AD9-8BA2-9262476713AA}"/>
              </a:ext>
            </a:extLst>
          </p:cNvPr>
          <p:cNvSpPr>
            <a:spLocks noGrp="1"/>
          </p:cNvSpPr>
          <p:nvPr/>
        </p:nvSpPr>
        <p:spPr>
          <a:xfrm>
            <a:off x="1785815" y="60107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1" name="F1_main_prauc_980">
            <a:extLst>
              <a:ext uri="{FF2B5EF4-FFF2-40B4-BE49-F238E27FC236}">
                <a16:creationId xmlns:a16="http://schemas.microsoft.com/office/drawing/2014/main" id="{ACCC6F6C-6099-4483-B060-E14EDA3C7CAA}"/>
              </a:ext>
            </a:extLst>
          </p:cNvPr>
          <p:cNvSpPr>
            <a:spLocks noGrp="1"/>
          </p:cNvSpPr>
          <p:nvPr/>
        </p:nvSpPr>
        <p:spPr>
          <a:xfrm>
            <a:off x="1999605" y="60770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2" name="F1_main_prauc_981">
            <a:extLst>
              <a:ext uri="{FF2B5EF4-FFF2-40B4-BE49-F238E27FC236}">
                <a16:creationId xmlns:a16="http://schemas.microsoft.com/office/drawing/2014/main" id="{C7ECC499-65BA-435C-A6FF-7CAA4F4BF55F}"/>
              </a:ext>
            </a:extLst>
          </p:cNvPr>
          <p:cNvSpPr>
            <a:spLocks noGrp="1"/>
          </p:cNvSpPr>
          <p:nvPr/>
        </p:nvSpPr>
        <p:spPr>
          <a:xfrm>
            <a:off x="1846102" y="54490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3" name="F1_main_prauc_982">
            <a:extLst>
              <a:ext uri="{FF2B5EF4-FFF2-40B4-BE49-F238E27FC236}">
                <a16:creationId xmlns:a16="http://schemas.microsoft.com/office/drawing/2014/main" id="{BB25E0A8-DF7A-4326-A419-B6E46845AE29}"/>
              </a:ext>
            </a:extLst>
          </p:cNvPr>
          <p:cNvSpPr>
            <a:spLocks noGrp="1"/>
          </p:cNvSpPr>
          <p:nvPr/>
        </p:nvSpPr>
        <p:spPr>
          <a:xfrm>
            <a:off x="1937181" y="46285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4" name="F1_main_prauc_983">
            <a:extLst>
              <a:ext uri="{FF2B5EF4-FFF2-40B4-BE49-F238E27FC236}">
                <a16:creationId xmlns:a16="http://schemas.microsoft.com/office/drawing/2014/main" id="{A9351EC8-49E1-4EBD-8DAB-AF6BF8424A97}"/>
              </a:ext>
            </a:extLst>
          </p:cNvPr>
          <p:cNvSpPr>
            <a:spLocks noGrp="1"/>
          </p:cNvSpPr>
          <p:nvPr/>
        </p:nvSpPr>
        <p:spPr>
          <a:xfrm>
            <a:off x="1797166" y="32852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5" name="F1_main_prauc_984">
            <a:extLst>
              <a:ext uri="{FF2B5EF4-FFF2-40B4-BE49-F238E27FC236}">
                <a16:creationId xmlns:a16="http://schemas.microsoft.com/office/drawing/2014/main" id="{D0403717-B601-4908-B000-7F93C3329F28}"/>
              </a:ext>
            </a:extLst>
          </p:cNvPr>
          <p:cNvSpPr>
            <a:spLocks noGrp="1"/>
          </p:cNvSpPr>
          <p:nvPr/>
        </p:nvSpPr>
        <p:spPr>
          <a:xfrm>
            <a:off x="1874551" y="33688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6" name="F1_main_prauc_985">
            <a:extLst>
              <a:ext uri="{FF2B5EF4-FFF2-40B4-BE49-F238E27FC236}">
                <a16:creationId xmlns:a16="http://schemas.microsoft.com/office/drawing/2014/main" id="{A5554E8C-4D30-4366-AF12-26A4DDD17ACE}"/>
              </a:ext>
            </a:extLst>
          </p:cNvPr>
          <p:cNvSpPr>
            <a:spLocks noGrp="1"/>
          </p:cNvSpPr>
          <p:nvPr/>
        </p:nvSpPr>
        <p:spPr>
          <a:xfrm>
            <a:off x="2011207" y="609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7" name="F1_main_prauc_986">
            <a:extLst>
              <a:ext uri="{FF2B5EF4-FFF2-40B4-BE49-F238E27FC236}">
                <a16:creationId xmlns:a16="http://schemas.microsoft.com/office/drawing/2014/main" id="{0C71E887-D535-4278-A3CA-354D62018BBB}"/>
              </a:ext>
            </a:extLst>
          </p:cNvPr>
          <p:cNvSpPr>
            <a:spLocks noGrp="1"/>
          </p:cNvSpPr>
          <p:nvPr/>
        </p:nvSpPr>
        <p:spPr>
          <a:xfrm>
            <a:off x="1974756" y="42085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8" name="F1_main_prauc_987">
            <a:extLst>
              <a:ext uri="{FF2B5EF4-FFF2-40B4-BE49-F238E27FC236}">
                <a16:creationId xmlns:a16="http://schemas.microsoft.com/office/drawing/2014/main" id="{6DB64ACB-7B02-4BAE-BAE1-98D6D79D9EEA}"/>
              </a:ext>
            </a:extLst>
          </p:cNvPr>
          <p:cNvSpPr>
            <a:spLocks noGrp="1"/>
          </p:cNvSpPr>
          <p:nvPr/>
        </p:nvSpPr>
        <p:spPr>
          <a:xfrm>
            <a:off x="1938371" y="59752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9" name="F1_main_prauc_988">
            <a:extLst>
              <a:ext uri="{FF2B5EF4-FFF2-40B4-BE49-F238E27FC236}">
                <a16:creationId xmlns:a16="http://schemas.microsoft.com/office/drawing/2014/main" id="{F775A745-0088-48D7-A0F5-F5E8C26CA759}"/>
              </a:ext>
            </a:extLst>
          </p:cNvPr>
          <p:cNvSpPr>
            <a:spLocks noGrp="1"/>
          </p:cNvSpPr>
          <p:nvPr/>
        </p:nvSpPr>
        <p:spPr>
          <a:xfrm>
            <a:off x="1910706" y="54830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0" name="F1_main_prauc_989">
            <a:extLst>
              <a:ext uri="{FF2B5EF4-FFF2-40B4-BE49-F238E27FC236}">
                <a16:creationId xmlns:a16="http://schemas.microsoft.com/office/drawing/2014/main" id="{6E4A79D2-6039-459C-89FA-D9EDA7728C63}"/>
              </a:ext>
            </a:extLst>
          </p:cNvPr>
          <p:cNvSpPr>
            <a:spLocks noGrp="1"/>
          </p:cNvSpPr>
          <p:nvPr/>
        </p:nvSpPr>
        <p:spPr>
          <a:xfrm>
            <a:off x="2010535" y="46529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1" name="F1_main_prauc_990">
            <a:extLst>
              <a:ext uri="{FF2B5EF4-FFF2-40B4-BE49-F238E27FC236}">
                <a16:creationId xmlns:a16="http://schemas.microsoft.com/office/drawing/2014/main" id="{067CAF2D-117C-4ECF-BA60-8F3C42C7A9DA}"/>
              </a:ext>
            </a:extLst>
          </p:cNvPr>
          <p:cNvSpPr>
            <a:spLocks noGrp="1"/>
          </p:cNvSpPr>
          <p:nvPr/>
        </p:nvSpPr>
        <p:spPr>
          <a:xfrm>
            <a:off x="2018224" y="60978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2" name="F1_main_prauc_991">
            <a:extLst>
              <a:ext uri="{FF2B5EF4-FFF2-40B4-BE49-F238E27FC236}">
                <a16:creationId xmlns:a16="http://schemas.microsoft.com/office/drawing/2014/main" id="{05619AAB-FDA4-452F-AF6B-8B2F8A53D677}"/>
              </a:ext>
            </a:extLst>
          </p:cNvPr>
          <p:cNvSpPr>
            <a:spLocks noGrp="1"/>
          </p:cNvSpPr>
          <p:nvPr/>
        </p:nvSpPr>
        <p:spPr>
          <a:xfrm>
            <a:off x="1861556" y="60978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3" name="F1_main_prauc_992">
            <a:extLst>
              <a:ext uri="{FF2B5EF4-FFF2-40B4-BE49-F238E27FC236}">
                <a16:creationId xmlns:a16="http://schemas.microsoft.com/office/drawing/2014/main" id="{6BCD28DD-5A08-4838-A9B6-9C8DD32EA746}"/>
              </a:ext>
            </a:extLst>
          </p:cNvPr>
          <p:cNvSpPr>
            <a:spLocks noGrp="1"/>
          </p:cNvSpPr>
          <p:nvPr/>
        </p:nvSpPr>
        <p:spPr>
          <a:xfrm>
            <a:off x="1850168" y="46631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4" name="F1_main_prauc_993">
            <a:extLst>
              <a:ext uri="{FF2B5EF4-FFF2-40B4-BE49-F238E27FC236}">
                <a16:creationId xmlns:a16="http://schemas.microsoft.com/office/drawing/2014/main" id="{383BBF61-F41D-4290-A6BF-2622D8E6A65E}"/>
              </a:ext>
            </a:extLst>
          </p:cNvPr>
          <p:cNvSpPr>
            <a:spLocks noGrp="1"/>
          </p:cNvSpPr>
          <p:nvPr/>
        </p:nvSpPr>
        <p:spPr>
          <a:xfrm>
            <a:off x="1884082" y="3392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5" name="F1_main_prauc_994">
            <a:extLst>
              <a:ext uri="{FF2B5EF4-FFF2-40B4-BE49-F238E27FC236}">
                <a16:creationId xmlns:a16="http://schemas.microsoft.com/office/drawing/2014/main" id="{9BF7CEA5-B668-4830-9E57-E2A2B6CFE850}"/>
              </a:ext>
            </a:extLst>
          </p:cNvPr>
          <p:cNvSpPr>
            <a:spLocks noGrp="1"/>
          </p:cNvSpPr>
          <p:nvPr/>
        </p:nvSpPr>
        <p:spPr>
          <a:xfrm>
            <a:off x="2008298" y="32222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6" name="F1_main_prauc_995">
            <a:extLst>
              <a:ext uri="{FF2B5EF4-FFF2-40B4-BE49-F238E27FC236}">
                <a16:creationId xmlns:a16="http://schemas.microsoft.com/office/drawing/2014/main" id="{93FF9725-A367-465C-A687-805AC23E45C7}"/>
              </a:ext>
            </a:extLst>
          </p:cNvPr>
          <p:cNvSpPr>
            <a:spLocks noGrp="1"/>
          </p:cNvSpPr>
          <p:nvPr/>
        </p:nvSpPr>
        <p:spPr>
          <a:xfrm>
            <a:off x="1897358" y="600858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7" name="F1_main_prauc_996">
            <a:extLst>
              <a:ext uri="{FF2B5EF4-FFF2-40B4-BE49-F238E27FC236}">
                <a16:creationId xmlns:a16="http://schemas.microsoft.com/office/drawing/2014/main" id="{ED94C00F-674E-4331-BE67-FEA3509F31D4}"/>
              </a:ext>
            </a:extLst>
          </p:cNvPr>
          <p:cNvSpPr>
            <a:spLocks noGrp="1"/>
          </p:cNvSpPr>
          <p:nvPr/>
        </p:nvSpPr>
        <p:spPr>
          <a:xfrm>
            <a:off x="1822617" y="34606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8" name="F1_main_prauc_997">
            <a:extLst>
              <a:ext uri="{FF2B5EF4-FFF2-40B4-BE49-F238E27FC236}">
                <a16:creationId xmlns:a16="http://schemas.microsoft.com/office/drawing/2014/main" id="{909D8C8E-27CD-4EDE-8D3D-9C33F0010425}"/>
              </a:ext>
            </a:extLst>
          </p:cNvPr>
          <p:cNvSpPr>
            <a:spLocks noGrp="1"/>
          </p:cNvSpPr>
          <p:nvPr/>
        </p:nvSpPr>
        <p:spPr>
          <a:xfrm>
            <a:off x="1844426" y="38882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9" name="F1_main_prauc_998">
            <a:extLst>
              <a:ext uri="{FF2B5EF4-FFF2-40B4-BE49-F238E27FC236}">
                <a16:creationId xmlns:a16="http://schemas.microsoft.com/office/drawing/2014/main" id="{62EBC62E-5475-46A7-A244-5B5F92A9E48D}"/>
              </a:ext>
            </a:extLst>
          </p:cNvPr>
          <p:cNvSpPr>
            <a:spLocks noGrp="1"/>
          </p:cNvSpPr>
          <p:nvPr/>
        </p:nvSpPr>
        <p:spPr>
          <a:xfrm>
            <a:off x="2007045" y="40448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0" name="F1_main_prauc_999">
            <a:extLst>
              <a:ext uri="{FF2B5EF4-FFF2-40B4-BE49-F238E27FC236}">
                <a16:creationId xmlns:a16="http://schemas.microsoft.com/office/drawing/2014/main" id="{4C470BD0-5ECE-4CE7-A8C8-F12789D71118}"/>
              </a:ext>
            </a:extLst>
          </p:cNvPr>
          <p:cNvSpPr>
            <a:spLocks noGrp="1"/>
          </p:cNvSpPr>
          <p:nvPr/>
        </p:nvSpPr>
        <p:spPr>
          <a:xfrm>
            <a:off x="1838660" y="43686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1" name="F1_main_prauc_1000">
            <a:extLst>
              <a:ext uri="{FF2B5EF4-FFF2-40B4-BE49-F238E27FC236}">
                <a16:creationId xmlns:a16="http://schemas.microsoft.com/office/drawing/2014/main" id="{F51B980A-7754-4A96-A4A3-58914AF80070}"/>
              </a:ext>
            </a:extLst>
          </p:cNvPr>
          <p:cNvSpPr>
            <a:spLocks noGrp="1"/>
          </p:cNvSpPr>
          <p:nvPr/>
        </p:nvSpPr>
        <p:spPr>
          <a:xfrm>
            <a:off x="2010049" y="42112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2" name="F1_main_prauc_1001">
            <a:extLst>
              <a:ext uri="{FF2B5EF4-FFF2-40B4-BE49-F238E27FC236}">
                <a16:creationId xmlns:a16="http://schemas.microsoft.com/office/drawing/2014/main" id="{B4830AAA-8414-4434-99F5-A3BA32D40EA1}"/>
              </a:ext>
            </a:extLst>
          </p:cNvPr>
          <p:cNvSpPr>
            <a:spLocks noGrp="1"/>
          </p:cNvSpPr>
          <p:nvPr/>
        </p:nvSpPr>
        <p:spPr>
          <a:xfrm>
            <a:off x="1799317" y="51289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3" name="F1_main_prauc_1002">
            <a:extLst>
              <a:ext uri="{FF2B5EF4-FFF2-40B4-BE49-F238E27FC236}">
                <a16:creationId xmlns:a16="http://schemas.microsoft.com/office/drawing/2014/main" id="{A84A6695-FD6C-4DD0-B984-3EA43DE19E74}"/>
              </a:ext>
            </a:extLst>
          </p:cNvPr>
          <p:cNvSpPr>
            <a:spLocks noGrp="1"/>
          </p:cNvSpPr>
          <p:nvPr/>
        </p:nvSpPr>
        <p:spPr>
          <a:xfrm>
            <a:off x="1864943" y="60047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4" name="F1_main_prauc_1003">
            <a:extLst>
              <a:ext uri="{FF2B5EF4-FFF2-40B4-BE49-F238E27FC236}">
                <a16:creationId xmlns:a16="http://schemas.microsoft.com/office/drawing/2014/main" id="{C0C34B19-2985-43E4-B1A8-66FAC32379CE}"/>
              </a:ext>
            </a:extLst>
          </p:cNvPr>
          <p:cNvSpPr>
            <a:spLocks noGrp="1"/>
          </p:cNvSpPr>
          <p:nvPr/>
        </p:nvSpPr>
        <p:spPr>
          <a:xfrm>
            <a:off x="1823695" y="46851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5" name="F1_main_prauc_1004">
            <a:extLst>
              <a:ext uri="{FF2B5EF4-FFF2-40B4-BE49-F238E27FC236}">
                <a16:creationId xmlns:a16="http://schemas.microsoft.com/office/drawing/2014/main" id="{1D0E7DCE-2CCE-49C0-AB93-A02DA514D8CC}"/>
              </a:ext>
            </a:extLst>
          </p:cNvPr>
          <p:cNvSpPr>
            <a:spLocks noGrp="1"/>
          </p:cNvSpPr>
          <p:nvPr/>
        </p:nvSpPr>
        <p:spPr>
          <a:xfrm>
            <a:off x="1952871" y="34164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6" name="F1_main_prauc_1005">
            <a:extLst>
              <a:ext uri="{FF2B5EF4-FFF2-40B4-BE49-F238E27FC236}">
                <a16:creationId xmlns:a16="http://schemas.microsoft.com/office/drawing/2014/main" id="{3C8679EB-1D31-47AE-904A-DDE85AFD1A63}"/>
              </a:ext>
            </a:extLst>
          </p:cNvPr>
          <p:cNvSpPr>
            <a:spLocks noGrp="1"/>
          </p:cNvSpPr>
          <p:nvPr/>
        </p:nvSpPr>
        <p:spPr>
          <a:xfrm>
            <a:off x="2020573" y="45413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7" name="F1_main_prauc_1006">
            <a:extLst>
              <a:ext uri="{FF2B5EF4-FFF2-40B4-BE49-F238E27FC236}">
                <a16:creationId xmlns:a16="http://schemas.microsoft.com/office/drawing/2014/main" id="{72635C51-ACEF-4A19-B935-055A96C2C90D}"/>
              </a:ext>
            </a:extLst>
          </p:cNvPr>
          <p:cNvSpPr>
            <a:spLocks noGrp="1"/>
          </p:cNvSpPr>
          <p:nvPr/>
        </p:nvSpPr>
        <p:spPr>
          <a:xfrm>
            <a:off x="1904270" y="60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8" name="F1_main_prauc_1007">
            <a:extLst>
              <a:ext uri="{FF2B5EF4-FFF2-40B4-BE49-F238E27FC236}">
                <a16:creationId xmlns:a16="http://schemas.microsoft.com/office/drawing/2014/main" id="{97293414-4C05-402B-B1BC-62F762BF8D61}"/>
              </a:ext>
            </a:extLst>
          </p:cNvPr>
          <p:cNvSpPr>
            <a:spLocks noGrp="1"/>
          </p:cNvSpPr>
          <p:nvPr/>
        </p:nvSpPr>
        <p:spPr>
          <a:xfrm>
            <a:off x="1980490" y="45501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9" name="F1_main_prauc_1008">
            <a:extLst>
              <a:ext uri="{FF2B5EF4-FFF2-40B4-BE49-F238E27FC236}">
                <a16:creationId xmlns:a16="http://schemas.microsoft.com/office/drawing/2014/main" id="{DCAC5737-1304-49DE-95C3-F1E99F128F68}"/>
              </a:ext>
            </a:extLst>
          </p:cNvPr>
          <p:cNvSpPr>
            <a:spLocks noGrp="1"/>
          </p:cNvSpPr>
          <p:nvPr/>
        </p:nvSpPr>
        <p:spPr>
          <a:xfrm>
            <a:off x="1879275" y="46455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0" name="F1_main_prauc_1009">
            <a:extLst>
              <a:ext uri="{FF2B5EF4-FFF2-40B4-BE49-F238E27FC236}">
                <a16:creationId xmlns:a16="http://schemas.microsoft.com/office/drawing/2014/main" id="{DC186C62-4A26-4F6B-B1C5-93A4DE3A1ABB}"/>
              </a:ext>
            </a:extLst>
          </p:cNvPr>
          <p:cNvSpPr>
            <a:spLocks noGrp="1"/>
          </p:cNvSpPr>
          <p:nvPr/>
        </p:nvSpPr>
        <p:spPr>
          <a:xfrm>
            <a:off x="1906122" y="423782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1" name="F1_main_prauc_1010">
            <a:extLst>
              <a:ext uri="{FF2B5EF4-FFF2-40B4-BE49-F238E27FC236}">
                <a16:creationId xmlns:a16="http://schemas.microsoft.com/office/drawing/2014/main" id="{09C87B6A-2C62-4991-AC32-C714F5EA9977}"/>
              </a:ext>
            </a:extLst>
          </p:cNvPr>
          <p:cNvSpPr>
            <a:spLocks noGrp="1"/>
          </p:cNvSpPr>
          <p:nvPr/>
        </p:nvSpPr>
        <p:spPr>
          <a:xfrm>
            <a:off x="1774577" y="44084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2" name="F1_main_prauc_1011">
            <a:extLst>
              <a:ext uri="{FF2B5EF4-FFF2-40B4-BE49-F238E27FC236}">
                <a16:creationId xmlns:a16="http://schemas.microsoft.com/office/drawing/2014/main" id="{9B34D3C6-9349-4FEA-A05B-E2E438CE69D0}"/>
              </a:ext>
            </a:extLst>
          </p:cNvPr>
          <p:cNvSpPr>
            <a:spLocks noGrp="1"/>
          </p:cNvSpPr>
          <p:nvPr/>
        </p:nvSpPr>
        <p:spPr>
          <a:xfrm>
            <a:off x="1858046" y="43819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3" name="F1_main_prauc_1012">
            <a:extLst>
              <a:ext uri="{FF2B5EF4-FFF2-40B4-BE49-F238E27FC236}">
                <a16:creationId xmlns:a16="http://schemas.microsoft.com/office/drawing/2014/main" id="{789E8CAA-F50D-42F0-8005-8504CBD99495}"/>
              </a:ext>
            </a:extLst>
          </p:cNvPr>
          <p:cNvSpPr>
            <a:spLocks noGrp="1"/>
          </p:cNvSpPr>
          <p:nvPr/>
        </p:nvSpPr>
        <p:spPr>
          <a:xfrm>
            <a:off x="1995134" y="318707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4" name="F1_main_prauc_1013">
            <a:extLst>
              <a:ext uri="{FF2B5EF4-FFF2-40B4-BE49-F238E27FC236}">
                <a16:creationId xmlns:a16="http://schemas.microsoft.com/office/drawing/2014/main" id="{4A575759-EBFF-43EC-988D-EEE6E20896F0}"/>
              </a:ext>
            </a:extLst>
          </p:cNvPr>
          <p:cNvSpPr>
            <a:spLocks noGrp="1"/>
          </p:cNvSpPr>
          <p:nvPr/>
        </p:nvSpPr>
        <p:spPr>
          <a:xfrm>
            <a:off x="1995100" y="35211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5" name="F1_main_prauc_1014">
            <a:extLst>
              <a:ext uri="{FF2B5EF4-FFF2-40B4-BE49-F238E27FC236}">
                <a16:creationId xmlns:a16="http://schemas.microsoft.com/office/drawing/2014/main" id="{57407FB1-0895-4ED7-B3C0-E7D3D6C78E76}"/>
              </a:ext>
            </a:extLst>
          </p:cNvPr>
          <p:cNvSpPr>
            <a:spLocks noGrp="1"/>
          </p:cNvSpPr>
          <p:nvPr/>
        </p:nvSpPr>
        <p:spPr>
          <a:xfrm>
            <a:off x="1841831" y="36536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6" name="F1_main_prauc_1015">
            <a:extLst>
              <a:ext uri="{FF2B5EF4-FFF2-40B4-BE49-F238E27FC236}">
                <a16:creationId xmlns:a16="http://schemas.microsoft.com/office/drawing/2014/main" id="{EE5CF292-9812-4819-8883-41191DA939CD}"/>
              </a:ext>
            </a:extLst>
          </p:cNvPr>
          <p:cNvSpPr>
            <a:spLocks noGrp="1"/>
          </p:cNvSpPr>
          <p:nvPr/>
        </p:nvSpPr>
        <p:spPr>
          <a:xfrm>
            <a:off x="1819876" y="41912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7" name="F1_main_prauc_1016">
            <a:extLst>
              <a:ext uri="{FF2B5EF4-FFF2-40B4-BE49-F238E27FC236}">
                <a16:creationId xmlns:a16="http://schemas.microsoft.com/office/drawing/2014/main" id="{75306ACD-29A6-424E-B909-74F5DAB1B40D}"/>
              </a:ext>
            </a:extLst>
          </p:cNvPr>
          <p:cNvSpPr>
            <a:spLocks noGrp="1"/>
          </p:cNvSpPr>
          <p:nvPr/>
        </p:nvSpPr>
        <p:spPr>
          <a:xfrm>
            <a:off x="1845349" y="32561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8" name="F1_main_prauc_1017">
            <a:extLst>
              <a:ext uri="{FF2B5EF4-FFF2-40B4-BE49-F238E27FC236}">
                <a16:creationId xmlns:a16="http://schemas.microsoft.com/office/drawing/2014/main" id="{79F9312A-D591-4147-8E00-3D7D2C971F6C}"/>
              </a:ext>
            </a:extLst>
          </p:cNvPr>
          <p:cNvSpPr>
            <a:spLocks noGrp="1"/>
          </p:cNvSpPr>
          <p:nvPr/>
        </p:nvSpPr>
        <p:spPr>
          <a:xfrm>
            <a:off x="1998101" y="48412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9" name="F1_main_prauc_1018">
            <a:extLst>
              <a:ext uri="{FF2B5EF4-FFF2-40B4-BE49-F238E27FC236}">
                <a16:creationId xmlns:a16="http://schemas.microsoft.com/office/drawing/2014/main" id="{7B4F5BE2-9417-4862-AAA0-FE5B083C125A}"/>
              </a:ext>
            </a:extLst>
          </p:cNvPr>
          <p:cNvSpPr>
            <a:spLocks noGrp="1"/>
          </p:cNvSpPr>
          <p:nvPr/>
        </p:nvSpPr>
        <p:spPr>
          <a:xfrm>
            <a:off x="1913435" y="58206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0" name="F1_main_prauc_1019">
            <a:extLst>
              <a:ext uri="{FF2B5EF4-FFF2-40B4-BE49-F238E27FC236}">
                <a16:creationId xmlns:a16="http://schemas.microsoft.com/office/drawing/2014/main" id="{237F0C93-DEBF-4150-8E82-E3C173B0E558}"/>
              </a:ext>
            </a:extLst>
          </p:cNvPr>
          <p:cNvSpPr>
            <a:spLocks noGrp="1"/>
          </p:cNvSpPr>
          <p:nvPr/>
        </p:nvSpPr>
        <p:spPr>
          <a:xfrm>
            <a:off x="1990423" y="60330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1" name="F1_main_prauc_1020">
            <a:extLst>
              <a:ext uri="{FF2B5EF4-FFF2-40B4-BE49-F238E27FC236}">
                <a16:creationId xmlns:a16="http://schemas.microsoft.com/office/drawing/2014/main" id="{79A63344-2E09-471A-8FDE-0167B24BE486}"/>
              </a:ext>
            </a:extLst>
          </p:cNvPr>
          <p:cNvSpPr>
            <a:spLocks noGrp="1"/>
          </p:cNvSpPr>
          <p:nvPr/>
        </p:nvSpPr>
        <p:spPr>
          <a:xfrm>
            <a:off x="1837880" y="55632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2" name="F1_main_prauc_1021">
            <a:extLst>
              <a:ext uri="{FF2B5EF4-FFF2-40B4-BE49-F238E27FC236}">
                <a16:creationId xmlns:a16="http://schemas.microsoft.com/office/drawing/2014/main" id="{075B4D04-EAE1-4757-8AC4-2D3EAE2EDD41}"/>
              </a:ext>
            </a:extLst>
          </p:cNvPr>
          <p:cNvSpPr>
            <a:spLocks noGrp="1"/>
          </p:cNvSpPr>
          <p:nvPr/>
        </p:nvSpPr>
        <p:spPr>
          <a:xfrm>
            <a:off x="1840692" y="57210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3" name="F1_main_prauc_1022">
            <a:extLst>
              <a:ext uri="{FF2B5EF4-FFF2-40B4-BE49-F238E27FC236}">
                <a16:creationId xmlns:a16="http://schemas.microsoft.com/office/drawing/2014/main" id="{5856648C-D1A0-4DC5-AFB4-011A0EC75241}"/>
              </a:ext>
            </a:extLst>
          </p:cNvPr>
          <p:cNvSpPr>
            <a:spLocks noGrp="1"/>
          </p:cNvSpPr>
          <p:nvPr/>
        </p:nvSpPr>
        <p:spPr>
          <a:xfrm>
            <a:off x="1768840" y="60975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4" name="F1_main_prauc_1023">
            <a:extLst>
              <a:ext uri="{FF2B5EF4-FFF2-40B4-BE49-F238E27FC236}">
                <a16:creationId xmlns:a16="http://schemas.microsoft.com/office/drawing/2014/main" id="{7DCC0EE0-127A-4654-9B4A-189266D8F469}"/>
              </a:ext>
            </a:extLst>
          </p:cNvPr>
          <p:cNvSpPr>
            <a:spLocks noGrp="1"/>
          </p:cNvSpPr>
          <p:nvPr/>
        </p:nvSpPr>
        <p:spPr>
          <a:xfrm>
            <a:off x="1854857" y="42437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5" name="F1_main_prauc_1024">
            <a:extLst>
              <a:ext uri="{FF2B5EF4-FFF2-40B4-BE49-F238E27FC236}">
                <a16:creationId xmlns:a16="http://schemas.microsoft.com/office/drawing/2014/main" id="{E1A71AAB-8138-4178-B571-86D970F01FE5}"/>
              </a:ext>
            </a:extLst>
          </p:cNvPr>
          <p:cNvSpPr>
            <a:spLocks noGrp="1"/>
          </p:cNvSpPr>
          <p:nvPr/>
        </p:nvSpPr>
        <p:spPr>
          <a:xfrm>
            <a:off x="1965897" y="52849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6" name="F1_main_prauc_1025">
            <a:extLst>
              <a:ext uri="{FF2B5EF4-FFF2-40B4-BE49-F238E27FC236}">
                <a16:creationId xmlns:a16="http://schemas.microsoft.com/office/drawing/2014/main" id="{2BD8DDDF-BEB0-48E2-BD5B-0E5E016F9B01}"/>
              </a:ext>
            </a:extLst>
          </p:cNvPr>
          <p:cNvSpPr>
            <a:spLocks noGrp="1"/>
          </p:cNvSpPr>
          <p:nvPr/>
        </p:nvSpPr>
        <p:spPr>
          <a:xfrm>
            <a:off x="1849789" y="326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7" name="F1_main_prauc_1026">
            <a:extLst>
              <a:ext uri="{FF2B5EF4-FFF2-40B4-BE49-F238E27FC236}">
                <a16:creationId xmlns:a16="http://schemas.microsoft.com/office/drawing/2014/main" id="{8CE00524-7247-443A-981C-F079C3BC2BA3}"/>
              </a:ext>
            </a:extLst>
          </p:cNvPr>
          <p:cNvSpPr>
            <a:spLocks noGrp="1"/>
          </p:cNvSpPr>
          <p:nvPr/>
        </p:nvSpPr>
        <p:spPr>
          <a:xfrm>
            <a:off x="1994274" y="47939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8" name="F1_main_prauc_1027">
            <a:extLst>
              <a:ext uri="{FF2B5EF4-FFF2-40B4-BE49-F238E27FC236}">
                <a16:creationId xmlns:a16="http://schemas.microsoft.com/office/drawing/2014/main" id="{17408B1A-93DB-458E-B998-B46851EA0951}"/>
              </a:ext>
            </a:extLst>
          </p:cNvPr>
          <p:cNvSpPr>
            <a:spLocks noGrp="1"/>
          </p:cNvSpPr>
          <p:nvPr/>
        </p:nvSpPr>
        <p:spPr>
          <a:xfrm>
            <a:off x="1989498" y="48363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9" name="F1_main_prauc_1028">
            <a:extLst>
              <a:ext uri="{FF2B5EF4-FFF2-40B4-BE49-F238E27FC236}">
                <a16:creationId xmlns:a16="http://schemas.microsoft.com/office/drawing/2014/main" id="{7F7164CC-2E38-4E86-9DB4-63E09447AD32}"/>
              </a:ext>
            </a:extLst>
          </p:cNvPr>
          <p:cNvSpPr>
            <a:spLocks noGrp="1"/>
          </p:cNvSpPr>
          <p:nvPr/>
        </p:nvSpPr>
        <p:spPr>
          <a:xfrm>
            <a:off x="1895932" y="33909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0" name="F1_main_prauc_1029">
            <a:extLst>
              <a:ext uri="{FF2B5EF4-FFF2-40B4-BE49-F238E27FC236}">
                <a16:creationId xmlns:a16="http://schemas.microsoft.com/office/drawing/2014/main" id="{7341F181-A2EC-43B1-B4EF-A87D61812671}"/>
              </a:ext>
            </a:extLst>
          </p:cNvPr>
          <p:cNvSpPr>
            <a:spLocks noGrp="1"/>
          </p:cNvSpPr>
          <p:nvPr/>
        </p:nvSpPr>
        <p:spPr>
          <a:xfrm>
            <a:off x="1935726" y="5610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1" name="F1_main_prauc_1030">
            <a:extLst>
              <a:ext uri="{FF2B5EF4-FFF2-40B4-BE49-F238E27FC236}">
                <a16:creationId xmlns:a16="http://schemas.microsoft.com/office/drawing/2014/main" id="{43B257DE-DBE6-4919-84F9-DBEDB3FB6131}"/>
              </a:ext>
            </a:extLst>
          </p:cNvPr>
          <p:cNvSpPr>
            <a:spLocks noGrp="1"/>
          </p:cNvSpPr>
          <p:nvPr/>
        </p:nvSpPr>
        <p:spPr>
          <a:xfrm>
            <a:off x="1807292" y="53435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2" name="F1_main_prauc_1031">
            <a:extLst>
              <a:ext uri="{FF2B5EF4-FFF2-40B4-BE49-F238E27FC236}">
                <a16:creationId xmlns:a16="http://schemas.microsoft.com/office/drawing/2014/main" id="{E4DB1F60-51F4-42F7-B990-74553E0277E5}"/>
              </a:ext>
            </a:extLst>
          </p:cNvPr>
          <p:cNvSpPr>
            <a:spLocks noGrp="1"/>
          </p:cNvSpPr>
          <p:nvPr/>
        </p:nvSpPr>
        <p:spPr>
          <a:xfrm>
            <a:off x="1915489" y="59342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3" name="F1_main_prauc_1032">
            <a:extLst>
              <a:ext uri="{FF2B5EF4-FFF2-40B4-BE49-F238E27FC236}">
                <a16:creationId xmlns:a16="http://schemas.microsoft.com/office/drawing/2014/main" id="{0EC6D9F4-485E-4B89-B2E4-EE1695245930}"/>
              </a:ext>
            </a:extLst>
          </p:cNvPr>
          <p:cNvSpPr>
            <a:spLocks noGrp="1"/>
          </p:cNvSpPr>
          <p:nvPr/>
        </p:nvSpPr>
        <p:spPr>
          <a:xfrm>
            <a:off x="1936601" y="3315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4" name="F1_main_prauc_1033">
            <a:extLst>
              <a:ext uri="{FF2B5EF4-FFF2-40B4-BE49-F238E27FC236}">
                <a16:creationId xmlns:a16="http://schemas.microsoft.com/office/drawing/2014/main" id="{172D266F-416F-4E03-BAA1-1657AF48699B}"/>
              </a:ext>
            </a:extLst>
          </p:cNvPr>
          <p:cNvSpPr>
            <a:spLocks noGrp="1"/>
          </p:cNvSpPr>
          <p:nvPr/>
        </p:nvSpPr>
        <p:spPr>
          <a:xfrm>
            <a:off x="1964957" y="41312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5" name="F1_main_prauc_1034">
            <a:extLst>
              <a:ext uri="{FF2B5EF4-FFF2-40B4-BE49-F238E27FC236}">
                <a16:creationId xmlns:a16="http://schemas.microsoft.com/office/drawing/2014/main" id="{D6C644FD-9503-4DA6-B7AD-6DC254660696}"/>
              </a:ext>
            </a:extLst>
          </p:cNvPr>
          <p:cNvSpPr>
            <a:spLocks noGrp="1"/>
          </p:cNvSpPr>
          <p:nvPr/>
        </p:nvSpPr>
        <p:spPr>
          <a:xfrm>
            <a:off x="1962277" y="34386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6" name="F1_main_prauc_1035">
            <a:extLst>
              <a:ext uri="{FF2B5EF4-FFF2-40B4-BE49-F238E27FC236}">
                <a16:creationId xmlns:a16="http://schemas.microsoft.com/office/drawing/2014/main" id="{5F791BA4-19A5-40E7-880E-29FBAC0AD63F}"/>
              </a:ext>
            </a:extLst>
          </p:cNvPr>
          <p:cNvSpPr>
            <a:spLocks noGrp="1"/>
          </p:cNvSpPr>
          <p:nvPr/>
        </p:nvSpPr>
        <p:spPr>
          <a:xfrm>
            <a:off x="1978665" y="33348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7" name="F1_main_prauc_1036">
            <a:extLst>
              <a:ext uri="{FF2B5EF4-FFF2-40B4-BE49-F238E27FC236}">
                <a16:creationId xmlns:a16="http://schemas.microsoft.com/office/drawing/2014/main" id="{A565FBFB-9C51-4CBF-A31D-BD09516E00E0}"/>
              </a:ext>
            </a:extLst>
          </p:cNvPr>
          <p:cNvSpPr>
            <a:spLocks noGrp="1"/>
          </p:cNvSpPr>
          <p:nvPr/>
        </p:nvSpPr>
        <p:spPr>
          <a:xfrm>
            <a:off x="1959962" y="46048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8" name="F1_main_prauc_1037">
            <a:extLst>
              <a:ext uri="{FF2B5EF4-FFF2-40B4-BE49-F238E27FC236}">
                <a16:creationId xmlns:a16="http://schemas.microsoft.com/office/drawing/2014/main" id="{CF257AD4-9230-472D-A77B-F87EB0BBB724}"/>
              </a:ext>
            </a:extLst>
          </p:cNvPr>
          <p:cNvSpPr>
            <a:spLocks noGrp="1"/>
          </p:cNvSpPr>
          <p:nvPr/>
        </p:nvSpPr>
        <p:spPr>
          <a:xfrm>
            <a:off x="1803241" y="36589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9" name="F1_main_prauc_1038">
            <a:extLst>
              <a:ext uri="{FF2B5EF4-FFF2-40B4-BE49-F238E27FC236}">
                <a16:creationId xmlns:a16="http://schemas.microsoft.com/office/drawing/2014/main" id="{E826462D-4B8E-4A79-AED5-4654788CCBE4}"/>
              </a:ext>
            </a:extLst>
          </p:cNvPr>
          <p:cNvSpPr>
            <a:spLocks noGrp="1"/>
          </p:cNvSpPr>
          <p:nvPr/>
        </p:nvSpPr>
        <p:spPr>
          <a:xfrm>
            <a:off x="1798797" y="40275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0" name="F1_main_prauc_1039">
            <a:extLst>
              <a:ext uri="{FF2B5EF4-FFF2-40B4-BE49-F238E27FC236}">
                <a16:creationId xmlns:a16="http://schemas.microsoft.com/office/drawing/2014/main" id="{0CD1D9E1-8E70-47D3-9630-346AFA302A31}"/>
              </a:ext>
            </a:extLst>
          </p:cNvPr>
          <p:cNvSpPr>
            <a:spLocks noGrp="1"/>
          </p:cNvSpPr>
          <p:nvPr/>
        </p:nvSpPr>
        <p:spPr>
          <a:xfrm>
            <a:off x="1926812" y="32906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1" name="F1_main_prauc_1040">
            <a:extLst>
              <a:ext uri="{FF2B5EF4-FFF2-40B4-BE49-F238E27FC236}">
                <a16:creationId xmlns:a16="http://schemas.microsoft.com/office/drawing/2014/main" id="{FACCFD59-A032-4A5A-9105-1A6FCCF2CC55}"/>
              </a:ext>
            </a:extLst>
          </p:cNvPr>
          <p:cNvSpPr>
            <a:spLocks noGrp="1"/>
          </p:cNvSpPr>
          <p:nvPr/>
        </p:nvSpPr>
        <p:spPr>
          <a:xfrm>
            <a:off x="2018334" y="45631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2" name="F1_main_prauc_1041">
            <a:extLst>
              <a:ext uri="{FF2B5EF4-FFF2-40B4-BE49-F238E27FC236}">
                <a16:creationId xmlns:a16="http://schemas.microsoft.com/office/drawing/2014/main" id="{8E60B52B-0910-4252-87B8-80BFE6B87BBE}"/>
              </a:ext>
            </a:extLst>
          </p:cNvPr>
          <p:cNvSpPr>
            <a:spLocks noGrp="1"/>
          </p:cNvSpPr>
          <p:nvPr/>
        </p:nvSpPr>
        <p:spPr>
          <a:xfrm>
            <a:off x="1790173" y="51097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3" name="F1_main_prauc_1042">
            <a:extLst>
              <a:ext uri="{FF2B5EF4-FFF2-40B4-BE49-F238E27FC236}">
                <a16:creationId xmlns:a16="http://schemas.microsoft.com/office/drawing/2014/main" id="{D5500289-1359-4C2C-A437-384CAAC238E5}"/>
              </a:ext>
            </a:extLst>
          </p:cNvPr>
          <p:cNvSpPr>
            <a:spLocks noGrp="1"/>
          </p:cNvSpPr>
          <p:nvPr/>
        </p:nvSpPr>
        <p:spPr>
          <a:xfrm>
            <a:off x="1881912" y="29642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4" name="F1_main_prauc_1043">
            <a:extLst>
              <a:ext uri="{FF2B5EF4-FFF2-40B4-BE49-F238E27FC236}">
                <a16:creationId xmlns:a16="http://schemas.microsoft.com/office/drawing/2014/main" id="{E4B482CE-3087-48DD-8B4F-C2DA1BD6916F}"/>
              </a:ext>
            </a:extLst>
          </p:cNvPr>
          <p:cNvSpPr>
            <a:spLocks noGrp="1"/>
          </p:cNvSpPr>
          <p:nvPr/>
        </p:nvSpPr>
        <p:spPr>
          <a:xfrm>
            <a:off x="1857999" y="59697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5" name="F1_main_prauc_1044">
            <a:extLst>
              <a:ext uri="{FF2B5EF4-FFF2-40B4-BE49-F238E27FC236}">
                <a16:creationId xmlns:a16="http://schemas.microsoft.com/office/drawing/2014/main" id="{75A44A7A-3F00-482F-910E-1E0B1714106E}"/>
              </a:ext>
            </a:extLst>
          </p:cNvPr>
          <p:cNvSpPr>
            <a:spLocks noGrp="1"/>
          </p:cNvSpPr>
          <p:nvPr/>
        </p:nvSpPr>
        <p:spPr>
          <a:xfrm>
            <a:off x="1955803" y="342443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6" name="F1_main_prauc_1045">
            <a:extLst>
              <a:ext uri="{FF2B5EF4-FFF2-40B4-BE49-F238E27FC236}">
                <a16:creationId xmlns:a16="http://schemas.microsoft.com/office/drawing/2014/main" id="{7A5B2407-B456-4B69-968F-8822031EE473}"/>
              </a:ext>
            </a:extLst>
          </p:cNvPr>
          <p:cNvSpPr>
            <a:spLocks noGrp="1"/>
          </p:cNvSpPr>
          <p:nvPr/>
        </p:nvSpPr>
        <p:spPr>
          <a:xfrm>
            <a:off x="1923360" y="49942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7" name="F1_main_prauc_1046">
            <a:extLst>
              <a:ext uri="{FF2B5EF4-FFF2-40B4-BE49-F238E27FC236}">
                <a16:creationId xmlns:a16="http://schemas.microsoft.com/office/drawing/2014/main" id="{E22CBAB2-89A1-4E17-8C7B-7ECA3DB53425}"/>
              </a:ext>
            </a:extLst>
          </p:cNvPr>
          <p:cNvSpPr>
            <a:spLocks noGrp="1"/>
          </p:cNvSpPr>
          <p:nvPr/>
        </p:nvSpPr>
        <p:spPr>
          <a:xfrm>
            <a:off x="1818088" y="4909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8" name="F1_main_prauc_1047">
            <a:extLst>
              <a:ext uri="{FF2B5EF4-FFF2-40B4-BE49-F238E27FC236}">
                <a16:creationId xmlns:a16="http://schemas.microsoft.com/office/drawing/2014/main" id="{5C5C32C5-2B75-4EF9-82AC-5BCFAAB953B7}"/>
              </a:ext>
            </a:extLst>
          </p:cNvPr>
          <p:cNvSpPr>
            <a:spLocks noGrp="1"/>
          </p:cNvSpPr>
          <p:nvPr/>
        </p:nvSpPr>
        <p:spPr>
          <a:xfrm>
            <a:off x="1805355" y="33196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9" name="F1_main_prauc_1048">
            <a:extLst>
              <a:ext uri="{FF2B5EF4-FFF2-40B4-BE49-F238E27FC236}">
                <a16:creationId xmlns:a16="http://schemas.microsoft.com/office/drawing/2014/main" id="{860565D4-CA03-4DBE-B415-0D0229FD7FB4}"/>
              </a:ext>
            </a:extLst>
          </p:cNvPr>
          <p:cNvSpPr>
            <a:spLocks noGrp="1"/>
          </p:cNvSpPr>
          <p:nvPr/>
        </p:nvSpPr>
        <p:spPr>
          <a:xfrm>
            <a:off x="1896610" y="38765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0" name="F1_main_prauc_1049">
            <a:extLst>
              <a:ext uri="{FF2B5EF4-FFF2-40B4-BE49-F238E27FC236}">
                <a16:creationId xmlns:a16="http://schemas.microsoft.com/office/drawing/2014/main" id="{F982ABE0-808E-411A-962C-C028AC646802}"/>
              </a:ext>
            </a:extLst>
          </p:cNvPr>
          <p:cNvSpPr>
            <a:spLocks noGrp="1"/>
          </p:cNvSpPr>
          <p:nvPr/>
        </p:nvSpPr>
        <p:spPr>
          <a:xfrm>
            <a:off x="1789778" y="60978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1" name="F1_main_prauc_1050">
            <a:extLst>
              <a:ext uri="{FF2B5EF4-FFF2-40B4-BE49-F238E27FC236}">
                <a16:creationId xmlns:a16="http://schemas.microsoft.com/office/drawing/2014/main" id="{BE877489-ADEB-4571-BC33-3BD75CD268D3}"/>
              </a:ext>
            </a:extLst>
          </p:cNvPr>
          <p:cNvSpPr>
            <a:spLocks noGrp="1"/>
          </p:cNvSpPr>
          <p:nvPr/>
        </p:nvSpPr>
        <p:spPr>
          <a:xfrm>
            <a:off x="1966703" y="53285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2" name="F1_main_prauc_1051">
            <a:extLst>
              <a:ext uri="{FF2B5EF4-FFF2-40B4-BE49-F238E27FC236}">
                <a16:creationId xmlns:a16="http://schemas.microsoft.com/office/drawing/2014/main" id="{9C047D0B-5BAC-4C08-B6B7-AF34DE3B146C}"/>
              </a:ext>
            </a:extLst>
          </p:cNvPr>
          <p:cNvSpPr>
            <a:spLocks noGrp="1"/>
          </p:cNvSpPr>
          <p:nvPr/>
        </p:nvSpPr>
        <p:spPr>
          <a:xfrm>
            <a:off x="1819237" y="49174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3" name="F1_main_prauc_1052">
            <a:extLst>
              <a:ext uri="{FF2B5EF4-FFF2-40B4-BE49-F238E27FC236}">
                <a16:creationId xmlns:a16="http://schemas.microsoft.com/office/drawing/2014/main" id="{96DA8ABA-7010-4B07-8D3D-F41900D14E2C}"/>
              </a:ext>
            </a:extLst>
          </p:cNvPr>
          <p:cNvSpPr>
            <a:spLocks noGrp="1"/>
          </p:cNvSpPr>
          <p:nvPr/>
        </p:nvSpPr>
        <p:spPr>
          <a:xfrm>
            <a:off x="1918898" y="47741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4" name="F1_main_prauc_1053">
            <a:extLst>
              <a:ext uri="{FF2B5EF4-FFF2-40B4-BE49-F238E27FC236}">
                <a16:creationId xmlns:a16="http://schemas.microsoft.com/office/drawing/2014/main" id="{8393F9B8-FCA5-4FD0-AB9F-CDB269875970}"/>
              </a:ext>
            </a:extLst>
          </p:cNvPr>
          <p:cNvSpPr>
            <a:spLocks noGrp="1"/>
          </p:cNvSpPr>
          <p:nvPr/>
        </p:nvSpPr>
        <p:spPr>
          <a:xfrm>
            <a:off x="1809390" y="5015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5" name="F1_main_prauc_1054">
            <a:extLst>
              <a:ext uri="{FF2B5EF4-FFF2-40B4-BE49-F238E27FC236}">
                <a16:creationId xmlns:a16="http://schemas.microsoft.com/office/drawing/2014/main" id="{D478D4ED-3820-4BA1-8074-D70EC6C81A45}"/>
              </a:ext>
            </a:extLst>
          </p:cNvPr>
          <p:cNvSpPr>
            <a:spLocks noGrp="1"/>
          </p:cNvSpPr>
          <p:nvPr/>
        </p:nvSpPr>
        <p:spPr>
          <a:xfrm>
            <a:off x="1849808" y="441371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6" name="F1_main_prauc_1055">
            <a:extLst>
              <a:ext uri="{FF2B5EF4-FFF2-40B4-BE49-F238E27FC236}">
                <a16:creationId xmlns:a16="http://schemas.microsoft.com/office/drawing/2014/main" id="{B7ABBCC9-6C74-42CF-8C36-ECF356060527}"/>
              </a:ext>
            </a:extLst>
          </p:cNvPr>
          <p:cNvSpPr>
            <a:spLocks noGrp="1"/>
          </p:cNvSpPr>
          <p:nvPr/>
        </p:nvSpPr>
        <p:spPr>
          <a:xfrm>
            <a:off x="1811389" y="33577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7" name="F1_main_prauc_1056">
            <a:extLst>
              <a:ext uri="{FF2B5EF4-FFF2-40B4-BE49-F238E27FC236}">
                <a16:creationId xmlns:a16="http://schemas.microsoft.com/office/drawing/2014/main" id="{F5884DC1-F7F1-4995-A7FE-1192738FE610}"/>
              </a:ext>
            </a:extLst>
          </p:cNvPr>
          <p:cNvSpPr>
            <a:spLocks noGrp="1"/>
          </p:cNvSpPr>
          <p:nvPr/>
        </p:nvSpPr>
        <p:spPr>
          <a:xfrm>
            <a:off x="1896640" y="56747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8" name="F1_main_prauc_1057">
            <a:extLst>
              <a:ext uri="{FF2B5EF4-FFF2-40B4-BE49-F238E27FC236}">
                <a16:creationId xmlns:a16="http://schemas.microsoft.com/office/drawing/2014/main" id="{9A0ECEAE-C64B-4844-8A81-86A021F068FF}"/>
              </a:ext>
            </a:extLst>
          </p:cNvPr>
          <p:cNvSpPr>
            <a:spLocks noGrp="1"/>
          </p:cNvSpPr>
          <p:nvPr/>
        </p:nvSpPr>
        <p:spPr>
          <a:xfrm>
            <a:off x="1863656" y="6097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9" name="F1_main_prauc_1058">
            <a:extLst>
              <a:ext uri="{FF2B5EF4-FFF2-40B4-BE49-F238E27FC236}">
                <a16:creationId xmlns:a16="http://schemas.microsoft.com/office/drawing/2014/main" id="{659D699F-1152-4C95-94CF-8FE48B53B2FF}"/>
              </a:ext>
            </a:extLst>
          </p:cNvPr>
          <p:cNvSpPr>
            <a:spLocks noGrp="1"/>
          </p:cNvSpPr>
          <p:nvPr/>
        </p:nvSpPr>
        <p:spPr>
          <a:xfrm>
            <a:off x="1985664" y="498727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0" name="F1_main_prauc_1059">
            <a:extLst>
              <a:ext uri="{FF2B5EF4-FFF2-40B4-BE49-F238E27FC236}">
                <a16:creationId xmlns:a16="http://schemas.microsoft.com/office/drawing/2014/main" id="{1AC589FC-1843-406F-9360-C36FA93F0708}"/>
              </a:ext>
            </a:extLst>
          </p:cNvPr>
          <p:cNvSpPr>
            <a:spLocks noGrp="1"/>
          </p:cNvSpPr>
          <p:nvPr/>
        </p:nvSpPr>
        <p:spPr>
          <a:xfrm>
            <a:off x="1794774" y="50965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1" name="F1_main_prauc_1060">
            <a:extLst>
              <a:ext uri="{FF2B5EF4-FFF2-40B4-BE49-F238E27FC236}">
                <a16:creationId xmlns:a16="http://schemas.microsoft.com/office/drawing/2014/main" id="{BD602D75-11F6-40DD-A3F5-D589C07C4EA8}"/>
              </a:ext>
            </a:extLst>
          </p:cNvPr>
          <p:cNvSpPr>
            <a:spLocks noGrp="1"/>
          </p:cNvSpPr>
          <p:nvPr/>
        </p:nvSpPr>
        <p:spPr>
          <a:xfrm>
            <a:off x="1936639" y="3735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2" name="F1_main_prauc_1061">
            <a:extLst>
              <a:ext uri="{FF2B5EF4-FFF2-40B4-BE49-F238E27FC236}">
                <a16:creationId xmlns:a16="http://schemas.microsoft.com/office/drawing/2014/main" id="{13FB563E-CBC9-4859-9AC4-B5B011E2981D}"/>
              </a:ext>
            </a:extLst>
          </p:cNvPr>
          <p:cNvSpPr>
            <a:spLocks noGrp="1"/>
          </p:cNvSpPr>
          <p:nvPr/>
        </p:nvSpPr>
        <p:spPr>
          <a:xfrm>
            <a:off x="1983380" y="32174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3" name="F1_main_prauc_1062">
            <a:extLst>
              <a:ext uri="{FF2B5EF4-FFF2-40B4-BE49-F238E27FC236}">
                <a16:creationId xmlns:a16="http://schemas.microsoft.com/office/drawing/2014/main" id="{4867506E-8F97-4752-B34F-B682987FF113}"/>
              </a:ext>
            </a:extLst>
          </p:cNvPr>
          <p:cNvSpPr>
            <a:spLocks noGrp="1"/>
          </p:cNvSpPr>
          <p:nvPr/>
        </p:nvSpPr>
        <p:spPr>
          <a:xfrm>
            <a:off x="1964300" y="41229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4" name="F1_main_prauc_1063">
            <a:extLst>
              <a:ext uri="{FF2B5EF4-FFF2-40B4-BE49-F238E27FC236}">
                <a16:creationId xmlns:a16="http://schemas.microsoft.com/office/drawing/2014/main" id="{FCB6A0F3-486E-4F52-9532-9EFBFE039284}"/>
              </a:ext>
            </a:extLst>
          </p:cNvPr>
          <p:cNvSpPr>
            <a:spLocks noGrp="1"/>
          </p:cNvSpPr>
          <p:nvPr/>
        </p:nvSpPr>
        <p:spPr>
          <a:xfrm>
            <a:off x="1903198" y="47070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5" name="F1_main_prauc_1064">
            <a:extLst>
              <a:ext uri="{FF2B5EF4-FFF2-40B4-BE49-F238E27FC236}">
                <a16:creationId xmlns:a16="http://schemas.microsoft.com/office/drawing/2014/main" id="{35B22E7A-6B9B-472C-A839-69E3DDAB959B}"/>
              </a:ext>
            </a:extLst>
          </p:cNvPr>
          <p:cNvSpPr>
            <a:spLocks noGrp="1"/>
          </p:cNvSpPr>
          <p:nvPr/>
        </p:nvSpPr>
        <p:spPr>
          <a:xfrm>
            <a:off x="2001373" y="51620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6" name="F1_main_prauc_1065">
            <a:extLst>
              <a:ext uri="{FF2B5EF4-FFF2-40B4-BE49-F238E27FC236}">
                <a16:creationId xmlns:a16="http://schemas.microsoft.com/office/drawing/2014/main" id="{31335F42-D472-49CE-8233-32B61B861575}"/>
              </a:ext>
            </a:extLst>
          </p:cNvPr>
          <p:cNvSpPr>
            <a:spLocks noGrp="1"/>
          </p:cNvSpPr>
          <p:nvPr/>
        </p:nvSpPr>
        <p:spPr>
          <a:xfrm>
            <a:off x="1990123" y="53730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7" name="F1_main_prauc_1066">
            <a:extLst>
              <a:ext uri="{FF2B5EF4-FFF2-40B4-BE49-F238E27FC236}">
                <a16:creationId xmlns:a16="http://schemas.microsoft.com/office/drawing/2014/main" id="{625E2FFE-AD90-44E7-9573-183DD2EA4F86}"/>
              </a:ext>
            </a:extLst>
          </p:cNvPr>
          <p:cNvSpPr>
            <a:spLocks noGrp="1"/>
          </p:cNvSpPr>
          <p:nvPr/>
        </p:nvSpPr>
        <p:spPr>
          <a:xfrm>
            <a:off x="2015412" y="49771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8" name="F1_main_prauc_1067">
            <a:extLst>
              <a:ext uri="{FF2B5EF4-FFF2-40B4-BE49-F238E27FC236}">
                <a16:creationId xmlns:a16="http://schemas.microsoft.com/office/drawing/2014/main" id="{18EE72BA-8FE4-4C51-B242-3553DFB01F0E}"/>
              </a:ext>
            </a:extLst>
          </p:cNvPr>
          <p:cNvSpPr>
            <a:spLocks noGrp="1"/>
          </p:cNvSpPr>
          <p:nvPr/>
        </p:nvSpPr>
        <p:spPr>
          <a:xfrm>
            <a:off x="1962132" y="389923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9" name="F1_main_prauc_1068">
            <a:extLst>
              <a:ext uri="{FF2B5EF4-FFF2-40B4-BE49-F238E27FC236}">
                <a16:creationId xmlns:a16="http://schemas.microsoft.com/office/drawing/2014/main" id="{720F4841-4E53-4C12-A6EB-F12B6C6D2D0C}"/>
              </a:ext>
            </a:extLst>
          </p:cNvPr>
          <p:cNvSpPr>
            <a:spLocks noGrp="1"/>
          </p:cNvSpPr>
          <p:nvPr/>
        </p:nvSpPr>
        <p:spPr>
          <a:xfrm>
            <a:off x="1851338" y="36468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0" name="F1_main_prauc_1069">
            <a:extLst>
              <a:ext uri="{FF2B5EF4-FFF2-40B4-BE49-F238E27FC236}">
                <a16:creationId xmlns:a16="http://schemas.microsoft.com/office/drawing/2014/main" id="{F85EBCC1-962E-4760-8DB4-3C0130266DD2}"/>
              </a:ext>
            </a:extLst>
          </p:cNvPr>
          <p:cNvSpPr>
            <a:spLocks noGrp="1"/>
          </p:cNvSpPr>
          <p:nvPr/>
        </p:nvSpPr>
        <p:spPr>
          <a:xfrm>
            <a:off x="1800116" y="4412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1" name="F1_main_prauc_1070">
            <a:extLst>
              <a:ext uri="{FF2B5EF4-FFF2-40B4-BE49-F238E27FC236}">
                <a16:creationId xmlns:a16="http://schemas.microsoft.com/office/drawing/2014/main" id="{9C8F6263-2D5B-4842-B261-171F7AD7966C}"/>
              </a:ext>
            </a:extLst>
          </p:cNvPr>
          <p:cNvSpPr>
            <a:spLocks noGrp="1"/>
          </p:cNvSpPr>
          <p:nvPr/>
        </p:nvSpPr>
        <p:spPr>
          <a:xfrm>
            <a:off x="1988523" y="51132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2" name="F1_main_prauc_1071">
            <a:extLst>
              <a:ext uri="{FF2B5EF4-FFF2-40B4-BE49-F238E27FC236}">
                <a16:creationId xmlns:a16="http://schemas.microsoft.com/office/drawing/2014/main" id="{1721CBF5-9EC0-46F2-BA90-9A9B36CEA190}"/>
              </a:ext>
            </a:extLst>
          </p:cNvPr>
          <p:cNvSpPr>
            <a:spLocks noGrp="1"/>
          </p:cNvSpPr>
          <p:nvPr/>
        </p:nvSpPr>
        <p:spPr>
          <a:xfrm>
            <a:off x="1788331" y="5810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3" name="F1_main_prauc_1072">
            <a:extLst>
              <a:ext uri="{FF2B5EF4-FFF2-40B4-BE49-F238E27FC236}">
                <a16:creationId xmlns:a16="http://schemas.microsoft.com/office/drawing/2014/main" id="{0BBA53C8-FDD4-42F5-929F-7AED5C79AF08}"/>
              </a:ext>
            </a:extLst>
          </p:cNvPr>
          <p:cNvSpPr>
            <a:spLocks noGrp="1"/>
          </p:cNvSpPr>
          <p:nvPr/>
        </p:nvSpPr>
        <p:spPr>
          <a:xfrm>
            <a:off x="1787126" y="37234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4" name="F1_main_prauc_1073">
            <a:extLst>
              <a:ext uri="{FF2B5EF4-FFF2-40B4-BE49-F238E27FC236}">
                <a16:creationId xmlns:a16="http://schemas.microsoft.com/office/drawing/2014/main" id="{5BFFD155-14A0-48D6-9891-21C2EA93ED36}"/>
              </a:ext>
            </a:extLst>
          </p:cNvPr>
          <p:cNvSpPr>
            <a:spLocks noGrp="1"/>
          </p:cNvSpPr>
          <p:nvPr/>
        </p:nvSpPr>
        <p:spPr>
          <a:xfrm>
            <a:off x="1897488" y="60978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5" name="F1_main_prauc_1074">
            <a:extLst>
              <a:ext uri="{FF2B5EF4-FFF2-40B4-BE49-F238E27FC236}">
                <a16:creationId xmlns:a16="http://schemas.microsoft.com/office/drawing/2014/main" id="{A0A2722C-E54C-46BA-BF53-A6324396058C}"/>
              </a:ext>
            </a:extLst>
          </p:cNvPr>
          <p:cNvSpPr>
            <a:spLocks noGrp="1"/>
          </p:cNvSpPr>
          <p:nvPr/>
        </p:nvSpPr>
        <p:spPr>
          <a:xfrm>
            <a:off x="1903631" y="35592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6" name="F1_main_prauc_1075">
            <a:extLst>
              <a:ext uri="{FF2B5EF4-FFF2-40B4-BE49-F238E27FC236}">
                <a16:creationId xmlns:a16="http://schemas.microsoft.com/office/drawing/2014/main" id="{6C55A13B-40CD-4DF4-8C01-0506455963E7}"/>
              </a:ext>
            </a:extLst>
          </p:cNvPr>
          <p:cNvSpPr>
            <a:spLocks noGrp="1"/>
          </p:cNvSpPr>
          <p:nvPr/>
        </p:nvSpPr>
        <p:spPr>
          <a:xfrm>
            <a:off x="1852663" y="59257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7" name="F1_main_prauc_1076">
            <a:extLst>
              <a:ext uri="{FF2B5EF4-FFF2-40B4-BE49-F238E27FC236}">
                <a16:creationId xmlns:a16="http://schemas.microsoft.com/office/drawing/2014/main" id="{A8582164-6204-4031-8A21-D405228012C0}"/>
              </a:ext>
            </a:extLst>
          </p:cNvPr>
          <p:cNvSpPr>
            <a:spLocks noGrp="1"/>
          </p:cNvSpPr>
          <p:nvPr/>
        </p:nvSpPr>
        <p:spPr>
          <a:xfrm>
            <a:off x="1997626" y="433016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8" name="F1_main_prauc_1077">
            <a:extLst>
              <a:ext uri="{FF2B5EF4-FFF2-40B4-BE49-F238E27FC236}">
                <a16:creationId xmlns:a16="http://schemas.microsoft.com/office/drawing/2014/main" id="{7404F056-B7C5-484F-9FD5-DF00138C4365}"/>
              </a:ext>
            </a:extLst>
          </p:cNvPr>
          <p:cNvSpPr>
            <a:spLocks noGrp="1"/>
          </p:cNvSpPr>
          <p:nvPr/>
        </p:nvSpPr>
        <p:spPr>
          <a:xfrm>
            <a:off x="1993617" y="4587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9" name="F1_main_prauc_1078">
            <a:extLst>
              <a:ext uri="{FF2B5EF4-FFF2-40B4-BE49-F238E27FC236}">
                <a16:creationId xmlns:a16="http://schemas.microsoft.com/office/drawing/2014/main" id="{82E422A0-97A4-4E7F-88B2-439352E08342}"/>
              </a:ext>
            </a:extLst>
          </p:cNvPr>
          <p:cNvSpPr>
            <a:spLocks noGrp="1"/>
          </p:cNvSpPr>
          <p:nvPr/>
        </p:nvSpPr>
        <p:spPr>
          <a:xfrm>
            <a:off x="1922825" y="45351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0" name="F1_main_prauc_1079">
            <a:extLst>
              <a:ext uri="{FF2B5EF4-FFF2-40B4-BE49-F238E27FC236}">
                <a16:creationId xmlns:a16="http://schemas.microsoft.com/office/drawing/2014/main" id="{84DF9594-211F-4249-9F89-6D085DC4439D}"/>
              </a:ext>
            </a:extLst>
          </p:cNvPr>
          <p:cNvSpPr>
            <a:spLocks noGrp="1"/>
          </p:cNvSpPr>
          <p:nvPr/>
        </p:nvSpPr>
        <p:spPr>
          <a:xfrm>
            <a:off x="1923679" y="35234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1" name="F1_main_prauc_1080">
            <a:extLst>
              <a:ext uri="{FF2B5EF4-FFF2-40B4-BE49-F238E27FC236}">
                <a16:creationId xmlns:a16="http://schemas.microsoft.com/office/drawing/2014/main" id="{D4D07707-FE74-4398-B6E1-0E00A17DA39C}"/>
              </a:ext>
            </a:extLst>
          </p:cNvPr>
          <p:cNvSpPr>
            <a:spLocks noGrp="1"/>
          </p:cNvSpPr>
          <p:nvPr/>
        </p:nvSpPr>
        <p:spPr>
          <a:xfrm>
            <a:off x="1932968" y="3347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2" name="F1_main_prauc_1081">
            <a:extLst>
              <a:ext uri="{FF2B5EF4-FFF2-40B4-BE49-F238E27FC236}">
                <a16:creationId xmlns:a16="http://schemas.microsoft.com/office/drawing/2014/main" id="{880E533E-42A8-4AC2-AF02-D83D43E1439A}"/>
              </a:ext>
            </a:extLst>
          </p:cNvPr>
          <p:cNvSpPr>
            <a:spLocks noGrp="1"/>
          </p:cNvSpPr>
          <p:nvPr/>
        </p:nvSpPr>
        <p:spPr>
          <a:xfrm>
            <a:off x="1876809" y="57500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3" name="F1_main_prauc_1082">
            <a:extLst>
              <a:ext uri="{FF2B5EF4-FFF2-40B4-BE49-F238E27FC236}">
                <a16:creationId xmlns:a16="http://schemas.microsoft.com/office/drawing/2014/main" id="{95BFB268-4AD6-472F-AC3D-E90B61C877DB}"/>
              </a:ext>
            </a:extLst>
          </p:cNvPr>
          <p:cNvSpPr>
            <a:spLocks noGrp="1"/>
          </p:cNvSpPr>
          <p:nvPr/>
        </p:nvSpPr>
        <p:spPr>
          <a:xfrm>
            <a:off x="1810353" y="60978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4" name="F1_main_prauc_1083">
            <a:extLst>
              <a:ext uri="{FF2B5EF4-FFF2-40B4-BE49-F238E27FC236}">
                <a16:creationId xmlns:a16="http://schemas.microsoft.com/office/drawing/2014/main" id="{399C982E-B0FB-4E02-9EE9-1B416C82DD70}"/>
              </a:ext>
            </a:extLst>
          </p:cNvPr>
          <p:cNvSpPr>
            <a:spLocks noGrp="1"/>
          </p:cNvSpPr>
          <p:nvPr/>
        </p:nvSpPr>
        <p:spPr>
          <a:xfrm>
            <a:off x="1782525" y="4712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5" name="F1_main_prauc_1084">
            <a:extLst>
              <a:ext uri="{FF2B5EF4-FFF2-40B4-BE49-F238E27FC236}">
                <a16:creationId xmlns:a16="http://schemas.microsoft.com/office/drawing/2014/main" id="{D4FDA150-C119-4C46-8048-2DD8B6B99917}"/>
              </a:ext>
            </a:extLst>
          </p:cNvPr>
          <p:cNvSpPr>
            <a:spLocks noGrp="1"/>
          </p:cNvSpPr>
          <p:nvPr/>
        </p:nvSpPr>
        <p:spPr>
          <a:xfrm>
            <a:off x="1870380" y="35136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6" name="F1_main_prauc_1085">
            <a:extLst>
              <a:ext uri="{FF2B5EF4-FFF2-40B4-BE49-F238E27FC236}">
                <a16:creationId xmlns:a16="http://schemas.microsoft.com/office/drawing/2014/main" id="{A35173C0-1FE2-48A7-8424-9E5060C98043}"/>
              </a:ext>
            </a:extLst>
          </p:cNvPr>
          <p:cNvSpPr>
            <a:spLocks noGrp="1"/>
          </p:cNvSpPr>
          <p:nvPr/>
        </p:nvSpPr>
        <p:spPr>
          <a:xfrm>
            <a:off x="1779687" y="39627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7" name="F1_main_prauc_1086">
            <a:extLst>
              <a:ext uri="{FF2B5EF4-FFF2-40B4-BE49-F238E27FC236}">
                <a16:creationId xmlns:a16="http://schemas.microsoft.com/office/drawing/2014/main" id="{3CC2420D-19A6-41F4-8974-07E48400588B}"/>
              </a:ext>
            </a:extLst>
          </p:cNvPr>
          <p:cNvSpPr>
            <a:spLocks noGrp="1"/>
          </p:cNvSpPr>
          <p:nvPr/>
        </p:nvSpPr>
        <p:spPr>
          <a:xfrm>
            <a:off x="2001161" y="45556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8" name="F1_main_prauc_1087">
            <a:extLst>
              <a:ext uri="{FF2B5EF4-FFF2-40B4-BE49-F238E27FC236}">
                <a16:creationId xmlns:a16="http://schemas.microsoft.com/office/drawing/2014/main" id="{2A8C8A39-C518-4F72-A378-A8CD3993882A}"/>
              </a:ext>
            </a:extLst>
          </p:cNvPr>
          <p:cNvSpPr>
            <a:spLocks noGrp="1"/>
          </p:cNvSpPr>
          <p:nvPr/>
        </p:nvSpPr>
        <p:spPr>
          <a:xfrm>
            <a:off x="1868801" y="37483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9" name="F1_main_prauc_1088">
            <a:extLst>
              <a:ext uri="{FF2B5EF4-FFF2-40B4-BE49-F238E27FC236}">
                <a16:creationId xmlns:a16="http://schemas.microsoft.com/office/drawing/2014/main" id="{B34ABF6A-80DF-430A-9C6B-3095D814B83B}"/>
              </a:ext>
            </a:extLst>
          </p:cNvPr>
          <p:cNvSpPr>
            <a:spLocks noGrp="1"/>
          </p:cNvSpPr>
          <p:nvPr/>
        </p:nvSpPr>
        <p:spPr>
          <a:xfrm>
            <a:off x="1888450" y="34705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0" name="F1_main_prauc_1089">
            <a:extLst>
              <a:ext uri="{FF2B5EF4-FFF2-40B4-BE49-F238E27FC236}">
                <a16:creationId xmlns:a16="http://schemas.microsoft.com/office/drawing/2014/main" id="{AB1E6B37-0573-4136-895A-4DB78F7C1E33}"/>
              </a:ext>
            </a:extLst>
          </p:cNvPr>
          <p:cNvSpPr>
            <a:spLocks noGrp="1"/>
          </p:cNvSpPr>
          <p:nvPr/>
        </p:nvSpPr>
        <p:spPr>
          <a:xfrm>
            <a:off x="1939610" y="47299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1" name="F1_main_prauc_1090">
            <a:extLst>
              <a:ext uri="{FF2B5EF4-FFF2-40B4-BE49-F238E27FC236}">
                <a16:creationId xmlns:a16="http://schemas.microsoft.com/office/drawing/2014/main" id="{17140900-5ABF-45E7-B244-63B9B4979226}"/>
              </a:ext>
            </a:extLst>
          </p:cNvPr>
          <p:cNvSpPr>
            <a:spLocks noGrp="1"/>
          </p:cNvSpPr>
          <p:nvPr/>
        </p:nvSpPr>
        <p:spPr>
          <a:xfrm>
            <a:off x="1874136" y="35088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2" name="F1_main_prauc_1091">
            <a:extLst>
              <a:ext uri="{FF2B5EF4-FFF2-40B4-BE49-F238E27FC236}">
                <a16:creationId xmlns:a16="http://schemas.microsoft.com/office/drawing/2014/main" id="{9F90283E-71A9-44EC-8194-7632888EE0EB}"/>
              </a:ext>
            </a:extLst>
          </p:cNvPr>
          <p:cNvSpPr>
            <a:spLocks noGrp="1"/>
          </p:cNvSpPr>
          <p:nvPr/>
        </p:nvSpPr>
        <p:spPr>
          <a:xfrm>
            <a:off x="1836179" y="44938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3" name="F1_main_prauc_1092">
            <a:extLst>
              <a:ext uri="{FF2B5EF4-FFF2-40B4-BE49-F238E27FC236}">
                <a16:creationId xmlns:a16="http://schemas.microsoft.com/office/drawing/2014/main" id="{2A045ABC-01B2-4355-A2DF-2CE4ACED4819}"/>
              </a:ext>
            </a:extLst>
          </p:cNvPr>
          <p:cNvSpPr>
            <a:spLocks noGrp="1"/>
          </p:cNvSpPr>
          <p:nvPr/>
        </p:nvSpPr>
        <p:spPr>
          <a:xfrm>
            <a:off x="1986504" y="37462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4" name="F1_main_prauc_1093">
            <a:extLst>
              <a:ext uri="{FF2B5EF4-FFF2-40B4-BE49-F238E27FC236}">
                <a16:creationId xmlns:a16="http://schemas.microsoft.com/office/drawing/2014/main" id="{85EDEDC5-9D79-4D7C-94A5-B28AFADF4C54}"/>
              </a:ext>
            </a:extLst>
          </p:cNvPr>
          <p:cNvSpPr>
            <a:spLocks noGrp="1"/>
          </p:cNvSpPr>
          <p:nvPr/>
        </p:nvSpPr>
        <p:spPr>
          <a:xfrm>
            <a:off x="1828299" y="6021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5" name="F1_main_prauc_1094">
            <a:extLst>
              <a:ext uri="{FF2B5EF4-FFF2-40B4-BE49-F238E27FC236}">
                <a16:creationId xmlns:a16="http://schemas.microsoft.com/office/drawing/2014/main" id="{4A578C7A-8C77-4973-B58B-7702CE3E0666}"/>
              </a:ext>
            </a:extLst>
          </p:cNvPr>
          <p:cNvSpPr>
            <a:spLocks noGrp="1"/>
          </p:cNvSpPr>
          <p:nvPr/>
        </p:nvSpPr>
        <p:spPr>
          <a:xfrm>
            <a:off x="1836507" y="4607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6" name="F1_main_prauc_1095">
            <a:extLst>
              <a:ext uri="{FF2B5EF4-FFF2-40B4-BE49-F238E27FC236}">
                <a16:creationId xmlns:a16="http://schemas.microsoft.com/office/drawing/2014/main" id="{B7151E32-5F72-4746-A160-1CA427DE8B4C}"/>
              </a:ext>
            </a:extLst>
          </p:cNvPr>
          <p:cNvSpPr>
            <a:spLocks noGrp="1"/>
          </p:cNvSpPr>
          <p:nvPr/>
        </p:nvSpPr>
        <p:spPr>
          <a:xfrm>
            <a:off x="1854616" y="34767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7" name="F1_main_prauc_1096">
            <a:extLst>
              <a:ext uri="{FF2B5EF4-FFF2-40B4-BE49-F238E27FC236}">
                <a16:creationId xmlns:a16="http://schemas.microsoft.com/office/drawing/2014/main" id="{16BD3EDE-D476-4B56-BA71-D83D672506B1}"/>
              </a:ext>
            </a:extLst>
          </p:cNvPr>
          <p:cNvSpPr>
            <a:spLocks noGrp="1"/>
          </p:cNvSpPr>
          <p:nvPr/>
        </p:nvSpPr>
        <p:spPr>
          <a:xfrm>
            <a:off x="1880580" y="60025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8" name="F1_main_prauc_1097">
            <a:extLst>
              <a:ext uri="{FF2B5EF4-FFF2-40B4-BE49-F238E27FC236}">
                <a16:creationId xmlns:a16="http://schemas.microsoft.com/office/drawing/2014/main" id="{351F9672-712B-4D1A-87DF-FA05AC39F94C}"/>
              </a:ext>
            </a:extLst>
          </p:cNvPr>
          <p:cNvSpPr>
            <a:spLocks noGrp="1"/>
          </p:cNvSpPr>
          <p:nvPr/>
        </p:nvSpPr>
        <p:spPr>
          <a:xfrm>
            <a:off x="1777576" y="43305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9" name="F1_main_prauc_1098">
            <a:extLst>
              <a:ext uri="{FF2B5EF4-FFF2-40B4-BE49-F238E27FC236}">
                <a16:creationId xmlns:a16="http://schemas.microsoft.com/office/drawing/2014/main" id="{5C9A644B-B841-46F8-ABE0-D4734D5580B8}"/>
              </a:ext>
            </a:extLst>
          </p:cNvPr>
          <p:cNvSpPr>
            <a:spLocks noGrp="1"/>
          </p:cNvSpPr>
          <p:nvPr/>
        </p:nvSpPr>
        <p:spPr>
          <a:xfrm>
            <a:off x="2005880" y="60693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0" name="F1_main_prauc_1099">
            <a:extLst>
              <a:ext uri="{FF2B5EF4-FFF2-40B4-BE49-F238E27FC236}">
                <a16:creationId xmlns:a16="http://schemas.microsoft.com/office/drawing/2014/main" id="{056C0D4B-968F-487C-8694-99E2582E3473}"/>
              </a:ext>
            </a:extLst>
          </p:cNvPr>
          <p:cNvSpPr>
            <a:spLocks noGrp="1"/>
          </p:cNvSpPr>
          <p:nvPr/>
        </p:nvSpPr>
        <p:spPr>
          <a:xfrm>
            <a:off x="1907149" y="49501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1" name="F1_main_prauc_1100">
            <a:extLst>
              <a:ext uri="{FF2B5EF4-FFF2-40B4-BE49-F238E27FC236}">
                <a16:creationId xmlns:a16="http://schemas.microsoft.com/office/drawing/2014/main" id="{C5BBB096-5DF1-48A6-A21E-E124EA22EDF1}"/>
              </a:ext>
            </a:extLst>
          </p:cNvPr>
          <p:cNvSpPr>
            <a:spLocks noGrp="1"/>
          </p:cNvSpPr>
          <p:nvPr/>
        </p:nvSpPr>
        <p:spPr>
          <a:xfrm>
            <a:off x="1974787" y="515202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2" name="F1_main_prauc_1101">
            <a:extLst>
              <a:ext uri="{FF2B5EF4-FFF2-40B4-BE49-F238E27FC236}">
                <a16:creationId xmlns:a16="http://schemas.microsoft.com/office/drawing/2014/main" id="{B70677AE-D054-408F-86E7-B216331F1E39}"/>
              </a:ext>
            </a:extLst>
          </p:cNvPr>
          <p:cNvSpPr>
            <a:spLocks noGrp="1"/>
          </p:cNvSpPr>
          <p:nvPr/>
        </p:nvSpPr>
        <p:spPr>
          <a:xfrm>
            <a:off x="1918693" y="456309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3" name="F1_main_prauc_1102">
            <a:extLst>
              <a:ext uri="{FF2B5EF4-FFF2-40B4-BE49-F238E27FC236}">
                <a16:creationId xmlns:a16="http://schemas.microsoft.com/office/drawing/2014/main" id="{F48D900A-3FB9-4CB6-8F40-1E5DEE89C01A}"/>
              </a:ext>
            </a:extLst>
          </p:cNvPr>
          <p:cNvSpPr>
            <a:spLocks noGrp="1"/>
          </p:cNvSpPr>
          <p:nvPr/>
        </p:nvSpPr>
        <p:spPr>
          <a:xfrm>
            <a:off x="1998450" y="5912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4" name="F1_main_prauc_1103">
            <a:extLst>
              <a:ext uri="{FF2B5EF4-FFF2-40B4-BE49-F238E27FC236}">
                <a16:creationId xmlns:a16="http://schemas.microsoft.com/office/drawing/2014/main" id="{51E12472-CF6A-4C10-A941-D69AE1F4A5BA}"/>
              </a:ext>
            </a:extLst>
          </p:cNvPr>
          <p:cNvSpPr>
            <a:spLocks noGrp="1"/>
          </p:cNvSpPr>
          <p:nvPr/>
        </p:nvSpPr>
        <p:spPr>
          <a:xfrm>
            <a:off x="1809765" y="40660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5" name="F1_main_prauc_1104">
            <a:extLst>
              <a:ext uri="{FF2B5EF4-FFF2-40B4-BE49-F238E27FC236}">
                <a16:creationId xmlns:a16="http://schemas.microsoft.com/office/drawing/2014/main" id="{7FDDE1D2-E62B-4BB4-B425-D2DEFC5E9657}"/>
              </a:ext>
            </a:extLst>
          </p:cNvPr>
          <p:cNvSpPr>
            <a:spLocks noGrp="1"/>
          </p:cNvSpPr>
          <p:nvPr/>
        </p:nvSpPr>
        <p:spPr>
          <a:xfrm>
            <a:off x="1921311" y="35824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6" name="F1_main_prauc_1105">
            <a:extLst>
              <a:ext uri="{FF2B5EF4-FFF2-40B4-BE49-F238E27FC236}">
                <a16:creationId xmlns:a16="http://schemas.microsoft.com/office/drawing/2014/main" id="{63B7D10E-60E0-4AC8-BD7F-BAF4AF727780}"/>
              </a:ext>
            </a:extLst>
          </p:cNvPr>
          <p:cNvSpPr>
            <a:spLocks noGrp="1"/>
          </p:cNvSpPr>
          <p:nvPr/>
        </p:nvSpPr>
        <p:spPr>
          <a:xfrm>
            <a:off x="1859833" y="52214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7" name="F1_main_prauc_1106">
            <a:extLst>
              <a:ext uri="{FF2B5EF4-FFF2-40B4-BE49-F238E27FC236}">
                <a16:creationId xmlns:a16="http://schemas.microsoft.com/office/drawing/2014/main" id="{E80457B1-0248-4641-86B2-3BFA21CF2AF0}"/>
              </a:ext>
            </a:extLst>
          </p:cNvPr>
          <p:cNvSpPr>
            <a:spLocks noGrp="1"/>
          </p:cNvSpPr>
          <p:nvPr/>
        </p:nvSpPr>
        <p:spPr>
          <a:xfrm>
            <a:off x="1775183" y="35983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8" name="F1_main_prauc_1107">
            <a:extLst>
              <a:ext uri="{FF2B5EF4-FFF2-40B4-BE49-F238E27FC236}">
                <a16:creationId xmlns:a16="http://schemas.microsoft.com/office/drawing/2014/main" id="{92DC5C99-5E15-474D-BFF1-90981F311CC8}"/>
              </a:ext>
            </a:extLst>
          </p:cNvPr>
          <p:cNvSpPr>
            <a:spLocks noGrp="1"/>
          </p:cNvSpPr>
          <p:nvPr/>
        </p:nvSpPr>
        <p:spPr>
          <a:xfrm>
            <a:off x="1917277" y="5426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9" name="F1_main_prauc_1108">
            <a:extLst>
              <a:ext uri="{FF2B5EF4-FFF2-40B4-BE49-F238E27FC236}">
                <a16:creationId xmlns:a16="http://schemas.microsoft.com/office/drawing/2014/main" id="{9086E9E2-466E-4A3A-B023-89463DA04979}"/>
              </a:ext>
            </a:extLst>
          </p:cNvPr>
          <p:cNvSpPr>
            <a:spLocks noGrp="1"/>
          </p:cNvSpPr>
          <p:nvPr/>
        </p:nvSpPr>
        <p:spPr>
          <a:xfrm>
            <a:off x="1921050" y="43687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0" name="F1_main_prauc_1109">
            <a:extLst>
              <a:ext uri="{FF2B5EF4-FFF2-40B4-BE49-F238E27FC236}">
                <a16:creationId xmlns:a16="http://schemas.microsoft.com/office/drawing/2014/main" id="{735D508A-798A-412B-BD84-12915E86DEBF}"/>
              </a:ext>
            </a:extLst>
          </p:cNvPr>
          <p:cNvSpPr>
            <a:spLocks noGrp="1"/>
          </p:cNvSpPr>
          <p:nvPr/>
        </p:nvSpPr>
        <p:spPr>
          <a:xfrm>
            <a:off x="1798061" y="45810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1" name="F1_main_prauc_1110">
            <a:extLst>
              <a:ext uri="{FF2B5EF4-FFF2-40B4-BE49-F238E27FC236}">
                <a16:creationId xmlns:a16="http://schemas.microsoft.com/office/drawing/2014/main" id="{0B4400DA-2DCE-4D41-A41D-93569D9C72EF}"/>
              </a:ext>
            </a:extLst>
          </p:cNvPr>
          <p:cNvSpPr>
            <a:spLocks noGrp="1"/>
          </p:cNvSpPr>
          <p:nvPr/>
        </p:nvSpPr>
        <p:spPr>
          <a:xfrm>
            <a:off x="1864670" y="44671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2" name="F1_main_prauc_1111">
            <a:extLst>
              <a:ext uri="{FF2B5EF4-FFF2-40B4-BE49-F238E27FC236}">
                <a16:creationId xmlns:a16="http://schemas.microsoft.com/office/drawing/2014/main" id="{F55ACC68-2D70-484A-8B89-93938AF2D2E0}"/>
              </a:ext>
            </a:extLst>
          </p:cNvPr>
          <p:cNvSpPr>
            <a:spLocks noGrp="1"/>
          </p:cNvSpPr>
          <p:nvPr/>
        </p:nvSpPr>
        <p:spPr>
          <a:xfrm>
            <a:off x="1881668" y="4034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3" name="F1_main_prauc_1112">
            <a:extLst>
              <a:ext uri="{FF2B5EF4-FFF2-40B4-BE49-F238E27FC236}">
                <a16:creationId xmlns:a16="http://schemas.microsoft.com/office/drawing/2014/main" id="{BD4E4AF7-8669-4163-8B6F-629DBF2B8131}"/>
              </a:ext>
            </a:extLst>
          </p:cNvPr>
          <p:cNvSpPr>
            <a:spLocks noGrp="1"/>
          </p:cNvSpPr>
          <p:nvPr/>
        </p:nvSpPr>
        <p:spPr>
          <a:xfrm>
            <a:off x="1793092" y="37854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4" name="F1_main_prauc_1113">
            <a:extLst>
              <a:ext uri="{FF2B5EF4-FFF2-40B4-BE49-F238E27FC236}">
                <a16:creationId xmlns:a16="http://schemas.microsoft.com/office/drawing/2014/main" id="{AEF23E83-3DB9-465D-92B4-6CCF0D7556AD}"/>
              </a:ext>
            </a:extLst>
          </p:cNvPr>
          <p:cNvSpPr>
            <a:spLocks noGrp="1"/>
          </p:cNvSpPr>
          <p:nvPr/>
        </p:nvSpPr>
        <p:spPr>
          <a:xfrm>
            <a:off x="1919812" y="54902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5" name="F1_main_prauc_1114">
            <a:extLst>
              <a:ext uri="{FF2B5EF4-FFF2-40B4-BE49-F238E27FC236}">
                <a16:creationId xmlns:a16="http://schemas.microsoft.com/office/drawing/2014/main" id="{43ECB83A-8259-4238-8725-770780272308}"/>
              </a:ext>
            </a:extLst>
          </p:cNvPr>
          <p:cNvSpPr>
            <a:spLocks noGrp="1"/>
          </p:cNvSpPr>
          <p:nvPr/>
        </p:nvSpPr>
        <p:spPr>
          <a:xfrm>
            <a:off x="1885565" y="35955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6" name="F1_main_prauc_1115">
            <a:extLst>
              <a:ext uri="{FF2B5EF4-FFF2-40B4-BE49-F238E27FC236}">
                <a16:creationId xmlns:a16="http://schemas.microsoft.com/office/drawing/2014/main" id="{62BD2317-BFD0-4F51-B04A-C72A9A2B9685}"/>
              </a:ext>
            </a:extLst>
          </p:cNvPr>
          <p:cNvSpPr>
            <a:spLocks noGrp="1"/>
          </p:cNvSpPr>
          <p:nvPr/>
        </p:nvSpPr>
        <p:spPr>
          <a:xfrm>
            <a:off x="1996905" y="55938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7" name="F1_main_prauc_1116">
            <a:extLst>
              <a:ext uri="{FF2B5EF4-FFF2-40B4-BE49-F238E27FC236}">
                <a16:creationId xmlns:a16="http://schemas.microsoft.com/office/drawing/2014/main" id="{4697632F-FA7A-4725-A5CF-9DA85F1B4D67}"/>
              </a:ext>
            </a:extLst>
          </p:cNvPr>
          <p:cNvSpPr>
            <a:spLocks noGrp="1"/>
          </p:cNvSpPr>
          <p:nvPr/>
        </p:nvSpPr>
        <p:spPr>
          <a:xfrm>
            <a:off x="1982193" y="373719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8" name="F1_main_prauc_1117">
            <a:extLst>
              <a:ext uri="{FF2B5EF4-FFF2-40B4-BE49-F238E27FC236}">
                <a16:creationId xmlns:a16="http://schemas.microsoft.com/office/drawing/2014/main" id="{E78C2F9E-AE3D-4E52-8763-12B1584F879E}"/>
              </a:ext>
            </a:extLst>
          </p:cNvPr>
          <p:cNvSpPr>
            <a:spLocks noGrp="1"/>
          </p:cNvSpPr>
          <p:nvPr/>
        </p:nvSpPr>
        <p:spPr>
          <a:xfrm>
            <a:off x="2007295" y="43670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9" name="F1_main_prauc_1118">
            <a:extLst>
              <a:ext uri="{FF2B5EF4-FFF2-40B4-BE49-F238E27FC236}">
                <a16:creationId xmlns:a16="http://schemas.microsoft.com/office/drawing/2014/main" id="{060685AF-00F9-48F6-93C8-4715A7DD261D}"/>
              </a:ext>
            </a:extLst>
          </p:cNvPr>
          <p:cNvSpPr>
            <a:spLocks noGrp="1"/>
          </p:cNvSpPr>
          <p:nvPr/>
        </p:nvSpPr>
        <p:spPr>
          <a:xfrm>
            <a:off x="1777112" y="33330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0" name="F1_main_prauc_1119">
            <a:extLst>
              <a:ext uri="{FF2B5EF4-FFF2-40B4-BE49-F238E27FC236}">
                <a16:creationId xmlns:a16="http://schemas.microsoft.com/office/drawing/2014/main" id="{B3308297-558C-4DED-9A87-817AE4433C10}"/>
              </a:ext>
            </a:extLst>
          </p:cNvPr>
          <p:cNvSpPr>
            <a:spLocks noGrp="1"/>
          </p:cNvSpPr>
          <p:nvPr/>
        </p:nvSpPr>
        <p:spPr>
          <a:xfrm>
            <a:off x="1927971" y="40670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1" name="F1_main_prauc_1120">
            <a:extLst>
              <a:ext uri="{FF2B5EF4-FFF2-40B4-BE49-F238E27FC236}">
                <a16:creationId xmlns:a16="http://schemas.microsoft.com/office/drawing/2014/main" id="{C5E95B07-2810-44D3-9963-FA6AA0209483}"/>
              </a:ext>
            </a:extLst>
          </p:cNvPr>
          <p:cNvSpPr>
            <a:spLocks noGrp="1"/>
          </p:cNvSpPr>
          <p:nvPr/>
        </p:nvSpPr>
        <p:spPr>
          <a:xfrm>
            <a:off x="1956949" y="39874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2" name="F1_main_prauc_1121">
            <a:extLst>
              <a:ext uri="{FF2B5EF4-FFF2-40B4-BE49-F238E27FC236}">
                <a16:creationId xmlns:a16="http://schemas.microsoft.com/office/drawing/2014/main" id="{98A9A9FB-5927-47E2-BBFB-97CCDD630D04}"/>
              </a:ext>
            </a:extLst>
          </p:cNvPr>
          <p:cNvSpPr>
            <a:spLocks noGrp="1"/>
          </p:cNvSpPr>
          <p:nvPr/>
        </p:nvSpPr>
        <p:spPr>
          <a:xfrm>
            <a:off x="1966980" y="45993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3" name="F1_main_prauc_1122">
            <a:extLst>
              <a:ext uri="{FF2B5EF4-FFF2-40B4-BE49-F238E27FC236}">
                <a16:creationId xmlns:a16="http://schemas.microsoft.com/office/drawing/2014/main" id="{C8CB7AA1-3BF1-4FE3-AA04-075DFB0A1E2D}"/>
              </a:ext>
            </a:extLst>
          </p:cNvPr>
          <p:cNvSpPr>
            <a:spLocks noGrp="1"/>
          </p:cNvSpPr>
          <p:nvPr/>
        </p:nvSpPr>
        <p:spPr>
          <a:xfrm>
            <a:off x="1824817" y="50110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4" name="F1_main_prauc_1123">
            <a:extLst>
              <a:ext uri="{FF2B5EF4-FFF2-40B4-BE49-F238E27FC236}">
                <a16:creationId xmlns:a16="http://schemas.microsoft.com/office/drawing/2014/main" id="{8CBA33AA-AFA6-40FE-8C67-61BF37252B20}"/>
              </a:ext>
            </a:extLst>
          </p:cNvPr>
          <p:cNvSpPr>
            <a:spLocks noGrp="1"/>
          </p:cNvSpPr>
          <p:nvPr/>
        </p:nvSpPr>
        <p:spPr>
          <a:xfrm>
            <a:off x="1779073" y="50428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5" name="F1_main_prauc_1124">
            <a:extLst>
              <a:ext uri="{FF2B5EF4-FFF2-40B4-BE49-F238E27FC236}">
                <a16:creationId xmlns:a16="http://schemas.microsoft.com/office/drawing/2014/main" id="{DD9E6503-0ABF-420C-A2AE-260C0730F33A}"/>
              </a:ext>
            </a:extLst>
          </p:cNvPr>
          <p:cNvSpPr>
            <a:spLocks noGrp="1"/>
          </p:cNvSpPr>
          <p:nvPr/>
        </p:nvSpPr>
        <p:spPr>
          <a:xfrm>
            <a:off x="1964192" y="47550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6" name="F1_main_prauc_1125">
            <a:extLst>
              <a:ext uri="{FF2B5EF4-FFF2-40B4-BE49-F238E27FC236}">
                <a16:creationId xmlns:a16="http://schemas.microsoft.com/office/drawing/2014/main" id="{A0B55734-E524-4B03-8735-184FA42186B5}"/>
              </a:ext>
            </a:extLst>
          </p:cNvPr>
          <p:cNvSpPr>
            <a:spLocks noGrp="1"/>
          </p:cNvSpPr>
          <p:nvPr/>
        </p:nvSpPr>
        <p:spPr>
          <a:xfrm>
            <a:off x="1939995" y="34996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7" name="F1_main_prauc_1126">
            <a:extLst>
              <a:ext uri="{FF2B5EF4-FFF2-40B4-BE49-F238E27FC236}">
                <a16:creationId xmlns:a16="http://schemas.microsoft.com/office/drawing/2014/main" id="{4132CE2E-B2F5-475C-8D73-CBDEC8943DC8}"/>
              </a:ext>
            </a:extLst>
          </p:cNvPr>
          <p:cNvSpPr>
            <a:spLocks noGrp="1"/>
          </p:cNvSpPr>
          <p:nvPr/>
        </p:nvSpPr>
        <p:spPr>
          <a:xfrm>
            <a:off x="1879244" y="45574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8" name="F1_main_prauc_1127">
            <a:extLst>
              <a:ext uri="{FF2B5EF4-FFF2-40B4-BE49-F238E27FC236}">
                <a16:creationId xmlns:a16="http://schemas.microsoft.com/office/drawing/2014/main" id="{E3E2D3AD-F470-4080-B11A-4A7BB1D58BE4}"/>
              </a:ext>
            </a:extLst>
          </p:cNvPr>
          <p:cNvSpPr>
            <a:spLocks noGrp="1"/>
          </p:cNvSpPr>
          <p:nvPr/>
        </p:nvSpPr>
        <p:spPr>
          <a:xfrm>
            <a:off x="2009307" y="49150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9" name="F1_main_prauc_1128">
            <a:extLst>
              <a:ext uri="{FF2B5EF4-FFF2-40B4-BE49-F238E27FC236}">
                <a16:creationId xmlns:a16="http://schemas.microsoft.com/office/drawing/2014/main" id="{5AB2CAC5-CF37-42CF-8E42-2CA3BD78B82E}"/>
              </a:ext>
            </a:extLst>
          </p:cNvPr>
          <p:cNvSpPr>
            <a:spLocks noGrp="1"/>
          </p:cNvSpPr>
          <p:nvPr/>
        </p:nvSpPr>
        <p:spPr>
          <a:xfrm>
            <a:off x="1957777" y="37087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0" name="F1_main_prauc_1129">
            <a:extLst>
              <a:ext uri="{FF2B5EF4-FFF2-40B4-BE49-F238E27FC236}">
                <a16:creationId xmlns:a16="http://schemas.microsoft.com/office/drawing/2014/main" id="{6FF7706A-2869-4BA4-9563-851D5DDBA8DE}"/>
              </a:ext>
            </a:extLst>
          </p:cNvPr>
          <p:cNvSpPr>
            <a:spLocks noGrp="1"/>
          </p:cNvSpPr>
          <p:nvPr/>
        </p:nvSpPr>
        <p:spPr>
          <a:xfrm>
            <a:off x="1795678" y="50188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1" name="F1_main_prauc_1130">
            <a:extLst>
              <a:ext uri="{FF2B5EF4-FFF2-40B4-BE49-F238E27FC236}">
                <a16:creationId xmlns:a16="http://schemas.microsoft.com/office/drawing/2014/main" id="{B86427A7-B106-41C7-8B52-08D80E163E5B}"/>
              </a:ext>
            </a:extLst>
          </p:cNvPr>
          <p:cNvSpPr>
            <a:spLocks noGrp="1"/>
          </p:cNvSpPr>
          <p:nvPr/>
        </p:nvSpPr>
        <p:spPr>
          <a:xfrm>
            <a:off x="1773031" y="606641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2" name="F1_main_prauc_1131">
            <a:extLst>
              <a:ext uri="{FF2B5EF4-FFF2-40B4-BE49-F238E27FC236}">
                <a16:creationId xmlns:a16="http://schemas.microsoft.com/office/drawing/2014/main" id="{0F6E29BA-01B6-4B46-A1B1-EB5405928D0E}"/>
              </a:ext>
            </a:extLst>
          </p:cNvPr>
          <p:cNvSpPr>
            <a:spLocks noGrp="1"/>
          </p:cNvSpPr>
          <p:nvPr/>
        </p:nvSpPr>
        <p:spPr>
          <a:xfrm>
            <a:off x="1889808" y="50005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3" name="F1_main_prauc_1132">
            <a:extLst>
              <a:ext uri="{FF2B5EF4-FFF2-40B4-BE49-F238E27FC236}">
                <a16:creationId xmlns:a16="http://schemas.microsoft.com/office/drawing/2014/main" id="{5853B867-90BD-4255-8BAF-11337081D1E1}"/>
              </a:ext>
            </a:extLst>
          </p:cNvPr>
          <p:cNvSpPr>
            <a:spLocks noGrp="1"/>
          </p:cNvSpPr>
          <p:nvPr/>
        </p:nvSpPr>
        <p:spPr>
          <a:xfrm>
            <a:off x="1979987" y="59336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4" name="F1_main_prauc_1133">
            <a:extLst>
              <a:ext uri="{FF2B5EF4-FFF2-40B4-BE49-F238E27FC236}">
                <a16:creationId xmlns:a16="http://schemas.microsoft.com/office/drawing/2014/main" id="{47C02436-974D-436A-8DA9-8AB7094D10FE}"/>
              </a:ext>
            </a:extLst>
          </p:cNvPr>
          <p:cNvSpPr>
            <a:spLocks noGrp="1"/>
          </p:cNvSpPr>
          <p:nvPr/>
        </p:nvSpPr>
        <p:spPr>
          <a:xfrm>
            <a:off x="1809232" y="46257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5" name="F1_main_prauc_1134">
            <a:extLst>
              <a:ext uri="{FF2B5EF4-FFF2-40B4-BE49-F238E27FC236}">
                <a16:creationId xmlns:a16="http://schemas.microsoft.com/office/drawing/2014/main" id="{E69AF1AF-5C1E-4EAF-AB6B-41AD1C999E49}"/>
              </a:ext>
            </a:extLst>
          </p:cNvPr>
          <p:cNvSpPr>
            <a:spLocks noGrp="1"/>
          </p:cNvSpPr>
          <p:nvPr/>
        </p:nvSpPr>
        <p:spPr>
          <a:xfrm>
            <a:off x="34977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6" name="F1_main_prauc_1135">
            <a:extLst>
              <a:ext uri="{FF2B5EF4-FFF2-40B4-BE49-F238E27FC236}">
                <a16:creationId xmlns:a16="http://schemas.microsoft.com/office/drawing/2014/main" id="{7DDC1538-AD0C-4890-9AA0-E1D4ED1EE52C}"/>
              </a:ext>
            </a:extLst>
          </p:cNvPr>
          <p:cNvSpPr>
            <a:spLocks noGrp="1"/>
          </p:cNvSpPr>
          <p:nvPr/>
        </p:nvSpPr>
        <p:spPr>
          <a:xfrm>
            <a:off x="3513597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7" name="F1_main_prauc_1136">
            <a:extLst>
              <a:ext uri="{FF2B5EF4-FFF2-40B4-BE49-F238E27FC236}">
                <a16:creationId xmlns:a16="http://schemas.microsoft.com/office/drawing/2014/main" id="{AC13B073-EAF8-4429-98DA-28A43E584338}"/>
              </a:ext>
            </a:extLst>
          </p:cNvPr>
          <p:cNvSpPr>
            <a:spLocks noGrp="1"/>
          </p:cNvSpPr>
          <p:nvPr/>
        </p:nvSpPr>
        <p:spPr>
          <a:xfrm>
            <a:off x="342533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8" name="F1_main_prauc_1137">
            <a:extLst>
              <a:ext uri="{FF2B5EF4-FFF2-40B4-BE49-F238E27FC236}">
                <a16:creationId xmlns:a16="http://schemas.microsoft.com/office/drawing/2014/main" id="{40C7DC87-C7ED-47B9-A020-6EB48ED1BECA}"/>
              </a:ext>
            </a:extLst>
          </p:cNvPr>
          <p:cNvSpPr>
            <a:spLocks noGrp="1"/>
          </p:cNvSpPr>
          <p:nvPr/>
        </p:nvSpPr>
        <p:spPr>
          <a:xfrm>
            <a:off x="346080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9" name="F1_main_prauc_1138">
            <a:extLst>
              <a:ext uri="{FF2B5EF4-FFF2-40B4-BE49-F238E27FC236}">
                <a16:creationId xmlns:a16="http://schemas.microsoft.com/office/drawing/2014/main" id="{3D4CA040-6032-48A3-AC0A-F0491E25A2D9}"/>
              </a:ext>
            </a:extLst>
          </p:cNvPr>
          <p:cNvSpPr>
            <a:spLocks noGrp="1"/>
          </p:cNvSpPr>
          <p:nvPr/>
        </p:nvSpPr>
        <p:spPr>
          <a:xfrm>
            <a:off x="3370945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0" name="F1_main_prauc_1139">
            <a:extLst>
              <a:ext uri="{FF2B5EF4-FFF2-40B4-BE49-F238E27FC236}">
                <a16:creationId xmlns:a16="http://schemas.microsoft.com/office/drawing/2014/main" id="{6DA3D678-37B1-42BD-B93B-D266AEC4CA53}"/>
              </a:ext>
            </a:extLst>
          </p:cNvPr>
          <p:cNvSpPr>
            <a:spLocks noGrp="1"/>
          </p:cNvSpPr>
          <p:nvPr/>
        </p:nvSpPr>
        <p:spPr>
          <a:xfrm>
            <a:off x="356418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1" name="F1_main_prauc_1140">
            <a:extLst>
              <a:ext uri="{FF2B5EF4-FFF2-40B4-BE49-F238E27FC236}">
                <a16:creationId xmlns:a16="http://schemas.microsoft.com/office/drawing/2014/main" id="{811B34BB-1DD6-447A-B1D7-23452A9C9300}"/>
              </a:ext>
            </a:extLst>
          </p:cNvPr>
          <p:cNvSpPr>
            <a:spLocks noGrp="1"/>
          </p:cNvSpPr>
          <p:nvPr/>
        </p:nvSpPr>
        <p:spPr>
          <a:xfrm>
            <a:off x="334856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2" name="F1_main_prauc_1141">
            <a:extLst>
              <a:ext uri="{FF2B5EF4-FFF2-40B4-BE49-F238E27FC236}">
                <a16:creationId xmlns:a16="http://schemas.microsoft.com/office/drawing/2014/main" id="{17443F82-9269-49A6-A620-38B6822EC3F2}"/>
              </a:ext>
            </a:extLst>
          </p:cNvPr>
          <p:cNvSpPr>
            <a:spLocks noGrp="1"/>
          </p:cNvSpPr>
          <p:nvPr/>
        </p:nvSpPr>
        <p:spPr>
          <a:xfrm>
            <a:off x="341482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3" name="F1_main_prauc_1142">
            <a:extLst>
              <a:ext uri="{FF2B5EF4-FFF2-40B4-BE49-F238E27FC236}">
                <a16:creationId xmlns:a16="http://schemas.microsoft.com/office/drawing/2014/main" id="{1826B98E-973B-4BAF-9579-313BCC7FE277}"/>
              </a:ext>
            </a:extLst>
          </p:cNvPr>
          <p:cNvSpPr>
            <a:spLocks noGrp="1"/>
          </p:cNvSpPr>
          <p:nvPr/>
        </p:nvSpPr>
        <p:spPr>
          <a:xfrm>
            <a:off x="3531608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4" name="F1_main_prauc_1143">
            <a:extLst>
              <a:ext uri="{FF2B5EF4-FFF2-40B4-BE49-F238E27FC236}">
                <a16:creationId xmlns:a16="http://schemas.microsoft.com/office/drawing/2014/main" id="{D76A0B67-6F1B-4BBD-B246-17C4D23C9565}"/>
              </a:ext>
            </a:extLst>
          </p:cNvPr>
          <p:cNvSpPr>
            <a:spLocks noGrp="1"/>
          </p:cNvSpPr>
          <p:nvPr/>
        </p:nvSpPr>
        <p:spPr>
          <a:xfrm>
            <a:off x="358378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5" name="F1_main_prauc_1144">
            <a:extLst>
              <a:ext uri="{FF2B5EF4-FFF2-40B4-BE49-F238E27FC236}">
                <a16:creationId xmlns:a16="http://schemas.microsoft.com/office/drawing/2014/main" id="{3711C2AD-5633-42D1-A00D-F65A8BB2B3B8}"/>
              </a:ext>
            </a:extLst>
          </p:cNvPr>
          <p:cNvSpPr>
            <a:spLocks noGrp="1"/>
          </p:cNvSpPr>
          <p:nvPr/>
        </p:nvSpPr>
        <p:spPr>
          <a:xfrm>
            <a:off x="3574994" y="45811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6" name="F1_main_prauc_1145">
            <a:extLst>
              <a:ext uri="{FF2B5EF4-FFF2-40B4-BE49-F238E27FC236}">
                <a16:creationId xmlns:a16="http://schemas.microsoft.com/office/drawing/2014/main" id="{23155D70-CF55-4936-831E-EF7A10443888}"/>
              </a:ext>
            </a:extLst>
          </p:cNvPr>
          <p:cNvSpPr>
            <a:spLocks noGrp="1"/>
          </p:cNvSpPr>
          <p:nvPr/>
        </p:nvSpPr>
        <p:spPr>
          <a:xfrm>
            <a:off x="3527747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7" name="F1_main_prauc_1146">
            <a:extLst>
              <a:ext uri="{FF2B5EF4-FFF2-40B4-BE49-F238E27FC236}">
                <a16:creationId xmlns:a16="http://schemas.microsoft.com/office/drawing/2014/main" id="{381A7CA8-A33B-43D4-AE85-B47C9C9C3C60}"/>
              </a:ext>
            </a:extLst>
          </p:cNvPr>
          <p:cNvSpPr>
            <a:spLocks noGrp="1"/>
          </p:cNvSpPr>
          <p:nvPr/>
        </p:nvSpPr>
        <p:spPr>
          <a:xfrm>
            <a:off x="3381480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8" name="F1_main_prauc_1147">
            <a:extLst>
              <a:ext uri="{FF2B5EF4-FFF2-40B4-BE49-F238E27FC236}">
                <a16:creationId xmlns:a16="http://schemas.microsoft.com/office/drawing/2014/main" id="{C0514709-7FBF-467A-A6A1-4901090F6194}"/>
              </a:ext>
            </a:extLst>
          </p:cNvPr>
          <p:cNvSpPr>
            <a:spLocks noGrp="1"/>
          </p:cNvSpPr>
          <p:nvPr/>
        </p:nvSpPr>
        <p:spPr>
          <a:xfrm>
            <a:off x="357428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9" name="F1_main_prauc_1148">
            <a:extLst>
              <a:ext uri="{FF2B5EF4-FFF2-40B4-BE49-F238E27FC236}">
                <a16:creationId xmlns:a16="http://schemas.microsoft.com/office/drawing/2014/main" id="{4C2AA513-AD0C-4F3E-ACBC-BFCC39AB8888}"/>
              </a:ext>
            </a:extLst>
          </p:cNvPr>
          <p:cNvSpPr>
            <a:spLocks noGrp="1"/>
          </p:cNvSpPr>
          <p:nvPr/>
        </p:nvSpPr>
        <p:spPr>
          <a:xfrm>
            <a:off x="338164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0" name="F1_main_prauc_1149">
            <a:extLst>
              <a:ext uri="{FF2B5EF4-FFF2-40B4-BE49-F238E27FC236}">
                <a16:creationId xmlns:a16="http://schemas.microsoft.com/office/drawing/2014/main" id="{88D5239C-267D-4E8F-81B1-AA56BBEE0CBD}"/>
              </a:ext>
            </a:extLst>
          </p:cNvPr>
          <p:cNvSpPr>
            <a:spLocks noGrp="1"/>
          </p:cNvSpPr>
          <p:nvPr/>
        </p:nvSpPr>
        <p:spPr>
          <a:xfrm>
            <a:off x="350816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1" name="F1_main_prauc_1150">
            <a:extLst>
              <a:ext uri="{FF2B5EF4-FFF2-40B4-BE49-F238E27FC236}">
                <a16:creationId xmlns:a16="http://schemas.microsoft.com/office/drawing/2014/main" id="{CD368E0B-1A29-40EF-9EB8-1EDC3121B5CE}"/>
              </a:ext>
            </a:extLst>
          </p:cNvPr>
          <p:cNvSpPr>
            <a:spLocks noGrp="1"/>
          </p:cNvSpPr>
          <p:nvPr/>
        </p:nvSpPr>
        <p:spPr>
          <a:xfrm>
            <a:off x="359231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2" name="F1_main_prauc_1151">
            <a:extLst>
              <a:ext uri="{FF2B5EF4-FFF2-40B4-BE49-F238E27FC236}">
                <a16:creationId xmlns:a16="http://schemas.microsoft.com/office/drawing/2014/main" id="{4B14A18C-FDE1-4B9F-82A4-6DBF3914B1AA}"/>
              </a:ext>
            </a:extLst>
          </p:cNvPr>
          <p:cNvSpPr>
            <a:spLocks noGrp="1"/>
          </p:cNvSpPr>
          <p:nvPr/>
        </p:nvSpPr>
        <p:spPr>
          <a:xfrm>
            <a:off x="346844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3" name="F1_main_prauc_1152">
            <a:extLst>
              <a:ext uri="{FF2B5EF4-FFF2-40B4-BE49-F238E27FC236}">
                <a16:creationId xmlns:a16="http://schemas.microsoft.com/office/drawing/2014/main" id="{4D50F023-1D72-445D-BF82-7886E97870FE}"/>
              </a:ext>
            </a:extLst>
          </p:cNvPr>
          <p:cNvSpPr>
            <a:spLocks noGrp="1"/>
          </p:cNvSpPr>
          <p:nvPr/>
        </p:nvSpPr>
        <p:spPr>
          <a:xfrm>
            <a:off x="3583944" y="30813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4" name="F1_main_prauc_1153">
            <a:extLst>
              <a:ext uri="{FF2B5EF4-FFF2-40B4-BE49-F238E27FC236}">
                <a16:creationId xmlns:a16="http://schemas.microsoft.com/office/drawing/2014/main" id="{E8D2384C-AE83-4723-9E5E-C4A952748356}"/>
              </a:ext>
            </a:extLst>
          </p:cNvPr>
          <p:cNvSpPr>
            <a:spLocks noGrp="1"/>
          </p:cNvSpPr>
          <p:nvPr/>
        </p:nvSpPr>
        <p:spPr>
          <a:xfrm>
            <a:off x="3370200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5" name="F1_main_prauc_1154">
            <a:extLst>
              <a:ext uri="{FF2B5EF4-FFF2-40B4-BE49-F238E27FC236}">
                <a16:creationId xmlns:a16="http://schemas.microsoft.com/office/drawing/2014/main" id="{37B8D181-2EDD-40BC-8C93-21803A1424DE}"/>
              </a:ext>
            </a:extLst>
          </p:cNvPr>
          <p:cNvSpPr>
            <a:spLocks noGrp="1"/>
          </p:cNvSpPr>
          <p:nvPr/>
        </p:nvSpPr>
        <p:spPr>
          <a:xfrm>
            <a:off x="3580316" y="46544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6" name="F1_main_prauc_1155">
            <a:extLst>
              <a:ext uri="{FF2B5EF4-FFF2-40B4-BE49-F238E27FC236}">
                <a16:creationId xmlns:a16="http://schemas.microsoft.com/office/drawing/2014/main" id="{918A2B4C-CA1C-42EB-A6B9-C1A7EDFCD360}"/>
              </a:ext>
            </a:extLst>
          </p:cNvPr>
          <p:cNvSpPr>
            <a:spLocks noGrp="1"/>
          </p:cNvSpPr>
          <p:nvPr/>
        </p:nvSpPr>
        <p:spPr>
          <a:xfrm>
            <a:off x="3406833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7" name="F1_main_prauc_1156">
            <a:extLst>
              <a:ext uri="{FF2B5EF4-FFF2-40B4-BE49-F238E27FC236}">
                <a16:creationId xmlns:a16="http://schemas.microsoft.com/office/drawing/2014/main" id="{2AB28D6E-E5C5-44EA-9400-D9A815A58C76}"/>
              </a:ext>
            </a:extLst>
          </p:cNvPr>
          <p:cNvSpPr>
            <a:spLocks noGrp="1"/>
          </p:cNvSpPr>
          <p:nvPr/>
        </p:nvSpPr>
        <p:spPr>
          <a:xfrm>
            <a:off x="3584824" y="35799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8" name="F1_main_prauc_1157">
            <a:extLst>
              <a:ext uri="{FF2B5EF4-FFF2-40B4-BE49-F238E27FC236}">
                <a16:creationId xmlns:a16="http://schemas.microsoft.com/office/drawing/2014/main" id="{B2DBD28D-2922-4C5B-9E6F-19678D62A71E}"/>
              </a:ext>
            </a:extLst>
          </p:cNvPr>
          <p:cNvSpPr>
            <a:spLocks noGrp="1"/>
          </p:cNvSpPr>
          <p:nvPr/>
        </p:nvSpPr>
        <p:spPr>
          <a:xfrm>
            <a:off x="342149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9" name="F1_main_prauc_1158">
            <a:extLst>
              <a:ext uri="{FF2B5EF4-FFF2-40B4-BE49-F238E27FC236}">
                <a16:creationId xmlns:a16="http://schemas.microsoft.com/office/drawing/2014/main" id="{55A2D9DD-B7D2-406F-90E4-A6F86F3F9A2D}"/>
              </a:ext>
            </a:extLst>
          </p:cNvPr>
          <p:cNvSpPr>
            <a:spLocks noGrp="1"/>
          </p:cNvSpPr>
          <p:nvPr/>
        </p:nvSpPr>
        <p:spPr>
          <a:xfrm>
            <a:off x="3471058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0" name="F1_main_prauc_1159">
            <a:extLst>
              <a:ext uri="{FF2B5EF4-FFF2-40B4-BE49-F238E27FC236}">
                <a16:creationId xmlns:a16="http://schemas.microsoft.com/office/drawing/2014/main" id="{6DB9EA8C-82E3-417C-88C3-18803BFFAAE5}"/>
              </a:ext>
            </a:extLst>
          </p:cNvPr>
          <p:cNvSpPr>
            <a:spLocks noGrp="1"/>
          </p:cNvSpPr>
          <p:nvPr/>
        </p:nvSpPr>
        <p:spPr>
          <a:xfrm>
            <a:off x="356377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1" name="F1_main_prauc_1160">
            <a:extLst>
              <a:ext uri="{FF2B5EF4-FFF2-40B4-BE49-F238E27FC236}">
                <a16:creationId xmlns:a16="http://schemas.microsoft.com/office/drawing/2014/main" id="{92A9B17B-ED9A-4C80-A4B0-5F62989C3F4E}"/>
              </a:ext>
            </a:extLst>
          </p:cNvPr>
          <p:cNvSpPr>
            <a:spLocks noGrp="1"/>
          </p:cNvSpPr>
          <p:nvPr/>
        </p:nvSpPr>
        <p:spPr>
          <a:xfrm>
            <a:off x="3390995" y="47339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2" name="F1_main_prauc_1161">
            <a:extLst>
              <a:ext uri="{FF2B5EF4-FFF2-40B4-BE49-F238E27FC236}">
                <a16:creationId xmlns:a16="http://schemas.microsoft.com/office/drawing/2014/main" id="{D222AB63-398E-464E-8C2B-6E738B62D061}"/>
              </a:ext>
            </a:extLst>
          </p:cNvPr>
          <p:cNvSpPr>
            <a:spLocks noGrp="1"/>
          </p:cNvSpPr>
          <p:nvPr/>
        </p:nvSpPr>
        <p:spPr>
          <a:xfrm>
            <a:off x="3475201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3" name="F1_main_prauc_1162">
            <a:extLst>
              <a:ext uri="{FF2B5EF4-FFF2-40B4-BE49-F238E27FC236}">
                <a16:creationId xmlns:a16="http://schemas.microsoft.com/office/drawing/2014/main" id="{2761A59B-269C-4995-88EF-FCBA9EED9E81}"/>
              </a:ext>
            </a:extLst>
          </p:cNvPr>
          <p:cNvSpPr>
            <a:spLocks noGrp="1"/>
          </p:cNvSpPr>
          <p:nvPr/>
        </p:nvSpPr>
        <p:spPr>
          <a:xfrm>
            <a:off x="3469578" y="47489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4" name="F1_main_prauc_1163">
            <a:extLst>
              <a:ext uri="{FF2B5EF4-FFF2-40B4-BE49-F238E27FC236}">
                <a16:creationId xmlns:a16="http://schemas.microsoft.com/office/drawing/2014/main" id="{6DBA815C-156E-4725-A599-CFF9BFAB972C}"/>
              </a:ext>
            </a:extLst>
          </p:cNvPr>
          <p:cNvSpPr>
            <a:spLocks noGrp="1"/>
          </p:cNvSpPr>
          <p:nvPr/>
        </p:nvSpPr>
        <p:spPr>
          <a:xfrm>
            <a:off x="344578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5" name="F1_main_prauc_1164">
            <a:extLst>
              <a:ext uri="{FF2B5EF4-FFF2-40B4-BE49-F238E27FC236}">
                <a16:creationId xmlns:a16="http://schemas.microsoft.com/office/drawing/2014/main" id="{D6D08D31-1E09-4FB6-A378-465FFC084463}"/>
              </a:ext>
            </a:extLst>
          </p:cNvPr>
          <p:cNvSpPr>
            <a:spLocks noGrp="1"/>
          </p:cNvSpPr>
          <p:nvPr/>
        </p:nvSpPr>
        <p:spPr>
          <a:xfrm>
            <a:off x="34394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6" name="F1_main_prauc_1165">
            <a:extLst>
              <a:ext uri="{FF2B5EF4-FFF2-40B4-BE49-F238E27FC236}">
                <a16:creationId xmlns:a16="http://schemas.microsoft.com/office/drawing/2014/main" id="{4F693E7D-79AA-48F3-B1DE-C895B8CC1D24}"/>
              </a:ext>
            </a:extLst>
          </p:cNvPr>
          <p:cNvSpPr>
            <a:spLocks noGrp="1"/>
          </p:cNvSpPr>
          <p:nvPr/>
        </p:nvSpPr>
        <p:spPr>
          <a:xfrm>
            <a:off x="3404839" y="5312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7" name="F1_main_prauc_1166">
            <a:extLst>
              <a:ext uri="{FF2B5EF4-FFF2-40B4-BE49-F238E27FC236}">
                <a16:creationId xmlns:a16="http://schemas.microsoft.com/office/drawing/2014/main" id="{4503DB3A-CE8A-41AE-8B5F-0A7AF812590C}"/>
              </a:ext>
            </a:extLst>
          </p:cNvPr>
          <p:cNvSpPr>
            <a:spLocks noGrp="1"/>
          </p:cNvSpPr>
          <p:nvPr/>
        </p:nvSpPr>
        <p:spPr>
          <a:xfrm>
            <a:off x="358008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8" name="F1_main_prauc_1167">
            <a:extLst>
              <a:ext uri="{FF2B5EF4-FFF2-40B4-BE49-F238E27FC236}">
                <a16:creationId xmlns:a16="http://schemas.microsoft.com/office/drawing/2014/main" id="{F737A46C-D46A-4B82-A7F8-25EBCBA9F27C}"/>
              </a:ext>
            </a:extLst>
          </p:cNvPr>
          <p:cNvSpPr>
            <a:spLocks noGrp="1"/>
          </p:cNvSpPr>
          <p:nvPr/>
        </p:nvSpPr>
        <p:spPr>
          <a:xfrm>
            <a:off x="358202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9" name="F1_main_prauc_1168">
            <a:extLst>
              <a:ext uri="{FF2B5EF4-FFF2-40B4-BE49-F238E27FC236}">
                <a16:creationId xmlns:a16="http://schemas.microsoft.com/office/drawing/2014/main" id="{B7DE4015-36FC-4AA5-AFD8-CB5D7ECEA1D7}"/>
              </a:ext>
            </a:extLst>
          </p:cNvPr>
          <p:cNvSpPr>
            <a:spLocks noGrp="1"/>
          </p:cNvSpPr>
          <p:nvPr/>
        </p:nvSpPr>
        <p:spPr>
          <a:xfrm>
            <a:off x="357805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0" name="F1_main_prauc_1169">
            <a:extLst>
              <a:ext uri="{FF2B5EF4-FFF2-40B4-BE49-F238E27FC236}">
                <a16:creationId xmlns:a16="http://schemas.microsoft.com/office/drawing/2014/main" id="{7CAB8F65-8DD9-458B-8743-C4F164384BAB}"/>
              </a:ext>
            </a:extLst>
          </p:cNvPr>
          <p:cNvSpPr>
            <a:spLocks noGrp="1"/>
          </p:cNvSpPr>
          <p:nvPr/>
        </p:nvSpPr>
        <p:spPr>
          <a:xfrm>
            <a:off x="352884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1" name="F1_main_prauc_1170">
            <a:extLst>
              <a:ext uri="{FF2B5EF4-FFF2-40B4-BE49-F238E27FC236}">
                <a16:creationId xmlns:a16="http://schemas.microsoft.com/office/drawing/2014/main" id="{F4B4773E-E838-4706-8F91-014AFBE30DBF}"/>
              </a:ext>
            </a:extLst>
          </p:cNvPr>
          <p:cNvSpPr>
            <a:spLocks noGrp="1"/>
          </p:cNvSpPr>
          <p:nvPr/>
        </p:nvSpPr>
        <p:spPr>
          <a:xfrm>
            <a:off x="357048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2" name="F1_main_prauc_1171">
            <a:extLst>
              <a:ext uri="{FF2B5EF4-FFF2-40B4-BE49-F238E27FC236}">
                <a16:creationId xmlns:a16="http://schemas.microsoft.com/office/drawing/2014/main" id="{2C2A8FAD-AB50-45F8-945C-F3D75EA33392}"/>
              </a:ext>
            </a:extLst>
          </p:cNvPr>
          <p:cNvSpPr>
            <a:spLocks noGrp="1"/>
          </p:cNvSpPr>
          <p:nvPr/>
        </p:nvSpPr>
        <p:spPr>
          <a:xfrm>
            <a:off x="335944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3" name="F1_main_prauc_1172">
            <a:extLst>
              <a:ext uri="{FF2B5EF4-FFF2-40B4-BE49-F238E27FC236}">
                <a16:creationId xmlns:a16="http://schemas.microsoft.com/office/drawing/2014/main" id="{05A9A3EF-4521-4F05-B13D-20028DF94541}"/>
              </a:ext>
            </a:extLst>
          </p:cNvPr>
          <p:cNvSpPr>
            <a:spLocks noGrp="1"/>
          </p:cNvSpPr>
          <p:nvPr/>
        </p:nvSpPr>
        <p:spPr>
          <a:xfrm>
            <a:off x="334622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4" name="F1_main_prauc_1173">
            <a:extLst>
              <a:ext uri="{FF2B5EF4-FFF2-40B4-BE49-F238E27FC236}">
                <a16:creationId xmlns:a16="http://schemas.microsoft.com/office/drawing/2014/main" id="{CABD0D9A-2BEB-4E06-837F-D52EB0A8802E}"/>
              </a:ext>
            </a:extLst>
          </p:cNvPr>
          <p:cNvSpPr>
            <a:spLocks noGrp="1"/>
          </p:cNvSpPr>
          <p:nvPr/>
        </p:nvSpPr>
        <p:spPr>
          <a:xfrm>
            <a:off x="351865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5" name="F1_main_prauc_1174">
            <a:extLst>
              <a:ext uri="{FF2B5EF4-FFF2-40B4-BE49-F238E27FC236}">
                <a16:creationId xmlns:a16="http://schemas.microsoft.com/office/drawing/2014/main" id="{A15124C2-7223-4592-9249-6E2A0997028C}"/>
              </a:ext>
            </a:extLst>
          </p:cNvPr>
          <p:cNvSpPr>
            <a:spLocks noGrp="1"/>
          </p:cNvSpPr>
          <p:nvPr/>
        </p:nvSpPr>
        <p:spPr>
          <a:xfrm>
            <a:off x="3490911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6" name="F1_main_prauc_1175">
            <a:extLst>
              <a:ext uri="{FF2B5EF4-FFF2-40B4-BE49-F238E27FC236}">
                <a16:creationId xmlns:a16="http://schemas.microsoft.com/office/drawing/2014/main" id="{18B0A9C1-E97B-4B6E-AD2C-24C915AAD1C9}"/>
              </a:ext>
            </a:extLst>
          </p:cNvPr>
          <p:cNvSpPr>
            <a:spLocks noGrp="1"/>
          </p:cNvSpPr>
          <p:nvPr/>
        </p:nvSpPr>
        <p:spPr>
          <a:xfrm>
            <a:off x="350468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7" name="F1_main_prauc_1176">
            <a:extLst>
              <a:ext uri="{FF2B5EF4-FFF2-40B4-BE49-F238E27FC236}">
                <a16:creationId xmlns:a16="http://schemas.microsoft.com/office/drawing/2014/main" id="{B615557C-F222-4980-B743-20319284EBAE}"/>
              </a:ext>
            </a:extLst>
          </p:cNvPr>
          <p:cNvSpPr>
            <a:spLocks noGrp="1"/>
          </p:cNvSpPr>
          <p:nvPr/>
        </p:nvSpPr>
        <p:spPr>
          <a:xfrm>
            <a:off x="350845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8" name="F1_main_prauc_1177">
            <a:extLst>
              <a:ext uri="{FF2B5EF4-FFF2-40B4-BE49-F238E27FC236}">
                <a16:creationId xmlns:a16="http://schemas.microsoft.com/office/drawing/2014/main" id="{A4D802D9-926A-427A-943B-844A7A7EF3DA}"/>
              </a:ext>
            </a:extLst>
          </p:cNvPr>
          <p:cNvSpPr>
            <a:spLocks noGrp="1"/>
          </p:cNvSpPr>
          <p:nvPr/>
        </p:nvSpPr>
        <p:spPr>
          <a:xfrm>
            <a:off x="3472408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9" name="F1_main_prauc_1178">
            <a:extLst>
              <a:ext uri="{FF2B5EF4-FFF2-40B4-BE49-F238E27FC236}">
                <a16:creationId xmlns:a16="http://schemas.microsoft.com/office/drawing/2014/main" id="{9CEEE136-CDEB-4E9B-AA83-CFBBFCD3F932}"/>
              </a:ext>
            </a:extLst>
          </p:cNvPr>
          <p:cNvSpPr>
            <a:spLocks noGrp="1"/>
          </p:cNvSpPr>
          <p:nvPr/>
        </p:nvSpPr>
        <p:spPr>
          <a:xfrm>
            <a:off x="341928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0" name="F1_main_prauc_1179">
            <a:extLst>
              <a:ext uri="{FF2B5EF4-FFF2-40B4-BE49-F238E27FC236}">
                <a16:creationId xmlns:a16="http://schemas.microsoft.com/office/drawing/2014/main" id="{D5599465-5020-4639-B8E1-40BB9FF9DF32}"/>
              </a:ext>
            </a:extLst>
          </p:cNvPr>
          <p:cNvSpPr>
            <a:spLocks noGrp="1"/>
          </p:cNvSpPr>
          <p:nvPr/>
        </p:nvSpPr>
        <p:spPr>
          <a:xfrm>
            <a:off x="354242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1" name="F1_main_prauc_1180">
            <a:extLst>
              <a:ext uri="{FF2B5EF4-FFF2-40B4-BE49-F238E27FC236}">
                <a16:creationId xmlns:a16="http://schemas.microsoft.com/office/drawing/2014/main" id="{FADFF5C7-291C-499A-A2F2-9BD0A2DBD3AD}"/>
              </a:ext>
            </a:extLst>
          </p:cNvPr>
          <p:cNvSpPr>
            <a:spLocks noGrp="1"/>
          </p:cNvSpPr>
          <p:nvPr/>
        </p:nvSpPr>
        <p:spPr>
          <a:xfrm>
            <a:off x="3476939" y="5129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2" name="F1_main_prauc_1181">
            <a:extLst>
              <a:ext uri="{FF2B5EF4-FFF2-40B4-BE49-F238E27FC236}">
                <a16:creationId xmlns:a16="http://schemas.microsoft.com/office/drawing/2014/main" id="{9E7326D3-667D-4B7E-A0A4-946EEA5535F1}"/>
              </a:ext>
            </a:extLst>
          </p:cNvPr>
          <p:cNvSpPr>
            <a:spLocks noGrp="1"/>
          </p:cNvSpPr>
          <p:nvPr/>
        </p:nvSpPr>
        <p:spPr>
          <a:xfrm>
            <a:off x="3351646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3" name="F1_main_prauc_1182">
            <a:extLst>
              <a:ext uri="{FF2B5EF4-FFF2-40B4-BE49-F238E27FC236}">
                <a16:creationId xmlns:a16="http://schemas.microsoft.com/office/drawing/2014/main" id="{43E91C1C-41CF-4E4E-92E1-81B64A328E8C}"/>
              </a:ext>
            </a:extLst>
          </p:cNvPr>
          <p:cNvSpPr>
            <a:spLocks noGrp="1"/>
          </p:cNvSpPr>
          <p:nvPr/>
        </p:nvSpPr>
        <p:spPr>
          <a:xfrm>
            <a:off x="340233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4" name="F1_main_prauc_1183">
            <a:extLst>
              <a:ext uri="{FF2B5EF4-FFF2-40B4-BE49-F238E27FC236}">
                <a16:creationId xmlns:a16="http://schemas.microsoft.com/office/drawing/2014/main" id="{1DD9EFCA-4322-4D6A-8202-A7E468AE6C0B}"/>
              </a:ext>
            </a:extLst>
          </p:cNvPr>
          <p:cNvSpPr>
            <a:spLocks noGrp="1"/>
          </p:cNvSpPr>
          <p:nvPr/>
        </p:nvSpPr>
        <p:spPr>
          <a:xfrm>
            <a:off x="3440756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5" name="F1_main_prauc_1184">
            <a:extLst>
              <a:ext uri="{FF2B5EF4-FFF2-40B4-BE49-F238E27FC236}">
                <a16:creationId xmlns:a16="http://schemas.microsoft.com/office/drawing/2014/main" id="{93690650-CCA8-419D-A818-1DE1B1E4555D}"/>
              </a:ext>
            </a:extLst>
          </p:cNvPr>
          <p:cNvSpPr>
            <a:spLocks noGrp="1"/>
          </p:cNvSpPr>
          <p:nvPr/>
        </p:nvSpPr>
        <p:spPr>
          <a:xfrm>
            <a:off x="3459787" y="46946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6" name="F1_main_prauc_1185">
            <a:extLst>
              <a:ext uri="{FF2B5EF4-FFF2-40B4-BE49-F238E27FC236}">
                <a16:creationId xmlns:a16="http://schemas.microsoft.com/office/drawing/2014/main" id="{DEE8B110-4964-49FB-BBD6-6F95D737837F}"/>
              </a:ext>
            </a:extLst>
          </p:cNvPr>
          <p:cNvSpPr>
            <a:spLocks noGrp="1"/>
          </p:cNvSpPr>
          <p:nvPr/>
        </p:nvSpPr>
        <p:spPr>
          <a:xfrm>
            <a:off x="358865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7" name="F1_main_prauc_1186">
            <a:extLst>
              <a:ext uri="{FF2B5EF4-FFF2-40B4-BE49-F238E27FC236}">
                <a16:creationId xmlns:a16="http://schemas.microsoft.com/office/drawing/2014/main" id="{1595290F-F200-4845-823C-56D65FCA9D9F}"/>
              </a:ext>
            </a:extLst>
          </p:cNvPr>
          <p:cNvSpPr>
            <a:spLocks noGrp="1"/>
          </p:cNvSpPr>
          <p:nvPr/>
        </p:nvSpPr>
        <p:spPr>
          <a:xfrm>
            <a:off x="3538397" y="38257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8" name="F1_main_prauc_1187">
            <a:extLst>
              <a:ext uri="{FF2B5EF4-FFF2-40B4-BE49-F238E27FC236}">
                <a16:creationId xmlns:a16="http://schemas.microsoft.com/office/drawing/2014/main" id="{539CA843-1590-431B-8AA6-B2C2124C7D73}"/>
              </a:ext>
            </a:extLst>
          </p:cNvPr>
          <p:cNvSpPr>
            <a:spLocks noGrp="1"/>
          </p:cNvSpPr>
          <p:nvPr/>
        </p:nvSpPr>
        <p:spPr>
          <a:xfrm>
            <a:off x="3579054" y="39775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9" name="F1_main_prauc_1188">
            <a:extLst>
              <a:ext uri="{FF2B5EF4-FFF2-40B4-BE49-F238E27FC236}">
                <a16:creationId xmlns:a16="http://schemas.microsoft.com/office/drawing/2014/main" id="{BB251F95-B8BE-4AA2-B2EF-4F9BAD350ECE}"/>
              </a:ext>
            </a:extLst>
          </p:cNvPr>
          <p:cNvSpPr>
            <a:spLocks noGrp="1"/>
          </p:cNvSpPr>
          <p:nvPr/>
        </p:nvSpPr>
        <p:spPr>
          <a:xfrm>
            <a:off x="3440767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0" name="F1_main_prauc_1189">
            <a:extLst>
              <a:ext uri="{FF2B5EF4-FFF2-40B4-BE49-F238E27FC236}">
                <a16:creationId xmlns:a16="http://schemas.microsoft.com/office/drawing/2014/main" id="{80822B4A-7DAB-409D-93B0-3F7826F1C4D5}"/>
              </a:ext>
            </a:extLst>
          </p:cNvPr>
          <p:cNvSpPr>
            <a:spLocks noGrp="1"/>
          </p:cNvSpPr>
          <p:nvPr/>
        </p:nvSpPr>
        <p:spPr>
          <a:xfrm>
            <a:off x="3530303" y="42281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1" name="F1_main_prauc_1190">
            <a:extLst>
              <a:ext uri="{FF2B5EF4-FFF2-40B4-BE49-F238E27FC236}">
                <a16:creationId xmlns:a16="http://schemas.microsoft.com/office/drawing/2014/main" id="{C6BB6119-71E4-48F3-AF79-6DB158F51DE2}"/>
              </a:ext>
            </a:extLst>
          </p:cNvPr>
          <p:cNvSpPr>
            <a:spLocks noGrp="1"/>
          </p:cNvSpPr>
          <p:nvPr/>
        </p:nvSpPr>
        <p:spPr>
          <a:xfrm>
            <a:off x="3555548" y="42993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2" name="F1_main_prauc_1191">
            <a:extLst>
              <a:ext uri="{FF2B5EF4-FFF2-40B4-BE49-F238E27FC236}">
                <a16:creationId xmlns:a16="http://schemas.microsoft.com/office/drawing/2014/main" id="{9E4F04C5-5C90-4BD7-B342-05DF671B976E}"/>
              </a:ext>
            </a:extLst>
          </p:cNvPr>
          <p:cNvSpPr>
            <a:spLocks noGrp="1"/>
          </p:cNvSpPr>
          <p:nvPr/>
        </p:nvSpPr>
        <p:spPr>
          <a:xfrm>
            <a:off x="349663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3" name="F1_main_prauc_1192">
            <a:extLst>
              <a:ext uri="{FF2B5EF4-FFF2-40B4-BE49-F238E27FC236}">
                <a16:creationId xmlns:a16="http://schemas.microsoft.com/office/drawing/2014/main" id="{6580F185-B8B8-433F-B85E-0FA3972AE4CE}"/>
              </a:ext>
            </a:extLst>
          </p:cNvPr>
          <p:cNvSpPr>
            <a:spLocks noGrp="1"/>
          </p:cNvSpPr>
          <p:nvPr/>
        </p:nvSpPr>
        <p:spPr>
          <a:xfrm>
            <a:off x="3580084" y="60253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4" name="F1_main_prauc_1193">
            <a:extLst>
              <a:ext uri="{FF2B5EF4-FFF2-40B4-BE49-F238E27FC236}">
                <a16:creationId xmlns:a16="http://schemas.microsoft.com/office/drawing/2014/main" id="{98EB84C9-0BCA-4721-A39C-BCFA9E4D4A88}"/>
              </a:ext>
            </a:extLst>
          </p:cNvPr>
          <p:cNvSpPr>
            <a:spLocks noGrp="1"/>
          </p:cNvSpPr>
          <p:nvPr/>
        </p:nvSpPr>
        <p:spPr>
          <a:xfrm>
            <a:off x="335313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5" name="F1_main_prauc_1194">
            <a:extLst>
              <a:ext uri="{FF2B5EF4-FFF2-40B4-BE49-F238E27FC236}">
                <a16:creationId xmlns:a16="http://schemas.microsoft.com/office/drawing/2014/main" id="{26B9DCB2-683F-4DC5-BD28-B06E5EDAABCC}"/>
              </a:ext>
            </a:extLst>
          </p:cNvPr>
          <p:cNvSpPr>
            <a:spLocks noGrp="1"/>
          </p:cNvSpPr>
          <p:nvPr/>
        </p:nvSpPr>
        <p:spPr>
          <a:xfrm>
            <a:off x="3426422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6" name="F1_main_prauc_1195">
            <a:extLst>
              <a:ext uri="{FF2B5EF4-FFF2-40B4-BE49-F238E27FC236}">
                <a16:creationId xmlns:a16="http://schemas.microsoft.com/office/drawing/2014/main" id="{B6F61321-E711-4AB5-B03E-0AE93CA1A4AF}"/>
              </a:ext>
            </a:extLst>
          </p:cNvPr>
          <p:cNvSpPr>
            <a:spLocks noGrp="1"/>
          </p:cNvSpPr>
          <p:nvPr/>
        </p:nvSpPr>
        <p:spPr>
          <a:xfrm>
            <a:off x="354613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7" name="F1_main_prauc_1196">
            <a:extLst>
              <a:ext uri="{FF2B5EF4-FFF2-40B4-BE49-F238E27FC236}">
                <a16:creationId xmlns:a16="http://schemas.microsoft.com/office/drawing/2014/main" id="{D5952CBE-9402-454C-B62D-DD7B616CFF62}"/>
              </a:ext>
            </a:extLst>
          </p:cNvPr>
          <p:cNvSpPr>
            <a:spLocks noGrp="1"/>
          </p:cNvSpPr>
          <p:nvPr/>
        </p:nvSpPr>
        <p:spPr>
          <a:xfrm>
            <a:off x="342400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8" name="F1_main_prauc_1197">
            <a:extLst>
              <a:ext uri="{FF2B5EF4-FFF2-40B4-BE49-F238E27FC236}">
                <a16:creationId xmlns:a16="http://schemas.microsoft.com/office/drawing/2014/main" id="{9085851E-02BC-4E0D-B1C5-5D3AB008741C}"/>
              </a:ext>
            </a:extLst>
          </p:cNvPr>
          <p:cNvSpPr>
            <a:spLocks noGrp="1"/>
          </p:cNvSpPr>
          <p:nvPr/>
        </p:nvSpPr>
        <p:spPr>
          <a:xfrm>
            <a:off x="3453539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9" name="F1_main_prauc_1198">
            <a:extLst>
              <a:ext uri="{FF2B5EF4-FFF2-40B4-BE49-F238E27FC236}">
                <a16:creationId xmlns:a16="http://schemas.microsoft.com/office/drawing/2014/main" id="{697F4F93-C2C8-4560-A54A-802D7EEFE1FF}"/>
              </a:ext>
            </a:extLst>
          </p:cNvPr>
          <p:cNvSpPr>
            <a:spLocks noGrp="1"/>
          </p:cNvSpPr>
          <p:nvPr/>
        </p:nvSpPr>
        <p:spPr>
          <a:xfrm>
            <a:off x="352686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0" name="F1_main_prauc_1199">
            <a:extLst>
              <a:ext uri="{FF2B5EF4-FFF2-40B4-BE49-F238E27FC236}">
                <a16:creationId xmlns:a16="http://schemas.microsoft.com/office/drawing/2014/main" id="{5BE6C87A-50AA-47D3-ABF6-0A91D32E06E5}"/>
              </a:ext>
            </a:extLst>
          </p:cNvPr>
          <p:cNvSpPr>
            <a:spLocks noGrp="1"/>
          </p:cNvSpPr>
          <p:nvPr/>
        </p:nvSpPr>
        <p:spPr>
          <a:xfrm>
            <a:off x="3498910" y="46490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1" name="F1_main_prauc_1200">
            <a:extLst>
              <a:ext uri="{FF2B5EF4-FFF2-40B4-BE49-F238E27FC236}">
                <a16:creationId xmlns:a16="http://schemas.microsoft.com/office/drawing/2014/main" id="{154037BE-50A6-401C-86BB-B863B65089CD}"/>
              </a:ext>
            </a:extLst>
          </p:cNvPr>
          <p:cNvSpPr>
            <a:spLocks noGrp="1"/>
          </p:cNvSpPr>
          <p:nvPr/>
        </p:nvSpPr>
        <p:spPr>
          <a:xfrm>
            <a:off x="3462811" y="39781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2" name="F1_main_prauc_1201">
            <a:extLst>
              <a:ext uri="{FF2B5EF4-FFF2-40B4-BE49-F238E27FC236}">
                <a16:creationId xmlns:a16="http://schemas.microsoft.com/office/drawing/2014/main" id="{7351EB50-9207-45BF-A69F-0CD4CF44B068}"/>
              </a:ext>
            </a:extLst>
          </p:cNvPr>
          <p:cNvSpPr>
            <a:spLocks noGrp="1"/>
          </p:cNvSpPr>
          <p:nvPr/>
        </p:nvSpPr>
        <p:spPr>
          <a:xfrm>
            <a:off x="350961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3" name="F1_main_prauc_1202">
            <a:extLst>
              <a:ext uri="{FF2B5EF4-FFF2-40B4-BE49-F238E27FC236}">
                <a16:creationId xmlns:a16="http://schemas.microsoft.com/office/drawing/2014/main" id="{FA746D3F-F9A1-429C-9F7B-53294236CE91}"/>
              </a:ext>
            </a:extLst>
          </p:cNvPr>
          <p:cNvSpPr>
            <a:spLocks noGrp="1"/>
          </p:cNvSpPr>
          <p:nvPr/>
        </p:nvSpPr>
        <p:spPr>
          <a:xfrm>
            <a:off x="352482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4" name="F1_main_prauc_1203">
            <a:extLst>
              <a:ext uri="{FF2B5EF4-FFF2-40B4-BE49-F238E27FC236}">
                <a16:creationId xmlns:a16="http://schemas.microsoft.com/office/drawing/2014/main" id="{AB4B8652-9F5D-4D1B-A83D-50C96CD5264B}"/>
              </a:ext>
            </a:extLst>
          </p:cNvPr>
          <p:cNvSpPr>
            <a:spLocks noGrp="1"/>
          </p:cNvSpPr>
          <p:nvPr/>
        </p:nvSpPr>
        <p:spPr>
          <a:xfrm>
            <a:off x="3390150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5" name="F1_main_prauc_1204">
            <a:extLst>
              <a:ext uri="{FF2B5EF4-FFF2-40B4-BE49-F238E27FC236}">
                <a16:creationId xmlns:a16="http://schemas.microsoft.com/office/drawing/2014/main" id="{E333C298-AB13-4527-941D-A5E39E2CFFCB}"/>
              </a:ext>
            </a:extLst>
          </p:cNvPr>
          <p:cNvSpPr>
            <a:spLocks noGrp="1"/>
          </p:cNvSpPr>
          <p:nvPr/>
        </p:nvSpPr>
        <p:spPr>
          <a:xfrm>
            <a:off x="344477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6" name="F1_main_prauc_1205">
            <a:extLst>
              <a:ext uri="{FF2B5EF4-FFF2-40B4-BE49-F238E27FC236}">
                <a16:creationId xmlns:a16="http://schemas.microsoft.com/office/drawing/2014/main" id="{D4AD96A9-FF31-4CBE-9531-E719B6936BC0}"/>
              </a:ext>
            </a:extLst>
          </p:cNvPr>
          <p:cNvSpPr>
            <a:spLocks noGrp="1"/>
          </p:cNvSpPr>
          <p:nvPr/>
        </p:nvSpPr>
        <p:spPr>
          <a:xfrm>
            <a:off x="3355402" y="310783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7" name="F1_main_prauc_1206">
            <a:extLst>
              <a:ext uri="{FF2B5EF4-FFF2-40B4-BE49-F238E27FC236}">
                <a16:creationId xmlns:a16="http://schemas.microsoft.com/office/drawing/2014/main" id="{A235F793-6A2E-4222-A9F9-5A08EA2A2157}"/>
              </a:ext>
            </a:extLst>
          </p:cNvPr>
          <p:cNvSpPr>
            <a:spLocks noGrp="1"/>
          </p:cNvSpPr>
          <p:nvPr/>
        </p:nvSpPr>
        <p:spPr>
          <a:xfrm>
            <a:off x="3559826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8" name="F1_main_prauc_1207">
            <a:extLst>
              <a:ext uri="{FF2B5EF4-FFF2-40B4-BE49-F238E27FC236}">
                <a16:creationId xmlns:a16="http://schemas.microsoft.com/office/drawing/2014/main" id="{7FC8B63F-E874-446F-9452-D4F72FACB14F}"/>
              </a:ext>
            </a:extLst>
          </p:cNvPr>
          <p:cNvSpPr>
            <a:spLocks noGrp="1"/>
          </p:cNvSpPr>
          <p:nvPr/>
        </p:nvSpPr>
        <p:spPr>
          <a:xfrm>
            <a:off x="3493938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9" name="F1_main_prauc_1208">
            <a:extLst>
              <a:ext uri="{FF2B5EF4-FFF2-40B4-BE49-F238E27FC236}">
                <a16:creationId xmlns:a16="http://schemas.microsoft.com/office/drawing/2014/main" id="{A460C9BD-BA07-43F9-901D-F8955252CF82}"/>
              </a:ext>
            </a:extLst>
          </p:cNvPr>
          <p:cNvSpPr>
            <a:spLocks noGrp="1"/>
          </p:cNvSpPr>
          <p:nvPr/>
        </p:nvSpPr>
        <p:spPr>
          <a:xfrm>
            <a:off x="3408529" y="5753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0" name="F1_main_prauc_1209">
            <a:extLst>
              <a:ext uri="{FF2B5EF4-FFF2-40B4-BE49-F238E27FC236}">
                <a16:creationId xmlns:a16="http://schemas.microsoft.com/office/drawing/2014/main" id="{C58E815C-F39C-4744-9BF8-6D35077F3D4B}"/>
              </a:ext>
            </a:extLst>
          </p:cNvPr>
          <p:cNvSpPr>
            <a:spLocks noGrp="1"/>
          </p:cNvSpPr>
          <p:nvPr/>
        </p:nvSpPr>
        <p:spPr>
          <a:xfrm>
            <a:off x="3423901" y="4318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1" name="F1_main_prauc_1210">
            <a:extLst>
              <a:ext uri="{FF2B5EF4-FFF2-40B4-BE49-F238E27FC236}">
                <a16:creationId xmlns:a16="http://schemas.microsoft.com/office/drawing/2014/main" id="{4DB9448E-2EC3-470E-9032-50BBD1874A33}"/>
              </a:ext>
            </a:extLst>
          </p:cNvPr>
          <p:cNvSpPr>
            <a:spLocks noGrp="1"/>
          </p:cNvSpPr>
          <p:nvPr/>
        </p:nvSpPr>
        <p:spPr>
          <a:xfrm>
            <a:off x="355630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2" name="F1_main_prauc_1211">
            <a:extLst>
              <a:ext uri="{FF2B5EF4-FFF2-40B4-BE49-F238E27FC236}">
                <a16:creationId xmlns:a16="http://schemas.microsoft.com/office/drawing/2014/main" id="{950D99F3-E599-409C-AC90-120670E59D78}"/>
              </a:ext>
            </a:extLst>
          </p:cNvPr>
          <p:cNvSpPr>
            <a:spLocks noGrp="1"/>
          </p:cNvSpPr>
          <p:nvPr/>
        </p:nvSpPr>
        <p:spPr>
          <a:xfrm>
            <a:off x="353397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3" name="F1_main_prauc_1212">
            <a:extLst>
              <a:ext uri="{FF2B5EF4-FFF2-40B4-BE49-F238E27FC236}">
                <a16:creationId xmlns:a16="http://schemas.microsoft.com/office/drawing/2014/main" id="{44ACE072-2C00-4AC0-9FD9-80734B9F45B9}"/>
              </a:ext>
            </a:extLst>
          </p:cNvPr>
          <p:cNvSpPr>
            <a:spLocks noGrp="1"/>
          </p:cNvSpPr>
          <p:nvPr/>
        </p:nvSpPr>
        <p:spPr>
          <a:xfrm>
            <a:off x="343090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4" name="F1_main_prauc_1213">
            <a:extLst>
              <a:ext uri="{FF2B5EF4-FFF2-40B4-BE49-F238E27FC236}">
                <a16:creationId xmlns:a16="http://schemas.microsoft.com/office/drawing/2014/main" id="{8AF3393F-AD6B-4DCF-B0AF-DDFB7D7BF5D3}"/>
              </a:ext>
            </a:extLst>
          </p:cNvPr>
          <p:cNvSpPr>
            <a:spLocks noGrp="1"/>
          </p:cNvSpPr>
          <p:nvPr/>
        </p:nvSpPr>
        <p:spPr>
          <a:xfrm>
            <a:off x="3407096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5" name="F1_main_prauc_1214">
            <a:extLst>
              <a:ext uri="{FF2B5EF4-FFF2-40B4-BE49-F238E27FC236}">
                <a16:creationId xmlns:a16="http://schemas.microsoft.com/office/drawing/2014/main" id="{82C091FC-C9E6-4B9D-BB1D-83829943AC61}"/>
              </a:ext>
            </a:extLst>
          </p:cNvPr>
          <p:cNvSpPr>
            <a:spLocks noGrp="1"/>
          </p:cNvSpPr>
          <p:nvPr/>
        </p:nvSpPr>
        <p:spPr>
          <a:xfrm>
            <a:off x="350266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6" name="F1_main_prauc_1215">
            <a:extLst>
              <a:ext uri="{FF2B5EF4-FFF2-40B4-BE49-F238E27FC236}">
                <a16:creationId xmlns:a16="http://schemas.microsoft.com/office/drawing/2014/main" id="{A7970191-A938-4980-8672-FE98F567F3D4}"/>
              </a:ext>
            </a:extLst>
          </p:cNvPr>
          <p:cNvSpPr>
            <a:spLocks noGrp="1"/>
          </p:cNvSpPr>
          <p:nvPr/>
        </p:nvSpPr>
        <p:spPr>
          <a:xfrm>
            <a:off x="3494297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7" name="F1_main_prauc_1216">
            <a:extLst>
              <a:ext uri="{FF2B5EF4-FFF2-40B4-BE49-F238E27FC236}">
                <a16:creationId xmlns:a16="http://schemas.microsoft.com/office/drawing/2014/main" id="{76C539C9-C53D-4BFB-9064-5C20A8374C5C}"/>
              </a:ext>
            </a:extLst>
          </p:cNvPr>
          <p:cNvSpPr>
            <a:spLocks noGrp="1"/>
          </p:cNvSpPr>
          <p:nvPr/>
        </p:nvSpPr>
        <p:spPr>
          <a:xfrm>
            <a:off x="339881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8" name="F1_main_prauc_1217">
            <a:extLst>
              <a:ext uri="{FF2B5EF4-FFF2-40B4-BE49-F238E27FC236}">
                <a16:creationId xmlns:a16="http://schemas.microsoft.com/office/drawing/2014/main" id="{2E338602-A3CE-4C3F-A827-2523D784F4AA}"/>
              </a:ext>
            </a:extLst>
          </p:cNvPr>
          <p:cNvSpPr>
            <a:spLocks noGrp="1"/>
          </p:cNvSpPr>
          <p:nvPr/>
        </p:nvSpPr>
        <p:spPr>
          <a:xfrm>
            <a:off x="35685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9" name="F1_main_prauc_1218">
            <a:extLst>
              <a:ext uri="{FF2B5EF4-FFF2-40B4-BE49-F238E27FC236}">
                <a16:creationId xmlns:a16="http://schemas.microsoft.com/office/drawing/2014/main" id="{6883EAAF-E19D-413E-9DCC-D3BE2B683DAC}"/>
              </a:ext>
            </a:extLst>
          </p:cNvPr>
          <p:cNvSpPr>
            <a:spLocks noGrp="1"/>
          </p:cNvSpPr>
          <p:nvPr/>
        </p:nvSpPr>
        <p:spPr>
          <a:xfrm>
            <a:off x="346181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0" name="F1_main_prauc_1219">
            <a:extLst>
              <a:ext uri="{FF2B5EF4-FFF2-40B4-BE49-F238E27FC236}">
                <a16:creationId xmlns:a16="http://schemas.microsoft.com/office/drawing/2014/main" id="{E06260B0-C2BE-4669-8EB9-67D3A2E3F02C}"/>
              </a:ext>
            </a:extLst>
          </p:cNvPr>
          <p:cNvSpPr>
            <a:spLocks noGrp="1"/>
          </p:cNvSpPr>
          <p:nvPr/>
        </p:nvSpPr>
        <p:spPr>
          <a:xfrm>
            <a:off x="3413648" y="50483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1" name="F1_main_prauc_1220">
            <a:extLst>
              <a:ext uri="{FF2B5EF4-FFF2-40B4-BE49-F238E27FC236}">
                <a16:creationId xmlns:a16="http://schemas.microsoft.com/office/drawing/2014/main" id="{1D9BEF66-AA69-404B-AA21-9B53F210F4AD}"/>
              </a:ext>
            </a:extLst>
          </p:cNvPr>
          <p:cNvSpPr>
            <a:spLocks noGrp="1"/>
          </p:cNvSpPr>
          <p:nvPr/>
        </p:nvSpPr>
        <p:spPr>
          <a:xfrm>
            <a:off x="346816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2" name="F1_main_prauc_1221">
            <a:extLst>
              <a:ext uri="{FF2B5EF4-FFF2-40B4-BE49-F238E27FC236}">
                <a16:creationId xmlns:a16="http://schemas.microsoft.com/office/drawing/2014/main" id="{AEABAA8F-ED2B-4A32-979C-81B746BF47F1}"/>
              </a:ext>
            </a:extLst>
          </p:cNvPr>
          <p:cNvSpPr>
            <a:spLocks noGrp="1"/>
          </p:cNvSpPr>
          <p:nvPr/>
        </p:nvSpPr>
        <p:spPr>
          <a:xfrm>
            <a:off x="335316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3" name="F1_main_prauc_1222">
            <a:extLst>
              <a:ext uri="{FF2B5EF4-FFF2-40B4-BE49-F238E27FC236}">
                <a16:creationId xmlns:a16="http://schemas.microsoft.com/office/drawing/2014/main" id="{88C61F77-ADAA-49B5-9150-B23FA83CD547}"/>
              </a:ext>
            </a:extLst>
          </p:cNvPr>
          <p:cNvSpPr>
            <a:spLocks noGrp="1"/>
          </p:cNvSpPr>
          <p:nvPr/>
        </p:nvSpPr>
        <p:spPr>
          <a:xfrm>
            <a:off x="3359655" y="477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4" name="F1_main_prauc_1223">
            <a:extLst>
              <a:ext uri="{FF2B5EF4-FFF2-40B4-BE49-F238E27FC236}">
                <a16:creationId xmlns:a16="http://schemas.microsoft.com/office/drawing/2014/main" id="{01D10B0C-2810-4CA6-8E99-360DDB93DC29}"/>
              </a:ext>
            </a:extLst>
          </p:cNvPr>
          <p:cNvSpPr>
            <a:spLocks noGrp="1"/>
          </p:cNvSpPr>
          <p:nvPr/>
        </p:nvSpPr>
        <p:spPr>
          <a:xfrm>
            <a:off x="3427860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5" name="F1_main_prauc_1224">
            <a:extLst>
              <a:ext uri="{FF2B5EF4-FFF2-40B4-BE49-F238E27FC236}">
                <a16:creationId xmlns:a16="http://schemas.microsoft.com/office/drawing/2014/main" id="{4CFE6CE7-73F4-4CA0-BCB3-D2E5968E8064}"/>
              </a:ext>
            </a:extLst>
          </p:cNvPr>
          <p:cNvSpPr>
            <a:spLocks noGrp="1"/>
          </p:cNvSpPr>
          <p:nvPr/>
        </p:nvSpPr>
        <p:spPr>
          <a:xfrm>
            <a:off x="335120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6" name="F1_main_prauc_1225">
            <a:extLst>
              <a:ext uri="{FF2B5EF4-FFF2-40B4-BE49-F238E27FC236}">
                <a16:creationId xmlns:a16="http://schemas.microsoft.com/office/drawing/2014/main" id="{EFC24172-0A66-4A7C-8E62-BA1BAC3B76D4}"/>
              </a:ext>
            </a:extLst>
          </p:cNvPr>
          <p:cNvSpPr>
            <a:spLocks noGrp="1"/>
          </p:cNvSpPr>
          <p:nvPr/>
        </p:nvSpPr>
        <p:spPr>
          <a:xfrm>
            <a:off x="3426619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7" name="F1_main_prauc_1226">
            <a:extLst>
              <a:ext uri="{FF2B5EF4-FFF2-40B4-BE49-F238E27FC236}">
                <a16:creationId xmlns:a16="http://schemas.microsoft.com/office/drawing/2014/main" id="{0DB7F463-45C1-412D-9903-6128B433B36D}"/>
              </a:ext>
            </a:extLst>
          </p:cNvPr>
          <p:cNvSpPr>
            <a:spLocks noGrp="1"/>
          </p:cNvSpPr>
          <p:nvPr/>
        </p:nvSpPr>
        <p:spPr>
          <a:xfrm>
            <a:off x="337545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8" name="F1_main_prauc_1227">
            <a:extLst>
              <a:ext uri="{FF2B5EF4-FFF2-40B4-BE49-F238E27FC236}">
                <a16:creationId xmlns:a16="http://schemas.microsoft.com/office/drawing/2014/main" id="{040AE84B-412E-463D-8023-61641AFA701D}"/>
              </a:ext>
            </a:extLst>
          </p:cNvPr>
          <p:cNvSpPr>
            <a:spLocks noGrp="1"/>
          </p:cNvSpPr>
          <p:nvPr/>
        </p:nvSpPr>
        <p:spPr>
          <a:xfrm>
            <a:off x="3494027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9" name="F1_main_prauc_1228">
            <a:extLst>
              <a:ext uri="{FF2B5EF4-FFF2-40B4-BE49-F238E27FC236}">
                <a16:creationId xmlns:a16="http://schemas.microsoft.com/office/drawing/2014/main" id="{689CFF36-196E-489F-A448-E73FCD319046}"/>
              </a:ext>
            </a:extLst>
          </p:cNvPr>
          <p:cNvSpPr>
            <a:spLocks noGrp="1"/>
          </p:cNvSpPr>
          <p:nvPr/>
        </p:nvSpPr>
        <p:spPr>
          <a:xfrm>
            <a:off x="354132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0" name="F1_main_prauc_1229">
            <a:extLst>
              <a:ext uri="{FF2B5EF4-FFF2-40B4-BE49-F238E27FC236}">
                <a16:creationId xmlns:a16="http://schemas.microsoft.com/office/drawing/2014/main" id="{7B89BC83-6A3F-434D-BFBB-DEBAC3A2D99F}"/>
              </a:ext>
            </a:extLst>
          </p:cNvPr>
          <p:cNvSpPr>
            <a:spLocks noGrp="1"/>
          </p:cNvSpPr>
          <p:nvPr/>
        </p:nvSpPr>
        <p:spPr>
          <a:xfrm>
            <a:off x="3372456" y="52235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1" name="F1_main_prauc_1230">
            <a:extLst>
              <a:ext uri="{FF2B5EF4-FFF2-40B4-BE49-F238E27FC236}">
                <a16:creationId xmlns:a16="http://schemas.microsoft.com/office/drawing/2014/main" id="{80AFD3DE-39C1-49AE-96AE-A48AEAA27FBA}"/>
              </a:ext>
            </a:extLst>
          </p:cNvPr>
          <p:cNvSpPr>
            <a:spLocks noGrp="1"/>
          </p:cNvSpPr>
          <p:nvPr/>
        </p:nvSpPr>
        <p:spPr>
          <a:xfrm>
            <a:off x="340918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2" name="F1_main_prauc_1231">
            <a:extLst>
              <a:ext uri="{FF2B5EF4-FFF2-40B4-BE49-F238E27FC236}">
                <a16:creationId xmlns:a16="http://schemas.microsoft.com/office/drawing/2014/main" id="{DC34F2CA-A599-4177-8E51-0E7A76C1A929}"/>
              </a:ext>
            </a:extLst>
          </p:cNvPr>
          <p:cNvSpPr>
            <a:spLocks noGrp="1"/>
          </p:cNvSpPr>
          <p:nvPr/>
        </p:nvSpPr>
        <p:spPr>
          <a:xfrm>
            <a:off x="350992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3" name="F1_main_prauc_1232">
            <a:extLst>
              <a:ext uri="{FF2B5EF4-FFF2-40B4-BE49-F238E27FC236}">
                <a16:creationId xmlns:a16="http://schemas.microsoft.com/office/drawing/2014/main" id="{AE257779-0DCD-4911-A778-38C79CF80882}"/>
              </a:ext>
            </a:extLst>
          </p:cNvPr>
          <p:cNvSpPr>
            <a:spLocks noGrp="1"/>
          </p:cNvSpPr>
          <p:nvPr/>
        </p:nvSpPr>
        <p:spPr>
          <a:xfrm>
            <a:off x="3425879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4" name="F1_main_prauc_1233">
            <a:extLst>
              <a:ext uri="{FF2B5EF4-FFF2-40B4-BE49-F238E27FC236}">
                <a16:creationId xmlns:a16="http://schemas.microsoft.com/office/drawing/2014/main" id="{2E255741-749B-456C-96ED-1FB3D9CF9B6B}"/>
              </a:ext>
            </a:extLst>
          </p:cNvPr>
          <p:cNvSpPr>
            <a:spLocks noGrp="1"/>
          </p:cNvSpPr>
          <p:nvPr/>
        </p:nvSpPr>
        <p:spPr>
          <a:xfrm>
            <a:off x="3391241" y="45916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5" name="F1_main_prauc_1234">
            <a:extLst>
              <a:ext uri="{FF2B5EF4-FFF2-40B4-BE49-F238E27FC236}">
                <a16:creationId xmlns:a16="http://schemas.microsoft.com/office/drawing/2014/main" id="{DC174CCE-C974-42DB-8776-CC00260ABF22}"/>
              </a:ext>
            </a:extLst>
          </p:cNvPr>
          <p:cNvSpPr>
            <a:spLocks noGrp="1"/>
          </p:cNvSpPr>
          <p:nvPr/>
        </p:nvSpPr>
        <p:spPr>
          <a:xfrm>
            <a:off x="3593927" y="36498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6" name="F1_main_prauc_1235">
            <a:extLst>
              <a:ext uri="{FF2B5EF4-FFF2-40B4-BE49-F238E27FC236}">
                <a16:creationId xmlns:a16="http://schemas.microsoft.com/office/drawing/2014/main" id="{A44C6D22-CE45-4FAA-9670-383E2B90B628}"/>
              </a:ext>
            </a:extLst>
          </p:cNvPr>
          <p:cNvSpPr>
            <a:spLocks noGrp="1"/>
          </p:cNvSpPr>
          <p:nvPr/>
        </p:nvSpPr>
        <p:spPr>
          <a:xfrm>
            <a:off x="334846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7" name="F1_main_prauc_1236">
            <a:extLst>
              <a:ext uri="{FF2B5EF4-FFF2-40B4-BE49-F238E27FC236}">
                <a16:creationId xmlns:a16="http://schemas.microsoft.com/office/drawing/2014/main" id="{5EEFC6BB-5D6A-439C-9CA9-336119D69AAD}"/>
              </a:ext>
            </a:extLst>
          </p:cNvPr>
          <p:cNvSpPr>
            <a:spLocks noGrp="1"/>
          </p:cNvSpPr>
          <p:nvPr/>
        </p:nvSpPr>
        <p:spPr>
          <a:xfrm>
            <a:off x="353478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8" name="F1_main_prauc_1237">
            <a:extLst>
              <a:ext uri="{FF2B5EF4-FFF2-40B4-BE49-F238E27FC236}">
                <a16:creationId xmlns:a16="http://schemas.microsoft.com/office/drawing/2014/main" id="{258ECA30-52C1-4C09-ADC7-F0A0847E45B3}"/>
              </a:ext>
            </a:extLst>
          </p:cNvPr>
          <p:cNvSpPr>
            <a:spLocks noGrp="1"/>
          </p:cNvSpPr>
          <p:nvPr/>
        </p:nvSpPr>
        <p:spPr>
          <a:xfrm>
            <a:off x="338399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9" name="F1_main_prauc_1238">
            <a:extLst>
              <a:ext uri="{FF2B5EF4-FFF2-40B4-BE49-F238E27FC236}">
                <a16:creationId xmlns:a16="http://schemas.microsoft.com/office/drawing/2014/main" id="{7A436383-2BBE-468B-B202-9FFA77CD20CF}"/>
              </a:ext>
            </a:extLst>
          </p:cNvPr>
          <p:cNvSpPr>
            <a:spLocks noGrp="1"/>
          </p:cNvSpPr>
          <p:nvPr/>
        </p:nvSpPr>
        <p:spPr>
          <a:xfrm>
            <a:off x="3344887" y="37133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0" name="F1_main_prauc_1239">
            <a:extLst>
              <a:ext uri="{FF2B5EF4-FFF2-40B4-BE49-F238E27FC236}">
                <a16:creationId xmlns:a16="http://schemas.microsoft.com/office/drawing/2014/main" id="{997EEE5E-86C7-4B33-880E-4A18DE718BD6}"/>
              </a:ext>
            </a:extLst>
          </p:cNvPr>
          <p:cNvSpPr>
            <a:spLocks noGrp="1"/>
          </p:cNvSpPr>
          <p:nvPr/>
        </p:nvSpPr>
        <p:spPr>
          <a:xfrm>
            <a:off x="3569561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1" name="F1_main_prauc_1240">
            <a:extLst>
              <a:ext uri="{FF2B5EF4-FFF2-40B4-BE49-F238E27FC236}">
                <a16:creationId xmlns:a16="http://schemas.microsoft.com/office/drawing/2014/main" id="{13C540ED-1E0A-4360-BB76-AC50D10D145D}"/>
              </a:ext>
            </a:extLst>
          </p:cNvPr>
          <p:cNvSpPr>
            <a:spLocks noGrp="1"/>
          </p:cNvSpPr>
          <p:nvPr/>
        </p:nvSpPr>
        <p:spPr>
          <a:xfrm>
            <a:off x="340809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2" name="F1_main_prauc_1241">
            <a:extLst>
              <a:ext uri="{FF2B5EF4-FFF2-40B4-BE49-F238E27FC236}">
                <a16:creationId xmlns:a16="http://schemas.microsoft.com/office/drawing/2014/main" id="{C2066BA0-856D-4664-ACD7-F70035CCBE2A}"/>
              </a:ext>
            </a:extLst>
          </p:cNvPr>
          <p:cNvSpPr>
            <a:spLocks noGrp="1"/>
          </p:cNvSpPr>
          <p:nvPr/>
        </p:nvSpPr>
        <p:spPr>
          <a:xfrm>
            <a:off x="3451703" y="5157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3" name="F1_main_prauc_1242">
            <a:extLst>
              <a:ext uri="{FF2B5EF4-FFF2-40B4-BE49-F238E27FC236}">
                <a16:creationId xmlns:a16="http://schemas.microsoft.com/office/drawing/2014/main" id="{985F43E9-3894-4515-9C80-5DE17D7C9AD2}"/>
              </a:ext>
            </a:extLst>
          </p:cNvPr>
          <p:cNvSpPr>
            <a:spLocks noGrp="1"/>
          </p:cNvSpPr>
          <p:nvPr/>
        </p:nvSpPr>
        <p:spPr>
          <a:xfrm>
            <a:off x="3364866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4" name="F1_main_prauc_1243">
            <a:extLst>
              <a:ext uri="{FF2B5EF4-FFF2-40B4-BE49-F238E27FC236}">
                <a16:creationId xmlns:a16="http://schemas.microsoft.com/office/drawing/2014/main" id="{1210909E-C00E-4012-8BB6-2385BD0F9CC1}"/>
              </a:ext>
            </a:extLst>
          </p:cNvPr>
          <p:cNvSpPr>
            <a:spLocks noGrp="1"/>
          </p:cNvSpPr>
          <p:nvPr/>
        </p:nvSpPr>
        <p:spPr>
          <a:xfrm>
            <a:off x="337269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5" name="F1_main_prauc_1244">
            <a:extLst>
              <a:ext uri="{FF2B5EF4-FFF2-40B4-BE49-F238E27FC236}">
                <a16:creationId xmlns:a16="http://schemas.microsoft.com/office/drawing/2014/main" id="{AA737DEF-DD79-4C88-8BD4-80B676427554}"/>
              </a:ext>
            </a:extLst>
          </p:cNvPr>
          <p:cNvSpPr>
            <a:spLocks noGrp="1"/>
          </p:cNvSpPr>
          <p:nvPr/>
        </p:nvSpPr>
        <p:spPr>
          <a:xfrm>
            <a:off x="3539800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6" name="F1_main_prauc_1245">
            <a:extLst>
              <a:ext uri="{FF2B5EF4-FFF2-40B4-BE49-F238E27FC236}">
                <a16:creationId xmlns:a16="http://schemas.microsoft.com/office/drawing/2014/main" id="{50821969-C77B-4EFA-BB61-AEE3E01C496C}"/>
              </a:ext>
            </a:extLst>
          </p:cNvPr>
          <p:cNvSpPr>
            <a:spLocks noGrp="1"/>
          </p:cNvSpPr>
          <p:nvPr/>
        </p:nvSpPr>
        <p:spPr>
          <a:xfrm>
            <a:off x="34499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7" name="F1_main_prauc_1246">
            <a:extLst>
              <a:ext uri="{FF2B5EF4-FFF2-40B4-BE49-F238E27FC236}">
                <a16:creationId xmlns:a16="http://schemas.microsoft.com/office/drawing/2014/main" id="{B89F4ACF-8626-4482-8D1D-94DC8EA70813}"/>
              </a:ext>
            </a:extLst>
          </p:cNvPr>
          <p:cNvSpPr>
            <a:spLocks noGrp="1"/>
          </p:cNvSpPr>
          <p:nvPr/>
        </p:nvSpPr>
        <p:spPr>
          <a:xfrm>
            <a:off x="3549925" y="3900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8" name="F1_main_prauc_1247">
            <a:extLst>
              <a:ext uri="{FF2B5EF4-FFF2-40B4-BE49-F238E27FC236}">
                <a16:creationId xmlns:a16="http://schemas.microsoft.com/office/drawing/2014/main" id="{DE8C2DF2-BBDE-46DD-BC18-D8FC034D5D9C}"/>
              </a:ext>
            </a:extLst>
          </p:cNvPr>
          <p:cNvSpPr>
            <a:spLocks noGrp="1"/>
          </p:cNvSpPr>
          <p:nvPr/>
        </p:nvSpPr>
        <p:spPr>
          <a:xfrm>
            <a:off x="3497080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9" name="F1_main_prauc_1248">
            <a:extLst>
              <a:ext uri="{FF2B5EF4-FFF2-40B4-BE49-F238E27FC236}">
                <a16:creationId xmlns:a16="http://schemas.microsoft.com/office/drawing/2014/main" id="{177202EF-15F3-4EB8-B0B7-C4E3EB61EAA1}"/>
              </a:ext>
            </a:extLst>
          </p:cNvPr>
          <p:cNvSpPr>
            <a:spLocks noGrp="1"/>
          </p:cNvSpPr>
          <p:nvPr/>
        </p:nvSpPr>
        <p:spPr>
          <a:xfrm>
            <a:off x="339122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0" name="F1_main_prauc_1249">
            <a:extLst>
              <a:ext uri="{FF2B5EF4-FFF2-40B4-BE49-F238E27FC236}">
                <a16:creationId xmlns:a16="http://schemas.microsoft.com/office/drawing/2014/main" id="{3D3BC1CB-D443-4CF1-A8F3-952CB28DBE96}"/>
              </a:ext>
            </a:extLst>
          </p:cNvPr>
          <p:cNvSpPr>
            <a:spLocks noGrp="1"/>
          </p:cNvSpPr>
          <p:nvPr/>
        </p:nvSpPr>
        <p:spPr>
          <a:xfrm>
            <a:off x="345691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1" name="F1_main_prauc_1250">
            <a:extLst>
              <a:ext uri="{FF2B5EF4-FFF2-40B4-BE49-F238E27FC236}">
                <a16:creationId xmlns:a16="http://schemas.microsoft.com/office/drawing/2014/main" id="{4D109E57-C963-49C8-8FB5-DD2CBDBA061B}"/>
              </a:ext>
            </a:extLst>
          </p:cNvPr>
          <p:cNvSpPr>
            <a:spLocks noGrp="1"/>
          </p:cNvSpPr>
          <p:nvPr/>
        </p:nvSpPr>
        <p:spPr>
          <a:xfrm>
            <a:off x="3473734" y="4854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2" name="F1_main_prauc_1251">
            <a:extLst>
              <a:ext uri="{FF2B5EF4-FFF2-40B4-BE49-F238E27FC236}">
                <a16:creationId xmlns:a16="http://schemas.microsoft.com/office/drawing/2014/main" id="{5473F0E3-D6E8-437F-8435-A1F0A300B644}"/>
              </a:ext>
            </a:extLst>
          </p:cNvPr>
          <p:cNvSpPr>
            <a:spLocks noGrp="1"/>
          </p:cNvSpPr>
          <p:nvPr/>
        </p:nvSpPr>
        <p:spPr>
          <a:xfrm>
            <a:off x="342851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3" name="F1_main_prauc_1252">
            <a:extLst>
              <a:ext uri="{FF2B5EF4-FFF2-40B4-BE49-F238E27FC236}">
                <a16:creationId xmlns:a16="http://schemas.microsoft.com/office/drawing/2014/main" id="{D794D548-9CC2-415E-81E2-8A4DF31AAEDC}"/>
              </a:ext>
            </a:extLst>
          </p:cNvPr>
          <p:cNvSpPr>
            <a:spLocks noGrp="1"/>
          </p:cNvSpPr>
          <p:nvPr/>
        </p:nvSpPr>
        <p:spPr>
          <a:xfrm>
            <a:off x="354417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4" name="F1_main_prauc_1253">
            <a:extLst>
              <a:ext uri="{FF2B5EF4-FFF2-40B4-BE49-F238E27FC236}">
                <a16:creationId xmlns:a16="http://schemas.microsoft.com/office/drawing/2014/main" id="{0AE88270-FBE0-4F04-B507-54C81EBF0942}"/>
              </a:ext>
            </a:extLst>
          </p:cNvPr>
          <p:cNvSpPr>
            <a:spLocks noGrp="1"/>
          </p:cNvSpPr>
          <p:nvPr/>
        </p:nvSpPr>
        <p:spPr>
          <a:xfrm>
            <a:off x="348142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5" name="F1_main_prauc_1254">
            <a:extLst>
              <a:ext uri="{FF2B5EF4-FFF2-40B4-BE49-F238E27FC236}">
                <a16:creationId xmlns:a16="http://schemas.microsoft.com/office/drawing/2014/main" id="{6385CB13-1B62-450F-A074-36806A57241D}"/>
              </a:ext>
            </a:extLst>
          </p:cNvPr>
          <p:cNvSpPr>
            <a:spLocks noGrp="1"/>
          </p:cNvSpPr>
          <p:nvPr/>
        </p:nvSpPr>
        <p:spPr>
          <a:xfrm>
            <a:off x="33497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6" name="F1_main_prauc_1255">
            <a:extLst>
              <a:ext uri="{FF2B5EF4-FFF2-40B4-BE49-F238E27FC236}">
                <a16:creationId xmlns:a16="http://schemas.microsoft.com/office/drawing/2014/main" id="{5F45C621-B068-4345-A802-4A7D0FAF8F3D}"/>
              </a:ext>
            </a:extLst>
          </p:cNvPr>
          <p:cNvSpPr>
            <a:spLocks noGrp="1"/>
          </p:cNvSpPr>
          <p:nvPr/>
        </p:nvSpPr>
        <p:spPr>
          <a:xfrm>
            <a:off x="3492734" y="4207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7" name="F1_main_prauc_1256">
            <a:extLst>
              <a:ext uri="{FF2B5EF4-FFF2-40B4-BE49-F238E27FC236}">
                <a16:creationId xmlns:a16="http://schemas.microsoft.com/office/drawing/2014/main" id="{BA9ADA11-AF9B-4853-9468-36F587E7220E}"/>
              </a:ext>
            </a:extLst>
          </p:cNvPr>
          <p:cNvSpPr>
            <a:spLocks noGrp="1"/>
          </p:cNvSpPr>
          <p:nvPr/>
        </p:nvSpPr>
        <p:spPr>
          <a:xfrm>
            <a:off x="3431302" y="31128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8" name="F1_main_prauc_1257">
            <a:extLst>
              <a:ext uri="{FF2B5EF4-FFF2-40B4-BE49-F238E27FC236}">
                <a16:creationId xmlns:a16="http://schemas.microsoft.com/office/drawing/2014/main" id="{5F24EA0B-CD31-448D-91AA-EE115D2F649B}"/>
              </a:ext>
            </a:extLst>
          </p:cNvPr>
          <p:cNvSpPr>
            <a:spLocks noGrp="1"/>
          </p:cNvSpPr>
          <p:nvPr/>
        </p:nvSpPr>
        <p:spPr>
          <a:xfrm>
            <a:off x="3513798" y="54585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9" name="F1_main_prauc_1258">
            <a:extLst>
              <a:ext uri="{FF2B5EF4-FFF2-40B4-BE49-F238E27FC236}">
                <a16:creationId xmlns:a16="http://schemas.microsoft.com/office/drawing/2014/main" id="{6108A0A5-A8BC-4AE9-ACD6-70FB1DF69E7B}"/>
              </a:ext>
            </a:extLst>
          </p:cNvPr>
          <p:cNvSpPr>
            <a:spLocks noGrp="1"/>
          </p:cNvSpPr>
          <p:nvPr/>
        </p:nvSpPr>
        <p:spPr>
          <a:xfrm>
            <a:off x="349387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0" name="F1_main_prauc_1259">
            <a:extLst>
              <a:ext uri="{FF2B5EF4-FFF2-40B4-BE49-F238E27FC236}">
                <a16:creationId xmlns:a16="http://schemas.microsoft.com/office/drawing/2014/main" id="{1E267060-03C9-4D0D-91D0-4D0FA993F5A0}"/>
              </a:ext>
            </a:extLst>
          </p:cNvPr>
          <p:cNvSpPr>
            <a:spLocks noGrp="1"/>
          </p:cNvSpPr>
          <p:nvPr/>
        </p:nvSpPr>
        <p:spPr>
          <a:xfrm>
            <a:off x="348388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1" name="F1_main_prauc_1260">
            <a:extLst>
              <a:ext uri="{FF2B5EF4-FFF2-40B4-BE49-F238E27FC236}">
                <a16:creationId xmlns:a16="http://schemas.microsoft.com/office/drawing/2014/main" id="{C057308F-0922-490B-BD48-7AC23F290FA8}"/>
              </a:ext>
            </a:extLst>
          </p:cNvPr>
          <p:cNvSpPr>
            <a:spLocks noGrp="1"/>
          </p:cNvSpPr>
          <p:nvPr/>
        </p:nvSpPr>
        <p:spPr>
          <a:xfrm>
            <a:off x="3465785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2" name="F1_main_prauc_1261">
            <a:extLst>
              <a:ext uri="{FF2B5EF4-FFF2-40B4-BE49-F238E27FC236}">
                <a16:creationId xmlns:a16="http://schemas.microsoft.com/office/drawing/2014/main" id="{1F451CC4-9255-4F57-B626-7E8334E63CE5}"/>
              </a:ext>
            </a:extLst>
          </p:cNvPr>
          <p:cNvSpPr>
            <a:spLocks noGrp="1"/>
          </p:cNvSpPr>
          <p:nvPr/>
        </p:nvSpPr>
        <p:spPr>
          <a:xfrm>
            <a:off x="348249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3" name="F1_main_prauc_1262">
            <a:extLst>
              <a:ext uri="{FF2B5EF4-FFF2-40B4-BE49-F238E27FC236}">
                <a16:creationId xmlns:a16="http://schemas.microsoft.com/office/drawing/2014/main" id="{DEE354B8-8932-4156-A428-2E5C92388010}"/>
              </a:ext>
            </a:extLst>
          </p:cNvPr>
          <p:cNvSpPr>
            <a:spLocks noGrp="1"/>
          </p:cNvSpPr>
          <p:nvPr/>
        </p:nvSpPr>
        <p:spPr>
          <a:xfrm>
            <a:off x="33686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4" name="F1_main_prauc_1263">
            <a:extLst>
              <a:ext uri="{FF2B5EF4-FFF2-40B4-BE49-F238E27FC236}">
                <a16:creationId xmlns:a16="http://schemas.microsoft.com/office/drawing/2014/main" id="{47D759FA-7F9E-4CC0-8F43-16557A20D5B0}"/>
              </a:ext>
            </a:extLst>
          </p:cNvPr>
          <p:cNvSpPr>
            <a:spLocks noGrp="1"/>
          </p:cNvSpPr>
          <p:nvPr/>
        </p:nvSpPr>
        <p:spPr>
          <a:xfrm>
            <a:off x="334888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5" name="F1_main_prauc_1264">
            <a:extLst>
              <a:ext uri="{FF2B5EF4-FFF2-40B4-BE49-F238E27FC236}">
                <a16:creationId xmlns:a16="http://schemas.microsoft.com/office/drawing/2014/main" id="{7B188679-C591-45A2-92ED-CB9BEC58C19C}"/>
              </a:ext>
            </a:extLst>
          </p:cNvPr>
          <p:cNvSpPr>
            <a:spLocks noGrp="1"/>
          </p:cNvSpPr>
          <p:nvPr/>
        </p:nvSpPr>
        <p:spPr>
          <a:xfrm>
            <a:off x="3431728" y="60791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6" name="F1_main_prauc_1265">
            <a:extLst>
              <a:ext uri="{FF2B5EF4-FFF2-40B4-BE49-F238E27FC236}">
                <a16:creationId xmlns:a16="http://schemas.microsoft.com/office/drawing/2014/main" id="{2181F56D-4C2E-4528-8D8C-925D866FB243}"/>
              </a:ext>
            </a:extLst>
          </p:cNvPr>
          <p:cNvSpPr>
            <a:spLocks noGrp="1"/>
          </p:cNvSpPr>
          <p:nvPr/>
        </p:nvSpPr>
        <p:spPr>
          <a:xfrm>
            <a:off x="356021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7" name="F1_main_prauc_1266">
            <a:extLst>
              <a:ext uri="{FF2B5EF4-FFF2-40B4-BE49-F238E27FC236}">
                <a16:creationId xmlns:a16="http://schemas.microsoft.com/office/drawing/2014/main" id="{343DD472-A0EA-4608-97B2-55FA5A452F87}"/>
              </a:ext>
            </a:extLst>
          </p:cNvPr>
          <p:cNvSpPr>
            <a:spLocks noGrp="1"/>
          </p:cNvSpPr>
          <p:nvPr/>
        </p:nvSpPr>
        <p:spPr>
          <a:xfrm>
            <a:off x="341405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8" name="F1_main_prauc_1267">
            <a:extLst>
              <a:ext uri="{FF2B5EF4-FFF2-40B4-BE49-F238E27FC236}">
                <a16:creationId xmlns:a16="http://schemas.microsoft.com/office/drawing/2014/main" id="{E0427CD7-89DA-4937-9A9A-D4CCB166C1E5}"/>
              </a:ext>
            </a:extLst>
          </p:cNvPr>
          <p:cNvSpPr>
            <a:spLocks noGrp="1"/>
          </p:cNvSpPr>
          <p:nvPr/>
        </p:nvSpPr>
        <p:spPr>
          <a:xfrm>
            <a:off x="340963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9" name="F1_main_prauc_1268">
            <a:extLst>
              <a:ext uri="{FF2B5EF4-FFF2-40B4-BE49-F238E27FC236}">
                <a16:creationId xmlns:a16="http://schemas.microsoft.com/office/drawing/2014/main" id="{164692F0-937F-490E-80CC-55B79FA86C4C}"/>
              </a:ext>
            </a:extLst>
          </p:cNvPr>
          <p:cNvSpPr>
            <a:spLocks noGrp="1"/>
          </p:cNvSpPr>
          <p:nvPr/>
        </p:nvSpPr>
        <p:spPr>
          <a:xfrm>
            <a:off x="3452209" y="4790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0" name="F1_main_prauc_1269">
            <a:extLst>
              <a:ext uri="{FF2B5EF4-FFF2-40B4-BE49-F238E27FC236}">
                <a16:creationId xmlns:a16="http://schemas.microsoft.com/office/drawing/2014/main" id="{7FB40953-2AFB-40DA-81C5-EA19E7B8826C}"/>
              </a:ext>
            </a:extLst>
          </p:cNvPr>
          <p:cNvSpPr>
            <a:spLocks noGrp="1"/>
          </p:cNvSpPr>
          <p:nvPr/>
        </p:nvSpPr>
        <p:spPr>
          <a:xfrm>
            <a:off x="34292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1" name="F1_main_prauc_1270">
            <a:extLst>
              <a:ext uri="{FF2B5EF4-FFF2-40B4-BE49-F238E27FC236}">
                <a16:creationId xmlns:a16="http://schemas.microsoft.com/office/drawing/2014/main" id="{2A71C65A-138A-4A10-BAAC-22540DA73556}"/>
              </a:ext>
            </a:extLst>
          </p:cNvPr>
          <p:cNvSpPr>
            <a:spLocks noGrp="1"/>
          </p:cNvSpPr>
          <p:nvPr/>
        </p:nvSpPr>
        <p:spPr>
          <a:xfrm>
            <a:off x="3455917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2" name="F1_main_prauc_1271">
            <a:extLst>
              <a:ext uri="{FF2B5EF4-FFF2-40B4-BE49-F238E27FC236}">
                <a16:creationId xmlns:a16="http://schemas.microsoft.com/office/drawing/2014/main" id="{4D8F644D-4763-45E2-882E-647DFDC1743A}"/>
              </a:ext>
            </a:extLst>
          </p:cNvPr>
          <p:cNvSpPr>
            <a:spLocks noGrp="1"/>
          </p:cNvSpPr>
          <p:nvPr/>
        </p:nvSpPr>
        <p:spPr>
          <a:xfrm>
            <a:off x="359294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3" name="F1_main_prauc_1272">
            <a:extLst>
              <a:ext uri="{FF2B5EF4-FFF2-40B4-BE49-F238E27FC236}">
                <a16:creationId xmlns:a16="http://schemas.microsoft.com/office/drawing/2014/main" id="{FE3E6B23-4B7E-4065-A2A7-4A936F6ED760}"/>
              </a:ext>
            </a:extLst>
          </p:cNvPr>
          <p:cNvSpPr>
            <a:spLocks noGrp="1"/>
          </p:cNvSpPr>
          <p:nvPr/>
        </p:nvSpPr>
        <p:spPr>
          <a:xfrm>
            <a:off x="334396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4" name="F1_main_prauc_1273">
            <a:extLst>
              <a:ext uri="{FF2B5EF4-FFF2-40B4-BE49-F238E27FC236}">
                <a16:creationId xmlns:a16="http://schemas.microsoft.com/office/drawing/2014/main" id="{46E12233-FBA5-4969-9043-4F4A9A1EFE44}"/>
              </a:ext>
            </a:extLst>
          </p:cNvPr>
          <p:cNvSpPr>
            <a:spLocks noGrp="1"/>
          </p:cNvSpPr>
          <p:nvPr/>
        </p:nvSpPr>
        <p:spPr>
          <a:xfrm>
            <a:off x="3428388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5" name="F1_main_prauc_1274">
            <a:extLst>
              <a:ext uri="{FF2B5EF4-FFF2-40B4-BE49-F238E27FC236}">
                <a16:creationId xmlns:a16="http://schemas.microsoft.com/office/drawing/2014/main" id="{808AA802-6039-4527-8E63-EB055CE6A473}"/>
              </a:ext>
            </a:extLst>
          </p:cNvPr>
          <p:cNvSpPr>
            <a:spLocks noGrp="1"/>
          </p:cNvSpPr>
          <p:nvPr/>
        </p:nvSpPr>
        <p:spPr>
          <a:xfrm>
            <a:off x="335168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6" name="F1_main_prauc_1275">
            <a:extLst>
              <a:ext uri="{FF2B5EF4-FFF2-40B4-BE49-F238E27FC236}">
                <a16:creationId xmlns:a16="http://schemas.microsoft.com/office/drawing/2014/main" id="{9A3E1428-0AEA-413F-BE08-A6E47C6C50EB}"/>
              </a:ext>
            </a:extLst>
          </p:cNvPr>
          <p:cNvSpPr>
            <a:spLocks noGrp="1"/>
          </p:cNvSpPr>
          <p:nvPr/>
        </p:nvSpPr>
        <p:spPr>
          <a:xfrm>
            <a:off x="33430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7" name="F1_main_prauc_1276">
            <a:extLst>
              <a:ext uri="{FF2B5EF4-FFF2-40B4-BE49-F238E27FC236}">
                <a16:creationId xmlns:a16="http://schemas.microsoft.com/office/drawing/2014/main" id="{90EBDB37-CB58-42C7-B9A5-1115BD9B3ABB}"/>
              </a:ext>
            </a:extLst>
          </p:cNvPr>
          <p:cNvSpPr>
            <a:spLocks noGrp="1"/>
          </p:cNvSpPr>
          <p:nvPr/>
        </p:nvSpPr>
        <p:spPr>
          <a:xfrm>
            <a:off x="3352678" y="51054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8" name="F1_main_prauc_1277">
            <a:extLst>
              <a:ext uri="{FF2B5EF4-FFF2-40B4-BE49-F238E27FC236}">
                <a16:creationId xmlns:a16="http://schemas.microsoft.com/office/drawing/2014/main" id="{70A4EA1E-455D-40F9-BD48-D46E2E6C0216}"/>
              </a:ext>
            </a:extLst>
          </p:cNvPr>
          <p:cNvSpPr>
            <a:spLocks noGrp="1"/>
          </p:cNvSpPr>
          <p:nvPr/>
        </p:nvSpPr>
        <p:spPr>
          <a:xfrm>
            <a:off x="336561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9" name="F1_main_prauc_1278">
            <a:extLst>
              <a:ext uri="{FF2B5EF4-FFF2-40B4-BE49-F238E27FC236}">
                <a16:creationId xmlns:a16="http://schemas.microsoft.com/office/drawing/2014/main" id="{F21FC5FC-FD21-46BE-AF42-AF31577FDD52}"/>
              </a:ext>
            </a:extLst>
          </p:cNvPr>
          <p:cNvSpPr>
            <a:spLocks noGrp="1"/>
          </p:cNvSpPr>
          <p:nvPr/>
        </p:nvSpPr>
        <p:spPr>
          <a:xfrm>
            <a:off x="3558625" y="51190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0" name="F1_main_prauc_1279">
            <a:extLst>
              <a:ext uri="{FF2B5EF4-FFF2-40B4-BE49-F238E27FC236}">
                <a16:creationId xmlns:a16="http://schemas.microsoft.com/office/drawing/2014/main" id="{EDE3C0CC-0ED4-45C2-8412-ABB1E9193DD1}"/>
              </a:ext>
            </a:extLst>
          </p:cNvPr>
          <p:cNvSpPr>
            <a:spLocks noGrp="1"/>
          </p:cNvSpPr>
          <p:nvPr/>
        </p:nvSpPr>
        <p:spPr>
          <a:xfrm>
            <a:off x="3546035" y="58425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1" name="F1_main_prauc_1280">
            <a:extLst>
              <a:ext uri="{FF2B5EF4-FFF2-40B4-BE49-F238E27FC236}">
                <a16:creationId xmlns:a16="http://schemas.microsoft.com/office/drawing/2014/main" id="{51EA65A9-F14F-4A13-9495-6183361B03C9}"/>
              </a:ext>
            </a:extLst>
          </p:cNvPr>
          <p:cNvSpPr>
            <a:spLocks noGrp="1"/>
          </p:cNvSpPr>
          <p:nvPr/>
        </p:nvSpPr>
        <p:spPr>
          <a:xfrm>
            <a:off x="3432803" y="40154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2" name="F1_main_prauc_1281">
            <a:extLst>
              <a:ext uri="{FF2B5EF4-FFF2-40B4-BE49-F238E27FC236}">
                <a16:creationId xmlns:a16="http://schemas.microsoft.com/office/drawing/2014/main" id="{FB3CDC23-19B3-45E3-8C85-1191A2D09F90}"/>
              </a:ext>
            </a:extLst>
          </p:cNvPr>
          <p:cNvSpPr>
            <a:spLocks noGrp="1"/>
          </p:cNvSpPr>
          <p:nvPr/>
        </p:nvSpPr>
        <p:spPr>
          <a:xfrm>
            <a:off x="342411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3" name="F1_main_prauc_1282">
            <a:extLst>
              <a:ext uri="{FF2B5EF4-FFF2-40B4-BE49-F238E27FC236}">
                <a16:creationId xmlns:a16="http://schemas.microsoft.com/office/drawing/2014/main" id="{135C4A8E-2374-4680-838C-D0FB8B9FFE8D}"/>
              </a:ext>
            </a:extLst>
          </p:cNvPr>
          <p:cNvSpPr>
            <a:spLocks noGrp="1"/>
          </p:cNvSpPr>
          <p:nvPr/>
        </p:nvSpPr>
        <p:spPr>
          <a:xfrm>
            <a:off x="354615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4" name="F1_main_prauc_1283">
            <a:extLst>
              <a:ext uri="{FF2B5EF4-FFF2-40B4-BE49-F238E27FC236}">
                <a16:creationId xmlns:a16="http://schemas.microsoft.com/office/drawing/2014/main" id="{B1296AEE-A7EB-4C0A-9C4E-A5C64EB3D2B8}"/>
              </a:ext>
            </a:extLst>
          </p:cNvPr>
          <p:cNvSpPr>
            <a:spLocks noGrp="1"/>
          </p:cNvSpPr>
          <p:nvPr/>
        </p:nvSpPr>
        <p:spPr>
          <a:xfrm>
            <a:off x="357505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5" name="F1_main_prauc_1284">
            <a:extLst>
              <a:ext uri="{FF2B5EF4-FFF2-40B4-BE49-F238E27FC236}">
                <a16:creationId xmlns:a16="http://schemas.microsoft.com/office/drawing/2014/main" id="{598A2AE5-D4EC-483D-AD0F-F675B02C135B}"/>
              </a:ext>
            </a:extLst>
          </p:cNvPr>
          <p:cNvSpPr>
            <a:spLocks noGrp="1"/>
          </p:cNvSpPr>
          <p:nvPr/>
        </p:nvSpPr>
        <p:spPr>
          <a:xfrm>
            <a:off x="355226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6" name="F1_main_prauc_1285">
            <a:extLst>
              <a:ext uri="{FF2B5EF4-FFF2-40B4-BE49-F238E27FC236}">
                <a16:creationId xmlns:a16="http://schemas.microsoft.com/office/drawing/2014/main" id="{1FABF677-123F-4971-93CB-EFA743972073}"/>
              </a:ext>
            </a:extLst>
          </p:cNvPr>
          <p:cNvSpPr>
            <a:spLocks noGrp="1"/>
          </p:cNvSpPr>
          <p:nvPr/>
        </p:nvSpPr>
        <p:spPr>
          <a:xfrm>
            <a:off x="338897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7" name="F1_main_prauc_1286">
            <a:extLst>
              <a:ext uri="{FF2B5EF4-FFF2-40B4-BE49-F238E27FC236}">
                <a16:creationId xmlns:a16="http://schemas.microsoft.com/office/drawing/2014/main" id="{5DDEA1EC-10E4-48BE-99EF-F6420FED4ADD}"/>
              </a:ext>
            </a:extLst>
          </p:cNvPr>
          <p:cNvSpPr>
            <a:spLocks noGrp="1"/>
          </p:cNvSpPr>
          <p:nvPr/>
        </p:nvSpPr>
        <p:spPr>
          <a:xfrm>
            <a:off x="348612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8" name="F1_main_prauc_1287">
            <a:extLst>
              <a:ext uri="{FF2B5EF4-FFF2-40B4-BE49-F238E27FC236}">
                <a16:creationId xmlns:a16="http://schemas.microsoft.com/office/drawing/2014/main" id="{2C0DA4EC-9FE7-4089-B4B0-96BBED2CDFDF}"/>
              </a:ext>
            </a:extLst>
          </p:cNvPr>
          <p:cNvSpPr>
            <a:spLocks noGrp="1"/>
          </p:cNvSpPr>
          <p:nvPr/>
        </p:nvSpPr>
        <p:spPr>
          <a:xfrm>
            <a:off x="3573334" y="3908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9" name="F1_main_prauc_1288">
            <a:extLst>
              <a:ext uri="{FF2B5EF4-FFF2-40B4-BE49-F238E27FC236}">
                <a16:creationId xmlns:a16="http://schemas.microsoft.com/office/drawing/2014/main" id="{9E6A5127-6FF8-46B0-9E4E-A755E55735A0}"/>
              </a:ext>
            </a:extLst>
          </p:cNvPr>
          <p:cNvSpPr>
            <a:spLocks noGrp="1"/>
          </p:cNvSpPr>
          <p:nvPr/>
        </p:nvSpPr>
        <p:spPr>
          <a:xfrm>
            <a:off x="3586169" y="54334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0" name="F1_main_prauc_1289">
            <a:extLst>
              <a:ext uri="{FF2B5EF4-FFF2-40B4-BE49-F238E27FC236}">
                <a16:creationId xmlns:a16="http://schemas.microsoft.com/office/drawing/2014/main" id="{F3083E25-A5E1-48B2-874B-716CE37D6206}"/>
              </a:ext>
            </a:extLst>
          </p:cNvPr>
          <p:cNvSpPr>
            <a:spLocks noGrp="1"/>
          </p:cNvSpPr>
          <p:nvPr/>
        </p:nvSpPr>
        <p:spPr>
          <a:xfrm>
            <a:off x="3526142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1" name="F1_main_prauc_1290">
            <a:extLst>
              <a:ext uri="{FF2B5EF4-FFF2-40B4-BE49-F238E27FC236}">
                <a16:creationId xmlns:a16="http://schemas.microsoft.com/office/drawing/2014/main" id="{09EB843C-ACED-49B4-B245-00F0242AC5E1}"/>
              </a:ext>
            </a:extLst>
          </p:cNvPr>
          <p:cNvSpPr>
            <a:spLocks noGrp="1"/>
          </p:cNvSpPr>
          <p:nvPr/>
        </p:nvSpPr>
        <p:spPr>
          <a:xfrm>
            <a:off x="3437029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2" name="F1_main_prauc_1291">
            <a:extLst>
              <a:ext uri="{FF2B5EF4-FFF2-40B4-BE49-F238E27FC236}">
                <a16:creationId xmlns:a16="http://schemas.microsoft.com/office/drawing/2014/main" id="{88A769BD-BC37-422C-9286-42AB4AA76F95}"/>
              </a:ext>
            </a:extLst>
          </p:cNvPr>
          <p:cNvSpPr>
            <a:spLocks noGrp="1"/>
          </p:cNvSpPr>
          <p:nvPr/>
        </p:nvSpPr>
        <p:spPr>
          <a:xfrm>
            <a:off x="3538184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3" name="F1_main_prauc_1292">
            <a:extLst>
              <a:ext uri="{FF2B5EF4-FFF2-40B4-BE49-F238E27FC236}">
                <a16:creationId xmlns:a16="http://schemas.microsoft.com/office/drawing/2014/main" id="{20486A7B-ED8C-408D-9D0C-9A34D50F6610}"/>
              </a:ext>
            </a:extLst>
          </p:cNvPr>
          <p:cNvSpPr>
            <a:spLocks noGrp="1"/>
          </p:cNvSpPr>
          <p:nvPr/>
        </p:nvSpPr>
        <p:spPr>
          <a:xfrm>
            <a:off x="3516051" y="51536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4" name="F1_main_prauc_1293">
            <a:extLst>
              <a:ext uri="{FF2B5EF4-FFF2-40B4-BE49-F238E27FC236}">
                <a16:creationId xmlns:a16="http://schemas.microsoft.com/office/drawing/2014/main" id="{A201FFC3-6A14-426D-9A02-B182989662B4}"/>
              </a:ext>
            </a:extLst>
          </p:cNvPr>
          <p:cNvSpPr>
            <a:spLocks noGrp="1"/>
          </p:cNvSpPr>
          <p:nvPr/>
        </p:nvSpPr>
        <p:spPr>
          <a:xfrm>
            <a:off x="3593296" y="42094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5" name="F1_main_prauc_1294">
            <a:extLst>
              <a:ext uri="{FF2B5EF4-FFF2-40B4-BE49-F238E27FC236}">
                <a16:creationId xmlns:a16="http://schemas.microsoft.com/office/drawing/2014/main" id="{6D2C970B-D1EC-42A8-BBC8-57DAAAB92639}"/>
              </a:ext>
            </a:extLst>
          </p:cNvPr>
          <p:cNvSpPr>
            <a:spLocks noGrp="1"/>
          </p:cNvSpPr>
          <p:nvPr/>
        </p:nvSpPr>
        <p:spPr>
          <a:xfrm>
            <a:off x="338708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6" name="F1_main_prauc_1295">
            <a:extLst>
              <a:ext uri="{FF2B5EF4-FFF2-40B4-BE49-F238E27FC236}">
                <a16:creationId xmlns:a16="http://schemas.microsoft.com/office/drawing/2014/main" id="{94C0A777-60F8-4196-B0D9-5F9C0CE47B43}"/>
              </a:ext>
            </a:extLst>
          </p:cNvPr>
          <p:cNvSpPr>
            <a:spLocks noGrp="1"/>
          </p:cNvSpPr>
          <p:nvPr/>
        </p:nvSpPr>
        <p:spPr>
          <a:xfrm>
            <a:off x="35200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7" name="F1_main_prauc_1296">
            <a:extLst>
              <a:ext uri="{FF2B5EF4-FFF2-40B4-BE49-F238E27FC236}">
                <a16:creationId xmlns:a16="http://schemas.microsoft.com/office/drawing/2014/main" id="{2D2A650F-2BFF-4908-9631-29494F185CA6}"/>
              </a:ext>
            </a:extLst>
          </p:cNvPr>
          <p:cNvSpPr>
            <a:spLocks noGrp="1"/>
          </p:cNvSpPr>
          <p:nvPr/>
        </p:nvSpPr>
        <p:spPr>
          <a:xfrm>
            <a:off x="3512127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8" name="F1_main_prauc_1297">
            <a:extLst>
              <a:ext uri="{FF2B5EF4-FFF2-40B4-BE49-F238E27FC236}">
                <a16:creationId xmlns:a16="http://schemas.microsoft.com/office/drawing/2014/main" id="{6F48D098-7E11-4C1A-9468-CC39869B065B}"/>
              </a:ext>
            </a:extLst>
          </p:cNvPr>
          <p:cNvSpPr>
            <a:spLocks noGrp="1"/>
          </p:cNvSpPr>
          <p:nvPr/>
        </p:nvSpPr>
        <p:spPr>
          <a:xfrm>
            <a:off x="34632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9" name="F1_main_prauc_1298">
            <a:extLst>
              <a:ext uri="{FF2B5EF4-FFF2-40B4-BE49-F238E27FC236}">
                <a16:creationId xmlns:a16="http://schemas.microsoft.com/office/drawing/2014/main" id="{D07AEDEB-7B68-493B-AB53-79C06E1B79C6}"/>
              </a:ext>
            </a:extLst>
          </p:cNvPr>
          <p:cNvSpPr>
            <a:spLocks noGrp="1"/>
          </p:cNvSpPr>
          <p:nvPr/>
        </p:nvSpPr>
        <p:spPr>
          <a:xfrm>
            <a:off x="3450843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0" name="F1_main_prauc_1299">
            <a:extLst>
              <a:ext uri="{FF2B5EF4-FFF2-40B4-BE49-F238E27FC236}">
                <a16:creationId xmlns:a16="http://schemas.microsoft.com/office/drawing/2014/main" id="{7A7D082D-9594-4FB2-B223-848C8AA6C13E}"/>
              </a:ext>
            </a:extLst>
          </p:cNvPr>
          <p:cNvSpPr>
            <a:spLocks noGrp="1"/>
          </p:cNvSpPr>
          <p:nvPr/>
        </p:nvSpPr>
        <p:spPr>
          <a:xfrm>
            <a:off x="3516512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1" name="F1_main_prauc_1300">
            <a:extLst>
              <a:ext uri="{FF2B5EF4-FFF2-40B4-BE49-F238E27FC236}">
                <a16:creationId xmlns:a16="http://schemas.microsoft.com/office/drawing/2014/main" id="{83A7CB59-677E-4CD9-AD1F-EF40AD8157E3}"/>
              </a:ext>
            </a:extLst>
          </p:cNvPr>
          <p:cNvSpPr>
            <a:spLocks noGrp="1"/>
          </p:cNvSpPr>
          <p:nvPr/>
        </p:nvSpPr>
        <p:spPr>
          <a:xfrm>
            <a:off x="3383742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2" name="F1_main_prauc_1301">
            <a:extLst>
              <a:ext uri="{FF2B5EF4-FFF2-40B4-BE49-F238E27FC236}">
                <a16:creationId xmlns:a16="http://schemas.microsoft.com/office/drawing/2014/main" id="{A3EC928B-500B-4DAE-90DE-D8BC72137B02}"/>
              </a:ext>
            </a:extLst>
          </p:cNvPr>
          <p:cNvSpPr>
            <a:spLocks noGrp="1"/>
          </p:cNvSpPr>
          <p:nvPr/>
        </p:nvSpPr>
        <p:spPr>
          <a:xfrm>
            <a:off x="340764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3" name="F1_main_prauc_1302">
            <a:extLst>
              <a:ext uri="{FF2B5EF4-FFF2-40B4-BE49-F238E27FC236}">
                <a16:creationId xmlns:a16="http://schemas.microsoft.com/office/drawing/2014/main" id="{5F4F0229-CA45-4D2A-86F7-5E314E6946A7}"/>
              </a:ext>
            </a:extLst>
          </p:cNvPr>
          <p:cNvSpPr>
            <a:spLocks noGrp="1"/>
          </p:cNvSpPr>
          <p:nvPr/>
        </p:nvSpPr>
        <p:spPr>
          <a:xfrm>
            <a:off x="3524672" y="46471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4" name="F1_main_prauc_1303">
            <a:extLst>
              <a:ext uri="{FF2B5EF4-FFF2-40B4-BE49-F238E27FC236}">
                <a16:creationId xmlns:a16="http://schemas.microsoft.com/office/drawing/2014/main" id="{0FC1B2B6-70A3-4386-8869-C3D82E62E5D8}"/>
              </a:ext>
            </a:extLst>
          </p:cNvPr>
          <p:cNvSpPr>
            <a:spLocks noGrp="1"/>
          </p:cNvSpPr>
          <p:nvPr/>
        </p:nvSpPr>
        <p:spPr>
          <a:xfrm>
            <a:off x="3520133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5" name="F1_main_prauc_1304">
            <a:extLst>
              <a:ext uri="{FF2B5EF4-FFF2-40B4-BE49-F238E27FC236}">
                <a16:creationId xmlns:a16="http://schemas.microsoft.com/office/drawing/2014/main" id="{8E85D5AB-A8BA-4B45-AE8C-5EC59E6D59C5}"/>
              </a:ext>
            </a:extLst>
          </p:cNvPr>
          <p:cNvSpPr>
            <a:spLocks noGrp="1"/>
          </p:cNvSpPr>
          <p:nvPr/>
        </p:nvSpPr>
        <p:spPr>
          <a:xfrm>
            <a:off x="34484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6" name="F1_main_prauc_1305">
            <a:extLst>
              <a:ext uri="{FF2B5EF4-FFF2-40B4-BE49-F238E27FC236}">
                <a16:creationId xmlns:a16="http://schemas.microsoft.com/office/drawing/2014/main" id="{7D917020-2123-48ED-BA69-30A86DD52AF3}"/>
              </a:ext>
            </a:extLst>
          </p:cNvPr>
          <p:cNvSpPr>
            <a:spLocks noGrp="1"/>
          </p:cNvSpPr>
          <p:nvPr/>
        </p:nvSpPr>
        <p:spPr>
          <a:xfrm>
            <a:off x="3419030" y="53755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7" name="F1_main_prauc_1306">
            <a:extLst>
              <a:ext uri="{FF2B5EF4-FFF2-40B4-BE49-F238E27FC236}">
                <a16:creationId xmlns:a16="http://schemas.microsoft.com/office/drawing/2014/main" id="{EE34FCB0-063E-4672-AE7C-0CBBE9534E11}"/>
              </a:ext>
            </a:extLst>
          </p:cNvPr>
          <p:cNvSpPr>
            <a:spLocks noGrp="1"/>
          </p:cNvSpPr>
          <p:nvPr/>
        </p:nvSpPr>
        <p:spPr>
          <a:xfrm>
            <a:off x="3437203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8" name="F1_main_prauc_1307">
            <a:extLst>
              <a:ext uri="{FF2B5EF4-FFF2-40B4-BE49-F238E27FC236}">
                <a16:creationId xmlns:a16="http://schemas.microsoft.com/office/drawing/2014/main" id="{A150C97B-EE0F-4318-8552-244978A300E2}"/>
              </a:ext>
            </a:extLst>
          </p:cNvPr>
          <p:cNvSpPr>
            <a:spLocks noGrp="1"/>
          </p:cNvSpPr>
          <p:nvPr/>
        </p:nvSpPr>
        <p:spPr>
          <a:xfrm>
            <a:off x="357111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9" name="F1_main_prauc_1308">
            <a:extLst>
              <a:ext uri="{FF2B5EF4-FFF2-40B4-BE49-F238E27FC236}">
                <a16:creationId xmlns:a16="http://schemas.microsoft.com/office/drawing/2014/main" id="{4A346858-B71C-48B4-BA9C-97BFB6633A70}"/>
              </a:ext>
            </a:extLst>
          </p:cNvPr>
          <p:cNvSpPr>
            <a:spLocks noGrp="1"/>
          </p:cNvSpPr>
          <p:nvPr/>
        </p:nvSpPr>
        <p:spPr>
          <a:xfrm>
            <a:off x="356357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0" name="F1_main_prauc_1309">
            <a:extLst>
              <a:ext uri="{FF2B5EF4-FFF2-40B4-BE49-F238E27FC236}">
                <a16:creationId xmlns:a16="http://schemas.microsoft.com/office/drawing/2014/main" id="{0C803EC2-988B-4836-AD89-6D001A2688AB}"/>
              </a:ext>
            </a:extLst>
          </p:cNvPr>
          <p:cNvSpPr>
            <a:spLocks noGrp="1"/>
          </p:cNvSpPr>
          <p:nvPr/>
        </p:nvSpPr>
        <p:spPr>
          <a:xfrm>
            <a:off x="35545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1" name="F1_main_prauc_1310">
            <a:extLst>
              <a:ext uri="{FF2B5EF4-FFF2-40B4-BE49-F238E27FC236}">
                <a16:creationId xmlns:a16="http://schemas.microsoft.com/office/drawing/2014/main" id="{E9DFE604-BD99-4EB3-8E9A-FD8105B931DF}"/>
              </a:ext>
            </a:extLst>
          </p:cNvPr>
          <p:cNvSpPr>
            <a:spLocks noGrp="1"/>
          </p:cNvSpPr>
          <p:nvPr/>
        </p:nvSpPr>
        <p:spPr>
          <a:xfrm>
            <a:off x="3531046" y="470277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2" name="F1_main_prauc_1311">
            <a:extLst>
              <a:ext uri="{FF2B5EF4-FFF2-40B4-BE49-F238E27FC236}">
                <a16:creationId xmlns:a16="http://schemas.microsoft.com/office/drawing/2014/main" id="{B3416051-72DD-4F0A-B638-9D6A661E4E5D}"/>
              </a:ext>
            </a:extLst>
          </p:cNvPr>
          <p:cNvSpPr>
            <a:spLocks noGrp="1"/>
          </p:cNvSpPr>
          <p:nvPr/>
        </p:nvSpPr>
        <p:spPr>
          <a:xfrm>
            <a:off x="335893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3" name="F1_main_prauc_1312">
            <a:extLst>
              <a:ext uri="{FF2B5EF4-FFF2-40B4-BE49-F238E27FC236}">
                <a16:creationId xmlns:a16="http://schemas.microsoft.com/office/drawing/2014/main" id="{AD69A56B-B74A-4BA4-BE14-0A961978AE66}"/>
              </a:ext>
            </a:extLst>
          </p:cNvPr>
          <p:cNvSpPr>
            <a:spLocks noGrp="1"/>
          </p:cNvSpPr>
          <p:nvPr/>
        </p:nvSpPr>
        <p:spPr>
          <a:xfrm>
            <a:off x="3403264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4" name="F1_main_prauc_1313">
            <a:extLst>
              <a:ext uri="{FF2B5EF4-FFF2-40B4-BE49-F238E27FC236}">
                <a16:creationId xmlns:a16="http://schemas.microsoft.com/office/drawing/2014/main" id="{C01FBFAF-2266-4FC3-9921-D973F03285E3}"/>
              </a:ext>
            </a:extLst>
          </p:cNvPr>
          <p:cNvSpPr>
            <a:spLocks noGrp="1"/>
          </p:cNvSpPr>
          <p:nvPr/>
        </p:nvSpPr>
        <p:spPr>
          <a:xfrm>
            <a:off x="503575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5" name="F1_main_prauc_1314">
            <a:extLst>
              <a:ext uri="{FF2B5EF4-FFF2-40B4-BE49-F238E27FC236}">
                <a16:creationId xmlns:a16="http://schemas.microsoft.com/office/drawing/2014/main" id="{B29BC3BF-AD1A-4FDC-B40A-F6C94BACD0BE}"/>
              </a:ext>
            </a:extLst>
          </p:cNvPr>
          <p:cNvSpPr>
            <a:spLocks noGrp="1"/>
          </p:cNvSpPr>
          <p:nvPr/>
        </p:nvSpPr>
        <p:spPr>
          <a:xfrm>
            <a:off x="4915990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6" name="F1_main_prauc_1315">
            <a:extLst>
              <a:ext uri="{FF2B5EF4-FFF2-40B4-BE49-F238E27FC236}">
                <a16:creationId xmlns:a16="http://schemas.microsoft.com/office/drawing/2014/main" id="{AA4D2099-D3D6-4D32-A4E9-F141089E02E7}"/>
              </a:ext>
            </a:extLst>
          </p:cNvPr>
          <p:cNvSpPr>
            <a:spLocks noGrp="1"/>
          </p:cNvSpPr>
          <p:nvPr/>
        </p:nvSpPr>
        <p:spPr>
          <a:xfrm>
            <a:off x="508728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7" name="F1_main_prauc_1316">
            <a:extLst>
              <a:ext uri="{FF2B5EF4-FFF2-40B4-BE49-F238E27FC236}">
                <a16:creationId xmlns:a16="http://schemas.microsoft.com/office/drawing/2014/main" id="{3DF460A0-3DE8-4F6C-919A-0815C246FB2E}"/>
              </a:ext>
            </a:extLst>
          </p:cNvPr>
          <p:cNvSpPr>
            <a:spLocks noGrp="1"/>
          </p:cNvSpPr>
          <p:nvPr/>
        </p:nvSpPr>
        <p:spPr>
          <a:xfrm>
            <a:off x="502132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8" name="F1_main_prauc_1317">
            <a:extLst>
              <a:ext uri="{FF2B5EF4-FFF2-40B4-BE49-F238E27FC236}">
                <a16:creationId xmlns:a16="http://schemas.microsoft.com/office/drawing/2014/main" id="{652C2AC2-96BE-4D7A-A5AD-78CB82B9CCE3}"/>
              </a:ext>
            </a:extLst>
          </p:cNvPr>
          <p:cNvSpPr>
            <a:spLocks noGrp="1"/>
          </p:cNvSpPr>
          <p:nvPr/>
        </p:nvSpPr>
        <p:spPr>
          <a:xfrm>
            <a:off x="5004494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9" name="F1_main_prauc_1318">
            <a:extLst>
              <a:ext uri="{FF2B5EF4-FFF2-40B4-BE49-F238E27FC236}">
                <a16:creationId xmlns:a16="http://schemas.microsoft.com/office/drawing/2014/main" id="{60F7AEAF-BDAC-4B9D-83AE-1008003DBDF7}"/>
              </a:ext>
            </a:extLst>
          </p:cNvPr>
          <p:cNvSpPr>
            <a:spLocks noGrp="1"/>
          </p:cNvSpPr>
          <p:nvPr/>
        </p:nvSpPr>
        <p:spPr>
          <a:xfrm>
            <a:off x="496876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0" name="F1_main_prauc_1319">
            <a:extLst>
              <a:ext uri="{FF2B5EF4-FFF2-40B4-BE49-F238E27FC236}">
                <a16:creationId xmlns:a16="http://schemas.microsoft.com/office/drawing/2014/main" id="{A9984D63-4BC5-4F55-90B5-912E03F5F5A8}"/>
              </a:ext>
            </a:extLst>
          </p:cNvPr>
          <p:cNvSpPr>
            <a:spLocks noGrp="1"/>
          </p:cNvSpPr>
          <p:nvPr/>
        </p:nvSpPr>
        <p:spPr>
          <a:xfrm>
            <a:off x="49895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1" name="F1_main_prauc_1320">
            <a:extLst>
              <a:ext uri="{FF2B5EF4-FFF2-40B4-BE49-F238E27FC236}">
                <a16:creationId xmlns:a16="http://schemas.microsoft.com/office/drawing/2014/main" id="{D3E765E3-029F-449C-BCCA-6A5AE67F06EB}"/>
              </a:ext>
            </a:extLst>
          </p:cNvPr>
          <p:cNvSpPr>
            <a:spLocks noGrp="1"/>
          </p:cNvSpPr>
          <p:nvPr/>
        </p:nvSpPr>
        <p:spPr>
          <a:xfrm>
            <a:off x="497792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2" name="F1_main_prauc_1321">
            <a:extLst>
              <a:ext uri="{FF2B5EF4-FFF2-40B4-BE49-F238E27FC236}">
                <a16:creationId xmlns:a16="http://schemas.microsoft.com/office/drawing/2014/main" id="{806DA6BA-C661-488A-AC78-ABE4F429783F}"/>
              </a:ext>
            </a:extLst>
          </p:cNvPr>
          <p:cNvSpPr>
            <a:spLocks noGrp="1"/>
          </p:cNvSpPr>
          <p:nvPr/>
        </p:nvSpPr>
        <p:spPr>
          <a:xfrm>
            <a:off x="4965629" y="52585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3" name="F1_main_prauc_1322">
            <a:extLst>
              <a:ext uri="{FF2B5EF4-FFF2-40B4-BE49-F238E27FC236}">
                <a16:creationId xmlns:a16="http://schemas.microsoft.com/office/drawing/2014/main" id="{347C92AC-5442-424C-ADB7-FDCB45CEFCF7}"/>
              </a:ext>
            </a:extLst>
          </p:cNvPr>
          <p:cNvSpPr>
            <a:spLocks noGrp="1"/>
          </p:cNvSpPr>
          <p:nvPr/>
        </p:nvSpPr>
        <p:spPr>
          <a:xfrm>
            <a:off x="512201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4" name="F1_main_prauc_1323">
            <a:extLst>
              <a:ext uri="{FF2B5EF4-FFF2-40B4-BE49-F238E27FC236}">
                <a16:creationId xmlns:a16="http://schemas.microsoft.com/office/drawing/2014/main" id="{8E031C0F-63C0-4C62-9814-79E72BABD72D}"/>
              </a:ext>
            </a:extLst>
          </p:cNvPr>
          <p:cNvSpPr>
            <a:spLocks noGrp="1"/>
          </p:cNvSpPr>
          <p:nvPr/>
        </p:nvSpPr>
        <p:spPr>
          <a:xfrm>
            <a:off x="5067431" y="45811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5" name="F1_main_prauc_1324">
            <a:extLst>
              <a:ext uri="{FF2B5EF4-FFF2-40B4-BE49-F238E27FC236}">
                <a16:creationId xmlns:a16="http://schemas.microsoft.com/office/drawing/2014/main" id="{C86DDFD9-27DB-4275-A3A7-D334CF6AF043}"/>
              </a:ext>
            </a:extLst>
          </p:cNvPr>
          <p:cNvSpPr>
            <a:spLocks noGrp="1"/>
          </p:cNvSpPr>
          <p:nvPr/>
        </p:nvSpPr>
        <p:spPr>
          <a:xfrm>
            <a:off x="5025998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6" name="F1_main_prauc_1325">
            <a:extLst>
              <a:ext uri="{FF2B5EF4-FFF2-40B4-BE49-F238E27FC236}">
                <a16:creationId xmlns:a16="http://schemas.microsoft.com/office/drawing/2014/main" id="{0FD0C8C4-6F5D-45EE-A390-036EF9C170BE}"/>
              </a:ext>
            </a:extLst>
          </p:cNvPr>
          <p:cNvSpPr>
            <a:spLocks noGrp="1"/>
          </p:cNvSpPr>
          <p:nvPr/>
        </p:nvSpPr>
        <p:spPr>
          <a:xfrm>
            <a:off x="5077905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7" name="F1_main_prauc_1326">
            <a:extLst>
              <a:ext uri="{FF2B5EF4-FFF2-40B4-BE49-F238E27FC236}">
                <a16:creationId xmlns:a16="http://schemas.microsoft.com/office/drawing/2014/main" id="{F75CC0EB-66C7-4FBA-909A-62A8B3FF49D8}"/>
              </a:ext>
            </a:extLst>
          </p:cNvPr>
          <p:cNvSpPr>
            <a:spLocks noGrp="1"/>
          </p:cNvSpPr>
          <p:nvPr/>
        </p:nvSpPr>
        <p:spPr>
          <a:xfrm>
            <a:off x="5051306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8" name="F1_main_prauc_1327">
            <a:extLst>
              <a:ext uri="{FF2B5EF4-FFF2-40B4-BE49-F238E27FC236}">
                <a16:creationId xmlns:a16="http://schemas.microsoft.com/office/drawing/2014/main" id="{E419D702-9D84-43BF-9359-06D99F7A8EFB}"/>
              </a:ext>
            </a:extLst>
          </p:cNvPr>
          <p:cNvSpPr>
            <a:spLocks noGrp="1"/>
          </p:cNvSpPr>
          <p:nvPr/>
        </p:nvSpPr>
        <p:spPr>
          <a:xfrm>
            <a:off x="5066017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9" name="F1_main_prauc_1328">
            <a:extLst>
              <a:ext uri="{FF2B5EF4-FFF2-40B4-BE49-F238E27FC236}">
                <a16:creationId xmlns:a16="http://schemas.microsoft.com/office/drawing/2014/main" id="{FB8DADB7-5961-498A-9400-4439BD093EE7}"/>
              </a:ext>
            </a:extLst>
          </p:cNvPr>
          <p:cNvSpPr>
            <a:spLocks noGrp="1"/>
          </p:cNvSpPr>
          <p:nvPr/>
        </p:nvSpPr>
        <p:spPr>
          <a:xfrm>
            <a:off x="499536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0" name="F1_main_prauc_1329">
            <a:extLst>
              <a:ext uri="{FF2B5EF4-FFF2-40B4-BE49-F238E27FC236}">
                <a16:creationId xmlns:a16="http://schemas.microsoft.com/office/drawing/2014/main" id="{69BA7983-2487-418E-A2B0-AE8FDC04990E}"/>
              </a:ext>
            </a:extLst>
          </p:cNvPr>
          <p:cNvSpPr>
            <a:spLocks noGrp="1"/>
          </p:cNvSpPr>
          <p:nvPr/>
        </p:nvSpPr>
        <p:spPr>
          <a:xfrm>
            <a:off x="505331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1" name="F1_main_prauc_1330">
            <a:extLst>
              <a:ext uri="{FF2B5EF4-FFF2-40B4-BE49-F238E27FC236}">
                <a16:creationId xmlns:a16="http://schemas.microsoft.com/office/drawing/2014/main" id="{6EA9F583-03C8-4BDE-BA2E-0E14AC925EDF}"/>
              </a:ext>
            </a:extLst>
          </p:cNvPr>
          <p:cNvSpPr>
            <a:spLocks noGrp="1"/>
          </p:cNvSpPr>
          <p:nvPr/>
        </p:nvSpPr>
        <p:spPr>
          <a:xfrm>
            <a:off x="503817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2" name="F1_main_prauc_1331">
            <a:extLst>
              <a:ext uri="{FF2B5EF4-FFF2-40B4-BE49-F238E27FC236}">
                <a16:creationId xmlns:a16="http://schemas.microsoft.com/office/drawing/2014/main" id="{15A7583A-ACED-40EC-B099-D90CBC4FB372}"/>
              </a:ext>
            </a:extLst>
          </p:cNvPr>
          <p:cNvSpPr>
            <a:spLocks noGrp="1"/>
          </p:cNvSpPr>
          <p:nvPr/>
        </p:nvSpPr>
        <p:spPr>
          <a:xfrm>
            <a:off x="5037469" y="30813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3" name="F1_main_prauc_1332">
            <a:extLst>
              <a:ext uri="{FF2B5EF4-FFF2-40B4-BE49-F238E27FC236}">
                <a16:creationId xmlns:a16="http://schemas.microsoft.com/office/drawing/2014/main" id="{DEEECB78-029E-43F1-8407-B0DD2732C3C3}"/>
              </a:ext>
            </a:extLst>
          </p:cNvPr>
          <p:cNvSpPr>
            <a:spLocks noGrp="1"/>
          </p:cNvSpPr>
          <p:nvPr/>
        </p:nvSpPr>
        <p:spPr>
          <a:xfrm>
            <a:off x="5142074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4" name="F1_main_prauc_1333">
            <a:extLst>
              <a:ext uri="{FF2B5EF4-FFF2-40B4-BE49-F238E27FC236}">
                <a16:creationId xmlns:a16="http://schemas.microsoft.com/office/drawing/2014/main" id="{CAAD95AB-F1B5-4FE5-AFC0-8C5F0B875B5B}"/>
              </a:ext>
            </a:extLst>
          </p:cNvPr>
          <p:cNvSpPr>
            <a:spLocks noGrp="1"/>
          </p:cNvSpPr>
          <p:nvPr/>
        </p:nvSpPr>
        <p:spPr>
          <a:xfrm>
            <a:off x="5090194" y="46544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5" name="F1_main_prauc_1334">
            <a:extLst>
              <a:ext uri="{FF2B5EF4-FFF2-40B4-BE49-F238E27FC236}">
                <a16:creationId xmlns:a16="http://schemas.microsoft.com/office/drawing/2014/main" id="{73020468-FF5D-44AD-B0CF-B58081F3E6C5}"/>
              </a:ext>
            </a:extLst>
          </p:cNvPr>
          <p:cNvSpPr>
            <a:spLocks noGrp="1"/>
          </p:cNvSpPr>
          <p:nvPr/>
        </p:nvSpPr>
        <p:spPr>
          <a:xfrm>
            <a:off x="5025474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6" name="F1_main_prauc_1335">
            <a:extLst>
              <a:ext uri="{FF2B5EF4-FFF2-40B4-BE49-F238E27FC236}">
                <a16:creationId xmlns:a16="http://schemas.microsoft.com/office/drawing/2014/main" id="{E66DD511-A79F-48D4-84BB-72BF90350608}"/>
              </a:ext>
            </a:extLst>
          </p:cNvPr>
          <p:cNvSpPr>
            <a:spLocks noGrp="1"/>
          </p:cNvSpPr>
          <p:nvPr/>
        </p:nvSpPr>
        <p:spPr>
          <a:xfrm>
            <a:off x="4967610" y="35799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7" name="F1_main_prauc_1336">
            <a:extLst>
              <a:ext uri="{FF2B5EF4-FFF2-40B4-BE49-F238E27FC236}">
                <a16:creationId xmlns:a16="http://schemas.microsoft.com/office/drawing/2014/main" id="{6B981A4C-21ED-4170-B807-548706DFD844}"/>
              </a:ext>
            </a:extLst>
          </p:cNvPr>
          <p:cNvSpPr>
            <a:spLocks noGrp="1"/>
          </p:cNvSpPr>
          <p:nvPr/>
        </p:nvSpPr>
        <p:spPr>
          <a:xfrm>
            <a:off x="4955265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8" name="F1_main_prauc_1337">
            <a:extLst>
              <a:ext uri="{FF2B5EF4-FFF2-40B4-BE49-F238E27FC236}">
                <a16:creationId xmlns:a16="http://schemas.microsoft.com/office/drawing/2014/main" id="{F82F0187-B859-46A7-99F2-84313979823A}"/>
              </a:ext>
            </a:extLst>
          </p:cNvPr>
          <p:cNvSpPr>
            <a:spLocks noGrp="1"/>
          </p:cNvSpPr>
          <p:nvPr/>
        </p:nvSpPr>
        <p:spPr>
          <a:xfrm>
            <a:off x="5073106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9" name="F1_main_prauc_1338">
            <a:extLst>
              <a:ext uri="{FF2B5EF4-FFF2-40B4-BE49-F238E27FC236}">
                <a16:creationId xmlns:a16="http://schemas.microsoft.com/office/drawing/2014/main" id="{5AEC39C4-6681-4B15-AF42-FE79DDFACF54}"/>
              </a:ext>
            </a:extLst>
          </p:cNvPr>
          <p:cNvSpPr>
            <a:spLocks noGrp="1"/>
          </p:cNvSpPr>
          <p:nvPr/>
        </p:nvSpPr>
        <p:spPr>
          <a:xfrm>
            <a:off x="501016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0" name="F1_main_prauc_1339">
            <a:extLst>
              <a:ext uri="{FF2B5EF4-FFF2-40B4-BE49-F238E27FC236}">
                <a16:creationId xmlns:a16="http://schemas.microsoft.com/office/drawing/2014/main" id="{FCA17557-5897-402D-81C4-1E73CF37F41E}"/>
              </a:ext>
            </a:extLst>
          </p:cNvPr>
          <p:cNvSpPr>
            <a:spLocks noGrp="1"/>
          </p:cNvSpPr>
          <p:nvPr/>
        </p:nvSpPr>
        <p:spPr>
          <a:xfrm>
            <a:off x="5129240" y="47339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1" name="F1_main_prauc_1340">
            <a:extLst>
              <a:ext uri="{FF2B5EF4-FFF2-40B4-BE49-F238E27FC236}">
                <a16:creationId xmlns:a16="http://schemas.microsoft.com/office/drawing/2014/main" id="{CD1ECEB4-FD19-463C-900E-99D7FAE14D57}"/>
              </a:ext>
            </a:extLst>
          </p:cNvPr>
          <p:cNvSpPr>
            <a:spLocks noGrp="1"/>
          </p:cNvSpPr>
          <p:nvPr/>
        </p:nvSpPr>
        <p:spPr>
          <a:xfrm>
            <a:off x="5127679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2" name="F1_main_prauc_1341">
            <a:extLst>
              <a:ext uri="{FF2B5EF4-FFF2-40B4-BE49-F238E27FC236}">
                <a16:creationId xmlns:a16="http://schemas.microsoft.com/office/drawing/2014/main" id="{9E19DA72-8488-4E43-B059-D641A62070E7}"/>
              </a:ext>
            </a:extLst>
          </p:cNvPr>
          <p:cNvSpPr>
            <a:spLocks noGrp="1"/>
          </p:cNvSpPr>
          <p:nvPr/>
        </p:nvSpPr>
        <p:spPr>
          <a:xfrm>
            <a:off x="5045397" y="5198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3" name="F1_main_prauc_1342">
            <a:extLst>
              <a:ext uri="{FF2B5EF4-FFF2-40B4-BE49-F238E27FC236}">
                <a16:creationId xmlns:a16="http://schemas.microsoft.com/office/drawing/2014/main" id="{0927A2F8-386C-4815-AFB6-C4E6CDF9CB3C}"/>
              </a:ext>
            </a:extLst>
          </p:cNvPr>
          <p:cNvSpPr>
            <a:spLocks noGrp="1"/>
          </p:cNvSpPr>
          <p:nvPr/>
        </p:nvSpPr>
        <p:spPr>
          <a:xfrm>
            <a:off x="491754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4" name="F1_main_prauc_1343">
            <a:extLst>
              <a:ext uri="{FF2B5EF4-FFF2-40B4-BE49-F238E27FC236}">
                <a16:creationId xmlns:a16="http://schemas.microsoft.com/office/drawing/2014/main" id="{7D9A3543-EC91-4FCC-A741-9F8F71D80FC7}"/>
              </a:ext>
            </a:extLst>
          </p:cNvPr>
          <p:cNvSpPr>
            <a:spLocks noGrp="1"/>
          </p:cNvSpPr>
          <p:nvPr/>
        </p:nvSpPr>
        <p:spPr>
          <a:xfrm>
            <a:off x="51494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5" name="F1_main_prauc_1344">
            <a:extLst>
              <a:ext uri="{FF2B5EF4-FFF2-40B4-BE49-F238E27FC236}">
                <a16:creationId xmlns:a16="http://schemas.microsoft.com/office/drawing/2014/main" id="{9A0C5ED9-220A-4888-A37C-2909C79AB5DD}"/>
              </a:ext>
            </a:extLst>
          </p:cNvPr>
          <p:cNvSpPr>
            <a:spLocks noGrp="1"/>
          </p:cNvSpPr>
          <p:nvPr/>
        </p:nvSpPr>
        <p:spPr>
          <a:xfrm>
            <a:off x="4970299" y="5312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6" name="F1_main_prauc_1345">
            <a:extLst>
              <a:ext uri="{FF2B5EF4-FFF2-40B4-BE49-F238E27FC236}">
                <a16:creationId xmlns:a16="http://schemas.microsoft.com/office/drawing/2014/main" id="{0CB84416-FE7A-4DC2-9D01-F3B5D9BDE83B}"/>
              </a:ext>
            </a:extLst>
          </p:cNvPr>
          <p:cNvSpPr>
            <a:spLocks noGrp="1"/>
          </p:cNvSpPr>
          <p:nvPr/>
        </p:nvSpPr>
        <p:spPr>
          <a:xfrm>
            <a:off x="50122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7" name="F1_main_prauc_1346">
            <a:extLst>
              <a:ext uri="{FF2B5EF4-FFF2-40B4-BE49-F238E27FC236}">
                <a16:creationId xmlns:a16="http://schemas.microsoft.com/office/drawing/2014/main" id="{5AF9137F-A5EB-40ED-8010-D9116C46A1CC}"/>
              </a:ext>
            </a:extLst>
          </p:cNvPr>
          <p:cNvSpPr>
            <a:spLocks noGrp="1"/>
          </p:cNvSpPr>
          <p:nvPr/>
        </p:nvSpPr>
        <p:spPr>
          <a:xfrm>
            <a:off x="5012926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8" name="F1_main_prauc_1347">
            <a:extLst>
              <a:ext uri="{FF2B5EF4-FFF2-40B4-BE49-F238E27FC236}">
                <a16:creationId xmlns:a16="http://schemas.microsoft.com/office/drawing/2014/main" id="{16F99F10-E1CE-422C-83B6-449258FB5A9E}"/>
              </a:ext>
            </a:extLst>
          </p:cNvPr>
          <p:cNvSpPr>
            <a:spLocks noGrp="1"/>
          </p:cNvSpPr>
          <p:nvPr/>
        </p:nvSpPr>
        <p:spPr>
          <a:xfrm>
            <a:off x="495178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9" name="F1_main_prauc_1348">
            <a:extLst>
              <a:ext uri="{FF2B5EF4-FFF2-40B4-BE49-F238E27FC236}">
                <a16:creationId xmlns:a16="http://schemas.microsoft.com/office/drawing/2014/main" id="{D34CEA64-8724-434F-8320-1284203427DA}"/>
              </a:ext>
            </a:extLst>
          </p:cNvPr>
          <p:cNvSpPr>
            <a:spLocks noGrp="1"/>
          </p:cNvSpPr>
          <p:nvPr/>
        </p:nvSpPr>
        <p:spPr>
          <a:xfrm>
            <a:off x="499588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0" name="F1_main_prauc_1349">
            <a:extLst>
              <a:ext uri="{FF2B5EF4-FFF2-40B4-BE49-F238E27FC236}">
                <a16:creationId xmlns:a16="http://schemas.microsoft.com/office/drawing/2014/main" id="{76BC35BA-3676-4024-9286-76E9FD5C6A90}"/>
              </a:ext>
            </a:extLst>
          </p:cNvPr>
          <p:cNvSpPr>
            <a:spLocks noGrp="1"/>
          </p:cNvSpPr>
          <p:nvPr/>
        </p:nvSpPr>
        <p:spPr>
          <a:xfrm>
            <a:off x="499954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1" name="F1_main_prauc_1350">
            <a:extLst>
              <a:ext uri="{FF2B5EF4-FFF2-40B4-BE49-F238E27FC236}">
                <a16:creationId xmlns:a16="http://schemas.microsoft.com/office/drawing/2014/main" id="{DBA395D6-2195-4583-8FBD-32F9C7C6B6D4}"/>
              </a:ext>
            </a:extLst>
          </p:cNvPr>
          <p:cNvSpPr>
            <a:spLocks noGrp="1"/>
          </p:cNvSpPr>
          <p:nvPr/>
        </p:nvSpPr>
        <p:spPr>
          <a:xfrm>
            <a:off x="507684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2" name="F1_main_prauc_1351">
            <a:extLst>
              <a:ext uri="{FF2B5EF4-FFF2-40B4-BE49-F238E27FC236}">
                <a16:creationId xmlns:a16="http://schemas.microsoft.com/office/drawing/2014/main" id="{9B2D2297-2326-4962-8E09-D8F46DE4E605}"/>
              </a:ext>
            </a:extLst>
          </p:cNvPr>
          <p:cNvSpPr>
            <a:spLocks noGrp="1"/>
          </p:cNvSpPr>
          <p:nvPr/>
        </p:nvSpPr>
        <p:spPr>
          <a:xfrm>
            <a:off x="492352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3" name="F1_main_prauc_1352">
            <a:extLst>
              <a:ext uri="{FF2B5EF4-FFF2-40B4-BE49-F238E27FC236}">
                <a16:creationId xmlns:a16="http://schemas.microsoft.com/office/drawing/2014/main" id="{AE2948E5-394E-4C2A-BE7F-C4593BC8CF83}"/>
              </a:ext>
            </a:extLst>
          </p:cNvPr>
          <p:cNvSpPr>
            <a:spLocks noGrp="1"/>
          </p:cNvSpPr>
          <p:nvPr/>
        </p:nvSpPr>
        <p:spPr>
          <a:xfrm>
            <a:off x="5096001" y="33438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4" name="F1_main_prauc_1353">
            <a:extLst>
              <a:ext uri="{FF2B5EF4-FFF2-40B4-BE49-F238E27FC236}">
                <a16:creationId xmlns:a16="http://schemas.microsoft.com/office/drawing/2014/main" id="{31E5EAF6-60E9-4741-9307-649943C39AEE}"/>
              </a:ext>
            </a:extLst>
          </p:cNvPr>
          <p:cNvSpPr>
            <a:spLocks noGrp="1"/>
          </p:cNvSpPr>
          <p:nvPr/>
        </p:nvSpPr>
        <p:spPr>
          <a:xfrm>
            <a:off x="4933547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5" name="F1_main_prauc_1354">
            <a:extLst>
              <a:ext uri="{FF2B5EF4-FFF2-40B4-BE49-F238E27FC236}">
                <a16:creationId xmlns:a16="http://schemas.microsoft.com/office/drawing/2014/main" id="{B68359F7-FD71-433D-9026-AA3CF000DDB9}"/>
              </a:ext>
            </a:extLst>
          </p:cNvPr>
          <p:cNvSpPr>
            <a:spLocks noGrp="1"/>
          </p:cNvSpPr>
          <p:nvPr/>
        </p:nvSpPr>
        <p:spPr>
          <a:xfrm>
            <a:off x="516718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6" name="F1_main_prauc_1355">
            <a:extLst>
              <a:ext uri="{FF2B5EF4-FFF2-40B4-BE49-F238E27FC236}">
                <a16:creationId xmlns:a16="http://schemas.microsoft.com/office/drawing/2014/main" id="{6CB9251A-53A6-4E0F-B1BA-83F67D2E0DDB}"/>
              </a:ext>
            </a:extLst>
          </p:cNvPr>
          <p:cNvSpPr>
            <a:spLocks noGrp="1"/>
          </p:cNvSpPr>
          <p:nvPr/>
        </p:nvSpPr>
        <p:spPr>
          <a:xfrm>
            <a:off x="491750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7" name="F1_main_prauc_1356">
            <a:extLst>
              <a:ext uri="{FF2B5EF4-FFF2-40B4-BE49-F238E27FC236}">
                <a16:creationId xmlns:a16="http://schemas.microsoft.com/office/drawing/2014/main" id="{A50AE476-A775-4397-B75D-F566237D9D2D}"/>
              </a:ext>
            </a:extLst>
          </p:cNvPr>
          <p:cNvSpPr>
            <a:spLocks noGrp="1"/>
          </p:cNvSpPr>
          <p:nvPr/>
        </p:nvSpPr>
        <p:spPr>
          <a:xfrm>
            <a:off x="5064841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8" name="F1_main_prauc_1357">
            <a:extLst>
              <a:ext uri="{FF2B5EF4-FFF2-40B4-BE49-F238E27FC236}">
                <a16:creationId xmlns:a16="http://schemas.microsoft.com/office/drawing/2014/main" id="{CFDF6553-F072-4804-909A-3D0511013A0F}"/>
              </a:ext>
            </a:extLst>
          </p:cNvPr>
          <p:cNvSpPr>
            <a:spLocks noGrp="1"/>
          </p:cNvSpPr>
          <p:nvPr/>
        </p:nvSpPr>
        <p:spPr>
          <a:xfrm>
            <a:off x="511579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9" name="F1_main_prauc_1358">
            <a:extLst>
              <a:ext uri="{FF2B5EF4-FFF2-40B4-BE49-F238E27FC236}">
                <a16:creationId xmlns:a16="http://schemas.microsoft.com/office/drawing/2014/main" id="{300CE515-740A-4A7F-8F48-EABF98EF73F5}"/>
              </a:ext>
            </a:extLst>
          </p:cNvPr>
          <p:cNvSpPr>
            <a:spLocks noGrp="1"/>
          </p:cNvSpPr>
          <p:nvPr/>
        </p:nvSpPr>
        <p:spPr>
          <a:xfrm>
            <a:off x="51289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0" name="F1_main_prauc_1359">
            <a:extLst>
              <a:ext uri="{FF2B5EF4-FFF2-40B4-BE49-F238E27FC236}">
                <a16:creationId xmlns:a16="http://schemas.microsoft.com/office/drawing/2014/main" id="{9892D772-149D-45CD-879B-09E11F09ABBF}"/>
              </a:ext>
            </a:extLst>
          </p:cNvPr>
          <p:cNvSpPr>
            <a:spLocks noGrp="1"/>
          </p:cNvSpPr>
          <p:nvPr/>
        </p:nvSpPr>
        <p:spPr>
          <a:xfrm>
            <a:off x="4995495" y="5129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1" name="F1_main_prauc_1360">
            <a:extLst>
              <a:ext uri="{FF2B5EF4-FFF2-40B4-BE49-F238E27FC236}">
                <a16:creationId xmlns:a16="http://schemas.microsoft.com/office/drawing/2014/main" id="{F2A36DEC-9810-443E-8CC8-95CE8EF0A687}"/>
              </a:ext>
            </a:extLst>
          </p:cNvPr>
          <p:cNvSpPr>
            <a:spLocks noGrp="1"/>
          </p:cNvSpPr>
          <p:nvPr/>
        </p:nvSpPr>
        <p:spPr>
          <a:xfrm>
            <a:off x="5003908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2" name="F1_main_prauc_1361">
            <a:extLst>
              <a:ext uri="{FF2B5EF4-FFF2-40B4-BE49-F238E27FC236}">
                <a16:creationId xmlns:a16="http://schemas.microsoft.com/office/drawing/2014/main" id="{A0F33946-16FA-43AC-B711-6781E32D4971}"/>
              </a:ext>
            </a:extLst>
          </p:cNvPr>
          <p:cNvSpPr>
            <a:spLocks noGrp="1"/>
          </p:cNvSpPr>
          <p:nvPr/>
        </p:nvSpPr>
        <p:spPr>
          <a:xfrm>
            <a:off x="505133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3" name="F1_main_prauc_1362">
            <a:extLst>
              <a:ext uri="{FF2B5EF4-FFF2-40B4-BE49-F238E27FC236}">
                <a16:creationId xmlns:a16="http://schemas.microsoft.com/office/drawing/2014/main" id="{253531FC-C036-40E0-8CB2-C0773DB46166}"/>
              </a:ext>
            </a:extLst>
          </p:cNvPr>
          <p:cNvSpPr>
            <a:spLocks noGrp="1"/>
          </p:cNvSpPr>
          <p:nvPr/>
        </p:nvSpPr>
        <p:spPr>
          <a:xfrm>
            <a:off x="4966752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4" name="F1_main_prauc_1363">
            <a:extLst>
              <a:ext uri="{FF2B5EF4-FFF2-40B4-BE49-F238E27FC236}">
                <a16:creationId xmlns:a16="http://schemas.microsoft.com/office/drawing/2014/main" id="{2FFF5247-1031-4401-BAE1-FEEAE051FD77}"/>
              </a:ext>
            </a:extLst>
          </p:cNvPr>
          <p:cNvSpPr>
            <a:spLocks noGrp="1"/>
          </p:cNvSpPr>
          <p:nvPr/>
        </p:nvSpPr>
        <p:spPr>
          <a:xfrm>
            <a:off x="5061943" y="52356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5" name="F1_main_prauc_1364">
            <a:extLst>
              <a:ext uri="{FF2B5EF4-FFF2-40B4-BE49-F238E27FC236}">
                <a16:creationId xmlns:a16="http://schemas.microsoft.com/office/drawing/2014/main" id="{8AE21687-B4C7-4DB3-857B-BD66640EF500}"/>
              </a:ext>
            </a:extLst>
          </p:cNvPr>
          <p:cNvSpPr>
            <a:spLocks noGrp="1"/>
          </p:cNvSpPr>
          <p:nvPr/>
        </p:nvSpPr>
        <p:spPr>
          <a:xfrm>
            <a:off x="492309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6" name="F1_main_prauc_1365">
            <a:extLst>
              <a:ext uri="{FF2B5EF4-FFF2-40B4-BE49-F238E27FC236}">
                <a16:creationId xmlns:a16="http://schemas.microsoft.com/office/drawing/2014/main" id="{2F882257-11B0-47E2-A594-F0B465A7A0D7}"/>
              </a:ext>
            </a:extLst>
          </p:cNvPr>
          <p:cNvSpPr>
            <a:spLocks noGrp="1"/>
          </p:cNvSpPr>
          <p:nvPr/>
        </p:nvSpPr>
        <p:spPr>
          <a:xfrm>
            <a:off x="4967546" y="38257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7" name="F1_main_prauc_1366">
            <a:extLst>
              <a:ext uri="{FF2B5EF4-FFF2-40B4-BE49-F238E27FC236}">
                <a16:creationId xmlns:a16="http://schemas.microsoft.com/office/drawing/2014/main" id="{EFE2B5E9-E116-4D8D-A9CB-CDEDABEB8519}"/>
              </a:ext>
            </a:extLst>
          </p:cNvPr>
          <p:cNvSpPr>
            <a:spLocks noGrp="1"/>
          </p:cNvSpPr>
          <p:nvPr/>
        </p:nvSpPr>
        <p:spPr>
          <a:xfrm>
            <a:off x="5117907" y="39775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8" name="F1_main_prauc_1367">
            <a:extLst>
              <a:ext uri="{FF2B5EF4-FFF2-40B4-BE49-F238E27FC236}">
                <a16:creationId xmlns:a16="http://schemas.microsoft.com/office/drawing/2014/main" id="{45E69B64-C424-4846-A50A-7621D2F8A439}"/>
              </a:ext>
            </a:extLst>
          </p:cNvPr>
          <p:cNvSpPr>
            <a:spLocks noGrp="1"/>
          </p:cNvSpPr>
          <p:nvPr/>
        </p:nvSpPr>
        <p:spPr>
          <a:xfrm>
            <a:off x="5024428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9" name="F1_main_prauc_1368">
            <a:extLst>
              <a:ext uri="{FF2B5EF4-FFF2-40B4-BE49-F238E27FC236}">
                <a16:creationId xmlns:a16="http://schemas.microsoft.com/office/drawing/2014/main" id="{00145A79-FD5B-4349-AEBF-73627C46EA4B}"/>
              </a:ext>
            </a:extLst>
          </p:cNvPr>
          <p:cNvSpPr>
            <a:spLocks noGrp="1"/>
          </p:cNvSpPr>
          <p:nvPr/>
        </p:nvSpPr>
        <p:spPr>
          <a:xfrm>
            <a:off x="5089888" y="42281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0" name="F1_main_prauc_1369">
            <a:extLst>
              <a:ext uri="{FF2B5EF4-FFF2-40B4-BE49-F238E27FC236}">
                <a16:creationId xmlns:a16="http://schemas.microsoft.com/office/drawing/2014/main" id="{2EEE7054-537B-4851-A5EB-767D4BB18E01}"/>
              </a:ext>
            </a:extLst>
          </p:cNvPr>
          <p:cNvSpPr>
            <a:spLocks noGrp="1"/>
          </p:cNvSpPr>
          <p:nvPr/>
        </p:nvSpPr>
        <p:spPr>
          <a:xfrm>
            <a:off x="4962778" y="47489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1" name="F1_main_prauc_1370">
            <a:extLst>
              <a:ext uri="{FF2B5EF4-FFF2-40B4-BE49-F238E27FC236}">
                <a16:creationId xmlns:a16="http://schemas.microsoft.com/office/drawing/2014/main" id="{BE30F7AD-9350-4395-8E46-65609A4AE581}"/>
              </a:ext>
            </a:extLst>
          </p:cNvPr>
          <p:cNvSpPr>
            <a:spLocks noGrp="1"/>
          </p:cNvSpPr>
          <p:nvPr/>
        </p:nvSpPr>
        <p:spPr>
          <a:xfrm>
            <a:off x="500672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2" name="F1_main_prauc_1371">
            <a:extLst>
              <a:ext uri="{FF2B5EF4-FFF2-40B4-BE49-F238E27FC236}">
                <a16:creationId xmlns:a16="http://schemas.microsoft.com/office/drawing/2014/main" id="{391611E8-802E-4C9F-B804-946248B7AD8D}"/>
              </a:ext>
            </a:extLst>
          </p:cNvPr>
          <p:cNvSpPr>
            <a:spLocks noGrp="1"/>
          </p:cNvSpPr>
          <p:nvPr/>
        </p:nvSpPr>
        <p:spPr>
          <a:xfrm>
            <a:off x="5046190" y="60253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3" name="F1_main_prauc_1372">
            <a:extLst>
              <a:ext uri="{FF2B5EF4-FFF2-40B4-BE49-F238E27FC236}">
                <a16:creationId xmlns:a16="http://schemas.microsoft.com/office/drawing/2014/main" id="{90D49940-9107-498D-9C4F-1D1F637A8D4A}"/>
              </a:ext>
            </a:extLst>
          </p:cNvPr>
          <p:cNvSpPr>
            <a:spLocks noGrp="1"/>
          </p:cNvSpPr>
          <p:nvPr/>
        </p:nvSpPr>
        <p:spPr>
          <a:xfrm>
            <a:off x="496086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4" name="F1_main_prauc_1373">
            <a:extLst>
              <a:ext uri="{FF2B5EF4-FFF2-40B4-BE49-F238E27FC236}">
                <a16:creationId xmlns:a16="http://schemas.microsoft.com/office/drawing/2014/main" id="{887815EC-AEE2-4361-B22D-D3852FF5C7A6}"/>
              </a:ext>
            </a:extLst>
          </p:cNvPr>
          <p:cNvSpPr>
            <a:spLocks noGrp="1"/>
          </p:cNvSpPr>
          <p:nvPr/>
        </p:nvSpPr>
        <p:spPr>
          <a:xfrm>
            <a:off x="5023619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5" name="F1_main_prauc_1374">
            <a:extLst>
              <a:ext uri="{FF2B5EF4-FFF2-40B4-BE49-F238E27FC236}">
                <a16:creationId xmlns:a16="http://schemas.microsoft.com/office/drawing/2014/main" id="{3D7238F5-4D2D-4BCD-9258-8DB9EC5E32D9}"/>
              </a:ext>
            </a:extLst>
          </p:cNvPr>
          <p:cNvSpPr>
            <a:spLocks noGrp="1"/>
          </p:cNvSpPr>
          <p:nvPr/>
        </p:nvSpPr>
        <p:spPr>
          <a:xfrm>
            <a:off x="499835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6" name="F1_main_prauc_1375">
            <a:extLst>
              <a:ext uri="{FF2B5EF4-FFF2-40B4-BE49-F238E27FC236}">
                <a16:creationId xmlns:a16="http://schemas.microsoft.com/office/drawing/2014/main" id="{C50AFA85-C1F2-42C7-8208-2583FF34E4F2}"/>
              </a:ext>
            </a:extLst>
          </p:cNvPr>
          <p:cNvSpPr>
            <a:spLocks noGrp="1"/>
          </p:cNvSpPr>
          <p:nvPr/>
        </p:nvSpPr>
        <p:spPr>
          <a:xfrm>
            <a:off x="492107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7" name="F1_main_prauc_1376">
            <a:extLst>
              <a:ext uri="{FF2B5EF4-FFF2-40B4-BE49-F238E27FC236}">
                <a16:creationId xmlns:a16="http://schemas.microsoft.com/office/drawing/2014/main" id="{F5338681-FA49-44B5-A6C8-566FA663213E}"/>
              </a:ext>
            </a:extLst>
          </p:cNvPr>
          <p:cNvSpPr>
            <a:spLocks noGrp="1"/>
          </p:cNvSpPr>
          <p:nvPr/>
        </p:nvSpPr>
        <p:spPr>
          <a:xfrm>
            <a:off x="5003259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8" name="F1_main_prauc_1377">
            <a:extLst>
              <a:ext uri="{FF2B5EF4-FFF2-40B4-BE49-F238E27FC236}">
                <a16:creationId xmlns:a16="http://schemas.microsoft.com/office/drawing/2014/main" id="{5EB81C89-7F57-43AB-A1D4-D8FE6BFD7C67}"/>
              </a:ext>
            </a:extLst>
          </p:cNvPr>
          <p:cNvSpPr>
            <a:spLocks noGrp="1"/>
          </p:cNvSpPr>
          <p:nvPr/>
        </p:nvSpPr>
        <p:spPr>
          <a:xfrm>
            <a:off x="499878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9" name="F1_main_prauc_1378">
            <a:extLst>
              <a:ext uri="{FF2B5EF4-FFF2-40B4-BE49-F238E27FC236}">
                <a16:creationId xmlns:a16="http://schemas.microsoft.com/office/drawing/2014/main" id="{5AC8A95B-F62D-4621-BE9E-4B47EE027090}"/>
              </a:ext>
            </a:extLst>
          </p:cNvPr>
          <p:cNvSpPr>
            <a:spLocks noGrp="1"/>
          </p:cNvSpPr>
          <p:nvPr/>
        </p:nvSpPr>
        <p:spPr>
          <a:xfrm>
            <a:off x="5109096" y="46490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0" name="F1_main_prauc_1379">
            <a:extLst>
              <a:ext uri="{FF2B5EF4-FFF2-40B4-BE49-F238E27FC236}">
                <a16:creationId xmlns:a16="http://schemas.microsoft.com/office/drawing/2014/main" id="{A79917CD-39B6-4BDA-93EF-30912FE92C7C}"/>
              </a:ext>
            </a:extLst>
          </p:cNvPr>
          <p:cNvSpPr>
            <a:spLocks noGrp="1"/>
          </p:cNvSpPr>
          <p:nvPr/>
        </p:nvSpPr>
        <p:spPr>
          <a:xfrm>
            <a:off x="4927230" y="39781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1" name="F1_main_prauc_1380">
            <a:extLst>
              <a:ext uri="{FF2B5EF4-FFF2-40B4-BE49-F238E27FC236}">
                <a16:creationId xmlns:a16="http://schemas.microsoft.com/office/drawing/2014/main" id="{215B2179-D5B1-4FCE-8877-FE99A2C4DF71}"/>
              </a:ext>
            </a:extLst>
          </p:cNvPr>
          <p:cNvSpPr>
            <a:spLocks noGrp="1"/>
          </p:cNvSpPr>
          <p:nvPr/>
        </p:nvSpPr>
        <p:spPr>
          <a:xfrm>
            <a:off x="50987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2" name="F1_main_prauc_1381">
            <a:extLst>
              <a:ext uri="{FF2B5EF4-FFF2-40B4-BE49-F238E27FC236}">
                <a16:creationId xmlns:a16="http://schemas.microsoft.com/office/drawing/2014/main" id="{23580311-CCED-4645-9F11-FDB59CB263DD}"/>
              </a:ext>
            </a:extLst>
          </p:cNvPr>
          <p:cNvSpPr>
            <a:spLocks noGrp="1"/>
          </p:cNvSpPr>
          <p:nvPr/>
        </p:nvSpPr>
        <p:spPr>
          <a:xfrm>
            <a:off x="504954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3" name="F1_main_prauc_1382">
            <a:extLst>
              <a:ext uri="{FF2B5EF4-FFF2-40B4-BE49-F238E27FC236}">
                <a16:creationId xmlns:a16="http://schemas.microsoft.com/office/drawing/2014/main" id="{6F8DDA59-C07F-440F-A789-4BB2A9708D3B}"/>
              </a:ext>
            </a:extLst>
          </p:cNvPr>
          <p:cNvSpPr>
            <a:spLocks noGrp="1"/>
          </p:cNvSpPr>
          <p:nvPr/>
        </p:nvSpPr>
        <p:spPr>
          <a:xfrm>
            <a:off x="4932667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4" name="F1_main_prauc_1383">
            <a:extLst>
              <a:ext uri="{FF2B5EF4-FFF2-40B4-BE49-F238E27FC236}">
                <a16:creationId xmlns:a16="http://schemas.microsoft.com/office/drawing/2014/main" id="{384089D5-E6DB-42AE-B522-8335B52D2A75}"/>
              </a:ext>
            </a:extLst>
          </p:cNvPr>
          <p:cNvSpPr>
            <a:spLocks noGrp="1"/>
          </p:cNvSpPr>
          <p:nvPr/>
        </p:nvSpPr>
        <p:spPr>
          <a:xfrm>
            <a:off x="505050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5" name="F1_main_prauc_1384">
            <a:extLst>
              <a:ext uri="{FF2B5EF4-FFF2-40B4-BE49-F238E27FC236}">
                <a16:creationId xmlns:a16="http://schemas.microsoft.com/office/drawing/2014/main" id="{0C04B5C3-8DF4-48AC-8D77-37BBEB4F718B}"/>
              </a:ext>
            </a:extLst>
          </p:cNvPr>
          <p:cNvSpPr>
            <a:spLocks noGrp="1"/>
          </p:cNvSpPr>
          <p:nvPr/>
        </p:nvSpPr>
        <p:spPr>
          <a:xfrm>
            <a:off x="5034485" y="310783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6" name="F1_main_prauc_1385">
            <a:extLst>
              <a:ext uri="{FF2B5EF4-FFF2-40B4-BE49-F238E27FC236}">
                <a16:creationId xmlns:a16="http://schemas.microsoft.com/office/drawing/2014/main" id="{80399693-E43E-42A2-95BF-B1942B6D289D}"/>
              </a:ext>
            </a:extLst>
          </p:cNvPr>
          <p:cNvSpPr>
            <a:spLocks noGrp="1"/>
          </p:cNvSpPr>
          <p:nvPr/>
        </p:nvSpPr>
        <p:spPr>
          <a:xfrm>
            <a:off x="4960521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7" name="F1_main_prauc_1386">
            <a:extLst>
              <a:ext uri="{FF2B5EF4-FFF2-40B4-BE49-F238E27FC236}">
                <a16:creationId xmlns:a16="http://schemas.microsoft.com/office/drawing/2014/main" id="{4A3F919B-F866-495F-AA75-29A796AE3B81}"/>
              </a:ext>
            </a:extLst>
          </p:cNvPr>
          <p:cNvSpPr>
            <a:spLocks noGrp="1"/>
          </p:cNvSpPr>
          <p:nvPr/>
        </p:nvSpPr>
        <p:spPr>
          <a:xfrm>
            <a:off x="499317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8" name="F1_main_prauc_1387">
            <a:extLst>
              <a:ext uri="{FF2B5EF4-FFF2-40B4-BE49-F238E27FC236}">
                <a16:creationId xmlns:a16="http://schemas.microsoft.com/office/drawing/2014/main" id="{BC77EA49-4B07-4AAE-B25C-ADAD1DD5F08B}"/>
              </a:ext>
            </a:extLst>
          </p:cNvPr>
          <p:cNvSpPr>
            <a:spLocks noGrp="1"/>
          </p:cNvSpPr>
          <p:nvPr/>
        </p:nvSpPr>
        <p:spPr>
          <a:xfrm>
            <a:off x="5003855" y="5753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9" name="F1_main_prauc_1388">
            <a:extLst>
              <a:ext uri="{FF2B5EF4-FFF2-40B4-BE49-F238E27FC236}">
                <a16:creationId xmlns:a16="http://schemas.microsoft.com/office/drawing/2014/main" id="{32DCAFB5-F746-4EED-AC76-2183115B8EA5}"/>
              </a:ext>
            </a:extLst>
          </p:cNvPr>
          <p:cNvSpPr>
            <a:spLocks noGrp="1"/>
          </p:cNvSpPr>
          <p:nvPr/>
        </p:nvSpPr>
        <p:spPr>
          <a:xfrm>
            <a:off x="5030313" y="4318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0" name="F1_main_prauc_1389">
            <a:extLst>
              <a:ext uri="{FF2B5EF4-FFF2-40B4-BE49-F238E27FC236}">
                <a16:creationId xmlns:a16="http://schemas.microsoft.com/office/drawing/2014/main" id="{1B68AC5F-4D38-4139-8BA5-42260CC73575}"/>
              </a:ext>
            </a:extLst>
          </p:cNvPr>
          <p:cNvSpPr>
            <a:spLocks noGrp="1"/>
          </p:cNvSpPr>
          <p:nvPr/>
        </p:nvSpPr>
        <p:spPr>
          <a:xfrm>
            <a:off x="49685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1" name="F1_main_prauc_1390">
            <a:extLst>
              <a:ext uri="{FF2B5EF4-FFF2-40B4-BE49-F238E27FC236}">
                <a16:creationId xmlns:a16="http://schemas.microsoft.com/office/drawing/2014/main" id="{686C4BF4-F3C4-4F02-A5B4-03BE595062D7}"/>
              </a:ext>
            </a:extLst>
          </p:cNvPr>
          <p:cNvSpPr>
            <a:spLocks noGrp="1"/>
          </p:cNvSpPr>
          <p:nvPr/>
        </p:nvSpPr>
        <p:spPr>
          <a:xfrm>
            <a:off x="516674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2" name="F1_main_prauc_1391">
            <a:extLst>
              <a:ext uri="{FF2B5EF4-FFF2-40B4-BE49-F238E27FC236}">
                <a16:creationId xmlns:a16="http://schemas.microsoft.com/office/drawing/2014/main" id="{178CD6C5-0AAF-4E36-941C-CF7F55FECA33}"/>
              </a:ext>
            </a:extLst>
          </p:cNvPr>
          <p:cNvSpPr>
            <a:spLocks noGrp="1"/>
          </p:cNvSpPr>
          <p:nvPr/>
        </p:nvSpPr>
        <p:spPr>
          <a:xfrm>
            <a:off x="513789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3" name="F1_main_prauc_1392">
            <a:extLst>
              <a:ext uri="{FF2B5EF4-FFF2-40B4-BE49-F238E27FC236}">
                <a16:creationId xmlns:a16="http://schemas.microsoft.com/office/drawing/2014/main" id="{0687C45D-043F-4677-87B1-8DDDD3D15FB2}"/>
              </a:ext>
            </a:extLst>
          </p:cNvPr>
          <p:cNvSpPr>
            <a:spLocks noGrp="1"/>
          </p:cNvSpPr>
          <p:nvPr/>
        </p:nvSpPr>
        <p:spPr>
          <a:xfrm>
            <a:off x="5075761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4" name="F1_main_prauc_1393">
            <a:extLst>
              <a:ext uri="{FF2B5EF4-FFF2-40B4-BE49-F238E27FC236}">
                <a16:creationId xmlns:a16="http://schemas.microsoft.com/office/drawing/2014/main" id="{8ADB6007-2EA9-4738-A315-4D69BDA0AB71}"/>
              </a:ext>
            </a:extLst>
          </p:cNvPr>
          <p:cNvSpPr>
            <a:spLocks noGrp="1"/>
          </p:cNvSpPr>
          <p:nvPr/>
        </p:nvSpPr>
        <p:spPr>
          <a:xfrm>
            <a:off x="494721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5" name="F1_main_prauc_1394">
            <a:extLst>
              <a:ext uri="{FF2B5EF4-FFF2-40B4-BE49-F238E27FC236}">
                <a16:creationId xmlns:a16="http://schemas.microsoft.com/office/drawing/2014/main" id="{0E6A5ADD-BB3E-42A2-9153-83DF868AA1AD}"/>
              </a:ext>
            </a:extLst>
          </p:cNvPr>
          <p:cNvSpPr>
            <a:spLocks noGrp="1"/>
          </p:cNvSpPr>
          <p:nvPr/>
        </p:nvSpPr>
        <p:spPr>
          <a:xfrm>
            <a:off x="514881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6" name="F1_main_prauc_1395">
            <a:extLst>
              <a:ext uri="{FF2B5EF4-FFF2-40B4-BE49-F238E27FC236}">
                <a16:creationId xmlns:a16="http://schemas.microsoft.com/office/drawing/2014/main" id="{A9F1FD0E-BD65-4989-842E-8CC1F5DD728C}"/>
              </a:ext>
            </a:extLst>
          </p:cNvPr>
          <p:cNvSpPr>
            <a:spLocks noGrp="1"/>
          </p:cNvSpPr>
          <p:nvPr/>
        </p:nvSpPr>
        <p:spPr>
          <a:xfrm>
            <a:off x="5120242" y="3849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7" name="F1_main_prauc_1396">
            <a:extLst>
              <a:ext uri="{FF2B5EF4-FFF2-40B4-BE49-F238E27FC236}">
                <a16:creationId xmlns:a16="http://schemas.microsoft.com/office/drawing/2014/main" id="{FB8CE0DF-E342-43EE-9B44-01C5D3B09B00}"/>
              </a:ext>
            </a:extLst>
          </p:cNvPr>
          <p:cNvSpPr>
            <a:spLocks noGrp="1"/>
          </p:cNvSpPr>
          <p:nvPr/>
        </p:nvSpPr>
        <p:spPr>
          <a:xfrm>
            <a:off x="49271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8" name="F1_main_prauc_1397">
            <a:extLst>
              <a:ext uri="{FF2B5EF4-FFF2-40B4-BE49-F238E27FC236}">
                <a16:creationId xmlns:a16="http://schemas.microsoft.com/office/drawing/2014/main" id="{42A8EA44-3BB7-4E16-8B95-BA780447A609}"/>
              </a:ext>
            </a:extLst>
          </p:cNvPr>
          <p:cNvSpPr>
            <a:spLocks noGrp="1"/>
          </p:cNvSpPr>
          <p:nvPr/>
        </p:nvSpPr>
        <p:spPr>
          <a:xfrm>
            <a:off x="497444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9" name="F1_main_prauc_1398">
            <a:extLst>
              <a:ext uri="{FF2B5EF4-FFF2-40B4-BE49-F238E27FC236}">
                <a16:creationId xmlns:a16="http://schemas.microsoft.com/office/drawing/2014/main" id="{71E829CE-55A1-415E-BB72-650986C03F25}"/>
              </a:ext>
            </a:extLst>
          </p:cNvPr>
          <p:cNvSpPr>
            <a:spLocks noGrp="1"/>
          </p:cNvSpPr>
          <p:nvPr/>
        </p:nvSpPr>
        <p:spPr>
          <a:xfrm>
            <a:off x="4995188" y="51451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0" name="F1_main_prauc_1399">
            <a:extLst>
              <a:ext uri="{FF2B5EF4-FFF2-40B4-BE49-F238E27FC236}">
                <a16:creationId xmlns:a16="http://schemas.microsoft.com/office/drawing/2014/main" id="{55123043-0B3C-4953-B731-2DDF8AA908F4}"/>
              </a:ext>
            </a:extLst>
          </p:cNvPr>
          <p:cNvSpPr>
            <a:spLocks noGrp="1"/>
          </p:cNvSpPr>
          <p:nvPr/>
        </p:nvSpPr>
        <p:spPr>
          <a:xfrm>
            <a:off x="5024383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1" name="F1_main_prauc_1400">
            <a:extLst>
              <a:ext uri="{FF2B5EF4-FFF2-40B4-BE49-F238E27FC236}">
                <a16:creationId xmlns:a16="http://schemas.microsoft.com/office/drawing/2014/main" id="{B1E42E35-21E3-4BFD-A9CF-3B4372A60506}"/>
              </a:ext>
            </a:extLst>
          </p:cNvPr>
          <p:cNvSpPr>
            <a:spLocks noGrp="1"/>
          </p:cNvSpPr>
          <p:nvPr/>
        </p:nvSpPr>
        <p:spPr>
          <a:xfrm>
            <a:off x="49875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2" name="F1_main_prauc_1401">
            <a:extLst>
              <a:ext uri="{FF2B5EF4-FFF2-40B4-BE49-F238E27FC236}">
                <a16:creationId xmlns:a16="http://schemas.microsoft.com/office/drawing/2014/main" id="{1CB6F40E-21F7-4ABE-B7DF-F24218287598}"/>
              </a:ext>
            </a:extLst>
          </p:cNvPr>
          <p:cNvSpPr>
            <a:spLocks noGrp="1"/>
          </p:cNvSpPr>
          <p:nvPr/>
        </p:nvSpPr>
        <p:spPr>
          <a:xfrm>
            <a:off x="5142979" y="477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3" name="F1_main_prauc_1402">
            <a:extLst>
              <a:ext uri="{FF2B5EF4-FFF2-40B4-BE49-F238E27FC236}">
                <a16:creationId xmlns:a16="http://schemas.microsoft.com/office/drawing/2014/main" id="{99FB28FF-055A-4F32-8B92-2AF60E81A31C}"/>
              </a:ext>
            </a:extLst>
          </p:cNvPr>
          <p:cNvSpPr>
            <a:spLocks noGrp="1"/>
          </p:cNvSpPr>
          <p:nvPr/>
        </p:nvSpPr>
        <p:spPr>
          <a:xfrm>
            <a:off x="4949667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4" name="F1_main_prauc_1403">
            <a:extLst>
              <a:ext uri="{FF2B5EF4-FFF2-40B4-BE49-F238E27FC236}">
                <a16:creationId xmlns:a16="http://schemas.microsoft.com/office/drawing/2014/main" id="{B4B29343-6DC2-45C2-B3E1-84FC3772E43F}"/>
              </a:ext>
            </a:extLst>
          </p:cNvPr>
          <p:cNvSpPr>
            <a:spLocks noGrp="1"/>
          </p:cNvSpPr>
          <p:nvPr/>
        </p:nvSpPr>
        <p:spPr>
          <a:xfrm>
            <a:off x="513766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5" name="F1_main_prauc_1404">
            <a:extLst>
              <a:ext uri="{FF2B5EF4-FFF2-40B4-BE49-F238E27FC236}">
                <a16:creationId xmlns:a16="http://schemas.microsoft.com/office/drawing/2014/main" id="{D5175B7D-6324-4727-8E5F-8817DB1DCFE4}"/>
              </a:ext>
            </a:extLst>
          </p:cNvPr>
          <p:cNvSpPr>
            <a:spLocks noGrp="1"/>
          </p:cNvSpPr>
          <p:nvPr/>
        </p:nvSpPr>
        <p:spPr>
          <a:xfrm>
            <a:off x="5000487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6" name="F1_main_prauc_1405">
            <a:extLst>
              <a:ext uri="{FF2B5EF4-FFF2-40B4-BE49-F238E27FC236}">
                <a16:creationId xmlns:a16="http://schemas.microsoft.com/office/drawing/2014/main" id="{13933FC1-2DFD-4315-86D2-1D77DEF92CD8}"/>
              </a:ext>
            </a:extLst>
          </p:cNvPr>
          <p:cNvSpPr>
            <a:spLocks noGrp="1"/>
          </p:cNvSpPr>
          <p:nvPr/>
        </p:nvSpPr>
        <p:spPr>
          <a:xfrm>
            <a:off x="512115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7" name="F1_main_prauc_1406">
            <a:extLst>
              <a:ext uri="{FF2B5EF4-FFF2-40B4-BE49-F238E27FC236}">
                <a16:creationId xmlns:a16="http://schemas.microsoft.com/office/drawing/2014/main" id="{856669DB-0406-46F8-A9D8-056454092580}"/>
              </a:ext>
            </a:extLst>
          </p:cNvPr>
          <p:cNvSpPr>
            <a:spLocks noGrp="1"/>
          </p:cNvSpPr>
          <p:nvPr/>
        </p:nvSpPr>
        <p:spPr>
          <a:xfrm>
            <a:off x="5108181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8" name="F1_main_prauc_1407">
            <a:extLst>
              <a:ext uri="{FF2B5EF4-FFF2-40B4-BE49-F238E27FC236}">
                <a16:creationId xmlns:a16="http://schemas.microsoft.com/office/drawing/2014/main" id="{386DCD1D-2686-4D6B-952E-87D88E8575E1}"/>
              </a:ext>
            </a:extLst>
          </p:cNvPr>
          <p:cNvSpPr>
            <a:spLocks noGrp="1"/>
          </p:cNvSpPr>
          <p:nvPr/>
        </p:nvSpPr>
        <p:spPr>
          <a:xfrm>
            <a:off x="493724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9" name="F1_main_prauc_1408">
            <a:extLst>
              <a:ext uri="{FF2B5EF4-FFF2-40B4-BE49-F238E27FC236}">
                <a16:creationId xmlns:a16="http://schemas.microsoft.com/office/drawing/2014/main" id="{13441FC1-ACFF-42D8-BAEF-BDD8B062E2AA}"/>
              </a:ext>
            </a:extLst>
          </p:cNvPr>
          <p:cNvSpPr>
            <a:spLocks noGrp="1"/>
          </p:cNvSpPr>
          <p:nvPr/>
        </p:nvSpPr>
        <p:spPr>
          <a:xfrm>
            <a:off x="5155749" y="52235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0" name="F1_main_prauc_1409">
            <a:extLst>
              <a:ext uri="{FF2B5EF4-FFF2-40B4-BE49-F238E27FC236}">
                <a16:creationId xmlns:a16="http://schemas.microsoft.com/office/drawing/2014/main" id="{B3EFBC5F-F580-48C3-970F-6744890ACE1E}"/>
              </a:ext>
            </a:extLst>
          </p:cNvPr>
          <p:cNvSpPr>
            <a:spLocks noGrp="1"/>
          </p:cNvSpPr>
          <p:nvPr/>
        </p:nvSpPr>
        <p:spPr>
          <a:xfrm>
            <a:off x="515847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1" name="F1_main_prauc_1410">
            <a:extLst>
              <a:ext uri="{FF2B5EF4-FFF2-40B4-BE49-F238E27FC236}">
                <a16:creationId xmlns:a16="http://schemas.microsoft.com/office/drawing/2014/main" id="{95DE7E12-DA24-42D5-A8BC-54E1512E3D76}"/>
              </a:ext>
            </a:extLst>
          </p:cNvPr>
          <p:cNvSpPr>
            <a:spLocks noGrp="1"/>
          </p:cNvSpPr>
          <p:nvPr/>
        </p:nvSpPr>
        <p:spPr>
          <a:xfrm>
            <a:off x="509971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2" name="F1_main_prauc_1411">
            <a:extLst>
              <a:ext uri="{FF2B5EF4-FFF2-40B4-BE49-F238E27FC236}">
                <a16:creationId xmlns:a16="http://schemas.microsoft.com/office/drawing/2014/main" id="{EBC16C15-4DDB-445E-9CB4-3454754EAEA0}"/>
              </a:ext>
            </a:extLst>
          </p:cNvPr>
          <p:cNvSpPr>
            <a:spLocks noGrp="1"/>
          </p:cNvSpPr>
          <p:nvPr/>
        </p:nvSpPr>
        <p:spPr>
          <a:xfrm>
            <a:off x="5002922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3" name="F1_main_prauc_1412">
            <a:extLst>
              <a:ext uri="{FF2B5EF4-FFF2-40B4-BE49-F238E27FC236}">
                <a16:creationId xmlns:a16="http://schemas.microsoft.com/office/drawing/2014/main" id="{E4150F88-6059-49BB-A128-BF8E0ABAC999}"/>
              </a:ext>
            </a:extLst>
          </p:cNvPr>
          <p:cNvSpPr>
            <a:spLocks noGrp="1"/>
          </p:cNvSpPr>
          <p:nvPr/>
        </p:nvSpPr>
        <p:spPr>
          <a:xfrm>
            <a:off x="5100798" y="45916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4" name="F1_main_prauc_1413">
            <a:extLst>
              <a:ext uri="{FF2B5EF4-FFF2-40B4-BE49-F238E27FC236}">
                <a16:creationId xmlns:a16="http://schemas.microsoft.com/office/drawing/2014/main" id="{B87B29D8-19AC-4CE1-BF1B-34341E546031}"/>
              </a:ext>
            </a:extLst>
          </p:cNvPr>
          <p:cNvSpPr>
            <a:spLocks noGrp="1"/>
          </p:cNvSpPr>
          <p:nvPr/>
        </p:nvSpPr>
        <p:spPr>
          <a:xfrm>
            <a:off x="501493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5" name="F1_main_prauc_1414">
            <a:extLst>
              <a:ext uri="{FF2B5EF4-FFF2-40B4-BE49-F238E27FC236}">
                <a16:creationId xmlns:a16="http://schemas.microsoft.com/office/drawing/2014/main" id="{02742736-9B59-40CA-B8A6-5AFBC03CA611}"/>
              </a:ext>
            </a:extLst>
          </p:cNvPr>
          <p:cNvSpPr>
            <a:spLocks noGrp="1"/>
          </p:cNvSpPr>
          <p:nvPr/>
        </p:nvSpPr>
        <p:spPr>
          <a:xfrm>
            <a:off x="512974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6" name="F1_main_prauc_1415">
            <a:extLst>
              <a:ext uri="{FF2B5EF4-FFF2-40B4-BE49-F238E27FC236}">
                <a16:creationId xmlns:a16="http://schemas.microsoft.com/office/drawing/2014/main" id="{F43219C0-2B31-488C-9115-D94DD7AB9749}"/>
              </a:ext>
            </a:extLst>
          </p:cNvPr>
          <p:cNvSpPr>
            <a:spLocks noGrp="1"/>
          </p:cNvSpPr>
          <p:nvPr/>
        </p:nvSpPr>
        <p:spPr>
          <a:xfrm>
            <a:off x="49858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7" name="F1_main_prauc_1416">
            <a:extLst>
              <a:ext uri="{FF2B5EF4-FFF2-40B4-BE49-F238E27FC236}">
                <a16:creationId xmlns:a16="http://schemas.microsoft.com/office/drawing/2014/main" id="{82E6C7E8-0F3C-4AE6-8BE0-B537F60A5036}"/>
              </a:ext>
            </a:extLst>
          </p:cNvPr>
          <p:cNvSpPr>
            <a:spLocks noGrp="1"/>
          </p:cNvSpPr>
          <p:nvPr/>
        </p:nvSpPr>
        <p:spPr>
          <a:xfrm>
            <a:off x="500285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8" name="F1_main_prauc_1417">
            <a:extLst>
              <a:ext uri="{FF2B5EF4-FFF2-40B4-BE49-F238E27FC236}">
                <a16:creationId xmlns:a16="http://schemas.microsoft.com/office/drawing/2014/main" id="{DFA359C8-23C7-4E8B-866C-6E7AEE189334}"/>
              </a:ext>
            </a:extLst>
          </p:cNvPr>
          <p:cNvSpPr>
            <a:spLocks noGrp="1"/>
          </p:cNvSpPr>
          <p:nvPr/>
        </p:nvSpPr>
        <p:spPr>
          <a:xfrm>
            <a:off x="5132129" y="37133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9" name="F1_main_prauc_1418">
            <a:extLst>
              <a:ext uri="{FF2B5EF4-FFF2-40B4-BE49-F238E27FC236}">
                <a16:creationId xmlns:a16="http://schemas.microsoft.com/office/drawing/2014/main" id="{C167E7B2-8D61-4D4E-8E26-1A5E52A6D02F}"/>
              </a:ext>
            </a:extLst>
          </p:cNvPr>
          <p:cNvSpPr>
            <a:spLocks noGrp="1"/>
          </p:cNvSpPr>
          <p:nvPr/>
        </p:nvSpPr>
        <p:spPr>
          <a:xfrm>
            <a:off x="4931970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0" name="F1_main_prauc_1419">
            <a:extLst>
              <a:ext uri="{FF2B5EF4-FFF2-40B4-BE49-F238E27FC236}">
                <a16:creationId xmlns:a16="http://schemas.microsoft.com/office/drawing/2014/main" id="{79918FF3-B05B-410D-8B6F-CF4F5974E6CA}"/>
              </a:ext>
            </a:extLst>
          </p:cNvPr>
          <p:cNvSpPr>
            <a:spLocks noGrp="1"/>
          </p:cNvSpPr>
          <p:nvPr/>
        </p:nvSpPr>
        <p:spPr>
          <a:xfrm>
            <a:off x="506292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1" name="F1_main_prauc_1420">
            <a:extLst>
              <a:ext uri="{FF2B5EF4-FFF2-40B4-BE49-F238E27FC236}">
                <a16:creationId xmlns:a16="http://schemas.microsoft.com/office/drawing/2014/main" id="{3D8905BA-FCE0-4A7D-AFAA-77F59DE734FA}"/>
              </a:ext>
            </a:extLst>
          </p:cNvPr>
          <p:cNvSpPr>
            <a:spLocks noGrp="1"/>
          </p:cNvSpPr>
          <p:nvPr/>
        </p:nvSpPr>
        <p:spPr>
          <a:xfrm>
            <a:off x="5085347" y="5157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2" name="F1_main_prauc_1421">
            <a:extLst>
              <a:ext uri="{FF2B5EF4-FFF2-40B4-BE49-F238E27FC236}">
                <a16:creationId xmlns:a16="http://schemas.microsoft.com/office/drawing/2014/main" id="{C9A33A9A-7422-4A10-BF07-AF143C0D42B7}"/>
              </a:ext>
            </a:extLst>
          </p:cNvPr>
          <p:cNvSpPr>
            <a:spLocks noGrp="1"/>
          </p:cNvSpPr>
          <p:nvPr/>
        </p:nvSpPr>
        <p:spPr>
          <a:xfrm>
            <a:off x="5048448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3" name="F1_main_prauc_1422">
            <a:extLst>
              <a:ext uri="{FF2B5EF4-FFF2-40B4-BE49-F238E27FC236}">
                <a16:creationId xmlns:a16="http://schemas.microsoft.com/office/drawing/2014/main" id="{A8B609EA-6DF2-444F-B02C-4325CEBF6CE3}"/>
              </a:ext>
            </a:extLst>
          </p:cNvPr>
          <p:cNvSpPr>
            <a:spLocks noGrp="1"/>
          </p:cNvSpPr>
          <p:nvPr/>
        </p:nvSpPr>
        <p:spPr>
          <a:xfrm>
            <a:off x="50366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4" name="F1_main_prauc_1423">
            <a:extLst>
              <a:ext uri="{FF2B5EF4-FFF2-40B4-BE49-F238E27FC236}">
                <a16:creationId xmlns:a16="http://schemas.microsoft.com/office/drawing/2014/main" id="{8DD6CF10-1B5E-4693-80BF-F682DB9A4E52}"/>
              </a:ext>
            </a:extLst>
          </p:cNvPr>
          <p:cNvSpPr>
            <a:spLocks noGrp="1"/>
          </p:cNvSpPr>
          <p:nvPr/>
        </p:nvSpPr>
        <p:spPr>
          <a:xfrm>
            <a:off x="4932165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5" name="F1_main_prauc_1424">
            <a:extLst>
              <a:ext uri="{FF2B5EF4-FFF2-40B4-BE49-F238E27FC236}">
                <a16:creationId xmlns:a16="http://schemas.microsoft.com/office/drawing/2014/main" id="{7BFC23B4-B895-4C39-A831-3FBCF79136AB}"/>
              </a:ext>
            </a:extLst>
          </p:cNvPr>
          <p:cNvSpPr>
            <a:spLocks noGrp="1"/>
          </p:cNvSpPr>
          <p:nvPr/>
        </p:nvSpPr>
        <p:spPr>
          <a:xfrm>
            <a:off x="51443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6" name="F1_main_prauc_1425">
            <a:extLst>
              <a:ext uri="{FF2B5EF4-FFF2-40B4-BE49-F238E27FC236}">
                <a16:creationId xmlns:a16="http://schemas.microsoft.com/office/drawing/2014/main" id="{24162740-6D1E-4A8E-A964-B1D7820CC11C}"/>
              </a:ext>
            </a:extLst>
          </p:cNvPr>
          <p:cNvSpPr>
            <a:spLocks noGrp="1"/>
          </p:cNvSpPr>
          <p:nvPr/>
        </p:nvSpPr>
        <p:spPr>
          <a:xfrm>
            <a:off x="4944326" y="3900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7" name="F1_main_prauc_1426">
            <a:extLst>
              <a:ext uri="{FF2B5EF4-FFF2-40B4-BE49-F238E27FC236}">
                <a16:creationId xmlns:a16="http://schemas.microsoft.com/office/drawing/2014/main" id="{742A4F9A-DEDB-4008-AC8C-25DCB97D6A91}"/>
              </a:ext>
            </a:extLst>
          </p:cNvPr>
          <p:cNvSpPr>
            <a:spLocks noGrp="1"/>
          </p:cNvSpPr>
          <p:nvPr/>
        </p:nvSpPr>
        <p:spPr>
          <a:xfrm>
            <a:off x="5009745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8" name="F1_main_prauc_1427">
            <a:extLst>
              <a:ext uri="{FF2B5EF4-FFF2-40B4-BE49-F238E27FC236}">
                <a16:creationId xmlns:a16="http://schemas.microsoft.com/office/drawing/2014/main" id="{56E7E9B7-3D15-42CF-A0E1-45C3B852E1EE}"/>
              </a:ext>
            </a:extLst>
          </p:cNvPr>
          <p:cNvSpPr>
            <a:spLocks noGrp="1"/>
          </p:cNvSpPr>
          <p:nvPr/>
        </p:nvSpPr>
        <p:spPr>
          <a:xfrm>
            <a:off x="503712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9" name="F1_main_prauc_1428">
            <a:extLst>
              <a:ext uri="{FF2B5EF4-FFF2-40B4-BE49-F238E27FC236}">
                <a16:creationId xmlns:a16="http://schemas.microsoft.com/office/drawing/2014/main" id="{8E63AC75-952A-43BC-AD88-B3A60BB9306D}"/>
              </a:ext>
            </a:extLst>
          </p:cNvPr>
          <p:cNvSpPr>
            <a:spLocks noGrp="1"/>
          </p:cNvSpPr>
          <p:nvPr/>
        </p:nvSpPr>
        <p:spPr>
          <a:xfrm>
            <a:off x="510425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0" name="F1_main_prauc_1429">
            <a:extLst>
              <a:ext uri="{FF2B5EF4-FFF2-40B4-BE49-F238E27FC236}">
                <a16:creationId xmlns:a16="http://schemas.microsoft.com/office/drawing/2014/main" id="{D06AF33F-D1F7-420E-9504-B343FAE99BDC}"/>
              </a:ext>
            </a:extLst>
          </p:cNvPr>
          <p:cNvSpPr>
            <a:spLocks noGrp="1"/>
          </p:cNvSpPr>
          <p:nvPr/>
        </p:nvSpPr>
        <p:spPr>
          <a:xfrm>
            <a:off x="4948175" y="4854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1" name="F1_main_prauc_1430">
            <a:extLst>
              <a:ext uri="{FF2B5EF4-FFF2-40B4-BE49-F238E27FC236}">
                <a16:creationId xmlns:a16="http://schemas.microsoft.com/office/drawing/2014/main" id="{B8B94998-7B82-4B0B-B746-D8499F374C9B}"/>
              </a:ext>
            </a:extLst>
          </p:cNvPr>
          <p:cNvSpPr>
            <a:spLocks noGrp="1"/>
          </p:cNvSpPr>
          <p:nvPr/>
        </p:nvSpPr>
        <p:spPr>
          <a:xfrm>
            <a:off x="512324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2" name="F1_main_prauc_1431">
            <a:extLst>
              <a:ext uri="{FF2B5EF4-FFF2-40B4-BE49-F238E27FC236}">
                <a16:creationId xmlns:a16="http://schemas.microsoft.com/office/drawing/2014/main" id="{4C85C239-5FFE-45AB-84EC-50D68A495B94}"/>
              </a:ext>
            </a:extLst>
          </p:cNvPr>
          <p:cNvSpPr>
            <a:spLocks noGrp="1"/>
          </p:cNvSpPr>
          <p:nvPr/>
        </p:nvSpPr>
        <p:spPr>
          <a:xfrm>
            <a:off x="50028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3" name="F1_main_prauc_1432">
            <a:extLst>
              <a:ext uri="{FF2B5EF4-FFF2-40B4-BE49-F238E27FC236}">
                <a16:creationId xmlns:a16="http://schemas.microsoft.com/office/drawing/2014/main" id="{39BFA382-BF3A-40A7-8D15-0FBB4276D82F}"/>
              </a:ext>
            </a:extLst>
          </p:cNvPr>
          <p:cNvSpPr>
            <a:spLocks noGrp="1"/>
          </p:cNvSpPr>
          <p:nvPr/>
        </p:nvSpPr>
        <p:spPr>
          <a:xfrm>
            <a:off x="515439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4" name="F1_main_prauc_1433">
            <a:extLst>
              <a:ext uri="{FF2B5EF4-FFF2-40B4-BE49-F238E27FC236}">
                <a16:creationId xmlns:a16="http://schemas.microsoft.com/office/drawing/2014/main" id="{AEFCAAFD-B78D-400C-A10B-8EB81E380300}"/>
              </a:ext>
            </a:extLst>
          </p:cNvPr>
          <p:cNvSpPr>
            <a:spLocks noGrp="1"/>
          </p:cNvSpPr>
          <p:nvPr/>
        </p:nvSpPr>
        <p:spPr>
          <a:xfrm>
            <a:off x="502221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5" name="F1_main_prauc_1434">
            <a:extLst>
              <a:ext uri="{FF2B5EF4-FFF2-40B4-BE49-F238E27FC236}">
                <a16:creationId xmlns:a16="http://schemas.microsoft.com/office/drawing/2014/main" id="{7ECF25BA-A1BB-4DCB-AC98-FF7632A98627}"/>
              </a:ext>
            </a:extLst>
          </p:cNvPr>
          <p:cNvSpPr>
            <a:spLocks noGrp="1"/>
          </p:cNvSpPr>
          <p:nvPr/>
        </p:nvSpPr>
        <p:spPr>
          <a:xfrm>
            <a:off x="5034355" y="43454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6" name="F1_main_prauc_1435">
            <a:extLst>
              <a:ext uri="{FF2B5EF4-FFF2-40B4-BE49-F238E27FC236}">
                <a16:creationId xmlns:a16="http://schemas.microsoft.com/office/drawing/2014/main" id="{171993E5-A746-4C3B-AF73-072ADA293318}"/>
              </a:ext>
            </a:extLst>
          </p:cNvPr>
          <p:cNvSpPr>
            <a:spLocks noGrp="1"/>
          </p:cNvSpPr>
          <p:nvPr/>
        </p:nvSpPr>
        <p:spPr>
          <a:xfrm>
            <a:off x="5047219" y="31128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7" name="F1_main_prauc_1436">
            <a:extLst>
              <a:ext uri="{FF2B5EF4-FFF2-40B4-BE49-F238E27FC236}">
                <a16:creationId xmlns:a16="http://schemas.microsoft.com/office/drawing/2014/main" id="{23629C02-3F4A-4BFB-AAE9-9EF1E0A6697F}"/>
              </a:ext>
            </a:extLst>
          </p:cNvPr>
          <p:cNvSpPr>
            <a:spLocks noGrp="1"/>
          </p:cNvSpPr>
          <p:nvPr/>
        </p:nvSpPr>
        <p:spPr>
          <a:xfrm>
            <a:off x="4960829" y="54585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8" name="F1_main_prauc_1437">
            <a:extLst>
              <a:ext uri="{FF2B5EF4-FFF2-40B4-BE49-F238E27FC236}">
                <a16:creationId xmlns:a16="http://schemas.microsoft.com/office/drawing/2014/main" id="{602F1894-17DB-4829-9054-E9F3C0E5E6B6}"/>
              </a:ext>
            </a:extLst>
          </p:cNvPr>
          <p:cNvSpPr>
            <a:spLocks noGrp="1"/>
          </p:cNvSpPr>
          <p:nvPr/>
        </p:nvSpPr>
        <p:spPr>
          <a:xfrm>
            <a:off x="499401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9" name="F1_main_prauc_1438">
            <a:extLst>
              <a:ext uri="{FF2B5EF4-FFF2-40B4-BE49-F238E27FC236}">
                <a16:creationId xmlns:a16="http://schemas.microsoft.com/office/drawing/2014/main" id="{965101EC-883B-48F1-9A2A-821BACFDE881}"/>
              </a:ext>
            </a:extLst>
          </p:cNvPr>
          <p:cNvSpPr>
            <a:spLocks noGrp="1"/>
          </p:cNvSpPr>
          <p:nvPr/>
        </p:nvSpPr>
        <p:spPr>
          <a:xfrm>
            <a:off x="514239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0" name="F1_main_prauc_1439">
            <a:extLst>
              <a:ext uri="{FF2B5EF4-FFF2-40B4-BE49-F238E27FC236}">
                <a16:creationId xmlns:a16="http://schemas.microsoft.com/office/drawing/2014/main" id="{3EF58234-1E8F-47E6-93A1-28B226123F8B}"/>
              </a:ext>
            </a:extLst>
          </p:cNvPr>
          <p:cNvSpPr>
            <a:spLocks noGrp="1"/>
          </p:cNvSpPr>
          <p:nvPr/>
        </p:nvSpPr>
        <p:spPr>
          <a:xfrm>
            <a:off x="4967081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1" name="F1_main_prauc_1440">
            <a:extLst>
              <a:ext uri="{FF2B5EF4-FFF2-40B4-BE49-F238E27FC236}">
                <a16:creationId xmlns:a16="http://schemas.microsoft.com/office/drawing/2014/main" id="{D60EC350-F497-49F1-B1AA-0D4D81A1705E}"/>
              </a:ext>
            </a:extLst>
          </p:cNvPr>
          <p:cNvSpPr>
            <a:spLocks noGrp="1"/>
          </p:cNvSpPr>
          <p:nvPr/>
        </p:nvSpPr>
        <p:spPr>
          <a:xfrm>
            <a:off x="49692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2" name="F1_main_prauc_1441">
            <a:extLst>
              <a:ext uri="{FF2B5EF4-FFF2-40B4-BE49-F238E27FC236}">
                <a16:creationId xmlns:a16="http://schemas.microsoft.com/office/drawing/2014/main" id="{2EFBBAF5-B2F4-41F7-931A-113044E8675D}"/>
              </a:ext>
            </a:extLst>
          </p:cNvPr>
          <p:cNvSpPr>
            <a:spLocks noGrp="1"/>
          </p:cNvSpPr>
          <p:nvPr/>
        </p:nvSpPr>
        <p:spPr>
          <a:xfrm>
            <a:off x="499956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3" name="F1_main_prauc_1442">
            <a:extLst>
              <a:ext uri="{FF2B5EF4-FFF2-40B4-BE49-F238E27FC236}">
                <a16:creationId xmlns:a16="http://schemas.microsoft.com/office/drawing/2014/main" id="{5B941AFD-1F5A-47D7-A22B-106429E5158C}"/>
              </a:ext>
            </a:extLst>
          </p:cNvPr>
          <p:cNvSpPr>
            <a:spLocks noGrp="1"/>
          </p:cNvSpPr>
          <p:nvPr/>
        </p:nvSpPr>
        <p:spPr>
          <a:xfrm>
            <a:off x="506305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4" name="F1_main_prauc_1443">
            <a:extLst>
              <a:ext uri="{FF2B5EF4-FFF2-40B4-BE49-F238E27FC236}">
                <a16:creationId xmlns:a16="http://schemas.microsoft.com/office/drawing/2014/main" id="{E8C2D61E-E3D1-454E-AB31-532163BFA455}"/>
              </a:ext>
            </a:extLst>
          </p:cNvPr>
          <p:cNvSpPr>
            <a:spLocks noGrp="1"/>
          </p:cNvSpPr>
          <p:nvPr/>
        </p:nvSpPr>
        <p:spPr>
          <a:xfrm>
            <a:off x="5156706" y="60791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5" name="F1_main_prauc_1444">
            <a:extLst>
              <a:ext uri="{FF2B5EF4-FFF2-40B4-BE49-F238E27FC236}">
                <a16:creationId xmlns:a16="http://schemas.microsoft.com/office/drawing/2014/main" id="{271B7725-2F0E-4CCB-82D4-ADC5A358C094}"/>
              </a:ext>
            </a:extLst>
          </p:cNvPr>
          <p:cNvSpPr>
            <a:spLocks noGrp="1"/>
          </p:cNvSpPr>
          <p:nvPr/>
        </p:nvSpPr>
        <p:spPr>
          <a:xfrm>
            <a:off x="5016832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6" name="F1_main_prauc_1445">
            <a:extLst>
              <a:ext uri="{FF2B5EF4-FFF2-40B4-BE49-F238E27FC236}">
                <a16:creationId xmlns:a16="http://schemas.microsoft.com/office/drawing/2014/main" id="{3D125FAA-4ACA-41CE-8F41-5DB7980B41A9}"/>
              </a:ext>
            </a:extLst>
          </p:cNvPr>
          <p:cNvSpPr>
            <a:spLocks noGrp="1"/>
          </p:cNvSpPr>
          <p:nvPr/>
        </p:nvSpPr>
        <p:spPr>
          <a:xfrm>
            <a:off x="49829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7" name="F1_main_prauc_1446">
            <a:extLst>
              <a:ext uri="{FF2B5EF4-FFF2-40B4-BE49-F238E27FC236}">
                <a16:creationId xmlns:a16="http://schemas.microsoft.com/office/drawing/2014/main" id="{414EC3B4-79A2-4057-8D48-9D317DA8AA0A}"/>
              </a:ext>
            </a:extLst>
          </p:cNvPr>
          <p:cNvSpPr>
            <a:spLocks noGrp="1"/>
          </p:cNvSpPr>
          <p:nvPr/>
        </p:nvSpPr>
        <p:spPr>
          <a:xfrm>
            <a:off x="513584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8" name="F1_main_prauc_1447">
            <a:extLst>
              <a:ext uri="{FF2B5EF4-FFF2-40B4-BE49-F238E27FC236}">
                <a16:creationId xmlns:a16="http://schemas.microsoft.com/office/drawing/2014/main" id="{3254EFD8-BD6C-46C0-A4A5-83CB2E50D861}"/>
              </a:ext>
            </a:extLst>
          </p:cNvPr>
          <p:cNvSpPr>
            <a:spLocks noGrp="1"/>
          </p:cNvSpPr>
          <p:nvPr/>
        </p:nvSpPr>
        <p:spPr>
          <a:xfrm>
            <a:off x="5003694" y="4790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9" name="F1_main_prauc_1448">
            <a:extLst>
              <a:ext uri="{FF2B5EF4-FFF2-40B4-BE49-F238E27FC236}">
                <a16:creationId xmlns:a16="http://schemas.microsoft.com/office/drawing/2014/main" id="{AC4F4E3F-6EF4-4FA3-99F3-7692FB6316DA}"/>
              </a:ext>
            </a:extLst>
          </p:cNvPr>
          <p:cNvSpPr>
            <a:spLocks noGrp="1"/>
          </p:cNvSpPr>
          <p:nvPr/>
        </p:nvSpPr>
        <p:spPr>
          <a:xfrm>
            <a:off x="512914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0" name="F1_main_prauc_1449">
            <a:extLst>
              <a:ext uri="{FF2B5EF4-FFF2-40B4-BE49-F238E27FC236}">
                <a16:creationId xmlns:a16="http://schemas.microsoft.com/office/drawing/2014/main" id="{27AF034D-D316-4E32-AAA7-5EADE36F200B}"/>
              </a:ext>
            </a:extLst>
          </p:cNvPr>
          <p:cNvSpPr>
            <a:spLocks noGrp="1"/>
          </p:cNvSpPr>
          <p:nvPr/>
        </p:nvSpPr>
        <p:spPr>
          <a:xfrm>
            <a:off x="5116571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1" name="F1_main_prauc_1450">
            <a:extLst>
              <a:ext uri="{FF2B5EF4-FFF2-40B4-BE49-F238E27FC236}">
                <a16:creationId xmlns:a16="http://schemas.microsoft.com/office/drawing/2014/main" id="{FE050272-3F17-4578-B7DB-15E165E04984}"/>
              </a:ext>
            </a:extLst>
          </p:cNvPr>
          <p:cNvSpPr>
            <a:spLocks noGrp="1"/>
          </p:cNvSpPr>
          <p:nvPr/>
        </p:nvSpPr>
        <p:spPr>
          <a:xfrm>
            <a:off x="499795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2" name="F1_main_prauc_1451">
            <a:extLst>
              <a:ext uri="{FF2B5EF4-FFF2-40B4-BE49-F238E27FC236}">
                <a16:creationId xmlns:a16="http://schemas.microsoft.com/office/drawing/2014/main" id="{7C317275-8402-4608-9754-79D8806B4FF5}"/>
              </a:ext>
            </a:extLst>
          </p:cNvPr>
          <p:cNvSpPr>
            <a:spLocks noGrp="1"/>
          </p:cNvSpPr>
          <p:nvPr/>
        </p:nvSpPr>
        <p:spPr>
          <a:xfrm>
            <a:off x="499874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3" name="F1_main_prauc_1452">
            <a:extLst>
              <a:ext uri="{FF2B5EF4-FFF2-40B4-BE49-F238E27FC236}">
                <a16:creationId xmlns:a16="http://schemas.microsoft.com/office/drawing/2014/main" id="{8176E8BF-AAF1-4E3F-A66E-E67F7FE5A0EE}"/>
              </a:ext>
            </a:extLst>
          </p:cNvPr>
          <p:cNvSpPr>
            <a:spLocks noGrp="1"/>
          </p:cNvSpPr>
          <p:nvPr/>
        </p:nvSpPr>
        <p:spPr>
          <a:xfrm>
            <a:off x="5123181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4" name="F1_main_prauc_1453">
            <a:extLst>
              <a:ext uri="{FF2B5EF4-FFF2-40B4-BE49-F238E27FC236}">
                <a16:creationId xmlns:a16="http://schemas.microsoft.com/office/drawing/2014/main" id="{66CCC449-E1DA-4146-B850-866FCC5885F4}"/>
              </a:ext>
            </a:extLst>
          </p:cNvPr>
          <p:cNvSpPr>
            <a:spLocks noGrp="1"/>
          </p:cNvSpPr>
          <p:nvPr/>
        </p:nvSpPr>
        <p:spPr>
          <a:xfrm>
            <a:off x="510289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5" name="F1_main_prauc_1454">
            <a:extLst>
              <a:ext uri="{FF2B5EF4-FFF2-40B4-BE49-F238E27FC236}">
                <a16:creationId xmlns:a16="http://schemas.microsoft.com/office/drawing/2014/main" id="{5F030DA2-C5A4-446C-97A4-E93E04D21BA4}"/>
              </a:ext>
            </a:extLst>
          </p:cNvPr>
          <p:cNvSpPr>
            <a:spLocks noGrp="1"/>
          </p:cNvSpPr>
          <p:nvPr/>
        </p:nvSpPr>
        <p:spPr>
          <a:xfrm>
            <a:off x="492280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6" name="F1_main_prauc_1455">
            <a:extLst>
              <a:ext uri="{FF2B5EF4-FFF2-40B4-BE49-F238E27FC236}">
                <a16:creationId xmlns:a16="http://schemas.microsoft.com/office/drawing/2014/main" id="{6676A7E0-D53C-4EFC-B53E-FA40820D9B7E}"/>
              </a:ext>
            </a:extLst>
          </p:cNvPr>
          <p:cNvSpPr>
            <a:spLocks noGrp="1"/>
          </p:cNvSpPr>
          <p:nvPr/>
        </p:nvSpPr>
        <p:spPr>
          <a:xfrm>
            <a:off x="5122088" y="51054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7" name="F1_main_prauc_1456">
            <a:extLst>
              <a:ext uri="{FF2B5EF4-FFF2-40B4-BE49-F238E27FC236}">
                <a16:creationId xmlns:a16="http://schemas.microsoft.com/office/drawing/2014/main" id="{451C5F90-4A9D-49BD-AA78-5AE6396DA6EA}"/>
              </a:ext>
            </a:extLst>
          </p:cNvPr>
          <p:cNvSpPr>
            <a:spLocks noGrp="1"/>
          </p:cNvSpPr>
          <p:nvPr/>
        </p:nvSpPr>
        <p:spPr>
          <a:xfrm>
            <a:off x="49494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8" name="F1_main_prauc_1457">
            <a:extLst>
              <a:ext uri="{FF2B5EF4-FFF2-40B4-BE49-F238E27FC236}">
                <a16:creationId xmlns:a16="http://schemas.microsoft.com/office/drawing/2014/main" id="{FE209F18-A55F-4120-A458-6F84F89E4EB1}"/>
              </a:ext>
            </a:extLst>
          </p:cNvPr>
          <p:cNvSpPr>
            <a:spLocks noGrp="1"/>
          </p:cNvSpPr>
          <p:nvPr/>
        </p:nvSpPr>
        <p:spPr>
          <a:xfrm>
            <a:off x="4936770" y="51190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9" name="F1_main_prauc_1458">
            <a:extLst>
              <a:ext uri="{FF2B5EF4-FFF2-40B4-BE49-F238E27FC236}">
                <a16:creationId xmlns:a16="http://schemas.microsoft.com/office/drawing/2014/main" id="{81BDAA8B-CE7C-46F6-AF7C-C7AE06C5CF07}"/>
              </a:ext>
            </a:extLst>
          </p:cNvPr>
          <p:cNvSpPr>
            <a:spLocks noGrp="1"/>
          </p:cNvSpPr>
          <p:nvPr/>
        </p:nvSpPr>
        <p:spPr>
          <a:xfrm>
            <a:off x="5085616" y="58775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0" name="F1_main_prauc_1459">
            <a:extLst>
              <a:ext uri="{FF2B5EF4-FFF2-40B4-BE49-F238E27FC236}">
                <a16:creationId xmlns:a16="http://schemas.microsoft.com/office/drawing/2014/main" id="{04EEEE44-B00B-435B-AB0E-9F73A8709823}"/>
              </a:ext>
            </a:extLst>
          </p:cNvPr>
          <p:cNvSpPr>
            <a:spLocks noGrp="1"/>
          </p:cNvSpPr>
          <p:nvPr/>
        </p:nvSpPr>
        <p:spPr>
          <a:xfrm>
            <a:off x="5047345" y="40154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1" name="F1_main_prauc_1460">
            <a:extLst>
              <a:ext uri="{FF2B5EF4-FFF2-40B4-BE49-F238E27FC236}">
                <a16:creationId xmlns:a16="http://schemas.microsoft.com/office/drawing/2014/main" id="{9B9E6275-F33B-4DED-BC54-7CDCA11CBC11}"/>
              </a:ext>
            </a:extLst>
          </p:cNvPr>
          <p:cNvSpPr>
            <a:spLocks noGrp="1"/>
          </p:cNvSpPr>
          <p:nvPr/>
        </p:nvSpPr>
        <p:spPr>
          <a:xfrm>
            <a:off x="49981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2" name="F1_main_prauc_1461">
            <a:extLst>
              <a:ext uri="{FF2B5EF4-FFF2-40B4-BE49-F238E27FC236}">
                <a16:creationId xmlns:a16="http://schemas.microsoft.com/office/drawing/2014/main" id="{199E3204-3CA4-4257-8F08-0C6B0406EF85}"/>
              </a:ext>
            </a:extLst>
          </p:cNvPr>
          <p:cNvSpPr>
            <a:spLocks noGrp="1"/>
          </p:cNvSpPr>
          <p:nvPr/>
        </p:nvSpPr>
        <p:spPr>
          <a:xfrm>
            <a:off x="498007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3" name="F1_main_prauc_1462">
            <a:extLst>
              <a:ext uri="{FF2B5EF4-FFF2-40B4-BE49-F238E27FC236}">
                <a16:creationId xmlns:a16="http://schemas.microsoft.com/office/drawing/2014/main" id="{DD0F2D27-2EE1-4DC2-957E-466171110E6B}"/>
              </a:ext>
            </a:extLst>
          </p:cNvPr>
          <p:cNvSpPr>
            <a:spLocks noGrp="1"/>
          </p:cNvSpPr>
          <p:nvPr/>
        </p:nvSpPr>
        <p:spPr>
          <a:xfrm>
            <a:off x="508929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4" name="F1_main_prauc_1463">
            <a:extLst>
              <a:ext uri="{FF2B5EF4-FFF2-40B4-BE49-F238E27FC236}">
                <a16:creationId xmlns:a16="http://schemas.microsoft.com/office/drawing/2014/main" id="{BDC25D83-7665-4E3B-B4E6-7333CC019B4D}"/>
              </a:ext>
            </a:extLst>
          </p:cNvPr>
          <p:cNvSpPr>
            <a:spLocks noGrp="1"/>
          </p:cNvSpPr>
          <p:nvPr/>
        </p:nvSpPr>
        <p:spPr>
          <a:xfrm>
            <a:off x="497251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5" name="F1_main_prauc_1464">
            <a:extLst>
              <a:ext uri="{FF2B5EF4-FFF2-40B4-BE49-F238E27FC236}">
                <a16:creationId xmlns:a16="http://schemas.microsoft.com/office/drawing/2014/main" id="{FE9FB1D8-2B77-4359-8245-A3C9F333ADBA}"/>
              </a:ext>
            </a:extLst>
          </p:cNvPr>
          <p:cNvSpPr>
            <a:spLocks noGrp="1"/>
          </p:cNvSpPr>
          <p:nvPr/>
        </p:nvSpPr>
        <p:spPr>
          <a:xfrm>
            <a:off x="50962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6" name="F1_main_prauc_1465">
            <a:extLst>
              <a:ext uri="{FF2B5EF4-FFF2-40B4-BE49-F238E27FC236}">
                <a16:creationId xmlns:a16="http://schemas.microsoft.com/office/drawing/2014/main" id="{8E42662F-EC86-43B8-9F19-86817447125C}"/>
              </a:ext>
            </a:extLst>
          </p:cNvPr>
          <p:cNvSpPr>
            <a:spLocks noGrp="1"/>
          </p:cNvSpPr>
          <p:nvPr/>
        </p:nvSpPr>
        <p:spPr>
          <a:xfrm>
            <a:off x="513472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7" name="F1_main_prauc_1466">
            <a:extLst>
              <a:ext uri="{FF2B5EF4-FFF2-40B4-BE49-F238E27FC236}">
                <a16:creationId xmlns:a16="http://schemas.microsoft.com/office/drawing/2014/main" id="{745F62DE-2CEA-4027-9253-A56CCBDF0F74}"/>
              </a:ext>
            </a:extLst>
          </p:cNvPr>
          <p:cNvSpPr>
            <a:spLocks noGrp="1"/>
          </p:cNvSpPr>
          <p:nvPr/>
        </p:nvSpPr>
        <p:spPr>
          <a:xfrm>
            <a:off x="4983754" y="3908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8" name="F1_main_prauc_1467">
            <a:extLst>
              <a:ext uri="{FF2B5EF4-FFF2-40B4-BE49-F238E27FC236}">
                <a16:creationId xmlns:a16="http://schemas.microsoft.com/office/drawing/2014/main" id="{AC33DF85-C303-4D12-8FE3-62697372856B}"/>
              </a:ext>
            </a:extLst>
          </p:cNvPr>
          <p:cNvSpPr>
            <a:spLocks noGrp="1"/>
          </p:cNvSpPr>
          <p:nvPr/>
        </p:nvSpPr>
        <p:spPr>
          <a:xfrm>
            <a:off x="4952453" y="54334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9" name="F1_main_prauc_1468">
            <a:extLst>
              <a:ext uri="{FF2B5EF4-FFF2-40B4-BE49-F238E27FC236}">
                <a16:creationId xmlns:a16="http://schemas.microsoft.com/office/drawing/2014/main" id="{88E639AF-3C86-4FCD-B158-50AFA3FA6942}"/>
              </a:ext>
            </a:extLst>
          </p:cNvPr>
          <p:cNvSpPr>
            <a:spLocks noGrp="1"/>
          </p:cNvSpPr>
          <p:nvPr/>
        </p:nvSpPr>
        <p:spPr>
          <a:xfrm>
            <a:off x="5034202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0" name="F1_main_prauc_1469">
            <a:extLst>
              <a:ext uri="{FF2B5EF4-FFF2-40B4-BE49-F238E27FC236}">
                <a16:creationId xmlns:a16="http://schemas.microsoft.com/office/drawing/2014/main" id="{5A7E67EE-4B36-4048-B715-516EBD81A01B}"/>
              </a:ext>
            </a:extLst>
          </p:cNvPr>
          <p:cNvSpPr>
            <a:spLocks noGrp="1"/>
          </p:cNvSpPr>
          <p:nvPr/>
        </p:nvSpPr>
        <p:spPr>
          <a:xfrm>
            <a:off x="5062287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1" name="F1_main_prauc_1470">
            <a:extLst>
              <a:ext uri="{FF2B5EF4-FFF2-40B4-BE49-F238E27FC236}">
                <a16:creationId xmlns:a16="http://schemas.microsoft.com/office/drawing/2014/main" id="{5A9B69A5-0ADF-4144-A29A-41B6E6F00084}"/>
              </a:ext>
            </a:extLst>
          </p:cNvPr>
          <p:cNvSpPr>
            <a:spLocks noGrp="1"/>
          </p:cNvSpPr>
          <p:nvPr/>
        </p:nvSpPr>
        <p:spPr>
          <a:xfrm>
            <a:off x="497783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2" name="F1_main_prauc_1471">
            <a:extLst>
              <a:ext uri="{FF2B5EF4-FFF2-40B4-BE49-F238E27FC236}">
                <a16:creationId xmlns:a16="http://schemas.microsoft.com/office/drawing/2014/main" id="{55A978DD-0218-4D57-88D7-1C1A57302B2D}"/>
              </a:ext>
            </a:extLst>
          </p:cNvPr>
          <p:cNvSpPr>
            <a:spLocks noGrp="1"/>
          </p:cNvSpPr>
          <p:nvPr/>
        </p:nvSpPr>
        <p:spPr>
          <a:xfrm>
            <a:off x="5007100" y="51536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3" name="F1_main_prauc_1472">
            <a:extLst>
              <a:ext uri="{FF2B5EF4-FFF2-40B4-BE49-F238E27FC236}">
                <a16:creationId xmlns:a16="http://schemas.microsoft.com/office/drawing/2014/main" id="{510F10F1-399E-4929-A42B-7DF1C334DCDD}"/>
              </a:ext>
            </a:extLst>
          </p:cNvPr>
          <p:cNvSpPr>
            <a:spLocks noGrp="1"/>
          </p:cNvSpPr>
          <p:nvPr/>
        </p:nvSpPr>
        <p:spPr>
          <a:xfrm>
            <a:off x="5058224" y="42094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4" name="F1_main_prauc_1473">
            <a:extLst>
              <a:ext uri="{FF2B5EF4-FFF2-40B4-BE49-F238E27FC236}">
                <a16:creationId xmlns:a16="http://schemas.microsoft.com/office/drawing/2014/main" id="{8B5B688B-382C-4A93-8CDD-F04267F8CFDB}"/>
              </a:ext>
            </a:extLst>
          </p:cNvPr>
          <p:cNvSpPr>
            <a:spLocks noGrp="1"/>
          </p:cNvSpPr>
          <p:nvPr/>
        </p:nvSpPr>
        <p:spPr>
          <a:xfrm>
            <a:off x="49438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5" name="F1_main_prauc_1474">
            <a:extLst>
              <a:ext uri="{FF2B5EF4-FFF2-40B4-BE49-F238E27FC236}">
                <a16:creationId xmlns:a16="http://schemas.microsoft.com/office/drawing/2014/main" id="{35EDE87E-C01C-4FC8-948E-572671869E87}"/>
              </a:ext>
            </a:extLst>
          </p:cNvPr>
          <p:cNvSpPr>
            <a:spLocks noGrp="1"/>
          </p:cNvSpPr>
          <p:nvPr/>
        </p:nvSpPr>
        <p:spPr>
          <a:xfrm>
            <a:off x="51443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6" name="F1_main_prauc_1475">
            <a:extLst>
              <a:ext uri="{FF2B5EF4-FFF2-40B4-BE49-F238E27FC236}">
                <a16:creationId xmlns:a16="http://schemas.microsoft.com/office/drawing/2014/main" id="{7CC1B55E-D1C5-4452-BC4E-0B32F97ECD39}"/>
              </a:ext>
            </a:extLst>
          </p:cNvPr>
          <p:cNvSpPr>
            <a:spLocks noGrp="1"/>
          </p:cNvSpPr>
          <p:nvPr/>
        </p:nvSpPr>
        <p:spPr>
          <a:xfrm>
            <a:off x="5038152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7" name="F1_main_prauc_1476">
            <a:extLst>
              <a:ext uri="{FF2B5EF4-FFF2-40B4-BE49-F238E27FC236}">
                <a16:creationId xmlns:a16="http://schemas.microsoft.com/office/drawing/2014/main" id="{3A4E1D6C-0617-486A-9A28-961B50B03182}"/>
              </a:ext>
            </a:extLst>
          </p:cNvPr>
          <p:cNvSpPr>
            <a:spLocks noGrp="1"/>
          </p:cNvSpPr>
          <p:nvPr/>
        </p:nvSpPr>
        <p:spPr>
          <a:xfrm>
            <a:off x="491990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8" name="F1_main_prauc_1477">
            <a:extLst>
              <a:ext uri="{FF2B5EF4-FFF2-40B4-BE49-F238E27FC236}">
                <a16:creationId xmlns:a16="http://schemas.microsoft.com/office/drawing/2014/main" id="{6B9BCEAA-9A6B-4F88-93F8-566BFA4E9A78}"/>
              </a:ext>
            </a:extLst>
          </p:cNvPr>
          <p:cNvSpPr>
            <a:spLocks noGrp="1"/>
          </p:cNvSpPr>
          <p:nvPr/>
        </p:nvSpPr>
        <p:spPr>
          <a:xfrm>
            <a:off x="5152302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9" name="F1_main_prauc_1478">
            <a:extLst>
              <a:ext uri="{FF2B5EF4-FFF2-40B4-BE49-F238E27FC236}">
                <a16:creationId xmlns:a16="http://schemas.microsoft.com/office/drawing/2014/main" id="{8813EF1A-B3FB-47BA-AB0E-F4CF54C927C9}"/>
              </a:ext>
            </a:extLst>
          </p:cNvPr>
          <p:cNvSpPr>
            <a:spLocks noGrp="1"/>
          </p:cNvSpPr>
          <p:nvPr/>
        </p:nvSpPr>
        <p:spPr>
          <a:xfrm>
            <a:off x="4919088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0" name="F1_main_prauc_1479">
            <a:extLst>
              <a:ext uri="{FF2B5EF4-FFF2-40B4-BE49-F238E27FC236}">
                <a16:creationId xmlns:a16="http://schemas.microsoft.com/office/drawing/2014/main" id="{9B38632E-8E92-4FF6-B91B-3F2D24AA9135}"/>
              </a:ext>
            </a:extLst>
          </p:cNvPr>
          <p:cNvSpPr>
            <a:spLocks noGrp="1"/>
          </p:cNvSpPr>
          <p:nvPr/>
        </p:nvSpPr>
        <p:spPr>
          <a:xfrm>
            <a:off x="5016566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1" name="F1_main_prauc_1480">
            <a:extLst>
              <a:ext uri="{FF2B5EF4-FFF2-40B4-BE49-F238E27FC236}">
                <a16:creationId xmlns:a16="http://schemas.microsoft.com/office/drawing/2014/main" id="{D16FEC8F-EA78-4376-8A4A-3D3208E153FF}"/>
              </a:ext>
            </a:extLst>
          </p:cNvPr>
          <p:cNvSpPr>
            <a:spLocks noGrp="1"/>
          </p:cNvSpPr>
          <p:nvPr/>
        </p:nvSpPr>
        <p:spPr>
          <a:xfrm>
            <a:off x="510937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2" name="F1_main_prauc_1481">
            <a:extLst>
              <a:ext uri="{FF2B5EF4-FFF2-40B4-BE49-F238E27FC236}">
                <a16:creationId xmlns:a16="http://schemas.microsoft.com/office/drawing/2014/main" id="{A68774DA-12B1-4661-A127-C52C175C0028}"/>
              </a:ext>
            </a:extLst>
          </p:cNvPr>
          <p:cNvSpPr>
            <a:spLocks noGrp="1"/>
          </p:cNvSpPr>
          <p:nvPr/>
        </p:nvSpPr>
        <p:spPr>
          <a:xfrm>
            <a:off x="5106194" y="46471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3" name="F1_main_prauc_1482">
            <a:extLst>
              <a:ext uri="{FF2B5EF4-FFF2-40B4-BE49-F238E27FC236}">
                <a16:creationId xmlns:a16="http://schemas.microsoft.com/office/drawing/2014/main" id="{AC226FC0-1ED2-4FD7-B96D-73CC1513EF5F}"/>
              </a:ext>
            </a:extLst>
          </p:cNvPr>
          <p:cNvSpPr>
            <a:spLocks noGrp="1"/>
          </p:cNvSpPr>
          <p:nvPr/>
        </p:nvSpPr>
        <p:spPr>
          <a:xfrm>
            <a:off x="4953652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4" name="F1_main_prauc_1483">
            <a:extLst>
              <a:ext uri="{FF2B5EF4-FFF2-40B4-BE49-F238E27FC236}">
                <a16:creationId xmlns:a16="http://schemas.microsoft.com/office/drawing/2014/main" id="{E1AB9421-1253-44CC-A22F-CFD2C2F8BF27}"/>
              </a:ext>
            </a:extLst>
          </p:cNvPr>
          <p:cNvSpPr>
            <a:spLocks noGrp="1"/>
          </p:cNvSpPr>
          <p:nvPr/>
        </p:nvSpPr>
        <p:spPr>
          <a:xfrm>
            <a:off x="504065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5" name="F1_main_prauc_1484">
            <a:extLst>
              <a:ext uri="{FF2B5EF4-FFF2-40B4-BE49-F238E27FC236}">
                <a16:creationId xmlns:a16="http://schemas.microsoft.com/office/drawing/2014/main" id="{BDE464D7-CC03-45E7-8F1C-682EFB18E239}"/>
              </a:ext>
            </a:extLst>
          </p:cNvPr>
          <p:cNvSpPr>
            <a:spLocks noGrp="1"/>
          </p:cNvSpPr>
          <p:nvPr/>
        </p:nvSpPr>
        <p:spPr>
          <a:xfrm>
            <a:off x="5047413" y="54271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6" name="F1_main_prauc_1485">
            <a:extLst>
              <a:ext uri="{FF2B5EF4-FFF2-40B4-BE49-F238E27FC236}">
                <a16:creationId xmlns:a16="http://schemas.microsoft.com/office/drawing/2014/main" id="{3FAA2241-FD51-4989-9B4A-8F7C2003C02B}"/>
              </a:ext>
            </a:extLst>
          </p:cNvPr>
          <p:cNvSpPr>
            <a:spLocks noGrp="1"/>
          </p:cNvSpPr>
          <p:nvPr/>
        </p:nvSpPr>
        <p:spPr>
          <a:xfrm>
            <a:off x="5130593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7" name="F1_main_prauc_1486">
            <a:extLst>
              <a:ext uri="{FF2B5EF4-FFF2-40B4-BE49-F238E27FC236}">
                <a16:creationId xmlns:a16="http://schemas.microsoft.com/office/drawing/2014/main" id="{D63A2630-8894-49BD-BBAD-0AC1D1DD9C59}"/>
              </a:ext>
            </a:extLst>
          </p:cNvPr>
          <p:cNvSpPr>
            <a:spLocks noGrp="1"/>
          </p:cNvSpPr>
          <p:nvPr/>
        </p:nvSpPr>
        <p:spPr>
          <a:xfrm>
            <a:off x="492538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8" name="F1_main_prauc_1487">
            <a:extLst>
              <a:ext uri="{FF2B5EF4-FFF2-40B4-BE49-F238E27FC236}">
                <a16:creationId xmlns:a16="http://schemas.microsoft.com/office/drawing/2014/main" id="{F2DA7D32-705D-403D-89BA-281D9F339D51}"/>
              </a:ext>
            </a:extLst>
          </p:cNvPr>
          <p:cNvSpPr>
            <a:spLocks noGrp="1"/>
          </p:cNvSpPr>
          <p:nvPr/>
        </p:nvSpPr>
        <p:spPr>
          <a:xfrm>
            <a:off x="498170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9" name="F1_main_prauc_1488">
            <a:extLst>
              <a:ext uri="{FF2B5EF4-FFF2-40B4-BE49-F238E27FC236}">
                <a16:creationId xmlns:a16="http://schemas.microsoft.com/office/drawing/2014/main" id="{C32A8F56-74A6-4DAF-BA43-7B6E5530D506}"/>
              </a:ext>
            </a:extLst>
          </p:cNvPr>
          <p:cNvSpPr>
            <a:spLocks noGrp="1"/>
          </p:cNvSpPr>
          <p:nvPr/>
        </p:nvSpPr>
        <p:spPr>
          <a:xfrm>
            <a:off x="496571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0" name="F1_main_prauc_1489">
            <a:extLst>
              <a:ext uri="{FF2B5EF4-FFF2-40B4-BE49-F238E27FC236}">
                <a16:creationId xmlns:a16="http://schemas.microsoft.com/office/drawing/2014/main" id="{7B0F98D3-B914-4701-B18A-FCA527A914F4}"/>
              </a:ext>
            </a:extLst>
          </p:cNvPr>
          <p:cNvSpPr>
            <a:spLocks noGrp="1"/>
          </p:cNvSpPr>
          <p:nvPr/>
        </p:nvSpPr>
        <p:spPr>
          <a:xfrm>
            <a:off x="4944757" y="48690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1" name="F1_main_prauc_1490">
            <a:extLst>
              <a:ext uri="{FF2B5EF4-FFF2-40B4-BE49-F238E27FC236}">
                <a16:creationId xmlns:a16="http://schemas.microsoft.com/office/drawing/2014/main" id="{7FD3EE3D-43BF-4957-B307-2D777299D902}"/>
              </a:ext>
            </a:extLst>
          </p:cNvPr>
          <p:cNvSpPr>
            <a:spLocks noGrp="1"/>
          </p:cNvSpPr>
          <p:nvPr/>
        </p:nvSpPr>
        <p:spPr>
          <a:xfrm>
            <a:off x="49730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2" name="F1_main_prauc_1491">
            <a:extLst>
              <a:ext uri="{FF2B5EF4-FFF2-40B4-BE49-F238E27FC236}">
                <a16:creationId xmlns:a16="http://schemas.microsoft.com/office/drawing/2014/main" id="{ECB8DBE5-1510-4EA0-BD28-37F89495FFF8}"/>
              </a:ext>
            </a:extLst>
          </p:cNvPr>
          <p:cNvSpPr>
            <a:spLocks noGrp="1"/>
          </p:cNvSpPr>
          <p:nvPr/>
        </p:nvSpPr>
        <p:spPr>
          <a:xfrm>
            <a:off x="4957437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3" name="F1_main_prauc_1492">
            <a:extLst>
              <a:ext uri="{FF2B5EF4-FFF2-40B4-BE49-F238E27FC236}">
                <a16:creationId xmlns:a16="http://schemas.microsoft.com/office/drawing/2014/main" id="{D4E3F1BE-726E-4F42-98FA-765DB4F88536}"/>
              </a:ext>
            </a:extLst>
          </p:cNvPr>
          <p:cNvSpPr>
            <a:spLocks noGrp="1"/>
          </p:cNvSpPr>
          <p:nvPr/>
        </p:nvSpPr>
        <p:spPr>
          <a:xfrm>
            <a:off x="655218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4" name="F1_main_prauc_1493">
            <a:extLst>
              <a:ext uri="{FF2B5EF4-FFF2-40B4-BE49-F238E27FC236}">
                <a16:creationId xmlns:a16="http://schemas.microsoft.com/office/drawing/2014/main" id="{1F35D641-99C9-4684-B18C-4E59B64558CD}"/>
              </a:ext>
            </a:extLst>
          </p:cNvPr>
          <p:cNvSpPr>
            <a:spLocks noGrp="1"/>
          </p:cNvSpPr>
          <p:nvPr/>
        </p:nvSpPr>
        <p:spPr>
          <a:xfrm>
            <a:off x="6583666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5" name="F1_main_prauc_1494">
            <a:extLst>
              <a:ext uri="{FF2B5EF4-FFF2-40B4-BE49-F238E27FC236}">
                <a16:creationId xmlns:a16="http://schemas.microsoft.com/office/drawing/2014/main" id="{0C2884CF-55D7-43A7-AB03-850C759EAF63}"/>
              </a:ext>
            </a:extLst>
          </p:cNvPr>
          <p:cNvSpPr>
            <a:spLocks noGrp="1"/>
          </p:cNvSpPr>
          <p:nvPr/>
        </p:nvSpPr>
        <p:spPr>
          <a:xfrm>
            <a:off x="66570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6" name="F1_main_prauc_1495">
            <a:extLst>
              <a:ext uri="{FF2B5EF4-FFF2-40B4-BE49-F238E27FC236}">
                <a16:creationId xmlns:a16="http://schemas.microsoft.com/office/drawing/2014/main" id="{D3563167-CFEC-4DB4-A3D7-DEDDD29B9A77}"/>
              </a:ext>
            </a:extLst>
          </p:cNvPr>
          <p:cNvSpPr>
            <a:spLocks noGrp="1"/>
          </p:cNvSpPr>
          <p:nvPr/>
        </p:nvSpPr>
        <p:spPr>
          <a:xfrm>
            <a:off x="654831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7" name="F1_main_prauc_1496">
            <a:extLst>
              <a:ext uri="{FF2B5EF4-FFF2-40B4-BE49-F238E27FC236}">
                <a16:creationId xmlns:a16="http://schemas.microsoft.com/office/drawing/2014/main" id="{3DC095E9-B249-4771-B9F7-19380F377E2B}"/>
              </a:ext>
            </a:extLst>
          </p:cNvPr>
          <p:cNvSpPr>
            <a:spLocks noGrp="1"/>
          </p:cNvSpPr>
          <p:nvPr/>
        </p:nvSpPr>
        <p:spPr>
          <a:xfrm>
            <a:off x="6681646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8" name="F1_main_prauc_1497">
            <a:extLst>
              <a:ext uri="{FF2B5EF4-FFF2-40B4-BE49-F238E27FC236}">
                <a16:creationId xmlns:a16="http://schemas.microsoft.com/office/drawing/2014/main" id="{3F8CA47C-D21A-4481-9A44-CDCB39BAD0DF}"/>
              </a:ext>
            </a:extLst>
          </p:cNvPr>
          <p:cNvSpPr>
            <a:spLocks noGrp="1"/>
          </p:cNvSpPr>
          <p:nvPr/>
        </p:nvSpPr>
        <p:spPr>
          <a:xfrm>
            <a:off x="65660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9" name="F1_main_prauc_1498">
            <a:extLst>
              <a:ext uri="{FF2B5EF4-FFF2-40B4-BE49-F238E27FC236}">
                <a16:creationId xmlns:a16="http://schemas.microsoft.com/office/drawing/2014/main" id="{3243F146-7444-479D-80BE-B86C86AB01A4}"/>
              </a:ext>
            </a:extLst>
          </p:cNvPr>
          <p:cNvSpPr>
            <a:spLocks noGrp="1"/>
          </p:cNvSpPr>
          <p:nvPr/>
        </p:nvSpPr>
        <p:spPr>
          <a:xfrm>
            <a:off x="669863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0" name="F1_main_prauc_1499">
            <a:extLst>
              <a:ext uri="{FF2B5EF4-FFF2-40B4-BE49-F238E27FC236}">
                <a16:creationId xmlns:a16="http://schemas.microsoft.com/office/drawing/2014/main" id="{BB9B0AF8-DD8E-41A0-919B-7395D4B23A61}"/>
              </a:ext>
            </a:extLst>
          </p:cNvPr>
          <p:cNvSpPr>
            <a:spLocks noGrp="1"/>
          </p:cNvSpPr>
          <p:nvPr/>
        </p:nvSpPr>
        <p:spPr>
          <a:xfrm>
            <a:off x="65287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1" name="F1_main_prauc_1500">
            <a:extLst>
              <a:ext uri="{FF2B5EF4-FFF2-40B4-BE49-F238E27FC236}">
                <a16:creationId xmlns:a16="http://schemas.microsoft.com/office/drawing/2014/main" id="{8B1697E7-9032-4DBB-A3C2-A822DC37A43A}"/>
              </a:ext>
            </a:extLst>
          </p:cNvPr>
          <p:cNvSpPr>
            <a:spLocks noGrp="1"/>
          </p:cNvSpPr>
          <p:nvPr/>
        </p:nvSpPr>
        <p:spPr>
          <a:xfrm>
            <a:off x="6588968" y="6045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2" name="F1_main_prauc_1501">
            <a:extLst>
              <a:ext uri="{FF2B5EF4-FFF2-40B4-BE49-F238E27FC236}">
                <a16:creationId xmlns:a16="http://schemas.microsoft.com/office/drawing/2014/main" id="{8C896D24-87FF-458E-B965-928DD596F5C6}"/>
              </a:ext>
            </a:extLst>
          </p:cNvPr>
          <p:cNvSpPr>
            <a:spLocks noGrp="1"/>
          </p:cNvSpPr>
          <p:nvPr/>
        </p:nvSpPr>
        <p:spPr>
          <a:xfrm>
            <a:off x="663104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3" name="F1_main_prauc_1502">
            <a:extLst>
              <a:ext uri="{FF2B5EF4-FFF2-40B4-BE49-F238E27FC236}">
                <a16:creationId xmlns:a16="http://schemas.microsoft.com/office/drawing/2014/main" id="{E94690D3-1CD7-4BD0-AC4D-B772A4CB97D6}"/>
              </a:ext>
            </a:extLst>
          </p:cNvPr>
          <p:cNvSpPr>
            <a:spLocks noGrp="1"/>
          </p:cNvSpPr>
          <p:nvPr/>
        </p:nvSpPr>
        <p:spPr>
          <a:xfrm>
            <a:off x="6640466" y="4631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4" name="F1_main_prauc_1503">
            <a:extLst>
              <a:ext uri="{FF2B5EF4-FFF2-40B4-BE49-F238E27FC236}">
                <a16:creationId xmlns:a16="http://schemas.microsoft.com/office/drawing/2014/main" id="{555C3C70-715E-4D90-A00B-50054284ABA8}"/>
              </a:ext>
            </a:extLst>
          </p:cNvPr>
          <p:cNvSpPr>
            <a:spLocks noGrp="1"/>
          </p:cNvSpPr>
          <p:nvPr/>
        </p:nvSpPr>
        <p:spPr>
          <a:xfrm>
            <a:off x="6492914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5" name="F1_main_prauc_1504">
            <a:extLst>
              <a:ext uri="{FF2B5EF4-FFF2-40B4-BE49-F238E27FC236}">
                <a16:creationId xmlns:a16="http://schemas.microsoft.com/office/drawing/2014/main" id="{DFCF241F-1B55-4934-8833-8A88EF4248FA}"/>
              </a:ext>
            </a:extLst>
          </p:cNvPr>
          <p:cNvSpPr>
            <a:spLocks noGrp="1"/>
          </p:cNvSpPr>
          <p:nvPr/>
        </p:nvSpPr>
        <p:spPr>
          <a:xfrm>
            <a:off x="6594152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6" name="F1_main_prauc_1505">
            <a:extLst>
              <a:ext uri="{FF2B5EF4-FFF2-40B4-BE49-F238E27FC236}">
                <a16:creationId xmlns:a16="http://schemas.microsoft.com/office/drawing/2014/main" id="{49EF3D94-060F-4222-B3D0-EDE96B785079}"/>
              </a:ext>
            </a:extLst>
          </p:cNvPr>
          <p:cNvSpPr>
            <a:spLocks noGrp="1"/>
          </p:cNvSpPr>
          <p:nvPr/>
        </p:nvSpPr>
        <p:spPr>
          <a:xfrm>
            <a:off x="665915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7" name="F1_main_prauc_1506">
            <a:extLst>
              <a:ext uri="{FF2B5EF4-FFF2-40B4-BE49-F238E27FC236}">
                <a16:creationId xmlns:a16="http://schemas.microsoft.com/office/drawing/2014/main" id="{CA4D3859-A93F-4E07-A4D4-91CFF54C8851}"/>
              </a:ext>
            </a:extLst>
          </p:cNvPr>
          <p:cNvSpPr>
            <a:spLocks noGrp="1"/>
          </p:cNvSpPr>
          <p:nvPr/>
        </p:nvSpPr>
        <p:spPr>
          <a:xfrm>
            <a:off x="66342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8" name="F1_main_prauc_1507">
            <a:extLst>
              <a:ext uri="{FF2B5EF4-FFF2-40B4-BE49-F238E27FC236}">
                <a16:creationId xmlns:a16="http://schemas.microsoft.com/office/drawing/2014/main" id="{BCC3CB33-85EC-42DB-8948-F0AD8D8A8DCA}"/>
              </a:ext>
            </a:extLst>
          </p:cNvPr>
          <p:cNvSpPr>
            <a:spLocks noGrp="1"/>
          </p:cNvSpPr>
          <p:nvPr/>
        </p:nvSpPr>
        <p:spPr>
          <a:xfrm>
            <a:off x="658863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9" name="F1_main_prauc_1508">
            <a:extLst>
              <a:ext uri="{FF2B5EF4-FFF2-40B4-BE49-F238E27FC236}">
                <a16:creationId xmlns:a16="http://schemas.microsoft.com/office/drawing/2014/main" id="{A4EF58DB-69AA-4E1C-ABCF-42CEFD0A9BB4}"/>
              </a:ext>
            </a:extLst>
          </p:cNvPr>
          <p:cNvSpPr>
            <a:spLocks noGrp="1"/>
          </p:cNvSpPr>
          <p:nvPr/>
        </p:nvSpPr>
        <p:spPr>
          <a:xfrm>
            <a:off x="668437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0" name="F1_main_prauc_1509">
            <a:extLst>
              <a:ext uri="{FF2B5EF4-FFF2-40B4-BE49-F238E27FC236}">
                <a16:creationId xmlns:a16="http://schemas.microsoft.com/office/drawing/2014/main" id="{A28A999F-7797-42C4-A08D-A848A6961C8A}"/>
              </a:ext>
            </a:extLst>
          </p:cNvPr>
          <p:cNvSpPr>
            <a:spLocks noGrp="1"/>
          </p:cNvSpPr>
          <p:nvPr/>
        </p:nvSpPr>
        <p:spPr>
          <a:xfrm>
            <a:off x="670674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1" name="F1_main_prauc_1510">
            <a:extLst>
              <a:ext uri="{FF2B5EF4-FFF2-40B4-BE49-F238E27FC236}">
                <a16:creationId xmlns:a16="http://schemas.microsoft.com/office/drawing/2014/main" id="{C0457625-8ED2-4AA9-825C-8F2F6D933C49}"/>
              </a:ext>
            </a:extLst>
          </p:cNvPr>
          <p:cNvSpPr>
            <a:spLocks noGrp="1"/>
          </p:cNvSpPr>
          <p:nvPr/>
        </p:nvSpPr>
        <p:spPr>
          <a:xfrm>
            <a:off x="657667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2" name="F1_main_prauc_1511">
            <a:extLst>
              <a:ext uri="{FF2B5EF4-FFF2-40B4-BE49-F238E27FC236}">
                <a16:creationId xmlns:a16="http://schemas.microsoft.com/office/drawing/2014/main" id="{7C609D9C-6F31-4A6E-980C-06952B92360A}"/>
              </a:ext>
            </a:extLst>
          </p:cNvPr>
          <p:cNvSpPr>
            <a:spLocks noGrp="1"/>
          </p:cNvSpPr>
          <p:nvPr/>
        </p:nvSpPr>
        <p:spPr>
          <a:xfrm>
            <a:off x="6501164" y="540280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3" name="F1_main_prauc_1512">
            <a:extLst>
              <a:ext uri="{FF2B5EF4-FFF2-40B4-BE49-F238E27FC236}">
                <a16:creationId xmlns:a16="http://schemas.microsoft.com/office/drawing/2014/main" id="{923C5D35-C611-49A2-92DA-436CA2FA910C}"/>
              </a:ext>
            </a:extLst>
          </p:cNvPr>
          <p:cNvSpPr>
            <a:spLocks noGrp="1"/>
          </p:cNvSpPr>
          <p:nvPr/>
        </p:nvSpPr>
        <p:spPr>
          <a:xfrm>
            <a:off x="6645042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4" name="F1_main_prauc_1513">
            <a:extLst>
              <a:ext uri="{FF2B5EF4-FFF2-40B4-BE49-F238E27FC236}">
                <a16:creationId xmlns:a16="http://schemas.microsoft.com/office/drawing/2014/main" id="{660E0D28-A4F6-45B1-B027-3BE2705B9693}"/>
              </a:ext>
            </a:extLst>
          </p:cNvPr>
          <p:cNvSpPr>
            <a:spLocks noGrp="1"/>
          </p:cNvSpPr>
          <p:nvPr/>
        </p:nvSpPr>
        <p:spPr>
          <a:xfrm>
            <a:off x="665840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5" name="F1_main_prauc_1514">
            <a:extLst>
              <a:ext uri="{FF2B5EF4-FFF2-40B4-BE49-F238E27FC236}">
                <a16:creationId xmlns:a16="http://schemas.microsoft.com/office/drawing/2014/main" id="{3342575B-036D-47C5-B269-6006402484D0}"/>
              </a:ext>
            </a:extLst>
          </p:cNvPr>
          <p:cNvSpPr>
            <a:spLocks noGrp="1"/>
          </p:cNvSpPr>
          <p:nvPr/>
        </p:nvSpPr>
        <p:spPr>
          <a:xfrm>
            <a:off x="6683922" y="59404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6" name="F1_main_prauc_1515">
            <a:extLst>
              <a:ext uri="{FF2B5EF4-FFF2-40B4-BE49-F238E27FC236}">
                <a16:creationId xmlns:a16="http://schemas.microsoft.com/office/drawing/2014/main" id="{BD755697-42DD-42C4-BC97-93DD33A80136}"/>
              </a:ext>
            </a:extLst>
          </p:cNvPr>
          <p:cNvSpPr>
            <a:spLocks noGrp="1"/>
          </p:cNvSpPr>
          <p:nvPr/>
        </p:nvSpPr>
        <p:spPr>
          <a:xfrm>
            <a:off x="6725858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7" name="F1_main_prauc_1516">
            <a:extLst>
              <a:ext uri="{FF2B5EF4-FFF2-40B4-BE49-F238E27FC236}">
                <a16:creationId xmlns:a16="http://schemas.microsoft.com/office/drawing/2014/main" id="{3BD927D6-CCBF-48E5-BBA7-6A6C989EB8E6}"/>
              </a:ext>
            </a:extLst>
          </p:cNvPr>
          <p:cNvSpPr>
            <a:spLocks noGrp="1"/>
          </p:cNvSpPr>
          <p:nvPr/>
        </p:nvSpPr>
        <p:spPr>
          <a:xfrm>
            <a:off x="670327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8" name="F1_main_prauc_1517">
            <a:extLst>
              <a:ext uri="{FF2B5EF4-FFF2-40B4-BE49-F238E27FC236}">
                <a16:creationId xmlns:a16="http://schemas.microsoft.com/office/drawing/2014/main" id="{18D31813-24DE-40F9-907C-3E98E5725C89}"/>
              </a:ext>
            </a:extLst>
          </p:cNvPr>
          <p:cNvSpPr>
            <a:spLocks noGrp="1"/>
          </p:cNvSpPr>
          <p:nvPr/>
        </p:nvSpPr>
        <p:spPr>
          <a:xfrm>
            <a:off x="672080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9" name="F1_main_prauc_1518">
            <a:extLst>
              <a:ext uri="{FF2B5EF4-FFF2-40B4-BE49-F238E27FC236}">
                <a16:creationId xmlns:a16="http://schemas.microsoft.com/office/drawing/2014/main" id="{2C40FF44-A9E7-436D-99AA-F18404A38E68}"/>
              </a:ext>
            </a:extLst>
          </p:cNvPr>
          <p:cNvSpPr>
            <a:spLocks noGrp="1"/>
          </p:cNvSpPr>
          <p:nvPr/>
        </p:nvSpPr>
        <p:spPr>
          <a:xfrm>
            <a:off x="656153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0" name="F1_main_prauc_1519">
            <a:extLst>
              <a:ext uri="{FF2B5EF4-FFF2-40B4-BE49-F238E27FC236}">
                <a16:creationId xmlns:a16="http://schemas.microsoft.com/office/drawing/2014/main" id="{B387EA83-57CD-4EB5-BD12-B630348AE651}"/>
              </a:ext>
            </a:extLst>
          </p:cNvPr>
          <p:cNvSpPr>
            <a:spLocks noGrp="1"/>
          </p:cNvSpPr>
          <p:nvPr/>
        </p:nvSpPr>
        <p:spPr>
          <a:xfrm>
            <a:off x="6625079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1" name="F1_main_prauc_1520">
            <a:extLst>
              <a:ext uri="{FF2B5EF4-FFF2-40B4-BE49-F238E27FC236}">
                <a16:creationId xmlns:a16="http://schemas.microsoft.com/office/drawing/2014/main" id="{90BFF722-E5DA-42CB-A976-C3B919F30859}"/>
              </a:ext>
            </a:extLst>
          </p:cNvPr>
          <p:cNvSpPr>
            <a:spLocks noGrp="1"/>
          </p:cNvSpPr>
          <p:nvPr/>
        </p:nvSpPr>
        <p:spPr>
          <a:xfrm>
            <a:off x="6729926" y="59335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2" name="F1_main_prauc_1521">
            <a:extLst>
              <a:ext uri="{FF2B5EF4-FFF2-40B4-BE49-F238E27FC236}">
                <a16:creationId xmlns:a16="http://schemas.microsoft.com/office/drawing/2014/main" id="{F209BE17-6E94-4260-BF55-2EC0A466D8EA}"/>
              </a:ext>
            </a:extLst>
          </p:cNvPr>
          <p:cNvSpPr>
            <a:spLocks noGrp="1"/>
          </p:cNvSpPr>
          <p:nvPr/>
        </p:nvSpPr>
        <p:spPr>
          <a:xfrm>
            <a:off x="66794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3" name="F1_main_prauc_1522">
            <a:extLst>
              <a:ext uri="{FF2B5EF4-FFF2-40B4-BE49-F238E27FC236}">
                <a16:creationId xmlns:a16="http://schemas.microsoft.com/office/drawing/2014/main" id="{944F88C5-F2AE-438E-80F3-CD0747CEFA10}"/>
              </a:ext>
            </a:extLst>
          </p:cNvPr>
          <p:cNvSpPr>
            <a:spLocks noGrp="1"/>
          </p:cNvSpPr>
          <p:nvPr/>
        </p:nvSpPr>
        <p:spPr>
          <a:xfrm>
            <a:off x="666771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4" name="F1_main_prauc_1523">
            <a:extLst>
              <a:ext uri="{FF2B5EF4-FFF2-40B4-BE49-F238E27FC236}">
                <a16:creationId xmlns:a16="http://schemas.microsoft.com/office/drawing/2014/main" id="{FC575864-CA27-41D4-957D-C5DADC026D75}"/>
              </a:ext>
            </a:extLst>
          </p:cNvPr>
          <p:cNvSpPr>
            <a:spLocks noGrp="1"/>
          </p:cNvSpPr>
          <p:nvPr/>
        </p:nvSpPr>
        <p:spPr>
          <a:xfrm>
            <a:off x="6724553" y="59413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5" name="F1_main_prauc_1524">
            <a:extLst>
              <a:ext uri="{FF2B5EF4-FFF2-40B4-BE49-F238E27FC236}">
                <a16:creationId xmlns:a16="http://schemas.microsoft.com/office/drawing/2014/main" id="{4258526D-954E-4BEE-96E5-940D4F2F117E}"/>
              </a:ext>
            </a:extLst>
          </p:cNvPr>
          <p:cNvSpPr>
            <a:spLocks noGrp="1"/>
          </p:cNvSpPr>
          <p:nvPr/>
        </p:nvSpPr>
        <p:spPr>
          <a:xfrm>
            <a:off x="655405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6" name="F1_main_prauc_1525">
            <a:extLst>
              <a:ext uri="{FF2B5EF4-FFF2-40B4-BE49-F238E27FC236}">
                <a16:creationId xmlns:a16="http://schemas.microsoft.com/office/drawing/2014/main" id="{61FB959B-C099-421F-A8F6-ABF679CBCD68}"/>
              </a:ext>
            </a:extLst>
          </p:cNvPr>
          <p:cNvSpPr>
            <a:spLocks noGrp="1"/>
          </p:cNvSpPr>
          <p:nvPr/>
        </p:nvSpPr>
        <p:spPr>
          <a:xfrm>
            <a:off x="664213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7" name="F1_main_prauc_1526">
            <a:extLst>
              <a:ext uri="{FF2B5EF4-FFF2-40B4-BE49-F238E27FC236}">
                <a16:creationId xmlns:a16="http://schemas.microsoft.com/office/drawing/2014/main" id="{3DAABAAD-81E7-4C7C-BD01-B5AA4CC14D35}"/>
              </a:ext>
            </a:extLst>
          </p:cNvPr>
          <p:cNvSpPr>
            <a:spLocks noGrp="1"/>
          </p:cNvSpPr>
          <p:nvPr/>
        </p:nvSpPr>
        <p:spPr>
          <a:xfrm>
            <a:off x="674270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8" name="F1_main_prauc_1527">
            <a:extLst>
              <a:ext uri="{FF2B5EF4-FFF2-40B4-BE49-F238E27FC236}">
                <a16:creationId xmlns:a16="http://schemas.microsoft.com/office/drawing/2014/main" id="{3C869A5A-4991-425E-8800-8320B86AFF0C}"/>
              </a:ext>
            </a:extLst>
          </p:cNvPr>
          <p:cNvSpPr>
            <a:spLocks noGrp="1"/>
          </p:cNvSpPr>
          <p:nvPr/>
        </p:nvSpPr>
        <p:spPr>
          <a:xfrm>
            <a:off x="65416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9" name="F1_main_prauc_1528">
            <a:extLst>
              <a:ext uri="{FF2B5EF4-FFF2-40B4-BE49-F238E27FC236}">
                <a16:creationId xmlns:a16="http://schemas.microsoft.com/office/drawing/2014/main" id="{86F06E5D-C857-4A85-9196-280E3B91A145}"/>
              </a:ext>
            </a:extLst>
          </p:cNvPr>
          <p:cNvSpPr>
            <a:spLocks noGrp="1"/>
          </p:cNvSpPr>
          <p:nvPr/>
        </p:nvSpPr>
        <p:spPr>
          <a:xfrm>
            <a:off x="665971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0" name="F1_main_prauc_1529">
            <a:extLst>
              <a:ext uri="{FF2B5EF4-FFF2-40B4-BE49-F238E27FC236}">
                <a16:creationId xmlns:a16="http://schemas.microsoft.com/office/drawing/2014/main" id="{DA9A5541-771A-484B-BACC-061B4C3C520A}"/>
              </a:ext>
            </a:extLst>
          </p:cNvPr>
          <p:cNvSpPr>
            <a:spLocks noGrp="1"/>
          </p:cNvSpPr>
          <p:nvPr/>
        </p:nvSpPr>
        <p:spPr>
          <a:xfrm>
            <a:off x="672841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1" name="F1_main_prauc_1530">
            <a:extLst>
              <a:ext uri="{FF2B5EF4-FFF2-40B4-BE49-F238E27FC236}">
                <a16:creationId xmlns:a16="http://schemas.microsoft.com/office/drawing/2014/main" id="{20FBBBA6-348A-4794-BFE7-FB942DDDA66C}"/>
              </a:ext>
            </a:extLst>
          </p:cNvPr>
          <p:cNvSpPr>
            <a:spLocks noGrp="1"/>
          </p:cNvSpPr>
          <p:nvPr/>
        </p:nvSpPr>
        <p:spPr>
          <a:xfrm>
            <a:off x="67091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2" name="F1_main_prauc_1531">
            <a:extLst>
              <a:ext uri="{FF2B5EF4-FFF2-40B4-BE49-F238E27FC236}">
                <a16:creationId xmlns:a16="http://schemas.microsoft.com/office/drawing/2014/main" id="{70329F4E-BDE4-4CD2-BBCA-EE6D32D558D0}"/>
              </a:ext>
            </a:extLst>
          </p:cNvPr>
          <p:cNvSpPr>
            <a:spLocks noGrp="1"/>
          </p:cNvSpPr>
          <p:nvPr/>
        </p:nvSpPr>
        <p:spPr>
          <a:xfrm>
            <a:off x="6658839" y="50290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3" name="F1_main_prauc_1532">
            <a:extLst>
              <a:ext uri="{FF2B5EF4-FFF2-40B4-BE49-F238E27FC236}">
                <a16:creationId xmlns:a16="http://schemas.microsoft.com/office/drawing/2014/main" id="{624C239A-5168-4387-9B01-DF94D956FDC0}"/>
              </a:ext>
            </a:extLst>
          </p:cNvPr>
          <p:cNvSpPr>
            <a:spLocks noGrp="1"/>
          </p:cNvSpPr>
          <p:nvPr/>
        </p:nvSpPr>
        <p:spPr>
          <a:xfrm>
            <a:off x="6560517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4" name="F1_main_prauc_1533">
            <a:extLst>
              <a:ext uri="{FF2B5EF4-FFF2-40B4-BE49-F238E27FC236}">
                <a16:creationId xmlns:a16="http://schemas.microsoft.com/office/drawing/2014/main" id="{7D8A78F3-0F75-41C0-BF18-AB0B65051571}"/>
              </a:ext>
            </a:extLst>
          </p:cNvPr>
          <p:cNvSpPr>
            <a:spLocks noGrp="1"/>
          </p:cNvSpPr>
          <p:nvPr/>
        </p:nvSpPr>
        <p:spPr>
          <a:xfrm>
            <a:off x="649045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5" name="F1_main_prauc_1534">
            <a:extLst>
              <a:ext uri="{FF2B5EF4-FFF2-40B4-BE49-F238E27FC236}">
                <a16:creationId xmlns:a16="http://schemas.microsoft.com/office/drawing/2014/main" id="{2A2E2619-EDC7-4D64-8324-BE9DF34752AC}"/>
              </a:ext>
            </a:extLst>
          </p:cNvPr>
          <p:cNvSpPr>
            <a:spLocks noGrp="1"/>
          </p:cNvSpPr>
          <p:nvPr/>
        </p:nvSpPr>
        <p:spPr>
          <a:xfrm>
            <a:off x="652900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6" name="F1_main_prauc_1535">
            <a:extLst>
              <a:ext uri="{FF2B5EF4-FFF2-40B4-BE49-F238E27FC236}">
                <a16:creationId xmlns:a16="http://schemas.microsoft.com/office/drawing/2014/main" id="{2597D3D7-FACD-4A2D-A146-9C1D61D7127D}"/>
              </a:ext>
            </a:extLst>
          </p:cNvPr>
          <p:cNvSpPr>
            <a:spLocks noGrp="1"/>
          </p:cNvSpPr>
          <p:nvPr/>
        </p:nvSpPr>
        <p:spPr>
          <a:xfrm>
            <a:off x="6515033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7" name="F1_main_prauc_1536">
            <a:extLst>
              <a:ext uri="{FF2B5EF4-FFF2-40B4-BE49-F238E27FC236}">
                <a16:creationId xmlns:a16="http://schemas.microsoft.com/office/drawing/2014/main" id="{2741876B-2926-4ADB-B8CD-18B08304831A}"/>
              </a:ext>
            </a:extLst>
          </p:cNvPr>
          <p:cNvSpPr>
            <a:spLocks noGrp="1"/>
          </p:cNvSpPr>
          <p:nvPr/>
        </p:nvSpPr>
        <p:spPr>
          <a:xfrm>
            <a:off x="660045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8" name="F1_main_prauc_1537">
            <a:extLst>
              <a:ext uri="{FF2B5EF4-FFF2-40B4-BE49-F238E27FC236}">
                <a16:creationId xmlns:a16="http://schemas.microsoft.com/office/drawing/2014/main" id="{4DC3E8E2-59B9-44FD-A9E7-24112541C633}"/>
              </a:ext>
            </a:extLst>
          </p:cNvPr>
          <p:cNvSpPr>
            <a:spLocks noGrp="1"/>
          </p:cNvSpPr>
          <p:nvPr/>
        </p:nvSpPr>
        <p:spPr>
          <a:xfrm>
            <a:off x="670593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9" name="F1_main_prauc_1538">
            <a:extLst>
              <a:ext uri="{FF2B5EF4-FFF2-40B4-BE49-F238E27FC236}">
                <a16:creationId xmlns:a16="http://schemas.microsoft.com/office/drawing/2014/main" id="{2DEDD71B-80CF-4C7D-AD26-0C6FFC7136B5}"/>
              </a:ext>
            </a:extLst>
          </p:cNvPr>
          <p:cNvSpPr>
            <a:spLocks noGrp="1"/>
          </p:cNvSpPr>
          <p:nvPr/>
        </p:nvSpPr>
        <p:spPr>
          <a:xfrm>
            <a:off x="6581230" y="5678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0" name="F1_main_prauc_1539">
            <a:extLst>
              <a:ext uri="{FF2B5EF4-FFF2-40B4-BE49-F238E27FC236}">
                <a16:creationId xmlns:a16="http://schemas.microsoft.com/office/drawing/2014/main" id="{2B9D8112-7685-4F36-9C73-6CB7008264D7}"/>
              </a:ext>
            </a:extLst>
          </p:cNvPr>
          <p:cNvSpPr>
            <a:spLocks noGrp="1"/>
          </p:cNvSpPr>
          <p:nvPr/>
        </p:nvSpPr>
        <p:spPr>
          <a:xfrm>
            <a:off x="66047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1" name="F1_main_prauc_1540">
            <a:extLst>
              <a:ext uri="{FF2B5EF4-FFF2-40B4-BE49-F238E27FC236}">
                <a16:creationId xmlns:a16="http://schemas.microsoft.com/office/drawing/2014/main" id="{04DB267D-A275-4580-A8AF-394DA9CFB4D0}"/>
              </a:ext>
            </a:extLst>
          </p:cNvPr>
          <p:cNvSpPr>
            <a:spLocks noGrp="1"/>
          </p:cNvSpPr>
          <p:nvPr/>
        </p:nvSpPr>
        <p:spPr>
          <a:xfrm>
            <a:off x="662454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2" name="F1_main_prauc_1541">
            <a:extLst>
              <a:ext uri="{FF2B5EF4-FFF2-40B4-BE49-F238E27FC236}">
                <a16:creationId xmlns:a16="http://schemas.microsoft.com/office/drawing/2014/main" id="{D92F50C7-7E1A-4BAA-824E-CCC1477DA044}"/>
              </a:ext>
            </a:extLst>
          </p:cNvPr>
          <p:cNvSpPr>
            <a:spLocks noGrp="1"/>
          </p:cNvSpPr>
          <p:nvPr/>
        </p:nvSpPr>
        <p:spPr>
          <a:xfrm>
            <a:off x="6560116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3" name="F1_main_prauc_1542">
            <a:extLst>
              <a:ext uri="{FF2B5EF4-FFF2-40B4-BE49-F238E27FC236}">
                <a16:creationId xmlns:a16="http://schemas.microsoft.com/office/drawing/2014/main" id="{BE07352F-D6E9-40D7-82D6-2026834141E8}"/>
              </a:ext>
            </a:extLst>
          </p:cNvPr>
          <p:cNvSpPr>
            <a:spLocks noGrp="1"/>
          </p:cNvSpPr>
          <p:nvPr/>
        </p:nvSpPr>
        <p:spPr>
          <a:xfrm>
            <a:off x="653935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4" name="F1_main_prauc_1543">
            <a:extLst>
              <a:ext uri="{FF2B5EF4-FFF2-40B4-BE49-F238E27FC236}">
                <a16:creationId xmlns:a16="http://schemas.microsoft.com/office/drawing/2014/main" id="{38B55BBC-E592-433C-84AC-70A6D81FD3BB}"/>
              </a:ext>
            </a:extLst>
          </p:cNvPr>
          <p:cNvSpPr>
            <a:spLocks noGrp="1"/>
          </p:cNvSpPr>
          <p:nvPr/>
        </p:nvSpPr>
        <p:spPr>
          <a:xfrm>
            <a:off x="653205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5" name="F1_main_prauc_1544">
            <a:extLst>
              <a:ext uri="{FF2B5EF4-FFF2-40B4-BE49-F238E27FC236}">
                <a16:creationId xmlns:a16="http://schemas.microsoft.com/office/drawing/2014/main" id="{DB3E63C9-0C3F-4C7A-87E8-F2DE800E58C7}"/>
              </a:ext>
            </a:extLst>
          </p:cNvPr>
          <p:cNvSpPr>
            <a:spLocks noGrp="1"/>
          </p:cNvSpPr>
          <p:nvPr/>
        </p:nvSpPr>
        <p:spPr>
          <a:xfrm>
            <a:off x="6556198" y="43190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6" name="F1_main_prauc_1545">
            <a:extLst>
              <a:ext uri="{FF2B5EF4-FFF2-40B4-BE49-F238E27FC236}">
                <a16:creationId xmlns:a16="http://schemas.microsoft.com/office/drawing/2014/main" id="{C78F0EDC-0C3E-40FF-9E23-31D0DF61E007}"/>
              </a:ext>
            </a:extLst>
          </p:cNvPr>
          <p:cNvSpPr>
            <a:spLocks noGrp="1"/>
          </p:cNvSpPr>
          <p:nvPr/>
        </p:nvSpPr>
        <p:spPr>
          <a:xfrm>
            <a:off x="6682185" y="5810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7" name="F1_main_prauc_1546">
            <a:extLst>
              <a:ext uri="{FF2B5EF4-FFF2-40B4-BE49-F238E27FC236}">
                <a16:creationId xmlns:a16="http://schemas.microsoft.com/office/drawing/2014/main" id="{C052443B-AE8B-4B57-B228-BCEF517F1CD8}"/>
              </a:ext>
            </a:extLst>
          </p:cNvPr>
          <p:cNvSpPr>
            <a:spLocks noGrp="1"/>
          </p:cNvSpPr>
          <p:nvPr/>
        </p:nvSpPr>
        <p:spPr>
          <a:xfrm>
            <a:off x="6663069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8" name="F1_main_prauc_1547">
            <a:extLst>
              <a:ext uri="{FF2B5EF4-FFF2-40B4-BE49-F238E27FC236}">
                <a16:creationId xmlns:a16="http://schemas.microsoft.com/office/drawing/2014/main" id="{692D1F8B-6C2F-448A-9D22-D24BC84F7169}"/>
              </a:ext>
            </a:extLst>
          </p:cNvPr>
          <p:cNvSpPr>
            <a:spLocks noGrp="1"/>
          </p:cNvSpPr>
          <p:nvPr/>
        </p:nvSpPr>
        <p:spPr>
          <a:xfrm>
            <a:off x="6493725" y="60229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9" name="F1_main_prauc_1548">
            <a:extLst>
              <a:ext uri="{FF2B5EF4-FFF2-40B4-BE49-F238E27FC236}">
                <a16:creationId xmlns:a16="http://schemas.microsoft.com/office/drawing/2014/main" id="{6DE9A202-62F7-4304-84C3-5C5F239CECF6}"/>
              </a:ext>
            </a:extLst>
          </p:cNvPr>
          <p:cNvSpPr>
            <a:spLocks noGrp="1"/>
          </p:cNvSpPr>
          <p:nvPr/>
        </p:nvSpPr>
        <p:spPr>
          <a:xfrm>
            <a:off x="6564122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0" name="F1_main_prauc_1549">
            <a:extLst>
              <a:ext uri="{FF2B5EF4-FFF2-40B4-BE49-F238E27FC236}">
                <a16:creationId xmlns:a16="http://schemas.microsoft.com/office/drawing/2014/main" id="{261D07EE-0760-4CCD-8448-091959811395}"/>
              </a:ext>
            </a:extLst>
          </p:cNvPr>
          <p:cNvSpPr>
            <a:spLocks noGrp="1"/>
          </p:cNvSpPr>
          <p:nvPr/>
        </p:nvSpPr>
        <p:spPr>
          <a:xfrm>
            <a:off x="657347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1" name="F1_main_prauc_1550">
            <a:extLst>
              <a:ext uri="{FF2B5EF4-FFF2-40B4-BE49-F238E27FC236}">
                <a16:creationId xmlns:a16="http://schemas.microsoft.com/office/drawing/2014/main" id="{A043FF7F-E4FF-4427-B17C-C6E42CEF90B5}"/>
              </a:ext>
            </a:extLst>
          </p:cNvPr>
          <p:cNvSpPr>
            <a:spLocks noGrp="1"/>
          </p:cNvSpPr>
          <p:nvPr/>
        </p:nvSpPr>
        <p:spPr>
          <a:xfrm>
            <a:off x="6722778" y="60526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2" name="F1_main_prauc_1551">
            <a:extLst>
              <a:ext uri="{FF2B5EF4-FFF2-40B4-BE49-F238E27FC236}">
                <a16:creationId xmlns:a16="http://schemas.microsoft.com/office/drawing/2014/main" id="{35A125EA-306E-48E5-8740-118ACCA682C8}"/>
              </a:ext>
            </a:extLst>
          </p:cNvPr>
          <p:cNvSpPr>
            <a:spLocks noGrp="1"/>
          </p:cNvSpPr>
          <p:nvPr/>
        </p:nvSpPr>
        <p:spPr>
          <a:xfrm>
            <a:off x="655359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3" name="F1_main_prauc_1552">
            <a:extLst>
              <a:ext uri="{FF2B5EF4-FFF2-40B4-BE49-F238E27FC236}">
                <a16:creationId xmlns:a16="http://schemas.microsoft.com/office/drawing/2014/main" id="{17524605-099E-41BF-A534-CF40F3AA4F7A}"/>
              </a:ext>
            </a:extLst>
          </p:cNvPr>
          <p:cNvSpPr>
            <a:spLocks noGrp="1"/>
          </p:cNvSpPr>
          <p:nvPr/>
        </p:nvSpPr>
        <p:spPr>
          <a:xfrm>
            <a:off x="6701182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4" name="F1_main_prauc_1553">
            <a:extLst>
              <a:ext uri="{FF2B5EF4-FFF2-40B4-BE49-F238E27FC236}">
                <a16:creationId xmlns:a16="http://schemas.microsoft.com/office/drawing/2014/main" id="{0CC267E8-DC8D-4CF4-9363-A19878B7C071}"/>
              </a:ext>
            </a:extLst>
          </p:cNvPr>
          <p:cNvSpPr>
            <a:spLocks noGrp="1"/>
          </p:cNvSpPr>
          <p:nvPr/>
        </p:nvSpPr>
        <p:spPr>
          <a:xfrm>
            <a:off x="657426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5" name="F1_main_prauc_1554">
            <a:extLst>
              <a:ext uri="{FF2B5EF4-FFF2-40B4-BE49-F238E27FC236}">
                <a16:creationId xmlns:a16="http://schemas.microsoft.com/office/drawing/2014/main" id="{93EA1571-CBAB-4227-AA55-B0E650B4555E}"/>
              </a:ext>
            </a:extLst>
          </p:cNvPr>
          <p:cNvSpPr>
            <a:spLocks noGrp="1"/>
          </p:cNvSpPr>
          <p:nvPr/>
        </p:nvSpPr>
        <p:spPr>
          <a:xfrm>
            <a:off x="652292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6" name="F1_main_prauc_1555">
            <a:extLst>
              <a:ext uri="{FF2B5EF4-FFF2-40B4-BE49-F238E27FC236}">
                <a16:creationId xmlns:a16="http://schemas.microsoft.com/office/drawing/2014/main" id="{D4E9FED0-19E2-42C8-980B-A0924290E6F3}"/>
              </a:ext>
            </a:extLst>
          </p:cNvPr>
          <p:cNvSpPr>
            <a:spLocks noGrp="1"/>
          </p:cNvSpPr>
          <p:nvPr/>
        </p:nvSpPr>
        <p:spPr>
          <a:xfrm>
            <a:off x="659869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7" name="F1_main_prauc_1556">
            <a:extLst>
              <a:ext uri="{FF2B5EF4-FFF2-40B4-BE49-F238E27FC236}">
                <a16:creationId xmlns:a16="http://schemas.microsoft.com/office/drawing/2014/main" id="{CD98F379-633D-415B-88E8-C84E624BC292}"/>
              </a:ext>
            </a:extLst>
          </p:cNvPr>
          <p:cNvSpPr>
            <a:spLocks noGrp="1"/>
          </p:cNvSpPr>
          <p:nvPr/>
        </p:nvSpPr>
        <p:spPr>
          <a:xfrm>
            <a:off x="669445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8" name="F1_main_prauc_1557">
            <a:extLst>
              <a:ext uri="{FF2B5EF4-FFF2-40B4-BE49-F238E27FC236}">
                <a16:creationId xmlns:a16="http://schemas.microsoft.com/office/drawing/2014/main" id="{2519E1EA-5085-46D6-9F32-ACF17FA9CE6B}"/>
              </a:ext>
            </a:extLst>
          </p:cNvPr>
          <p:cNvSpPr>
            <a:spLocks noGrp="1"/>
          </p:cNvSpPr>
          <p:nvPr/>
        </p:nvSpPr>
        <p:spPr>
          <a:xfrm>
            <a:off x="6635280" y="491134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9" name="F1_main_prauc_1558">
            <a:extLst>
              <a:ext uri="{FF2B5EF4-FFF2-40B4-BE49-F238E27FC236}">
                <a16:creationId xmlns:a16="http://schemas.microsoft.com/office/drawing/2014/main" id="{678C5304-3B6F-445E-8E08-17D8299C949E}"/>
              </a:ext>
            </a:extLst>
          </p:cNvPr>
          <p:cNvSpPr>
            <a:spLocks noGrp="1"/>
          </p:cNvSpPr>
          <p:nvPr/>
        </p:nvSpPr>
        <p:spPr>
          <a:xfrm>
            <a:off x="6491051" y="49791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0" name="F1_main_prauc_1559">
            <a:extLst>
              <a:ext uri="{FF2B5EF4-FFF2-40B4-BE49-F238E27FC236}">
                <a16:creationId xmlns:a16="http://schemas.microsoft.com/office/drawing/2014/main" id="{F0EBB050-5400-451B-A7BC-DEA40B64E486}"/>
              </a:ext>
            </a:extLst>
          </p:cNvPr>
          <p:cNvSpPr>
            <a:spLocks noGrp="1"/>
          </p:cNvSpPr>
          <p:nvPr/>
        </p:nvSpPr>
        <p:spPr>
          <a:xfrm>
            <a:off x="663186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1" name="F1_main_prauc_1560">
            <a:extLst>
              <a:ext uri="{FF2B5EF4-FFF2-40B4-BE49-F238E27FC236}">
                <a16:creationId xmlns:a16="http://schemas.microsoft.com/office/drawing/2014/main" id="{161403A7-F20E-48A9-B978-792DC9E9C817}"/>
              </a:ext>
            </a:extLst>
          </p:cNvPr>
          <p:cNvSpPr>
            <a:spLocks noGrp="1"/>
          </p:cNvSpPr>
          <p:nvPr/>
        </p:nvSpPr>
        <p:spPr>
          <a:xfrm>
            <a:off x="6597418" y="43887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2" name="F1_main_prauc_1561">
            <a:extLst>
              <a:ext uri="{FF2B5EF4-FFF2-40B4-BE49-F238E27FC236}">
                <a16:creationId xmlns:a16="http://schemas.microsoft.com/office/drawing/2014/main" id="{15A059BD-DA98-4953-B24F-D6071B435514}"/>
              </a:ext>
            </a:extLst>
          </p:cNvPr>
          <p:cNvSpPr>
            <a:spLocks noGrp="1"/>
          </p:cNvSpPr>
          <p:nvPr/>
        </p:nvSpPr>
        <p:spPr>
          <a:xfrm>
            <a:off x="6585347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3" name="F1_main_prauc_1562">
            <a:extLst>
              <a:ext uri="{FF2B5EF4-FFF2-40B4-BE49-F238E27FC236}">
                <a16:creationId xmlns:a16="http://schemas.microsoft.com/office/drawing/2014/main" id="{A52AD66C-E419-4991-BA44-87F1916191FA}"/>
              </a:ext>
            </a:extLst>
          </p:cNvPr>
          <p:cNvSpPr>
            <a:spLocks noGrp="1"/>
          </p:cNvSpPr>
          <p:nvPr/>
        </p:nvSpPr>
        <p:spPr>
          <a:xfrm>
            <a:off x="660779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4" name="F1_main_prauc_1563">
            <a:extLst>
              <a:ext uri="{FF2B5EF4-FFF2-40B4-BE49-F238E27FC236}">
                <a16:creationId xmlns:a16="http://schemas.microsoft.com/office/drawing/2014/main" id="{DC4A2863-98FF-4286-9133-3D5CF54BDC73}"/>
              </a:ext>
            </a:extLst>
          </p:cNvPr>
          <p:cNvSpPr>
            <a:spLocks noGrp="1"/>
          </p:cNvSpPr>
          <p:nvPr/>
        </p:nvSpPr>
        <p:spPr>
          <a:xfrm>
            <a:off x="6519906" y="49962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5" name="F1_main_prauc_1564">
            <a:extLst>
              <a:ext uri="{FF2B5EF4-FFF2-40B4-BE49-F238E27FC236}">
                <a16:creationId xmlns:a16="http://schemas.microsoft.com/office/drawing/2014/main" id="{0681CA39-6EC5-408E-B60E-9331C97D8C58}"/>
              </a:ext>
            </a:extLst>
          </p:cNvPr>
          <p:cNvSpPr>
            <a:spLocks noGrp="1"/>
          </p:cNvSpPr>
          <p:nvPr/>
        </p:nvSpPr>
        <p:spPr>
          <a:xfrm>
            <a:off x="67098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6" name="F1_main_prauc_1565">
            <a:extLst>
              <a:ext uri="{FF2B5EF4-FFF2-40B4-BE49-F238E27FC236}">
                <a16:creationId xmlns:a16="http://schemas.microsoft.com/office/drawing/2014/main" id="{E729639E-1A3F-43CD-94D0-9AE4AE447366}"/>
              </a:ext>
            </a:extLst>
          </p:cNvPr>
          <p:cNvSpPr>
            <a:spLocks noGrp="1"/>
          </p:cNvSpPr>
          <p:nvPr/>
        </p:nvSpPr>
        <p:spPr>
          <a:xfrm>
            <a:off x="6636264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7" name="F1_main_prauc_1566">
            <a:extLst>
              <a:ext uri="{FF2B5EF4-FFF2-40B4-BE49-F238E27FC236}">
                <a16:creationId xmlns:a16="http://schemas.microsoft.com/office/drawing/2014/main" id="{E4313A13-2E8C-46EB-A381-ED7C3FD23D84}"/>
              </a:ext>
            </a:extLst>
          </p:cNvPr>
          <p:cNvSpPr>
            <a:spLocks noGrp="1"/>
          </p:cNvSpPr>
          <p:nvPr/>
        </p:nvSpPr>
        <p:spPr>
          <a:xfrm>
            <a:off x="656212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8" name="F1_main_prauc_1567">
            <a:extLst>
              <a:ext uri="{FF2B5EF4-FFF2-40B4-BE49-F238E27FC236}">
                <a16:creationId xmlns:a16="http://schemas.microsoft.com/office/drawing/2014/main" id="{084DC078-E182-4FD2-8202-C3ED7BA3503E}"/>
              </a:ext>
            </a:extLst>
          </p:cNvPr>
          <p:cNvSpPr>
            <a:spLocks noGrp="1"/>
          </p:cNvSpPr>
          <p:nvPr/>
        </p:nvSpPr>
        <p:spPr>
          <a:xfrm>
            <a:off x="666202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9" name="F1_main_prauc_1568">
            <a:extLst>
              <a:ext uri="{FF2B5EF4-FFF2-40B4-BE49-F238E27FC236}">
                <a16:creationId xmlns:a16="http://schemas.microsoft.com/office/drawing/2014/main" id="{962DD523-E239-4744-B3EC-DC8F23EFB292}"/>
              </a:ext>
            </a:extLst>
          </p:cNvPr>
          <p:cNvSpPr>
            <a:spLocks noGrp="1"/>
          </p:cNvSpPr>
          <p:nvPr/>
        </p:nvSpPr>
        <p:spPr>
          <a:xfrm>
            <a:off x="653866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0" name="F1_main_prauc_1569">
            <a:extLst>
              <a:ext uri="{FF2B5EF4-FFF2-40B4-BE49-F238E27FC236}">
                <a16:creationId xmlns:a16="http://schemas.microsoft.com/office/drawing/2014/main" id="{BA88CC90-AAFD-4369-BF33-E684B275076B}"/>
              </a:ext>
            </a:extLst>
          </p:cNvPr>
          <p:cNvSpPr>
            <a:spLocks noGrp="1"/>
          </p:cNvSpPr>
          <p:nvPr/>
        </p:nvSpPr>
        <p:spPr>
          <a:xfrm>
            <a:off x="6645898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1" name="F1_main_prauc_1570">
            <a:extLst>
              <a:ext uri="{FF2B5EF4-FFF2-40B4-BE49-F238E27FC236}">
                <a16:creationId xmlns:a16="http://schemas.microsoft.com/office/drawing/2014/main" id="{0881864B-9079-4FEC-83F6-F5431EEF069F}"/>
              </a:ext>
            </a:extLst>
          </p:cNvPr>
          <p:cNvSpPr>
            <a:spLocks noGrp="1"/>
          </p:cNvSpPr>
          <p:nvPr/>
        </p:nvSpPr>
        <p:spPr>
          <a:xfrm>
            <a:off x="671240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2" name="F1_main_prauc_1571">
            <a:extLst>
              <a:ext uri="{FF2B5EF4-FFF2-40B4-BE49-F238E27FC236}">
                <a16:creationId xmlns:a16="http://schemas.microsoft.com/office/drawing/2014/main" id="{97D6D111-3597-49AF-8B19-7C7023C2BD68}"/>
              </a:ext>
            </a:extLst>
          </p:cNvPr>
          <p:cNvSpPr>
            <a:spLocks noGrp="1"/>
          </p:cNvSpPr>
          <p:nvPr/>
        </p:nvSpPr>
        <p:spPr>
          <a:xfrm>
            <a:off x="6657948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3" name="F1_main_prauc_1572">
            <a:extLst>
              <a:ext uri="{FF2B5EF4-FFF2-40B4-BE49-F238E27FC236}">
                <a16:creationId xmlns:a16="http://schemas.microsoft.com/office/drawing/2014/main" id="{CDE5DAE5-8723-4C45-9AA0-0AA360F89EF2}"/>
              </a:ext>
            </a:extLst>
          </p:cNvPr>
          <p:cNvSpPr>
            <a:spLocks noGrp="1"/>
          </p:cNvSpPr>
          <p:nvPr/>
        </p:nvSpPr>
        <p:spPr>
          <a:xfrm>
            <a:off x="653689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4" name="F1_main_prauc_1573">
            <a:extLst>
              <a:ext uri="{FF2B5EF4-FFF2-40B4-BE49-F238E27FC236}">
                <a16:creationId xmlns:a16="http://schemas.microsoft.com/office/drawing/2014/main" id="{B1BCB116-1407-4BD5-ADF5-6899463E15F7}"/>
              </a:ext>
            </a:extLst>
          </p:cNvPr>
          <p:cNvSpPr>
            <a:spLocks noGrp="1"/>
          </p:cNvSpPr>
          <p:nvPr/>
        </p:nvSpPr>
        <p:spPr>
          <a:xfrm>
            <a:off x="656850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5" name="F1_main_prauc_1574">
            <a:extLst>
              <a:ext uri="{FF2B5EF4-FFF2-40B4-BE49-F238E27FC236}">
                <a16:creationId xmlns:a16="http://schemas.microsoft.com/office/drawing/2014/main" id="{898B14D8-E2F4-4290-B4DA-E8E8955D383F}"/>
              </a:ext>
            </a:extLst>
          </p:cNvPr>
          <p:cNvSpPr>
            <a:spLocks noGrp="1"/>
          </p:cNvSpPr>
          <p:nvPr/>
        </p:nvSpPr>
        <p:spPr>
          <a:xfrm>
            <a:off x="6674915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6" name="F1_main_prauc_1575">
            <a:extLst>
              <a:ext uri="{FF2B5EF4-FFF2-40B4-BE49-F238E27FC236}">
                <a16:creationId xmlns:a16="http://schemas.microsoft.com/office/drawing/2014/main" id="{3326A29E-65FD-4B61-ABB7-0592333EE7EF}"/>
              </a:ext>
            </a:extLst>
          </p:cNvPr>
          <p:cNvSpPr>
            <a:spLocks noGrp="1"/>
          </p:cNvSpPr>
          <p:nvPr/>
        </p:nvSpPr>
        <p:spPr>
          <a:xfrm>
            <a:off x="649582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7" name="F1_main_prauc_1576">
            <a:extLst>
              <a:ext uri="{FF2B5EF4-FFF2-40B4-BE49-F238E27FC236}">
                <a16:creationId xmlns:a16="http://schemas.microsoft.com/office/drawing/2014/main" id="{95936915-AD08-4457-B3CE-5E541D4C39CC}"/>
              </a:ext>
            </a:extLst>
          </p:cNvPr>
          <p:cNvSpPr>
            <a:spLocks noGrp="1"/>
          </p:cNvSpPr>
          <p:nvPr/>
        </p:nvSpPr>
        <p:spPr>
          <a:xfrm>
            <a:off x="671254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8" name="F1_main_prauc_1577">
            <a:extLst>
              <a:ext uri="{FF2B5EF4-FFF2-40B4-BE49-F238E27FC236}">
                <a16:creationId xmlns:a16="http://schemas.microsoft.com/office/drawing/2014/main" id="{ABDCDB34-0BF1-4FF5-8933-E6E8FCC85AA4}"/>
              </a:ext>
            </a:extLst>
          </p:cNvPr>
          <p:cNvSpPr>
            <a:spLocks noGrp="1"/>
          </p:cNvSpPr>
          <p:nvPr/>
        </p:nvSpPr>
        <p:spPr>
          <a:xfrm>
            <a:off x="6742513" y="58784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9" name="F1_main_prauc_1578">
            <a:extLst>
              <a:ext uri="{FF2B5EF4-FFF2-40B4-BE49-F238E27FC236}">
                <a16:creationId xmlns:a16="http://schemas.microsoft.com/office/drawing/2014/main" id="{F1B220FA-9912-4930-ACBC-29FE80EDEAC6}"/>
              </a:ext>
            </a:extLst>
          </p:cNvPr>
          <p:cNvSpPr>
            <a:spLocks noGrp="1"/>
          </p:cNvSpPr>
          <p:nvPr/>
        </p:nvSpPr>
        <p:spPr>
          <a:xfrm>
            <a:off x="6559466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0" name="F1_main_prauc_1579">
            <a:extLst>
              <a:ext uri="{FF2B5EF4-FFF2-40B4-BE49-F238E27FC236}">
                <a16:creationId xmlns:a16="http://schemas.microsoft.com/office/drawing/2014/main" id="{CA52D9D1-481F-469D-9A19-25DA45A1673E}"/>
              </a:ext>
            </a:extLst>
          </p:cNvPr>
          <p:cNvSpPr>
            <a:spLocks noGrp="1"/>
          </p:cNvSpPr>
          <p:nvPr/>
        </p:nvSpPr>
        <p:spPr>
          <a:xfrm>
            <a:off x="673614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1" name="F1_main_prauc_1580">
            <a:extLst>
              <a:ext uri="{FF2B5EF4-FFF2-40B4-BE49-F238E27FC236}">
                <a16:creationId xmlns:a16="http://schemas.microsoft.com/office/drawing/2014/main" id="{958AA0E6-3E72-4E39-85DB-911E9C202D66}"/>
              </a:ext>
            </a:extLst>
          </p:cNvPr>
          <p:cNvSpPr>
            <a:spLocks noGrp="1"/>
          </p:cNvSpPr>
          <p:nvPr/>
        </p:nvSpPr>
        <p:spPr>
          <a:xfrm>
            <a:off x="664256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2" name="F1_main_prauc_1581">
            <a:extLst>
              <a:ext uri="{FF2B5EF4-FFF2-40B4-BE49-F238E27FC236}">
                <a16:creationId xmlns:a16="http://schemas.microsoft.com/office/drawing/2014/main" id="{013AE72D-6461-4067-95E2-6D62D316BE3D}"/>
              </a:ext>
            </a:extLst>
          </p:cNvPr>
          <p:cNvSpPr>
            <a:spLocks noGrp="1"/>
          </p:cNvSpPr>
          <p:nvPr/>
        </p:nvSpPr>
        <p:spPr>
          <a:xfrm>
            <a:off x="6727143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3" name="F1_main_prauc_1582">
            <a:extLst>
              <a:ext uri="{FF2B5EF4-FFF2-40B4-BE49-F238E27FC236}">
                <a16:creationId xmlns:a16="http://schemas.microsoft.com/office/drawing/2014/main" id="{CD3F8AA7-995E-4763-9B6C-C159F3BC6216}"/>
              </a:ext>
            </a:extLst>
          </p:cNvPr>
          <p:cNvSpPr>
            <a:spLocks noGrp="1"/>
          </p:cNvSpPr>
          <p:nvPr/>
        </p:nvSpPr>
        <p:spPr>
          <a:xfrm>
            <a:off x="654954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4" name="F1_main_prauc_1583">
            <a:extLst>
              <a:ext uri="{FF2B5EF4-FFF2-40B4-BE49-F238E27FC236}">
                <a16:creationId xmlns:a16="http://schemas.microsoft.com/office/drawing/2014/main" id="{00673D8A-1ECB-41B0-AF48-7446294057E9}"/>
              </a:ext>
            </a:extLst>
          </p:cNvPr>
          <p:cNvSpPr>
            <a:spLocks noGrp="1"/>
          </p:cNvSpPr>
          <p:nvPr/>
        </p:nvSpPr>
        <p:spPr>
          <a:xfrm>
            <a:off x="6697341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5" name="F1_main_prauc_1584">
            <a:extLst>
              <a:ext uri="{FF2B5EF4-FFF2-40B4-BE49-F238E27FC236}">
                <a16:creationId xmlns:a16="http://schemas.microsoft.com/office/drawing/2014/main" id="{DE64F817-D0D8-437A-AC51-91D266A05997}"/>
              </a:ext>
            </a:extLst>
          </p:cNvPr>
          <p:cNvSpPr>
            <a:spLocks noGrp="1"/>
          </p:cNvSpPr>
          <p:nvPr/>
        </p:nvSpPr>
        <p:spPr>
          <a:xfrm>
            <a:off x="659420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6" name="F1_main_prauc_1585">
            <a:extLst>
              <a:ext uri="{FF2B5EF4-FFF2-40B4-BE49-F238E27FC236}">
                <a16:creationId xmlns:a16="http://schemas.microsoft.com/office/drawing/2014/main" id="{FC3826D8-2B38-46E4-BA36-7CE7749965C8}"/>
              </a:ext>
            </a:extLst>
          </p:cNvPr>
          <p:cNvSpPr>
            <a:spLocks noGrp="1"/>
          </p:cNvSpPr>
          <p:nvPr/>
        </p:nvSpPr>
        <p:spPr>
          <a:xfrm>
            <a:off x="6692744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7" name="F1_main_prauc_1586">
            <a:extLst>
              <a:ext uri="{FF2B5EF4-FFF2-40B4-BE49-F238E27FC236}">
                <a16:creationId xmlns:a16="http://schemas.microsoft.com/office/drawing/2014/main" id="{DBB875A4-BB3B-47F5-82CD-227AAB84F91E}"/>
              </a:ext>
            </a:extLst>
          </p:cNvPr>
          <p:cNvSpPr>
            <a:spLocks noGrp="1"/>
          </p:cNvSpPr>
          <p:nvPr/>
        </p:nvSpPr>
        <p:spPr>
          <a:xfrm>
            <a:off x="659820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8" name="F1_main_prauc_1587">
            <a:extLst>
              <a:ext uri="{FF2B5EF4-FFF2-40B4-BE49-F238E27FC236}">
                <a16:creationId xmlns:a16="http://schemas.microsoft.com/office/drawing/2014/main" id="{6FC5223B-20B2-4E4C-A073-BC55D44FDD92}"/>
              </a:ext>
            </a:extLst>
          </p:cNvPr>
          <p:cNvSpPr>
            <a:spLocks noGrp="1"/>
          </p:cNvSpPr>
          <p:nvPr/>
        </p:nvSpPr>
        <p:spPr>
          <a:xfrm>
            <a:off x="666726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9" name="F1_main_prauc_1588">
            <a:extLst>
              <a:ext uri="{FF2B5EF4-FFF2-40B4-BE49-F238E27FC236}">
                <a16:creationId xmlns:a16="http://schemas.microsoft.com/office/drawing/2014/main" id="{9B6DE54F-BBAB-4F5B-A3CB-6A73FB6D1E0A}"/>
              </a:ext>
            </a:extLst>
          </p:cNvPr>
          <p:cNvSpPr>
            <a:spLocks noGrp="1"/>
          </p:cNvSpPr>
          <p:nvPr/>
        </p:nvSpPr>
        <p:spPr>
          <a:xfrm>
            <a:off x="655629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0" name="F1_main_prauc_1589">
            <a:extLst>
              <a:ext uri="{FF2B5EF4-FFF2-40B4-BE49-F238E27FC236}">
                <a16:creationId xmlns:a16="http://schemas.microsoft.com/office/drawing/2014/main" id="{820FC0DB-8E00-40CA-B399-5D1B7CE934EC}"/>
              </a:ext>
            </a:extLst>
          </p:cNvPr>
          <p:cNvSpPr>
            <a:spLocks noGrp="1"/>
          </p:cNvSpPr>
          <p:nvPr/>
        </p:nvSpPr>
        <p:spPr>
          <a:xfrm>
            <a:off x="6678123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1" name="F1_main_prauc_1590">
            <a:extLst>
              <a:ext uri="{FF2B5EF4-FFF2-40B4-BE49-F238E27FC236}">
                <a16:creationId xmlns:a16="http://schemas.microsoft.com/office/drawing/2014/main" id="{56C85DC4-A189-46FC-8B47-F6EE244BC4C5}"/>
              </a:ext>
            </a:extLst>
          </p:cNvPr>
          <p:cNvSpPr>
            <a:spLocks noGrp="1"/>
          </p:cNvSpPr>
          <p:nvPr/>
        </p:nvSpPr>
        <p:spPr>
          <a:xfrm>
            <a:off x="667417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2" name="F1_main_prauc_1591">
            <a:extLst>
              <a:ext uri="{FF2B5EF4-FFF2-40B4-BE49-F238E27FC236}">
                <a16:creationId xmlns:a16="http://schemas.microsoft.com/office/drawing/2014/main" id="{D5B643A0-E7C2-4E23-95F8-4EFB17A0BEF7}"/>
              </a:ext>
            </a:extLst>
          </p:cNvPr>
          <p:cNvSpPr>
            <a:spLocks noGrp="1"/>
          </p:cNvSpPr>
          <p:nvPr/>
        </p:nvSpPr>
        <p:spPr>
          <a:xfrm>
            <a:off x="6564133" y="55778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3" name="F1_main_prauc_1592">
            <a:extLst>
              <a:ext uri="{FF2B5EF4-FFF2-40B4-BE49-F238E27FC236}">
                <a16:creationId xmlns:a16="http://schemas.microsoft.com/office/drawing/2014/main" id="{267E7227-EF36-42DE-A3BF-7E1C4DE61AB6}"/>
              </a:ext>
            </a:extLst>
          </p:cNvPr>
          <p:cNvSpPr>
            <a:spLocks noGrp="1"/>
          </p:cNvSpPr>
          <p:nvPr/>
        </p:nvSpPr>
        <p:spPr>
          <a:xfrm>
            <a:off x="6608255" y="48563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4" name="F1_main_prauc_1593">
            <a:extLst>
              <a:ext uri="{FF2B5EF4-FFF2-40B4-BE49-F238E27FC236}">
                <a16:creationId xmlns:a16="http://schemas.microsoft.com/office/drawing/2014/main" id="{89DE635F-A9BD-4F01-BDB2-9B76C6D6E685}"/>
              </a:ext>
            </a:extLst>
          </p:cNvPr>
          <p:cNvSpPr>
            <a:spLocks noGrp="1"/>
          </p:cNvSpPr>
          <p:nvPr/>
        </p:nvSpPr>
        <p:spPr>
          <a:xfrm>
            <a:off x="661828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5" name="F1_main_prauc_1594">
            <a:extLst>
              <a:ext uri="{FF2B5EF4-FFF2-40B4-BE49-F238E27FC236}">
                <a16:creationId xmlns:a16="http://schemas.microsoft.com/office/drawing/2014/main" id="{7C0008A0-B5C4-40D5-80CE-C0D33A76DB2D}"/>
              </a:ext>
            </a:extLst>
          </p:cNvPr>
          <p:cNvSpPr>
            <a:spLocks noGrp="1"/>
          </p:cNvSpPr>
          <p:nvPr/>
        </p:nvSpPr>
        <p:spPr>
          <a:xfrm>
            <a:off x="669690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6" name="F1_main_prauc_1595">
            <a:extLst>
              <a:ext uri="{FF2B5EF4-FFF2-40B4-BE49-F238E27FC236}">
                <a16:creationId xmlns:a16="http://schemas.microsoft.com/office/drawing/2014/main" id="{6F9C8CE4-0809-4685-AA70-FC34E74CB7ED}"/>
              </a:ext>
            </a:extLst>
          </p:cNvPr>
          <p:cNvSpPr>
            <a:spLocks noGrp="1"/>
          </p:cNvSpPr>
          <p:nvPr/>
        </p:nvSpPr>
        <p:spPr>
          <a:xfrm>
            <a:off x="659429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7" name="F1_main_prauc_1596">
            <a:extLst>
              <a:ext uri="{FF2B5EF4-FFF2-40B4-BE49-F238E27FC236}">
                <a16:creationId xmlns:a16="http://schemas.microsoft.com/office/drawing/2014/main" id="{B58C90DA-53EB-4651-B56F-608E4217E774}"/>
              </a:ext>
            </a:extLst>
          </p:cNvPr>
          <p:cNvSpPr>
            <a:spLocks noGrp="1"/>
          </p:cNvSpPr>
          <p:nvPr/>
        </p:nvSpPr>
        <p:spPr>
          <a:xfrm>
            <a:off x="669094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8" name="F1_main_prauc_1597">
            <a:extLst>
              <a:ext uri="{FF2B5EF4-FFF2-40B4-BE49-F238E27FC236}">
                <a16:creationId xmlns:a16="http://schemas.microsoft.com/office/drawing/2014/main" id="{48522FA4-28BD-4054-B2A0-E0693D7FC417}"/>
              </a:ext>
            </a:extLst>
          </p:cNvPr>
          <p:cNvSpPr>
            <a:spLocks noGrp="1"/>
          </p:cNvSpPr>
          <p:nvPr/>
        </p:nvSpPr>
        <p:spPr>
          <a:xfrm>
            <a:off x="6499787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9" name="F1_main_prauc_1598">
            <a:extLst>
              <a:ext uri="{FF2B5EF4-FFF2-40B4-BE49-F238E27FC236}">
                <a16:creationId xmlns:a16="http://schemas.microsoft.com/office/drawing/2014/main" id="{75C93A58-53E0-4FBC-9296-F1EC509A93D5}"/>
              </a:ext>
            </a:extLst>
          </p:cNvPr>
          <p:cNvSpPr>
            <a:spLocks noGrp="1"/>
          </p:cNvSpPr>
          <p:nvPr/>
        </p:nvSpPr>
        <p:spPr>
          <a:xfrm>
            <a:off x="668025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0" name="F1_main_prauc_1599">
            <a:extLst>
              <a:ext uri="{FF2B5EF4-FFF2-40B4-BE49-F238E27FC236}">
                <a16:creationId xmlns:a16="http://schemas.microsoft.com/office/drawing/2014/main" id="{8B20011E-5CBF-4DA5-BE45-409FA70311DB}"/>
              </a:ext>
            </a:extLst>
          </p:cNvPr>
          <p:cNvSpPr>
            <a:spLocks noGrp="1"/>
          </p:cNvSpPr>
          <p:nvPr/>
        </p:nvSpPr>
        <p:spPr>
          <a:xfrm>
            <a:off x="6653461" y="52715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1" name="F1_main_prauc_1600">
            <a:extLst>
              <a:ext uri="{FF2B5EF4-FFF2-40B4-BE49-F238E27FC236}">
                <a16:creationId xmlns:a16="http://schemas.microsoft.com/office/drawing/2014/main" id="{A6433CD7-4A0C-4F3B-A3B4-77D5C97E705D}"/>
              </a:ext>
            </a:extLst>
          </p:cNvPr>
          <p:cNvSpPr>
            <a:spLocks noGrp="1"/>
          </p:cNvSpPr>
          <p:nvPr/>
        </p:nvSpPr>
        <p:spPr>
          <a:xfrm>
            <a:off x="6704076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2" name="F1_main_prauc_1601">
            <a:extLst>
              <a:ext uri="{FF2B5EF4-FFF2-40B4-BE49-F238E27FC236}">
                <a16:creationId xmlns:a16="http://schemas.microsoft.com/office/drawing/2014/main" id="{C2749C11-8B55-473D-9B49-94CEDB5BC783}"/>
              </a:ext>
            </a:extLst>
          </p:cNvPr>
          <p:cNvSpPr>
            <a:spLocks noGrp="1"/>
          </p:cNvSpPr>
          <p:nvPr/>
        </p:nvSpPr>
        <p:spPr>
          <a:xfrm>
            <a:off x="651490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3" name="F1_main_prauc_1602">
            <a:extLst>
              <a:ext uri="{FF2B5EF4-FFF2-40B4-BE49-F238E27FC236}">
                <a16:creationId xmlns:a16="http://schemas.microsoft.com/office/drawing/2014/main" id="{E88B94AA-239B-4EF0-987F-8C6278FC9CB1}"/>
              </a:ext>
            </a:extLst>
          </p:cNvPr>
          <p:cNvSpPr>
            <a:spLocks noGrp="1"/>
          </p:cNvSpPr>
          <p:nvPr/>
        </p:nvSpPr>
        <p:spPr>
          <a:xfrm>
            <a:off x="65090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4" name="F1_main_prauc_1603">
            <a:extLst>
              <a:ext uri="{FF2B5EF4-FFF2-40B4-BE49-F238E27FC236}">
                <a16:creationId xmlns:a16="http://schemas.microsoft.com/office/drawing/2014/main" id="{ABFDA27D-2873-41AA-942C-2F93C2282EEC}"/>
              </a:ext>
            </a:extLst>
          </p:cNvPr>
          <p:cNvSpPr>
            <a:spLocks noGrp="1"/>
          </p:cNvSpPr>
          <p:nvPr/>
        </p:nvSpPr>
        <p:spPr>
          <a:xfrm>
            <a:off x="67035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5" name="F1_main_prauc_1604">
            <a:extLst>
              <a:ext uri="{FF2B5EF4-FFF2-40B4-BE49-F238E27FC236}">
                <a16:creationId xmlns:a16="http://schemas.microsoft.com/office/drawing/2014/main" id="{3E710388-42DC-46A4-A96F-FD8123856C3A}"/>
              </a:ext>
            </a:extLst>
          </p:cNvPr>
          <p:cNvSpPr>
            <a:spLocks noGrp="1"/>
          </p:cNvSpPr>
          <p:nvPr/>
        </p:nvSpPr>
        <p:spPr>
          <a:xfrm>
            <a:off x="6645078" y="42555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6" name="F1_main_prauc_1605">
            <a:extLst>
              <a:ext uri="{FF2B5EF4-FFF2-40B4-BE49-F238E27FC236}">
                <a16:creationId xmlns:a16="http://schemas.microsoft.com/office/drawing/2014/main" id="{12643FE5-B7D9-47C3-A929-7D4EB2398902}"/>
              </a:ext>
            </a:extLst>
          </p:cNvPr>
          <p:cNvSpPr>
            <a:spLocks noGrp="1"/>
          </p:cNvSpPr>
          <p:nvPr/>
        </p:nvSpPr>
        <p:spPr>
          <a:xfrm>
            <a:off x="6558550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7" name="F1_main_prauc_1606">
            <a:extLst>
              <a:ext uri="{FF2B5EF4-FFF2-40B4-BE49-F238E27FC236}">
                <a16:creationId xmlns:a16="http://schemas.microsoft.com/office/drawing/2014/main" id="{C4FE1746-1114-4B5D-B357-31C6F408C47A}"/>
              </a:ext>
            </a:extLst>
          </p:cNvPr>
          <p:cNvSpPr>
            <a:spLocks noGrp="1"/>
          </p:cNvSpPr>
          <p:nvPr/>
        </p:nvSpPr>
        <p:spPr>
          <a:xfrm>
            <a:off x="669412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8" name="F1_main_prauc_1607">
            <a:extLst>
              <a:ext uri="{FF2B5EF4-FFF2-40B4-BE49-F238E27FC236}">
                <a16:creationId xmlns:a16="http://schemas.microsoft.com/office/drawing/2014/main" id="{EF333DAB-9231-40D1-93AF-C9C9429C0C72}"/>
              </a:ext>
            </a:extLst>
          </p:cNvPr>
          <p:cNvSpPr>
            <a:spLocks noGrp="1"/>
          </p:cNvSpPr>
          <p:nvPr/>
        </p:nvSpPr>
        <p:spPr>
          <a:xfrm>
            <a:off x="666415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9" name="F1_main_prauc_1608">
            <a:extLst>
              <a:ext uri="{FF2B5EF4-FFF2-40B4-BE49-F238E27FC236}">
                <a16:creationId xmlns:a16="http://schemas.microsoft.com/office/drawing/2014/main" id="{B32EF684-4EF6-4A0A-A3FF-A2DC1ECDE8A0}"/>
              </a:ext>
            </a:extLst>
          </p:cNvPr>
          <p:cNvSpPr>
            <a:spLocks noGrp="1"/>
          </p:cNvSpPr>
          <p:nvPr/>
        </p:nvSpPr>
        <p:spPr>
          <a:xfrm>
            <a:off x="6595102" y="50897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0" name="F1_main_prauc_1609">
            <a:extLst>
              <a:ext uri="{FF2B5EF4-FFF2-40B4-BE49-F238E27FC236}">
                <a16:creationId xmlns:a16="http://schemas.microsoft.com/office/drawing/2014/main" id="{88A72B93-B677-4E0F-989A-8E43573C9668}"/>
              </a:ext>
            </a:extLst>
          </p:cNvPr>
          <p:cNvSpPr>
            <a:spLocks noGrp="1"/>
          </p:cNvSpPr>
          <p:nvPr/>
        </p:nvSpPr>
        <p:spPr>
          <a:xfrm>
            <a:off x="650817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1" name="F1_main_prauc_1610">
            <a:extLst>
              <a:ext uri="{FF2B5EF4-FFF2-40B4-BE49-F238E27FC236}">
                <a16:creationId xmlns:a16="http://schemas.microsoft.com/office/drawing/2014/main" id="{1C7A128B-3C87-4D00-B900-2FC3EB27D3BE}"/>
              </a:ext>
            </a:extLst>
          </p:cNvPr>
          <p:cNvSpPr>
            <a:spLocks noGrp="1"/>
          </p:cNvSpPr>
          <p:nvPr/>
        </p:nvSpPr>
        <p:spPr>
          <a:xfrm>
            <a:off x="66262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2" name="F1_main_prauc_1611">
            <a:extLst>
              <a:ext uri="{FF2B5EF4-FFF2-40B4-BE49-F238E27FC236}">
                <a16:creationId xmlns:a16="http://schemas.microsoft.com/office/drawing/2014/main" id="{6AABFA54-51CA-4C98-8CF8-B00EB1FE498E}"/>
              </a:ext>
            </a:extLst>
          </p:cNvPr>
          <p:cNvSpPr>
            <a:spLocks noGrp="1"/>
          </p:cNvSpPr>
          <p:nvPr/>
        </p:nvSpPr>
        <p:spPr>
          <a:xfrm>
            <a:off x="674115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3" name="F1_main_prauc_1612">
            <a:extLst>
              <a:ext uri="{FF2B5EF4-FFF2-40B4-BE49-F238E27FC236}">
                <a16:creationId xmlns:a16="http://schemas.microsoft.com/office/drawing/2014/main" id="{27DD4293-C334-468C-97B2-D4A44993B9D2}"/>
              </a:ext>
            </a:extLst>
          </p:cNvPr>
          <p:cNvSpPr>
            <a:spLocks noGrp="1"/>
          </p:cNvSpPr>
          <p:nvPr/>
        </p:nvSpPr>
        <p:spPr>
          <a:xfrm>
            <a:off x="67101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4" name="F1_main_prauc_1613">
            <a:extLst>
              <a:ext uri="{FF2B5EF4-FFF2-40B4-BE49-F238E27FC236}">
                <a16:creationId xmlns:a16="http://schemas.microsoft.com/office/drawing/2014/main" id="{BE3624BB-CAED-43CB-BD24-4EAF403B3FDE}"/>
              </a:ext>
            </a:extLst>
          </p:cNvPr>
          <p:cNvSpPr>
            <a:spLocks noGrp="1"/>
          </p:cNvSpPr>
          <p:nvPr/>
        </p:nvSpPr>
        <p:spPr>
          <a:xfrm>
            <a:off x="6539150" y="50864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5" name="F1_main_prauc_1614">
            <a:extLst>
              <a:ext uri="{FF2B5EF4-FFF2-40B4-BE49-F238E27FC236}">
                <a16:creationId xmlns:a16="http://schemas.microsoft.com/office/drawing/2014/main" id="{76D3B58B-71F1-4DB1-83EE-FAE57D8FD012}"/>
              </a:ext>
            </a:extLst>
          </p:cNvPr>
          <p:cNvSpPr>
            <a:spLocks noGrp="1"/>
          </p:cNvSpPr>
          <p:nvPr/>
        </p:nvSpPr>
        <p:spPr>
          <a:xfrm>
            <a:off x="65517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6" name="F1_main_prauc_1615">
            <a:extLst>
              <a:ext uri="{FF2B5EF4-FFF2-40B4-BE49-F238E27FC236}">
                <a16:creationId xmlns:a16="http://schemas.microsoft.com/office/drawing/2014/main" id="{EF916435-3E70-4606-A2B1-9788EE06CA49}"/>
              </a:ext>
            </a:extLst>
          </p:cNvPr>
          <p:cNvSpPr>
            <a:spLocks noGrp="1"/>
          </p:cNvSpPr>
          <p:nvPr/>
        </p:nvSpPr>
        <p:spPr>
          <a:xfrm>
            <a:off x="6553510" y="59503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7" name="F1_main_prauc_1616">
            <a:extLst>
              <a:ext uri="{FF2B5EF4-FFF2-40B4-BE49-F238E27FC236}">
                <a16:creationId xmlns:a16="http://schemas.microsoft.com/office/drawing/2014/main" id="{2A983EF6-933E-42C4-A5C5-746927CD81B2}"/>
              </a:ext>
            </a:extLst>
          </p:cNvPr>
          <p:cNvSpPr>
            <a:spLocks noGrp="1"/>
          </p:cNvSpPr>
          <p:nvPr/>
        </p:nvSpPr>
        <p:spPr>
          <a:xfrm>
            <a:off x="657642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8" name="F1_main_prauc_1617">
            <a:extLst>
              <a:ext uri="{FF2B5EF4-FFF2-40B4-BE49-F238E27FC236}">
                <a16:creationId xmlns:a16="http://schemas.microsoft.com/office/drawing/2014/main" id="{1820E812-3CBF-4DD7-845A-F9B288A2F571}"/>
              </a:ext>
            </a:extLst>
          </p:cNvPr>
          <p:cNvSpPr>
            <a:spLocks noGrp="1"/>
          </p:cNvSpPr>
          <p:nvPr/>
        </p:nvSpPr>
        <p:spPr>
          <a:xfrm>
            <a:off x="656859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9" name="F1_main_prauc_1618">
            <a:extLst>
              <a:ext uri="{FF2B5EF4-FFF2-40B4-BE49-F238E27FC236}">
                <a16:creationId xmlns:a16="http://schemas.microsoft.com/office/drawing/2014/main" id="{D7B3955E-C136-498C-ABDE-51983487C393}"/>
              </a:ext>
            </a:extLst>
          </p:cNvPr>
          <p:cNvSpPr>
            <a:spLocks noGrp="1"/>
          </p:cNvSpPr>
          <p:nvPr/>
        </p:nvSpPr>
        <p:spPr>
          <a:xfrm>
            <a:off x="6675589" y="54858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0" name="F1_main_prauc_1619">
            <a:extLst>
              <a:ext uri="{FF2B5EF4-FFF2-40B4-BE49-F238E27FC236}">
                <a16:creationId xmlns:a16="http://schemas.microsoft.com/office/drawing/2014/main" id="{7D864E3A-7576-432D-8B8F-1B14F6A01A6F}"/>
              </a:ext>
            </a:extLst>
          </p:cNvPr>
          <p:cNvSpPr>
            <a:spLocks noGrp="1"/>
          </p:cNvSpPr>
          <p:nvPr/>
        </p:nvSpPr>
        <p:spPr>
          <a:xfrm>
            <a:off x="663156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1" name="F1_main_prauc_1620">
            <a:extLst>
              <a:ext uri="{FF2B5EF4-FFF2-40B4-BE49-F238E27FC236}">
                <a16:creationId xmlns:a16="http://schemas.microsoft.com/office/drawing/2014/main" id="{045888C1-2DC4-4629-A5E1-86093612C24C}"/>
              </a:ext>
            </a:extLst>
          </p:cNvPr>
          <p:cNvSpPr>
            <a:spLocks noGrp="1"/>
          </p:cNvSpPr>
          <p:nvPr/>
        </p:nvSpPr>
        <p:spPr>
          <a:xfrm>
            <a:off x="653133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2" name="F1_main_prauc_1621">
            <a:extLst>
              <a:ext uri="{FF2B5EF4-FFF2-40B4-BE49-F238E27FC236}">
                <a16:creationId xmlns:a16="http://schemas.microsoft.com/office/drawing/2014/main" id="{4DAFA329-5C79-4D7F-9735-D0461D20C914}"/>
              </a:ext>
            </a:extLst>
          </p:cNvPr>
          <p:cNvSpPr>
            <a:spLocks noGrp="1"/>
          </p:cNvSpPr>
          <p:nvPr/>
        </p:nvSpPr>
        <p:spPr>
          <a:xfrm>
            <a:off x="666897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3" name="F1_main_prauc_1622">
            <a:extLst>
              <a:ext uri="{FF2B5EF4-FFF2-40B4-BE49-F238E27FC236}">
                <a16:creationId xmlns:a16="http://schemas.microsoft.com/office/drawing/2014/main" id="{AACD73BF-FB2D-457E-BB6F-0022A4EA2E47}"/>
              </a:ext>
            </a:extLst>
          </p:cNvPr>
          <p:cNvSpPr>
            <a:spLocks noGrp="1"/>
          </p:cNvSpPr>
          <p:nvPr/>
        </p:nvSpPr>
        <p:spPr>
          <a:xfrm>
            <a:off x="674222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4" name="F1_main_prauc_1623">
            <a:extLst>
              <a:ext uri="{FF2B5EF4-FFF2-40B4-BE49-F238E27FC236}">
                <a16:creationId xmlns:a16="http://schemas.microsoft.com/office/drawing/2014/main" id="{33940FCB-AB06-4F2A-80C5-77F53D3D0395}"/>
              </a:ext>
            </a:extLst>
          </p:cNvPr>
          <p:cNvSpPr>
            <a:spLocks noGrp="1"/>
          </p:cNvSpPr>
          <p:nvPr/>
        </p:nvSpPr>
        <p:spPr>
          <a:xfrm>
            <a:off x="6702352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5" name="F1_main_prauc_1624">
            <a:extLst>
              <a:ext uri="{FF2B5EF4-FFF2-40B4-BE49-F238E27FC236}">
                <a16:creationId xmlns:a16="http://schemas.microsoft.com/office/drawing/2014/main" id="{9FD45EBA-398C-40A8-9039-C2001A7CF935}"/>
              </a:ext>
            </a:extLst>
          </p:cNvPr>
          <p:cNvSpPr>
            <a:spLocks noGrp="1"/>
          </p:cNvSpPr>
          <p:nvPr/>
        </p:nvSpPr>
        <p:spPr>
          <a:xfrm>
            <a:off x="66601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6" name="F1_main_prauc_1625">
            <a:extLst>
              <a:ext uri="{FF2B5EF4-FFF2-40B4-BE49-F238E27FC236}">
                <a16:creationId xmlns:a16="http://schemas.microsoft.com/office/drawing/2014/main" id="{6E25A2A1-6D17-4E75-8E6E-6E026E7DB5C4}"/>
              </a:ext>
            </a:extLst>
          </p:cNvPr>
          <p:cNvSpPr>
            <a:spLocks noGrp="1"/>
          </p:cNvSpPr>
          <p:nvPr/>
        </p:nvSpPr>
        <p:spPr>
          <a:xfrm>
            <a:off x="668157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7" name="F1_main_prauc_1626">
            <a:extLst>
              <a:ext uri="{FF2B5EF4-FFF2-40B4-BE49-F238E27FC236}">
                <a16:creationId xmlns:a16="http://schemas.microsoft.com/office/drawing/2014/main" id="{7C2E624A-87EB-4E1B-8BAF-299FADE9DC98}"/>
              </a:ext>
            </a:extLst>
          </p:cNvPr>
          <p:cNvSpPr>
            <a:spLocks noGrp="1"/>
          </p:cNvSpPr>
          <p:nvPr/>
        </p:nvSpPr>
        <p:spPr>
          <a:xfrm>
            <a:off x="6664060" y="60322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8" name="F1_main_prauc_1627">
            <a:extLst>
              <a:ext uri="{FF2B5EF4-FFF2-40B4-BE49-F238E27FC236}">
                <a16:creationId xmlns:a16="http://schemas.microsoft.com/office/drawing/2014/main" id="{48FE1008-F094-45CC-B8C0-69144C6A0561}"/>
              </a:ext>
            </a:extLst>
          </p:cNvPr>
          <p:cNvSpPr>
            <a:spLocks noGrp="1"/>
          </p:cNvSpPr>
          <p:nvPr/>
        </p:nvSpPr>
        <p:spPr>
          <a:xfrm>
            <a:off x="657848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9" name="F1_main_prauc_1628">
            <a:extLst>
              <a:ext uri="{FF2B5EF4-FFF2-40B4-BE49-F238E27FC236}">
                <a16:creationId xmlns:a16="http://schemas.microsoft.com/office/drawing/2014/main" id="{BA76788E-1AA5-44A1-A5F0-CF414B857191}"/>
              </a:ext>
            </a:extLst>
          </p:cNvPr>
          <p:cNvSpPr>
            <a:spLocks noGrp="1"/>
          </p:cNvSpPr>
          <p:nvPr/>
        </p:nvSpPr>
        <p:spPr>
          <a:xfrm>
            <a:off x="656896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0" name="F1_main_prauc_1629">
            <a:extLst>
              <a:ext uri="{FF2B5EF4-FFF2-40B4-BE49-F238E27FC236}">
                <a16:creationId xmlns:a16="http://schemas.microsoft.com/office/drawing/2014/main" id="{DE969161-8F75-4658-BA47-6C0AA12EA722}"/>
              </a:ext>
            </a:extLst>
          </p:cNvPr>
          <p:cNvSpPr>
            <a:spLocks noGrp="1"/>
          </p:cNvSpPr>
          <p:nvPr/>
        </p:nvSpPr>
        <p:spPr>
          <a:xfrm>
            <a:off x="665766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1" name="F1_main_prauc_1630">
            <a:extLst>
              <a:ext uri="{FF2B5EF4-FFF2-40B4-BE49-F238E27FC236}">
                <a16:creationId xmlns:a16="http://schemas.microsoft.com/office/drawing/2014/main" id="{F4DE89C3-4F60-4373-9C7E-E657C21657E2}"/>
              </a:ext>
            </a:extLst>
          </p:cNvPr>
          <p:cNvSpPr>
            <a:spLocks noGrp="1"/>
          </p:cNvSpPr>
          <p:nvPr/>
        </p:nvSpPr>
        <p:spPr>
          <a:xfrm>
            <a:off x="66514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2" name="F1_main_prauc_1631">
            <a:extLst>
              <a:ext uri="{FF2B5EF4-FFF2-40B4-BE49-F238E27FC236}">
                <a16:creationId xmlns:a16="http://schemas.microsoft.com/office/drawing/2014/main" id="{93F1EF32-772A-4A5A-8357-24C8F2FAC49B}"/>
              </a:ext>
            </a:extLst>
          </p:cNvPr>
          <p:cNvSpPr>
            <a:spLocks noGrp="1"/>
          </p:cNvSpPr>
          <p:nvPr/>
        </p:nvSpPr>
        <p:spPr>
          <a:xfrm>
            <a:off x="6491409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3" name="F1_main_prauc_1632">
            <a:extLst>
              <a:ext uri="{FF2B5EF4-FFF2-40B4-BE49-F238E27FC236}">
                <a16:creationId xmlns:a16="http://schemas.microsoft.com/office/drawing/2014/main" id="{7E5C2126-D501-4512-90DF-67CCD10C48CF}"/>
              </a:ext>
            </a:extLst>
          </p:cNvPr>
          <p:cNvSpPr>
            <a:spLocks noGrp="1"/>
          </p:cNvSpPr>
          <p:nvPr/>
        </p:nvSpPr>
        <p:spPr>
          <a:xfrm>
            <a:off x="6616365" y="48155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4" name="F1_main_prauc_1633">
            <a:extLst>
              <a:ext uri="{FF2B5EF4-FFF2-40B4-BE49-F238E27FC236}">
                <a16:creationId xmlns:a16="http://schemas.microsoft.com/office/drawing/2014/main" id="{DD60FD9A-15FB-46DC-87AD-1D5ED0E084E3}"/>
              </a:ext>
            </a:extLst>
          </p:cNvPr>
          <p:cNvSpPr>
            <a:spLocks noGrp="1"/>
          </p:cNvSpPr>
          <p:nvPr/>
        </p:nvSpPr>
        <p:spPr>
          <a:xfrm>
            <a:off x="649363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5" name="F1_main_prauc_1634">
            <a:extLst>
              <a:ext uri="{FF2B5EF4-FFF2-40B4-BE49-F238E27FC236}">
                <a16:creationId xmlns:a16="http://schemas.microsoft.com/office/drawing/2014/main" id="{25C4F67F-99A3-4465-8026-E38BB5E781AF}"/>
              </a:ext>
            </a:extLst>
          </p:cNvPr>
          <p:cNvSpPr>
            <a:spLocks noGrp="1"/>
          </p:cNvSpPr>
          <p:nvPr/>
        </p:nvSpPr>
        <p:spPr>
          <a:xfrm>
            <a:off x="6594081" y="59302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6" name="F1_main_prauc_1635">
            <a:extLst>
              <a:ext uri="{FF2B5EF4-FFF2-40B4-BE49-F238E27FC236}">
                <a16:creationId xmlns:a16="http://schemas.microsoft.com/office/drawing/2014/main" id="{C034A6DE-2987-429B-B6A6-5BD7F797C833}"/>
              </a:ext>
            </a:extLst>
          </p:cNvPr>
          <p:cNvSpPr>
            <a:spLocks noGrp="1"/>
          </p:cNvSpPr>
          <p:nvPr/>
        </p:nvSpPr>
        <p:spPr>
          <a:xfrm>
            <a:off x="664457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7" name="F1_main_prauc_1636">
            <a:extLst>
              <a:ext uri="{FF2B5EF4-FFF2-40B4-BE49-F238E27FC236}">
                <a16:creationId xmlns:a16="http://schemas.microsoft.com/office/drawing/2014/main" id="{40EB4576-467D-46E6-A009-53749A581626}"/>
              </a:ext>
            </a:extLst>
          </p:cNvPr>
          <p:cNvSpPr>
            <a:spLocks noGrp="1"/>
          </p:cNvSpPr>
          <p:nvPr/>
        </p:nvSpPr>
        <p:spPr>
          <a:xfrm>
            <a:off x="6712050" y="5625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8" name="F1_main_prauc_1637">
            <a:extLst>
              <a:ext uri="{FF2B5EF4-FFF2-40B4-BE49-F238E27FC236}">
                <a16:creationId xmlns:a16="http://schemas.microsoft.com/office/drawing/2014/main" id="{8BD7BCA7-D3FA-416D-84C1-B30F2A00D906}"/>
              </a:ext>
            </a:extLst>
          </p:cNvPr>
          <p:cNvSpPr>
            <a:spLocks noGrp="1"/>
          </p:cNvSpPr>
          <p:nvPr/>
        </p:nvSpPr>
        <p:spPr>
          <a:xfrm>
            <a:off x="6681479" y="60768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9" name="F1_main_prauc_1638">
            <a:extLst>
              <a:ext uri="{FF2B5EF4-FFF2-40B4-BE49-F238E27FC236}">
                <a16:creationId xmlns:a16="http://schemas.microsoft.com/office/drawing/2014/main" id="{326BAE7D-0590-4195-96B6-36672934ABD7}"/>
              </a:ext>
            </a:extLst>
          </p:cNvPr>
          <p:cNvSpPr>
            <a:spLocks noGrp="1"/>
          </p:cNvSpPr>
          <p:nvPr/>
        </p:nvSpPr>
        <p:spPr>
          <a:xfrm>
            <a:off x="6684292" y="48728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0" name="F1_main_prauc_1639">
            <a:extLst>
              <a:ext uri="{FF2B5EF4-FFF2-40B4-BE49-F238E27FC236}">
                <a16:creationId xmlns:a16="http://schemas.microsoft.com/office/drawing/2014/main" id="{0C78ED29-F009-4CA1-97C2-BE59ACBED598}"/>
              </a:ext>
            </a:extLst>
          </p:cNvPr>
          <p:cNvSpPr>
            <a:spLocks noGrp="1"/>
          </p:cNvSpPr>
          <p:nvPr/>
        </p:nvSpPr>
        <p:spPr>
          <a:xfrm>
            <a:off x="661280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1" name="F1_main_prauc_1640">
            <a:extLst>
              <a:ext uri="{FF2B5EF4-FFF2-40B4-BE49-F238E27FC236}">
                <a16:creationId xmlns:a16="http://schemas.microsoft.com/office/drawing/2014/main" id="{D82EC9E8-2EAA-4105-9482-E73666BDD918}"/>
              </a:ext>
            </a:extLst>
          </p:cNvPr>
          <p:cNvSpPr>
            <a:spLocks noGrp="1"/>
          </p:cNvSpPr>
          <p:nvPr/>
        </p:nvSpPr>
        <p:spPr>
          <a:xfrm>
            <a:off x="6631346" y="54749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2" name="F1_main_prauc_1641">
            <a:extLst>
              <a:ext uri="{FF2B5EF4-FFF2-40B4-BE49-F238E27FC236}">
                <a16:creationId xmlns:a16="http://schemas.microsoft.com/office/drawing/2014/main" id="{C0108694-BB3B-4D3A-921A-C3EC44FF7E1B}"/>
              </a:ext>
            </a:extLst>
          </p:cNvPr>
          <p:cNvSpPr>
            <a:spLocks noGrp="1"/>
          </p:cNvSpPr>
          <p:nvPr/>
        </p:nvSpPr>
        <p:spPr>
          <a:xfrm>
            <a:off x="659211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3" name="F1_main_prauc_1642">
            <a:extLst>
              <a:ext uri="{FF2B5EF4-FFF2-40B4-BE49-F238E27FC236}">
                <a16:creationId xmlns:a16="http://schemas.microsoft.com/office/drawing/2014/main" id="{F8E2F9A0-597F-46FE-BF77-40BB42E94246}"/>
              </a:ext>
            </a:extLst>
          </p:cNvPr>
          <p:cNvSpPr>
            <a:spLocks noGrp="1"/>
          </p:cNvSpPr>
          <p:nvPr/>
        </p:nvSpPr>
        <p:spPr>
          <a:xfrm>
            <a:off x="663274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4" name="F1_main_prauc_1643">
            <a:extLst>
              <a:ext uri="{FF2B5EF4-FFF2-40B4-BE49-F238E27FC236}">
                <a16:creationId xmlns:a16="http://schemas.microsoft.com/office/drawing/2014/main" id="{505A5344-A7F3-4BA5-A1A0-9F8583A67FA1}"/>
              </a:ext>
            </a:extLst>
          </p:cNvPr>
          <p:cNvSpPr>
            <a:spLocks noGrp="1"/>
          </p:cNvSpPr>
          <p:nvPr/>
        </p:nvSpPr>
        <p:spPr>
          <a:xfrm>
            <a:off x="6587323" y="3705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5" name="F1_main_prauc_1644">
            <a:extLst>
              <a:ext uri="{FF2B5EF4-FFF2-40B4-BE49-F238E27FC236}">
                <a16:creationId xmlns:a16="http://schemas.microsoft.com/office/drawing/2014/main" id="{96762A4F-0BB6-4F32-BBB8-955BABABF6A0}"/>
              </a:ext>
            </a:extLst>
          </p:cNvPr>
          <p:cNvSpPr>
            <a:spLocks noGrp="1"/>
          </p:cNvSpPr>
          <p:nvPr/>
        </p:nvSpPr>
        <p:spPr>
          <a:xfrm>
            <a:off x="6696889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6" name="F1_main_prauc_1645">
            <a:extLst>
              <a:ext uri="{FF2B5EF4-FFF2-40B4-BE49-F238E27FC236}">
                <a16:creationId xmlns:a16="http://schemas.microsoft.com/office/drawing/2014/main" id="{F6495706-76B1-4D63-ACA8-FC6C557553E3}"/>
              </a:ext>
            </a:extLst>
          </p:cNvPr>
          <p:cNvSpPr>
            <a:spLocks noGrp="1"/>
          </p:cNvSpPr>
          <p:nvPr/>
        </p:nvSpPr>
        <p:spPr>
          <a:xfrm>
            <a:off x="6501827" y="58215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7" name="F1_main_prauc_1646">
            <a:extLst>
              <a:ext uri="{FF2B5EF4-FFF2-40B4-BE49-F238E27FC236}">
                <a16:creationId xmlns:a16="http://schemas.microsoft.com/office/drawing/2014/main" id="{AD5640D5-CA8B-4866-8045-A769DA594579}"/>
              </a:ext>
            </a:extLst>
          </p:cNvPr>
          <p:cNvSpPr>
            <a:spLocks noGrp="1"/>
          </p:cNvSpPr>
          <p:nvPr/>
        </p:nvSpPr>
        <p:spPr>
          <a:xfrm>
            <a:off x="673067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8" name="F1_main_prauc_1647">
            <a:extLst>
              <a:ext uri="{FF2B5EF4-FFF2-40B4-BE49-F238E27FC236}">
                <a16:creationId xmlns:a16="http://schemas.microsoft.com/office/drawing/2014/main" id="{C706A5A9-82CE-447E-8BEA-636A804046E6}"/>
              </a:ext>
            </a:extLst>
          </p:cNvPr>
          <p:cNvSpPr>
            <a:spLocks noGrp="1"/>
          </p:cNvSpPr>
          <p:nvPr/>
        </p:nvSpPr>
        <p:spPr>
          <a:xfrm>
            <a:off x="6699930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9" name="F1_main_prauc_1648">
            <a:extLst>
              <a:ext uri="{FF2B5EF4-FFF2-40B4-BE49-F238E27FC236}">
                <a16:creationId xmlns:a16="http://schemas.microsoft.com/office/drawing/2014/main" id="{0DCB7FE9-E00D-4E14-B45C-7E5D3E642957}"/>
              </a:ext>
            </a:extLst>
          </p:cNvPr>
          <p:cNvSpPr>
            <a:spLocks noGrp="1"/>
          </p:cNvSpPr>
          <p:nvPr/>
        </p:nvSpPr>
        <p:spPr>
          <a:xfrm>
            <a:off x="6579391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0" name="F1_main_prauc_1649">
            <a:extLst>
              <a:ext uri="{FF2B5EF4-FFF2-40B4-BE49-F238E27FC236}">
                <a16:creationId xmlns:a16="http://schemas.microsoft.com/office/drawing/2014/main" id="{0A689FFF-AF50-47F5-A5AE-644AB9E51922}"/>
              </a:ext>
            </a:extLst>
          </p:cNvPr>
          <p:cNvSpPr>
            <a:spLocks noGrp="1"/>
          </p:cNvSpPr>
          <p:nvPr/>
        </p:nvSpPr>
        <p:spPr>
          <a:xfrm>
            <a:off x="6606538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1" name="F1_main_prauc_1650">
            <a:extLst>
              <a:ext uri="{FF2B5EF4-FFF2-40B4-BE49-F238E27FC236}">
                <a16:creationId xmlns:a16="http://schemas.microsoft.com/office/drawing/2014/main" id="{8C1C7EEC-FD0D-4ECB-9F71-56EAA2F29B67}"/>
              </a:ext>
            </a:extLst>
          </p:cNvPr>
          <p:cNvSpPr>
            <a:spLocks noGrp="1"/>
          </p:cNvSpPr>
          <p:nvPr/>
        </p:nvSpPr>
        <p:spPr>
          <a:xfrm>
            <a:off x="6622748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2" name="F1_main_prauc_1651">
            <a:extLst>
              <a:ext uri="{FF2B5EF4-FFF2-40B4-BE49-F238E27FC236}">
                <a16:creationId xmlns:a16="http://schemas.microsoft.com/office/drawing/2014/main" id="{909985A2-F861-4B91-AAAF-D371ECC2C8AB}"/>
              </a:ext>
            </a:extLst>
          </p:cNvPr>
          <p:cNvSpPr>
            <a:spLocks noGrp="1"/>
          </p:cNvSpPr>
          <p:nvPr/>
        </p:nvSpPr>
        <p:spPr>
          <a:xfrm>
            <a:off x="6566272" y="5363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3" name="F1_main_prauc_1652">
            <a:extLst>
              <a:ext uri="{FF2B5EF4-FFF2-40B4-BE49-F238E27FC236}">
                <a16:creationId xmlns:a16="http://schemas.microsoft.com/office/drawing/2014/main" id="{A2D56C75-7365-45E3-884D-B556B1D3702D}"/>
              </a:ext>
            </a:extLst>
          </p:cNvPr>
          <p:cNvSpPr>
            <a:spLocks noGrp="1"/>
          </p:cNvSpPr>
          <p:nvPr/>
        </p:nvSpPr>
        <p:spPr>
          <a:xfrm>
            <a:off x="67166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4" name="F1_main_prauc_1653">
            <a:extLst>
              <a:ext uri="{FF2B5EF4-FFF2-40B4-BE49-F238E27FC236}">
                <a16:creationId xmlns:a16="http://schemas.microsoft.com/office/drawing/2014/main" id="{4F02C9DA-14A0-4170-AA11-0058630B831A}"/>
              </a:ext>
            </a:extLst>
          </p:cNvPr>
          <p:cNvSpPr>
            <a:spLocks noGrp="1"/>
          </p:cNvSpPr>
          <p:nvPr/>
        </p:nvSpPr>
        <p:spPr>
          <a:xfrm>
            <a:off x="670690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5" name="F1_main_prauc_1654">
            <a:extLst>
              <a:ext uri="{FF2B5EF4-FFF2-40B4-BE49-F238E27FC236}">
                <a16:creationId xmlns:a16="http://schemas.microsoft.com/office/drawing/2014/main" id="{D14AEA4E-BCDD-464A-A0B6-896E05C4EA7A}"/>
              </a:ext>
            </a:extLst>
          </p:cNvPr>
          <p:cNvSpPr>
            <a:spLocks noGrp="1"/>
          </p:cNvSpPr>
          <p:nvPr/>
        </p:nvSpPr>
        <p:spPr>
          <a:xfrm>
            <a:off x="651054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6" name="F1_main_prauc_1655">
            <a:extLst>
              <a:ext uri="{FF2B5EF4-FFF2-40B4-BE49-F238E27FC236}">
                <a16:creationId xmlns:a16="http://schemas.microsoft.com/office/drawing/2014/main" id="{CB4F8D5A-D251-469F-A69E-A3ECAE63E7E6}"/>
              </a:ext>
            </a:extLst>
          </p:cNvPr>
          <p:cNvSpPr>
            <a:spLocks noGrp="1"/>
          </p:cNvSpPr>
          <p:nvPr/>
        </p:nvSpPr>
        <p:spPr>
          <a:xfrm>
            <a:off x="674106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7" name="F1_main_prauc_1656">
            <a:extLst>
              <a:ext uri="{FF2B5EF4-FFF2-40B4-BE49-F238E27FC236}">
                <a16:creationId xmlns:a16="http://schemas.microsoft.com/office/drawing/2014/main" id="{B59AAF87-2B6D-485C-BCE5-70590A342B29}"/>
              </a:ext>
            </a:extLst>
          </p:cNvPr>
          <p:cNvSpPr>
            <a:spLocks noGrp="1"/>
          </p:cNvSpPr>
          <p:nvPr/>
        </p:nvSpPr>
        <p:spPr>
          <a:xfrm>
            <a:off x="6696254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8" name="F1_main_prauc_1657">
            <a:extLst>
              <a:ext uri="{FF2B5EF4-FFF2-40B4-BE49-F238E27FC236}">
                <a16:creationId xmlns:a16="http://schemas.microsoft.com/office/drawing/2014/main" id="{645BD43A-B154-4184-A9BF-AF3B7FA7BA69}"/>
              </a:ext>
            </a:extLst>
          </p:cNvPr>
          <p:cNvSpPr>
            <a:spLocks noGrp="1"/>
          </p:cNvSpPr>
          <p:nvPr/>
        </p:nvSpPr>
        <p:spPr>
          <a:xfrm>
            <a:off x="6528209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9" name="F1_main_prauc_1658">
            <a:extLst>
              <a:ext uri="{FF2B5EF4-FFF2-40B4-BE49-F238E27FC236}">
                <a16:creationId xmlns:a16="http://schemas.microsoft.com/office/drawing/2014/main" id="{25C9CD66-A5DD-47E8-987B-48105A3ACB5C}"/>
              </a:ext>
            </a:extLst>
          </p:cNvPr>
          <p:cNvSpPr>
            <a:spLocks noGrp="1"/>
          </p:cNvSpPr>
          <p:nvPr/>
        </p:nvSpPr>
        <p:spPr>
          <a:xfrm>
            <a:off x="6595605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0" name="F1_main_prauc_1659">
            <a:extLst>
              <a:ext uri="{FF2B5EF4-FFF2-40B4-BE49-F238E27FC236}">
                <a16:creationId xmlns:a16="http://schemas.microsoft.com/office/drawing/2014/main" id="{B7F699E0-1077-4AA2-9621-25AC12EA6EB4}"/>
              </a:ext>
            </a:extLst>
          </p:cNvPr>
          <p:cNvSpPr>
            <a:spLocks noGrp="1"/>
          </p:cNvSpPr>
          <p:nvPr/>
        </p:nvSpPr>
        <p:spPr>
          <a:xfrm>
            <a:off x="65280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1" name="F1_main_prauc_1660">
            <a:extLst>
              <a:ext uri="{FF2B5EF4-FFF2-40B4-BE49-F238E27FC236}">
                <a16:creationId xmlns:a16="http://schemas.microsoft.com/office/drawing/2014/main" id="{13503348-1BD8-4303-B02A-C141FA66E378}"/>
              </a:ext>
            </a:extLst>
          </p:cNvPr>
          <p:cNvSpPr>
            <a:spLocks noGrp="1"/>
          </p:cNvSpPr>
          <p:nvPr/>
        </p:nvSpPr>
        <p:spPr>
          <a:xfrm>
            <a:off x="6694526" y="5415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2" name="F1_main_prauc_1661">
            <a:extLst>
              <a:ext uri="{FF2B5EF4-FFF2-40B4-BE49-F238E27FC236}">
                <a16:creationId xmlns:a16="http://schemas.microsoft.com/office/drawing/2014/main" id="{E7B0F312-3792-465D-8459-E2434B68F2DC}"/>
              </a:ext>
            </a:extLst>
          </p:cNvPr>
          <p:cNvSpPr>
            <a:spLocks noGrp="1"/>
          </p:cNvSpPr>
          <p:nvPr/>
        </p:nvSpPr>
        <p:spPr>
          <a:xfrm>
            <a:off x="6645833" y="54683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3" name="F1_main_prauc_1662">
            <a:extLst>
              <a:ext uri="{FF2B5EF4-FFF2-40B4-BE49-F238E27FC236}">
                <a16:creationId xmlns:a16="http://schemas.microsoft.com/office/drawing/2014/main" id="{3AAD2C12-AA53-4008-8691-88C76C287AAC}"/>
              </a:ext>
            </a:extLst>
          </p:cNvPr>
          <p:cNvSpPr>
            <a:spLocks noGrp="1"/>
          </p:cNvSpPr>
          <p:nvPr/>
        </p:nvSpPr>
        <p:spPr>
          <a:xfrm>
            <a:off x="655355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4" name="F1_main_prauc_1663">
            <a:extLst>
              <a:ext uri="{FF2B5EF4-FFF2-40B4-BE49-F238E27FC236}">
                <a16:creationId xmlns:a16="http://schemas.microsoft.com/office/drawing/2014/main" id="{73340BF2-E312-40BC-88AE-74DF5C9F93F9}"/>
              </a:ext>
            </a:extLst>
          </p:cNvPr>
          <p:cNvSpPr>
            <a:spLocks noGrp="1"/>
          </p:cNvSpPr>
          <p:nvPr/>
        </p:nvSpPr>
        <p:spPr>
          <a:xfrm>
            <a:off x="6516279" y="5788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5" name="F1_main_prauc_1664">
            <a:extLst>
              <a:ext uri="{FF2B5EF4-FFF2-40B4-BE49-F238E27FC236}">
                <a16:creationId xmlns:a16="http://schemas.microsoft.com/office/drawing/2014/main" id="{D249D666-BCE3-4A33-B18E-C7331117A02E}"/>
              </a:ext>
            </a:extLst>
          </p:cNvPr>
          <p:cNvSpPr>
            <a:spLocks noGrp="1"/>
          </p:cNvSpPr>
          <p:nvPr/>
        </p:nvSpPr>
        <p:spPr>
          <a:xfrm>
            <a:off x="67249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6" name="F1_main_prauc_1665">
            <a:extLst>
              <a:ext uri="{FF2B5EF4-FFF2-40B4-BE49-F238E27FC236}">
                <a16:creationId xmlns:a16="http://schemas.microsoft.com/office/drawing/2014/main" id="{75335807-7CAB-4AB8-A27D-DA64220B6E20}"/>
              </a:ext>
            </a:extLst>
          </p:cNvPr>
          <p:cNvSpPr>
            <a:spLocks noGrp="1"/>
          </p:cNvSpPr>
          <p:nvPr/>
        </p:nvSpPr>
        <p:spPr>
          <a:xfrm>
            <a:off x="670828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7" name="F1_main_prauc_1666">
            <a:extLst>
              <a:ext uri="{FF2B5EF4-FFF2-40B4-BE49-F238E27FC236}">
                <a16:creationId xmlns:a16="http://schemas.microsoft.com/office/drawing/2014/main" id="{8064F72A-94E7-43E4-B131-F7FA48E7867D}"/>
              </a:ext>
            </a:extLst>
          </p:cNvPr>
          <p:cNvSpPr>
            <a:spLocks noGrp="1"/>
          </p:cNvSpPr>
          <p:nvPr/>
        </p:nvSpPr>
        <p:spPr>
          <a:xfrm>
            <a:off x="65040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8" name="F1_main_prauc_1667">
            <a:extLst>
              <a:ext uri="{FF2B5EF4-FFF2-40B4-BE49-F238E27FC236}">
                <a16:creationId xmlns:a16="http://schemas.microsoft.com/office/drawing/2014/main" id="{45985DA7-A991-465F-B00C-1A68BFC66F7E}"/>
              </a:ext>
            </a:extLst>
          </p:cNvPr>
          <p:cNvSpPr>
            <a:spLocks noGrp="1"/>
          </p:cNvSpPr>
          <p:nvPr/>
        </p:nvSpPr>
        <p:spPr>
          <a:xfrm>
            <a:off x="664801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9" name="F1_main_prauc_1668">
            <a:extLst>
              <a:ext uri="{FF2B5EF4-FFF2-40B4-BE49-F238E27FC236}">
                <a16:creationId xmlns:a16="http://schemas.microsoft.com/office/drawing/2014/main" id="{14BB9DC1-EDBA-43EC-9253-C42641FD0742}"/>
              </a:ext>
            </a:extLst>
          </p:cNvPr>
          <p:cNvSpPr>
            <a:spLocks noGrp="1"/>
          </p:cNvSpPr>
          <p:nvPr/>
        </p:nvSpPr>
        <p:spPr>
          <a:xfrm>
            <a:off x="6528465" y="58647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0" name="F1_main_prauc_1669">
            <a:extLst>
              <a:ext uri="{FF2B5EF4-FFF2-40B4-BE49-F238E27FC236}">
                <a16:creationId xmlns:a16="http://schemas.microsoft.com/office/drawing/2014/main" id="{00811172-5DB9-44CF-BD3A-33138B1F1E16}"/>
              </a:ext>
            </a:extLst>
          </p:cNvPr>
          <p:cNvSpPr>
            <a:spLocks noGrp="1"/>
          </p:cNvSpPr>
          <p:nvPr/>
        </p:nvSpPr>
        <p:spPr>
          <a:xfrm>
            <a:off x="655706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1" name="F1_main_prauc_1670">
            <a:extLst>
              <a:ext uri="{FF2B5EF4-FFF2-40B4-BE49-F238E27FC236}">
                <a16:creationId xmlns:a16="http://schemas.microsoft.com/office/drawing/2014/main" id="{659A67F1-F3ED-43BC-8ECE-5B15E547A3D8}"/>
              </a:ext>
            </a:extLst>
          </p:cNvPr>
          <p:cNvSpPr>
            <a:spLocks noGrp="1"/>
          </p:cNvSpPr>
          <p:nvPr/>
        </p:nvSpPr>
        <p:spPr>
          <a:xfrm>
            <a:off x="64896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2" name="F1_main_prauc_1671">
            <a:extLst>
              <a:ext uri="{FF2B5EF4-FFF2-40B4-BE49-F238E27FC236}">
                <a16:creationId xmlns:a16="http://schemas.microsoft.com/office/drawing/2014/main" id="{E0E46EF5-0944-4039-9E67-15875C3691B7}"/>
              </a:ext>
            </a:extLst>
          </p:cNvPr>
          <p:cNvSpPr>
            <a:spLocks noGrp="1"/>
          </p:cNvSpPr>
          <p:nvPr/>
        </p:nvSpPr>
        <p:spPr>
          <a:xfrm>
            <a:off x="811009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3" name="F1_main_prauc_1672">
            <a:extLst>
              <a:ext uri="{FF2B5EF4-FFF2-40B4-BE49-F238E27FC236}">
                <a16:creationId xmlns:a16="http://schemas.microsoft.com/office/drawing/2014/main" id="{BFF7F5EF-8269-4228-A739-118813141098}"/>
              </a:ext>
            </a:extLst>
          </p:cNvPr>
          <p:cNvSpPr>
            <a:spLocks noGrp="1"/>
          </p:cNvSpPr>
          <p:nvPr/>
        </p:nvSpPr>
        <p:spPr>
          <a:xfrm>
            <a:off x="8275988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4" name="F1_main_prauc_1673">
            <a:extLst>
              <a:ext uri="{FF2B5EF4-FFF2-40B4-BE49-F238E27FC236}">
                <a16:creationId xmlns:a16="http://schemas.microsoft.com/office/drawing/2014/main" id="{FEB84B37-7DE6-42F3-99FB-46ECCE7EC706}"/>
              </a:ext>
            </a:extLst>
          </p:cNvPr>
          <p:cNvSpPr>
            <a:spLocks noGrp="1"/>
          </p:cNvSpPr>
          <p:nvPr/>
        </p:nvSpPr>
        <p:spPr>
          <a:xfrm>
            <a:off x="822950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5" name="F1_main_prauc_1674">
            <a:extLst>
              <a:ext uri="{FF2B5EF4-FFF2-40B4-BE49-F238E27FC236}">
                <a16:creationId xmlns:a16="http://schemas.microsoft.com/office/drawing/2014/main" id="{3DF5C5C3-899D-4030-A4B0-A2E38299B21A}"/>
              </a:ext>
            </a:extLst>
          </p:cNvPr>
          <p:cNvSpPr>
            <a:spLocks noGrp="1"/>
          </p:cNvSpPr>
          <p:nvPr/>
        </p:nvSpPr>
        <p:spPr>
          <a:xfrm>
            <a:off x="812447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6" name="F1_main_prauc_1675">
            <a:extLst>
              <a:ext uri="{FF2B5EF4-FFF2-40B4-BE49-F238E27FC236}">
                <a16:creationId xmlns:a16="http://schemas.microsoft.com/office/drawing/2014/main" id="{F881491B-705F-4AFE-A6D2-F991BB02440C}"/>
              </a:ext>
            </a:extLst>
          </p:cNvPr>
          <p:cNvSpPr>
            <a:spLocks noGrp="1"/>
          </p:cNvSpPr>
          <p:nvPr/>
        </p:nvSpPr>
        <p:spPr>
          <a:xfrm>
            <a:off x="8073309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7" name="F1_main_prauc_1676">
            <a:extLst>
              <a:ext uri="{FF2B5EF4-FFF2-40B4-BE49-F238E27FC236}">
                <a16:creationId xmlns:a16="http://schemas.microsoft.com/office/drawing/2014/main" id="{CC7E624A-EC51-4C3C-AC1E-CB330D68EB2C}"/>
              </a:ext>
            </a:extLst>
          </p:cNvPr>
          <p:cNvSpPr>
            <a:spLocks noGrp="1"/>
          </p:cNvSpPr>
          <p:nvPr/>
        </p:nvSpPr>
        <p:spPr>
          <a:xfrm>
            <a:off x="810431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8" name="F1_main_prauc_1677">
            <a:extLst>
              <a:ext uri="{FF2B5EF4-FFF2-40B4-BE49-F238E27FC236}">
                <a16:creationId xmlns:a16="http://schemas.microsoft.com/office/drawing/2014/main" id="{27DDF31C-4424-40B9-9537-0D82D4AC8F90}"/>
              </a:ext>
            </a:extLst>
          </p:cNvPr>
          <p:cNvSpPr>
            <a:spLocks noGrp="1"/>
          </p:cNvSpPr>
          <p:nvPr/>
        </p:nvSpPr>
        <p:spPr>
          <a:xfrm>
            <a:off x="80675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9" name="F1_main_prauc_1678">
            <a:extLst>
              <a:ext uri="{FF2B5EF4-FFF2-40B4-BE49-F238E27FC236}">
                <a16:creationId xmlns:a16="http://schemas.microsoft.com/office/drawing/2014/main" id="{10454B44-F7DC-4C82-AC04-6C659E6A1293}"/>
              </a:ext>
            </a:extLst>
          </p:cNvPr>
          <p:cNvSpPr>
            <a:spLocks noGrp="1"/>
          </p:cNvSpPr>
          <p:nvPr/>
        </p:nvSpPr>
        <p:spPr>
          <a:xfrm>
            <a:off x="808796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0" name="F1_main_prauc_1679">
            <a:extLst>
              <a:ext uri="{FF2B5EF4-FFF2-40B4-BE49-F238E27FC236}">
                <a16:creationId xmlns:a16="http://schemas.microsoft.com/office/drawing/2014/main" id="{A0776D32-28C5-44A3-987A-555D119409BE}"/>
              </a:ext>
            </a:extLst>
          </p:cNvPr>
          <p:cNvSpPr>
            <a:spLocks noGrp="1"/>
          </p:cNvSpPr>
          <p:nvPr/>
        </p:nvSpPr>
        <p:spPr>
          <a:xfrm>
            <a:off x="8240385" y="6045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1" name="F1_main_prauc_1680">
            <a:extLst>
              <a:ext uri="{FF2B5EF4-FFF2-40B4-BE49-F238E27FC236}">
                <a16:creationId xmlns:a16="http://schemas.microsoft.com/office/drawing/2014/main" id="{91A517FD-52A6-40B2-AD2B-21439E9285A4}"/>
              </a:ext>
            </a:extLst>
          </p:cNvPr>
          <p:cNvSpPr>
            <a:spLocks noGrp="1"/>
          </p:cNvSpPr>
          <p:nvPr/>
        </p:nvSpPr>
        <p:spPr>
          <a:xfrm>
            <a:off x="821129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2" name="F1_main_prauc_1681">
            <a:extLst>
              <a:ext uri="{FF2B5EF4-FFF2-40B4-BE49-F238E27FC236}">
                <a16:creationId xmlns:a16="http://schemas.microsoft.com/office/drawing/2014/main" id="{E67EB811-ADB4-4954-874D-5B8899D16732}"/>
              </a:ext>
            </a:extLst>
          </p:cNvPr>
          <p:cNvSpPr>
            <a:spLocks noGrp="1"/>
          </p:cNvSpPr>
          <p:nvPr/>
        </p:nvSpPr>
        <p:spPr>
          <a:xfrm>
            <a:off x="8268844" y="4631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3" name="F1_main_prauc_1682">
            <a:extLst>
              <a:ext uri="{FF2B5EF4-FFF2-40B4-BE49-F238E27FC236}">
                <a16:creationId xmlns:a16="http://schemas.microsoft.com/office/drawing/2014/main" id="{4D9C30EF-8112-4240-B468-3FCA2138FC3F}"/>
              </a:ext>
            </a:extLst>
          </p:cNvPr>
          <p:cNvSpPr>
            <a:spLocks noGrp="1"/>
          </p:cNvSpPr>
          <p:nvPr/>
        </p:nvSpPr>
        <p:spPr>
          <a:xfrm>
            <a:off x="8124276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4" name="F1_main_prauc_1683">
            <a:extLst>
              <a:ext uri="{FF2B5EF4-FFF2-40B4-BE49-F238E27FC236}">
                <a16:creationId xmlns:a16="http://schemas.microsoft.com/office/drawing/2014/main" id="{05582F4F-E042-4478-A6FA-DE50922ADD70}"/>
              </a:ext>
            </a:extLst>
          </p:cNvPr>
          <p:cNvSpPr>
            <a:spLocks noGrp="1"/>
          </p:cNvSpPr>
          <p:nvPr/>
        </p:nvSpPr>
        <p:spPr>
          <a:xfrm>
            <a:off x="8107296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5" name="F1_main_prauc_1684">
            <a:extLst>
              <a:ext uri="{FF2B5EF4-FFF2-40B4-BE49-F238E27FC236}">
                <a16:creationId xmlns:a16="http://schemas.microsoft.com/office/drawing/2014/main" id="{9847D620-F835-4C08-863A-AFEE4C6B0507}"/>
              </a:ext>
            </a:extLst>
          </p:cNvPr>
          <p:cNvSpPr>
            <a:spLocks noGrp="1"/>
          </p:cNvSpPr>
          <p:nvPr/>
        </p:nvSpPr>
        <p:spPr>
          <a:xfrm>
            <a:off x="829957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6" name="F1_main_prauc_1685">
            <a:extLst>
              <a:ext uri="{FF2B5EF4-FFF2-40B4-BE49-F238E27FC236}">
                <a16:creationId xmlns:a16="http://schemas.microsoft.com/office/drawing/2014/main" id="{DF1D56CD-7FAD-4BBE-809E-D2C3E931AFF3}"/>
              </a:ext>
            </a:extLst>
          </p:cNvPr>
          <p:cNvSpPr>
            <a:spLocks noGrp="1"/>
          </p:cNvSpPr>
          <p:nvPr/>
        </p:nvSpPr>
        <p:spPr>
          <a:xfrm>
            <a:off x="829547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7" name="F1_main_prauc_1686">
            <a:extLst>
              <a:ext uri="{FF2B5EF4-FFF2-40B4-BE49-F238E27FC236}">
                <a16:creationId xmlns:a16="http://schemas.microsoft.com/office/drawing/2014/main" id="{05140611-8485-4900-A579-68EEB86C99FE}"/>
              </a:ext>
            </a:extLst>
          </p:cNvPr>
          <p:cNvSpPr>
            <a:spLocks noGrp="1"/>
          </p:cNvSpPr>
          <p:nvPr/>
        </p:nvSpPr>
        <p:spPr>
          <a:xfrm>
            <a:off x="809216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8" name="F1_main_prauc_1687">
            <a:extLst>
              <a:ext uri="{FF2B5EF4-FFF2-40B4-BE49-F238E27FC236}">
                <a16:creationId xmlns:a16="http://schemas.microsoft.com/office/drawing/2014/main" id="{8E2AA01E-7993-4143-B4B0-FB2650B454E2}"/>
              </a:ext>
            </a:extLst>
          </p:cNvPr>
          <p:cNvSpPr>
            <a:spLocks noGrp="1"/>
          </p:cNvSpPr>
          <p:nvPr/>
        </p:nvSpPr>
        <p:spPr>
          <a:xfrm>
            <a:off x="825963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9" name="F1_main_prauc_1688">
            <a:extLst>
              <a:ext uri="{FF2B5EF4-FFF2-40B4-BE49-F238E27FC236}">
                <a16:creationId xmlns:a16="http://schemas.microsoft.com/office/drawing/2014/main" id="{99A624E1-71D9-408A-B385-69B7ABAEDC5D}"/>
              </a:ext>
            </a:extLst>
          </p:cNvPr>
          <p:cNvSpPr>
            <a:spLocks noGrp="1"/>
          </p:cNvSpPr>
          <p:nvPr/>
        </p:nvSpPr>
        <p:spPr>
          <a:xfrm>
            <a:off x="814677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0" name="F1_main_prauc_1689">
            <a:extLst>
              <a:ext uri="{FF2B5EF4-FFF2-40B4-BE49-F238E27FC236}">
                <a16:creationId xmlns:a16="http://schemas.microsoft.com/office/drawing/2014/main" id="{03974551-3214-4EDC-8F28-62712C7E1CDF}"/>
              </a:ext>
            </a:extLst>
          </p:cNvPr>
          <p:cNvSpPr>
            <a:spLocks noGrp="1"/>
          </p:cNvSpPr>
          <p:nvPr/>
        </p:nvSpPr>
        <p:spPr>
          <a:xfrm>
            <a:off x="817658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1" name="F1_main_prauc_1690">
            <a:extLst>
              <a:ext uri="{FF2B5EF4-FFF2-40B4-BE49-F238E27FC236}">
                <a16:creationId xmlns:a16="http://schemas.microsoft.com/office/drawing/2014/main" id="{81A8B336-1E4D-42CD-B8CD-492C5AC2E253}"/>
              </a:ext>
            </a:extLst>
          </p:cNvPr>
          <p:cNvSpPr>
            <a:spLocks noGrp="1"/>
          </p:cNvSpPr>
          <p:nvPr/>
        </p:nvSpPr>
        <p:spPr>
          <a:xfrm>
            <a:off x="8239979" y="540280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2" name="F1_main_prauc_1691">
            <a:extLst>
              <a:ext uri="{FF2B5EF4-FFF2-40B4-BE49-F238E27FC236}">
                <a16:creationId xmlns:a16="http://schemas.microsoft.com/office/drawing/2014/main" id="{60151CB1-1D91-4101-A04F-3CC52738D582}"/>
              </a:ext>
            </a:extLst>
          </p:cNvPr>
          <p:cNvSpPr>
            <a:spLocks noGrp="1"/>
          </p:cNvSpPr>
          <p:nvPr/>
        </p:nvSpPr>
        <p:spPr>
          <a:xfrm>
            <a:off x="8311288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3" name="F1_main_prauc_1692">
            <a:extLst>
              <a:ext uri="{FF2B5EF4-FFF2-40B4-BE49-F238E27FC236}">
                <a16:creationId xmlns:a16="http://schemas.microsoft.com/office/drawing/2014/main" id="{CAE2ABF8-B815-4ED0-8D84-959F639DED71}"/>
              </a:ext>
            </a:extLst>
          </p:cNvPr>
          <p:cNvSpPr>
            <a:spLocks noGrp="1"/>
          </p:cNvSpPr>
          <p:nvPr/>
        </p:nvSpPr>
        <p:spPr>
          <a:xfrm>
            <a:off x="809846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4" name="F1_main_prauc_1693">
            <a:extLst>
              <a:ext uri="{FF2B5EF4-FFF2-40B4-BE49-F238E27FC236}">
                <a16:creationId xmlns:a16="http://schemas.microsoft.com/office/drawing/2014/main" id="{7E23C581-DB65-4951-9497-622545757868}"/>
              </a:ext>
            </a:extLst>
          </p:cNvPr>
          <p:cNvSpPr>
            <a:spLocks noGrp="1"/>
          </p:cNvSpPr>
          <p:nvPr/>
        </p:nvSpPr>
        <p:spPr>
          <a:xfrm>
            <a:off x="8227486" y="59404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5" name="F1_main_prauc_1694">
            <a:extLst>
              <a:ext uri="{FF2B5EF4-FFF2-40B4-BE49-F238E27FC236}">
                <a16:creationId xmlns:a16="http://schemas.microsoft.com/office/drawing/2014/main" id="{640B3524-1CD6-4118-AA3C-F2D7E85805C5}"/>
              </a:ext>
            </a:extLst>
          </p:cNvPr>
          <p:cNvSpPr>
            <a:spLocks noGrp="1"/>
          </p:cNvSpPr>
          <p:nvPr/>
        </p:nvSpPr>
        <p:spPr>
          <a:xfrm>
            <a:off x="8157697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6" name="F1_main_prauc_1695">
            <a:extLst>
              <a:ext uri="{FF2B5EF4-FFF2-40B4-BE49-F238E27FC236}">
                <a16:creationId xmlns:a16="http://schemas.microsoft.com/office/drawing/2014/main" id="{968FF260-2CB9-4220-9724-8EAB57BF77F2}"/>
              </a:ext>
            </a:extLst>
          </p:cNvPr>
          <p:cNvSpPr>
            <a:spLocks noGrp="1"/>
          </p:cNvSpPr>
          <p:nvPr/>
        </p:nvSpPr>
        <p:spPr>
          <a:xfrm>
            <a:off x="8184277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7" name="F1_main_prauc_1696">
            <a:extLst>
              <a:ext uri="{FF2B5EF4-FFF2-40B4-BE49-F238E27FC236}">
                <a16:creationId xmlns:a16="http://schemas.microsoft.com/office/drawing/2014/main" id="{78212BA6-4DF5-454F-A2FE-2804212EFF09}"/>
              </a:ext>
            </a:extLst>
          </p:cNvPr>
          <p:cNvSpPr>
            <a:spLocks noGrp="1"/>
          </p:cNvSpPr>
          <p:nvPr/>
        </p:nvSpPr>
        <p:spPr>
          <a:xfrm>
            <a:off x="808764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8" name="F1_main_prauc_1697">
            <a:extLst>
              <a:ext uri="{FF2B5EF4-FFF2-40B4-BE49-F238E27FC236}">
                <a16:creationId xmlns:a16="http://schemas.microsoft.com/office/drawing/2014/main" id="{74E77BDA-526D-4C66-889D-A54179F6991D}"/>
              </a:ext>
            </a:extLst>
          </p:cNvPr>
          <p:cNvSpPr>
            <a:spLocks noGrp="1"/>
          </p:cNvSpPr>
          <p:nvPr/>
        </p:nvSpPr>
        <p:spPr>
          <a:xfrm>
            <a:off x="831213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9" name="F1_main_prauc_1698">
            <a:extLst>
              <a:ext uri="{FF2B5EF4-FFF2-40B4-BE49-F238E27FC236}">
                <a16:creationId xmlns:a16="http://schemas.microsoft.com/office/drawing/2014/main" id="{F916CFC6-DBDC-4EEB-A522-9F0FB2A378BF}"/>
              </a:ext>
            </a:extLst>
          </p:cNvPr>
          <p:cNvSpPr>
            <a:spLocks noGrp="1"/>
          </p:cNvSpPr>
          <p:nvPr/>
        </p:nvSpPr>
        <p:spPr>
          <a:xfrm>
            <a:off x="8064169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0" name="F1_main_prauc_1699">
            <a:extLst>
              <a:ext uri="{FF2B5EF4-FFF2-40B4-BE49-F238E27FC236}">
                <a16:creationId xmlns:a16="http://schemas.microsoft.com/office/drawing/2014/main" id="{0DB7A507-0833-443E-80FF-E9E3C68D4391}"/>
              </a:ext>
            </a:extLst>
          </p:cNvPr>
          <p:cNvSpPr>
            <a:spLocks noGrp="1"/>
          </p:cNvSpPr>
          <p:nvPr/>
        </p:nvSpPr>
        <p:spPr>
          <a:xfrm>
            <a:off x="8173399" y="59335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1" name="F1_main_prauc_1700">
            <a:extLst>
              <a:ext uri="{FF2B5EF4-FFF2-40B4-BE49-F238E27FC236}">
                <a16:creationId xmlns:a16="http://schemas.microsoft.com/office/drawing/2014/main" id="{1C26D647-355A-48AD-A8AE-4AAC6AB7F7FD}"/>
              </a:ext>
            </a:extLst>
          </p:cNvPr>
          <p:cNvSpPr>
            <a:spLocks noGrp="1"/>
          </p:cNvSpPr>
          <p:nvPr/>
        </p:nvSpPr>
        <p:spPr>
          <a:xfrm>
            <a:off x="818972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2" name="F1_main_prauc_1701">
            <a:extLst>
              <a:ext uri="{FF2B5EF4-FFF2-40B4-BE49-F238E27FC236}">
                <a16:creationId xmlns:a16="http://schemas.microsoft.com/office/drawing/2014/main" id="{080D7E86-79F8-4A5D-99A4-AF18C1E9856B}"/>
              </a:ext>
            </a:extLst>
          </p:cNvPr>
          <p:cNvSpPr>
            <a:spLocks noGrp="1"/>
          </p:cNvSpPr>
          <p:nvPr/>
        </p:nvSpPr>
        <p:spPr>
          <a:xfrm>
            <a:off x="810051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3" name="F1_main_prauc_1702">
            <a:extLst>
              <a:ext uri="{FF2B5EF4-FFF2-40B4-BE49-F238E27FC236}">
                <a16:creationId xmlns:a16="http://schemas.microsoft.com/office/drawing/2014/main" id="{B9F534A6-6CFC-43C4-9F08-908120FF2ADA}"/>
              </a:ext>
            </a:extLst>
          </p:cNvPr>
          <p:cNvSpPr>
            <a:spLocks noGrp="1"/>
          </p:cNvSpPr>
          <p:nvPr/>
        </p:nvSpPr>
        <p:spPr>
          <a:xfrm>
            <a:off x="8147888" y="59413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4" name="F1_main_prauc_1703">
            <a:extLst>
              <a:ext uri="{FF2B5EF4-FFF2-40B4-BE49-F238E27FC236}">
                <a16:creationId xmlns:a16="http://schemas.microsoft.com/office/drawing/2014/main" id="{2C6FCBC9-C67F-4B2E-963E-7017979A869F}"/>
              </a:ext>
            </a:extLst>
          </p:cNvPr>
          <p:cNvSpPr>
            <a:spLocks noGrp="1"/>
          </p:cNvSpPr>
          <p:nvPr/>
        </p:nvSpPr>
        <p:spPr>
          <a:xfrm>
            <a:off x="81764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5" name="F1_main_prauc_1704">
            <a:extLst>
              <a:ext uri="{FF2B5EF4-FFF2-40B4-BE49-F238E27FC236}">
                <a16:creationId xmlns:a16="http://schemas.microsoft.com/office/drawing/2014/main" id="{FF00954C-2550-44A2-BDA7-E8CABC1CB052}"/>
              </a:ext>
            </a:extLst>
          </p:cNvPr>
          <p:cNvSpPr>
            <a:spLocks noGrp="1"/>
          </p:cNvSpPr>
          <p:nvPr/>
        </p:nvSpPr>
        <p:spPr>
          <a:xfrm>
            <a:off x="826698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6" name="F1_main_prauc_1705">
            <a:extLst>
              <a:ext uri="{FF2B5EF4-FFF2-40B4-BE49-F238E27FC236}">
                <a16:creationId xmlns:a16="http://schemas.microsoft.com/office/drawing/2014/main" id="{AE973693-9874-469B-B1E2-6F447E1D3C86}"/>
              </a:ext>
            </a:extLst>
          </p:cNvPr>
          <p:cNvSpPr>
            <a:spLocks noGrp="1"/>
          </p:cNvSpPr>
          <p:nvPr/>
        </p:nvSpPr>
        <p:spPr>
          <a:xfrm>
            <a:off x="8270441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7" name="F1_main_prauc_1706">
            <a:extLst>
              <a:ext uri="{FF2B5EF4-FFF2-40B4-BE49-F238E27FC236}">
                <a16:creationId xmlns:a16="http://schemas.microsoft.com/office/drawing/2014/main" id="{2846806F-BF59-4025-93E7-0A126B466D8E}"/>
              </a:ext>
            </a:extLst>
          </p:cNvPr>
          <p:cNvSpPr>
            <a:spLocks noGrp="1"/>
          </p:cNvSpPr>
          <p:nvPr/>
        </p:nvSpPr>
        <p:spPr>
          <a:xfrm>
            <a:off x="806906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8" name="F1_main_prauc_1707">
            <a:extLst>
              <a:ext uri="{FF2B5EF4-FFF2-40B4-BE49-F238E27FC236}">
                <a16:creationId xmlns:a16="http://schemas.microsoft.com/office/drawing/2014/main" id="{D313B6EB-49DC-4FC1-A7E7-F44404639EE3}"/>
              </a:ext>
            </a:extLst>
          </p:cNvPr>
          <p:cNvSpPr>
            <a:spLocks noGrp="1"/>
          </p:cNvSpPr>
          <p:nvPr/>
        </p:nvSpPr>
        <p:spPr>
          <a:xfrm>
            <a:off x="81397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9" name="F1_main_prauc_1708">
            <a:extLst>
              <a:ext uri="{FF2B5EF4-FFF2-40B4-BE49-F238E27FC236}">
                <a16:creationId xmlns:a16="http://schemas.microsoft.com/office/drawing/2014/main" id="{D9082A38-39A2-43DB-A7D5-F1DB783F1C6A}"/>
              </a:ext>
            </a:extLst>
          </p:cNvPr>
          <p:cNvSpPr>
            <a:spLocks noGrp="1"/>
          </p:cNvSpPr>
          <p:nvPr/>
        </p:nvSpPr>
        <p:spPr>
          <a:xfrm>
            <a:off x="812501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0" name="F1_main_prauc_1709">
            <a:extLst>
              <a:ext uri="{FF2B5EF4-FFF2-40B4-BE49-F238E27FC236}">
                <a16:creationId xmlns:a16="http://schemas.microsoft.com/office/drawing/2014/main" id="{54013461-C7B5-4EF5-AB93-99CE3981EF6A}"/>
              </a:ext>
            </a:extLst>
          </p:cNvPr>
          <p:cNvSpPr>
            <a:spLocks noGrp="1"/>
          </p:cNvSpPr>
          <p:nvPr/>
        </p:nvSpPr>
        <p:spPr>
          <a:xfrm>
            <a:off x="827099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1" name="F1_main_prauc_1710">
            <a:extLst>
              <a:ext uri="{FF2B5EF4-FFF2-40B4-BE49-F238E27FC236}">
                <a16:creationId xmlns:a16="http://schemas.microsoft.com/office/drawing/2014/main" id="{7D6D6C9F-B78D-425A-AD13-DCCF5AC03E1F}"/>
              </a:ext>
            </a:extLst>
          </p:cNvPr>
          <p:cNvSpPr>
            <a:spLocks noGrp="1"/>
          </p:cNvSpPr>
          <p:nvPr/>
        </p:nvSpPr>
        <p:spPr>
          <a:xfrm>
            <a:off x="8108703" y="50290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2" name="F1_main_prauc_1711">
            <a:extLst>
              <a:ext uri="{FF2B5EF4-FFF2-40B4-BE49-F238E27FC236}">
                <a16:creationId xmlns:a16="http://schemas.microsoft.com/office/drawing/2014/main" id="{AE01E563-4E31-4865-8091-7405E5C2B7E4}"/>
              </a:ext>
            </a:extLst>
          </p:cNvPr>
          <p:cNvSpPr>
            <a:spLocks noGrp="1"/>
          </p:cNvSpPr>
          <p:nvPr/>
        </p:nvSpPr>
        <p:spPr>
          <a:xfrm>
            <a:off x="8141533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3" name="F1_main_prauc_1712">
            <a:extLst>
              <a:ext uri="{FF2B5EF4-FFF2-40B4-BE49-F238E27FC236}">
                <a16:creationId xmlns:a16="http://schemas.microsoft.com/office/drawing/2014/main" id="{8C8EBB57-8386-43C3-AFA2-307C2D41F3E6}"/>
              </a:ext>
            </a:extLst>
          </p:cNvPr>
          <p:cNvSpPr>
            <a:spLocks noGrp="1"/>
          </p:cNvSpPr>
          <p:nvPr/>
        </p:nvSpPr>
        <p:spPr>
          <a:xfrm>
            <a:off x="808268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4" name="F1_main_prauc_1713">
            <a:extLst>
              <a:ext uri="{FF2B5EF4-FFF2-40B4-BE49-F238E27FC236}">
                <a16:creationId xmlns:a16="http://schemas.microsoft.com/office/drawing/2014/main" id="{2AF6ADA6-9AB1-4DC5-942A-BBCC9D5FC807}"/>
              </a:ext>
            </a:extLst>
          </p:cNvPr>
          <p:cNvSpPr>
            <a:spLocks noGrp="1"/>
          </p:cNvSpPr>
          <p:nvPr/>
        </p:nvSpPr>
        <p:spPr>
          <a:xfrm>
            <a:off x="82452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5" name="F1_main_prauc_1714">
            <a:extLst>
              <a:ext uri="{FF2B5EF4-FFF2-40B4-BE49-F238E27FC236}">
                <a16:creationId xmlns:a16="http://schemas.microsoft.com/office/drawing/2014/main" id="{795C7444-5887-4765-BF3F-4E3E5B02E161}"/>
              </a:ext>
            </a:extLst>
          </p:cNvPr>
          <p:cNvSpPr>
            <a:spLocks noGrp="1"/>
          </p:cNvSpPr>
          <p:nvPr/>
        </p:nvSpPr>
        <p:spPr>
          <a:xfrm>
            <a:off x="8122462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6" name="F1_main_prauc_1715">
            <a:extLst>
              <a:ext uri="{FF2B5EF4-FFF2-40B4-BE49-F238E27FC236}">
                <a16:creationId xmlns:a16="http://schemas.microsoft.com/office/drawing/2014/main" id="{667F4A12-6BCD-4D2A-84E8-AD8026673129}"/>
              </a:ext>
            </a:extLst>
          </p:cNvPr>
          <p:cNvSpPr>
            <a:spLocks noGrp="1"/>
          </p:cNvSpPr>
          <p:nvPr/>
        </p:nvSpPr>
        <p:spPr>
          <a:xfrm>
            <a:off x="814174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7" name="F1_main_prauc_1716">
            <a:extLst>
              <a:ext uri="{FF2B5EF4-FFF2-40B4-BE49-F238E27FC236}">
                <a16:creationId xmlns:a16="http://schemas.microsoft.com/office/drawing/2014/main" id="{D877CB08-2E46-4B44-BD5C-2447903CE75F}"/>
              </a:ext>
            </a:extLst>
          </p:cNvPr>
          <p:cNvSpPr>
            <a:spLocks noGrp="1"/>
          </p:cNvSpPr>
          <p:nvPr/>
        </p:nvSpPr>
        <p:spPr>
          <a:xfrm>
            <a:off x="82690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8" name="F1_main_prauc_1717">
            <a:extLst>
              <a:ext uri="{FF2B5EF4-FFF2-40B4-BE49-F238E27FC236}">
                <a16:creationId xmlns:a16="http://schemas.microsoft.com/office/drawing/2014/main" id="{360D33B5-B0E1-4239-A028-D83F773D5071}"/>
              </a:ext>
            </a:extLst>
          </p:cNvPr>
          <p:cNvSpPr>
            <a:spLocks noGrp="1"/>
          </p:cNvSpPr>
          <p:nvPr/>
        </p:nvSpPr>
        <p:spPr>
          <a:xfrm>
            <a:off x="8253975" y="5678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9" name="F1_main_prauc_1718">
            <a:extLst>
              <a:ext uri="{FF2B5EF4-FFF2-40B4-BE49-F238E27FC236}">
                <a16:creationId xmlns:a16="http://schemas.microsoft.com/office/drawing/2014/main" id="{15E44A51-A334-47B0-B087-03503911668A}"/>
              </a:ext>
            </a:extLst>
          </p:cNvPr>
          <p:cNvSpPr>
            <a:spLocks noGrp="1"/>
          </p:cNvSpPr>
          <p:nvPr/>
        </p:nvSpPr>
        <p:spPr>
          <a:xfrm>
            <a:off x="831303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0" name="F1_main_prauc_1719">
            <a:extLst>
              <a:ext uri="{FF2B5EF4-FFF2-40B4-BE49-F238E27FC236}">
                <a16:creationId xmlns:a16="http://schemas.microsoft.com/office/drawing/2014/main" id="{83EFC26B-FBD6-4E99-9048-682FB37D174A}"/>
              </a:ext>
            </a:extLst>
          </p:cNvPr>
          <p:cNvSpPr>
            <a:spLocks noGrp="1"/>
          </p:cNvSpPr>
          <p:nvPr/>
        </p:nvSpPr>
        <p:spPr>
          <a:xfrm>
            <a:off x="827497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1" name="F1_main_prauc_1720">
            <a:extLst>
              <a:ext uri="{FF2B5EF4-FFF2-40B4-BE49-F238E27FC236}">
                <a16:creationId xmlns:a16="http://schemas.microsoft.com/office/drawing/2014/main" id="{374CB370-05C9-4AFE-A800-6D4EF9D830D9}"/>
              </a:ext>
            </a:extLst>
          </p:cNvPr>
          <p:cNvSpPr>
            <a:spLocks noGrp="1"/>
          </p:cNvSpPr>
          <p:nvPr/>
        </p:nvSpPr>
        <p:spPr>
          <a:xfrm>
            <a:off x="8146437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2" name="F1_main_prauc_1721">
            <a:extLst>
              <a:ext uri="{FF2B5EF4-FFF2-40B4-BE49-F238E27FC236}">
                <a16:creationId xmlns:a16="http://schemas.microsoft.com/office/drawing/2014/main" id="{49660B52-C493-411E-BC9F-1E22B89412E4}"/>
              </a:ext>
            </a:extLst>
          </p:cNvPr>
          <p:cNvSpPr>
            <a:spLocks noGrp="1"/>
          </p:cNvSpPr>
          <p:nvPr/>
        </p:nvSpPr>
        <p:spPr>
          <a:xfrm>
            <a:off x="819787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3" name="F1_main_prauc_1722">
            <a:extLst>
              <a:ext uri="{FF2B5EF4-FFF2-40B4-BE49-F238E27FC236}">
                <a16:creationId xmlns:a16="http://schemas.microsoft.com/office/drawing/2014/main" id="{0CD1A19A-62BE-4CD7-9B97-19724BA00041}"/>
              </a:ext>
            </a:extLst>
          </p:cNvPr>
          <p:cNvSpPr>
            <a:spLocks noGrp="1"/>
          </p:cNvSpPr>
          <p:nvPr/>
        </p:nvSpPr>
        <p:spPr>
          <a:xfrm>
            <a:off x="808971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4" name="F1_main_prauc_1723">
            <a:extLst>
              <a:ext uri="{FF2B5EF4-FFF2-40B4-BE49-F238E27FC236}">
                <a16:creationId xmlns:a16="http://schemas.microsoft.com/office/drawing/2014/main" id="{94F8C7B2-4746-4779-AD9E-14512F8B8121}"/>
              </a:ext>
            </a:extLst>
          </p:cNvPr>
          <p:cNvSpPr>
            <a:spLocks noGrp="1"/>
          </p:cNvSpPr>
          <p:nvPr/>
        </p:nvSpPr>
        <p:spPr>
          <a:xfrm>
            <a:off x="8182832" y="43190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5" name="F1_main_prauc_1724">
            <a:extLst>
              <a:ext uri="{FF2B5EF4-FFF2-40B4-BE49-F238E27FC236}">
                <a16:creationId xmlns:a16="http://schemas.microsoft.com/office/drawing/2014/main" id="{B1653425-21D7-4F4F-94DF-AADACA33433A}"/>
              </a:ext>
            </a:extLst>
          </p:cNvPr>
          <p:cNvSpPr>
            <a:spLocks noGrp="1"/>
          </p:cNvSpPr>
          <p:nvPr/>
        </p:nvSpPr>
        <p:spPr>
          <a:xfrm>
            <a:off x="8087907" y="5810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6" name="F1_main_prauc_1725">
            <a:extLst>
              <a:ext uri="{FF2B5EF4-FFF2-40B4-BE49-F238E27FC236}">
                <a16:creationId xmlns:a16="http://schemas.microsoft.com/office/drawing/2014/main" id="{606E85C0-A0C8-457F-9BF8-58CB5B4DE127}"/>
              </a:ext>
            </a:extLst>
          </p:cNvPr>
          <p:cNvSpPr>
            <a:spLocks noGrp="1"/>
          </p:cNvSpPr>
          <p:nvPr/>
        </p:nvSpPr>
        <p:spPr>
          <a:xfrm>
            <a:off x="8132464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7" name="F1_main_prauc_1726">
            <a:extLst>
              <a:ext uri="{FF2B5EF4-FFF2-40B4-BE49-F238E27FC236}">
                <a16:creationId xmlns:a16="http://schemas.microsoft.com/office/drawing/2014/main" id="{59116721-3D71-4221-999A-F317BA89B7B3}"/>
              </a:ext>
            </a:extLst>
          </p:cNvPr>
          <p:cNvSpPr>
            <a:spLocks noGrp="1"/>
          </p:cNvSpPr>
          <p:nvPr/>
        </p:nvSpPr>
        <p:spPr>
          <a:xfrm>
            <a:off x="8162055" y="60229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8" name="F1_main_prauc_1727">
            <a:extLst>
              <a:ext uri="{FF2B5EF4-FFF2-40B4-BE49-F238E27FC236}">
                <a16:creationId xmlns:a16="http://schemas.microsoft.com/office/drawing/2014/main" id="{6599DBCB-87D4-417F-BF70-830DEC4F602F}"/>
              </a:ext>
            </a:extLst>
          </p:cNvPr>
          <p:cNvSpPr>
            <a:spLocks noGrp="1"/>
          </p:cNvSpPr>
          <p:nvPr/>
        </p:nvSpPr>
        <p:spPr>
          <a:xfrm>
            <a:off x="8268729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9" name="F1_main_prauc_1728">
            <a:extLst>
              <a:ext uri="{FF2B5EF4-FFF2-40B4-BE49-F238E27FC236}">
                <a16:creationId xmlns:a16="http://schemas.microsoft.com/office/drawing/2014/main" id="{4A369FED-E462-4383-9E78-B79A294DD7CC}"/>
              </a:ext>
            </a:extLst>
          </p:cNvPr>
          <p:cNvSpPr>
            <a:spLocks noGrp="1"/>
          </p:cNvSpPr>
          <p:nvPr/>
        </p:nvSpPr>
        <p:spPr>
          <a:xfrm>
            <a:off x="815620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0" name="F1_main_prauc_1729">
            <a:extLst>
              <a:ext uri="{FF2B5EF4-FFF2-40B4-BE49-F238E27FC236}">
                <a16:creationId xmlns:a16="http://schemas.microsoft.com/office/drawing/2014/main" id="{344757EC-B99B-4C98-9777-8C763987C49E}"/>
              </a:ext>
            </a:extLst>
          </p:cNvPr>
          <p:cNvSpPr>
            <a:spLocks noGrp="1"/>
          </p:cNvSpPr>
          <p:nvPr/>
        </p:nvSpPr>
        <p:spPr>
          <a:xfrm>
            <a:off x="8193011" y="60526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1" name="F1_main_prauc_1730">
            <a:extLst>
              <a:ext uri="{FF2B5EF4-FFF2-40B4-BE49-F238E27FC236}">
                <a16:creationId xmlns:a16="http://schemas.microsoft.com/office/drawing/2014/main" id="{B890453F-C8BB-4E0C-99A4-1F777DCD5541}"/>
              </a:ext>
            </a:extLst>
          </p:cNvPr>
          <p:cNvSpPr>
            <a:spLocks noGrp="1"/>
          </p:cNvSpPr>
          <p:nvPr/>
        </p:nvSpPr>
        <p:spPr>
          <a:xfrm>
            <a:off x="815246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2" name="F1_main_prauc_1731">
            <a:extLst>
              <a:ext uri="{FF2B5EF4-FFF2-40B4-BE49-F238E27FC236}">
                <a16:creationId xmlns:a16="http://schemas.microsoft.com/office/drawing/2014/main" id="{102832AC-9F33-45C1-9696-5F806311677F}"/>
              </a:ext>
            </a:extLst>
          </p:cNvPr>
          <p:cNvSpPr>
            <a:spLocks noGrp="1"/>
          </p:cNvSpPr>
          <p:nvPr/>
        </p:nvSpPr>
        <p:spPr>
          <a:xfrm>
            <a:off x="8228721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3" name="F1_main_prauc_1732">
            <a:extLst>
              <a:ext uri="{FF2B5EF4-FFF2-40B4-BE49-F238E27FC236}">
                <a16:creationId xmlns:a16="http://schemas.microsoft.com/office/drawing/2014/main" id="{52CC2968-C521-47B6-995F-8CD0F70C9FE4}"/>
              </a:ext>
            </a:extLst>
          </p:cNvPr>
          <p:cNvSpPr>
            <a:spLocks noGrp="1"/>
          </p:cNvSpPr>
          <p:nvPr/>
        </p:nvSpPr>
        <p:spPr>
          <a:xfrm>
            <a:off x="815170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4" name="F1_main_prauc_1733">
            <a:extLst>
              <a:ext uri="{FF2B5EF4-FFF2-40B4-BE49-F238E27FC236}">
                <a16:creationId xmlns:a16="http://schemas.microsoft.com/office/drawing/2014/main" id="{31D5418A-4D82-4505-BB96-DA039E7B29DC}"/>
              </a:ext>
            </a:extLst>
          </p:cNvPr>
          <p:cNvSpPr>
            <a:spLocks noGrp="1"/>
          </p:cNvSpPr>
          <p:nvPr/>
        </p:nvSpPr>
        <p:spPr>
          <a:xfrm>
            <a:off x="822519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5" name="F1_main_prauc_1734">
            <a:extLst>
              <a:ext uri="{FF2B5EF4-FFF2-40B4-BE49-F238E27FC236}">
                <a16:creationId xmlns:a16="http://schemas.microsoft.com/office/drawing/2014/main" id="{8491748B-7C05-4E28-8D20-100E44C1956F}"/>
              </a:ext>
            </a:extLst>
          </p:cNvPr>
          <p:cNvSpPr>
            <a:spLocks noGrp="1"/>
          </p:cNvSpPr>
          <p:nvPr/>
        </p:nvSpPr>
        <p:spPr>
          <a:xfrm>
            <a:off x="819912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6" name="F1_main_prauc_1735">
            <a:extLst>
              <a:ext uri="{FF2B5EF4-FFF2-40B4-BE49-F238E27FC236}">
                <a16:creationId xmlns:a16="http://schemas.microsoft.com/office/drawing/2014/main" id="{BAFD5D2A-49EF-43CB-864D-E601415549EF}"/>
              </a:ext>
            </a:extLst>
          </p:cNvPr>
          <p:cNvSpPr>
            <a:spLocks noGrp="1"/>
          </p:cNvSpPr>
          <p:nvPr/>
        </p:nvSpPr>
        <p:spPr>
          <a:xfrm>
            <a:off x="824277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7" name="F1_main_prauc_1736">
            <a:extLst>
              <a:ext uri="{FF2B5EF4-FFF2-40B4-BE49-F238E27FC236}">
                <a16:creationId xmlns:a16="http://schemas.microsoft.com/office/drawing/2014/main" id="{7F6D0913-5CC9-451E-92EB-6B74013110C3}"/>
              </a:ext>
            </a:extLst>
          </p:cNvPr>
          <p:cNvSpPr>
            <a:spLocks noGrp="1"/>
          </p:cNvSpPr>
          <p:nvPr/>
        </p:nvSpPr>
        <p:spPr>
          <a:xfrm>
            <a:off x="8126293" y="491134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8" name="F1_main_prauc_1737">
            <a:extLst>
              <a:ext uri="{FF2B5EF4-FFF2-40B4-BE49-F238E27FC236}">
                <a16:creationId xmlns:a16="http://schemas.microsoft.com/office/drawing/2014/main" id="{545955CD-867E-4678-8F40-084D4EB0458B}"/>
              </a:ext>
            </a:extLst>
          </p:cNvPr>
          <p:cNvSpPr>
            <a:spLocks noGrp="1"/>
          </p:cNvSpPr>
          <p:nvPr/>
        </p:nvSpPr>
        <p:spPr>
          <a:xfrm>
            <a:off x="8264316" y="49791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9" name="F1_main_prauc_1738">
            <a:extLst>
              <a:ext uri="{FF2B5EF4-FFF2-40B4-BE49-F238E27FC236}">
                <a16:creationId xmlns:a16="http://schemas.microsoft.com/office/drawing/2014/main" id="{CEC5D8BF-5D76-4C65-8760-0039B2DE9009}"/>
              </a:ext>
            </a:extLst>
          </p:cNvPr>
          <p:cNvSpPr>
            <a:spLocks noGrp="1"/>
          </p:cNvSpPr>
          <p:nvPr/>
        </p:nvSpPr>
        <p:spPr>
          <a:xfrm>
            <a:off x="814166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0" name="F1_main_prauc_1739">
            <a:extLst>
              <a:ext uri="{FF2B5EF4-FFF2-40B4-BE49-F238E27FC236}">
                <a16:creationId xmlns:a16="http://schemas.microsoft.com/office/drawing/2014/main" id="{F52C596A-1A88-4971-82AF-D760E66D0FD0}"/>
              </a:ext>
            </a:extLst>
          </p:cNvPr>
          <p:cNvSpPr>
            <a:spLocks noGrp="1"/>
          </p:cNvSpPr>
          <p:nvPr/>
        </p:nvSpPr>
        <p:spPr>
          <a:xfrm>
            <a:off x="8181983" y="43887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1" name="F1_main_prauc_1740">
            <a:extLst>
              <a:ext uri="{FF2B5EF4-FFF2-40B4-BE49-F238E27FC236}">
                <a16:creationId xmlns:a16="http://schemas.microsoft.com/office/drawing/2014/main" id="{5DB3BE9B-FD59-4500-867E-E0EF97BFCE84}"/>
              </a:ext>
            </a:extLst>
          </p:cNvPr>
          <p:cNvSpPr>
            <a:spLocks noGrp="1"/>
          </p:cNvSpPr>
          <p:nvPr/>
        </p:nvSpPr>
        <p:spPr>
          <a:xfrm>
            <a:off x="8095837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2" name="F1_main_prauc_1741">
            <a:extLst>
              <a:ext uri="{FF2B5EF4-FFF2-40B4-BE49-F238E27FC236}">
                <a16:creationId xmlns:a16="http://schemas.microsoft.com/office/drawing/2014/main" id="{7B626337-01D1-4DF4-9C13-7BB7FD7585A1}"/>
              </a:ext>
            </a:extLst>
          </p:cNvPr>
          <p:cNvSpPr>
            <a:spLocks noGrp="1"/>
          </p:cNvSpPr>
          <p:nvPr/>
        </p:nvSpPr>
        <p:spPr>
          <a:xfrm>
            <a:off x="811408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3" name="F1_main_prauc_1742">
            <a:extLst>
              <a:ext uri="{FF2B5EF4-FFF2-40B4-BE49-F238E27FC236}">
                <a16:creationId xmlns:a16="http://schemas.microsoft.com/office/drawing/2014/main" id="{B87143CA-B6DB-4043-A5E3-55E5C4477243}"/>
              </a:ext>
            </a:extLst>
          </p:cNvPr>
          <p:cNvSpPr>
            <a:spLocks noGrp="1"/>
          </p:cNvSpPr>
          <p:nvPr/>
        </p:nvSpPr>
        <p:spPr>
          <a:xfrm>
            <a:off x="8106559" y="49962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4" name="F1_main_prauc_1743">
            <a:extLst>
              <a:ext uri="{FF2B5EF4-FFF2-40B4-BE49-F238E27FC236}">
                <a16:creationId xmlns:a16="http://schemas.microsoft.com/office/drawing/2014/main" id="{86563015-1F03-4749-BACC-D713760F9DA1}"/>
              </a:ext>
            </a:extLst>
          </p:cNvPr>
          <p:cNvSpPr>
            <a:spLocks noGrp="1"/>
          </p:cNvSpPr>
          <p:nvPr/>
        </p:nvSpPr>
        <p:spPr>
          <a:xfrm>
            <a:off x="808687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5" name="F1_main_prauc_1744">
            <a:extLst>
              <a:ext uri="{FF2B5EF4-FFF2-40B4-BE49-F238E27FC236}">
                <a16:creationId xmlns:a16="http://schemas.microsoft.com/office/drawing/2014/main" id="{3F40A90E-37C5-4467-9D7F-1F309965EE8F}"/>
              </a:ext>
            </a:extLst>
          </p:cNvPr>
          <p:cNvSpPr>
            <a:spLocks noGrp="1"/>
          </p:cNvSpPr>
          <p:nvPr/>
        </p:nvSpPr>
        <p:spPr>
          <a:xfrm>
            <a:off x="8088956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6" name="F1_main_prauc_1745">
            <a:extLst>
              <a:ext uri="{FF2B5EF4-FFF2-40B4-BE49-F238E27FC236}">
                <a16:creationId xmlns:a16="http://schemas.microsoft.com/office/drawing/2014/main" id="{616181AA-C16E-48F5-A210-929846430BB5}"/>
              </a:ext>
            </a:extLst>
          </p:cNvPr>
          <p:cNvSpPr>
            <a:spLocks noGrp="1"/>
          </p:cNvSpPr>
          <p:nvPr/>
        </p:nvSpPr>
        <p:spPr>
          <a:xfrm>
            <a:off x="80872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7" name="F1_main_prauc_1746">
            <a:extLst>
              <a:ext uri="{FF2B5EF4-FFF2-40B4-BE49-F238E27FC236}">
                <a16:creationId xmlns:a16="http://schemas.microsoft.com/office/drawing/2014/main" id="{C6030A47-D0BD-4FDD-B45B-D714F87A0E35}"/>
              </a:ext>
            </a:extLst>
          </p:cNvPr>
          <p:cNvSpPr>
            <a:spLocks noGrp="1"/>
          </p:cNvSpPr>
          <p:nvPr/>
        </p:nvSpPr>
        <p:spPr>
          <a:xfrm>
            <a:off x="814055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8" name="F1_main_prauc_1747">
            <a:extLst>
              <a:ext uri="{FF2B5EF4-FFF2-40B4-BE49-F238E27FC236}">
                <a16:creationId xmlns:a16="http://schemas.microsoft.com/office/drawing/2014/main" id="{0A6DA658-5A25-48BC-94C5-66315E37B5E7}"/>
              </a:ext>
            </a:extLst>
          </p:cNvPr>
          <p:cNvSpPr>
            <a:spLocks noGrp="1"/>
          </p:cNvSpPr>
          <p:nvPr/>
        </p:nvSpPr>
        <p:spPr>
          <a:xfrm>
            <a:off x="819148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9" name="F1_main_prauc_1748">
            <a:extLst>
              <a:ext uri="{FF2B5EF4-FFF2-40B4-BE49-F238E27FC236}">
                <a16:creationId xmlns:a16="http://schemas.microsoft.com/office/drawing/2014/main" id="{03362DD5-32AC-431E-AE67-FD33E33CFE3B}"/>
              </a:ext>
            </a:extLst>
          </p:cNvPr>
          <p:cNvSpPr>
            <a:spLocks noGrp="1"/>
          </p:cNvSpPr>
          <p:nvPr/>
        </p:nvSpPr>
        <p:spPr>
          <a:xfrm>
            <a:off x="8114895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0" name="F1_main_prauc_1749">
            <a:extLst>
              <a:ext uri="{FF2B5EF4-FFF2-40B4-BE49-F238E27FC236}">
                <a16:creationId xmlns:a16="http://schemas.microsoft.com/office/drawing/2014/main" id="{860933CB-06C2-477D-B8F8-25C88ABFA256}"/>
              </a:ext>
            </a:extLst>
          </p:cNvPr>
          <p:cNvSpPr>
            <a:spLocks noGrp="1"/>
          </p:cNvSpPr>
          <p:nvPr/>
        </p:nvSpPr>
        <p:spPr>
          <a:xfrm>
            <a:off x="821912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1" name="F1_main_prauc_1750">
            <a:extLst>
              <a:ext uri="{FF2B5EF4-FFF2-40B4-BE49-F238E27FC236}">
                <a16:creationId xmlns:a16="http://schemas.microsoft.com/office/drawing/2014/main" id="{47677108-B627-4867-8448-58F1EE6DA2EB}"/>
              </a:ext>
            </a:extLst>
          </p:cNvPr>
          <p:cNvSpPr>
            <a:spLocks noGrp="1"/>
          </p:cNvSpPr>
          <p:nvPr/>
        </p:nvSpPr>
        <p:spPr>
          <a:xfrm>
            <a:off x="8191677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2" name="F1_main_prauc_1751">
            <a:extLst>
              <a:ext uri="{FF2B5EF4-FFF2-40B4-BE49-F238E27FC236}">
                <a16:creationId xmlns:a16="http://schemas.microsoft.com/office/drawing/2014/main" id="{ED4DC4FE-6646-464B-906D-067969528DA4}"/>
              </a:ext>
            </a:extLst>
          </p:cNvPr>
          <p:cNvSpPr>
            <a:spLocks noGrp="1"/>
          </p:cNvSpPr>
          <p:nvPr/>
        </p:nvSpPr>
        <p:spPr>
          <a:xfrm>
            <a:off x="815249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3" name="F1_main_prauc_1752">
            <a:extLst>
              <a:ext uri="{FF2B5EF4-FFF2-40B4-BE49-F238E27FC236}">
                <a16:creationId xmlns:a16="http://schemas.microsoft.com/office/drawing/2014/main" id="{1DABFC2C-6F6D-4651-A019-F5C22FCACD10}"/>
              </a:ext>
            </a:extLst>
          </p:cNvPr>
          <p:cNvSpPr>
            <a:spLocks noGrp="1"/>
          </p:cNvSpPr>
          <p:nvPr/>
        </p:nvSpPr>
        <p:spPr>
          <a:xfrm>
            <a:off x="81748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4" name="F1_main_prauc_1753">
            <a:extLst>
              <a:ext uri="{FF2B5EF4-FFF2-40B4-BE49-F238E27FC236}">
                <a16:creationId xmlns:a16="http://schemas.microsoft.com/office/drawing/2014/main" id="{F89723BA-A6B0-405A-B951-57077A30363C}"/>
              </a:ext>
            </a:extLst>
          </p:cNvPr>
          <p:cNvSpPr>
            <a:spLocks noGrp="1"/>
          </p:cNvSpPr>
          <p:nvPr/>
        </p:nvSpPr>
        <p:spPr>
          <a:xfrm>
            <a:off x="8275882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5" name="F1_main_prauc_1754">
            <a:extLst>
              <a:ext uri="{FF2B5EF4-FFF2-40B4-BE49-F238E27FC236}">
                <a16:creationId xmlns:a16="http://schemas.microsoft.com/office/drawing/2014/main" id="{438E0326-D4B4-40D2-970D-541B3A99AD08}"/>
              </a:ext>
            </a:extLst>
          </p:cNvPr>
          <p:cNvSpPr>
            <a:spLocks noGrp="1"/>
          </p:cNvSpPr>
          <p:nvPr/>
        </p:nvSpPr>
        <p:spPr>
          <a:xfrm>
            <a:off x="82399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6" name="F1_main_prauc_1755">
            <a:extLst>
              <a:ext uri="{FF2B5EF4-FFF2-40B4-BE49-F238E27FC236}">
                <a16:creationId xmlns:a16="http://schemas.microsoft.com/office/drawing/2014/main" id="{3D3215D3-B87A-45CE-8EFF-D117590FDC80}"/>
              </a:ext>
            </a:extLst>
          </p:cNvPr>
          <p:cNvSpPr>
            <a:spLocks noGrp="1"/>
          </p:cNvSpPr>
          <p:nvPr/>
        </p:nvSpPr>
        <p:spPr>
          <a:xfrm>
            <a:off x="811273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7" name="F1_main_prauc_1756">
            <a:extLst>
              <a:ext uri="{FF2B5EF4-FFF2-40B4-BE49-F238E27FC236}">
                <a16:creationId xmlns:a16="http://schemas.microsoft.com/office/drawing/2014/main" id="{DFB22908-7310-4A19-A124-78193B2CC589}"/>
              </a:ext>
            </a:extLst>
          </p:cNvPr>
          <p:cNvSpPr>
            <a:spLocks noGrp="1"/>
          </p:cNvSpPr>
          <p:nvPr/>
        </p:nvSpPr>
        <p:spPr>
          <a:xfrm>
            <a:off x="8099362" y="58784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8" name="F1_main_prauc_1757">
            <a:extLst>
              <a:ext uri="{FF2B5EF4-FFF2-40B4-BE49-F238E27FC236}">
                <a16:creationId xmlns:a16="http://schemas.microsoft.com/office/drawing/2014/main" id="{D2ACDB9B-C785-45F9-8A7E-0C5F252252BD}"/>
              </a:ext>
            </a:extLst>
          </p:cNvPr>
          <p:cNvSpPr>
            <a:spLocks noGrp="1"/>
          </p:cNvSpPr>
          <p:nvPr/>
        </p:nvSpPr>
        <p:spPr>
          <a:xfrm>
            <a:off x="8244652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9" name="F1_main_prauc_1758">
            <a:extLst>
              <a:ext uri="{FF2B5EF4-FFF2-40B4-BE49-F238E27FC236}">
                <a16:creationId xmlns:a16="http://schemas.microsoft.com/office/drawing/2014/main" id="{EA9D86DC-98C4-451D-BEFA-5A0EC378DA6B}"/>
              </a:ext>
            </a:extLst>
          </p:cNvPr>
          <p:cNvSpPr>
            <a:spLocks noGrp="1"/>
          </p:cNvSpPr>
          <p:nvPr/>
        </p:nvSpPr>
        <p:spPr>
          <a:xfrm>
            <a:off x="809506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0" name="F1_main_prauc_1759">
            <a:extLst>
              <a:ext uri="{FF2B5EF4-FFF2-40B4-BE49-F238E27FC236}">
                <a16:creationId xmlns:a16="http://schemas.microsoft.com/office/drawing/2014/main" id="{4940950E-51C5-41C8-AD4D-131C4AC124B2}"/>
              </a:ext>
            </a:extLst>
          </p:cNvPr>
          <p:cNvSpPr>
            <a:spLocks noGrp="1"/>
          </p:cNvSpPr>
          <p:nvPr/>
        </p:nvSpPr>
        <p:spPr>
          <a:xfrm>
            <a:off x="808747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1" name="F1_main_prauc_1760">
            <a:extLst>
              <a:ext uri="{FF2B5EF4-FFF2-40B4-BE49-F238E27FC236}">
                <a16:creationId xmlns:a16="http://schemas.microsoft.com/office/drawing/2014/main" id="{A108CCAE-5BBA-49E6-9568-54B3886A6C4F}"/>
              </a:ext>
            </a:extLst>
          </p:cNvPr>
          <p:cNvSpPr>
            <a:spLocks noGrp="1"/>
          </p:cNvSpPr>
          <p:nvPr/>
        </p:nvSpPr>
        <p:spPr>
          <a:xfrm>
            <a:off x="8173922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2" name="F1_main_prauc_1761">
            <a:extLst>
              <a:ext uri="{FF2B5EF4-FFF2-40B4-BE49-F238E27FC236}">
                <a16:creationId xmlns:a16="http://schemas.microsoft.com/office/drawing/2014/main" id="{5FC8AD90-3E2D-44AC-9BD0-B0FFD1F31AFF}"/>
              </a:ext>
            </a:extLst>
          </p:cNvPr>
          <p:cNvSpPr>
            <a:spLocks noGrp="1"/>
          </p:cNvSpPr>
          <p:nvPr/>
        </p:nvSpPr>
        <p:spPr>
          <a:xfrm>
            <a:off x="823627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3" name="F1_main_prauc_1762">
            <a:extLst>
              <a:ext uri="{FF2B5EF4-FFF2-40B4-BE49-F238E27FC236}">
                <a16:creationId xmlns:a16="http://schemas.microsoft.com/office/drawing/2014/main" id="{02EF7410-8859-4022-8D61-0CC0B2688074}"/>
              </a:ext>
            </a:extLst>
          </p:cNvPr>
          <p:cNvSpPr>
            <a:spLocks noGrp="1"/>
          </p:cNvSpPr>
          <p:nvPr/>
        </p:nvSpPr>
        <p:spPr>
          <a:xfrm>
            <a:off x="818125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4" name="F1_main_prauc_1763">
            <a:extLst>
              <a:ext uri="{FF2B5EF4-FFF2-40B4-BE49-F238E27FC236}">
                <a16:creationId xmlns:a16="http://schemas.microsoft.com/office/drawing/2014/main" id="{C464EAA5-5F42-4689-A004-FE9BF4EB4F80}"/>
              </a:ext>
            </a:extLst>
          </p:cNvPr>
          <p:cNvSpPr>
            <a:spLocks noGrp="1"/>
          </p:cNvSpPr>
          <p:nvPr/>
        </p:nvSpPr>
        <p:spPr>
          <a:xfrm>
            <a:off x="818374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5" name="F1_main_prauc_1764">
            <a:extLst>
              <a:ext uri="{FF2B5EF4-FFF2-40B4-BE49-F238E27FC236}">
                <a16:creationId xmlns:a16="http://schemas.microsoft.com/office/drawing/2014/main" id="{1A241A4D-0968-4EA4-9BA7-5C937ED5E331}"/>
              </a:ext>
            </a:extLst>
          </p:cNvPr>
          <p:cNvSpPr>
            <a:spLocks noGrp="1"/>
          </p:cNvSpPr>
          <p:nvPr/>
        </p:nvSpPr>
        <p:spPr>
          <a:xfrm>
            <a:off x="8271304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6" name="F1_main_prauc_1765">
            <a:extLst>
              <a:ext uri="{FF2B5EF4-FFF2-40B4-BE49-F238E27FC236}">
                <a16:creationId xmlns:a16="http://schemas.microsoft.com/office/drawing/2014/main" id="{BBBBE166-1E84-4564-8616-0B4F9364A1CA}"/>
              </a:ext>
            </a:extLst>
          </p:cNvPr>
          <p:cNvSpPr>
            <a:spLocks noGrp="1"/>
          </p:cNvSpPr>
          <p:nvPr/>
        </p:nvSpPr>
        <p:spPr>
          <a:xfrm>
            <a:off x="81372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7" name="F1_main_prauc_1766">
            <a:extLst>
              <a:ext uri="{FF2B5EF4-FFF2-40B4-BE49-F238E27FC236}">
                <a16:creationId xmlns:a16="http://schemas.microsoft.com/office/drawing/2014/main" id="{3B1F18BF-76C0-46AF-B2FF-EE076A511AAD}"/>
              </a:ext>
            </a:extLst>
          </p:cNvPr>
          <p:cNvSpPr>
            <a:spLocks noGrp="1"/>
          </p:cNvSpPr>
          <p:nvPr/>
        </p:nvSpPr>
        <p:spPr>
          <a:xfrm>
            <a:off x="820669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8" name="F1_main_prauc_1767">
            <a:extLst>
              <a:ext uri="{FF2B5EF4-FFF2-40B4-BE49-F238E27FC236}">
                <a16:creationId xmlns:a16="http://schemas.microsoft.com/office/drawing/2014/main" id="{CC32669C-C651-4C45-8188-231AAFD947F8}"/>
              </a:ext>
            </a:extLst>
          </p:cNvPr>
          <p:cNvSpPr>
            <a:spLocks noGrp="1"/>
          </p:cNvSpPr>
          <p:nvPr/>
        </p:nvSpPr>
        <p:spPr>
          <a:xfrm>
            <a:off x="809498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9" name="F1_main_prauc_1768">
            <a:extLst>
              <a:ext uri="{FF2B5EF4-FFF2-40B4-BE49-F238E27FC236}">
                <a16:creationId xmlns:a16="http://schemas.microsoft.com/office/drawing/2014/main" id="{E7E94955-258E-47C8-99C4-50B1FA4466D8}"/>
              </a:ext>
            </a:extLst>
          </p:cNvPr>
          <p:cNvSpPr>
            <a:spLocks noGrp="1"/>
          </p:cNvSpPr>
          <p:nvPr/>
        </p:nvSpPr>
        <p:spPr>
          <a:xfrm>
            <a:off x="8206171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0" name="F1_main_prauc_1769">
            <a:extLst>
              <a:ext uri="{FF2B5EF4-FFF2-40B4-BE49-F238E27FC236}">
                <a16:creationId xmlns:a16="http://schemas.microsoft.com/office/drawing/2014/main" id="{34376A5B-E23C-4F42-BFB1-B4CFC82E21D5}"/>
              </a:ext>
            </a:extLst>
          </p:cNvPr>
          <p:cNvSpPr>
            <a:spLocks noGrp="1"/>
          </p:cNvSpPr>
          <p:nvPr/>
        </p:nvSpPr>
        <p:spPr>
          <a:xfrm>
            <a:off x="808355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1" name="F1_main_prauc_1770">
            <a:extLst>
              <a:ext uri="{FF2B5EF4-FFF2-40B4-BE49-F238E27FC236}">
                <a16:creationId xmlns:a16="http://schemas.microsoft.com/office/drawing/2014/main" id="{FB872F98-F653-4717-86B2-A0AAC3D28050}"/>
              </a:ext>
            </a:extLst>
          </p:cNvPr>
          <p:cNvSpPr>
            <a:spLocks noGrp="1"/>
          </p:cNvSpPr>
          <p:nvPr/>
        </p:nvSpPr>
        <p:spPr>
          <a:xfrm>
            <a:off x="8121593" y="55778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2" name="F1_main_prauc_1771">
            <a:extLst>
              <a:ext uri="{FF2B5EF4-FFF2-40B4-BE49-F238E27FC236}">
                <a16:creationId xmlns:a16="http://schemas.microsoft.com/office/drawing/2014/main" id="{FD3BFDC8-5442-4A02-B3B4-0E4E6DED46D9}"/>
              </a:ext>
            </a:extLst>
          </p:cNvPr>
          <p:cNvSpPr>
            <a:spLocks noGrp="1"/>
          </p:cNvSpPr>
          <p:nvPr/>
        </p:nvSpPr>
        <p:spPr>
          <a:xfrm>
            <a:off x="8193769" y="48563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3" name="F1_main_prauc_1772">
            <a:extLst>
              <a:ext uri="{FF2B5EF4-FFF2-40B4-BE49-F238E27FC236}">
                <a16:creationId xmlns:a16="http://schemas.microsoft.com/office/drawing/2014/main" id="{A36D826D-9A7B-47A7-A0AF-29754D6F69C0}"/>
              </a:ext>
            </a:extLst>
          </p:cNvPr>
          <p:cNvSpPr>
            <a:spLocks noGrp="1"/>
          </p:cNvSpPr>
          <p:nvPr/>
        </p:nvSpPr>
        <p:spPr>
          <a:xfrm>
            <a:off x="806786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4" name="F1_main_prauc_1773">
            <a:extLst>
              <a:ext uri="{FF2B5EF4-FFF2-40B4-BE49-F238E27FC236}">
                <a16:creationId xmlns:a16="http://schemas.microsoft.com/office/drawing/2014/main" id="{DDEB0F49-743D-4FD0-8CBC-66335B4E6BDD}"/>
              </a:ext>
            </a:extLst>
          </p:cNvPr>
          <p:cNvSpPr>
            <a:spLocks noGrp="1"/>
          </p:cNvSpPr>
          <p:nvPr/>
        </p:nvSpPr>
        <p:spPr>
          <a:xfrm>
            <a:off x="818838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5" name="F1_main_prauc_1774">
            <a:extLst>
              <a:ext uri="{FF2B5EF4-FFF2-40B4-BE49-F238E27FC236}">
                <a16:creationId xmlns:a16="http://schemas.microsoft.com/office/drawing/2014/main" id="{CDE1D00B-9EEB-48C1-BA44-01258CA3DD29}"/>
              </a:ext>
            </a:extLst>
          </p:cNvPr>
          <p:cNvSpPr>
            <a:spLocks noGrp="1"/>
          </p:cNvSpPr>
          <p:nvPr/>
        </p:nvSpPr>
        <p:spPr>
          <a:xfrm>
            <a:off x="827087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6" name="F1_main_prauc_1775">
            <a:extLst>
              <a:ext uri="{FF2B5EF4-FFF2-40B4-BE49-F238E27FC236}">
                <a16:creationId xmlns:a16="http://schemas.microsoft.com/office/drawing/2014/main" id="{E4BC4401-8CE6-40B3-9533-C43471A96CDE}"/>
              </a:ext>
            </a:extLst>
          </p:cNvPr>
          <p:cNvSpPr>
            <a:spLocks noGrp="1"/>
          </p:cNvSpPr>
          <p:nvPr/>
        </p:nvSpPr>
        <p:spPr>
          <a:xfrm>
            <a:off x="812428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7" name="F1_main_prauc_1776">
            <a:extLst>
              <a:ext uri="{FF2B5EF4-FFF2-40B4-BE49-F238E27FC236}">
                <a16:creationId xmlns:a16="http://schemas.microsoft.com/office/drawing/2014/main" id="{C437D7EF-C7CE-4DDB-9326-39078AF9A4E4}"/>
              </a:ext>
            </a:extLst>
          </p:cNvPr>
          <p:cNvSpPr>
            <a:spLocks noGrp="1"/>
          </p:cNvSpPr>
          <p:nvPr/>
        </p:nvSpPr>
        <p:spPr>
          <a:xfrm>
            <a:off x="8134596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8" name="F1_main_prauc_1777">
            <a:extLst>
              <a:ext uri="{FF2B5EF4-FFF2-40B4-BE49-F238E27FC236}">
                <a16:creationId xmlns:a16="http://schemas.microsoft.com/office/drawing/2014/main" id="{9E409B49-07A9-4849-89C2-A0BB65867306}"/>
              </a:ext>
            </a:extLst>
          </p:cNvPr>
          <p:cNvSpPr>
            <a:spLocks noGrp="1"/>
          </p:cNvSpPr>
          <p:nvPr/>
        </p:nvSpPr>
        <p:spPr>
          <a:xfrm>
            <a:off x="824066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9" name="F1_main_prauc_1778">
            <a:extLst>
              <a:ext uri="{FF2B5EF4-FFF2-40B4-BE49-F238E27FC236}">
                <a16:creationId xmlns:a16="http://schemas.microsoft.com/office/drawing/2014/main" id="{0C2E5AEE-1F65-4C1E-91C6-0E658F1787E9}"/>
              </a:ext>
            </a:extLst>
          </p:cNvPr>
          <p:cNvSpPr>
            <a:spLocks noGrp="1"/>
          </p:cNvSpPr>
          <p:nvPr/>
        </p:nvSpPr>
        <p:spPr>
          <a:xfrm>
            <a:off x="8277827" y="52715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0" name="F1_main_prauc_1779">
            <a:extLst>
              <a:ext uri="{FF2B5EF4-FFF2-40B4-BE49-F238E27FC236}">
                <a16:creationId xmlns:a16="http://schemas.microsoft.com/office/drawing/2014/main" id="{0CBB273F-C001-4834-B232-E06BBEFEAF1A}"/>
              </a:ext>
            </a:extLst>
          </p:cNvPr>
          <p:cNvSpPr>
            <a:spLocks noGrp="1"/>
          </p:cNvSpPr>
          <p:nvPr/>
        </p:nvSpPr>
        <p:spPr>
          <a:xfrm>
            <a:off x="8124665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1" name="F1_main_prauc_1780">
            <a:extLst>
              <a:ext uri="{FF2B5EF4-FFF2-40B4-BE49-F238E27FC236}">
                <a16:creationId xmlns:a16="http://schemas.microsoft.com/office/drawing/2014/main" id="{6C0F8C05-5AAA-46A9-B610-F0C9C888E7B1}"/>
              </a:ext>
            </a:extLst>
          </p:cNvPr>
          <p:cNvSpPr>
            <a:spLocks noGrp="1"/>
          </p:cNvSpPr>
          <p:nvPr/>
        </p:nvSpPr>
        <p:spPr>
          <a:xfrm>
            <a:off x="82951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2" name="F1_main_prauc_1781">
            <a:extLst>
              <a:ext uri="{FF2B5EF4-FFF2-40B4-BE49-F238E27FC236}">
                <a16:creationId xmlns:a16="http://schemas.microsoft.com/office/drawing/2014/main" id="{3CCBA7A8-BC1A-4C79-9CD7-E6981319145E}"/>
              </a:ext>
            </a:extLst>
          </p:cNvPr>
          <p:cNvSpPr>
            <a:spLocks noGrp="1"/>
          </p:cNvSpPr>
          <p:nvPr/>
        </p:nvSpPr>
        <p:spPr>
          <a:xfrm>
            <a:off x="829934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3" name="F1_main_prauc_1782">
            <a:extLst>
              <a:ext uri="{FF2B5EF4-FFF2-40B4-BE49-F238E27FC236}">
                <a16:creationId xmlns:a16="http://schemas.microsoft.com/office/drawing/2014/main" id="{DE8795F0-1C56-4996-AFF1-550EB79BDE53}"/>
              </a:ext>
            </a:extLst>
          </p:cNvPr>
          <p:cNvSpPr>
            <a:spLocks noGrp="1"/>
          </p:cNvSpPr>
          <p:nvPr/>
        </p:nvSpPr>
        <p:spPr>
          <a:xfrm>
            <a:off x="823491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4" name="F1_main_prauc_1783">
            <a:extLst>
              <a:ext uri="{FF2B5EF4-FFF2-40B4-BE49-F238E27FC236}">
                <a16:creationId xmlns:a16="http://schemas.microsoft.com/office/drawing/2014/main" id="{471242A3-D8F7-4381-A963-387A4EB12478}"/>
              </a:ext>
            </a:extLst>
          </p:cNvPr>
          <p:cNvSpPr>
            <a:spLocks noGrp="1"/>
          </p:cNvSpPr>
          <p:nvPr/>
        </p:nvSpPr>
        <p:spPr>
          <a:xfrm>
            <a:off x="8244968" y="42555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5" name="F1_main_prauc_1784">
            <a:extLst>
              <a:ext uri="{FF2B5EF4-FFF2-40B4-BE49-F238E27FC236}">
                <a16:creationId xmlns:a16="http://schemas.microsoft.com/office/drawing/2014/main" id="{7758E64A-56F9-4F2C-9A2D-B7647EEC1027}"/>
              </a:ext>
            </a:extLst>
          </p:cNvPr>
          <p:cNvSpPr>
            <a:spLocks noGrp="1"/>
          </p:cNvSpPr>
          <p:nvPr/>
        </p:nvSpPr>
        <p:spPr>
          <a:xfrm>
            <a:off x="8315767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6" name="F1_main_prauc_1785">
            <a:extLst>
              <a:ext uri="{FF2B5EF4-FFF2-40B4-BE49-F238E27FC236}">
                <a16:creationId xmlns:a16="http://schemas.microsoft.com/office/drawing/2014/main" id="{124A494C-22C6-4A89-A4B2-E075031A6E02}"/>
              </a:ext>
            </a:extLst>
          </p:cNvPr>
          <p:cNvSpPr>
            <a:spLocks noGrp="1"/>
          </p:cNvSpPr>
          <p:nvPr/>
        </p:nvSpPr>
        <p:spPr>
          <a:xfrm>
            <a:off x="824766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7" name="F1_main_prauc_1786">
            <a:extLst>
              <a:ext uri="{FF2B5EF4-FFF2-40B4-BE49-F238E27FC236}">
                <a16:creationId xmlns:a16="http://schemas.microsoft.com/office/drawing/2014/main" id="{F83387C1-1D43-4907-A0D9-4D3A4CD02955}"/>
              </a:ext>
            </a:extLst>
          </p:cNvPr>
          <p:cNvSpPr>
            <a:spLocks noGrp="1"/>
          </p:cNvSpPr>
          <p:nvPr/>
        </p:nvSpPr>
        <p:spPr>
          <a:xfrm>
            <a:off x="830942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8" name="F1_main_prauc_1787">
            <a:extLst>
              <a:ext uri="{FF2B5EF4-FFF2-40B4-BE49-F238E27FC236}">
                <a16:creationId xmlns:a16="http://schemas.microsoft.com/office/drawing/2014/main" id="{A5A32906-BE13-47DE-966F-163BC2007A5F}"/>
              </a:ext>
            </a:extLst>
          </p:cNvPr>
          <p:cNvSpPr>
            <a:spLocks noGrp="1"/>
          </p:cNvSpPr>
          <p:nvPr/>
        </p:nvSpPr>
        <p:spPr>
          <a:xfrm>
            <a:off x="8301411" y="50897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9" name="F1_main_prauc_1788">
            <a:extLst>
              <a:ext uri="{FF2B5EF4-FFF2-40B4-BE49-F238E27FC236}">
                <a16:creationId xmlns:a16="http://schemas.microsoft.com/office/drawing/2014/main" id="{85A979F2-55CE-432D-A7E3-C1A1F5C11D1D}"/>
              </a:ext>
            </a:extLst>
          </p:cNvPr>
          <p:cNvSpPr>
            <a:spLocks noGrp="1"/>
          </p:cNvSpPr>
          <p:nvPr/>
        </p:nvSpPr>
        <p:spPr>
          <a:xfrm>
            <a:off x="813541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0" name="F1_main_prauc_1789">
            <a:extLst>
              <a:ext uri="{FF2B5EF4-FFF2-40B4-BE49-F238E27FC236}">
                <a16:creationId xmlns:a16="http://schemas.microsoft.com/office/drawing/2014/main" id="{12805914-65B0-4FC9-AC31-1FA1E1545E02}"/>
              </a:ext>
            </a:extLst>
          </p:cNvPr>
          <p:cNvSpPr>
            <a:spLocks noGrp="1"/>
          </p:cNvSpPr>
          <p:nvPr/>
        </p:nvSpPr>
        <p:spPr>
          <a:xfrm>
            <a:off x="83161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1" name="F1_main_prauc_1790">
            <a:extLst>
              <a:ext uri="{FF2B5EF4-FFF2-40B4-BE49-F238E27FC236}">
                <a16:creationId xmlns:a16="http://schemas.microsoft.com/office/drawing/2014/main" id="{1BAA6C55-1619-4554-B566-4062ADDBCEE5}"/>
              </a:ext>
            </a:extLst>
          </p:cNvPr>
          <p:cNvSpPr>
            <a:spLocks noGrp="1"/>
          </p:cNvSpPr>
          <p:nvPr/>
        </p:nvSpPr>
        <p:spPr>
          <a:xfrm>
            <a:off x="809398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2" name="F1_main_prauc_1791">
            <a:extLst>
              <a:ext uri="{FF2B5EF4-FFF2-40B4-BE49-F238E27FC236}">
                <a16:creationId xmlns:a16="http://schemas.microsoft.com/office/drawing/2014/main" id="{2A8D2B05-0460-4E86-928E-C13606D3F235}"/>
              </a:ext>
            </a:extLst>
          </p:cNvPr>
          <p:cNvSpPr>
            <a:spLocks noGrp="1"/>
          </p:cNvSpPr>
          <p:nvPr/>
        </p:nvSpPr>
        <p:spPr>
          <a:xfrm>
            <a:off x="824980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3" name="F1_main_prauc_1792">
            <a:extLst>
              <a:ext uri="{FF2B5EF4-FFF2-40B4-BE49-F238E27FC236}">
                <a16:creationId xmlns:a16="http://schemas.microsoft.com/office/drawing/2014/main" id="{99FBEC1C-178C-418D-8BA5-71B21498B976}"/>
              </a:ext>
            </a:extLst>
          </p:cNvPr>
          <p:cNvSpPr>
            <a:spLocks noGrp="1"/>
          </p:cNvSpPr>
          <p:nvPr/>
        </p:nvSpPr>
        <p:spPr>
          <a:xfrm>
            <a:off x="8081863" y="50864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4" name="F1_main_prauc_1793">
            <a:extLst>
              <a:ext uri="{FF2B5EF4-FFF2-40B4-BE49-F238E27FC236}">
                <a16:creationId xmlns:a16="http://schemas.microsoft.com/office/drawing/2014/main" id="{F41B8330-76B7-4E31-AA36-EBC7AB390E0A}"/>
              </a:ext>
            </a:extLst>
          </p:cNvPr>
          <p:cNvSpPr>
            <a:spLocks noGrp="1"/>
          </p:cNvSpPr>
          <p:nvPr/>
        </p:nvSpPr>
        <p:spPr>
          <a:xfrm>
            <a:off x="827671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5" name="F1_main_prauc_1794">
            <a:extLst>
              <a:ext uri="{FF2B5EF4-FFF2-40B4-BE49-F238E27FC236}">
                <a16:creationId xmlns:a16="http://schemas.microsoft.com/office/drawing/2014/main" id="{95881AE4-8F02-4206-B36F-DD0443B72326}"/>
              </a:ext>
            </a:extLst>
          </p:cNvPr>
          <p:cNvSpPr>
            <a:spLocks noGrp="1"/>
          </p:cNvSpPr>
          <p:nvPr/>
        </p:nvSpPr>
        <p:spPr>
          <a:xfrm>
            <a:off x="8168625" y="59503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6" name="F1_main_prauc_1795">
            <a:extLst>
              <a:ext uri="{FF2B5EF4-FFF2-40B4-BE49-F238E27FC236}">
                <a16:creationId xmlns:a16="http://schemas.microsoft.com/office/drawing/2014/main" id="{21F24AE1-173E-49D9-9A34-0FEF8E602437}"/>
              </a:ext>
            </a:extLst>
          </p:cNvPr>
          <p:cNvSpPr>
            <a:spLocks noGrp="1"/>
          </p:cNvSpPr>
          <p:nvPr/>
        </p:nvSpPr>
        <p:spPr>
          <a:xfrm>
            <a:off x="80732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7" name="F1_main_prauc_1796">
            <a:extLst>
              <a:ext uri="{FF2B5EF4-FFF2-40B4-BE49-F238E27FC236}">
                <a16:creationId xmlns:a16="http://schemas.microsoft.com/office/drawing/2014/main" id="{30A7A83F-DB2A-4E45-AD4D-F81AC0EC3D5D}"/>
              </a:ext>
            </a:extLst>
          </p:cNvPr>
          <p:cNvSpPr>
            <a:spLocks noGrp="1"/>
          </p:cNvSpPr>
          <p:nvPr/>
        </p:nvSpPr>
        <p:spPr>
          <a:xfrm>
            <a:off x="811162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8" name="F1_main_prauc_1797">
            <a:extLst>
              <a:ext uri="{FF2B5EF4-FFF2-40B4-BE49-F238E27FC236}">
                <a16:creationId xmlns:a16="http://schemas.microsoft.com/office/drawing/2014/main" id="{250981B8-618E-4EE7-9C2A-C5C83AD9D751}"/>
              </a:ext>
            </a:extLst>
          </p:cNvPr>
          <p:cNvSpPr>
            <a:spLocks noGrp="1"/>
          </p:cNvSpPr>
          <p:nvPr/>
        </p:nvSpPr>
        <p:spPr>
          <a:xfrm>
            <a:off x="8240538" y="54858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9" name="F1_main_prauc_1798">
            <a:extLst>
              <a:ext uri="{FF2B5EF4-FFF2-40B4-BE49-F238E27FC236}">
                <a16:creationId xmlns:a16="http://schemas.microsoft.com/office/drawing/2014/main" id="{DB893877-E048-440D-AE07-FFFA6208E7ED}"/>
              </a:ext>
            </a:extLst>
          </p:cNvPr>
          <p:cNvSpPr>
            <a:spLocks noGrp="1"/>
          </p:cNvSpPr>
          <p:nvPr/>
        </p:nvSpPr>
        <p:spPr>
          <a:xfrm>
            <a:off x="822505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0" name="F1_main_prauc_1799">
            <a:extLst>
              <a:ext uri="{FF2B5EF4-FFF2-40B4-BE49-F238E27FC236}">
                <a16:creationId xmlns:a16="http://schemas.microsoft.com/office/drawing/2014/main" id="{EDCABDC3-238A-41D4-B5C4-2C7EC7045F2F}"/>
              </a:ext>
            </a:extLst>
          </p:cNvPr>
          <p:cNvSpPr>
            <a:spLocks noGrp="1"/>
          </p:cNvSpPr>
          <p:nvPr/>
        </p:nvSpPr>
        <p:spPr>
          <a:xfrm>
            <a:off x="810563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1" name="F1_main_prauc_1800">
            <a:extLst>
              <a:ext uri="{FF2B5EF4-FFF2-40B4-BE49-F238E27FC236}">
                <a16:creationId xmlns:a16="http://schemas.microsoft.com/office/drawing/2014/main" id="{F5B45A56-5D57-429E-A3DA-66C61D69F8D8}"/>
              </a:ext>
            </a:extLst>
          </p:cNvPr>
          <p:cNvSpPr>
            <a:spLocks noGrp="1"/>
          </p:cNvSpPr>
          <p:nvPr/>
        </p:nvSpPr>
        <p:spPr>
          <a:xfrm>
            <a:off x="828730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2" name="F1_main_prauc_1801">
            <a:extLst>
              <a:ext uri="{FF2B5EF4-FFF2-40B4-BE49-F238E27FC236}">
                <a16:creationId xmlns:a16="http://schemas.microsoft.com/office/drawing/2014/main" id="{9CF0E270-64A1-4CC1-B2CC-60C0BC7B4F61}"/>
              </a:ext>
            </a:extLst>
          </p:cNvPr>
          <p:cNvSpPr>
            <a:spLocks noGrp="1"/>
          </p:cNvSpPr>
          <p:nvPr/>
        </p:nvSpPr>
        <p:spPr>
          <a:xfrm>
            <a:off x="825927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3" name="F1_main_prauc_1802">
            <a:extLst>
              <a:ext uri="{FF2B5EF4-FFF2-40B4-BE49-F238E27FC236}">
                <a16:creationId xmlns:a16="http://schemas.microsoft.com/office/drawing/2014/main" id="{764F927E-22B6-4618-B7C1-F7193CBF28B7}"/>
              </a:ext>
            </a:extLst>
          </p:cNvPr>
          <p:cNvSpPr>
            <a:spLocks noGrp="1"/>
          </p:cNvSpPr>
          <p:nvPr/>
        </p:nvSpPr>
        <p:spPr>
          <a:xfrm>
            <a:off x="823898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4" name="F1_main_prauc_1803">
            <a:extLst>
              <a:ext uri="{FF2B5EF4-FFF2-40B4-BE49-F238E27FC236}">
                <a16:creationId xmlns:a16="http://schemas.microsoft.com/office/drawing/2014/main" id="{E35DD094-7671-4551-8810-1CA13807EC79}"/>
              </a:ext>
            </a:extLst>
          </p:cNvPr>
          <p:cNvSpPr>
            <a:spLocks noGrp="1"/>
          </p:cNvSpPr>
          <p:nvPr/>
        </p:nvSpPr>
        <p:spPr>
          <a:xfrm>
            <a:off x="81156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5" name="F1_main_prauc_1804">
            <a:extLst>
              <a:ext uri="{FF2B5EF4-FFF2-40B4-BE49-F238E27FC236}">
                <a16:creationId xmlns:a16="http://schemas.microsoft.com/office/drawing/2014/main" id="{71D4ADC2-DC59-42F4-A345-043AB6D2D66A}"/>
              </a:ext>
            </a:extLst>
          </p:cNvPr>
          <p:cNvSpPr>
            <a:spLocks noGrp="1"/>
          </p:cNvSpPr>
          <p:nvPr/>
        </p:nvSpPr>
        <p:spPr>
          <a:xfrm>
            <a:off x="820939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6" name="F1_main_prauc_1805">
            <a:extLst>
              <a:ext uri="{FF2B5EF4-FFF2-40B4-BE49-F238E27FC236}">
                <a16:creationId xmlns:a16="http://schemas.microsoft.com/office/drawing/2014/main" id="{82D4ABA7-4112-47E3-A78F-D0F4E5AA83A3}"/>
              </a:ext>
            </a:extLst>
          </p:cNvPr>
          <p:cNvSpPr>
            <a:spLocks noGrp="1"/>
          </p:cNvSpPr>
          <p:nvPr/>
        </p:nvSpPr>
        <p:spPr>
          <a:xfrm>
            <a:off x="8248360" y="60322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7" name="F1_main_prauc_1806">
            <a:extLst>
              <a:ext uri="{FF2B5EF4-FFF2-40B4-BE49-F238E27FC236}">
                <a16:creationId xmlns:a16="http://schemas.microsoft.com/office/drawing/2014/main" id="{DB59E917-E06F-47E3-86FE-454286D2E569}"/>
              </a:ext>
            </a:extLst>
          </p:cNvPr>
          <p:cNvSpPr>
            <a:spLocks noGrp="1"/>
          </p:cNvSpPr>
          <p:nvPr/>
        </p:nvSpPr>
        <p:spPr>
          <a:xfrm>
            <a:off x="807387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8" name="F1_main_prauc_1807">
            <a:extLst>
              <a:ext uri="{FF2B5EF4-FFF2-40B4-BE49-F238E27FC236}">
                <a16:creationId xmlns:a16="http://schemas.microsoft.com/office/drawing/2014/main" id="{BEF39927-E36F-404F-923F-B593B6047D25}"/>
              </a:ext>
            </a:extLst>
          </p:cNvPr>
          <p:cNvSpPr>
            <a:spLocks noGrp="1"/>
          </p:cNvSpPr>
          <p:nvPr/>
        </p:nvSpPr>
        <p:spPr>
          <a:xfrm>
            <a:off x="831168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9" name="F1_main_prauc_1808">
            <a:extLst>
              <a:ext uri="{FF2B5EF4-FFF2-40B4-BE49-F238E27FC236}">
                <a16:creationId xmlns:a16="http://schemas.microsoft.com/office/drawing/2014/main" id="{191AE705-B0BB-4EF0-9497-09E9A2F75657}"/>
              </a:ext>
            </a:extLst>
          </p:cNvPr>
          <p:cNvSpPr>
            <a:spLocks noGrp="1"/>
          </p:cNvSpPr>
          <p:nvPr/>
        </p:nvSpPr>
        <p:spPr>
          <a:xfrm>
            <a:off x="813631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0" name="F1_main_prauc_1809">
            <a:extLst>
              <a:ext uri="{FF2B5EF4-FFF2-40B4-BE49-F238E27FC236}">
                <a16:creationId xmlns:a16="http://schemas.microsoft.com/office/drawing/2014/main" id="{504EF5BE-57C9-4DF2-AE1C-EEA004AF912F}"/>
              </a:ext>
            </a:extLst>
          </p:cNvPr>
          <p:cNvSpPr>
            <a:spLocks noGrp="1"/>
          </p:cNvSpPr>
          <p:nvPr/>
        </p:nvSpPr>
        <p:spPr>
          <a:xfrm>
            <a:off x="82873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1" name="F1_main_prauc_1810">
            <a:extLst>
              <a:ext uri="{FF2B5EF4-FFF2-40B4-BE49-F238E27FC236}">
                <a16:creationId xmlns:a16="http://schemas.microsoft.com/office/drawing/2014/main" id="{8F5B0E72-6B81-42E1-9380-DF22594F4288}"/>
              </a:ext>
            </a:extLst>
          </p:cNvPr>
          <p:cNvSpPr>
            <a:spLocks noGrp="1"/>
          </p:cNvSpPr>
          <p:nvPr/>
        </p:nvSpPr>
        <p:spPr>
          <a:xfrm>
            <a:off x="8277208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2" name="F1_main_prauc_1811">
            <a:extLst>
              <a:ext uri="{FF2B5EF4-FFF2-40B4-BE49-F238E27FC236}">
                <a16:creationId xmlns:a16="http://schemas.microsoft.com/office/drawing/2014/main" id="{A1A0F73D-970D-435A-8CCA-A7950A66871E}"/>
              </a:ext>
            </a:extLst>
          </p:cNvPr>
          <p:cNvSpPr>
            <a:spLocks noGrp="1"/>
          </p:cNvSpPr>
          <p:nvPr/>
        </p:nvSpPr>
        <p:spPr>
          <a:xfrm>
            <a:off x="8110170" y="48155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3" name="F1_main_prauc_1812">
            <a:extLst>
              <a:ext uri="{FF2B5EF4-FFF2-40B4-BE49-F238E27FC236}">
                <a16:creationId xmlns:a16="http://schemas.microsoft.com/office/drawing/2014/main" id="{6AEB123B-69C3-4333-86D6-0BAE2E6738D9}"/>
              </a:ext>
            </a:extLst>
          </p:cNvPr>
          <p:cNvSpPr>
            <a:spLocks noGrp="1"/>
          </p:cNvSpPr>
          <p:nvPr/>
        </p:nvSpPr>
        <p:spPr>
          <a:xfrm>
            <a:off x="83140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4" name="F1_main_prauc_1813">
            <a:extLst>
              <a:ext uri="{FF2B5EF4-FFF2-40B4-BE49-F238E27FC236}">
                <a16:creationId xmlns:a16="http://schemas.microsoft.com/office/drawing/2014/main" id="{99E3F9D9-CF53-4A6F-9B8E-5CB4A272C909}"/>
              </a:ext>
            </a:extLst>
          </p:cNvPr>
          <p:cNvSpPr>
            <a:spLocks noGrp="1"/>
          </p:cNvSpPr>
          <p:nvPr/>
        </p:nvSpPr>
        <p:spPr>
          <a:xfrm>
            <a:off x="8252931" y="59302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5" name="F1_main_prauc_1814">
            <a:extLst>
              <a:ext uri="{FF2B5EF4-FFF2-40B4-BE49-F238E27FC236}">
                <a16:creationId xmlns:a16="http://schemas.microsoft.com/office/drawing/2014/main" id="{D5801D8B-A17A-404D-AEA6-E84BE23D07DD}"/>
              </a:ext>
            </a:extLst>
          </p:cNvPr>
          <p:cNvSpPr>
            <a:spLocks noGrp="1"/>
          </p:cNvSpPr>
          <p:nvPr/>
        </p:nvSpPr>
        <p:spPr>
          <a:xfrm>
            <a:off x="816886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6" name="F1_main_prauc_1815">
            <a:extLst>
              <a:ext uri="{FF2B5EF4-FFF2-40B4-BE49-F238E27FC236}">
                <a16:creationId xmlns:a16="http://schemas.microsoft.com/office/drawing/2014/main" id="{8C61962D-16A9-4FD7-9229-EAE0E95A1C9E}"/>
              </a:ext>
            </a:extLst>
          </p:cNvPr>
          <p:cNvSpPr>
            <a:spLocks noGrp="1"/>
          </p:cNvSpPr>
          <p:nvPr/>
        </p:nvSpPr>
        <p:spPr>
          <a:xfrm>
            <a:off x="8116449" y="5625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7" name="F1_main_prauc_1816">
            <a:extLst>
              <a:ext uri="{FF2B5EF4-FFF2-40B4-BE49-F238E27FC236}">
                <a16:creationId xmlns:a16="http://schemas.microsoft.com/office/drawing/2014/main" id="{48ED9BC2-AF98-4D1F-B53B-FA4F74807EC4}"/>
              </a:ext>
            </a:extLst>
          </p:cNvPr>
          <p:cNvSpPr>
            <a:spLocks noGrp="1"/>
          </p:cNvSpPr>
          <p:nvPr/>
        </p:nvSpPr>
        <p:spPr>
          <a:xfrm>
            <a:off x="8069776" y="60768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8" name="F1_main_prauc_1817">
            <a:extLst>
              <a:ext uri="{FF2B5EF4-FFF2-40B4-BE49-F238E27FC236}">
                <a16:creationId xmlns:a16="http://schemas.microsoft.com/office/drawing/2014/main" id="{FFD5E0D5-A2F0-477E-8664-F501A45B3BE7}"/>
              </a:ext>
            </a:extLst>
          </p:cNvPr>
          <p:cNvSpPr>
            <a:spLocks noGrp="1"/>
          </p:cNvSpPr>
          <p:nvPr/>
        </p:nvSpPr>
        <p:spPr>
          <a:xfrm>
            <a:off x="8291520" y="48728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9" name="F1_main_prauc_1818">
            <a:extLst>
              <a:ext uri="{FF2B5EF4-FFF2-40B4-BE49-F238E27FC236}">
                <a16:creationId xmlns:a16="http://schemas.microsoft.com/office/drawing/2014/main" id="{55E5BC45-BC10-4B23-B320-E3B96A818538}"/>
              </a:ext>
            </a:extLst>
          </p:cNvPr>
          <p:cNvSpPr>
            <a:spLocks noGrp="1"/>
          </p:cNvSpPr>
          <p:nvPr/>
        </p:nvSpPr>
        <p:spPr>
          <a:xfrm>
            <a:off x="811856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0" name="F1_main_prauc_1819">
            <a:extLst>
              <a:ext uri="{FF2B5EF4-FFF2-40B4-BE49-F238E27FC236}">
                <a16:creationId xmlns:a16="http://schemas.microsoft.com/office/drawing/2014/main" id="{D1DDCB23-C1EF-4ACD-9D79-1C993C269714}"/>
              </a:ext>
            </a:extLst>
          </p:cNvPr>
          <p:cNvSpPr>
            <a:spLocks noGrp="1"/>
          </p:cNvSpPr>
          <p:nvPr/>
        </p:nvSpPr>
        <p:spPr>
          <a:xfrm>
            <a:off x="8258140" y="54749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1" name="F1_main_prauc_1820">
            <a:extLst>
              <a:ext uri="{FF2B5EF4-FFF2-40B4-BE49-F238E27FC236}">
                <a16:creationId xmlns:a16="http://schemas.microsoft.com/office/drawing/2014/main" id="{25E971F1-F7A5-4944-B074-52E272A78895}"/>
              </a:ext>
            </a:extLst>
          </p:cNvPr>
          <p:cNvSpPr>
            <a:spLocks noGrp="1"/>
          </p:cNvSpPr>
          <p:nvPr/>
        </p:nvSpPr>
        <p:spPr>
          <a:xfrm>
            <a:off x="823979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2" name="F1_main_prauc_1821">
            <a:extLst>
              <a:ext uri="{FF2B5EF4-FFF2-40B4-BE49-F238E27FC236}">
                <a16:creationId xmlns:a16="http://schemas.microsoft.com/office/drawing/2014/main" id="{EC7FAAC3-D56A-46FA-92CA-96C758E6108D}"/>
              </a:ext>
            </a:extLst>
          </p:cNvPr>
          <p:cNvSpPr>
            <a:spLocks noGrp="1"/>
          </p:cNvSpPr>
          <p:nvPr/>
        </p:nvSpPr>
        <p:spPr>
          <a:xfrm>
            <a:off x="825507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3" name="F1_main_prauc_1822">
            <a:extLst>
              <a:ext uri="{FF2B5EF4-FFF2-40B4-BE49-F238E27FC236}">
                <a16:creationId xmlns:a16="http://schemas.microsoft.com/office/drawing/2014/main" id="{C3C8F170-B6BC-4618-BCF7-11789D36FFE3}"/>
              </a:ext>
            </a:extLst>
          </p:cNvPr>
          <p:cNvSpPr>
            <a:spLocks noGrp="1"/>
          </p:cNvSpPr>
          <p:nvPr/>
        </p:nvSpPr>
        <p:spPr>
          <a:xfrm>
            <a:off x="8218851" y="3705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4" name="F1_main_prauc_1823">
            <a:extLst>
              <a:ext uri="{FF2B5EF4-FFF2-40B4-BE49-F238E27FC236}">
                <a16:creationId xmlns:a16="http://schemas.microsoft.com/office/drawing/2014/main" id="{FD7D747B-48B2-498E-80AE-09FEC68DBE48}"/>
              </a:ext>
            </a:extLst>
          </p:cNvPr>
          <p:cNvSpPr>
            <a:spLocks noGrp="1"/>
          </p:cNvSpPr>
          <p:nvPr/>
        </p:nvSpPr>
        <p:spPr>
          <a:xfrm>
            <a:off x="830085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5" name="F1_main_prauc_1824">
            <a:extLst>
              <a:ext uri="{FF2B5EF4-FFF2-40B4-BE49-F238E27FC236}">
                <a16:creationId xmlns:a16="http://schemas.microsoft.com/office/drawing/2014/main" id="{0A45BCFA-6259-4064-B1C9-CB613223F0D0}"/>
              </a:ext>
            </a:extLst>
          </p:cNvPr>
          <p:cNvSpPr>
            <a:spLocks noGrp="1"/>
          </p:cNvSpPr>
          <p:nvPr/>
        </p:nvSpPr>
        <p:spPr>
          <a:xfrm>
            <a:off x="8068649" y="58215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6" name="F1_main_prauc_1825">
            <a:extLst>
              <a:ext uri="{FF2B5EF4-FFF2-40B4-BE49-F238E27FC236}">
                <a16:creationId xmlns:a16="http://schemas.microsoft.com/office/drawing/2014/main" id="{8E3306A0-4532-4B87-BE6C-6E3AFC2869E1}"/>
              </a:ext>
            </a:extLst>
          </p:cNvPr>
          <p:cNvSpPr>
            <a:spLocks noGrp="1"/>
          </p:cNvSpPr>
          <p:nvPr/>
        </p:nvSpPr>
        <p:spPr>
          <a:xfrm>
            <a:off x="825414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7" name="F1_main_prauc_1826">
            <a:extLst>
              <a:ext uri="{FF2B5EF4-FFF2-40B4-BE49-F238E27FC236}">
                <a16:creationId xmlns:a16="http://schemas.microsoft.com/office/drawing/2014/main" id="{D6B261FB-D7C1-4408-8B89-C368A3BF3367}"/>
              </a:ext>
            </a:extLst>
          </p:cNvPr>
          <p:cNvSpPr>
            <a:spLocks noGrp="1"/>
          </p:cNvSpPr>
          <p:nvPr/>
        </p:nvSpPr>
        <p:spPr>
          <a:xfrm>
            <a:off x="8259442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8" name="F1_main_prauc_1827">
            <a:extLst>
              <a:ext uri="{FF2B5EF4-FFF2-40B4-BE49-F238E27FC236}">
                <a16:creationId xmlns:a16="http://schemas.microsoft.com/office/drawing/2014/main" id="{67630F70-F763-483F-9429-EEAF1F9F4B93}"/>
              </a:ext>
            </a:extLst>
          </p:cNvPr>
          <p:cNvSpPr>
            <a:spLocks noGrp="1"/>
          </p:cNvSpPr>
          <p:nvPr/>
        </p:nvSpPr>
        <p:spPr>
          <a:xfrm>
            <a:off x="8267263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9" name="F1_main_prauc_1828">
            <a:extLst>
              <a:ext uri="{FF2B5EF4-FFF2-40B4-BE49-F238E27FC236}">
                <a16:creationId xmlns:a16="http://schemas.microsoft.com/office/drawing/2014/main" id="{49AA674B-5330-4995-9C34-D3E4C1ABACB4}"/>
              </a:ext>
            </a:extLst>
          </p:cNvPr>
          <p:cNvSpPr>
            <a:spLocks noGrp="1"/>
          </p:cNvSpPr>
          <p:nvPr/>
        </p:nvSpPr>
        <p:spPr>
          <a:xfrm>
            <a:off x="8299701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0" name="F1_main_prauc_1829">
            <a:extLst>
              <a:ext uri="{FF2B5EF4-FFF2-40B4-BE49-F238E27FC236}">
                <a16:creationId xmlns:a16="http://schemas.microsoft.com/office/drawing/2014/main" id="{09DAAE5F-A692-4E82-8E3C-A6AAF87142CD}"/>
              </a:ext>
            </a:extLst>
          </p:cNvPr>
          <p:cNvSpPr>
            <a:spLocks noGrp="1"/>
          </p:cNvSpPr>
          <p:nvPr/>
        </p:nvSpPr>
        <p:spPr>
          <a:xfrm>
            <a:off x="826945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1" name="F1_main_prauc_1830">
            <a:extLst>
              <a:ext uri="{FF2B5EF4-FFF2-40B4-BE49-F238E27FC236}">
                <a16:creationId xmlns:a16="http://schemas.microsoft.com/office/drawing/2014/main" id="{5DE7ACB2-B916-4AAF-848B-CC7D8433A5F9}"/>
              </a:ext>
            </a:extLst>
          </p:cNvPr>
          <p:cNvSpPr>
            <a:spLocks noGrp="1"/>
          </p:cNvSpPr>
          <p:nvPr/>
        </p:nvSpPr>
        <p:spPr>
          <a:xfrm>
            <a:off x="8193361" y="5363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2" name="F1_main_prauc_1831">
            <a:extLst>
              <a:ext uri="{FF2B5EF4-FFF2-40B4-BE49-F238E27FC236}">
                <a16:creationId xmlns:a16="http://schemas.microsoft.com/office/drawing/2014/main" id="{3D25777A-DCFC-43F8-A63B-64ADC0A1A5FE}"/>
              </a:ext>
            </a:extLst>
          </p:cNvPr>
          <p:cNvSpPr>
            <a:spLocks noGrp="1"/>
          </p:cNvSpPr>
          <p:nvPr/>
        </p:nvSpPr>
        <p:spPr>
          <a:xfrm>
            <a:off x="81551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3" name="F1_main_prauc_1832">
            <a:extLst>
              <a:ext uri="{FF2B5EF4-FFF2-40B4-BE49-F238E27FC236}">
                <a16:creationId xmlns:a16="http://schemas.microsoft.com/office/drawing/2014/main" id="{B80C623E-1C70-469C-9883-071564BC70E0}"/>
              </a:ext>
            </a:extLst>
          </p:cNvPr>
          <p:cNvSpPr>
            <a:spLocks noGrp="1"/>
          </p:cNvSpPr>
          <p:nvPr/>
        </p:nvSpPr>
        <p:spPr>
          <a:xfrm>
            <a:off x="821211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4" name="F1_main_prauc_1833">
            <a:extLst>
              <a:ext uri="{FF2B5EF4-FFF2-40B4-BE49-F238E27FC236}">
                <a16:creationId xmlns:a16="http://schemas.microsoft.com/office/drawing/2014/main" id="{7B464693-4A04-4702-A83D-2F9C144B68EE}"/>
              </a:ext>
            </a:extLst>
          </p:cNvPr>
          <p:cNvSpPr>
            <a:spLocks noGrp="1"/>
          </p:cNvSpPr>
          <p:nvPr/>
        </p:nvSpPr>
        <p:spPr>
          <a:xfrm>
            <a:off x="821762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5" name="F1_main_prauc_1834">
            <a:extLst>
              <a:ext uri="{FF2B5EF4-FFF2-40B4-BE49-F238E27FC236}">
                <a16:creationId xmlns:a16="http://schemas.microsoft.com/office/drawing/2014/main" id="{6F54AC6F-1066-4A53-8531-697DF1AB0F42}"/>
              </a:ext>
            </a:extLst>
          </p:cNvPr>
          <p:cNvSpPr>
            <a:spLocks noGrp="1"/>
          </p:cNvSpPr>
          <p:nvPr/>
        </p:nvSpPr>
        <p:spPr>
          <a:xfrm>
            <a:off x="808685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6" name="F1_main_prauc_1835">
            <a:extLst>
              <a:ext uri="{FF2B5EF4-FFF2-40B4-BE49-F238E27FC236}">
                <a16:creationId xmlns:a16="http://schemas.microsoft.com/office/drawing/2014/main" id="{0E5BACF5-F564-4218-A77D-933057A0F225}"/>
              </a:ext>
            </a:extLst>
          </p:cNvPr>
          <p:cNvSpPr>
            <a:spLocks noGrp="1"/>
          </p:cNvSpPr>
          <p:nvPr/>
        </p:nvSpPr>
        <p:spPr>
          <a:xfrm>
            <a:off x="8256539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7" name="F1_main_prauc_1836">
            <a:extLst>
              <a:ext uri="{FF2B5EF4-FFF2-40B4-BE49-F238E27FC236}">
                <a16:creationId xmlns:a16="http://schemas.microsoft.com/office/drawing/2014/main" id="{62746121-AE58-4709-ABC0-7E228CE46520}"/>
              </a:ext>
            </a:extLst>
          </p:cNvPr>
          <p:cNvSpPr>
            <a:spLocks noGrp="1"/>
          </p:cNvSpPr>
          <p:nvPr/>
        </p:nvSpPr>
        <p:spPr>
          <a:xfrm>
            <a:off x="8288224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8" name="F1_main_prauc_1837">
            <a:extLst>
              <a:ext uri="{FF2B5EF4-FFF2-40B4-BE49-F238E27FC236}">
                <a16:creationId xmlns:a16="http://schemas.microsoft.com/office/drawing/2014/main" id="{7D8542EB-38E8-4F4E-83BA-54D6ED4A555F}"/>
              </a:ext>
            </a:extLst>
          </p:cNvPr>
          <p:cNvSpPr>
            <a:spLocks noGrp="1"/>
          </p:cNvSpPr>
          <p:nvPr/>
        </p:nvSpPr>
        <p:spPr>
          <a:xfrm>
            <a:off x="8081292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9" name="F1_main_prauc_1838">
            <a:extLst>
              <a:ext uri="{FF2B5EF4-FFF2-40B4-BE49-F238E27FC236}">
                <a16:creationId xmlns:a16="http://schemas.microsoft.com/office/drawing/2014/main" id="{3FDACAA3-A812-4552-97C2-753D3D40B07F}"/>
              </a:ext>
            </a:extLst>
          </p:cNvPr>
          <p:cNvSpPr>
            <a:spLocks noGrp="1"/>
          </p:cNvSpPr>
          <p:nvPr/>
        </p:nvSpPr>
        <p:spPr>
          <a:xfrm>
            <a:off x="808913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0" name="F1_main_prauc_1839">
            <a:extLst>
              <a:ext uri="{FF2B5EF4-FFF2-40B4-BE49-F238E27FC236}">
                <a16:creationId xmlns:a16="http://schemas.microsoft.com/office/drawing/2014/main" id="{789497BB-7808-418E-A356-0FB8D76C1024}"/>
              </a:ext>
            </a:extLst>
          </p:cNvPr>
          <p:cNvSpPr>
            <a:spLocks noGrp="1"/>
          </p:cNvSpPr>
          <p:nvPr/>
        </p:nvSpPr>
        <p:spPr>
          <a:xfrm>
            <a:off x="8203688" y="5415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1" name="F1_main_prauc_1840">
            <a:extLst>
              <a:ext uri="{FF2B5EF4-FFF2-40B4-BE49-F238E27FC236}">
                <a16:creationId xmlns:a16="http://schemas.microsoft.com/office/drawing/2014/main" id="{F458C8CE-5A78-488A-B428-0FDB38D65D03}"/>
              </a:ext>
            </a:extLst>
          </p:cNvPr>
          <p:cNvSpPr>
            <a:spLocks noGrp="1"/>
          </p:cNvSpPr>
          <p:nvPr/>
        </p:nvSpPr>
        <p:spPr>
          <a:xfrm>
            <a:off x="8246510" y="54683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2" name="F1_main_prauc_1841">
            <a:extLst>
              <a:ext uri="{FF2B5EF4-FFF2-40B4-BE49-F238E27FC236}">
                <a16:creationId xmlns:a16="http://schemas.microsoft.com/office/drawing/2014/main" id="{8A92D1F8-44D3-4BED-A9BD-54B7F5EA3E91}"/>
              </a:ext>
            </a:extLst>
          </p:cNvPr>
          <p:cNvSpPr>
            <a:spLocks noGrp="1"/>
          </p:cNvSpPr>
          <p:nvPr/>
        </p:nvSpPr>
        <p:spPr>
          <a:xfrm>
            <a:off x="80801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3" name="F1_main_prauc_1842">
            <a:extLst>
              <a:ext uri="{FF2B5EF4-FFF2-40B4-BE49-F238E27FC236}">
                <a16:creationId xmlns:a16="http://schemas.microsoft.com/office/drawing/2014/main" id="{0C83F393-3396-4A4F-96B2-933670246E69}"/>
              </a:ext>
            </a:extLst>
          </p:cNvPr>
          <p:cNvSpPr>
            <a:spLocks noGrp="1"/>
          </p:cNvSpPr>
          <p:nvPr/>
        </p:nvSpPr>
        <p:spPr>
          <a:xfrm>
            <a:off x="8307381" y="5788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4" name="F1_main_prauc_1843">
            <a:extLst>
              <a:ext uri="{FF2B5EF4-FFF2-40B4-BE49-F238E27FC236}">
                <a16:creationId xmlns:a16="http://schemas.microsoft.com/office/drawing/2014/main" id="{9E072DE3-73EE-4AD2-9E04-572FEA861C46}"/>
              </a:ext>
            </a:extLst>
          </p:cNvPr>
          <p:cNvSpPr>
            <a:spLocks noGrp="1"/>
          </p:cNvSpPr>
          <p:nvPr/>
        </p:nvSpPr>
        <p:spPr>
          <a:xfrm>
            <a:off x="812575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5" name="F1_main_prauc_1844">
            <a:extLst>
              <a:ext uri="{FF2B5EF4-FFF2-40B4-BE49-F238E27FC236}">
                <a16:creationId xmlns:a16="http://schemas.microsoft.com/office/drawing/2014/main" id="{8EEFC79E-D254-4AF2-B8FF-D1DCA47732D4}"/>
              </a:ext>
            </a:extLst>
          </p:cNvPr>
          <p:cNvSpPr>
            <a:spLocks noGrp="1"/>
          </p:cNvSpPr>
          <p:nvPr/>
        </p:nvSpPr>
        <p:spPr>
          <a:xfrm>
            <a:off x="828293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6" name="F1_main_prauc_1845">
            <a:extLst>
              <a:ext uri="{FF2B5EF4-FFF2-40B4-BE49-F238E27FC236}">
                <a16:creationId xmlns:a16="http://schemas.microsoft.com/office/drawing/2014/main" id="{30784710-CC5C-47C3-A913-DD89CE80A2BF}"/>
              </a:ext>
            </a:extLst>
          </p:cNvPr>
          <p:cNvSpPr>
            <a:spLocks noGrp="1"/>
          </p:cNvSpPr>
          <p:nvPr/>
        </p:nvSpPr>
        <p:spPr>
          <a:xfrm>
            <a:off x="830201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7" name="F1_main_prauc_1846">
            <a:extLst>
              <a:ext uri="{FF2B5EF4-FFF2-40B4-BE49-F238E27FC236}">
                <a16:creationId xmlns:a16="http://schemas.microsoft.com/office/drawing/2014/main" id="{6D847595-94A9-4A8C-BE97-D6623A356DA6}"/>
              </a:ext>
            </a:extLst>
          </p:cNvPr>
          <p:cNvSpPr>
            <a:spLocks noGrp="1"/>
          </p:cNvSpPr>
          <p:nvPr/>
        </p:nvSpPr>
        <p:spPr>
          <a:xfrm>
            <a:off x="817738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8" name="F1_main_prauc_1847">
            <a:extLst>
              <a:ext uri="{FF2B5EF4-FFF2-40B4-BE49-F238E27FC236}">
                <a16:creationId xmlns:a16="http://schemas.microsoft.com/office/drawing/2014/main" id="{7912AB25-27E0-4556-AF18-B298DE448722}"/>
              </a:ext>
            </a:extLst>
          </p:cNvPr>
          <p:cNvSpPr>
            <a:spLocks noGrp="1"/>
          </p:cNvSpPr>
          <p:nvPr/>
        </p:nvSpPr>
        <p:spPr>
          <a:xfrm>
            <a:off x="8114618" y="58647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9" name="F1_main_prauc_1848">
            <a:extLst>
              <a:ext uri="{FF2B5EF4-FFF2-40B4-BE49-F238E27FC236}">
                <a16:creationId xmlns:a16="http://schemas.microsoft.com/office/drawing/2014/main" id="{00D937E0-5A39-4C52-9EE7-89E9B9E32BC7}"/>
              </a:ext>
            </a:extLst>
          </p:cNvPr>
          <p:cNvSpPr>
            <a:spLocks noGrp="1"/>
          </p:cNvSpPr>
          <p:nvPr/>
        </p:nvSpPr>
        <p:spPr>
          <a:xfrm>
            <a:off x="80646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0" name="F1_main_prauc_1849">
            <a:extLst>
              <a:ext uri="{FF2B5EF4-FFF2-40B4-BE49-F238E27FC236}">
                <a16:creationId xmlns:a16="http://schemas.microsoft.com/office/drawing/2014/main" id="{C79E6A41-D5A2-45FA-98AB-4C35A75638A5}"/>
              </a:ext>
            </a:extLst>
          </p:cNvPr>
          <p:cNvSpPr>
            <a:spLocks noGrp="1"/>
          </p:cNvSpPr>
          <p:nvPr/>
        </p:nvSpPr>
        <p:spPr>
          <a:xfrm>
            <a:off x="826677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1" name="F1_main_prauc_1850">
            <a:extLst>
              <a:ext uri="{FF2B5EF4-FFF2-40B4-BE49-F238E27FC236}">
                <a16:creationId xmlns:a16="http://schemas.microsoft.com/office/drawing/2014/main" id="{654786D9-2B3E-4017-9026-179C0DAAAF3F}"/>
              </a:ext>
            </a:extLst>
          </p:cNvPr>
          <p:cNvSpPr>
            <a:spLocks noGrp="1"/>
          </p:cNvSpPr>
          <p:nvPr/>
        </p:nvSpPr>
        <p:spPr>
          <a:xfrm>
            <a:off x="2270299" y="609784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2" name="F1_main_prauc_1851">
            <a:extLst>
              <a:ext uri="{FF2B5EF4-FFF2-40B4-BE49-F238E27FC236}">
                <a16:creationId xmlns:a16="http://schemas.microsoft.com/office/drawing/2014/main" id="{DD342B40-302C-4408-B26C-0CD416E6B3F4}"/>
              </a:ext>
            </a:extLst>
          </p:cNvPr>
          <p:cNvSpPr>
            <a:spLocks noGrp="1"/>
          </p:cNvSpPr>
          <p:nvPr/>
        </p:nvSpPr>
        <p:spPr>
          <a:xfrm>
            <a:off x="2253217" y="6097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3" name="F1_main_prauc_1852">
            <a:extLst>
              <a:ext uri="{FF2B5EF4-FFF2-40B4-BE49-F238E27FC236}">
                <a16:creationId xmlns:a16="http://schemas.microsoft.com/office/drawing/2014/main" id="{6B2823BD-EBD7-471C-B231-F55D9779495B}"/>
              </a:ext>
            </a:extLst>
          </p:cNvPr>
          <p:cNvSpPr>
            <a:spLocks noGrp="1"/>
          </p:cNvSpPr>
          <p:nvPr/>
        </p:nvSpPr>
        <p:spPr>
          <a:xfrm>
            <a:off x="2375004" y="512232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4" name="F1_main_prauc_1853">
            <a:extLst>
              <a:ext uri="{FF2B5EF4-FFF2-40B4-BE49-F238E27FC236}">
                <a16:creationId xmlns:a16="http://schemas.microsoft.com/office/drawing/2014/main" id="{F46258B8-6E76-4A81-9E01-9971B77F9AD8}"/>
              </a:ext>
            </a:extLst>
          </p:cNvPr>
          <p:cNvSpPr>
            <a:spLocks noGrp="1"/>
          </p:cNvSpPr>
          <p:nvPr/>
        </p:nvSpPr>
        <p:spPr>
          <a:xfrm>
            <a:off x="2339271" y="60978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5" name="F1_main_prauc_1854">
            <a:extLst>
              <a:ext uri="{FF2B5EF4-FFF2-40B4-BE49-F238E27FC236}">
                <a16:creationId xmlns:a16="http://schemas.microsoft.com/office/drawing/2014/main" id="{0F3A7457-F47D-4117-AB22-34906E1D1575}"/>
              </a:ext>
            </a:extLst>
          </p:cNvPr>
          <p:cNvSpPr>
            <a:spLocks noGrp="1"/>
          </p:cNvSpPr>
          <p:nvPr/>
        </p:nvSpPr>
        <p:spPr>
          <a:xfrm>
            <a:off x="2191403" y="44810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6" name="F1_main_prauc_1855">
            <a:extLst>
              <a:ext uri="{FF2B5EF4-FFF2-40B4-BE49-F238E27FC236}">
                <a16:creationId xmlns:a16="http://schemas.microsoft.com/office/drawing/2014/main" id="{89561ED8-178B-4AEF-8C72-60C34AEB2734}"/>
              </a:ext>
            </a:extLst>
          </p:cNvPr>
          <p:cNvSpPr>
            <a:spLocks noGrp="1"/>
          </p:cNvSpPr>
          <p:nvPr/>
        </p:nvSpPr>
        <p:spPr>
          <a:xfrm>
            <a:off x="2307722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7" name="F1_main_prauc_1856">
            <a:extLst>
              <a:ext uri="{FF2B5EF4-FFF2-40B4-BE49-F238E27FC236}">
                <a16:creationId xmlns:a16="http://schemas.microsoft.com/office/drawing/2014/main" id="{73E2DDF0-7CC4-4B66-A9FC-C7FDDBB7A689}"/>
              </a:ext>
            </a:extLst>
          </p:cNvPr>
          <p:cNvSpPr>
            <a:spLocks noGrp="1"/>
          </p:cNvSpPr>
          <p:nvPr/>
        </p:nvSpPr>
        <p:spPr>
          <a:xfrm>
            <a:off x="2159612" y="609776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8" name="F1_main_prauc_1857">
            <a:extLst>
              <a:ext uri="{FF2B5EF4-FFF2-40B4-BE49-F238E27FC236}">
                <a16:creationId xmlns:a16="http://schemas.microsoft.com/office/drawing/2014/main" id="{994DA5FF-C85B-4B8B-B41E-5BFB3F213610}"/>
              </a:ext>
            </a:extLst>
          </p:cNvPr>
          <p:cNvSpPr>
            <a:spLocks noGrp="1"/>
          </p:cNvSpPr>
          <p:nvPr/>
        </p:nvSpPr>
        <p:spPr>
          <a:xfrm>
            <a:off x="2133118" y="40391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9" name="F1_main_prauc_1858">
            <a:extLst>
              <a:ext uri="{FF2B5EF4-FFF2-40B4-BE49-F238E27FC236}">
                <a16:creationId xmlns:a16="http://schemas.microsoft.com/office/drawing/2014/main" id="{45F69016-1FD1-4DDA-BDDB-3545F2B752B6}"/>
              </a:ext>
            </a:extLst>
          </p:cNvPr>
          <p:cNvSpPr>
            <a:spLocks noGrp="1"/>
          </p:cNvSpPr>
          <p:nvPr/>
        </p:nvSpPr>
        <p:spPr>
          <a:xfrm>
            <a:off x="2217714" y="609774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0" name="F1_main_prauc_1859">
            <a:extLst>
              <a:ext uri="{FF2B5EF4-FFF2-40B4-BE49-F238E27FC236}">
                <a16:creationId xmlns:a16="http://schemas.microsoft.com/office/drawing/2014/main" id="{CB5B1C1F-69B3-4D54-BA49-17AC28A867EE}"/>
              </a:ext>
            </a:extLst>
          </p:cNvPr>
          <p:cNvSpPr>
            <a:spLocks noGrp="1"/>
          </p:cNvSpPr>
          <p:nvPr/>
        </p:nvSpPr>
        <p:spPr>
          <a:xfrm>
            <a:off x="2307601" y="55895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1" name="F1_main_prauc_1860">
            <a:extLst>
              <a:ext uri="{FF2B5EF4-FFF2-40B4-BE49-F238E27FC236}">
                <a16:creationId xmlns:a16="http://schemas.microsoft.com/office/drawing/2014/main" id="{431318D0-390E-424D-A320-600D3271478B}"/>
              </a:ext>
            </a:extLst>
          </p:cNvPr>
          <p:cNvSpPr>
            <a:spLocks noGrp="1"/>
          </p:cNvSpPr>
          <p:nvPr/>
        </p:nvSpPr>
        <p:spPr>
          <a:xfrm>
            <a:off x="2215720" y="45043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2" name="F1_main_prauc_1861">
            <a:extLst>
              <a:ext uri="{FF2B5EF4-FFF2-40B4-BE49-F238E27FC236}">
                <a16:creationId xmlns:a16="http://schemas.microsoft.com/office/drawing/2014/main" id="{FBF86249-F160-4306-B1AB-920EDE7DC10E}"/>
              </a:ext>
            </a:extLst>
          </p:cNvPr>
          <p:cNvSpPr>
            <a:spLocks noGrp="1"/>
          </p:cNvSpPr>
          <p:nvPr/>
        </p:nvSpPr>
        <p:spPr>
          <a:xfrm>
            <a:off x="2254047" y="52058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3" name="F1_main_prauc_1862">
            <a:extLst>
              <a:ext uri="{FF2B5EF4-FFF2-40B4-BE49-F238E27FC236}">
                <a16:creationId xmlns:a16="http://schemas.microsoft.com/office/drawing/2014/main" id="{5077C29C-7A01-4FE6-B4E7-ED37855C6BAA}"/>
              </a:ext>
            </a:extLst>
          </p:cNvPr>
          <p:cNvSpPr>
            <a:spLocks noGrp="1"/>
          </p:cNvSpPr>
          <p:nvPr/>
        </p:nvSpPr>
        <p:spPr>
          <a:xfrm>
            <a:off x="2196492" y="517530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4" name="F1_main_prauc_1863">
            <a:extLst>
              <a:ext uri="{FF2B5EF4-FFF2-40B4-BE49-F238E27FC236}">
                <a16:creationId xmlns:a16="http://schemas.microsoft.com/office/drawing/2014/main" id="{F4A88B59-60C7-4969-B587-80D9044914AC}"/>
              </a:ext>
            </a:extLst>
          </p:cNvPr>
          <p:cNvSpPr>
            <a:spLocks noGrp="1"/>
          </p:cNvSpPr>
          <p:nvPr/>
        </p:nvSpPr>
        <p:spPr>
          <a:xfrm>
            <a:off x="2151513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5" name="F1_main_prauc_1864">
            <a:extLst>
              <a:ext uri="{FF2B5EF4-FFF2-40B4-BE49-F238E27FC236}">
                <a16:creationId xmlns:a16="http://schemas.microsoft.com/office/drawing/2014/main" id="{676CEF27-79CD-4F68-BDBB-8CA33C8719FD}"/>
              </a:ext>
            </a:extLst>
          </p:cNvPr>
          <p:cNvSpPr>
            <a:spLocks noGrp="1"/>
          </p:cNvSpPr>
          <p:nvPr/>
        </p:nvSpPr>
        <p:spPr>
          <a:xfrm>
            <a:off x="2278439" y="566940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6" name="F1_main_prauc_1865">
            <a:extLst>
              <a:ext uri="{FF2B5EF4-FFF2-40B4-BE49-F238E27FC236}">
                <a16:creationId xmlns:a16="http://schemas.microsoft.com/office/drawing/2014/main" id="{86487E13-E951-44A2-B41E-35FBE7D7BBE7}"/>
              </a:ext>
            </a:extLst>
          </p:cNvPr>
          <p:cNvSpPr>
            <a:spLocks noGrp="1"/>
          </p:cNvSpPr>
          <p:nvPr/>
        </p:nvSpPr>
        <p:spPr>
          <a:xfrm>
            <a:off x="2367762" y="499709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7" name="F1_main_prauc_1866">
            <a:extLst>
              <a:ext uri="{FF2B5EF4-FFF2-40B4-BE49-F238E27FC236}">
                <a16:creationId xmlns:a16="http://schemas.microsoft.com/office/drawing/2014/main" id="{C7257074-C4B6-4EA3-95C6-DB812E6DEE95}"/>
              </a:ext>
            </a:extLst>
          </p:cNvPr>
          <p:cNvSpPr>
            <a:spLocks noGrp="1"/>
          </p:cNvSpPr>
          <p:nvPr/>
        </p:nvSpPr>
        <p:spPr>
          <a:xfrm>
            <a:off x="2164027" y="609784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8" name="F1_main_prauc_1867">
            <a:extLst>
              <a:ext uri="{FF2B5EF4-FFF2-40B4-BE49-F238E27FC236}">
                <a16:creationId xmlns:a16="http://schemas.microsoft.com/office/drawing/2014/main" id="{8AB23525-025A-4893-B8AE-D08ECA4DE328}"/>
              </a:ext>
            </a:extLst>
          </p:cNvPr>
          <p:cNvSpPr>
            <a:spLocks noGrp="1"/>
          </p:cNvSpPr>
          <p:nvPr/>
        </p:nvSpPr>
        <p:spPr>
          <a:xfrm>
            <a:off x="2173086" y="48096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9" name="F1_main_prauc_1868">
            <a:extLst>
              <a:ext uri="{FF2B5EF4-FFF2-40B4-BE49-F238E27FC236}">
                <a16:creationId xmlns:a16="http://schemas.microsoft.com/office/drawing/2014/main" id="{07711C43-962C-459E-B715-F02DC3357F01}"/>
              </a:ext>
            </a:extLst>
          </p:cNvPr>
          <p:cNvSpPr>
            <a:spLocks noGrp="1"/>
          </p:cNvSpPr>
          <p:nvPr/>
        </p:nvSpPr>
        <p:spPr>
          <a:xfrm>
            <a:off x="2143640" y="455839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0" name="F1_main_prauc_1869">
            <a:extLst>
              <a:ext uri="{FF2B5EF4-FFF2-40B4-BE49-F238E27FC236}">
                <a16:creationId xmlns:a16="http://schemas.microsoft.com/office/drawing/2014/main" id="{775567E1-1299-4681-BB5E-1E843419FE47}"/>
              </a:ext>
            </a:extLst>
          </p:cNvPr>
          <p:cNvSpPr>
            <a:spLocks noGrp="1"/>
          </p:cNvSpPr>
          <p:nvPr/>
        </p:nvSpPr>
        <p:spPr>
          <a:xfrm>
            <a:off x="2296631" y="53254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1" name="F1_main_prauc_1870">
            <a:extLst>
              <a:ext uri="{FF2B5EF4-FFF2-40B4-BE49-F238E27FC236}">
                <a16:creationId xmlns:a16="http://schemas.microsoft.com/office/drawing/2014/main" id="{DB81934E-9AD7-4A60-9797-0A9CFECD664D}"/>
              </a:ext>
            </a:extLst>
          </p:cNvPr>
          <p:cNvSpPr>
            <a:spLocks noGrp="1"/>
          </p:cNvSpPr>
          <p:nvPr/>
        </p:nvSpPr>
        <p:spPr>
          <a:xfrm>
            <a:off x="2146937" y="55468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2" name="F1_main_prauc_1871">
            <a:extLst>
              <a:ext uri="{FF2B5EF4-FFF2-40B4-BE49-F238E27FC236}">
                <a16:creationId xmlns:a16="http://schemas.microsoft.com/office/drawing/2014/main" id="{80363673-BA49-4F5E-9C74-5C178A1E8347}"/>
              </a:ext>
            </a:extLst>
          </p:cNvPr>
          <p:cNvSpPr>
            <a:spLocks noGrp="1"/>
          </p:cNvSpPr>
          <p:nvPr/>
        </p:nvSpPr>
        <p:spPr>
          <a:xfrm>
            <a:off x="2245002" y="60977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3" name="F1_main_prauc_1872">
            <a:extLst>
              <a:ext uri="{FF2B5EF4-FFF2-40B4-BE49-F238E27FC236}">
                <a16:creationId xmlns:a16="http://schemas.microsoft.com/office/drawing/2014/main" id="{ADC49A39-7433-4B4E-ACF1-5D999B2AB975}"/>
              </a:ext>
            </a:extLst>
          </p:cNvPr>
          <p:cNvSpPr>
            <a:spLocks noGrp="1"/>
          </p:cNvSpPr>
          <p:nvPr/>
        </p:nvSpPr>
        <p:spPr>
          <a:xfrm>
            <a:off x="2203224" y="513283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4" name="F1_main_prauc_1873">
            <a:extLst>
              <a:ext uri="{FF2B5EF4-FFF2-40B4-BE49-F238E27FC236}">
                <a16:creationId xmlns:a16="http://schemas.microsoft.com/office/drawing/2014/main" id="{DB2CC9B4-3F3E-4C22-9935-F7EA64F1E4AE}"/>
              </a:ext>
            </a:extLst>
          </p:cNvPr>
          <p:cNvSpPr>
            <a:spLocks noGrp="1"/>
          </p:cNvSpPr>
          <p:nvPr/>
        </p:nvSpPr>
        <p:spPr>
          <a:xfrm>
            <a:off x="2218952" y="370070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5" name="F1_main_prauc_1874">
            <a:extLst>
              <a:ext uri="{FF2B5EF4-FFF2-40B4-BE49-F238E27FC236}">
                <a16:creationId xmlns:a16="http://schemas.microsoft.com/office/drawing/2014/main" id="{F4BFACB8-A10F-40FD-8438-25C0C2E7CF1D}"/>
              </a:ext>
            </a:extLst>
          </p:cNvPr>
          <p:cNvSpPr>
            <a:spLocks noGrp="1"/>
          </p:cNvSpPr>
          <p:nvPr/>
        </p:nvSpPr>
        <p:spPr>
          <a:xfrm>
            <a:off x="2133473" y="609784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6" name="F1_main_prauc_1875">
            <a:extLst>
              <a:ext uri="{FF2B5EF4-FFF2-40B4-BE49-F238E27FC236}">
                <a16:creationId xmlns:a16="http://schemas.microsoft.com/office/drawing/2014/main" id="{0D12DE2A-B0B6-43CB-B915-52ED5720C97E}"/>
              </a:ext>
            </a:extLst>
          </p:cNvPr>
          <p:cNvSpPr>
            <a:spLocks noGrp="1"/>
          </p:cNvSpPr>
          <p:nvPr/>
        </p:nvSpPr>
        <p:spPr>
          <a:xfrm>
            <a:off x="2278205" y="609784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7" name="F1_main_prauc_1876">
            <a:extLst>
              <a:ext uri="{FF2B5EF4-FFF2-40B4-BE49-F238E27FC236}">
                <a16:creationId xmlns:a16="http://schemas.microsoft.com/office/drawing/2014/main" id="{77702432-74FE-4132-A39B-7B3626DC43E9}"/>
              </a:ext>
            </a:extLst>
          </p:cNvPr>
          <p:cNvSpPr>
            <a:spLocks noGrp="1"/>
          </p:cNvSpPr>
          <p:nvPr/>
        </p:nvSpPr>
        <p:spPr>
          <a:xfrm>
            <a:off x="2161070" y="54594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8" name="F1_main_prauc_1877">
            <a:extLst>
              <a:ext uri="{FF2B5EF4-FFF2-40B4-BE49-F238E27FC236}">
                <a16:creationId xmlns:a16="http://schemas.microsoft.com/office/drawing/2014/main" id="{E590ED64-ADA0-4419-BC40-2109BB4C5337}"/>
              </a:ext>
            </a:extLst>
          </p:cNvPr>
          <p:cNvSpPr>
            <a:spLocks noGrp="1"/>
          </p:cNvSpPr>
          <p:nvPr/>
        </p:nvSpPr>
        <p:spPr>
          <a:xfrm>
            <a:off x="2236864" y="60977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9" name="F1_main_prauc_1878">
            <a:extLst>
              <a:ext uri="{FF2B5EF4-FFF2-40B4-BE49-F238E27FC236}">
                <a16:creationId xmlns:a16="http://schemas.microsoft.com/office/drawing/2014/main" id="{A160A53C-6FB5-4ACB-AABD-5FEED285D613}"/>
              </a:ext>
            </a:extLst>
          </p:cNvPr>
          <p:cNvSpPr>
            <a:spLocks noGrp="1"/>
          </p:cNvSpPr>
          <p:nvPr/>
        </p:nvSpPr>
        <p:spPr>
          <a:xfrm>
            <a:off x="2197179" y="42074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0" name="F1_main_prauc_1879">
            <a:extLst>
              <a:ext uri="{FF2B5EF4-FFF2-40B4-BE49-F238E27FC236}">
                <a16:creationId xmlns:a16="http://schemas.microsoft.com/office/drawing/2014/main" id="{76580F5C-C6C5-4471-8C91-5917A9D87304}"/>
              </a:ext>
            </a:extLst>
          </p:cNvPr>
          <p:cNvSpPr>
            <a:spLocks noGrp="1"/>
          </p:cNvSpPr>
          <p:nvPr/>
        </p:nvSpPr>
        <p:spPr>
          <a:xfrm>
            <a:off x="2144755" y="416610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1" name="F1_main_prauc_1880">
            <a:extLst>
              <a:ext uri="{FF2B5EF4-FFF2-40B4-BE49-F238E27FC236}">
                <a16:creationId xmlns:a16="http://schemas.microsoft.com/office/drawing/2014/main" id="{9BA2746D-BC23-4C6D-A745-E0ECE2C5B9A0}"/>
              </a:ext>
            </a:extLst>
          </p:cNvPr>
          <p:cNvSpPr>
            <a:spLocks noGrp="1"/>
          </p:cNvSpPr>
          <p:nvPr/>
        </p:nvSpPr>
        <p:spPr>
          <a:xfrm>
            <a:off x="2181299" y="60978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2" name="F1_main_prauc_1881">
            <a:extLst>
              <a:ext uri="{FF2B5EF4-FFF2-40B4-BE49-F238E27FC236}">
                <a16:creationId xmlns:a16="http://schemas.microsoft.com/office/drawing/2014/main" id="{1BE4697B-7752-470A-B728-A53D1FD39A32}"/>
              </a:ext>
            </a:extLst>
          </p:cNvPr>
          <p:cNvSpPr>
            <a:spLocks noGrp="1"/>
          </p:cNvSpPr>
          <p:nvPr/>
        </p:nvSpPr>
        <p:spPr>
          <a:xfrm>
            <a:off x="2329961" y="486378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3" name="F1_main_prauc_1882">
            <a:extLst>
              <a:ext uri="{FF2B5EF4-FFF2-40B4-BE49-F238E27FC236}">
                <a16:creationId xmlns:a16="http://schemas.microsoft.com/office/drawing/2014/main" id="{7C4E0176-F81E-458F-B138-657E4F848537}"/>
              </a:ext>
            </a:extLst>
          </p:cNvPr>
          <p:cNvSpPr>
            <a:spLocks noGrp="1"/>
          </p:cNvSpPr>
          <p:nvPr/>
        </p:nvSpPr>
        <p:spPr>
          <a:xfrm>
            <a:off x="2186971" y="60978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4" name="F1_main_prauc_1883">
            <a:extLst>
              <a:ext uri="{FF2B5EF4-FFF2-40B4-BE49-F238E27FC236}">
                <a16:creationId xmlns:a16="http://schemas.microsoft.com/office/drawing/2014/main" id="{C31DA8C3-6D91-49D4-980F-4BB563E8F442}"/>
              </a:ext>
            </a:extLst>
          </p:cNvPr>
          <p:cNvSpPr>
            <a:spLocks noGrp="1"/>
          </p:cNvSpPr>
          <p:nvPr/>
        </p:nvSpPr>
        <p:spPr>
          <a:xfrm>
            <a:off x="2261542" y="507342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5" name="F1_main_prauc_1884">
            <a:extLst>
              <a:ext uri="{FF2B5EF4-FFF2-40B4-BE49-F238E27FC236}">
                <a16:creationId xmlns:a16="http://schemas.microsoft.com/office/drawing/2014/main" id="{8948BC7D-C88C-41D0-8433-BD4F11AD1AD9}"/>
              </a:ext>
            </a:extLst>
          </p:cNvPr>
          <p:cNvSpPr>
            <a:spLocks noGrp="1"/>
          </p:cNvSpPr>
          <p:nvPr/>
        </p:nvSpPr>
        <p:spPr>
          <a:xfrm>
            <a:off x="2263628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6" name="F1_main_prauc_1885">
            <a:extLst>
              <a:ext uri="{FF2B5EF4-FFF2-40B4-BE49-F238E27FC236}">
                <a16:creationId xmlns:a16="http://schemas.microsoft.com/office/drawing/2014/main" id="{59E02887-8DE9-48A8-B5AB-4FD58FCBC3B2}"/>
              </a:ext>
            </a:extLst>
          </p:cNvPr>
          <p:cNvSpPr>
            <a:spLocks noGrp="1"/>
          </p:cNvSpPr>
          <p:nvPr/>
        </p:nvSpPr>
        <p:spPr>
          <a:xfrm>
            <a:off x="2343540" y="60978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7" name="F1_main_prauc_1886">
            <a:extLst>
              <a:ext uri="{FF2B5EF4-FFF2-40B4-BE49-F238E27FC236}">
                <a16:creationId xmlns:a16="http://schemas.microsoft.com/office/drawing/2014/main" id="{06BBE393-B288-4A84-907E-5723F55A25B5}"/>
              </a:ext>
            </a:extLst>
          </p:cNvPr>
          <p:cNvSpPr>
            <a:spLocks noGrp="1"/>
          </p:cNvSpPr>
          <p:nvPr/>
        </p:nvSpPr>
        <p:spPr>
          <a:xfrm>
            <a:off x="2219129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8" name="F1_main_prauc_1887">
            <a:extLst>
              <a:ext uri="{FF2B5EF4-FFF2-40B4-BE49-F238E27FC236}">
                <a16:creationId xmlns:a16="http://schemas.microsoft.com/office/drawing/2014/main" id="{1C41A726-0A43-4F91-A98A-AB05F51641CD}"/>
              </a:ext>
            </a:extLst>
          </p:cNvPr>
          <p:cNvSpPr>
            <a:spLocks noGrp="1"/>
          </p:cNvSpPr>
          <p:nvPr/>
        </p:nvSpPr>
        <p:spPr>
          <a:xfrm>
            <a:off x="2132928" y="55816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9" name="F1_main_prauc_1888">
            <a:extLst>
              <a:ext uri="{FF2B5EF4-FFF2-40B4-BE49-F238E27FC236}">
                <a16:creationId xmlns:a16="http://schemas.microsoft.com/office/drawing/2014/main" id="{50357EF9-8410-4346-803F-AE4ACC714548}"/>
              </a:ext>
            </a:extLst>
          </p:cNvPr>
          <p:cNvSpPr>
            <a:spLocks noGrp="1"/>
          </p:cNvSpPr>
          <p:nvPr/>
        </p:nvSpPr>
        <p:spPr>
          <a:xfrm>
            <a:off x="2219344" y="609780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0" name="F1_main_prauc_1889">
            <a:extLst>
              <a:ext uri="{FF2B5EF4-FFF2-40B4-BE49-F238E27FC236}">
                <a16:creationId xmlns:a16="http://schemas.microsoft.com/office/drawing/2014/main" id="{1C122EF3-2B14-47AC-AE39-8E2C1DF3ECF6}"/>
              </a:ext>
            </a:extLst>
          </p:cNvPr>
          <p:cNvSpPr>
            <a:spLocks noGrp="1"/>
          </p:cNvSpPr>
          <p:nvPr/>
        </p:nvSpPr>
        <p:spPr>
          <a:xfrm>
            <a:off x="2242125" y="40894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1" name="F1_main_prauc_1890">
            <a:extLst>
              <a:ext uri="{FF2B5EF4-FFF2-40B4-BE49-F238E27FC236}">
                <a16:creationId xmlns:a16="http://schemas.microsoft.com/office/drawing/2014/main" id="{E155A915-FE1E-4491-9185-66559B45B9EE}"/>
              </a:ext>
            </a:extLst>
          </p:cNvPr>
          <p:cNvSpPr>
            <a:spLocks noGrp="1"/>
          </p:cNvSpPr>
          <p:nvPr/>
        </p:nvSpPr>
        <p:spPr>
          <a:xfrm>
            <a:off x="2366194" y="60978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2" name="F1_main_prauc_1891">
            <a:extLst>
              <a:ext uri="{FF2B5EF4-FFF2-40B4-BE49-F238E27FC236}">
                <a16:creationId xmlns:a16="http://schemas.microsoft.com/office/drawing/2014/main" id="{956A405C-9A96-4FF3-98A0-10A50B7CB6D0}"/>
              </a:ext>
            </a:extLst>
          </p:cNvPr>
          <p:cNvSpPr>
            <a:spLocks noGrp="1"/>
          </p:cNvSpPr>
          <p:nvPr/>
        </p:nvSpPr>
        <p:spPr>
          <a:xfrm>
            <a:off x="2187618" y="371305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3" name="F1_main_prauc_1892">
            <a:extLst>
              <a:ext uri="{FF2B5EF4-FFF2-40B4-BE49-F238E27FC236}">
                <a16:creationId xmlns:a16="http://schemas.microsoft.com/office/drawing/2014/main" id="{390750A9-C8BB-42C9-A589-308D4BE6EC42}"/>
              </a:ext>
            </a:extLst>
          </p:cNvPr>
          <p:cNvSpPr>
            <a:spLocks noGrp="1"/>
          </p:cNvSpPr>
          <p:nvPr/>
        </p:nvSpPr>
        <p:spPr>
          <a:xfrm>
            <a:off x="2183040" y="609785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4" name="F1_main_prauc_1893">
            <a:extLst>
              <a:ext uri="{FF2B5EF4-FFF2-40B4-BE49-F238E27FC236}">
                <a16:creationId xmlns:a16="http://schemas.microsoft.com/office/drawing/2014/main" id="{EAF6EFAD-DECE-49F1-80F9-007F4B5CE4DB}"/>
              </a:ext>
            </a:extLst>
          </p:cNvPr>
          <p:cNvSpPr>
            <a:spLocks noGrp="1"/>
          </p:cNvSpPr>
          <p:nvPr/>
        </p:nvSpPr>
        <p:spPr>
          <a:xfrm>
            <a:off x="2366218" y="609780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5" name="F1_main_prauc_1894">
            <a:extLst>
              <a:ext uri="{FF2B5EF4-FFF2-40B4-BE49-F238E27FC236}">
                <a16:creationId xmlns:a16="http://schemas.microsoft.com/office/drawing/2014/main" id="{CC1F13F9-A09D-4B1B-9F94-E99F32B9F810}"/>
              </a:ext>
            </a:extLst>
          </p:cNvPr>
          <p:cNvSpPr>
            <a:spLocks noGrp="1"/>
          </p:cNvSpPr>
          <p:nvPr/>
        </p:nvSpPr>
        <p:spPr>
          <a:xfrm>
            <a:off x="2183311" y="609785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6" name="F1_main_prauc_1895">
            <a:extLst>
              <a:ext uri="{FF2B5EF4-FFF2-40B4-BE49-F238E27FC236}">
                <a16:creationId xmlns:a16="http://schemas.microsoft.com/office/drawing/2014/main" id="{70B80D38-2E6C-45B2-B774-1E5D57FB2716}"/>
              </a:ext>
            </a:extLst>
          </p:cNvPr>
          <p:cNvSpPr>
            <a:spLocks noGrp="1"/>
          </p:cNvSpPr>
          <p:nvPr/>
        </p:nvSpPr>
        <p:spPr>
          <a:xfrm>
            <a:off x="2375263" y="60864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7" name="F1_main_prauc_1896">
            <a:extLst>
              <a:ext uri="{FF2B5EF4-FFF2-40B4-BE49-F238E27FC236}">
                <a16:creationId xmlns:a16="http://schemas.microsoft.com/office/drawing/2014/main" id="{1156AAED-198C-43FA-BA93-62FA8D168827}"/>
              </a:ext>
            </a:extLst>
          </p:cNvPr>
          <p:cNvSpPr>
            <a:spLocks noGrp="1"/>
          </p:cNvSpPr>
          <p:nvPr/>
        </p:nvSpPr>
        <p:spPr>
          <a:xfrm>
            <a:off x="2189488" y="599850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8" name="F1_main_prauc_1897">
            <a:extLst>
              <a:ext uri="{FF2B5EF4-FFF2-40B4-BE49-F238E27FC236}">
                <a16:creationId xmlns:a16="http://schemas.microsoft.com/office/drawing/2014/main" id="{0B4F2C08-6B36-4319-808F-BAC3B21E9599}"/>
              </a:ext>
            </a:extLst>
          </p:cNvPr>
          <p:cNvSpPr>
            <a:spLocks noGrp="1"/>
          </p:cNvSpPr>
          <p:nvPr/>
        </p:nvSpPr>
        <p:spPr>
          <a:xfrm>
            <a:off x="2355635" y="60976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9" name="F1_main_prauc_1898">
            <a:extLst>
              <a:ext uri="{FF2B5EF4-FFF2-40B4-BE49-F238E27FC236}">
                <a16:creationId xmlns:a16="http://schemas.microsoft.com/office/drawing/2014/main" id="{FC5BB1F6-4265-4AA1-9954-0154493930A2}"/>
              </a:ext>
            </a:extLst>
          </p:cNvPr>
          <p:cNvSpPr>
            <a:spLocks noGrp="1"/>
          </p:cNvSpPr>
          <p:nvPr/>
        </p:nvSpPr>
        <p:spPr>
          <a:xfrm>
            <a:off x="2236916" y="565981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0" name="F1_main_prauc_1899">
            <a:extLst>
              <a:ext uri="{FF2B5EF4-FFF2-40B4-BE49-F238E27FC236}">
                <a16:creationId xmlns:a16="http://schemas.microsoft.com/office/drawing/2014/main" id="{54E8E8D4-6164-4F41-B1BD-47DDD54D71A8}"/>
              </a:ext>
            </a:extLst>
          </p:cNvPr>
          <p:cNvSpPr>
            <a:spLocks noGrp="1"/>
          </p:cNvSpPr>
          <p:nvPr/>
        </p:nvSpPr>
        <p:spPr>
          <a:xfrm>
            <a:off x="2341074" y="43229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1" name="F1_main_prauc_1900">
            <a:extLst>
              <a:ext uri="{FF2B5EF4-FFF2-40B4-BE49-F238E27FC236}">
                <a16:creationId xmlns:a16="http://schemas.microsoft.com/office/drawing/2014/main" id="{1C03C970-127A-4AD0-AC0B-EB6ED99F2274}"/>
              </a:ext>
            </a:extLst>
          </p:cNvPr>
          <p:cNvSpPr>
            <a:spLocks noGrp="1"/>
          </p:cNvSpPr>
          <p:nvPr/>
        </p:nvSpPr>
        <p:spPr>
          <a:xfrm>
            <a:off x="2177716" y="593420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2" name="F1_main_prauc_1901">
            <a:extLst>
              <a:ext uri="{FF2B5EF4-FFF2-40B4-BE49-F238E27FC236}">
                <a16:creationId xmlns:a16="http://schemas.microsoft.com/office/drawing/2014/main" id="{95486ABD-1B07-428B-83B2-A9602F0FEAFA}"/>
              </a:ext>
            </a:extLst>
          </p:cNvPr>
          <p:cNvSpPr>
            <a:spLocks noGrp="1"/>
          </p:cNvSpPr>
          <p:nvPr/>
        </p:nvSpPr>
        <p:spPr>
          <a:xfrm>
            <a:off x="2207715" y="609776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3" name="F1_main_prauc_1902">
            <a:extLst>
              <a:ext uri="{FF2B5EF4-FFF2-40B4-BE49-F238E27FC236}">
                <a16:creationId xmlns:a16="http://schemas.microsoft.com/office/drawing/2014/main" id="{E5FB5750-BC66-4E9F-A01D-86FCDFA30957}"/>
              </a:ext>
            </a:extLst>
          </p:cNvPr>
          <p:cNvSpPr>
            <a:spLocks noGrp="1"/>
          </p:cNvSpPr>
          <p:nvPr/>
        </p:nvSpPr>
        <p:spPr>
          <a:xfrm>
            <a:off x="2262161" y="56084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4" name="F1_main_prauc_1903">
            <a:extLst>
              <a:ext uri="{FF2B5EF4-FFF2-40B4-BE49-F238E27FC236}">
                <a16:creationId xmlns:a16="http://schemas.microsoft.com/office/drawing/2014/main" id="{A2FCCB98-A338-41E8-A37D-EA10A09B1AC3}"/>
              </a:ext>
            </a:extLst>
          </p:cNvPr>
          <p:cNvSpPr>
            <a:spLocks noGrp="1"/>
          </p:cNvSpPr>
          <p:nvPr/>
        </p:nvSpPr>
        <p:spPr>
          <a:xfrm>
            <a:off x="2257892" y="485772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5" name="F1_main_prauc_1904">
            <a:extLst>
              <a:ext uri="{FF2B5EF4-FFF2-40B4-BE49-F238E27FC236}">
                <a16:creationId xmlns:a16="http://schemas.microsoft.com/office/drawing/2014/main" id="{CF004B15-3B30-4D74-A368-BAC651542F76}"/>
              </a:ext>
            </a:extLst>
          </p:cNvPr>
          <p:cNvSpPr>
            <a:spLocks noGrp="1"/>
          </p:cNvSpPr>
          <p:nvPr/>
        </p:nvSpPr>
        <p:spPr>
          <a:xfrm>
            <a:off x="2281437" y="60978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6" name="F1_main_prauc_1905">
            <a:extLst>
              <a:ext uri="{FF2B5EF4-FFF2-40B4-BE49-F238E27FC236}">
                <a16:creationId xmlns:a16="http://schemas.microsoft.com/office/drawing/2014/main" id="{7675E9D7-F4EC-46DF-99C1-18E2253403E7}"/>
              </a:ext>
            </a:extLst>
          </p:cNvPr>
          <p:cNvSpPr>
            <a:spLocks noGrp="1"/>
          </p:cNvSpPr>
          <p:nvPr/>
        </p:nvSpPr>
        <p:spPr>
          <a:xfrm>
            <a:off x="2243317" y="471296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7" name="F1_main_prauc_1906">
            <a:extLst>
              <a:ext uri="{FF2B5EF4-FFF2-40B4-BE49-F238E27FC236}">
                <a16:creationId xmlns:a16="http://schemas.microsoft.com/office/drawing/2014/main" id="{76A5D968-A443-4FCC-9183-C7463F1E9E01}"/>
              </a:ext>
            </a:extLst>
          </p:cNvPr>
          <p:cNvSpPr>
            <a:spLocks noGrp="1"/>
          </p:cNvSpPr>
          <p:nvPr/>
        </p:nvSpPr>
        <p:spPr>
          <a:xfrm>
            <a:off x="2292765" y="520690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8" name="F1_main_prauc_1907">
            <a:extLst>
              <a:ext uri="{FF2B5EF4-FFF2-40B4-BE49-F238E27FC236}">
                <a16:creationId xmlns:a16="http://schemas.microsoft.com/office/drawing/2014/main" id="{1E5743F4-D84E-43AC-AB56-DDB4DECBA4BA}"/>
              </a:ext>
            </a:extLst>
          </p:cNvPr>
          <p:cNvSpPr>
            <a:spLocks noGrp="1"/>
          </p:cNvSpPr>
          <p:nvPr/>
        </p:nvSpPr>
        <p:spPr>
          <a:xfrm>
            <a:off x="2305049" y="383135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9" name="F1_main_prauc_1908">
            <a:extLst>
              <a:ext uri="{FF2B5EF4-FFF2-40B4-BE49-F238E27FC236}">
                <a16:creationId xmlns:a16="http://schemas.microsoft.com/office/drawing/2014/main" id="{8619AF06-AE6D-4788-869B-2366C407555B}"/>
              </a:ext>
            </a:extLst>
          </p:cNvPr>
          <p:cNvSpPr>
            <a:spLocks noGrp="1"/>
          </p:cNvSpPr>
          <p:nvPr/>
        </p:nvSpPr>
        <p:spPr>
          <a:xfrm>
            <a:off x="2191328" y="370768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0" name="F1_main_prauc_1909">
            <a:extLst>
              <a:ext uri="{FF2B5EF4-FFF2-40B4-BE49-F238E27FC236}">
                <a16:creationId xmlns:a16="http://schemas.microsoft.com/office/drawing/2014/main" id="{D18DE03A-956B-4DBD-BC03-D58A4CFB9FB1}"/>
              </a:ext>
            </a:extLst>
          </p:cNvPr>
          <p:cNvSpPr>
            <a:spLocks noGrp="1"/>
          </p:cNvSpPr>
          <p:nvPr/>
        </p:nvSpPr>
        <p:spPr>
          <a:xfrm>
            <a:off x="2329084" y="51367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1" name="F1_main_prauc_1910">
            <a:extLst>
              <a:ext uri="{FF2B5EF4-FFF2-40B4-BE49-F238E27FC236}">
                <a16:creationId xmlns:a16="http://schemas.microsoft.com/office/drawing/2014/main" id="{A2FC98CF-70FF-4B94-8E4A-E3798513A8E8}"/>
              </a:ext>
            </a:extLst>
          </p:cNvPr>
          <p:cNvSpPr>
            <a:spLocks noGrp="1"/>
          </p:cNvSpPr>
          <p:nvPr/>
        </p:nvSpPr>
        <p:spPr>
          <a:xfrm>
            <a:off x="2170690" y="467754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2" name="F1_main_prauc_1911">
            <a:extLst>
              <a:ext uri="{FF2B5EF4-FFF2-40B4-BE49-F238E27FC236}">
                <a16:creationId xmlns:a16="http://schemas.microsoft.com/office/drawing/2014/main" id="{9EE62C5E-1D47-4342-B87C-A41372086FE0}"/>
              </a:ext>
            </a:extLst>
          </p:cNvPr>
          <p:cNvSpPr>
            <a:spLocks noGrp="1"/>
          </p:cNvSpPr>
          <p:nvPr/>
        </p:nvSpPr>
        <p:spPr>
          <a:xfrm>
            <a:off x="2328914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3" name="F1_main_prauc_1912">
            <a:extLst>
              <a:ext uri="{FF2B5EF4-FFF2-40B4-BE49-F238E27FC236}">
                <a16:creationId xmlns:a16="http://schemas.microsoft.com/office/drawing/2014/main" id="{A00CB097-D892-4888-80FA-4C3BA2C29036}"/>
              </a:ext>
            </a:extLst>
          </p:cNvPr>
          <p:cNvSpPr>
            <a:spLocks noGrp="1"/>
          </p:cNvSpPr>
          <p:nvPr/>
        </p:nvSpPr>
        <p:spPr>
          <a:xfrm>
            <a:off x="2357807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4" name="F1_main_prauc_1913">
            <a:extLst>
              <a:ext uri="{FF2B5EF4-FFF2-40B4-BE49-F238E27FC236}">
                <a16:creationId xmlns:a16="http://schemas.microsoft.com/office/drawing/2014/main" id="{038266CD-2CAA-434F-8B06-E82E535FAF80}"/>
              </a:ext>
            </a:extLst>
          </p:cNvPr>
          <p:cNvSpPr>
            <a:spLocks noGrp="1"/>
          </p:cNvSpPr>
          <p:nvPr/>
        </p:nvSpPr>
        <p:spPr>
          <a:xfrm>
            <a:off x="2188309" y="60978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5" name="F1_main_prauc_1914">
            <a:extLst>
              <a:ext uri="{FF2B5EF4-FFF2-40B4-BE49-F238E27FC236}">
                <a16:creationId xmlns:a16="http://schemas.microsoft.com/office/drawing/2014/main" id="{2D262F62-7AB1-4DA7-862D-6CED00FB9C34}"/>
              </a:ext>
            </a:extLst>
          </p:cNvPr>
          <p:cNvSpPr>
            <a:spLocks noGrp="1"/>
          </p:cNvSpPr>
          <p:nvPr/>
        </p:nvSpPr>
        <p:spPr>
          <a:xfrm>
            <a:off x="2227932" y="57264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6" name="F1_main_prauc_1915">
            <a:extLst>
              <a:ext uri="{FF2B5EF4-FFF2-40B4-BE49-F238E27FC236}">
                <a16:creationId xmlns:a16="http://schemas.microsoft.com/office/drawing/2014/main" id="{D0ABA665-7241-405B-B081-59B600EA2B4C}"/>
              </a:ext>
            </a:extLst>
          </p:cNvPr>
          <p:cNvSpPr>
            <a:spLocks noGrp="1"/>
          </p:cNvSpPr>
          <p:nvPr/>
        </p:nvSpPr>
        <p:spPr>
          <a:xfrm>
            <a:off x="2316693" y="60978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7" name="F1_main_prauc_1916">
            <a:extLst>
              <a:ext uri="{FF2B5EF4-FFF2-40B4-BE49-F238E27FC236}">
                <a16:creationId xmlns:a16="http://schemas.microsoft.com/office/drawing/2014/main" id="{75F776D9-DB35-41BE-BD44-E6C0877D0160}"/>
              </a:ext>
            </a:extLst>
          </p:cNvPr>
          <p:cNvSpPr>
            <a:spLocks noGrp="1"/>
          </p:cNvSpPr>
          <p:nvPr/>
        </p:nvSpPr>
        <p:spPr>
          <a:xfrm>
            <a:off x="2326018" y="609779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8" name="F1_main_prauc_1917">
            <a:extLst>
              <a:ext uri="{FF2B5EF4-FFF2-40B4-BE49-F238E27FC236}">
                <a16:creationId xmlns:a16="http://schemas.microsoft.com/office/drawing/2014/main" id="{994096BA-6717-40F0-B764-C41FBEEF1563}"/>
              </a:ext>
            </a:extLst>
          </p:cNvPr>
          <p:cNvSpPr>
            <a:spLocks noGrp="1"/>
          </p:cNvSpPr>
          <p:nvPr/>
        </p:nvSpPr>
        <p:spPr>
          <a:xfrm>
            <a:off x="2171938" y="60978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9" name="F1_main_prauc_1918">
            <a:extLst>
              <a:ext uri="{FF2B5EF4-FFF2-40B4-BE49-F238E27FC236}">
                <a16:creationId xmlns:a16="http://schemas.microsoft.com/office/drawing/2014/main" id="{2EEBD24D-DC07-4BA1-9BDE-CEC7D22D49AE}"/>
              </a:ext>
            </a:extLst>
          </p:cNvPr>
          <p:cNvSpPr>
            <a:spLocks noGrp="1"/>
          </p:cNvSpPr>
          <p:nvPr/>
        </p:nvSpPr>
        <p:spPr>
          <a:xfrm>
            <a:off x="2205990" y="462021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0" name="F1_main_prauc_1919">
            <a:extLst>
              <a:ext uri="{FF2B5EF4-FFF2-40B4-BE49-F238E27FC236}">
                <a16:creationId xmlns:a16="http://schemas.microsoft.com/office/drawing/2014/main" id="{5F2CEA36-451F-4C2F-AADC-7208F70B3E46}"/>
              </a:ext>
            </a:extLst>
          </p:cNvPr>
          <p:cNvSpPr>
            <a:spLocks noGrp="1"/>
          </p:cNvSpPr>
          <p:nvPr/>
        </p:nvSpPr>
        <p:spPr>
          <a:xfrm>
            <a:off x="2164742" y="609781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1" name="F1_main_prauc_1920">
            <a:extLst>
              <a:ext uri="{FF2B5EF4-FFF2-40B4-BE49-F238E27FC236}">
                <a16:creationId xmlns:a16="http://schemas.microsoft.com/office/drawing/2014/main" id="{BC4D6CEC-1C54-40FF-9242-AC8947B0589E}"/>
              </a:ext>
            </a:extLst>
          </p:cNvPr>
          <p:cNvSpPr>
            <a:spLocks noGrp="1"/>
          </p:cNvSpPr>
          <p:nvPr/>
        </p:nvSpPr>
        <p:spPr>
          <a:xfrm>
            <a:off x="2202299" y="452844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2" name="F1_main_prauc_1921">
            <a:extLst>
              <a:ext uri="{FF2B5EF4-FFF2-40B4-BE49-F238E27FC236}">
                <a16:creationId xmlns:a16="http://schemas.microsoft.com/office/drawing/2014/main" id="{BADE392D-37D8-4552-99A0-A6190A8EC568}"/>
              </a:ext>
            </a:extLst>
          </p:cNvPr>
          <p:cNvSpPr>
            <a:spLocks noGrp="1"/>
          </p:cNvSpPr>
          <p:nvPr/>
        </p:nvSpPr>
        <p:spPr>
          <a:xfrm>
            <a:off x="2362063" y="55626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3" name="F1_main_prauc_1922">
            <a:extLst>
              <a:ext uri="{FF2B5EF4-FFF2-40B4-BE49-F238E27FC236}">
                <a16:creationId xmlns:a16="http://schemas.microsoft.com/office/drawing/2014/main" id="{691DCE86-698C-4CDB-91E6-958CA0F73324}"/>
              </a:ext>
            </a:extLst>
          </p:cNvPr>
          <p:cNvSpPr>
            <a:spLocks noGrp="1"/>
          </p:cNvSpPr>
          <p:nvPr/>
        </p:nvSpPr>
        <p:spPr>
          <a:xfrm>
            <a:off x="2345312" y="60895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4" name="F1_main_prauc_1923">
            <a:extLst>
              <a:ext uri="{FF2B5EF4-FFF2-40B4-BE49-F238E27FC236}">
                <a16:creationId xmlns:a16="http://schemas.microsoft.com/office/drawing/2014/main" id="{AE35E422-DD56-4138-910F-29A309647690}"/>
              </a:ext>
            </a:extLst>
          </p:cNvPr>
          <p:cNvSpPr>
            <a:spLocks noGrp="1"/>
          </p:cNvSpPr>
          <p:nvPr/>
        </p:nvSpPr>
        <p:spPr>
          <a:xfrm>
            <a:off x="2152287" y="599197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5" name="F1_main_prauc_1924">
            <a:extLst>
              <a:ext uri="{FF2B5EF4-FFF2-40B4-BE49-F238E27FC236}">
                <a16:creationId xmlns:a16="http://schemas.microsoft.com/office/drawing/2014/main" id="{0ECFEBF8-710C-4C7D-924C-BF2C9C017FB7}"/>
              </a:ext>
            </a:extLst>
          </p:cNvPr>
          <p:cNvSpPr>
            <a:spLocks noGrp="1"/>
          </p:cNvSpPr>
          <p:nvPr/>
        </p:nvSpPr>
        <p:spPr>
          <a:xfrm>
            <a:off x="2254005" y="58701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6" name="F1_main_prauc_1925">
            <a:extLst>
              <a:ext uri="{FF2B5EF4-FFF2-40B4-BE49-F238E27FC236}">
                <a16:creationId xmlns:a16="http://schemas.microsoft.com/office/drawing/2014/main" id="{920C6682-B017-4727-B8F3-DAAA737B5473}"/>
              </a:ext>
            </a:extLst>
          </p:cNvPr>
          <p:cNvSpPr>
            <a:spLocks noGrp="1"/>
          </p:cNvSpPr>
          <p:nvPr/>
        </p:nvSpPr>
        <p:spPr>
          <a:xfrm>
            <a:off x="2278313" y="60804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7" name="F1_main_prauc_1926">
            <a:extLst>
              <a:ext uri="{FF2B5EF4-FFF2-40B4-BE49-F238E27FC236}">
                <a16:creationId xmlns:a16="http://schemas.microsoft.com/office/drawing/2014/main" id="{5C6E2536-EC32-4124-8621-2EA16B5D43B8}"/>
              </a:ext>
            </a:extLst>
          </p:cNvPr>
          <p:cNvSpPr>
            <a:spLocks noGrp="1"/>
          </p:cNvSpPr>
          <p:nvPr/>
        </p:nvSpPr>
        <p:spPr>
          <a:xfrm>
            <a:off x="2276447" y="609776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8" name="F1_main_prauc_1927">
            <a:extLst>
              <a:ext uri="{FF2B5EF4-FFF2-40B4-BE49-F238E27FC236}">
                <a16:creationId xmlns:a16="http://schemas.microsoft.com/office/drawing/2014/main" id="{7A08B0A6-DEAE-4E5A-BC7D-EAE2886CE557}"/>
              </a:ext>
            </a:extLst>
          </p:cNvPr>
          <p:cNvSpPr>
            <a:spLocks noGrp="1"/>
          </p:cNvSpPr>
          <p:nvPr/>
        </p:nvSpPr>
        <p:spPr>
          <a:xfrm>
            <a:off x="2316524" y="429119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9" name="F1_main_prauc_1928">
            <a:extLst>
              <a:ext uri="{FF2B5EF4-FFF2-40B4-BE49-F238E27FC236}">
                <a16:creationId xmlns:a16="http://schemas.microsoft.com/office/drawing/2014/main" id="{2DB5E970-7F4E-4BA3-AB31-19A09868760E}"/>
              </a:ext>
            </a:extLst>
          </p:cNvPr>
          <p:cNvSpPr>
            <a:spLocks noGrp="1"/>
          </p:cNvSpPr>
          <p:nvPr/>
        </p:nvSpPr>
        <p:spPr>
          <a:xfrm>
            <a:off x="2201662" y="60978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0" name="F1_main_prauc_1929">
            <a:extLst>
              <a:ext uri="{FF2B5EF4-FFF2-40B4-BE49-F238E27FC236}">
                <a16:creationId xmlns:a16="http://schemas.microsoft.com/office/drawing/2014/main" id="{92F65A24-ABF8-47F5-8849-DC803BE3F428}"/>
              </a:ext>
            </a:extLst>
          </p:cNvPr>
          <p:cNvSpPr>
            <a:spLocks noGrp="1"/>
          </p:cNvSpPr>
          <p:nvPr/>
        </p:nvSpPr>
        <p:spPr>
          <a:xfrm>
            <a:off x="2210974" y="609758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1" name="F1_main_prauc_1930">
            <a:extLst>
              <a:ext uri="{FF2B5EF4-FFF2-40B4-BE49-F238E27FC236}">
                <a16:creationId xmlns:a16="http://schemas.microsoft.com/office/drawing/2014/main" id="{35DACB15-C23D-4D3E-8479-86473BD0B922}"/>
              </a:ext>
            </a:extLst>
          </p:cNvPr>
          <p:cNvSpPr>
            <a:spLocks noGrp="1"/>
          </p:cNvSpPr>
          <p:nvPr/>
        </p:nvSpPr>
        <p:spPr>
          <a:xfrm>
            <a:off x="2153110" y="424217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2" name="F1_main_prauc_1931">
            <a:extLst>
              <a:ext uri="{FF2B5EF4-FFF2-40B4-BE49-F238E27FC236}">
                <a16:creationId xmlns:a16="http://schemas.microsoft.com/office/drawing/2014/main" id="{28FC6ED7-E4C6-482F-BD8E-441016F96D66}"/>
              </a:ext>
            </a:extLst>
          </p:cNvPr>
          <p:cNvSpPr>
            <a:spLocks noGrp="1"/>
          </p:cNvSpPr>
          <p:nvPr/>
        </p:nvSpPr>
        <p:spPr>
          <a:xfrm>
            <a:off x="2209925" y="454154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3" name="F1_main_prauc_1932">
            <a:extLst>
              <a:ext uri="{FF2B5EF4-FFF2-40B4-BE49-F238E27FC236}">
                <a16:creationId xmlns:a16="http://schemas.microsoft.com/office/drawing/2014/main" id="{38B14DAA-6FDF-42DE-9751-74F0696DB3BF}"/>
              </a:ext>
            </a:extLst>
          </p:cNvPr>
          <p:cNvSpPr>
            <a:spLocks noGrp="1"/>
          </p:cNvSpPr>
          <p:nvPr/>
        </p:nvSpPr>
        <p:spPr>
          <a:xfrm>
            <a:off x="2262840" y="47880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4" name="F1_main_prauc_1933">
            <a:extLst>
              <a:ext uri="{FF2B5EF4-FFF2-40B4-BE49-F238E27FC236}">
                <a16:creationId xmlns:a16="http://schemas.microsoft.com/office/drawing/2014/main" id="{5F958CA3-22F8-4A0C-8423-5D9FC2D71638}"/>
              </a:ext>
            </a:extLst>
          </p:cNvPr>
          <p:cNvSpPr>
            <a:spLocks noGrp="1"/>
          </p:cNvSpPr>
          <p:nvPr/>
        </p:nvSpPr>
        <p:spPr>
          <a:xfrm>
            <a:off x="2297194" y="60978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5" name="F1_main_prauc_1934">
            <a:extLst>
              <a:ext uri="{FF2B5EF4-FFF2-40B4-BE49-F238E27FC236}">
                <a16:creationId xmlns:a16="http://schemas.microsoft.com/office/drawing/2014/main" id="{DDC9E1BB-B3EE-48BA-989D-8327725384E4}"/>
              </a:ext>
            </a:extLst>
          </p:cNvPr>
          <p:cNvSpPr>
            <a:spLocks noGrp="1"/>
          </p:cNvSpPr>
          <p:nvPr/>
        </p:nvSpPr>
        <p:spPr>
          <a:xfrm>
            <a:off x="2159649" y="46228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6" name="F1_main_prauc_1935">
            <a:extLst>
              <a:ext uri="{FF2B5EF4-FFF2-40B4-BE49-F238E27FC236}">
                <a16:creationId xmlns:a16="http://schemas.microsoft.com/office/drawing/2014/main" id="{FF6CBC69-0CE0-42EC-AC6F-62E5B53C113D}"/>
              </a:ext>
            </a:extLst>
          </p:cNvPr>
          <p:cNvSpPr>
            <a:spLocks noGrp="1"/>
          </p:cNvSpPr>
          <p:nvPr/>
        </p:nvSpPr>
        <p:spPr>
          <a:xfrm>
            <a:off x="2167171" y="543331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7" name="F1_main_prauc_1936">
            <a:extLst>
              <a:ext uri="{FF2B5EF4-FFF2-40B4-BE49-F238E27FC236}">
                <a16:creationId xmlns:a16="http://schemas.microsoft.com/office/drawing/2014/main" id="{686E9DFB-BEEE-4E3C-A3EF-D78224F11D78}"/>
              </a:ext>
            </a:extLst>
          </p:cNvPr>
          <p:cNvSpPr>
            <a:spLocks noGrp="1"/>
          </p:cNvSpPr>
          <p:nvPr/>
        </p:nvSpPr>
        <p:spPr>
          <a:xfrm>
            <a:off x="2313857" y="60925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8" name="F1_main_prauc_1937">
            <a:extLst>
              <a:ext uri="{FF2B5EF4-FFF2-40B4-BE49-F238E27FC236}">
                <a16:creationId xmlns:a16="http://schemas.microsoft.com/office/drawing/2014/main" id="{DAF9C895-59DB-42CB-A257-37886FD40C10}"/>
              </a:ext>
            </a:extLst>
          </p:cNvPr>
          <p:cNvSpPr>
            <a:spLocks noGrp="1"/>
          </p:cNvSpPr>
          <p:nvPr/>
        </p:nvSpPr>
        <p:spPr>
          <a:xfrm>
            <a:off x="2195006" y="6097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9" name="F1_main_prauc_1938">
            <a:extLst>
              <a:ext uri="{FF2B5EF4-FFF2-40B4-BE49-F238E27FC236}">
                <a16:creationId xmlns:a16="http://schemas.microsoft.com/office/drawing/2014/main" id="{63639508-7CC3-4170-896C-C9D4235E8DEB}"/>
              </a:ext>
            </a:extLst>
          </p:cNvPr>
          <p:cNvSpPr>
            <a:spLocks noGrp="1"/>
          </p:cNvSpPr>
          <p:nvPr/>
        </p:nvSpPr>
        <p:spPr>
          <a:xfrm>
            <a:off x="2192925" y="609781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0" name="F1_main_prauc_1939">
            <a:extLst>
              <a:ext uri="{FF2B5EF4-FFF2-40B4-BE49-F238E27FC236}">
                <a16:creationId xmlns:a16="http://schemas.microsoft.com/office/drawing/2014/main" id="{04F2291A-933A-4697-96AE-75CCE4A9F818}"/>
              </a:ext>
            </a:extLst>
          </p:cNvPr>
          <p:cNvSpPr>
            <a:spLocks noGrp="1"/>
          </p:cNvSpPr>
          <p:nvPr/>
        </p:nvSpPr>
        <p:spPr>
          <a:xfrm>
            <a:off x="2313657" y="516254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1" name="F1_main_prauc_1940">
            <a:extLst>
              <a:ext uri="{FF2B5EF4-FFF2-40B4-BE49-F238E27FC236}">
                <a16:creationId xmlns:a16="http://schemas.microsoft.com/office/drawing/2014/main" id="{9946B9E8-827F-421A-B504-A9F152A9CAA8}"/>
              </a:ext>
            </a:extLst>
          </p:cNvPr>
          <p:cNvSpPr>
            <a:spLocks noGrp="1"/>
          </p:cNvSpPr>
          <p:nvPr/>
        </p:nvSpPr>
        <p:spPr>
          <a:xfrm>
            <a:off x="2182177" y="609782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2" name="F1_main_prauc_1941">
            <a:extLst>
              <a:ext uri="{FF2B5EF4-FFF2-40B4-BE49-F238E27FC236}">
                <a16:creationId xmlns:a16="http://schemas.microsoft.com/office/drawing/2014/main" id="{F9C112F5-BCB1-4C31-96D9-1FA600397E7E}"/>
              </a:ext>
            </a:extLst>
          </p:cNvPr>
          <p:cNvSpPr>
            <a:spLocks noGrp="1"/>
          </p:cNvSpPr>
          <p:nvPr/>
        </p:nvSpPr>
        <p:spPr>
          <a:xfrm>
            <a:off x="2174945" y="609221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3" name="F1_main_prauc_1942">
            <a:extLst>
              <a:ext uri="{FF2B5EF4-FFF2-40B4-BE49-F238E27FC236}">
                <a16:creationId xmlns:a16="http://schemas.microsoft.com/office/drawing/2014/main" id="{112938A8-4447-42A4-9E6A-66B53427A780}"/>
              </a:ext>
            </a:extLst>
          </p:cNvPr>
          <p:cNvSpPr>
            <a:spLocks noGrp="1"/>
          </p:cNvSpPr>
          <p:nvPr/>
        </p:nvSpPr>
        <p:spPr>
          <a:xfrm>
            <a:off x="2191379" y="6097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4" name="F1_main_prauc_1943">
            <a:extLst>
              <a:ext uri="{FF2B5EF4-FFF2-40B4-BE49-F238E27FC236}">
                <a16:creationId xmlns:a16="http://schemas.microsoft.com/office/drawing/2014/main" id="{1165B6A5-DBE7-43D8-8041-8641BB178146}"/>
              </a:ext>
            </a:extLst>
          </p:cNvPr>
          <p:cNvSpPr>
            <a:spLocks noGrp="1"/>
          </p:cNvSpPr>
          <p:nvPr/>
        </p:nvSpPr>
        <p:spPr>
          <a:xfrm>
            <a:off x="2334377" y="60818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5" name="F1_main_prauc_1944">
            <a:extLst>
              <a:ext uri="{FF2B5EF4-FFF2-40B4-BE49-F238E27FC236}">
                <a16:creationId xmlns:a16="http://schemas.microsoft.com/office/drawing/2014/main" id="{CBB78D80-1983-411C-8EB6-D48316E3D724}"/>
              </a:ext>
            </a:extLst>
          </p:cNvPr>
          <p:cNvSpPr>
            <a:spLocks noGrp="1"/>
          </p:cNvSpPr>
          <p:nvPr/>
        </p:nvSpPr>
        <p:spPr>
          <a:xfrm>
            <a:off x="2373983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6" name="F1_main_prauc_1945">
            <a:extLst>
              <a:ext uri="{FF2B5EF4-FFF2-40B4-BE49-F238E27FC236}">
                <a16:creationId xmlns:a16="http://schemas.microsoft.com/office/drawing/2014/main" id="{5E926ED2-D8F4-4122-AA9B-C684EC5775BB}"/>
              </a:ext>
            </a:extLst>
          </p:cNvPr>
          <p:cNvSpPr>
            <a:spLocks noGrp="1"/>
          </p:cNvSpPr>
          <p:nvPr/>
        </p:nvSpPr>
        <p:spPr>
          <a:xfrm>
            <a:off x="2189147" y="56566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7" name="F1_main_prauc_1946">
            <a:extLst>
              <a:ext uri="{FF2B5EF4-FFF2-40B4-BE49-F238E27FC236}">
                <a16:creationId xmlns:a16="http://schemas.microsoft.com/office/drawing/2014/main" id="{22107FC2-EBA1-48E2-9690-AB371361D428}"/>
              </a:ext>
            </a:extLst>
          </p:cNvPr>
          <p:cNvSpPr>
            <a:spLocks noGrp="1"/>
          </p:cNvSpPr>
          <p:nvPr/>
        </p:nvSpPr>
        <p:spPr>
          <a:xfrm>
            <a:off x="2143465" y="609785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8" name="F1_main_prauc_1947">
            <a:extLst>
              <a:ext uri="{FF2B5EF4-FFF2-40B4-BE49-F238E27FC236}">
                <a16:creationId xmlns:a16="http://schemas.microsoft.com/office/drawing/2014/main" id="{74CD2859-3C0F-4617-84C3-1C80D7560ACD}"/>
              </a:ext>
            </a:extLst>
          </p:cNvPr>
          <p:cNvSpPr>
            <a:spLocks noGrp="1"/>
          </p:cNvSpPr>
          <p:nvPr/>
        </p:nvSpPr>
        <p:spPr>
          <a:xfrm>
            <a:off x="2267695" y="454299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9" name="F1_main_prauc_1948">
            <a:extLst>
              <a:ext uri="{FF2B5EF4-FFF2-40B4-BE49-F238E27FC236}">
                <a16:creationId xmlns:a16="http://schemas.microsoft.com/office/drawing/2014/main" id="{180AD488-98CC-4CC6-98EC-F7AD99C38AFD}"/>
              </a:ext>
            </a:extLst>
          </p:cNvPr>
          <p:cNvSpPr>
            <a:spLocks noGrp="1"/>
          </p:cNvSpPr>
          <p:nvPr/>
        </p:nvSpPr>
        <p:spPr>
          <a:xfrm>
            <a:off x="2307617" y="58267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0" name="F1_main_prauc_1949">
            <a:extLst>
              <a:ext uri="{FF2B5EF4-FFF2-40B4-BE49-F238E27FC236}">
                <a16:creationId xmlns:a16="http://schemas.microsoft.com/office/drawing/2014/main" id="{83BAF9BE-D645-428F-9B98-72908ACEA002}"/>
              </a:ext>
            </a:extLst>
          </p:cNvPr>
          <p:cNvSpPr>
            <a:spLocks noGrp="1"/>
          </p:cNvSpPr>
          <p:nvPr/>
        </p:nvSpPr>
        <p:spPr>
          <a:xfrm>
            <a:off x="2311360" y="434299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1" name="F1_main_prauc_1950">
            <a:extLst>
              <a:ext uri="{FF2B5EF4-FFF2-40B4-BE49-F238E27FC236}">
                <a16:creationId xmlns:a16="http://schemas.microsoft.com/office/drawing/2014/main" id="{55337D77-1B76-4A13-8F53-FFEA60C8E447}"/>
              </a:ext>
            </a:extLst>
          </p:cNvPr>
          <p:cNvSpPr>
            <a:spLocks noGrp="1"/>
          </p:cNvSpPr>
          <p:nvPr/>
        </p:nvSpPr>
        <p:spPr>
          <a:xfrm>
            <a:off x="2163029" y="38311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2" name="F1_main_prauc_1951">
            <a:extLst>
              <a:ext uri="{FF2B5EF4-FFF2-40B4-BE49-F238E27FC236}">
                <a16:creationId xmlns:a16="http://schemas.microsoft.com/office/drawing/2014/main" id="{215A82DA-8C19-4D81-97FC-77027FBF9781}"/>
              </a:ext>
            </a:extLst>
          </p:cNvPr>
          <p:cNvSpPr>
            <a:spLocks noGrp="1"/>
          </p:cNvSpPr>
          <p:nvPr/>
        </p:nvSpPr>
        <p:spPr>
          <a:xfrm>
            <a:off x="2356710" y="60977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3" name="F1_main_prauc_1952">
            <a:extLst>
              <a:ext uri="{FF2B5EF4-FFF2-40B4-BE49-F238E27FC236}">
                <a16:creationId xmlns:a16="http://schemas.microsoft.com/office/drawing/2014/main" id="{4A75108A-3A1E-4CF5-BE77-CDF20BF0BF21}"/>
              </a:ext>
            </a:extLst>
          </p:cNvPr>
          <p:cNvSpPr>
            <a:spLocks noGrp="1"/>
          </p:cNvSpPr>
          <p:nvPr/>
        </p:nvSpPr>
        <p:spPr>
          <a:xfrm>
            <a:off x="2268540" y="609784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4" name="F1_main_prauc_1953">
            <a:extLst>
              <a:ext uri="{FF2B5EF4-FFF2-40B4-BE49-F238E27FC236}">
                <a16:creationId xmlns:a16="http://schemas.microsoft.com/office/drawing/2014/main" id="{79D33E84-8EAE-4733-AE7E-422CDF9A536F}"/>
              </a:ext>
            </a:extLst>
          </p:cNvPr>
          <p:cNvSpPr>
            <a:spLocks noGrp="1"/>
          </p:cNvSpPr>
          <p:nvPr/>
        </p:nvSpPr>
        <p:spPr>
          <a:xfrm>
            <a:off x="2176200" y="557352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5" name="F1_main_prauc_1954">
            <a:extLst>
              <a:ext uri="{FF2B5EF4-FFF2-40B4-BE49-F238E27FC236}">
                <a16:creationId xmlns:a16="http://schemas.microsoft.com/office/drawing/2014/main" id="{06658BA5-D619-4C6B-B0B9-849D24A9154D}"/>
              </a:ext>
            </a:extLst>
          </p:cNvPr>
          <p:cNvSpPr>
            <a:spLocks noGrp="1"/>
          </p:cNvSpPr>
          <p:nvPr/>
        </p:nvSpPr>
        <p:spPr>
          <a:xfrm>
            <a:off x="2185414" y="5231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6" name="F1_main_prauc_1955">
            <a:extLst>
              <a:ext uri="{FF2B5EF4-FFF2-40B4-BE49-F238E27FC236}">
                <a16:creationId xmlns:a16="http://schemas.microsoft.com/office/drawing/2014/main" id="{172C5327-0E65-49DF-867E-E78BDC274ACC}"/>
              </a:ext>
            </a:extLst>
          </p:cNvPr>
          <p:cNvSpPr>
            <a:spLocks noGrp="1"/>
          </p:cNvSpPr>
          <p:nvPr/>
        </p:nvSpPr>
        <p:spPr>
          <a:xfrm>
            <a:off x="2204165" y="5365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7" name="F1_main_prauc_1956">
            <a:extLst>
              <a:ext uri="{FF2B5EF4-FFF2-40B4-BE49-F238E27FC236}">
                <a16:creationId xmlns:a16="http://schemas.microsoft.com/office/drawing/2014/main" id="{46ADD2B6-4AA6-4831-BC92-D689703208A3}"/>
              </a:ext>
            </a:extLst>
          </p:cNvPr>
          <p:cNvSpPr>
            <a:spLocks noGrp="1"/>
          </p:cNvSpPr>
          <p:nvPr/>
        </p:nvSpPr>
        <p:spPr>
          <a:xfrm>
            <a:off x="2300690" y="417914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8" name="F1_main_prauc_1957">
            <a:extLst>
              <a:ext uri="{FF2B5EF4-FFF2-40B4-BE49-F238E27FC236}">
                <a16:creationId xmlns:a16="http://schemas.microsoft.com/office/drawing/2014/main" id="{F0C4E5FC-8DEF-4FBF-8E30-F62BCA1ED700}"/>
              </a:ext>
            </a:extLst>
          </p:cNvPr>
          <p:cNvSpPr>
            <a:spLocks noGrp="1"/>
          </p:cNvSpPr>
          <p:nvPr/>
        </p:nvSpPr>
        <p:spPr>
          <a:xfrm>
            <a:off x="2140162" y="3908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9" name="F1_main_prauc_1958">
            <a:extLst>
              <a:ext uri="{FF2B5EF4-FFF2-40B4-BE49-F238E27FC236}">
                <a16:creationId xmlns:a16="http://schemas.microsoft.com/office/drawing/2014/main" id="{3C4A1E67-91FE-451D-A133-FD04CA713A1D}"/>
              </a:ext>
            </a:extLst>
          </p:cNvPr>
          <p:cNvSpPr>
            <a:spLocks noGrp="1"/>
          </p:cNvSpPr>
          <p:nvPr/>
        </p:nvSpPr>
        <p:spPr>
          <a:xfrm>
            <a:off x="2133391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0" name="F1_main_prauc_1959">
            <a:extLst>
              <a:ext uri="{FF2B5EF4-FFF2-40B4-BE49-F238E27FC236}">
                <a16:creationId xmlns:a16="http://schemas.microsoft.com/office/drawing/2014/main" id="{1EBA63E1-B4C4-422E-9C41-7D1CCBE96E60}"/>
              </a:ext>
            </a:extLst>
          </p:cNvPr>
          <p:cNvSpPr>
            <a:spLocks noGrp="1"/>
          </p:cNvSpPr>
          <p:nvPr/>
        </p:nvSpPr>
        <p:spPr>
          <a:xfrm>
            <a:off x="2199680" y="51858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1" name="F1_main_prauc_1960">
            <a:extLst>
              <a:ext uri="{FF2B5EF4-FFF2-40B4-BE49-F238E27FC236}">
                <a16:creationId xmlns:a16="http://schemas.microsoft.com/office/drawing/2014/main" id="{52F36525-1BA2-4CD5-AAD8-5EE16DB9903E}"/>
              </a:ext>
            </a:extLst>
          </p:cNvPr>
          <p:cNvSpPr>
            <a:spLocks noGrp="1"/>
          </p:cNvSpPr>
          <p:nvPr/>
        </p:nvSpPr>
        <p:spPr>
          <a:xfrm>
            <a:off x="2245462" y="5982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2" name="F1_main_prauc_1961">
            <a:extLst>
              <a:ext uri="{FF2B5EF4-FFF2-40B4-BE49-F238E27FC236}">
                <a16:creationId xmlns:a16="http://schemas.microsoft.com/office/drawing/2014/main" id="{583DF391-DC01-4A48-9460-799A8A2F1944}"/>
              </a:ext>
            </a:extLst>
          </p:cNvPr>
          <p:cNvSpPr>
            <a:spLocks noGrp="1"/>
          </p:cNvSpPr>
          <p:nvPr/>
        </p:nvSpPr>
        <p:spPr>
          <a:xfrm>
            <a:off x="2204474" y="60978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3" name="F1_main_prauc_1962">
            <a:extLst>
              <a:ext uri="{FF2B5EF4-FFF2-40B4-BE49-F238E27FC236}">
                <a16:creationId xmlns:a16="http://schemas.microsoft.com/office/drawing/2014/main" id="{64D54DB6-7584-458E-B36A-BFDE44992C37}"/>
              </a:ext>
            </a:extLst>
          </p:cNvPr>
          <p:cNvSpPr>
            <a:spLocks noGrp="1"/>
          </p:cNvSpPr>
          <p:nvPr/>
        </p:nvSpPr>
        <p:spPr>
          <a:xfrm>
            <a:off x="2142855" y="609779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4" name="F1_main_prauc_1963">
            <a:extLst>
              <a:ext uri="{FF2B5EF4-FFF2-40B4-BE49-F238E27FC236}">
                <a16:creationId xmlns:a16="http://schemas.microsoft.com/office/drawing/2014/main" id="{27717857-AF49-44FE-9C9A-9BBBDED3D04C}"/>
              </a:ext>
            </a:extLst>
          </p:cNvPr>
          <p:cNvSpPr>
            <a:spLocks noGrp="1"/>
          </p:cNvSpPr>
          <p:nvPr/>
        </p:nvSpPr>
        <p:spPr>
          <a:xfrm>
            <a:off x="2147147" y="51922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5" name="F1_main_prauc_1964">
            <a:extLst>
              <a:ext uri="{FF2B5EF4-FFF2-40B4-BE49-F238E27FC236}">
                <a16:creationId xmlns:a16="http://schemas.microsoft.com/office/drawing/2014/main" id="{70C7F99C-8E38-484D-AB6E-72ADBD81C2CB}"/>
              </a:ext>
            </a:extLst>
          </p:cNvPr>
          <p:cNvSpPr>
            <a:spLocks noGrp="1"/>
          </p:cNvSpPr>
          <p:nvPr/>
        </p:nvSpPr>
        <p:spPr>
          <a:xfrm>
            <a:off x="2265696" y="60978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6" name="F1_main_prauc_1965">
            <a:extLst>
              <a:ext uri="{FF2B5EF4-FFF2-40B4-BE49-F238E27FC236}">
                <a16:creationId xmlns:a16="http://schemas.microsoft.com/office/drawing/2014/main" id="{974EB8C6-A44E-4226-B25F-396BB9A1FD4B}"/>
              </a:ext>
            </a:extLst>
          </p:cNvPr>
          <p:cNvSpPr>
            <a:spLocks noGrp="1"/>
          </p:cNvSpPr>
          <p:nvPr/>
        </p:nvSpPr>
        <p:spPr>
          <a:xfrm>
            <a:off x="2224770" y="60977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7" name="F1_main_prauc_1966">
            <a:extLst>
              <a:ext uri="{FF2B5EF4-FFF2-40B4-BE49-F238E27FC236}">
                <a16:creationId xmlns:a16="http://schemas.microsoft.com/office/drawing/2014/main" id="{0AE7F491-90B8-4AED-A3D5-562AA76A5609}"/>
              </a:ext>
            </a:extLst>
          </p:cNvPr>
          <p:cNvSpPr>
            <a:spLocks noGrp="1"/>
          </p:cNvSpPr>
          <p:nvPr/>
        </p:nvSpPr>
        <p:spPr>
          <a:xfrm>
            <a:off x="2199673" y="58757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8" name="F1_main_prauc_1967">
            <a:extLst>
              <a:ext uri="{FF2B5EF4-FFF2-40B4-BE49-F238E27FC236}">
                <a16:creationId xmlns:a16="http://schemas.microsoft.com/office/drawing/2014/main" id="{401D1782-8DBE-40A8-A191-DEC77E6472AC}"/>
              </a:ext>
            </a:extLst>
          </p:cNvPr>
          <p:cNvSpPr>
            <a:spLocks noGrp="1"/>
          </p:cNvSpPr>
          <p:nvPr/>
        </p:nvSpPr>
        <p:spPr>
          <a:xfrm>
            <a:off x="2311898" y="6097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9" name="F1_main_prauc_1968">
            <a:extLst>
              <a:ext uri="{FF2B5EF4-FFF2-40B4-BE49-F238E27FC236}">
                <a16:creationId xmlns:a16="http://schemas.microsoft.com/office/drawing/2014/main" id="{F42F06E3-A20B-4E25-87F8-10FA4C33605A}"/>
              </a:ext>
            </a:extLst>
          </p:cNvPr>
          <p:cNvSpPr>
            <a:spLocks noGrp="1"/>
          </p:cNvSpPr>
          <p:nvPr/>
        </p:nvSpPr>
        <p:spPr>
          <a:xfrm>
            <a:off x="2292004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0" name="F1_main_prauc_1969">
            <a:extLst>
              <a:ext uri="{FF2B5EF4-FFF2-40B4-BE49-F238E27FC236}">
                <a16:creationId xmlns:a16="http://schemas.microsoft.com/office/drawing/2014/main" id="{A24539E5-0B6C-4A0A-841F-05713C229969}"/>
              </a:ext>
            </a:extLst>
          </p:cNvPr>
          <p:cNvSpPr>
            <a:spLocks noGrp="1"/>
          </p:cNvSpPr>
          <p:nvPr/>
        </p:nvSpPr>
        <p:spPr>
          <a:xfrm>
            <a:off x="2296354" y="430528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1" name="F1_main_prauc_1970">
            <a:extLst>
              <a:ext uri="{FF2B5EF4-FFF2-40B4-BE49-F238E27FC236}">
                <a16:creationId xmlns:a16="http://schemas.microsoft.com/office/drawing/2014/main" id="{FB97A0A7-71FA-4D9F-AA43-D8FE81BAF0F4}"/>
              </a:ext>
            </a:extLst>
          </p:cNvPr>
          <p:cNvSpPr>
            <a:spLocks noGrp="1"/>
          </p:cNvSpPr>
          <p:nvPr/>
        </p:nvSpPr>
        <p:spPr>
          <a:xfrm>
            <a:off x="2354865" y="58676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2" name="F1_main_prauc_1971">
            <a:extLst>
              <a:ext uri="{FF2B5EF4-FFF2-40B4-BE49-F238E27FC236}">
                <a16:creationId xmlns:a16="http://schemas.microsoft.com/office/drawing/2014/main" id="{0CA30C75-ACC6-4960-A0D9-1C187663CE22}"/>
              </a:ext>
            </a:extLst>
          </p:cNvPr>
          <p:cNvSpPr>
            <a:spLocks noGrp="1"/>
          </p:cNvSpPr>
          <p:nvPr/>
        </p:nvSpPr>
        <p:spPr>
          <a:xfrm>
            <a:off x="2190698" y="609720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3" name="F1_main_prauc_1972">
            <a:extLst>
              <a:ext uri="{FF2B5EF4-FFF2-40B4-BE49-F238E27FC236}">
                <a16:creationId xmlns:a16="http://schemas.microsoft.com/office/drawing/2014/main" id="{2C29FEFF-88F0-4CA7-823E-3B04E4E22F57}"/>
              </a:ext>
            </a:extLst>
          </p:cNvPr>
          <p:cNvSpPr>
            <a:spLocks noGrp="1"/>
          </p:cNvSpPr>
          <p:nvPr/>
        </p:nvSpPr>
        <p:spPr>
          <a:xfrm>
            <a:off x="2292818" y="609773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4" name="F1_main_prauc_1973">
            <a:extLst>
              <a:ext uri="{FF2B5EF4-FFF2-40B4-BE49-F238E27FC236}">
                <a16:creationId xmlns:a16="http://schemas.microsoft.com/office/drawing/2014/main" id="{FA9B933D-00BA-4EA9-A4D0-3B2EA2C122D2}"/>
              </a:ext>
            </a:extLst>
          </p:cNvPr>
          <p:cNvSpPr>
            <a:spLocks noGrp="1"/>
          </p:cNvSpPr>
          <p:nvPr/>
        </p:nvSpPr>
        <p:spPr>
          <a:xfrm>
            <a:off x="2170844" y="55850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5" name="F1_main_prauc_1974">
            <a:extLst>
              <a:ext uri="{FF2B5EF4-FFF2-40B4-BE49-F238E27FC236}">
                <a16:creationId xmlns:a16="http://schemas.microsoft.com/office/drawing/2014/main" id="{8865BD02-B2DF-4D0A-8D46-3603D7CC811E}"/>
              </a:ext>
            </a:extLst>
          </p:cNvPr>
          <p:cNvSpPr>
            <a:spLocks noGrp="1"/>
          </p:cNvSpPr>
          <p:nvPr/>
        </p:nvSpPr>
        <p:spPr>
          <a:xfrm>
            <a:off x="2243164" y="606752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6" name="F1_main_prauc_1975">
            <a:extLst>
              <a:ext uri="{FF2B5EF4-FFF2-40B4-BE49-F238E27FC236}">
                <a16:creationId xmlns:a16="http://schemas.microsoft.com/office/drawing/2014/main" id="{00D44FE9-DA09-4BB7-948C-0B9E1BC2AECB}"/>
              </a:ext>
            </a:extLst>
          </p:cNvPr>
          <p:cNvSpPr>
            <a:spLocks noGrp="1"/>
          </p:cNvSpPr>
          <p:nvPr/>
        </p:nvSpPr>
        <p:spPr>
          <a:xfrm>
            <a:off x="2196150" y="609781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7" name="F1_main_prauc_1976">
            <a:extLst>
              <a:ext uri="{FF2B5EF4-FFF2-40B4-BE49-F238E27FC236}">
                <a16:creationId xmlns:a16="http://schemas.microsoft.com/office/drawing/2014/main" id="{B63140F9-D280-4F7D-8718-0684472B1946}"/>
              </a:ext>
            </a:extLst>
          </p:cNvPr>
          <p:cNvSpPr>
            <a:spLocks noGrp="1"/>
          </p:cNvSpPr>
          <p:nvPr/>
        </p:nvSpPr>
        <p:spPr>
          <a:xfrm>
            <a:off x="2219946" y="609774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8" name="F1_main_prauc_1977">
            <a:extLst>
              <a:ext uri="{FF2B5EF4-FFF2-40B4-BE49-F238E27FC236}">
                <a16:creationId xmlns:a16="http://schemas.microsoft.com/office/drawing/2014/main" id="{FBD3BF9B-122F-41B7-8E62-AC29FBF7CC79}"/>
              </a:ext>
            </a:extLst>
          </p:cNvPr>
          <p:cNvSpPr>
            <a:spLocks noGrp="1"/>
          </p:cNvSpPr>
          <p:nvPr/>
        </p:nvSpPr>
        <p:spPr>
          <a:xfrm>
            <a:off x="2364724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9" name="F1_main_prauc_1978">
            <a:extLst>
              <a:ext uri="{FF2B5EF4-FFF2-40B4-BE49-F238E27FC236}">
                <a16:creationId xmlns:a16="http://schemas.microsoft.com/office/drawing/2014/main" id="{56025AC5-B107-467F-80DB-5F37C549BC1F}"/>
              </a:ext>
            </a:extLst>
          </p:cNvPr>
          <p:cNvSpPr>
            <a:spLocks noGrp="1"/>
          </p:cNvSpPr>
          <p:nvPr/>
        </p:nvSpPr>
        <p:spPr>
          <a:xfrm>
            <a:off x="2378927" y="58131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0" name="F1_main_prauc_1979">
            <a:extLst>
              <a:ext uri="{FF2B5EF4-FFF2-40B4-BE49-F238E27FC236}">
                <a16:creationId xmlns:a16="http://schemas.microsoft.com/office/drawing/2014/main" id="{7A21AD92-1B17-407D-96F8-72A26BD7BE8D}"/>
              </a:ext>
            </a:extLst>
          </p:cNvPr>
          <p:cNvSpPr>
            <a:spLocks noGrp="1"/>
          </p:cNvSpPr>
          <p:nvPr/>
        </p:nvSpPr>
        <p:spPr>
          <a:xfrm>
            <a:off x="2326531" y="427550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1" name="F1_main_prauc_1980">
            <a:extLst>
              <a:ext uri="{FF2B5EF4-FFF2-40B4-BE49-F238E27FC236}">
                <a16:creationId xmlns:a16="http://schemas.microsoft.com/office/drawing/2014/main" id="{6E59DD34-AC59-4D40-8CC0-AEB453F372CB}"/>
              </a:ext>
            </a:extLst>
          </p:cNvPr>
          <p:cNvSpPr>
            <a:spLocks noGrp="1"/>
          </p:cNvSpPr>
          <p:nvPr/>
        </p:nvSpPr>
        <p:spPr>
          <a:xfrm>
            <a:off x="2219862" y="475577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2" name="F1_main_prauc_1981">
            <a:extLst>
              <a:ext uri="{FF2B5EF4-FFF2-40B4-BE49-F238E27FC236}">
                <a16:creationId xmlns:a16="http://schemas.microsoft.com/office/drawing/2014/main" id="{788CECDD-9B72-45BE-B8A6-42C39E4D34D3}"/>
              </a:ext>
            </a:extLst>
          </p:cNvPr>
          <p:cNvSpPr>
            <a:spLocks noGrp="1"/>
          </p:cNvSpPr>
          <p:nvPr/>
        </p:nvSpPr>
        <p:spPr>
          <a:xfrm>
            <a:off x="2370484" y="4663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3" name="F1_main_prauc_1982">
            <a:extLst>
              <a:ext uri="{FF2B5EF4-FFF2-40B4-BE49-F238E27FC236}">
                <a16:creationId xmlns:a16="http://schemas.microsoft.com/office/drawing/2014/main" id="{F822659B-408D-4B41-9F88-26568808B70D}"/>
              </a:ext>
            </a:extLst>
          </p:cNvPr>
          <p:cNvSpPr>
            <a:spLocks noGrp="1"/>
          </p:cNvSpPr>
          <p:nvPr/>
        </p:nvSpPr>
        <p:spPr>
          <a:xfrm>
            <a:off x="2375090" y="609780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4" name="F1_main_prauc_1983">
            <a:extLst>
              <a:ext uri="{FF2B5EF4-FFF2-40B4-BE49-F238E27FC236}">
                <a16:creationId xmlns:a16="http://schemas.microsoft.com/office/drawing/2014/main" id="{C3B70EEF-C6E0-46CB-B2E0-89E24A7F5D8F}"/>
              </a:ext>
            </a:extLst>
          </p:cNvPr>
          <p:cNvSpPr>
            <a:spLocks noGrp="1"/>
          </p:cNvSpPr>
          <p:nvPr/>
        </p:nvSpPr>
        <p:spPr>
          <a:xfrm>
            <a:off x="2149381" y="417835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5" name="F1_main_prauc_1984">
            <a:extLst>
              <a:ext uri="{FF2B5EF4-FFF2-40B4-BE49-F238E27FC236}">
                <a16:creationId xmlns:a16="http://schemas.microsoft.com/office/drawing/2014/main" id="{2B4F1B70-D450-40EE-8F5A-85BBC1169713}"/>
              </a:ext>
            </a:extLst>
          </p:cNvPr>
          <p:cNvSpPr>
            <a:spLocks noGrp="1"/>
          </p:cNvSpPr>
          <p:nvPr/>
        </p:nvSpPr>
        <p:spPr>
          <a:xfrm>
            <a:off x="2328357" y="47952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6" name="F1_main_prauc_1985">
            <a:extLst>
              <a:ext uri="{FF2B5EF4-FFF2-40B4-BE49-F238E27FC236}">
                <a16:creationId xmlns:a16="http://schemas.microsoft.com/office/drawing/2014/main" id="{AED83F65-A095-4A8F-A250-5A6D86E2AE8E}"/>
              </a:ext>
            </a:extLst>
          </p:cNvPr>
          <p:cNvSpPr>
            <a:spLocks noGrp="1"/>
          </p:cNvSpPr>
          <p:nvPr/>
        </p:nvSpPr>
        <p:spPr>
          <a:xfrm>
            <a:off x="2204361" y="356508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7" name="F1_main_prauc_1986">
            <a:extLst>
              <a:ext uri="{FF2B5EF4-FFF2-40B4-BE49-F238E27FC236}">
                <a16:creationId xmlns:a16="http://schemas.microsoft.com/office/drawing/2014/main" id="{EF76486E-B22D-40C7-8C96-767E49DA7705}"/>
              </a:ext>
            </a:extLst>
          </p:cNvPr>
          <p:cNvSpPr>
            <a:spLocks noGrp="1"/>
          </p:cNvSpPr>
          <p:nvPr/>
        </p:nvSpPr>
        <p:spPr>
          <a:xfrm>
            <a:off x="2367213" y="50692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8" name="F1_main_prauc_1987">
            <a:extLst>
              <a:ext uri="{FF2B5EF4-FFF2-40B4-BE49-F238E27FC236}">
                <a16:creationId xmlns:a16="http://schemas.microsoft.com/office/drawing/2014/main" id="{19DA36E2-EC15-490C-96AE-16C7706F49D4}"/>
              </a:ext>
            </a:extLst>
          </p:cNvPr>
          <p:cNvSpPr>
            <a:spLocks noGrp="1"/>
          </p:cNvSpPr>
          <p:nvPr/>
        </p:nvSpPr>
        <p:spPr>
          <a:xfrm>
            <a:off x="2360134" y="48440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9" name="F1_main_prauc_1988">
            <a:extLst>
              <a:ext uri="{FF2B5EF4-FFF2-40B4-BE49-F238E27FC236}">
                <a16:creationId xmlns:a16="http://schemas.microsoft.com/office/drawing/2014/main" id="{13D4248E-A3E7-4D7A-80E9-D2D14D4BFD1B}"/>
              </a:ext>
            </a:extLst>
          </p:cNvPr>
          <p:cNvSpPr>
            <a:spLocks noGrp="1"/>
          </p:cNvSpPr>
          <p:nvPr/>
        </p:nvSpPr>
        <p:spPr>
          <a:xfrm>
            <a:off x="2369614" y="59440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0" name="F1_main_prauc_1989">
            <a:extLst>
              <a:ext uri="{FF2B5EF4-FFF2-40B4-BE49-F238E27FC236}">
                <a16:creationId xmlns:a16="http://schemas.microsoft.com/office/drawing/2014/main" id="{80963BDE-8332-459C-8D46-1125C21F7530}"/>
              </a:ext>
            </a:extLst>
          </p:cNvPr>
          <p:cNvSpPr>
            <a:spLocks noGrp="1"/>
          </p:cNvSpPr>
          <p:nvPr/>
        </p:nvSpPr>
        <p:spPr>
          <a:xfrm>
            <a:off x="2246216" y="609783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1" name="F1_main_prauc_1990">
            <a:extLst>
              <a:ext uri="{FF2B5EF4-FFF2-40B4-BE49-F238E27FC236}">
                <a16:creationId xmlns:a16="http://schemas.microsoft.com/office/drawing/2014/main" id="{FB2D9111-2C26-474E-9D46-692CAA63053E}"/>
              </a:ext>
            </a:extLst>
          </p:cNvPr>
          <p:cNvSpPr>
            <a:spLocks noGrp="1"/>
          </p:cNvSpPr>
          <p:nvPr/>
        </p:nvSpPr>
        <p:spPr>
          <a:xfrm>
            <a:off x="2298434" y="43753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2" name="F1_main_prauc_1991">
            <a:extLst>
              <a:ext uri="{FF2B5EF4-FFF2-40B4-BE49-F238E27FC236}">
                <a16:creationId xmlns:a16="http://schemas.microsoft.com/office/drawing/2014/main" id="{CF854372-EE10-42FE-927B-BC0453E023E9}"/>
              </a:ext>
            </a:extLst>
          </p:cNvPr>
          <p:cNvSpPr>
            <a:spLocks noGrp="1"/>
          </p:cNvSpPr>
          <p:nvPr/>
        </p:nvSpPr>
        <p:spPr>
          <a:xfrm>
            <a:off x="2186650" y="60978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3" name="F1_main_prauc_1992">
            <a:extLst>
              <a:ext uri="{FF2B5EF4-FFF2-40B4-BE49-F238E27FC236}">
                <a16:creationId xmlns:a16="http://schemas.microsoft.com/office/drawing/2014/main" id="{5D48BC42-67D7-49B8-A32A-B0AFFD583F99}"/>
              </a:ext>
            </a:extLst>
          </p:cNvPr>
          <p:cNvSpPr>
            <a:spLocks noGrp="1"/>
          </p:cNvSpPr>
          <p:nvPr/>
        </p:nvSpPr>
        <p:spPr>
          <a:xfrm>
            <a:off x="2244269" y="584650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4" name="F1_main_prauc_1993">
            <a:extLst>
              <a:ext uri="{FF2B5EF4-FFF2-40B4-BE49-F238E27FC236}">
                <a16:creationId xmlns:a16="http://schemas.microsoft.com/office/drawing/2014/main" id="{16EE60F5-DCE3-4BD0-B765-816394A15288}"/>
              </a:ext>
            </a:extLst>
          </p:cNvPr>
          <p:cNvSpPr>
            <a:spLocks noGrp="1"/>
          </p:cNvSpPr>
          <p:nvPr/>
        </p:nvSpPr>
        <p:spPr>
          <a:xfrm>
            <a:off x="2341493" y="609776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5" name="F1_main_prauc_1994">
            <a:extLst>
              <a:ext uri="{FF2B5EF4-FFF2-40B4-BE49-F238E27FC236}">
                <a16:creationId xmlns:a16="http://schemas.microsoft.com/office/drawing/2014/main" id="{B87B4877-6BB3-4D0F-BD3A-2870865C82EF}"/>
              </a:ext>
            </a:extLst>
          </p:cNvPr>
          <p:cNvSpPr>
            <a:spLocks noGrp="1"/>
          </p:cNvSpPr>
          <p:nvPr/>
        </p:nvSpPr>
        <p:spPr>
          <a:xfrm>
            <a:off x="2247791" y="554088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6" name="F1_main_prauc_1995">
            <a:extLst>
              <a:ext uri="{FF2B5EF4-FFF2-40B4-BE49-F238E27FC236}">
                <a16:creationId xmlns:a16="http://schemas.microsoft.com/office/drawing/2014/main" id="{E4609B98-648A-4A93-A0B0-E577E0EBB27C}"/>
              </a:ext>
            </a:extLst>
          </p:cNvPr>
          <p:cNvSpPr>
            <a:spLocks noGrp="1"/>
          </p:cNvSpPr>
          <p:nvPr/>
        </p:nvSpPr>
        <p:spPr>
          <a:xfrm>
            <a:off x="2305038" y="519985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7" name="F1_main_prauc_1996">
            <a:extLst>
              <a:ext uri="{FF2B5EF4-FFF2-40B4-BE49-F238E27FC236}">
                <a16:creationId xmlns:a16="http://schemas.microsoft.com/office/drawing/2014/main" id="{12DB8740-BF8F-4982-9802-1716392CC064}"/>
              </a:ext>
            </a:extLst>
          </p:cNvPr>
          <p:cNvSpPr>
            <a:spLocks noGrp="1"/>
          </p:cNvSpPr>
          <p:nvPr/>
        </p:nvSpPr>
        <p:spPr>
          <a:xfrm>
            <a:off x="2363432" y="520462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8" name="F1_main_prauc_1997">
            <a:extLst>
              <a:ext uri="{FF2B5EF4-FFF2-40B4-BE49-F238E27FC236}">
                <a16:creationId xmlns:a16="http://schemas.microsoft.com/office/drawing/2014/main" id="{41126217-72DA-461A-8459-61E53BC8FDE8}"/>
              </a:ext>
            </a:extLst>
          </p:cNvPr>
          <p:cNvSpPr>
            <a:spLocks noGrp="1"/>
          </p:cNvSpPr>
          <p:nvPr/>
        </p:nvSpPr>
        <p:spPr>
          <a:xfrm>
            <a:off x="2374672" y="60017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9" name="F1_main_prauc_1998">
            <a:extLst>
              <a:ext uri="{FF2B5EF4-FFF2-40B4-BE49-F238E27FC236}">
                <a16:creationId xmlns:a16="http://schemas.microsoft.com/office/drawing/2014/main" id="{A5798901-F027-4343-8725-5E07A6D9A650}"/>
              </a:ext>
            </a:extLst>
          </p:cNvPr>
          <p:cNvSpPr>
            <a:spLocks noGrp="1"/>
          </p:cNvSpPr>
          <p:nvPr/>
        </p:nvSpPr>
        <p:spPr>
          <a:xfrm>
            <a:off x="2279225" y="467835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0" name="F1_main_prauc_1999">
            <a:extLst>
              <a:ext uri="{FF2B5EF4-FFF2-40B4-BE49-F238E27FC236}">
                <a16:creationId xmlns:a16="http://schemas.microsoft.com/office/drawing/2014/main" id="{E8ECE38B-E095-4ED4-8450-8091A988CC87}"/>
              </a:ext>
            </a:extLst>
          </p:cNvPr>
          <p:cNvSpPr>
            <a:spLocks noGrp="1"/>
          </p:cNvSpPr>
          <p:nvPr/>
        </p:nvSpPr>
        <p:spPr>
          <a:xfrm>
            <a:off x="2151752" y="412339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1" name="F1_main_prauc_2000">
            <a:extLst>
              <a:ext uri="{FF2B5EF4-FFF2-40B4-BE49-F238E27FC236}">
                <a16:creationId xmlns:a16="http://schemas.microsoft.com/office/drawing/2014/main" id="{2C86C543-3ECE-4BA4-B62C-53A16DF32707}"/>
              </a:ext>
            </a:extLst>
          </p:cNvPr>
          <p:cNvSpPr>
            <a:spLocks noGrp="1"/>
          </p:cNvSpPr>
          <p:nvPr/>
        </p:nvSpPr>
        <p:spPr>
          <a:xfrm>
            <a:off x="2355193" y="43082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2" name="F1_main_prauc_2001">
            <a:extLst>
              <a:ext uri="{FF2B5EF4-FFF2-40B4-BE49-F238E27FC236}">
                <a16:creationId xmlns:a16="http://schemas.microsoft.com/office/drawing/2014/main" id="{AD4C99EF-9885-4B52-A33A-7B1B4A7BD7C1}"/>
              </a:ext>
            </a:extLst>
          </p:cNvPr>
          <p:cNvSpPr>
            <a:spLocks noGrp="1"/>
          </p:cNvSpPr>
          <p:nvPr/>
        </p:nvSpPr>
        <p:spPr>
          <a:xfrm>
            <a:off x="2134175" y="609732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3" name="F1_main_prauc_2002">
            <a:extLst>
              <a:ext uri="{FF2B5EF4-FFF2-40B4-BE49-F238E27FC236}">
                <a16:creationId xmlns:a16="http://schemas.microsoft.com/office/drawing/2014/main" id="{00D2F0ED-46B2-4B61-A064-30582A0E152C}"/>
              </a:ext>
            </a:extLst>
          </p:cNvPr>
          <p:cNvSpPr>
            <a:spLocks noGrp="1"/>
          </p:cNvSpPr>
          <p:nvPr/>
        </p:nvSpPr>
        <p:spPr>
          <a:xfrm>
            <a:off x="2165112" y="60978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4" name="F1_main_prauc_2003">
            <a:extLst>
              <a:ext uri="{FF2B5EF4-FFF2-40B4-BE49-F238E27FC236}">
                <a16:creationId xmlns:a16="http://schemas.microsoft.com/office/drawing/2014/main" id="{F816DED7-B5FE-4C5F-AE7A-613B52945972}"/>
              </a:ext>
            </a:extLst>
          </p:cNvPr>
          <p:cNvSpPr>
            <a:spLocks noGrp="1"/>
          </p:cNvSpPr>
          <p:nvPr/>
        </p:nvSpPr>
        <p:spPr>
          <a:xfrm>
            <a:off x="2210748" y="534633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5" name="F1_main_prauc_2004">
            <a:extLst>
              <a:ext uri="{FF2B5EF4-FFF2-40B4-BE49-F238E27FC236}">
                <a16:creationId xmlns:a16="http://schemas.microsoft.com/office/drawing/2014/main" id="{B19A9D4C-FC1D-431F-9B39-F9294CC343D6}"/>
              </a:ext>
            </a:extLst>
          </p:cNvPr>
          <p:cNvSpPr>
            <a:spLocks noGrp="1"/>
          </p:cNvSpPr>
          <p:nvPr/>
        </p:nvSpPr>
        <p:spPr>
          <a:xfrm>
            <a:off x="2235855" y="507002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6" name="F1_main_prauc_2005">
            <a:extLst>
              <a:ext uri="{FF2B5EF4-FFF2-40B4-BE49-F238E27FC236}">
                <a16:creationId xmlns:a16="http://schemas.microsoft.com/office/drawing/2014/main" id="{F89A175A-AA87-432E-96E2-249A00D35F63}"/>
              </a:ext>
            </a:extLst>
          </p:cNvPr>
          <p:cNvSpPr>
            <a:spLocks noGrp="1"/>
          </p:cNvSpPr>
          <p:nvPr/>
        </p:nvSpPr>
        <p:spPr>
          <a:xfrm>
            <a:off x="2334756" y="60978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7" name="F1_main_prauc_2006">
            <a:extLst>
              <a:ext uri="{FF2B5EF4-FFF2-40B4-BE49-F238E27FC236}">
                <a16:creationId xmlns:a16="http://schemas.microsoft.com/office/drawing/2014/main" id="{B5F90F77-388F-4D12-9C62-B9DCAA1BB534}"/>
              </a:ext>
            </a:extLst>
          </p:cNvPr>
          <p:cNvSpPr>
            <a:spLocks noGrp="1"/>
          </p:cNvSpPr>
          <p:nvPr/>
        </p:nvSpPr>
        <p:spPr>
          <a:xfrm>
            <a:off x="2311438" y="52605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8" name="F1_main_prauc_2007">
            <a:extLst>
              <a:ext uri="{FF2B5EF4-FFF2-40B4-BE49-F238E27FC236}">
                <a16:creationId xmlns:a16="http://schemas.microsoft.com/office/drawing/2014/main" id="{B9F184A5-CB54-4487-AEAB-F251E14C5E19}"/>
              </a:ext>
            </a:extLst>
          </p:cNvPr>
          <p:cNvSpPr>
            <a:spLocks noGrp="1"/>
          </p:cNvSpPr>
          <p:nvPr/>
        </p:nvSpPr>
        <p:spPr>
          <a:xfrm>
            <a:off x="2213253" y="575611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9" name="F1_main_prauc_2008">
            <a:extLst>
              <a:ext uri="{FF2B5EF4-FFF2-40B4-BE49-F238E27FC236}">
                <a16:creationId xmlns:a16="http://schemas.microsoft.com/office/drawing/2014/main" id="{48B22F92-3437-4479-8088-B96BE8B252A2}"/>
              </a:ext>
            </a:extLst>
          </p:cNvPr>
          <p:cNvSpPr>
            <a:spLocks noGrp="1"/>
          </p:cNvSpPr>
          <p:nvPr/>
        </p:nvSpPr>
        <p:spPr>
          <a:xfrm>
            <a:off x="2346178" y="60978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0" name="F1_main_prauc_2009">
            <a:extLst>
              <a:ext uri="{FF2B5EF4-FFF2-40B4-BE49-F238E27FC236}">
                <a16:creationId xmlns:a16="http://schemas.microsoft.com/office/drawing/2014/main" id="{9C8CCC78-3AB5-4A7F-8C9F-818AB1AD8F09}"/>
              </a:ext>
            </a:extLst>
          </p:cNvPr>
          <p:cNvSpPr>
            <a:spLocks noGrp="1"/>
          </p:cNvSpPr>
          <p:nvPr/>
        </p:nvSpPr>
        <p:spPr>
          <a:xfrm>
            <a:off x="2372182" y="476907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1" name="F1_main_prauc_2010">
            <a:extLst>
              <a:ext uri="{FF2B5EF4-FFF2-40B4-BE49-F238E27FC236}">
                <a16:creationId xmlns:a16="http://schemas.microsoft.com/office/drawing/2014/main" id="{BC087216-4A01-4B04-9D44-2898000B1F4F}"/>
              </a:ext>
            </a:extLst>
          </p:cNvPr>
          <p:cNvSpPr>
            <a:spLocks noGrp="1"/>
          </p:cNvSpPr>
          <p:nvPr/>
        </p:nvSpPr>
        <p:spPr>
          <a:xfrm>
            <a:off x="2206593" y="59787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2" name="F1_main_prauc_2011">
            <a:extLst>
              <a:ext uri="{FF2B5EF4-FFF2-40B4-BE49-F238E27FC236}">
                <a16:creationId xmlns:a16="http://schemas.microsoft.com/office/drawing/2014/main" id="{2CDD8996-9BBB-4491-9D20-C7420AE9580B}"/>
              </a:ext>
            </a:extLst>
          </p:cNvPr>
          <p:cNvSpPr>
            <a:spLocks noGrp="1"/>
          </p:cNvSpPr>
          <p:nvPr/>
        </p:nvSpPr>
        <p:spPr>
          <a:xfrm>
            <a:off x="2361126" y="609780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3" name="F1_main_prauc_2012">
            <a:extLst>
              <a:ext uri="{FF2B5EF4-FFF2-40B4-BE49-F238E27FC236}">
                <a16:creationId xmlns:a16="http://schemas.microsoft.com/office/drawing/2014/main" id="{941BDBE1-309E-4AF3-87C2-BC971BB5C54E}"/>
              </a:ext>
            </a:extLst>
          </p:cNvPr>
          <p:cNvSpPr>
            <a:spLocks noGrp="1"/>
          </p:cNvSpPr>
          <p:nvPr/>
        </p:nvSpPr>
        <p:spPr>
          <a:xfrm>
            <a:off x="2373833" y="60978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4" name="F1_main_prauc_2013">
            <a:extLst>
              <a:ext uri="{FF2B5EF4-FFF2-40B4-BE49-F238E27FC236}">
                <a16:creationId xmlns:a16="http://schemas.microsoft.com/office/drawing/2014/main" id="{9F615A52-D147-4493-A172-FB41C938C389}"/>
              </a:ext>
            </a:extLst>
          </p:cNvPr>
          <p:cNvSpPr>
            <a:spLocks noGrp="1"/>
          </p:cNvSpPr>
          <p:nvPr/>
        </p:nvSpPr>
        <p:spPr>
          <a:xfrm>
            <a:off x="2149753" y="609779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5" name="F1_main_prauc_2014">
            <a:extLst>
              <a:ext uri="{FF2B5EF4-FFF2-40B4-BE49-F238E27FC236}">
                <a16:creationId xmlns:a16="http://schemas.microsoft.com/office/drawing/2014/main" id="{F4065633-92AE-4BCD-A299-701C347A9DDF}"/>
              </a:ext>
            </a:extLst>
          </p:cNvPr>
          <p:cNvSpPr>
            <a:spLocks noGrp="1"/>
          </p:cNvSpPr>
          <p:nvPr/>
        </p:nvSpPr>
        <p:spPr>
          <a:xfrm>
            <a:off x="2214190" y="609785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6" name="F1_main_prauc_2015">
            <a:extLst>
              <a:ext uri="{FF2B5EF4-FFF2-40B4-BE49-F238E27FC236}">
                <a16:creationId xmlns:a16="http://schemas.microsoft.com/office/drawing/2014/main" id="{647C352E-8A66-4921-9825-EAC66BE59A61}"/>
              </a:ext>
            </a:extLst>
          </p:cNvPr>
          <p:cNvSpPr>
            <a:spLocks noGrp="1"/>
          </p:cNvSpPr>
          <p:nvPr/>
        </p:nvSpPr>
        <p:spPr>
          <a:xfrm>
            <a:off x="2217277" y="44577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7" name="F1_main_prauc_2016">
            <a:extLst>
              <a:ext uri="{FF2B5EF4-FFF2-40B4-BE49-F238E27FC236}">
                <a16:creationId xmlns:a16="http://schemas.microsoft.com/office/drawing/2014/main" id="{62BF5832-738A-4C20-BF48-FA5EF5F0A883}"/>
              </a:ext>
            </a:extLst>
          </p:cNvPr>
          <p:cNvSpPr>
            <a:spLocks noGrp="1"/>
          </p:cNvSpPr>
          <p:nvPr/>
        </p:nvSpPr>
        <p:spPr>
          <a:xfrm>
            <a:off x="2305388" y="60978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8" name="F1_main_prauc_2017">
            <a:extLst>
              <a:ext uri="{FF2B5EF4-FFF2-40B4-BE49-F238E27FC236}">
                <a16:creationId xmlns:a16="http://schemas.microsoft.com/office/drawing/2014/main" id="{D76557DC-95E5-4971-AC1C-96C6A9BD399C}"/>
              </a:ext>
            </a:extLst>
          </p:cNvPr>
          <p:cNvSpPr>
            <a:spLocks noGrp="1"/>
          </p:cNvSpPr>
          <p:nvPr/>
        </p:nvSpPr>
        <p:spPr>
          <a:xfrm>
            <a:off x="2148089" y="516348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9" name="F1_main_prauc_2018">
            <a:extLst>
              <a:ext uri="{FF2B5EF4-FFF2-40B4-BE49-F238E27FC236}">
                <a16:creationId xmlns:a16="http://schemas.microsoft.com/office/drawing/2014/main" id="{7EB9F33F-3111-40AA-A59E-69F4601F69CB}"/>
              </a:ext>
            </a:extLst>
          </p:cNvPr>
          <p:cNvSpPr>
            <a:spLocks noGrp="1"/>
          </p:cNvSpPr>
          <p:nvPr/>
        </p:nvSpPr>
        <p:spPr>
          <a:xfrm>
            <a:off x="2210870" y="56204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0" name="F1_main_prauc_2019">
            <a:extLst>
              <a:ext uri="{FF2B5EF4-FFF2-40B4-BE49-F238E27FC236}">
                <a16:creationId xmlns:a16="http://schemas.microsoft.com/office/drawing/2014/main" id="{62048CE2-35F2-4AC7-B8E7-1C87ECCAF106}"/>
              </a:ext>
            </a:extLst>
          </p:cNvPr>
          <p:cNvSpPr>
            <a:spLocks noGrp="1"/>
          </p:cNvSpPr>
          <p:nvPr/>
        </p:nvSpPr>
        <p:spPr>
          <a:xfrm>
            <a:off x="2366386" y="552029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1" name="F1_main_prauc_2020">
            <a:extLst>
              <a:ext uri="{FF2B5EF4-FFF2-40B4-BE49-F238E27FC236}">
                <a16:creationId xmlns:a16="http://schemas.microsoft.com/office/drawing/2014/main" id="{406AFBF4-C1C7-4670-AA90-5ECB3A2FEE5A}"/>
              </a:ext>
            </a:extLst>
          </p:cNvPr>
          <p:cNvSpPr>
            <a:spLocks noGrp="1"/>
          </p:cNvSpPr>
          <p:nvPr/>
        </p:nvSpPr>
        <p:spPr>
          <a:xfrm>
            <a:off x="2325767" y="58124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2" name="F1_main_prauc_2021">
            <a:extLst>
              <a:ext uri="{FF2B5EF4-FFF2-40B4-BE49-F238E27FC236}">
                <a16:creationId xmlns:a16="http://schemas.microsoft.com/office/drawing/2014/main" id="{2A6E8828-803E-487F-B451-6FAF57C1A4C3}"/>
              </a:ext>
            </a:extLst>
          </p:cNvPr>
          <p:cNvSpPr>
            <a:spLocks noGrp="1"/>
          </p:cNvSpPr>
          <p:nvPr/>
        </p:nvSpPr>
        <p:spPr>
          <a:xfrm>
            <a:off x="2298495" y="521713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3" name="F1_main_prauc_2022">
            <a:extLst>
              <a:ext uri="{FF2B5EF4-FFF2-40B4-BE49-F238E27FC236}">
                <a16:creationId xmlns:a16="http://schemas.microsoft.com/office/drawing/2014/main" id="{CB61DA35-3C17-42C9-83A5-E721162F0603}"/>
              </a:ext>
            </a:extLst>
          </p:cNvPr>
          <p:cNvSpPr>
            <a:spLocks noGrp="1"/>
          </p:cNvSpPr>
          <p:nvPr/>
        </p:nvSpPr>
        <p:spPr>
          <a:xfrm>
            <a:off x="2340992" y="60960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4" name="F1_main_prauc_2023">
            <a:extLst>
              <a:ext uri="{FF2B5EF4-FFF2-40B4-BE49-F238E27FC236}">
                <a16:creationId xmlns:a16="http://schemas.microsoft.com/office/drawing/2014/main" id="{1D6912F0-F5D0-4128-8A84-56665670AF3C}"/>
              </a:ext>
            </a:extLst>
          </p:cNvPr>
          <p:cNvSpPr>
            <a:spLocks noGrp="1"/>
          </p:cNvSpPr>
          <p:nvPr/>
        </p:nvSpPr>
        <p:spPr>
          <a:xfrm>
            <a:off x="2285867" y="609780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5" name="F1_main_prauc_2024">
            <a:extLst>
              <a:ext uri="{FF2B5EF4-FFF2-40B4-BE49-F238E27FC236}">
                <a16:creationId xmlns:a16="http://schemas.microsoft.com/office/drawing/2014/main" id="{EBC84646-9019-4C59-AA62-95602D5362E5}"/>
              </a:ext>
            </a:extLst>
          </p:cNvPr>
          <p:cNvSpPr>
            <a:spLocks noGrp="1"/>
          </p:cNvSpPr>
          <p:nvPr/>
        </p:nvSpPr>
        <p:spPr>
          <a:xfrm>
            <a:off x="2169715" y="590880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6" name="F1_main_prauc_2025">
            <a:extLst>
              <a:ext uri="{FF2B5EF4-FFF2-40B4-BE49-F238E27FC236}">
                <a16:creationId xmlns:a16="http://schemas.microsoft.com/office/drawing/2014/main" id="{AAC6D875-4D97-4188-9239-B77C5FC43CC0}"/>
              </a:ext>
            </a:extLst>
          </p:cNvPr>
          <p:cNvSpPr>
            <a:spLocks noGrp="1"/>
          </p:cNvSpPr>
          <p:nvPr/>
        </p:nvSpPr>
        <p:spPr>
          <a:xfrm>
            <a:off x="2281156" y="541220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7" name="F1_main_prauc_2026">
            <a:extLst>
              <a:ext uri="{FF2B5EF4-FFF2-40B4-BE49-F238E27FC236}">
                <a16:creationId xmlns:a16="http://schemas.microsoft.com/office/drawing/2014/main" id="{9A3E859A-CEAF-41A1-ADD1-EBF386D30BA6}"/>
              </a:ext>
            </a:extLst>
          </p:cNvPr>
          <p:cNvSpPr>
            <a:spLocks noGrp="1"/>
          </p:cNvSpPr>
          <p:nvPr/>
        </p:nvSpPr>
        <p:spPr>
          <a:xfrm>
            <a:off x="2315898" y="54723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8" name="F1_main_prauc_2027">
            <a:extLst>
              <a:ext uri="{FF2B5EF4-FFF2-40B4-BE49-F238E27FC236}">
                <a16:creationId xmlns:a16="http://schemas.microsoft.com/office/drawing/2014/main" id="{3D51C9E9-3712-41DC-9B18-C4699F0B076E}"/>
              </a:ext>
            </a:extLst>
          </p:cNvPr>
          <p:cNvSpPr>
            <a:spLocks noGrp="1"/>
          </p:cNvSpPr>
          <p:nvPr/>
        </p:nvSpPr>
        <p:spPr>
          <a:xfrm>
            <a:off x="2381830" y="609785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9" name="F1_main_prauc_2028">
            <a:extLst>
              <a:ext uri="{FF2B5EF4-FFF2-40B4-BE49-F238E27FC236}">
                <a16:creationId xmlns:a16="http://schemas.microsoft.com/office/drawing/2014/main" id="{C09433A8-24AC-4FAA-9DB5-828094612C53}"/>
              </a:ext>
            </a:extLst>
          </p:cNvPr>
          <p:cNvSpPr>
            <a:spLocks noGrp="1"/>
          </p:cNvSpPr>
          <p:nvPr/>
        </p:nvSpPr>
        <p:spPr>
          <a:xfrm>
            <a:off x="2213830" y="598650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0" name="F1_main_prauc_2029">
            <a:extLst>
              <a:ext uri="{FF2B5EF4-FFF2-40B4-BE49-F238E27FC236}">
                <a16:creationId xmlns:a16="http://schemas.microsoft.com/office/drawing/2014/main" id="{05DC758E-302F-4F00-A7E0-59F02906826F}"/>
              </a:ext>
            </a:extLst>
          </p:cNvPr>
          <p:cNvSpPr>
            <a:spLocks noGrp="1"/>
          </p:cNvSpPr>
          <p:nvPr/>
        </p:nvSpPr>
        <p:spPr>
          <a:xfrm>
            <a:off x="38310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1" name="F1_main_prauc_2030">
            <a:extLst>
              <a:ext uri="{FF2B5EF4-FFF2-40B4-BE49-F238E27FC236}">
                <a16:creationId xmlns:a16="http://schemas.microsoft.com/office/drawing/2014/main" id="{D6277B2E-4628-4696-B72B-2A839988E492}"/>
              </a:ext>
            </a:extLst>
          </p:cNvPr>
          <p:cNvSpPr>
            <a:spLocks noGrp="1"/>
          </p:cNvSpPr>
          <p:nvPr/>
        </p:nvSpPr>
        <p:spPr>
          <a:xfrm>
            <a:off x="37866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2" name="F1_main_prauc_2031">
            <a:extLst>
              <a:ext uri="{FF2B5EF4-FFF2-40B4-BE49-F238E27FC236}">
                <a16:creationId xmlns:a16="http://schemas.microsoft.com/office/drawing/2014/main" id="{19AF6190-46F1-4306-8F71-B2D6B1419786}"/>
              </a:ext>
            </a:extLst>
          </p:cNvPr>
          <p:cNvSpPr>
            <a:spLocks noGrp="1"/>
          </p:cNvSpPr>
          <p:nvPr/>
        </p:nvSpPr>
        <p:spPr>
          <a:xfrm>
            <a:off x="3766079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3" name="F1_main_prauc_2032">
            <a:extLst>
              <a:ext uri="{FF2B5EF4-FFF2-40B4-BE49-F238E27FC236}">
                <a16:creationId xmlns:a16="http://schemas.microsoft.com/office/drawing/2014/main" id="{FC63549A-7D65-4B3A-9327-7FA4AAF765CD}"/>
              </a:ext>
            </a:extLst>
          </p:cNvPr>
          <p:cNvSpPr>
            <a:spLocks noGrp="1"/>
          </p:cNvSpPr>
          <p:nvPr/>
        </p:nvSpPr>
        <p:spPr>
          <a:xfrm>
            <a:off x="39350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4" name="F1_main_prauc_2033">
            <a:extLst>
              <a:ext uri="{FF2B5EF4-FFF2-40B4-BE49-F238E27FC236}">
                <a16:creationId xmlns:a16="http://schemas.microsoft.com/office/drawing/2014/main" id="{B31A8588-6098-4A6E-B4E1-92AC539E1227}"/>
              </a:ext>
            </a:extLst>
          </p:cNvPr>
          <p:cNvSpPr>
            <a:spLocks noGrp="1"/>
          </p:cNvSpPr>
          <p:nvPr/>
        </p:nvSpPr>
        <p:spPr>
          <a:xfrm>
            <a:off x="3873071" y="461081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5" name="F1_main_prauc_2034">
            <a:extLst>
              <a:ext uri="{FF2B5EF4-FFF2-40B4-BE49-F238E27FC236}">
                <a16:creationId xmlns:a16="http://schemas.microsoft.com/office/drawing/2014/main" id="{832CB5BD-7B07-4AB8-AAA7-35326C30FBF9}"/>
              </a:ext>
            </a:extLst>
          </p:cNvPr>
          <p:cNvSpPr>
            <a:spLocks noGrp="1"/>
          </p:cNvSpPr>
          <p:nvPr/>
        </p:nvSpPr>
        <p:spPr>
          <a:xfrm>
            <a:off x="376058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6" name="F1_main_prauc_2035">
            <a:extLst>
              <a:ext uri="{FF2B5EF4-FFF2-40B4-BE49-F238E27FC236}">
                <a16:creationId xmlns:a16="http://schemas.microsoft.com/office/drawing/2014/main" id="{09762FF4-C3CC-4F58-8E27-FB9C2067D52B}"/>
              </a:ext>
            </a:extLst>
          </p:cNvPr>
          <p:cNvSpPr>
            <a:spLocks noGrp="1"/>
          </p:cNvSpPr>
          <p:nvPr/>
        </p:nvSpPr>
        <p:spPr>
          <a:xfrm>
            <a:off x="39313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7" name="F1_main_prauc_2036">
            <a:extLst>
              <a:ext uri="{FF2B5EF4-FFF2-40B4-BE49-F238E27FC236}">
                <a16:creationId xmlns:a16="http://schemas.microsoft.com/office/drawing/2014/main" id="{67A19BCD-09E9-4E9B-92D9-D733EBBDDD45}"/>
              </a:ext>
            </a:extLst>
          </p:cNvPr>
          <p:cNvSpPr>
            <a:spLocks noGrp="1"/>
          </p:cNvSpPr>
          <p:nvPr/>
        </p:nvSpPr>
        <p:spPr>
          <a:xfrm>
            <a:off x="3760304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8" name="F1_main_prauc_2037">
            <a:extLst>
              <a:ext uri="{FF2B5EF4-FFF2-40B4-BE49-F238E27FC236}">
                <a16:creationId xmlns:a16="http://schemas.microsoft.com/office/drawing/2014/main" id="{00E48429-FFB3-42D6-8B72-2C4704689F41}"/>
              </a:ext>
            </a:extLst>
          </p:cNvPr>
          <p:cNvSpPr>
            <a:spLocks noGrp="1"/>
          </p:cNvSpPr>
          <p:nvPr/>
        </p:nvSpPr>
        <p:spPr>
          <a:xfrm>
            <a:off x="37262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9" name="F1_main_prauc_2038">
            <a:extLst>
              <a:ext uri="{FF2B5EF4-FFF2-40B4-BE49-F238E27FC236}">
                <a16:creationId xmlns:a16="http://schemas.microsoft.com/office/drawing/2014/main" id="{B198F44A-2BCF-42F1-933B-7C8AE6182C43}"/>
              </a:ext>
            </a:extLst>
          </p:cNvPr>
          <p:cNvSpPr>
            <a:spLocks noGrp="1"/>
          </p:cNvSpPr>
          <p:nvPr/>
        </p:nvSpPr>
        <p:spPr>
          <a:xfrm>
            <a:off x="390397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0" name="F1_main_prauc_2039">
            <a:extLst>
              <a:ext uri="{FF2B5EF4-FFF2-40B4-BE49-F238E27FC236}">
                <a16:creationId xmlns:a16="http://schemas.microsoft.com/office/drawing/2014/main" id="{92BD54C6-B7FB-44C9-A6B6-B2A0CE0DCE2F}"/>
              </a:ext>
            </a:extLst>
          </p:cNvPr>
          <p:cNvSpPr>
            <a:spLocks noGrp="1"/>
          </p:cNvSpPr>
          <p:nvPr/>
        </p:nvSpPr>
        <p:spPr>
          <a:xfrm>
            <a:off x="3772774" y="36187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1" name="F1_main_prauc_2040">
            <a:extLst>
              <a:ext uri="{FF2B5EF4-FFF2-40B4-BE49-F238E27FC236}">
                <a16:creationId xmlns:a16="http://schemas.microsoft.com/office/drawing/2014/main" id="{0004C83C-6123-4CEA-B2AB-8F48993E69AE}"/>
              </a:ext>
            </a:extLst>
          </p:cNvPr>
          <p:cNvSpPr>
            <a:spLocks noGrp="1"/>
          </p:cNvSpPr>
          <p:nvPr/>
        </p:nvSpPr>
        <p:spPr>
          <a:xfrm>
            <a:off x="3837779" y="412699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2" name="F1_main_prauc_2041">
            <a:extLst>
              <a:ext uri="{FF2B5EF4-FFF2-40B4-BE49-F238E27FC236}">
                <a16:creationId xmlns:a16="http://schemas.microsoft.com/office/drawing/2014/main" id="{526D5BF0-A74C-4A10-9BC3-32604A374F23}"/>
              </a:ext>
            </a:extLst>
          </p:cNvPr>
          <p:cNvSpPr>
            <a:spLocks noGrp="1"/>
          </p:cNvSpPr>
          <p:nvPr/>
        </p:nvSpPr>
        <p:spPr>
          <a:xfrm>
            <a:off x="3945906" y="3597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3" name="F1_main_prauc_2042">
            <a:extLst>
              <a:ext uri="{FF2B5EF4-FFF2-40B4-BE49-F238E27FC236}">
                <a16:creationId xmlns:a16="http://schemas.microsoft.com/office/drawing/2014/main" id="{18097300-4077-4B27-B96C-612A88856239}"/>
              </a:ext>
            </a:extLst>
          </p:cNvPr>
          <p:cNvSpPr>
            <a:spLocks noGrp="1"/>
          </p:cNvSpPr>
          <p:nvPr/>
        </p:nvSpPr>
        <p:spPr>
          <a:xfrm>
            <a:off x="38804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4" name="F1_main_prauc_2043">
            <a:extLst>
              <a:ext uri="{FF2B5EF4-FFF2-40B4-BE49-F238E27FC236}">
                <a16:creationId xmlns:a16="http://schemas.microsoft.com/office/drawing/2014/main" id="{91921140-E995-40D1-A5FD-8862DD4EA6AE}"/>
              </a:ext>
            </a:extLst>
          </p:cNvPr>
          <p:cNvSpPr>
            <a:spLocks noGrp="1"/>
          </p:cNvSpPr>
          <p:nvPr/>
        </p:nvSpPr>
        <p:spPr>
          <a:xfrm>
            <a:off x="3726451" y="539843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5" name="F1_main_prauc_2044">
            <a:extLst>
              <a:ext uri="{FF2B5EF4-FFF2-40B4-BE49-F238E27FC236}">
                <a16:creationId xmlns:a16="http://schemas.microsoft.com/office/drawing/2014/main" id="{24590310-59B6-4275-A326-E95EBB377CC6}"/>
              </a:ext>
            </a:extLst>
          </p:cNvPr>
          <p:cNvSpPr>
            <a:spLocks noGrp="1"/>
          </p:cNvSpPr>
          <p:nvPr/>
        </p:nvSpPr>
        <p:spPr>
          <a:xfrm>
            <a:off x="387231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6" name="F1_main_prauc_2045">
            <a:extLst>
              <a:ext uri="{FF2B5EF4-FFF2-40B4-BE49-F238E27FC236}">
                <a16:creationId xmlns:a16="http://schemas.microsoft.com/office/drawing/2014/main" id="{D308BF39-2794-43A9-91EA-5E7FFEFD3728}"/>
              </a:ext>
            </a:extLst>
          </p:cNvPr>
          <p:cNvSpPr>
            <a:spLocks noGrp="1"/>
          </p:cNvSpPr>
          <p:nvPr/>
        </p:nvSpPr>
        <p:spPr>
          <a:xfrm>
            <a:off x="377224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7" name="F1_main_prauc_2046">
            <a:extLst>
              <a:ext uri="{FF2B5EF4-FFF2-40B4-BE49-F238E27FC236}">
                <a16:creationId xmlns:a16="http://schemas.microsoft.com/office/drawing/2014/main" id="{8B93233C-2BE3-4F2A-848B-722E8F930F5B}"/>
              </a:ext>
            </a:extLst>
          </p:cNvPr>
          <p:cNvSpPr>
            <a:spLocks noGrp="1"/>
          </p:cNvSpPr>
          <p:nvPr/>
        </p:nvSpPr>
        <p:spPr>
          <a:xfrm>
            <a:off x="3949558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8" name="F1_main_prauc_2047">
            <a:extLst>
              <a:ext uri="{FF2B5EF4-FFF2-40B4-BE49-F238E27FC236}">
                <a16:creationId xmlns:a16="http://schemas.microsoft.com/office/drawing/2014/main" id="{B1431EEA-51F1-44B5-B423-3B690F99F6B3}"/>
              </a:ext>
            </a:extLst>
          </p:cNvPr>
          <p:cNvSpPr>
            <a:spLocks noGrp="1"/>
          </p:cNvSpPr>
          <p:nvPr/>
        </p:nvSpPr>
        <p:spPr>
          <a:xfrm>
            <a:off x="3878584" y="371889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9" name="F1_main_prauc_2048">
            <a:extLst>
              <a:ext uri="{FF2B5EF4-FFF2-40B4-BE49-F238E27FC236}">
                <a16:creationId xmlns:a16="http://schemas.microsoft.com/office/drawing/2014/main" id="{BC6425ED-469E-43BC-947A-2E1AD5F268B3}"/>
              </a:ext>
            </a:extLst>
          </p:cNvPr>
          <p:cNvSpPr>
            <a:spLocks noGrp="1"/>
          </p:cNvSpPr>
          <p:nvPr/>
        </p:nvSpPr>
        <p:spPr>
          <a:xfrm>
            <a:off x="3860440" y="390856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0" name="F1_main_prauc_2049">
            <a:extLst>
              <a:ext uri="{FF2B5EF4-FFF2-40B4-BE49-F238E27FC236}">
                <a16:creationId xmlns:a16="http://schemas.microsoft.com/office/drawing/2014/main" id="{096E09E5-90E4-4013-8A23-9E17C0B4D8C5}"/>
              </a:ext>
            </a:extLst>
          </p:cNvPr>
          <p:cNvSpPr>
            <a:spLocks noGrp="1"/>
          </p:cNvSpPr>
          <p:nvPr/>
        </p:nvSpPr>
        <p:spPr>
          <a:xfrm>
            <a:off x="3897889" y="53869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1" name="F1_main_prauc_2050">
            <a:extLst>
              <a:ext uri="{FF2B5EF4-FFF2-40B4-BE49-F238E27FC236}">
                <a16:creationId xmlns:a16="http://schemas.microsoft.com/office/drawing/2014/main" id="{F3F01ACA-BE9D-4936-92D3-05B65A75038D}"/>
              </a:ext>
            </a:extLst>
          </p:cNvPr>
          <p:cNvSpPr>
            <a:spLocks noGrp="1"/>
          </p:cNvSpPr>
          <p:nvPr/>
        </p:nvSpPr>
        <p:spPr>
          <a:xfrm>
            <a:off x="388593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2" name="F1_main_prauc_2051">
            <a:extLst>
              <a:ext uri="{FF2B5EF4-FFF2-40B4-BE49-F238E27FC236}">
                <a16:creationId xmlns:a16="http://schemas.microsoft.com/office/drawing/2014/main" id="{C248CA4D-14D0-4F4D-91C5-3771FB930F2D}"/>
              </a:ext>
            </a:extLst>
          </p:cNvPr>
          <p:cNvSpPr>
            <a:spLocks noGrp="1"/>
          </p:cNvSpPr>
          <p:nvPr/>
        </p:nvSpPr>
        <p:spPr>
          <a:xfrm>
            <a:off x="3905983" y="40415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3" name="F1_main_prauc_2052">
            <a:extLst>
              <a:ext uri="{FF2B5EF4-FFF2-40B4-BE49-F238E27FC236}">
                <a16:creationId xmlns:a16="http://schemas.microsoft.com/office/drawing/2014/main" id="{00433F49-EDFF-42E0-B184-4B8B3A834577}"/>
              </a:ext>
            </a:extLst>
          </p:cNvPr>
          <p:cNvSpPr>
            <a:spLocks noGrp="1"/>
          </p:cNvSpPr>
          <p:nvPr/>
        </p:nvSpPr>
        <p:spPr>
          <a:xfrm>
            <a:off x="3849680" y="41307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4" name="F1_main_prauc_2053">
            <a:extLst>
              <a:ext uri="{FF2B5EF4-FFF2-40B4-BE49-F238E27FC236}">
                <a16:creationId xmlns:a16="http://schemas.microsoft.com/office/drawing/2014/main" id="{F6D12E2E-661F-4893-AAB8-A953C5B90971}"/>
              </a:ext>
            </a:extLst>
          </p:cNvPr>
          <p:cNvSpPr>
            <a:spLocks noGrp="1"/>
          </p:cNvSpPr>
          <p:nvPr/>
        </p:nvSpPr>
        <p:spPr>
          <a:xfrm>
            <a:off x="372127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5" name="F1_main_prauc_2054">
            <a:extLst>
              <a:ext uri="{FF2B5EF4-FFF2-40B4-BE49-F238E27FC236}">
                <a16:creationId xmlns:a16="http://schemas.microsoft.com/office/drawing/2014/main" id="{939890F9-510E-4A87-8CD3-F2D97A2E2D34}"/>
              </a:ext>
            </a:extLst>
          </p:cNvPr>
          <p:cNvSpPr>
            <a:spLocks noGrp="1"/>
          </p:cNvSpPr>
          <p:nvPr/>
        </p:nvSpPr>
        <p:spPr>
          <a:xfrm>
            <a:off x="388848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6" name="F1_main_prauc_2055">
            <a:extLst>
              <a:ext uri="{FF2B5EF4-FFF2-40B4-BE49-F238E27FC236}">
                <a16:creationId xmlns:a16="http://schemas.microsoft.com/office/drawing/2014/main" id="{15F128EA-62E3-45CE-BA6E-93B13446E742}"/>
              </a:ext>
            </a:extLst>
          </p:cNvPr>
          <p:cNvSpPr>
            <a:spLocks noGrp="1"/>
          </p:cNvSpPr>
          <p:nvPr/>
        </p:nvSpPr>
        <p:spPr>
          <a:xfrm>
            <a:off x="3897268" y="54858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7" name="F1_main_prauc_2056">
            <a:extLst>
              <a:ext uri="{FF2B5EF4-FFF2-40B4-BE49-F238E27FC236}">
                <a16:creationId xmlns:a16="http://schemas.microsoft.com/office/drawing/2014/main" id="{A1DC554E-CC63-413F-8FFE-AEA2C2DE7D86}"/>
              </a:ext>
            </a:extLst>
          </p:cNvPr>
          <p:cNvSpPr>
            <a:spLocks noGrp="1"/>
          </p:cNvSpPr>
          <p:nvPr/>
        </p:nvSpPr>
        <p:spPr>
          <a:xfrm>
            <a:off x="39529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8" name="F1_main_prauc_2057">
            <a:extLst>
              <a:ext uri="{FF2B5EF4-FFF2-40B4-BE49-F238E27FC236}">
                <a16:creationId xmlns:a16="http://schemas.microsoft.com/office/drawing/2014/main" id="{57853F5D-5B08-49D7-8B99-987EC10D1EB9}"/>
              </a:ext>
            </a:extLst>
          </p:cNvPr>
          <p:cNvSpPr>
            <a:spLocks noGrp="1"/>
          </p:cNvSpPr>
          <p:nvPr/>
        </p:nvSpPr>
        <p:spPr>
          <a:xfrm>
            <a:off x="3902087" y="56482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9" name="F1_main_prauc_2058">
            <a:extLst>
              <a:ext uri="{FF2B5EF4-FFF2-40B4-BE49-F238E27FC236}">
                <a16:creationId xmlns:a16="http://schemas.microsoft.com/office/drawing/2014/main" id="{3E5FAABA-8970-4601-B7FC-A3545F7A8925}"/>
              </a:ext>
            </a:extLst>
          </p:cNvPr>
          <p:cNvSpPr>
            <a:spLocks noGrp="1"/>
          </p:cNvSpPr>
          <p:nvPr/>
        </p:nvSpPr>
        <p:spPr>
          <a:xfrm>
            <a:off x="3719100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0" name="F1_main_prauc_2059">
            <a:extLst>
              <a:ext uri="{FF2B5EF4-FFF2-40B4-BE49-F238E27FC236}">
                <a16:creationId xmlns:a16="http://schemas.microsoft.com/office/drawing/2014/main" id="{0DFD7571-5C02-4293-A598-D16BC69B15ED}"/>
              </a:ext>
            </a:extLst>
          </p:cNvPr>
          <p:cNvSpPr>
            <a:spLocks noGrp="1"/>
          </p:cNvSpPr>
          <p:nvPr/>
        </p:nvSpPr>
        <p:spPr>
          <a:xfrm>
            <a:off x="37148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1" name="F1_main_prauc_2060">
            <a:extLst>
              <a:ext uri="{FF2B5EF4-FFF2-40B4-BE49-F238E27FC236}">
                <a16:creationId xmlns:a16="http://schemas.microsoft.com/office/drawing/2014/main" id="{D1C5D0F5-5E8A-4200-A542-299C82ED98F7}"/>
              </a:ext>
            </a:extLst>
          </p:cNvPr>
          <p:cNvSpPr>
            <a:spLocks noGrp="1"/>
          </p:cNvSpPr>
          <p:nvPr/>
        </p:nvSpPr>
        <p:spPr>
          <a:xfrm>
            <a:off x="3780285" y="565399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2" name="F1_main_prauc_2061">
            <a:extLst>
              <a:ext uri="{FF2B5EF4-FFF2-40B4-BE49-F238E27FC236}">
                <a16:creationId xmlns:a16="http://schemas.microsoft.com/office/drawing/2014/main" id="{57ADAFAB-29FE-4248-9D1E-C1C6916B63DE}"/>
              </a:ext>
            </a:extLst>
          </p:cNvPr>
          <p:cNvSpPr>
            <a:spLocks noGrp="1"/>
          </p:cNvSpPr>
          <p:nvPr/>
        </p:nvSpPr>
        <p:spPr>
          <a:xfrm>
            <a:off x="37383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3" name="F1_main_prauc_2062">
            <a:extLst>
              <a:ext uri="{FF2B5EF4-FFF2-40B4-BE49-F238E27FC236}">
                <a16:creationId xmlns:a16="http://schemas.microsoft.com/office/drawing/2014/main" id="{4348E1EC-7906-4D42-B3F5-C4E0E12ACD0F}"/>
              </a:ext>
            </a:extLst>
          </p:cNvPr>
          <p:cNvSpPr>
            <a:spLocks noGrp="1"/>
          </p:cNvSpPr>
          <p:nvPr/>
        </p:nvSpPr>
        <p:spPr>
          <a:xfrm>
            <a:off x="3762663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4" name="F1_main_prauc_2063">
            <a:extLst>
              <a:ext uri="{FF2B5EF4-FFF2-40B4-BE49-F238E27FC236}">
                <a16:creationId xmlns:a16="http://schemas.microsoft.com/office/drawing/2014/main" id="{A84CFE00-A923-4327-AC47-6489106F30C6}"/>
              </a:ext>
            </a:extLst>
          </p:cNvPr>
          <p:cNvSpPr>
            <a:spLocks noGrp="1"/>
          </p:cNvSpPr>
          <p:nvPr/>
        </p:nvSpPr>
        <p:spPr>
          <a:xfrm>
            <a:off x="39028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5" name="F1_main_prauc_2064">
            <a:extLst>
              <a:ext uri="{FF2B5EF4-FFF2-40B4-BE49-F238E27FC236}">
                <a16:creationId xmlns:a16="http://schemas.microsoft.com/office/drawing/2014/main" id="{569D0E9C-A17A-4D7E-BCC8-7B70B68DCC00}"/>
              </a:ext>
            </a:extLst>
          </p:cNvPr>
          <p:cNvSpPr>
            <a:spLocks noGrp="1"/>
          </p:cNvSpPr>
          <p:nvPr/>
        </p:nvSpPr>
        <p:spPr>
          <a:xfrm>
            <a:off x="39117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6" name="F1_main_prauc_2065">
            <a:extLst>
              <a:ext uri="{FF2B5EF4-FFF2-40B4-BE49-F238E27FC236}">
                <a16:creationId xmlns:a16="http://schemas.microsoft.com/office/drawing/2014/main" id="{AF87CEF4-3CBB-4AB9-831C-CD1E605D7532}"/>
              </a:ext>
            </a:extLst>
          </p:cNvPr>
          <p:cNvSpPr>
            <a:spLocks noGrp="1"/>
          </p:cNvSpPr>
          <p:nvPr/>
        </p:nvSpPr>
        <p:spPr>
          <a:xfrm>
            <a:off x="37613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7" name="F1_main_prauc_2066">
            <a:extLst>
              <a:ext uri="{FF2B5EF4-FFF2-40B4-BE49-F238E27FC236}">
                <a16:creationId xmlns:a16="http://schemas.microsoft.com/office/drawing/2014/main" id="{0F5C0E7B-8BDD-4A99-B3D8-5FF33142F99E}"/>
              </a:ext>
            </a:extLst>
          </p:cNvPr>
          <p:cNvSpPr>
            <a:spLocks noGrp="1"/>
          </p:cNvSpPr>
          <p:nvPr/>
        </p:nvSpPr>
        <p:spPr>
          <a:xfrm>
            <a:off x="386022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8" name="F1_main_prauc_2067">
            <a:extLst>
              <a:ext uri="{FF2B5EF4-FFF2-40B4-BE49-F238E27FC236}">
                <a16:creationId xmlns:a16="http://schemas.microsoft.com/office/drawing/2014/main" id="{32510989-1C9A-49FC-8902-429933B23905}"/>
              </a:ext>
            </a:extLst>
          </p:cNvPr>
          <p:cNvSpPr>
            <a:spLocks noGrp="1"/>
          </p:cNvSpPr>
          <p:nvPr/>
        </p:nvSpPr>
        <p:spPr>
          <a:xfrm>
            <a:off x="37263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9" name="F1_main_prauc_2068">
            <a:extLst>
              <a:ext uri="{FF2B5EF4-FFF2-40B4-BE49-F238E27FC236}">
                <a16:creationId xmlns:a16="http://schemas.microsoft.com/office/drawing/2014/main" id="{5DF98A15-F6E5-4778-9224-0D6DAD95C840}"/>
              </a:ext>
            </a:extLst>
          </p:cNvPr>
          <p:cNvSpPr>
            <a:spLocks noGrp="1"/>
          </p:cNvSpPr>
          <p:nvPr/>
        </p:nvSpPr>
        <p:spPr>
          <a:xfrm>
            <a:off x="3793178" y="491758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0" name="F1_main_prauc_2069">
            <a:extLst>
              <a:ext uri="{FF2B5EF4-FFF2-40B4-BE49-F238E27FC236}">
                <a16:creationId xmlns:a16="http://schemas.microsoft.com/office/drawing/2014/main" id="{79211284-D419-46F2-9490-E05089302250}"/>
              </a:ext>
            </a:extLst>
          </p:cNvPr>
          <p:cNvSpPr>
            <a:spLocks noGrp="1"/>
          </p:cNvSpPr>
          <p:nvPr/>
        </p:nvSpPr>
        <p:spPr>
          <a:xfrm>
            <a:off x="386404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1" name="F1_main_prauc_2070">
            <a:extLst>
              <a:ext uri="{FF2B5EF4-FFF2-40B4-BE49-F238E27FC236}">
                <a16:creationId xmlns:a16="http://schemas.microsoft.com/office/drawing/2014/main" id="{1E43B977-9A34-4C99-97CD-FA114110301D}"/>
              </a:ext>
            </a:extLst>
          </p:cNvPr>
          <p:cNvSpPr>
            <a:spLocks noGrp="1"/>
          </p:cNvSpPr>
          <p:nvPr/>
        </p:nvSpPr>
        <p:spPr>
          <a:xfrm>
            <a:off x="388949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2" name="F1_main_prauc_2071">
            <a:extLst>
              <a:ext uri="{FF2B5EF4-FFF2-40B4-BE49-F238E27FC236}">
                <a16:creationId xmlns:a16="http://schemas.microsoft.com/office/drawing/2014/main" id="{05929834-0802-4E19-AE34-BABCBCD7E03E}"/>
              </a:ext>
            </a:extLst>
          </p:cNvPr>
          <p:cNvSpPr>
            <a:spLocks noGrp="1"/>
          </p:cNvSpPr>
          <p:nvPr/>
        </p:nvSpPr>
        <p:spPr>
          <a:xfrm>
            <a:off x="38801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3" name="F1_main_prauc_2072">
            <a:extLst>
              <a:ext uri="{FF2B5EF4-FFF2-40B4-BE49-F238E27FC236}">
                <a16:creationId xmlns:a16="http://schemas.microsoft.com/office/drawing/2014/main" id="{9C28DEB6-F717-4FC4-823D-4AB965878628}"/>
              </a:ext>
            </a:extLst>
          </p:cNvPr>
          <p:cNvSpPr>
            <a:spLocks noGrp="1"/>
          </p:cNvSpPr>
          <p:nvPr/>
        </p:nvSpPr>
        <p:spPr>
          <a:xfrm>
            <a:off x="39214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4" name="F1_main_prauc_2073">
            <a:extLst>
              <a:ext uri="{FF2B5EF4-FFF2-40B4-BE49-F238E27FC236}">
                <a16:creationId xmlns:a16="http://schemas.microsoft.com/office/drawing/2014/main" id="{70B0CC77-07ED-4FCE-A94E-F95313F69A34}"/>
              </a:ext>
            </a:extLst>
          </p:cNvPr>
          <p:cNvSpPr>
            <a:spLocks noGrp="1"/>
          </p:cNvSpPr>
          <p:nvPr/>
        </p:nvSpPr>
        <p:spPr>
          <a:xfrm>
            <a:off x="37458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5" name="F1_main_prauc_2074">
            <a:extLst>
              <a:ext uri="{FF2B5EF4-FFF2-40B4-BE49-F238E27FC236}">
                <a16:creationId xmlns:a16="http://schemas.microsoft.com/office/drawing/2014/main" id="{56CBF249-2E5E-4416-9651-CB57C6DC7BBC}"/>
              </a:ext>
            </a:extLst>
          </p:cNvPr>
          <p:cNvSpPr>
            <a:spLocks noGrp="1"/>
          </p:cNvSpPr>
          <p:nvPr/>
        </p:nvSpPr>
        <p:spPr>
          <a:xfrm>
            <a:off x="38703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6" name="F1_main_prauc_2075">
            <a:extLst>
              <a:ext uri="{FF2B5EF4-FFF2-40B4-BE49-F238E27FC236}">
                <a16:creationId xmlns:a16="http://schemas.microsoft.com/office/drawing/2014/main" id="{DAC9D10A-6417-402F-9A7C-9736AB890767}"/>
              </a:ext>
            </a:extLst>
          </p:cNvPr>
          <p:cNvSpPr>
            <a:spLocks noGrp="1"/>
          </p:cNvSpPr>
          <p:nvPr/>
        </p:nvSpPr>
        <p:spPr>
          <a:xfrm>
            <a:off x="3768844" y="543431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7" name="F1_main_prauc_2076">
            <a:extLst>
              <a:ext uri="{FF2B5EF4-FFF2-40B4-BE49-F238E27FC236}">
                <a16:creationId xmlns:a16="http://schemas.microsoft.com/office/drawing/2014/main" id="{D4657B22-4087-4A48-A91E-A43D133ED5B5}"/>
              </a:ext>
            </a:extLst>
          </p:cNvPr>
          <p:cNvSpPr>
            <a:spLocks noGrp="1"/>
          </p:cNvSpPr>
          <p:nvPr/>
        </p:nvSpPr>
        <p:spPr>
          <a:xfrm>
            <a:off x="38845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8" name="F1_main_prauc_2077">
            <a:extLst>
              <a:ext uri="{FF2B5EF4-FFF2-40B4-BE49-F238E27FC236}">
                <a16:creationId xmlns:a16="http://schemas.microsoft.com/office/drawing/2014/main" id="{23B6F2E2-C685-4C57-979A-784B3040E2B2}"/>
              </a:ext>
            </a:extLst>
          </p:cNvPr>
          <p:cNvSpPr>
            <a:spLocks noGrp="1"/>
          </p:cNvSpPr>
          <p:nvPr/>
        </p:nvSpPr>
        <p:spPr>
          <a:xfrm>
            <a:off x="3810509" y="43143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9" name="F1_main_prauc_2078">
            <a:extLst>
              <a:ext uri="{FF2B5EF4-FFF2-40B4-BE49-F238E27FC236}">
                <a16:creationId xmlns:a16="http://schemas.microsoft.com/office/drawing/2014/main" id="{B1F2D03B-7E62-4BA0-94BA-A9069463DA6F}"/>
              </a:ext>
            </a:extLst>
          </p:cNvPr>
          <p:cNvSpPr>
            <a:spLocks noGrp="1"/>
          </p:cNvSpPr>
          <p:nvPr/>
        </p:nvSpPr>
        <p:spPr>
          <a:xfrm>
            <a:off x="3944814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0" name="F1_main_prauc_2079">
            <a:extLst>
              <a:ext uri="{FF2B5EF4-FFF2-40B4-BE49-F238E27FC236}">
                <a16:creationId xmlns:a16="http://schemas.microsoft.com/office/drawing/2014/main" id="{179CB34D-0C3A-467A-A62A-70A1F1D388DD}"/>
              </a:ext>
            </a:extLst>
          </p:cNvPr>
          <p:cNvSpPr>
            <a:spLocks noGrp="1"/>
          </p:cNvSpPr>
          <p:nvPr/>
        </p:nvSpPr>
        <p:spPr>
          <a:xfrm>
            <a:off x="380392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1" name="F1_main_prauc_2080">
            <a:extLst>
              <a:ext uri="{FF2B5EF4-FFF2-40B4-BE49-F238E27FC236}">
                <a16:creationId xmlns:a16="http://schemas.microsoft.com/office/drawing/2014/main" id="{85EA7589-B191-4095-9600-B3C893A27228}"/>
              </a:ext>
            </a:extLst>
          </p:cNvPr>
          <p:cNvSpPr>
            <a:spLocks noGrp="1"/>
          </p:cNvSpPr>
          <p:nvPr/>
        </p:nvSpPr>
        <p:spPr>
          <a:xfrm>
            <a:off x="384942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2" name="F1_main_prauc_2081">
            <a:extLst>
              <a:ext uri="{FF2B5EF4-FFF2-40B4-BE49-F238E27FC236}">
                <a16:creationId xmlns:a16="http://schemas.microsoft.com/office/drawing/2014/main" id="{9E422B89-3DBC-4405-A8FE-4DF573984E00}"/>
              </a:ext>
            </a:extLst>
          </p:cNvPr>
          <p:cNvSpPr>
            <a:spLocks noGrp="1"/>
          </p:cNvSpPr>
          <p:nvPr/>
        </p:nvSpPr>
        <p:spPr>
          <a:xfrm>
            <a:off x="392111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3" name="F1_main_prauc_2082">
            <a:extLst>
              <a:ext uri="{FF2B5EF4-FFF2-40B4-BE49-F238E27FC236}">
                <a16:creationId xmlns:a16="http://schemas.microsoft.com/office/drawing/2014/main" id="{5D2115A0-042F-40BD-BC2A-B256053D7B68}"/>
              </a:ext>
            </a:extLst>
          </p:cNvPr>
          <p:cNvSpPr>
            <a:spLocks noGrp="1"/>
          </p:cNvSpPr>
          <p:nvPr/>
        </p:nvSpPr>
        <p:spPr>
          <a:xfrm>
            <a:off x="3733470" y="36934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4" name="F1_main_prauc_2083">
            <a:extLst>
              <a:ext uri="{FF2B5EF4-FFF2-40B4-BE49-F238E27FC236}">
                <a16:creationId xmlns:a16="http://schemas.microsoft.com/office/drawing/2014/main" id="{40976C44-70B3-4186-B7E6-05EF4947D649}"/>
              </a:ext>
            </a:extLst>
          </p:cNvPr>
          <p:cNvSpPr>
            <a:spLocks noGrp="1"/>
          </p:cNvSpPr>
          <p:nvPr/>
        </p:nvSpPr>
        <p:spPr>
          <a:xfrm>
            <a:off x="391058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5" name="F1_main_prauc_2084">
            <a:extLst>
              <a:ext uri="{FF2B5EF4-FFF2-40B4-BE49-F238E27FC236}">
                <a16:creationId xmlns:a16="http://schemas.microsoft.com/office/drawing/2014/main" id="{92905C5F-002F-42B2-BB22-070D9BFCCF17}"/>
              </a:ext>
            </a:extLst>
          </p:cNvPr>
          <p:cNvSpPr>
            <a:spLocks noGrp="1"/>
          </p:cNvSpPr>
          <p:nvPr/>
        </p:nvSpPr>
        <p:spPr>
          <a:xfrm>
            <a:off x="3739250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6" name="F1_main_prauc_2085">
            <a:extLst>
              <a:ext uri="{FF2B5EF4-FFF2-40B4-BE49-F238E27FC236}">
                <a16:creationId xmlns:a16="http://schemas.microsoft.com/office/drawing/2014/main" id="{E1B996E9-090D-4F61-8492-95F679C79A5E}"/>
              </a:ext>
            </a:extLst>
          </p:cNvPr>
          <p:cNvSpPr>
            <a:spLocks noGrp="1"/>
          </p:cNvSpPr>
          <p:nvPr/>
        </p:nvSpPr>
        <p:spPr>
          <a:xfrm>
            <a:off x="37341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7" name="F1_main_prauc_2086">
            <a:extLst>
              <a:ext uri="{FF2B5EF4-FFF2-40B4-BE49-F238E27FC236}">
                <a16:creationId xmlns:a16="http://schemas.microsoft.com/office/drawing/2014/main" id="{704878D7-A3B8-484E-A77D-821E53EE7225}"/>
              </a:ext>
            </a:extLst>
          </p:cNvPr>
          <p:cNvSpPr>
            <a:spLocks noGrp="1"/>
          </p:cNvSpPr>
          <p:nvPr/>
        </p:nvSpPr>
        <p:spPr>
          <a:xfrm>
            <a:off x="3709280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8" name="F1_main_prauc_2087">
            <a:extLst>
              <a:ext uri="{FF2B5EF4-FFF2-40B4-BE49-F238E27FC236}">
                <a16:creationId xmlns:a16="http://schemas.microsoft.com/office/drawing/2014/main" id="{FE027A2A-9E54-45F8-B622-3C0A91ED5BF7}"/>
              </a:ext>
            </a:extLst>
          </p:cNvPr>
          <p:cNvSpPr>
            <a:spLocks noGrp="1"/>
          </p:cNvSpPr>
          <p:nvPr/>
        </p:nvSpPr>
        <p:spPr>
          <a:xfrm>
            <a:off x="3886605" y="603728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9" name="F1_main_prauc_2088">
            <a:extLst>
              <a:ext uri="{FF2B5EF4-FFF2-40B4-BE49-F238E27FC236}">
                <a16:creationId xmlns:a16="http://schemas.microsoft.com/office/drawing/2014/main" id="{CA6695FB-2F82-4767-8B09-F18E641CDEBD}"/>
              </a:ext>
            </a:extLst>
          </p:cNvPr>
          <p:cNvSpPr>
            <a:spLocks noGrp="1"/>
          </p:cNvSpPr>
          <p:nvPr/>
        </p:nvSpPr>
        <p:spPr>
          <a:xfrm>
            <a:off x="3896491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0" name="F1_main_prauc_2089">
            <a:extLst>
              <a:ext uri="{FF2B5EF4-FFF2-40B4-BE49-F238E27FC236}">
                <a16:creationId xmlns:a16="http://schemas.microsoft.com/office/drawing/2014/main" id="{9F8AE4A0-06F4-4BD5-9A5F-F81BFA3AB7F6}"/>
              </a:ext>
            </a:extLst>
          </p:cNvPr>
          <p:cNvSpPr>
            <a:spLocks noGrp="1"/>
          </p:cNvSpPr>
          <p:nvPr/>
        </p:nvSpPr>
        <p:spPr>
          <a:xfrm>
            <a:off x="3788741" y="51798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1" name="F1_main_prauc_2090">
            <a:extLst>
              <a:ext uri="{FF2B5EF4-FFF2-40B4-BE49-F238E27FC236}">
                <a16:creationId xmlns:a16="http://schemas.microsoft.com/office/drawing/2014/main" id="{3B6E3CA4-2937-4C51-9B49-614023F1497F}"/>
              </a:ext>
            </a:extLst>
          </p:cNvPr>
          <p:cNvSpPr>
            <a:spLocks noGrp="1"/>
          </p:cNvSpPr>
          <p:nvPr/>
        </p:nvSpPr>
        <p:spPr>
          <a:xfrm>
            <a:off x="38111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2" name="F1_main_prauc_2091">
            <a:extLst>
              <a:ext uri="{FF2B5EF4-FFF2-40B4-BE49-F238E27FC236}">
                <a16:creationId xmlns:a16="http://schemas.microsoft.com/office/drawing/2014/main" id="{64AB050F-A338-4290-B4AF-4083535751AB}"/>
              </a:ext>
            </a:extLst>
          </p:cNvPr>
          <p:cNvSpPr>
            <a:spLocks noGrp="1"/>
          </p:cNvSpPr>
          <p:nvPr/>
        </p:nvSpPr>
        <p:spPr>
          <a:xfrm>
            <a:off x="38664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3" name="F1_main_prauc_2092">
            <a:extLst>
              <a:ext uri="{FF2B5EF4-FFF2-40B4-BE49-F238E27FC236}">
                <a16:creationId xmlns:a16="http://schemas.microsoft.com/office/drawing/2014/main" id="{6EF20635-29D0-414D-80C9-02276EC3A8CF}"/>
              </a:ext>
            </a:extLst>
          </p:cNvPr>
          <p:cNvSpPr>
            <a:spLocks noGrp="1"/>
          </p:cNvSpPr>
          <p:nvPr/>
        </p:nvSpPr>
        <p:spPr>
          <a:xfrm>
            <a:off x="37804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4" name="F1_main_prauc_2093">
            <a:extLst>
              <a:ext uri="{FF2B5EF4-FFF2-40B4-BE49-F238E27FC236}">
                <a16:creationId xmlns:a16="http://schemas.microsoft.com/office/drawing/2014/main" id="{0D4B31A9-DBD7-46A0-B1B4-E982315B76AF}"/>
              </a:ext>
            </a:extLst>
          </p:cNvPr>
          <p:cNvSpPr>
            <a:spLocks noGrp="1"/>
          </p:cNvSpPr>
          <p:nvPr/>
        </p:nvSpPr>
        <p:spPr>
          <a:xfrm>
            <a:off x="3758163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5" name="F1_main_prauc_2094">
            <a:extLst>
              <a:ext uri="{FF2B5EF4-FFF2-40B4-BE49-F238E27FC236}">
                <a16:creationId xmlns:a16="http://schemas.microsoft.com/office/drawing/2014/main" id="{6D1477FE-A3DC-4F92-BE29-CA6080BD30A3}"/>
              </a:ext>
            </a:extLst>
          </p:cNvPr>
          <p:cNvSpPr>
            <a:spLocks noGrp="1"/>
          </p:cNvSpPr>
          <p:nvPr/>
        </p:nvSpPr>
        <p:spPr>
          <a:xfrm>
            <a:off x="38454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6" name="F1_main_prauc_2095">
            <a:extLst>
              <a:ext uri="{FF2B5EF4-FFF2-40B4-BE49-F238E27FC236}">
                <a16:creationId xmlns:a16="http://schemas.microsoft.com/office/drawing/2014/main" id="{46D37D4A-7F0D-4D2F-BBC4-1F3ECBBD1B3F}"/>
              </a:ext>
            </a:extLst>
          </p:cNvPr>
          <p:cNvSpPr>
            <a:spLocks noGrp="1"/>
          </p:cNvSpPr>
          <p:nvPr/>
        </p:nvSpPr>
        <p:spPr>
          <a:xfrm>
            <a:off x="371212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7" name="F1_main_prauc_2096">
            <a:extLst>
              <a:ext uri="{FF2B5EF4-FFF2-40B4-BE49-F238E27FC236}">
                <a16:creationId xmlns:a16="http://schemas.microsoft.com/office/drawing/2014/main" id="{7D8BA51A-FE96-443D-97AB-E042CF22FE02}"/>
              </a:ext>
            </a:extLst>
          </p:cNvPr>
          <p:cNvSpPr>
            <a:spLocks noGrp="1"/>
          </p:cNvSpPr>
          <p:nvPr/>
        </p:nvSpPr>
        <p:spPr>
          <a:xfrm>
            <a:off x="388992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8" name="F1_main_prauc_2097">
            <a:extLst>
              <a:ext uri="{FF2B5EF4-FFF2-40B4-BE49-F238E27FC236}">
                <a16:creationId xmlns:a16="http://schemas.microsoft.com/office/drawing/2014/main" id="{24AC9825-FDCF-411E-B84A-2729281C7AF8}"/>
              </a:ext>
            </a:extLst>
          </p:cNvPr>
          <p:cNvSpPr>
            <a:spLocks noGrp="1"/>
          </p:cNvSpPr>
          <p:nvPr/>
        </p:nvSpPr>
        <p:spPr>
          <a:xfrm>
            <a:off x="3757688" y="486352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9" name="F1_main_prauc_2098">
            <a:extLst>
              <a:ext uri="{FF2B5EF4-FFF2-40B4-BE49-F238E27FC236}">
                <a16:creationId xmlns:a16="http://schemas.microsoft.com/office/drawing/2014/main" id="{812693E3-3D32-4156-8606-2B41A9C22B0B}"/>
              </a:ext>
            </a:extLst>
          </p:cNvPr>
          <p:cNvSpPr>
            <a:spLocks noGrp="1"/>
          </p:cNvSpPr>
          <p:nvPr/>
        </p:nvSpPr>
        <p:spPr>
          <a:xfrm>
            <a:off x="388185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0" name="F1_main_prauc_2099">
            <a:extLst>
              <a:ext uri="{FF2B5EF4-FFF2-40B4-BE49-F238E27FC236}">
                <a16:creationId xmlns:a16="http://schemas.microsoft.com/office/drawing/2014/main" id="{2FA90E2C-E9FB-4B69-A7F4-7B923F0655C0}"/>
              </a:ext>
            </a:extLst>
          </p:cNvPr>
          <p:cNvSpPr>
            <a:spLocks noGrp="1"/>
          </p:cNvSpPr>
          <p:nvPr/>
        </p:nvSpPr>
        <p:spPr>
          <a:xfrm>
            <a:off x="391094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1" name="F1_main_prauc_2100">
            <a:extLst>
              <a:ext uri="{FF2B5EF4-FFF2-40B4-BE49-F238E27FC236}">
                <a16:creationId xmlns:a16="http://schemas.microsoft.com/office/drawing/2014/main" id="{68A5A00E-AF79-46AF-B217-DA6970E8899A}"/>
              </a:ext>
            </a:extLst>
          </p:cNvPr>
          <p:cNvSpPr>
            <a:spLocks noGrp="1"/>
          </p:cNvSpPr>
          <p:nvPr/>
        </p:nvSpPr>
        <p:spPr>
          <a:xfrm>
            <a:off x="3851784" y="418694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2" name="F1_main_prauc_2101">
            <a:extLst>
              <a:ext uri="{FF2B5EF4-FFF2-40B4-BE49-F238E27FC236}">
                <a16:creationId xmlns:a16="http://schemas.microsoft.com/office/drawing/2014/main" id="{6DD2BCEF-B15F-4464-B6CC-E6BA1F9AADB6}"/>
              </a:ext>
            </a:extLst>
          </p:cNvPr>
          <p:cNvSpPr>
            <a:spLocks noGrp="1"/>
          </p:cNvSpPr>
          <p:nvPr/>
        </p:nvSpPr>
        <p:spPr>
          <a:xfrm>
            <a:off x="37795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3" name="F1_main_prauc_2102">
            <a:extLst>
              <a:ext uri="{FF2B5EF4-FFF2-40B4-BE49-F238E27FC236}">
                <a16:creationId xmlns:a16="http://schemas.microsoft.com/office/drawing/2014/main" id="{8749C793-AD8D-4600-9495-24964C541AD7}"/>
              </a:ext>
            </a:extLst>
          </p:cNvPr>
          <p:cNvSpPr>
            <a:spLocks noGrp="1"/>
          </p:cNvSpPr>
          <p:nvPr/>
        </p:nvSpPr>
        <p:spPr>
          <a:xfrm>
            <a:off x="3867854" y="572629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4" name="F1_main_prauc_2103">
            <a:extLst>
              <a:ext uri="{FF2B5EF4-FFF2-40B4-BE49-F238E27FC236}">
                <a16:creationId xmlns:a16="http://schemas.microsoft.com/office/drawing/2014/main" id="{41293C07-6861-4F46-8BD1-0C7D54D12A87}"/>
              </a:ext>
            </a:extLst>
          </p:cNvPr>
          <p:cNvSpPr>
            <a:spLocks noGrp="1"/>
          </p:cNvSpPr>
          <p:nvPr/>
        </p:nvSpPr>
        <p:spPr>
          <a:xfrm>
            <a:off x="3868554" y="51274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5" name="F1_main_prauc_2104">
            <a:extLst>
              <a:ext uri="{FF2B5EF4-FFF2-40B4-BE49-F238E27FC236}">
                <a16:creationId xmlns:a16="http://schemas.microsoft.com/office/drawing/2014/main" id="{09338FAF-E550-49E7-9C47-12EB4D6BC0E6}"/>
              </a:ext>
            </a:extLst>
          </p:cNvPr>
          <p:cNvSpPr>
            <a:spLocks noGrp="1"/>
          </p:cNvSpPr>
          <p:nvPr/>
        </p:nvSpPr>
        <p:spPr>
          <a:xfrm>
            <a:off x="3753491" y="59929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6" name="F1_main_prauc_2105">
            <a:extLst>
              <a:ext uri="{FF2B5EF4-FFF2-40B4-BE49-F238E27FC236}">
                <a16:creationId xmlns:a16="http://schemas.microsoft.com/office/drawing/2014/main" id="{5B619182-909A-420F-8881-765D7F375176}"/>
              </a:ext>
            </a:extLst>
          </p:cNvPr>
          <p:cNvSpPr>
            <a:spLocks noGrp="1"/>
          </p:cNvSpPr>
          <p:nvPr/>
        </p:nvSpPr>
        <p:spPr>
          <a:xfrm>
            <a:off x="38560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7" name="F1_main_prauc_2106">
            <a:extLst>
              <a:ext uri="{FF2B5EF4-FFF2-40B4-BE49-F238E27FC236}">
                <a16:creationId xmlns:a16="http://schemas.microsoft.com/office/drawing/2014/main" id="{146C4039-9F40-45B4-B800-6AC04A08DB49}"/>
              </a:ext>
            </a:extLst>
          </p:cNvPr>
          <p:cNvSpPr>
            <a:spLocks noGrp="1"/>
          </p:cNvSpPr>
          <p:nvPr/>
        </p:nvSpPr>
        <p:spPr>
          <a:xfrm>
            <a:off x="3842831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8" name="F1_main_prauc_2107">
            <a:extLst>
              <a:ext uri="{FF2B5EF4-FFF2-40B4-BE49-F238E27FC236}">
                <a16:creationId xmlns:a16="http://schemas.microsoft.com/office/drawing/2014/main" id="{7D1A4BCF-01B7-4B50-BAC2-8C5D315860F3}"/>
              </a:ext>
            </a:extLst>
          </p:cNvPr>
          <p:cNvSpPr>
            <a:spLocks noGrp="1"/>
          </p:cNvSpPr>
          <p:nvPr/>
        </p:nvSpPr>
        <p:spPr>
          <a:xfrm>
            <a:off x="385839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9" name="F1_main_prauc_2108">
            <a:extLst>
              <a:ext uri="{FF2B5EF4-FFF2-40B4-BE49-F238E27FC236}">
                <a16:creationId xmlns:a16="http://schemas.microsoft.com/office/drawing/2014/main" id="{D2AB787C-C040-4A84-9568-D5544F520EF0}"/>
              </a:ext>
            </a:extLst>
          </p:cNvPr>
          <p:cNvSpPr>
            <a:spLocks noGrp="1"/>
          </p:cNvSpPr>
          <p:nvPr/>
        </p:nvSpPr>
        <p:spPr>
          <a:xfrm>
            <a:off x="370635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0" name="F1_main_prauc_2109">
            <a:extLst>
              <a:ext uri="{FF2B5EF4-FFF2-40B4-BE49-F238E27FC236}">
                <a16:creationId xmlns:a16="http://schemas.microsoft.com/office/drawing/2014/main" id="{5CA6513B-10E3-4C99-A873-599BE37B98AB}"/>
              </a:ext>
            </a:extLst>
          </p:cNvPr>
          <p:cNvSpPr>
            <a:spLocks noGrp="1"/>
          </p:cNvSpPr>
          <p:nvPr/>
        </p:nvSpPr>
        <p:spPr>
          <a:xfrm>
            <a:off x="391566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1" name="F1_main_prauc_2110">
            <a:extLst>
              <a:ext uri="{FF2B5EF4-FFF2-40B4-BE49-F238E27FC236}">
                <a16:creationId xmlns:a16="http://schemas.microsoft.com/office/drawing/2014/main" id="{236A6BE1-FDE1-4FE3-A74F-4B9D6B0E7008}"/>
              </a:ext>
            </a:extLst>
          </p:cNvPr>
          <p:cNvSpPr>
            <a:spLocks noGrp="1"/>
          </p:cNvSpPr>
          <p:nvPr/>
        </p:nvSpPr>
        <p:spPr>
          <a:xfrm>
            <a:off x="391376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2" name="F1_main_prauc_2111">
            <a:extLst>
              <a:ext uri="{FF2B5EF4-FFF2-40B4-BE49-F238E27FC236}">
                <a16:creationId xmlns:a16="http://schemas.microsoft.com/office/drawing/2014/main" id="{13F483B3-A5FE-4B5B-99DB-3808701A939C}"/>
              </a:ext>
            </a:extLst>
          </p:cNvPr>
          <p:cNvSpPr>
            <a:spLocks noGrp="1"/>
          </p:cNvSpPr>
          <p:nvPr/>
        </p:nvSpPr>
        <p:spPr>
          <a:xfrm>
            <a:off x="3947868" y="340009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3" name="F1_main_prauc_2112">
            <a:extLst>
              <a:ext uri="{FF2B5EF4-FFF2-40B4-BE49-F238E27FC236}">
                <a16:creationId xmlns:a16="http://schemas.microsoft.com/office/drawing/2014/main" id="{306B9D6F-F631-4362-A52F-AA7C3D5A39C2}"/>
              </a:ext>
            </a:extLst>
          </p:cNvPr>
          <p:cNvSpPr>
            <a:spLocks noGrp="1"/>
          </p:cNvSpPr>
          <p:nvPr/>
        </p:nvSpPr>
        <p:spPr>
          <a:xfrm>
            <a:off x="37726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4" name="F1_main_prauc_2113">
            <a:extLst>
              <a:ext uri="{FF2B5EF4-FFF2-40B4-BE49-F238E27FC236}">
                <a16:creationId xmlns:a16="http://schemas.microsoft.com/office/drawing/2014/main" id="{76BF26AC-2699-4AF2-85C4-9C3483A4FA14}"/>
              </a:ext>
            </a:extLst>
          </p:cNvPr>
          <p:cNvSpPr>
            <a:spLocks noGrp="1"/>
          </p:cNvSpPr>
          <p:nvPr/>
        </p:nvSpPr>
        <p:spPr>
          <a:xfrm>
            <a:off x="3946092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5" name="F1_main_prauc_2114">
            <a:extLst>
              <a:ext uri="{FF2B5EF4-FFF2-40B4-BE49-F238E27FC236}">
                <a16:creationId xmlns:a16="http://schemas.microsoft.com/office/drawing/2014/main" id="{10BC5F66-34A2-4AFD-9AC8-AD29C808A0CF}"/>
              </a:ext>
            </a:extLst>
          </p:cNvPr>
          <p:cNvSpPr>
            <a:spLocks noGrp="1"/>
          </p:cNvSpPr>
          <p:nvPr/>
        </p:nvSpPr>
        <p:spPr>
          <a:xfrm>
            <a:off x="3910220" y="55854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6" name="F1_main_prauc_2115">
            <a:extLst>
              <a:ext uri="{FF2B5EF4-FFF2-40B4-BE49-F238E27FC236}">
                <a16:creationId xmlns:a16="http://schemas.microsoft.com/office/drawing/2014/main" id="{374E7C30-9631-4CA9-8574-CFF9451DF34B}"/>
              </a:ext>
            </a:extLst>
          </p:cNvPr>
          <p:cNvSpPr>
            <a:spLocks noGrp="1"/>
          </p:cNvSpPr>
          <p:nvPr/>
        </p:nvSpPr>
        <p:spPr>
          <a:xfrm>
            <a:off x="3827858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7" name="F1_main_prauc_2116">
            <a:extLst>
              <a:ext uri="{FF2B5EF4-FFF2-40B4-BE49-F238E27FC236}">
                <a16:creationId xmlns:a16="http://schemas.microsoft.com/office/drawing/2014/main" id="{78C2F5CD-DD07-4103-B9FC-038D1AC011BF}"/>
              </a:ext>
            </a:extLst>
          </p:cNvPr>
          <p:cNvSpPr>
            <a:spLocks noGrp="1"/>
          </p:cNvSpPr>
          <p:nvPr/>
        </p:nvSpPr>
        <p:spPr>
          <a:xfrm>
            <a:off x="38243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8" name="F1_main_prauc_2117">
            <a:extLst>
              <a:ext uri="{FF2B5EF4-FFF2-40B4-BE49-F238E27FC236}">
                <a16:creationId xmlns:a16="http://schemas.microsoft.com/office/drawing/2014/main" id="{7794C174-5EF0-4DE5-89D8-F48BBC7D68B2}"/>
              </a:ext>
            </a:extLst>
          </p:cNvPr>
          <p:cNvSpPr>
            <a:spLocks noGrp="1"/>
          </p:cNvSpPr>
          <p:nvPr/>
        </p:nvSpPr>
        <p:spPr>
          <a:xfrm>
            <a:off x="38204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9" name="F1_main_prauc_2118">
            <a:extLst>
              <a:ext uri="{FF2B5EF4-FFF2-40B4-BE49-F238E27FC236}">
                <a16:creationId xmlns:a16="http://schemas.microsoft.com/office/drawing/2014/main" id="{C60CFB19-E739-479F-B6AF-7AD14BC14AA7}"/>
              </a:ext>
            </a:extLst>
          </p:cNvPr>
          <p:cNvSpPr>
            <a:spLocks noGrp="1"/>
          </p:cNvSpPr>
          <p:nvPr/>
        </p:nvSpPr>
        <p:spPr>
          <a:xfrm>
            <a:off x="3819299" y="41769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0" name="F1_main_prauc_2119">
            <a:extLst>
              <a:ext uri="{FF2B5EF4-FFF2-40B4-BE49-F238E27FC236}">
                <a16:creationId xmlns:a16="http://schemas.microsoft.com/office/drawing/2014/main" id="{646043BE-E87D-42A9-84CC-5A343363BD09}"/>
              </a:ext>
            </a:extLst>
          </p:cNvPr>
          <p:cNvSpPr>
            <a:spLocks noGrp="1"/>
          </p:cNvSpPr>
          <p:nvPr/>
        </p:nvSpPr>
        <p:spPr>
          <a:xfrm>
            <a:off x="38748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1" name="F1_main_prauc_2120">
            <a:extLst>
              <a:ext uri="{FF2B5EF4-FFF2-40B4-BE49-F238E27FC236}">
                <a16:creationId xmlns:a16="http://schemas.microsoft.com/office/drawing/2014/main" id="{8D395610-E859-4CA0-926F-A3C63B2B8E4D}"/>
              </a:ext>
            </a:extLst>
          </p:cNvPr>
          <p:cNvSpPr>
            <a:spLocks noGrp="1"/>
          </p:cNvSpPr>
          <p:nvPr/>
        </p:nvSpPr>
        <p:spPr>
          <a:xfrm>
            <a:off x="3800810" y="609595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2" name="F1_main_prauc_2121">
            <a:extLst>
              <a:ext uri="{FF2B5EF4-FFF2-40B4-BE49-F238E27FC236}">
                <a16:creationId xmlns:a16="http://schemas.microsoft.com/office/drawing/2014/main" id="{2AAE0FBE-A57B-455E-9691-CCF82B503AC8}"/>
              </a:ext>
            </a:extLst>
          </p:cNvPr>
          <p:cNvSpPr>
            <a:spLocks noGrp="1"/>
          </p:cNvSpPr>
          <p:nvPr/>
        </p:nvSpPr>
        <p:spPr>
          <a:xfrm>
            <a:off x="38251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3" name="F1_main_prauc_2122">
            <a:extLst>
              <a:ext uri="{FF2B5EF4-FFF2-40B4-BE49-F238E27FC236}">
                <a16:creationId xmlns:a16="http://schemas.microsoft.com/office/drawing/2014/main" id="{58E35382-874A-445F-B22D-6CF53A72B6F2}"/>
              </a:ext>
            </a:extLst>
          </p:cNvPr>
          <p:cNvSpPr>
            <a:spLocks noGrp="1"/>
          </p:cNvSpPr>
          <p:nvPr/>
        </p:nvSpPr>
        <p:spPr>
          <a:xfrm>
            <a:off x="3747751" y="56881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4" name="F1_main_prauc_2123">
            <a:extLst>
              <a:ext uri="{FF2B5EF4-FFF2-40B4-BE49-F238E27FC236}">
                <a16:creationId xmlns:a16="http://schemas.microsoft.com/office/drawing/2014/main" id="{4AA8EB46-31DA-4484-9D5F-14928B1A28FC}"/>
              </a:ext>
            </a:extLst>
          </p:cNvPr>
          <p:cNvSpPr>
            <a:spLocks noGrp="1"/>
          </p:cNvSpPr>
          <p:nvPr/>
        </p:nvSpPr>
        <p:spPr>
          <a:xfrm>
            <a:off x="37489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5" name="F1_main_prauc_2124">
            <a:extLst>
              <a:ext uri="{FF2B5EF4-FFF2-40B4-BE49-F238E27FC236}">
                <a16:creationId xmlns:a16="http://schemas.microsoft.com/office/drawing/2014/main" id="{B34E015D-F663-4A12-9FA9-C268141FAD83}"/>
              </a:ext>
            </a:extLst>
          </p:cNvPr>
          <p:cNvSpPr>
            <a:spLocks noGrp="1"/>
          </p:cNvSpPr>
          <p:nvPr/>
        </p:nvSpPr>
        <p:spPr>
          <a:xfrm>
            <a:off x="3713881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6" name="F1_main_prauc_2125">
            <a:extLst>
              <a:ext uri="{FF2B5EF4-FFF2-40B4-BE49-F238E27FC236}">
                <a16:creationId xmlns:a16="http://schemas.microsoft.com/office/drawing/2014/main" id="{0D6F046C-CF2C-4665-BCA7-F4DE5876F14C}"/>
              </a:ext>
            </a:extLst>
          </p:cNvPr>
          <p:cNvSpPr>
            <a:spLocks noGrp="1"/>
          </p:cNvSpPr>
          <p:nvPr/>
        </p:nvSpPr>
        <p:spPr>
          <a:xfrm>
            <a:off x="37477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7" name="F1_main_prauc_2126">
            <a:extLst>
              <a:ext uri="{FF2B5EF4-FFF2-40B4-BE49-F238E27FC236}">
                <a16:creationId xmlns:a16="http://schemas.microsoft.com/office/drawing/2014/main" id="{DBF0ED9E-DCD0-4AAA-B230-9C19EECBAC72}"/>
              </a:ext>
            </a:extLst>
          </p:cNvPr>
          <p:cNvSpPr>
            <a:spLocks noGrp="1"/>
          </p:cNvSpPr>
          <p:nvPr/>
        </p:nvSpPr>
        <p:spPr>
          <a:xfrm>
            <a:off x="3783067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8" name="F1_main_prauc_2127">
            <a:extLst>
              <a:ext uri="{FF2B5EF4-FFF2-40B4-BE49-F238E27FC236}">
                <a16:creationId xmlns:a16="http://schemas.microsoft.com/office/drawing/2014/main" id="{586E93BC-E29C-4EE2-8670-8597C3D28330}"/>
              </a:ext>
            </a:extLst>
          </p:cNvPr>
          <p:cNvSpPr>
            <a:spLocks noGrp="1"/>
          </p:cNvSpPr>
          <p:nvPr/>
        </p:nvSpPr>
        <p:spPr>
          <a:xfrm>
            <a:off x="37292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9" name="F1_main_prauc_2128">
            <a:extLst>
              <a:ext uri="{FF2B5EF4-FFF2-40B4-BE49-F238E27FC236}">
                <a16:creationId xmlns:a16="http://schemas.microsoft.com/office/drawing/2014/main" id="{AF4EAC15-E420-48A9-B601-D8A71852784D}"/>
              </a:ext>
            </a:extLst>
          </p:cNvPr>
          <p:cNvSpPr>
            <a:spLocks noGrp="1"/>
          </p:cNvSpPr>
          <p:nvPr/>
        </p:nvSpPr>
        <p:spPr>
          <a:xfrm>
            <a:off x="3831010" y="470500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0" name="F1_main_prauc_2129">
            <a:extLst>
              <a:ext uri="{FF2B5EF4-FFF2-40B4-BE49-F238E27FC236}">
                <a16:creationId xmlns:a16="http://schemas.microsoft.com/office/drawing/2014/main" id="{05CB9BA3-97E7-4E4A-8D24-49E21F40D412}"/>
              </a:ext>
            </a:extLst>
          </p:cNvPr>
          <p:cNvSpPr>
            <a:spLocks noGrp="1"/>
          </p:cNvSpPr>
          <p:nvPr/>
        </p:nvSpPr>
        <p:spPr>
          <a:xfrm>
            <a:off x="3834190" y="364988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1" name="F1_main_prauc_2130">
            <a:extLst>
              <a:ext uri="{FF2B5EF4-FFF2-40B4-BE49-F238E27FC236}">
                <a16:creationId xmlns:a16="http://schemas.microsoft.com/office/drawing/2014/main" id="{EB10CCE6-598C-4462-B637-0BF093B74C23}"/>
              </a:ext>
            </a:extLst>
          </p:cNvPr>
          <p:cNvSpPr>
            <a:spLocks noGrp="1"/>
          </p:cNvSpPr>
          <p:nvPr/>
        </p:nvSpPr>
        <p:spPr>
          <a:xfrm>
            <a:off x="38854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2" name="F1_main_prauc_2131">
            <a:extLst>
              <a:ext uri="{FF2B5EF4-FFF2-40B4-BE49-F238E27FC236}">
                <a16:creationId xmlns:a16="http://schemas.microsoft.com/office/drawing/2014/main" id="{875FE60F-C47E-4BA8-952E-C011DDBD0391}"/>
              </a:ext>
            </a:extLst>
          </p:cNvPr>
          <p:cNvSpPr>
            <a:spLocks noGrp="1"/>
          </p:cNvSpPr>
          <p:nvPr/>
        </p:nvSpPr>
        <p:spPr>
          <a:xfrm>
            <a:off x="37974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3" name="F1_main_prauc_2132">
            <a:extLst>
              <a:ext uri="{FF2B5EF4-FFF2-40B4-BE49-F238E27FC236}">
                <a16:creationId xmlns:a16="http://schemas.microsoft.com/office/drawing/2014/main" id="{4EFE5B89-4DF4-4E0C-9794-29407FE028DA}"/>
              </a:ext>
            </a:extLst>
          </p:cNvPr>
          <p:cNvSpPr>
            <a:spLocks noGrp="1"/>
          </p:cNvSpPr>
          <p:nvPr/>
        </p:nvSpPr>
        <p:spPr>
          <a:xfrm>
            <a:off x="3877807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4" name="F1_main_prauc_2133">
            <a:extLst>
              <a:ext uri="{FF2B5EF4-FFF2-40B4-BE49-F238E27FC236}">
                <a16:creationId xmlns:a16="http://schemas.microsoft.com/office/drawing/2014/main" id="{C049279C-83C8-4244-B1E3-1847ACEC9C48}"/>
              </a:ext>
            </a:extLst>
          </p:cNvPr>
          <p:cNvSpPr>
            <a:spLocks noGrp="1"/>
          </p:cNvSpPr>
          <p:nvPr/>
        </p:nvSpPr>
        <p:spPr>
          <a:xfrm>
            <a:off x="3942571" y="361491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5" name="F1_main_prauc_2134">
            <a:extLst>
              <a:ext uri="{FF2B5EF4-FFF2-40B4-BE49-F238E27FC236}">
                <a16:creationId xmlns:a16="http://schemas.microsoft.com/office/drawing/2014/main" id="{B1596066-1476-4341-927F-B9894415FBC2}"/>
              </a:ext>
            </a:extLst>
          </p:cNvPr>
          <p:cNvSpPr>
            <a:spLocks noGrp="1"/>
          </p:cNvSpPr>
          <p:nvPr/>
        </p:nvSpPr>
        <p:spPr>
          <a:xfrm>
            <a:off x="3796260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6" name="F1_main_prauc_2135">
            <a:extLst>
              <a:ext uri="{FF2B5EF4-FFF2-40B4-BE49-F238E27FC236}">
                <a16:creationId xmlns:a16="http://schemas.microsoft.com/office/drawing/2014/main" id="{54C221A6-2AED-4C06-BC62-BF6CB5DE917D}"/>
              </a:ext>
            </a:extLst>
          </p:cNvPr>
          <p:cNvSpPr>
            <a:spLocks noGrp="1"/>
          </p:cNvSpPr>
          <p:nvPr/>
        </p:nvSpPr>
        <p:spPr>
          <a:xfrm>
            <a:off x="3951333" y="45913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7" name="F1_main_prauc_2136">
            <a:extLst>
              <a:ext uri="{FF2B5EF4-FFF2-40B4-BE49-F238E27FC236}">
                <a16:creationId xmlns:a16="http://schemas.microsoft.com/office/drawing/2014/main" id="{C7D71209-58A8-4E8A-B3DC-852D806BAE00}"/>
              </a:ext>
            </a:extLst>
          </p:cNvPr>
          <p:cNvSpPr>
            <a:spLocks noGrp="1"/>
          </p:cNvSpPr>
          <p:nvPr/>
        </p:nvSpPr>
        <p:spPr>
          <a:xfrm>
            <a:off x="3788428" y="499627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8" name="F1_main_prauc_2137">
            <a:extLst>
              <a:ext uri="{FF2B5EF4-FFF2-40B4-BE49-F238E27FC236}">
                <a16:creationId xmlns:a16="http://schemas.microsoft.com/office/drawing/2014/main" id="{7A5F5F2B-78B2-4CBB-94B7-16B6B94C103B}"/>
              </a:ext>
            </a:extLst>
          </p:cNvPr>
          <p:cNvSpPr>
            <a:spLocks noGrp="1"/>
          </p:cNvSpPr>
          <p:nvPr/>
        </p:nvSpPr>
        <p:spPr>
          <a:xfrm>
            <a:off x="392534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9" name="F1_main_prauc_2138">
            <a:extLst>
              <a:ext uri="{FF2B5EF4-FFF2-40B4-BE49-F238E27FC236}">
                <a16:creationId xmlns:a16="http://schemas.microsoft.com/office/drawing/2014/main" id="{799B4172-FA55-4025-926B-9B1E3DC4265F}"/>
              </a:ext>
            </a:extLst>
          </p:cNvPr>
          <p:cNvSpPr>
            <a:spLocks noGrp="1"/>
          </p:cNvSpPr>
          <p:nvPr/>
        </p:nvSpPr>
        <p:spPr>
          <a:xfrm>
            <a:off x="3913976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0" name="F1_main_prauc_2139">
            <a:extLst>
              <a:ext uri="{FF2B5EF4-FFF2-40B4-BE49-F238E27FC236}">
                <a16:creationId xmlns:a16="http://schemas.microsoft.com/office/drawing/2014/main" id="{12A68F73-6499-4011-BEFA-8AF61BAC3B35}"/>
              </a:ext>
            </a:extLst>
          </p:cNvPr>
          <p:cNvSpPr>
            <a:spLocks noGrp="1"/>
          </p:cNvSpPr>
          <p:nvPr/>
        </p:nvSpPr>
        <p:spPr>
          <a:xfrm>
            <a:off x="3749400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1" name="F1_main_prauc_2140">
            <a:extLst>
              <a:ext uri="{FF2B5EF4-FFF2-40B4-BE49-F238E27FC236}">
                <a16:creationId xmlns:a16="http://schemas.microsoft.com/office/drawing/2014/main" id="{83B391CC-8DA2-4FE3-B4A4-78F74E7314C9}"/>
              </a:ext>
            </a:extLst>
          </p:cNvPr>
          <p:cNvSpPr>
            <a:spLocks noGrp="1"/>
          </p:cNvSpPr>
          <p:nvPr/>
        </p:nvSpPr>
        <p:spPr>
          <a:xfrm>
            <a:off x="37375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2" name="F1_main_prauc_2141">
            <a:extLst>
              <a:ext uri="{FF2B5EF4-FFF2-40B4-BE49-F238E27FC236}">
                <a16:creationId xmlns:a16="http://schemas.microsoft.com/office/drawing/2014/main" id="{D7D00417-BA65-46BE-821D-DD78E27C8690}"/>
              </a:ext>
            </a:extLst>
          </p:cNvPr>
          <p:cNvSpPr>
            <a:spLocks noGrp="1"/>
          </p:cNvSpPr>
          <p:nvPr/>
        </p:nvSpPr>
        <p:spPr>
          <a:xfrm>
            <a:off x="38179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3" name="F1_main_prauc_2142">
            <a:extLst>
              <a:ext uri="{FF2B5EF4-FFF2-40B4-BE49-F238E27FC236}">
                <a16:creationId xmlns:a16="http://schemas.microsoft.com/office/drawing/2014/main" id="{1B02F3EE-E65E-46F9-BB66-2A8ECD0C7975}"/>
              </a:ext>
            </a:extLst>
          </p:cNvPr>
          <p:cNvSpPr>
            <a:spLocks noGrp="1"/>
          </p:cNvSpPr>
          <p:nvPr/>
        </p:nvSpPr>
        <p:spPr>
          <a:xfrm>
            <a:off x="3907297" y="495037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4" name="F1_main_prauc_2143">
            <a:extLst>
              <a:ext uri="{FF2B5EF4-FFF2-40B4-BE49-F238E27FC236}">
                <a16:creationId xmlns:a16="http://schemas.microsoft.com/office/drawing/2014/main" id="{B0AC9FB4-28D7-43F9-A90B-FC3162E137F4}"/>
              </a:ext>
            </a:extLst>
          </p:cNvPr>
          <p:cNvSpPr>
            <a:spLocks noGrp="1"/>
          </p:cNvSpPr>
          <p:nvPr/>
        </p:nvSpPr>
        <p:spPr>
          <a:xfrm>
            <a:off x="38218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5" name="F1_main_prauc_2144">
            <a:extLst>
              <a:ext uri="{FF2B5EF4-FFF2-40B4-BE49-F238E27FC236}">
                <a16:creationId xmlns:a16="http://schemas.microsoft.com/office/drawing/2014/main" id="{20FED5B2-E041-4621-BD7F-29966A0A4917}"/>
              </a:ext>
            </a:extLst>
          </p:cNvPr>
          <p:cNvSpPr>
            <a:spLocks noGrp="1"/>
          </p:cNvSpPr>
          <p:nvPr/>
        </p:nvSpPr>
        <p:spPr>
          <a:xfrm>
            <a:off x="39213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6" name="F1_main_prauc_2145">
            <a:extLst>
              <a:ext uri="{FF2B5EF4-FFF2-40B4-BE49-F238E27FC236}">
                <a16:creationId xmlns:a16="http://schemas.microsoft.com/office/drawing/2014/main" id="{36BBDA61-9C4E-4976-B852-E90F553466B5}"/>
              </a:ext>
            </a:extLst>
          </p:cNvPr>
          <p:cNvSpPr>
            <a:spLocks noGrp="1"/>
          </p:cNvSpPr>
          <p:nvPr/>
        </p:nvSpPr>
        <p:spPr>
          <a:xfrm>
            <a:off x="3714257" y="597060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7" name="F1_main_prauc_2146">
            <a:extLst>
              <a:ext uri="{FF2B5EF4-FFF2-40B4-BE49-F238E27FC236}">
                <a16:creationId xmlns:a16="http://schemas.microsoft.com/office/drawing/2014/main" id="{314FE2B9-BD76-43E3-8F5E-EECAD322EE32}"/>
              </a:ext>
            </a:extLst>
          </p:cNvPr>
          <p:cNvSpPr>
            <a:spLocks noGrp="1"/>
          </p:cNvSpPr>
          <p:nvPr/>
        </p:nvSpPr>
        <p:spPr>
          <a:xfrm>
            <a:off x="38285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8" name="F1_main_prauc_2147">
            <a:extLst>
              <a:ext uri="{FF2B5EF4-FFF2-40B4-BE49-F238E27FC236}">
                <a16:creationId xmlns:a16="http://schemas.microsoft.com/office/drawing/2014/main" id="{053684B7-A417-45EE-A2BC-D3924EED5C81}"/>
              </a:ext>
            </a:extLst>
          </p:cNvPr>
          <p:cNvSpPr>
            <a:spLocks noGrp="1"/>
          </p:cNvSpPr>
          <p:nvPr/>
        </p:nvSpPr>
        <p:spPr>
          <a:xfrm>
            <a:off x="38141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9" name="F1_main_prauc_2148">
            <a:extLst>
              <a:ext uri="{FF2B5EF4-FFF2-40B4-BE49-F238E27FC236}">
                <a16:creationId xmlns:a16="http://schemas.microsoft.com/office/drawing/2014/main" id="{0C39E2CC-9A65-4D6F-BE1D-2D44CCE1CAD4}"/>
              </a:ext>
            </a:extLst>
          </p:cNvPr>
          <p:cNvSpPr>
            <a:spLocks noGrp="1"/>
          </p:cNvSpPr>
          <p:nvPr/>
        </p:nvSpPr>
        <p:spPr>
          <a:xfrm>
            <a:off x="3844202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0" name="F1_main_prauc_2149">
            <a:extLst>
              <a:ext uri="{FF2B5EF4-FFF2-40B4-BE49-F238E27FC236}">
                <a16:creationId xmlns:a16="http://schemas.microsoft.com/office/drawing/2014/main" id="{39E7AD05-6EAD-46EE-9F0A-C6D77337B012}"/>
              </a:ext>
            </a:extLst>
          </p:cNvPr>
          <p:cNvSpPr>
            <a:spLocks noGrp="1"/>
          </p:cNvSpPr>
          <p:nvPr/>
        </p:nvSpPr>
        <p:spPr>
          <a:xfrm>
            <a:off x="37405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1" name="F1_main_prauc_2150">
            <a:extLst>
              <a:ext uri="{FF2B5EF4-FFF2-40B4-BE49-F238E27FC236}">
                <a16:creationId xmlns:a16="http://schemas.microsoft.com/office/drawing/2014/main" id="{A5D0E35C-3733-4FB0-84EA-271C25A4105D}"/>
              </a:ext>
            </a:extLst>
          </p:cNvPr>
          <p:cNvSpPr>
            <a:spLocks noGrp="1"/>
          </p:cNvSpPr>
          <p:nvPr/>
        </p:nvSpPr>
        <p:spPr>
          <a:xfrm>
            <a:off x="388325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2" name="F1_main_prauc_2151">
            <a:extLst>
              <a:ext uri="{FF2B5EF4-FFF2-40B4-BE49-F238E27FC236}">
                <a16:creationId xmlns:a16="http://schemas.microsoft.com/office/drawing/2014/main" id="{BBF2FAF7-02DA-4E3C-91C9-099FF74CA6D2}"/>
              </a:ext>
            </a:extLst>
          </p:cNvPr>
          <p:cNvSpPr>
            <a:spLocks noGrp="1"/>
          </p:cNvSpPr>
          <p:nvPr/>
        </p:nvSpPr>
        <p:spPr>
          <a:xfrm>
            <a:off x="37790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3" name="F1_main_prauc_2152">
            <a:extLst>
              <a:ext uri="{FF2B5EF4-FFF2-40B4-BE49-F238E27FC236}">
                <a16:creationId xmlns:a16="http://schemas.microsoft.com/office/drawing/2014/main" id="{25896591-B8BC-47B9-AB20-B14558EEA316}"/>
              </a:ext>
            </a:extLst>
          </p:cNvPr>
          <p:cNvSpPr>
            <a:spLocks noGrp="1"/>
          </p:cNvSpPr>
          <p:nvPr/>
        </p:nvSpPr>
        <p:spPr>
          <a:xfrm>
            <a:off x="3753217" y="50664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4" name="F1_main_prauc_2153">
            <a:extLst>
              <a:ext uri="{FF2B5EF4-FFF2-40B4-BE49-F238E27FC236}">
                <a16:creationId xmlns:a16="http://schemas.microsoft.com/office/drawing/2014/main" id="{34C2D09D-1446-402A-92AF-200C68D67EB9}"/>
              </a:ext>
            </a:extLst>
          </p:cNvPr>
          <p:cNvSpPr>
            <a:spLocks noGrp="1"/>
          </p:cNvSpPr>
          <p:nvPr/>
        </p:nvSpPr>
        <p:spPr>
          <a:xfrm>
            <a:off x="38100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5" name="F1_main_prauc_2154">
            <a:extLst>
              <a:ext uri="{FF2B5EF4-FFF2-40B4-BE49-F238E27FC236}">
                <a16:creationId xmlns:a16="http://schemas.microsoft.com/office/drawing/2014/main" id="{E9F45D2F-7884-450E-8A22-0538FBA234A3}"/>
              </a:ext>
            </a:extLst>
          </p:cNvPr>
          <p:cNvSpPr>
            <a:spLocks noGrp="1"/>
          </p:cNvSpPr>
          <p:nvPr/>
        </p:nvSpPr>
        <p:spPr>
          <a:xfrm>
            <a:off x="391476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6" name="F1_main_prauc_2155">
            <a:extLst>
              <a:ext uri="{FF2B5EF4-FFF2-40B4-BE49-F238E27FC236}">
                <a16:creationId xmlns:a16="http://schemas.microsoft.com/office/drawing/2014/main" id="{5C6CD2F6-5A25-42F0-B2AB-25CE5815E3FA}"/>
              </a:ext>
            </a:extLst>
          </p:cNvPr>
          <p:cNvSpPr>
            <a:spLocks noGrp="1"/>
          </p:cNvSpPr>
          <p:nvPr/>
        </p:nvSpPr>
        <p:spPr>
          <a:xfrm>
            <a:off x="38624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7" name="F1_main_prauc_2156">
            <a:extLst>
              <a:ext uri="{FF2B5EF4-FFF2-40B4-BE49-F238E27FC236}">
                <a16:creationId xmlns:a16="http://schemas.microsoft.com/office/drawing/2014/main" id="{CCD66200-68CF-4828-A7F0-86845061D5F9}"/>
              </a:ext>
            </a:extLst>
          </p:cNvPr>
          <p:cNvSpPr>
            <a:spLocks noGrp="1"/>
          </p:cNvSpPr>
          <p:nvPr/>
        </p:nvSpPr>
        <p:spPr>
          <a:xfrm>
            <a:off x="39148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8" name="F1_main_prauc_2157">
            <a:extLst>
              <a:ext uri="{FF2B5EF4-FFF2-40B4-BE49-F238E27FC236}">
                <a16:creationId xmlns:a16="http://schemas.microsoft.com/office/drawing/2014/main" id="{7EBE11A3-CF67-41D4-A0E8-C162DDD88C27}"/>
              </a:ext>
            </a:extLst>
          </p:cNvPr>
          <p:cNvSpPr>
            <a:spLocks noGrp="1"/>
          </p:cNvSpPr>
          <p:nvPr/>
        </p:nvSpPr>
        <p:spPr>
          <a:xfrm>
            <a:off x="392618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9" name="F1_main_prauc_2158">
            <a:extLst>
              <a:ext uri="{FF2B5EF4-FFF2-40B4-BE49-F238E27FC236}">
                <a16:creationId xmlns:a16="http://schemas.microsoft.com/office/drawing/2014/main" id="{0DAD9C5F-9C81-4B28-8D5E-6D27EC91A58C}"/>
              </a:ext>
            </a:extLst>
          </p:cNvPr>
          <p:cNvSpPr>
            <a:spLocks noGrp="1"/>
          </p:cNvSpPr>
          <p:nvPr/>
        </p:nvSpPr>
        <p:spPr>
          <a:xfrm>
            <a:off x="3743180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0" name="F1_main_prauc_2159">
            <a:extLst>
              <a:ext uri="{FF2B5EF4-FFF2-40B4-BE49-F238E27FC236}">
                <a16:creationId xmlns:a16="http://schemas.microsoft.com/office/drawing/2014/main" id="{3A5FD603-EE01-46FF-B64A-75C08C6CB7F6}"/>
              </a:ext>
            </a:extLst>
          </p:cNvPr>
          <p:cNvSpPr>
            <a:spLocks noGrp="1"/>
          </p:cNvSpPr>
          <p:nvPr/>
        </p:nvSpPr>
        <p:spPr>
          <a:xfrm>
            <a:off x="37317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1" name="F1_main_prauc_2160">
            <a:extLst>
              <a:ext uri="{FF2B5EF4-FFF2-40B4-BE49-F238E27FC236}">
                <a16:creationId xmlns:a16="http://schemas.microsoft.com/office/drawing/2014/main" id="{4BB04CB8-0BD4-4500-A2E2-E3515CA5B1C7}"/>
              </a:ext>
            </a:extLst>
          </p:cNvPr>
          <p:cNvSpPr>
            <a:spLocks noGrp="1"/>
          </p:cNvSpPr>
          <p:nvPr/>
        </p:nvSpPr>
        <p:spPr>
          <a:xfrm>
            <a:off x="395624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2" name="F1_main_prauc_2161">
            <a:extLst>
              <a:ext uri="{FF2B5EF4-FFF2-40B4-BE49-F238E27FC236}">
                <a16:creationId xmlns:a16="http://schemas.microsoft.com/office/drawing/2014/main" id="{865F569E-C933-4C66-86D5-BE3625189A2B}"/>
              </a:ext>
            </a:extLst>
          </p:cNvPr>
          <p:cNvSpPr>
            <a:spLocks noGrp="1"/>
          </p:cNvSpPr>
          <p:nvPr/>
        </p:nvSpPr>
        <p:spPr>
          <a:xfrm>
            <a:off x="383295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3" name="F1_main_prauc_2162">
            <a:extLst>
              <a:ext uri="{FF2B5EF4-FFF2-40B4-BE49-F238E27FC236}">
                <a16:creationId xmlns:a16="http://schemas.microsoft.com/office/drawing/2014/main" id="{741FE0C6-590F-4E8D-9D9D-6F80F9147FFF}"/>
              </a:ext>
            </a:extLst>
          </p:cNvPr>
          <p:cNvSpPr>
            <a:spLocks noGrp="1"/>
          </p:cNvSpPr>
          <p:nvPr/>
        </p:nvSpPr>
        <p:spPr>
          <a:xfrm>
            <a:off x="3947091" y="45616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4" name="F1_main_prauc_2163">
            <a:extLst>
              <a:ext uri="{FF2B5EF4-FFF2-40B4-BE49-F238E27FC236}">
                <a16:creationId xmlns:a16="http://schemas.microsoft.com/office/drawing/2014/main" id="{A67A125D-D56F-458A-B714-F3223E69FB9F}"/>
              </a:ext>
            </a:extLst>
          </p:cNvPr>
          <p:cNvSpPr>
            <a:spLocks noGrp="1"/>
          </p:cNvSpPr>
          <p:nvPr/>
        </p:nvSpPr>
        <p:spPr>
          <a:xfrm>
            <a:off x="3802544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5" name="F1_main_prauc_2164">
            <a:extLst>
              <a:ext uri="{FF2B5EF4-FFF2-40B4-BE49-F238E27FC236}">
                <a16:creationId xmlns:a16="http://schemas.microsoft.com/office/drawing/2014/main" id="{A39E51FD-36E9-41F3-B9AF-68D060809397}"/>
              </a:ext>
            </a:extLst>
          </p:cNvPr>
          <p:cNvSpPr>
            <a:spLocks noGrp="1"/>
          </p:cNvSpPr>
          <p:nvPr/>
        </p:nvSpPr>
        <p:spPr>
          <a:xfrm>
            <a:off x="3825591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6" name="F1_main_prauc_2165">
            <a:extLst>
              <a:ext uri="{FF2B5EF4-FFF2-40B4-BE49-F238E27FC236}">
                <a16:creationId xmlns:a16="http://schemas.microsoft.com/office/drawing/2014/main" id="{544A89C1-59CA-480E-B87D-D64C87C0F91F}"/>
              </a:ext>
            </a:extLst>
          </p:cNvPr>
          <p:cNvSpPr>
            <a:spLocks noGrp="1"/>
          </p:cNvSpPr>
          <p:nvPr/>
        </p:nvSpPr>
        <p:spPr>
          <a:xfrm>
            <a:off x="3899691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7" name="F1_main_prauc_2166">
            <a:extLst>
              <a:ext uri="{FF2B5EF4-FFF2-40B4-BE49-F238E27FC236}">
                <a16:creationId xmlns:a16="http://schemas.microsoft.com/office/drawing/2014/main" id="{0F467BDE-8924-4F18-83CC-0388E6E44A9E}"/>
              </a:ext>
            </a:extLst>
          </p:cNvPr>
          <p:cNvSpPr>
            <a:spLocks noGrp="1"/>
          </p:cNvSpPr>
          <p:nvPr/>
        </p:nvSpPr>
        <p:spPr>
          <a:xfrm>
            <a:off x="3831848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8" name="F1_main_prauc_2167">
            <a:extLst>
              <a:ext uri="{FF2B5EF4-FFF2-40B4-BE49-F238E27FC236}">
                <a16:creationId xmlns:a16="http://schemas.microsoft.com/office/drawing/2014/main" id="{588BE694-C3E2-4ABD-A3EE-145E33412ACF}"/>
              </a:ext>
            </a:extLst>
          </p:cNvPr>
          <p:cNvSpPr>
            <a:spLocks noGrp="1"/>
          </p:cNvSpPr>
          <p:nvPr/>
        </p:nvSpPr>
        <p:spPr>
          <a:xfrm>
            <a:off x="3800795" y="60486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9" name="F1_main_prauc_2168">
            <a:extLst>
              <a:ext uri="{FF2B5EF4-FFF2-40B4-BE49-F238E27FC236}">
                <a16:creationId xmlns:a16="http://schemas.microsoft.com/office/drawing/2014/main" id="{9C1FC7A8-0B99-4876-ABED-797B255E635D}"/>
              </a:ext>
            </a:extLst>
          </p:cNvPr>
          <p:cNvSpPr>
            <a:spLocks noGrp="1"/>
          </p:cNvSpPr>
          <p:nvPr/>
        </p:nvSpPr>
        <p:spPr>
          <a:xfrm>
            <a:off x="38389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0" name="F1_main_prauc_2169">
            <a:extLst>
              <a:ext uri="{FF2B5EF4-FFF2-40B4-BE49-F238E27FC236}">
                <a16:creationId xmlns:a16="http://schemas.microsoft.com/office/drawing/2014/main" id="{8F822D53-4CE5-47FE-BAEF-C93EA7C83896}"/>
              </a:ext>
            </a:extLst>
          </p:cNvPr>
          <p:cNvSpPr>
            <a:spLocks noGrp="1"/>
          </p:cNvSpPr>
          <p:nvPr/>
        </p:nvSpPr>
        <p:spPr>
          <a:xfrm>
            <a:off x="3820045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1" name="F1_main_prauc_2170">
            <a:extLst>
              <a:ext uri="{FF2B5EF4-FFF2-40B4-BE49-F238E27FC236}">
                <a16:creationId xmlns:a16="http://schemas.microsoft.com/office/drawing/2014/main" id="{264B68CC-D406-44DA-9F83-A5F4F826D888}"/>
              </a:ext>
            </a:extLst>
          </p:cNvPr>
          <p:cNvSpPr>
            <a:spLocks noGrp="1"/>
          </p:cNvSpPr>
          <p:nvPr/>
        </p:nvSpPr>
        <p:spPr>
          <a:xfrm>
            <a:off x="37614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2" name="F1_main_prauc_2171">
            <a:extLst>
              <a:ext uri="{FF2B5EF4-FFF2-40B4-BE49-F238E27FC236}">
                <a16:creationId xmlns:a16="http://schemas.microsoft.com/office/drawing/2014/main" id="{66BD6568-22A3-438C-BB7F-4B89FAB75788}"/>
              </a:ext>
            </a:extLst>
          </p:cNvPr>
          <p:cNvSpPr>
            <a:spLocks noGrp="1"/>
          </p:cNvSpPr>
          <p:nvPr/>
        </p:nvSpPr>
        <p:spPr>
          <a:xfrm>
            <a:off x="382478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3" name="F1_main_prauc_2172">
            <a:extLst>
              <a:ext uri="{FF2B5EF4-FFF2-40B4-BE49-F238E27FC236}">
                <a16:creationId xmlns:a16="http://schemas.microsoft.com/office/drawing/2014/main" id="{A66D5FE3-2B0D-47CD-90FC-2A6BCBEB1C0E}"/>
              </a:ext>
            </a:extLst>
          </p:cNvPr>
          <p:cNvSpPr>
            <a:spLocks noGrp="1"/>
          </p:cNvSpPr>
          <p:nvPr/>
        </p:nvSpPr>
        <p:spPr>
          <a:xfrm>
            <a:off x="37085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4" name="F1_main_prauc_2173">
            <a:extLst>
              <a:ext uri="{FF2B5EF4-FFF2-40B4-BE49-F238E27FC236}">
                <a16:creationId xmlns:a16="http://schemas.microsoft.com/office/drawing/2014/main" id="{E8590597-8F38-4390-9A19-0D544AEDA4F7}"/>
              </a:ext>
            </a:extLst>
          </p:cNvPr>
          <p:cNvSpPr>
            <a:spLocks noGrp="1"/>
          </p:cNvSpPr>
          <p:nvPr/>
        </p:nvSpPr>
        <p:spPr>
          <a:xfrm>
            <a:off x="3945496" y="52694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5" name="F1_main_prauc_2174">
            <a:extLst>
              <a:ext uri="{FF2B5EF4-FFF2-40B4-BE49-F238E27FC236}">
                <a16:creationId xmlns:a16="http://schemas.microsoft.com/office/drawing/2014/main" id="{DF6878BD-975F-4D15-8325-B6DCA456E60A}"/>
              </a:ext>
            </a:extLst>
          </p:cNvPr>
          <p:cNvSpPr>
            <a:spLocks noGrp="1"/>
          </p:cNvSpPr>
          <p:nvPr/>
        </p:nvSpPr>
        <p:spPr>
          <a:xfrm>
            <a:off x="37186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6" name="F1_main_prauc_2175">
            <a:extLst>
              <a:ext uri="{FF2B5EF4-FFF2-40B4-BE49-F238E27FC236}">
                <a16:creationId xmlns:a16="http://schemas.microsoft.com/office/drawing/2014/main" id="{AFC235ED-E7C1-4671-8EEF-1C705F7FDA94}"/>
              </a:ext>
            </a:extLst>
          </p:cNvPr>
          <p:cNvSpPr>
            <a:spLocks noGrp="1"/>
          </p:cNvSpPr>
          <p:nvPr/>
        </p:nvSpPr>
        <p:spPr>
          <a:xfrm>
            <a:off x="3725265" y="4312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7" name="F1_main_prauc_2176">
            <a:extLst>
              <a:ext uri="{FF2B5EF4-FFF2-40B4-BE49-F238E27FC236}">
                <a16:creationId xmlns:a16="http://schemas.microsoft.com/office/drawing/2014/main" id="{EBF4F19C-694E-4249-A32A-0039BE2CAFC9}"/>
              </a:ext>
            </a:extLst>
          </p:cNvPr>
          <p:cNvSpPr>
            <a:spLocks noGrp="1"/>
          </p:cNvSpPr>
          <p:nvPr/>
        </p:nvSpPr>
        <p:spPr>
          <a:xfrm>
            <a:off x="3862998" y="59929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8" name="F1_main_prauc_2177">
            <a:extLst>
              <a:ext uri="{FF2B5EF4-FFF2-40B4-BE49-F238E27FC236}">
                <a16:creationId xmlns:a16="http://schemas.microsoft.com/office/drawing/2014/main" id="{05DB57E9-CA88-46B5-A909-6477CBB037F7}"/>
              </a:ext>
            </a:extLst>
          </p:cNvPr>
          <p:cNvSpPr>
            <a:spLocks noGrp="1"/>
          </p:cNvSpPr>
          <p:nvPr/>
        </p:nvSpPr>
        <p:spPr>
          <a:xfrm>
            <a:off x="3753161" y="453458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9" name="F1_main_prauc_2178">
            <a:extLst>
              <a:ext uri="{FF2B5EF4-FFF2-40B4-BE49-F238E27FC236}">
                <a16:creationId xmlns:a16="http://schemas.microsoft.com/office/drawing/2014/main" id="{46B9375D-4BB0-45D0-BFEF-2D64B2DDD169}"/>
              </a:ext>
            </a:extLst>
          </p:cNvPr>
          <p:cNvSpPr>
            <a:spLocks noGrp="1"/>
          </p:cNvSpPr>
          <p:nvPr/>
        </p:nvSpPr>
        <p:spPr>
          <a:xfrm>
            <a:off x="3930009" y="53848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0" name="F1_main_prauc_2179">
            <a:extLst>
              <a:ext uri="{FF2B5EF4-FFF2-40B4-BE49-F238E27FC236}">
                <a16:creationId xmlns:a16="http://schemas.microsoft.com/office/drawing/2014/main" id="{FBAC6939-7EAD-410C-ABD9-144F104C48E5}"/>
              </a:ext>
            </a:extLst>
          </p:cNvPr>
          <p:cNvSpPr>
            <a:spLocks noGrp="1"/>
          </p:cNvSpPr>
          <p:nvPr/>
        </p:nvSpPr>
        <p:spPr>
          <a:xfrm>
            <a:off x="3796383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1" name="F1_main_prauc_2180">
            <a:extLst>
              <a:ext uri="{FF2B5EF4-FFF2-40B4-BE49-F238E27FC236}">
                <a16:creationId xmlns:a16="http://schemas.microsoft.com/office/drawing/2014/main" id="{6ADFEC7F-1A29-482B-9997-A14B2704DF62}"/>
              </a:ext>
            </a:extLst>
          </p:cNvPr>
          <p:cNvSpPr>
            <a:spLocks noGrp="1"/>
          </p:cNvSpPr>
          <p:nvPr/>
        </p:nvSpPr>
        <p:spPr>
          <a:xfrm>
            <a:off x="39372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2" name="F1_main_prauc_2181">
            <a:extLst>
              <a:ext uri="{FF2B5EF4-FFF2-40B4-BE49-F238E27FC236}">
                <a16:creationId xmlns:a16="http://schemas.microsoft.com/office/drawing/2014/main" id="{C8D7AA02-6FA1-4321-A11D-1889F182BDA5}"/>
              </a:ext>
            </a:extLst>
          </p:cNvPr>
          <p:cNvSpPr>
            <a:spLocks noGrp="1"/>
          </p:cNvSpPr>
          <p:nvPr/>
        </p:nvSpPr>
        <p:spPr>
          <a:xfrm>
            <a:off x="39421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3" name="F1_main_prauc_2182">
            <a:extLst>
              <a:ext uri="{FF2B5EF4-FFF2-40B4-BE49-F238E27FC236}">
                <a16:creationId xmlns:a16="http://schemas.microsoft.com/office/drawing/2014/main" id="{8BB98E0D-8C0B-49AA-8839-EB1502634DB5}"/>
              </a:ext>
            </a:extLst>
          </p:cNvPr>
          <p:cNvSpPr>
            <a:spLocks noGrp="1"/>
          </p:cNvSpPr>
          <p:nvPr/>
        </p:nvSpPr>
        <p:spPr>
          <a:xfrm>
            <a:off x="3948399" y="47434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4" name="F1_main_prauc_2183">
            <a:extLst>
              <a:ext uri="{FF2B5EF4-FFF2-40B4-BE49-F238E27FC236}">
                <a16:creationId xmlns:a16="http://schemas.microsoft.com/office/drawing/2014/main" id="{6502F1FD-62BC-4CDD-817F-CBA6F6E9E3A5}"/>
              </a:ext>
            </a:extLst>
          </p:cNvPr>
          <p:cNvSpPr>
            <a:spLocks noGrp="1"/>
          </p:cNvSpPr>
          <p:nvPr/>
        </p:nvSpPr>
        <p:spPr>
          <a:xfrm>
            <a:off x="37535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5" name="F1_main_prauc_2184">
            <a:extLst>
              <a:ext uri="{FF2B5EF4-FFF2-40B4-BE49-F238E27FC236}">
                <a16:creationId xmlns:a16="http://schemas.microsoft.com/office/drawing/2014/main" id="{3C7C89BB-94D6-45C2-9981-437D6C07A709}"/>
              </a:ext>
            </a:extLst>
          </p:cNvPr>
          <p:cNvSpPr>
            <a:spLocks noGrp="1"/>
          </p:cNvSpPr>
          <p:nvPr/>
        </p:nvSpPr>
        <p:spPr>
          <a:xfrm>
            <a:off x="37656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6" name="F1_main_prauc_2185">
            <a:extLst>
              <a:ext uri="{FF2B5EF4-FFF2-40B4-BE49-F238E27FC236}">
                <a16:creationId xmlns:a16="http://schemas.microsoft.com/office/drawing/2014/main" id="{858D1C29-F00F-47EA-AC61-D1FA58D9DF2D}"/>
              </a:ext>
            </a:extLst>
          </p:cNvPr>
          <p:cNvSpPr>
            <a:spLocks noGrp="1"/>
          </p:cNvSpPr>
          <p:nvPr/>
        </p:nvSpPr>
        <p:spPr>
          <a:xfrm>
            <a:off x="3714163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7" name="F1_main_prauc_2186">
            <a:extLst>
              <a:ext uri="{FF2B5EF4-FFF2-40B4-BE49-F238E27FC236}">
                <a16:creationId xmlns:a16="http://schemas.microsoft.com/office/drawing/2014/main" id="{3045F781-91FD-4D5E-9828-1A375F2E2123}"/>
              </a:ext>
            </a:extLst>
          </p:cNvPr>
          <p:cNvSpPr>
            <a:spLocks noGrp="1"/>
          </p:cNvSpPr>
          <p:nvPr/>
        </p:nvSpPr>
        <p:spPr>
          <a:xfrm>
            <a:off x="3726000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8" name="F1_main_prauc_2187">
            <a:extLst>
              <a:ext uri="{FF2B5EF4-FFF2-40B4-BE49-F238E27FC236}">
                <a16:creationId xmlns:a16="http://schemas.microsoft.com/office/drawing/2014/main" id="{7A5E09E3-7A80-4B29-AE84-AF3C99619427}"/>
              </a:ext>
            </a:extLst>
          </p:cNvPr>
          <p:cNvSpPr>
            <a:spLocks noGrp="1"/>
          </p:cNvSpPr>
          <p:nvPr/>
        </p:nvSpPr>
        <p:spPr>
          <a:xfrm>
            <a:off x="389361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9" name="F1_main_prauc_2188">
            <a:extLst>
              <a:ext uri="{FF2B5EF4-FFF2-40B4-BE49-F238E27FC236}">
                <a16:creationId xmlns:a16="http://schemas.microsoft.com/office/drawing/2014/main" id="{AF7EAFC2-DCFC-40AD-BEE9-7CCFAC14ACEE}"/>
              </a:ext>
            </a:extLst>
          </p:cNvPr>
          <p:cNvSpPr>
            <a:spLocks noGrp="1"/>
          </p:cNvSpPr>
          <p:nvPr/>
        </p:nvSpPr>
        <p:spPr>
          <a:xfrm>
            <a:off x="3858850" y="41125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0" name="F1_main_prauc_2189">
            <a:extLst>
              <a:ext uri="{FF2B5EF4-FFF2-40B4-BE49-F238E27FC236}">
                <a16:creationId xmlns:a16="http://schemas.microsoft.com/office/drawing/2014/main" id="{86035ECC-63BC-4F01-B619-3688EDF3231C}"/>
              </a:ext>
            </a:extLst>
          </p:cNvPr>
          <p:cNvSpPr>
            <a:spLocks noGrp="1"/>
          </p:cNvSpPr>
          <p:nvPr/>
        </p:nvSpPr>
        <p:spPr>
          <a:xfrm>
            <a:off x="3843352" y="34750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1" name="F1_main_prauc_2190">
            <a:extLst>
              <a:ext uri="{FF2B5EF4-FFF2-40B4-BE49-F238E27FC236}">
                <a16:creationId xmlns:a16="http://schemas.microsoft.com/office/drawing/2014/main" id="{25EFF1E3-F412-442E-BCC0-DE585D6C4F44}"/>
              </a:ext>
            </a:extLst>
          </p:cNvPr>
          <p:cNvSpPr>
            <a:spLocks noGrp="1"/>
          </p:cNvSpPr>
          <p:nvPr/>
        </p:nvSpPr>
        <p:spPr>
          <a:xfrm>
            <a:off x="393998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2" name="F1_main_prauc_2191">
            <a:extLst>
              <a:ext uri="{FF2B5EF4-FFF2-40B4-BE49-F238E27FC236}">
                <a16:creationId xmlns:a16="http://schemas.microsoft.com/office/drawing/2014/main" id="{F1A13866-A1D0-4C06-A69D-DFB4331FDF08}"/>
              </a:ext>
            </a:extLst>
          </p:cNvPr>
          <p:cNvSpPr>
            <a:spLocks noGrp="1"/>
          </p:cNvSpPr>
          <p:nvPr/>
        </p:nvSpPr>
        <p:spPr>
          <a:xfrm>
            <a:off x="38303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3" name="F1_main_prauc_2192">
            <a:extLst>
              <a:ext uri="{FF2B5EF4-FFF2-40B4-BE49-F238E27FC236}">
                <a16:creationId xmlns:a16="http://schemas.microsoft.com/office/drawing/2014/main" id="{5B9657B9-57E4-473F-B38C-6308CA938718}"/>
              </a:ext>
            </a:extLst>
          </p:cNvPr>
          <p:cNvSpPr>
            <a:spLocks noGrp="1"/>
          </p:cNvSpPr>
          <p:nvPr/>
        </p:nvSpPr>
        <p:spPr>
          <a:xfrm>
            <a:off x="38305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4" name="F1_main_prauc_2193">
            <a:extLst>
              <a:ext uri="{FF2B5EF4-FFF2-40B4-BE49-F238E27FC236}">
                <a16:creationId xmlns:a16="http://schemas.microsoft.com/office/drawing/2014/main" id="{5105E0FC-D18F-4174-890D-9A67203C08CD}"/>
              </a:ext>
            </a:extLst>
          </p:cNvPr>
          <p:cNvSpPr>
            <a:spLocks noGrp="1"/>
          </p:cNvSpPr>
          <p:nvPr/>
        </p:nvSpPr>
        <p:spPr>
          <a:xfrm>
            <a:off x="392542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5" name="F1_main_prauc_2194">
            <a:extLst>
              <a:ext uri="{FF2B5EF4-FFF2-40B4-BE49-F238E27FC236}">
                <a16:creationId xmlns:a16="http://schemas.microsoft.com/office/drawing/2014/main" id="{F5A7AED6-94BE-45DE-9B04-784B5FBD27B4}"/>
              </a:ext>
            </a:extLst>
          </p:cNvPr>
          <p:cNvSpPr>
            <a:spLocks noGrp="1"/>
          </p:cNvSpPr>
          <p:nvPr/>
        </p:nvSpPr>
        <p:spPr>
          <a:xfrm>
            <a:off x="3839413" y="478109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6" name="F1_main_prauc_2195">
            <a:extLst>
              <a:ext uri="{FF2B5EF4-FFF2-40B4-BE49-F238E27FC236}">
                <a16:creationId xmlns:a16="http://schemas.microsoft.com/office/drawing/2014/main" id="{A753C126-039D-45F6-9488-77458EA15525}"/>
              </a:ext>
            </a:extLst>
          </p:cNvPr>
          <p:cNvSpPr>
            <a:spLocks noGrp="1"/>
          </p:cNvSpPr>
          <p:nvPr/>
        </p:nvSpPr>
        <p:spPr>
          <a:xfrm>
            <a:off x="38505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7" name="F1_main_prauc_2196">
            <a:extLst>
              <a:ext uri="{FF2B5EF4-FFF2-40B4-BE49-F238E27FC236}">
                <a16:creationId xmlns:a16="http://schemas.microsoft.com/office/drawing/2014/main" id="{AE46A815-C531-4106-8556-6EE1A849A42C}"/>
              </a:ext>
            </a:extLst>
          </p:cNvPr>
          <p:cNvSpPr>
            <a:spLocks noGrp="1"/>
          </p:cNvSpPr>
          <p:nvPr/>
        </p:nvSpPr>
        <p:spPr>
          <a:xfrm>
            <a:off x="371194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8" name="F1_main_prauc_2197">
            <a:extLst>
              <a:ext uri="{FF2B5EF4-FFF2-40B4-BE49-F238E27FC236}">
                <a16:creationId xmlns:a16="http://schemas.microsoft.com/office/drawing/2014/main" id="{9009CDC3-1BB4-42B7-8DB9-E96BB93EAE9A}"/>
              </a:ext>
            </a:extLst>
          </p:cNvPr>
          <p:cNvSpPr>
            <a:spLocks noGrp="1"/>
          </p:cNvSpPr>
          <p:nvPr/>
        </p:nvSpPr>
        <p:spPr>
          <a:xfrm>
            <a:off x="3749276" y="58616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9" name="F1_main_prauc_2198">
            <a:extLst>
              <a:ext uri="{FF2B5EF4-FFF2-40B4-BE49-F238E27FC236}">
                <a16:creationId xmlns:a16="http://schemas.microsoft.com/office/drawing/2014/main" id="{1D7B0054-83F0-48E7-843A-F8F09A344BA4}"/>
              </a:ext>
            </a:extLst>
          </p:cNvPr>
          <p:cNvSpPr>
            <a:spLocks noGrp="1"/>
          </p:cNvSpPr>
          <p:nvPr/>
        </p:nvSpPr>
        <p:spPr>
          <a:xfrm>
            <a:off x="3780206" y="477895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0" name="F1_main_prauc_2199">
            <a:extLst>
              <a:ext uri="{FF2B5EF4-FFF2-40B4-BE49-F238E27FC236}">
                <a16:creationId xmlns:a16="http://schemas.microsoft.com/office/drawing/2014/main" id="{DEFAB983-15D9-4875-98F7-64B11FB964F3}"/>
              </a:ext>
            </a:extLst>
          </p:cNvPr>
          <p:cNvSpPr>
            <a:spLocks noGrp="1"/>
          </p:cNvSpPr>
          <p:nvPr/>
        </p:nvSpPr>
        <p:spPr>
          <a:xfrm>
            <a:off x="3735355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1" name="F1_main_prauc_2200">
            <a:extLst>
              <a:ext uri="{FF2B5EF4-FFF2-40B4-BE49-F238E27FC236}">
                <a16:creationId xmlns:a16="http://schemas.microsoft.com/office/drawing/2014/main" id="{1F426C69-B1E9-4359-94A8-2AB1385631B9}"/>
              </a:ext>
            </a:extLst>
          </p:cNvPr>
          <p:cNvSpPr>
            <a:spLocks noGrp="1"/>
          </p:cNvSpPr>
          <p:nvPr/>
        </p:nvSpPr>
        <p:spPr>
          <a:xfrm>
            <a:off x="3870704" y="60269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2" name="F1_main_prauc_2201">
            <a:extLst>
              <a:ext uri="{FF2B5EF4-FFF2-40B4-BE49-F238E27FC236}">
                <a16:creationId xmlns:a16="http://schemas.microsoft.com/office/drawing/2014/main" id="{2BF529AC-3E5D-4288-911B-9411CB453637}"/>
              </a:ext>
            </a:extLst>
          </p:cNvPr>
          <p:cNvSpPr>
            <a:spLocks noGrp="1"/>
          </p:cNvSpPr>
          <p:nvPr/>
        </p:nvSpPr>
        <p:spPr>
          <a:xfrm>
            <a:off x="3856885" y="608966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3" name="F1_main_prauc_2202">
            <a:extLst>
              <a:ext uri="{FF2B5EF4-FFF2-40B4-BE49-F238E27FC236}">
                <a16:creationId xmlns:a16="http://schemas.microsoft.com/office/drawing/2014/main" id="{CFAB333E-DC40-40AB-A039-8E2B58BB4F09}"/>
              </a:ext>
            </a:extLst>
          </p:cNvPr>
          <p:cNvSpPr>
            <a:spLocks noGrp="1"/>
          </p:cNvSpPr>
          <p:nvPr/>
        </p:nvSpPr>
        <p:spPr>
          <a:xfrm>
            <a:off x="37470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4" name="F1_main_prauc_2203">
            <a:extLst>
              <a:ext uri="{FF2B5EF4-FFF2-40B4-BE49-F238E27FC236}">
                <a16:creationId xmlns:a16="http://schemas.microsoft.com/office/drawing/2014/main" id="{819581A4-CE06-428E-AA01-B289946E85BB}"/>
              </a:ext>
            </a:extLst>
          </p:cNvPr>
          <p:cNvSpPr>
            <a:spLocks noGrp="1"/>
          </p:cNvSpPr>
          <p:nvPr/>
        </p:nvSpPr>
        <p:spPr>
          <a:xfrm>
            <a:off x="3799617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5" name="F1_main_prauc_2204">
            <a:extLst>
              <a:ext uri="{FF2B5EF4-FFF2-40B4-BE49-F238E27FC236}">
                <a16:creationId xmlns:a16="http://schemas.microsoft.com/office/drawing/2014/main" id="{0777AE8D-ECCA-4C45-96DD-CA7B56A2BF7B}"/>
              </a:ext>
            </a:extLst>
          </p:cNvPr>
          <p:cNvSpPr>
            <a:spLocks noGrp="1"/>
          </p:cNvSpPr>
          <p:nvPr/>
        </p:nvSpPr>
        <p:spPr>
          <a:xfrm>
            <a:off x="3735552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6" name="F1_main_prauc_2205">
            <a:extLst>
              <a:ext uri="{FF2B5EF4-FFF2-40B4-BE49-F238E27FC236}">
                <a16:creationId xmlns:a16="http://schemas.microsoft.com/office/drawing/2014/main" id="{82ABEF1D-B9C9-4771-83CC-2E0B3C5EA4A3}"/>
              </a:ext>
            </a:extLst>
          </p:cNvPr>
          <p:cNvSpPr>
            <a:spLocks noGrp="1"/>
          </p:cNvSpPr>
          <p:nvPr/>
        </p:nvSpPr>
        <p:spPr>
          <a:xfrm>
            <a:off x="3714208" y="479012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7" name="F1_main_prauc_2206">
            <a:extLst>
              <a:ext uri="{FF2B5EF4-FFF2-40B4-BE49-F238E27FC236}">
                <a16:creationId xmlns:a16="http://schemas.microsoft.com/office/drawing/2014/main" id="{097AB53E-C5DC-4385-B606-EA1CA80BF0CC}"/>
              </a:ext>
            </a:extLst>
          </p:cNvPr>
          <p:cNvSpPr>
            <a:spLocks noGrp="1"/>
          </p:cNvSpPr>
          <p:nvPr/>
        </p:nvSpPr>
        <p:spPr>
          <a:xfrm>
            <a:off x="374940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8" name="F1_main_prauc_2207">
            <a:extLst>
              <a:ext uri="{FF2B5EF4-FFF2-40B4-BE49-F238E27FC236}">
                <a16:creationId xmlns:a16="http://schemas.microsoft.com/office/drawing/2014/main" id="{6A8F3F75-225A-445F-B92D-1A02F1C8B76D}"/>
              </a:ext>
            </a:extLst>
          </p:cNvPr>
          <p:cNvSpPr>
            <a:spLocks noGrp="1"/>
          </p:cNvSpPr>
          <p:nvPr/>
        </p:nvSpPr>
        <p:spPr>
          <a:xfrm>
            <a:off x="3767015" y="57831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9" name="F1_main_prauc_2208">
            <a:extLst>
              <a:ext uri="{FF2B5EF4-FFF2-40B4-BE49-F238E27FC236}">
                <a16:creationId xmlns:a16="http://schemas.microsoft.com/office/drawing/2014/main" id="{3244D51E-C6D3-45EE-9462-9D7787D03617}"/>
              </a:ext>
            </a:extLst>
          </p:cNvPr>
          <p:cNvSpPr>
            <a:spLocks noGrp="1"/>
          </p:cNvSpPr>
          <p:nvPr/>
        </p:nvSpPr>
        <p:spPr>
          <a:xfrm>
            <a:off x="53601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0" name="F1_main_prauc_2209">
            <a:extLst>
              <a:ext uri="{FF2B5EF4-FFF2-40B4-BE49-F238E27FC236}">
                <a16:creationId xmlns:a16="http://schemas.microsoft.com/office/drawing/2014/main" id="{0A0D2966-648E-4794-920D-3F77B815F5C0}"/>
              </a:ext>
            </a:extLst>
          </p:cNvPr>
          <p:cNvSpPr>
            <a:spLocks noGrp="1"/>
          </p:cNvSpPr>
          <p:nvPr/>
        </p:nvSpPr>
        <p:spPr>
          <a:xfrm>
            <a:off x="54665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1" name="F1_main_prauc_2210">
            <a:extLst>
              <a:ext uri="{FF2B5EF4-FFF2-40B4-BE49-F238E27FC236}">
                <a16:creationId xmlns:a16="http://schemas.microsoft.com/office/drawing/2014/main" id="{5DF7F105-D749-4DCD-9103-AD96018CD927}"/>
              </a:ext>
            </a:extLst>
          </p:cNvPr>
          <p:cNvSpPr>
            <a:spLocks noGrp="1"/>
          </p:cNvSpPr>
          <p:nvPr/>
        </p:nvSpPr>
        <p:spPr>
          <a:xfrm>
            <a:off x="5427287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2" name="F1_main_prauc_2211">
            <a:extLst>
              <a:ext uri="{FF2B5EF4-FFF2-40B4-BE49-F238E27FC236}">
                <a16:creationId xmlns:a16="http://schemas.microsoft.com/office/drawing/2014/main" id="{25B9B833-C7C5-42F6-A593-815ECA7677DC}"/>
              </a:ext>
            </a:extLst>
          </p:cNvPr>
          <p:cNvSpPr>
            <a:spLocks noGrp="1"/>
          </p:cNvSpPr>
          <p:nvPr/>
        </p:nvSpPr>
        <p:spPr>
          <a:xfrm>
            <a:off x="53931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3" name="F1_main_prauc_2212">
            <a:extLst>
              <a:ext uri="{FF2B5EF4-FFF2-40B4-BE49-F238E27FC236}">
                <a16:creationId xmlns:a16="http://schemas.microsoft.com/office/drawing/2014/main" id="{F8B7EDA2-0C0C-41FE-9AA6-A4A85507D2A1}"/>
              </a:ext>
            </a:extLst>
          </p:cNvPr>
          <p:cNvSpPr>
            <a:spLocks noGrp="1"/>
          </p:cNvSpPr>
          <p:nvPr/>
        </p:nvSpPr>
        <p:spPr>
          <a:xfrm>
            <a:off x="5300447" y="461081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4" name="F1_main_prauc_2213">
            <a:extLst>
              <a:ext uri="{FF2B5EF4-FFF2-40B4-BE49-F238E27FC236}">
                <a16:creationId xmlns:a16="http://schemas.microsoft.com/office/drawing/2014/main" id="{69386548-A18D-4711-8030-9AADC85FA91C}"/>
              </a:ext>
            </a:extLst>
          </p:cNvPr>
          <p:cNvSpPr>
            <a:spLocks noGrp="1"/>
          </p:cNvSpPr>
          <p:nvPr/>
        </p:nvSpPr>
        <p:spPr>
          <a:xfrm>
            <a:off x="543602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5" name="F1_main_prauc_2214">
            <a:extLst>
              <a:ext uri="{FF2B5EF4-FFF2-40B4-BE49-F238E27FC236}">
                <a16:creationId xmlns:a16="http://schemas.microsoft.com/office/drawing/2014/main" id="{0AE8EA20-CE06-466D-938F-79C26B74FB38}"/>
              </a:ext>
            </a:extLst>
          </p:cNvPr>
          <p:cNvSpPr>
            <a:spLocks noGrp="1"/>
          </p:cNvSpPr>
          <p:nvPr/>
        </p:nvSpPr>
        <p:spPr>
          <a:xfrm>
            <a:off x="52984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6" name="F1_main_prauc_2215">
            <a:extLst>
              <a:ext uri="{FF2B5EF4-FFF2-40B4-BE49-F238E27FC236}">
                <a16:creationId xmlns:a16="http://schemas.microsoft.com/office/drawing/2014/main" id="{63D618D6-A2D3-4FD9-9717-F4EEEADD88D4}"/>
              </a:ext>
            </a:extLst>
          </p:cNvPr>
          <p:cNvSpPr>
            <a:spLocks noGrp="1"/>
          </p:cNvSpPr>
          <p:nvPr/>
        </p:nvSpPr>
        <p:spPr>
          <a:xfrm>
            <a:off x="5306150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7" name="F1_main_prauc_2216">
            <a:extLst>
              <a:ext uri="{FF2B5EF4-FFF2-40B4-BE49-F238E27FC236}">
                <a16:creationId xmlns:a16="http://schemas.microsoft.com/office/drawing/2014/main" id="{8A34C630-CC44-4876-A768-291CA5354BD5}"/>
              </a:ext>
            </a:extLst>
          </p:cNvPr>
          <p:cNvSpPr>
            <a:spLocks noGrp="1"/>
          </p:cNvSpPr>
          <p:nvPr/>
        </p:nvSpPr>
        <p:spPr>
          <a:xfrm>
            <a:off x="54767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8" name="F1_main_prauc_2217">
            <a:extLst>
              <a:ext uri="{FF2B5EF4-FFF2-40B4-BE49-F238E27FC236}">
                <a16:creationId xmlns:a16="http://schemas.microsoft.com/office/drawing/2014/main" id="{2813FBF9-2150-48EF-8DAA-43B51790B763}"/>
              </a:ext>
            </a:extLst>
          </p:cNvPr>
          <p:cNvSpPr>
            <a:spLocks noGrp="1"/>
          </p:cNvSpPr>
          <p:nvPr/>
        </p:nvSpPr>
        <p:spPr>
          <a:xfrm>
            <a:off x="5289172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9" name="F1_main_prauc_2218">
            <a:extLst>
              <a:ext uri="{FF2B5EF4-FFF2-40B4-BE49-F238E27FC236}">
                <a16:creationId xmlns:a16="http://schemas.microsoft.com/office/drawing/2014/main" id="{302F05A0-D14C-4DE6-A39A-8F5480C50CD2}"/>
              </a:ext>
            </a:extLst>
          </p:cNvPr>
          <p:cNvSpPr>
            <a:spLocks noGrp="1"/>
          </p:cNvSpPr>
          <p:nvPr/>
        </p:nvSpPr>
        <p:spPr>
          <a:xfrm>
            <a:off x="5281320" y="36187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0" name="F1_main_prauc_2219">
            <a:extLst>
              <a:ext uri="{FF2B5EF4-FFF2-40B4-BE49-F238E27FC236}">
                <a16:creationId xmlns:a16="http://schemas.microsoft.com/office/drawing/2014/main" id="{FC6FAA86-9ECB-47A9-A9FC-9223B09E4C45}"/>
              </a:ext>
            </a:extLst>
          </p:cNvPr>
          <p:cNvSpPr>
            <a:spLocks noGrp="1"/>
          </p:cNvSpPr>
          <p:nvPr/>
        </p:nvSpPr>
        <p:spPr>
          <a:xfrm>
            <a:off x="5507479" y="412699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1" name="F1_main_prauc_2220">
            <a:extLst>
              <a:ext uri="{FF2B5EF4-FFF2-40B4-BE49-F238E27FC236}">
                <a16:creationId xmlns:a16="http://schemas.microsoft.com/office/drawing/2014/main" id="{D677713D-0B22-4525-8003-2217A2277D19}"/>
              </a:ext>
            </a:extLst>
          </p:cNvPr>
          <p:cNvSpPr>
            <a:spLocks noGrp="1"/>
          </p:cNvSpPr>
          <p:nvPr/>
        </p:nvSpPr>
        <p:spPr>
          <a:xfrm>
            <a:off x="5494551" y="3597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2" name="F1_main_prauc_2221">
            <a:extLst>
              <a:ext uri="{FF2B5EF4-FFF2-40B4-BE49-F238E27FC236}">
                <a16:creationId xmlns:a16="http://schemas.microsoft.com/office/drawing/2014/main" id="{3BF2E24D-70EF-44C2-A5C3-784A0F5AD378}"/>
              </a:ext>
            </a:extLst>
          </p:cNvPr>
          <p:cNvSpPr>
            <a:spLocks noGrp="1"/>
          </p:cNvSpPr>
          <p:nvPr/>
        </p:nvSpPr>
        <p:spPr>
          <a:xfrm>
            <a:off x="55274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3" name="F1_main_prauc_2222">
            <a:extLst>
              <a:ext uri="{FF2B5EF4-FFF2-40B4-BE49-F238E27FC236}">
                <a16:creationId xmlns:a16="http://schemas.microsoft.com/office/drawing/2014/main" id="{4388BFD3-216A-4535-817F-AF9700A1B2DB}"/>
              </a:ext>
            </a:extLst>
          </p:cNvPr>
          <p:cNvSpPr>
            <a:spLocks noGrp="1"/>
          </p:cNvSpPr>
          <p:nvPr/>
        </p:nvSpPr>
        <p:spPr>
          <a:xfrm>
            <a:off x="5500020" y="539843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4" name="F1_main_prauc_2223">
            <a:extLst>
              <a:ext uri="{FF2B5EF4-FFF2-40B4-BE49-F238E27FC236}">
                <a16:creationId xmlns:a16="http://schemas.microsoft.com/office/drawing/2014/main" id="{F293BC6C-94A9-452A-B51B-92D31C8A08BB}"/>
              </a:ext>
            </a:extLst>
          </p:cNvPr>
          <p:cNvSpPr>
            <a:spLocks noGrp="1"/>
          </p:cNvSpPr>
          <p:nvPr/>
        </p:nvSpPr>
        <p:spPr>
          <a:xfrm>
            <a:off x="550991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5" name="F1_main_prauc_2224">
            <a:extLst>
              <a:ext uri="{FF2B5EF4-FFF2-40B4-BE49-F238E27FC236}">
                <a16:creationId xmlns:a16="http://schemas.microsoft.com/office/drawing/2014/main" id="{3934092D-BA19-4614-9AA7-8B2E1C5CDF0A}"/>
              </a:ext>
            </a:extLst>
          </p:cNvPr>
          <p:cNvSpPr>
            <a:spLocks noGrp="1"/>
          </p:cNvSpPr>
          <p:nvPr/>
        </p:nvSpPr>
        <p:spPr>
          <a:xfrm>
            <a:off x="545964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6" name="F1_main_prauc_2225">
            <a:extLst>
              <a:ext uri="{FF2B5EF4-FFF2-40B4-BE49-F238E27FC236}">
                <a16:creationId xmlns:a16="http://schemas.microsoft.com/office/drawing/2014/main" id="{04D28E31-FBA2-4F04-8811-133D0C3DB640}"/>
              </a:ext>
            </a:extLst>
          </p:cNvPr>
          <p:cNvSpPr>
            <a:spLocks noGrp="1"/>
          </p:cNvSpPr>
          <p:nvPr/>
        </p:nvSpPr>
        <p:spPr>
          <a:xfrm>
            <a:off x="5526601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7" name="F1_main_prauc_2226">
            <a:extLst>
              <a:ext uri="{FF2B5EF4-FFF2-40B4-BE49-F238E27FC236}">
                <a16:creationId xmlns:a16="http://schemas.microsoft.com/office/drawing/2014/main" id="{8538CFD6-AD52-46C8-808D-C0BB378BF355}"/>
              </a:ext>
            </a:extLst>
          </p:cNvPr>
          <p:cNvSpPr>
            <a:spLocks noGrp="1"/>
          </p:cNvSpPr>
          <p:nvPr/>
        </p:nvSpPr>
        <p:spPr>
          <a:xfrm>
            <a:off x="5475456" y="371889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8" name="F1_main_prauc_2227">
            <a:extLst>
              <a:ext uri="{FF2B5EF4-FFF2-40B4-BE49-F238E27FC236}">
                <a16:creationId xmlns:a16="http://schemas.microsoft.com/office/drawing/2014/main" id="{2197A6DA-7AFE-4EB8-933D-2938380983DC}"/>
              </a:ext>
            </a:extLst>
          </p:cNvPr>
          <p:cNvSpPr>
            <a:spLocks noGrp="1"/>
          </p:cNvSpPr>
          <p:nvPr/>
        </p:nvSpPr>
        <p:spPr>
          <a:xfrm>
            <a:off x="5347989" y="390856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9" name="F1_main_prauc_2228">
            <a:extLst>
              <a:ext uri="{FF2B5EF4-FFF2-40B4-BE49-F238E27FC236}">
                <a16:creationId xmlns:a16="http://schemas.microsoft.com/office/drawing/2014/main" id="{27558B53-3E95-456C-992A-69C98278FA75}"/>
              </a:ext>
            </a:extLst>
          </p:cNvPr>
          <p:cNvSpPr>
            <a:spLocks noGrp="1"/>
          </p:cNvSpPr>
          <p:nvPr/>
        </p:nvSpPr>
        <p:spPr>
          <a:xfrm>
            <a:off x="5336055" y="53869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0" name="F1_main_prauc_2229">
            <a:extLst>
              <a:ext uri="{FF2B5EF4-FFF2-40B4-BE49-F238E27FC236}">
                <a16:creationId xmlns:a16="http://schemas.microsoft.com/office/drawing/2014/main" id="{E1A63D8A-46DE-490F-B7C5-AAD01ADA90F3}"/>
              </a:ext>
            </a:extLst>
          </p:cNvPr>
          <p:cNvSpPr>
            <a:spLocks noGrp="1"/>
          </p:cNvSpPr>
          <p:nvPr/>
        </p:nvSpPr>
        <p:spPr>
          <a:xfrm>
            <a:off x="54884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1" name="F1_main_prauc_2230">
            <a:extLst>
              <a:ext uri="{FF2B5EF4-FFF2-40B4-BE49-F238E27FC236}">
                <a16:creationId xmlns:a16="http://schemas.microsoft.com/office/drawing/2014/main" id="{CB5185A1-289B-48E5-AB58-1E16279C5D42}"/>
              </a:ext>
            </a:extLst>
          </p:cNvPr>
          <p:cNvSpPr>
            <a:spLocks noGrp="1"/>
          </p:cNvSpPr>
          <p:nvPr/>
        </p:nvSpPr>
        <p:spPr>
          <a:xfrm>
            <a:off x="5368834" y="40415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2" name="F1_main_prauc_2231">
            <a:extLst>
              <a:ext uri="{FF2B5EF4-FFF2-40B4-BE49-F238E27FC236}">
                <a16:creationId xmlns:a16="http://schemas.microsoft.com/office/drawing/2014/main" id="{4A7A5D86-CEB3-4D16-A17A-A1785616898B}"/>
              </a:ext>
            </a:extLst>
          </p:cNvPr>
          <p:cNvSpPr>
            <a:spLocks noGrp="1"/>
          </p:cNvSpPr>
          <p:nvPr/>
        </p:nvSpPr>
        <p:spPr>
          <a:xfrm>
            <a:off x="5282711" y="41307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3" name="F1_main_prauc_2232">
            <a:extLst>
              <a:ext uri="{FF2B5EF4-FFF2-40B4-BE49-F238E27FC236}">
                <a16:creationId xmlns:a16="http://schemas.microsoft.com/office/drawing/2014/main" id="{E8EFF2BE-48C7-431A-83EC-5025979D7046}"/>
              </a:ext>
            </a:extLst>
          </p:cNvPr>
          <p:cNvSpPr>
            <a:spLocks noGrp="1"/>
          </p:cNvSpPr>
          <p:nvPr/>
        </p:nvSpPr>
        <p:spPr>
          <a:xfrm>
            <a:off x="548165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4" name="F1_main_prauc_2233">
            <a:extLst>
              <a:ext uri="{FF2B5EF4-FFF2-40B4-BE49-F238E27FC236}">
                <a16:creationId xmlns:a16="http://schemas.microsoft.com/office/drawing/2014/main" id="{F8C26EE4-D43A-4894-9896-6E1BCAC05780}"/>
              </a:ext>
            </a:extLst>
          </p:cNvPr>
          <p:cNvSpPr>
            <a:spLocks noGrp="1"/>
          </p:cNvSpPr>
          <p:nvPr/>
        </p:nvSpPr>
        <p:spPr>
          <a:xfrm>
            <a:off x="54906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5" name="F1_main_prauc_2234">
            <a:extLst>
              <a:ext uri="{FF2B5EF4-FFF2-40B4-BE49-F238E27FC236}">
                <a16:creationId xmlns:a16="http://schemas.microsoft.com/office/drawing/2014/main" id="{5B70C71C-847E-43D6-80B3-5DCEAAD20A20}"/>
              </a:ext>
            </a:extLst>
          </p:cNvPr>
          <p:cNvSpPr>
            <a:spLocks noGrp="1"/>
          </p:cNvSpPr>
          <p:nvPr/>
        </p:nvSpPr>
        <p:spPr>
          <a:xfrm>
            <a:off x="5350226" y="54858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6" name="F1_main_prauc_2235">
            <a:extLst>
              <a:ext uri="{FF2B5EF4-FFF2-40B4-BE49-F238E27FC236}">
                <a16:creationId xmlns:a16="http://schemas.microsoft.com/office/drawing/2014/main" id="{C3F0100C-E48C-4016-825A-DD6D5ED047E3}"/>
              </a:ext>
            </a:extLst>
          </p:cNvPr>
          <p:cNvSpPr>
            <a:spLocks noGrp="1"/>
          </p:cNvSpPr>
          <p:nvPr/>
        </p:nvSpPr>
        <p:spPr>
          <a:xfrm>
            <a:off x="55030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7" name="F1_main_prauc_2236">
            <a:extLst>
              <a:ext uri="{FF2B5EF4-FFF2-40B4-BE49-F238E27FC236}">
                <a16:creationId xmlns:a16="http://schemas.microsoft.com/office/drawing/2014/main" id="{70D7F4DA-00BE-4CD5-B645-F30D131ED529}"/>
              </a:ext>
            </a:extLst>
          </p:cNvPr>
          <p:cNvSpPr>
            <a:spLocks noGrp="1"/>
          </p:cNvSpPr>
          <p:nvPr/>
        </p:nvSpPr>
        <p:spPr>
          <a:xfrm>
            <a:off x="5498562" y="56482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8" name="F1_main_prauc_2237">
            <a:extLst>
              <a:ext uri="{FF2B5EF4-FFF2-40B4-BE49-F238E27FC236}">
                <a16:creationId xmlns:a16="http://schemas.microsoft.com/office/drawing/2014/main" id="{E60B11EB-BCEA-498F-8BAC-E04FF5A88341}"/>
              </a:ext>
            </a:extLst>
          </p:cNvPr>
          <p:cNvSpPr>
            <a:spLocks noGrp="1"/>
          </p:cNvSpPr>
          <p:nvPr/>
        </p:nvSpPr>
        <p:spPr>
          <a:xfrm>
            <a:off x="529581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9" name="F1_main_prauc_2238">
            <a:extLst>
              <a:ext uri="{FF2B5EF4-FFF2-40B4-BE49-F238E27FC236}">
                <a16:creationId xmlns:a16="http://schemas.microsoft.com/office/drawing/2014/main" id="{DC8D0B31-CA87-412E-90CD-93B9416A86BD}"/>
              </a:ext>
            </a:extLst>
          </p:cNvPr>
          <p:cNvSpPr>
            <a:spLocks noGrp="1"/>
          </p:cNvSpPr>
          <p:nvPr/>
        </p:nvSpPr>
        <p:spPr>
          <a:xfrm>
            <a:off x="54144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0" name="F1_main_prauc_2239">
            <a:extLst>
              <a:ext uri="{FF2B5EF4-FFF2-40B4-BE49-F238E27FC236}">
                <a16:creationId xmlns:a16="http://schemas.microsoft.com/office/drawing/2014/main" id="{3BB8A98A-CED6-44DE-A788-FFFBF169ADE2}"/>
              </a:ext>
            </a:extLst>
          </p:cNvPr>
          <p:cNvSpPr>
            <a:spLocks noGrp="1"/>
          </p:cNvSpPr>
          <p:nvPr/>
        </p:nvSpPr>
        <p:spPr>
          <a:xfrm>
            <a:off x="5363330" y="565399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1" name="F1_main_prauc_2240">
            <a:extLst>
              <a:ext uri="{FF2B5EF4-FFF2-40B4-BE49-F238E27FC236}">
                <a16:creationId xmlns:a16="http://schemas.microsoft.com/office/drawing/2014/main" id="{17768781-72EC-40E1-BE12-734C276275C0}"/>
              </a:ext>
            </a:extLst>
          </p:cNvPr>
          <p:cNvSpPr>
            <a:spLocks noGrp="1"/>
          </p:cNvSpPr>
          <p:nvPr/>
        </p:nvSpPr>
        <p:spPr>
          <a:xfrm>
            <a:off x="54313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2" name="F1_main_prauc_2241">
            <a:extLst>
              <a:ext uri="{FF2B5EF4-FFF2-40B4-BE49-F238E27FC236}">
                <a16:creationId xmlns:a16="http://schemas.microsoft.com/office/drawing/2014/main" id="{931663F4-05F2-4704-8C90-377D84441CFD}"/>
              </a:ext>
            </a:extLst>
          </p:cNvPr>
          <p:cNvSpPr>
            <a:spLocks noGrp="1"/>
          </p:cNvSpPr>
          <p:nvPr/>
        </p:nvSpPr>
        <p:spPr>
          <a:xfrm>
            <a:off x="531056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3" name="F1_main_prauc_2242">
            <a:extLst>
              <a:ext uri="{FF2B5EF4-FFF2-40B4-BE49-F238E27FC236}">
                <a16:creationId xmlns:a16="http://schemas.microsoft.com/office/drawing/2014/main" id="{78ADDAF6-F327-48CE-A6E1-AB19B8E03248}"/>
              </a:ext>
            </a:extLst>
          </p:cNvPr>
          <p:cNvSpPr>
            <a:spLocks noGrp="1"/>
          </p:cNvSpPr>
          <p:nvPr/>
        </p:nvSpPr>
        <p:spPr>
          <a:xfrm>
            <a:off x="53153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4" name="F1_main_prauc_2243">
            <a:extLst>
              <a:ext uri="{FF2B5EF4-FFF2-40B4-BE49-F238E27FC236}">
                <a16:creationId xmlns:a16="http://schemas.microsoft.com/office/drawing/2014/main" id="{806C2D55-60B6-464B-94F9-21817EB35106}"/>
              </a:ext>
            </a:extLst>
          </p:cNvPr>
          <p:cNvSpPr>
            <a:spLocks noGrp="1"/>
          </p:cNvSpPr>
          <p:nvPr/>
        </p:nvSpPr>
        <p:spPr>
          <a:xfrm>
            <a:off x="530153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5" name="F1_main_prauc_2244">
            <a:extLst>
              <a:ext uri="{FF2B5EF4-FFF2-40B4-BE49-F238E27FC236}">
                <a16:creationId xmlns:a16="http://schemas.microsoft.com/office/drawing/2014/main" id="{58AD5547-9ADB-4D21-A298-E7438AD79845}"/>
              </a:ext>
            </a:extLst>
          </p:cNvPr>
          <p:cNvSpPr>
            <a:spLocks noGrp="1"/>
          </p:cNvSpPr>
          <p:nvPr/>
        </p:nvSpPr>
        <p:spPr>
          <a:xfrm>
            <a:off x="547276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6" name="F1_main_prauc_2245">
            <a:extLst>
              <a:ext uri="{FF2B5EF4-FFF2-40B4-BE49-F238E27FC236}">
                <a16:creationId xmlns:a16="http://schemas.microsoft.com/office/drawing/2014/main" id="{FB59A90D-6410-401B-89F5-AB6BD1A966A4}"/>
              </a:ext>
            </a:extLst>
          </p:cNvPr>
          <p:cNvSpPr>
            <a:spLocks noGrp="1"/>
          </p:cNvSpPr>
          <p:nvPr/>
        </p:nvSpPr>
        <p:spPr>
          <a:xfrm>
            <a:off x="5300817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7" name="F1_main_prauc_2246">
            <a:extLst>
              <a:ext uri="{FF2B5EF4-FFF2-40B4-BE49-F238E27FC236}">
                <a16:creationId xmlns:a16="http://schemas.microsoft.com/office/drawing/2014/main" id="{18C29BE6-A8DD-4E0F-89ED-C215A37A9CB4}"/>
              </a:ext>
            </a:extLst>
          </p:cNvPr>
          <p:cNvSpPr>
            <a:spLocks noGrp="1"/>
          </p:cNvSpPr>
          <p:nvPr/>
        </p:nvSpPr>
        <p:spPr>
          <a:xfrm>
            <a:off x="535545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8" name="F1_main_prauc_2247">
            <a:extLst>
              <a:ext uri="{FF2B5EF4-FFF2-40B4-BE49-F238E27FC236}">
                <a16:creationId xmlns:a16="http://schemas.microsoft.com/office/drawing/2014/main" id="{64AC1672-CB60-444B-87E0-2B266ABB47E9}"/>
              </a:ext>
            </a:extLst>
          </p:cNvPr>
          <p:cNvSpPr>
            <a:spLocks noGrp="1"/>
          </p:cNvSpPr>
          <p:nvPr/>
        </p:nvSpPr>
        <p:spPr>
          <a:xfrm>
            <a:off x="5314984" y="491758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9" name="F1_main_prauc_2248">
            <a:extLst>
              <a:ext uri="{FF2B5EF4-FFF2-40B4-BE49-F238E27FC236}">
                <a16:creationId xmlns:a16="http://schemas.microsoft.com/office/drawing/2014/main" id="{356071D8-469F-4899-8881-2F5921221B82}"/>
              </a:ext>
            </a:extLst>
          </p:cNvPr>
          <p:cNvSpPr>
            <a:spLocks noGrp="1"/>
          </p:cNvSpPr>
          <p:nvPr/>
        </p:nvSpPr>
        <p:spPr>
          <a:xfrm>
            <a:off x="54222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0" name="F1_main_prauc_2249">
            <a:extLst>
              <a:ext uri="{FF2B5EF4-FFF2-40B4-BE49-F238E27FC236}">
                <a16:creationId xmlns:a16="http://schemas.microsoft.com/office/drawing/2014/main" id="{63D0F1DF-F37A-4C07-A010-7093F3F827DD}"/>
              </a:ext>
            </a:extLst>
          </p:cNvPr>
          <p:cNvSpPr>
            <a:spLocks noGrp="1"/>
          </p:cNvSpPr>
          <p:nvPr/>
        </p:nvSpPr>
        <p:spPr>
          <a:xfrm>
            <a:off x="5507900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1" name="F1_main_prauc_2250">
            <a:extLst>
              <a:ext uri="{FF2B5EF4-FFF2-40B4-BE49-F238E27FC236}">
                <a16:creationId xmlns:a16="http://schemas.microsoft.com/office/drawing/2014/main" id="{F74A8092-C9EC-4C0A-B268-5A519CAB83D5}"/>
              </a:ext>
            </a:extLst>
          </p:cNvPr>
          <p:cNvSpPr>
            <a:spLocks noGrp="1"/>
          </p:cNvSpPr>
          <p:nvPr/>
        </p:nvSpPr>
        <p:spPr>
          <a:xfrm>
            <a:off x="53822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2" name="F1_main_prauc_2251">
            <a:extLst>
              <a:ext uri="{FF2B5EF4-FFF2-40B4-BE49-F238E27FC236}">
                <a16:creationId xmlns:a16="http://schemas.microsoft.com/office/drawing/2014/main" id="{02D6E05D-F15A-458B-A9FF-13E2BE51A457}"/>
              </a:ext>
            </a:extLst>
          </p:cNvPr>
          <p:cNvSpPr>
            <a:spLocks noGrp="1"/>
          </p:cNvSpPr>
          <p:nvPr/>
        </p:nvSpPr>
        <p:spPr>
          <a:xfrm>
            <a:off x="539549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3" name="F1_main_prauc_2252">
            <a:extLst>
              <a:ext uri="{FF2B5EF4-FFF2-40B4-BE49-F238E27FC236}">
                <a16:creationId xmlns:a16="http://schemas.microsoft.com/office/drawing/2014/main" id="{A4066F2B-AF35-4331-B782-A32D625E3D76}"/>
              </a:ext>
            </a:extLst>
          </p:cNvPr>
          <p:cNvSpPr>
            <a:spLocks noGrp="1"/>
          </p:cNvSpPr>
          <p:nvPr/>
        </p:nvSpPr>
        <p:spPr>
          <a:xfrm>
            <a:off x="55042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4" name="F1_main_prauc_2253">
            <a:extLst>
              <a:ext uri="{FF2B5EF4-FFF2-40B4-BE49-F238E27FC236}">
                <a16:creationId xmlns:a16="http://schemas.microsoft.com/office/drawing/2014/main" id="{171BD89E-7929-43F4-811B-D45640084B30}"/>
              </a:ext>
            </a:extLst>
          </p:cNvPr>
          <p:cNvSpPr>
            <a:spLocks noGrp="1"/>
          </p:cNvSpPr>
          <p:nvPr/>
        </p:nvSpPr>
        <p:spPr>
          <a:xfrm>
            <a:off x="547232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5" name="F1_main_prauc_2254">
            <a:extLst>
              <a:ext uri="{FF2B5EF4-FFF2-40B4-BE49-F238E27FC236}">
                <a16:creationId xmlns:a16="http://schemas.microsoft.com/office/drawing/2014/main" id="{90A0C323-8303-4F05-91EB-B3026A925D2A}"/>
              </a:ext>
            </a:extLst>
          </p:cNvPr>
          <p:cNvSpPr>
            <a:spLocks noGrp="1"/>
          </p:cNvSpPr>
          <p:nvPr/>
        </p:nvSpPr>
        <p:spPr>
          <a:xfrm>
            <a:off x="5514029" y="543431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6" name="F1_main_prauc_2255">
            <a:extLst>
              <a:ext uri="{FF2B5EF4-FFF2-40B4-BE49-F238E27FC236}">
                <a16:creationId xmlns:a16="http://schemas.microsoft.com/office/drawing/2014/main" id="{B654EF58-6E66-4728-BAFF-E0FAE9E8C016}"/>
              </a:ext>
            </a:extLst>
          </p:cNvPr>
          <p:cNvSpPr>
            <a:spLocks noGrp="1"/>
          </p:cNvSpPr>
          <p:nvPr/>
        </p:nvSpPr>
        <p:spPr>
          <a:xfrm>
            <a:off x="54512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7" name="F1_main_prauc_2256">
            <a:extLst>
              <a:ext uri="{FF2B5EF4-FFF2-40B4-BE49-F238E27FC236}">
                <a16:creationId xmlns:a16="http://schemas.microsoft.com/office/drawing/2014/main" id="{7CF90977-E2A6-4CEE-A8D0-B7CB98497926}"/>
              </a:ext>
            </a:extLst>
          </p:cNvPr>
          <p:cNvSpPr>
            <a:spLocks noGrp="1"/>
          </p:cNvSpPr>
          <p:nvPr/>
        </p:nvSpPr>
        <p:spPr>
          <a:xfrm>
            <a:off x="5356130" y="43143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8" name="F1_main_prauc_2257">
            <a:extLst>
              <a:ext uri="{FF2B5EF4-FFF2-40B4-BE49-F238E27FC236}">
                <a16:creationId xmlns:a16="http://schemas.microsoft.com/office/drawing/2014/main" id="{73DA75B6-7034-47D7-8050-67F837BEE833}"/>
              </a:ext>
            </a:extLst>
          </p:cNvPr>
          <p:cNvSpPr>
            <a:spLocks noGrp="1"/>
          </p:cNvSpPr>
          <p:nvPr/>
        </p:nvSpPr>
        <p:spPr>
          <a:xfrm>
            <a:off x="5440923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9" name="F1_main_prauc_2258">
            <a:extLst>
              <a:ext uri="{FF2B5EF4-FFF2-40B4-BE49-F238E27FC236}">
                <a16:creationId xmlns:a16="http://schemas.microsoft.com/office/drawing/2014/main" id="{7A0C162A-388D-4015-92BB-9549F9DC2E57}"/>
              </a:ext>
            </a:extLst>
          </p:cNvPr>
          <p:cNvSpPr>
            <a:spLocks noGrp="1"/>
          </p:cNvSpPr>
          <p:nvPr/>
        </p:nvSpPr>
        <p:spPr>
          <a:xfrm>
            <a:off x="52836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0" name="F1_main_prauc_2259">
            <a:extLst>
              <a:ext uri="{FF2B5EF4-FFF2-40B4-BE49-F238E27FC236}">
                <a16:creationId xmlns:a16="http://schemas.microsoft.com/office/drawing/2014/main" id="{BDCBCBE5-EF8B-43C3-8B56-64AEFFCDD3B1}"/>
              </a:ext>
            </a:extLst>
          </p:cNvPr>
          <p:cNvSpPr>
            <a:spLocks noGrp="1"/>
          </p:cNvSpPr>
          <p:nvPr/>
        </p:nvSpPr>
        <p:spPr>
          <a:xfrm>
            <a:off x="55286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1" name="F1_main_prauc_2260">
            <a:extLst>
              <a:ext uri="{FF2B5EF4-FFF2-40B4-BE49-F238E27FC236}">
                <a16:creationId xmlns:a16="http://schemas.microsoft.com/office/drawing/2014/main" id="{F21E6F5F-23C3-4A9C-82E1-4EA44FC6E23C}"/>
              </a:ext>
            </a:extLst>
          </p:cNvPr>
          <p:cNvSpPr>
            <a:spLocks noGrp="1"/>
          </p:cNvSpPr>
          <p:nvPr/>
        </p:nvSpPr>
        <p:spPr>
          <a:xfrm>
            <a:off x="53367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2" name="F1_main_prauc_2261">
            <a:extLst>
              <a:ext uri="{FF2B5EF4-FFF2-40B4-BE49-F238E27FC236}">
                <a16:creationId xmlns:a16="http://schemas.microsoft.com/office/drawing/2014/main" id="{E3DD4BD3-10F8-4C06-846D-38E695954D67}"/>
              </a:ext>
            </a:extLst>
          </p:cNvPr>
          <p:cNvSpPr>
            <a:spLocks noGrp="1"/>
          </p:cNvSpPr>
          <p:nvPr/>
        </p:nvSpPr>
        <p:spPr>
          <a:xfrm>
            <a:off x="5321794" y="36934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3" name="F1_main_prauc_2262">
            <a:extLst>
              <a:ext uri="{FF2B5EF4-FFF2-40B4-BE49-F238E27FC236}">
                <a16:creationId xmlns:a16="http://schemas.microsoft.com/office/drawing/2014/main" id="{BC7344C6-AAA3-4EE3-B53E-8A20CD519D09}"/>
              </a:ext>
            </a:extLst>
          </p:cNvPr>
          <p:cNvSpPr>
            <a:spLocks noGrp="1"/>
          </p:cNvSpPr>
          <p:nvPr/>
        </p:nvSpPr>
        <p:spPr>
          <a:xfrm>
            <a:off x="530954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4" name="F1_main_prauc_2263">
            <a:extLst>
              <a:ext uri="{FF2B5EF4-FFF2-40B4-BE49-F238E27FC236}">
                <a16:creationId xmlns:a16="http://schemas.microsoft.com/office/drawing/2014/main" id="{3DBED667-94CF-4D2A-ADD6-128371511163}"/>
              </a:ext>
            </a:extLst>
          </p:cNvPr>
          <p:cNvSpPr>
            <a:spLocks noGrp="1"/>
          </p:cNvSpPr>
          <p:nvPr/>
        </p:nvSpPr>
        <p:spPr>
          <a:xfrm>
            <a:off x="5326785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5" name="F1_main_prauc_2264">
            <a:extLst>
              <a:ext uri="{FF2B5EF4-FFF2-40B4-BE49-F238E27FC236}">
                <a16:creationId xmlns:a16="http://schemas.microsoft.com/office/drawing/2014/main" id="{7C182CAD-5C19-4EA3-8029-6A7665FE4529}"/>
              </a:ext>
            </a:extLst>
          </p:cNvPr>
          <p:cNvSpPr>
            <a:spLocks noGrp="1"/>
          </p:cNvSpPr>
          <p:nvPr/>
        </p:nvSpPr>
        <p:spPr>
          <a:xfrm>
            <a:off x="52792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6" name="F1_main_prauc_2265">
            <a:extLst>
              <a:ext uri="{FF2B5EF4-FFF2-40B4-BE49-F238E27FC236}">
                <a16:creationId xmlns:a16="http://schemas.microsoft.com/office/drawing/2014/main" id="{69779A6B-20E2-4C49-A738-E509966209EC}"/>
              </a:ext>
            </a:extLst>
          </p:cNvPr>
          <p:cNvSpPr>
            <a:spLocks noGrp="1"/>
          </p:cNvSpPr>
          <p:nvPr/>
        </p:nvSpPr>
        <p:spPr>
          <a:xfrm>
            <a:off x="5387942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7" name="F1_main_prauc_2266">
            <a:extLst>
              <a:ext uri="{FF2B5EF4-FFF2-40B4-BE49-F238E27FC236}">
                <a16:creationId xmlns:a16="http://schemas.microsoft.com/office/drawing/2014/main" id="{4BD9356E-B8C2-4835-A63C-4773D7D1BCAE}"/>
              </a:ext>
            </a:extLst>
          </p:cNvPr>
          <p:cNvSpPr>
            <a:spLocks noGrp="1"/>
          </p:cNvSpPr>
          <p:nvPr/>
        </p:nvSpPr>
        <p:spPr>
          <a:xfrm>
            <a:off x="5511845" y="603728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8" name="F1_main_prauc_2267">
            <a:extLst>
              <a:ext uri="{FF2B5EF4-FFF2-40B4-BE49-F238E27FC236}">
                <a16:creationId xmlns:a16="http://schemas.microsoft.com/office/drawing/2014/main" id="{9857DB72-12BA-488E-9EF1-D4E4A0C4238B}"/>
              </a:ext>
            </a:extLst>
          </p:cNvPr>
          <p:cNvSpPr>
            <a:spLocks noGrp="1"/>
          </p:cNvSpPr>
          <p:nvPr/>
        </p:nvSpPr>
        <p:spPr>
          <a:xfrm>
            <a:off x="5510263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9" name="F1_main_prauc_2268">
            <a:extLst>
              <a:ext uri="{FF2B5EF4-FFF2-40B4-BE49-F238E27FC236}">
                <a16:creationId xmlns:a16="http://schemas.microsoft.com/office/drawing/2014/main" id="{1B8AE7AD-E0B6-40F4-85D0-C367066965B5}"/>
              </a:ext>
            </a:extLst>
          </p:cNvPr>
          <p:cNvSpPr>
            <a:spLocks noGrp="1"/>
          </p:cNvSpPr>
          <p:nvPr/>
        </p:nvSpPr>
        <p:spPr>
          <a:xfrm>
            <a:off x="5476965" y="51798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0" name="F1_main_prauc_2269">
            <a:extLst>
              <a:ext uri="{FF2B5EF4-FFF2-40B4-BE49-F238E27FC236}">
                <a16:creationId xmlns:a16="http://schemas.microsoft.com/office/drawing/2014/main" id="{E3777A23-DD48-4311-8DC7-0A0AD9BE520F}"/>
              </a:ext>
            </a:extLst>
          </p:cNvPr>
          <p:cNvSpPr>
            <a:spLocks noGrp="1"/>
          </p:cNvSpPr>
          <p:nvPr/>
        </p:nvSpPr>
        <p:spPr>
          <a:xfrm>
            <a:off x="54495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1" name="F1_main_prauc_2270">
            <a:extLst>
              <a:ext uri="{FF2B5EF4-FFF2-40B4-BE49-F238E27FC236}">
                <a16:creationId xmlns:a16="http://schemas.microsoft.com/office/drawing/2014/main" id="{46B056AE-9C11-422E-A616-B7785391C501}"/>
              </a:ext>
            </a:extLst>
          </p:cNvPr>
          <p:cNvSpPr>
            <a:spLocks noGrp="1"/>
          </p:cNvSpPr>
          <p:nvPr/>
        </p:nvSpPr>
        <p:spPr>
          <a:xfrm>
            <a:off x="54915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2" name="F1_main_prauc_2271">
            <a:extLst>
              <a:ext uri="{FF2B5EF4-FFF2-40B4-BE49-F238E27FC236}">
                <a16:creationId xmlns:a16="http://schemas.microsoft.com/office/drawing/2014/main" id="{62401180-CA5F-437C-85D7-9517012723F3}"/>
              </a:ext>
            </a:extLst>
          </p:cNvPr>
          <p:cNvSpPr>
            <a:spLocks noGrp="1"/>
          </p:cNvSpPr>
          <p:nvPr/>
        </p:nvSpPr>
        <p:spPr>
          <a:xfrm>
            <a:off x="540040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3" name="F1_main_prauc_2272">
            <a:extLst>
              <a:ext uri="{FF2B5EF4-FFF2-40B4-BE49-F238E27FC236}">
                <a16:creationId xmlns:a16="http://schemas.microsoft.com/office/drawing/2014/main" id="{5B01D1FD-75CD-448D-9021-9E9E2F9B14E4}"/>
              </a:ext>
            </a:extLst>
          </p:cNvPr>
          <p:cNvSpPr>
            <a:spLocks noGrp="1"/>
          </p:cNvSpPr>
          <p:nvPr/>
        </p:nvSpPr>
        <p:spPr>
          <a:xfrm>
            <a:off x="5437016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4" name="F1_main_prauc_2273">
            <a:extLst>
              <a:ext uri="{FF2B5EF4-FFF2-40B4-BE49-F238E27FC236}">
                <a16:creationId xmlns:a16="http://schemas.microsoft.com/office/drawing/2014/main" id="{656A81C3-2438-4396-8BB7-EB070B1B8222}"/>
              </a:ext>
            </a:extLst>
          </p:cNvPr>
          <p:cNvSpPr>
            <a:spLocks noGrp="1"/>
          </p:cNvSpPr>
          <p:nvPr/>
        </p:nvSpPr>
        <p:spPr>
          <a:xfrm>
            <a:off x="546620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5" name="F1_main_prauc_2274">
            <a:extLst>
              <a:ext uri="{FF2B5EF4-FFF2-40B4-BE49-F238E27FC236}">
                <a16:creationId xmlns:a16="http://schemas.microsoft.com/office/drawing/2014/main" id="{CEF00F4B-E9A9-4CFB-A200-B3CC68FF61E3}"/>
              </a:ext>
            </a:extLst>
          </p:cNvPr>
          <p:cNvSpPr>
            <a:spLocks noGrp="1"/>
          </p:cNvSpPr>
          <p:nvPr/>
        </p:nvSpPr>
        <p:spPr>
          <a:xfrm>
            <a:off x="53287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6" name="F1_main_prauc_2275">
            <a:extLst>
              <a:ext uri="{FF2B5EF4-FFF2-40B4-BE49-F238E27FC236}">
                <a16:creationId xmlns:a16="http://schemas.microsoft.com/office/drawing/2014/main" id="{416830DE-B4E0-4972-8B72-3F4EF7D95720}"/>
              </a:ext>
            </a:extLst>
          </p:cNvPr>
          <p:cNvSpPr>
            <a:spLocks noGrp="1"/>
          </p:cNvSpPr>
          <p:nvPr/>
        </p:nvSpPr>
        <p:spPr>
          <a:xfrm>
            <a:off x="55055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7" name="F1_main_prauc_2276">
            <a:extLst>
              <a:ext uri="{FF2B5EF4-FFF2-40B4-BE49-F238E27FC236}">
                <a16:creationId xmlns:a16="http://schemas.microsoft.com/office/drawing/2014/main" id="{9E53CE81-FD89-46EC-AF7D-FB292E144D3B}"/>
              </a:ext>
            </a:extLst>
          </p:cNvPr>
          <p:cNvSpPr>
            <a:spLocks noGrp="1"/>
          </p:cNvSpPr>
          <p:nvPr/>
        </p:nvSpPr>
        <p:spPr>
          <a:xfrm>
            <a:off x="5363060" y="486352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8" name="F1_main_prauc_2277">
            <a:extLst>
              <a:ext uri="{FF2B5EF4-FFF2-40B4-BE49-F238E27FC236}">
                <a16:creationId xmlns:a16="http://schemas.microsoft.com/office/drawing/2014/main" id="{A7D936C6-70D3-4680-8460-24B01B5AE0B6}"/>
              </a:ext>
            </a:extLst>
          </p:cNvPr>
          <p:cNvSpPr>
            <a:spLocks noGrp="1"/>
          </p:cNvSpPr>
          <p:nvPr/>
        </p:nvSpPr>
        <p:spPr>
          <a:xfrm>
            <a:off x="54277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9" name="F1_main_prauc_2278">
            <a:extLst>
              <a:ext uri="{FF2B5EF4-FFF2-40B4-BE49-F238E27FC236}">
                <a16:creationId xmlns:a16="http://schemas.microsoft.com/office/drawing/2014/main" id="{95008E29-4E56-4FDE-A83B-EDC5B26D9E77}"/>
              </a:ext>
            </a:extLst>
          </p:cNvPr>
          <p:cNvSpPr>
            <a:spLocks noGrp="1"/>
          </p:cNvSpPr>
          <p:nvPr/>
        </p:nvSpPr>
        <p:spPr>
          <a:xfrm>
            <a:off x="534281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0" name="F1_main_prauc_2279">
            <a:extLst>
              <a:ext uri="{FF2B5EF4-FFF2-40B4-BE49-F238E27FC236}">
                <a16:creationId xmlns:a16="http://schemas.microsoft.com/office/drawing/2014/main" id="{223D96FB-35CF-4CDC-B51F-F77795E04AA2}"/>
              </a:ext>
            </a:extLst>
          </p:cNvPr>
          <p:cNvSpPr>
            <a:spLocks noGrp="1"/>
          </p:cNvSpPr>
          <p:nvPr/>
        </p:nvSpPr>
        <p:spPr>
          <a:xfrm>
            <a:off x="5391991" y="418694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1" name="F1_main_prauc_2280">
            <a:extLst>
              <a:ext uri="{FF2B5EF4-FFF2-40B4-BE49-F238E27FC236}">
                <a16:creationId xmlns:a16="http://schemas.microsoft.com/office/drawing/2014/main" id="{7A925BF8-FDAD-43E3-902A-D6FEF65D9F1C}"/>
              </a:ext>
            </a:extLst>
          </p:cNvPr>
          <p:cNvSpPr>
            <a:spLocks noGrp="1"/>
          </p:cNvSpPr>
          <p:nvPr/>
        </p:nvSpPr>
        <p:spPr>
          <a:xfrm>
            <a:off x="53652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2" name="F1_main_prauc_2281">
            <a:extLst>
              <a:ext uri="{FF2B5EF4-FFF2-40B4-BE49-F238E27FC236}">
                <a16:creationId xmlns:a16="http://schemas.microsoft.com/office/drawing/2014/main" id="{2E8EDC47-DA49-4130-A7D0-1E9B53FF1FB4}"/>
              </a:ext>
            </a:extLst>
          </p:cNvPr>
          <p:cNvSpPr>
            <a:spLocks noGrp="1"/>
          </p:cNvSpPr>
          <p:nvPr/>
        </p:nvSpPr>
        <p:spPr>
          <a:xfrm>
            <a:off x="5413967" y="572629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3" name="F1_main_prauc_2282">
            <a:extLst>
              <a:ext uri="{FF2B5EF4-FFF2-40B4-BE49-F238E27FC236}">
                <a16:creationId xmlns:a16="http://schemas.microsoft.com/office/drawing/2014/main" id="{ACD9DB8E-6616-42DC-8C48-E9781C18BAFF}"/>
              </a:ext>
            </a:extLst>
          </p:cNvPr>
          <p:cNvSpPr>
            <a:spLocks noGrp="1"/>
          </p:cNvSpPr>
          <p:nvPr/>
        </p:nvSpPr>
        <p:spPr>
          <a:xfrm>
            <a:off x="5364272" y="51274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4" name="F1_main_prauc_2283">
            <a:extLst>
              <a:ext uri="{FF2B5EF4-FFF2-40B4-BE49-F238E27FC236}">
                <a16:creationId xmlns:a16="http://schemas.microsoft.com/office/drawing/2014/main" id="{B42B2F93-8B65-4135-99F3-C9121DD7C815}"/>
              </a:ext>
            </a:extLst>
          </p:cNvPr>
          <p:cNvSpPr>
            <a:spLocks noGrp="1"/>
          </p:cNvSpPr>
          <p:nvPr/>
        </p:nvSpPr>
        <p:spPr>
          <a:xfrm>
            <a:off x="5287047" y="59929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5" name="F1_main_prauc_2284">
            <a:extLst>
              <a:ext uri="{FF2B5EF4-FFF2-40B4-BE49-F238E27FC236}">
                <a16:creationId xmlns:a16="http://schemas.microsoft.com/office/drawing/2014/main" id="{1D0C5EE3-10C8-4DAA-8EF5-E8FD7323736D}"/>
              </a:ext>
            </a:extLst>
          </p:cNvPr>
          <p:cNvSpPr>
            <a:spLocks noGrp="1"/>
          </p:cNvSpPr>
          <p:nvPr/>
        </p:nvSpPr>
        <p:spPr>
          <a:xfrm>
            <a:off x="55158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6" name="F1_main_prauc_2285">
            <a:extLst>
              <a:ext uri="{FF2B5EF4-FFF2-40B4-BE49-F238E27FC236}">
                <a16:creationId xmlns:a16="http://schemas.microsoft.com/office/drawing/2014/main" id="{5B62D20A-0A56-4631-8A2F-24FDF8010320}"/>
              </a:ext>
            </a:extLst>
          </p:cNvPr>
          <p:cNvSpPr>
            <a:spLocks noGrp="1"/>
          </p:cNvSpPr>
          <p:nvPr/>
        </p:nvSpPr>
        <p:spPr>
          <a:xfrm>
            <a:off x="5489797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7" name="F1_main_prauc_2286">
            <a:extLst>
              <a:ext uri="{FF2B5EF4-FFF2-40B4-BE49-F238E27FC236}">
                <a16:creationId xmlns:a16="http://schemas.microsoft.com/office/drawing/2014/main" id="{CD30769C-9BC0-4903-BB3E-4C83B003C165}"/>
              </a:ext>
            </a:extLst>
          </p:cNvPr>
          <p:cNvSpPr>
            <a:spLocks noGrp="1"/>
          </p:cNvSpPr>
          <p:nvPr/>
        </p:nvSpPr>
        <p:spPr>
          <a:xfrm>
            <a:off x="53333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8" name="F1_main_prauc_2287">
            <a:extLst>
              <a:ext uri="{FF2B5EF4-FFF2-40B4-BE49-F238E27FC236}">
                <a16:creationId xmlns:a16="http://schemas.microsoft.com/office/drawing/2014/main" id="{D90B6048-A2D7-48BA-B0F5-A7597B15A843}"/>
              </a:ext>
            </a:extLst>
          </p:cNvPr>
          <p:cNvSpPr>
            <a:spLocks noGrp="1"/>
          </p:cNvSpPr>
          <p:nvPr/>
        </p:nvSpPr>
        <p:spPr>
          <a:xfrm>
            <a:off x="54159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9" name="F1_main_prauc_2288">
            <a:extLst>
              <a:ext uri="{FF2B5EF4-FFF2-40B4-BE49-F238E27FC236}">
                <a16:creationId xmlns:a16="http://schemas.microsoft.com/office/drawing/2014/main" id="{2D6BE811-9093-462F-9724-9B0F0A7FA2E8}"/>
              </a:ext>
            </a:extLst>
          </p:cNvPr>
          <p:cNvSpPr>
            <a:spLocks noGrp="1"/>
          </p:cNvSpPr>
          <p:nvPr/>
        </p:nvSpPr>
        <p:spPr>
          <a:xfrm>
            <a:off x="5358437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0" name="F1_main_prauc_2289">
            <a:extLst>
              <a:ext uri="{FF2B5EF4-FFF2-40B4-BE49-F238E27FC236}">
                <a16:creationId xmlns:a16="http://schemas.microsoft.com/office/drawing/2014/main" id="{64D395F0-2DD2-4938-8E08-40036A2B2587}"/>
              </a:ext>
            </a:extLst>
          </p:cNvPr>
          <p:cNvSpPr>
            <a:spLocks noGrp="1"/>
          </p:cNvSpPr>
          <p:nvPr/>
        </p:nvSpPr>
        <p:spPr>
          <a:xfrm>
            <a:off x="5440888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1" name="F1_main_prauc_2290">
            <a:extLst>
              <a:ext uri="{FF2B5EF4-FFF2-40B4-BE49-F238E27FC236}">
                <a16:creationId xmlns:a16="http://schemas.microsoft.com/office/drawing/2014/main" id="{03D87B06-43DD-48A8-AB8E-B0CFB9393F91}"/>
              </a:ext>
            </a:extLst>
          </p:cNvPr>
          <p:cNvSpPr>
            <a:spLocks noGrp="1"/>
          </p:cNvSpPr>
          <p:nvPr/>
        </p:nvSpPr>
        <p:spPr>
          <a:xfrm>
            <a:off x="5403111" y="38497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2" name="F1_main_prauc_2291">
            <a:extLst>
              <a:ext uri="{FF2B5EF4-FFF2-40B4-BE49-F238E27FC236}">
                <a16:creationId xmlns:a16="http://schemas.microsoft.com/office/drawing/2014/main" id="{C24A6321-DACD-4EB4-9A91-FA7A05EA3E38}"/>
              </a:ext>
            </a:extLst>
          </p:cNvPr>
          <p:cNvSpPr>
            <a:spLocks noGrp="1"/>
          </p:cNvSpPr>
          <p:nvPr/>
        </p:nvSpPr>
        <p:spPr>
          <a:xfrm>
            <a:off x="549202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3" name="F1_main_prauc_2292">
            <a:extLst>
              <a:ext uri="{FF2B5EF4-FFF2-40B4-BE49-F238E27FC236}">
                <a16:creationId xmlns:a16="http://schemas.microsoft.com/office/drawing/2014/main" id="{967B4DE3-BDA2-4F98-834C-C562FBF93B3B}"/>
              </a:ext>
            </a:extLst>
          </p:cNvPr>
          <p:cNvSpPr>
            <a:spLocks noGrp="1"/>
          </p:cNvSpPr>
          <p:nvPr/>
        </p:nvSpPr>
        <p:spPr>
          <a:xfrm>
            <a:off x="5401387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4" name="F1_main_prauc_2293">
            <a:extLst>
              <a:ext uri="{FF2B5EF4-FFF2-40B4-BE49-F238E27FC236}">
                <a16:creationId xmlns:a16="http://schemas.microsoft.com/office/drawing/2014/main" id="{9C223BCA-171D-4E84-90D3-A3FE205A2913}"/>
              </a:ext>
            </a:extLst>
          </p:cNvPr>
          <p:cNvSpPr>
            <a:spLocks noGrp="1"/>
          </p:cNvSpPr>
          <p:nvPr/>
        </p:nvSpPr>
        <p:spPr>
          <a:xfrm>
            <a:off x="5338320" y="56294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5" name="F1_main_prauc_2294">
            <a:extLst>
              <a:ext uri="{FF2B5EF4-FFF2-40B4-BE49-F238E27FC236}">
                <a16:creationId xmlns:a16="http://schemas.microsoft.com/office/drawing/2014/main" id="{FCBC6A05-4114-497C-8B9A-B0694A717186}"/>
              </a:ext>
            </a:extLst>
          </p:cNvPr>
          <p:cNvSpPr>
            <a:spLocks noGrp="1"/>
          </p:cNvSpPr>
          <p:nvPr/>
        </p:nvSpPr>
        <p:spPr>
          <a:xfrm>
            <a:off x="5299690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6" name="F1_main_prauc_2295">
            <a:extLst>
              <a:ext uri="{FF2B5EF4-FFF2-40B4-BE49-F238E27FC236}">
                <a16:creationId xmlns:a16="http://schemas.microsoft.com/office/drawing/2014/main" id="{CF7D4787-E4C5-4B78-BC15-CB887FACC852}"/>
              </a:ext>
            </a:extLst>
          </p:cNvPr>
          <p:cNvSpPr>
            <a:spLocks noGrp="1"/>
          </p:cNvSpPr>
          <p:nvPr/>
        </p:nvSpPr>
        <p:spPr>
          <a:xfrm>
            <a:off x="534358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7" name="F1_main_prauc_2296">
            <a:extLst>
              <a:ext uri="{FF2B5EF4-FFF2-40B4-BE49-F238E27FC236}">
                <a16:creationId xmlns:a16="http://schemas.microsoft.com/office/drawing/2014/main" id="{63AB5E16-D28F-492D-BAA6-800734E2F1CA}"/>
              </a:ext>
            </a:extLst>
          </p:cNvPr>
          <p:cNvSpPr>
            <a:spLocks noGrp="1"/>
          </p:cNvSpPr>
          <p:nvPr/>
        </p:nvSpPr>
        <p:spPr>
          <a:xfrm>
            <a:off x="537109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8" name="F1_main_prauc_2297">
            <a:extLst>
              <a:ext uri="{FF2B5EF4-FFF2-40B4-BE49-F238E27FC236}">
                <a16:creationId xmlns:a16="http://schemas.microsoft.com/office/drawing/2014/main" id="{65112FFE-D009-46AE-A37D-7773ACD36201}"/>
              </a:ext>
            </a:extLst>
          </p:cNvPr>
          <p:cNvSpPr>
            <a:spLocks noGrp="1"/>
          </p:cNvSpPr>
          <p:nvPr/>
        </p:nvSpPr>
        <p:spPr>
          <a:xfrm>
            <a:off x="5473653" y="41769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9" name="F1_main_prauc_2298">
            <a:extLst>
              <a:ext uri="{FF2B5EF4-FFF2-40B4-BE49-F238E27FC236}">
                <a16:creationId xmlns:a16="http://schemas.microsoft.com/office/drawing/2014/main" id="{9796D7C0-1F82-4DEC-8FA0-5B6135443519}"/>
              </a:ext>
            </a:extLst>
          </p:cNvPr>
          <p:cNvSpPr>
            <a:spLocks noGrp="1"/>
          </p:cNvSpPr>
          <p:nvPr/>
        </p:nvSpPr>
        <p:spPr>
          <a:xfrm>
            <a:off x="54754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0" name="F1_main_prauc_2299">
            <a:extLst>
              <a:ext uri="{FF2B5EF4-FFF2-40B4-BE49-F238E27FC236}">
                <a16:creationId xmlns:a16="http://schemas.microsoft.com/office/drawing/2014/main" id="{1382C55D-8F60-494B-BD91-5D904BBC3CA1}"/>
              </a:ext>
            </a:extLst>
          </p:cNvPr>
          <p:cNvSpPr>
            <a:spLocks noGrp="1"/>
          </p:cNvSpPr>
          <p:nvPr/>
        </p:nvSpPr>
        <p:spPr>
          <a:xfrm>
            <a:off x="5505965" y="609595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1" name="F1_main_prauc_2300">
            <a:extLst>
              <a:ext uri="{FF2B5EF4-FFF2-40B4-BE49-F238E27FC236}">
                <a16:creationId xmlns:a16="http://schemas.microsoft.com/office/drawing/2014/main" id="{0CDE651A-FB9F-446E-B218-E85B0FD2341A}"/>
              </a:ext>
            </a:extLst>
          </p:cNvPr>
          <p:cNvSpPr>
            <a:spLocks noGrp="1"/>
          </p:cNvSpPr>
          <p:nvPr/>
        </p:nvSpPr>
        <p:spPr>
          <a:xfrm>
            <a:off x="54526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2" name="F1_main_prauc_2301">
            <a:extLst>
              <a:ext uri="{FF2B5EF4-FFF2-40B4-BE49-F238E27FC236}">
                <a16:creationId xmlns:a16="http://schemas.microsoft.com/office/drawing/2014/main" id="{2E49A9F1-A174-4EC9-881D-95A363130875}"/>
              </a:ext>
            </a:extLst>
          </p:cNvPr>
          <p:cNvSpPr>
            <a:spLocks noGrp="1"/>
          </p:cNvSpPr>
          <p:nvPr/>
        </p:nvSpPr>
        <p:spPr>
          <a:xfrm>
            <a:off x="5513381" y="56881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3" name="F1_main_prauc_2302">
            <a:extLst>
              <a:ext uri="{FF2B5EF4-FFF2-40B4-BE49-F238E27FC236}">
                <a16:creationId xmlns:a16="http://schemas.microsoft.com/office/drawing/2014/main" id="{230C52A5-F15D-4FB0-B1BC-6D75BA3743C5}"/>
              </a:ext>
            </a:extLst>
          </p:cNvPr>
          <p:cNvSpPr>
            <a:spLocks noGrp="1"/>
          </p:cNvSpPr>
          <p:nvPr/>
        </p:nvSpPr>
        <p:spPr>
          <a:xfrm>
            <a:off x="53904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4" name="F1_main_prauc_2303">
            <a:extLst>
              <a:ext uri="{FF2B5EF4-FFF2-40B4-BE49-F238E27FC236}">
                <a16:creationId xmlns:a16="http://schemas.microsoft.com/office/drawing/2014/main" id="{8463F686-4A7D-49FE-A98E-8F0A3C805B80}"/>
              </a:ext>
            </a:extLst>
          </p:cNvPr>
          <p:cNvSpPr>
            <a:spLocks noGrp="1"/>
          </p:cNvSpPr>
          <p:nvPr/>
        </p:nvSpPr>
        <p:spPr>
          <a:xfrm>
            <a:off x="5348388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5" name="F1_main_prauc_2304">
            <a:extLst>
              <a:ext uri="{FF2B5EF4-FFF2-40B4-BE49-F238E27FC236}">
                <a16:creationId xmlns:a16="http://schemas.microsoft.com/office/drawing/2014/main" id="{07A4F36E-3210-4998-85C5-77B274E68689}"/>
              </a:ext>
            </a:extLst>
          </p:cNvPr>
          <p:cNvSpPr>
            <a:spLocks noGrp="1"/>
          </p:cNvSpPr>
          <p:nvPr/>
        </p:nvSpPr>
        <p:spPr>
          <a:xfrm>
            <a:off x="538029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6" name="F1_main_prauc_2305">
            <a:extLst>
              <a:ext uri="{FF2B5EF4-FFF2-40B4-BE49-F238E27FC236}">
                <a16:creationId xmlns:a16="http://schemas.microsoft.com/office/drawing/2014/main" id="{87A40869-D9AE-482B-BE86-1D47E27138B3}"/>
              </a:ext>
            </a:extLst>
          </p:cNvPr>
          <p:cNvSpPr>
            <a:spLocks noGrp="1"/>
          </p:cNvSpPr>
          <p:nvPr/>
        </p:nvSpPr>
        <p:spPr>
          <a:xfrm>
            <a:off x="5461104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7" name="F1_main_prauc_2306">
            <a:extLst>
              <a:ext uri="{FF2B5EF4-FFF2-40B4-BE49-F238E27FC236}">
                <a16:creationId xmlns:a16="http://schemas.microsoft.com/office/drawing/2014/main" id="{163E306A-0CC7-4EE0-A06D-F9B5F5BE134B}"/>
              </a:ext>
            </a:extLst>
          </p:cNvPr>
          <p:cNvSpPr>
            <a:spLocks noGrp="1"/>
          </p:cNvSpPr>
          <p:nvPr/>
        </p:nvSpPr>
        <p:spPr>
          <a:xfrm>
            <a:off x="52884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8" name="F1_main_prauc_2307">
            <a:extLst>
              <a:ext uri="{FF2B5EF4-FFF2-40B4-BE49-F238E27FC236}">
                <a16:creationId xmlns:a16="http://schemas.microsoft.com/office/drawing/2014/main" id="{5F85EDC6-AB82-4277-849E-1CB1F5A411D0}"/>
              </a:ext>
            </a:extLst>
          </p:cNvPr>
          <p:cNvSpPr>
            <a:spLocks noGrp="1"/>
          </p:cNvSpPr>
          <p:nvPr/>
        </p:nvSpPr>
        <p:spPr>
          <a:xfrm>
            <a:off x="5490862" y="470500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9" name="F1_main_prauc_2308">
            <a:extLst>
              <a:ext uri="{FF2B5EF4-FFF2-40B4-BE49-F238E27FC236}">
                <a16:creationId xmlns:a16="http://schemas.microsoft.com/office/drawing/2014/main" id="{CF40CE6F-9E26-446A-AB17-F066DB1B08CC}"/>
              </a:ext>
            </a:extLst>
          </p:cNvPr>
          <p:cNvSpPr>
            <a:spLocks noGrp="1"/>
          </p:cNvSpPr>
          <p:nvPr/>
        </p:nvSpPr>
        <p:spPr>
          <a:xfrm>
            <a:off x="5483267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0" name="F1_main_prauc_2309">
            <a:extLst>
              <a:ext uri="{FF2B5EF4-FFF2-40B4-BE49-F238E27FC236}">
                <a16:creationId xmlns:a16="http://schemas.microsoft.com/office/drawing/2014/main" id="{32B1E7F6-20FB-41FD-93FB-FF3B770F00FE}"/>
              </a:ext>
            </a:extLst>
          </p:cNvPr>
          <p:cNvSpPr>
            <a:spLocks noGrp="1"/>
          </p:cNvSpPr>
          <p:nvPr/>
        </p:nvSpPr>
        <p:spPr>
          <a:xfrm>
            <a:off x="54653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1" name="F1_main_prauc_2310">
            <a:extLst>
              <a:ext uri="{FF2B5EF4-FFF2-40B4-BE49-F238E27FC236}">
                <a16:creationId xmlns:a16="http://schemas.microsoft.com/office/drawing/2014/main" id="{9F5ABB0C-CE56-43F6-8A3A-403B9B9D0039}"/>
              </a:ext>
            </a:extLst>
          </p:cNvPr>
          <p:cNvSpPr>
            <a:spLocks noGrp="1"/>
          </p:cNvSpPr>
          <p:nvPr/>
        </p:nvSpPr>
        <p:spPr>
          <a:xfrm>
            <a:off x="53995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2" name="F1_main_prauc_2311">
            <a:extLst>
              <a:ext uri="{FF2B5EF4-FFF2-40B4-BE49-F238E27FC236}">
                <a16:creationId xmlns:a16="http://schemas.microsoft.com/office/drawing/2014/main" id="{B7751D28-4517-41D9-AB00-BB79B110B451}"/>
              </a:ext>
            </a:extLst>
          </p:cNvPr>
          <p:cNvSpPr>
            <a:spLocks noGrp="1"/>
          </p:cNvSpPr>
          <p:nvPr/>
        </p:nvSpPr>
        <p:spPr>
          <a:xfrm>
            <a:off x="5485672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3" name="F1_main_prauc_2312">
            <a:extLst>
              <a:ext uri="{FF2B5EF4-FFF2-40B4-BE49-F238E27FC236}">
                <a16:creationId xmlns:a16="http://schemas.microsoft.com/office/drawing/2014/main" id="{3A94BD4C-E40C-411B-9DA6-407D96421825}"/>
              </a:ext>
            </a:extLst>
          </p:cNvPr>
          <p:cNvSpPr>
            <a:spLocks noGrp="1"/>
          </p:cNvSpPr>
          <p:nvPr/>
        </p:nvSpPr>
        <p:spPr>
          <a:xfrm>
            <a:off x="5446204" y="361491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4" name="F1_main_prauc_2313">
            <a:extLst>
              <a:ext uri="{FF2B5EF4-FFF2-40B4-BE49-F238E27FC236}">
                <a16:creationId xmlns:a16="http://schemas.microsoft.com/office/drawing/2014/main" id="{18D7FDDD-C3CC-4713-8502-0CE516F2761F}"/>
              </a:ext>
            </a:extLst>
          </p:cNvPr>
          <p:cNvSpPr>
            <a:spLocks noGrp="1"/>
          </p:cNvSpPr>
          <p:nvPr/>
        </p:nvSpPr>
        <p:spPr>
          <a:xfrm>
            <a:off x="542336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5" name="F1_main_prauc_2314">
            <a:extLst>
              <a:ext uri="{FF2B5EF4-FFF2-40B4-BE49-F238E27FC236}">
                <a16:creationId xmlns:a16="http://schemas.microsoft.com/office/drawing/2014/main" id="{F400C8F5-2630-499F-B29A-B86C0AE0636D}"/>
              </a:ext>
            </a:extLst>
          </p:cNvPr>
          <p:cNvSpPr>
            <a:spLocks noGrp="1"/>
          </p:cNvSpPr>
          <p:nvPr/>
        </p:nvSpPr>
        <p:spPr>
          <a:xfrm>
            <a:off x="5440392" y="45913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6" name="F1_main_prauc_2315">
            <a:extLst>
              <a:ext uri="{FF2B5EF4-FFF2-40B4-BE49-F238E27FC236}">
                <a16:creationId xmlns:a16="http://schemas.microsoft.com/office/drawing/2014/main" id="{23770B1A-37F4-46AA-BFB1-B5A284A22722}"/>
              </a:ext>
            </a:extLst>
          </p:cNvPr>
          <p:cNvSpPr>
            <a:spLocks noGrp="1"/>
          </p:cNvSpPr>
          <p:nvPr/>
        </p:nvSpPr>
        <p:spPr>
          <a:xfrm>
            <a:off x="5416910" y="499627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7" name="F1_main_prauc_2316">
            <a:extLst>
              <a:ext uri="{FF2B5EF4-FFF2-40B4-BE49-F238E27FC236}">
                <a16:creationId xmlns:a16="http://schemas.microsoft.com/office/drawing/2014/main" id="{61FAA115-8595-4A98-A931-4602A7AD22D9}"/>
              </a:ext>
            </a:extLst>
          </p:cNvPr>
          <p:cNvSpPr>
            <a:spLocks noGrp="1"/>
          </p:cNvSpPr>
          <p:nvPr/>
        </p:nvSpPr>
        <p:spPr>
          <a:xfrm>
            <a:off x="528535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8" name="F1_main_prauc_2317">
            <a:extLst>
              <a:ext uri="{FF2B5EF4-FFF2-40B4-BE49-F238E27FC236}">
                <a16:creationId xmlns:a16="http://schemas.microsoft.com/office/drawing/2014/main" id="{704CADE6-A3C3-45E2-B7FD-8128BF28CCC3}"/>
              </a:ext>
            </a:extLst>
          </p:cNvPr>
          <p:cNvSpPr>
            <a:spLocks noGrp="1"/>
          </p:cNvSpPr>
          <p:nvPr/>
        </p:nvSpPr>
        <p:spPr>
          <a:xfrm>
            <a:off x="5285371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9" name="F1_main_prauc_2318">
            <a:extLst>
              <a:ext uri="{FF2B5EF4-FFF2-40B4-BE49-F238E27FC236}">
                <a16:creationId xmlns:a16="http://schemas.microsoft.com/office/drawing/2014/main" id="{49F688E8-0571-4960-BE8E-3DF33F42AA0A}"/>
              </a:ext>
            </a:extLst>
          </p:cNvPr>
          <p:cNvSpPr>
            <a:spLocks noGrp="1"/>
          </p:cNvSpPr>
          <p:nvPr/>
        </p:nvSpPr>
        <p:spPr>
          <a:xfrm>
            <a:off x="5385683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0" name="F1_main_prauc_2319">
            <a:extLst>
              <a:ext uri="{FF2B5EF4-FFF2-40B4-BE49-F238E27FC236}">
                <a16:creationId xmlns:a16="http://schemas.microsoft.com/office/drawing/2014/main" id="{6E4D5569-784A-49AE-B17B-36121A64A315}"/>
              </a:ext>
            </a:extLst>
          </p:cNvPr>
          <p:cNvSpPr>
            <a:spLocks noGrp="1"/>
          </p:cNvSpPr>
          <p:nvPr/>
        </p:nvSpPr>
        <p:spPr>
          <a:xfrm>
            <a:off x="55282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1" name="F1_main_prauc_2320">
            <a:extLst>
              <a:ext uri="{FF2B5EF4-FFF2-40B4-BE49-F238E27FC236}">
                <a16:creationId xmlns:a16="http://schemas.microsoft.com/office/drawing/2014/main" id="{4CE9B550-C87E-4EC7-9A95-826780C2D819}"/>
              </a:ext>
            </a:extLst>
          </p:cNvPr>
          <p:cNvSpPr>
            <a:spLocks noGrp="1"/>
          </p:cNvSpPr>
          <p:nvPr/>
        </p:nvSpPr>
        <p:spPr>
          <a:xfrm>
            <a:off x="53770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2" name="F1_main_prauc_2321">
            <a:extLst>
              <a:ext uri="{FF2B5EF4-FFF2-40B4-BE49-F238E27FC236}">
                <a16:creationId xmlns:a16="http://schemas.microsoft.com/office/drawing/2014/main" id="{5470E4A0-E75E-45A6-B080-63E2E70886A6}"/>
              </a:ext>
            </a:extLst>
          </p:cNvPr>
          <p:cNvSpPr>
            <a:spLocks noGrp="1"/>
          </p:cNvSpPr>
          <p:nvPr/>
        </p:nvSpPr>
        <p:spPr>
          <a:xfrm>
            <a:off x="5493571" y="495037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3" name="F1_main_prauc_2322">
            <a:extLst>
              <a:ext uri="{FF2B5EF4-FFF2-40B4-BE49-F238E27FC236}">
                <a16:creationId xmlns:a16="http://schemas.microsoft.com/office/drawing/2014/main" id="{AAFA1E3D-48ED-4A63-B5E4-C79B9A246DDC}"/>
              </a:ext>
            </a:extLst>
          </p:cNvPr>
          <p:cNvSpPr>
            <a:spLocks noGrp="1"/>
          </p:cNvSpPr>
          <p:nvPr/>
        </p:nvSpPr>
        <p:spPr>
          <a:xfrm>
            <a:off x="54158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4" name="F1_main_prauc_2323">
            <a:extLst>
              <a:ext uri="{FF2B5EF4-FFF2-40B4-BE49-F238E27FC236}">
                <a16:creationId xmlns:a16="http://schemas.microsoft.com/office/drawing/2014/main" id="{89056477-6F53-4B26-A353-E6E2E7EDCE28}"/>
              </a:ext>
            </a:extLst>
          </p:cNvPr>
          <p:cNvSpPr>
            <a:spLocks noGrp="1"/>
          </p:cNvSpPr>
          <p:nvPr/>
        </p:nvSpPr>
        <p:spPr>
          <a:xfrm>
            <a:off x="54073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5" name="F1_main_prauc_2324">
            <a:extLst>
              <a:ext uri="{FF2B5EF4-FFF2-40B4-BE49-F238E27FC236}">
                <a16:creationId xmlns:a16="http://schemas.microsoft.com/office/drawing/2014/main" id="{2E965D4C-9C3E-4796-B69B-F9D50AE0AA47}"/>
              </a:ext>
            </a:extLst>
          </p:cNvPr>
          <p:cNvSpPr>
            <a:spLocks noGrp="1"/>
          </p:cNvSpPr>
          <p:nvPr/>
        </p:nvSpPr>
        <p:spPr>
          <a:xfrm>
            <a:off x="5488782" y="597060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6" name="F1_main_prauc_2325">
            <a:extLst>
              <a:ext uri="{FF2B5EF4-FFF2-40B4-BE49-F238E27FC236}">
                <a16:creationId xmlns:a16="http://schemas.microsoft.com/office/drawing/2014/main" id="{15FB7718-D5A2-4FF4-A1BE-1B727D0EE4FC}"/>
              </a:ext>
            </a:extLst>
          </p:cNvPr>
          <p:cNvSpPr>
            <a:spLocks noGrp="1"/>
          </p:cNvSpPr>
          <p:nvPr/>
        </p:nvSpPr>
        <p:spPr>
          <a:xfrm>
            <a:off x="537431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7" name="F1_main_prauc_2326">
            <a:extLst>
              <a:ext uri="{FF2B5EF4-FFF2-40B4-BE49-F238E27FC236}">
                <a16:creationId xmlns:a16="http://schemas.microsoft.com/office/drawing/2014/main" id="{3CCF9279-A1A8-4EE3-BB37-E6B16F4EA75C}"/>
              </a:ext>
            </a:extLst>
          </p:cNvPr>
          <p:cNvSpPr>
            <a:spLocks noGrp="1"/>
          </p:cNvSpPr>
          <p:nvPr/>
        </p:nvSpPr>
        <p:spPr>
          <a:xfrm>
            <a:off x="53508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8" name="F1_main_prauc_2327">
            <a:extLst>
              <a:ext uri="{FF2B5EF4-FFF2-40B4-BE49-F238E27FC236}">
                <a16:creationId xmlns:a16="http://schemas.microsoft.com/office/drawing/2014/main" id="{F6B30FE9-5089-44EB-976B-25BCD02DEFD8}"/>
              </a:ext>
            </a:extLst>
          </p:cNvPr>
          <p:cNvSpPr>
            <a:spLocks noGrp="1"/>
          </p:cNvSpPr>
          <p:nvPr/>
        </p:nvSpPr>
        <p:spPr>
          <a:xfrm>
            <a:off x="5314311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9" name="F1_main_prauc_2328">
            <a:extLst>
              <a:ext uri="{FF2B5EF4-FFF2-40B4-BE49-F238E27FC236}">
                <a16:creationId xmlns:a16="http://schemas.microsoft.com/office/drawing/2014/main" id="{72A96061-D0F9-4F5D-8B93-35713EC37C84}"/>
              </a:ext>
            </a:extLst>
          </p:cNvPr>
          <p:cNvSpPr>
            <a:spLocks noGrp="1"/>
          </p:cNvSpPr>
          <p:nvPr/>
        </p:nvSpPr>
        <p:spPr>
          <a:xfrm>
            <a:off x="545108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0" name="F1_main_prauc_2329">
            <a:extLst>
              <a:ext uri="{FF2B5EF4-FFF2-40B4-BE49-F238E27FC236}">
                <a16:creationId xmlns:a16="http://schemas.microsoft.com/office/drawing/2014/main" id="{35A3A8F1-94E4-44A4-A699-C0572866744B}"/>
              </a:ext>
            </a:extLst>
          </p:cNvPr>
          <p:cNvSpPr>
            <a:spLocks noGrp="1"/>
          </p:cNvSpPr>
          <p:nvPr/>
        </p:nvSpPr>
        <p:spPr>
          <a:xfrm>
            <a:off x="53649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1" name="F1_main_prauc_2330">
            <a:extLst>
              <a:ext uri="{FF2B5EF4-FFF2-40B4-BE49-F238E27FC236}">
                <a16:creationId xmlns:a16="http://schemas.microsoft.com/office/drawing/2014/main" id="{00AC2328-25B5-4003-9A3E-CE828A799704}"/>
              </a:ext>
            </a:extLst>
          </p:cNvPr>
          <p:cNvSpPr>
            <a:spLocks noGrp="1"/>
          </p:cNvSpPr>
          <p:nvPr/>
        </p:nvSpPr>
        <p:spPr>
          <a:xfrm>
            <a:off x="54237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2" name="F1_main_prauc_2331">
            <a:extLst>
              <a:ext uri="{FF2B5EF4-FFF2-40B4-BE49-F238E27FC236}">
                <a16:creationId xmlns:a16="http://schemas.microsoft.com/office/drawing/2014/main" id="{E2767D0A-1E67-4056-8653-6C7228089F94}"/>
              </a:ext>
            </a:extLst>
          </p:cNvPr>
          <p:cNvSpPr>
            <a:spLocks noGrp="1"/>
          </p:cNvSpPr>
          <p:nvPr/>
        </p:nvSpPr>
        <p:spPr>
          <a:xfrm>
            <a:off x="5426247" y="50664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3" name="F1_main_prauc_2332">
            <a:extLst>
              <a:ext uri="{FF2B5EF4-FFF2-40B4-BE49-F238E27FC236}">
                <a16:creationId xmlns:a16="http://schemas.microsoft.com/office/drawing/2014/main" id="{F3082EF6-5A35-416D-A41D-A0EE93E803AE}"/>
              </a:ext>
            </a:extLst>
          </p:cNvPr>
          <p:cNvSpPr>
            <a:spLocks noGrp="1"/>
          </p:cNvSpPr>
          <p:nvPr/>
        </p:nvSpPr>
        <p:spPr>
          <a:xfrm>
            <a:off x="53040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4" name="F1_main_prauc_2333">
            <a:extLst>
              <a:ext uri="{FF2B5EF4-FFF2-40B4-BE49-F238E27FC236}">
                <a16:creationId xmlns:a16="http://schemas.microsoft.com/office/drawing/2014/main" id="{4D595901-3FE0-4CB9-8548-01623BCC205B}"/>
              </a:ext>
            </a:extLst>
          </p:cNvPr>
          <p:cNvSpPr>
            <a:spLocks noGrp="1"/>
          </p:cNvSpPr>
          <p:nvPr/>
        </p:nvSpPr>
        <p:spPr>
          <a:xfrm>
            <a:off x="545933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5" name="F1_main_prauc_2334">
            <a:extLst>
              <a:ext uri="{FF2B5EF4-FFF2-40B4-BE49-F238E27FC236}">
                <a16:creationId xmlns:a16="http://schemas.microsoft.com/office/drawing/2014/main" id="{06376E90-D83A-400C-81FA-FF9D242AE861}"/>
              </a:ext>
            </a:extLst>
          </p:cNvPr>
          <p:cNvSpPr>
            <a:spLocks noGrp="1"/>
          </p:cNvSpPr>
          <p:nvPr/>
        </p:nvSpPr>
        <p:spPr>
          <a:xfrm>
            <a:off x="52995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6" name="F1_main_prauc_2335">
            <a:extLst>
              <a:ext uri="{FF2B5EF4-FFF2-40B4-BE49-F238E27FC236}">
                <a16:creationId xmlns:a16="http://schemas.microsoft.com/office/drawing/2014/main" id="{71F2A25A-9825-40C0-93BE-5F5656D80E15}"/>
              </a:ext>
            </a:extLst>
          </p:cNvPr>
          <p:cNvSpPr>
            <a:spLocks noGrp="1"/>
          </p:cNvSpPr>
          <p:nvPr/>
        </p:nvSpPr>
        <p:spPr>
          <a:xfrm>
            <a:off x="549200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7" name="F1_main_prauc_2336">
            <a:extLst>
              <a:ext uri="{FF2B5EF4-FFF2-40B4-BE49-F238E27FC236}">
                <a16:creationId xmlns:a16="http://schemas.microsoft.com/office/drawing/2014/main" id="{A96C1774-CC66-4C17-8A56-EE3B798513CD}"/>
              </a:ext>
            </a:extLst>
          </p:cNvPr>
          <p:cNvSpPr>
            <a:spLocks noGrp="1"/>
          </p:cNvSpPr>
          <p:nvPr/>
        </p:nvSpPr>
        <p:spPr>
          <a:xfrm>
            <a:off x="532655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8" name="F1_main_prauc_2337">
            <a:extLst>
              <a:ext uri="{FF2B5EF4-FFF2-40B4-BE49-F238E27FC236}">
                <a16:creationId xmlns:a16="http://schemas.microsoft.com/office/drawing/2014/main" id="{99F1FCB4-000E-4A26-84A1-C8D5DFEBA0B1}"/>
              </a:ext>
            </a:extLst>
          </p:cNvPr>
          <p:cNvSpPr>
            <a:spLocks noGrp="1"/>
          </p:cNvSpPr>
          <p:nvPr/>
        </p:nvSpPr>
        <p:spPr>
          <a:xfrm>
            <a:off x="5427678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9" name="F1_main_prauc_2338">
            <a:extLst>
              <a:ext uri="{FF2B5EF4-FFF2-40B4-BE49-F238E27FC236}">
                <a16:creationId xmlns:a16="http://schemas.microsoft.com/office/drawing/2014/main" id="{33E4DD82-EA1E-4E6A-AB36-2C7FCA2C8FBC}"/>
              </a:ext>
            </a:extLst>
          </p:cNvPr>
          <p:cNvSpPr>
            <a:spLocks noGrp="1"/>
          </p:cNvSpPr>
          <p:nvPr/>
        </p:nvSpPr>
        <p:spPr>
          <a:xfrm>
            <a:off x="544997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0" name="F1_main_prauc_2339">
            <a:extLst>
              <a:ext uri="{FF2B5EF4-FFF2-40B4-BE49-F238E27FC236}">
                <a16:creationId xmlns:a16="http://schemas.microsoft.com/office/drawing/2014/main" id="{0FA3832D-4E48-4B86-977A-C20996118B9F}"/>
              </a:ext>
            </a:extLst>
          </p:cNvPr>
          <p:cNvSpPr>
            <a:spLocks noGrp="1"/>
          </p:cNvSpPr>
          <p:nvPr/>
        </p:nvSpPr>
        <p:spPr>
          <a:xfrm>
            <a:off x="545385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1" name="F1_main_prauc_2340">
            <a:extLst>
              <a:ext uri="{FF2B5EF4-FFF2-40B4-BE49-F238E27FC236}">
                <a16:creationId xmlns:a16="http://schemas.microsoft.com/office/drawing/2014/main" id="{1390CF4F-DEDB-4A78-94A1-F5CC40EBB88E}"/>
              </a:ext>
            </a:extLst>
          </p:cNvPr>
          <p:cNvSpPr>
            <a:spLocks noGrp="1"/>
          </p:cNvSpPr>
          <p:nvPr/>
        </p:nvSpPr>
        <p:spPr>
          <a:xfrm>
            <a:off x="551150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2" name="F1_main_prauc_2341">
            <a:extLst>
              <a:ext uri="{FF2B5EF4-FFF2-40B4-BE49-F238E27FC236}">
                <a16:creationId xmlns:a16="http://schemas.microsoft.com/office/drawing/2014/main" id="{799A60D3-627C-4242-91FF-733C29CE269D}"/>
              </a:ext>
            </a:extLst>
          </p:cNvPr>
          <p:cNvSpPr>
            <a:spLocks noGrp="1"/>
          </p:cNvSpPr>
          <p:nvPr/>
        </p:nvSpPr>
        <p:spPr>
          <a:xfrm>
            <a:off x="5390194" y="45616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3" name="F1_main_prauc_2342">
            <a:extLst>
              <a:ext uri="{FF2B5EF4-FFF2-40B4-BE49-F238E27FC236}">
                <a16:creationId xmlns:a16="http://schemas.microsoft.com/office/drawing/2014/main" id="{AD041C92-83D3-4A01-A350-6B9F60C1ECA2}"/>
              </a:ext>
            </a:extLst>
          </p:cNvPr>
          <p:cNvSpPr>
            <a:spLocks noGrp="1"/>
          </p:cNvSpPr>
          <p:nvPr/>
        </p:nvSpPr>
        <p:spPr>
          <a:xfrm>
            <a:off x="5515485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4" name="F1_main_prauc_2343">
            <a:extLst>
              <a:ext uri="{FF2B5EF4-FFF2-40B4-BE49-F238E27FC236}">
                <a16:creationId xmlns:a16="http://schemas.microsoft.com/office/drawing/2014/main" id="{2E522EA0-8764-44A4-9621-A769DD21C90E}"/>
              </a:ext>
            </a:extLst>
          </p:cNvPr>
          <p:cNvSpPr>
            <a:spLocks noGrp="1"/>
          </p:cNvSpPr>
          <p:nvPr/>
        </p:nvSpPr>
        <p:spPr>
          <a:xfrm>
            <a:off x="5399923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5" name="F1_main_prauc_2344">
            <a:extLst>
              <a:ext uri="{FF2B5EF4-FFF2-40B4-BE49-F238E27FC236}">
                <a16:creationId xmlns:a16="http://schemas.microsoft.com/office/drawing/2014/main" id="{CF8D15FF-0B4B-43A7-8AA5-293EE6946831}"/>
              </a:ext>
            </a:extLst>
          </p:cNvPr>
          <p:cNvSpPr>
            <a:spLocks noGrp="1"/>
          </p:cNvSpPr>
          <p:nvPr/>
        </p:nvSpPr>
        <p:spPr>
          <a:xfrm>
            <a:off x="5325801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6" name="F1_main_prauc_2345">
            <a:extLst>
              <a:ext uri="{FF2B5EF4-FFF2-40B4-BE49-F238E27FC236}">
                <a16:creationId xmlns:a16="http://schemas.microsoft.com/office/drawing/2014/main" id="{67C8EB6D-8E95-4DE8-A9A8-ABA2B1740561}"/>
              </a:ext>
            </a:extLst>
          </p:cNvPr>
          <p:cNvSpPr>
            <a:spLocks noGrp="1"/>
          </p:cNvSpPr>
          <p:nvPr/>
        </p:nvSpPr>
        <p:spPr>
          <a:xfrm>
            <a:off x="5343954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7" name="F1_main_prauc_2346">
            <a:extLst>
              <a:ext uri="{FF2B5EF4-FFF2-40B4-BE49-F238E27FC236}">
                <a16:creationId xmlns:a16="http://schemas.microsoft.com/office/drawing/2014/main" id="{CC95B06F-EC3C-495E-B2C2-2AF6D1D07E00}"/>
              </a:ext>
            </a:extLst>
          </p:cNvPr>
          <p:cNvSpPr>
            <a:spLocks noGrp="1"/>
          </p:cNvSpPr>
          <p:nvPr/>
        </p:nvSpPr>
        <p:spPr>
          <a:xfrm>
            <a:off x="5443441" y="60486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8" name="F1_main_prauc_2347">
            <a:extLst>
              <a:ext uri="{FF2B5EF4-FFF2-40B4-BE49-F238E27FC236}">
                <a16:creationId xmlns:a16="http://schemas.microsoft.com/office/drawing/2014/main" id="{CC224321-5018-47EA-B49C-98418C1E9305}"/>
              </a:ext>
            </a:extLst>
          </p:cNvPr>
          <p:cNvSpPr>
            <a:spLocks noGrp="1"/>
          </p:cNvSpPr>
          <p:nvPr/>
        </p:nvSpPr>
        <p:spPr>
          <a:xfrm>
            <a:off x="529779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9" name="F1_main_prauc_2348">
            <a:extLst>
              <a:ext uri="{FF2B5EF4-FFF2-40B4-BE49-F238E27FC236}">
                <a16:creationId xmlns:a16="http://schemas.microsoft.com/office/drawing/2014/main" id="{FFAE8268-6238-4366-9F07-F51B41A8A36E}"/>
              </a:ext>
            </a:extLst>
          </p:cNvPr>
          <p:cNvSpPr>
            <a:spLocks noGrp="1"/>
          </p:cNvSpPr>
          <p:nvPr/>
        </p:nvSpPr>
        <p:spPr>
          <a:xfrm>
            <a:off x="5408217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0" name="F1_main_prauc_2349">
            <a:extLst>
              <a:ext uri="{FF2B5EF4-FFF2-40B4-BE49-F238E27FC236}">
                <a16:creationId xmlns:a16="http://schemas.microsoft.com/office/drawing/2014/main" id="{BF3C2CFA-1DFE-4344-A925-18AE41387EC9}"/>
              </a:ext>
            </a:extLst>
          </p:cNvPr>
          <p:cNvSpPr>
            <a:spLocks noGrp="1"/>
          </p:cNvSpPr>
          <p:nvPr/>
        </p:nvSpPr>
        <p:spPr>
          <a:xfrm>
            <a:off x="52818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1" name="F1_main_prauc_2350">
            <a:extLst>
              <a:ext uri="{FF2B5EF4-FFF2-40B4-BE49-F238E27FC236}">
                <a16:creationId xmlns:a16="http://schemas.microsoft.com/office/drawing/2014/main" id="{B450963C-3E8D-4A01-ADC5-1C4D0ED22DA0}"/>
              </a:ext>
            </a:extLst>
          </p:cNvPr>
          <p:cNvSpPr>
            <a:spLocks noGrp="1"/>
          </p:cNvSpPr>
          <p:nvPr/>
        </p:nvSpPr>
        <p:spPr>
          <a:xfrm>
            <a:off x="55134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2" name="F1_main_prauc_2351">
            <a:extLst>
              <a:ext uri="{FF2B5EF4-FFF2-40B4-BE49-F238E27FC236}">
                <a16:creationId xmlns:a16="http://schemas.microsoft.com/office/drawing/2014/main" id="{041D38A7-3F36-4079-A1FE-A1972FD005C2}"/>
              </a:ext>
            </a:extLst>
          </p:cNvPr>
          <p:cNvSpPr>
            <a:spLocks noGrp="1"/>
          </p:cNvSpPr>
          <p:nvPr/>
        </p:nvSpPr>
        <p:spPr>
          <a:xfrm>
            <a:off x="53475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3" name="F1_main_prauc_2352">
            <a:extLst>
              <a:ext uri="{FF2B5EF4-FFF2-40B4-BE49-F238E27FC236}">
                <a16:creationId xmlns:a16="http://schemas.microsoft.com/office/drawing/2014/main" id="{80DA4DBD-A54C-4A6D-9759-C5E87EC6FD96}"/>
              </a:ext>
            </a:extLst>
          </p:cNvPr>
          <p:cNvSpPr>
            <a:spLocks noGrp="1"/>
          </p:cNvSpPr>
          <p:nvPr/>
        </p:nvSpPr>
        <p:spPr>
          <a:xfrm>
            <a:off x="5334930" y="542678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4" name="F1_main_prauc_2353">
            <a:extLst>
              <a:ext uri="{FF2B5EF4-FFF2-40B4-BE49-F238E27FC236}">
                <a16:creationId xmlns:a16="http://schemas.microsoft.com/office/drawing/2014/main" id="{12B1CEBB-16F8-4B9C-BBDC-9D547B5B5B62}"/>
              </a:ext>
            </a:extLst>
          </p:cNvPr>
          <p:cNvSpPr>
            <a:spLocks noGrp="1"/>
          </p:cNvSpPr>
          <p:nvPr/>
        </p:nvSpPr>
        <p:spPr>
          <a:xfrm>
            <a:off x="538752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5" name="F1_main_prauc_2354">
            <a:extLst>
              <a:ext uri="{FF2B5EF4-FFF2-40B4-BE49-F238E27FC236}">
                <a16:creationId xmlns:a16="http://schemas.microsoft.com/office/drawing/2014/main" id="{80A401D2-4BA3-4027-8A60-4D0F31CBDDA3}"/>
              </a:ext>
            </a:extLst>
          </p:cNvPr>
          <p:cNvSpPr>
            <a:spLocks noGrp="1"/>
          </p:cNvSpPr>
          <p:nvPr/>
        </p:nvSpPr>
        <p:spPr>
          <a:xfrm>
            <a:off x="5321904" y="4312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6" name="F1_main_prauc_2355">
            <a:extLst>
              <a:ext uri="{FF2B5EF4-FFF2-40B4-BE49-F238E27FC236}">
                <a16:creationId xmlns:a16="http://schemas.microsoft.com/office/drawing/2014/main" id="{135C9B66-56F1-4E4F-AF9B-68F4C5A440B2}"/>
              </a:ext>
            </a:extLst>
          </p:cNvPr>
          <p:cNvSpPr>
            <a:spLocks noGrp="1"/>
          </p:cNvSpPr>
          <p:nvPr/>
        </p:nvSpPr>
        <p:spPr>
          <a:xfrm>
            <a:off x="5477142" y="59929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7" name="F1_main_prauc_2356">
            <a:extLst>
              <a:ext uri="{FF2B5EF4-FFF2-40B4-BE49-F238E27FC236}">
                <a16:creationId xmlns:a16="http://schemas.microsoft.com/office/drawing/2014/main" id="{052BDEA2-3410-428F-8677-BE8606392EC7}"/>
              </a:ext>
            </a:extLst>
          </p:cNvPr>
          <p:cNvSpPr>
            <a:spLocks noGrp="1"/>
          </p:cNvSpPr>
          <p:nvPr/>
        </p:nvSpPr>
        <p:spPr>
          <a:xfrm>
            <a:off x="5288810" y="453458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8" name="F1_main_prauc_2357">
            <a:extLst>
              <a:ext uri="{FF2B5EF4-FFF2-40B4-BE49-F238E27FC236}">
                <a16:creationId xmlns:a16="http://schemas.microsoft.com/office/drawing/2014/main" id="{047A5269-EE60-4748-8774-6518669559CF}"/>
              </a:ext>
            </a:extLst>
          </p:cNvPr>
          <p:cNvSpPr>
            <a:spLocks noGrp="1"/>
          </p:cNvSpPr>
          <p:nvPr/>
        </p:nvSpPr>
        <p:spPr>
          <a:xfrm>
            <a:off x="5289788" y="53848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9" name="F1_main_prauc_2358">
            <a:extLst>
              <a:ext uri="{FF2B5EF4-FFF2-40B4-BE49-F238E27FC236}">
                <a16:creationId xmlns:a16="http://schemas.microsoft.com/office/drawing/2014/main" id="{D0BA9F26-CA0A-4B70-A955-EBA5758BF628}"/>
              </a:ext>
            </a:extLst>
          </p:cNvPr>
          <p:cNvSpPr>
            <a:spLocks noGrp="1"/>
          </p:cNvSpPr>
          <p:nvPr/>
        </p:nvSpPr>
        <p:spPr>
          <a:xfrm>
            <a:off x="5504387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0" name="F1_main_prauc_2359">
            <a:extLst>
              <a:ext uri="{FF2B5EF4-FFF2-40B4-BE49-F238E27FC236}">
                <a16:creationId xmlns:a16="http://schemas.microsoft.com/office/drawing/2014/main" id="{17E89F65-C591-4F60-A85A-BAA565195BED}"/>
              </a:ext>
            </a:extLst>
          </p:cNvPr>
          <p:cNvSpPr>
            <a:spLocks noGrp="1"/>
          </p:cNvSpPr>
          <p:nvPr/>
        </p:nvSpPr>
        <p:spPr>
          <a:xfrm>
            <a:off x="53145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1" name="F1_main_prauc_2360">
            <a:extLst>
              <a:ext uri="{FF2B5EF4-FFF2-40B4-BE49-F238E27FC236}">
                <a16:creationId xmlns:a16="http://schemas.microsoft.com/office/drawing/2014/main" id="{2B9F2D3B-C3FA-4B3B-ADB8-7493DB983100}"/>
              </a:ext>
            </a:extLst>
          </p:cNvPr>
          <p:cNvSpPr>
            <a:spLocks noGrp="1"/>
          </p:cNvSpPr>
          <p:nvPr/>
        </p:nvSpPr>
        <p:spPr>
          <a:xfrm>
            <a:off x="545378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2" name="F1_main_prauc_2361">
            <a:extLst>
              <a:ext uri="{FF2B5EF4-FFF2-40B4-BE49-F238E27FC236}">
                <a16:creationId xmlns:a16="http://schemas.microsoft.com/office/drawing/2014/main" id="{3A87CCC0-CE54-45D7-82C2-7A4DB15422D9}"/>
              </a:ext>
            </a:extLst>
          </p:cNvPr>
          <p:cNvSpPr>
            <a:spLocks noGrp="1"/>
          </p:cNvSpPr>
          <p:nvPr/>
        </p:nvSpPr>
        <p:spPr>
          <a:xfrm>
            <a:off x="5530148" y="47434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3" name="F1_main_prauc_2362">
            <a:extLst>
              <a:ext uri="{FF2B5EF4-FFF2-40B4-BE49-F238E27FC236}">
                <a16:creationId xmlns:a16="http://schemas.microsoft.com/office/drawing/2014/main" id="{9F0BB2B2-ADFD-4BA7-82EB-7AB525F660E2}"/>
              </a:ext>
            </a:extLst>
          </p:cNvPr>
          <p:cNvSpPr>
            <a:spLocks noGrp="1"/>
          </p:cNvSpPr>
          <p:nvPr/>
        </p:nvSpPr>
        <p:spPr>
          <a:xfrm>
            <a:off x="534830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4" name="F1_main_prauc_2363">
            <a:extLst>
              <a:ext uri="{FF2B5EF4-FFF2-40B4-BE49-F238E27FC236}">
                <a16:creationId xmlns:a16="http://schemas.microsoft.com/office/drawing/2014/main" id="{E37744E6-5A32-4542-BC7B-3147D1DDFED8}"/>
              </a:ext>
            </a:extLst>
          </p:cNvPr>
          <p:cNvSpPr>
            <a:spLocks noGrp="1"/>
          </p:cNvSpPr>
          <p:nvPr/>
        </p:nvSpPr>
        <p:spPr>
          <a:xfrm>
            <a:off x="52942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5" name="F1_main_prauc_2364">
            <a:extLst>
              <a:ext uri="{FF2B5EF4-FFF2-40B4-BE49-F238E27FC236}">
                <a16:creationId xmlns:a16="http://schemas.microsoft.com/office/drawing/2014/main" id="{DA87947B-E50F-4729-8E67-D07889187195}"/>
              </a:ext>
            </a:extLst>
          </p:cNvPr>
          <p:cNvSpPr>
            <a:spLocks noGrp="1"/>
          </p:cNvSpPr>
          <p:nvPr/>
        </p:nvSpPr>
        <p:spPr>
          <a:xfrm>
            <a:off x="5530004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6" name="F1_main_prauc_2365">
            <a:extLst>
              <a:ext uri="{FF2B5EF4-FFF2-40B4-BE49-F238E27FC236}">
                <a16:creationId xmlns:a16="http://schemas.microsoft.com/office/drawing/2014/main" id="{BEF76FB3-16E5-4AE1-9FFF-536F791938DC}"/>
              </a:ext>
            </a:extLst>
          </p:cNvPr>
          <p:cNvSpPr>
            <a:spLocks noGrp="1"/>
          </p:cNvSpPr>
          <p:nvPr/>
        </p:nvSpPr>
        <p:spPr>
          <a:xfrm>
            <a:off x="5401894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7" name="F1_main_prauc_2366">
            <a:extLst>
              <a:ext uri="{FF2B5EF4-FFF2-40B4-BE49-F238E27FC236}">
                <a16:creationId xmlns:a16="http://schemas.microsoft.com/office/drawing/2014/main" id="{09C00FE3-5A1A-4673-95ED-C6D0383A9E47}"/>
              </a:ext>
            </a:extLst>
          </p:cNvPr>
          <p:cNvSpPr>
            <a:spLocks noGrp="1"/>
          </p:cNvSpPr>
          <p:nvPr/>
        </p:nvSpPr>
        <p:spPr>
          <a:xfrm>
            <a:off x="53555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8" name="F1_main_prauc_2367">
            <a:extLst>
              <a:ext uri="{FF2B5EF4-FFF2-40B4-BE49-F238E27FC236}">
                <a16:creationId xmlns:a16="http://schemas.microsoft.com/office/drawing/2014/main" id="{8CA0F82A-FB84-48F8-BB4A-5A0A968FB70F}"/>
              </a:ext>
            </a:extLst>
          </p:cNvPr>
          <p:cNvSpPr>
            <a:spLocks noGrp="1"/>
          </p:cNvSpPr>
          <p:nvPr/>
        </p:nvSpPr>
        <p:spPr>
          <a:xfrm>
            <a:off x="5406643" y="41125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9" name="F1_main_prauc_2368">
            <a:extLst>
              <a:ext uri="{FF2B5EF4-FFF2-40B4-BE49-F238E27FC236}">
                <a16:creationId xmlns:a16="http://schemas.microsoft.com/office/drawing/2014/main" id="{98ACA4CF-6925-44E9-AB7F-246E0CD3BDF0}"/>
              </a:ext>
            </a:extLst>
          </p:cNvPr>
          <p:cNvSpPr>
            <a:spLocks noGrp="1"/>
          </p:cNvSpPr>
          <p:nvPr/>
        </p:nvSpPr>
        <p:spPr>
          <a:xfrm>
            <a:off x="5478442" y="34750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0" name="F1_main_prauc_2369">
            <a:extLst>
              <a:ext uri="{FF2B5EF4-FFF2-40B4-BE49-F238E27FC236}">
                <a16:creationId xmlns:a16="http://schemas.microsoft.com/office/drawing/2014/main" id="{45D95CD9-B65E-4E9B-A689-CE768AB7A8ED}"/>
              </a:ext>
            </a:extLst>
          </p:cNvPr>
          <p:cNvSpPr>
            <a:spLocks noGrp="1"/>
          </p:cNvSpPr>
          <p:nvPr/>
        </p:nvSpPr>
        <p:spPr>
          <a:xfrm>
            <a:off x="537132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1" name="F1_main_prauc_2370">
            <a:extLst>
              <a:ext uri="{FF2B5EF4-FFF2-40B4-BE49-F238E27FC236}">
                <a16:creationId xmlns:a16="http://schemas.microsoft.com/office/drawing/2014/main" id="{9040214B-5524-4D6C-94B6-647325E79384}"/>
              </a:ext>
            </a:extLst>
          </p:cNvPr>
          <p:cNvSpPr>
            <a:spLocks noGrp="1"/>
          </p:cNvSpPr>
          <p:nvPr/>
        </p:nvSpPr>
        <p:spPr>
          <a:xfrm>
            <a:off x="52891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2" name="F1_main_prauc_2371">
            <a:extLst>
              <a:ext uri="{FF2B5EF4-FFF2-40B4-BE49-F238E27FC236}">
                <a16:creationId xmlns:a16="http://schemas.microsoft.com/office/drawing/2014/main" id="{E986DE73-C152-44CB-A788-7717C3189D44}"/>
              </a:ext>
            </a:extLst>
          </p:cNvPr>
          <p:cNvSpPr>
            <a:spLocks noGrp="1"/>
          </p:cNvSpPr>
          <p:nvPr/>
        </p:nvSpPr>
        <p:spPr>
          <a:xfrm>
            <a:off x="548722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3" name="F1_main_prauc_2372">
            <a:extLst>
              <a:ext uri="{FF2B5EF4-FFF2-40B4-BE49-F238E27FC236}">
                <a16:creationId xmlns:a16="http://schemas.microsoft.com/office/drawing/2014/main" id="{12C16D32-3D02-4890-8134-8BF66DBC3895}"/>
              </a:ext>
            </a:extLst>
          </p:cNvPr>
          <p:cNvSpPr>
            <a:spLocks noGrp="1"/>
          </p:cNvSpPr>
          <p:nvPr/>
        </p:nvSpPr>
        <p:spPr>
          <a:xfrm>
            <a:off x="54064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4" name="F1_main_prauc_2373">
            <a:extLst>
              <a:ext uri="{FF2B5EF4-FFF2-40B4-BE49-F238E27FC236}">
                <a16:creationId xmlns:a16="http://schemas.microsoft.com/office/drawing/2014/main" id="{B3511675-AEE5-4E04-9C59-FF268146B186}"/>
              </a:ext>
            </a:extLst>
          </p:cNvPr>
          <p:cNvSpPr>
            <a:spLocks noGrp="1"/>
          </p:cNvSpPr>
          <p:nvPr/>
        </p:nvSpPr>
        <p:spPr>
          <a:xfrm>
            <a:off x="5474198" y="478109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5" name="F1_main_prauc_2374">
            <a:extLst>
              <a:ext uri="{FF2B5EF4-FFF2-40B4-BE49-F238E27FC236}">
                <a16:creationId xmlns:a16="http://schemas.microsoft.com/office/drawing/2014/main" id="{108869E1-AD09-4653-A705-E05900081FF2}"/>
              </a:ext>
            </a:extLst>
          </p:cNvPr>
          <p:cNvSpPr>
            <a:spLocks noGrp="1"/>
          </p:cNvSpPr>
          <p:nvPr/>
        </p:nvSpPr>
        <p:spPr>
          <a:xfrm>
            <a:off x="54397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6" name="F1_main_prauc_2375">
            <a:extLst>
              <a:ext uri="{FF2B5EF4-FFF2-40B4-BE49-F238E27FC236}">
                <a16:creationId xmlns:a16="http://schemas.microsoft.com/office/drawing/2014/main" id="{88A66EE0-BF11-4E20-B4C3-9CA366B591B7}"/>
              </a:ext>
            </a:extLst>
          </p:cNvPr>
          <p:cNvSpPr>
            <a:spLocks noGrp="1"/>
          </p:cNvSpPr>
          <p:nvPr/>
        </p:nvSpPr>
        <p:spPr>
          <a:xfrm>
            <a:off x="5499474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7" name="F1_main_prauc_2376">
            <a:extLst>
              <a:ext uri="{FF2B5EF4-FFF2-40B4-BE49-F238E27FC236}">
                <a16:creationId xmlns:a16="http://schemas.microsoft.com/office/drawing/2014/main" id="{89C835BE-394A-44AC-A44C-848E21588469}"/>
              </a:ext>
            </a:extLst>
          </p:cNvPr>
          <p:cNvSpPr>
            <a:spLocks noGrp="1"/>
          </p:cNvSpPr>
          <p:nvPr/>
        </p:nvSpPr>
        <p:spPr>
          <a:xfrm>
            <a:off x="5315679" y="58616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8" name="F1_main_prauc_2377">
            <a:extLst>
              <a:ext uri="{FF2B5EF4-FFF2-40B4-BE49-F238E27FC236}">
                <a16:creationId xmlns:a16="http://schemas.microsoft.com/office/drawing/2014/main" id="{D8F4E849-8ADC-409F-8162-B9AA3D7CC94D}"/>
              </a:ext>
            </a:extLst>
          </p:cNvPr>
          <p:cNvSpPr>
            <a:spLocks noGrp="1"/>
          </p:cNvSpPr>
          <p:nvPr/>
        </p:nvSpPr>
        <p:spPr>
          <a:xfrm>
            <a:off x="5316353" y="477895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9" name="F1_main_prauc_2378">
            <a:extLst>
              <a:ext uri="{FF2B5EF4-FFF2-40B4-BE49-F238E27FC236}">
                <a16:creationId xmlns:a16="http://schemas.microsoft.com/office/drawing/2014/main" id="{3C0FD3BE-1E18-4BDB-9719-AF1B5D3FF648}"/>
              </a:ext>
            </a:extLst>
          </p:cNvPr>
          <p:cNvSpPr>
            <a:spLocks noGrp="1"/>
          </p:cNvSpPr>
          <p:nvPr/>
        </p:nvSpPr>
        <p:spPr>
          <a:xfrm>
            <a:off x="5417983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0" name="F1_main_prauc_2379">
            <a:extLst>
              <a:ext uri="{FF2B5EF4-FFF2-40B4-BE49-F238E27FC236}">
                <a16:creationId xmlns:a16="http://schemas.microsoft.com/office/drawing/2014/main" id="{E0DD3E8F-5C33-4054-92C7-AF75EC1F678E}"/>
              </a:ext>
            </a:extLst>
          </p:cNvPr>
          <p:cNvSpPr>
            <a:spLocks noGrp="1"/>
          </p:cNvSpPr>
          <p:nvPr/>
        </p:nvSpPr>
        <p:spPr>
          <a:xfrm>
            <a:off x="5294885" y="60269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1" name="F1_main_prauc_2380">
            <a:extLst>
              <a:ext uri="{FF2B5EF4-FFF2-40B4-BE49-F238E27FC236}">
                <a16:creationId xmlns:a16="http://schemas.microsoft.com/office/drawing/2014/main" id="{3EF52CD2-F7A3-4951-90AF-8EC675366A73}"/>
              </a:ext>
            </a:extLst>
          </p:cNvPr>
          <p:cNvSpPr>
            <a:spLocks noGrp="1"/>
          </p:cNvSpPr>
          <p:nvPr/>
        </p:nvSpPr>
        <p:spPr>
          <a:xfrm>
            <a:off x="5421546" y="608966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2" name="F1_main_prauc_2381">
            <a:extLst>
              <a:ext uri="{FF2B5EF4-FFF2-40B4-BE49-F238E27FC236}">
                <a16:creationId xmlns:a16="http://schemas.microsoft.com/office/drawing/2014/main" id="{2229F841-4A41-4F18-8EC2-F196088DF5C4}"/>
              </a:ext>
            </a:extLst>
          </p:cNvPr>
          <p:cNvSpPr>
            <a:spLocks noGrp="1"/>
          </p:cNvSpPr>
          <p:nvPr/>
        </p:nvSpPr>
        <p:spPr>
          <a:xfrm>
            <a:off x="54989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3" name="F1_main_prauc_2382">
            <a:extLst>
              <a:ext uri="{FF2B5EF4-FFF2-40B4-BE49-F238E27FC236}">
                <a16:creationId xmlns:a16="http://schemas.microsoft.com/office/drawing/2014/main" id="{E582BD71-CB0C-493B-9E00-99D580003174}"/>
              </a:ext>
            </a:extLst>
          </p:cNvPr>
          <p:cNvSpPr>
            <a:spLocks noGrp="1"/>
          </p:cNvSpPr>
          <p:nvPr/>
        </p:nvSpPr>
        <p:spPr>
          <a:xfrm>
            <a:off x="5394740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4" name="F1_main_prauc_2383">
            <a:extLst>
              <a:ext uri="{FF2B5EF4-FFF2-40B4-BE49-F238E27FC236}">
                <a16:creationId xmlns:a16="http://schemas.microsoft.com/office/drawing/2014/main" id="{DE757301-3B51-4E21-A2CF-E6DB2429C3A0}"/>
              </a:ext>
            </a:extLst>
          </p:cNvPr>
          <p:cNvSpPr>
            <a:spLocks noGrp="1"/>
          </p:cNvSpPr>
          <p:nvPr/>
        </p:nvSpPr>
        <p:spPr>
          <a:xfrm>
            <a:off x="5494087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5" name="F1_main_prauc_2384">
            <a:extLst>
              <a:ext uri="{FF2B5EF4-FFF2-40B4-BE49-F238E27FC236}">
                <a16:creationId xmlns:a16="http://schemas.microsoft.com/office/drawing/2014/main" id="{4CEBA9B3-91AC-4E2E-AEEC-36931804079F}"/>
              </a:ext>
            </a:extLst>
          </p:cNvPr>
          <p:cNvSpPr>
            <a:spLocks noGrp="1"/>
          </p:cNvSpPr>
          <p:nvPr/>
        </p:nvSpPr>
        <p:spPr>
          <a:xfrm>
            <a:off x="5288469" y="479012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6" name="F1_main_prauc_2385">
            <a:extLst>
              <a:ext uri="{FF2B5EF4-FFF2-40B4-BE49-F238E27FC236}">
                <a16:creationId xmlns:a16="http://schemas.microsoft.com/office/drawing/2014/main" id="{4C1FA493-02E7-4C38-8E11-1F534FA69D26}"/>
              </a:ext>
            </a:extLst>
          </p:cNvPr>
          <p:cNvSpPr>
            <a:spLocks noGrp="1"/>
          </p:cNvSpPr>
          <p:nvPr/>
        </p:nvSpPr>
        <p:spPr>
          <a:xfrm>
            <a:off x="529760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7" name="F1_main_prauc_2386">
            <a:extLst>
              <a:ext uri="{FF2B5EF4-FFF2-40B4-BE49-F238E27FC236}">
                <a16:creationId xmlns:a16="http://schemas.microsoft.com/office/drawing/2014/main" id="{6B094F01-0A4C-4B38-87BB-A371D5695D77}"/>
              </a:ext>
            </a:extLst>
          </p:cNvPr>
          <p:cNvSpPr>
            <a:spLocks noGrp="1"/>
          </p:cNvSpPr>
          <p:nvPr/>
        </p:nvSpPr>
        <p:spPr>
          <a:xfrm>
            <a:off x="5438567" y="57831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8" name="F1_main_prauc_2387">
            <a:extLst>
              <a:ext uri="{FF2B5EF4-FFF2-40B4-BE49-F238E27FC236}">
                <a16:creationId xmlns:a16="http://schemas.microsoft.com/office/drawing/2014/main" id="{B273AD6D-6D8F-452C-8D6E-A5F9E0297336}"/>
              </a:ext>
            </a:extLst>
          </p:cNvPr>
          <p:cNvSpPr>
            <a:spLocks noGrp="1"/>
          </p:cNvSpPr>
          <p:nvPr/>
        </p:nvSpPr>
        <p:spPr>
          <a:xfrm>
            <a:off x="68897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9" name="F1_main_prauc_2388">
            <a:extLst>
              <a:ext uri="{FF2B5EF4-FFF2-40B4-BE49-F238E27FC236}">
                <a16:creationId xmlns:a16="http://schemas.microsoft.com/office/drawing/2014/main" id="{2DAFC132-60E8-4D0A-A722-18BFC93C48FD}"/>
              </a:ext>
            </a:extLst>
          </p:cNvPr>
          <p:cNvSpPr>
            <a:spLocks noGrp="1"/>
          </p:cNvSpPr>
          <p:nvPr/>
        </p:nvSpPr>
        <p:spPr>
          <a:xfrm>
            <a:off x="68830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0" name="F1_main_prauc_2389">
            <a:extLst>
              <a:ext uri="{FF2B5EF4-FFF2-40B4-BE49-F238E27FC236}">
                <a16:creationId xmlns:a16="http://schemas.microsoft.com/office/drawing/2014/main" id="{B5B37A93-6AEA-4747-9908-4F294F6C72A6}"/>
              </a:ext>
            </a:extLst>
          </p:cNvPr>
          <p:cNvSpPr>
            <a:spLocks noGrp="1"/>
          </p:cNvSpPr>
          <p:nvPr/>
        </p:nvSpPr>
        <p:spPr>
          <a:xfrm>
            <a:off x="69681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1" name="F1_main_prauc_2390">
            <a:extLst>
              <a:ext uri="{FF2B5EF4-FFF2-40B4-BE49-F238E27FC236}">
                <a16:creationId xmlns:a16="http://schemas.microsoft.com/office/drawing/2014/main" id="{906A0B2C-96E4-47AB-BDB5-F067B0541872}"/>
              </a:ext>
            </a:extLst>
          </p:cNvPr>
          <p:cNvSpPr>
            <a:spLocks noGrp="1"/>
          </p:cNvSpPr>
          <p:nvPr/>
        </p:nvSpPr>
        <p:spPr>
          <a:xfrm>
            <a:off x="70631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2" name="F1_main_prauc_2391">
            <a:extLst>
              <a:ext uri="{FF2B5EF4-FFF2-40B4-BE49-F238E27FC236}">
                <a16:creationId xmlns:a16="http://schemas.microsoft.com/office/drawing/2014/main" id="{8C0CB322-71D9-4CC2-BF99-ADEEDC0DC145}"/>
              </a:ext>
            </a:extLst>
          </p:cNvPr>
          <p:cNvSpPr>
            <a:spLocks noGrp="1"/>
          </p:cNvSpPr>
          <p:nvPr/>
        </p:nvSpPr>
        <p:spPr>
          <a:xfrm>
            <a:off x="7095122" y="529720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3" name="F1_main_prauc_2392">
            <a:extLst>
              <a:ext uri="{FF2B5EF4-FFF2-40B4-BE49-F238E27FC236}">
                <a16:creationId xmlns:a16="http://schemas.microsoft.com/office/drawing/2014/main" id="{BE60DC22-D5C8-40C8-88B0-5E766A8CE25A}"/>
              </a:ext>
            </a:extLst>
          </p:cNvPr>
          <p:cNvSpPr>
            <a:spLocks noGrp="1"/>
          </p:cNvSpPr>
          <p:nvPr/>
        </p:nvSpPr>
        <p:spPr>
          <a:xfrm>
            <a:off x="695219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4" name="F1_main_prauc_2393">
            <a:extLst>
              <a:ext uri="{FF2B5EF4-FFF2-40B4-BE49-F238E27FC236}">
                <a16:creationId xmlns:a16="http://schemas.microsoft.com/office/drawing/2014/main" id="{01D1C1C6-C718-449F-AF4C-F8B7AB039D56}"/>
              </a:ext>
            </a:extLst>
          </p:cNvPr>
          <p:cNvSpPr>
            <a:spLocks noGrp="1"/>
          </p:cNvSpPr>
          <p:nvPr/>
        </p:nvSpPr>
        <p:spPr>
          <a:xfrm>
            <a:off x="69818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5" name="F1_main_prauc_2394">
            <a:extLst>
              <a:ext uri="{FF2B5EF4-FFF2-40B4-BE49-F238E27FC236}">
                <a16:creationId xmlns:a16="http://schemas.microsoft.com/office/drawing/2014/main" id="{46CE7385-97EF-4928-833C-F39E2D5AFF41}"/>
              </a:ext>
            </a:extLst>
          </p:cNvPr>
          <p:cNvSpPr>
            <a:spLocks noGrp="1"/>
          </p:cNvSpPr>
          <p:nvPr/>
        </p:nvSpPr>
        <p:spPr>
          <a:xfrm>
            <a:off x="6884547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6" name="F1_main_prauc_2395">
            <a:extLst>
              <a:ext uri="{FF2B5EF4-FFF2-40B4-BE49-F238E27FC236}">
                <a16:creationId xmlns:a16="http://schemas.microsoft.com/office/drawing/2014/main" id="{EDFD159F-38F0-4984-8019-8FD319E291D7}"/>
              </a:ext>
            </a:extLst>
          </p:cNvPr>
          <p:cNvSpPr>
            <a:spLocks noGrp="1"/>
          </p:cNvSpPr>
          <p:nvPr/>
        </p:nvSpPr>
        <p:spPr>
          <a:xfrm>
            <a:off x="694865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7" name="F1_main_prauc_2396">
            <a:extLst>
              <a:ext uri="{FF2B5EF4-FFF2-40B4-BE49-F238E27FC236}">
                <a16:creationId xmlns:a16="http://schemas.microsoft.com/office/drawing/2014/main" id="{B7B855F7-07B7-4ABB-B408-4FC5945E5FDC}"/>
              </a:ext>
            </a:extLst>
          </p:cNvPr>
          <p:cNvSpPr>
            <a:spLocks noGrp="1"/>
          </p:cNvSpPr>
          <p:nvPr/>
        </p:nvSpPr>
        <p:spPr>
          <a:xfrm>
            <a:off x="7027605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8" name="F1_main_prauc_2397">
            <a:extLst>
              <a:ext uri="{FF2B5EF4-FFF2-40B4-BE49-F238E27FC236}">
                <a16:creationId xmlns:a16="http://schemas.microsoft.com/office/drawing/2014/main" id="{14E0E94C-55CD-48B6-B4FE-C7910A54A09E}"/>
              </a:ext>
            </a:extLst>
          </p:cNvPr>
          <p:cNvSpPr>
            <a:spLocks noGrp="1"/>
          </p:cNvSpPr>
          <p:nvPr/>
        </p:nvSpPr>
        <p:spPr>
          <a:xfrm>
            <a:off x="7038274" y="60949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9" name="F1_main_prauc_2398">
            <a:extLst>
              <a:ext uri="{FF2B5EF4-FFF2-40B4-BE49-F238E27FC236}">
                <a16:creationId xmlns:a16="http://schemas.microsoft.com/office/drawing/2014/main" id="{A15DF2F8-6BF5-4F0A-9A5B-9CFC7E7C4802}"/>
              </a:ext>
            </a:extLst>
          </p:cNvPr>
          <p:cNvSpPr>
            <a:spLocks noGrp="1"/>
          </p:cNvSpPr>
          <p:nvPr/>
        </p:nvSpPr>
        <p:spPr>
          <a:xfrm>
            <a:off x="6970130" y="47414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0" name="F1_main_prauc_2399">
            <a:extLst>
              <a:ext uri="{FF2B5EF4-FFF2-40B4-BE49-F238E27FC236}">
                <a16:creationId xmlns:a16="http://schemas.microsoft.com/office/drawing/2014/main" id="{B013716F-3A8F-4519-A12A-FC9B84462D53}"/>
              </a:ext>
            </a:extLst>
          </p:cNvPr>
          <p:cNvSpPr>
            <a:spLocks noGrp="1"/>
          </p:cNvSpPr>
          <p:nvPr/>
        </p:nvSpPr>
        <p:spPr>
          <a:xfrm>
            <a:off x="6853901" y="3597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1" name="F1_main_prauc_2400">
            <a:extLst>
              <a:ext uri="{FF2B5EF4-FFF2-40B4-BE49-F238E27FC236}">
                <a16:creationId xmlns:a16="http://schemas.microsoft.com/office/drawing/2014/main" id="{08426A10-3CE6-498B-BA7D-23A7A8D8B4CC}"/>
              </a:ext>
            </a:extLst>
          </p:cNvPr>
          <p:cNvSpPr>
            <a:spLocks noGrp="1"/>
          </p:cNvSpPr>
          <p:nvPr/>
        </p:nvSpPr>
        <p:spPr>
          <a:xfrm>
            <a:off x="68786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2" name="F1_main_prauc_2401">
            <a:extLst>
              <a:ext uri="{FF2B5EF4-FFF2-40B4-BE49-F238E27FC236}">
                <a16:creationId xmlns:a16="http://schemas.microsoft.com/office/drawing/2014/main" id="{58129B4E-5D03-4DA9-9716-A238394D4191}"/>
              </a:ext>
            </a:extLst>
          </p:cNvPr>
          <p:cNvSpPr>
            <a:spLocks noGrp="1"/>
          </p:cNvSpPr>
          <p:nvPr/>
        </p:nvSpPr>
        <p:spPr>
          <a:xfrm>
            <a:off x="69306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3" name="F1_main_prauc_2402">
            <a:extLst>
              <a:ext uri="{FF2B5EF4-FFF2-40B4-BE49-F238E27FC236}">
                <a16:creationId xmlns:a16="http://schemas.microsoft.com/office/drawing/2014/main" id="{12013785-4059-4161-8B56-6418B68EC339}"/>
              </a:ext>
            </a:extLst>
          </p:cNvPr>
          <p:cNvSpPr>
            <a:spLocks noGrp="1"/>
          </p:cNvSpPr>
          <p:nvPr/>
        </p:nvSpPr>
        <p:spPr>
          <a:xfrm>
            <a:off x="6933142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4" name="F1_main_prauc_2403">
            <a:extLst>
              <a:ext uri="{FF2B5EF4-FFF2-40B4-BE49-F238E27FC236}">
                <a16:creationId xmlns:a16="http://schemas.microsoft.com/office/drawing/2014/main" id="{21608A4A-34D1-42E6-B858-3AC0F15273DA}"/>
              </a:ext>
            </a:extLst>
          </p:cNvPr>
          <p:cNvSpPr>
            <a:spLocks noGrp="1"/>
          </p:cNvSpPr>
          <p:nvPr/>
        </p:nvSpPr>
        <p:spPr>
          <a:xfrm>
            <a:off x="70192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5" name="F1_main_prauc_2404">
            <a:extLst>
              <a:ext uri="{FF2B5EF4-FFF2-40B4-BE49-F238E27FC236}">
                <a16:creationId xmlns:a16="http://schemas.microsoft.com/office/drawing/2014/main" id="{55F97577-F5BD-4C7C-97EB-5F8655F16475}"/>
              </a:ext>
            </a:extLst>
          </p:cNvPr>
          <p:cNvSpPr>
            <a:spLocks noGrp="1"/>
          </p:cNvSpPr>
          <p:nvPr/>
        </p:nvSpPr>
        <p:spPr>
          <a:xfrm>
            <a:off x="69052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6" name="F1_main_prauc_2405">
            <a:extLst>
              <a:ext uri="{FF2B5EF4-FFF2-40B4-BE49-F238E27FC236}">
                <a16:creationId xmlns:a16="http://schemas.microsoft.com/office/drawing/2014/main" id="{86C9FF2D-8A54-420A-8800-C9AC5ACD3F6C}"/>
              </a:ext>
            </a:extLst>
          </p:cNvPr>
          <p:cNvSpPr>
            <a:spLocks noGrp="1"/>
          </p:cNvSpPr>
          <p:nvPr/>
        </p:nvSpPr>
        <p:spPr>
          <a:xfrm>
            <a:off x="70634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7" name="F1_main_prauc_2406">
            <a:extLst>
              <a:ext uri="{FF2B5EF4-FFF2-40B4-BE49-F238E27FC236}">
                <a16:creationId xmlns:a16="http://schemas.microsoft.com/office/drawing/2014/main" id="{B867AB8D-24F9-48BC-A2CF-8ADD091330C6}"/>
              </a:ext>
            </a:extLst>
          </p:cNvPr>
          <p:cNvSpPr>
            <a:spLocks noGrp="1"/>
          </p:cNvSpPr>
          <p:nvPr/>
        </p:nvSpPr>
        <p:spPr>
          <a:xfrm>
            <a:off x="7043375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8" name="F1_main_prauc_2407">
            <a:extLst>
              <a:ext uri="{FF2B5EF4-FFF2-40B4-BE49-F238E27FC236}">
                <a16:creationId xmlns:a16="http://schemas.microsoft.com/office/drawing/2014/main" id="{C45BC846-DB80-40F9-A6DB-ACDF6911CD23}"/>
              </a:ext>
            </a:extLst>
          </p:cNvPr>
          <p:cNvSpPr>
            <a:spLocks noGrp="1"/>
          </p:cNvSpPr>
          <p:nvPr/>
        </p:nvSpPr>
        <p:spPr>
          <a:xfrm>
            <a:off x="68955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9" name="F1_main_prauc_2408">
            <a:extLst>
              <a:ext uri="{FF2B5EF4-FFF2-40B4-BE49-F238E27FC236}">
                <a16:creationId xmlns:a16="http://schemas.microsoft.com/office/drawing/2014/main" id="{9480A575-D315-4641-8BB6-C6D416F55319}"/>
              </a:ext>
            </a:extLst>
          </p:cNvPr>
          <p:cNvSpPr>
            <a:spLocks noGrp="1"/>
          </p:cNvSpPr>
          <p:nvPr/>
        </p:nvSpPr>
        <p:spPr>
          <a:xfrm>
            <a:off x="690666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0" name="F1_main_prauc_2409">
            <a:extLst>
              <a:ext uri="{FF2B5EF4-FFF2-40B4-BE49-F238E27FC236}">
                <a16:creationId xmlns:a16="http://schemas.microsoft.com/office/drawing/2014/main" id="{C63A5665-6FE9-4B15-8F07-33738D38B98A}"/>
              </a:ext>
            </a:extLst>
          </p:cNvPr>
          <p:cNvSpPr>
            <a:spLocks noGrp="1"/>
          </p:cNvSpPr>
          <p:nvPr/>
        </p:nvSpPr>
        <p:spPr>
          <a:xfrm>
            <a:off x="6928367" y="546837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1" name="F1_main_prauc_2410">
            <a:extLst>
              <a:ext uri="{FF2B5EF4-FFF2-40B4-BE49-F238E27FC236}">
                <a16:creationId xmlns:a16="http://schemas.microsoft.com/office/drawing/2014/main" id="{9E87F0AF-FD32-417D-8F0E-74EB598D49EB}"/>
              </a:ext>
            </a:extLst>
          </p:cNvPr>
          <p:cNvSpPr>
            <a:spLocks noGrp="1"/>
          </p:cNvSpPr>
          <p:nvPr/>
        </p:nvSpPr>
        <p:spPr>
          <a:xfrm>
            <a:off x="7021936" y="60191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2" name="F1_main_prauc_2411">
            <a:extLst>
              <a:ext uri="{FF2B5EF4-FFF2-40B4-BE49-F238E27FC236}">
                <a16:creationId xmlns:a16="http://schemas.microsoft.com/office/drawing/2014/main" id="{46A08D41-803B-4656-9DF7-F2FB30586F7A}"/>
              </a:ext>
            </a:extLst>
          </p:cNvPr>
          <p:cNvSpPr>
            <a:spLocks noGrp="1"/>
          </p:cNvSpPr>
          <p:nvPr/>
        </p:nvSpPr>
        <p:spPr>
          <a:xfrm>
            <a:off x="709389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3" name="F1_main_prauc_2412">
            <a:extLst>
              <a:ext uri="{FF2B5EF4-FFF2-40B4-BE49-F238E27FC236}">
                <a16:creationId xmlns:a16="http://schemas.microsoft.com/office/drawing/2014/main" id="{D9D31F1F-7007-490A-BA71-024B88BA3580}"/>
              </a:ext>
            </a:extLst>
          </p:cNvPr>
          <p:cNvSpPr>
            <a:spLocks noGrp="1"/>
          </p:cNvSpPr>
          <p:nvPr/>
        </p:nvSpPr>
        <p:spPr>
          <a:xfrm>
            <a:off x="68642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4" name="F1_main_prauc_2413">
            <a:extLst>
              <a:ext uri="{FF2B5EF4-FFF2-40B4-BE49-F238E27FC236}">
                <a16:creationId xmlns:a16="http://schemas.microsoft.com/office/drawing/2014/main" id="{6831FEBB-FC4B-4A36-9ED6-3019B623E34F}"/>
              </a:ext>
            </a:extLst>
          </p:cNvPr>
          <p:cNvSpPr>
            <a:spLocks noGrp="1"/>
          </p:cNvSpPr>
          <p:nvPr/>
        </p:nvSpPr>
        <p:spPr>
          <a:xfrm>
            <a:off x="710061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5" name="F1_main_prauc_2414">
            <a:extLst>
              <a:ext uri="{FF2B5EF4-FFF2-40B4-BE49-F238E27FC236}">
                <a16:creationId xmlns:a16="http://schemas.microsoft.com/office/drawing/2014/main" id="{F45AE5C0-161B-433F-9374-73E3E06B6CD9}"/>
              </a:ext>
            </a:extLst>
          </p:cNvPr>
          <p:cNvSpPr>
            <a:spLocks noGrp="1"/>
          </p:cNvSpPr>
          <p:nvPr/>
        </p:nvSpPr>
        <p:spPr>
          <a:xfrm>
            <a:off x="71004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6" name="F1_main_prauc_2415">
            <a:extLst>
              <a:ext uri="{FF2B5EF4-FFF2-40B4-BE49-F238E27FC236}">
                <a16:creationId xmlns:a16="http://schemas.microsoft.com/office/drawing/2014/main" id="{65232FA6-0176-431A-83BC-6DA4ED489A00}"/>
              </a:ext>
            </a:extLst>
          </p:cNvPr>
          <p:cNvSpPr>
            <a:spLocks noGrp="1"/>
          </p:cNvSpPr>
          <p:nvPr/>
        </p:nvSpPr>
        <p:spPr>
          <a:xfrm>
            <a:off x="7045570" y="56482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7" name="F1_main_prauc_2416">
            <a:extLst>
              <a:ext uri="{FF2B5EF4-FFF2-40B4-BE49-F238E27FC236}">
                <a16:creationId xmlns:a16="http://schemas.microsoft.com/office/drawing/2014/main" id="{1F4D97E8-B596-41DD-A46A-84BF793F0E68}"/>
              </a:ext>
            </a:extLst>
          </p:cNvPr>
          <p:cNvSpPr>
            <a:spLocks noGrp="1"/>
          </p:cNvSpPr>
          <p:nvPr/>
        </p:nvSpPr>
        <p:spPr>
          <a:xfrm>
            <a:off x="69260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8" name="F1_main_prauc_2417">
            <a:extLst>
              <a:ext uri="{FF2B5EF4-FFF2-40B4-BE49-F238E27FC236}">
                <a16:creationId xmlns:a16="http://schemas.microsoft.com/office/drawing/2014/main" id="{139CE085-DEC1-4B98-BFB8-3789A9807F4C}"/>
              </a:ext>
            </a:extLst>
          </p:cNvPr>
          <p:cNvSpPr>
            <a:spLocks noGrp="1"/>
          </p:cNvSpPr>
          <p:nvPr/>
        </p:nvSpPr>
        <p:spPr>
          <a:xfrm>
            <a:off x="68864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9" name="F1_main_prauc_2418">
            <a:extLst>
              <a:ext uri="{FF2B5EF4-FFF2-40B4-BE49-F238E27FC236}">
                <a16:creationId xmlns:a16="http://schemas.microsoft.com/office/drawing/2014/main" id="{28B092A7-73AC-4B2C-BE30-2BF18B20E162}"/>
              </a:ext>
            </a:extLst>
          </p:cNvPr>
          <p:cNvSpPr>
            <a:spLocks noGrp="1"/>
          </p:cNvSpPr>
          <p:nvPr/>
        </p:nvSpPr>
        <p:spPr>
          <a:xfrm>
            <a:off x="6916162" y="60373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0" name="F1_main_prauc_2419">
            <a:extLst>
              <a:ext uri="{FF2B5EF4-FFF2-40B4-BE49-F238E27FC236}">
                <a16:creationId xmlns:a16="http://schemas.microsoft.com/office/drawing/2014/main" id="{441F2FC9-59A1-438A-848C-4F1122FEFC94}"/>
              </a:ext>
            </a:extLst>
          </p:cNvPr>
          <p:cNvSpPr>
            <a:spLocks noGrp="1"/>
          </p:cNvSpPr>
          <p:nvPr/>
        </p:nvSpPr>
        <p:spPr>
          <a:xfrm>
            <a:off x="69068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1" name="F1_main_prauc_2420">
            <a:extLst>
              <a:ext uri="{FF2B5EF4-FFF2-40B4-BE49-F238E27FC236}">
                <a16:creationId xmlns:a16="http://schemas.microsoft.com/office/drawing/2014/main" id="{58973540-B6F0-4C49-BC6B-47DD2BE7AB45}"/>
              </a:ext>
            </a:extLst>
          </p:cNvPr>
          <p:cNvSpPr>
            <a:spLocks noGrp="1"/>
          </p:cNvSpPr>
          <p:nvPr/>
        </p:nvSpPr>
        <p:spPr>
          <a:xfrm>
            <a:off x="70664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2" name="F1_main_prauc_2421">
            <a:extLst>
              <a:ext uri="{FF2B5EF4-FFF2-40B4-BE49-F238E27FC236}">
                <a16:creationId xmlns:a16="http://schemas.microsoft.com/office/drawing/2014/main" id="{96AB06C2-3FFC-4F89-9871-A5BE59DEF42B}"/>
              </a:ext>
            </a:extLst>
          </p:cNvPr>
          <p:cNvSpPr>
            <a:spLocks noGrp="1"/>
          </p:cNvSpPr>
          <p:nvPr/>
        </p:nvSpPr>
        <p:spPr>
          <a:xfrm>
            <a:off x="708509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3" name="F1_main_prauc_2422">
            <a:extLst>
              <a:ext uri="{FF2B5EF4-FFF2-40B4-BE49-F238E27FC236}">
                <a16:creationId xmlns:a16="http://schemas.microsoft.com/office/drawing/2014/main" id="{83155487-80A7-4395-9E99-CEE0BA3447C7}"/>
              </a:ext>
            </a:extLst>
          </p:cNvPr>
          <p:cNvSpPr>
            <a:spLocks noGrp="1"/>
          </p:cNvSpPr>
          <p:nvPr/>
        </p:nvSpPr>
        <p:spPr>
          <a:xfrm>
            <a:off x="686519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4" name="F1_main_prauc_2423">
            <a:extLst>
              <a:ext uri="{FF2B5EF4-FFF2-40B4-BE49-F238E27FC236}">
                <a16:creationId xmlns:a16="http://schemas.microsoft.com/office/drawing/2014/main" id="{22BF47C5-61DE-42E8-9618-7B528DC4D16B}"/>
              </a:ext>
            </a:extLst>
          </p:cNvPr>
          <p:cNvSpPr>
            <a:spLocks noGrp="1"/>
          </p:cNvSpPr>
          <p:nvPr/>
        </p:nvSpPr>
        <p:spPr>
          <a:xfrm>
            <a:off x="69966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5" name="F1_main_prauc_2424">
            <a:extLst>
              <a:ext uri="{FF2B5EF4-FFF2-40B4-BE49-F238E27FC236}">
                <a16:creationId xmlns:a16="http://schemas.microsoft.com/office/drawing/2014/main" id="{C0473DC1-67C5-46CA-B566-7205FE51C01F}"/>
              </a:ext>
            </a:extLst>
          </p:cNvPr>
          <p:cNvSpPr>
            <a:spLocks noGrp="1"/>
          </p:cNvSpPr>
          <p:nvPr/>
        </p:nvSpPr>
        <p:spPr>
          <a:xfrm>
            <a:off x="689964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6" name="F1_main_prauc_2425">
            <a:extLst>
              <a:ext uri="{FF2B5EF4-FFF2-40B4-BE49-F238E27FC236}">
                <a16:creationId xmlns:a16="http://schemas.microsoft.com/office/drawing/2014/main" id="{46042759-5027-4FE7-8092-5D41A56C0460}"/>
              </a:ext>
            </a:extLst>
          </p:cNvPr>
          <p:cNvSpPr>
            <a:spLocks noGrp="1"/>
          </p:cNvSpPr>
          <p:nvPr/>
        </p:nvSpPr>
        <p:spPr>
          <a:xfrm>
            <a:off x="68938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7" name="F1_main_prauc_2426">
            <a:extLst>
              <a:ext uri="{FF2B5EF4-FFF2-40B4-BE49-F238E27FC236}">
                <a16:creationId xmlns:a16="http://schemas.microsoft.com/office/drawing/2014/main" id="{30E84BB4-8546-4928-8E8C-36CD670DC833}"/>
              </a:ext>
            </a:extLst>
          </p:cNvPr>
          <p:cNvSpPr>
            <a:spLocks noGrp="1"/>
          </p:cNvSpPr>
          <p:nvPr/>
        </p:nvSpPr>
        <p:spPr>
          <a:xfrm>
            <a:off x="70975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8" name="F1_main_prauc_2427">
            <a:extLst>
              <a:ext uri="{FF2B5EF4-FFF2-40B4-BE49-F238E27FC236}">
                <a16:creationId xmlns:a16="http://schemas.microsoft.com/office/drawing/2014/main" id="{49EF3974-C6BB-4E23-B150-332DD6D6D206}"/>
              </a:ext>
            </a:extLst>
          </p:cNvPr>
          <p:cNvSpPr>
            <a:spLocks noGrp="1"/>
          </p:cNvSpPr>
          <p:nvPr/>
        </p:nvSpPr>
        <p:spPr>
          <a:xfrm>
            <a:off x="687834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9" name="F1_main_prauc_2428">
            <a:extLst>
              <a:ext uri="{FF2B5EF4-FFF2-40B4-BE49-F238E27FC236}">
                <a16:creationId xmlns:a16="http://schemas.microsoft.com/office/drawing/2014/main" id="{DB2CE413-ECEA-4D34-9807-F3F13905B105}"/>
              </a:ext>
            </a:extLst>
          </p:cNvPr>
          <p:cNvSpPr>
            <a:spLocks noGrp="1"/>
          </p:cNvSpPr>
          <p:nvPr/>
        </p:nvSpPr>
        <p:spPr>
          <a:xfrm>
            <a:off x="686469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0" name="F1_main_prauc_2429">
            <a:extLst>
              <a:ext uri="{FF2B5EF4-FFF2-40B4-BE49-F238E27FC236}">
                <a16:creationId xmlns:a16="http://schemas.microsoft.com/office/drawing/2014/main" id="{F9ABAC6D-5065-40C2-832D-56D31C527B1D}"/>
              </a:ext>
            </a:extLst>
          </p:cNvPr>
          <p:cNvSpPr>
            <a:spLocks noGrp="1"/>
          </p:cNvSpPr>
          <p:nvPr/>
        </p:nvSpPr>
        <p:spPr>
          <a:xfrm>
            <a:off x="68899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1" name="F1_main_prauc_2430">
            <a:extLst>
              <a:ext uri="{FF2B5EF4-FFF2-40B4-BE49-F238E27FC236}">
                <a16:creationId xmlns:a16="http://schemas.microsoft.com/office/drawing/2014/main" id="{0CD392A2-905E-4391-A78B-6D1E47E6AADF}"/>
              </a:ext>
            </a:extLst>
          </p:cNvPr>
          <p:cNvSpPr>
            <a:spLocks noGrp="1"/>
          </p:cNvSpPr>
          <p:nvPr/>
        </p:nvSpPr>
        <p:spPr>
          <a:xfrm>
            <a:off x="70311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2" name="F1_main_prauc_2431">
            <a:extLst>
              <a:ext uri="{FF2B5EF4-FFF2-40B4-BE49-F238E27FC236}">
                <a16:creationId xmlns:a16="http://schemas.microsoft.com/office/drawing/2014/main" id="{57881349-8E3D-4B4C-AD6E-3475CD5EBB03}"/>
              </a:ext>
            </a:extLst>
          </p:cNvPr>
          <p:cNvSpPr>
            <a:spLocks noGrp="1"/>
          </p:cNvSpPr>
          <p:nvPr/>
        </p:nvSpPr>
        <p:spPr>
          <a:xfrm>
            <a:off x="70163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3" name="F1_main_prauc_2432">
            <a:extLst>
              <a:ext uri="{FF2B5EF4-FFF2-40B4-BE49-F238E27FC236}">
                <a16:creationId xmlns:a16="http://schemas.microsoft.com/office/drawing/2014/main" id="{F6EC5794-23B4-430F-A3C7-E4796E5B30F9}"/>
              </a:ext>
            </a:extLst>
          </p:cNvPr>
          <p:cNvSpPr>
            <a:spLocks noGrp="1"/>
          </p:cNvSpPr>
          <p:nvPr/>
        </p:nvSpPr>
        <p:spPr>
          <a:xfrm>
            <a:off x="69478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4" name="F1_main_prauc_2433">
            <a:extLst>
              <a:ext uri="{FF2B5EF4-FFF2-40B4-BE49-F238E27FC236}">
                <a16:creationId xmlns:a16="http://schemas.microsoft.com/office/drawing/2014/main" id="{94BC9A14-8D15-44FB-8356-4BEA97ED6E3C}"/>
              </a:ext>
            </a:extLst>
          </p:cNvPr>
          <p:cNvSpPr>
            <a:spLocks noGrp="1"/>
          </p:cNvSpPr>
          <p:nvPr/>
        </p:nvSpPr>
        <p:spPr>
          <a:xfrm>
            <a:off x="6917207" y="580934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5" name="F1_main_prauc_2434">
            <a:extLst>
              <a:ext uri="{FF2B5EF4-FFF2-40B4-BE49-F238E27FC236}">
                <a16:creationId xmlns:a16="http://schemas.microsoft.com/office/drawing/2014/main" id="{16498FD0-E8BA-4041-8867-594CA3F2C6EB}"/>
              </a:ext>
            </a:extLst>
          </p:cNvPr>
          <p:cNvSpPr>
            <a:spLocks noGrp="1"/>
          </p:cNvSpPr>
          <p:nvPr/>
        </p:nvSpPr>
        <p:spPr>
          <a:xfrm>
            <a:off x="697168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6" name="F1_main_prauc_2435">
            <a:extLst>
              <a:ext uri="{FF2B5EF4-FFF2-40B4-BE49-F238E27FC236}">
                <a16:creationId xmlns:a16="http://schemas.microsoft.com/office/drawing/2014/main" id="{F9A1556A-9F5C-4674-9256-B37D75E07415}"/>
              </a:ext>
            </a:extLst>
          </p:cNvPr>
          <p:cNvSpPr>
            <a:spLocks noGrp="1"/>
          </p:cNvSpPr>
          <p:nvPr/>
        </p:nvSpPr>
        <p:spPr>
          <a:xfrm>
            <a:off x="70055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7" name="F1_main_prauc_2436">
            <a:extLst>
              <a:ext uri="{FF2B5EF4-FFF2-40B4-BE49-F238E27FC236}">
                <a16:creationId xmlns:a16="http://schemas.microsoft.com/office/drawing/2014/main" id="{E17D31C7-8753-4D10-80EB-DE5BD06A4D50}"/>
              </a:ext>
            </a:extLst>
          </p:cNvPr>
          <p:cNvSpPr>
            <a:spLocks noGrp="1"/>
          </p:cNvSpPr>
          <p:nvPr/>
        </p:nvSpPr>
        <p:spPr>
          <a:xfrm>
            <a:off x="68550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8" name="F1_main_prauc_2437">
            <a:extLst>
              <a:ext uri="{FF2B5EF4-FFF2-40B4-BE49-F238E27FC236}">
                <a16:creationId xmlns:a16="http://schemas.microsoft.com/office/drawing/2014/main" id="{7D190600-55CD-4727-BF1D-6045429880CB}"/>
              </a:ext>
            </a:extLst>
          </p:cNvPr>
          <p:cNvSpPr>
            <a:spLocks noGrp="1"/>
          </p:cNvSpPr>
          <p:nvPr/>
        </p:nvSpPr>
        <p:spPr>
          <a:xfrm>
            <a:off x="70420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9" name="F1_main_prauc_2438">
            <a:extLst>
              <a:ext uri="{FF2B5EF4-FFF2-40B4-BE49-F238E27FC236}">
                <a16:creationId xmlns:a16="http://schemas.microsoft.com/office/drawing/2014/main" id="{8A2FBF56-BB30-4518-9D88-F2F17DBBFEEC}"/>
              </a:ext>
            </a:extLst>
          </p:cNvPr>
          <p:cNvSpPr>
            <a:spLocks noGrp="1"/>
          </p:cNvSpPr>
          <p:nvPr/>
        </p:nvSpPr>
        <p:spPr>
          <a:xfrm>
            <a:off x="69643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0" name="F1_main_prauc_2439">
            <a:extLst>
              <a:ext uri="{FF2B5EF4-FFF2-40B4-BE49-F238E27FC236}">
                <a16:creationId xmlns:a16="http://schemas.microsoft.com/office/drawing/2014/main" id="{34EDDF40-0741-4438-B3C0-0C9CC360EC1A}"/>
              </a:ext>
            </a:extLst>
          </p:cNvPr>
          <p:cNvSpPr>
            <a:spLocks noGrp="1"/>
          </p:cNvSpPr>
          <p:nvPr/>
        </p:nvSpPr>
        <p:spPr>
          <a:xfrm>
            <a:off x="69272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1" name="F1_main_prauc_2440">
            <a:extLst>
              <a:ext uri="{FF2B5EF4-FFF2-40B4-BE49-F238E27FC236}">
                <a16:creationId xmlns:a16="http://schemas.microsoft.com/office/drawing/2014/main" id="{C594640C-72D3-400F-A3BD-1EB13C8979D3}"/>
              </a:ext>
            </a:extLst>
          </p:cNvPr>
          <p:cNvSpPr>
            <a:spLocks noGrp="1"/>
          </p:cNvSpPr>
          <p:nvPr/>
        </p:nvSpPr>
        <p:spPr>
          <a:xfrm>
            <a:off x="7031284" y="60045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2" name="F1_main_prauc_2441">
            <a:extLst>
              <a:ext uri="{FF2B5EF4-FFF2-40B4-BE49-F238E27FC236}">
                <a16:creationId xmlns:a16="http://schemas.microsoft.com/office/drawing/2014/main" id="{D8101246-591D-4F7C-867D-78C9AA9CC7BC}"/>
              </a:ext>
            </a:extLst>
          </p:cNvPr>
          <p:cNvSpPr>
            <a:spLocks noGrp="1"/>
          </p:cNvSpPr>
          <p:nvPr/>
        </p:nvSpPr>
        <p:spPr>
          <a:xfrm>
            <a:off x="70676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3" name="F1_main_prauc_2442">
            <a:extLst>
              <a:ext uri="{FF2B5EF4-FFF2-40B4-BE49-F238E27FC236}">
                <a16:creationId xmlns:a16="http://schemas.microsoft.com/office/drawing/2014/main" id="{D981A745-F0E5-4687-B0C5-3CA65F5D0C67}"/>
              </a:ext>
            </a:extLst>
          </p:cNvPr>
          <p:cNvSpPr>
            <a:spLocks noGrp="1"/>
          </p:cNvSpPr>
          <p:nvPr/>
        </p:nvSpPr>
        <p:spPr>
          <a:xfrm>
            <a:off x="70597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4" name="F1_main_prauc_2443">
            <a:extLst>
              <a:ext uri="{FF2B5EF4-FFF2-40B4-BE49-F238E27FC236}">
                <a16:creationId xmlns:a16="http://schemas.microsoft.com/office/drawing/2014/main" id="{A43D7E9C-0ADF-4E39-A084-C438345A0757}"/>
              </a:ext>
            </a:extLst>
          </p:cNvPr>
          <p:cNvSpPr>
            <a:spLocks noGrp="1"/>
          </p:cNvSpPr>
          <p:nvPr/>
        </p:nvSpPr>
        <p:spPr>
          <a:xfrm>
            <a:off x="70470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5" name="F1_main_prauc_2444">
            <a:extLst>
              <a:ext uri="{FF2B5EF4-FFF2-40B4-BE49-F238E27FC236}">
                <a16:creationId xmlns:a16="http://schemas.microsoft.com/office/drawing/2014/main" id="{239899A0-EE34-4C21-BBC4-4716DF3C5D92}"/>
              </a:ext>
            </a:extLst>
          </p:cNvPr>
          <p:cNvSpPr>
            <a:spLocks noGrp="1"/>
          </p:cNvSpPr>
          <p:nvPr/>
        </p:nvSpPr>
        <p:spPr>
          <a:xfrm>
            <a:off x="703013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6" name="F1_main_prauc_2445">
            <a:extLst>
              <a:ext uri="{FF2B5EF4-FFF2-40B4-BE49-F238E27FC236}">
                <a16:creationId xmlns:a16="http://schemas.microsoft.com/office/drawing/2014/main" id="{DE01FCBE-AD50-4623-9B4B-F6D8EE6C7C75}"/>
              </a:ext>
            </a:extLst>
          </p:cNvPr>
          <p:cNvSpPr>
            <a:spLocks noGrp="1"/>
          </p:cNvSpPr>
          <p:nvPr/>
        </p:nvSpPr>
        <p:spPr>
          <a:xfrm>
            <a:off x="7016072" y="60481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7" name="F1_main_prauc_2446">
            <a:extLst>
              <a:ext uri="{FF2B5EF4-FFF2-40B4-BE49-F238E27FC236}">
                <a16:creationId xmlns:a16="http://schemas.microsoft.com/office/drawing/2014/main" id="{B18F3AE2-F793-458E-A171-5B7AA02A35A9}"/>
              </a:ext>
            </a:extLst>
          </p:cNvPr>
          <p:cNvSpPr>
            <a:spLocks noGrp="1"/>
          </p:cNvSpPr>
          <p:nvPr/>
        </p:nvSpPr>
        <p:spPr>
          <a:xfrm>
            <a:off x="701742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8" name="F1_main_prauc_2447">
            <a:extLst>
              <a:ext uri="{FF2B5EF4-FFF2-40B4-BE49-F238E27FC236}">
                <a16:creationId xmlns:a16="http://schemas.microsoft.com/office/drawing/2014/main" id="{46FD4FAC-361C-435F-9388-8CEDAF5987A2}"/>
              </a:ext>
            </a:extLst>
          </p:cNvPr>
          <p:cNvSpPr>
            <a:spLocks noGrp="1"/>
          </p:cNvSpPr>
          <p:nvPr/>
        </p:nvSpPr>
        <p:spPr>
          <a:xfrm>
            <a:off x="69093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9" name="F1_main_prauc_2448">
            <a:extLst>
              <a:ext uri="{FF2B5EF4-FFF2-40B4-BE49-F238E27FC236}">
                <a16:creationId xmlns:a16="http://schemas.microsoft.com/office/drawing/2014/main" id="{57EA9FE4-7006-4DCF-970B-C36008E65EE5}"/>
              </a:ext>
            </a:extLst>
          </p:cNvPr>
          <p:cNvSpPr>
            <a:spLocks noGrp="1"/>
          </p:cNvSpPr>
          <p:nvPr/>
        </p:nvSpPr>
        <p:spPr>
          <a:xfrm>
            <a:off x="70340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0" name="F1_main_prauc_2449">
            <a:extLst>
              <a:ext uri="{FF2B5EF4-FFF2-40B4-BE49-F238E27FC236}">
                <a16:creationId xmlns:a16="http://schemas.microsoft.com/office/drawing/2014/main" id="{239B0D07-63A8-4731-93F4-099BDC1617CC}"/>
              </a:ext>
            </a:extLst>
          </p:cNvPr>
          <p:cNvSpPr>
            <a:spLocks noGrp="1"/>
          </p:cNvSpPr>
          <p:nvPr/>
        </p:nvSpPr>
        <p:spPr>
          <a:xfrm>
            <a:off x="70621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1" name="F1_main_prauc_2450">
            <a:extLst>
              <a:ext uri="{FF2B5EF4-FFF2-40B4-BE49-F238E27FC236}">
                <a16:creationId xmlns:a16="http://schemas.microsoft.com/office/drawing/2014/main" id="{7CA5A82D-D4A7-4A30-ABEF-4E7712A16F42}"/>
              </a:ext>
            </a:extLst>
          </p:cNvPr>
          <p:cNvSpPr>
            <a:spLocks noGrp="1"/>
          </p:cNvSpPr>
          <p:nvPr/>
        </p:nvSpPr>
        <p:spPr>
          <a:xfrm>
            <a:off x="70587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2" name="F1_main_prauc_2451">
            <a:extLst>
              <a:ext uri="{FF2B5EF4-FFF2-40B4-BE49-F238E27FC236}">
                <a16:creationId xmlns:a16="http://schemas.microsoft.com/office/drawing/2014/main" id="{5961C0FB-A00E-4C7A-9B90-21B61C6F8D9F}"/>
              </a:ext>
            </a:extLst>
          </p:cNvPr>
          <p:cNvSpPr>
            <a:spLocks noGrp="1"/>
          </p:cNvSpPr>
          <p:nvPr/>
        </p:nvSpPr>
        <p:spPr>
          <a:xfrm>
            <a:off x="6966537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3" name="F1_main_prauc_2452">
            <a:extLst>
              <a:ext uri="{FF2B5EF4-FFF2-40B4-BE49-F238E27FC236}">
                <a16:creationId xmlns:a16="http://schemas.microsoft.com/office/drawing/2014/main" id="{946E71EE-889D-4F20-8FC6-328D1B1BD9DF}"/>
              </a:ext>
            </a:extLst>
          </p:cNvPr>
          <p:cNvSpPr>
            <a:spLocks noGrp="1"/>
          </p:cNvSpPr>
          <p:nvPr/>
        </p:nvSpPr>
        <p:spPr>
          <a:xfrm>
            <a:off x="70708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4" name="F1_main_prauc_2453">
            <a:extLst>
              <a:ext uri="{FF2B5EF4-FFF2-40B4-BE49-F238E27FC236}">
                <a16:creationId xmlns:a16="http://schemas.microsoft.com/office/drawing/2014/main" id="{11D31962-6CB4-4262-8DA7-8E6E0E7D5FFB}"/>
              </a:ext>
            </a:extLst>
          </p:cNvPr>
          <p:cNvSpPr>
            <a:spLocks noGrp="1"/>
          </p:cNvSpPr>
          <p:nvPr/>
        </p:nvSpPr>
        <p:spPr>
          <a:xfrm>
            <a:off x="69095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5" name="F1_main_prauc_2454">
            <a:extLst>
              <a:ext uri="{FF2B5EF4-FFF2-40B4-BE49-F238E27FC236}">
                <a16:creationId xmlns:a16="http://schemas.microsoft.com/office/drawing/2014/main" id="{846BA8BF-B555-4D79-AB5B-964D3DB25933}"/>
              </a:ext>
            </a:extLst>
          </p:cNvPr>
          <p:cNvSpPr>
            <a:spLocks noGrp="1"/>
          </p:cNvSpPr>
          <p:nvPr/>
        </p:nvSpPr>
        <p:spPr>
          <a:xfrm>
            <a:off x="70306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6" name="F1_main_prauc_2455">
            <a:extLst>
              <a:ext uri="{FF2B5EF4-FFF2-40B4-BE49-F238E27FC236}">
                <a16:creationId xmlns:a16="http://schemas.microsoft.com/office/drawing/2014/main" id="{DA053372-8413-4B1E-AAF6-418AACC612FE}"/>
              </a:ext>
            </a:extLst>
          </p:cNvPr>
          <p:cNvSpPr>
            <a:spLocks noGrp="1"/>
          </p:cNvSpPr>
          <p:nvPr/>
        </p:nvSpPr>
        <p:spPr>
          <a:xfrm>
            <a:off x="6885795" y="57231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7" name="F1_main_prauc_2456">
            <a:extLst>
              <a:ext uri="{FF2B5EF4-FFF2-40B4-BE49-F238E27FC236}">
                <a16:creationId xmlns:a16="http://schemas.microsoft.com/office/drawing/2014/main" id="{5BBA9652-AD5D-4045-9B5C-8CC78656B94D}"/>
              </a:ext>
            </a:extLst>
          </p:cNvPr>
          <p:cNvSpPr>
            <a:spLocks noGrp="1"/>
          </p:cNvSpPr>
          <p:nvPr/>
        </p:nvSpPr>
        <p:spPr>
          <a:xfrm>
            <a:off x="69937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8" name="F1_main_prauc_2457">
            <a:extLst>
              <a:ext uri="{FF2B5EF4-FFF2-40B4-BE49-F238E27FC236}">
                <a16:creationId xmlns:a16="http://schemas.microsoft.com/office/drawing/2014/main" id="{704C02EE-A7FD-47D0-8A6F-27AF6751B2ED}"/>
              </a:ext>
            </a:extLst>
          </p:cNvPr>
          <p:cNvSpPr>
            <a:spLocks noGrp="1"/>
          </p:cNvSpPr>
          <p:nvPr/>
        </p:nvSpPr>
        <p:spPr>
          <a:xfrm>
            <a:off x="7068609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9" name="F1_main_prauc_2458">
            <a:extLst>
              <a:ext uri="{FF2B5EF4-FFF2-40B4-BE49-F238E27FC236}">
                <a16:creationId xmlns:a16="http://schemas.microsoft.com/office/drawing/2014/main" id="{D04DD915-ED0F-42AA-A072-26BF6C85BB6C}"/>
              </a:ext>
            </a:extLst>
          </p:cNvPr>
          <p:cNvSpPr>
            <a:spLocks noGrp="1"/>
          </p:cNvSpPr>
          <p:nvPr/>
        </p:nvSpPr>
        <p:spPr>
          <a:xfrm>
            <a:off x="70924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0" name="F1_main_prauc_2459">
            <a:extLst>
              <a:ext uri="{FF2B5EF4-FFF2-40B4-BE49-F238E27FC236}">
                <a16:creationId xmlns:a16="http://schemas.microsoft.com/office/drawing/2014/main" id="{EF688FC6-23C6-4B8A-BD2F-BC8D1F2B2635}"/>
              </a:ext>
            </a:extLst>
          </p:cNvPr>
          <p:cNvSpPr>
            <a:spLocks noGrp="1"/>
          </p:cNvSpPr>
          <p:nvPr/>
        </p:nvSpPr>
        <p:spPr>
          <a:xfrm>
            <a:off x="694106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1" name="F1_main_prauc_2460">
            <a:extLst>
              <a:ext uri="{FF2B5EF4-FFF2-40B4-BE49-F238E27FC236}">
                <a16:creationId xmlns:a16="http://schemas.microsoft.com/office/drawing/2014/main" id="{186FBB4C-5CA1-4BB2-8FF7-BAD3C8701875}"/>
              </a:ext>
            </a:extLst>
          </p:cNvPr>
          <p:cNvSpPr>
            <a:spLocks noGrp="1"/>
          </p:cNvSpPr>
          <p:nvPr/>
        </p:nvSpPr>
        <p:spPr>
          <a:xfrm>
            <a:off x="6995116" y="6010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2" name="F1_main_prauc_2461">
            <a:extLst>
              <a:ext uri="{FF2B5EF4-FFF2-40B4-BE49-F238E27FC236}">
                <a16:creationId xmlns:a16="http://schemas.microsoft.com/office/drawing/2014/main" id="{8DA81929-A94B-4179-8FB4-9C08A5C20D57}"/>
              </a:ext>
            </a:extLst>
          </p:cNvPr>
          <p:cNvSpPr>
            <a:spLocks noGrp="1"/>
          </p:cNvSpPr>
          <p:nvPr/>
        </p:nvSpPr>
        <p:spPr>
          <a:xfrm>
            <a:off x="68701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3" name="F1_main_prauc_2462">
            <a:extLst>
              <a:ext uri="{FF2B5EF4-FFF2-40B4-BE49-F238E27FC236}">
                <a16:creationId xmlns:a16="http://schemas.microsoft.com/office/drawing/2014/main" id="{1C8119BF-A112-4532-887E-8ED4268BFEF1}"/>
              </a:ext>
            </a:extLst>
          </p:cNvPr>
          <p:cNvSpPr>
            <a:spLocks noGrp="1"/>
          </p:cNvSpPr>
          <p:nvPr/>
        </p:nvSpPr>
        <p:spPr>
          <a:xfrm>
            <a:off x="69318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4" name="F1_main_prauc_2463">
            <a:extLst>
              <a:ext uri="{FF2B5EF4-FFF2-40B4-BE49-F238E27FC236}">
                <a16:creationId xmlns:a16="http://schemas.microsoft.com/office/drawing/2014/main" id="{7A3D61AA-3115-4071-947C-CD6303EBDFC4}"/>
              </a:ext>
            </a:extLst>
          </p:cNvPr>
          <p:cNvSpPr>
            <a:spLocks noGrp="1"/>
          </p:cNvSpPr>
          <p:nvPr/>
        </p:nvSpPr>
        <p:spPr>
          <a:xfrm>
            <a:off x="68969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5" name="F1_main_prauc_2464">
            <a:extLst>
              <a:ext uri="{FF2B5EF4-FFF2-40B4-BE49-F238E27FC236}">
                <a16:creationId xmlns:a16="http://schemas.microsoft.com/office/drawing/2014/main" id="{502B2AD9-56D1-423E-9908-7408228ECB7A}"/>
              </a:ext>
            </a:extLst>
          </p:cNvPr>
          <p:cNvSpPr>
            <a:spLocks noGrp="1"/>
          </p:cNvSpPr>
          <p:nvPr/>
        </p:nvSpPr>
        <p:spPr>
          <a:xfrm>
            <a:off x="6874933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6" name="F1_main_prauc_2465">
            <a:extLst>
              <a:ext uri="{FF2B5EF4-FFF2-40B4-BE49-F238E27FC236}">
                <a16:creationId xmlns:a16="http://schemas.microsoft.com/office/drawing/2014/main" id="{6E27DBB3-7A08-4599-B4AA-4BF3FF8A4686}"/>
              </a:ext>
            </a:extLst>
          </p:cNvPr>
          <p:cNvSpPr>
            <a:spLocks noGrp="1"/>
          </p:cNvSpPr>
          <p:nvPr/>
        </p:nvSpPr>
        <p:spPr>
          <a:xfrm>
            <a:off x="701505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7" name="F1_main_prauc_2466">
            <a:extLst>
              <a:ext uri="{FF2B5EF4-FFF2-40B4-BE49-F238E27FC236}">
                <a16:creationId xmlns:a16="http://schemas.microsoft.com/office/drawing/2014/main" id="{BEBAFDDA-EEE4-4DD8-B075-4B7736FF64DA}"/>
              </a:ext>
            </a:extLst>
          </p:cNvPr>
          <p:cNvSpPr>
            <a:spLocks noGrp="1"/>
          </p:cNvSpPr>
          <p:nvPr/>
        </p:nvSpPr>
        <p:spPr>
          <a:xfrm>
            <a:off x="68543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8" name="F1_main_prauc_2467">
            <a:extLst>
              <a:ext uri="{FF2B5EF4-FFF2-40B4-BE49-F238E27FC236}">
                <a16:creationId xmlns:a16="http://schemas.microsoft.com/office/drawing/2014/main" id="{7104A945-DC57-45A8-B161-28D8196FC4E1}"/>
              </a:ext>
            </a:extLst>
          </p:cNvPr>
          <p:cNvSpPr>
            <a:spLocks noGrp="1"/>
          </p:cNvSpPr>
          <p:nvPr/>
        </p:nvSpPr>
        <p:spPr>
          <a:xfrm>
            <a:off x="7090369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9" name="F1_main_prauc_2468">
            <a:extLst>
              <a:ext uri="{FF2B5EF4-FFF2-40B4-BE49-F238E27FC236}">
                <a16:creationId xmlns:a16="http://schemas.microsoft.com/office/drawing/2014/main" id="{BD9F2986-6F02-4AE4-98F7-F3FB277142B7}"/>
              </a:ext>
            </a:extLst>
          </p:cNvPr>
          <p:cNvSpPr>
            <a:spLocks noGrp="1"/>
          </p:cNvSpPr>
          <p:nvPr/>
        </p:nvSpPr>
        <p:spPr>
          <a:xfrm>
            <a:off x="710088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0" name="F1_main_prauc_2469">
            <a:extLst>
              <a:ext uri="{FF2B5EF4-FFF2-40B4-BE49-F238E27FC236}">
                <a16:creationId xmlns:a16="http://schemas.microsoft.com/office/drawing/2014/main" id="{28C0932B-D89C-4288-AA07-DD4D603D602F}"/>
              </a:ext>
            </a:extLst>
          </p:cNvPr>
          <p:cNvSpPr>
            <a:spLocks noGrp="1"/>
          </p:cNvSpPr>
          <p:nvPr/>
        </p:nvSpPr>
        <p:spPr>
          <a:xfrm>
            <a:off x="701758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1" name="F1_main_prauc_2470">
            <a:extLst>
              <a:ext uri="{FF2B5EF4-FFF2-40B4-BE49-F238E27FC236}">
                <a16:creationId xmlns:a16="http://schemas.microsoft.com/office/drawing/2014/main" id="{0E2624C4-1BED-4990-BE72-ED9BFA75C86D}"/>
              </a:ext>
            </a:extLst>
          </p:cNvPr>
          <p:cNvSpPr>
            <a:spLocks noGrp="1"/>
          </p:cNvSpPr>
          <p:nvPr/>
        </p:nvSpPr>
        <p:spPr>
          <a:xfrm>
            <a:off x="690719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2" name="F1_main_prauc_2471">
            <a:extLst>
              <a:ext uri="{FF2B5EF4-FFF2-40B4-BE49-F238E27FC236}">
                <a16:creationId xmlns:a16="http://schemas.microsoft.com/office/drawing/2014/main" id="{A3FAB91D-72DD-4ECD-B81B-6CFC4D583440}"/>
              </a:ext>
            </a:extLst>
          </p:cNvPr>
          <p:cNvSpPr>
            <a:spLocks noGrp="1"/>
          </p:cNvSpPr>
          <p:nvPr/>
        </p:nvSpPr>
        <p:spPr>
          <a:xfrm>
            <a:off x="69624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3" name="F1_main_prauc_2472">
            <a:extLst>
              <a:ext uri="{FF2B5EF4-FFF2-40B4-BE49-F238E27FC236}">
                <a16:creationId xmlns:a16="http://schemas.microsoft.com/office/drawing/2014/main" id="{02644978-9B3F-4B85-A7BE-F08254CDEC44}"/>
              </a:ext>
            </a:extLst>
          </p:cNvPr>
          <p:cNvSpPr>
            <a:spLocks noGrp="1"/>
          </p:cNvSpPr>
          <p:nvPr/>
        </p:nvSpPr>
        <p:spPr>
          <a:xfrm>
            <a:off x="6940440" y="60818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4" name="F1_main_prauc_2473">
            <a:extLst>
              <a:ext uri="{FF2B5EF4-FFF2-40B4-BE49-F238E27FC236}">
                <a16:creationId xmlns:a16="http://schemas.microsoft.com/office/drawing/2014/main" id="{A0E6C328-18F4-4BA5-AD03-33031AFB49FD}"/>
              </a:ext>
            </a:extLst>
          </p:cNvPr>
          <p:cNvSpPr>
            <a:spLocks noGrp="1"/>
          </p:cNvSpPr>
          <p:nvPr/>
        </p:nvSpPr>
        <p:spPr>
          <a:xfrm>
            <a:off x="7057482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5" name="F1_main_prauc_2474">
            <a:extLst>
              <a:ext uri="{FF2B5EF4-FFF2-40B4-BE49-F238E27FC236}">
                <a16:creationId xmlns:a16="http://schemas.microsoft.com/office/drawing/2014/main" id="{132333F4-98A2-44EA-991A-CB31A58430A5}"/>
              </a:ext>
            </a:extLst>
          </p:cNvPr>
          <p:cNvSpPr>
            <a:spLocks noGrp="1"/>
          </p:cNvSpPr>
          <p:nvPr/>
        </p:nvSpPr>
        <p:spPr>
          <a:xfrm>
            <a:off x="70668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6" name="F1_main_prauc_2475">
            <a:extLst>
              <a:ext uri="{FF2B5EF4-FFF2-40B4-BE49-F238E27FC236}">
                <a16:creationId xmlns:a16="http://schemas.microsoft.com/office/drawing/2014/main" id="{CE902A5E-A921-479B-9A06-9C6F7E6ED295}"/>
              </a:ext>
            </a:extLst>
          </p:cNvPr>
          <p:cNvSpPr>
            <a:spLocks noGrp="1"/>
          </p:cNvSpPr>
          <p:nvPr/>
        </p:nvSpPr>
        <p:spPr>
          <a:xfrm>
            <a:off x="690919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7" name="F1_main_prauc_2476">
            <a:extLst>
              <a:ext uri="{FF2B5EF4-FFF2-40B4-BE49-F238E27FC236}">
                <a16:creationId xmlns:a16="http://schemas.microsoft.com/office/drawing/2014/main" id="{0244F03D-9B45-40F2-84CE-8BE6A453E88B}"/>
              </a:ext>
            </a:extLst>
          </p:cNvPr>
          <p:cNvSpPr>
            <a:spLocks noGrp="1"/>
          </p:cNvSpPr>
          <p:nvPr/>
        </p:nvSpPr>
        <p:spPr>
          <a:xfrm>
            <a:off x="6894358" y="41803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8" name="F1_main_prauc_2477">
            <a:extLst>
              <a:ext uri="{FF2B5EF4-FFF2-40B4-BE49-F238E27FC236}">
                <a16:creationId xmlns:a16="http://schemas.microsoft.com/office/drawing/2014/main" id="{F48A7177-C3B1-401D-88E8-626B0BD81E93}"/>
              </a:ext>
            </a:extLst>
          </p:cNvPr>
          <p:cNvSpPr>
            <a:spLocks noGrp="1"/>
          </p:cNvSpPr>
          <p:nvPr/>
        </p:nvSpPr>
        <p:spPr>
          <a:xfrm>
            <a:off x="707804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9" name="F1_main_prauc_2478">
            <a:extLst>
              <a:ext uri="{FF2B5EF4-FFF2-40B4-BE49-F238E27FC236}">
                <a16:creationId xmlns:a16="http://schemas.microsoft.com/office/drawing/2014/main" id="{3BCBC2CA-0E1D-4A06-971E-32C2B837F608}"/>
              </a:ext>
            </a:extLst>
          </p:cNvPr>
          <p:cNvSpPr>
            <a:spLocks noGrp="1"/>
          </p:cNvSpPr>
          <p:nvPr/>
        </p:nvSpPr>
        <p:spPr>
          <a:xfrm>
            <a:off x="69802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0" name="F1_main_prauc_2479">
            <a:extLst>
              <a:ext uri="{FF2B5EF4-FFF2-40B4-BE49-F238E27FC236}">
                <a16:creationId xmlns:a16="http://schemas.microsoft.com/office/drawing/2014/main" id="{CD5FFB30-EF4B-4697-8B17-C57E743959CE}"/>
              </a:ext>
            </a:extLst>
          </p:cNvPr>
          <p:cNvSpPr>
            <a:spLocks noGrp="1"/>
          </p:cNvSpPr>
          <p:nvPr/>
        </p:nvSpPr>
        <p:spPr>
          <a:xfrm>
            <a:off x="707858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1" name="F1_main_prauc_2480">
            <a:extLst>
              <a:ext uri="{FF2B5EF4-FFF2-40B4-BE49-F238E27FC236}">
                <a16:creationId xmlns:a16="http://schemas.microsoft.com/office/drawing/2014/main" id="{8BC66D7D-F769-4532-B4BC-43B4EF4AC279}"/>
              </a:ext>
            </a:extLst>
          </p:cNvPr>
          <p:cNvSpPr>
            <a:spLocks noGrp="1"/>
          </p:cNvSpPr>
          <p:nvPr/>
        </p:nvSpPr>
        <p:spPr>
          <a:xfrm>
            <a:off x="70607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2" name="F1_main_prauc_2481">
            <a:extLst>
              <a:ext uri="{FF2B5EF4-FFF2-40B4-BE49-F238E27FC236}">
                <a16:creationId xmlns:a16="http://schemas.microsoft.com/office/drawing/2014/main" id="{25951394-626E-40A7-A8E1-C540F478160C}"/>
              </a:ext>
            </a:extLst>
          </p:cNvPr>
          <p:cNvSpPr>
            <a:spLocks noGrp="1"/>
          </p:cNvSpPr>
          <p:nvPr/>
        </p:nvSpPr>
        <p:spPr>
          <a:xfrm>
            <a:off x="70476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3" name="F1_main_prauc_2482">
            <a:extLst>
              <a:ext uri="{FF2B5EF4-FFF2-40B4-BE49-F238E27FC236}">
                <a16:creationId xmlns:a16="http://schemas.microsoft.com/office/drawing/2014/main" id="{8B9D0B14-3128-4E53-AB53-C4777D4A0F01}"/>
              </a:ext>
            </a:extLst>
          </p:cNvPr>
          <p:cNvSpPr>
            <a:spLocks noGrp="1"/>
          </p:cNvSpPr>
          <p:nvPr/>
        </p:nvSpPr>
        <p:spPr>
          <a:xfrm>
            <a:off x="7029597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4" name="F1_main_prauc_2483">
            <a:extLst>
              <a:ext uri="{FF2B5EF4-FFF2-40B4-BE49-F238E27FC236}">
                <a16:creationId xmlns:a16="http://schemas.microsoft.com/office/drawing/2014/main" id="{8572C75F-B772-498A-999C-3AABA71A7703}"/>
              </a:ext>
            </a:extLst>
          </p:cNvPr>
          <p:cNvSpPr>
            <a:spLocks noGrp="1"/>
          </p:cNvSpPr>
          <p:nvPr/>
        </p:nvSpPr>
        <p:spPr>
          <a:xfrm>
            <a:off x="70574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5" name="F1_main_prauc_2484">
            <a:extLst>
              <a:ext uri="{FF2B5EF4-FFF2-40B4-BE49-F238E27FC236}">
                <a16:creationId xmlns:a16="http://schemas.microsoft.com/office/drawing/2014/main" id="{7D3EC267-2AB8-4466-8BEA-1BE88094E07B}"/>
              </a:ext>
            </a:extLst>
          </p:cNvPr>
          <p:cNvSpPr>
            <a:spLocks noGrp="1"/>
          </p:cNvSpPr>
          <p:nvPr/>
        </p:nvSpPr>
        <p:spPr>
          <a:xfrm>
            <a:off x="709486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6" name="F1_main_prauc_2485">
            <a:extLst>
              <a:ext uri="{FF2B5EF4-FFF2-40B4-BE49-F238E27FC236}">
                <a16:creationId xmlns:a16="http://schemas.microsoft.com/office/drawing/2014/main" id="{423DF008-7439-471F-9187-E86FBB73A986}"/>
              </a:ext>
            </a:extLst>
          </p:cNvPr>
          <p:cNvSpPr>
            <a:spLocks noGrp="1"/>
          </p:cNvSpPr>
          <p:nvPr/>
        </p:nvSpPr>
        <p:spPr>
          <a:xfrm>
            <a:off x="68578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7" name="F1_main_prauc_2486">
            <a:extLst>
              <a:ext uri="{FF2B5EF4-FFF2-40B4-BE49-F238E27FC236}">
                <a16:creationId xmlns:a16="http://schemas.microsoft.com/office/drawing/2014/main" id="{90836574-9753-4AA9-8A9F-8D1E0B253DE3}"/>
              </a:ext>
            </a:extLst>
          </p:cNvPr>
          <p:cNvSpPr>
            <a:spLocks noGrp="1"/>
          </p:cNvSpPr>
          <p:nvPr/>
        </p:nvSpPr>
        <p:spPr>
          <a:xfrm>
            <a:off x="70167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8" name="F1_main_prauc_2487">
            <a:extLst>
              <a:ext uri="{FF2B5EF4-FFF2-40B4-BE49-F238E27FC236}">
                <a16:creationId xmlns:a16="http://schemas.microsoft.com/office/drawing/2014/main" id="{7F95A3D7-447C-41E9-8159-C10E603B1271}"/>
              </a:ext>
            </a:extLst>
          </p:cNvPr>
          <p:cNvSpPr>
            <a:spLocks noGrp="1"/>
          </p:cNvSpPr>
          <p:nvPr/>
        </p:nvSpPr>
        <p:spPr>
          <a:xfrm>
            <a:off x="6978734" y="45649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9" name="F1_main_prauc_2488">
            <a:extLst>
              <a:ext uri="{FF2B5EF4-FFF2-40B4-BE49-F238E27FC236}">
                <a16:creationId xmlns:a16="http://schemas.microsoft.com/office/drawing/2014/main" id="{1D4E2E52-1E32-40A9-8B2C-46F9F300FA4F}"/>
              </a:ext>
            </a:extLst>
          </p:cNvPr>
          <p:cNvSpPr>
            <a:spLocks noGrp="1"/>
          </p:cNvSpPr>
          <p:nvPr/>
        </p:nvSpPr>
        <p:spPr>
          <a:xfrm>
            <a:off x="70540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0" name="F1_main_prauc_2489">
            <a:extLst>
              <a:ext uri="{FF2B5EF4-FFF2-40B4-BE49-F238E27FC236}">
                <a16:creationId xmlns:a16="http://schemas.microsoft.com/office/drawing/2014/main" id="{E2B60D55-BC82-432E-9A33-9A9A5F0310D7}"/>
              </a:ext>
            </a:extLst>
          </p:cNvPr>
          <p:cNvSpPr>
            <a:spLocks noGrp="1"/>
          </p:cNvSpPr>
          <p:nvPr/>
        </p:nvSpPr>
        <p:spPr>
          <a:xfrm>
            <a:off x="69398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1" name="F1_main_prauc_2490">
            <a:extLst>
              <a:ext uri="{FF2B5EF4-FFF2-40B4-BE49-F238E27FC236}">
                <a16:creationId xmlns:a16="http://schemas.microsoft.com/office/drawing/2014/main" id="{8CB49EB5-47CC-4BF9-9F20-16832D91B67D}"/>
              </a:ext>
            </a:extLst>
          </p:cNvPr>
          <p:cNvSpPr>
            <a:spLocks noGrp="1"/>
          </p:cNvSpPr>
          <p:nvPr/>
        </p:nvSpPr>
        <p:spPr>
          <a:xfrm>
            <a:off x="691737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2" name="F1_main_prauc_2491">
            <a:extLst>
              <a:ext uri="{FF2B5EF4-FFF2-40B4-BE49-F238E27FC236}">
                <a16:creationId xmlns:a16="http://schemas.microsoft.com/office/drawing/2014/main" id="{D9A28C88-8172-48A1-A910-44C8CCA4A41F}"/>
              </a:ext>
            </a:extLst>
          </p:cNvPr>
          <p:cNvSpPr>
            <a:spLocks noGrp="1"/>
          </p:cNvSpPr>
          <p:nvPr/>
        </p:nvSpPr>
        <p:spPr>
          <a:xfrm>
            <a:off x="70196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3" name="F1_main_prauc_2492">
            <a:extLst>
              <a:ext uri="{FF2B5EF4-FFF2-40B4-BE49-F238E27FC236}">
                <a16:creationId xmlns:a16="http://schemas.microsoft.com/office/drawing/2014/main" id="{FBDCB154-A50A-4D2E-978C-706E3AAD8754}"/>
              </a:ext>
            </a:extLst>
          </p:cNvPr>
          <p:cNvSpPr>
            <a:spLocks noGrp="1"/>
          </p:cNvSpPr>
          <p:nvPr/>
        </p:nvSpPr>
        <p:spPr>
          <a:xfrm>
            <a:off x="7088061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4" name="F1_main_prauc_2493">
            <a:extLst>
              <a:ext uri="{FF2B5EF4-FFF2-40B4-BE49-F238E27FC236}">
                <a16:creationId xmlns:a16="http://schemas.microsoft.com/office/drawing/2014/main" id="{81822048-FB4E-4885-BDBC-2E369BDCE68A}"/>
              </a:ext>
            </a:extLst>
          </p:cNvPr>
          <p:cNvSpPr>
            <a:spLocks noGrp="1"/>
          </p:cNvSpPr>
          <p:nvPr/>
        </p:nvSpPr>
        <p:spPr>
          <a:xfrm>
            <a:off x="6945403" y="594048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5" name="F1_main_prauc_2494">
            <a:extLst>
              <a:ext uri="{FF2B5EF4-FFF2-40B4-BE49-F238E27FC236}">
                <a16:creationId xmlns:a16="http://schemas.microsoft.com/office/drawing/2014/main" id="{A81452BC-0AF4-4EEA-BDEB-23C10378B1DB}"/>
              </a:ext>
            </a:extLst>
          </p:cNvPr>
          <p:cNvSpPr>
            <a:spLocks noGrp="1"/>
          </p:cNvSpPr>
          <p:nvPr/>
        </p:nvSpPr>
        <p:spPr>
          <a:xfrm>
            <a:off x="7019723" y="57823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6" name="F1_main_prauc_2495">
            <a:extLst>
              <a:ext uri="{FF2B5EF4-FFF2-40B4-BE49-F238E27FC236}">
                <a16:creationId xmlns:a16="http://schemas.microsoft.com/office/drawing/2014/main" id="{7C259393-E3E3-4D6C-9B17-B52E0400B804}"/>
              </a:ext>
            </a:extLst>
          </p:cNvPr>
          <p:cNvSpPr>
            <a:spLocks noGrp="1"/>
          </p:cNvSpPr>
          <p:nvPr/>
        </p:nvSpPr>
        <p:spPr>
          <a:xfrm>
            <a:off x="69104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7" name="F1_main_prauc_2496">
            <a:extLst>
              <a:ext uri="{FF2B5EF4-FFF2-40B4-BE49-F238E27FC236}">
                <a16:creationId xmlns:a16="http://schemas.microsoft.com/office/drawing/2014/main" id="{D764E899-4D40-4B27-BCA0-64B694E1C06C}"/>
              </a:ext>
            </a:extLst>
          </p:cNvPr>
          <p:cNvSpPr>
            <a:spLocks noGrp="1"/>
          </p:cNvSpPr>
          <p:nvPr/>
        </p:nvSpPr>
        <p:spPr>
          <a:xfrm>
            <a:off x="68689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8" name="F1_main_prauc_2497">
            <a:extLst>
              <a:ext uri="{FF2B5EF4-FFF2-40B4-BE49-F238E27FC236}">
                <a16:creationId xmlns:a16="http://schemas.microsoft.com/office/drawing/2014/main" id="{1F215DCE-C907-4D50-B02E-84A3C6FB1ABB}"/>
              </a:ext>
            </a:extLst>
          </p:cNvPr>
          <p:cNvSpPr>
            <a:spLocks noGrp="1"/>
          </p:cNvSpPr>
          <p:nvPr/>
        </p:nvSpPr>
        <p:spPr>
          <a:xfrm>
            <a:off x="68720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9" name="F1_main_prauc_2498">
            <a:extLst>
              <a:ext uri="{FF2B5EF4-FFF2-40B4-BE49-F238E27FC236}">
                <a16:creationId xmlns:a16="http://schemas.microsoft.com/office/drawing/2014/main" id="{C6736233-D52B-46C8-A2F7-C7326B2F0A82}"/>
              </a:ext>
            </a:extLst>
          </p:cNvPr>
          <p:cNvSpPr>
            <a:spLocks noGrp="1"/>
          </p:cNvSpPr>
          <p:nvPr/>
        </p:nvSpPr>
        <p:spPr>
          <a:xfrm>
            <a:off x="70137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0" name="F1_main_prauc_2499">
            <a:extLst>
              <a:ext uri="{FF2B5EF4-FFF2-40B4-BE49-F238E27FC236}">
                <a16:creationId xmlns:a16="http://schemas.microsoft.com/office/drawing/2014/main" id="{AFC57934-F453-4F0B-B9F2-529AD68E4F2E}"/>
              </a:ext>
            </a:extLst>
          </p:cNvPr>
          <p:cNvSpPr>
            <a:spLocks noGrp="1"/>
          </p:cNvSpPr>
          <p:nvPr/>
        </p:nvSpPr>
        <p:spPr>
          <a:xfrm>
            <a:off x="701090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1" name="F1_main_prauc_2500">
            <a:extLst>
              <a:ext uri="{FF2B5EF4-FFF2-40B4-BE49-F238E27FC236}">
                <a16:creationId xmlns:a16="http://schemas.microsoft.com/office/drawing/2014/main" id="{97D4DCC6-C029-4663-8678-E1577E6AD10D}"/>
              </a:ext>
            </a:extLst>
          </p:cNvPr>
          <p:cNvSpPr>
            <a:spLocks noGrp="1"/>
          </p:cNvSpPr>
          <p:nvPr/>
        </p:nvSpPr>
        <p:spPr>
          <a:xfrm>
            <a:off x="68996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2" name="F1_main_prauc_2501">
            <a:extLst>
              <a:ext uri="{FF2B5EF4-FFF2-40B4-BE49-F238E27FC236}">
                <a16:creationId xmlns:a16="http://schemas.microsoft.com/office/drawing/2014/main" id="{E2289DF1-26FC-4C77-B160-2F60D31795E1}"/>
              </a:ext>
            </a:extLst>
          </p:cNvPr>
          <p:cNvSpPr>
            <a:spLocks noGrp="1"/>
          </p:cNvSpPr>
          <p:nvPr/>
        </p:nvSpPr>
        <p:spPr>
          <a:xfrm>
            <a:off x="707311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3" name="F1_main_prauc_2502">
            <a:extLst>
              <a:ext uri="{FF2B5EF4-FFF2-40B4-BE49-F238E27FC236}">
                <a16:creationId xmlns:a16="http://schemas.microsoft.com/office/drawing/2014/main" id="{432D3CC8-4131-4552-9FFD-710EED715FD3}"/>
              </a:ext>
            </a:extLst>
          </p:cNvPr>
          <p:cNvSpPr>
            <a:spLocks noGrp="1"/>
          </p:cNvSpPr>
          <p:nvPr/>
        </p:nvSpPr>
        <p:spPr>
          <a:xfrm>
            <a:off x="69633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4" name="F1_main_prauc_2503">
            <a:extLst>
              <a:ext uri="{FF2B5EF4-FFF2-40B4-BE49-F238E27FC236}">
                <a16:creationId xmlns:a16="http://schemas.microsoft.com/office/drawing/2014/main" id="{2285A24F-7A1F-4C27-9D87-8876D9A14C87}"/>
              </a:ext>
            </a:extLst>
          </p:cNvPr>
          <p:cNvSpPr>
            <a:spLocks noGrp="1"/>
          </p:cNvSpPr>
          <p:nvPr/>
        </p:nvSpPr>
        <p:spPr>
          <a:xfrm>
            <a:off x="7098122" y="60909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5" name="F1_main_prauc_2504">
            <a:extLst>
              <a:ext uri="{FF2B5EF4-FFF2-40B4-BE49-F238E27FC236}">
                <a16:creationId xmlns:a16="http://schemas.microsoft.com/office/drawing/2014/main" id="{DCC016DB-7454-48B5-A087-067738470C4A}"/>
              </a:ext>
            </a:extLst>
          </p:cNvPr>
          <p:cNvSpPr>
            <a:spLocks noGrp="1"/>
          </p:cNvSpPr>
          <p:nvPr/>
        </p:nvSpPr>
        <p:spPr>
          <a:xfrm>
            <a:off x="69903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6" name="F1_main_prauc_2505">
            <a:extLst>
              <a:ext uri="{FF2B5EF4-FFF2-40B4-BE49-F238E27FC236}">
                <a16:creationId xmlns:a16="http://schemas.microsoft.com/office/drawing/2014/main" id="{6BEEA851-0439-499C-BB6D-28ADE09288AB}"/>
              </a:ext>
            </a:extLst>
          </p:cNvPr>
          <p:cNvSpPr>
            <a:spLocks noGrp="1"/>
          </p:cNvSpPr>
          <p:nvPr/>
        </p:nvSpPr>
        <p:spPr>
          <a:xfrm>
            <a:off x="707891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7" name="F1_main_prauc_2506">
            <a:extLst>
              <a:ext uri="{FF2B5EF4-FFF2-40B4-BE49-F238E27FC236}">
                <a16:creationId xmlns:a16="http://schemas.microsoft.com/office/drawing/2014/main" id="{A09A31C4-BDC3-470E-A60E-FF46B4537660}"/>
              </a:ext>
            </a:extLst>
          </p:cNvPr>
          <p:cNvSpPr>
            <a:spLocks noGrp="1"/>
          </p:cNvSpPr>
          <p:nvPr/>
        </p:nvSpPr>
        <p:spPr>
          <a:xfrm>
            <a:off x="7004948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8" name="F1_main_prauc_2507">
            <a:extLst>
              <a:ext uri="{FF2B5EF4-FFF2-40B4-BE49-F238E27FC236}">
                <a16:creationId xmlns:a16="http://schemas.microsoft.com/office/drawing/2014/main" id="{5ACDE3B7-4111-4821-B19C-BCFD7D5F889D}"/>
              </a:ext>
            </a:extLst>
          </p:cNvPr>
          <p:cNvSpPr>
            <a:spLocks noGrp="1"/>
          </p:cNvSpPr>
          <p:nvPr/>
        </p:nvSpPr>
        <p:spPr>
          <a:xfrm>
            <a:off x="70054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9" name="F1_main_prauc_2508">
            <a:extLst>
              <a:ext uri="{FF2B5EF4-FFF2-40B4-BE49-F238E27FC236}">
                <a16:creationId xmlns:a16="http://schemas.microsoft.com/office/drawing/2014/main" id="{E9C485C4-3D4B-409A-812A-9A96384DE94F}"/>
              </a:ext>
            </a:extLst>
          </p:cNvPr>
          <p:cNvSpPr>
            <a:spLocks noGrp="1"/>
          </p:cNvSpPr>
          <p:nvPr/>
        </p:nvSpPr>
        <p:spPr>
          <a:xfrm>
            <a:off x="700373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0" name="F1_main_prauc_2509">
            <a:extLst>
              <a:ext uri="{FF2B5EF4-FFF2-40B4-BE49-F238E27FC236}">
                <a16:creationId xmlns:a16="http://schemas.microsoft.com/office/drawing/2014/main" id="{BC76F9C1-9019-41D8-B293-1F0513850C24}"/>
              </a:ext>
            </a:extLst>
          </p:cNvPr>
          <p:cNvSpPr>
            <a:spLocks noGrp="1"/>
          </p:cNvSpPr>
          <p:nvPr/>
        </p:nvSpPr>
        <p:spPr>
          <a:xfrm>
            <a:off x="70159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1" name="F1_main_prauc_2510">
            <a:extLst>
              <a:ext uri="{FF2B5EF4-FFF2-40B4-BE49-F238E27FC236}">
                <a16:creationId xmlns:a16="http://schemas.microsoft.com/office/drawing/2014/main" id="{C4655DAB-6B17-48B4-BDC3-BBEAB25B25C1}"/>
              </a:ext>
            </a:extLst>
          </p:cNvPr>
          <p:cNvSpPr>
            <a:spLocks noGrp="1"/>
          </p:cNvSpPr>
          <p:nvPr/>
        </p:nvSpPr>
        <p:spPr>
          <a:xfrm>
            <a:off x="6858309" y="58519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2" name="F1_main_prauc_2511">
            <a:extLst>
              <a:ext uri="{FF2B5EF4-FFF2-40B4-BE49-F238E27FC236}">
                <a16:creationId xmlns:a16="http://schemas.microsoft.com/office/drawing/2014/main" id="{F11CFB6B-917F-4010-9219-C1E25D49133C}"/>
              </a:ext>
            </a:extLst>
          </p:cNvPr>
          <p:cNvSpPr>
            <a:spLocks noGrp="1"/>
          </p:cNvSpPr>
          <p:nvPr/>
        </p:nvSpPr>
        <p:spPr>
          <a:xfrm>
            <a:off x="688566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3" name="F1_main_prauc_2512">
            <a:extLst>
              <a:ext uri="{FF2B5EF4-FFF2-40B4-BE49-F238E27FC236}">
                <a16:creationId xmlns:a16="http://schemas.microsoft.com/office/drawing/2014/main" id="{EB33E3D1-4B13-4166-BC1B-F2FEAF13DAAF}"/>
              </a:ext>
            </a:extLst>
          </p:cNvPr>
          <p:cNvSpPr>
            <a:spLocks noGrp="1"/>
          </p:cNvSpPr>
          <p:nvPr/>
        </p:nvSpPr>
        <p:spPr>
          <a:xfrm>
            <a:off x="69684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4" name="F1_main_prauc_2513">
            <a:extLst>
              <a:ext uri="{FF2B5EF4-FFF2-40B4-BE49-F238E27FC236}">
                <a16:creationId xmlns:a16="http://schemas.microsoft.com/office/drawing/2014/main" id="{7857FEE3-2EA9-4494-B005-B0918F1BBA82}"/>
              </a:ext>
            </a:extLst>
          </p:cNvPr>
          <p:cNvSpPr>
            <a:spLocks noGrp="1"/>
          </p:cNvSpPr>
          <p:nvPr/>
        </p:nvSpPr>
        <p:spPr>
          <a:xfrm>
            <a:off x="69021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5" name="F1_main_prauc_2514">
            <a:extLst>
              <a:ext uri="{FF2B5EF4-FFF2-40B4-BE49-F238E27FC236}">
                <a16:creationId xmlns:a16="http://schemas.microsoft.com/office/drawing/2014/main" id="{B3BEC83C-4F26-4F55-80DB-607701645850}"/>
              </a:ext>
            </a:extLst>
          </p:cNvPr>
          <p:cNvSpPr>
            <a:spLocks noGrp="1"/>
          </p:cNvSpPr>
          <p:nvPr/>
        </p:nvSpPr>
        <p:spPr>
          <a:xfrm>
            <a:off x="691415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6" name="F1_main_prauc_2515">
            <a:extLst>
              <a:ext uri="{FF2B5EF4-FFF2-40B4-BE49-F238E27FC236}">
                <a16:creationId xmlns:a16="http://schemas.microsoft.com/office/drawing/2014/main" id="{CFA89BF1-3794-4439-A7FB-055E68A91B52}"/>
              </a:ext>
            </a:extLst>
          </p:cNvPr>
          <p:cNvSpPr>
            <a:spLocks noGrp="1"/>
          </p:cNvSpPr>
          <p:nvPr/>
        </p:nvSpPr>
        <p:spPr>
          <a:xfrm>
            <a:off x="69193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7" name="F1_main_prauc_2516">
            <a:extLst>
              <a:ext uri="{FF2B5EF4-FFF2-40B4-BE49-F238E27FC236}">
                <a16:creationId xmlns:a16="http://schemas.microsoft.com/office/drawing/2014/main" id="{3D58F5F8-41BA-4EC2-AA2F-7EA98D9FE409}"/>
              </a:ext>
            </a:extLst>
          </p:cNvPr>
          <p:cNvSpPr>
            <a:spLocks noGrp="1"/>
          </p:cNvSpPr>
          <p:nvPr/>
        </p:nvSpPr>
        <p:spPr>
          <a:xfrm>
            <a:off x="6941695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8" name="F1_main_prauc_2517">
            <a:extLst>
              <a:ext uri="{FF2B5EF4-FFF2-40B4-BE49-F238E27FC236}">
                <a16:creationId xmlns:a16="http://schemas.microsoft.com/office/drawing/2014/main" id="{28113626-DA63-41D4-BB57-084C910960E5}"/>
              </a:ext>
            </a:extLst>
          </p:cNvPr>
          <p:cNvSpPr>
            <a:spLocks noGrp="1"/>
          </p:cNvSpPr>
          <p:nvPr/>
        </p:nvSpPr>
        <p:spPr>
          <a:xfrm>
            <a:off x="70282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9" name="F1_main_prauc_2518">
            <a:extLst>
              <a:ext uri="{FF2B5EF4-FFF2-40B4-BE49-F238E27FC236}">
                <a16:creationId xmlns:a16="http://schemas.microsoft.com/office/drawing/2014/main" id="{9CC8E555-E5F5-4A71-9F84-AA12FC7EA023}"/>
              </a:ext>
            </a:extLst>
          </p:cNvPr>
          <p:cNvSpPr>
            <a:spLocks noGrp="1"/>
          </p:cNvSpPr>
          <p:nvPr/>
        </p:nvSpPr>
        <p:spPr>
          <a:xfrm>
            <a:off x="6993549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0" name="F1_main_prauc_2519">
            <a:extLst>
              <a:ext uri="{FF2B5EF4-FFF2-40B4-BE49-F238E27FC236}">
                <a16:creationId xmlns:a16="http://schemas.microsoft.com/office/drawing/2014/main" id="{0E41F6FE-F3DC-4F04-AD76-561807DD4031}"/>
              </a:ext>
            </a:extLst>
          </p:cNvPr>
          <p:cNvSpPr>
            <a:spLocks noGrp="1"/>
          </p:cNvSpPr>
          <p:nvPr/>
        </p:nvSpPr>
        <p:spPr>
          <a:xfrm>
            <a:off x="69900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1" name="F1_main_prauc_2520">
            <a:extLst>
              <a:ext uri="{FF2B5EF4-FFF2-40B4-BE49-F238E27FC236}">
                <a16:creationId xmlns:a16="http://schemas.microsoft.com/office/drawing/2014/main" id="{A662908B-3AC4-4937-AAE9-70BE62222992}"/>
              </a:ext>
            </a:extLst>
          </p:cNvPr>
          <p:cNvSpPr>
            <a:spLocks noGrp="1"/>
          </p:cNvSpPr>
          <p:nvPr/>
        </p:nvSpPr>
        <p:spPr>
          <a:xfrm>
            <a:off x="70953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2" name="F1_main_prauc_2521">
            <a:extLst>
              <a:ext uri="{FF2B5EF4-FFF2-40B4-BE49-F238E27FC236}">
                <a16:creationId xmlns:a16="http://schemas.microsoft.com/office/drawing/2014/main" id="{EDFA2370-F572-4297-9A28-9DF4D4B832A8}"/>
              </a:ext>
            </a:extLst>
          </p:cNvPr>
          <p:cNvSpPr>
            <a:spLocks noGrp="1"/>
          </p:cNvSpPr>
          <p:nvPr/>
        </p:nvSpPr>
        <p:spPr>
          <a:xfrm>
            <a:off x="69306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3" name="F1_main_prauc_2522">
            <a:extLst>
              <a:ext uri="{FF2B5EF4-FFF2-40B4-BE49-F238E27FC236}">
                <a16:creationId xmlns:a16="http://schemas.microsoft.com/office/drawing/2014/main" id="{8E5476A1-7B66-4FFF-A056-659F8DE7091E}"/>
              </a:ext>
            </a:extLst>
          </p:cNvPr>
          <p:cNvSpPr>
            <a:spLocks noGrp="1"/>
          </p:cNvSpPr>
          <p:nvPr/>
        </p:nvSpPr>
        <p:spPr>
          <a:xfrm>
            <a:off x="708181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4" name="F1_main_prauc_2523">
            <a:extLst>
              <a:ext uri="{FF2B5EF4-FFF2-40B4-BE49-F238E27FC236}">
                <a16:creationId xmlns:a16="http://schemas.microsoft.com/office/drawing/2014/main" id="{945CBE30-B5F4-42A1-816A-526BAAA4EF0D}"/>
              </a:ext>
            </a:extLst>
          </p:cNvPr>
          <p:cNvSpPr>
            <a:spLocks noGrp="1"/>
          </p:cNvSpPr>
          <p:nvPr/>
        </p:nvSpPr>
        <p:spPr>
          <a:xfrm>
            <a:off x="70433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5" name="F1_main_prauc_2524">
            <a:extLst>
              <a:ext uri="{FF2B5EF4-FFF2-40B4-BE49-F238E27FC236}">
                <a16:creationId xmlns:a16="http://schemas.microsoft.com/office/drawing/2014/main" id="{96CC6D8C-B3F8-42ED-B501-7E64FEDB2DE0}"/>
              </a:ext>
            </a:extLst>
          </p:cNvPr>
          <p:cNvSpPr>
            <a:spLocks noGrp="1"/>
          </p:cNvSpPr>
          <p:nvPr/>
        </p:nvSpPr>
        <p:spPr>
          <a:xfrm>
            <a:off x="68893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6" name="F1_main_prauc_2525">
            <a:extLst>
              <a:ext uri="{FF2B5EF4-FFF2-40B4-BE49-F238E27FC236}">
                <a16:creationId xmlns:a16="http://schemas.microsoft.com/office/drawing/2014/main" id="{CC75B25E-5B63-4330-B088-D0A9BF8ED595}"/>
              </a:ext>
            </a:extLst>
          </p:cNvPr>
          <p:cNvSpPr>
            <a:spLocks noGrp="1"/>
          </p:cNvSpPr>
          <p:nvPr/>
        </p:nvSpPr>
        <p:spPr>
          <a:xfrm>
            <a:off x="69751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7" name="F1_main_prauc_2526">
            <a:extLst>
              <a:ext uri="{FF2B5EF4-FFF2-40B4-BE49-F238E27FC236}">
                <a16:creationId xmlns:a16="http://schemas.microsoft.com/office/drawing/2014/main" id="{507F95D8-4233-4150-B50D-070D576802F9}"/>
              </a:ext>
            </a:extLst>
          </p:cNvPr>
          <p:cNvSpPr>
            <a:spLocks noGrp="1"/>
          </p:cNvSpPr>
          <p:nvPr/>
        </p:nvSpPr>
        <p:spPr>
          <a:xfrm>
            <a:off x="70358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8" name="F1_main_prauc_2527">
            <a:extLst>
              <a:ext uri="{FF2B5EF4-FFF2-40B4-BE49-F238E27FC236}">
                <a16:creationId xmlns:a16="http://schemas.microsoft.com/office/drawing/2014/main" id="{AB057352-0BD9-489C-935A-248809464789}"/>
              </a:ext>
            </a:extLst>
          </p:cNvPr>
          <p:cNvSpPr>
            <a:spLocks noGrp="1"/>
          </p:cNvSpPr>
          <p:nvPr/>
        </p:nvSpPr>
        <p:spPr>
          <a:xfrm>
            <a:off x="69382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9" name="F1_main_prauc_2528">
            <a:extLst>
              <a:ext uri="{FF2B5EF4-FFF2-40B4-BE49-F238E27FC236}">
                <a16:creationId xmlns:a16="http://schemas.microsoft.com/office/drawing/2014/main" id="{4832A2CD-D645-4D56-8D01-5C7A850CA319}"/>
              </a:ext>
            </a:extLst>
          </p:cNvPr>
          <p:cNvSpPr>
            <a:spLocks noGrp="1"/>
          </p:cNvSpPr>
          <p:nvPr/>
        </p:nvSpPr>
        <p:spPr>
          <a:xfrm>
            <a:off x="70177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0" name="F1_main_prauc_2529">
            <a:extLst>
              <a:ext uri="{FF2B5EF4-FFF2-40B4-BE49-F238E27FC236}">
                <a16:creationId xmlns:a16="http://schemas.microsoft.com/office/drawing/2014/main" id="{78AD6620-5A66-4299-9639-EDACBE430434}"/>
              </a:ext>
            </a:extLst>
          </p:cNvPr>
          <p:cNvSpPr>
            <a:spLocks noGrp="1"/>
          </p:cNvSpPr>
          <p:nvPr/>
        </p:nvSpPr>
        <p:spPr>
          <a:xfrm>
            <a:off x="692887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1" name="F1_main_prauc_2530">
            <a:extLst>
              <a:ext uri="{FF2B5EF4-FFF2-40B4-BE49-F238E27FC236}">
                <a16:creationId xmlns:a16="http://schemas.microsoft.com/office/drawing/2014/main" id="{852C5B8F-619E-4CAF-9616-50003E0F0FFA}"/>
              </a:ext>
            </a:extLst>
          </p:cNvPr>
          <p:cNvSpPr>
            <a:spLocks noGrp="1"/>
          </p:cNvSpPr>
          <p:nvPr/>
        </p:nvSpPr>
        <p:spPr>
          <a:xfrm>
            <a:off x="70249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2" name="F1_main_prauc_2531">
            <a:extLst>
              <a:ext uri="{FF2B5EF4-FFF2-40B4-BE49-F238E27FC236}">
                <a16:creationId xmlns:a16="http://schemas.microsoft.com/office/drawing/2014/main" id="{970F49AD-9F2B-47AB-BF57-B8642C9AABCD}"/>
              </a:ext>
            </a:extLst>
          </p:cNvPr>
          <p:cNvSpPr>
            <a:spLocks noGrp="1"/>
          </p:cNvSpPr>
          <p:nvPr/>
        </p:nvSpPr>
        <p:spPr>
          <a:xfrm>
            <a:off x="7013597" y="587754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3" name="F1_main_prauc_2532">
            <a:extLst>
              <a:ext uri="{FF2B5EF4-FFF2-40B4-BE49-F238E27FC236}">
                <a16:creationId xmlns:a16="http://schemas.microsoft.com/office/drawing/2014/main" id="{0246D6C9-1C45-4EB4-991C-3AD18FC37BC1}"/>
              </a:ext>
            </a:extLst>
          </p:cNvPr>
          <p:cNvSpPr>
            <a:spLocks noGrp="1"/>
          </p:cNvSpPr>
          <p:nvPr/>
        </p:nvSpPr>
        <p:spPr>
          <a:xfrm>
            <a:off x="69267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4" name="F1_main_prauc_2533">
            <a:extLst>
              <a:ext uri="{FF2B5EF4-FFF2-40B4-BE49-F238E27FC236}">
                <a16:creationId xmlns:a16="http://schemas.microsoft.com/office/drawing/2014/main" id="{5011F6A2-7BDF-444F-A635-744ACFD8F0CC}"/>
              </a:ext>
            </a:extLst>
          </p:cNvPr>
          <p:cNvSpPr>
            <a:spLocks noGrp="1"/>
          </p:cNvSpPr>
          <p:nvPr/>
        </p:nvSpPr>
        <p:spPr>
          <a:xfrm>
            <a:off x="6981988" y="60395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5" name="F1_main_prauc_2534">
            <a:extLst>
              <a:ext uri="{FF2B5EF4-FFF2-40B4-BE49-F238E27FC236}">
                <a16:creationId xmlns:a16="http://schemas.microsoft.com/office/drawing/2014/main" id="{48150A1C-9B07-461E-A251-953133A5231B}"/>
              </a:ext>
            </a:extLst>
          </p:cNvPr>
          <p:cNvSpPr>
            <a:spLocks noGrp="1"/>
          </p:cNvSpPr>
          <p:nvPr/>
        </p:nvSpPr>
        <p:spPr>
          <a:xfrm>
            <a:off x="69004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6" name="F1_main_prauc_2535">
            <a:extLst>
              <a:ext uri="{FF2B5EF4-FFF2-40B4-BE49-F238E27FC236}">
                <a16:creationId xmlns:a16="http://schemas.microsoft.com/office/drawing/2014/main" id="{F2485307-2ADC-46C0-A0B5-02D72423DA4D}"/>
              </a:ext>
            </a:extLst>
          </p:cNvPr>
          <p:cNvSpPr>
            <a:spLocks noGrp="1"/>
          </p:cNvSpPr>
          <p:nvPr/>
        </p:nvSpPr>
        <p:spPr>
          <a:xfrm>
            <a:off x="69933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7" name="F1_main_prauc_2536">
            <a:extLst>
              <a:ext uri="{FF2B5EF4-FFF2-40B4-BE49-F238E27FC236}">
                <a16:creationId xmlns:a16="http://schemas.microsoft.com/office/drawing/2014/main" id="{298206D3-5FED-45AC-93E7-D0D7BC496B54}"/>
              </a:ext>
            </a:extLst>
          </p:cNvPr>
          <p:cNvSpPr>
            <a:spLocks noGrp="1"/>
          </p:cNvSpPr>
          <p:nvPr/>
        </p:nvSpPr>
        <p:spPr>
          <a:xfrm>
            <a:off x="692082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8" name="F1_main_prauc_2537">
            <a:extLst>
              <a:ext uri="{FF2B5EF4-FFF2-40B4-BE49-F238E27FC236}">
                <a16:creationId xmlns:a16="http://schemas.microsoft.com/office/drawing/2014/main" id="{421BC3EB-31E6-4D5A-97F7-68CBA31338AC}"/>
              </a:ext>
            </a:extLst>
          </p:cNvPr>
          <p:cNvSpPr>
            <a:spLocks noGrp="1"/>
          </p:cNvSpPr>
          <p:nvPr/>
        </p:nvSpPr>
        <p:spPr>
          <a:xfrm>
            <a:off x="7067471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9" name="F1_main_prauc_2538">
            <a:extLst>
              <a:ext uri="{FF2B5EF4-FFF2-40B4-BE49-F238E27FC236}">
                <a16:creationId xmlns:a16="http://schemas.microsoft.com/office/drawing/2014/main" id="{CEEB1015-CFA2-4C60-B448-CC72698F0C89}"/>
              </a:ext>
            </a:extLst>
          </p:cNvPr>
          <p:cNvSpPr>
            <a:spLocks noGrp="1"/>
          </p:cNvSpPr>
          <p:nvPr/>
        </p:nvSpPr>
        <p:spPr>
          <a:xfrm>
            <a:off x="70928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0" name="F1_main_prauc_2539">
            <a:extLst>
              <a:ext uri="{FF2B5EF4-FFF2-40B4-BE49-F238E27FC236}">
                <a16:creationId xmlns:a16="http://schemas.microsoft.com/office/drawing/2014/main" id="{3EE293AD-B54A-4DA7-A362-E752FFD819E1}"/>
              </a:ext>
            </a:extLst>
          </p:cNvPr>
          <p:cNvSpPr>
            <a:spLocks noGrp="1"/>
          </p:cNvSpPr>
          <p:nvPr/>
        </p:nvSpPr>
        <p:spPr>
          <a:xfrm>
            <a:off x="69944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1" name="F1_main_prauc_2540">
            <a:extLst>
              <a:ext uri="{FF2B5EF4-FFF2-40B4-BE49-F238E27FC236}">
                <a16:creationId xmlns:a16="http://schemas.microsoft.com/office/drawing/2014/main" id="{AD4605CA-0B31-461F-8808-7C6E9351A279}"/>
              </a:ext>
            </a:extLst>
          </p:cNvPr>
          <p:cNvSpPr>
            <a:spLocks noGrp="1"/>
          </p:cNvSpPr>
          <p:nvPr/>
        </p:nvSpPr>
        <p:spPr>
          <a:xfrm>
            <a:off x="708249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2" name="F1_main_prauc_2541">
            <a:extLst>
              <a:ext uri="{FF2B5EF4-FFF2-40B4-BE49-F238E27FC236}">
                <a16:creationId xmlns:a16="http://schemas.microsoft.com/office/drawing/2014/main" id="{1D4125F4-22A0-407B-8EEA-64805E7C0908}"/>
              </a:ext>
            </a:extLst>
          </p:cNvPr>
          <p:cNvSpPr>
            <a:spLocks noGrp="1"/>
          </p:cNvSpPr>
          <p:nvPr/>
        </p:nvSpPr>
        <p:spPr>
          <a:xfrm>
            <a:off x="70466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3" name="F1_main_prauc_2542">
            <a:extLst>
              <a:ext uri="{FF2B5EF4-FFF2-40B4-BE49-F238E27FC236}">
                <a16:creationId xmlns:a16="http://schemas.microsoft.com/office/drawing/2014/main" id="{43C64923-759E-472B-A699-987CD743B66A}"/>
              </a:ext>
            </a:extLst>
          </p:cNvPr>
          <p:cNvSpPr>
            <a:spLocks noGrp="1"/>
          </p:cNvSpPr>
          <p:nvPr/>
        </p:nvSpPr>
        <p:spPr>
          <a:xfrm>
            <a:off x="70523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4" name="F1_main_prauc_2543">
            <a:extLst>
              <a:ext uri="{FF2B5EF4-FFF2-40B4-BE49-F238E27FC236}">
                <a16:creationId xmlns:a16="http://schemas.microsoft.com/office/drawing/2014/main" id="{3B95ACB5-B8F0-4764-A0B4-4A4BE5486607}"/>
              </a:ext>
            </a:extLst>
          </p:cNvPr>
          <p:cNvSpPr>
            <a:spLocks noGrp="1"/>
          </p:cNvSpPr>
          <p:nvPr/>
        </p:nvSpPr>
        <p:spPr>
          <a:xfrm>
            <a:off x="70972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5" name="F1_main_prauc_2544">
            <a:extLst>
              <a:ext uri="{FF2B5EF4-FFF2-40B4-BE49-F238E27FC236}">
                <a16:creationId xmlns:a16="http://schemas.microsoft.com/office/drawing/2014/main" id="{476AE696-4C53-4EC4-9DEF-61AEB4892568}"/>
              </a:ext>
            </a:extLst>
          </p:cNvPr>
          <p:cNvSpPr>
            <a:spLocks noGrp="1"/>
          </p:cNvSpPr>
          <p:nvPr/>
        </p:nvSpPr>
        <p:spPr>
          <a:xfrm>
            <a:off x="706323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6" name="F1_main_prauc_2545">
            <a:extLst>
              <a:ext uri="{FF2B5EF4-FFF2-40B4-BE49-F238E27FC236}">
                <a16:creationId xmlns:a16="http://schemas.microsoft.com/office/drawing/2014/main" id="{D16C5AF0-A161-4352-8F07-0A76E4E348C5}"/>
              </a:ext>
            </a:extLst>
          </p:cNvPr>
          <p:cNvSpPr>
            <a:spLocks noGrp="1"/>
          </p:cNvSpPr>
          <p:nvPr/>
        </p:nvSpPr>
        <p:spPr>
          <a:xfrm>
            <a:off x="69400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7" name="F1_main_prauc_2546">
            <a:extLst>
              <a:ext uri="{FF2B5EF4-FFF2-40B4-BE49-F238E27FC236}">
                <a16:creationId xmlns:a16="http://schemas.microsoft.com/office/drawing/2014/main" id="{0EDADAB2-2E54-4C5F-9A72-A0BA06EB0DD5}"/>
              </a:ext>
            </a:extLst>
          </p:cNvPr>
          <p:cNvSpPr>
            <a:spLocks noGrp="1"/>
          </p:cNvSpPr>
          <p:nvPr/>
        </p:nvSpPr>
        <p:spPr>
          <a:xfrm>
            <a:off x="6857948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8" name="F1_main_prauc_2547">
            <a:extLst>
              <a:ext uri="{FF2B5EF4-FFF2-40B4-BE49-F238E27FC236}">
                <a16:creationId xmlns:a16="http://schemas.microsoft.com/office/drawing/2014/main" id="{71B891AE-7B3F-486C-9B0E-61EF7B15F57F}"/>
              </a:ext>
            </a:extLst>
          </p:cNvPr>
          <p:cNvSpPr>
            <a:spLocks noGrp="1"/>
          </p:cNvSpPr>
          <p:nvPr/>
        </p:nvSpPr>
        <p:spPr>
          <a:xfrm>
            <a:off x="7012623" y="34750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9" name="F1_main_prauc_2548">
            <a:extLst>
              <a:ext uri="{FF2B5EF4-FFF2-40B4-BE49-F238E27FC236}">
                <a16:creationId xmlns:a16="http://schemas.microsoft.com/office/drawing/2014/main" id="{F4421662-3927-4CD2-8668-97E5C5048007}"/>
              </a:ext>
            </a:extLst>
          </p:cNvPr>
          <p:cNvSpPr>
            <a:spLocks noGrp="1"/>
          </p:cNvSpPr>
          <p:nvPr/>
        </p:nvSpPr>
        <p:spPr>
          <a:xfrm>
            <a:off x="695350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0" name="F1_main_prauc_2549">
            <a:extLst>
              <a:ext uri="{FF2B5EF4-FFF2-40B4-BE49-F238E27FC236}">
                <a16:creationId xmlns:a16="http://schemas.microsoft.com/office/drawing/2014/main" id="{8FEBF164-08FE-4F6A-86B3-D09786E4BAC5}"/>
              </a:ext>
            </a:extLst>
          </p:cNvPr>
          <p:cNvSpPr>
            <a:spLocks noGrp="1"/>
          </p:cNvSpPr>
          <p:nvPr/>
        </p:nvSpPr>
        <p:spPr>
          <a:xfrm>
            <a:off x="700563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1" name="F1_main_prauc_2550">
            <a:extLst>
              <a:ext uri="{FF2B5EF4-FFF2-40B4-BE49-F238E27FC236}">
                <a16:creationId xmlns:a16="http://schemas.microsoft.com/office/drawing/2014/main" id="{CC853836-3575-4695-A47E-36ACBA8292E6}"/>
              </a:ext>
            </a:extLst>
          </p:cNvPr>
          <p:cNvSpPr>
            <a:spLocks noGrp="1"/>
          </p:cNvSpPr>
          <p:nvPr/>
        </p:nvSpPr>
        <p:spPr>
          <a:xfrm>
            <a:off x="68808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2" name="F1_main_prauc_2551">
            <a:extLst>
              <a:ext uri="{FF2B5EF4-FFF2-40B4-BE49-F238E27FC236}">
                <a16:creationId xmlns:a16="http://schemas.microsoft.com/office/drawing/2014/main" id="{E6222E55-59AC-4347-9612-1519FE5DA2F8}"/>
              </a:ext>
            </a:extLst>
          </p:cNvPr>
          <p:cNvSpPr>
            <a:spLocks noGrp="1"/>
          </p:cNvSpPr>
          <p:nvPr/>
        </p:nvSpPr>
        <p:spPr>
          <a:xfrm>
            <a:off x="700969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3" name="F1_main_prauc_2552">
            <a:extLst>
              <a:ext uri="{FF2B5EF4-FFF2-40B4-BE49-F238E27FC236}">
                <a16:creationId xmlns:a16="http://schemas.microsoft.com/office/drawing/2014/main" id="{9B716F63-559F-4D36-B885-971A7992CF4A}"/>
              </a:ext>
            </a:extLst>
          </p:cNvPr>
          <p:cNvSpPr>
            <a:spLocks noGrp="1"/>
          </p:cNvSpPr>
          <p:nvPr/>
        </p:nvSpPr>
        <p:spPr>
          <a:xfrm>
            <a:off x="6927671" y="60229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4" name="F1_main_prauc_2553">
            <a:extLst>
              <a:ext uri="{FF2B5EF4-FFF2-40B4-BE49-F238E27FC236}">
                <a16:creationId xmlns:a16="http://schemas.microsoft.com/office/drawing/2014/main" id="{3CCC35F1-A77B-43D4-B08A-178C252AB179}"/>
              </a:ext>
            </a:extLst>
          </p:cNvPr>
          <p:cNvSpPr>
            <a:spLocks noGrp="1"/>
          </p:cNvSpPr>
          <p:nvPr/>
        </p:nvSpPr>
        <p:spPr>
          <a:xfrm>
            <a:off x="70915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5" name="F1_main_prauc_2554">
            <a:extLst>
              <a:ext uri="{FF2B5EF4-FFF2-40B4-BE49-F238E27FC236}">
                <a16:creationId xmlns:a16="http://schemas.microsoft.com/office/drawing/2014/main" id="{2243F9F1-6B58-4E7B-A9DB-33C6BE7AC11F}"/>
              </a:ext>
            </a:extLst>
          </p:cNvPr>
          <p:cNvSpPr>
            <a:spLocks noGrp="1"/>
          </p:cNvSpPr>
          <p:nvPr/>
        </p:nvSpPr>
        <p:spPr>
          <a:xfrm>
            <a:off x="69772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6" name="F1_main_prauc_2555">
            <a:extLst>
              <a:ext uri="{FF2B5EF4-FFF2-40B4-BE49-F238E27FC236}">
                <a16:creationId xmlns:a16="http://schemas.microsoft.com/office/drawing/2014/main" id="{9313C6C2-7C4A-4F7D-BF69-1781B975AC77}"/>
              </a:ext>
            </a:extLst>
          </p:cNvPr>
          <p:cNvSpPr>
            <a:spLocks noGrp="1"/>
          </p:cNvSpPr>
          <p:nvPr/>
        </p:nvSpPr>
        <p:spPr>
          <a:xfrm>
            <a:off x="69357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7" name="F1_main_prauc_2556">
            <a:extLst>
              <a:ext uri="{FF2B5EF4-FFF2-40B4-BE49-F238E27FC236}">
                <a16:creationId xmlns:a16="http://schemas.microsoft.com/office/drawing/2014/main" id="{1416A5E4-B10C-4047-96A8-1650FF72597B}"/>
              </a:ext>
            </a:extLst>
          </p:cNvPr>
          <p:cNvSpPr>
            <a:spLocks noGrp="1"/>
          </p:cNvSpPr>
          <p:nvPr/>
        </p:nvSpPr>
        <p:spPr>
          <a:xfrm>
            <a:off x="706056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8" name="F1_main_prauc_2557">
            <a:extLst>
              <a:ext uri="{FF2B5EF4-FFF2-40B4-BE49-F238E27FC236}">
                <a16:creationId xmlns:a16="http://schemas.microsoft.com/office/drawing/2014/main" id="{97436BD1-A1DA-4C00-89EB-783E8E114AA8}"/>
              </a:ext>
            </a:extLst>
          </p:cNvPr>
          <p:cNvSpPr>
            <a:spLocks noGrp="1"/>
          </p:cNvSpPr>
          <p:nvPr/>
        </p:nvSpPr>
        <p:spPr>
          <a:xfrm>
            <a:off x="69756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9" name="F1_main_prauc_2558">
            <a:extLst>
              <a:ext uri="{FF2B5EF4-FFF2-40B4-BE49-F238E27FC236}">
                <a16:creationId xmlns:a16="http://schemas.microsoft.com/office/drawing/2014/main" id="{208D20FD-932A-4E29-AD7A-F8847FDAB9A8}"/>
              </a:ext>
            </a:extLst>
          </p:cNvPr>
          <p:cNvSpPr>
            <a:spLocks noGrp="1"/>
          </p:cNvSpPr>
          <p:nvPr/>
        </p:nvSpPr>
        <p:spPr>
          <a:xfrm>
            <a:off x="706007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0" name="F1_main_prauc_2559">
            <a:extLst>
              <a:ext uri="{FF2B5EF4-FFF2-40B4-BE49-F238E27FC236}">
                <a16:creationId xmlns:a16="http://schemas.microsoft.com/office/drawing/2014/main" id="{B7BD0BDC-4148-4ED2-B184-28D0D7F34F9E}"/>
              </a:ext>
            </a:extLst>
          </p:cNvPr>
          <p:cNvSpPr>
            <a:spLocks noGrp="1"/>
          </p:cNvSpPr>
          <p:nvPr/>
        </p:nvSpPr>
        <p:spPr>
          <a:xfrm>
            <a:off x="702439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1" name="F1_main_prauc_2560">
            <a:extLst>
              <a:ext uri="{FF2B5EF4-FFF2-40B4-BE49-F238E27FC236}">
                <a16:creationId xmlns:a16="http://schemas.microsoft.com/office/drawing/2014/main" id="{71F3D3D8-2180-4F0B-830E-0E16386086CB}"/>
              </a:ext>
            </a:extLst>
          </p:cNvPr>
          <p:cNvSpPr>
            <a:spLocks noGrp="1"/>
          </p:cNvSpPr>
          <p:nvPr/>
        </p:nvSpPr>
        <p:spPr>
          <a:xfrm>
            <a:off x="69972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2" name="F1_main_prauc_2561">
            <a:extLst>
              <a:ext uri="{FF2B5EF4-FFF2-40B4-BE49-F238E27FC236}">
                <a16:creationId xmlns:a16="http://schemas.microsoft.com/office/drawing/2014/main" id="{7806FC4F-E1FC-4A2B-8F35-7585F0AE1B43}"/>
              </a:ext>
            </a:extLst>
          </p:cNvPr>
          <p:cNvSpPr>
            <a:spLocks noGrp="1"/>
          </p:cNvSpPr>
          <p:nvPr/>
        </p:nvSpPr>
        <p:spPr>
          <a:xfrm>
            <a:off x="708826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3" name="F1_main_prauc_2562">
            <a:extLst>
              <a:ext uri="{FF2B5EF4-FFF2-40B4-BE49-F238E27FC236}">
                <a16:creationId xmlns:a16="http://schemas.microsoft.com/office/drawing/2014/main" id="{F7F55A9A-8EE5-4B2C-BE1A-00446C31839D}"/>
              </a:ext>
            </a:extLst>
          </p:cNvPr>
          <p:cNvSpPr>
            <a:spLocks noGrp="1"/>
          </p:cNvSpPr>
          <p:nvPr/>
        </p:nvSpPr>
        <p:spPr>
          <a:xfrm>
            <a:off x="68664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4" name="F1_main_prauc_2563">
            <a:extLst>
              <a:ext uri="{FF2B5EF4-FFF2-40B4-BE49-F238E27FC236}">
                <a16:creationId xmlns:a16="http://schemas.microsoft.com/office/drawing/2014/main" id="{A59504A4-F24C-41C7-B6D0-0FC4C70556D7}"/>
              </a:ext>
            </a:extLst>
          </p:cNvPr>
          <p:cNvSpPr>
            <a:spLocks noGrp="1"/>
          </p:cNvSpPr>
          <p:nvPr/>
        </p:nvSpPr>
        <p:spPr>
          <a:xfrm>
            <a:off x="7076590" y="60966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5" name="F1_main_prauc_2564">
            <a:extLst>
              <a:ext uri="{FF2B5EF4-FFF2-40B4-BE49-F238E27FC236}">
                <a16:creationId xmlns:a16="http://schemas.microsoft.com/office/drawing/2014/main" id="{92126B28-7C38-41A0-BD83-8CAF60ECFF6A}"/>
              </a:ext>
            </a:extLst>
          </p:cNvPr>
          <p:cNvSpPr>
            <a:spLocks noGrp="1"/>
          </p:cNvSpPr>
          <p:nvPr/>
        </p:nvSpPr>
        <p:spPr>
          <a:xfrm>
            <a:off x="69319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6" name="F1_main_prauc_2565">
            <a:extLst>
              <a:ext uri="{FF2B5EF4-FFF2-40B4-BE49-F238E27FC236}">
                <a16:creationId xmlns:a16="http://schemas.microsoft.com/office/drawing/2014/main" id="{12DF05C4-531E-402A-B334-2338E9BA9843}"/>
              </a:ext>
            </a:extLst>
          </p:cNvPr>
          <p:cNvSpPr>
            <a:spLocks noGrp="1"/>
          </p:cNvSpPr>
          <p:nvPr/>
        </p:nvSpPr>
        <p:spPr>
          <a:xfrm>
            <a:off x="6865956" y="58730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7" name="F1_main_prauc_2566">
            <a:extLst>
              <a:ext uri="{FF2B5EF4-FFF2-40B4-BE49-F238E27FC236}">
                <a16:creationId xmlns:a16="http://schemas.microsoft.com/office/drawing/2014/main" id="{A3FF1EE1-58C4-4669-AA54-25764127E1D1}"/>
              </a:ext>
            </a:extLst>
          </p:cNvPr>
          <p:cNvSpPr>
            <a:spLocks noGrp="1"/>
          </p:cNvSpPr>
          <p:nvPr/>
        </p:nvSpPr>
        <p:spPr>
          <a:xfrm>
            <a:off x="854393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8" name="F1_main_prauc_2567">
            <a:extLst>
              <a:ext uri="{FF2B5EF4-FFF2-40B4-BE49-F238E27FC236}">
                <a16:creationId xmlns:a16="http://schemas.microsoft.com/office/drawing/2014/main" id="{48FEA536-12D5-4CF2-AB83-D7E5852DC066}"/>
              </a:ext>
            </a:extLst>
          </p:cNvPr>
          <p:cNvSpPr>
            <a:spLocks noGrp="1"/>
          </p:cNvSpPr>
          <p:nvPr/>
        </p:nvSpPr>
        <p:spPr>
          <a:xfrm>
            <a:off x="84391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9" name="F1_main_prauc_2568">
            <a:extLst>
              <a:ext uri="{FF2B5EF4-FFF2-40B4-BE49-F238E27FC236}">
                <a16:creationId xmlns:a16="http://schemas.microsoft.com/office/drawing/2014/main" id="{F25CDFF3-DF2D-4AA7-9131-2FD4564A0EA2}"/>
              </a:ext>
            </a:extLst>
          </p:cNvPr>
          <p:cNvSpPr>
            <a:spLocks noGrp="1"/>
          </p:cNvSpPr>
          <p:nvPr/>
        </p:nvSpPr>
        <p:spPr>
          <a:xfrm>
            <a:off x="847611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0" name="F1_main_prauc_2569">
            <a:extLst>
              <a:ext uri="{FF2B5EF4-FFF2-40B4-BE49-F238E27FC236}">
                <a16:creationId xmlns:a16="http://schemas.microsoft.com/office/drawing/2014/main" id="{B098E2B3-7316-4BA7-AF53-F114B82E8452}"/>
              </a:ext>
            </a:extLst>
          </p:cNvPr>
          <p:cNvSpPr>
            <a:spLocks noGrp="1"/>
          </p:cNvSpPr>
          <p:nvPr/>
        </p:nvSpPr>
        <p:spPr>
          <a:xfrm>
            <a:off x="84791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1" name="F1_main_prauc_2570">
            <a:extLst>
              <a:ext uri="{FF2B5EF4-FFF2-40B4-BE49-F238E27FC236}">
                <a16:creationId xmlns:a16="http://schemas.microsoft.com/office/drawing/2014/main" id="{7246B895-64A3-4F94-855F-A59AED43A620}"/>
              </a:ext>
            </a:extLst>
          </p:cNvPr>
          <p:cNvSpPr>
            <a:spLocks noGrp="1"/>
          </p:cNvSpPr>
          <p:nvPr/>
        </p:nvSpPr>
        <p:spPr>
          <a:xfrm>
            <a:off x="8455457" y="529720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2" name="F1_main_prauc_2571">
            <a:extLst>
              <a:ext uri="{FF2B5EF4-FFF2-40B4-BE49-F238E27FC236}">
                <a16:creationId xmlns:a16="http://schemas.microsoft.com/office/drawing/2014/main" id="{3FFD4CC4-5696-4A96-A1F4-E6C5037FA3DF}"/>
              </a:ext>
            </a:extLst>
          </p:cNvPr>
          <p:cNvSpPr>
            <a:spLocks noGrp="1"/>
          </p:cNvSpPr>
          <p:nvPr/>
        </p:nvSpPr>
        <p:spPr>
          <a:xfrm>
            <a:off x="860619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3" name="F1_main_prauc_2572">
            <a:extLst>
              <a:ext uri="{FF2B5EF4-FFF2-40B4-BE49-F238E27FC236}">
                <a16:creationId xmlns:a16="http://schemas.microsoft.com/office/drawing/2014/main" id="{32111956-923A-4A82-A2E4-869F9A7EAB25}"/>
              </a:ext>
            </a:extLst>
          </p:cNvPr>
          <p:cNvSpPr>
            <a:spLocks noGrp="1"/>
          </p:cNvSpPr>
          <p:nvPr/>
        </p:nvSpPr>
        <p:spPr>
          <a:xfrm>
            <a:off x="842893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4" name="F1_main_prauc_2573">
            <a:extLst>
              <a:ext uri="{FF2B5EF4-FFF2-40B4-BE49-F238E27FC236}">
                <a16:creationId xmlns:a16="http://schemas.microsoft.com/office/drawing/2014/main" id="{0790C603-3B89-4ADA-9B93-8B0968C58AA9}"/>
              </a:ext>
            </a:extLst>
          </p:cNvPr>
          <p:cNvSpPr>
            <a:spLocks noGrp="1"/>
          </p:cNvSpPr>
          <p:nvPr/>
        </p:nvSpPr>
        <p:spPr>
          <a:xfrm>
            <a:off x="8497050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5" name="F1_main_prauc_2574">
            <a:extLst>
              <a:ext uri="{FF2B5EF4-FFF2-40B4-BE49-F238E27FC236}">
                <a16:creationId xmlns:a16="http://schemas.microsoft.com/office/drawing/2014/main" id="{6C839DF9-BE2D-401F-8F04-6AC51A430357}"/>
              </a:ext>
            </a:extLst>
          </p:cNvPr>
          <p:cNvSpPr>
            <a:spLocks noGrp="1"/>
          </p:cNvSpPr>
          <p:nvPr/>
        </p:nvSpPr>
        <p:spPr>
          <a:xfrm>
            <a:off x="860561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6" name="F1_main_prauc_2575">
            <a:extLst>
              <a:ext uri="{FF2B5EF4-FFF2-40B4-BE49-F238E27FC236}">
                <a16:creationId xmlns:a16="http://schemas.microsoft.com/office/drawing/2014/main" id="{6BED4047-383C-4D17-A903-96566ABF3000}"/>
              </a:ext>
            </a:extLst>
          </p:cNvPr>
          <p:cNvSpPr>
            <a:spLocks noGrp="1"/>
          </p:cNvSpPr>
          <p:nvPr/>
        </p:nvSpPr>
        <p:spPr>
          <a:xfrm>
            <a:off x="8553285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7" name="F1_main_prauc_2576">
            <a:extLst>
              <a:ext uri="{FF2B5EF4-FFF2-40B4-BE49-F238E27FC236}">
                <a16:creationId xmlns:a16="http://schemas.microsoft.com/office/drawing/2014/main" id="{DEBFEFF2-9E33-4AFE-AF95-586D243354B5}"/>
              </a:ext>
            </a:extLst>
          </p:cNvPr>
          <p:cNvSpPr>
            <a:spLocks noGrp="1"/>
          </p:cNvSpPr>
          <p:nvPr/>
        </p:nvSpPr>
        <p:spPr>
          <a:xfrm>
            <a:off x="8491003" y="60949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8" name="F1_main_prauc_2577">
            <a:extLst>
              <a:ext uri="{FF2B5EF4-FFF2-40B4-BE49-F238E27FC236}">
                <a16:creationId xmlns:a16="http://schemas.microsoft.com/office/drawing/2014/main" id="{EB0A35EF-19E9-46CB-98BD-153D40169754}"/>
              </a:ext>
            </a:extLst>
          </p:cNvPr>
          <p:cNvSpPr>
            <a:spLocks noGrp="1"/>
          </p:cNvSpPr>
          <p:nvPr/>
        </p:nvSpPr>
        <p:spPr>
          <a:xfrm>
            <a:off x="8648935" y="47414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9" name="F1_main_prauc_2578">
            <a:extLst>
              <a:ext uri="{FF2B5EF4-FFF2-40B4-BE49-F238E27FC236}">
                <a16:creationId xmlns:a16="http://schemas.microsoft.com/office/drawing/2014/main" id="{DBC03132-EE58-4F0E-A536-7EB852F55755}"/>
              </a:ext>
            </a:extLst>
          </p:cNvPr>
          <p:cNvSpPr>
            <a:spLocks noGrp="1"/>
          </p:cNvSpPr>
          <p:nvPr/>
        </p:nvSpPr>
        <p:spPr>
          <a:xfrm>
            <a:off x="8470437" y="3597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0" name="F1_main_prauc_2579">
            <a:extLst>
              <a:ext uri="{FF2B5EF4-FFF2-40B4-BE49-F238E27FC236}">
                <a16:creationId xmlns:a16="http://schemas.microsoft.com/office/drawing/2014/main" id="{0F02FC2C-F878-4C85-81A2-B0BEDFC872B5}"/>
              </a:ext>
            </a:extLst>
          </p:cNvPr>
          <p:cNvSpPr>
            <a:spLocks noGrp="1"/>
          </p:cNvSpPr>
          <p:nvPr/>
        </p:nvSpPr>
        <p:spPr>
          <a:xfrm>
            <a:off x="86122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1" name="F1_main_prauc_2580">
            <a:extLst>
              <a:ext uri="{FF2B5EF4-FFF2-40B4-BE49-F238E27FC236}">
                <a16:creationId xmlns:a16="http://schemas.microsoft.com/office/drawing/2014/main" id="{4FBD027B-4419-4AD9-9E5A-AEC4C887B8A1}"/>
              </a:ext>
            </a:extLst>
          </p:cNvPr>
          <p:cNvSpPr>
            <a:spLocks noGrp="1"/>
          </p:cNvSpPr>
          <p:nvPr/>
        </p:nvSpPr>
        <p:spPr>
          <a:xfrm>
            <a:off x="84592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2" name="F1_main_prauc_2581">
            <a:extLst>
              <a:ext uri="{FF2B5EF4-FFF2-40B4-BE49-F238E27FC236}">
                <a16:creationId xmlns:a16="http://schemas.microsoft.com/office/drawing/2014/main" id="{B6D6CD84-4C3C-4D89-8AF6-AFD2E700E72D}"/>
              </a:ext>
            </a:extLst>
          </p:cNvPr>
          <p:cNvSpPr>
            <a:spLocks noGrp="1"/>
          </p:cNvSpPr>
          <p:nvPr/>
        </p:nvSpPr>
        <p:spPr>
          <a:xfrm>
            <a:off x="8543561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3" name="F1_main_prauc_2582">
            <a:extLst>
              <a:ext uri="{FF2B5EF4-FFF2-40B4-BE49-F238E27FC236}">
                <a16:creationId xmlns:a16="http://schemas.microsoft.com/office/drawing/2014/main" id="{CB178AD4-B680-43BF-9041-2B16FD04ABBA}"/>
              </a:ext>
            </a:extLst>
          </p:cNvPr>
          <p:cNvSpPr>
            <a:spLocks noGrp="1"/>
          </p:cNvSpPr>
          <p:nvPr/>
        </p:nvSpPr>
        <p:spPr>
          <a:xfrm>
            <a:off x="86709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4" name="F1_main_prauc_2583">
            <a:extLst>
              <a:ext uri="{FF2B5EF4-FFF2-40B4-BE49-F238E27FC236}">
                <a16:creationId xmlns:a16="http://schemas.microsoft.com/office/drawing/2014/main" id="{11FA7596-C249-4B37-98AD-DDBAA4601D10}"/>
              </a:ext>
            </a:extLst>
          </p:cNvPr>
          <p:cNvSpPr>
            <a:spLocks noGrp="1"/>
          </p:cNvSpPr>
          <p:nvPr/>
        </p:nvSpPr>
        <p:spPr>
          <a:xfrm>
            <a:off x="84828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5" name="F1_main_prauc_2584">
            <a:extLst>
              <a:ext uri="{FF2B5EF4-FFF2-40B4-BE49-F238E27FC236}">
                <a16:creationId xmlns:a16="http://schemas.microsoft.com/office/drawing/2014/main" id="{76867998-0D5D-4188-99DA-F8F465B8E7E7}"/>
              </a:ext>
            </a:extLst>
          </p:cNvPr>
          <p:cNvSpPr>
            <a:spLocks noGrp="1"/>
          </p:cNvSpPr>
          <p:nvPr/>
        </p:nvSpPr>
        <p:spPr>
          <a:xfrm>
            <a:off x="842740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6" name="F1_main_prauc_2585">
            <a:extLst>
              <a:ext uri="{FF2B5EF4-FFF2-40B4-BE49-F238E27FC236}">
                <a16:creationId xmlns:a16="http://schemas.microsoft.com/office/drawing/2014/main" id="{E4C04EFC-5796-49DA-B674-6D7DDF6827D9}"/>
              </a:ext>
            </a:extLst>
          </p:cNvPr>
          <p:cNvSpPr>
            <a:spLocks noGrp="1"/>
          </p:cNvSpPr>
          <p:nvPr/>
        </p:nvSpPr>
        <p:spPr>
          <a:xfrm>
            <a:off x="8497468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7" name="F1_main_prauc_2586">
            <a:extLst>
              <a:ext uri="{FF2B5EF4-FFF2-40B4-BE49-F238E27FC236}">
                <a16:creationId xmlns:a16="http://schemas.microsoft.com/office/drawing/2014/main" id="{A6FB7B26-ED55-4305-B2CE-561120533913}"/>
              </a:ext>
            </a:extLst>
          </p:cNvPr>
          <p:cNvSpPr>
            <a:spLocks noGrp="1"/>
          </p:cNvSpPr>
          <p:nvPr/>
        </p:nvSpPr>
        <p:spPr>
          <a:xfrm>
            <a:off x="867309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8" name="F1_main_prauc_2587">
            <a:extLst>
              <a:ext uri="{FF2B5EF4-FFF2-40B4-BE49-F238E27FC236}">
                <a16:creationId xmlns:a16="http://schemas.microsoft.com/office/drawing/2014/main" id="{98B44DCA-3F6D-4539-9A21-0D553A1930DC}"/>
              </a:ext>
            </a:extLst>
          </p:cNvPr>
          <p:cNvSpPr>
            <a:spLocks noGrp="1"/>
          </p:cNvSpPr>
          <p:nvPr/>
        </p:nvSpPr>
        <p:spPr>
          <a:xfrm>
            <a:off x="84527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9" name="F1_main_prauc_2588">
            <a:extLst>
              <a:ext uri="{FF2B5EF4-FFF2-40B4-BE49-F238E27FC236}">
                <a16:creationId xmlns:a16="http://schemas.microsoft.com/office/drawing/2014/main" id="{05F9E09A-995B-48CA-9E53-2E093860162E}"/>
              </a:ext>
            </a:extLst>
          </p:cNvPr>
          <p:cNvSpPr>
            <a:spLocks noGrp="1"/>
          </p:cNvSpPr>
          <p:nvPr/>
        </p:nvSpPr>
        <p:spPr>
          <a:xfrm>
            <a:off x="8586545" y="546837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0" name="F1_main_prauc_2589">
            <a:extLst>
              <a:ext uri="{FF2B5EF4-FFF2-40B4-BE49-F238E27FC236}">
                <a16:creationId xmlns:a16="http://schemas.microsoft.com/office/drawing/2014/main" id="{32EEFF7B-AC1E-4F35-BFFD-CF5EACF458E1}"/>
              </a:ext>
            </a:extLst>
          </p:cNvPr>
          <p:cNvSpPr>
            <a:spLocks noGrp="1"/>
          </p:cNvSpPr>
          <p:nvPr/>
        </p:nvSpPr>
        <p:spPr>
          <a:xfrm>
            <a:off x="8570858" y="60191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1" name="F1_main_prauc_2590">
            <a:extLst>
              <a:ext uri="{FF2B5EF4-FFF2-40B4-BE49-F238E27FC236}">
                <a16:creationId xmlns:a16="http://schemas.microsoft.com/office/drawing/2014/main" id="{DF4A6E94-7880-4BF5-9527-52F515D28A6A}"/>
              </a:ext>
            </a:extLst>
          </p:cNvPr>
          <p:cNvSpPr>
            <a:spLocks noGrp="1"/>
          </p:cNvSpPr>
          <p:nvPr/>
        </p:nvSpPr>
        <p:spPr>
          <a:xfrm>
            <a:off x="860400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2" name="F1_main_prauc_2591">
            <a:extLst>
              <a:ext uri="{FF2B5EF4-FFF2-40B4-BE49-F238E27FC236}">
                <a16:creationId xmlns:a16="http://schemas.microsoft.com/office/drawing/2014/main" id="{8A3DC7EC-E6A3-42FB-A39E-0C9C379710BF}"/>
              </a:ext>
            </a:extLst>
          </p:cNvPr>
          <p:cNvSpPr>
            <a:spLocks noGrp="1"/>
          </p:cNvSpPr>
          <p:nvPr/>
        </p:nvSpPr>
        <p:spPr>
          <a:xfrm>
            <a:off x="848623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3" name="F1_main_prauc_2592">
            <a:extLst>
              <a:ext uri="{FF2B5EF4-FFF2-40B4-BE49-F238E27FC236}">
                <a16:creationId xmlns:a16="http://schemas.microsoft.com/office/drawing/2014/main" id="{01E7FA14-1CAE-4B8F-82D6-639D7278C354}"/>
              </a:ext>
            </a:extLst>
          </p:cNvPr>
          <p:cNvSpPr>
            <a:spLocks noGrp="1"/>
          </p:cNvSpPr>
          <p:nvPr/>
        </p:nvSpPr>
        <p:spPr>
          <a:xfrm>
            <a:off x="85475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4" name="F1_main_prauc_2593">
            <a:extLst>
              <a:ext uri="{FF2B5EF4-FFF2-40B4-BE49-F238E27FC236}">
                <a16:creationId xmlns:a16="http://schemas.microsoft.com/office/drawing/2014/main" id="{915AC671-6C3B-4F36-B5AD-96EBC4A08C9A}"/>
              </a:ext>
            </a:extLst>
          </p:cNvPr>
          <p:cNvSpPr>
            <a:spLocks noGrp="1"/>
          </p:cNvSpPr>
          <p:nvPr/>
        </p:nvSpPr>
        <p:spPr>
          <a:xfrm>
            <a:off x="861436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5" name="F1_main_prauc_2594">
            <a:extLst>
              <a:ext uri="{FF2B5EF4-FFF2-40B4-BE49-F238E27FC236}">
                <a16:creationId xmlns:a16="http://schemas.microsoft.com/office/drawing/2014/main" id="{0370AEC7-CBB3-42DA-9199-B9095C9949FF}"/>
              </a:ext>
            </a:extLst>
          </p:cNvPr>
          <p:cNvSpPr>
            <a:spLocks noGrp="1"/>
          </p:cNvSpPr>
          <p:nvPr/>
        </p:nvSpPr>
        <p:spPr>
          <a:xfrm>
            <a:off x="8563388" y="56482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6" name="F1_main_prauc_2595">
            <a:extLst>
              <a:ext uri="{FF2B5EF4-FFF2-40B4-BE49-F238E27FC236}">
                <a16:creationId xmlns:a16="http://schemas.microsoft.com/office/drawing/2014/main" id="{5FF3A89C-7D81-48C4-9B91-5069543D7EE1}"/>
              </a:ext>
            </a:extLst>
          </p:cNvPr>
          <p:cNvSpPr>
            <a:spLocks noGrp="1"/>
          </p:cNvSpPr>
          <p:nvPr/>
        </p:nvSpPr>
        <p:spPr>
          <a:xfrm>
            <a:off x="855212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7" name="F1_main_prauc_2596">
            <a:extLst>
              <a:ext uri="{FF2B5EF4-FFF2-40B4-BE49-F238E27FC236}">
                <a16:creationId xmlns:a16="http://schemas.microsoft.com/office/drawing/2014/main" id="{4A61638A-3129-4C40-990D-7CF325E4C948}"/>
              </a:ext>
            </a:extLst>
          </p:cNvPr>
          <p:cNvSpPr>
            <a:spLocks noGrp="1"/>
          </p:cNvSpPr>
          <p:nvPr/>
        </p:nvSpPr>
        <p:spPr>
          <a:xfrm>
            <a:off x="84387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8" name="F1_main_prauc_2597">
            <a:extLst>
              <a:ext uri="{FF2B5EF4-FFF2-40B4-BE49-F238E27FC236}">
                <a16:creationId xmlns:a16="http://schemas.microsoft.com/office/drawing/2014/main" id="{93EB88D1-1B99-473C-BD50-C1AB14D92110}"/>
              </a:ext>
            </a:extLst>
          </p:cNvPr>
          <p:cNvSpPr>
            <a:spLocks noGrp="1"/>
          </p:cNvSpPr>
          <p:nvPr/>
        </p:nvSpPr>
        <p:spPr>
          <a:xfrm>
            <a:off x="8463860" y="60373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9" name="F1_main_prauc_2598">
            <a:extLst>
              <a:ext uri="{FF2B5EF4-FFF2-40B4-BE49-F238E27FC236}">
                <a16:creationId xmlns:a16="http://schemas.microsoft.com/office/drawing/2014/main" id="{AEC7813A-C783-46E3-8F69-1938F6DE5C92}"/>
              </a:ext>
            </a:extLst>
          </p:cNvPr>
          <p:cNvSpPr>
            <a:spLocks noGrp="1"/>
          </p:cNvSpPr>
          <p:nvPr/>
        </p:nvSpPr>
        <p:spPr>
          <a:xfrm>
            <a:off x="858070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0" name="F1_main_prauc_2599">
            <a:extLst>
              <a:ext uri="{FF2B5EF4-FFF2-40B4-BE49-F238E27FC236}">
                <a16:creationId xmlns:a16="http://schemas.microsoft.com/office/drawing/2014/main" id="{306DAA05-BD78-4990-AEA0-E7BB22ABE17D}"/>
              </a:ext>
            </a:extLst>
          </p:cNvPr>
          <p:cNvSpPr>
            <a:spLocks noGrp="1"/>
          </p:cNvSpPr>
          <p:nvPr/>
        </p:nvSpPr>
        <p:spPr>
          <a:xfrm>
            <a:off x="844577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1" name="F1_main_prauc_2600">
            <a:extLst>
              <a:ext uri="{FF2B5EF4-FFF2-40B4-BE49-F238E27FC236}">
                <a16:creationId xmlns:a16="http://schemas.microsoft.com/office/drawing/2014/main" id="{3577D70D-A73C-43FE-8B20-9A981CFC1568}"/>
              </a:ext>
            </a:extLst>
          </p:cNvPr>
          <p:cNvSpPr>
            <a:spLocks noGrp="1"/>
          </p:cNvSpPr>
          <p:nvPr/>
        </p:nvSpPr>
        <p:spPr>
          <a:xfrm>
            <a:off x="86351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2" name="F1_main_prauc_2601">
            <a:extLst>
              <a:ext uri="{FF2B5EF4-FFF2-40B4-BE49-F238E27FC236}">
                <a16:creationId xmlns:a16="http://schemas.microsoft.com/office/drawing/2014/main" id="{39071268-E452-4EE0-8890-564408DC22AC}"/>
              </a:ext>
            </a:extLst>
          </p:cNvPr>
          <p:cNvSpPr>
            <a:spLocks noGrp="1"/>
          </p:cNvSpPr>
          <p:nvPr/>
        </p:nvSpPr>
        <p:spPr>
          <a:xfrm>
            <a:off x="854024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3" name="F1_main_prauc_2602">
            <a:extLst>
              <a:ext uri="{FF2B5EF4-FFF2-40B4-BE49-F238E27FC236}">
                <a16:creationId xmlns:a16="http://schemas.microsoft.com/office/drawing/2014/main" id="{08DD898D-3E25-4A8D-A83C-42798ACEA524}"/>
              </a:ext>
            </a:extLst>
          </p:cNvPr>
          <p:cNvSpPr>
            <a:spLocks noGrp="1"/>
          </p:cNvSpPr>
          <p:nvPr/>
        </p:nvSpPr>
        <p:spPr>
          <a:xfrm>
            <a:off x="86637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4" name="F1_main_prauc_2603">
            <a:extLst>
              <a:ext uri="{FF2B5EF4-FFF2-40B4-BE49-F238E27FC236}">
                <a16:creationId xmlns:a16="http://schemas.microsoft.com/office/drawing/2014/main" id="{36C1E748-853D-4508-96D2-A74CC0C56321}"/>
              </a:ext>
            </a:extLst>
          </p:cNvPr>
          <p:cNvSpPr>
            <a:spLocks noGrp="1"/>
          </p:cNvSpPr>
          <p:nvPr/>
        </p:nvSpPr>
        <p:spPr>
          <a:xfrm>
            <a:off x="86716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5" name="F1_main_prauc_2604">
            <a:extLst>
              <a:ext uri="{FF2B5EF4-FFF2-40B4-BE49-F238E27FC236}">
                <a16:creationId xmlns:a16="http://schemas.microsoft.com/office/drawing/2014/main" id="{0BD39983-D791-4FE9-9D0B-0294CB2DCFFE}"/>
              </a:ext>
            </a:extLst>
          </p:cNvPr>
          <p:cNvSpPr>
            <a:spLocks noGrp="1"/>
          </p:cNvSpPr>
          <p:nvPr/>
        </p:nvSpPr>
        <p:spPr>
          <a:xfrm>
            <a:off x="84816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6" name="F1_main_prauc_2605">
            <a:extLst>
              <a:ext uri="{FF2B5EF4-FFF2-40B4-BE49-F238E27FC236}">
                <a16:creationId xmlns:a16="http://schemas.microsoft.com/office/drawing/2014/main" id="{84818012-950C-47CE-AFE1-0E4C91A39D63}"/>
              </a:ext>
            </a:extLst>
          </p:cNvPr>
          <p:cNvSpPr>
            <a:spLocks noGrp="1"/>
          </p:cNvSpPr>
          <p:nvPr/>
        </p:nvSpPr>
        <p:spPr>
          <a:xfrm>
            <a:off x="850833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7" name="F1_main_prauc_2606">
            <a:extLst>
              <a:ext uri="{FF2B5EF4-FFF2-40B4-BE49-F238E27FC236}">
                <a16:creationId xmlns:a16="http://schemas.microsoft.com/office/drawing/2014/main" id="{19F404C3-04D4-4787-AFD3-9F7869E2B81D}"/>
              </a:ext>
            </a:extLst>
          </p:cNvPr>
          <p:cNvSpPr>
            <a:spLocks noGrp="1"/>
          </p:cNvSpPr>
          <p:nvPr/>
        </p:nvSpPr>
        <p:spPr>
          <a:xfrm>
            <a:off x="86709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8" name="F1_main_prauc_2607">
            <a:extLst>
              <a:ext uri="{FF2B5EF4-FFF2-40B4-BE49-F238E27FC236}">
                <a16:creationId xmlns:a16="http://schemas.microsoft.com/office/drawing/2014/main" id="{F5751978-C21D-4E08-B856-1B92C40D1E70}"/>
              </a:ext>
            </a:extLst>
          </p:cNvPr>
          <p:cNvSpPr>
            <a:spLocks noGrp="1"/>
          </p:cNvSpPr>
          <p:nvPr/>
        </p:nvSpPr>
        <p:spPr>
          <a:xfrm>
            <a:off x="855998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9" name="F1_main_prauc_2608">
            <a:extLst>
              <a:ext uri="{FF2B5EF4-FFF2-40B4-BE49-F238E27FC236}">
                <a16:creationId xmlns:a16="http://schemas.microsoft.com/office/drawing/2014/main" id="{1475361B-0454-44D9-B78C-CB8B372D2CD1}"/>
              </a:ext>
            </a:extLst>
          </p:cNvPr>
          <p:cNvSpPr>
            <a:spLocks noGrp="1"/>
          </p:cNvSpPr>
          <p:nvPr/>
        </p:nvSpPr>
        <p:spPr>
          <a:xfrm>
            <a:off x="84619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0" name="F1_main_prauc_2609">
            <a:extLst>
              <a:ext uri="{FF2B5EF4-FFF2-40B4-BE49-F238E27FC236}">
                <a16:creationId xmlns:a16="http://schemas.microsoft.com/office/drawing/2014/main" id="{C9EDEBA7-F29F-4A4B-9ED0-88F9ADBE60D0}"/>
              </a:ext>
            </a:extLst>
          </p:cNvPr>
          <p:cNvSpPr>
            <a:spLocks noGrp="1"/>
          </p:cNvSpPr>
          <p:nvPr/>
        </p:nvSpPr>
        <p:spPr>
          <a:xfrm>
            <a:off x="84856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1" name="F1_main_prauc_2610">
            <a:extLst>
              <a:ext uri="{FF2B5EF4-FFF2-40B4-BE49-F238E27FC236}">
                <a16:creationId xmlns:a16="http://schemas.microsoft.com/office/drawing/2014/main" id="{23CDE72D-51A0-4D39-9794-001ED2E13297}"/>
              </a:ext>
            </a:extLst>
          </p:cNvPr>
          <p:cNvSpPr>
            <a:spLocks noGrp="1"/>
          </p:cNvSpPr>
          <p:nvPr/>
        </p:nvSpPr>
        <p:spPr>
          <a:xfrm>
            <a:off x="85747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2" name="F1_main_prauc_2611">
            <a:extLst>
              <a:ext uri="{FF2B5EF4-FFF2-40B4-BE49-F238E27FC236}">
                <a16:creationId xmlns:a16="http://schemas.microsoft.com/office/drawing/2014/main" id="{53DCC8E7-99FE-4959-AC1B-1C397B50E87C}"/>
              </a:ext>
            </a:extLst>
          </p:cNvPr>
          <p:cNvSpPr>
            <a:spLocks noGrp="1"/>
          </p:cNvSpPr>
          <p:nvPr/>
        </p:nvSpPr>
        <p:spPr>
          <a:xfrm>
            <a:off x="86608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3" name="F1_main_prauc_2612">
            <a:extLst>
              <a:ext uri="{FF2B5EF4-FFF2-40B4-BE49-F238E27FC236}">
                <a16:creationId xmlns:a16="http://schemas.microsoft.com/office/drawing/2014/main" id="{0A2D0485-BE5F-4024-A939-FA2FDEBC3535}"/>
              </a:ext>
            </a:extLst>
          </p:cNvPr>
          <p:cNvSpPr>
            <a:spLocks noGrp="1"/>
          </p:cNvSpPr>
          <p:nvPr/>
        </p:nvSpPr>
        <p:spPr>
          <a:xfrm>
            <a:off x="8667778" y="580934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4" name="F1_main_prauc_2613">
            <a:extLst>
              <a:ext uri="{FF2B5EF4-FFF2-40B4-BE49-F238E27FC236}">
                <a16:creationId xmlns:a16="http://schemas.microsoft.com/office/drawing/2014/main" id="{FE2DF005-57DB-460C-A07D-14775586526E}"/>
              </a:ext>
            </a:extLst>
          </p:cNvPr>
          <p:cNvSpPr>
            <a:spLocks noGrp="1"/>
          </p:cNvSpPr>
          <p:nvPr/>
        </p:nvSpPr>
        <p:spPr>
          <a:xfrm>
            <a:off x="85750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5" name="F1_main_prauc_2614">
            <a:extLst>
              <a:ext uri="{FF2B5EF4-FFF2-40B4-BE49-F238E27FC236}">
                <a16:creationId xmlns:a16="http://schemas.microsoft.com/office/drawing/2014/main" id="{7E94173F-05D1-4D14-BF37-A520D731BD27}"/>
              </a:ext>
            </a:extLst>
          </p:cNvPr>
          <p:cNvSpPr>
            <a:spLocks noGrp="1"/>
          </p:cNvSpPr>
          <p:nvPr/>
        </p:nvSpPr>
        <p:spPr>
          <a:xfrm>
            <a:off x="86238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6" name="F1_main_prauc_2615">
            <a:extLst>
              <a:ext uri="{FF2B5EF4-FFF2-40B4-BE49-F238E27FC236}">
                <a16:creationId xmlns:a16="http://schemas.microsoft.com/office/drawing/2014/main" id="{0857A680-C16C-461A-8409-58702CA83E7D}"/>
              </a:ext>
            </a:extLst>
          </p:cNvPr>
          <p:cNvSpPr>
            <a:spLocks noGrp="1"/>
          </p:cNvSpPr>
          <p:nvPr/>
        </p:nvSpPr>
        <p:spPr>
          <a:xfrm>
            <a:off x="854043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7" name="F1_main_prauc_2616">
            <a:extLst>
              <a:ext uri="{FF2B5EF4-FFF2-40B4-BE49-F238E27FC236}">
                <a16:creationId xmlns:a16="http://schemas.microsoft.com/office/drawing/2014/main" id="{76AC4F79-0A31-448F-936D-7C2A3A6F1189}"/>
              </a:ext>
            </a:extLst>
          </p:cNvPr>
          <p:cNvSpPr>
            <a:spLocks noGrp="1"/>
          </p:cNvSpPr>
          <p:nvPr/>
        </p:nvSpPr>
        <p:spPr>
          <a:xfrm>
            <a:off x="86456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8" name="F1_main_prauc_2617">
            <a:extLst>
              <a:ext uri="{FF2B5EF4-FFF2-40B4-BE49-F238E27FC236}">
                <a16:creationId xmlns:a16="http://schemas.microsoft.com/office/drawing/2014/main" id="{FA5C7AD8-E90E-40BC-AE34-67F0EBC934A6}"/>
              </a:ext>
            </a:extLst>
          </p:cNvPr>
          <p:cNvSpPr>
            <a:spLocks noGrp="1"/>
          </p:cNvSpPr>
          <p:nvPr/>
        </p:nvSpPr>
        <p:spPr>
          <a:xfrm>
            <a:off x="856014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9" name="F1_main_prauc_2618">
            <a:extLst>
              <a:ext uri="{FF2B5EF4-FFF2-40B4-BE49-F238E27FC236}">
                <a16:creationId xmlns:a16="http://schemas.microsoft.com/office/drawing/2014/main" id="{37FD1295-1DC8-4E5C-8B94-41595C078A27}"/>
              </a:ext>
            </a:extLst>
          </p:cNvPr>
          <p:cNvSpPr>
            <a:spLocks noGrp="1"/>
          </p:cNvSpPr>
          <p:nvPr/>
        </p:nvSpPr>
        <p:spPr>
          <a:xfrm>
            <a:off x="848376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0" name="F1_main_prauc_2619">
            <a:extLst>
              <a:ext uri="{FF2B5EF4-FFF2-40B4-BE49-F238E27FC236}">
                <a16:creationId xmlns:a16="http://schemas.microsoft.com/office/drawing/2014/main" id="{934C9C79-9B58-4BEE-A77D-894E76E9C955}"/>
              </a:ext>
            </a:extLst>
          </p:cNvPr>
          <p:cNvSpPr>
            <a:spLocks noGrp="1"/>
          </p:cNvSpPr>
          <p:nvPr/>
        </p:nvSpPr>
        <p:spPr>
          <a:xfrm>
            <a:off x="8474465" y="60045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1" name="F1_main_prauc_2620">
            <a:extLst>
              <a:ext uri="{FF2B5EF4-FFF2-40B4-BE49-F238E27FC236}">
                <a16:creationId xmlns:a16="http://schemas.microsoft.com/office/drawing/2014/main" id="{6A6040D8-7286-463C-9165-4230D9FAB8D5}"/>
              </a:ext>
            </a:extLst>
          </p:cNvPr>
          <p:cNvSpPr>
            <a:spLocks noGrp="1"/>
          </p:cNvSpPr>
          <p:nvPr/>
        </p:nvSpPr>
        <p:spPr>
          <a:xfrm>
            <a:off x="85650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2" name="F1_main_prauc_2621">
            <a:extLst>
              <a:ext uri="{FF2B5EF4-FFF2-40B4-BE49-F238E27FC236}">
                <a16:creationId xmlns:a16="http://schemas.microsoft.com/office/drawing/2014/main" id="{AFEE6C61-8BAB-4386-9C7A-6D17DBA08EA5}"/>
              </a:ext>
            </a:extLst>
          </p:cNvPr>
          <p:cNvSpPr>
            <a:spLocks noGrp="1"/>
          </p:cNvSpPr>
          <p:nvPr/>
        </p:nvSpPr>
        <p:spPr>
          <a:xfrm>
            <a:off x="859723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3" name="F1_main_prauc_2622">
            <a:extLst>
              <a:ext uri="{FF2B5EF4-FFF2-40B4-BE49-F238E27FC236}">
                <a16:creationId xmlns:a16="http://schemas.microsoft.com/office/drawing/2014/main" id="{5B3E91CF-380E-40DF-9621-ECB0264A12BA}"/>
              </a:ext>
            </a:extLst>
          </p:cNvPr>
          <p:cNvSpPr>
            <a:spLocks noGrp="1"/>
          </p:cNvSpPr>
          <p:nvPr/>
        </p:nvSpPr>
        <p:spPr>
          <a:xfrm>
            <a:off x="867815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4" name="F1_main_prauc_2623">
            <a:extLst>
              <a:ext uri="{FF2B5EF4-FFF2-40B4-BE49-F238E27FC236}">
                <a16:creationId xmlns:a16="http://schemas.microsoft.com/office/drawing/2014/main" id="{E01CB54F-B9A6-47E2-99FB-B3227DA092BE}"/>
              </a:ext>
            </a:extLst>
          </p:cNvPr>
          <p:cNvSpPr>
            <a:spLocks noGrp="1"/>
          </p:cNvSpPr>
          <p:nvPr/>
        </p:nvSpPr>
        <p:spPr>
          <a:xfrm>
            <a:off x="85378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5" name="F1_main_prauc_2624">
            <a:extLst>
              <a:ext uri="{FF2B5EF4-FFF2-40B4-BE49-F238E27FC236}">
                <a16:creationId xmlns:a16="http://schemas.microsoft.com/office/drawing/2014/main" id="{F92035D5-3B36-40BD-A96E-6633B752518F}"/>
              </a:ext>
            </a:extLst>
          </p:cNvPr>
          <p:cNvSpPr>
            <a:spLocks noGrp="1"/>
          </p:cNvSpPr>
          <p:nvPr/>
        </p:nvSpPr>
        <p:spPr>
          <a:xfrm>
            <a:off x="8434841" y="60481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6" name="F1_main_prauc_2625">
            <a:extLst>
              <a:ext uri="{FF2B5EF4-FFF2-40B4-BE49-F238E27FC236}">
                <a16:creationId xmlns:a16="http://schemas.microsoft.com/office/drawing/2014/main" id="{2E4F2608-75D1-4CFE-A82B-1817CDEEAF6B}"/>
              </a:ext>
            </a:extLst>
          </p:cNvPr>
          <p:cNvSpPr>
            <a:spLocks noGrp="1"/>
          </p:cNvSpPr>
          <p:nvPr/>
        </p:nvSpPr>
        <p:spPr>
          <a:xfrm>
            <a:off x="850255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7" name="F1_main_prauc_2626">
            <a:extLst>
              <a:ext uri="{FF2B5EF4-FFF2-40B4-BE49-F238E27FC236}">
                <a16:creationId xmlns:a16="http://schemas.microsoft.com/office/drawing/2014/main" id="{B686F3F2-8185-4D0E-9582-BE5A54D4A10A}"/>
              </a:ext>
            </a:extLst>
          </p:cNvPr>
          <p:cNvSpPr>
            <a:spLocks noGrp="1"/>
          </p:cNvSpPr>
          <p:nvPr/>
        </p:nvSpPr>
        <p:spPr>
          <a:xfrm>
            <a:off x="86716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8" name="F1_main_prauc_2627">
            <a:extLst>
              <a:ext uri="{FF2B5EF4-FFF2-40B4-BE49-F238E27FC236}">
                <a16:creationId xmlns:a16="http://schemas.microsoft.com/office/drawing/2014/main" id="{C8E1F216-52EE-4111-BEE3-E5C6AFDA929A}"/>
              </a:ext>
            </a:extLst>
          </p:cNvPr>
          <p:cNvSpPr>
            <a:spLocks noGrp="1"/>
          </p:cNvSpPr>
          <p:nvPr/>
        </p:nvSpPr>
        <p:spPr>
          <a:xfrm>
            <a:off x="855492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9" name="F1_main_prauc_2628">
            <a:extLst>
              <a:ext uri="{FF2B5EF4-FFF2-40B4-BE49-F238E27FC236}">
                <a16:creationId xmlns:a16="http://schemas.microsoft.com/office/drawing/2014/main" id="{319713A5-AC05-4338-A067-AED39486A874}"/>
              </a:ext>
            </a:extLst>
          </p:cNvPr>
          <p:cNvSpPr>
            <a:spLocks noGrp="1"/>
          </p:cNvSpPr>
          <p:nvPr/>
        </p:nvSpPr>
        <p:spPr>
          <a:xfrm>
            <a:off x="852323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0" name="F1_main_prauc_2629">
            <a:extLst>
              <a:ext uri="{FF2B5EF4-FFF2-40B4-BE49-F238E27FC236}">
                <a16:creationId xmlns:a16="http://schemas.microsoft.com/office/drawing/2014/main" id="{D02C19CC-D268-4334-A89A-8F8541C8C22F}"/>
              </a:ext>
            </a:extLst>
          </p:cNvPr>
          <p:cNvSpPr>
            <a:spLocks noGrp="1"/>
          </p:cNvSpPr>
          <p:nvPr/>
        </p:nvSpPr>
        <p:spPr>
          <a:xfrm>
            <a:off x="85834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1" name="F1_main_prauc_2630">
            <a:extLst>
              <a:ext uri="{FF2B5EF4-FFF2-40B4-BE49-F238E27FC236}">
                <a16:creationId xmlns:a16="http://schemas.microsoft.com/office/drawing/2014/main" id="{755F6B29-6FF7-46CB-BD8A-5DBDA011E116}"/>
              </a:ext>
            </a:extLst>
          </p:cNvPr>
          <p:cNvSpPr>
            <a:spLocks noGrp="1"/>
          </p:cNvSpPr>
          <p:nvPr/>
        </p:nvSpPr>
        <p:spPr>
          <a:xfrm>
            <a:off x="8622891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2" name="F1_main_prauc_2631">
            <a:extLst>
              <a:ext uri="{FF2B5EF4-FFF2-40B4-BE49-F238E27FC236}">
                <a16:creationId xmlns:a16="http://schemas.microsoft.com/office/drawing/2014/main" id="{CAC1AE75-BF2B-430A-B39B-1D7749E3C00C}"/>
              </a:ext>
            </a:extLst>
          </p:cNvPr>
          <p:cNvSpPr>
            <a:spLocks noGrp="1"/>
          </p:cNvSpPr>
          <p:nvPr/>
        </p:nvSpPr>
        <p:spPr>
          <a:xfrm>
            <a:off x="850588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3" name="F1_main_prauc_2632">
            <a:extLst>
              <a:ext uri="{FF2B5EF4-FFF2-40B4-BE49-F238E27FC236}">
                <a16:creationId xmlns:a16="http://schemas.microsoft.com/office/drawing/2014/main" id="{7CF1EC00-C321-4D7A-9981-1599478B06C3}"/>
              </a:ext>
            </a:extLst>
          </p:cNvPr>
          <p:cNvSpPr>
            <a:spLocks noGrp="1"/>
          </p:cNvSpPr>
          <p:nvPr/>
        </p:nvSpPr>
        <p:spPr>
          <a:xfrm>
            <a:off x="843550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4" name="F1_main_prauc_2633">
            <a:extLst>
              <a:ext uri="{FF2B5EF4-FFF2-40B4-BE49-F238E27FC236}">
                <a16:creationId xmlns:a16="http://schemas.microsoft.com/office/drawing/2014/main" id="{B744EFC5-6EE9-4DBD-BC9B-FEE313D02F45}"/>
              </a:ext>
            </a:extLst>
          </p:cNvPr>
          <p:cNvSpPr>
            <a:spLocks noGrp="1"/>
          </p:cNvSpPr>
          <p:nvPr/>
        </p:nvSpPr>
        <p:spPr>
          <a:xfrm>
            <a:off x="863142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5" name="F1_main_prauc_2634">
            <a:extLst>
              <a:ext uri="{FF2B5EF4-FFF2-40B4-BE49-F238E27FC236}">
                <a16:creationId xmlns:a16="http://schemas.microsoft.com/office/drawing/2014/main" id="{F313C65D-EE55-4C68-B795-7F0691758D3E}"/>
              </a:ext>
            </a:extLst>
          </p:cNvPr>
          <p:cNvSpPr>
            <a:spLocks noGrp="1"/>
          </p:cNvSpPr>
          <p:nvPr/>
        </p:nvSpPr>
        <p:spPr>
          <a:xfrm>
            <a:off x="8471242" y="57231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6" name="F1_main_prauc_2635">
            <a:extLst>
              <a:ext uri="{FF2B5EF4-FFF2-40B4-BE49-F238E27FC236}">
                <a16:creationId xmlns:a16="http://schemas.microsoft.com/office/drawing/2014/main" id="{473D3E19-360A-4C0A-8612-CD6965BFF1D9}"/>
              </a:ext>
            </a:extLst>
          </p:cNvPr>
          <p:cNvSpPr>
            <a:spLocks noGrp="1"/>
          </p:cNvSpPr>
          <p:nvPr/>
        </p:nvSpPr>
        <p:spPr>
          <a:xfrm>
            <a:off x="847292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7" name="F1_main_prauc_2636">
            <a:extLst>
              <a:ext uri="{FF2B5EF4-FFF2-40B4-BE49-F238E27FC236}">
                <a16:creationId xmlns:a16="http://schemas.microsoft.com/office/drawing/2014/main" id="{9EA57940-B173-442A-BE90-F9DE44DDC268}"/>
              </a:ext>
            </a:extLst>
          </p:cNvPr>
          <p:cNvSpPr>
            <a:spLocks noGrp="1"/>
          </p:cNvSpPr>
          <p:nvPr/>
        </p:nvSpPr>
        <p:spPr>
          <a:xfrm>
            <a:off x="8437905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8" name="F1_main_prauc_2637">
            <a:extLst>
              <a:ext uri="{FF2B5EF4-FFF2-40B4-BE49-F238E27FC236}">
                <a16:creationId xmlns:a16="http://schemas.microsoft.com/office/drawing/2014/main" id="{F5B87A55-DFFA-4576-832D-29AC0EEEC53F}"/>
              </a:ext>
            </a:extLst>
          </p:cNvPr>
          <p:cNvSpPr>
            <a:spLocks noGrp="1"/>
          </p:cNvSpPr>
          <p:nvPr/>
        </p:nvSpPr>
        <p:spPr>
          <a:xfrm>
            <a:off x="84699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9" name="F1_main_prauc_2638">
            <a:extLst>
              <a:ext uri="{FF2B5EF4-FFF2-40B4-BE49-F238E27FC236}">
                <a16:creationId xmlns:a16="http://schemas.microsoft.com/office/drawing/2014/main" id="{81E69929-7978-40CB-8AD4-42ACB18B28F4}"/>
              </a:ext>
            </a:extLst>
          </p:cNvPr>
          <p:cNvSpPr>
            <a:spLocks noGrp="1"/>
          </p:cNvSpPr>
          <p:nvPr/>
        </p:nvSpPr>
        <p:spPr>
          <a:xfrm>
            <a:off x="85436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0" name="F1_main_prauc_2639">
            <a:extLst>
              <a:ext uri="{FF2B5EF4-FFF2-40B4-BE49-F238E27FC236}">
                <a16:creationId xmlns:a16="http://schemas.microsoft.com/office/drawing/2014/main" id="{096D4038-1022-4838-B5E7-B86102E0AC64}"/>
              </a:ext>
            </a:extLst>
          </p:cNvPr>
          <p:cNvSpPr>
            <a:spLocks noGrp="1"/>
          </p:cNvSpPr>
          <p:nvPr/>
        </p:nvSpPr>
        <p:spPr>
          <a:xfrm>
            <a:off x="8640540" y="6010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1" name="F1_main_prauc_2640">
            <a:extLst>
              <a:ext uri="{FF2B5EF4-FFF2-40B4-BE49-F238E27FC236}">
                <a16:creationId xmlns:a16="http://schemas.microsoft.com/office/drawing/2014/main" id="{EE3965B5-26C8-4AE6-888C-F36B461159C2}"/>
              </a:ext>
            </a:extLst>
          </p:cNvPr>
          <p:cNvSpPr>
            <a:spLocks noGrp="1"/>
          </p:cNvSpPr>
          <p:nvPr/>
        </p:nvSpPr>
        <p:spPr>
          <a:xfrm>
            <a:off x="86778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2" name="F1_main_prauc_2641">
            <a:extLst>
              <a:ext uri="{FF2B5EF4-FFF2-40B4-BE49-F238E27FC236}">
                <a16:creationId xmlns:a16="http://schemas.microsoft.com/office/drawing/2014/main" id="{3AFE7F3F-70DA-46BE-B973-B74E79621E97}"/>
              </a:ext>
            </a:extLst>
          </p:cNvPr>
          <p:cNvSpPr>
            <a:spLocks noGrp="1"/>
          </p:cNvSpPr>
          <p:nvPr/>
        </p:nvSpPr>
        <p:spPr>
          <a:xfrm>
            <a:off x="843814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3" name="F1_main_prauc_2642">
            <a:extLst>
              <a:ext uri="{FF2B5EF4-FFF2-40B4-BE49-F238E27FC236}">
                <a16:creationId xmlns:a16="http://schemas.microsoft.com/office/drawing/2014/main" id="{A510FD7B-79B2-46C1-8412-954801ADFE9B}"/>
              </a:ext>
            </a:extLst>
          </p:cNvPr>
          <p:cNvSpPr>
            <a:spLocks noGrp="1"/>
          </p:cNvSpPr>
          <p:nvPr/>
        </p:nvSpPr>
        <p:spPr>
          <a:xfrm>
            <a:off x="849602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4" name="F1_main_prauc_2643">
            <a:extLst>
              <a:ext uri="{FF2B5EF4-FFF2-40B4-BE49-F238E27FC236}">
                <a16:creationId xmlns:a16="http://schemas.microsoft.com/office/drawing/2014/main" id="{C9A083BB-A100-49B9-8FC9-FA0F2B3B6EB5}"/>
              </a:ext>
            </a:extLst>
          </p:cNvPr>
          <p:cNvSpPr>
            <a:spLocks noGrp="1"/>
          </p:cNvSpPr>
          <p:nvPr/>
        </p:nvSpPr>
        <p:spPr>
          <a:xfrm>
            <a:off x="8441984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5" name="F1_main_prauc_2644">
            <a:extLst>
              <a:ext uri="{FF2B5EF4-FFF2-40B4-BE49-F238E27FC236}">
                <a16:creationId xmlns:a16="http://schemas.microsoft.com/office/drawing/2014/main" id="{17C2A3B5-BC0A-4E41-910B-CB3D1A3370A8}"/>
              </a:ext>
            </a:extLst>
          </p:cNvPr>
          <p:cNvSpPr>
            <a:spLocks noGrp="1"/>
          </p:cNvSpPr>
          <p:nvPr/>
        </p:nvSpPr>
        <p:spPr>
          <a:xfrm>
            <a:off x="857102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6" name="F1_main_prauc_2645">
            <a:extLst>
              <a:ext uri="{FF2B5EF4-FFF2-40B4-BE49-F238E27FC236}">
                <a16:creationId xmlns:a16="http://schemas.microsoft.com/office/drawing/2014/main" id="{C6A8B1D1-7A7B-4A9A-AC0A-76372361E0ED}"/>
              </a:ext>
            </a:extLst>
          </p:cNvPr>
          <p:cNvSpPr>
            <a:spLocks noGrp="1"/>
          </p:cNvSpPr>
          <p:nvPr/>
        </p:nvSpPr>
        <p:spPr>
          <a:xfrm>
            <a:off x="852199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7" name="F1_main_prauc_2646">
            <a:extLst>
              <a:ext uri="{FF2B5EF4-FFF2-40B4-BE49-F238E27FC236}">
                <a16:creationId xmlns:a16="http://schemas.microsoft.com/office/drawing/2014/main" id="{081ADC55-CD5E-452D-9B57-904393B6B020}"/>
              </a:ext>
            </a:extLst>
          </p:cNvPr>
          <p:cNvSpPr>
            <a:spLocks noGrp="1"/>
          </p:cNvSpPr>
          <p:nvPr/>
        </p:nvSpPr>
        <p:spPr>
          <a:xfrm>
            <a:off x="8556479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8" name="F1_main_prauc_2647">
            <a:extLst>
              <a:ext uri="{FF2B5EF4-FFF2-40B4-BE49-F238E27FC236}">
                <a16:creationId xmlns:a16="http://schemas.microsoft.com/office/drawing/2014/main" id="{BF5DC167-431A-4F2F-A218-774F4F1E657B}"/>
              </a:ext>
            </a:extLst>
          </p:cNvPr>
          <p:cNvSpPr>
            <a:spLocks noGrp="1"/>
          </p:cNvSpPr>
          <p:nvPr/>
        </p:nvSpPr>
        <p:spPr>
          <a:xfrm>
            <a:off x="85489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9" name="F1_main_prauc_2648">
            <a:extLst>
              <a:ext uri="{FF2B5EF4-FFF2-40B4-BE49-F238E27FC236}">
                <a16:creationId xmlns:a16="http://schemas.microsoft.com/office/drawing/2014/main" id="{17A88C6F-13AE-4194-BD96-8E7706E298BA}"/>
              </a:ext>
            </a:extLst>
          </p:cNvPr>
          <p:cNvSpPr>
            <a:spLocks noGrp="1"/>
          </p:cNvSpPr>
          <p:nvPr/>
        </p:nvSpPr>
        <p:spPr>
          <a:xfrm>
            <a:off x="85750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0" name="F1_main_prauc_2649">
            <a:extLst>
              <a:ext uri="{FF2B5EF4-FFF2-40B4-BE49-F238E27FC236}">
                <a16:creationId xmlns:a16="http://schemas.microsoft.com/office/drawing/2014/main" id="{30F6C594-ACF3-45C6-A104-CB71EAE5BCA4}"/>
              </a:ext>
            </a:extLst>
          </p:cNvPr>
          <p:cNvSpPr>
            <a:spLocks noGrp="1"/>
          </p:cNvSpPr>
          <p:nvPr/>
        </p:nvSpPr>
        <p:spPr>
          <a:xfrm>
            <a:off x="855368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1" name="F1_main_prauc_2650">
            <a:extLst>
              <a:ext uri="{FF2B5EF4-FFF2-40B4-BE49-F238E27FC236}">
                <a16:creationId xmlns:a16="http://schemas.microsoft.com/office/drawing/2014/main" id="{2BEC557F-3E97-48D8-834E-2B2CF0A0AA3E}"/>
              </a:ext>
            </a:extLst>
          </p:cNvPr>
          <p:cNvSpPr>
            <a:spLocks noGrp="1"/>
          </p:cNvSpPr>
          <p:nvPr/>
        </p:nvSpPr>
        <p:spPr>
          <a:xfrm>
            <a:off x="84805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2" name="F1_main_prauc_2651">
            <a:extLst>
              <a:ext uri="{FF2B5EF4-FFF2-40B4-BE49-F238E27FC236}">
                <a16:creationId xmlns:a16="http://schemas.microsoft.com/office/drawing/2014/main" id="{177EF135-ED7D-47C6-91D5-ACF5F9CC4B19}"/>
              </a:ext>
            </a:extLst>
          </p:cNvPr>
          <p:cNvSpPr>
            <a:spLocks noGrp="1"/>
          </p:cNvSpPr>
          <p:nvPr/>
        </p:nvSpPr>
        <p:spPr>
          <a:xfrm>
            <a:off x="8594341" y="60818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3" name="F1_main_prauc_2652">
            <a:extLst>
              <a:ext uri="{FF2B5EF4-FFF2-40B4-BE49-F238E27FC236}">
                <a16:creationId xmlns:a16="http://schemas.microsoft.com/office/drawing/2014/main" id="{692E05BD-1227-4FD4-A95D-837622583D81}"/>
              </a:ext>
            </a:extLst>
          </p:cNvPr>
          <p:cNvSpPr>
            <a:spLocks noGrp="1"/>
          </p:cNvSpPr>
          <p:nvPr/>
        </p:nvSpPr>
        <p:spPr>
          <a:xfrm>
            <a:off x="8616789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4" name="F1_main_prauc_2653">
            <a:extLst>
              <a:ext uri="{FF2B5EF4-FFF2-40B4-BE49-F238E27FC236}">
                <a16:creationId xmlns:a16="http://schemas.microsoft.com/office/drawing/2014/main" id="{A1D37794-2A5C-4518-BCD5-ADC0BA175F95}"/>
              </a:ext>
            </a:extLst>
          </p:cNvPr>
          <p:cNvSpPr>
            <a:spLocks noGrp="1"/>
          </p:cNvSpPr>
          <p:nvPr/>
        </p:nvSpPr>
        <p:spPr>
          <a:xfrm>
            <a:off x="85126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5" name="F1_main_prauc_2654">
            <a:extLst>
              <a:ext uri="{FF2B5EF4-FFF2-40B4-BE49-F238E27FC236}">
                <a16:creationId xmlns:a16="http://schemas.microsoft.com/office/drawing/2014/main" id="{8A9F2F6A-8D07-489F-8963-0EB3FEB277D6}"/>
              </a:ext>
            </a:extLst>
          </p:cNvPr>
          <p:cNvSpPr>
            <a:spLocks noGrp="1"/>
          </p:cNvSpPr>
          <p:nvPr/>
        </p:nvSpPr>
        <p:spPr>
          <a:xfrm>
            <a:off x="844057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6" name="F1_main_prauc_2655">
            <a:extLst>
              <a:ext uri="{FF2B5EF4-FFF2-40B4-BE49-F238E27FC236}">
                <a16:creationId xmlns:a16="http://schemas.microsoft.com/office/drawing/2014/main" id="{753DAAE4-330A-4BC6-97C8-42879314AE17}"/>
              </a:ext>
            </a:extLst>
          </p:cNvPr>
          <p:cNvSpPr>
            <a:spLocks noGrp="1"/>
          </p:cNvSpPr>
          <p:nvPr/>
        </p:nvSpPr>
        <p:spPr>
          <a:xfrm>
            <a:off x="8489029" y="41803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7" name="F1_main_prauc_2656">
            <a:extLst>
              <a:ext uri="{FF2B5EF4-FFF2-40B4-BE49-F238E27FC236}">
                <a16:creationId xmlns:a16="http://schemas.microsoft.com/office/drawing/2014/main" id="{B1DCD699-FB25-4177-873E-F5C9D6A5B3C0}"/>
              </a:ext>
            </a:extLst>
          </p:cNvPr>
          <p:cNvSpPr>
            <a:spLocks noGrp="1"/>
          </p:cNvSpPr>
          <p:nvPr/>
        </p:nvSpPr>
        <p:spPr>
          <a:xfrm>
            <a:off x="86726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8" name="F1_main_prauc_2657">
            <a:extLst>
              <a:ext uri="{FF2B5EF4-FFF2-40B4-BE49-F238E27FC236}">
                <a16:creationId xmlns:a16="http://schemas.microsoft.com/office/drawing/2014/main" id="{96BC1B7F-19A9-4995-BDD2-C13F704239E9}"/>
              </a:ext>
            </a:extLst>
          </p:cNvPr>
          <p:cNvSpPr>
            <a:spLocks noGrp="1"/>
          </p:cNvSpPr>
          <p:nvPr/>
        </p:nvSpPr>
        <p:spPr>
          <a:xfrm>
            <a:off x="86660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9" name="F1_main_prauc_2658">
            <a:extLst>
              <a:ext uri="{FF2B5EF4-FFF2-40B4-BE49-F238E27FC236}">
                <a16:creationId xmlns:a16="http://schemas.microsoft.com/office/drawing/2014/main" id="{1593C830-44DF-4A2D-9212-AC7753BED9F1}"/>
              </a:ext>
            </a:extLst>
          </p:cNvPr>
          <p:cNvSpPr>
            <a:spLocks noGrp="1"/>
          </p:cNvSpPr>
          <p:nvPr/>
        </p:nvSpPr>
        <p:spPr>
          <a:xfrm>
            <a:off x="843332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0" name="F1_main_prauc_2659">
            <a:extLst>
              <a:ext uri="{FF2B5EF4-FFF2-40B4-BE49-F238E27FC236}">
                <a16:creationId xmlns:a16="http://schemas.microsoft.com/office/drawing/2014/main" id="{F888BA92-0456-4A03-A2AE-0362C10B44D8}"/>
              </a:ext>
            </a:extLst>
          </p:cNvPr>
          <p:cNvSpPr>
            <a:spLocks noGrp="1"/>
          </p:cNvSpPr>
          <p:nvPr/>
        </p:nvSpPr>
        <p:spPr>
          <a:xfrm>
            <a:off x="86044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1" name="F1_main_prauc_2660">
            <a:extLst>
              <a:ext uri="{FF2B5EF4-FFF2-40B4-BE49-F238E27FC236}">
                <a16:creationId xmlns:a16="http://schemas.microsoft.com/office/drawing/2014/main" id="{0AE6715E-71CF-4F46-BAD1-80475EE4AE8A}"/>
              </a:ext>
            </a:extLst>
          </p:cNvPr>
          <p:cNvSpPr>
            <a:spLocks noGrp="1"/>
          </p:cNvSpPr>
          <p:nvPr/>
        </p:nvSpPr>
        <p:spPr>
          <a:xfrm>
            <a:off x="842596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2" name="F1_main_prauc_2661">
            <a:extLst>
              <a:ext uri="{FF2B5EF4-FFF2-40B4-BE49-F238E27FC236}">
                <a16:creationId xmlns:a16="http://schemas.microsoft.com/office/drawing/2014/main" id="{B3DCDE71-80E4-492B-A708-FF0EF3653EAD}"/>
              </a:ext>
            </a:extLst>
          </p:cNvPr>
          <p:cNvSpPr>
            <a:spLocks noGrp="1"/>
          </p:cNvSpPr>
          <p:nvPr/>
        </p:nvSpPr>
        <p:spPr>
          <a:xfrm>
            <a:off x="8493896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3" name="F1_main_prauc_2662">
            <a:extLst>
              <a:ext uri="{FF2B5EF4-FFF2-40B4-BE49-F238E27FC236}">
                <a16:creationId xmlns:a16="http://schemas.microsoft.com/office/drawing/2014/main" id="{5F83EE41-75FA-478B-810F-CB31DFF09B10}"/>
              </a:ext>
            </a:extLst>
          </p:cNvPr>
          <p:cNvSpPr>
            <a:spLocks noGrp="1"/>
          </p:cNvSpPr>
          <p:nvPr/>
        </p:nvSpPr>
        <p:spPr>
          <a:xfrm>
            <a:off x="860960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4" name="F1_main_prauc_2663">
            <a:extLst>
              <a:ext uri="{FF2B5EF4-FFF2-40B4-BE49-F238E27FC236}">
                <a16:creationId xmlns:a16="http://schemas.microsoft.com/office/drawing/2014/main" id="{8579691B-0AD8-43D8-B68B-0A4B6C6E208D}"/>
              </a:ext>
            </a:extLst>
          </p:cNvPr>
          <p:cNvSpPr>
            <a:spLocks noGrp="1"/>
          </p:cNvSpPr>
          <p:nvPr/>
        </p:nvSpPr>
        <p:spPr>
          <a:xfrm>
            <a:off x="86513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5" name="F1_main_prauc_2664">
            <a:extLst>
              <a:ext uri="{FF2B5EF4-FFF2-40B4-BE49-F238E27FC236}">
                <a16:creationId xmlns:a16="http://schemas.microsoft.com/office/drawing/2014/main" id="{F42EB32A-FCDD-48A4-AF02-1F61CE61782C}"/>
              </a:ext>
            </a:extLst>
          </p:cNvPr>
          <p:cNvSpPr>
            <a:spLocks noGrp="1"/>
          </p:cNvSpPr>
          <p:nvPr/>
        </p:nvSpPr>
        <p:spPr>
          <a:xfrm>
            <a:off x="86658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6" name="F1_main_prauc_2665">
            <a:extLst>
              <a:ext uri="{FF2B5EF4-FFF2-40B4-BE49-F238E27FC236}">
                <a16:creationId xmlns:a16="http://schemas.microsoft.com/office/drawing/2014/main" id="{5414EAD0-BB38-4284-BECF-678671EEE781}"/>
              </a:ext>
            </a:extLst>
          </p:cNvPr>
          <p:cNvSpPr>
            <a:spLocks noGrp="1"/>
          </p:cNvSpPr>
          <p:nvPr/>
        </p:nvSpPr>
        <p:spPr>
          <a:xfrm>
            <a:off x="849350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7" name="F1_main_prauc_2666">
            <a:extLst>
              <a:ext uri="{FF2B5EF4-FFF2-40B4-BE49-F238E27FC236}">
                <a16:creationId xmlns:a16="http://schemas.microsoft.com/office/drawing/2014/main" id="{ECA2D5EE-2C10-42F8-8597-A64F30ED927C}"/>
              </a:ext>
            </a:extLst>
          </p:cNvPr>
          <p:cNvSpPr>
            <a:spLocks noGrp="1"/>
          </p:cNvSpPr>
          <p:nvPr/>
        </p:nvSpPr>
        <p:spPr>
          <a:xfrm>
            <a:off x="8657875" y="45649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8" name="F1_main_prauc_2667">
            <a:extLst>
              <a:ext uri="{FF2B5EF4-FFF2-40B4-BE49-F238E27FC236}">
                <a16:creationId xmlns:a16="http://schemas.microsoft.com/office/drawing/2014/main" id="{8E88002B-0ABF-4E43-8921-CD94AF9ED8C8}"/>
              </a:ext>
            </a:extLst>
          </p:cNvPr>
          <p:cNvSpPr>
            <a:spLocks noGrp="1"/>
          </p:cNvSpPr>
          <p:nvPr/>
        </p:nvSpPr>
        <p:spPr>
          <a:xfrm>
            <a:off x="851600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9" name="F1_main_prauc_2668">
            <a:extLst>
              <a:ext uri="{FF2B5EF4-FFF2-40B4-BE49-F238E27FC236}">
                <a16:creationId xmlns:a16="http://schemas.microsoft.com/office/drawing/2014/main" id="{33B3CEB4-9944-4687-A19F-C665AA1A26E6}"/>
              </a:ext>
            </a:extLst>
          </p:cNvPr>
          <p:cNvSpPr>
            <a:spLocks noGrp="1"/>
          </p:cNvSpPr>
          <p:nvPr/>
        </p:nvSpPr>
        <p:spPr>
          <a:xfrm>
            <a:off x="84352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0" name="F1_main_prauc_2669">
            <a:extLst>
              <a:ext uri="{FF2B5EF4-FFF2-40B4-BE49-F238E27FC236}">
                <a16:creationId xmlns:a16="http://schemas.microsoft.com/office/drawing/2014/main" id="{F3EA72C8-517E-4430-8FDF-0E47BE6B7D5A}"/>
              </a:ext>
            </a:extLst>
          </p:cNvPr>
          <p:cNvSpPr>
            <a:spLocks noGrp="1"/>
          </p:cNvSpPr>
          <p:nvPr/>
        </p:nvSpPr>
        <p:spPr>
          <a:xfrm>
            <a:off x="8442603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1" name="F1_main_prauc_2670">
            <a:extLst>
              <a:ext uri="{FF2B5EF4-FFF2-40B4-BE49-F238E27FC236}">
                <a16:creationId xmlns:a16="http://schemas.microsoft.com/office/drawing/2014/main" id="{A52F36C3-69D3-46C5-B0AB-F6DFE4F3333A}"/>
              </a:ext>
            </a:extLst>
          </p:cNvPr>
          <p:cNvSpPr>
            <a:spLocks noGrp="1"/>
          </p:cNvSpPr>
          <p:nvPr/>
        </p:nvSpPr>
        <p:spPr>
          <a:xfrm>
            <a:off x="865509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2" name="F1_main_prauc_2671">
            <a:extLst>
              <a:ext uri="{FF2B5EF4-FFF2-40B4-BE49-F238E27FC236}">
                <a16:creationId xmlns:a16="http://schemas.microsoft.com/office/drawing/2014/main" id="{819B5985-2A90-4E3E-9B6C-5955E70CCDE5}"/>
              </a:ext>
            </a:extLst>
          </p:cNvPr>
          <p:cNvSpPr>
            <a:spLocks noGrp="1"/>
          </p:cNvSpPr>
          <p:nvPr/>
        </p:nvSpPr>
        <p:spPr>
          <a:xfrm>
            <a:off x="862929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3" name="F1_main_prauc_2672">
            <a:extLst>
              <a:ext uri="{FF2B5EF4-FFF2-40B4-BE49-F238E27FC236}">
                <a16:creationId xmlns:a16="http://schemas.microsoft.com/office/drawing/2014/main" id="{888D8A80-1E49-4F4A-B58D-7CCEF23ED94B}"/>
              </a:ext>
            </a:extLst>
          </p:cNvPr>
          <p:cNvSpPr>
            <a:spLocks noGrp="1"/>
          </p:cNvSpPr>
          <p:nvPr/>
        </p:nvSpPr>
        <p:spPr>
          <a:xfrm>
            <a:off x="8495253" y="594048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4" name="F1_main_prauc_2673">
            <a:extLst>
              <a:ext uri="{FF2B5EF4-FFF2-40B4-BE49-F238E27FC236}">
                <a16:creationId xmlns:a16="http://schemas.microsoft.com/office/drawing/2014/main" id="{ABFB5E1F-DE00-4F1A-9271-7251F386684B}"/>
              </a:ext>
            </a:extLst>
          </p:cNvPr>
          <p:cNvSpPr>
            <a:spLocks noGrp="1"/>
          </p:cNvSpPr>
          <p:nvPr/>
        </p:nvSpPr>
        <p:spPr>
          <a:xfrm>
            <a:off x="8601543" y="57823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5" name="F1_main_prauc_2674">
            <a:extLst>
              <a:ext uri="{FF2B5EF4-FFF2-40B4-BE49-F238E27FC236}">
                <a16:creationId xmlns:a16="http://schemas.microsoft.com/office/drawing/2014/main" id="{87AE0CA4-57F6-457F-9E44-CD9ACCCDFC32}"/>
              </a:ext>
            </a:extLst>
          </p:cNvPr>
          <p:cNvSpPr>
            <a:spLocks noGrp="1"/>
          </p:cNvSpPr>
          <p:nvPr/>
        </p:nvSpPr>
        <p:spPr>
          <a:xfrm>
            <a:off x="866009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6" name="F1_main_prauc_2675">
            <a:extLst>
              <a:ext uri="{FF2B5EF4-FFF2-40B4-BE49-F238E27FC236}">
                <a16:creationId xmlns:a16="http://schemas.microsoft.com/office/drawing/2014/main" id="{2DC063CF-BAA0-4972-8D58-2F88CD888A8D}"/>
              </a:ext>
            </a:extLst>
          </p:cNvPr>
          <p:cNvSpPr>
            <a:spLocks noGrp="1"/>
          </p:cNvSpPr>
          <p:nvPr/>
        </p:nvSpPr>
        <p:spPr>
          <a:xfrm>
            <a:off x="85696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7" name="F1_main_prauc_2676">
            <a:extLst>
              <a:ext uri="{FF2B5EF4-FFF2-40B4-BE49-F238E27FC236}">
                <a16:creationId xmlns:a16="http://schemas.microsoft.com/office/drawing/2014/main" id="{EC822B1A-9C1B-43F0-AF18-344F470533A2}"/>
              </a:ext>
            </a:extLst>
          </p:cNvPr>
          <p:cNvSpPr>
            <a:spLocks noGrp="1"/>
          </p:cNvSpPr>
          <p:nvPr/>
        </p:nvSpPr>
        <p:spPr>
          <a:xfrm>
            <a:off x="851826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8" name="F1_main_prauc_2677">
            <a:extLst>
              <a:ext uri="{FF2B5EF4-FFF2-40B4-BE49-F238E27FC236}">
                <a16:creationId xmlns:a16="http://schemas.microsoft.com/office/drawing/2014/main" id="{05F5BB7B-8F38-45A6-B878-50E87CDAD5D8}"/>
              </a:ext>
            </a:extLst>
          </p:cNvPr>
          <p:cNvSpPr>
            <a:spLocks noGrp="1"/>
          </p:cNvSpPr>
          <p:nvPr/>
        </p:nvSpPr>
        <p:spPr>
          <a:xfrm>
            <a:off x="856438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9" name="F1_main_prauc_2678">
            <a:extLst>
              <a:ext uri="{FF2B5EF4-FFF2-40B4-BE49-F238E27FC236}">
                <a16:creationId xmlns:a16="http://schemas.microsoft.com/office/drawing/2014/main" id="{46EB85D3-CFB6-42EF-ADB9-C581B15DA14E}"/>
              </a:ext>
            </a:extLst>
          </p:cNvPr>
          <p:cNvSpPr>
            <a:spLocks noGrp="1"/>
          </p:cNvSpPr>
          <p:nvPr/>
        </p:nvSpPr>
        <p:spPr>
          <a:xfrm>
            <a:off x="856536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0" name="F1_main_prauc_2679">
            <a:extLst>
              <a:ext uri="{FF2B5EF4-FFF2-40B4-BE49-F238E27FC236}">
                <a16:creationId xmlns:a16="http://schemas.microsoft.com/office/drawing/2014/main" id="{CEB31636-6EDE-43AD-9649-4535C23FE138}"/>
              </a:ext>
            </a:extLst>
          </p:cNvPr>
          <p:cNvSpPr>
            <a:spLocks noGrp="1"/>
          </p:cNvSpPr>
          <p:nvPr/>
        </p:nvSpPr>
        <p:spPr>
          <a:xfrm>
            <a:off x="86451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1" name="F1_main_prauc_2680">
            <a:extLst>
              <a:ext uri="{FF2B5EF4-FFF2-40B4-BE49-F238E27FC236}">
                <a16:creationId xmlns:a16="http://schemas.microsoft.com/office/drawing/2014/main" id="{D370C13B-641F-4511-823F-B313B3F69AEC}"/>
              </a:ext>
            </a:extLst>
          </p:cNvPr>
          <p:cNvSpPr>
            <a:spLocks noGrp="1"/>
          </p:cNvSpPr>
          <p:nvPr/>
        </p:nvSpPr>
        <p:spPr>
          <a:xfrm>
            <a:off x="86614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2" name="F1_main_prauc_2681">
            <a:extLst>
              <a:ext uri="{FF2B5EF4-FFF2-40B4-BE49-F238E27FC236}">
                <a16:creationId xmlns:a16="http://schemas.microsoft.com/office/drawing/2014/main" id="{8FAB04C1-350D-4FD6-8BAA-9EDDD02E2BF5}"/>
              </a:ext>
            </a:extLst>
          </p:cNvPr>
          <p:cNvSpPr>
            <a:spLocks noGrp="1"/>
          </p:cNvSpPr>
          <p:nvPr/>
        </p:nvSpPr>
        <p:spPr>
          <a:xfrm>
            <a:off x="85286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3" name="F1_main_prauc_2682">
            <a:extLst>
              <a:ext uri="{FF2B5EF4-FFF2-40B4-BE49-F238E27FC236}">
                <a16:creationId xmlns:a16="http://schemas.microsoft.com/office/drawing/2014/main" id="{F04D2CC7-B6AA-46BE-BF47-19F9145C8B23}"/>
              </a:ext>
            </a:extLst>
          </p:cNvPr>
          <p:cNvSpPr>
            <a:spLocks noGrp="1"/>
          </p:cNvSpPr>
          <p:nvPr/>
        </p:nvSpPr>
        <p:spPr>
          <a:xfrm>
            <a:off x="8453940" y="60909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4" name="F1_main_prauc_2683">
            <a:extLst>
              <a:ext uri="{FF2B5EF4-FFF2-40B4-BE49-F238E27FC236}">
                <a16:creationId xmlns:a16="http://schemas.microsoft.com/office/drawing/2014/main" id="{47060F73-CB95-4202-8F5D-F4AA0AD520C4}"/>
              </a:ext>
            </a:extLst>
          </p:cNvPr>
          <p:cNvSpPr>
            <a:spLocks noGrp="1"/>
          </p:cNvSpPr>
          <p:nvPr/>
        </p:nvSpPr>
        <p:spPr>
          <a:xfrm>
            <a:off x="86212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5" name="F1_main_prauc_2684">
            <a:extLst>
              <a:ext uri="{FF2B5EF4-FFF2-40B4-BE49-F238E27FC236}">
                <a16:creationId xmlns:a16="http://schemas.microsoft.com/office/drawing/2014/main" id="{CBD449AD-E219-44BE-86AE-E9A5BAFDF9F2}"/>
              </a:ext>
            </a:extLst>
          </p:cNvPr>
          <p:cNvSpPr>
            <a:spLocks noGrp="1"/>
          </p:cNvSpPr>
          <p:nvPr/>
        </p:nvSpPr>
        <p:spPr>
          <a:xfrm>
            <a:off x="85956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6" name="F1_main_prauc_2685">
            <a:extLst>
              <a:ext uri="{FF2B5EF4-FFF2-40B4-BE49-F238E27FC236}">
                <a16:creationId xmlns:a16="http://schemas.microsoft.com/office/drawing/2014/main" id="{C89A546A-DF83-4F61-A5EA-01269275D271}"/>
              </a:ext>
            </a:extLst>
          </p:cNvPr>
          <p:cNvSpPr>
            <a:spLocks noGrp="1"/>
          </p:cNvSpPr>
          <p:nvPr/>
        </p:nvSpPr>
        <p:spPr>
          <a:xfrm>
            <a:off x="8658335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7" name="F1_main_prauc_2686">
            <a:extLst>
              <a:ext uri="{FF2B5EF4-FFF2-40B4-BE49-F238E27FC236}">
                <a16:creationId xmlns:a16="http://schemas.microsoft.com/office/drawing/2014/main" id="{45B8DDE3-0AC1-4FB5-A0B0-7BC048B7AB46}"/>
              </a:ext>
            </a:extLst>
          </p:cNvPr>
          <p:cNvSpPr>
            <a:spLocks noGrp="1"/>
          </p:cNvSpPr>
          <p:nvPr/>
        </p:nvSpPr>
        <p:spPr>
          <a:xfrm>
            <a:off x="847481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8" name="F1_main_prauc_2687">
            <a:extLst>
              <a:ext uri="{FF2B5EF4-FFF2-40B4-BE49-F238E27FC236}">
                <a16:creationId xmlns:a16="http://schemas.microsoft.com/office/drawing/2014/main" id="{01642303-C3CC-4713-822C-62F66EFED632}"/>
              </a:ext>
            </a:extLst>
          </p:cNvPr>
          <p:cNvSpPr>
            <a:spLocks noGrp="1"/>
          </p:cNvSpPr>
          <p:nvPr/>
        </p:nvSpPr>
        <p:spPr>
          <a:xfrm>
            <a:off x="84673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9" name="F1_main_prauc_2688">
            <a:extLst>
              <a:ext uri="{FF2B5EF4-FFF2-40B4-BE49-F238E27FC236}">
                <a16:creationId xmlns:a16="http://schemas.microsoft.com/office/drawing/2014/main" id="{89AC522B-E5A0-4B08-893B-AC4D8E3BB5AB}"/>
              </a:ext>
            </a:extLst>
          </p:cNvPr>
          <p:cNvSpPr>
            <a:spLocks noGrp="1"/>
          </p:cNvSpPr>
          <p:nvPr/>
        </p:nvSpPr>
        <p:spPr>
          <a:xfrm>
            <a:off x="846261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0" name="F1_main_prauc_2689">
            <a:extLst>
              <a:ext uri="{FF2B5EF4-FFF2-40B4-BE49-F238E27FC236}">
                <a16:creationId xmlns:a16="http://schemas.microsoft.com/office/drawing/2014/main" id="{7033BA2F-9B84-44C3-9BCD-3CDC7BE558D5}"/>
              </a:ext>
            </a:extLst>
          </p:cNvPr>
          <p:cNvSpPr>
            <a:spLocks noGrp="1"/>
          </p:cNvSpPr>
          <p:nvPr/>
        </p:nvSpPr>
        <p:spPr>
          <a:xfrm>
            <a:off x="8593275" y="58519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1" name="F1_main_prauc_2690">
            <a:extLst>
              <a:ext uri="{FF2B5EF4-FFF2-40B4-BE49-F238E27FC236}">
                <a16:creationId xmlns:a16="http://schemas.microsoft.com/office/drawing/2014/main" id="{F6965925-8D61-4F8B-8084-52F602B908FB}"/>
              </a:ext>
            </a:extLst>
          </p:cNvPr>
          <p:cNvSpPr>
            <a:spLocks noGrp="1"/>
          </p:cNvSpPr>
          <p:nvPr/>
        </p:nvSpPr>
        <p:spPr>
          <a:xfrm>
            <a:off x="844608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2" name="F1_main_prauc_2691">
            <a:extLst>
              <a:ext uri="{FF2B5EF4-FFF2-40B4-BE49-F238E27FC236}">
                <a16:creationId xmlns:a16="http://schemas.microsoft.com/office/drawing/2014/main" id="{76615689-D435-46BD-88A2-7ADC70CE0D23}"/>
              </a:ext>
            </a:extLst>
          </p:cNvPr>
          <p:cNvSpPr>
            <a:spLocks noGrp="1"/>
          </p:cNvSpPr>
          <p:nvPr/>
        </p:nvSpPr>
        <p:spPr>
          <a:xfrm>
            <a:off x="85355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3" name="F1_main_prauc_2692">
            <a:extLst>
              <a:ext uri="{FF2B5EF4-FFF2-40B4-BE49-F238E27FC236}">
                <a16:creationId xmlns:a16="http://schemas.microsoft.com/office/drawing/2014/main" id="{7455070B-9F85-4FEF-AA59-89E0D3770E2E}"/>
              </a:ext>
            </a:extLst>
          </p:cNvPr>
          <p:cNvSpPr>
            <a:spLocks noGrp="1"/>
          </p:cNvSpPr>
          <p:nvPr/>
        </p:nvSpPr>
        <p:spPr>
          <a:xfrm>
            <a:off x="85748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4" name="F1_main_prauc_2693">
            <a:extLst>
              <a:ext uri="{FF2B5EF4-FFF2-40B4-BE49-F238E27FC236}">
                <a16:creationId xmlns:a16="http://schemas.microsoft.com/office/drawing/2014/main" id="{22BD84AC-A5DD-40EE-AD9E-5D7E89E885B3}"/>
              </a:ext>
            </a:extLst>
          </p:cNvPr>
          <p:cNvSpPr>
            <a:spLocks noGrp="1"/>
          </p:cNvSpPr>
          <p:nvPr/>
        </p:nvSpPr>
        <p:spPr>
          <a:xfrm>
            <a:off x="86504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5" name="F1_main_prauc_2694">
            <a:extLst>
              <a:ext uri="{FF2B5EF4-FFF2-40B4-BE49-F238E27FC236}">
                <a16:creationId xmlns:a16="http://schemas.microsoft.com/office/drawing/2014/main" id="{01B76B06-5A1F-4FE7-B854-93110E1F6431}"/>
              </a:ext>
            </a:extLst>
          </p:cNvPr>
          <p:cNvSpPr>
            <a:spLocks noGrp="1"/>
          </p:cNvSpPr>
          <p:nvPr/>
        </p:nvSpPr>
        <p:spPr>
          <a:xfrm>
            <a:off x="84441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6" name="F1_main_prauc_2695">
            <a:extLst>
              <a:ext uri="{FF2B5EF4-FFF2-40B4-BE49-F238E27FC236}">
                <a16:creationId xmlns:a16="http://schemas.microsoft.com/office/drawing/2014/main" id="{DD3B0F0E-3946-4855-A1D3-F7F18159D33A}"/>
              </a:ext>
            </a:extLst>
          </p:cNvPr>
          <p:cNvSpPr>
            <a:spLocks noGrp="1"/>
          </p:cNvSpPr>
          <p:nvPr/>
        </p:nvSpPr>
        <p:spPr>
          <a:xfrm>
            <a:off x="8675165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7" name="F1_main_prauc_2696">
            <a:extLst>
              <a:ext uri="{FF2B5EF4-FFF2-40B4-BE49-F238E27FC236}">
                <a16:creationId xmlns:a16="http://schemas.microsoft.com/office/drawing/2014/main" id="{41762E61-F455-4C41-8A1D-A5DDDFAF57DF}"/>
              </a:ext>
            </a:extLst>
          </p:cNvPr>
          <p:cNvSpPr>
            <a:spLocks noGrp="1"/>
          </p:cNvSpPr>
          <p:nvPr/>
        </p:nvSpPr>
        <p:spPr>
          <a:xfrm>
            <a:off x="86113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8" name="F1_main_prauc_2697">
            <a:extLst>
              <a:ext uri="{FF2B5EF4-FFF2-40B4-BE49-F238E27FC236}">
                <a16:creationId xmlns:a16="http://schemas.microsoft.com/office/drawing/2014/main" id="{493F370C-DA16-4147-B89E-54F8B30EAAD7}"/>
              </a:ext>
            </a:extLst>
          </p:cNvPr>
          <p:cNvSpPr>
            <a:spLocks noGrp="1"/>
          </p:cNvSpPr>
          <p:nvPr/>
        </p:nvSpPr>
        <p:spPr>
          <a:xfrm>
            <a:off x="8425573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9" name="F1_main_prauc_2698">
            <a:extLst>
              <a:ext uri="{FF2B5EF4-FFF2-40B4-BE49-F238E27FC236}">
                <a16:creationId xmlns:a16="http://schemas.microsoft.com/office/drawing/2014/main" id="{24C1A634-2CB2-45DE-806E-2D7C1502F0DC}"/>
              </a:ext>
            </a:extLst>
          </p:cNvPr>
          <p:cNvSpPr>
            <a:spLocks noGrp="1"/>
          </p:cNvSpPr>
          <p:nvPr/>
        </p:nvSpPr>
        <p:spPr>
          <a:xfrm>
            <a:off x="85162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0" name="F1_main_prauc_2699">
            <a:extLst>
              <a:ext uri="{FF2B5EF4-FFF2-40B4-BE49-F238E27FC236}">
                <a16:creationId xmlns:a16="http://schemas.microsoft.com/office/drawing/2014/main" id="{DC17A4CF-CD99-4B6C-9801-5EBCA0831B41}"/>
              </a:ext>
            </a:extLst>
          </p:cNvPr>
          <p:cNvSpPr>
            <a:spLocks noGrp="1"/>
          </p:cNvSpPr>
          <p:nvPr/>
        </p:nvSpPr>
        <p:spPr>
          <a:xfrm>
            <a:off x="849179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1" name="F1_main_prauc_2700">
            <a:extLst>
              <a:ext uri="{FF2B5EF4-FFF2-40B4-BE49-F238E27FC236}">
                <a16:creationId xmlns:a16="http://schemas.microsoft.com/office/drawing/2014/main" id="{A5A9848F-AF62-4F5D-A698-4A0F52B4BB15}"/>
              </a:ext>
            </a:extLst>
          </p:cNvPr>
          <p:cNvSpPr>
            <a:spLocks noGrp="1"/>
          </p:cNvSpPr>
          <p:nvPr/>
        </p:nvSpPr>
        <p:spPr>
          <a:xfrm>
            <a:off x="84665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2" name="F1_main_prauc_2701">
            <a:extLst>
              <a:ext uri="{FF2B5EF4-FFF2-40B4-BE49-F238E27FC236}">
                <a16:creationId xmlns:a16="http://schemas.microsoft.com/office/drawing/2014/main" id="{2175F637-DB69-48F6-A0C3-9F21B70398F1}"/>
              </a:ext>
            </a:extLst>
          </p:cNvPr>
          <p:cNvSpPr>
            <a:spLocks noGrp="1"/>
          </p:cNvSpPr>
          <p:nvPr/>
        </p:nvSpPr>
        <p:spPr>
          <a:xfrm>
            <a:off x="85382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3" name="F1_main_prauc_2702">
            <a:extLst>
              <a:ext uri="{FF2B5EF4-FFF2-40B4-BE49-F238E27FC236}">
                <a16:creationId xmlns:a16="http://schemas.microsoft.com/office/drawing/2014/main" id="{15CD9408-12D4-42D3-B54A-ED4CE75A04CE}"/>
              </a:ext>
            </a:extLst>
          </p:cNvPr>
          <p:cNvSpPr>
            <a:spLocks noGrp="1"/>
          </p:cNvSpPr>
          <p:nvPr/>
        </p:nvSpPr>
        <p:spPr>
          <a:xfrm>
            <a:off x="856041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4" name="F1_main_prauc_2703">
            <a:extLst>
              <a:ext uri="{FF2B5EF4-FFF2-40B4-BE49-F238E27FC236}">
                <a16:creationId xmlns:a16="http://schemas.microsoft.com/office/drawing/2014/main" id="{DEC8CAEA-6AB3-47E2-8DBE-E388319E53D9}"/>
              </a:ext>
            </a:extLst>
          </p:cNvPr>
          <p:cNvSpPr>
            <a:spLocks noGrp="1"/>
          </p:cNvSpPr>
          <p:nvPr/>
        </p:nvSpPr>
        <p:spPr>
          <a:xfrm>
            <a:off x="86126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5" name="F1_main_prauc_2704">
            <a:extLst>
              <a:ext uri="{FF2B5EF4-FFF2-40B4-BE49-F238E27FC236}">
                <a16:creationId xmlns:a16="http://schemas.microsoft.com/office/drawing/2014/main" id="{BBCDB68F-AD42-4A64-AE32-1527E509AFCE}"/>
              </a:ext>
            </a:extLst>
          </p:cNvPr>
          <p:cNvSpPr>
            <a:spLocks noGrp="1"/>
          </p:cNvSpPr>
          <p:nvPr/>
        </p:nvSpPr>
        <p:spPr>
          <a:xfrm>
            <a:off x="867700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6" name="F1_main_prauc_2705">
            <a:extLst>
              <a:ext uri="{FF2B5EF4-FFF2-40B4-BE49-F238E27FC236}">
                <a16:creationId xmlns:a16="http://schemas.microsoft.com/office/drawing/2014/main" id="{03CF529C-FBA0-4544-AD71-C1FA9E05EA26}"/>
              </a:ext>
            </a:extLst>
          </p:cNvPr>
          <p:cNvSpPr>
            <a:spLocks noGrp="1"/>
          </p:cNvSpPr>
          <p:nvPr/>
        </p:nvSpPr>
        <p:spPr>
          <a:xfrm>
            <a:off x="857128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7" name="F1_main_prauc_2706">
            <a:extLst>
              <a:ext uri="{FF2B5EF4-FFF2-40B4-BE49-F238E27FC236}">
                <a16:creationId xmlns:a16="http://schemas.microsoft.com/office/drawing/2014/main" id="{B4731E1B-3C34-461A-B45A-86FAA89F6224}"/>
              </a:ext>
            </a:extLst>
          </p:cNvPr>
          <p:cNvSpPr>
            <a:spLocks noGrp="1"/>
          </p:cNvSpPr>
          <p:nvPr/>
        </p:nvSpPr>
        <p:spPr>
          <a:xfrm>
            <a:off x="857909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8" name="F1_main_prauc_2707">
            <a:extLst>
              <a:ext uri="{FF2B5EF4-FFF2-40B4-BE49-F238E27FC236}">
                <a16:creationId xmlns:a16="http://schemas.microsoft.com/office/drawing/2014/main" id="{94CBB4C6-DECB-4D00-BE5C-3F012A93A859}"/>
              </a:ext>
            </a:extLst>
          </p:cNvPr>
          <p:cNvSpPr>
            <a:spLocks noGrp="1"/>
          </p:cNvSpPr>
          <p:nvPr/>
        </p:nvSpPr>
        <p:spPr>
          <a:xfrm>
            <a:off x="85410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9" name="F1_main_prauc_2708">
            <a:extLst>
              <a:ext uri="{FF2B5EF4-FFF2-40B4-BE49-F238E27FC236}">
                <a16:creationId xmlns:a16="http://schemas.microsoft.com/office/drawing/2014/main" id="{71C6E17D-7CF2-4AB1-95B7-EF8DE11C3A10}"/>
              </a:ext>
            </a:extLst>
          </p:cNvPr>
          <p:cNvSpPr>
            <a:spLocks noGrp="1"/>
          </p:cNvSpPr>
          <p:nvPr/>
        </p:nvSpPr>
        <p:spPr>
          <a:xfrm>
            <a:off x="843912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0" name="F1_main_prauc_2709">
            <a:extLst>
              <a:ext uri="{FF2B5EF4-FFF2-40B4-BE49-F238E27FC236}">
                <a16:creationId xmlns:a16="http://schemas.microsoft.com/office/drawing/2014/main" id="{AB0EC8AC-6CA2-4793-88B9-59E6AA548797}"/>
              </a:ext>
            </a:extLst>
          </p:cNvPr>
          <p:cNvSpPr>
            <a:spLocks noGrp="1"/>
          </p:cNvSpPr>
          <p:nvPr/>
        </p:nvSpPr>
        <p:spPr>
          <a:xfrm>
            <a:off x="855466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1" name="F1_main_prauc_2710">
            <a:extLst>
              <a:ext uri="{FF2B5EF4-FFF2-40B4-BE49-F238E27FC236}">
                <a16:creationId xmlns:a16="http://schemas.microsoft.com/office/drawing/2014/main" id="{3ECC64FB-D3C1-4B10-91C3-56255C7331A5}"/>
              </a:ext>
            </a:extLst>
          </p:cNvPr>
          <p:cNvSpPr>
            <a:spLocks noGrp="1"/>
          </p:cNvSpPr>
          <p:nvPr/>
        </p:nvSpPr>
        <p:spPr>
          <a:xfrm>
            <a:off x="8572106" y="587754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2" name="F1_main_prauc_2711">
            <a:extLst>
              <a:ext uri="{FF2B5EF4-FFF2-40B4-BE49-F238E27FC236}">
                <a16:creationId xmlns:a16="http://schemas.microsoft.com/office/drawing/2014/main" id="{49206B48-C3D9-4742-9C68-0B696E49155F}"/>
              </a:ext>
            </a:extLst>
          </p:cNvPr>
          <p:cNvSpPr>
            <a:spLocks noGrp="1"/>
          </p:cNvSpPr>
          <p:nvPr/>
        </p:nvSpPr>
        <p:spPr>
          <a:xfrm>
            <a:off x="858059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3" name="F1_main_prauc_2712">
            <a:extLst>
              <a:ext uri="{FF2B5EF4-FFF2-40B4-BE49-F238E27FC236}">
                <a16:creationId xmlns:a16="http://schemas.microsoft.com/office/drawing/2014/main" id="{3D298EE5-13EC-4C2C-A1F6-44D629A68CB7}"/>
              </a:ext>
            </a:extLst>
          </p:cNvPr>
          <p:cNvSpPr>
            <a:spLocks noGrp="1"/>
          </p:cNvSpPr>
          <p:nvPr/>
        </p:nvSpPr>
        <p:spPr>
          <a:xfrm>
            <a:off x="8467065" y="60395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4" name="F1_main_prauc_2713">
            <a:extLst>
              <a:ext uri="{FF2B5EF4-FFF2-40B4-BE49-F238E27FC236}">
                <a16:creationId xmlns:a16="http://schemas.microsoft.com/office/drawing/2014/main" id="{490434DC-8843-4AF5-89DB-8AB94B052744}"/>
              </a:ext>
            </a:extLst>
          </p:cNvPr>
          <p:cNvSpPr>
            <a:spLocks noGrp="1"/>
          </p:cNvSpPr>
          <p:nvPr/>
        </p:nvSpPr>
        <p:spPr>
          <a:xfrm>
            <a:off x="849737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5" name="F1_main_prauc_2714">
            <a:extLst>
              <a:ext uri="{FF2B5EF4-FFF2-40B4-BE49-F238E27FC236}">
                <a16:creationId xmlns:a16="http://schemas.microsoft.com/office/drawing/2014/main" id="{A90222BE-9ED5-4908-ACFA-C382C056BEB1}"/>
              </a:ext>
            </a:extLst>
          </p:cNvPr>
          <p:cNvSpPr>
            <a:spLocks noGrp="1"/>
          </p:cNvSpPr>
          <p:nvPr/>
        </p:nvSpPr>
        <p:spPr>
          <a:xfrm>
            <a:off x="853310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6" name="F1_main_prauc_2715">
            <a:extLst>
              <a:ext uri="{FF2B5EF4-FFF2-40B4-BE49-F238E27FC236}">
                <a16:creationId xmlns:a16="http://schemas.microsoft.com/office/drawing/2014/main" id="{CECC17A6-DD80-4A68-BA3B-A92891A1D5AE}"/>
              </a:ext>
            </a:extLst>
          </p:cNvPr>
          <p:cNvSpPr>
            <a:spLocks noGrp="1"/>
          </p:cNvSpPr>
          <p:nvPr/>
        </p:nvSpPr>
        <p:spPr>
          <a:xfrm>
            <a:off x="866484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7" name="F1_main_prauc_2716">
            <a:extLst>
              <a:ext uri="{FF2B5EF4-FFF2-40B4-BE49-F238E27FC236}">
                <a16:creationId xmlns:a16="http://schemas.microsoft.com/office/drawing/2014/main" id="{E2A783EF-264E-42D5-AC94-3973D5E156B1}"/>
              </a:ext>
            </a:extLst>
          </p:cNvPr>
          <p:cNvSpPr>
            <a:spLocks noGrp="1"/>
          </p:cNvSpPr>
          <p:nvPr/>
        </p:nvSpPr>
        <p:spPr>
          <a:xfrm>
            <a:off x="8499248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8" name="F1_main_prauc_2717">
            <a:extLst>
              <a:ext uri="{FF2B5EF4-FFF2-40B4-BE49-F238E27FC236}">
                <a16:creationId xmlns:a16="http://schemas.microsoft.com/office/drawing/2014/main" id="{1405EBB6-E900-4B8F-93EC-B5F7A5E696FB}"/>
              </a:ext>
            </a:extLst>
          </p:cNvPr>
          <p:cNvSpPr>
            <a:spLocks noGrp="1"/>
          </p:cNvSpPr>
          <p:nvPr/>
        </p:nvSpPr>
        <p:spPr>
          <a:xfrm>
            <a:off x="862801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9" name="F1_main_prauc_2718">
            <a:extLst>
              <a:ext uri="{FF2B5EF4-FFF2-40B4-BE49-F238E27FC236}">
                <a16:creationId xmlns:a16="http://schemas.microsoft.com/office/drawing/2014/main" id="{034F881C-8FE1-4904-8978-DAFB7D06AC1A}"/>
              </a:ext>
            </a:extLst>
          </p:cNvPr>
          <p:cNvSpPr>
            <a:spLocks noGrp="1"/>
          </p:cNvSpPr>
          <p:nvPr/>
        </p:nvSpPr>
        <p:spPr>
          <a:xfrm>
            <a:off x="86081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0" name="F1_main_prauc_2719">
            <a:extLst>
              <a:ext uri="{FF2B5EF4-FFF2-40B4-BE49-F238E27FC236}">
                <a16:creationId xmlns:a16="http://schemas.microsoft.com/office/drawing/2014/main" id="{AAB7BF96-3D68-4029-8D67-F1AC0980E0FD}"/>
              </a:ext>
            </a:extLst>
          </p:cNvPr>
          <p:cNvSpPr>
            <a:spLocks noGrp="1"/>
          </p:cNvSpPr>
          <p:nvPr/>
        </p:nvSpPr>
        <p:spPr>
          <a:xfrm>
            <a:off x="84822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1" name="F1_main_prauc_2720">
            <a:extLst>
              <a:ext uri="{FF2B5EF4-FFF2-40B4-BE49-F238E27FC236}">
                <a16:creationId xmlns:a16="http://schemas.microsoft.com/office/drawing/2014/main" id="{2EA1D719-50ED-459A-88B2-79FFA73D1372}"/>
              </a:ext>
            </a:extLst>
          </p:cNvPr>
          <p:cNvSpPr>
            <a:spLocks noGrp="1"/>
          </p:cNvSpPr>
          <p:nvPr/>
        </p:nvSpPr>
        <p:spPr>
          <a:xfrm>
            <a:off x="854659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2" name="F1_main_prauc_2721">
            <a:extLst>
              <a:ext uri="{FF2B5EF4-FFF2-40B4-BE49-F238E27FC236}">
                <a16:creationId xmlns:a16="http://schemas.microsoft.com/office/drawing/2014/main" id="{E8555545-4212-49D3-A795-AD44D7270FCD}"/>
              </a:ext>
            </a:extLst>
          </p:cNvPr>
          <p:cNvSpPr>
            <a:spLocks noGrp="1"/>
          </p:cNvSpPr>
          <p:nvPr/>
        </p:nvSpPr>
        <p:spPr>
          <a:xfrm>
            <a:off x="845198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3" name="F1_main_prauc_2722">
            <a:extLst>
              <a:ext uri="{FF2B5EF4-FFF2-40B4-BE49-F238E27FC236}">
                <a16:creationId xmlns:a16="http://schemas.microsoft.com/office/drawing/2014/main" id="{7FD8CC18-AD34-4F52-922B-8F0244FB47DA}"/>
              </a:ext>
            </a:extLst>
          </p:cNvPr>
          <p:cNvSpPr>
            <a:spLocks noGrp="1"/>
          </p:cNvSpPr>
          <p:nvPr/>
        </p:nvSpPr>
        <p:spPr>
          <a:xfrm>
            <a:off x="84305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4" name="F1_main_prauc_2723">
            <a:extLst>
              <a:ext uri="{FF2B5EF4-FFF2-40B4-BE49-F238E27FC236}">
                <a16:creationId xmlns:a16="http://schemas.microsoft.com/office/drawing/2014/main" id="{7DE178BD-F46A-46F4-8079-0A7B3C9FEFA0}"/>
              </a:ext>
            </a:extLst>
          </p:cNvPr>
          <p:cNvSpPr>
            <a:spLocks noGrp="1"/>
          </p:cNvSpPr>
          <p:nvPr/>
        </p:nvSpPr>
        <p:spPr>
          <a:xfrm>
            <a:off x="85857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5" name="F1_main_prauc_2724">
            <a:extLst>
              <a:ext uri="{FF2B5EF4-FFF2-40B4-BE49-F238E27FC236}">
                <a16:creationId xmlns:a16="http://schemas.microsoft.com/office/drawing/2014/main" id="{DE29F3AE-CFB5-4E6B-852F-E554E4AECF0A}"/>
              </a:ext>
            </a:extLst>
          </p:cNvPr>
          <p:cNvSpPr>
            <a:spLocks noGrp="1"/>
          </p:cNvSpPr>
          <p:nvPr/>
        </p:nvSpPr>
        <p:spPr>
          <a:xfrm>
            <a:off x="849073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6" name="F1_main_prauc_2725">
            <a:extLst>
              <a:ext uri="{FF2B5EF4-FFF2-40B4-BE49-F238E27FC236}">
                <a16:creationId xmlns:a16="http://schemas.microsoft.com/office/drawing/2014/main" id="{D1D3B76A-E9F7-4FC9-8A9D-723179C7F9A7}"/>
              </a:ext>
            </a:extLst>
          </p:cNvPr>
          <p:cNvSpPr>
            <a:spLocks noGrp="1"/>
          </p:cNvSpPr>
          <p:nvPr/>
        </p:nvSpPr>
        <p:spPr>
          <a:xfrm>
            <a:off x="8651889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7" name="F1_main_prauc_2726">
            <a:extLst>
              <a:ext uri="{FF2B5EF4-FFF2-40B4-BE49-F238E27FC236}">
                <a16:creationId xmlns:a16="http://schemas.microsoft.com/office/drawing/2014/main" id="{123A4E11-3B9D-410F-865C-517030536491}"/>
              </a:ext>
            </a:extLst>
          </p:cNvPr>
          <p:cNvSpPr>
            <a:spLocks noGrp="1"/>
          </p:cNvSpPr>
          <p:nvPr/>
        </p:nvSpPr>
        <p:spPr>
          <a:xfrm>
            <a:off x="8654402" y="34750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8" name="F1_main_prauc_2727">
            <a:extLst>
              <a:ext uri="{FF2B5EF4-FFF2-40B4-BE49-F238E27FC236}">
                <a16:creationId xmlns:a16="http://schemas.microsoft.com/office/drawing/2014/main" id="{470ACED4-32E7-42B2-A130-D7A265E38258}"/>
              </a:ext>
            </a:extLst>
          </p:cNvPr>
          <p:cNvSpPr>
            <a:spLocks noGrp="1"/>
          </p:cNvSpPr>
          <p:nvPr/>
        </p:nvSpPr>
        <p:spPr>
          <a:xfrm>
            <a:off x="86784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9" name="F1_main_prauc_2728">
            <a:extLst>
              <a:ext uri="{FF2B5EF4-FFF2-40B4-BE49-F238E27FC236}">
                <a16:creationId xmlns:a16="http://schemas.microsoft.com/office/drawing/2014/main" id="{893C6E20-CE0E-4CC6-9C5E-44372A001F20}"/>
              </a:ext>
            </a:extLst>
          </p:cNvPr>
          <p:cNvSpPr>
            <a:spLocks noGrp="1"/>
          </p:cNvSpPr>
          <p:nvPr/>
        </p:nvSpPr>
        <p:spPr>
          <a:xfrm>
            <a:off x="85553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0" name="F1_main_prauc_2729">
            <a:extLst>
              <a:ext uri="{FF2B5EF4-FFF2-40B4-BE49-F238E27FC236}">
                <a16:creationId xmlns:a16="http://schemas.microsoft.com/office/drawing/2014/main" id="{EAF32EAE-3E2E-4606-9891-C1D685826346}"/>
              </a:ext>
            </a:extLst>
          </p:cNvPr>
          <p:cNvSpPr>
            <a:spLocks noGrp="1"/>
          </p:cNvSpPr>
          <p:nvPr/>
        </p:nvSpPr>
        <p:spPr>
          <a:xfrm>
            <a:off x="85432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1" name="F1_main_prauc_2730">
            <a:extLst>
              <a:ext uri="{FF2B5EF4-FFF2-40B4-BE49-F238E27FC236}">
                <a16:creationId xmlns:a16="http://schemas.microsoft.com/office/drawing/2014/main" id="{ABE5C78A-93EF-4AF7-B95B-786FF9A4795E}"/>
              </a:ext>
            </a:extLst>
          </p:cNvPr>
          <p:cNvSpPr>
            <a:spLocks noGrp="1"/>
          </p:cNvSpPr>
          <p:nvPr/>
        </p:nvSpPr>
        <p:spPr>
          <a:xfrm>
            <a:off x="86407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2" name="F1_main_prauc_2731">
            <a:extLst>
              <a:ext uri="{FF2B5EF4-FFF2-40B4-BE49-F238E27FC236}">
                <a16:creationId xmlns:a16="http://schemas.microsoft.com/office/drawing/2014/main" id="{9CDA90EE-DD9C-4EAC-A03B-966D4B8751FF}"/>
              </a:ext>
            </a:extLst>
          </p:cNvPr>
          <p:cNvSpPr>
            <a:spLocks noGrp="1"/>
          </p:cNvSpPr>
          <p:nvPr/>
        </p:nvSpPr>
        <p:spPr>
          <a:xfrm>
            <a:off x="8470705" y="60229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3" name="F1_main_prauc_2732">
            <a:extLst>
              <a:ext uri="{FF2B5EF4-FFF2-40B4-BE49-F238E27FC236}">
                <a16:creationId xmlns:a16="http://schemas.microsoft.com/office/drawing/2014/main" id="{B7741F69-D882-4FAC-B923-86659EFC622D}"/>
              </a:ext>
            </a:extLst>
          </p:cNvPr>
          <p:cNvSpPr>
            <a:spLocks noGrp="1"/>
          </p:cNvSpPr>
          <p:nvPr/>
        </p:nvSpPr>
        <p:spPr>
          <a:xfrm>
            <a:off x="84753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4" name="F1_main_prauc_2733">
            <a:extLst>
              <a:ext uri="{FF2B5EF4-FFF2-40B4-BE49-F238E27FC236}">
                <a16:creationId xmlns:a16="http://schemas.microsoft.com/office/drawing/2014/main" id="{A0B0940F-A5AD-4FC5-952C-670D34AAA616}"/>
              </a:ext>
            </a:extLst>
          </p:cNvPr>
          <p:cNvSpPr>
            <a:spLocks noGrp="1"/>
          </p:cNvSpPr>
          <p:nvPr/>
        </p:nvSpPr>
        <p:spPr>
          <a:xfrm>
            <a:off x="84744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5" name="F1_main_prauc_2734">
            <a:extLst>
              <a:ext uri="{FF2B5EF4-FFF2-40B4-BE49-F238E27FC236}">
                <a16:creationId xmlns:a16="http://schemas.microsoft.com/office/drawing/2014/main" id="{C36765A0-42B8-4CEC-9C3A-10DA5692785F}"/>
              </a:ext>
            </a:extLst>
          </p:cNvPr>
          <p:cNvSpPr>
            <a:spLocks noGrp="1"/>
          </p:cNvSpPr>
          <p:nvPr/>
        </p:nvSpPr>
        <p:spPr>
          <a:xfrm>
            <a:off x="864862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6" name="F1_main_prauc_2735">
            <a:extLst>
              <a:ext uri="{FF2B5EF4-FFF2-40B4-BE49-F238E27FC236}">
                <a16:creationId xmlns:a16="http://schemas.microsoft.com/office/drawing/2014/main" id="{274AC9A2-FF4D-463F-A8D8-EDB786E233E2}"/>
              </a:ext>
            </a:extLst>
          </p:cNvPr>
          <p:cNvSpPr>
            <a:spLocks noGrp="1"/>
          </p:cNvSpPr>
          <p:nvPr/>
        </p:nvSpPr>
        <p:spPr>
          <a:xfrm>
            <a:off x="85625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7" name="F1_main_prauc_2736">
            <a:extLst>
              <a:ext uri="{FF2B5EF4-FFF2-40B4-BE49-F238E27FC236}">
                <a16:creationId xmlns:a16="http://schemas.microsoft.com/office/drawing/2014/main" id="{5B0D29A8-EC4B-416D-ACB1-98EF9F7FC127}"/>
              </a:ext>
            </a:extLst>
          </p:cNvPr>
          <p:cNvSpPr>
            <a:spLocks noGrp="1"/>
          </p:cNvSpPr>
          <p:nvPr/>
        </p:nvSpPr>
        <p:spPr>
          <a:xfrm>
            <a:off x="86504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8" name="F1_main_prauc_2737">
            <a:extLst>
              <a:ext uri="{FF2B5EF4-FFF2-40B4-BE49-F238E27FC236}">
                <a16:creationId xmlns:a16="http://schemas.microsoft.com/office/drawing/2014/main" id="{A2CBF595-7A7A-4A52-89D3-F92A5DEB6A9A}"/>
              </a:ext>
            </a:extLst>
          </p:cNvPr>
          <p:cNvSpPr>
            <a:spLocks noGrp="1"/>
          </p:cNvSpPr>
          <p:nvPr/>
        </p:nvSpPr>
        <p:spPr>
          <a:xfrm>
            <a:off x="85929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9" name="F1_main_prauc_2738">
            <a:extLst>
              <a:ext uri="{FF2B5EF4-FFF2-40B4-BE49-F238E27FC236}">
                <a16:creationId xmlns:a16="http://schemas.microsoft.com/office/drawing/2014/main" id="{C0F9BF90-2F3E-47F6-8948-41E8927B1E50}"/>
              </a:ext>
            </a:extLst>
          </p:cNvPr>
          <p:cNvSpPr>
            <a:spLocks noGrp="1"/>
          </p:cNvSpPr>
          <p:nvPr/>
        </p:nvSpPr>
        <p:spPr>
          <a:xfrm>
            <a:off x="86674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0" name="F1_main_prauc_2739">
            <a:extLst>
              <a:ext uri="{FF2B5EF4-FFF2-40B4-BE49-F238E27FC236}">
                <a16:creationId xmlns:a16="http://schemas.microsoft.com/office/drawing/2014/main" id="{07A1C5C9-30F9-4B08-B5A6-2000BCE6006C}"/>
              </a:ext>
            </a:extLst>
          </p:cNvPr>
          <p:cNvSpPr>
            <a:spLocks noGrp="1"/>
          </p:cNvSpPr>
          <p:nvPr/>
        </p:nvSpPr>
        <p:spPr>
          <a:xfrm>
            <a:off x="861669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1" name="F1_main_prauc_2740">
            <a:extLst>
              <a:ext uri="{FF2B5EF4-FFF2-40B4-BE49-F238E27FC236}">
                <a16:creationId xmlns:a16="http://schemas.microsoft.com/office/drawing/2014/main" id="{28095817-F90E-4401-9F04-866045D451B8}"/>
              </a:ext>
            </a:extLst>
          </p:cNvPr>
          <p:cNvSpPr>
            <a:spLocks noGrp="1"/>
          </p:cNvSpPr>
          <p:nvPr/>
        </p:nvSpPr>
        <p:spPr>
          <a:xfrm>
            <a:off x="851101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2" name="F1_main_prauc_2741">
            <a:extLst>
              <a:ext uri="{FF2B5EF4-FFF2-40B4-BE49-F238E27FC236}">
                <a16:creationId xmlns:a16="http://schemas.microsoft.com/office/drawing/2014/main" id="{3BDF048B-BA9B-4555-A1C4-9586482D3565}"/>
              </a:ext>
            </a:extLst>
          </p:cNvPr>
          <p:cNvSpPr>
            <a:spLocks noGrp="1"/>
          </p:cNvSpPr>
          <p:nvPr/>
        </p:nvSpPr>
        <p:spPr>
          <a:xfrm>
            <a:off x="866372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3" name="F1_main_prauc_2742">
            <a:extLst>
              <a:ext uri="{FF2B5EF4-FFF2-40B4-BE49-F238E27FC236}">
                <a16:creationId xmlns:a16="http://schemas.microsoft.com/office/drawing/2014/main" id="{EC50AF4E-3312-4DDA-B1F2-4799DB10C724}"/>
              </a:ext>
            </a:extLst>
          </p:cNvPr>
          <p:cNvSpPr>
            <a:spLocks noGrp="1"/>
          </p:cNvSpPr>
          <p:nvPr/>
        </p:nvSpPr>
        <p:spPr>
          <a:xfrm>
            <a:off x="8464499" y="60966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4" name="F1_main_prauc_2743">
            <a:extLst>
              <a:ext uri="{FF2B5EF4-FFF2-40B4-BE49-F238E27FC236}">
                <a16:creationId xmlns:a16="http://schemas.microsoft.com/office/drawing/2014/main" id="{85B945BC-6CDC-4323-AC04-0940E002A717}"/>
              </a:ext>
            </a:extLst>
          </p:cNvPr>
          <p:cNvSpPr>
            <a:spLocks noGrp="1"/>
          </p:cNvSpPr>
          <p:nvPr/>
        </p:nvSpPr>
        <p:spPr>
          <a:xfrm>
            <a:off x="864714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5" name="F1_main_prauc_2744">
            <a:extLst>
              <a:ext uri="{FF2B5EF4-FFF2-40B4-BE49-F238E27FC236}">
                <a16:creationId xmlns:a16="http://schemas.microsoft.com/office/drawing/2014/main" id="{6B5F1E0F-3220-49D6-A83C-FF7C7C536699}"/>
              </a:ext>
            </a:extLst>
          </p:cNvPr>
          <p:cNvSpPr>
            <a:spLocks noGrp="1"/>
          </p:cNvSpPr>
          <p:nvPr/>
        </p:nvSpPr>
        <p:spPr>
          <a:xfrm>
            <a:off x="8635739" y="58730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6" name="F1_main_prauc_2745">
            <a:extLst>
              <a:ext uri="{FF2B5EF4-FFF2-40B4-BE49-F238E27FC236}">
                <a16:creationId xmlns:a16="http://schemas.microsoft.com/office/drawing/2014/main" id="{3A4EB6F5-9BFF-4AD0-A25C-9CB7CF7AF7BD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191" cy="3257550"/>
          </a:xfrm>
          <a:custGeom>
            <a:avLst/>
            <a:gdLst/>
            <a:ahLst/>
            <a:cxnLst/>
            <a:rect l="0" t="0" r="0" b="0"/>
            <a:pathLst>
              <a:path w="191" h="3257550">
                <a:moveTo>
                  <a:pt x="0" y="3257550"/>
                </a:moveTo>
                <a:lnTo>
                  <a:pt x="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7" name="F1_main_prauc_2746">
            <a:extLst>
              <a:ext uri="{FF2B5EF4-FFF2-40B4-BE49-F238E27FC236}">
                <a16:creationId xmlns:a16="http://schemas.microsoft.com/office/drawing/2014/main" id="{1BCEF6F0-8FC9-4864-AA05-100CBFFAFE0C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8" name="F1_main_prauc_2747">
            <a:extLst>
              <a:ext uri="{FF2B5EF4-FFF2-40B4-BE49-F238E27FC236}">
                <a16:creationId xmlns:a16="http://schemas.microsoft.com/office/drawing/2014/main" id="{CE422CF4-0240-489B-B043-A25DEB0ED057}"/>
              </a:ext>
            </a:extLst>
          </p:cNvPr>
          <p:cNvSpPr>
            <a:spLocks noGrp="1"/>
          </p:cNvSpPr>
          <p:nvPr/>
        </p:nvSpPr>
        <p:spPr>
          <a:xfrm>
            <a:off x="1550055" y="4037415"/>
            <a:ext cx="191" cy="236787"/>
          </a:xfrm>
          <a:custGeom>
            <a:avLst/>
            <a:gdLst/>
            <a:ahLst/>
            <a:cxnLst/>
            <a:rect l="0" t="0" r="0" b="0"/>
            <a:pathLst>
              <a:path w="191" h="236787">
                <a:moveTo>
                  <a:pt x="0" y="236787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39" name="F1_main_prauc_2748">
            <a:extLst>
              <a:ext uri="{FF2B5EF4-FFF2-40B4-BE49-F238E27FC236}">
                <a16:creationId xmlns:a16="http://schemas.microsoft.com/office/drawing/2014/main" id="{53E09EA1-F563-4B95-8452-16B1D44ED49E}"/>
              </a:ext>
            </a:extLst>
          </p:cNvPr>
          <p:cNvSpPr>
            <a:spLocks noGrp="1"/>
          </p:cNvSpPr>
          <p:nvPr/>
        </p:nvSpPr>
        <p:spPr>
          <a:xfrm>
            <a:off x="1459560" y="427420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0" name="F1_main_prauc_2749">
            <a:extLst>
              <a:ext uri="{FF2B5EF4-FFF2-40B4-BE49-F238E27FC236}">
                <a16:creationId xmlns:a16="http://schemas.microsoft.com/office/drawing/2014/main" id="{E8252774-7F0C-471A-A8EA-88113C3249B9}"/>
              </a:ext>
            </a:extLst>
          </p:cNvPr>
          <p:cNvSpPr>
            <a:spLocks noGrp="1"/>
          </p:cNvSpPr>
          <p:nvPr/>
        </p:nvSpPr>
        <p:spPr>
          <a:xfrm>
            <a:off x="1459560" y="40374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1" name="F1_main_prauc_2750">
            <a:extLst>
              <a:ext uri="{FF2B5EF4-FFF2-40B4-BE49-F238E27FC236}">
                <a16:creationId xmlns:a16="http://schemas.microsoft.com/office/drawing/2014/main" id="{B9C15C51-E3D4-40C9-A1CF-9B3E4E9F1661}"/>
              </a:ext>
            </a:extLst>
          </p:cNvPr>
          <p:cNvSpPr>
            <a:spLocks noGrp="1"/>
          </p:cNvSpPr>
          <p:nvPr/>
        </p:nvSpPr>
        <p:spPr>
          <a:xfrm>
            <a:off x="3123878" y="3823652"/>
            <a:ext cx="191" cy="298590"/>
          </a:xfrm>
          <a:custGeom>
            <a:avLst/>
            <a:gdLst/>
            <a:ahLst/>
            <a:cxnLst/>
            <a:rect l="0" t="0" r="0" b="0"/>
            <a:pathLst>
              <a:path w="191" h="298590">
                <a:moveTo>
                  <a:pt x="0" y="29859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2" name="F1_main_prauc_2751">
            <a:extLst>
              <a:ext uri="{FF2B5EF4-FFF2-40B4-BE49-F238E27FC236}">
                <a16:creationId xmlns:a16="http://schemas.microsoft.com/office/drawing/2014/main" id="{FE23AE77-0A47-4458-A1E1-2579D7867A0A}"/>
              </a:ext>
            </a:extLst>
          </p:cNvPr>
          <p:cNvSpPr>
            <a:spLocks noGrp="1"/>
          </p:cNvSpPr>
          <p:nvPr/>
        </p:nvSpPr>
        <p:spPr>
          <a:xfrm>
            <a:off x="3033383" y="412224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3" name="F1_main_prauc_2752">
            <a:extLst>
              <a:ext uri="{FF2B5EF4-FFF2-40B4-BE49-F238E27FC236}">
                <a16:creationId xmlns:a16="http://schemas.microsoft.com/office/drawing/2014/main" id="{7ACC539A-A458-4A48-84CE-C18058B2D9EB}"/>
              </a:ext>
            </a:extLst>
          </p:cNvPr>
          <p:cNvSpPr>
            <a:spLocks noGrp="1"/>
          </p:cNvSpPr>
          <p:nvPr/>
        </p:nvSpPr>
        <p:spPr>
          <a:xfrm>
            <a:off x="3033383" y="382365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4" name="F1_main_prauc_2753">
            <a:extLst>
              <a:ext uri="{FF2B5EF4-FFF2-40B4-BE49-F238E27FC236}">
                <a16:creationId xmlns:a16="http://schemas.microsoft.com/office/drawing/2014/main" id="{A194F52B-5B05-4FD6-BD9C-9C1F41498264}"/>
              </a:ext>
            </a:extLst>
          </p:cNvPr>
          <p:cNvSpPr>
            <a:spLocks noGrp="1"/>
          </p:cNvSpPr>
          <p:nvPr/>
        </p:nvSpPr>
        <p:spPr>
          <a:xfrm>
            <a:off x="4697701" y="3880482"/>
            <a:ext cx="191" cy="298878"/>
          </a:xfrm>
          <a:custGeom>
            <a:avLst/>
            <a:gdLst/>
            <a:ahLst/>
            <a:cxnLst/>
            <a:rect l="0" t="0" r="0" b="0"/>
            <a:pathLst>
              <a:path w="191" h="298878">
                <a:moveTo>
                  <a:pt x="0" y="298878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5" name="F1_main_prauc_2754">
            <a:extLst>
              <a:ext uri="{FF2B5EF4-FFF2-40B4-BE49-F238E27FC236}">
                <a16:creationId xmlns:a16="http://schemas.microsoft.com/office/drawing/2014/main" id="{EC0C1DA7-D58A-47DD-84DB-4555549B5C19}"/>
              </a:ext>
            </a:extLst>
          </p:cNvPr>
          <p:cNvSpPr>
            <a:spLocks noGrp="1"/>
          </p:cNvSpPr>
          <p:nvPr/>
        </p:nvSpPr>
        <p:spPr>
          <a:xfrm>
            <a:off x="4607206" y="417935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6" name="F1_main_prauc_2755">
            <a:extLst>
              <a:ext uri="{FF2B5EF4-FFF2-40B4-BE49-F238E27FC236}">
                <a16:creationId xmlns:a16="http://schemas.microsoft.com/office/drawing/2014/main" id="{34982DEE-2D63-467A-B1A1-E769C5AD8F74}"/>
              </a:ext>
            </a:extLst>
          </p:cNvPr>
          <p:cNvSpPr>
            <a:spLocks noGrp="1"/>
          </p:cNvSpPr>
          <p:nvPr/>
        </p:nvSpPr>
        <p:spPr>
          <a:xfrm>
            <a:off x="4607206" y="388048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7" name="F1_main_prauc_2756">
            <a:extLst>
              <a:ext uri="{FF2B5EF4-FFF2-40B4-BE49-F238E27FC236}">
                <a16:creationId xmlns:a16="http://schemas.microsoft.com/office/drawing/2014/main" id="{54D75BA2-654E-49EE-93B7-CADB9366494F}"/>
              </a:ext>
            </a:extLst>
          </p:cNvPr>
          <p:cNvSpPr>
            <a:spLocks noGrp="1"/>
          </p:cNvSpPr>
          <p:nvPr/>
        </p:nvSpPr>
        <p:spPr>
          <a:xfrm>
            <a:off x="6271524" y="4389270"/>
            <a:ext cx="191" cy="349906"/>
          </a:xfrm>
          <a:custGeom>
            <a:avLst/>
            <a:gdLst/>
            <a:ahLst/>
            <a:cxnLst/>
            <a:rect l="0" t="0" r="0" b="0"/>
            <a:pathLst>
              <a:path w="191" h="349906">
                <a:moveTo>
                  <a:pt x="0" y="34990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8" name="F1_main_prauc_2757">
            <a:extLst>
              <a:ext uri="{FF2B5EF4-FFF2-40B4-BE49-F238E27FC236}">
                <a16:creationId xmlns:a16="http://schemas.microsoft.com/office/drawing/2014/main" id="{329DC3DA-8B4D-4DB1-A35F-F91C775D6FF3}"/>
              </a:ext>
            </a:extLst>
          </p:cNvPr>
          <p:cNvSpPr>
            <a:spLocks noGrp="1"/>
          </p:cNvSpPr>
          <p:nvPr/>
        </p:nvSpPr>
        <p:spPr>
          <a:xfrm>
            <a:off x="6181029" y="473917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9" name="F1_main_prauc_2758">
            <a:extLst>
              <a:ext uri="{FF2B5EF4-FFF2-40B4-BE49-F238E27FC236}">
                <a16:creationId xmlns:a16="http://schemas.microsoft.com/office/drawing/2014/main" id="{ECE3FF54-D16C-4CAA-8FD7-D3C94F3B3139}"/>
              </a:ext>
            </a:extLst>
          </p:cNvPr>
          <p:cNvSpPr>
            <a:spLocks noGrp="1"/>
          </p:cNvSpPr>
          <p:nvPr/>
        </p:nvSpPr>
        <p:spPr>
          <a:xfrm>
            <a:off x="6181029" y="438927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0" name="F1_main_prauc_2759">
            <a:extLst>
              <a:ext uri="{FF2B5EF4-FFF2-40B4-BE49-F238E27FC236}">
                <a16:creationId xmlns:a16="http://schemas.microsoft.com/office/drawing/2014/main" id="{D26FF800-3756-4DA0-A3B9-B226B2538AC0}"/>
              </a:ext>
            </a:extLst>
          </p:cNvPr>
          <p:cNvSpPr>
            <a:spLocks noGrp="1"/>
          </p:cNvSpPr>
          <p:nvPr/>
        </p:nvSpPr>
        <p:spPr>
          <a:xfrm>
            <a:off x="7845347" y="4389270"/>
            <a:ext cx="191" cy="349906"/>
          </a:xfrm>
          <a:custGeom>
            <a:avLst/>
            <a:gdLst/>
            <a:ahLst/>
            <a:cxnLst/>
            <a:rect l="0" t="0" r="0" b="0"/>
            <a:pathLst>
              <a:path w="191" h="349906">
                <a:moveTo>
                  <a:pt x="0" y="34990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1" name="F1_main_prauc_2760">
            <a:extLst>
              <a:ext uri="{FF2B5EF4-FFF2-40B4-BE49-F238E27FC236}">
                <a16:creationId xmlns:a16="http://schemas.microsoft.com/office/drawing/2014/main" id="{6DF938E3-7145-4AE0-923B-BEDE8BE44AC1}"/>
              </a:ext>
            </a:extLst>
          </p:cNvPr>
          <p:cNvSpPr>
            <a:spLocks noGrp="1"/>
          </p:cNvSpPr>
          <p:nvPr/>
        </p:nvSpPr>
        <p:spPr>
          <a:xfrm>
            <a:off x="7754852" y="473917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2" name="F1_main_prauc_2761">
            <a:extLst>
              <a:ext uri="{FF2B5EF4-FFF2-40B4-BE49-F238E27FC236}">
                <a16:creationId xmlns:a16="http://schemas.microsoft.com/office/drawing/2014/main" id="{2370882F-5D9E-4B37-9782-648C772DF96E}"/>
              </a:ext>
            </a:extLst>
          </p:cNvPr>
          <p:cNvSpPr>
            <a:spLocks noGrp="1"/>
          </p:cNvSpPr>
          <p:nvPr/>
        </p:nvSpPr>
        <p:spPr>
          <a:xfrm>
            <a:off x="7754852" y="438927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3" name="F1_main_prauc_2762">
            <a:extLst>
              <a:ext uri="{FF2B5EF4-FFF2-40B4-BE49-F238E27FC236}">
                <a16:creationId xmlns:a16="http://schemas.microsoft.com/office/drawing/2014/main" id="{2282B57F-E961-431D-AABE-B703502C989A}"/>
              </a:ext>
            </a:extLst>
          </p:cNvPr>
          <p:cNvSpPr>
            <a:spLocks noGrp="1"/>
          </p:cNvSpPr>
          <p:nvPr/>
        </p:nvSpPr>
        <p:spPr>
          <a:xfrm>
            <a:off x="1912034" y="4451198"/>
            <a:ext cx="191" cy="262301"/>
          </a:xfrm>
          <a:custGeom>
            <a:avLst/>
            <a:gdLst/>
            <a:ahLst/>
            <a:cxnLst/>
            <a:rect l="0" t="0" r="0" b="0"/>
            <a:pathLst>
              <a:path w="191" h="262301">
                <a:moveTo>
                  <a:pt x="0" y="2623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4" name="F1_main_prauc_2763">
            <a:extLst>
              <a:ext uri="{FF2B5EF4-FFF2-40B4-BE49-F238E27FC236}">
                <a16:creationId xmlns:a16="http://schemas.microsoft.com/office/drawing/2014/main" id="{21F026E0-F419-451E-B8A3-105CF5884EFB}"/>
              </a:ext>
            </a:extLst>
          </p:cNvPr>
          <p:cNvSpPr>
            <a:spLocks noGrp="1"/>
          </p:cNvSpPr>
          <p:nvPr/>
        </p:nvSpPr>
        <p:spPr>
          <a:xfrm>
            <a:off x="1821539" y="471350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5" name="F1_main_prauc_2764">
            <a:extLst>
              <a:ext uri="{FF2B5EF4-FFF2-40B4-BE49-F238E27FC236}">
                <a16:creationId xmlns:a16="http://schemas.microsoft.com/office/drawing/2014/main" id="{58F012BB-F599-4A66-B6F4-8EC38693B028}"/>
              </a:ext>
            </a:extLst>
          </p:cNvPr>
          <p:cNvSpPr>
            <a:spLocks noGrp="1"/>
          </p:cNvSpPr>
          <p:nvPr/>
        </p:nvSpPr>
        <p:spPr>
          <a:xfrm>
            <a:off x="1821539" y="445119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6" name="F1_main_prauc_2765">
            <a:extLst>
              <a:ext uri="{FF2B5EF4-FFF2-40B4-BE49-F238E27FC236}">
                <a16:creationId xmlns:a16="http://schemas.microsoft.com/office/drawing/2014/main" id="{4A0DC066-03B0-47D5-BF0D-DE3DD3BA4A38}"/>
              </a:ext>
            </a:extLst>
          </p:cNvPr>
          <p:cNvSpPr>
            <a:spLocks noGrp="1"/>
          </p:cNvSpPr>
          <p:nvPr/>
        </p:nvSpPr>
        <p:spPr>
          <a:xfrm>
            <a:off x="3485857" y="4216029"/>
            <a:ext cx="191" cy="306848"/>
          </a:xfrm>
          <a:custGeom>
            <a:avLst/>
            <a:gdLst/>
            <a:ahLst/>
            <a:cxnLst/>
            <a:rect l="0" t="0" r="0" b="0"/>
            <a:pathLst>
              <a:path w="191" h="306848">
                <a:moveTo>
                  <a:pt x="0" y="306848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7" name="F1_main_prauc_2766">
            <a:extLst>
              <a:ext uri="{FF2B5EF4-FFF2-40B4-BE49-F238E27FC236}">
                <a16:creationId xmlns:a16="http://schemas.microsoft.com/office/drawing/2014/main" id="{6BF6328B-D541-4644-A5BE-6C0FF9EDABF9}"/>
              </a:ext>
            </a:extLst>
          </p:cNvPr>
          <p:cNvSpPr>
            <a:spLocks noGrp="1"/>
          </p:cNvSpPr>
          <p:nvPr/>
        </p:nvSpPr>
        <p:spPr>
          <a:xfrm>
            <a:off x="3395362" y="452287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8" name="F1_main_prauc_2767">
            <a:extLst>
              <a:ext uri="{FF2B5EF4-FFF2-40B4-BE49-F238E27FC236}">
                <a16:creationId xmlns:a16="http://schemas.microsoft.com/office/drawing/2014/main" id="{BF72328E-6F6D-4C1D-8343-031E3ED7F44D}"/>
              </a:ext>
            </a:extLst>
          </p:cNvPr>
          <p:cNvSpPr>
            <a:spLocks noGrp="1"/>
          </p:cNvSpPr>
          <p:nvPr/>
        </p:nvSpPr>
        <p:spPr>
          <a:xfrm>
            <a:off x="3395362" y="421602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9" name="F1_main_prauc_2768">
            <a:extLst>
              <a:ext uri="{FF2B5EF4-FFF2-40B4-BE49-F238E27FC236}">
                <a16:creationId xmlns:a16="http://schemas.microsoft.com/office/drawing/2014/main" id="{B8DB31D0-CA9F-4379-B2AF-1D7A942170A1}"/>
              </a:ext>
            </a:extLst>
          </p:cNvPr>
          <p:cNvSpPr>
            <a:spLocks noGrp="1"/>
          </p:cNvSpPr>
          <p:nvPr/>
        </p:nvSpPr>
        <p:spPr>
          <a:xfrm>
            <a:off x="5059680" y="4261149"/>
            <a:ext cx="191" cy="305365"/>
          </a:xfrm>
          <a:custGeom>
            <a:avLst/>
            <a:gdLst/>
            <a:ahLst/>
            <a:cxnLst/>
            <a:rect l="0" t="0" r="0" b="0"/>
            <a:pathLst>
              <a:path w="191" h="305365">
                <a:moveTo>
                  <a:pt x="0" y="305365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0" name="F1_main_prauc_2769">
            <a:extLst>
              <a:ext uri="{FF2B5EF4-FFF2-40B4-BE49-F238E27FC236}">
                <a16:creationId xmlns:a16="http://schemas.microsoft.com/office/drawing/2014/main" id="{A15EDA01-29CB-4A2E-96E9-B9CCD4EF019D}"/>
              </a:ext>
            </a:extLst>
          </p:cNvPr>
          <p:cNvSpPr>
            <a:spLocks noGrp="1"/>
          </p:cNvSpPr>
          <p:nvPr/>
        </p:nvSpPr>
        <p:spPr>
          <a:xfrm>
            <a:off x="4969185" y="456651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1" name="F1_main_prauc_2770">
            <a:extLst>
              <a:ext uri="{FF2B5EF4-FFF2-40B4-BE49-F238E27FC236}">
                <a16:creationId xmlns:a16="http://schemas.microsoft.com/office/drawing/2014/main" id="{EF2ECD73-6A73-45EA-BA95-4EB50468B568}"/>
              </a:ext>
            </a:extLst>
          </p:cNvPr>
          <p:cNvSpPr>
            <a:spLocks noGrp="1"/>
          </p:cNvSpPr>
          <p:nvPr/>
        </p:nvSpPr>
        <p:spPr>
          <a:xfrm>
            <a:off x="4969185" y="42611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2" name="F1_main_prauc_2771">
            <a:extLst>
              <a:ext uri="{FF2B5EF4-FFF2-40B4-BE49-F238E27FC236}">
                <a16:creationId xmlns:a16="http://schemas.microsoft.com/office/drawing/2014/main" id="{55419DC8-F604-4349-844A-C8F7CC553E4A}"/>
              </a:ext>
            </a:extLst>
          </p:cNvPr>
          <p:cNvSpPr>
            <a:spLocks noGrp="1"/>
          </p:cNvSpPr>
          <p:nvPr/>
        </p:nvSpPr>
        <p:spPr>
          <a:xfrm>
            <a:off x="6633503" y="4757831"/>
            <a:ext cx="191" cy="344201"/>
          </a:xfrm>
          <a:custGeom>
            <a:avLst/>
            <a:gdLst/>
            <a:ahLst/>
            <a:cxnLst/>
            <a:rect l="0" t="0" r="0" b="0"/>
            <a:pathLst>
              <a:path w="191" h="344201">
                <a:moveTo>
                  <a:pt x="0" y="3442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3" name="F1_main_prauc_2772">
            <a:extLst>
              <a:ext uri="{FF2B5EF4-FFF2-40B4-BE49-F238E27FC236}">
                <a16:creationId xmlns:a16="http://schemas.microsoft.com/office/drawing/2014/main" id="{47757A69-B1BA-4A97-BE11-DEEA7B51BBFB}"/>
              </a:ext>
            </a:extLst>
          </p:cNvPr>
          <p:cNvSpPr>
            <a:spLocks noGrp="1"/>
          </p:cNvSpPr>
          <p:nvPr/>
        </p:nvSpPr>
        <p:spPr>
          <a:xfrm>
            <a:off x="6543008" y="510203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4" name="F1_main_prauc_2773">
            <a:extLst>
              <a:ext uri="{FF2B5EF4-FFF2-40B4-BE49-F238E27FC236}">
                <a16:creationId xmlns:a16="http://schemas.microsoft.com/office/drawing/2014/main" id="{0878347C-B6C9-4612-976C-31256D0C3BFB}"/>
              </a:ext>
            </a:extLst>
          </p:cNvPr>
          <p:cNvSpPr>
            <a:spLocks noGrp="1"/>
          </p:cNvSpPr>
          <p:nvPr/>
        </p:nvSpPr>
        <p:spPr>
          <a:xfrm>
            <a:off x="6543008" y="475783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5" name="F1_main_prauc_2774">
            <a:extLst>
              <a:ext uri="{FF2B5EF4-FFF2-40B4-BE49-F238E27FC236}">
                <a16:creationId xmlns:a16="http://schemas.microsoft.com/office/drawing/2014/main" id="{23DEB324-EC80-44E5-9909-EEBDD0B0662B}"/>
              </a:ext>
            </a:extLst>
          </p:cNvPr>
          <p:cNvSpPr>
            <a:spLocks noGrp="1"/>
          </p:cNvSpPr>
          <p:nvPr/>
        </p:nvSpPr>
        <p:spPr>
          <a:xfrm>
            <a:off x="8207326" y="4757831"/>
            <a:ext cx="191" cy="344201"/>
          </a:xfrm>
          <a:custGeom>
            <a:avLst/>
            <a:gdLst/>
            <a:ahLst/>
            <a:cxnLst/>
            <a:rect l="0" t="0" r="0" b="0"/>
            <a:pathLst>
              <a:path w="191" h="344201">
                <a:moveTo>
                  <a:pt x="0" y="3442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6" name="F1_main_prauc_2775">
            <a:extLst>
              <a:ext uri="{FF2B5EF4-FFF2-40B4-BE49-F238E27FC236}">
                <a16:creationId xmlns:a16="http://schemas.microsoft.com/office/drawing/2014/main" id="{30B27825-9A6D-4224-A7A9-B1740E106A83}"/>
              </a:ext>
            </a:extLst>
          </p:cNvPr>
          <p:cNvSpPr>
            <a:spLocks noGrp="1"/>
          </p:cNvSpPr>
          <p:nvPr/>
        </p:nvSpPr>
        <p:spPr>
          <a:xfrm>
            <a:off x="8116831" y="510203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7" name="F1_main_prauc_2776">
            <a:extLst>
              <a:ext uri="{FF2B5EF4-FFF2-40B4-BE49-F238E27FC236}">
                <a16:creationId xmlns:a16="http://schemas.microsoft.com/office/drawing/2014/main" id="{8B677A1E-88CE-4254-8420-0980C726BA18}"/>
              </a:ext>
            </a:extLst>
          </p:cNvPr>
          <p:cNvSpPr>
            <a:spLocks noGrp="1"/>
          </p:cNvSpPr>
          <p:nvPr/>
        </p:nvSpPr>
        <p:spPr>
          <a:xfrm>
            <a:off x="8116831" y="475783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8" name="F1_main_prauc_2777">
            <a:extLst>
              <a:ext uri="{FF2B5EF4-FFF2-40B4-BE49-F238E27FC236}">
                <a16:creationId xmlns:a16="http://schemas.microsoft.com/office/drawing/2014/main" id="{E47F1C8C-4F32-4A83-813B-34857BC0CED6}"/>
              </a:ext>
            </a:extLst>
          </p:cNvPr>
          <p:cNvSpPr>
            <a:spLocks noGrp="1"/>
          </p:cNvSpPr>
          <p:nvPr/>
        </p:nvSpPr>
        <p:spPr>
          <a:xfrm>
            <a:off x="2274013" y="5406510"/>
            <a:ext cx="191" cy="210746"/>
          </a:xfrm>
          <a:custGeom>
            <a:avLst/>
            <a:gdLst/>
            <a:ahLst/>
            <a:cxnLst/>
            <a:rect l="0" t="0" r="0" b="0"/>
            <a:pathLst>
              <a:path w="191" h="210746">
                <a:moveTo>
                  <a:pt x="0" y="21074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69" name="F1_main_prauc_2778">
            <a:extLst>
              <a:ext uri="{FF2B5EF4-FFF2-40B4-BE49-F238E27FC236}">
                <a16:creationId xmlns:a16="http://schemas.microsoft.com/office/drawing/2014/main" id="{D9DBAA81-9040-48CA-BFC5-2552766B48C6}"/>
              </a:ext>
            </a:extLst>
          </p:cNvPr>
          <p:cNvSpPr>
            <a:spLocks noGrp="1"/>
          </p:cNvSpPr>
          <p:nvPr/>
        </p:nvSpPr>
        <p:spPr>
          <a:xfrm>
            <a:off x="2183518" y="561725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0" name="F1_main_prauc_2779">
            <a:extLst>
              <a:ext uri="{FF2B5EF4-FFF2-40B4-BE49-F238E27FC236}">
                <a16:creationId xmlns:a16="http://schemas.microsoft.com/office/drawing/2014/main" id="{E6D6F701-FB4D-4E00-93D0-96A9C679940B}"/>
              </a:ext>
            </a:extLst>
          </p:cNvPr>
          <p:cNvSpPr>
            <a:spLocks noGrp="1"/>
          </p:cNvSpPr>
          <p:nvPr/>
        </p:nvSpPr>
        <p:spPr>
          <a:xfrm>
            <a:off x="2183518" y="540651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1" name="F1_main_prauc_2780">
            <a:extLst>
              <a:ext uri="{FF2B5EF4-FFF2-40B4-BE49-F238E27FC236}">
                <a16:creationId xmlns:a16="http://schemas.microsoft.com/office/drawing/2014/main" id="{F563EAFB-77FA-4684-8FCB-FE54C7B490DD}"/>
              </a:ext>
            </a:extLst>
          </p:cNvPr>
          <p:cNvSpPr>
            <a:spLocks noGrp="1"/>
          </p:cNvSpPr>
          <p:nvPr/>
        </p:nvSpPr>
        <p:spPr>
          <a:xfrm>
            <a:off x="3847836" y="5151826"/>
            <a:ext cx="191" cy="300623"/>
          </a:xfrm>
          <a:custGeom>
            <a:avLst/>
            <a:gdLst/>
            <a:ahLst/>
            <a:cxnLst/>
            <a:rect l="0" t="0" r="0" b="0"/>
            <a:pathLst>
              <a:path w="191" h="300623">
                <a:moveTo>
                  <a:pt x="0" y="3006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2" name="F1_main_prauc_2781">
            <a:extLst>
              <a:ext uri="{FF2B5EF4-FFF2-40B4-BE49-F238E27FC236}">
                <a16:creationId xmlns:a16="http://schemas.microsoft.com/office/drawing/2014/main" id="{09821EB9-5DBE-46D6-96F1-AE90B7D21999}"/>
              </a:ext>
            </a:extLst>
          </p:cNvPr>
          <p:cNvSpPr>
            <a:spLocks noGrp="1"/>
          </p:cNvSpPr>
          <p:nvPr/>
        </p:nvSpPr>
        <p:spPr>
          <a:xfrm>
            <a:off x="3757341" y="54524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3" name="F1_main_prauc_2782">
            <a:extLst>
              <a:ext uri="{FF2B5EF4-FFF2-40B4-BE49-F238E27FC236}">
                <a16:creationId xmlns:a16="http://schemas.microsoft.com/office/drawing/2014/main" id="{ABC5E4C3-8CF2-4B11-A806-403200E637C7}"/>
              </a:ext>
            </a:extLst>
          </p:cNvPr>
          <p:cNvSpPr>
            <a:spLocks noGrp="1"/>
          </p:cNvSpPr>
          <p:nvPr/>
        </p:nvSpPr>
        <p:spPr>
          <a:xfrm>
            <a:off x="3757341" y="515182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4" name="F1_main_prauc_2783">
            <a:extLst>
              <a:ext uri="{FF2B5EF4-FFF2-40B4-BE49-F238E27FC236}">
                <a16:creationId xmlns:a16="http://schemas.microsoft.com/office/drawing/2014/main" id="{A090B67B-5DD0-4CC6-A900-DFD97D085587}"/>
              </a:ext>
            </a:extLst>
          </p:cNvPr>
          <p:cNvSpPr>
            <a:spLocks noGrp="1"/>
          </p:cNvSpPr>
          <p:nvPr/>
        </p:nvSpPr>
        <p:spPr>
          <a:xfrm>
            <a:off x="5421659" y="5158771"/>
            <a:ext cx="191" cy="299249"/>
          </a:xfrm>
          <a:custGeom>
            <a:avLst/>
            <a:gdLst/>
            <a:ahLst/>
            <a:cxnLst/>
            <a:rect l="0" t="0" r="0" b="0"/>
            <a:pathLst>
              <a:path w="191" h="299249">
                <a:moveTo>
                  <a:pt x="0" y="299249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5" name="F1_main_prauc_2784">
            <a:extLst>
              <a:ext uri="{FF2B5EF4-FFF2-40B4-BE49-F238E27FC236}">
                <a16:creationId xmlns:a16="http://schemas.microsoft.com/office/drawing/2014/main" id="{3B0BA845-8B2D-4E42-8D0C-F3143E83256D}"/>
              </a:ext>
            </a:extLst>
          </p:cNvPr>
          <p:cNvSpPr>
            <a:spLocks noGrp="1"/>
          </p:cNvSpPr>
          <p:nvPr/>
        </p:nvSpPr>
        <p:spPr>
          <a:xfrm>
            <a:off x="5331164" y="545802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6" name="F1_main_prauc_2785">
            <a:extLst>
              <a:ext uri="{FF2B5EF4-FFF2-40B4-BE49-F238E27FC236}">
                <a16:creationId xmlns:a16="http://schemas.microsoft.com/office/drawing/2014/main" id="{CC136D3D-45CB-48D1-AAB4-57E95D3ABE60}"/>
              </a:ext>
            </a:extLst>
          </p:cNvPr>
          <p:cNvSpPr>
            <a:spLocks noGrp="1"/>
          </p:cNvSpPr>
          <p:nvPr/>
        </p:nvSpPr>
        <p:spPr>
          <a:xfrm>
            <a:off x="5331164" y="515877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7" name="F1_main_prauc_2786">
            <a:extLst>
              <a:ext uri="{FF2B5EF4-FFF2-40B4-BE49-F238E27FC236}">
                <a16:creationId xmlns:a16="http://schemas.microsoft.com/office/drawing/2014/main" id="{B0D9B607-9621-4CF9-9080-65CE9A9119BD}"/>
              </a:ext>
            </a:extLst>
          </p:cNvPr>
          <p:cNvSpPr>
            <a:spLocks noGrp="1"/>
          </p:cNvSpPr>
          <p:nvPr/>
        </p:nvSpPr>
        <p:spPr>
          <a:xfrm>
            <a:off x="6995482" y="5813246"/>
            <a:ext cx="191" cy="166451"/>
          </a:xfrm>
          <a:custGeom>
            <a:avLst/>
            <a:gdLst/>
            <a:ahLst/>
            <a:cxnLst/>
            <a:rect l="0" t="0" r="0" b="0"/>
            <a:pathLst>
              <a:path w="191" h="166451">
                <a:moveTo>
                  <a:pt x="0" y="16645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8" name="F1_main_prauc_2787">
            <a:extLst>
              <a:ext uri="{FF2B5EF4-FFF2-40B4-BE49-F238E27FC236}">
                <a16:creationId xmlns:a16="http://schemas.microsoft.com/office/drawing/2014/main" id="{50B6BE0F-1715-42DA-9A86-772826B182A7}"/>
              </a:ext>
            </a:extLst>
          </p:cNvPr>
          <p:cNvSpPr>
            <a:spLocks noGrp="1"/>
          </p:cNvSpPr>
          <p:nvPr/>
        </p:nvSpPr>
        <p:spPr>
          <a:xfrm>
            <a:off x="6904988" y="597969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9" name="F1_main_prauc_2788">
            <a:extLst>
              <a:ext uri="{FF2B5EF4-FFF2-40B4-BE49-F238E27FC236}">
                <a16:creationId xmlns:a16="http://schemas.microsoft.com/office/drawing/2014/main" id="{FE619712-01BA-4D9A-97D1-E4FB05D0FD33}"/>
              </a:ext>
            </a:extLst>
          </p:cNvPr>
          <p:cNvSpPr>
            <a:spLocks noGrp="1"/>
          </p:cNvSpPr>
          <p:nvPr/>
        </p:nvSpPr>
        <p:spPr>
          <a:xfrm>
            <a:off x="6904988" y="581324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80" name="F1_main_prauc_2789">
            <a:extLst>
              <a:ext uri="{FF2B5EF4-FFF2-40B4-BE49-F238E27FC236}">
                <a16:creationId xmlns:a16="http://schemas.microsoft.com/office/drawing/2014/main" id="{8D4381FD-C568-4086-9E26-DF0B6228DC3B}"/>
              </a:ext>
            </a:extLst>
          </p:cNvPr>
          <p:cNvSpPr>
            <a:spLocks noGrp="1"/>
          </p:cNvSpPr>
          <p:nvPr/>
        </p:nvSpPr>
        <p:spPr>
          <a:xfrm>
            <a:off x="8569305" y="5813246"/>
            <a:ext cx="191" cy="166451"/>
          </a:xfrm>
          <a:custGeom>
            <a:avLst/>
            <a:gdLst/>
            <a:ahLst/>
            <a:cxnLst/>
            <a:rect l="0" t="0" r="0" b="0"/>
            <a:pathLst>
              <a:path w="191" h="166451">
                <a:moveTo>
                  <a:pt x="0" y="16645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81" name="F1_main_prauc_2790">
            <a:extLst>
              <a:ext uri="{FF2B5EF4-FFF2-40B4-BE49-F238E27FC236}">
                <a16:creationId xmlns:a16="http://schemas.microsoft.com/office/drawing/2014/main" id="{F6C8BAA5-2D3C-40C7-BACD-E2B6D574C5B0}"/>
              </a:ext>
            </a:extLst>
          </p:cNvPr>
          <p:cNvSpPr>
            <a:spLocks noGrp="1"/>
          </p:cNvSpPr>
          <p:nvPr/>
        </p:nvSpPr>
        <p:spPr>
          <a:xfrm>
            <a:off x="8478811" y="597969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82" name="F1_main_prauc_2791">
            <a:extLst>
              <a:ext uri="{FF2B5EF4-FFF2-40B4-BE49-F238E27FC236}">
                <a16:creationId xmlns:a16="http://schemas.microsoft.com/office/drawing/2014/main" id="{04E4720C-A8B2-4F35-A0C2-0BADDD481403}"/>
              </a:ext>
            </a:extLst>
          </p:cNvPr>
          <p:cNvSpPr>
            <a:spLocks noGrp="1"/>
          </p:cNvSpPr>
          <p:nvPr/>
        </p:nvSpPr>
        <p:spPr>
          <a:xfrm>
            <a:off x="8478811" y="581324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83" name="F1_main_prauc_2792">
            <a:extLst>
              <a:ext uri="{FF2B5EF4-FFF2-40B4-BE49-F238E27FC236}">
                <a16:creationId xmlns:a16="http://schemas.microsoft.com/office/drawing/2014/main" id="{6533A48B-F06D-46F7-9DDC-FF5E65553DCD}"/>
              </a:ext>
            </a:extLst>
          </p:cNvPr>
          <p:cNvSpPr>
            <a:spLocks noGrp="1"/>
          </p:cNvSpPr>
          <p:nvPr/>
        </p:nvSpPr>
        <p:spPr>
          <a:xfrm>
            <a:off x="1405263" y="4155423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4" name="F1_main_prauc_2793">
            <a:extLst>
              <a:ext uri="{FF2B5EF4-FFF2-40B4-BE49-F238E27FC236}">
                <a16:creationId xmlns:a16="http://schemas.microsoft.com/office/drawing/2014/main" id="{B2E763B4-8005-4022-A63F-05DF03225AB9}"/>
              </a:ext>
            </a:extLst>
          </p:cNvPr>
          <p:cNvSpPr>
            <a:spLocks noGrp="1"/>
          </p:cNvSpPr>
          <p:nvPr/>
        </p:nvSpPr>
        <p:spPr>
          <a:xfrm>
            <a:off x="2979086" y="397131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5" name="F1_main_prauc_2794">
            <a:extLst>
              <a:ext uri="{FF2B5EF4-FFF2-40B4-BE49-F238E27FC236}">
                <a16:creationId xmlns:a16="http://schemas.microsoft.com/office/drawing/2014/main" id="{7B76BC86-8371-4929-80C2-D83982D840AE}"/>
              </a:ext>
            </a:extLst>
          </p:cNvPr>
          <p:cNvSpPr>
            <a:spLocks noGrp="1"/>
          </p:cNvSpPr>
          <p:nvPr/>
        </p:nvSpPr>
        <p:spPr>
          <a:xfrm>
            <a:off x="4552909" y="4027815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6" name="F1_main_prauc_2795">
            <a:extLst>
              <a:ext uri="{FF2B5EF4-FFF2-40B4-BE49-F238E27FC236}">
                <a16:creationId xmlns:a16="http://schemas.microsoft.com/office/drawing/2014/main" id="{ECA7B5EA-4090-47CA-94FE-EDD9465FDDF6}"/>
              </a:ext>
            </a:extLst>
          </p:cNvPr>
          <p:cNvSpPr>
            <a:spLocks noGrp="1"/>
          </p:cNvSpPr>
          <p:nvPr/>
        </p:nvSpPr>
        <p:spPr>
          <a:xfrm>
            <a:off x="6126732" y="456232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7" name="F1_main_prauc_2796">
            <a:extLst>
              <a:ext uri="{FF2B5EF4-FFF2-40B4-BE49-F238E27FC236}">
                <a16:creationId xmlns:a16="http://schemas.microsoft.com/office/drawing/2014/main" id="{B1944A35-59D3-4E6F-93EE-5C49B41F5C5B}"/>
              </a:ext>
            </a:extLst>
          </p:cNvPr>
          <p:cNvSpPr>
            <a:spLocks noGrp="1"/>
          </p:cNvSpPr>
          <p:nvPr/>
        </p:nvSpPr>
        <p:spPr>
          <a:xfrm>
            <a:off x="7700555" y="456232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8" name="F1_main_prauc_2797">
            <a:extLst>
              <a:ext uri="{FF2B5EF4-FFF2-40B4-BE49-F238E27FC236}">
                <a16:creationId xmlns:a16="http://schemas.microsoft.com/office/drawing/2014/main" id="{97ADC180-0384-4CA2-B8E3-FCD213DA6F6B}"/>
              </a:ext>
            </a:extLst>
          </p:cNvPr>
          <p:cNvSpPr>
            <a:spLocks noGrp="1"/>
          </p:cNvSpPr>
          <p:nvPr/>
        </p:nvSpPr>
        <p:spPr>
          <a:xfrm>
            <a:off x="1767242" y="4582368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9" name="F1_main_prauc_2798">
            <a:extLst>
              <a:ext uri="{FF2B5EF4-FFF2-40B4-BE49-F238E27FC236}">
                <a16:creationId xmlns:a16="http://schemas.microsoft.com/office/drawing/2014/main" id="{B9E137CB-1072-4734-A08D-851B44A8F633}"/>
              </a:ext>
            </a:extLst>
          </p:cNvPr>
          <p:cNvSpPr>
            <a:spLocks noGrp="1"/>
          </p:cNvSpPr>
          <p:nvPr/>
        </p:nvSpPr>
        <p:spPr>
          <a:xfrm>
            <a:off x="3341065" y="436987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90" name="F1_main_prauc_2799">
            <a:extLst>
              <a:ext uri="{FF2B5EF4-FFF2-40B4-BE49-F238E27FC236}">
                <a16:creationId xmlns:a16="http://schemas.microsoft.com/office/drawing/2014/main" id="{2F97A91D-8218-4311-BEE8-0CA626AED88A}"/>
              </a:ext>
            </a:extLst>
          </p:cNvPr>
          <p:cNvSpPr>
            <a:spLocks noGrp="1"/>
          </p:cNvSpPr>
          <p:nvPr/>
        </p:nvSpPr>
        <p:spPr>
          <a:xfrm>
            <a:off x="4914888" y="44126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91" name="F1_main_prauc_2800">
            <a:extLst>
              <a:ext uri="{FF2B5EF4-FFF2-40B4-BE49-F238E27FC236}">
                <a16:creationId xmlns:a16="http://schemas.microsoft.com/office/drawing/2014/main" id="{E184528F-FF47-4A54-B3A8-A691D890F9F0}"/>
              </a:ext>
            </a:extLst>
          </p:cNvPr>
          <p:cNvSpPr>
            <a:spLocks noGrp="1"/>
          </p:cNvSpPr>
          <p:nvPr/>
        </p:nvSpPr>
        <p:spPr>
          <a:xfrm>
            <a:off x="6488711" y="49315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92" name="F1_main_prauc_2801">
            <a:extLst>
              <a:ext uri="{FF2B5EF4-FFF2-40B4-BE49-F238E27FC236}">
                <a16:creationId xmlns:a16="http://schemas.microsoft.com/office/drawing/2014/main" id="{B18184B3-78AB-4E06-B803-21A99D341B8D}"/>
              </a:ext>
            </a:extLst>
          </p:cNvPr>
          <p:cNvSpPr>
            <a:spLocks noGrp="1"/>
          </p:cNvSpPr>
          <p:nvPr/>
        </p:nvSpPr>
        <p:spPr>
          <a:xfrm>
            <a:off x="8062534" y="49315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93" name="F1_main_prauc_2802">
            <a:extLst>
              <a:ext uri="{FF2B5EF4-FFF2-40B4-BE49-F238E27FC236}">
                <a16:creationId xmlns:a16="http://schemas.microsoft.com/office/drawing/2014/main" id="{AB5187E5-29A6-4FD7-9EA7-7D5987108D5A}"/>
              </a:ext>
            </a:extLst>
          </p:cNvPr>
          <p:cNvSpPr>
            <a:spLocks noGrp="1"/>
          </p:cNvSpPr>
          <p:nvPr/>
        </p:nvSpPr>
        <p:spPr>
          <a:xfrm>
            <a:off x="2129221" y="5514784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4" name="F1_main_prauc_2803">
            <a:extLst>
              <a:ext uri="{FF2B5EF4-FFF2-40B4-BE49-F238E27FC236}">
                <a16:creationId xmlns:a16="http://schemas.microsoft.com/office/drawing/2014/main" id="{34D4EE8E-1413-42B7-BBB7-375B675A87BC}"/>
              </a:ext>
            </a:extLst>
          </p:cNvPr>
          <p:cNvSpPr>
            <a:spLocks noGrp="1"/>
          </p:cNvSpPr>
          <p:nvPr/>
        </p:nvSpPr>
        <p:spPr>
          <a:xfrm>
            <a:off x="3703045" y="5306194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5" name="F1_main_prauc_2804">
            <a:extLst>
              <a:ext uri="{FF2B5EF4-FFF2-40B4-BE49-F238E27FC236}">
                <a16:creationId xmlns:a16="http://schemas.microsoft.com/office/drawing/2014/main" id="{0E5643AC-5A76-4AF7-9683-7A9E811DC99B}"/>
              </a:ext>
            </a:extLst>
          </p:cNvPr>
          <p:cNvSpPr>
            <a:spLocks noGrp="1"/>
          </p:cNvSpPr>
          <p:nvPr/>
        </p:nvSpPr>
        <p:spPr>
          <a:xfrm>
            <a:off x="5276868" y="5311785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6" name="F1_main_prauc_2805">
            <a:extLst>
              <a:ext uri="{FF2B5EF4-FFF2-40B4-BE49-F238E27FC236}">
                <a16:creationId xmlns:a16="http://schemas.microsoft.com/office/drawing/2014/main" id="{967351B4-E734-495C-A3FE-38523A3DF6D1}"/>
              </a:ext>
            </a:extLst>
          </p:cNvPr>
          <p:cNvSpPr>
            <a:spLocks noGrp="1"/>
          </p:cNvSpPr>
          <p:nvPr/>
        </p:nvSpPr>
        <p:spPr>
          <a:xfrm>
            <a:off x="6850691" y="5901102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7" name="F1_main_prauc_2806">
            <a:extLst>
              <a:ext uri="{FF2B5EF4-FFF2-40B4-BE49-F238E27FC236}">
                <a16:creationId xmlns:a16="http://schemas.microsoft.com/office/drawing/2014/main" id="{E3D17006-6704-4FCF-8C77-197AF723646F}"/>
              </a:ext>
            </a:extLst>
          </p:cNvPr>
          <p:cNvSpPr>
            <a:spLocks noGrp="1"/>
          </p:cNvSpPr>
          <p:nvPr/>
        </p:nvSpPr>
        <p:spPr>
          <a:xfrm>
            <a:off x="8424514" y="5901102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8" name="text_2807">
            <a:extLst>
              <a:ext uri="{FF2B5EF4-FFF2-40B4-BE49-F238E27FC236}">
                <a16:creationId xmlns:a16="http://schemas.microsoft.com/office/drawing/2014/main" id="{0959993B-33EC-4CBA-8D3A-38E2EAFE4EF0}"/>
              </a:ext>
            </a:extLst>
          </p:cNvPr>
          <p:cNvSpPr>
            <a:spLocks noGrp="1"/>
          </p:cNvSpPr>
          <p:nvPr/>
        </p:nvSpPr>
        <p:spPr>
          <a:xfrm>
            <a:off x="967740" y="1760708"/>
            <a:ext cx="2537707" cy="2204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8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8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Stage1 detection performance</a:t>
            </a:r>
          </a:p>
        </p:txBody>
      </p:sp>
      <p:sp>
        <p:nvSpPr>
          <p:cNvPr id="2799" name="text_2808">
            <a:extLst>
              <a:ext uri="{FF2B5EF4-FFF2-40B4-BE49-F238E27FC236}">
                <a16:creationId xmlns:a16="http://schemas.microsoft.com/office/drawing/2014/main" id="{8A5A0C1C-103C-4B3C-B0CE-F0C08CEC1A02}"/>
              </a:ext>
            </a:extLst>
          </p:cNvPr>
          <p:cNvSpPr>
            <a:spLocks noGrp="1"/>
          </p:cNvSpPr>
          <p:nvPr/>
        </p:nvSpPr>
        <p:spPr>
          <a:xfrm>
            <a:off x="830580" y="6948150"/>
            <a:ext cx="4631619" cy="1389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75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875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Bars: macro mean. Dots: individual PDBs. Whiskers: 95% bootstrap CI.</a:t>
            </a:r>
          </a:p>
        </p:txBody>
      </p:sp>
      <p:sp>
        <p:nvSpPr>
          <p:cNvPr id="2800" name="F1_main_prauc_2809">
            <a:extLst>
              <a:ext uri="{FF2B5EF4-FFF2-40B4-BE49-F238E27FC236}">
                <a16:creationId xmlns:a16="http://schemas.microsoft.com/office/drawing/2014/main" id="{49E45B3C-342A-4518-B04E-E2CD40CDE0BB}"/>
              </a:ext>
            </a:extLst>
          </p:cNvPr>
          <p:cNvSpPr>
            <a:spLocks noGrp="1"/>
          </p:cNvSpPr>
          <p:nvPr/>
        </p:nvSpPr>
        <p:spPr>
          <a:xfrm>
            <a:off x="1014857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007C83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1" name="text_2810">
            <a:extLst>
              <a:ext uri="{FF2B5EF4-FFF2-40B4-BE49-F238E27FC236}">
                <a16:creationId xmlns:a16="http://schemas.microsoft.com/office/drawing/2014/main" id="{BE1A3F73-B2A3-42FD-905C-54CCF0D64266}"/>
              </a:ext>
            </a:extLst>
          </p:cNvPr>
          <p:cNvSpPr>
            <a:spLocks noGrp="1"/>
          </p:cNvSpPr>
          <p:nvPr/>
        </p:nvSpPr>
        <p:spPr>
          <a:xfrm>
            <a:off x="1249454" y="2160866"/>
            <a:ext cx="1154730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GT receptor</a:t>
            </a:r>
          </a:p>
        </p:txBody>
      </p:sp>
      <p:sp>
        <p:nvSpPr>
          <p:cNvPr id="2802" name="F1_main_prauc_2811">
            <a:extLst>
              <a:ext uri="{FF2B5EF4-FFF2-40B4-BE49-F238E27FC236}">
                <a16:creationId xmlns:a16="http://schemas.microsoft.com/office/drawing/2014/main" id="{CD81157A-260E-48DC-8B8F-1A5ADD7ECDAC}"/>
              </a:ext>
            </a:extLst>
          </p:cNvPr>
          <p:cNvSpPr>
            <a:spLocks noGrp="1"/>
          </p:cNvSpPr>
          <p:nvPr/>
        </p:nvSpPr>
        <p:spPr>
          <a:xfrm>
            <a:off x="2603076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566AB4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3" name="text_2812">
            <a:extLst>
              <a:ext uri="{FF2B5EF4-FFF2-40B4-BE49-F238E27FC236}">
                <a16:creationId xmlns:a16="http://schemas.microsoft.com/office/drawing/2014/main" id="{C873A4E6-085B-4622-B2E8-0180F0B574F9}"/>
              </a:ext>
            </a:extLst>
          </p:cNvPr>
          <p:cNvSpPr>
            <a:spLocks noGrp="1"/>
          </p:cNvSpPr>
          <p:nvPr/>
        </p:nvSpPr>
        <p:spPr>
          <a:xfrm>
            <a:off x="2837674" y="2160866"/>
            <a:ext cx="1600747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CryoAtom2 receptor</a:t>
            </a:r>
          </a:p>
        </p:txBody>
      </p:sp>
      <p:sp>
        <p:nvSpPr>
          <p:cNvPr id="2804" name="F1_main_prauc_2813">
            <a:extLst>
              <a:ext uri="{FF2B5EF4-FFF2-40B4-BE49-F238E27FC236}">
                <a16:creationId xmlns:a16="http://schemas.microsoft.com/office/drawing/2014/main" id="{844C1A1A-FDE2-4661-BA33-02A4B3C9F454}"/>
              </a:ext>
            </a:extLst>
          </p:cNvPr>
          <p:cNvSpPr>
            <a:spLocks noGrp="1"/>
          </p:cNvSpPr>
          <p:nvPr/>
        </p:nvSpPr>
        <p:spPr>
          <a:xfrm>
            <a:off x="4639519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92979D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5" name="text_2814">
            <a:extLst>
              <a:ext uri="{FF2B5EF4-FFF2-40B4-BE49-F238E27FC236}">
                <a16:creationId xmlns:a16="http://schemas.microsoft.com/office/drawing/2014/main" id="{6995B52C-9C79-4374-B8FF-41BB6B950286}"/>
              </a:ext>
            </a:extLst>
          </p:cNvPr>
          <p:cNvSpPr>
            <a:spLocks noGrp="1"/>
          </p:cNvSpPr>
          <p:nvPr/>
        </p:nvSpPr>
        <p:spPr>
          <a:xfrm>
            <a:off x="4874116" y="2160866"/>
            <a:ext cx="523452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</p:spTree>
    <p:extLst>
      <p:ext uri="{BB962C8B-B14F-4D97-AF65-F5344CB8AC3E}">
        <p14:creationId xmlns:p14="http://schemas.microsoft.com/office/powerpoint/2010/main" val="1606511972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F3_paired_semantic_8399">
            <a:extLst>
              <a:ext uri="{FF2B5EF4-FFF2-40B4-BE49-F238E27FC236}">
                <a16:creationId xmlns:a16="http://schemas.microsoft.com/office/drawing/2014/main" id="{2E8D5833-BFCF-4FDC-8D94-7349B6439CFC}"/>
              </a:ext>
            </a:extLst>
          </p:cNvPr>
          <p:cNvSpPr>
            <a:spLocks noGrp="1"/>
          </p:cNvSpPr>
          <p:nvPr/>
        </p:nvSpPr>
        <p:spPr>
          <a:xfrm>
            <a:off x="577921" y="352425"/>
            <a:ext cx="8369157" cy="8096250"/>
          </a:xfrm>
          <a:custGeom>
            <a:avLst/>
            <a:gdLst/>
            <a:ahLst/>
            <a:cxnLst/>
            <a:rect l="0" t="0" r="0" b="0"/>
            <a:pathLst>
              <a:path w="8369157" h="8096250">
                <a:moveTo>
                  <a:pt x="0" y="8096250"/>
                </a:moveTo>
                <a:lnTo>
                  <a:pt x="8369157" y="8096250"/>
                </a:lnTo>
                <a:lnTo>
                  <a:pt x="8369157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3_paired_semantic_8400">
            <a:extLst>
              <a:ext uri="{FF2B5EF4-FFF2-40B4-BE49-F238E27FC236}">
                <a16:creationId xmlns:a16="http://schemas.microsoft.com/office/drawing/2014/main" id="{F11DF9EB-A0DD-4CB7-B176-3955B990416E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4944917" cy="4944917"/>
          </a:xfrm>
          <a:custGeom>
            <a:avLst/>
            <a:gdLst/>
            <a:ahLst/>
            <a:cxnLst/>
            <a:rect l="0" t="0" r="0" b="0"/>
            <a:pathLst>
              <a:path w="4944917" h="4944917">
                <a:moveTo>
                  <a:pt x="0" y="4944917"/>
                </a:moveTo>
                <a:lnTo>
                  <a:pt x="4944917" y="4944917"/>
                </a:lnTo>
                <a:lnTo>
                  <a:pt x="4944917" y="0"/>
                </a:lnTo>
                <a:lnTo>
                  <a:pt x="0" y="0"/>
                </a:lnTo>
                <a:lnTo>
                  <a:pt x="0" y="494491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F3_paired_semantic_8401">
            <a:extLst>
              <a:ext uri="{FF2B5EF4-FFF2-40B4-BE49-F238E27FC236}">
                <a16:creationId xmlns:a16="http://schemas.microsoft.com/office/drawing/2014/main" id="{3A984F1B-3F53-4D0D-B412-0737E8A660BF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4944917" cy="4944917"/>
          </a:xfrm>
          <a:custGeom>
            <a:avLst/>
            <a:gdLst/>
            <a:ahLst/>
            <a:cxnLst/>
            <a:rect l="0" t="0" r="0" b="0"/>
            <a:pathLst>
              <a:path w="4944917" h="4944917">
                <a:moveTo>
                  <a:pt x="0" y="4944917"/>
                </a:moveTo>
                <a:lnTo>
                  <a:pt x="4944917" y="0"/>
                </a:lnTo>
              </a:path>
            </a:pathLst>
          </a:custGeom>
          <a:noFill/>
          <a:ln w="17688">
            <a:solidFill>
              <a:srgbClr val="90989C"/>
            </a:solidFill>
            <a:prstDash val="dash"/>
          </a:ln>
        </p:spPr>
      </p:sp>
      <p:sp>
        <p:nvSpPr>
          <p:cNvPr id="4" name="F3_paired_semantic_8402">
            <a:extLst>
              <a:ext uri="{FF2B5EF4-FFF2-40B4-BE49-F238E27FC236}">
                <a16:creationId xmlns:a16="http://schemas.microsoft.com/office/drawing/2014/main" id="{CD8585EF-D55D-4CCA-92A8-D7DDE712CAE8}"/>
              </a:ext>
            </a:extLst>
          </p:cNvPr>
          <p:cNvSpPr>
            <a:spLocks noGrp="1"/>
          </p:cNvSpPr>
          <p:nvPr/>
        </p:nvSpPr>
        <p:spPr>
          <a:xfrm>
            <a:off x="1864911" y="3730649"/>
            <a:ext cx="104188" cy="104188"/>
          </a:xfrm>
          <a:prstGeom prst="ellipse">
            <a:avLst/>
          </a:prstGeom>
          <a:solidFill>
            <a:srgbClr val="365D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" name="F3_paired_semantic_8403">
            <a:extLst>
              <a:ext uri="{FF2B5EF4-FFF2-40B4-BE49-F238E27FC236}">
                <a16:creationId xmlns:a16="http://schemas.microsoft.com/office/drawing/2014/main" id="{F2E5D643-4A6A-45F0-8D16-2B5522167CEC}"/>
              </a:ext>
            </a:extLst>
          </p:cNvPr>
          <p:cNvSpPr>
            <a:spLocks noGrp="1"/>
          </p:cNvSpPr>
          <p:nvPr/>
        </p:nvSpPr>
        <p:spPr>
          <a:xfrm>
            <a:off x="1864902" y="236675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" name="F3_paired_semantic_8404">
            <a:extLst>
              <a:ext uri="{FF2B5EF4-FFF2-40B4-BE49-F238E27FC236}">
                <a16:creationId xmlns:a16="http://schemas.microsoft.com/office/drawing/2014/main" id="{5C578B17-9335-41CF-B38C-29C4DE3CD779}"/>
              </a:ext>
            </a:extLst>
          </p:cNvPr>
          <p:cNvSpPr>
            <a:spLocks noGrp="1"/>
          </p:cNvSpPr>
          <p:nvPr/>
        </p:nvSpPr>
        <p:spPr>
          <a:xfrm>
            <a:off x="3397573" y="2647626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" name="F3_paired_semantic_8405">
            <a:extLst>
              <a:ext uri="{FF2B5EF4-FFF2-40B4-BE49-F238E27FC236}">
                <a16:creationId xmlns:a16="http://schemas.microsoft.com/office/drawing/2014/main" id="{97D90F0C-34CA-4C9C-B813-805183AE47BD}"/>
              </a:ext>
            </a:extLst>
          </p:cNvPr>
          <p:cNvSpPr>
            <a:spLocks noGrp="1"/>
          </p:cNvSpPr>
          <p:nvPr/>
        </p:nvSpPr>
        <p:spPr>
          <a:xfrm>
            <a:off x="1864912" y="6271011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" name="F3_paired_semantic_8406">
            <a:extLst>
              <a:ext uri="{FF2B5EF4-FFF2-40B4-BE49-F238E27FC236}">
                <a16:creationId xmlns:a16="http://schemas.microsoft.com/office/drawing/2014/main" id="{295FDD9E-BE10-43F8-9133-0361A248E11E}"/>
              </a:ext>
            </a:extLst>
          </p:cNvPr>
          <p:cNvSpPr>
            <a:spLocks noGrp="1"/>
          </p:cNvSpPr>
          <p:nvPr/>
        </p:nvSpPr>
        <p:spPr>
          <a:xfrm>
            <a:off x="4405134" y="3045861"/>
            <a:ext cx="104188" cy="104188"/>
          </a:xfrm>
          <a:prstGeom prst="ellipse">
            <a:avLst/>
          </a:prstGeom>
          <a:solidFill>
            <a:srgbClr val="3363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" name="F3_paired_semantic_8407">
            <a:extLst>
              <a:ext uri="{FF2B5EF4-FFF2-40B4-BE49-F238E27FC236}">
                <a16:creationId xmlns:a16="http://schemas.microsoft.com/office/drawing/2014/main" id="{BD8FB2FD-EC16-47D3-A3C6-263354ED6C6F}"/>
              </a:ext>
            </a:extLst>
          </p:cNvPr>
          <p:cNvSpPr>
            <a:spLocks noGrp="1"/>
          </p:cNvSpPr>
          <p:nvPr/>
        </p:nvSpPr>
        <p:spPr>
          <a:xfrm>
            <a:off x="1864900" y="5173939"/>
            <a:ext cx="104188" cy="104188"/>
          </a:xfrm>
          <a:prstGeom prst="ellipse">
            <a:avLst/>
          </a:prstGeom>
          <a:solidFill>
            <a:srgbClr val="48267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" name="F3_paired_semantic_8408">
            <a:extLst>
              <a:ext uri="{FF2B5EF4-FFF2-40B4-BE49-F238E27FC236}">
                <a16:creationId xmlns:a16="http://schemas.microsoft.com/office/drawing/2014/main" id="{6F5A4980-A835-4083-927E-29FD711002E1}"/>
              </a:ext>
            </a:extLst>
          </p:cNvPr>
          <p:cNvSpPr>
            <a:spLocks noGrp="1"/>
          </p:cNvSpPr>
          <p:nvPr/>
        </p:nvSpPr>
        <p:spPr>
          <a:xfrm>
            <a:off x="1865046" y="2316131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" name="F3_paired_semantic_8409">
            <a:extLst>
              <a:ext uri="{FF2B5EF4-FFF2-40B4-BE49-F238E27FC236}">
                <a16:creationId xmlns:a16="http://schemas.microsoft.com/office/drawing/2014/main" id="{28FF2C6C-985F-4B8B-AAD4-74CF2D046503}"/>
              </a:ext>
            </a:extLst>
          </p:cNvPr>
          <p:cNvSpPr>
            <a:spLocks noGrp="1"/>
          </p:cNvSpPr>
          <p:nvPr/>
        </p:nvSpPr>
        <p:spPr>
          <a:xfrm>
            <a:off x="5099419" y="2398907"/>
            <a:ext cx="104188" cy="104188"/>
          </a:xfrm>
          <a:prstGeom prst="ellipse">
            <a:avLst/>
          </a:prstGeom>
          <a:solidFill>
            <a:srgbClr val="3362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" name="F3_paired_semantic_8410">
            <a:extLst>
              <a:ext uri="{FF2B5EF4-FFF2-40B4-BE49-F238E27FC236}">
                <a16:creationId xmlns:a16="http://schemas.microsoft.com/office/drawing/2014/main" id="{F844706F-F6FE-4600-ADCE-B2E31E420658}"/>
              </a:ext>
            </a:extLst>
          </p:cNvPr>
          <p:cNvSpPr>
            <a:spLocks noGrp="1"/>
          </p:cNvSpPr>
          <p:nvPr/>
        </p:nvSpPr>
        <p:spPr>
          <a:xfrm>
            <a:off x="1865069" y="4644830"/>
            <a:ext cx="104188" cy="104188"/>
          </a:xfrm>
          <a:prstGeom prst="ellipse">
            <a:avLst/>
          </a:prstGeom>
          <a:solidFill>
            <a:srgbClr val="46327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" name="F3_paired_semantic_8411">
            <a:extLst>
              <a:ext uri="{FF2B5EF4-FFF2-40B4-BE49-F238E27FC236}">
                <a16:creationId xmlns:a16="http://schemas.microsoft.com/office/drawing/2014/main" id="{7ADBA0F1-3326-45C1-951E-3F1F9B259A37}"/>
              </a:ext>
            </a:extLst>
          </p:cNvPr>
          <p:cNvSpPr>
            <a:spLocks noGrp="1"/>
          </p:cNvSpPr>
          <p:nvPr/>
        </p:nvSpPr>
        <p:spPr>
          <a:xfrm>
            <a:off x="2663552" y="2703945"/>
            <a:ext cx="104188" cy="104188"/>
          </a:xfrm>
          <a:prstGeom prst="ellipse">
            <a:avLst/>
          </a:prstGeom>
          <a:solidFill>
            <a:srgbClr val="355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" name="F3_paired_semantic_8412">
            <a:extLst>
              <a:ext uri="{FF2B5EF4-FFF2-40B4-BE49-F238E27FC236}">
                <a16:creationId xmlns:a16="http://schemas.microsoft.com/office/drawing/2014/main" id="{D30E91EC-3408-441E-9172-7D274E87214D}"/>
              </a:ext>
            </a:extLst>
          </p:cNvPr>
          <p:cNvSpPr>
            <a:spLocks noGrp="1"/>
          </p:cNvSpPr>
          <p:nvPr/>
        </p:nvSpPr>
        <p:spPr>
          <a:xfrm>
            <a:off x="4368501" y="4826134"/>
            <a:ext cx="104188" cy="104188"/>
          </a:xfrm>
          <a:prstGeom prst="ellipse">
            <a:avLst/>
          </a:prstGeom>
          <a:solidFill>
            <a:srgbClr val="65CB5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" name="F3_paired_semantic_8413">
            <a:extLst>
              <a:ext uri="{FF2B5EF4-FFF2-40B4-BE49-F238E27FC236}">
                <a16:creationId xmlns:a16="http://schemas.microsoft.com/office/drawing/2014/main" id="{876454C7-5B40-460B-82F2-DB6175611A21}"/>
              </a:ext>
            </a:extLst>
          </p:cNvPr>
          <p:cNvSpPr>
            <a:spLocks noGrp="1"/>
          </p:cNvSpPr>
          <p:nvPr/>
        </p:nvSpPr>
        <p:spPr>
          <a:xfrm>
            <a:off x="3266386" y="4024030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" name="F3_paired_semantic_8414">
            <a:extLst>
              <a:ext uri="{FF2B5EF4-FFF2-40B4-BE49-F238E27FC236}">
                <a16:creationId xmlns:a16="http://schemas.microsoft.com/office/drawing/2014/main" id="{DEECBE06-7F6C-4ED6-8E8C-6DE81B146BEF}"/>
              </a:ext>
            </a:extLst>
          </p:cNvPr>
          <p:cNvSpPr>
            <a:spLocks noGrp="1"/>
          </p:cNvSpPr>
          <p:nvPr/>
        </p:nvSpPr>
        <p:spPr>
          <a:xfrm>
            <a:off x="3314336" y="4208433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" name="F3_paired_semantic_8415">
            <a:extLst>
              <a:ext uri="{FF2B5EF4-FFF2-40B4-BE49-F238E27FC236}">
                <a16:creationId xmlns:a16="http://schemas.microsoft.com/office/drawing/2014/main" id="{539D679A-3FF2-4ED8-B303-7B371F57C9C3}"/>
              </a:ext>
            </a:extLst>
          </p:cNvPr>
          <p:cNvSpPr>
            <a:spLocks noGrp="1"/>
          </p:cNvSpPr>
          <p:nvPr/>
        </p:nvSpPr>
        <p:spPr>
          <a:xfrm>
            <a:off x="1864914" y="3790266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" name="F3_paired_semantic_8416">
            <a:extLst>
              <a:ext uri="{FF2B5EF4-FFF2-40B4-BE49-F238E27FC236}">
                <a16:creationId xmlns:a16="http://schemas.microsoft.com/office/drawing/2014/main" id="{CE99CC2F-7501-4955-8AA6-B463E705ED09}"/>
              </a:ext>
            </a:extLst>
          </p:cNvPr>
          <p:cNvSpPr>
            <a:spLocks noGrp="1"/>
          </p:cNvSpPr>
          <p:nvPr/>
        </p:nvSpPr>
        <p:spPr>
          <a:xfrm>
            <a:off x="2538045" y="2566717"/>
            <a:ext cx="104188" cy="104188"/>
          </a:xfrm>
          <a:prstGeom prst="ellipse">
            <a:avLst/>
          </a:prstGeom>
          <a:solidFill>
            <a:srgbClr val="3A5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9" name="F3_paired_semantic_8417">
            <a:extLst>
              <a:ext uri="{FF2B5EF4-FFF2-40B4-BE49-F238E27FC236}">
                <a16:creationId xmlns:a16="http://schemas.microsoft.com/office/drawing/2014/main" id="{C866C7CB-7BCE-4405-A8EA-F9E92349C8E2}"/>
              </a:ext>
            </a:extLst>
          </p:cNvPr>
          <p:cNvSpPr>
            <a:spLocks noGrp="1"/>
          </p:cNvSpPr>
          <p:nvPr/>
        </p:nvSpPr>
        <p:spPr>
          <a:xfrm>
            <a:off x="3594320" y="2933491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0" name="F3_paired_semantic_8418">
            <a:extLst>
              <a:ext uri="{FF2B5EF4-FFF2-40B4-BE49-F238E27FC236}">
                <a16:creationId xmlns:a16="http://schemas.microsoft.com/office/drawing/2014/main" id="{DE51C92C-548A-4177-A051-FE211A101FED}"/>
              </a:ext>
            </a:extLst>
          </p:cNvPr>
          <p:cNvSpPr>
            <a:spLocks noGrp="1"/>
          </p:cNvSpPr>
          <p:nvPr/>
        </p:nvSpPr>
        <p:spPr>
          <a:xfrm>
            <a:off x="1864908" y="4438490"/>
            <a:ext cx="104188" cy="104188"/>
          </a:xfrm>
          <a:prstGeom prst="ellipse">
            <a:avLst/>
          </a:prstGeom>
          <a:solidFill>
            <a:srgbClr val="375B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1" name="F3_paired_semantic_8419">
            <a:extLst>
              <a:ext uri="{FF2B5EF4-FFF2-40B4-BE49-F238E27FC236}">
                <a16:creationId xmlns:a16="http://schemas.microsoft.com/office/drawing/2014/main" id="{F5BCEB6D-3B04-45E1-8CF4-127DB1834305}"/>
              </a:ext>
            </a:extLst>
          </p:cNvPr>
          <p:cNvSpPr>
            <a:spLocks noGrp="1"/>
          </p:cNvSpPr>
          <p:nvPr/>
        </p:nvSpPr>
        <p:spPr>
          <a:xfrm>
            <a:off x="3888789" y="4922649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2" name="F3_paired_semantic_8420">
            <a:extLst>
              <a:ext uri="{FF2B5EF4-FFF2-40B4-BE49-F238E27FC236}">
                <a16:creationId xmlns:a16="http://schemas.microsoft.com/office/drawing/2014/main" id="{E657F2EA-9AF1-4F1C-9599-FC15DEB5AF6B}"/>
              </a:ext>
            </a:extLst>
          </p:cNvPr>
          <p:cNvSpPr>
            <a:spLocks noGrp="1"/>
          </p:cNvSpPr>
          <p:nvPr/>
        </p:nvSpPr>
        <p:spPr>
          <a:xfrm>
            <a:off x="4283568" y="3496101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3" name="F3_paired_semantic_8421">
            <a:extLst>
              <a:ext uri="{FF2B5EF4-FFF2-40B4-BE49-F238E27FC236}">
                <a16:creationId xmlns:a16="http://schemas.microsoft.com/office/drawing/2014/main" id="{9DF70CA3-E739-4D00-9493-C73A24DF73BA}"/>
              </a:ext>
            </a:extLst>
          </p:cNvPr>
          <p:cNvSpPr>
            <a:spLocks noGrp="1"/>
          </p:cNvSpPr>
          <p:nvPr/>
        </p:nvSpPr>
        <p:spPr>
          <a:xfrm>
            <a:off x="3078445" y="3801800"/>
            <a:ext cx="104188" cy="104188"/>
          </a:xfrm>
          <a:prstGeom prst="ellipse">
            <a:avLst/>
          </a:prstGeom>
          <a:solidFill>
            <a:srgbClr val="472E7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4" name="F3_paired_semantic_8422">
            <a:extLst>
              <a:ext uri="{FF2B5EF4-FFF2-40B4-BE49-F238E27FC236}">
                <a16:creationId xmlns:a16="http://schemas.microsoft.com/office/drawing/2014/main" id="{67D6CA14-2850-419C-8ADA-93AA77C23DA0}"/>
              </a:ext>
            </a:extLst>
          </p:cNvPr>
          <p:cNvSpPr>
            <a:spLocks noGrp="1"/>
          </p:cNvSpPr>
          <p:nvPr/>
        </p:nvSpPr>
        <p:spPr>
          <a:xfrm>
            <a:off x="2730608" y="5130571"/>
            <a:ext cx="104188" cy="104188"/>
          </a:xfrm>
          <a:prstGeom prst="ellipse">
            <a:avLst/>
          </a:prstGeom>
          <a:solidFill>
            <a:srgbClr val="46075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5" name="F3_paired_semantic_8423">
            <a:extLst>
              <a:ext uri="{FF2B5EF4-FFF2-40B4-BE49-F238E27FC236}">
                <a16:creationId xmlns:a16="http://schemas.microsoft.com/office/drawing/2014/main" id="{991942B7-B63C-4E2A-B5C3-4083F0A7AB70}"/>
              </a:ext>
            </a:extLst>
          </p:cNvPr>
          <p:cNvSpPr>
            <a:spLocks noGrp="1"/>
          </p:cNvSpPr>
          <p:nvPr/>
        </p:nvSpPr>
        <p:spPr>
          <a:xfrm>
            <a:off x="1865034" y="4909366"/>
            <a:ext cx="104188" cy="104188"/>
          </a:xfrm>
          <a:prstGeom prst="ellipse">
            <a:avLst/>
          </a:prstGeom>
          <a:solidFill>
            <a:srgbClr val="470D60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6" name="F3_paired_semantic_8424">
            <a:extLst>
              <a:ext uri="{FF2B5EF4-FFF2-40B4-BE49-F238E27FC236}">
                <a16:creationId xmlns:a16="http://schemas.microsoft.com/office/drawing/2014/main" id="{327F64D3-BC8C-4357-8E4C-E7B560C697BA}"/>
              </a:ext>
            </a:extLst>
          </p:cNvPr>
          <p:cNvSpPr>
            <a:spLocks noGrp="1"/>
          </p:cNvSpPr>
          <p:nvPr/>
        </p:nvSpPr>
        <p:spPr>
          <a:xfrm>
            <a:off x="3381058" y="4634454"/>
            <a:ext cx="104188" cy="104188"/>
          </a:xfrm>
          <a:prstGeom prst="ellipse">
            <a:avLst/>
          </a:prstGeom>
          <a:solidFill>
            <a:srgbClr val="48297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7" name="F3_paired_semantic_8425">
            <a:extLst>
              <a:ext uri="{FF2B5EF4-FFF2-40B4-BE49-F238E27FC236}">
                <a16:creationId xmlns:a16="http://schemas.microsoft.com/office/drawing/2014/main" id="{9BC1AEB1-87D0-4D40-A6E1-E061D8FB2FB0}"/>
              </a:ext>
            </a:extLst>
          </p:cNvPr>
          <p:cNvSpPr>
            <a:spLocks noGrp="1"/>
          </p:cNvSpPr>
          <p:nvPr/>
        </p:nvSpPr>
        <p:spPr>
          <a:xfrm>
            <a:off x="5631099" y="2284702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8" name="F3_paired_semantic_8426">
            <a:extLst>
              <a:ext uri="{FF2B5EF4-FFF2-40B4-BE49-F238E27FC236}">
                <a16:creationId xmlns:a16="http://schemas.microsoft.com/office/drawing/2014/main" id="{1B70D5CD-5CB6-4B7F-804E-CD2AF35BE832}"/>
              </a:ext>
            </a:extLst>
          </p:cNvPr>
          <p:cNvSpPr>
            <a:spLocks noGrp="1"/>
          </p:cNvSpPr>
          <p:nvPr/>
        </p:nvSpPr>
        <p:spPr>
          <a:xfrm>
            <a:off x="1864908" y="6441246"/>
            <a:ext cx="104188" cy="104188"/>
          </a:xfrm>
          <a:prstGeom prst="ellipse">
            <a:avLst/>
          </a:prstGeom>
          <a:solidFill>
            <a:srgbClr val="443B84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9" name="F3_paired_semantic_8427">
            <a:extLst>
              <a:ext uri="{FF2B5EF4-FFF2-40B4-BE49-F238E27FC236}">
                <a16:creationId xmlns:a16="http://schemas.microsoft.com/office/drawing/2014/main" id="{E0390D4D-6A2E-48C5-BB37-4B35EABBEAEB}"/>
              </a:ext>
            </a:extLst>
          </p:cNvPr>
          <p:cNvSpPr>
            <a:spLocks noGrp="1"/>
          </p:cNvSpPr>
          <p:nvPr/>
        </p:nvSpPr>
        <p:spPr>
          <a:xfrm>
            <a:off x="1864906" y="6545296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0" name="F3_paired_semantic_8428">
            <a:extLst>
              <a:ext uri="{FF2B5EF4-FFF2-40B4-BE49-F238E27FC236}">
                <a16:creationId xmlns:a16="http://schemas.microsoft.com/office/drawing/2014/main" id="{6F1E15BF-A4BE-4BF3-A9C7-1AEAA8DEBEB4}"/>
              </a:ext>
            </a:extLst>
          </p:cNvPr>
          <p:cNvSpPr>
            <a:spLocks noGrp="1"/>
          </p:cNvSpPr>
          <p:nvPr/>
        </p:nvSpPr>
        <p:spPr>
          <a:xfrm>
            <a:off x="2867902" y="5558724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1" name="F3_paired_semantic_8429">
            <a:extLst>
              <a:ext uri="{FF2B5EF4-FFF2-40B4-BE49-F238E27FC236}">
                <a16:creationId xmlns:a16="http://schemas.microsoft.com/office/drawing/2014/main" id="{4EEFC475-0627-430E-9764-2889121B96E4}"/>
              </a:ext>
            </a:extLst>
          </p:cNvPr>
          <p:cNvSpPr>
            <a:spLocks noGrp="1"/>
          </p:cNvSpPr>
          <p:nvPr/>
        </p:nvSpPr>
        <p:spPr>
          <a:xfrm>
            <a:off x="1865033" y="4269528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2" name="F3_paired_semantic_8430">
            <a:extLst>
              <a:ext uri="{FF2B5EF4-FFF2-40B4-BE49-F238E27FC236}">
                <a16:creationId xmlns:a16="http://schemas.microsoft.com/office/drawing/2014/main" id="{29B4B12E-CD69-4E6A-8DDB-9197ED97664A}"/>
              </a:ext>
            </a:extLst>
          </p:cNvPr>
          <p:cNvSpPr>
            <a:spLocks noGrp="1"/>
          </p:cNvSpPr>
          <p:nvPr/>
        </p:nvSpPr>
        <p:spPr>
          <a:xfrm>
            <a:off x="4834900" y="2159129"/>
            <a:ext cx="104188" cy="104188"/>
          </a:xfrm>
          <a:prstGeom prst="ellipse">
            <a:avLst/>
          </a:prstGeom>
          <a:solidFill>
            <a:srgbClr val="1F9E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3" name="F3_paired_semantic_8431">
            <a:extLst>
              <a:ext uri="{FF2B5EF4-FFF2-40B4-BE49-F238E27FC236}">
                <a16:creationId xmlns:a16="http://schemas.microsoft.com/office/drawing/2014/main" id="{00143370-B04D-4521-A2C6-4DD7C0E74E88}"/>
              </a:ext>
            </a:extLst>
          </p:cNvPr>
          <p:cNvSpPr>
            <a:spLocks noGrp="1"/>
          </p:cNvSpPr>
          <p:nvPr/>
        </p:nvSpPr>
        <p:spPr>
          <a:xfrm>
            <a:off x="4899895" y="2290388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4" name="F3_paired_semantic_8432">
            <a:extLst>
              <a:ext uri="{FF2B5EF4-FFF2-40B4-BE49-F238E27FC236}">
                <a16:creationId xmlns:a16="http://schemas.microsoft.com/office/drawing/2014/main" id="{EF4E42D0-0665-4B36-920F-EE41671038A0}"/>
              </a:ext>
            </a:extLst>
          </p:cNvPr>
          <p:cNvSpPr>
            <a:spLocks noGrp="1"/>
          </p:cNvSpPr>
          <p:nvPr/>
        </p:nvSpPr>
        <p:spPr>
          <a:xfrm>
            <a:off x="1864896" y="6578023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5" name="F3_paired_semantic_8433">
            <a:extLst>
              <a:ext uri="{FF2B5EF4-FFF2-40B4-BE49-F238E27FC236}">
                <a16:creationId xmlns:a16="http://schemas.microsoft.com/office/drawing/2014/main" id="{D5EB4E3F-BA2E-40A2-A392-50819299A19A}"/>
              </a:ext>
            </a:extLst>
          </p:cNvPr>
          <p:cNvSpPr>
            <a:spLocks noGrp="1"/>
          </p:cNvSpPr>
          <p:nvPr/>
        </p:nvSpPr>
        <p:spPr>
          <a:xfrm>
            <a:off x="3803766" y="3609717"/>
            <a:ext cx="104188" cy="104188"/>
          </a:xfrm>
          <a:prstGeom prst="ellipse">
            <a:avLst/>
          </a:prstGeom>
          <a:solidFill>
            <a:srgbClr val="2D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6" name="F3_paired_semantic_8434">
            <a:extLst>
              <a:ext uri="{FF2B5EF4-FFF2-40B4-BE49-F238E27FC236}">
                <a16:creationId xmlns:a16="http://schemas.microsoft.com/office/drawing/2014/main" id="{8E3207B6-C8E5-49E0-BDF1-5C482E450906}"/>
              </a:ext>
            </a:extLst>
          </p:cNvPr>
          <p:cNvSpPr>
            <a:spLocks noGrp="1"/>
          </p:cNvSpPr>
          <p:nvPr/>
        </p:nvSpPr>
        <p:spPr>
          <a:xfrm>
            <a:off x="1864954" y="6385322"/>
            <a:ext cx="104188" cy="104188"/>
          </a:xfrm>
          <a:prstGeom prst="ellipse">
            <a:avLst/>
          </a:prstGeom>
          <a:solidFill>
            <a:srgbClr val="45378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7" name="F3_paired_semantic_8435">
            <a:extLst>
              <a:ext uri="{FF2B5EF4-FFF2-40B4-BE49-F238E27FC236}">
                <a16:creationId xmlns:a16="http://schemas.microsoft.com/office/drawing/2014/main" id="{6634FCA9-75A7-4F66-98A6-59B14130843B}"/>
              </a:ext>
            </a:extLst>
          </p:cNvPr>
          <p:cNvSpPr>
            <a:spLocks noGrp="1"/>
          </p:cNvSpPr>
          <p:nvPr/>
        </p:nvSpPr>
        <p:spPr>
          <a:xfrm>
            <a:off x="3474397" y="5612118"/>
            <a:ext cx="104188" cy="104188"/>
          </a:xfrm>
          <a:prstGeom prst="ellipse">
            <a:avLst/>
          </a:prstGeom>
          <a:solidFill>
            <a:srgbClr val="355E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8" name="F3_paired_semantic_8436">
            <a:extLst>
              <a:ext uri="{FF2B5EF4-FFF2-40B4-BE49-F238E27FC236}">
                <a16:creationId xmlns:a16="http://schemas.microsoft.com/office/drawing/2014/main" id="{468FFED4-E322-4D97-BA69-DBE3AFB85A4A}"/>
              </a:ext>
            </a:extLst>
          </p:cNvPr>
          <p:cNvSpPr>
            <a:spLocks noGrp="1"/>
          </p:cNvSpPr>
          <p:nvPr/>
        </p:nvSpPr>
        <p:spPr>
          <a:xfrm>
            <a:off x="1864900" y="4307876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9" name="F3_paired_semantic_8437">
            <a:extLst>
              <a:ext uri="{FF2B5EF4-FFF2-40B4-BE49-F238E27FC236}">
                <a16:creationId xmlns:a16="http://schemas.microsoft.com/office/drawing/2014/main" id="{46AC6607-F280-4B57-BE7B-1FAC59B0662B}"/>
              </a:ext>
            </a:extLst>
          </p:cNvPr>
          <p:cNvSpPr>
            <a:spLocks noGrp="1"/>
          </p:cNvSpPr>
          <p:nvPr/>
        </p:nvSpPr>
        <p:spPr>
          <a:xfrm>
            <a:off x="1864954" y="6577966"/>
            <a:ext cx="104188" cy="104188"/>
          </a:xfrm>
          <a:prstGeom prst="ellipse">
            <a:avLst/>
          </a:prstGeom>
          <a:solidFill>
            <a:srgbClr val="2092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0" name="F3_paired_semantic_8438">
            <a:extLst>
              <a:ext uri="{FF2B5EF4-FFF2-40B4-BE49-F238E27FC236}">
                <a16:creationId xmlns:a16="http://schemas.microsoft.com/office/drawing/2014/main" id="{7B682EAD-98D1-4E92-AA68-BD04843456D4}"/>
              </a:ext>
            </a:extLst>
          </p:cNvPr>
          <p:cNvSpPr>
            <a:spLocks noGrp="1"/>
          </p:cNvSpPr>
          <p:nvPr/>
        </p:nvSpPr>
        <p:spPr>
          <a:xfrm>
            <a:off x="1864900" y="6578019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1" name="F3_paired_semantic_8439">
            <a:extLst>
              <a:ext uri="{FF2B5EF4-FFF2-40B4-BE49-F238E27FC236}">
                <a16:creationId xmlns:a16="http://schemas.microsoft.com/office/drawing/2014/main" id="{4876E2C6-51AB-49FD-B22B-3661CE6EF9DF}"/>
              </a:ext>
            </a:extLst>
          </p:cNvPr>
          <p:cNvSpPr>
            <a:spLocks noGrp="1"/>
          </p:cNvSpPr>
          <p:nvPr/>
        </p:nvSpPr>
        <p:spPr>
          <a:xfrm>
            <a:off x="2675972" y="4323860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2" name="F3_paired_semantic_8440">
            <a:extLst>
              <a:ext uri="{FF2B5EF4-FFF2-40B4-BE49-F238E27FC236}">
                <a16:creationId xmlns:a16="http://schemas.microsoft.com/office/drawing/2014/main" id="{E97101C5-A6AD-47E4-83B5-BEEA32BD0798}"/>
              </a:ext>
            </a:extLst>
          </p:cNvPr>
          <p:cNvSpPr>
            <a:spLocks noGrp="1"/>
          </p:cNvSpPr>
          <p:nvPr/>
        </p:nvSpPr>
        <p:spPr>
          <a:xfrm>
            <a:off x="1864971" y="2328130"/>
            <a:ext cx="104188" cy="104188"/>
          </a:xfrm>
          <a:prstGeom prst="ellipse">
            <a:avLst/>
          </a:prstGeom>
          <a:solidFill>
            <a:srgbClr val="3E4C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3" name="F3_paired_semantic_8441">
            <a:extLst>
              <a:ext uri="{FF2B5EF4-FFF2-40B4-BE49-F238E27FC236}">
                <a16:creationId xmlns:a16="http://schemas.microsoft.com/office/drawing/2014/main" id="{379380B4-617D-4740-BC4D-A0845CE973B4}"/>
              </a:ext>
            </a:extLst>
          </p:cNvPr>
          <p:cNvSpPr>
            <a:spLocks noGrp="1"/>
          </p:cNvSpPr>
          <p:nvPr/>
        </p:nvSpPr>
        <p:spPr>
          <a:xfrm>
            <a:off x="5020380" y="2060163"/>
            <a:ext cx="104188" cy="104188"/>
          </a:xfrm>
          <a:prstGeom prst="ellipse">
            <a:avLst/>
          </a:prstGeom>
          <a:solidFill>
            <a:srgbClr val="268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4" name="F3_paired_semantic_8442">
            <a:extLst>
              <a:ext uri="{FF2B5EF4-FFF2-40B4-BE49-F238E27FC236}">
                <a16:creationId xmlns:a16="http://schemas.microsoft.com/office/drawing/2014/main" id="{6337EA44-58E8-4076-B768-C6E0A33D7C32}"/>
              </a:ext>
            </a:extLst>
          </p:cNvPr>
          <p:cNvSpPr>
            <a:spLocks noGrp="1"/>
          </p:cNvSpPr>
          <p:nvPr/>
        </p:nvSpPr>
        <p:spPr>
          <a:xfrm>
            <a:off x="1864927" y="6437761"/>
            <a:ext cx="104188" cy="104188"/>
          </a:xfrm>
          <a:prstGeom prst="ellipse">
            <a:avLst/>
          </a:prstGeom>
          <a:solidFill>
            <a:srgbClr val="2C7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5" name="F3_paired_semantic_8443">
            <a:extLst>
              <a:ext uri="{FF2B5EF4-FFF2-40B4-BE49-F238E27FC236}">
                <a16:creationId xmlns:a16="http://schemas.microsoft.com/office/drawing/2014/main" id="{821A6B6A-6855-4105-9F4F-A965DFA25784}"/>
              </a:ext>
            </a:extLst>
          </p:cNvPr>
          <p:cNvSpPr>
            <a:spLocks noGrp="1"/>
          </p:cNvSpPr>
          <p:nvPr/>
        </p:nvSpPr>
        <p:spPr>
          <a:xfrm>
            <a:off x="5611695" y="2434708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6" name="F3_paired_semantic_8444">
            <a:extLst>
              <a:ext uri="{FF2B5EF4-FFF2-40B4-BE49-F238E27FC236}">
                <a16:creationId xmlns:a16="http://schemas.microsoft.com/office/drawing/2014/main" id="{AFC465A0-EC7B-478D-B65A-E2A4014113CC}"/>
              </a:ext>
            </a:extLst>
          </p:cNvPr>
          <p:cNvSpPr>
            <a:spLocks noGrp="1"/>
          </p:cNvSpPr>
          <p:nvPr/>
        </p:nvSpPr>
        <p:spPr>
          <a:xfrm>
            <a:off x="1864899" y="3106466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7" name="F3_paired_semantic_8445">
            <a:extLst>
              <a:ext uri="{FF2B5EF4-FFF2-40B4-BE49-F238E27FC236}">
                <a16:creationId xmlns:a16="http://schemas.microsoft.com/office/drawing/2014/main" id="{E41DB13C-3407-409A-8546-CE85EBBD718E}"/>
              </a:ext>
            </a:extLst>
          </p:cNvPr>
          <p:cNvSpPr>
            <a:spLocks noGrp="1"/>
          </p:cNvSpPr>
          <p:nvPr/>
        </p:nvSpPr>
        <p:spPr>
          <a:xfrm>
            <a:off x="1864983" y="3352448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8" name="F3_paired_semantic_8446">
            <a:extLst>
              <a:ext uri="{FF2B5EF4-FFF2-40B4-BE49-F238E27FC236}">
                <a16:creationId xmlns:a16="http://schemas.microsoft.com/office/drawing/2014/main" id="{3CB1AE70-85B8-409B-B381-FE947700E3F3}"/>
              </a:ext>
            </a:extLst>
          </p:cNvPr>
          <p:cNvSpPr>
            <a:spLocks noGrp="1"/>
          </p:cNvSpPr>
          <p:nvPr/>
        </p:nvSpPr>
        <p:spPr>
          <a:xfrm>
            <a:off x="1864904" y="3861196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9" name="F3_paired_semantic_8447">
            <a:extLst>
              <a:ext uri="{FF2B5EF4-FFF2-40B4-BE49-F238E27FC236}">
                <a16:creationId xmlns:a16="http://schemas.microsoft.com/office/drawing/2014/main" id="{13B061F4-639D-4A46-9119-09C1833BFFFC}"/>
              </a:ext>
            </a:extLst>
          </p:cNvPr>
          <p:cNvSpPr>
            <a:spLocks noGrp="1"/>
          </p:cNvSpPr>
          <p:nvPr/>
        </p:nvSpPr>
        <p:spPr>
          <a:xfrm>
            <a:off x="1882803" y="3613914"/>
            <a:ext cx="104188" cy="104188"/>
          </a:xfrm>
          <a:prstGeom prst="ellipse">
            <a:avLst/>
          </a:prstGeom>
          <a:solidFill>
            <a:srgbClr val="21A68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0" name="F3_paired_semantic_8448">
            <a:extLst>
              <a:ext uri="{FF2B5EF4-FFF2-40B4-BE49-F238E27FC236}">
                <a16:creationId xmlns:a16="http://schemas.microsoft.com/office/drawing/2014/main" id="{6EBDB878-F40F-481F-A0B1-2A82434C28AB}"/>
              </a:ext>
            </a:extLst>
          </p:cNvPr>
          <p:cNvSpPr>
            <a:spLocks noGrp="1"/>
          </p:cNvSpPr>
          <p:nvPr/>
        </p:nvSpPr>
        <p:spPr>
          <a:xfrm>
            <a:off x="2020992" y="5055807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1" name="F3_paired_semantic_8449">
            <a:extLst>
              <a:ext uri="{FF2B5EF4-FFF2-40B4-BE49-F238E27FC236}">
                <a16:creationId xmlns:a16="http://schemas.microsoft.com/office/drawing/2014/main" id="{A9AEA4E8-EC6C-47AA-9314-CECA9345F976}"/>
              </a:ext>
            </a:extLst>
          </p:cNvPr>
          <p:cNvSpPr>
            <a:spLocks noGrp="1"/>
          </p:cNvSpPr>
          <p:nvPr/>
        </p:nvSpPr>
        <p:spPr>
          <a:xfrm>
            <a:off x="1865238" y="6431704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2" name="F3_paired_semantic_8450">
            <a:extLst>
              <a:ext uri="{FF2B5EF4-FFF2-40B4-BE49-F238E27FC236}">
                <a16:creationId xmlns:a16="http://schemas.microsoft.com/office/drawing/2014/main" id="{09961FF0-F618-42E8-9CD3-6A6AB7B4D967}"/>
              </a:ext>
            </a:extLst>
          </p:cNvPr>
          <p:cNvSpPr>
            <a:spLocks noGrp="1"/>
          </p:cNvSpPr>
          <p:nvPr/>
        </p:nvSpPr>
        <p:spPr>
          <a:xfrm>
            <a:off x="2553105" y="4358430"/>
            <a:ext cx="104188" cy="104188"/>
          </a:xfrm>
          <a:prstGeom prst="ellipse">
            <a:avLst/>
          </a:prstGeom>
          <a:solidFill>
            <a:srgbClr val="46085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3" name="F3_paired_semantic_8451">
            <a:extLst>
              <a:ext uri="{FF2B5EF4-FFF2-40B4-BE49-F238E27FC236}">
                <a16:creationId xmlns:a16="http://schemas.microsoft.com/office/drawing/2014/main" id="{521B8E00-2804-47F4-93B8-EF31EDBE333F}"/>
              </a:ext>
            </a:extLst>
          </p:cNvPr>
          <p:cNvSpPr>
            <a:spLocks noGrp="1"/>
          </p:cNvSpPr>
          <p:nvPr/>
        </p:nvSpPr>
        <p:spPr>
          <a:xfrm>
            <a:off x="4653512" y="2365276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4" name="F3_paired_semantic_8452">
            <a:extLst>
              <a:ext uri="{FF2B5EF4-FFF2-40B4-BE49-F238E27FC236}">
                <a16:creationId xmlns:a16="http://schemas.microsoft.com/office/drawing/2014/main" id="{C572FCCA-6D14-40AB-B95D-5F63FA0002E5}"/>
              </a:ext>
            </a:extLst>
          </p:cNvPr>
          <p:cNvSpPr>
            <a:spLocks noGrp="1"/>
          </p:cNvSpPr>
          <p:nvPr/>
        </p:nvSpPr>
        <p:spPr>
          <a:xfrm>
            <a:off x="2122013" y="4132503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5" name="F3_paired_semantic_8453">
            <a:extLst>
              <a:ext uri="{FF2B5EF4-FFF2-40B4-BE49-F238E27FC236}">
                <a16:creationId xmlns:a16="http://schemas.microsoft.com/office/drawing/2014/main" id="{41C6D610-5D53-43ED-A502-D87E732932A5}"/>
              </a:ext>
            </a:extLst>
          </p:cNvPr>
          <p:cNvSpPr>
            <a:spLocks noGrp="1"/>
          </p:cNvSpPr>
          <p:nvPr/>
        </p:nvSpPr>
        <p:spPr>
          <a:xfrm>
            <a:off x="1865035" y="6444311"/>
            <a:ext cx="104188" cy="104188"/>
          </a:xfrm>
          <a:prstGeom prst="ellipse">
            <a:avLst/>
          </a:prstGeom>
          <a:solidFill>
            <a:srgbClr val="48146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6" name="F3_paired_semantic_8454">
            <a:extLst>
              <a:ext uri="{FF2B5EF4-FFF2-40B4-BE49-F238E27FC236}">
                <a16:creationId xmlns:a16="http://schemas.microsoft.com/office/drawing/2014/main" id="{9C1405B0-0320-4E3C-939D-2D35C8FBFCEE}"/>
              </a:ext>
            </a:extLst>
          </p:cNvPr>
          <p:cNvSpPr>
            <a:spLocks noGrp="1"/>
          </p:cNvSpPr>
          <p:nvPr/>
        </p:nvSpPr>
        <p:spPr>
          <a:xfrm>
            <a:off x="2633736" y="4146374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7" name="F3_paired_semantic_8455">
            <a:extLst>
              <a:ext uri="{FF2B5EF4-FFF2-40B4-BE49-F238E27FC236}">
                <a16:creationId xmlns:a16="http://schemas.microsoft.com/office/drawing/2014/main" id="{3FD804A4-1D23-4FC7-ACB4-C95CAD854F86}"/>
              </a:ext>
            </a:extLst>
          </p:cNvPr>
          <p:cNvSpPr>
            <a:spLocks noGrp="1"/>
          </p:cNvSpPr>
          <p:nvPr/>
        </p:nvSpPr>
        <p:spPr>
          <a:xfrm>
            <a:off x="3813285" y="4296255"/>
            <a:ext cx="104188" cy="104188"/>
          </a:xfrm>
          <a:prstGeom prst="ellipse">
            <a:avLst/>
          </a:prstGeom>
          <a:solidFill>
            <a:srgbClr val="258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8" name="F3_paired_semantic_8456">
            <a:extLst>
              <a:ext uri="{FF2B5EF4-FFF2-40B4-BE49-F238E27FC236}">
                <a16:creationId xmlns:a16="http://schemas.microsoft.com/office/drawing/2014/main" id="{688BBBBF-E4AD-43C1-A595-F0BC7ABCA106}"/>
              </a:ext>
            </a:extLst>
          </p:cNvPr>
          <p:cNvSpPr>
            <a:spLocks noGrp="1"/>
          </p:cNvSpPr>
          <p:nvPr/>
        </p:nvSpPr>
        <p:spPr>
          <a:xfrm>
            <a:off x="1864967" y="365570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9" name="F3_paired_semantic_8457">
            <a:extLst>
              <a:ext uri="{FF2B5EF4-FFF2-40B4-BE49-F238E27FC236}">
                <a16:creationId xmlns:a16="http://schemas.microsoft.com/office/drawing/2014/main" id="{7A651ED2-4C6E-4936-AB0D-105F52EBA11D}"/>
              </a:ext>
            </a:extLst>
          </p:cNvPr>
          <p:cNvSpPr>
            <a:spLocks noGrp="1"/>
          </p:cNvSpPr>
          <p:nvPr/>
        </p:nvSpPr>
        <p:spPr>
          <a:xfrm>
            <a:off x="4040726" y="3923834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0" name="F3_paired_semantic_8458">
            <a:extLst>
              <a:ext uri="{FF2B5EF4-FFF2-40B4-BE49-F238E27FC236}">
                <a16:creationId xmlns:a16="http://schemas.microsoft.com/office/drawing/2014/main" id="{80875DAC-6CF7-449F-B9C4-DBAEAB50EC93}"/>
              </a:ext>
            </a:extLst>
          </p:cNvPr>
          <p:cNvSpPr>
            <a:spLocks noGrp="1"/>
          </p:cNvSpPr>
          <p:nvPr/>
        </p:nvSpPr>
        <p:spPr>
          <a:xfrm>
            <a:off x="3264681" y="3882194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1" name="F3_paired_semantic_8459">
            <a:extLst>
              <a:ext uri="{FF2B5EF4-FFF2-40B4-BE49-F238E27FC236}">
                <a16:creationId xmlns:a16="http://schemas.microsoft.com/office/drawing/2014/main" id="{C3263041-97B9-41C4-8CE1-CBB3A116C030}"/>
              </a:ext>
            </a:extLst>
          </p:cNvPr>
          <p:cNvSpPr>
            <a:spLocks noGrp="1"/>
          </p:cNvSpPr>
          <p:nvPr/>
        </p:nvSpPr>
        <p:spPr>
          <a:xfrm>
            <a:off x="5425825" y="2004854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2" name="F3_paired_semantic_8460">
            <a:extLst>
              <a:ext uri="{FF2B5EF4-FFF2-40B4-BE49-F238E27FC236}">
                <a16:creationId xmlns:a16="http://schemas.microsoft.com/office/drawing/2014/main" id="{0ED5F3D9-67FD-44A4-8213-BA5455234439}"/>
              </a:ext>
            </a:extLst>
          </p:cNvPr>
          <p:cNvSpPr>
            <a:spLocks noGrp="1"/>
          </p:cNvSpPr>
          <p:nvPr/>
        </p:nvSpPr>
        <p:spPr>
          <a:xfrm>
            <a:off x="5620131" y="2529654"/>
            <a:ext cx="104188" cy="104188"/>
          </a:xfrm>
          <a:prstGeom prst="ellipse">
            <a:avLst/>
          </a:prstGeom>
          <a:solidFill>
            <a:srgbClr val="4EC36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3" name="F3_paired_semantic_8461">
            <a:extLst>
              <a:ext uri="{FF2B5EF4-FFF2-40B4-BE49-F238E27FC236}">
                <a16:creationId xmlns:a16="http://schemas.microsoft.com/office/drawing/2014/main" id="{453B5470-087F-44ED-BB0A-E982D7E4A1B6}"/>
              </a:ext>
            </a:extLst>
          </p:cNvPr>
          <p:cNvSpPr>
            <a:spLocks noGrp="1"/>
          </p:cNvSpPr>
          <p:nvPr/>
        </p:nvSpPr>
        <p:spPr>
          <a:xfrm>
            <a:off x="3374830" y="2737945"/>
            <a:ext cx="104188" cy="104188"/>
          </a:xfrm>
          <a:prstGeom prst="ellipse">
            <a:avLst/>
          </a:prstGeom>
          <a:solidFill>
            <a:srgbClr val="3F47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4" name="F3_paired_semantic_8462">
            <a:extLst>
              <a:ext uri="{FF2B5EF4-FFF2-40B4-BE49-F238E27FC236}">
                <a16:creationId xmlns:a16="http://schemas.microsoft.com/office/drawing/2014/main" id="{343A0F07-4BD5-4BFA-AD27-0EE751D95744}"/>
              </a:ext>
            </a:extLst>
          </p:cNvPr>
          <p:cNvSpPr>
            <a:spLocks noGrp="1"/>
          </p:cNvSpPr>
          <p:nvPr/>
        </p:nvSpPr>
        <p:spPr>
          <a:xfrm>
            <a:off x="4096363" y="3582512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5" name="F3_paired_semantic_8463">
            <a:extLst>
              <a:ext uri="{FF2B5EF4-FFF2-40B4-BE49-F238E27FC236}">
                <a16:creationId xmlns:a16="http://schemas.microsoft.com/office/drawing/2014/main" id="{10280677-6DFE-4399-8EAB-B817A072C5F0}"/>
              </a:ext>
            </a:extLst>
          </p:cNvPr>
          <p:cNvSpPr>
            <a:spLocks noGrp="1"/>
          </p:cNvSpPr>
          <p:nvPr/>
        </p:nvSpPr>
        <p:spPr>
          <a:xfrm>
            <a:off x="1864914" y="2113312"/>
            <a:ext cx="104188" cy="104188"/>
          </a:xfrm>
          <a:prstGeom prst="ellipse">
            <a:avLst/>
          </a:prstGeom>
          <a:solidFill>
            <a:srgbClr val="287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6" name="F3_paired_semantic_8464">
            <a:extLst>
              <a:ext uri="{FF2B5EF4-FFF2-40B4-BE49-F238E27FC236}">
                <a16:creationId xmlns:a16="http://schemas.microsoft.com/office/drawing/2014/main" id="{C373DF6B-87A0-42F8-A634-00A84E1E222F}"/>
              </a:ext>
            </a:extLst>
          </p:cNvPr>
          <p:cNvSpPr>
            <a:spLocks noGrp="1"/>
          </p:cNvSpPr>
          <p:nvPr/>
        </p:nvSpPr>
        <p:spPr>
          <a:xfrm>
            <a:off x="1864900" y="4603791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7" name="F3_paired_semantic_8465">
            <a:extLst>
              <a:ext uri="{FF2B5EF4-FFF2-40B4-BE49-F238E27FC236}">
                <a16:creationId xmlns:a16="http://schemas.microsoft.com/office/drawing/2014/main" id="{56CFA405-5C3B-4160-8B43-22E02FBBA99C}"/>
              </a:ext>
            </a:extLst>
          </p:cNvPr>
          <p:cNvSpPr>
            <a:spLocks noGrp="1"/>
          </p:cNvSpPr>
          <p:nvPr/>
        </p:nvSpPr>
        <p:spPr>
          <a:xfrm>
            <a:off x="1864926" y="6142479"/>
            <a:ext cx="104188" cy="104188"/>
          </a:xfrm>
          <a:prstGeom prst="ellipse">
            <a:avLst/>
          </a:prstGeom>
          <a:solidFill>
            <a:srgbClr val="472C7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8" name="F3_paired_semantic_8466">
            <a:extLst>
              <a:ext uri="{FF2B5EF4-FFF2-40B4-BE49-F238E27FC236}">
                <a16:creationId xmlns:a16="http://schemas.microsoft.com/office/drawing/2014/main" id="{04794F8A-5499-4778-A156-2994A75C5B73}"/>
              </a:ext>
            </a:extLst>
          </p:cNvPr>
          <p:cNvSpPr>
            <a:spLocks noGrp="1"/>
          </p:cNvSpPr>
          <p:nvPr/>
        </p:nvSpPr>
        <p:spPr>
          <a:xfrm>
            <a:off x="2448388" y="6476157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9" name="F3_paired_semantic_8467">
            <a:extLst>
              <a:ext uri="{FF2B5EF4-FFF2-40B4-BE49-F238E27FC236}">
                <a16:creationId xmlns:a16="http://schemas.microsoft.com/office/drawing/2014/main" id="{5D7F2BE7-3473-4622-8FBE-3130AC8518F9}"/>
              </a:ext>
            </a:extLst>
          </p:cNvPr>
          <p:cNvSpPr>
            <a:spLocks noGrp="1"/>
          </p:cNvSpPr>
          <p:nvPr/>
        </p:nvSpPr>
        <p:spPr>
          <a:xfrm>
            <a:off x="1864937" y="5738085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0" name="F3_paired_semantic_8468">
            <a:extLst>
              <a:ext uri="{FF2B5EF4-FFF2-40B4-BE49-F238E27FC236}">
                <a16:creationId xmlns:a16="http://schemas.microsoft.com/office/drawing/2014/main" id="{7B551F6E-7425-4DEB-B71C-C322BF6AB16F}"/>
              </a:ext>
            </a:extLst>
          </p:cNvPr>
          <p:cNvSpPr>
            <a:spLocks noGrp="1"/>
          </p:cNvSpPr>
          <p:nvPr/>
        </p:nvSpPr>
        <p:spPr>
          <a:xfrm>
            <a:off x="1864999" y="5986084"/>
            <a:ext cx="104188" cy="104188"/>
          </a:xfrm>
          <a:prstGeom prst="ellipse">
            <a:avLst/>
          </a:prstGeom>
          <a:solidFill>
            <a:srgbClr val="3363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1" name="F3_paired_semantic_8469">
            <a:extLst>
              <a:ext uri="{FF2B5EF4-FFF2-40B4-BE49-F238E27FC236}">
                <a16:creationId xmlns:a16="http://schemas.microsoft.com/office/drawing/2014/main" id="{D1998FB1-8A15-4D65-AAED-182BBDB1B83F}"/>
              </a:ext>
            </a:extLst>
          </p:cNvPr>
          <p:cNvSpPr>
            <a:spLocks noGrp="1"/>
          </p:cNvSpPr>
          <p:nvPr/>
        </p:nvSpPr>
        <p:spPr>
          <a:xfrm>
            <a:off x="1864923" y="6577517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2" name="F3_paired_semantic_8470">
            <a:extLst>
              <a:ext uri="{FF2B5EF4-FFF2-40B4-BE49-F238E27FC236}">
                <a16:creationId xmlns:a16="http://schemas.microsoft.com/office/drawing/2014/main" id="{7E999EFD-1376-4A0E-BBD0-E5F82E66BBC1}"/>
              </a:ext>
            </a:extLst>
          </p:cNvPr>
          <p:cNvSpPr>
            <a:spLocks noGrp="1"/>
          </p:cNvSpPr>
          <p:nvPr/>
        </p:nvSpPr>
        <p:spPr>
          <a:xfrm>
            <a:off x="4186439" y="3665006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3" name="F3_paired_semantic_8471">
            <a:extLst>
              <a:ext uri="{FF2B5EF4-FFF2-40B4-BE49-F238E27FC236}">
                <a16:creationId xmlns:a16="http://schemas.microsoft.com/office/drawing/2014/main" id="{698F4BA9-B5C0-4F2E-BD7A-565712634EFA}"/>
              </a:ext>
            </a:extLst>
          </p:cNvPr>
          <p:cNvSpPr>
            <a:spLocks noGrp="1"/>
          </p:cNvSpPr>
          <p:nvPr/>
        </p:nvSpPr>
        <p:spPr>
          <a:xfrm>
            <a:off x="1864957" y="5300788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4" name="F3_paired_semantic_8472">
            <a:extLst>
              <a:ext uri="{FF2B5EF4-FFF2-40B4-BE49-F238E27FC236}">
                <a16:creationId xmlns:a16="http://schemas.microsoft.com/office/drawing/2014/main" id="{084464FB-B7A3-4E79-B18A-73BD47AFCB1F}"/>
              </a:ext>
            </a:extLst>
          </p:cNvPr>
          <p:cNvSpPr>
            <a:spLocks noGrp="1"/>
          </p:cNvSpPr>
          <p:nvPr/>
        </p:nvSpPr>
        <p:spPr>
          <a:xfrm>
            <a:off x="4330616" y="2125962"/>
            <a:ext cx="104188" cy="104188"/>
          </a:xfrm>
          <a:prstGeom prst="ellipse">
            <a:avLst/>
          </a:prstGeom>
          <a:solidFill>
            <a:srgbClr val="2F6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5" name="F3_paired_semantic_8473">
            <a:extLst>
              <a:ext uri="{FF2B5EF4-FFF2-40B4-BE49-F238E27FC236}">
                <a16:creationId xmlns:a16="http://schemas.microsoft.com/office/drawing/2014/main" id="{6CFFA7F9-6BC2-495B-BDB2-E43D8102367B}"/>
              </a:ext>
            </a:extLst>
          </p:cNvPr>
          <p:cNvSpPr>
            <a:spLocks noGrp="1"/>
          </p:cNvSpPr>
          <p:nvPr/>
        </p:nvSpPr>
        <p:spPr>
          <a:xfrm>
            <a:off x="2705799" y="4529510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6" name="F3_paired_semantic_8474">
            <a:extLst>
              <a:ext uri="{FF2B5EF4-FFF2-40B4-BE49-F238E27FC236}">
                <a16:creationId xmlns:a16="http://schemas.microsoft.com/office/drawing/2014/main" id="{A0EDC878-2B7D-47A9-B8C6-8076442AAF78}"/>
              </a:ext>
            </a:extLst>
          </p:cNvPr>
          <p:cNvSpPr>
            <a:spLocks noGrp="1"/>
          </p:cNvSpPr>
          <p:nvPr/>
        </p:nvSpPr>
        <p:spPr>
          <a:xfrm>
            <a:off x="1877954" y="4596106"/>
            <a:ext cx="104188" cy="104188"/>
          </a:xfrm>
          <a:prstGeom prst="ellipse">
            <a:avLst/>
          </a:prstGeom>
          <a:solidFill>
            <a:srgbClr val="3E4A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7" name="F3_paired_semantic_8475">
            <a:extLst>
              <a:ext uri="{FF2B5EF4-FFF2-40B4-BE49-F238E27FC236}">
                <a16:creationId xmlns:a16="http://schemas.microsoft.com/office/drawing/2014/main" id="{988D7655-98F9-467D-A6B1-4F78ECF6DB6D}"/>
              </a:ext>
            </a:extLst>
          </p:cNvPr>
          <p:cNvSpPr>
            <a:spLocks noGrp="1"/>
          </p:cNvSpPr>
          <p:nvPr/>
        </p:nvSpPr>
        <p:spPr>
          <a:xfrm>
            <a:off x="2031245" y="2325209"/>
            <a:ext cx="104188" cy="104188"/>
          </a:xfrm>
          <a:prstGeom prst="ellipse">
            <a:avLst/>
          </a:prstGeom>
          <a:solidFill>
            <a:srgbClr val="2AB07F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8" name="F3_paired_semantic_8476">
            <a:extLst>
              <a:ext uri="{FF2B5EF4-FFF2-40B4-BE49-F238E27FC236}">
                <a16:creationId xmlns:a16="http://schemas.microsoft.com/office/drawing/2014/main" id="{2ABCD13B-F55F-4FF5-A300-BF22C6EEE4AE}"/>
              </a:ext>
            </a:extLst>
          </p:cNvPr>
          <p:cNvSpPr>
            <a:spLocks noGrp="1"/>
          </p:cNvSpPr>
          <p:nvPr/>
        </p:nvSpPr>
        <p:spPr>
          <a:xfrm>
            <a:off x="2222639" y="5811770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9" name="F3_paired_semantic_8477">
            <a:extLst>
              <a:ext uri="{FF2B5EF4-FFF2-40B4-BE49-F238E27FC236}">
                <a16:creationId xmlns:a16="http://schemas.microsoft.com/office/drawing/2014/main" id="{D21739F2-3643-442B-AF8B-595C2132098A}"/>
              </a:ext>
            </a:extLst>
          </p:cNvPr>
          <p:cNvSpPr>
            <a:spLocks noGrp="1"/>
          </p:cNvSpPr>
          <p:nvPr/>
        </p:nvSpPr>
        <p:spPr>
          <a:xfrm>
            <a:off x="1892200" y="5392897"/>
            <a:ext cx="104188" cy="104188"/>
          </a:xfrm>
          <a:prstGeom prst="ellipse">
            <a:avLst/>
          </a:prstGeom>
          <a:solidFill>
            <a:srgbClr val="460A5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0" name="F3_paired_semantic_8478">
            <a:extLst>
              <a:ext uri="{FF2B5EF4-FFF2-40B4-BE49-F238E27FC236}">
                <a16:creationId xmlns:a16="http://schemas.microsoft.com/office/drawing/2014/main" id="{B38FAF9D-4DCF-4B37-B0E4-232E0E222DF9}"/>
              </a:ext>
            </a:extLst>
          </p:cNvPr>
          <p:cNvSpPr>
            <a:spLocks noGrp="1"/>
          </p:cNvSpPr>
          <p:nvPr/>
        </p:nvSpPr>
        <p:spPr>
          <a:xfrm>
            <a:off x="1865036" y="6320992"/>
            <a:ext cx="104188" cy="104188"/>
          </a:xfrm>
          <a:prstGeom prst="ellipse">
            <a:avLst/>
          </a:prstGeom>
          <a:solidFill>
            <a:srgbClr val="48287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1" name="F3_paired_semantic_8479">
            <a:extLst>
              <a:ext uri="{FF2B5EF4-FFF2-40B4-BE49-F238E27FC236}">
                <a16:creationId xmlns:a16="http://schemas.microsoft.com/office/drawing/2014/main" id="{C69BCBDB-65B4-4A74-B633-9B359C105D23}"/>
              </a:ext>
            </a:extLst>
          </p:cNvPr>
          <p:cNvSpPr>
            <a:spLocks noGrp="1"/>
          </p:cNvSpPr>
          <p:nvPr/>
        </p:nvSpPr>
        <p:spPr>
          <a:xfrm>
            <a:off x="4703370" y="2206711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2" name="F3_paired_semantic_8480">
            <a:extLst>
              <a:ext uri="{FF2B5EF4-FFF2-40B4-BE49-F238E27FC236}">
                <a16:creationId xmlns:a16="http://schemas.microsoft.com/office/drawing/2014/main" id="{89DB5D22-0589-4442-8BE7-F6D1BE31AC2D}"/>
              </a:ext>
            </a:extLst>
          </p:cNvPr>
          <p:cNvSpPr>
            <a:spLocks noGrp="1"/>
          </p:cNvSpPr>
          <p:nvPr/>
        </p:nvSpPr>
        <p:spPr>
          <a:xfrm>
            <a:off x="1864964" y="3488252"/>
            <a:ext cx="104188" cy="104188"/>
          </a:xfrm>
          <a:prstGeom prst="ellipse">
            <a:avLst/>
          </a:prstGeom>
          <a:solidFill>
            <a:srgbClr val="228C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3" name="F3_paired_semantic_8481">
            <a:extLst>
              <a:ext uri="{FF2B5EF4-FFF2-40B4-BE49-F238E27FC236}">
                <a16:creationId xmlns:a16="http://schemas.microsoft.com/office/drawing/2014/main" id="{21F74C1E-C53C-428E-95AD-3B8E17D0A972}"/>
              </a:ext>
            </a:extLst>
          </p:cNvPr>
          <p:cNvSpPr>
            <a:spLocks noGrp="1"/>
          </p:cNvSpPr>
          <p:nvPr/>
        </p:nvSpPr>
        <p:spPr>
          <a:xfrm>
            <a:off x="1865321" y="2400058"/>
            <a:ext cx="104188" cy="104188"/>
          </a:xfrm>
          <a:prstGeom prst="ellipse">
            <a:avLst/>
          </a:prstGeom>
          <a:solidFill>
            <a:srgbClr val="218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4" name="F3_paired_semantic_8482">
            <a:extLst>
              <a:ext uri="{FF2B5EF4-FFF2-40B4-BE49-F238E27FC236}">
                <a16:creationId xmlns:a16="http://schemas.microsoft.com/office/drawing/2014/main" id="{DD933FE3-033E-4B81-BC2C-118A1BDB295E}"/>
              </a:ext>
            </a:extLst>
          </p:cNvPr>
          <p:cNvSpPr>
            <a:spLocks noGrp="1"/>
          </p:cNvSpPr>
          <p:nvPr/>
        </p:nvSpPr>
        <p:spPr>
          <a:xfrm>
            <a:off x="4780384" y="2236968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5" name="F3_paired_semantic_8483">
            <a:extLst>
              <a:ext uri="{FF2B5EF4-FFF2-40B4-BE49-F238E27FC236}">
                <a16:creationId xmlns:a16="http://schemas.microsoft.com/office/drawing/2014/main" id="{05CB1454-964A-4D79-AB9E-8DB1F4C462EC}"/>
              </a:ext>
            </a:extLst>
          </p:cNvPr>
          <p:cNvSpPr>
            <a:spLocks noGrp="1"/>
          </p:cNvSpPr>
          <p:nvPr/>
        </p:nvSpPr>
        <p:spPr>
          <a:xfrm>
            <a:off x="4310045" y="4232400"/>
            <a:ext cx="104188" cy="104188"/>
          </a:xfrm>
          <a:prstGeom prst="ellipse">
            <a:avLst/>
          </a:prstGeom>
          <a:solidFill>
            <a:srgbClr val="3265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6" name="F3_paired_semantic_8484">
            <a:extLst>
              <a:ext uri="{FF2B5EF4-FFF2-40B4-BE49-F238E27FC236}">
                <a16:creationId xmlns:a16="http://schemas.microsoft.com/office/drawing/2014/main" id="{795DB825-FA17-48EA-9E9E-111E97D45EC3}"/>
              </a:ext>
            </a:extLst>
          </p:cNvPr>
          <p:cNvSpPr>
            <a:spLocks noGrp="1"/>
          </p:cNvSpPr>
          <p:nvPr/>
        </p:nvSpPr>
        <p:spPr>
          <a:xfrm>
            <a:off x="3922782" y="2746149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7" name="F3_paired_semantic_8485">
            <a:extLst>
              <a:ext uri="{FF2B5EF4-FFF2-40B4-BE49-F238E27FC236}">
                <a16:creationId xmlns:a16="http://schemas.microsoft.com/office/drawing/2014/main" id="{A323C231-86AA-4788-A036-7EF4F3834F94}"/>
              </a:ext>
            </a:extLst>
          </p:cNvPr>
          <p:cNvSpPr>
            <a:spLocks noGrp="1"/>
          </p:cNvSpPr>
          <p:nvPr/>
        </p:nvSpPr>
        <p:spPr>
          <a:xfrm>
            <a:off x="1864920" y="3325255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8" name="F3_paired_semantic_8486">
            <a:extLst>
              <a:ext uri="{FF2B5EF4-FFF2-40B4-BE49-F238E27FC236}">
                <a16:creationId xmlns:a16="http://schemas.microsoft.com/office/drawing/2014/main" id="{14351EEE-7E53-42A8-86B4-9346BAF64DC5}"/>
              </a:ext>
            </a:extLst>
          </p:cNvPr>
          <p:cNvSpPr>
            <a:spLocks noGrp="1"/>
          </p:cNvSpPr>
          <p:nvPr/>
        </p:nvSpPr>
        <p:spPr>
          <a:xfrm>
            <a:off x="4182294" y="2167502"/>
            <a:ext cx="104188" cy="104188"/>
          </a:xfrm>
          <a:prstGeom prst="ellipse">
            <a:avLst/>
          </a:prstGeom>
          <a:solidFill>
            <a:srgbClr val="228B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9" name="F3_paired_semantic_8487">
            <a:extLst>
              <a:ext uri="{FF2B5EF4-FFF2-40B4-BE49-F238E27FC236}">
                <a16:creationId xmlns:a16="http://schemas.microsoft.com/office/drawing/2014/main" id="{85C492BD-72FE-456F-8CAA-74C4443E9B85}"/>
              </a:ext>
            </a:extLst>
          </p:cNvPr>
          <p:cNvSpPr>
            <a:spLocks noGrp="1"/>
          </p:cNvSpPr>
          <p:nvPr/>
        </p:nvSpPr>
        <p:spPr>
          <a:xfrm>
            <a:off x="2908964" y="4166789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0" name="F3_paired_semantic_8488">
            <a:extLst>
              <a:ext uri="{FF2B5EF4-FFF2-40B4-BE49-F238E27FC236}">
                <a16:creationId xmlns:a16="http://schemas.microsoft.com/office/drawing/2014/main" id="{7F29D8E2-625D-4A26-9409-0C3CEB286356}"/>
              </a:ext>
            </a:extLst>
          </p:cNvPr>
          <p:cNvSpPr>
            <a:spLocks noGrp="1"/>
          </p:cNvSpPr>
          <p:nvPr/>
        </p:nvSpPr>
        <p:spPr>
          <a:xfrm>
            <a:off x="1873291" y="5025590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1" name="F3_paired_semantic_8489">
            <a:extLst>
              <a:ext uri="{FF2B5EF4-FFF2-40B4-BE49-F238E27FC236}">
                <a16:creationId xmlns:a16="http://schemas.microsoft.com/office/drawing/2014/main" id="{EE25ECFC-6B0A-4FCD-B344-0E34FDAAE4DA}"/>
              </a:ext>
            </a:extLst>
          </p:cNvPr>
          <p:cNvSpPr>
            <a:spLocks noGrp="1"/>
          </p:cNvSpPr>
          <p:nvPr/>
        </p:nvSpPr>
        <p:spPr>
          <a:xfrm>
            <a:off x="1864902" y="1654795"/>
            <a:ext cx="104188" cy="104188"/>
          </a:xfrm>
          <a:prstGeom prst="ellipse">
            <a:avLst/>
          </a:prstGeom>
          <a:solidFill>
            <a:srgbClr val="3461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2" name="F3_paired_semantic_8490">
            <a:extLst>
              <a:ext uri="{FF2B5EF4-FFF2-40B4-BE49-F238E27FC236}">
                <a16:creationId xmlns:a16="http://schemas.microsoft.com/office/drawing/2014/main" id="{283E998C-C5C3-4B9F-9C51-A022FC372544}"/>
              </a:ext>
            </a:extLst>
          </p:cNvPr>
          <p:cNvSpPr>
            <a:spLocks noGrp="1"/>
          </p:cNvSpPr>
          <p:nvPr/>
        </p:nvSpPr>
        <p:spPr>
          <a:xfrm>
            <a:off x="1864966" y="6376730"/>
            <a:ext cx="104188" cy="104188"/>
          </a:xfrm>
          <a:prstGeom prst="ellipse">
            <a:avLst/>
          </a:prstGeom>
          <a:solidFill>
            <a:srgbClr val="22A884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3" name="F3_paired_semantic_8491">
            <a:extLst>
              <a:ext uri="{FF2B5EF4-FFF2-40B4-BE49-F238E27FC236}">
                <a16:creationId xmlns:a16="http://schemas.microsoft.com/office/drawing/2014/main" id="{43CCBFB9-2A2A-4882-9581-DC456E3F6176}"/>
              </a:ext>
            </a:extLst>
          </p:cNvPr>
          <p:cNvSpPr>
            <a:spLocks noGrp="1"/>
          </p:cNvSpPr>
          <p:nvPr/>
        </p:nvSpPr>
        <p:spPr>
          <a:xfrm>
            <a:off x="3334377" y="2377776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4" name="F3_paired_semantic_8492">
            <a:extLst>
              <a:ext uri="{FF2B5EF4-FFF2-40B4-BE49-F238E27FC236}">
                <a16:creationId xmlns:a16="http://schemas.microsoft.com/office/drawing/2014/main" id="{554F1D6A-F52A-417A-85F8-E98F63AA8575}"/>
              </a:ext>
            </a:extLst>
          </p:cNvPr>
          <p:cNvSpPr>
            <a:spLocks noGrp="1"/>
          </p:cNvSpPr>
          <p:nvPr/>
        </p:nvSpPr>
        <p:spPr>
          <a:xfrm>
            <a:off x="1864944" y="4844127"/>
            <a:ext cx="104188" cy="104188"/>
          </a:xfrm>
          <a:prstGeom prst="ellipse">
            <a:avLst/>
          </a:prstGeom>
          <a:solidFill>
            <a:srgbClr val="306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5" name="F3_paired_semantic_8493">
            <a:extLst>
              <a:ext uri="{FF2B5EF4-FFF2-40B4-BE49-F238E27FC236}">
                <a16:creationId xmlns:a16="http://schemas.microsoft.com/office/drawing/2014/main" id="{1A2290BD-CA64-4F75-942E-45F2EFB84CBE}"/>
              </a:ext>
            </a:extLst>
          </p:cNvPr>
          <p:cNvSpPr>
            <a:spLocks noGrp="1"/>
          </p:cNvSpPr>
          <p:nvPr/>
        </p:nvSpPr>
        <p:spPr>
          <a:xfrm>
            <a:off x="1873753" y="4711610"/>
            <a:ext cx="104188" cy="104188"/>
          </a:xfrm>
          <a:prstGeom prst="ellipse">
            <a:avLst/>
          </a:prstGeom>
          <a:solidFill>
            <a:srgbClr val="3461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6" name="F3_paired_semantic_8494">
            <a:extLst>
              <a:ext uri="{FF2B5EF4-FFF2-40B4-BE49-F238E27FC236}">
                <a16:creationId xmlns:a16="http://schemas.microsoft.com/office/drawing/2014/main" id="{AF7BB085-F0C4-41B9-9F04-F5D608D04B9D}"/>
              </a:ext>
            </a:extLst>
          </p:cNvPr>
          <p:cNvSpPr>
            <a:spLocks noGrp="1"/>
          </p:cNvSpPr>
          <p:nvPr/>
        </p:nvSpPr>
        <p:spPr>
          <a:xfrm>
            <a:off x="1864902" y="2213174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7" name="F3_paired_semantic_8495">
            <a:extLst>
              <a:ext uri="{FF2B5EF4-FFF2-40B4-BE49-F238E27FC236}">
                <a16:creationId xmlns:a16="http://schemas.microsoft.com/office/drawing/2014/main" id="{E3C0C089-D309-4A24-89D4-4B915DDC514C}"/>
              </a:ext>
            </a:extLst>
          </p:cNvPr>
          <p:cNvSpPr>
            <a:spLocks noGrp="1"/>
          </p:cNvSpPr>
          <p:nvPr/>
        </p:nvSpPr>
        <p:spPr>
          <a:xfrm>
            <a:off x="1890019" y="3088097"/>
            <a:ext cx="104188" cy="104188"/>
          </a:xfrm>
          <a:prstGeom prst="ellipse">
            <a:avLst/>
          </a:prstGeom>
          <a:solidFill>
            <a:srgbClr val="218E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8" name="F3_paired_semantic_8496">
            <a:extLst>
              <a:ext uri="{FF2B5EF4-FFF2-40B4-BE49-F238E27FC236}">
                <a16:creationId xmlns:a16="http://schemas.microsoft.com/office/drawing/2014/main" id="{BAAC7B89-C877-4656-AC05-2896FD694C3B}"/>
              </a:ext>
            </a:extLst>
          </p:cNvPr>
          <p:cNvSpPr>
            <a:spLocks noGrp="1"/>
          </p:cNvSpPr>
          <p:nvPr/>
        </p:nvSpPr>
        <p:spPr>
          <a:xfrm>
            <a:off x="1864914" y="6578006"/>
            <a:ext cx="104188" cy="104188"/>
          </a:xfrm>
          <a:prstGeom prst="ellipse">
            <a:avLst/>
          </a:prstGeom>
          <a:solidFill>
            <a:srgbClr val="472F7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9" name="F3_paired_semantic_8497">
            <a:extLst>
              <a:ext uri="{FF2B5EF4-FFF2-40B4-BE49-F238E27FC236}">
                <a16:creationId xmlns:a16="http://schemas.microsoft.com/office/drawing/2014/main" id="{92289913-A2D2-4760-9F95-C9073D619EF2}"/>
              </a:ext>
            </a:extLst>
          </p:cNvPr>
          <p:cNvSpPr>
            <a:spLocks noGrp="1"/>
          </p:cNvSpPr>
          <p:nvPr/>
        </p:nvSpPr>
        <p:spPr>
          <a:xfrm>
            <a:off x="2558112" y="5369396"/>
            <a:ext cx="104188" cy="104188"/>
          </a:xfrm>
          <a:prstGeom prst="ellipse">
            <a:avLst/>
          </a:prstGeom>
          <a:solidFill>
            <a:srgbClr val="45378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0" name="F3_paired_semantic_8498">
            <a:extLst>
              <a:ext uri="{FF2B5EF4-FFF2-40B4-BE49-F238E27FC236}">
                <a16:creationId xmlns:a16="http://schemas.microsoft.com/office/drawing/2014/main" id="{D989C7FA-AB13-4236-B0DF-33B48494312B}"/>
              </a:ext>
            </a:extLst>
          </p:cNvPr>
          <p:cNvSpPr>
            <a:spLocks noGrp="1"/>
          </p:cNvSpPr>
          <p:nvPr/>
        </p:nvSpPr>
        <p:spPr>
          <a:xfrm>
            <a:off x="1864904" y="4723496"/>
            <a:ext cx="104188" cy="104188"/>
          </a:xfrm>
          <a:prstGeom prst="ellipse">
            <a:avLst/>
          </a:prstGeom>
          <a:solidFill>
            <a:srgbClr val="287D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1" name="F3_paired_semantic_8499">
            <a:extLst>
              <a:ext uri="{FF2B5EF4-FFF2-40B4-BE49-F238E27FC236}">
                <a16:creationId xmlns:a16="http://schemas.microsoft.com/office/drawing/2014/main" id="{BDA5D0F1-FFDB-478A-9387-41DD9DD59168}"/>
              </a:ext>
            </a:extLst>
          </p:cNvPr>
          <p:cNvSpPr>
            <a:spLocks noGrp="1"/>
          </p:cNvSpPr>
          <p:nvPr/>
        </p:nvSpPr>
        <p:spPr>
          <a:xfrm>
            <a:off x="4307761" y="4498377"/>
            <a:ext cx="104188" cy="104188"/>
          </a:xfrm>
          <a:prstGeom prst="ellipse">
            <a:avLst/>
          </a:prstGeom>
          <a:solidFill>
            <a:srgbClr val="297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2" name="F3_paired_semantic_8500">
            <a:extLst>
              <a:ext uri="{FF2B5EF4-FFF2-40B4-BE49-F238E27FC236}">
                <a16:creationId xmlns:a16="http://schemas.microsoft.com/office/drawing/2014/main" id="{3D57A5CD-FBBB-4E18-B0B6-809BE2EE7DDD}"/>
              </a:ext>
            </a:extLst>
          </p:cNvPr>
          <p:cNvSpPr>
            <a:spLocks noGrp="1"/>
          </p:cNvSpPr>
          <p:nvPr/>
        </p:nvSpPr>
        <p:spPr>
          <a:xfrm>
            <a:off x="2290843" y="4877820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3" name="F3_paired_semantic_8501">
            <a:extLst>
              <a:ext uri="{FF2B5EF4-FFF2-40B4-BE49-F238E27FC236}">
                <a16:creationId xmlns:a16="http://schemas.microsoft.com/office/drawing/2014/main" id="{38496D5F-A27C-43EA-8714-D50F444489CB}"/>
              </a:ext>
            </a:extLst>
          </p:cNvPr>
          <p:cNvSpPr>
            <a:spLocks noGrp="1"/>
          </p:cNvSpPr>
          <p:nvPr/>
        </p:nvSpPr>
        <p:spPr>
          <a:xfrm>
            <a:off x="4621986" y="3932037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4" name="F3_paired_semantic_8502">
            <a:extLst>
              <a:ext uri="{FF2B5EF4-FFF2-40B4-BE49-F238E27FC236}">
                <a16:creationId xmlns:a16="http://schemas.microsoft.com/office/drawing/2014/main" id="{B7462078-8CFB-4028-9619-77D32C2D5A99}"/>
              </a:ext>
            </a:extLst>
          </p:cNvPr>
          <p:cNvSpPr>
            <a:spLocks noGrp="1"/>
          </p:cNvSpPr>
          <p:nvPr/>
        </p:nvSpPr>
        <p:spPr>
          <a:xfrm>
            <a:off x="5426213" y="2272958"/>
            <a:ext cx="104188" cy="104188"/>
          </a:xfrm>
          <a:prstGeom prst="ellipse">
            <a:avLst/>
          </a:prstGeom>
          <a:solidFill>
            <a:srgbClr val="287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5" name="F3_paired_semantic_8503">
            <a:extLst>
              <a:ext uri="{FF2B5EF4-FFF2-40B4-BE49-F238E27FC236}">
                <a16:creationId xmlns:a16="http://schemas.microsoft.com/office/drawing/2014/main" id="{EFFA5CDC-84EA-4CAA-8908-08DFDB7751BF}"/>
              </a:ext>
            </a:extLst>
          </p:cNvPr>
          <p:cNvSpPr>
            <a:spLocks noGrp="1"/>
          </p:cNvSpPr>
          <p:nvPr/>
        </p:nvSpPr>
        <p:spPr>
          <a:xfrm>
            <a:off x="1865031" y="5913260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6" name="F3_paired_semantic_8504">
            <a:extLst>
              <a:ext uri="{FF2B5EF4-FFF2-40B4-BE49-F238E27FC236}">
                <a16:creationId xmlns:a16="http://schemas.microsoft.com/office/drawing/2014/main" id="{E9CFF4ED-05F3-427F-8B71-F157BF4083F0}"/>
              </a:ext>
            </a:extLst>
          </p:cNvPr>
          <p:cNvSpPr>
            <a:spLocks noGrp="1"/>
          </p:cNvSpPr>
          <p:nvPr/>
        </p:nvSpPr>
        <p:spPr>
          <a:xfrm>
            <a:off x="1864921" y="6577999"/>
            <a:ext cx="104188" cy="104188"/>
          </a:xfrm>
          <a:prstGeom prst="ellipse">
            <a:avLst/>
          </a:prstGeom>
          <a:solidFill>
            <a:srgbClr val="3E49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7" name="F3_paired_semantic_8505">
            <a:extLst>
              <a:ext uri="{FF2B5EF4-FFF2-40B4-BE49-F238E27FC236}">
                <a16:creationId xmlns:a16="http://schemas.microsoft.com/office/drawing/2014/main" id="{22D7A36E-DD6C-44E7-8514-EBC39E8A1700}"/>
              </a:ext>
            </a:extLst>
          </p:cNvPr>
          <p:cNvSpPr>
            <a:spLocks noGrp="1"/>
          </p:cNvSpPr>
          <p:nvPr/>
        </p:nvSpPr>
        <p:spPr>
          <a:xfrm>
            <a:off x="2688682" y="4833178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8" name="F3_paired_semantic_8506">
            <a:extLst>
              <a:ext uri="{FF2B5EF4-FFF2-40B4-BE49-F238E27FC236}">
                <a16:creationId xmlns:a16="http://schemas.microsoft.com/office/drawing/2014/main" id="{66772DD0-AD34-48A1-8DE3-A67DD9CD2483}"/>
              </a:ext>
            </a:extLst>
          </p:cNvPr>
          <p:cNvSpPr>
            <a:spLocks noGrp="1"/>
          </p:cNvSpPr>
          <p:nvPr/>
        </p:nvSpPr>
        <p:spPr>
          <a:xfrm>
            <a:off x="3225479" y="5004866"/>
            <a:ext cx="104188" cy="104188"/>
          </a:xfrm>
          <a:prstGeom prst="ellipse">
            <a:avLst/>
          </a:prstGeom>
          <a:solidFill>
            <a:srgbClr val="28AE80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9" name="F3_paired_semantic_8507">
            <a:extLst>
              <a:ext uri="{FF2B5EF4-FFF2-40B4-BE49-F238E27FC236}">
                <a16:creationId xmlns:a16="http://schemas.microsoft.com/office/drawing/2014/main" id="{C7E075B0-38D3-4597-B601-B0D481FAA59B}"/>
              </a:ext>
            </a:extLst>
          </p:cNvPr>
          <p:cNvSpPr>
            <a:spLocks noGrp="1"/>
          </p:cNvSpPr>
          <p:nvPr/>
        </p:nvSpPr>
        <p:spPr>
          <a:xfrm>
            <a:off x="3014957" y="2866954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0" name="F3_paired_semantic_8508">
            <a:extLst>
              <a:ext uri="{FF2B5EF4-FFF2-40B4-BE49-F238E27FC236}">
                <a16:creationId xmlns:a16="http://schemas.microsoft.com/office/drawing/2014/main" id="{1B791679-6A00-4A5B-9E93-BAF52902BE89}"/>
              </a:ext>
            </a:extLst>
          </p:cNvPr>
          <p:cNvSpPr>
            <a:spLocks noGrp="1"/>
          </p:cNvSpPr>
          <p:nvPr/>
        </p:nvSpPr>
        <p:spPr>
          <a:xfrm>
            <a:off x="4879410" y="2052610"/>
            <a:ext cx="104188" cy="104188"/>
          </a:xfrm>
          <a:prstGeom prst="ellipse">
            <a:avLst/>
          </a:prstGeom>
          <a:solidFill>
            <a:srgbClr val="34B67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1" name="F3_paired_semantic_8509">
            <a:extLst>
              <a:ext uri="{FF2B5EF4-FFF2-40B4-BE49-F238E27FC236}">
                <a16:creationId xmlns:a16="http://schemas.microsoft.com/office/drawing/2014/main" id="{8C911B5B-19FB-48C1-BFFA-F6927145581F}"/>
              </a:ext>
            </a:extLst>
          </p:cNvPr>
          <p:cNvSpPr>
            <a:spLocks noGrp="1"/>
          </p:cNvSpPr>
          <p:nvPr/>
        </p:nvSpPr>
        <p:spPr>
          <a:xfrm>
            <a:off x="5304074" y="3475232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2" name="F3_paired_semantic_8510">
            <a:extLst>
              <a:ext uri="{FF2B5EF4-FFF2-40B4-BE49-F238E27FC236}">
                <a16:creationId xmlns:a16="http://schemas.microsoft.com/office/drawing/2014/main" id="{5C8E4A03-E906-4282-8D22-38616947D082}"/>
              </a:ext>
            </a:extLst>
          </p:cNvPr>
          <p:cNvSpPr>
            <a:spLocks noGrp="1"/>
          </p:cNvSpPr>
          <p:nvPr/>
        </p:nvSpPr>
        <p:spPr>
          <a:xfrm>
            <a:off x="1864915" y="4392968"/>
            <a:ext cx="104188" cy="104188"/>
          </a:xfrm>
          <a:prstGeom prst="ellipse">
            <a:avLst/>
          </a:prstGeom>
          <a:solidFill>
            <a:srgbClr val="3859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3" name="F3_paired_semantic_8511">
            <a:extLst>
              <a:ext uri="{FF2B5EF4-FFF2-40B4-BE49-F238E27FC236}">
                <a16:creationId xmlns:a16="http://schemas.microsoft.com/office/drawing/2014/main" id="{54571DA9-E23E-42DE-AF5A-20507DD46384}"/>
              </a:ext>
            </a:extLst>
          </p:cNvPr>
          <p:cNvSpPr>
            <a:spLocks noGrp="1"/>
          </p:cNvSpPr>
          <p:nvPr/>
        </p:nvSpPr>
        <p:spPr>
          <a:xfrm>
            <a:off x="3297826" y="5107688"/>
            <a:ext cx="104188" cy="104188"/>
          </a:xfrm>
          <a:prstGeom prst="ellipse">
            <a:avLst/>
          </a:prstGeom>
          <a:solidFill>
            <a:srgbClr val="46327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4" name="F3_paired_semantic_8512">
            <a:extLst>
              <a:ext uri="{FF2B5EF4-FFF2-40B4-BE49-F238E27FC236}">
                <a16:creationId xmlns:a16="http://schemas.microsoft.com/office/drawing/2014/main" id="{84A96AAF-B7D3-40C2-B1AB-E716034B9975}"/>
              </a:ext>
            </a:extLst>
          </p:cNvPr>
          <p:cNvSpPr>
            <a:spLocks noGrp="1"/>
          </p:cNvSpPr>
          <p:nvPr/>
        </p:nvSpPr>
        <p:spPr>
          <a:xfrm>
            <a:off x="2045776" y="5439202"/>
            <a:ext cx="104188" cy="104188"/>
          </a:xfrm>
          <a:prstGeom prst="ellipse">
            <a:avLst/>
          </a:prstGeom>
          <a:solidFill>
            <a:srgbClr val="46085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5" name="F3_paired_semantic_8513">
            <a:extLst>
              <a:ext uri="{FF2B5EF4-FFF2-40B4-BE49-F238E27FC236}">
                <a16:creationId xmlns:a16="http://schemas.microsoft.com/office/drawing/2014/main" id="{E1CED6CB-4E76-461A-997B-885B61F97403}"/>
              </a:ext>
            </a:extLst>
          </p:cNvPr>
          <p:cNvSpPr>
            <a:spLocks noGrp="1"/>
          </p:cNvSpPr>
          <p:nvPr/>
        </p:nvSpPr>
        <p:spPr>
          <a:xfrm>
            <a:off x="1864935" y="4817187"/>
            <a:ext cx="104188" cy="104188"/>
          </a:xfrm>
          <a:prstGeom prst="ellipse">
            <a:avLst/>
          </a:prstGeom>
          <a:solidFill>
            <a:srgbClr val="1F9E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6" name="F3_paired_semantic_8514">
            <a:extLst>
              <a:ext uri="{FF2B5EF4-FFF2-40B4-BE49-F238E27FC236}">
                <a16:creationId xmlns:a16="http://schemas.microsoft.com/office/drawing/2014/main" id="{CEF91EC2-776B-4DE1-9D3A-ABE5A1EAA292}"/>
              </a:ext>
            </a:extLst>
          </p:cNvPr>
          <p:cNvSpPr>
            <a:spLocks noGrp="1"/>
          </p:cNvSpPr>
          <p:nvPr/>
        </p:nvSpPr>
        <p:spPr>
          <a:xfrm>
            <a:off x="1864995" y="3123742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7" name="F3_paired_semantic_8515">
            <a:extLst>
              <a:ext uri="{FF2B5EF4-FFF2-40B4-BE49-F238E27FC236}">
                <a16:creationId xmlns:a16="http://schemas.microsoft.com/office/drawing/2014/main" id="{6BCB3FAF-7D0E-40A3-B412-6E4347CD8C09}"/>
              </a:ext>
            </a:extLst>
          </p:cNvPr>
          <p:cNvSpPr>
            <a:spLocks noGrp="1"/>
          </p:cNvSpPr>
          <p:nvPr/>
        </p:nvSpPr>
        <p:spPr>
          <a:xfrm>
            <a:off x="3287665" y="2727244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8" name="F3_paired_semantic_8516">
            <a:extLst>
              <a:ext uri="{FF2B5EF4-FFF2-40B4-BE49-F238E27FC236}">
                <a16:creationId xmlns:a16="http://schemas.microsoft.com/office/drawing/2014/main" id="{55302EC9-7AA8-420E-A326-0AC68284D2DC}"/>
              </a:ext>
            </a:extLst>
          </p:cNvPr>
          <p:cNvSpPr>
            <a:spLocks noGrp="1"/>
          </p:cNvSpPr>
          <p:nvPr/>
        </p:nvSpPr>
        <p:spPr>
          <a:xfrm>
            <a:off x="1864912" y="3929875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9" name="F3_paired_semantic_8517">
            <a:extLst>
              <a:ext uri="{FF2B5EF4-FFF2-40B4-BE49-F238E27FC236}">
                <a16:creationId xmlns:a16="http://schemas.microsoft.com/office/drawing/2014/main" id="{9CF29308-1C17-4C88-B034-071C816B2EEF}"/>
              </a:ext>
            </a:extLst>
          </p:cNvPr>
          <p:cNvSpPr>
            <a:spLocks noGrp="1"/>
          </p:cNvSpPr>
          <p:nvPr/>
        </p:nvSpPr>
        <p:spPr>
          <a:xfrm>
            <a:off x="1865053" y="5031074"/>
            <a:ext cx="104188" cy="104188"/>
          </a:xfrm>
          <a:prstGeom prst="ellipse">
            <a:avLst/>
          </a:prstGeom>
          <a:solidFill>
            <a:srgbClr val="2E6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0" name="F3_paired_semantic_8518">
            <a:extLst>
              <a:ext uri="{FF2B5EF4-FFF2-40B4-BE49-F238E27FC236}">
                <a16:creationId xmlns:a16="http://schemas.microsoft.com/office/drawing/2014/main" id="{F4EC4E32-9982-4D14-B1AF-BD5E04D0D7CB}"/>
              </a:ext>
            </a:extLst>
          </p:cNvPr>
          <p:cNvSpPr>
            <a:spLocks noGrp="1"/>
          </p:cNvSpPr>
          <p:nvPr/>
        </p:nvSpPr>
        <p:spPr>
          <a:xfrm>
            <a:off x="2213878" y="6127020"/>
            <a:ext cx="104188" cy="104188"/>
          </a:xfrm>
          <a:prstGeom prst="ellipse">
            <a:avLst/>
          </a:prstGeom>
          <a:solidFill>
            <a:srgbClr val="3E49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1" name="F3_paired_semantic_8519">
            <a:extLst>
              <a:ext uri="{FF2B5EF4-FFF2-40B4-BE49-F238E27FC236}">
                <a16:creationId xmlns:a16="http://schemas.microsoft.com/office/drawing/2014/main" id="{A5D56407-2F67-4F9B-919B-15797655AB09}"/>
              </a:ext>
            </a:extLst>
          </p:cNvPr>
          <p:cNvSpPr>
            <a:spLocks noGrp="1"/>
          </p:cNvSpPr>
          <p:nvPr/>
        </p:nvSpPr>
        <p:spPr>
          <a:xfrm>
            <a:off x="1864901" y="2847523"/>
            <a:ext cx="104188" cy="104188"/>
          </a:xfrm>
          <a:prstGeom prst="ellipse">
            <a:avLst/>
          </a:prstGeom>
          <a:solidFill>
            <a:srgbClr val="481B6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2" name="F3_paired_semantic_8520">
            <a:extLst>
              <a:ext uri="{FF2B5EF4-FFF2-40B4-BE49-F238E27FC236}">
                <a16:creationId xmlns:a16="http://schemas.microsoft.com/office/drawing/2014/main" id="{1504AA87-089A-4138-A499-D91D15808261}"/>
              </a:ext>
            </a:extLst>
          </p:cNvPr>
          <p:cNvSpPr>
            <a:spLocks noGrp="1"/>
          </p:cNvSpPr>
          <p:nvPr/>
        </p:nvSpPr>
        <p:spPr>
          <a:xfrm>
            <a:off x="1864915" y="6578005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3" name="F3_paired_semantic_8521">
            <a:extLst>
              <a:ext uri="{FF2B5EF4-FFF2-40B4-BE49-F238E27FC236}">
                <a16:creationId xmlns:a16="http://schemas.microsoft.com/office/drawing/2014/main" id="{08430727-DFE0-4E3C-BE55-A9F1C371A772}"/>
              </a:ext>
            </a:extLst>
          </p:cNvPr>
          <p:cNvSpPr>
            <a:spLocks noGrp="1"/>
          </p:cNvSpPr>
          <p:nvPr/>
        </p:nvSpPr>
        <p:spPr>
          <a:xfrm>
            <a:off x="4681229" y="2589657"/>
            <a:ext cx="104188" cy="104188"/>
          </a:xfrm>
          <a:prstGeom prst="ellipse">
            <a:avLst/>
          </a:prstGeom>
          <a:solidFill>
            <a:srgbClr val="277E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4" name="F3_paired_semantic_8522">
            <a:extLst>
              <a:ext uri="{FF2B5EF4-FFF2-40B4-BE49-F238E27FC236}">
                <a16:creationId xmlns:a16="http://schemas.microsoft.com/office/drawing/2014/main" id="{5FF1001F-8A79-4BB7-BE17-E6202606C356}"/>
              </a:ext>
            </a:extLst>
          </p:cNvPr>
          <p:cNvSpPr>
            <a:spLocks noGrp="1"/>
          </p:cNvSpPr>
          <p:nvPr/>
        </p:nvSpPr>
        <p:spPr>
          <a:xfrm>
            <a:off x="2226623" y="6307549"/>
            <a:ext cx="104188" cy="104188"/>
          </a:xfrm>
          <a:prstGeom prst="ellipse">
            <a:avLst/>
          </a:prstGeom>
          <a:solidFill>
            <a:srgbClr val="306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5" name="F3_paired_semantic_8523">
            <a:extLst>
              <a:ext uri="{FF2B5EF4-FFF2-40B4-BE49-F238E27FC236}">
                <a16:creationId xmlns:a16="http://schemas.microsoft.com/office/drawing/2014/main" id="{E64EE206-E6DC-4C6D-B2ED-C58631096658}"/>
              </a:ext>
            </a:extLst>
          </p:cNvPr>
          <p:cNvSpPr>
            <a:spLocks noGrp="1"/>
          </p:cNvSpPr>
          <p:nvPr/>
        </p:nvSpPr>
        <p:spPr>
          <a:xfrm>
            <a:off x="1865917" y="3800770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6" name="F3_paired_semantic_8524">
            <a:extLst>
              <a:ext uri="{FF2B5EF4-FFF2-40B4-BE49-F238E27FC236}">
                <a16:creationId xmlns:a16="http://schemas.microsoft.com/office/drawing/2014/main" id="{57FC90B4-412D-4652-9D9E-CD5AC689D3E5}"/>
              </a:ext>
            </a:extLst>
          </p:cNvPr>
          <p:cNvSpPr>
            <a:spLocks noGrp="1"/>
          </p:cNvSpPr>
          <p:nvPr/>
        </p:nvSpPr>
        <p:spPr>
          <a:xfrm>
            <a:off x="1865088" y="4205710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7" name="F3_paired_semantic_8525">
            <a:extLst>
              <a:ext uri="{FF2B5EF4-FFF2-40B4-BE49-F238E27FC236}">
                <a16:creationId xmlns:a16="http://schemas.microsoft.com/office/drawing/2014/main" id="{B4651F30-1C3C-42CA-95F5-96F5882CC857}"/>
              </a:ext>
            </a:extLst>
          </p:cNvPr>
          <p:cNvSpPr>
            <a:spLocks noGrp="1"/>
          </p:cNvSpPr>
          <p:nvPr/>
        </p:nvSpPr>
        <p:spPr>
          <a:xfrm>
            <a:off x="2670522" y="4122893"/>
            <a:ext cx="104188" cy="104188"/>
          </a:xfrm>
          <a:prstGeom prst="ellipse">
            <a:avLst/>
          </a:prstGeom>
          <a:solidFill>
            <a:srgbClr val="472E7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8" name="F3_paired_semantic_8526">
            <a:extLst>
              <a:ext uri="{FF2B5EF4-FFF2-40B4-BE49-F238E27FC236}">
                <a16:creationId xmlns:a16="http://schemas.microsoft.com/office/drawing/2014/main" id="{E7B8A00C-9D65-4E40-8099-E34F5EB49591}"/>
              </a:ext>
            </a:extLst>
          </p:cNvPr>
          <p:cNvSpPr>
            <a:spLocks noGrp="1"/>
          </p:cNvSpPr>
          <p:nvPr/>
        </p:nvSpPr>
        <p:spPr>
          <a:xfrm>
            <a:off x="1912548" y="2533367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9" name="F3_paired_semantic_8527">
            <a:extLst>
              <a:ext uri="{FF2B5EF4-FFF2-40B4-BE49-F238E27FC236}">
                <a16:creationId xmlns:a16="http://schemas.microsoft.com/office/drawing/2014/main" id="{55D86F46-B1B4-474F-A76D-6CB0F665B1F1}"/>
              </a:ext>
            </a:extLst>
          </p:cNvPr>
          <p:cNvSpPr>
            <a:spLocks noGrp="1"/>
          </p:cNvSpPr>
          <p:nvPr/>
        </p:nvSpPr>
        <p:spPr>
          <a:xfrm>
            <a:off x="1864958" y="2256792"/>
            <a:ext cx="104188" cy="104188"/>
          </a:xfrm>
          <a:prstGeom prst="ellipse">
            <a:avLst/>
          </a:prstGeom>
          <a:solidFill>
            <a:srgbClr val="219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0" name="F3_paired_semantic_8528">
            <a:extLst>
              <a:ext uri="{FF2B5EF4-FFF2-40B4-BE49-F238E27FC236}">
                <a16:creationId xmlns:a16="http://schemas.microsoft.com/office/drawing/2014/main" id="{C14965DB-6083-4D55-8E6C-91455D2CD014}"/>
              </a:ext>
            </a:extLst>
          </p:cNvPr>
          <p:cNvSpPr>
            <a:spLocks noGrp="1"/>
          </p:cNvSpPr>
          <p:nvPr/>
        </p:nvSpPr>
        <p:spPr>
          <a:xfrm>
            <a:off x="1865065" y="6031633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1" name="F3_paired_semantic_8529">
            <a:extLst>
              <a:ext uri="{FF2B5EF4-FFF2-40B4-BE49-F238E27FC236}">
                <a16:creationId xmlns:a16="http://schemas.microsoft.com/office/drawing/2014/main" id="{7F05A4A4-3C05-49FF-A543-4EBEC847D49E}"/>
              </a:ext>
            </a:extLst>
          </p:cNvPr>
          <p:cNvSpPr>
            <a:spLocks noGrp="1"/>
          </p:cNvSpPr>
          <p:nvPr/>
        </p:nvSpPr>
        <p:spPr>
          <a:xfrm>
            <a:off x="1864900" y="6578020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2" name="F3_paired_semantic_8530">
            <a:extLst>
              <a:ext uri="{FF2B5EF4-FFF2-40B4-BE49-F238E27FC236}">
                <a16:creationId xmlns:a16="http://schemas.microsoft.com/office/drawing/2014/main" id="{044CB4EB-C106-4E0F-ADC3-D55393A0F8E0}"/>
              </a:ext>
            </a:extLst>
          </p:cNvPr>
          <p:cNvSpPr>
            <a:spLocks noGrp="1"/>
          </p:cNvSpPr>
          <p:nvPr/>
        </p:nvSpPr>
        <p:spPr>
          <a:xfrm>
            <a:off x="2312248" y="4401838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3" name="F3_paired_semantic_8531">
            <a:extLst>
              <a:ext uri="{FF2B5EF4-FFF2-40B4-BE49-F238E27FC236}">
                <a16:creationId xmlns:a16="http://schemas.microsoft.com/office/drawing/2014/main" id="{941B18B1-35B5-4D51-9A95-EB98ED633C7A}"/>
              </a:ext>
            </a:extLst>
          </p:cNvPr>
          <p:cNvSpPr>
            <a:spLocks noGrp="1"/>
          </p:cNvSpPr>
          <p:nvPr/>
        </p:nvSpPr>
        <p:spPr>
          <a:xfrm>
            <a:off x="4728017" y="2517884"/>
            <a:ext cx="104188" cy="104188"/>
          </a:xfrm>
          <a:prstGeom prst="ellipse">
            <a:avLst/>
          </a:prstGeom>
          <a:solidFill>
            <a:srgbClr val="2C7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4" name="F3_paired_semantic_8532">
            <a:extLst>
              <a:ext uri="{FF2B5EF4-FFF2-40B4-BE49-F238E27FC236}">
                <a16:creationId xmlns:a16="http://schemas.microsoft.com/office/drawing/2014/main" id="{08564C61-2989-4CAB-8FDD-B03654D5E84A}"/>
              </a:ext>
            </a:extLst>
          </p:cNvPr>
          <p:cNvSpPr>
            <a:spLocks noGrp="1"/>
          </p:cNvSpPr>
          <p:nvPr/>
        </p:nvSpPr>
        <p:spPr>
          <a:xfrm>
            <a:off x="3973468" y="3223517"/>
            <a:ext cx="104188" cy="104188"/>
          </a:xfrm>
          <a:prstGeom prst="ellipse">
            <a:avLst/>
          </a:prstGeom>
          <a:solidFill>
            <a:srgbClr val="365D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5" name="F3_paired_semantic_8533">
            <a:extLst>
              <a:ext uri="{FF2B5EF4-FFF2-40B4-BE49-F238E27FC236}">
                <a16:creationId xmlns:a16="http://schemas.microsoft.com/office/drawing/2014/main" id="{B6910C0D-D817-499B-B522-60AB11ED396F}"/>
              </a:ext>
            </a:extLst>
          </p:cNvPr>
          <p:cNvSpPr>
            <a:spLocks noGrp="1"/>
          </p:cNvSpPr>
          <p:nvPr/>
        </p:nvSpPr>
        <p:spPr>
          <a:xfrm>
            <a:off x="4117880" y="4155114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6" name="F3_paired_semantic_8534">
            <a:extLst>
              <a:ext uri="{FF2B5EF4-FFF2-40B4-BE49-F238E27FC236}">
                <a16:creationId xmlns:a16="http://schemas.microsoft.com/office/drawing/2014/main" id="{DA95DFCD-FA50-4E92-9E72-DC3D80ED061D}"/>
              </a:ext>
            </a:extLst>
          </p:cNvPr>
          <p:cNvSpPr>
            <a:spLocks noGrp="1"/>
          </p:cNvSpPr>
          <p:nvPr/>
        </p:nvSpPr>
        <p:spPr>
          <a:xfrm>
            <a:off x="1864977" y="2886742"/>
            <a:ext cx="104188" cy="104188"/>
          </a:xfrm>
          <a:prstGeom prst="ellipse">
            <a:avLst/>
          </a:prstGeom>
          <a:solidFill>
            <a:srgbClr val="268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7" name="F3_paired_semantic_8535">
            <a:extLst>
              <a:ext uri="{FF2B5EF4-FFF2-40B4-BE49-F238E27FC236}">
                <a16:creationId xmlns:a16="http://schemas.microsoft.com/office/drawing/2014/main" id="{16FEB5B4-FBCA-4645-A619-65652CB822CC}"/>
              </a:ext>
            </a:extLst>
          </p:cNvPr>
          <p:cNvSpPr>
            <a:spLocks noGrp="1"/>
          </p:cNvSpPr>
          <p:nvPr/>
        </p:nvSpPr>
        <p:spPr>
          <a:xfrm>
            <a:off x="4880647" y="2450206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8" name="F3_paired_semantic_8536">
            <a:extLst>
              <a:ext uri="{FF2B5EF4-FFF2-40B4-BE49-F238E27FC236}">
                <a16:creationId xmlns:a16="http://schemas.microsoft.com/office/drawing/2014/main" id="{58A1B0A3-5F41-4BDF-B464-1729121EA9A1}"/>
              </a:ext>
            </a:extLst>
          </p:cNvPr>
          <p:cNvSpPr>
            <a:spLocks noGrp="1"/>
          </p:cNvSpPr>
          <p:nvPr/>
        </p:nvSpPr>
        <p:spPr>
          <a:xfrm>
            <a:off x="3911399" y="4428884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9" name="F3_paired_semantic_8537">
            <a:extLst>
              <a:ext uri="{FF2B5EF4-FFF2-40B4-BE49-F238E27FC236}">
                <a16:creationId xmlns:a16="http://schemas.microsoft.com/office/drawing/2014/main" id="{5BBCD641-C320-4D6D-B38A-C32442338E52}"/>
              </a:ext>
            </a:extLst>
          </p:cNvPr>
          <p:cNvSpPr>
            <a:spLocks noGrp="1"/>
          </p:cNvSpPr>
          <p:nvPr/>
        </p:nvSpPr>
        <p:spPr>
          <a:xfrm>
            <a:off x="5844175" y="2510319"/>
            <a:ext cx="104188" cy="104188"/>
          </a:xfrm>
          <a:prstGeom prst="ellipse">
            <a:avLst/>
          </a:prstGeom>
          <a:solidFill>
            <a:srgbClr val="2F6B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0" name="F3_paired_semantic_8538">
            <a:extLst>
              <a:ext uri="{FF2B5EF4-FFF2-40B4-BE49-F238E27FC236}">
                <a16:creationId xmlns:a16="http://schemas.microsoft.com/office/drawing/2014/main" id="{BA54ABE6-5CDC-450B-95DD-28ADC1665464}"/>
              </a:ext>
            </a:extLst>
          </p:cNvPr>
          <p:cNvSpPr>
            <a:spLocks noGrp="1"/>
          </p:cNvSpPr>
          <p:nvPr/>
        </p:nvSpPr>
        <p:spPr>
          <a:xfrm>
            <a:off x="3481000" y="4057878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1" name="F3_paired_semantic_8539">
            <a:extLst>
              <a:ext uri="{FF2B5EF4-FFF2-40B4-BE49-F238E27FC236}">
                <a16:creationId xmlns:a16="http://schemas.microsoft.com/office/drawing/2014/main" id="{F576CD97-CEAD-45AC-9C4D-02F8AD811F9B}"/>
              </a:ext>
            </a:extLst>
          </p:cNvPr>
          <p:cNvSpPr>
            <a:spLocks noGrp="1"/>
          </p:cNvSpPr>
          <p:nvPr/>
        </p:nvSpPr>
        <p:spPr>
          <a:xfrm>
            <a:off x="3834747" y="2883444"/>
            <a:ext cx="104188" cy="104188"/>
          </a:xfrm>
          <a:prstGeom prst="ellipse">
            <a:avLst/>
          </a:prstGeom>
          <a:solidFill>
            <a:srgbClr val="355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2" name="F3_paired_semantic_8540">
            <a:extLst>
              <a:ext uri="{FF2B5EF4-FFF2-40B4-BE49-F238E27FC236}">
                <a16:creationId xmlns:a16="http://schemas.microsoft.com/office/drawing/2014/main" id="{7AA1F41B-800E-49AD-94ED-4CEEDA73D10C}"/>
              </a:ext>
            </a:extLst>
          </p:cNvPr>
          <p:cNvSpPr>
            <a:spLocks noGrp="1"/>
          </p:cNvSpPr>
          <p:nvPr/>
        </p:nvSpPr>
        <p:spPr>
          <a:xfrm>
            <a:off x="2106589" y="6458613"/>
            <a:ext cx="104188" cy="104188"/>
          </a:xfrm>
          <a:prstGeom prst="ellipse">
            <a:avLst/>
          </a:prstGeom>
          <a:solidFill>
            <a:srgbClr val="5EC96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3" name="F3_paired_semantic_8541">
            <a:extLst>
              <a:ext uri="{FF2B5EF4-FFF2-40B4-BE49-F238E27FC236}">
                <a16:creationId xmlns:a16="http://schemas.microsoft.com/office/drawing/2014/main" id="{7C7D9FB3-CB37-488C-8A95-C93B06F3BC7D}"/>
              </a:ext>
            </a:extLst>
          </p:cNvPr>
          <p:cNvSpPr>
            <a:spLocks noGrp="1"/>
          </p:cNvSpPr>
          <p:nvPr/>
        </p:nvSpPr>
        <p:spPr>
          <a:xfrm>
            <a:off x="1864923" y="4236347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4" name="F3_paired_semantic_8542">
            <a:extLst>
              <a:ext uri="{FF2B5EF4-FFF2-40B4-BE49-F238E27FC236}">
                <a16:creationId xmlns:a16="http://schemas.microsoft.com/office/drawing/2014/main" id="{B648CA25-D630-4CD2-A2A8-E8143ED52715}"/>
              </a:ext>
            </a:extLst>
          </p:cNvPr>
          <p:cNvSpPr>
            <a:spLocks noGrp="1"/>
          </p:cNvSpPr>
          <p:nvPr/>
        </p:nvSpPr>
        <p:spPr>
          <a:xfrm>
            <a:off x="4571078" y="2459890"/>
            <a:ext cx="104188" cy="104188"/>
          </a:xfrm>
          <a:prstGeom prst="ellipse">
            <a:avLst/>
          </a:prstGeom>
          <a:solidFill>
            <a:srgbClr val="3362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5" name="F3_paired_semantic_8543">
            <a:extLst>
              <a:ext uri="{FF2B5EF4-FFF2-40B4-BE49-F238E27FC236}">
                <a16:creationId xmlns:a16="http://schemas.microsoft.com/office/drawing/2014/main" id="{35E74F23-889E-4842-AED4-1989709D03C4}"/>
              </a:ext>
            </a:extLst>
          </p:cNvPr>
          <p:cNvSpPr>
            <a:spLocks noGrp="1"/>
          </p:cNvSpPr>
          <p:nvPr/>
        </p:nvSpPr>
        <p:spPr>
          <a:xfrm>
            <a:off x="1864897" y="6428215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6" name="F3_paired_semantic_8544">
            <a:extLst>
              <a:ext uri="{FF2B5EF4-FFF2-40B4-BE49-F238E27FC236}">
                <a16:creationId xmlns:a16="http://schemas.microsoft.com/office/drawing/2014/main" id="{619BBFCE-7664-4769-A5D9-27122DD9B309}"/>
              </a:ext>
            </a:extLst>
          </p:cNvPr>
          <p:cNvSpPr>
            <a:spLocks noGrp="1"/>
          </p:cNvSpPr>
          <p:nvPr/>
        </p:nvSpPr>
        <p:spPr>
          <a:xfrm>
            <a:off x="2259794" y="3801404"/>
            <a:ext cx="104188" cy="104188"/>
          </a:xfrm>
          <a:prstGeom prst="ellipse">
            <a:avLst/>
          </a:prstGeom>
          <a:solidFill>
            <a:srgbClr val="2F6B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7" name="F3_paired_semantic_8545">
            <a:extLst>
              <a:ext uri="{FF2B5EF4-FFF2-40B4-BE49-F238E27FC236}">
                <a16:creationId xmlns:a16="http://schemas.microsoft.com/office/drawing/2014/main" id="{3C6BB578-86DF-4A00-ABE9-6ABAB01E8C3A}"/>
              </a:ext>
            </a:extLst>
          </p:cNvPr>
          <p:cNvSpPr>
            <a:spLocks noGrp="1"/>
          </p:cNvSpPr>
          <p:nvPr/>
        </p:nvSpPr>
        <p:spPr>
          <a:xfrm>
            <a:off x="1865047" y="6533186"/>
            <a:ext cx="104188" cy="104188"/>
          </a:xfrm>
          <a:prstGeom prst="ellipse">
            <a:avLst/>
          </a:prstGeom>
          <a:solidFill>
            <a:srgbClr val="470E6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8" name="F3_paired_semantic_8546">
            <a:extLst>
              <a:ext uri="{FF2B5EF4-FFF2-40B4-BE49-F238E27FC236}">
                <a16:creationId xmlns:a16="http://schemas.microsoft.com/office/drawing/2014/main" id="{397C9811-CDD7-4D19-86D6-4545F9CED894}"/>
              </a:ext>
            </a:extLst>
          </p:cNvPr>
          <p:cNvSpPr>
            <a:spLocks noGrp="1"/>
          </p:cNvSpPr>
          <p:nvPr/>
        </p:nvSpPr>
        <p:spPr>
          <a:xfrm>
            <a:off x="2739960" y="4774855"/>
            <a:ext cx="104188" cy="104188"/>
          </a:xfrm>
          <a:prstGeom prst="ellipse">
            <a:avLst/>
          </a:prstGeom>
          <a:solidFill>
            <a:srgbClr val="219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9" name="F3_paired_semantic_8547">
            <a:extLst>
              <a:ext uri="{FF2B5EF4-FFF2-40B4-BE49-F238E27FC236}">
                <a16:creationId xmlns:a16="http://schemas.microsoft.com/office/drawing/2014/main" id="{73A447E6-190C-43F9-8E6C-26D604E4B354}"/>
              </a:ext>
            </a:extLst>
          </p:cNvPr>
          <p:cNvSpPr>
            <a:spLocks noGrp="1"/>
          </p:cNvSpPr>
          <p:nvPr/>
        </p:nvSpPr>
        <p:spPr>
          <a:xfrm>
            <a:off x="3275752" y="5092021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0" name="F3_paired_semantic_8548">
            <a:extLst>
              <a:ext uri="{FF2B5EF4-FFF2-40B4-BE49-F238E27FC236}">
                <a16:creationId xmlns:a16="http://schemas.microsoft.com/office/drawing/2014/main" id="{7DC9CA76-2CC9-4690-85D3-CCC60ABBF72B}"/>
              </a:ext>
            </a:extLst>
          </p:cNvPr>
          <p:cNvSpPr>
            <a:spLocks noGrp="1"/>
          </p:cNvSpPr>
          <p:nvPr/>
        </p:nvSpPr>
        <p:spPr>
          <a:xfrm>
            <a:off x="3268260" y="4166736"/>
            <a:ext cx="104188" cy="104188"/>
          </a:xfrm>
          <a:prstGeom prst="ellipse">
            <a:avLst/>
          </a:prstGeom>
          <a:solidFill>
            <a:srgbClr val="48247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1" name="F3_paired_semantic_8549">
            <a:extLst>
              <a:ext uri="{FF2B5EF4-FFF2-40B4-BE49-F238E27FC236}">
                <a16:creationId xmlns:a16="http://schemas.microsoft.com/office/drawing/2014/main" id="{7DF9D333-4397-4EC9-A11B-4CA36711088D}"/>
              </a:ext>
            </a:extLst>
          </p:cNvPr>
          <p:cNvSpPr>
            <a:spLocks noGrp="1"/>
          </p:cNvSpPr>
          <p:nvPr/>
        </p:nvSpPr>
        <p:spPr>
          <a:xfrm>
            <a:off x="2015851" y="6286495"/>
            <a:ext cx="104188" cy="104188"/>
          </a:xfrm>
          <a:prstGeom prst="ellipse">
            <a:avLst/>
          </a:prstGeom>
          <a:solidFill>
            <a:srgbClr val="2C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2" name="F3_paired_semantic_8550">
            <a:extLst>
              <a:ext uri="{FF2B5EF4-FFF2-40B4-BE49-F238E27FC236}">
                <a16:creationId xmlns:a16="http://schemas.microsoft.com/office/drawing/2014/main" id="{D5B16220-2AA1-4198-86FE-154EFB951D08}"/>
              </a:ext>
            </a:extLst>
          </p:cNvPr>
          <p:cNvSpPr>
            <a:spLocks noGrp="1"/>
          </p:cNvSpPr>
          <p:nvPr/>
        </p:nvSpPr>
        <p:spPr>
          <a:xfrm>
            <a:off x="4095098" y="3385825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3" name="F3_paired_semantic_8551">
            <a:extLst>
              <a:ext uri="{FF2B5EF4-FFF2-40B4-BE49-F238E27FC236}">
                <a16:creationId xmlns:a16="http://schemas.microsoft.com/office/drawing/2014/main" id="{6E6B849D-0AE3-42D5-B9BC-708BDFA17FE5}"/>
              </a:ext>
            </a:extLst>
          </p:cNvPr>
          <p:cNvSpPr>
            <a:spLocks noGrp="1"/>
          </p:cNvSpPr>
          <p:nvPr/>
        </p:nvSpPr>
        <p:spPr>
          <a:xfrm>
            <a:off x="4967010" y="2626079"/>
            <a:ext cx="104188" cy="104188"/>
          </a:xfrm>
          <a:prstGeom prst="ellipse">
            <a:avLst/>
          </a:prstGeom>
          <a:solidFill>
            <a:srgbClr val="1F9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4" name="F3_paired_semantic_8552">
            <a:extLst>
              <a:ext uri="{FF2B5EF4-FFF2-40B4-BE49-F238E27FC236}">
                <a16:creationId xmlns:a16="http://schemas.microsoft.com/office/drawing/2014/main" id="{0D51A56B-497D-4680-AD84-190E5C78687F}"/>
              </a:ext>
            </a:extLst>
          </p:cNvPr>
          <p:cNvSpPr>
            <a:spLocks noGrp="1"/>
          </p:cNvSpPr>
          <p:nvPr/>
        </p:nvSpPr>
        <p:spPr>
          <a:xfrm>
            <a:off x="4676538" y="5201113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5" name="F3_paired_semantic_8553">
            <a:extLst>
              <a:ext uri="{FF2B5EF4-FFF2-40B4-BE49-F238E27FC236}">
                <a16:creationId xmlns:a16="http://schemas.microsoft.com/office/drawing/2014/main" id="{BCA24503-2DA7-4D9A-97DC-05A15503A7CE}"/>
              </a:ext>
            </a:extLst>
          </p:cNvPr>
          <p:cNvSpPr>
            <a:spLocks noGrp="1"/>
          </p:cNvSpPr>
          <p:nvPr/>
        </p:nvSpPr>
        <p:spPr>
          <a:xfrm>
            <a:off x="1865728" y="2650980"/>
            <a:ext cx="104188" cy="104188"/>
          </a:xfrm>
          <a:prstGeom prst="ellipse">
            <a:avLst/>
          </a:prstGeom>
          <a:solidFill>
            <a:srgbClr val="3C4F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6" name="F3_paired_semantic_8554">
            <a:extLst>
              <a:ext uri="{FF2B5EF4-FFF2-40B4-BE49-F238E27FC236}">
                <a16:creationId xmlns:a16="http://schemas.microsoft.com/office/drawing/2014/main" id="{07A00E0C-1B77-4B7F-9263-DFDE576A9B01}"/>
              </a:ext>
            </a:extLst>
          </p:cNvPr>
          <p:cNvSpPr>
            <a:spLocks noGrp="1"/>
          </p:cNvSpPr>
          <p:nvPr/>
        </p:nvSpPr>
        <p:spPr>
          <a:xfrm>
            <a:off x="1864919" y="5523090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7" name="F3_paired_semantic_8555">
            <a:extLst>
              <a:ext uri="{FF2B5EF4-FFF2-40B4-BE49-F238E27FC236}">
                <a16:creationId xmlns:a16="http://schemas.microsoft.com/office/drawing/2014/main" id="{90FDFC3E-9E7D-4C0B-9657-66953ACC3CFB}"/>
              </a:ext>
            </a:extLst>
          </p:cNvPr>
          <p:cNvSpPr>
            <a:spLocks noGrp="1"/>
          </p:cNvSpPr>
          <p:nvPr/>
        </p:nvSpPr>
        <p:spPr>
          <a:xfrm>
            <a:off x="3045620" y="3861399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8" name="F3_paired_semantic_8556">
            <a:extLst>
              <a:ext uri="{FF2B5EF4-FFF2-40B4-BE49-F238E27FC236}">
                <a16:creationId xmlns:a16="http://schemas.microsoft.com/office/drawing/2014/main" id="{F41038AA-7457-4A87-8719-5244158A0F7D}"/>
              </a:ext>
            </a:extLst>
          </p:cNvPr>
          <p:cNvSpPr>
            <a:spLocks noGrp="1"/>
          </p:cNvSpPr>
          <p:nvPr/>
        </p:nvSpPr>
        <p:spPr>
          <a:xfrm>
            <a:off x="3479740" y="4194986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9" name="F3_paired_semantic_8557">
            <a:extLst>
              <a:ext uri="{FF2B5EF4-FFF2-40B4-BE49-F238E27FC236}">
                <a16:creationId xmlns:a16="http://schemas.microsoft.com/office/drawing/2014/main" id="{E65A6E36-4F63-4A75-A12A-61B87182F778}"/>
              </a:ext>
            </a:extLst>
          </p:cNvPr>
          <p:cNvSpPr>
            <a:spLocks noGrp="1"/>
          </p:cNvSpPr>
          <p:nvPr/>
        </p:nvSpPr>
        <p:spPr>
          <a:xfrm>
            <a:off x="1864926" y="4016003"/>
            <a:ext cx="104188" cy="104188"/>
          </a:xfrm>
          <a:prstGeom prst="ellipse">
            <a:avLst/>
          </a:prstGeom>
          <a:solidFill>
            <a:srgbClr val="297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0" name="F3_paired_semantic_8558">
            <a:extLst>
              <a:ext uri="{FF2B5EF4-FFF2-40B4-BE49-F238E27FC236}">
                <a16:creationId xmlns:a16="http://schemas.microsoft.com/office/drawing/2014/main" id="{2B8F1536-B95A-4996-8ADD-50CD8BA6B071}"/>
              </a:ext>
            </a:extLst>
          </p:cNvPr>
          <p:cNvSpPr>
            <a:spLocks noGrp="1"/>
          </p:cNvSpPr>
          <p:nvPr/>
        </p:nvSpPr>
        <p:spPr>
          <a:xfrm>
            <a:off x="3180391" y="3335813"/>
            <a:ext cx="104188" cy="104188"/>
          </a:xfrm>
          <a:prstGeom prst="ellipse">
            <a:avLst/>
          </a:prstGeom>
          <a:solidFill>
            <a:srgbClr val="375A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1" name="F3_paired_semantic_8559">
            <a:extLst>
              <a:ext uri="{FF2B5EF4-FFF2-40B4-BE49-F238E27FC236}">
                <a16:creationId xmlns:a16="http://schemas.microsoft.com/office/drawing/2014/main" id="{7E0B8BE9-A4B0-49DF-9197-3241EBF6CD1B}"/>
              </a:ext>
            </a:extLst>
          </p:cNvPr>
          <p:cNvSpPr>
            <a:spLocks noGrp="1"/>
          </p:cNvSpPr>
          <p:nvPr/>
        </p:nvSpPr>
        <p:spPr>
          <a:xfrm>
            <a:off x="2401814" y="2944909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2" name="F3_paired_semantic_8560">
            <a:extLst>
              <a:ext uri="{FF2B5EF4-FFF2-40B4-BE49-F238E27FC236}">
                <a16:creationId xmlns:a16="http://schemas.microsoft.com/office/drawing/2014/main" id="{0D58A817-84D8-4797-B0D4-290E1B152F01}"/>
              </a:ext>
            </a:extLst>
          </p:cNvPr>
          <p:cNvSpPr>
            <a:spLocks noGrp="1"/>
          </p:cNvSpPr>
          <p:nvPr/>
        </p:nvSpPr>
        <p:spPr>
          <a:xfrm>
            <a:off x="1864924" y="5623353"/>
            <a:ext cx="104188" cy="104188"/>
          </a:xfrm>
          <a:prstGeom prst="ellipse">
            <a:avLst/>
          </a:prstGeom>
          <a:solidFill>
            <a:srgbClr val="433E8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3" name="F3_paired_semantic_8561">
            <a:extLst>
              <a:ext uri="{FF2B5EF4-FFF2-40B4-BE49-F238E27FC236}">
                <a16:creationId xmlns:a16="http://schemas.microsoft.com/office/drawing/2014/main" id="{2AEDE25D-ADCB-4E78-83BD-56880D86AB4C}"/>
              </a:ext>
            </a:extLst>
          </p:cNvPr>
          <p:cNvSpPr>
            <a:spLocks noGrp="1"/>
          </p:cNvSpPr>
          <p:nvPr/>
        </p:nvSpPr>
        <p:spPr>
          <a:xfrm>
            <a:off x="3952559" y="2646544"/>
            <a:ext cx="104188" cy="104188"/>
          </a:xfrm>
          <a:prstGeom prst="ellipse">
            <a:avLst/>
          </a:prstGeom>
          <a:solidFill>
            <a:srgbClr val="346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4" name="F3_paired_semantic_8562">
            <a:extLst>
              <a:ext uri="{FF2B5EF4-FFF2-40B4-BE49-F238E27FC236}">
                <a16:creationId xmlns:a16="http://schemas.microsoft.com/office/drawing/2014/main" id="{9E90978F-1702-4600-A5B2-E69AC8FD60F5}"/>
              </a:ext>
            </a:extLst>
          </p:cNvPr>
          <p:cNvSpPr>
            <a:spLocks noGrp="1"/>
          </p:cNvSpPr>
          <p:nvPr/>
        </p:nvSpPr>
        <p:spPr>
          <a:xfrm>
            <a:off x="2051951" y="5786142"/>
            <a:ext cx="104188" cy="104188"/>
          </a:xfrm>
          <a:prstGeom prst="ellipse">
            <a:avLst/>
          </a:prstGeom>
          <a:solidFill>
            <a:srgbClr val="1F96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5" name="F3_paired_semantic_8563">
            <a:extLst>
              <a:ext uri="{FF2B5EF4-FFF2-40B4-BE49-F238E27FC236}">
                <a16:creationId xmlns:a16="http://schemas.microsoft.com/office/drawing/2014/main" id="{D4B30102-377A-419B-A1EE-0C1B1816F157}"/>
              </a:ext>
            </a:extLst>
          </p:cNvPr>
          <p:cNvSpPr>
            <a:spLocks noGrp="1"/>
          </p:cNvSpPr>
          <p:nvPr/>
        </p:nvSpPr>
        <p:spPr>
          <a:xfrm>
            <a:off x="1864977" y="2869151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6" name="F3_paired_semantic_8564">
            <a:extLst>
              <a:ext uri="{FF2B5EF4-FFF2-40B4-BE49-F238E27FC236}">
                <a16:creationId xmlns:a16="http://schemas.microsoft.com/office/drawing/2014/main" id="{3F46E94A-29A0-42D8-ABFD-385436BA5139}"/>
              </a:ext>
            </a:extLst>
          </p:cNvPr>
          <p:cNvSpPr>
            <a:spLocks noGrp="1"/>
          </p:cNvSpPr>
          <p:nvPr/>
        </p:nvSpPr>
        <p:spPr>
          <a:xfrm>
            <a:off x="1864950" y="3858656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7" name="F3_paired_semantic_8565">
            <a:extLst>
              <a:ext uri="{FF2B5EF4-FFF2-40B4-BE49-F238E27FC236}">
                <a16:creationId xmlns:a16="http://schemas.microsoft.com/office/drawing/2014/main" id="{A605F7F7-6810-4DE9-9CB1-281AE279D5EC}"/>
              </a:ext>
            </a:extLst>
          </p:cNvPr>
          <p:cNvSpPr>
            <a:spLocks noGrp="1"/>
          </p:cNvSpPr>
          <p:nvPr/>
        </p:nvSpPr>
        <p:spPr>
          <a:xfrm>
            <a:off x="1865000" y="2234144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8" name="F3_paired_semantic_8566">
            <a:extLst>
              <a:ext uri="{FF2B5EF4-FFF2-40B4-BE49-F238E27FC236}">
                <a16:creationId xmlns:a16="http://schemas.microsoft.com/office/drawing/2014/main" id="{CEA7066B-CF28-42A6-9F4C-F9C8F4CB7BA4}"/>
              </a:ext>
            </a:extLst>
          </p:cNvPr>
          <p:cNvSpPr>
            <a:spLocks noGrp="1"/>
          </p:cNvSpPr>
          <p:nvPr/>
        </p:nvSpPr>
        <p:spPr>
          <a:xfrm>
            <a:off x="1864903" y="3387458"/>
            <a:ext cx="104188" cy="104188"/>
          </a:xfrm>
          <a:prstGeom prst="ellipse">
            <a:avLst/>
          </a:prstGeom>
          <a:solidFill>
            <a:srgbClr val="258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9" name="F3_paired_semantic_8567">
            <a:extLst>
              <a:ext uri="{FF2B5EF4-FFF2-40B4-BE49-F238E27FC236}">
                <a16:creationId xmlns:a16="http://schemas.microsoft.com/office/drawing/2014/main" id="{CDFE9E02-FECD-49C3-A4D8-322DA2882E06}"/>
              </a:ext>
            </a:extLst>
          </p:cNvPr>
          <p:cNvSpPr>
            <a:spLocks noGrp="1"/>
          </p:cNvSpPr>
          <p:nvPr/>
        </p:nvSpPr>
        <p:spPr>
          <a:xfrm>
            <a:off x="4441689" y="3262335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0" name="F3_paired_semantic_8568">
            <a:extLst>
              <a:ext uri="{FF2B5EF4-FFF2-40B4-BE49-F238E27FC236}">
                <a16:creationId xmlns:a16="http://schemas.microsoft.com/office/drawing/2014/main" id="{C695FDF2-D9FF-4245-95C2-C87E22A9DA3F}"/>
              </a:ext>
            </a:extLst>
          </p:cNvPr>
          <p:cNvSpPr>
            <a:spLocks noGrp="1"/>
          </p:cNvSpPr>
          <p:nvPr/>
        </p:nvSpPr>
        <p:spPr>
          <a:xfrm>
            <a:off x="1864967" y="4223693"/>
            <a:ext cx="104188" cy="104188"/>
          </a:xfrm>
          <a:prstGeom prst="ellipse">
            <a:avLst/>
          </a:prstGeom>
          <a:solidFill>
            <a:srgbClr val="1F9A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1" name="F3_paired_semantic_8569">
            <a:extLst>
              <a:ext uri="{FF2B5EF4-FFF2-40B4-BE49-F238E27FC236}">
                <a16:creationId xmlns:a16="http://schemas.microsoft.com/office/drawing/2014/main" id="{90A38591-58A3-40E1-95B3-437347DC0F3D}"/>
              </a:ext>
            </a:extLst>
          </p:cNvPr>
          <p:cNvSpPr>
            <a:spLocks noGrp="1"/>
          </p:cNvSpPr>
          <p:nvPr/>
        </p:nvSpPr>
        <p:spPr>
          <a:xfrm>
            <a:off x="3332904" y="4870600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2" name="F3_paired_semantic_8570">
            <a:extLst>
              <a:ext uri="{FF2B5EF4-FFF2-40B4-BE49-F238E27FC236}">
                <a16:creationId xmlns:a16="http://schemas.microsoft.com/office/drawing/2014/main" id="{E5E7A37F-9FF4-4CD6-AC5C-C2AD941AA6E2}"/>
              </a:ext>
            </a:extLst>
          </p:cNvPr>
          <p:cNvSpPr>
            <a:spLocks noGrp="1"/>
          </p:cNvSpPr>
          <p:nvPr/>
        </p:nvSpPr>
        <p:spPr>
          <a:xfrm>
            <a:off x="2614986" y="4920464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3" name="F3_paired_semantic_8571">
            <a:extLst>
              <a:ext uri="{FF2B5EF4-FFF2-40B4-BE49-F238E27FC236}">
                <a16:creationId xmlns:a16="http://schemas.microsoft.com/office/drawing/2014/main" id="{21BD6479-4177-4C01-B373-342FF19860DD}"/>
              </a:ext>
            </a:extLst>
          </p:cNvPr>
          <p:cNvSpPr>
            <a:spLocks noGrp="1"/>
          </p:cNvSpPr>
          <p:nvPr/>
        </p:nvSpPr>
        <p:spPr>
          <a:xfrm>
            <a:off x="2772319" y="4468395"/>
            <a:ext cx="104188" cy="104188"/>
          </a:xfrm>
          <a:prstGeom prst="ellipse">
            <a:avLst/>
          </a:prstGeom>
          <a:solidFill>
            <a:srgbClr val="48247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4" name="F3_paired_semantic_8572">
            <a:extLst>
              <a:ext uri="{FF2B5EF4-FFF2-40B4-BE49-F238E27FC236}">
                <a16:creationId xmlns:a16="http://schemas.microsoft.com/office/drawing/2014/main" id="{6B7CCE05-B485-4015-A1B8-7D14474E3598}"/>
              </a:ext>
            </a:extLst>
          </p:cNvPr>
          <p:cNvSpPr>
            <a:spLocks noGrp="1"/>
          </p:cNvSpPr>
          <p:nvPr/>
        </p:nvSpPr>
        <p:spPr>
          <a:xfrm>
            <a:off x="2313259" y="249587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5" name="F3_paired_semantic_8573">
            <a:extLst>
              <a:ext uri="{FF2B5EF4-FFF2-40B4-BE49-F238E27FC236}">
                <a16:creationId xmlns:a16="http://schemas.microsoft.com/office/drawing/2014/main" id="{09D7DD4D-0FE1-46F4-9F12-FFFDE163A099}"/>
              </a:ext>
            </a:extLst>
          </p:cNvPr>
          <p:cNvSpPr>
            <a:spLocks noGrp="1"/>
          </p:cNvSpPr>
          <p:nvPr/>
        </p:nvSpPr>
        <p:spPr>
          <a:xfrm>
            <a:off x="3248606" y="4157796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6" name="F3_paired_semantic_8574">
            <a:extLst>
              <a:ext uri="{FF2B5EF4-FFF2-40B4-BE49-F238E27FC236}">
                <a16:creationId xmlns:a16="http://schemas.microsoft.com/office/drawing/2014/main" id="{719EEA6F-BFCF-4B18-898C-0E2E1BA4673E}"/>
              </a:ext>
            </a:extLst>
          </p:cNvPr>
          <p:cNvSpPr>
            <a:spLocks noGrp="1"/>
          </p:cNvSpPr>
          <p:nvPr/>
        </p:nvSpPr>
        <p:spPr>
          <a:xfrm>
            <a:off x="1867686" y="4719673"/>
            <a:ext cx="104188" cy="104188"/>
          </a:xfrm>
          <a:prstGeom prst="ellipse">
            <a:avLst/>
          </a:prstGeom>
          <a:solidFill>
            <a:srgbClr val="472F7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7" name="F3_paired_semantic_8575">
            <a:extLst>
              <a:ext uri="{FF2B5EF4-FFF2-40B4-BE49-F238E27FC236}">
                <a16:creationId xmlns:a16="http://schemas.microsoft.com/office/drawing/2014/main" id="{6AB8F57D-D51C-47E5-8B2B-8A6CA7D710F7}"/>
              </a:ext>
            </a:extLst>
          </p:cNvPr>
          <p:cNvSpPr>
            <a:spLocks noGrp="1"/>
          </p:cNvSpPr>
          <p:nvPr/>
        </p:nvSpPr>
        <p:spPr>
          <a:xfrm>
            <a:off x="1864977" y="2824454"/>
            <a:ext cx="104188" cy="104188"/>
          </a:xfrm>
          <a:prstGeom prst="ellipse">
            <a:avLst/>
          </a:prstGeom>
          <a:solidFill>
            <a:srgbClr val="48287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8" name="F3_paired_semantic_8576">
            <a:extLst>
              <a:ext uri="{FF2B5EF4-FFF2-40B4-BE49-F238E27FC236}">
                <a16:creationId xmlns:a16="http://schemas.microsoft.com/office/drawing/2014/main" id="{EC4397EE-6F06-408C-88BC-59F8310B6C43}"/>
              </a:ext>
            </a:extLst>
          </p:cNvPr>
          <p:cNvSpPr>
            <a:spLocks noGrp="1"/>
          </p:cNvSpPr>
          <p:nvPr/>
        </p:nvSpPr>
        <p:spPr>
          <a:xfrm>
            <a:off x="2161922" y="4882735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9" name="F3_paired_semantic_8577">
            <a:extLst>
              <a:ext uri="{FF2B5EF4-FFF2-40B4-BE49-F238E27FC236}">
                <a16:creationId xmlns:a16="http://schemas.microsoft.com/office/drawing/2014/main" id="{13A93372-5FCE-4DAE-B81E-CD351656131C}"/>
              </a:ext>
            </a:extLst>
          </p:cNvPr>
          <p:cNvSpPr>
            <a:spLocks noGrp="1"/>
          </p:cNvSpPr>
          <p:nvPr/>
        </p:nvSpPr>
        <p:spPr>
          <a:xfrm>
            <a:off x="2942132" y="652862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0" name="F3_paired_semantic_8578">
            <a:extLst>
              <a:ext uri="{FF2B5EF4-FFF2-40B4-BE49-F238E27FC236}">
                <a16:creationId xmlns:a16="http://schemas.microsoft.com/office/drawing/2014/main" id="{017BA172-C9DF-41D8-9899-F44D3B3357A4}"/>
              </a:ext>
            </a:extLst>
          </p:cNvPr>
          <p:cNvSpPr>
            <a:spLocks noGrp="1"/>
          </p:cNvSpPr>
          <p:nvPr/>
        </p:nvSpPr>
        <p:spPr>
          <a:xfrm>
            <a:off x="2847686" y="4854003"/>
            <a:ext cx="104188" cy="104188"/>
          </a:xfrm>
          <a:prstGeom prst="ellipse">
            <a:avLst/>
          </a:prstGeom>
          <a:solidFill>
            <a:srgbClr val="2C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1" name="F3_paired_semantic_8579">
            <a:extLst>
              <a:ext uri="{FF2B5EF4-FFF2-40B4-BE49-F238E27FC236}">
                <a16:creationId xmlns:a16="http://schemas.microsoft.com/office/drawing/2014/main" id="{7608B16D-B3E6-4099-A7B7-A20427C77470}"/>
              </a:ext>
            </a:extLst>
          </p:cNvPr>
          <p:cNvSpPr>
            <a:spLocks noGrp="1"/>
          </p:cNvSpPr>
          <p:nvPr/>
        </p:nvSpPr>
        <p:spPr>
          <a:xfrm>
            <a:off x="1864905" y="6320051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2" name="F3_paired_semantic_8580">
            <a:extLst>
              <a:ext uri="{FF2B5EF4-FFF2-40B4-BE49-F238E27FC236}">
                <a16:creationId xmlns:a16="http://schemas.microsoft.com/office/drawing/2014/main" id="{6568488F-F551-4574-B2D6-9738186B06B6}"/>
              </a:ext>
            </a:extLst>
          </p:cNvPr>
          <p:cNvSpPr>
            <a:spLocks noGrp="1"/>
          </p:cNvSpPr>
          <p:nvPr/>
        </p:nvSpPr>
        <p:spPr>
          <a:xfrm>
            <a:off x="2039849" y="4265220"/>
            <a:ext cx="104188" cy="104188"/>
          </a:xfrm>
          <a:prstGeom prst="ellipse">
            <a:avLst/>
          </a:prstGeom>
          <a:solidFill>
            <a:srgbClr val="3A5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3" name="F3_paired_semantic_8581">
            <a:extLst>
              <a:ext uri="{FF2B5EF4-FFF2-40B4-BE49-F238E27FC236}">
                <a16:creationId xmlns:a16="http://schemas.microsoft.com/office/drawing/2014/main" id="{ECC66E57-4C70-414B-9A2D-FB90CD68F0EC}"/>
              </a:ext>
            </a:extLst>
          </p:cNvPr>
          <p:cNvSpPr>
            <a:spLocks noGrp="1"/>
          </p:cNvSpPr>
          <p:nvPr/>
        </p:nvSpPr>
        <p:spPr>
          <a:xfrm>
            <a:off x="1916987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4" name="text_8582">
            <a:extLst>
              <a:ext uri="{FF2B5EF4-FFF2-40B4-BE49-F238E27FC236}">
                <a16:creationId xmlns:a16="http://schemas.microsoft.com/office/drawing/2014/main" id="{A5D34B77-3850-4CA0-955C-73A4DDD92F69}"/>
              </a:ext>
            </a:extLst>
          </p:cNvPr>
          <p:cNvSpPr>
            <a:spLocks noGrp="1"/>
          </p:cNvSpPr>
          <p:nvPr/>
        </p:nvSpPr>
        <p:spPr>
          <a:xfrm>
            <a:off x="1802833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85" name="F3_paired_semantic_8583">
            <a:extLst>
              <a:ext uri="{FF2B5EF4-FFF2-40B4-BE49-F238E27FC236}">
                <a16:creationId xmlns:a16="http://schemas.microsoft.com/office/drawing/2014/main" id="{6381ECFC-4210-45E3-AA71-A1B39F21FB35}"/>
              </a:ext>
            </a:extLst>
          </p:cNvPr>
          <p:cNvSpPr>
            <a:spLocks noGrp="1"/>
          </p:cNvSpPr>
          <p:nvPr/>
        </p:nvSpPr>
        <p:spPr>
          <a:xfrm>
            <a:off x="2905970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6" name="text_8584">
            <a:extLst>
              <a:ext uri="{FF2B5EF4-FFF2-40B4-BE49-F238E27FC236}">
                <a16:creationId xmlns:a16="http://schemas.microsoft.com/office/drawing/2014/main" id="{E6E4BD21-502B-4B28-83B3-4A80870F20D0}"/>
              </a:ext>
            </a:extLst>
          </p:cNvPr>
          <p:cNvSpPr>
            <a:spLocks noGrp="1"/>
          </p:cNvSpPr>
          <p:nvPr/>
        </p:nvSpPr>
        <p:spPr>
          <a:xfrm>
            <a:off x="2791816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187" name="F3_paired_semantic_8585">
            <a:extLst>
              <a:ext uri="{FF2B5EF4-FFF2-40B4-BE49-F238E27FC236}">
                <a16:creationId xmlns:a16="http://schemas.microsoft.com/office/drawing/2014/main" id="{0695352F-EE55-4349-A3A8-8181A699D581}"/>
              </a:ext>
            </a:extLst>
          </p:cNvPr>
          <p:cNvSpPr>
            <a:spLocks noGrp="1"/>
          </p:cNvSpPr>
          <p:nvPr/>
        </p:nvSpPr>
        <p:spPr>
          <a:xfrm>
            <a:off x="3894953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8" name="text_8586">
            <a:extLst>
              <a:ext uri="{FF2B5EF4-FFF2-40B4-BE49-F238E27FC236}">
                <a16:creationId xmlns:a16="http://schemas.microsoft.com/office/drawing/2014/main" id="{4E93D133-62A5-4BC1-BD29-9975A7F3BF86}"/>
              </a:ext>
            </a:extLst>
          </p:cNvPr>
          <p:cNvSpPr>
            <a:spLocks noGrp="1"/>
          </p:cNvSpPr>
          <p:nvPr/>
        </p:nvSpPr>
        <p:spPr>
          <a:xfrm>
            <a:off x="3780800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189" name="F3_paired_semantic_8587">
            <a:extLst>
              <a:ext uri="{FF2B5EF4-FFF2-40B4-BE49-F238E27FC236}">
                <a16:creationId xmlns:a16="http://schemas.microsoft.com/office/drawing/2014/main" id="{B0DFEB1F-2192-4447-A6FD-61D91F48A7B7}"/>
              </a:ext>
            </a:extLst>
          </p:cNvPr>
          <p:cNvSpPr>
            <a:spLocks noGrp="1"/>
          </p:cNvSpPr>
          <p:nvPr/>
        </p:nvSpPr>
        <p:spPr>
          <a:xfrm>
            <a:off x="4883936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0" name="text_8588">
            <a:extLst>
              <a:ext uri="{FF2B5EF4-FFF2-40B4-BE49-F238E27FC236}">
                <a16:creationId xmlns:a16="http://schemas.microsoft.com/office/drawing/2014/main" id="{2B691C74-8144-410E-8CA9-F9C0A2A57A55}"/>
              </a:ext>
            </a:extLst>
          </p:cNvPr>
          <p:cNvSpPr>
            <a:spLocks noGrp="1"/>
          </p:cNvSpPr>
          <p:nvPr/>
        </p:nvSpPr>
        <p:spPr>
          <a:xfrm>
            <a:off x="4769783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191" name="F3_paired_semantic_8589">
            <a:extLst>
              <a:ext uri="{FF2B5EF4-FFF2-40B4-BE49-F238E27FC236}">
                <a16:creationId xmlns:a16="http://schemas.microsoft.com/office/drawing/2014/main" id="{4D244BA8-77D9-4722-929C-5ED528D9AA13}"/>
              </a:ext>
            </a:extLst>
          </p:cNvPr>
          <p:cNvSpPr>
            <a:spLocks noGrp="1"/>
          </p:cNvSpPr>
          <p:nvPr/>
        </p:nvSpPr>
        <p:spPr>
          <a:xfrm>
            <a:off x="5872920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2" name="text_8590">
            <a:extLst>
              <a:ext uri="{FF2B5EF4-FFF2-40B4-BE49-F238E27FC236}">
                <a16:creationId xmlns:a16="http://schemas.microsoft.com/office/drawing/2014/main" id="{6C6FE136-BD0F-4093-AD0C-6058E45BA8D3}"/>
              </a:ext>
            </a:extLst>
          </p:cNvPr>
          <p:cNvSpPr>
            <a:spLocks noGrp="1"/>
          </p:cNvSpPr>
          <p:nvPr/>
        </p:nvSpPr>
        <p:spPr>
          <a:xfrm>
            <a:off x="5758766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193" name="F3_paired_semantic_8591">
            <a:extLst>
              <a:ext uri="{FF2B5EF4-FFF2-40B4-BE49-F238E27FC236}">
                <a16:creationId xmlns:a16="http://schemas.microsoft.com/office/drawing/2014/main" id="{15C5EBAF-A0F2-4728-ADA4-15BCA9834776}"/>
              </a:ext>
            </a:extLst>
          </p:cNvPr>
          <p:cNvSpPr>
            <a:spLocks noGrp="1"/>
          </p:cNvSpPr>
          <p:nvPr/>
        </p:nvSpPr>
        <p:spPr>
          <a:xfrm>
            <a:off x="6861903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4" name="text_8592">
            <a:extLst>
              <a:ext uri="{FF2B5EF4-FFF2-40B4-BE49-F238E27FC236}">
                <a16:creationId xmlns:a16="http://schemas.microsoft.com/office/drawing/2014/main" id="{DFF1A092-F13B-45D5-9E26-AAD75E7E172B}"/>
              </a:ext>
            </a:extLst>
          </p:cNvPr>
          <p:cNvSpPr>
            <a:spLocks noGrp="1"/>
          </p:cNvSpPr>
          <p:nvPr/>
        </p:nvSpPr>
        <p:spPr>
          <a:xfrm>
            <a:off x="6747750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95" name="text_8593">
            <a:extLst>
              <a:ext uri="{FF2B5EF4-FFF2-40B4-BE49-F238E27FC236}">
                <a16:creationId xmlns:a16="http://schemas.microsoft.com/office/drawing/2014/main" id="{F68173F9-EFCD-434B-8435-6F16A65CAA7F}"/>
              </a:ext>
            </a:extLst>
          </p:cNvPr>
          <p:cNvSpPr>
            <a:spLocks noGrp="1"/>
          </p:cNvSpPr>
          <p:nvPr/>
        </p:nvSpPr>
        <p:spPr>
          <a:xfrm>
            <a:off x="4020818" y="7020421"/>
            <a:ext cx="749889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  <p:sp>
        <p:nvSpPr>
          <p:cNvPr id="196" name="F3_paired_semantic_8594">
            <a:extLst>
              <a:ext uri="{FF2B5EF4-FFF2-40B4-BE49-F238E27FC236}">
                <a16:creationId xmlns:a16="http://schemas.microsoft.com/office/drawing/2014/main" id="{9AAE5EC0-37FC-4B06-AEF5-469F70C3F367}"/>
              </a:ext>
            </a:extLst>
          </p:cNvPr>
          <p:cNvSpPr>
            <a:spLocks noGrp="1"/>
          </p:cNvSpPr>
          <p:nvPr/>
        </p:nvSpPr>
        <p:spPr>
          <a:xfrm>
            <a:off x="1853814" y="663012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7" name="text_8595">
            <a:extLst>
              <a:ext uri="{FF2B5EF4-FFF2-40B4-BE49-F238E27FC236}">
                <a16:creationId xmlns:a16="http://schemas.microsoft.com/office/drawing/2014/main" id="{C9B36622-2810-465B-B2FD-6D8A1B75F802}"/>
              </a:ext>
            </a:extLst>
          </p:cNvPr>
          <p:cNvSpPr>
            <a:spLocks noGrp="1"/>
          </p:cNvSpPr>
          <p:nvPr/>
        </p:nvSpPr>
        <p:spPr>
          <a:xfrm>
            <a:off x="1537064" y="655914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98" name="F3_paired_semantic_8596">
            <a:extLst>
              <a:ext uri="{FF2B5EF4-FFF2-40B4-BE49-F238E27FC236}">
                <a16:creationId xmlns:a16="http://schemas.microsoft.com/office/drawing/2014/main" id="{9F5739CF-F290-4D2B-ADAE-B18B9CC5FCD5}"/>
              </a:ext>
            </a:extLst>
          </p:cNvPr>
          <p:cNvSpPr>
            <a:spLocks noGrp="1"/>
          </p:cNvSpPr>
          <p:nvPr/>
        </p:nvSpPr>
        <p:spPr>
          <a:xfrm>
            <a:off x="1853814" y="5641137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9" name="text_8597">
            <a:extLst>
              <a:ext uri="{FF2B5EF4-FFF2-40B4-BE49-F238E27FC236}">
                <a16:creationId xmlns:a16="http://schemas.microsoft.com/office/drawing/2014/main" id="{E50F4E76-EB5E-41E1-B4E6-28DC78D4A611}"/>
              </a:ext>
            </a:extLst>
          </p:cNvPr>
          <p:cNvSpPr>
            <a:spLocks noGrp="1"/>
          </p:cNvSpPr>
          <p:nvPr/>
        </p:nvSpPr>
        <p:spPr>
          <a:xfrm>
            <a:off x="1537064" y="5570164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00" name="F3_paired_semantic_8598">
            <a:extLst>
              <a:ext uri="{FF2B5EF4-FFF2-40B4-BE49-F238E27FC236}">
                <a16:creationId xmlns:a16="http://schemas.microsoft.com/office/drawing/2014/main" id="{7FFB7BF3-BE68-4369-8C80-41446C4D66D8}"/>
              </a:ext>
            </a:extLst>
          </p:cNvPr>
          <p:cNvSpPr>
            <a:spLocks noGrp="1"/>
          </p:cNvSpPr>
          <p:nvPr/>
        </p:nvSpPr>
        <p:spPr>
          <a:xfrm>
            <a:off x="1853814" y="465215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1" name="text_8599">
            <a:extLst>
              <a:ext uri="{FF2B5EF4-FFF2-40B4-BE49-F238E27FC236}">
                <a16:creationId xmlns:a16="http://schemas.microsoft.com/office/drawing/2014/main" id="{7EBE270C-E064-408A-97F3-C9694BC86C48}"/>
              </a:ext>
            </a:extLst>
          </p:cNvPr>
          <p:cNvSpPr>
            <a:spLocks noGrp="1"/>
          </p:cNvSpPr>
          <p:nvPr/>
        </p:nvSpPr>
        <p:spPr>
          <a:xfrm>
            <a:off x="1537064" y="4581180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02" name="F3_paired_semantic_8600">
            <a:extLst>
              <a:ext uri="{FF2B5EF4-FFF2-40B4-BE49-F238E27FC236}">
                <a16:creationId xmlns:a16="http://schemas.microsoft.com/office/drawing/2014/main" id="{F16F0E27-2280-4E6D-9BA5-2D2520F5A467}"/>
              </a:ext>
            </a:extLst>
          </p:cNvPr>
          <p:cNvSpPr>
            <a:spLocks noGrp="1"/>
          </p:cNvSpPr>
          <p:nvPr/>
        </p:nvSpPr>
        <p:spPr>
          <a:xfrm>
            <a:off x="1853814" y="366317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3" name="text_8601">
            <a:extLst>
              <a:ext uri="{FF2B5EF4-FFF2-40B4-BE49-F238E27FC236}">
                <a16:creationId xmlns:a16="http://schemas.microsoft.com/office/drawing/2014/main" id="{BF033787-C623-4B10-972A-C1C470ACC257}"/>
              </a:ext>
            </a:extLst>
          </p:cNvPr>
          <p:cNvSpPr>
            <a:spLocks noGrp="1"/>
          </p:cNvSpPr>
          <p:nvPr/>
        </p:nvSpPr>
        <p:spPr>
          <a:xfrm>
            <a:off x="1537064" y="359219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04" name="F3_paired_semantic_8602">
            <a:extLst>
              <a:ext uri="{FF2B5EF4-FFF2-40B4-BE49-F238E27FC236}">
                <a16:creationId xmlns:a16="http://schemas.microsoft.com/office/drawing/2014/main" id="{3F83464D-35E7-4071-A33D-1A25DB192B12}"/>
              </a:ext>
            </a:extLst>
          </p:cNvPr>
          <p:cNvSpPr>
            <a:spLocks noGrp="1"/>
          </p:cNvSpPr>
          <p:nvPr/>
        </p:nvSpPr>
        <p:spPr>
          <a:xfrm>
            <a:off x="1853814" y="2674188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5" name="text_8603">
            <a:extLst>
              <a:ext uri="{FF2B5EF4-FFF2-40B4-BE49-F238E27FC236}">
                <a16:creationId xmlns:a16="http://schemas.microsoft.com/office/drawing/2014/main" id="{E8DEFB79-34FB-4E04-A2DD-1B4A16B06C1B}"/>
              </a:ext>
            </a:extLst>
          </p:cNvPr>
          <p:cNvSpPr>
            <a:spLocks noGrp="1"/>
          </p:cNvSpPr>
          <p:nvPr/>
        </p:nvSpPr>
        <p:spPr>
          <a:xfrm>
            <a:off x="1537064" y="2603214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206" name="F3_paired_semantic_8604">
            <a:extLst>
              <a:ext uri="{FF2B5EF4-FFF2-40B4-BE49-F238E27FC236}">
                <a16:creationId xmlns:a16="http://schemas.microsoft.com/office/drawing/2014/main" id="{2AC0EF5A-581E-46ED-A1A8-3ECBA81AB2DA}"/>
              </a:ext>
            </a:extLst>
          </p:cNvPr>
          <p:cNvSpPr>
            <a:spLocks noGrp="1"/>
          </p:cNvSpPr>
          <p:nvPr/>
        </p:nvSpPr>
        <p:spPr>
          <a:xfrm>
            <a:off x="1853814" y="168520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7" name="text_8605">
            <a:extLst>
              <a:ext uri="{FF2B5EF4-FFF2-40B4-BE49-F238E27FC236}">
                <a16:creationId xmlns:a16="http://schemas.microsoft.com/office/drawing/2014/main" id="{0E661BD6-48E1-4A9A-9AE3-8154CE961549}"/>
              </a:ext>
            </a:extLst>
          </p:cNvPr>
          <p:cNvSpPr>
            <a:spLocks noGrp="1"/>
          </p:cNvSpPr>
          <p:nvPr/>
        </p:nvSpPr>
        <p:spPr>
          <a:xfrm>
            <a:off x="1537064" y="1614230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208" name="text_8606">
            <a:extLst>
              <a:ext uri="{FF2B5EF4-FFF2-40B4-BE49-F238E27FC236}">
                <a16:creationId xmlns:a16="http://schemas.microsoft.com/office/drawing/2014/main" id="{CEA680B7-033B-4186-991B-C963036B34F8}"/>
              </a:ext>
            </a:extLst>
          </p:cNvPr>
          <p:cNvSpPr>
            <a:spLocks noGrp="1"/>
          </p:cNvSpPr>
          <p:nvPr/>
        </p:nvSpPr>
        <p:spPr>
          <a:xfrm rot="-5400000">
            <a:off x="101489" y="4047110"/>
            <a:ext cx="2548803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with CryoAtom2 receptor</a:t>
            </a:r>
          </a:p>
        </p:txBody>
      </p:sp>
      <p:sp>
        <p:nvSpPr>
          <p:cNvPr id="209" name="F3_paired_semantic_8607">
            <a:extLst>
              <a:ext uri="{FF2B5EF4-FFF2-40B4-BE49-F238E27FC236}">
                <a16:creationId xmlns:a16="http://schemas.microsoft.com/office/drawing/2014/main" id="{73395B61-6BCF-4042-B739-08BFD46A49D2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191" cy="4944917"/>
          </a:xfrm>
          <a:custGeom>
            <a:avLst/>
            <a:gdLst/>
            <a:ahLst/>
            <a:cxnLst/>
            <a:rect l="0" t="0" r="0" b="0"/>
            <a:pathLst>
              <a:path w="191" h="4944917">
                <a:moveTo>
                  <a:pt x="0" y="4944917"/>
                </a:moveTo>
                <a:lnTo>
                  <a:pt x="0" y="0"/>
                </a:lnTo>
              </a:path>
            </a:pathLst>
          </a:custGeom>
          <a:noFill/>
          <a:ln w="16425">
            <a:solidFill>
              <a:srgbClr val="000000"/>
            </a:solidFill>
            <a:prstDash val="solid"/>
          </a:ln>
        </p:spPr>
      </p:sp>
      <p:sp>
        <p:nvSpPr>
          <p:cNvPr id="210" name="F3_paired_semantic_8608">
            <a:extLst>
              <a:ext uri="{FF2B5EF4-FFF2-40B4-BE49-F238E27FC236}">
                <a16:creationId xmlns:a16="http://schemas.microsoft.com/office/drawing/2014/main" id="{9C419CE5-4DFF-41DC-912E-350953FC5A09}"/>
              </a:ext>
            </a:extLst>
          </p:cNvPr>
          <p:cNvSpPr>
            <a:spLocks noGrp="1"/>
          </p:cNvSpPr>
          <p:nvPr/>
        </p:nvSpPr>
        <p:spPr>
          <a:xfrm>
            <a:off x="1916987" y="6630121"/>
            <a:ext cx="4944917" cy="191"/>
          </a:xfrm>
          <a:custGeom>
            <a:avLst/>
            <a:gdLst/>
            <a:ahLst/>
            <a:cxnLst/>
            <a:rect l="0" t="0" r="0" b="0"/>
            <a:pathLst>
              <a:path w="4944917" h="191">
                <a:moveTo>
                  <a:pt x="0" y="0"/>
                </a:moveTo>
                <a:lnTo>
                  <a:pt x="4944917" y="0"/>
                </a:lnTo>
              </a:path>
            </a:pathLst>
          </a:custGeom>
          <a:noFill/>
          <a:ln w="16425">
            <a:solidFill>
              <a:srgbClr val="000000"/>
            </a:solidFill>
            <a:prstDash val="solid"/>
          </a:ln>
        </p:spPr>
      </p:sp>
      <p:sp>
        <p:nvSpPr>
          <p:cNvPr id="211" name="F3_paired_semantic_8609">
            <a:extLst>
              <a:ext uri="{FF2B5EF4-FFF2-40B4-BE49-F238E27FC236}">
                <a16:creationId xmlns:a16="http://schemas.microsoft.com/office/drawing/2014/main" id="{F035F74D-1BC5-4087-B126-645C75D82E78}"/>
              </a:ext>
            </a:extLst>
          </p:cNvPr>
          <p:cNvSpPr>
            <a:spLocks noGrp="1"/>
          </p:cNvSpPr>
          <p:nvPr/>
        </p:nvSpPr>
        <p:spPr>
          <a:xfrm>
            <a:off x="7106701" y="1655284"/>
            <a:ext cx="250238" cy="5004756"/>
          </a:xfrm>
          <a:custGeom>
            <a:avLst/>
            <a:gdLst/>
            <a:ahLst/>
            <a:cxnLst/>
            <a:rect l="0" t="0" r="0" b="0"/>
            <a:pathLst>
              <a:path w="250238" h="5004756">
                <a:moveTo>
                  <a:pt x="0" y="5004756"/>
                </a:moveTo>
                <a:lnTo>
                  <a:pt x="250238" y="5004756"/>
                </a:lnTo>
                <a:lnTo>
                  <a:pt x="250238" y="0"/>
                </a:lnTo>
                <a:lnTo>
                  <a:pt x="0" y="0"/>
                </a:lnTo>
                <a:lnTo>
                  <a:pt x="0" y="500475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12" name="F3_paired_semantic_8610">
            <a:extLst>
              <a:ext uri="{FF2B5EF4-FFF2-40B4-BE49-F238E27FC236}">
                <a16:creationId xmlns:a16="http://schemas.microsoft.com/office/drawing/2014/main" id="{D39E38D5-1509-4463-8631-D1142A879733}"/>
              </a:ext>
            </a:extLst>
          </p:cNvPr>
          <p:cNvSpPr>
            <a:spLocks noGrp="1"/>
          </p:cNvSpPr>
          <p:nvPr/>
        </p:nvSpPr>
        <p:spPr>
          <a:xfrm>
            <a:off x="7106701" y="66404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DE725"/>
          </a:solidFill>
          <a:ln w="5054">
            <a:solidFill>
              <a:srgbClr val="FDE725"/>
            </a:solidFill>
            <a:prstDash val="solid"/>
          </a:ln>
        </p:spPr>
      </p:sp>
      <p:sp>
        <p:nvSpPr>
          <p:cNvPr id="213" name="F3_paired_semantic_8611">
            <a:extLst>
              <a:ext uri="{FF2B5EF4-FFF2-40B4-BE49-F238E27FC236}">
                <a16:creationId xmlns:a16="http://schemas.microsoft.com/office/drawing/2014/main" id="{B403E68F-A180-4789-96AD-FDAA843FCF47}"/>
              </a:ext>
            </a:extLst>
          </p:cNvPr>
          <p:cNvSpPr>
            <a:spLocks noGrp="1"/>
          </p:cNvSpPr>
          <p:nvPr/>
        </p:nvSpPr>
        <p:spPr>
          <a:xfrm>
            <a:off x="7106701" y="662094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BE723"/>
          </a:solidFill>
          <a:ln w="5054">
            <a:solidFill>
              <a:srgbClr val="FBE723"/>
            </a:solidFill>
            <a:prstDash val="solid"/>
          </a:ln>
        </p:spPr>
      </p:sp>
      <p:sp>
        <p:nvSpPr>
          <p:cNvPr id="214" name="F3_paired_semantic_8612">
            <a:extLst>
              <a:ext uri="{FF2B5EF4-FFF2-40B4-BE49-F238E27FC236}">
                <a16:creationId xmlns:a16="http://schemas.microsoft.com/office/drawing/2014/main" id="{57F62874-58D3-43CA-8C61-9C96C849D01E}"/>
              </a:ext>
            </a:extLst>
          </p:cNvPr>
          <p:cNvSpPr>
            <a:spLocks noGrp="1"/>
          </p:cNvSpPr>
          <p:nvPr/>
        </p:nvSpPr>
        <p:spPr>
          <a:xfrm>
            <a:off x="7106701" y="66013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8E621"/>
          </a:solidFill>
          <a:ln w="5054">
            <a:solidFill>
              <a:srgbClr val="F8E621"/>
            </a:solidFill>
            <a:prstDash val="solid"/>
          </a:ln>
        </p:spPr>
      </p:sp>
      <p:sp>
        <p:nvSpPr>
          <p:cNvPr id="215" name="F3_paired_semantic_8613">
            <a:extLst>
              <a:ext uri="{FF2B5EF4-FFF2-40B4-BE49-F238E27FC236}">
                <a16:creationId xmlns:a16="http://schemas.microsoft.com/office/drawing/2014/main" id="{A41C6F6C-F88D-4BE3-969E-E12CA453EA11}"/>
              </a:ext>
            </a:extLst>
          </p:cNvPr>
          <p:cNvSpPr>
            <a:spLocks noGrp="1"/>
          </p:cNvSpPr>
          <p:nvPr/>
        </p:nvSpPr>
        <p:spPr>
          <a:xfrm>
            <a:off x="7106701" y="658184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6E620"/>
          </a:solidFill>
          <a:ln w="5054">
            <a:solidFill>
              <a:srgbClr val="F6E620"/>
            </a:solidFill>
            <a:prstDash val="solid"/>
          </a:ln>
        </p:spPr>
      </p:sp>
      <p:sp>
        <p:nvSpPr>
          <p:cNvPr id="216" name="F3_paired_semantic_8614">
            <a:extLst>
              <a:ext uri="{FF2B5EF4-FFF2-40B4-BE49-F238E27FC236}">
                <a16:creationId xmlns:a16="http://schemas.microsoft.com/office/drawing/2014/main" id="{EE831C31-42A4-4E56-AB7B-2E903A0E3233}"/>
              </a:ext>
            </a:extLst>
          </p:cNvPr>
          <p:cNvSpPr>
            <a:spLocks noGrp="1"/>
          </p:cNvSpPr>
          <p:nvPr/>
        </p:nvSpPr>
        <p:spPr>
          <a:xfrm>
            <a:off x="7106701" y="65622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4E61E"/>
          </a:solidFill>
          <a:ln w="5054">
            <a:solidFill>
              <a:srgbClr val="F4E61E"/>
            </a:solidFill>
            <a:prstDash val="solid"/>
          </a:ln>
        </p:spPr>
      </p:sp>
      <p:sp>
        <p:nvSpPr>
          <p:cNvPr id="217" name="F3_paired_semantic_8615">
            <a:extLst>
              <a:ext uri="{FF2B5EF4-FFF2-40B4-BE49-F238E27FC236}">
                <a16:creationId xmlns:a16="http://schemas.microsoft.com/office/drawing/2014/main" id="{385E220E-AA47-474E-9B0B-A48BB9F6FCA9}"/>
              </a:ext>
            </a:extLst>
          </p:cNvPr>
          <p:cNvSpPr>
            <a:spLocks noGrp="1"/>
          </p:cNvSpPr>
          <p:nvPr/>
        </p:nvSpPr>
        <p:spPr>
          <a:xfrm>
            <a:off x="7106701" y="65427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1E51D"/>
          </a:solidFill>
          <a:ln w="5054">
            <a:solidFill>
              <a:srgbClr val="F1E51D"/>
            </a:solidFill>
            <a:prstDash val="solid"/>
          </a:ln>
        </p:spPr>
      </p:sp>
      <p:sp>
        <p:nvSpPr>
          <p:cNvPr id="218" name="F3_paired_semantic_8616">
            <a:extLst>
              <a:ext uri="{FF2B5EF4-FFF2-40B4-BE49-F238E27FC236}">
                <a16:creationId xmlns:a16="http://schemas.microsoft.com/office/drawing/2014/main" id="{20A3B8A2-926A-4AB2-8643-C15E36B20ACE}"/>
              </a:ext>
            </a:extLst>
          </p:cNvPr>
          <p:cNvSpPr>
            <a:spLocks noGrp="1"/>
          </p:cNvSpPr>
          <p:nvPr/>
        </p:nvSpPr>
        <p:spPr>
          <a:xfrm>
            <a:off x="7106701" y="65231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FE51C"/>
          </a:solidFill>
          <a:ln w="5054">
            <a:solidFill>
              <a:srgbClr val="EFE51C"/>
            </a:solidFill>
            <a:prstDash val="solid"/>
          </a:ln>
        </p:spPr>
      </p:sp>
      <p:sp>
        <p:nvSpPr>
          <p:cNvPr id="219" name="F3_paired_semantic_8617">
            <a:extLst>
              <a:ext uri="{FF2B5EF4-FFF2-40B4-BE49-F238E27FC236}">
                <a16:creationId xmlns:a16="http://schemas.microsoft.com/office/drawing/2014/main" id="{C18F7CCD-956B-4D73-9882-2B95E6E631C1}"/>
              </a:ext>
            </a:extLst>
          </p:cNvPr>
          <p:cNvSpPr>
            <a:spLocks noGrp="1"/>
          </p:cNvSpPr>
          <p:nvPr/>
        </p:nvSpPr>
        <p:spPr>
          <a:xfrm>
            <a:off x="7106701" y="65036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CE51B"/>
          </a:solidFill>
          <a:ln w="5054">
            <a:solidFill>
              <a:srgbClr val="ECE51B"/>
            </a:solidFill>
            <a:prstDash val="solid"/>
          </a:ln>
        </p:spPr>
      </p:sp>
      <p:sp>
        <p:nvSpPr>
          <p:cNvPr id="220" name="F3_paired_semantic_8618">
            <a:extLst>
              <a:ext uri="{FF2B5EF4-FFF2-40B4-BE49-F238E27FC236}">
                <a16:creationId xmlns:a16="http://schemas.microsoft.com/office/drawing/2014/main" id="{F64715F2-022E-48A8-9A8B-77CC56D6E910}"/>
              </a:ext>
            </a:extLst>
          </p:cNvPr>
          <p:cNvSpPr>
            <a:spLocks noGrp="1"/>
          </p:cNvSpPr>
          <p:nvPr/>
        </p:nvSpPr>
        <p:spPr>
          <a:xfrm>
            <a:off x="7106701" y="64840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AE51A"/>
          </a:solidFill>
          <a:ln w="5054">
            <a:solidFill>
              <a:srgbClr val="EAE51A"/>
            </a:solidFill>
            <a:prstDash val="solid"/>
          </a:ln>
        </p:spPr>
      </p:sp>
      <p:sp>
        <p:nvSpPr>
          <p:cNvPr id="221" name="F3_paired_semantic_8619">
            <a:extLst>
              <a:ext uri="{FF2B5EF4-FFF2-40B4-BE49-F238E27FC236}">
                <a16:creationId xmlns:a16="http://schemas.microsoft.com/office/drawing/2014/main" id="{B31F87D2-B2D6-411D-B706-6DE21955987E}"/>
              </a:ext>
            </a:extLst>
          </p:cNvPr>
          <p:cNvSpPr>
            <a:spLocks noGrp="1"/>
          </p:cNvSpPr>
          <p:nvPr/>
        </p:nvSpPr>
        <p:spPr>
          <a:xfrm>
            <a:off x="7106701" y="64645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7E419"/>
          </a:solidFill>
          <a:ln w="5054">
            <a:solidFill>
              <a:srgbClr val="E7E419"/>
            </a:solidFill>
            <a:prstDash val="solid"/>
          </a:ln>
        </p:spPr>
      </p:sp>
      <p:sp>
        <p:nvSpPr>
          <p:cNvPr id="222" name="F3_paired_semantic_8620">
            <a:extLst>
              <a:ext uri="{FF2B5EF4-FFF2-40B4-BE49-F238E27FC236}">
                <a16:creationId xmlns:a16="http://schemas.microsoft.com/office/drawing/2014/main" id="{2BE1C975-1D3B-49D8-A5C9-C853DF541220}"/>
              </a:ext>
            </a:extLst>
          </p:cNvPr>
          <p:cNvSpPr>
            <a:spLocks noGrp="1"/>
          </p:cNvSpPr>
          <p:nvPr/>
        </p:nvSpPr>
        <p:spPr>
          <a:xfrm>
            <a:off x="7106701" y="64449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5E419"/>
          </a:solidFill>
          <a:ln w="5054">
            <a:solidFill>
              <a:srgbClr val="E5E419"/>
            </a:solidFill>
            <a:prstDash val="solid"/>
          </a:ln>
        </p:spPr>
      </p:sp>
      <p:sp>
        <p:nvSpPr>
          <p:cNvPr id="223" name="F3_paired_semantic_8621">
            <a:extLst>
              <a:ext uri="{FF2B5EF4-FFF2-40B4-BE49-F238E27FC236}">
                <a16:creationId xmlns:a16="http://schemas.microsoft.com/office/drawing/2014/main" id="{AEB51568-D091-4D5C-8822-69F18E110EAF}"/>
              </a:ext>
            </a:extLst>
          </p:cNvPr>
          <p:cNvSpPr>
            <a:spLocks noGrp="1"/>
          </p:cNvSpPr>
          <p:nvPr/>
        </p:nvSpPr>
        <p:spPr>
          <a:xfrm>
            <a:off x="7106701" y="64254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2E418"/>
          </a:solidFill>
          <a:ln w="5054">
            <a:solidFill>
              <a:srgbClr val="E2E418"/>
            </a:solidFill>
            <a:prstDash val="solid"/>
          </a:ln>
        </p:spPr>
      </p:sp>
      <p:sp>
        <p:nvSpPr>
          <p:cNvPr id="224" name="F3_paired_semantic_8622">
            <a:extLst>
              <a:ext uri="{FF2B5EF4-FFF2-40B4-BE49-F238E27FC236}">
                <a16:creationId xmlns:a16="http://schemas.microsoft.com/office/drawing/2014/main" id="{CA38E300-1C66-4A06-85F5-65B0573733C6}"/>
              </a:ext>
            </a:extLst>
          </p:cNvPr>
          <p:cNvSpPr>
            <a:spLocks noGrp="1"/>
          </p:cNvSpPr>
          <p:nvPr/>
        </p:nvSpPr>
        <p:spPr>
          <a:xfrm>
            <a:off x="7106701" y="64058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FE318"/>
          </a:solidFill>
          <a:ln w="5054">
            <a:solidFill>
              <a:srgbClr val="DFE318"/>
            </a:solidFill>
            <a:prstDash val="solid"/>
          </a:ln>
        </p:spPr>
      </p:sp>
      <p:sp>
        <p:nvSpPr>
          <p:cNvPr id="225" name="F3_paired_semantic_8623">
            <a:extLst>
              <a:ext uri="{FF2B5EF4-FFF2-40B4-BE49-F238E27FC236}">
                <a16:creationId xmlns:a16="http://schemas.microsoft.com/office/drawing/2014/main" id="{4EA1E62D-DC64-45A2-978E-F5DE8032E163}"/>
              </a:ext>
            </a:extLst>
          </p:cNvPr>
          <p:cNvSpPr>
            <a:spLocks noGrp="1"/>
          </p:cNvSpPr>
          <p:nvPr/>
        </p:nvSpPr>
        <p:spPr>
          <a:xfrm>
            <a:off x="7106701" y="63863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DE318"/>
          </a:solidFill>
          <a:ln w="5054">
            <a:solidFill>
              <a:srgbClr val="DDE318"/>
            </a:solidFill>
            <a:prstDash val="solid"/>
          </a:ln>
        </p:spPr>
      </p:sp>
      <p:sp>
        <p:nvSpPr>
          <p:cNvPr id="226" name="F3_paired_semantic_8624">
            <a:extLst>
              <a:ext uri="{FF2B5EF4-FFF2-40B4-BE49-F238E27FC236}">
                <a16:creationId xmlns:a16="http://schemas.microsoft.com/office/drawing/2014/main" id="{2D841B5B-8339-4ADF-A1E6-66EAEAF7FA38}"/>
              </a:ext>
            </a:extLst>
          </p:cNvPr>
          <p:cNvSpPr>
            <a:spLocks noGrp="1"/>
          </p:cNvSpPr>
          <p:nvPr/>
        </p:nvSpPr>
        <p:spPr>
          <a:xfrm>
            <a:off x="7106701" y="63667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AE319"/>
          </a:solidFill>
          <a:ln w="5054">
            <a:solidFill>
              <a:srgbClr val="DAE319"/>
            </a:solidFill>
            <a:prstDash val="solid"/>
          </a:ln>
        </p:spPr>
      </p:sp>
      <p:sp>
        <p:nvSpPr>
          <p:cNvPr id="227" name="F3_paired_semantic_8625">
            <a:extLst>
              <a:ext uri="{FF2B5EF4-FFF2-40B4-BE49-F238E27FC236}">
                <a16:creationId xmlns:a16="http://schemas.microsoft.com/office/drawing/2014/main" id="{FF3B5E07-A64F-41C4-8ED4-A6FED8301E60}"/>
              </a:ext>
            </a:extLst>
          </p:cNvPr>
          <p:cNvSpPr>
            <a:spLocks noGrp="1"/>
          </p:cNvSpPr>
          <p:nvPr/>
        </p:nvSpPr>
        <p:spPr>
          <a:xfrm>
            <a:off x="7106701" y="63472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8E219"/>
          </a:solidFill>
          <a:ln w="5054">
            <a:solidFill>
              <a:srgbClr val="D8E219"/>
            </a:solidFill>
            <a:prstDash val="solid"/>
          </a:ln>
        </p:spPr>
      </p:sp>
      <p:sp>
        <p:nvSpPr>
          <p:cNvPr id="228" name="F3_paired_semantic_8626">
            <a:extLst>
              <a:ext uri="{FF2B5EF4-FFF2-40B4-BE49-F238E27FC236}">
                <a16:creationId xmlns:a16="http://schemas.microsoft.com/office/drawing/2014/main" id="{FF5CB040-7F13-4660-B068-CF1BA9629193}"/>
              </a:ext>
            </a:extLst>
          </p:cNvPr>
          <p:cNvSpPr>
            <a:spLocks noGrp="1"/>
          </p:cNvSpPr>
          <p:nvPr/>
        </p:nvSpPr>
        <p:spPr>
          <a:xfrm>
            <a:off x="7106701" y="63276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5E21A"/>
          </a:solidFill>
          <a:ln w="5054">
            <a:solidFill>
              <a:srgbClr val="D5E21A"/>
            </a:solidFill>
            <a:prstDash val="solid"/>
          </a:ln>
        </p:spPr>
      </p:sp>
      <p:sp>
        <p:nvSpPr>
          <p:cNvPr id="229" name="F3_paired_semantic_8627">
            <a:extLst>
              <a:ext uri="{FF2B5EF4-FFF2-40B4-BE49-F238E27FC236}">
                <a16:creationId xmlns:a16="http://schemas.microsoft.com/office/drawing/2014/main" id="{A5A80D3D-BDA0-4BB0-B730-DE2267BE957F}"/>
              </a:ext>
            </a:extLst>
          </p:cNvPr>
          <p:cNvSpPr>
            <a:spLocks noGrp="1"/>
          </p:cNvSpPr>
          <p:nvPr/>
        </p:nvSpPr>
        <p:spPr>
          <a:xfrm>
            <a:off x="7106701" y="63081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2E21B"/>
          </a:solidFill>
          <a:ln w="5054">
            <a:solidFill>
              <a:srgbClr val="D2E21B"/>
            </a:solidFill>
            <a:prstDash val="solid"/>
          </a:ln>
        </p:spPr>
      </p:sp>
      <p:sp>
        <p:nvSpPr>
          <p:cNvPr id="230" name="F3_paired_semantic_8628">
            <a:extLst>
              <a:ext uri="{FF2B5EF4-FFF2-40B4-BE49-F238E27FC236}">
                <a16:creationId xmlns:a16="http://schemas.microsoft.com/office/drawing/2014/main" id="{8326987C-094C-4E70-B238-DE866F5D9122}"/>
              </a:ext>
            </a:extLst>
          </p:cNvPr>
          <p:cNvSpPr>
            <a:spLocks noGrp="1"/>
          </p:cNvSpPr>
          <p:nvPr/>
        </p:nvSpPr>
        <p:spPr>
          <a:xfrm>
            <a:off x="7106701" y="62885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0E11C"/>
          </a:solidFill>
          <a:ln w="5054">
            <a:solidFill>
              <a:srgbClr val="D0E11C"/>
            </a:solidFill>
            <a:prstDash val="solid"/>
          </a:ln>
        </p:spPr>
      </p:sp>
      <p:sp>
        <p:nvSpPr>
          <p:cNvPr id="231" name="F3_paired_semantic_8629">
            <a:extLst>
              <a:ext uri="{FF2B5EF4-FFF2-40B4-BE49-F238E27FC236}">
                <a16:creationId xmlns:a16="http://schemas.microsoft.com/office/drawing/2014/main" id="{93039BCC-9CF0-415C-88B9-BE35AF4D4C44}"/>
              </a:ext>
            </a:extLst>
          </p:cNvPr>
          <p:cNvSpPr>
            <a:spLocks noGrp="1"/>
          </p:cNvSpPr>
          <p:nvPr/>
        </p:nvSpPr>
        <p:spPr>
          <a:xfrm>
            <a:off x="7106701" y="62690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DE11D"/>
          </a:solidFill>
          <a:ln w="5054">
            <a:solidFill>
              <a:srgbClr val="CDE11D"/>
            </a:solidFill>
            <a:prstDash val="solid"/>
          </a:ln>
        </p:spPr>
      </p:sp>
      <p:sp>
        <p:nvSpPr>
          <p:cNvPr id="232" name="F3_paired_semantic_8630">
            <a:extLst>
              <a:ext uri="{FF2B5EF4-FFF2-40B4-BE49-F238E27FC236}">
                <a16:creationId xmlns:a16="http://schemas.microsoft.com/office/drawing/2014/main" id="{28A6F181-F5E2-4B5C-882E-B2AA87DCE003}"/>
              </a:ext>
            </a:extLst>
          </p:cNvPr>
          <p:cNvSpPr>
            <a:spLocks noGrp="1"/>
          </p:cNvSpPr>
          <p:nvPr/>
        </p:nvSpPr>
        <p:spPr>
          <a:xfrm>
            <a:off x="7106701" y="62494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AE11F"/>
          </a:solidFill>
          <a:ln w="5054">
            <a:solidFill>
              <a:srgbClr val="CAE11F"/>
            </a:solidFill>
            <a:prstDash val="solid"/>
          </a:ln>
        </p:spPr>
      </p:sp>
      <p:sp>
        <p:nvSpPr>
          <p:cNvPr id="233" name="F3_paired_semantic_8631">
            <a:extLst>
              <a:ext uri="{FF2B5EF4-FFF2-40B4-BE49-F238E27FC236}">
                <a16:creationId xmlns:a16="http://schemas.microsoft.com/office/drawing/2014/main" id="{70FBB5EF-C39E-46BF-A736-FDFF3E052A90}"/>
              </a:ext>
            </a:extLst>
          </p:cNvPr>
          <p:cNvSpPr>
            <a:spLocks noGrp="1"/>
          </p:cNvSpPr>
          <p:nvPr/>
        </p:nvSpPr>
        <p:spPr>
          <a:xfrm>
            <a:off x="7106701" y="62299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8E020"/>
          </a:solidFill>
          <a:ln w="5054">
            <a:solidFill>
              <a:srgbClr val="C8E020"/>
            </a:solidFill>
            <a:prstDash val="solid"/>
          </a:ln>
        </p:spPr>
      </p:sp>
      <p:sp>
        <p:nvSpPr>
          <p:cNvPr id="234" name="F3_paired_semantic_8632">
            <a:extLst>
              <a:ext uri="{FF2B5EF4-FFF2-40B4-BE49-F238E27FC236}">
                <a16:creationId xmlns:a16="http://schemas.microsoft.com/office/drawing/2014/main" id="{76139620-6A2B-47C7-BB29-6AB239C5A1F6}"/>
              </a:ext>
            </a:extLst>
          </p:cNvPr>
          <p:cNvSpPr>
            <a:spLocks noGrp="1"/>
          </p:cNvSpPr>
          <p:nvPr/>
        </p:nvSpPr>
        <p:spPr>
          <a:xfrm>
            <a:off x="7106701" y="62103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5E021"/>
          </a:solidFill>
          <a:ln w="5054">
            <a:solidFill>
              <a:srgbClr val="C5E021"/>
            </a:solidFill>
            <a:prstDash val="solid"/>
          </a:ln>
        </p:spPr>
      </p:sp>
      <p:sp>
        <p:nvSpPr>
          <p:cNvPr id="235" name="F3_paired_semantic_8633">
            <a:extLst>
              <a:ext uri="{FF2B5EF4-FFF2-40B4-BE49-F238E27FC236}">
                <a16:creationId xmlns:a16="http://schemas.microsoft.com/office/drawing/2014/main" id="{721379CC-DA6F-4CC8-9B86-E2FA25D8F4E8}"/>
              </a:ext>
            </a:extLst>
          </p:cNvPr>
          <p:cNvSpPr>
            <a:spLocks noGrp="1"/>
          </p:cNvSpPr>
          <p:nvPr/>
        </p:nvSpPr>
        <p:spPr>
          <a:xfrm>
            <a:off x="7106701" y="61908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2DF23"/>
          </a:solidFill>
          <a:ln w="5054">
            <a:solidFill>
              <a:srgbClr val="C2DF23"/>
            </a:solidFill>
            <a:prstDash val="solid"/>
          </a:ln>
        </p:spPr>
      </p:sp>
      <p:sp>
        <p:nvSpPr>
          <p:cNvPr id="236" name="F3_paired_semantic_8634">
            <a:extLst>
              <a:ext uri="{FF2B5EF4-FFF2-40B4-BE49-F238E27FC236}">
                <a16:creationId xmlns:a16="http://schemas.microsoft.com/office/drawing/2014/main" id="{FDF2BED5-9BB4-40FA-B941-37A0D0F78CDC}"/>
              </a:ext>
            </a:extLst>
          </p:cNvPr>
          <p:cNvSpPr>
            <a:spLocks noGrp="1"/>
          </p:cNvSpPr>
          <p:nvPr/>
        </p:nvSpPr>
        <p:spPr>
          <a:xfrm>
            <a:off x="7106701" y="617129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0DF25"/>
          </a:solidFill>
          <a:ln w="5054">
            <a:solidFill>
              <a:srgbClr val="C0DF25"/>
            </a:solidFill>
            <a:prstDash val="solid"/>
          </a:ln>
        </p:spPr>
      </p:sp>
      <p:sp>
        <p:nvSpPr>
          <p:cNvPr id="237" name="F3_paired_semantic_8635">
            <a:extLst>
              <a:ext uri="{FF2B5EF4-FFF2-40B4-BE49-F238E27FC236}">
                <a16:creationId xmlns:a16="http://schemas.microsoft.com/office/drawing/2014/main" id="{B2E0A4C6-2051-41D7-AA0A-9940FF6C878C}"/>
              </a:ext>
            </a:extLst>
          </p:cNvPr>
          <p:cNvSpPr>
            <a:spLocks noGrp="1"/>
          </p:cNvSpPr>
          <p:nvPr/>
        </p:nvSpPr>
        <p:spPr>
          <a:xfrm>
            <a:off x="7106701" y="61517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DDF26"/>
          </a:solidFill>
          <a:ln w="5054">
            <a:solidFill>
              <a:srgbClr val="BDDF26"/>
            </a:solidFill>
            <a:prstDash val="solid"/>
          </a:ln>
        </p:spPr>
      </p:sp>
      <p:sp>
        <p:nvSpPr>
          <p:cNvPr id="238" name="F3_paired_semantic_8636">
            <a:extLst>
              <a:ext uri="{FF2B5EF4-FFF2-40B4-BE49-F238E27FC236}">
                <a16:creationId xmlns:a16="http://schemas.microsoft.com/office/drawing/2014/main" id="{16303C01-2044-45BF-9A2C-F8D1EA3C50C5}"/>
              </a:ext>
            </a:extLst>
          </p:cNvPr>
          <p:cNvSpPr>
            <a:spLocks noGrp="1"/>
          </p:cNvSpPr>
          <p:nvPr/>
        </p:nvSpPr>
        <p:spPr>
          <a:xfrm>
            <a:off x="7106701" y="613219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ADE28"/>
          </a:solidFill>
          <a:ln w="5054">
            <a:solidFill>
              <a:srgbClr val="BADE28"/>
            </a:solidFill>
            <a:prstDash val="solid"/>
          </a:ln>
        </p:spPr>
      </p:sp>
      <p:sp>
        <p:nvSpPr>
          <p:cNvPr id="239" name="F3_paired_semantic_8637">
            <a:extLst>
              <a:ext uri="{FF2B5EF4-FFF2-40B4-BE49-F238E27FC236}">
                <a16:creationId xmlns:a16="http://schemas.microsoft.com/office/drawing/2014/main" id="{38BA5AF0-B477-4DB6-B6C4-97B018FC8C3D}"/>
              </a:ext>
            </a:extLst>
          </p:cNvPr>
          <p:cNvSpPr>
            <a:spLocks noGrp="1"/>
          </p:cNvSpPr>
          <p:nvPr/>
        </p:nvSpPr>
        <p:spPr>
          <a:xfrm>
            <a:off x="7106701" y="61126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8DE29"/>
          </a:solidFill>
          <a:ln w="5054">
            <a:solidFill>
              <a:srgbClr val="B8DE29"/>
            </a:solidFill>
            <a:prstDash val="solid"/>
          </a:ln>
        </p:spPr>
      </p:sp>
      <p:sp>
        <p:nvSpPr>
          <p:cNvPr id="240" name="F3_paired_semantic_8638">
            <a:extLst>
              <a:ext uri="{FF2B5EF4-FFF2-40B4-BE49-F238E27FC236}">
                <a16:creationId xmlns:a16="http://schemas.microsoft.com/office/drawing/2014/main" id="{E2B364DC-DF5F-405B-B5EB-68698ECAF20B}"/>
              </a:ext>
            </a:extLst>
          </p:cNvPr>
          <p:cNvSpPr>
            <a:spLocks noGrp="1"/>
          </p:cNvSpPr>
          <p:nvPr/>
        </p:nvSpPr>
        <p:spPr>
          <a:xfrm>
            <a:off x="7106701" y="60930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5DE2B"/>
          </a:solidFill>
          <a:ln w="5054">
            <a:solidFill>
              <a:srgbClr val="B5DE2B"/>
            </a:solidFill>
            <a:prstDash val="solid"/>
          </a:ln>
        </p:spPr>
      </p:sp>
      <p:sp>
        <p:nvSpPr>
          <p:cNvPr id="241" name="F3_paired_semantic_8639">
            <a:extLst>
              <a:ext uri="{FF2B5EF4-FFF2-40B4-BE49-F238E27FC236}">
                <a16:creationId xmlns:a16="http://schemas.microsoft.com/office/drawing/2014/main" id="{C0C5544D-0B82-4D85-AA1D-24AD3026337E}"/>
              </a:ext>
            </a:extLst>
          </p:cNvPr>
          <p:cNvSpPr>
            <a:spLocks noGrp="1"/>
          </p:cNvSpPr>
          <p:nvPr/>
        </p:nvSpPr>
        <p:spPr>
          <a:xfrm>
            <a:off x="7106701" y="60735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2DD2D"/>
          </a:solidFill>
          <a:ln w="5054">
            <a:solidFill>
              <a:srgbClr val="B2DD2D"/>
            </a:solidFill>
            <a:prstDash val="solid"/>
          </a:ln>
        </p:spPr>
      </p:sp>
      <p:sp>
        <p:nvSpPr>
          <p:cNvPr id="242" name="F3_paired_semantic_8640">
            <a:extLst>
              <a:ext uri="{FF2B5EF4-FFF2-40B4-BE49-F238E27FC236}">
                <a16:creationId xmlns:a16="http://schemas.microsoft.com/office/drawing/2014/main" id="{F52456E8-0D94-4F8E-8B81-5A8D7440B583}"/>
              </a:ext>
            </a:extLst>
          </p:cNvPr>
          <p:cNvSpPr>
            <a:spLocks noGrp="1"/>
          </p:cNvSpPr>
          <p:nvPr/>
        </p:nvSpPr>
        <p:spPr>
          <a:xfrm>
            <a:off x="7106701" y="60539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0DD2F"/>
          </a:solidFill>
          <a:ln w="5054">
            <a:solidFill>
              <a:srgbClr val="B0DD2F"/>
            </a:solidFill>
            <a:prstDash val="solid"/>
          </a:ln>
        </p:spPr>
      </p:sp>
      <p:sp>
        <p:nvSpPr>
          <p:cNvPr id="243" name="F3_paired_semantic_8641">
            <a:extLst>
              <a:ext uri="{FF2B5EF4-FFF2-40B4-BE49-F238E27FC236}">
                <a16:creationId xmlns:a16="http://schemas.microsoft.com/office/drawing/2014/main" id="{CF1E5F90-27BC-4C3C-B572-F8A670569C30}"/>
              </a:ext>
            </a:extLst>
          </p:cNvPr>
          <p:cNvSpPr>
            <a:spLocks noGrp="1"/>
          </p:cNvSpPr>
          <p:nvPr/>
        </p:nvSpPr>
        <p:spPr>
          <a:xfrm>
            <a:off x="7106701" y="60344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DDC30"/>
          </a:solidFill>
          <a:ln w="5054">
            <a:solidFill>
              <a:srgbClr val="ADDC30"/>
            </a:solidFill>
            <a:prstDash val="solid"/>
          </a:ln>
        </p:spPr>
      </p:sp>
      <p:sp>
        <p:nvSpPr>
          <p:cNvPr id="244" name="F3_paired_semantic_8642">
            <a:extLst>
              <a:ext uri="{FF2B5EF4-FFF2-40B4-BE49-F238E27FC236}">
                <a16:creationId xmlns:a16="http://schemas.microsoft.com/office/drawing/2014/main" id="{4D82AED7-AF68-4D4F-970C-A647571006E0}"/>
              </a:ext>
            </a:extLst>
          </p:cNvPr>
          <p:cNvSpPr>
            <a:spLocks noGrp="1"/>
          </p:cNvSpPr>
          <p:nvPr/>
        </p:nvSpPr>
        <p:spPr>
          <a:xfrm>
            <a:off x="7106701" y="60148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ADC32"/>
          </a:solidFill>
          <a:ln w="5054">
            <a:solidFill>
              <a:srgbClr val="AADC32"/>
            </a:solidFill>
            <a:prstDash val="solid"/>
          </a:ln>
        </p:spPr>
      </p:sp>
      <p:sp>
        <p:nvSpPr>
          <p:cNvPr id="245" name="F3_paired_semantic_8643">
            <a:extLst>
              <a:ext uri="{FF2B5EF4-FFF2-40B4-BE49-F238E27FC236}">
                <a16:creationId xmlns:a16="http://schemas.microsoft.com/office/drawing/2014/main" id="{8078B89D-31D6-4087-A79E-B764B5D8686D}"/>
              </a:ext>
            </a:extLst>
          </p:cNvPr>
          <p:cNvSpPr>
            <a:spLocks noGrp="1"/>
          </p:cNvSpPr>
          <p:nvPr/>
        </p:nvSpPr>
        <p:spPr>
          <a:xfrm>
            <a:off x="7106701" y="59953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8DB34"/>
          </a:solidFill>
          <a:ln w="5054">
            <a:solidFill>
              <a:srgbClr val="A8DB34"/>
            </a:solidFill>
            <a:prstDash val="solid"/>
          </a:ln>
        </p:spPr>
      </p:sp>
      <p:sp>
        <p:nvSpPr>
          <p:cNvPr id="246" name="F3_paired_semantic_8644">
            <a:extLst>
              <a:ext uri="{FF2B5EF4-FFF2-40B4-BE49-F238E27FC236}">
                <a16:creationId xmlns:a16="http://schemas.microsoft.com/office/drawing/2014/main" id="{B9DCC2CE-1F28-42A9-8D6F-DC98938094EE}"/>
              </a:ext>
            </a:extLst>
          </p:cNvPr>
          <p:cNvSpPr>
            <a:spLocks noGrp="1"/>
          </p:cNvSpPr>
          <p:nvPr/>
        </p:nvSpPr>
        <p:spPr>
          <a:xfrm>
            <a:off x="7106701" y="59757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5DB36"/>
          </a:solidFill>
          <a:ln w="5054">
            <a:solidFill>
              <a:srgbClr val="A5DB36"/>
            </a:solidFill>
            <a:prstDash val="solid"/>
          </a:ln>
        </p:spPr>
      </p:sp>
      <p:sp>
        <p:nvSpPr>
          <p:cNvPr id="247" name="F3_paired_semantic_8645">
            <a:extLst>
              <a:ext uri="{FF2B5EF4-FFF2-40B4-BE49-F238E27FC236}">
                <a16:creationId xmlns:a16="http://schemas.microsoft.com/office/drawing/2014/main" id="{81C8C5E0-A110-4C44-8198-738DA72824F4}"/>
              </a:ext>
            </a:extLst>
          </p:cNvPr>
          <p:cNvSpPr>
            <a:spLocks noGrp="1"/>
          </p:cNvSpPr>
          <p:nvPr/>
        </p:nvSpPr>
        <p:spPr>
          <a:xfrm>
            <a:off x="7106701" y="59562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2DA37"/>
          </a:solidFill>
          <a:ln w="5054">
            <a:solidFill>
              <a:srgbClr val="A2DA37"/>
            </a:solidFill>
            <a:prstDash val="solid"/>
          </a:ln>
        </p:spPr>
      </p:sp>
      <p:sp>
        <p:nvSpPr>
          <p:cNvPr id="248" name="F3_paired_semantic_8646">
            <a:extLst>
              <a:ext uri="{FF2B5EF4-FFF2-40B4-BE49-F238E27FC236}">
                <a16:creationId xmlns:a16="http://schemas.microsoft.com/office/drawing/2014/main" id="{4531FE2E-7A0F-4898-A69D-75DC1F5C1FCB}"/>
              </a:ext>
            </a:extLst>
          </p:cNvPr>
          <p:cNvSpPr>
            <a:spLocks noGrp="1"/>
          </p:cNvSpPr>
          <p:nvPr/>
        </p:nvSpPr>
        <p:spPr>
          <a:xfrm>
            <a:off x="7106701" y="59366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0DA39"/>
          </a:solidFill>
          <a:ln w="5054">
            <a:solidFill>
              <a:srgbClr val="A0DA39"/>
            </a:solidFill>
            <a:prstDash val="solid"/>
          </a:ln>
        </p:spPr>
      </p:sp>
      <p:sp>
        <p:nvSpPr>
          <p:cNvPr id="249" name="F3_paired_semantic_8647">
            <a:extLst>
              <a:ext uri="{FF2B5EF4-FFF2-40B4-BE49-F238E27FC236}">
                <a16:creationId xmlns:a16="http://schemas.microsoft.com/office/drawing/2014/main" id="{F2C8331F-826D-4995-B5BF-A611795C902F}"/>
              </a:ext>
            </a:extLst>
          </p:cNvPr>
          <p:cNvSpPr>
            <a:spLocks noGrp="1"/>
          </p:cNvSpPr>
          <p:nvPr/>
        </p:nvSpPr>
        <p:spPr>
          <a:xfrm>
            <a:off x="7106701" y="59171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DD93B"/>
          </a:solidFill>
          <a:ln w="5054">
            <a:solidFill>
              <a:srgbClr val="9DD93B"/>
            </a:solidFill>
            <a:prstDash val="solid"/>
          </a:ln>
        </p:spPr>
      </p:sp>
      <p:sp>
        <p:nvSpPr>
          <p:cNvPr id="250" name="F3_paired_semantic_8648">
            <a:extLst>
              <a:ext uri="{FF2B5EF4-FFF2-40B4-BE49-F238E27FC236}">
                <a16:creationId xmlns:a16="http://schemas.microsoft.com/office/drawing/2014/main" id="{B0072236-AA8F-47BD-969B-594FC7144889}"/>
              </a:ext>
            </a:extLst>
          </p:cNvPr>
          <p:cNvSpPr>
            <a:spLocks noGrp="1"/>
          </p:cNvSpPr>
          <p:nvPr/>
        </p:nvSpPr>
        <p:spPr>
          <a:xfrm>
            <a:off x="7106701" y="58975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BD93C"/>
          </a:solidFill>
          <a:ln w="5054">
            <a:solidFill>
              <a:srgbClr val="9BD93C"/>
            </a:solidFill>
            <a:prstDash val="solid"/>
          </a:ln>
        </p:spPr>
      </p:sp>
      <p:sp>
        <p:nvSpPr>
          <p:cNvPr id="251" name="F3_paired_semantic_8649">
            <a:extLst>
              <a:ext uri="{FF2B5EF4-FFF2-40B4-BE49-F238E27FC236}">
                <a16:creationId xmlns:a16="http://schemas.microsoft.com/office/drawing/2014/main" id="{20F33499-0550-44BE-B836-CAA433CC112E}"/>
              </a:ext>
            </a:extLst>
          </p:cNvPr>
          <p:cNvSpPr>
            <a:spLocks noGrp="1"/>
          </p:cNvSpPr>
          <p:nvPr/>
        </p:nvSpPr>
        <p:spPr>
          <a:xfrm>
            <a:off x="7106701" y="58780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8D83E"/>
          </a:solidFill>
          <a:ln w="5054">
            <a:solidFill>
              <a:srgbClr val="98D83E"/>
            </a:solidFill>
            <a:prstDash val="solid"/>
          </a:ln>
        </p:spPr>
      </p:sp>
      <p:sp>
        <p:nvSpPr>
          <p:cNvPr id="252" name="F3_paired_semantic_8650">
            <a:extLst>
              <a:ext uri="{FF2B5EF4-FFF2-40B4-BE49-F238E27FC236}">
                <a16:creationId xmlns:a16="http://schemas.microsoft.com/office/drawing/2014/main" id="{E5139CE3-AA5E-484E-948A-C77F239A29A1}"/>
              </a:ext>
            </a:extLst>
          </p:cNvPr>
          <p:cNvSpPr>
            <a:spLocks noGrp="1"/>
          </p:cNvSpPr>
          <p:nvPr/>
        </p:nvSpPr>
        <p:spPr>
          <a:xfrm>
            <a:off x="7106701" y="58584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5D840"/>
          </a:solidFill>
          <a:ln w="5054">
            <a:solidFill>
              <a:srgbClr val="95D840"/>
            </a:solidFill>
            <a:prstDash val="solid"/>
          </a:ln>
        </p:spPr>
      </p:sp>
      <p:sp>
        <p:nvSpPr>
          <p:cNvPr id="253" name="F3_paired_semantic_8651">
            <a:extLst>
              <a:ext uri="{FF2B5EF4-FFF2-40B4-BE49-F238E27FC236}">
                <a16:creationId xmlns:a16="http://schemas.microsoft.com/office/drawing/2014/main" id="{71C65982-5BA0-425E-80F9-F45252ADE620}"/>
              </a:ext>
            </a:extLst>
          </p:cNvPr>
          <p:cNvSpPr>
            <a:spLocks noGrp="1"/>
          </p:cNvSpPr>
          <p:nvPr/>
        </p:nvSpPr>
        <p:spPr>
          <a:xfrm>
            <a:off x="7106701" y="58389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3D741"/>
          </a:solidFill>
          <a:ln w="5054">
            <a:solidFill>
              <a:srgbClr val="93D741"/>
            </a:solidFill>
            <a:prstDash val="solid"/>
          </a:ln>
        </p:spPr>
      </p:sp>
      <p:sp>
        <p:nvSpPr>
          <p:cNvPr id="254" name="F3_paired_semantic_8652">
            <a:extLst>
              <a:ext uri="{FF2B5EF4-FFF2-40B4-BE49-F238E27FC236}">
                <a16:creationId xmlns:a16="http://schemas.microsoft.com/office/drawing/2014/main" id="{73F3D8CC-18F4-434A-8F1D-F8E7A7DB18A9}"/>
              </a:ext>
            </a:extLst>
          </p:cNvPr>
          <p:cNvSpPr>
            <a:spLocks noGrp="1"/>
          </p:cNvSpPr>
          <p:nvPr/>
        </p:nvSpPr>
        <p:spPr>
          <a:xfrm>
            <a:off x="7106701" y="58193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0D743"/>
          </a:solidFill>
          <a:ln w="5054">
            <a:solidFill>
              <a:srgbClr val="90D743"/>
            </a:solidFill>
            <a:prstDash val="solid"/>
          </a:ln>
        </p:spPr>
      </p:sp>
      <p:sp>
        <p:nvSpPr>
          <p:cNvPr id="255" name="F3_paired_semantic_8653">
            <a:extLst>
              <a:ext uri="{FF2B5EF4-FFF2-40B4-BE49-F238E27FC236}">
                <a16:creationId xmlns:a16="http://schemas.microsoft.com/office/drawing/2014/main" id="{CE179EFC-E2C3-481F-A83F-78A57E9865FC}"/>
              </a:ext>
            </a:extLst>
          </p:cNvPr>
          <p:cNvSpPr>
            <a:spLocks noGrp="1"/>
          </p:cNvSpPr>
          <p:nvPr/>
        </p:nvSpPr>
        <p:spPr>
          <a:xfrm>
            <a:off x="7106701" y="57998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ED645"/>
          </a:solidFill>
          <a:ln w="5054">
            <a:solidFill>
              <a:srgbClr val="8ED645"/>
            </a:solidFill>
            <a:prstDash val="solid"/>
          </a:ln>
        </p:spPr>
      </p:sp>
      <p:sp>
        <p:nvSpPr>
          <p:cNvPr id="256" name="F3_paired_semantic_8654">
            <a:extLst>
              <a:ext uri="{FF2B5EF4-FFF2-40B4-BE49-F238E27FC236}">
                <a16:creationId xmlns:a16="http://schemas.microsoft.com/office/drawing/2014/main" id="{CD08D098-A138-4450-A83E-97041A99F7B8}"/>
              </a:ext>
            </a:extLst>
          </p:cNvPr>
          <p:cNvSpPr>
            <a:spLocks noGrp="1"/>
          </p:cNvSpPr>
          <p:nvPr/>
        </p:nvSpPr>
        <p:spPr>
          <a:xfrm>
            <a:off x="7106701" y="57802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BD646"/>
          </a:solidFill>
          <a:ln w="5054">
            <a:solidFill>
              <a:srgbClr val="8BD646"/>
            </a:solidFill>
            <a:prstDash val="solid"/>
          </a:ln>
        </p:spPr>
      </p:sp>
      <p:sp>
        <p:nvSpPr>
          <p:cNvPr id="257" name="F3_paired_semantic_8655">
            <a:extLst>
              <a:ext uri="{FF2B5EF4-FFF2-40B4-BE49-F238E27FC236}">
                <a16:creationId xmlns:a16="http://schemas.microsoft.com/office/drawing/2014/main" id="{A13559CA-58C4-46D0-A608-71DC0531871B}"/>
              </a:ext>
            </a:extLst>
          </p:cNvPr>
          <p:cNvSpPr>
            <a:spLocks noGrp="1"/>
          </p:cNvSpPr>
          <p:nvPr/>
        </p:nvSpPr>
        <p:spPr>
          <a:xfrm>
            <a:off x="7106701" y="57607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9D548"/>
          </a:solidFill>
          <a:ln w="5054">
            <a:solidFill>
              <a:srgbClr val="89D548"/>
            </a:solidFill>
            <a:prstDash val="solid"/>
          </a:ln>
        </p:spPr>
      </p:sp>
      <p:sp>
        <p:nvSpPr>
          <p:cNvPr id="258" name="F3_paired_semantic_8656">
            <a:extLst>
              <a:ext uri="{FF2B5EF4-FFF2-40B4-BE49-F238E27FC236}">
                <a16:creationId xmlns:a16="http://schemas.microsoft.com/office/drawing/2014/main" id="{0A74B2A1-953E-4585-A2DC-A32855A125AE}"/>
              </a:ext>
            </a:extLst>
          </p:cNvPr>
          <p:cNvSpPr>
            <a:spLocks noGrp="1"/>
          </p:cNvSpPr>
          <p:nvPr/>
        </p:nvSpPr>
        <p:spPr>
          <a:xfrm>
            <a:off x="7106701" y="57411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6D549"/>
          </a:solidFill>
          <a:ln w="5054">
            <a:solidFill>
              <a:srgbClr val="86D549"/>
            </a:solidFill>
            <a:prstDash val="solid"/>
          </a:ln>
        </p:spPr>
      </p:sp>
      <p:sp>
        <p:nvSpPr>
          <p:cNvPr id="259" name="F3_paired_semantic_8657">
            <a:extLst>
              <a:ext uri="{FF2B5EF4-FFF2-40B4-BE49-F238E27FC236}">
                <a16:creationId xmlns:a16="http://schemas.microsoft.com/office/drawing/2014/main" id="{72B66FF9-E3C8-46FA-B7EB-1799BAF89A44}"/>
              </a:ext>
            </a:extLst>
          </p:cNvPr>
          <p:cNvSpPr>
            <a:spLocks noGrp="1"/>
          </p:cNvSpPr>
          <p:nvPr/>
        </p:nvSpPr>
        <p:spPr>
          <a:xfrm>
            <a:off x="7106701" y="57216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4D44B"/>
          </a:solidFill>
          <a:ln w="5054">
            <a:solidFill>
              <a:srgbClr val="84D44B"/>
            </a:solidFill>
            <a:prstDash val="solid"/>
          </a:ln>
        </p:spPr>
      </p:sp>
      <p:sp>
        <p:nvSpPr>
          <p:cNvPr id="260" name="F3_paired_semantic_8658">
            <a:extLst>
              <a:ext uri="{FF2B5EF4-FFF2-40B4-BE49-F238E27FC236}">
                <a16:creationId xmlns:a16="http://schemas.microsoft.com/office/drawing/2014/main" id="{9670BFE4-0127-4E82-9358-F2FD9B0C7329}"/>
              </a:ext>
            </a:extLst>
          </p:cNvPr>
          <p:cNvSpPr>
            <a:spLocks noGrp="1"/>
          </p:cNvSpPr>
          <p:nvPr/>
        </p:nvSpPr>
        <p:spPr>
          <a:xfrm>
            <a:off x="7106701" y="57020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1D34D"/>
          </a:solidFill>
          <a:ln w="5054">
            <a:solidFill>
              <a:srgbClr val="81D34D"/>
            </a:solidFill>
            <a:prstDash val="solid"/>
          </a:ln>
        </p:spPr>
      </p:sp>
      <p:sp>
        <p:nvSpPr>
          <p:cNvPr id="261" name="F3_paired_semantic_8659">
            <a:extLst>
              <a:ext uri="{FF2B5EF4-FFF2-40B4-BE49-F238E27FC236}">
                <a16:creationId xmlns:a16="http://schemas.microsoft.com/office/drawing/2014/main" id="{EF814B4E-3535-4E32-852A-B7D88E557E28}"/>
              </a:ext>
            </a:extLst>
          </p:cNvPr>
          <p:cNvSpPr>
            <a:spLocks noGrp="1"/>
          </p:cNvSpPr>
          <p:nvPr/>
        </p:nvSpPr>
        <p:spPr>
          <a:xfrm>
            <a:off x="7106701" y="56825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FD34E"/>
          </a:solidFill>
          <a:ln w="5054">
            <a:solidFill>
              <a:srgbClr val="7FD34E"/>
            </a:solidFill>
            <a:prstDash val="solid"/>
          </a:ln>
        </p:spPr>
      </p:sp>
      <p:sp>
        <p:nvSpPr>
          <p:cNvPr id="262" name="F3_paired_semantic_8660">
            <a:extLst>
              <a:ext uri="{FF2B5EF4-FFF2-40B4-BE49-F238E27FC236}">
                <a16:creationId xmlns:a16="http://schemas.microsoft.com/office/drawing/2014/main" id="{801F0973-A7B4-4BAD-A133-0D34B30F4292}"/>
              </a:ext>
            </a:extLst>
          </p:cNvPr>
          <p:cNvSpPr>
            <a:spLocks noGrp="1"/>
          </p:cNvSpPr>
          <p:nvPr/>
        </p:nvSpPr>
        <p:spPr>
          <a:xfrm>
            <a:off x="7106701" y="56629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CD250"/>
          </a:solidFill>
          <a:ln w="5054">
            <a:solidFill>
              <a:srgbClr val="7CD250"/>
            </a:solidFill>
            <a:prstDash val="solid"/>
          </a:ln>
        </p:spPr>
      </p:sp>
      <p:sp>
        <p:nvSpPr>
          <p:cNvPr id="263" name="F3_paired_semantic_8661">
            <a:extLst>
              <a:ext uri="{FF2B5EF4-FFF2-40B4-BE49-F238E27FC236}">
                <a16:creationId xmlns:a16="http://schemas.microsoft.com/office/drawing/2014/main" id="{B590D9A9-99C8-4A8C-B5DA-0DDC33BF1D7D}"/>
              </a:ext>
            </a:extLst>
          </p:cNvPr>
          <p:cNvSpPr>
            <a:spLocks noGrp="1"/>
          </p:cNvSpPr>
          <p:nvPr/>
        </p:nvSpPr>
        <p:spPr>
          <a:xfrm>
            <a:off x="7106701" y="56434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AD151"/>
          </a:solidFill>
          <a:ln w="5054">
            <a:solidFill>
              <a:srgbClr val="7AD151"/>
            </a:solidFill>
            <a:prstDash val="solid"/>
          </a:ln>
        </p:spPr>
      </p:sp>
      <p:sp>
        <p:nvSpPr>
          <p:cNvPr id="264" name="F3_paired_semantic_8662">
            <a:extLst>
              <a:ext uri="{FF2B5EF4-FFF2-40B4-BE49-F238E27FC236}">
                <a16:creationId xmlns:a16="http://schemas.microsoft.com/office/drawing/2014/main" id="{E0A34DF6-176C-4FA7-AC85-30437D0BB61F}"/>
              </a:ext>
            </a:extLst>
          </p:cNvPr>
          <p:cNvSpPr>
            <a:spLocks noGrp="1"/>
          </p:cNvSpPr>
          <p:nvPr/>
        </p:nvSpPr>
        <p:spPr>
          <a:xfrm>
            <a:off x="7106701" y="56239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7D153"/>
          </a:solidFill>
          <a:ln w="5054">
            <a:solidFill>
              <a:srgbClr val="77D153"/>
            </a:solidFill>
            <a:prstDash val="solid"/>
          </a:ln>
        </p:spPr>
      </p:sp>
      <p:sp>
        <p:nvSpPr>
          <p:cNvPr id="265" name="F3_paired_semantic_8663">
            <a:extLst>
              <a:ext uri="{FF2B5EF4-FFF2-40B4-BE49-F238E27FC236}">
                <a16:creationId xmlns:a16="http://schemas.microsoft.com/office/drawing/2014/main" id="{122645E8-1A04-466E-9476-5FBA5A95F6F8}"/>
              </a:ext>
            </a:extLst>
          </p:cNvPr>
          <p:cNvSpPr>
            <a:spLocks noGrp="1"/>
          </p:cNvSpPr>
          <p:nvPr/>
        </p:nvSpPr>
        <p:spPr>
          <a:xfrm>
            <a:off x="7106701" y="56043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5D054"/>
          </a:solidFill>
          <a:ln w="5054">
            <a:solidFill>
              <a:srgbClr val="75D054"/>
            </a:solidFill>
            <a:prstDash val="solid"/>
          </a:ln>
        </p:spPr>
      </p:sp>
      <p:sp>
        <p:nvSpPr>
          <p:cNvPr id="266" name="F3_paired_semantic_8664">
            <a:extLst>
              <a:ext uri="{FF2B5EF4-FFF2-40B4-BE49-F238E27FC236}">
                <a16:creationId xmlns:a16="http://schemas.microsoft.com/office/drawing/2014/main" id="{2BD50DFF-8831-4618-B346-CA5C3D9DE4F3}"/>
              </a:ext>
            </a:extLst>
          </p:cNvPr>
          <p:cNvSpPr>
            <a:spLocks noGrp="1"/>
          </p:cNvSpPr>
          <p:nvPr/>
        </p:nvSpPr>
        <p:spPr>
          <a:xfrm>
            <a:off x="7106701" y="55848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3D056"/>
          </a:solidFill>
          <a:ln w="5054">
            <a:solidFill>
              <a:srgbClr val="73D056"/>
            </a:solidFill>
            <a:prstDash val="solid"/>
          </a:ln>
        </p:spPr>
      </p:sp>
      <p:sp>
        <p:nvSpPr>
          <p:cNvPr id="267" name="F3_paired_semantic_8665">
            <a:extLst>
              <a:ext uri="{FF2B5EF4-FFF2-40B4-BE49-F238E27FC236}">
                <a16:creationId xmlns:a16="http://schemas.microsoft.com/office/drawing/2014/main" id="{E5E3FEE1-0588-4A59-A164-6FD33490D09C}"/>
              </a:ext>
            </a:extLst>
          </p:cNvPr>
          <p:cNvSpPr>
            <a:spLocks noGrp="1"/>
          </p:cNvSpPr>
          <p:nvPr/>
        </p:nvSpPr>
        <p:spPr>
          <a:xfrm>
            <a:off x="7106701" y="55652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0CF57"/>
          </a:solidFill>
          <a:ln w="5054">
            <a:solidFill>
              <a:srgbClr val="70CF57"/>
            </a:solidFill>
            <a:prstDash val="solid"/>
          </a:ln>
        </p:spPr>
      </p:sp>
      <p:sp>
        <p:nvSpPr>
          <p:cNvPr id="268" name="F3_paired_semantic_8666">
            <a:extLst>
              <a:ext uri="{FF2B5EF4-FFF2-40B4-BE49-F238E27FC236}">
                <a16:creationId xmlns:a16="http://schemas.microsoft.com/office/drawing/2014/main" id="{63CDA2B4-C339-4893-83F8-3BCB573C4C8E}"/>
              </a:ext>
            </a:extLst>
          </p:cNvPr>
          <p:cNvSpPr>
            <a:spLocks noGrp="1"/>
          </p:cNvSpPr>
          <p:nvPr/>
        </p:nvSpPr>
        <p:spPr>
          <a:xfrm>
            <a:off x="7106701" y="55457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ECE58"/>
          </a:solidFill>
          <a:ln w="5054">
            <a:solidFill>
              <a:srgbClr val="6ECE58"/>
            </a:solidFill>
            <a:prstDash val="solid"/>
          </a:ln>
        </p:spPr>
      </p:sp>
      <p:sp>
        <p:nvSpPr>
          <p:cNvPr id="269" name="F3_paired_semantic_8667">
            <a:extLst>
              <a:ext uri="{FF2B5EF4-FFF2-40B4-BE49-F238E27FC236}">
                <a16:creationId xmlns:a16="http://schemas.microsoft.com/office/drawing/2014/main" id="{4B85A487-0112-48A4-BE7E-7AFC84DE81B2}"/>
              </a:ext>
            </a:extLst>
          </p:cNvPr>
          <p:cNvSpPr>
            <a:spLocks noGrp="1"/>
          </p:cNvSpPr>
          <p:nvPr/>
        </p:nvSpPr>
        <p:spPr>
          <a:xfrm>
            <a:off x="7106701" y="55261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CCD5A"/>
          </a:solidFill>
          <a:ln w="5054">
            <a:solidFill>
              <a:srgbClr val="6CCD5A"/>
            </a:solidFill>
            <a:prstDash val="solid"/>
          </a:ln>
        </p:spPr>
      </p:sp>
      <p:sp>
        <p:nvSpPr>
          <p:cNvPr id="270" name="F3_paired_semantic_8668">
            <a:extLst>
              <a:ext uri="{FF2B5EF4-FFF2-40B4-BE49-F238E27FC236}">
                <a16:creationId xmlns:a16="http://schemas.microsoft.com/office/drawing/2014/main" id="{DE1FBAD2-6703-447B-A3FA-8EF2B86695A5}"/>
              </a:ext>
            </a:extLst>
          </p:cNvPr>
          <p:cNvSpPr>
            <a:spLocks noGrp="1"/>
          </p:cNvSpPr>
          <p:nvPr/>
        </p:nvSpPr>
        <p:spPr>
          <a:xfrm>
            <a:off x="7106701" y="55066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9CD5B"/>
          </a:solidFill>
          <a:ln w="5054">
            <a:solidFill>
              <a:srgbClr val="69CD5B"/>
            </a:solidFill>
            <a:prstDash val="solid"/>
          </a:ln>
        </p:spPr>
      </p:sp>
      <p:sp>
        <p:nvSpPr>
          <p:cNvPr id="271" name="F3_paired_semantic_8669">
            <a:extLst>
              <a:ext uri="{FF2B5EF4-FFF2-40B4-BE49-F238E27FC236}">
                <a16:creationId xmlns:a16="http://schemas.microsoft.com/office/drawing/2014/main" id="{DF440CC3-8489-4FFC-97A1-84993D84F0D8}"/>
              </a:ext>
            </a:extLst>
          </p:cNvPr>
          <p:cNvSpPr>
            <a:spLocks noGrp="1"/>
          </p:cNvSpPr>
          <p:nvPr/>
        </p:nvSpPr>
        <p:spPr>
          <a:xfrm>
            <a:off x="7106701" y="548705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7CC5C"/>
          </a:solidFill>
          <a:ln w="5054">
            <a:solidFill>
              <a:srgbClr val="67CC5C"/>
            </a:solidFill>
            <a:prstDash val="solid"/>
          </a:ln>
        </p:spPr>
      </p:sp>
      <p:sp>
        <p:nvSpPr>
          <p:cNvPr id="272" name="F3_paired_semantic_8670">
            <a:extLst>
              <a:ext uri="{FF2B5EF4-FFF2-40B4-BE49-F238E27FC236}">
                <a16:creationId xmlns:a16="http://schemas.microsoft.com/office/drawing/2014/main" id="{DF592E10-E4BC-4067-92B6-F3190112207F}"/>
              </a:ext>
            </a:extLst>
          </p:cNvPr>
          <p:cNvSpPr>
            <a:spLocks noGrp="1"/>
          </p:cNvSpPr>
          <p:nvPr/>
        </p:nvSpPr>
        <p:spPr>
          <a:xfrm>
            <a:off x="7106701" y="54675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5CB5E"/>
          </a:solidFill>
          <a:ln w="5054">
            <a:solidFill>
              <a:srgbClr val="65CB5E"/>
            </a:solidFill>
            <a:prstDash val="solid"/>
          </a:ln>
        </p:spPr>
      </p:sp>
      <p:sp>
        <p:nvSpPr>
          <p:cNvPr id="273" name="F3_paired_semantic_8671">
            <a:extLst>
              <a:ext uri="{FF2B5EF4-FFF2-40B4-BE49-F238E27FC236}">
                <a16:creationId xmlns:a16="http://schemas.microsoft.com/office/drawing/2014/main" id="{9FC4C9CF-A40E-4856-A07A-3161D57EBF95}"/>
              </a:ext>
            </a:extLst>
          </p:cNvPr>
          <p:cNvSpPr>
            <a:spLocks noGrp="1"/>
          </p:cNvSpPr>
          <p:nvPr/>
        </p:nvSpPr>
        <p:spPr>
          <a:xfrm>
            <a:off x="7106701" y="544795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3CB5F"/>
          </a:solidFill>
          <a:ln w="5054">
            <a:solidFill>
              <a:srgbClr val="63CB5F"/>
            </a:solidFill>
            <a:prstDash val="solid"/>
          </a:ln>
        </p:spPr>
      </p:sp>
      <p:sp>
        <p:nvSpPr>
          <p:cNvPr id="274" name="F3_paired_semantic_8672">
            <a:extLst>
              <a:ext uri="{FF2B5EF4-FFF2-40B4-BE49-F238E27FC236}">
                <a16:creationId xmlns:a16="http://schemas.microsoft.com/office/drawing/2014/main" id="{ADAB2AA9-4A04-466C-B44C-FFDC52B240BA}"/>
              </a:ext>
            </a:extLst>
          </p:cNvPr>
          <p:cNvSpPr>
            <a:spLocks noGrp="1"/>
          </p:cNvSpPr>
          <p:nvPr/>
        </p:nvSpPr>
        <p:spPr>
          <a:xfrm>
            <a:off x="7106701" y="54284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0CA60"/>
          </a:solidFill>
          <a:ln w="5054">
            <a:solidFill>
              <a:srgbClr val="60CA60"/>
            </a:solidFill>
            <a:prstDash val="solid"/>
          </a:ln>
        </p:spPr>
      </p:sp>
      <p:sp>
        <p:nvSpPr>
          <p:cNvPr id="275" name="F3_paired_semantic_8673">
            <a:extLst>
              <a:ext uri="{FF2B5EF4-FFF2-40B4-BE49-F238E27FC236}">
                <a16:creationId xmlns:a16="http://schemas.microsoft.com/office/drawing/2014/main" id="{C64F9CD1-7973-462F-A82F-49AE08171F0F}"/>
              </a:ext>
            </a:extLst>
          </p:cNvPr>
          <p:cNvSpPr>
            <a:spLocks noGrp="1"/>
          </p:cNvSpPr>
          <p:nvPr/>
        </p:nvSpPr>
        <p:spPr>
          <a:xfrm>
            <a:off x="7106701" y="54088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EC962"/>
          </a:solidFill>
          <a:ln w="5054">
            <a:solidFill>
              <a:srgbClr val="5EC962"/>
            </a:solidFill>
            <a:prstDash val="solid"/>
          </a:ln>
        </p:spPr>
      </p:sp>
      <p:sp>
        <p:nvSpPr>
          <p:cNvPr id="276" name="F3_paired_semantic_8674">
            <a:extLst>
              <a:ext uri="{FF2B5EF4-FFF2-40B4-BE49-F238E27FC236}">
                <a16:creationId xmlns:a16="http://schemas.microsoft.com/office/drawing/2014/main" id="{B81490E4-97C6-42FB-8CAC-D31DE442D08C}"/>
              </a:ext>
            </a:extLst>
          </p:cNvPr>
          <p:cNvSpPr>
            <a:spLocks noGrp="1"/>
          </p:cNvSpPr>
          <p:nvPr/>
        </p:nvSpPr>
        <p:spPr>
          <a:xfrm>
            <a:off x="7106701" y="53893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CC863"/>
          </a:solidFill>
          <a:ln w="5054">
            <a:solidFill>
              <a:srgbClr val="5CC863"/>
            </a:solidFill>
            <a:prstDash val="solid"/>
          </a:ln>
        </p:spPr>
      </p:sp>
      <p:sp>
        <p:nvSpPr>
          <p:cNvPr id="277" name="F3_paired_semantic_8675">
            <a:extLst>
              <a:ext uri="{FF2B5EF4-FFF2-40B4-BE49-F238E27FC236}">
                <a16:creationId xmlns:a16="http://schemas.microsoft.com/office/drawing/2014/main" id="{B81E0AEB-9C31-4E8E-A24A-32850720B6B9}"/>
              </a:ext>
            </a:extLst>
          </p:cNvPr>
          <p:cNvSpPr>
            <a:spLocks noGrp="1"/>
          </p:cNvSpPr>
          <p:nvPr/>
        </p:nvSpPr>
        <p:spPr>
          <a:xfrm>
            <a:off x="7106701" y="53697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AC864"/>
          </a:solidFill>
          <a:ln w="5054">
            <a:solidFill>
              <a:srgbClr val="5AC864"/>
            </a:solidFill>
            <a:prstDash val="solid"/>
          </a:ln>
        </p:spPr>
      </p:sp>
      <p:sp>
        <p:nvSpPr>
          <p:cNvPr id="278" name="F3_paired_semantic_8676">
            <a:extLst>
              <a:ext uri="{FF2B5EF4-FFF2-40B4-BE49-F238E27FC236}">
                <a16:creationId xmlns:a16="http://schemas.microsoft.com/office/drawing/2014/main" id="{DD55A736-CBC7-4AEE-B75F-63249DF70286}"/>
              </a:ext>
            </a:extLst>
          </p:cNvPr>
          <p:cNvSpPr>
            <a:spLocks noGrp="1"/>
          </p:cNvSpPr>
          <p:nvPr/>
        </p:nvSpPr>
        <p:spPr>
          <a:xfrm>
            <a:off x="7106701" y="53502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8C765"/>
          </a:solidFill>
          <a:ln w="5054">
            <a:solidFill>
              <a:srgbClr val="58C765"/>
            </a:solidFill>
            <a:prstDash val="solid"/>
          </a:ln>
        </p:spPr>
      </p:sp>
      <p:sp>
        <p:nvSpPr>
          <p:cNvPr id="279" name="F3_paired_semantic_8677">
            <a:extLst>
              <a:ext uri="{FF2B5EF4-FFF2-40B4-BE49-F238E27FC236}">
                <a16:creationId xmlns:a16="http://schemas.microsoft.com/office/drawing/2014/main" id="{83E23834-3ECC-429F-B92B-7BD6291F7295}"/>
              </a:ext>
            </a:extLst>
          </p:cNvPr>
          <p:cNvSpPr>
            <a:spLocks noGrp="1"/>
          </p:cNvSpPr>
          <p:nvPr/>
        </p:nvSpPr>
        <p:spPr>
          <a:xfrm>
            <a:off x="7106701" y="53306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6C667"/>
          </a:solidFill>
          <a:ln w="5054">
            <a:solidFill>
              <a:srgbClr val="56C667"/>
            </a:solidFill>
            <a:prstDash val="solid"/>
          </a:ln>
        </p:spPr>
      </p:sp>
      <p:sp>
        <p:nvSpPr>
          <p:cNvPr id="280" name="F3_paired_semantic_8678">
            <a:extLst>
              <a:ext uri="{FF2B5EF4-FFF2-40B4-BE49-F238E27FC236}">
                <a16:creationId xmlns:a16="http://schemas.microsoft.com/office/drawing/2014/main" id="{CC950A9A-DD3C-4D80-AA94-A181C16A1980}"/>
              </a:ext>
            </a:extLst>
          </p:cNvPr>
          <p:cNvSpPr>
            <a:spLocks noGrp="1"/>
          </p:cNvSpPr>
          <p:nvPr/>
        </p:nvSpPr>
        <p:spPr>
          <a:xfrm>
            <a:off x="7106701" y="53111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4C568"/>
          </a:solidFill>
          <a:ln w="5054">
            <a:solidFill>
              <a:srgbClr val="54C568"/>
            </a:solidFill>
            <a:prstDash val="solid"/>
          </a:ln>
        </p:spPr>
      </p:sp>
      <p:sp>
        <p:nvSpPr>
          <p:cNvPr id="281" name="F3_paired_semantic_8679">
            <a:extLst>
              <a:ext uri="{FF2B5EF4-FFF2-40B4-BE49-F238E27FC236}">
                <a16:creationId xmlns:a16="http://schemas.microsoft.com/office/drawing/2014/main" id="{F76D270E-1E3E-4F08-A63B-7378C439266E}"/>
              </a:ext>
            </a:extLst>
          </p:cNvPr>
          <p:cNvSpPr>
            <a:spLocks noGrp="1"/>
          </p:cNvSpPr>
          <p:nvPr/>
        </p:nvSpPr>
        <p:spPr>
          <a:xfrm>
            <a:off x="7106701" y="52915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2C569"/>
          </a:solidFill>
          <a:ln w="5054">
            <a:solidFill>
              <a:srgbClr val="52C569"/>
            </a:solidFill>
            <a:prstDash val="solid"/>
          </a:ln>
        </p:spPr>
      </p:sp>
      <p:sp>
        <p:nvSpPr>
          <p:cNvPr id="282" name="F3_paired_semantic_8680">
            <a:extLst>
              <a:ext uri="{FF2B5EF4-FFF2-40B4-BE49-F238E27FC236}">
                <a16:creationId xmlns:a16="http://schemas.microsoft.com/office/drawing/2014/main" id="{5E5695C8-7DAC-436F-9C8E-23D52527C868}"/>
              </a:ext>
            </a:extLst>
          </p:cNvPr>
          <p:cNvSpPr>
            <a:spLocks noGrp="1"/>
          </p:cNvSpPr>
          <p:nvPr/>
        </p:nvSpPr>
        <p:spPr>
          <a:xfrm>
            <a:off x="7106701" y="52720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0C46A"/>
          </a:solidFill>
          <a:ln w="5054">
            <a:solidFill>
              <a:srgbClr val="50C46A"/>
            </a:solidFill>
            <a:prstDash val="solid"/>
          </a:ln>
        </p:spPr>
      </p:sp>
      <p:sp>
        <p:nvSpPr>
          <p:cNvPr id="283" name="F3_paired_semantic_8681">
            <a:extLst>
              <a:ext uri="{FF2B5EF4-FFF2-40B4-BE49-F238E27FC236}">
                <a16:creationId xmlns:a16="http://schemas.microsoft.com/office/drawing/2014/main" id="{79BC2B31-4B63-4A17-A82F-A8C756A7528C}"/>
              </a:ext>
            </a:extLst>
          </p:cNvPr>
          <p:cNvSpPr>
            <a:spLocks noGrp="1"/>
          </p:cNvSpPr>
          <p:nvPr/>
        </p:nvSpPr>
        <p:spPr>
          <a:xfrm>
            <a:off x="7106701" y="52524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EC36B"/>
          </a:solidFill>
          <a:ln w="5054">
            <a:solidFill>
              <a:srgbClr val="4EC36B"/>
            </a:solidFill>
            <a:prstDash val="solid"/>
          </a:ln>
        </p:spPr>
      </p:sp>
      <p:sp>
        <p:nvSpPr>
          <p:cNvPr id="284" name="F3_paired_semantic_8682">
            <a:extLst>
              <a:ext uri="{FF2B5EF4-FFF2-40B4-BE49-F238E27FC236}">
                <a16:creationId xmlns:a16="http://schemas.microsoft.com/office/drawing/2014/main" id="{101B49B9-EBBB-44D7-8CF2-B1F2E0D583F9}"/>
              </a:ext>
            </a:extLst>
          </p:cNvPr>
          <p:cNvSpPr>
            <a:spLocks noGrp="1"/>
          </p:cNvSpPr>
          <p:nvPr/>
        </p:nvSpPr>
        <p:spPr>
          <a:xfrm>
            <a:off x="7106701" y="52329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CC26C"/>
          </a:solidFill>
          <a:ln w="5054">
            <a:solidFill>
              <a:srgbClr val="4CC26C"/>
            </a:solidFill>
            <a:prstDash val="solid"/>
          </a:ln>
        </p:spPr>
      </p:sp>
      <p:sp>
        <p:nvSpPr>
          <p:cNvPr id="285" name="F3_paired_semantic_8683">
            <a:extLst>
              <a:ext uri="{FF2B5EF4-FFF2-40B4-BE49-F238E27FC236}">
                <a16:creationId xmlns:a16="http://schemas.microsoft.com/office/drawing/2014/main" id="{42B87B74-0103-4E39-8037-91850FBD7D15}"/>
              </a:ext>
            </a:extLst>
          </p:cNvPr>
          <p:cNvSpPr>
            <a:spLocks noGrp="1"/>
          </p:cNvSpPr>
          <p:nvPr/>
        </p:nvSpPr>
        <p:spPr>
          <a:xfrm>
            <a:off x="7106701" y="52133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AC16D"/>
          </a:solidFill>
          <a:ln w="5054">
            <a:solidFill>
              <a:srgbClr val="4AC16D"/>
            </a:solidFill>
            <a:prstDash val="solid"/>
          </a:ln>
        </p:spPr>
      </p:sp>
      <p:sp>
        <p:nvSpPr>
          <p:cNvPr id="286" name="F3_paired_semantic_8684">
            <a:extLst>
              <a:ext uri="{FF2B5EF4-FFF2-40B4-BE49-F238E27FC236}">
                <a16:creationId xmlns:a16="http://schemas.microsoft.com/office/drawing/2014/main" id="{A2801DAA-0CFE-4AF7-B7C7-72210B21785E}"/>
              </a:ext>
            </a:extLst>
          </p:cNvPr>
          <p:cNvSpPr>
            <a:spLocks noGrp="1"/>
          </p:cNvSpPr>
          <p:nvPr/>
        </p:nvSpPr>
        <p:spPr>
          <a:xfrm>
            <a:off x="7106701" y="51938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C16E"/>
          </a:solidFill>
          <a:ln w="5054">
            <a:solidFill>
              <a:srgbClr val="48C16E"/>
            </a:solidFill>
            <a:prstDash val="solid"/>
          </a:ln>
        </p:spPr>
      </p:sp>
      <p:sp>
        <p:nvSpPr>
          <p:cNvPr id="287" name="F3_paired_semantic_8685">
            <a:extLst>
              <a:ext uri="{FF2B5EF4-FFF2-40B4-BE49-F238E27FC236}">
                <a16:creationId xmlns:a16="http://schemas.microsoft.com/office/drawing/2014/main" id="{B45D06E4-22E9-47B1-9661-51E30A3DAFAB}"/>
              </a:ext>
            </a:extLst>
          </p:cNvPr>
          <p:cNvSpPr>
            <a:spLocks noGrp="1"/>
          </p:cNvSpPr>
          <p:nvPr/>
        </p:nvSpPr>
        <p:spPr>
          <a:xfrm>
            <a:off x="7106701" y="51742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C06F"/>
          </a:solidFill>
          <a:ln w="5054">
            <a:solidFill>
              <a:srgbClr val="46C06F"/>
            </a:solidFill>
            <a:prstDash val="solid"/>
          </a:ln>
        </p:spPr>
      </p:sp>
      <p:sp>
        <p:nvSpPr>
          <p:cNvPr id="288" name="F3_paired_semantic_8686">
            <a:extLst>
              <a:ext uri="{FF2B5EF4-FFF2-40B4-BE49-F238E27FC236}">
                <a16:creationId xmlns:a16="http://schemas.microsoft.com/office/drawing/2014/main" id="{9B3D17B1-03DA-4B8D-A013-A8EF9351673F}"/>
              </a:ext>
            </a:extLst>
          </p:cNvPr>
          <p:cNvSpPr>
            <a:spLocks noGrp="1"/>
          </p:cNvSpPr>
          <p:nvPr/>
        </p:nvSpPr>
        <p:spPr>
          <a:xfrm>
            <a:off x="7106701" y="51547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BF70"/>
          </a:solidFill>
          <a:ln w="5054">
            <a:solidFill>
              <a:srgbClr val="44BF70"/>
            </a:solidFill>
            <a:prstDash val="solid"/>
          </a:ln>
        </p:spPr>
      </p:sp>
      <p:sp>
        <p:nvSpPr>
          <p:cNvPr id="289" name="F3_paired_semantic_8687">
            <a:extLst>
              <a:ext uri="{FF2B5EF4-FFF2-40B4-BE49-F238E27FC236}">
                <a16:creationId xmlns:a16="http://schemas.microsoft.com/office/drawing/2014/main" id="{2159BF7A-91E9-4BB0-92F0-78D38D9023F7}"/>
              </a:ext>
            </a:extLst>
          </p:cNvPr>
          <p:cNvSpPr>
            <a:spLocks noGrp="1"/>
          </p:cNvSpPr>
          <p:nvPr/>
        </p:nvSpPr>
        <p:spPr>
          <a:xfrm>
            <a:off x="7106701" y="51351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BE71"/>
          </a:solidFill>
          <a:ln w="5054">
            <a:solidFill>
              <a:srgbClr val="42BE71"/>
            </a:solidFill>
            <a:prstDash val="solid"/>
          </a:ln>
        </p:spPr>
      </p:sp>
      <p:sp>
        <p:nvSpPr>
          <p:cNvPr id="290" name="F3_paired_semantic_8688">
            <a:extLst>
              <a:ext uri="{FF2B5EF4-FFF2-40B4-BE49-F238E27FC236}">
                <a16:creationId xmlns:a16="http://schemas.microsoft.com/office/drawing/2014/main" id="{4DF7480D-B0C8-4AF3-954C-3CB6665DC52A}"/>
              </a:ext>
            </a:extLst>
          </p:cNvPr>
          <p:cNvSpPr>
            <a:spLocks noGrp="1"/>
          </p:cNvSpPr>
          <p:nvPr/>
        </p:nvSpPr>
        <p:spPr>
          <a:xfrm>
            <a:off x="7106701" y="51156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BD72"/>
          </a:solidFill>
          <a:ln w="5054">
            <a:solidFill>
              <a:srgbClr val="40BD72"/>
            </a:solidFill>
            <a:prstDash val="solid"/>
          </a:ln>
        </p:spPr>
      </p:sp>
      <p:sp>
        <p:nvSpPr>
          <p:cNvPr id="291" name="F3_paired_semantic_8689">
            <a:extLst>
              <a:ext uri="{FF2B5EF4-FFF2-40B4-BE49-F238E27FC236}">
                <a16:creationId xmlns:a16="http://schemas.microsoft.com/office/drawing/2014/main" id="{E93A3924-F3D7-46CA-B310-1A22A3C4E6A3}"/>
              </a:ext>
            </a:extLst>
          </p:cNvPr>
          <p:cNvSpPr>
            <a:spLocks noGrp="1"/>
          </p:cNvSpPr>
          <p:nvPr/>
        </p:nvSpPr>
        <p:spPr>
          <a:xfrm>
            <a:off x="7106701" y="50960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BC73"/>
          </a:solidFill>
          <a:ln w="5054">
            <a:solidFill>
              <a:srgbClr val="3FBC73"/>
            </a:solidFill>
            <a:prstDash val="solid"/>
          </a:ln>
        </p:spPr>
      </p:sp>
      <p:sp>
        <p:nvSpPr>
          <p:cNvPr id="292" name="F3_paired_semantic_8690">
            <a:extLst>
              <a:ext uri="{FF2B5EF4-FFF2-40B4-BE49-F238E27FC236}">
                <a16:creationId xmlns:a16="http://schemas.microsoft.com/office/drawing/2014/main" id="{06D1125E-18B0-4688-82C4-BFBE5D006166}"/>
              </a:ext>
            </a:extLst>
          </p:cNvPr>
          <p:cNvSpPr>
            <a:spLocks noGrp="1"/>
          </p:cNvSpPr>
          <p:nvPr/>
        </p:nvSpPr>
        <p:spPr>
          <a:xfrm>
            <a:off x="7106701" y="50765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BC74"/>
          </a:solidFill>
          <a:ln w="5054">
            <a:solidFill>
              <a:srgbClr val="3DBC74"/>
            </a:solidFill>
            <a:prstDash val="solid"/>
          </a:ln>
        </p:spPr>
      </p:sp>
      <p:sp>
        <p:nvSpPr>
          <p:cNvPr id="293" name="F3_paired_semantic_8691">
            <a:extLst>
              <a:ext uri="{FF2B5EF4-FFF2-40B4-BE49-F238E27FC236}">
                <a16:creationId xmlns:a16="http://schemas.microsoft.com/office/drawing/2014/main" id="{355CE416-A476-4D76-A2FD-65D1698D491D}"/>
              </a:ext>
            </a:extLst>
          </p:cNvPr>
          <p:cNvSpPr>
            <a:spLocks noGrp="1"/>
          </p:cNvSpPr>
          <p:nvPr/>
        </p:nvSpPr>
        <p:spPr>
          <a:xfrm>
            <a:off x="7106701" y="50569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BB75"/>
          </a:solidFill>
          <a:ln w="5054">
            <a:solidFill>
              <a:srgbClr val="3BBB75"/>
            </a:solidFill>
            <a:prstDash val="solid"/>
          </a:ln>
        </p:spPr>
      </p:sp>
      <p:sp>
        <p:nvSpPr>
          <p:cNvPr id="294" name="F3_paired_semantic_8692">
            <a:extLst>
              <a:ext uri="{FF2B5EF4-FFF2-40B4-BE49-F238E27FC236}">
                <a16:creationId xmlns:a16="http://schemas.microsoft.com/office/drawing/2014/main" id="{94E8A260-13A0-4BCD-B4CE-B2F575BEE393}"/>
              </a:ext>
            </a:extLst>
          </p:cNvPr>
          <p:cNvSpPr>
            <a:spLocks noGrp="1"/>
          </p:cNvSpPr>
          <p:nvPr/>
        </p:nvSpPr>
        <p:spPr>
          <a:xfrm>
            <a:off x="7106701" y="50374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BA76"/>
          </a:solidFill>
          <a:ln w="5054">
            <a:solidFill>
              <a:srgbClr val="3ABA76"/>
            </a:solidFill>
            <a:prstDash val="solid"/>
          </a:ln>
        </p:spPr>
      </p:sp>
      <p:sp>
        <p:nvSpPr>
          <p:cNvPr id="295" name="F3_paired_semantic_8693">
            <a:extLst>
              <a:ext uri="{FF2B5EF4-FFF2-40B4-BE49-F238E27FC236}">
                <a16:creationId xmlns:a16="http://schemas.microsoft.com/office/drawing/2014/main" id="{236785D1-CD09-4720-9F8A-349928FCDF9B}"/>
              </a:ext>
            </a:extLst>
          </p:cNvPr>
          <p:cNvSpPr>
            <a:spLocks noGrp="1"/>
          </p:cNvSpPr>
          <p:nvPr/>
        </p:nvSpPr>
        <p:spPr>
          <a:xfrm>
            <a:off x="7106701" y="50178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B977"/>
          </a:solidFill>
          <a:ln w="5054">
            <a:solidFill>
              <a:srgbClr val="38B977"/>
            </a:solidFill>
            <a:prstDash val="solid"/>
          </a:ln>
        </p:spPr>
      </p:sp>
      <p:sp>
        <p:nvSpPr>
          <p:cNvPr id="296" name="F3_paired_semantic_8694">
            <a:extLst>
              <a:ext uri="{FF2B5EF4-FFF2-40B4-BE49-F238E27FC236}">
                <a16:creationId xmlns:a16="http://schemas.microsoft.com/office/drawing/2014/main" id="{0C2330BC-059C-476E-A2BC-26A60EEF2263}"/>
              </a:ext>
            </a:extLst>
          </p:cNvPr>
          <p:cNvSpPr>
            <a:spLocks noGrp="1"/>
          </p:cNvSpPr>
          <p:nvPr/>
        </p:nvSpPr>
        <p:spPr>
          <a:xfrm>
            <a:off x="7106701" y="49983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B878"/>
          </a:solidFill>
          <a:ln w="5054">
            <a:solidFill>
              <a:srgbClr val="37B878"/>
            </a:solidFill>
            <a:prstDash val="solid"/>
          </a:ln>
        </p:spPr>
      </p:sp>
      <p:sp>
        <p:nvSpPr>
          <p:cNvPr id="297" name="F3_paired_semantic_8695">
            <a:extLst>
              <a:ext uri="{FF2B5EF4-FFF2-40B4-BE49-F238E27FC236}">
                <a16:creationId xmlns:a16="http://schemas.microsoft.com/office/drawing/2014/main" id="{0398AD49-BB5E-4039-9D89-5C8FC493899F}"/>
              </a:ext>
            </a:extLst>
          </p:cNvPr>
          <p:cNvSpPr>
            <a:spLocks noGrp="1"/>
          </p:cNvSpPr>
          <p:nvPr/>
        </p:nvSpPr>
        <p:spPr>
          <a:xfrm>
            <a:off x="7106701" y="49787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B779"/>
          </a:solidFill>
          <a:ln w="5054">
            <a:solidFill>
              <a:srgbClr val="35B779"/>
            </a:solidFill>
            <a:prstDash val="solid"/>
          </a:ln>
        </p:spPr>
      </p:sp>
      <p:sp>
        <p:nvSpPr>
          <p:cNvPr id="298" name="F3_paired_semantic_8696">
            <a:extLst>
              <a:ext uri="{FF2B5EF4-FFF2-40B4-BE49-F238E27FC236}">
                <a16:creationId xmlns:a16="http://schemas.microsoft.com/office/drawing/2014/main" id="{C475B41B-5976-49EC-B4D8-739DD94FED51}"/>
              </a:ext>
            </a:extLst>
          </p:cNvPr>
          <p:cNvSpPr>
            <a:spLocks noGrp="1"/>
          </p:cNvSpPr>
          <p:nvPr/>
        </p:nvSpPr>
        <p:spPr>
          <a:xfrm>
            <a:off x="7106701" y="49592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B679"/>
          </a:solidFill>
          <a:ln w="5054">
            <a:solidFill>
              <a:srgbClr val="34B679"/>
            </a:solidFill>
            <a:prstDash val="solid"/>
          </a:ln>
        </p:spPr>
      </p:sp>
      <p:sp>
        <p:nvSpPr>
          <p:cNvPr id="299" name="F3_paired_semantic_8697">
            <a:extLst>
              <a:ext uri="{FF2B5EF4-FFF2-40B4-BE49-F238E27FC236}">
                <a16:creationId xmlns:a16="http://schemas.microsoft.com/office/drawing/2014/main" id="{F38C4484-8277-479D-8D98-AE9BEEE94D84}"/>
              </a:ext>
            </a:extLst>
          </p:cNvPr>
          <p:cNvSpPr>
            <a:spLocks noGrp="1"/>
          </p:cNvSpPr>
          <p:nvPr/>
        </p:nvSpPr>
        <p:spPr>
          <a:xfrm>
            <a:off x="7106701" y="49396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B67A"/>
          </a:solidFill>
          <a:ln w="5054">
            <a:solidFill>
              <a:srgbClr val="32B67A"/>
            </a:solidFill>
            <a:prstDash val="solid"/>
          </a:ln>
        </p:spPr>
      </p:sp>
      <p:sp>
        <p:nvSpPr>
          <p:cNvPr id="300" name="F3_paired_semantic_8698">
            <a:extLst>
              <a:ext uri="{FF2B5EF4-FFF2-40B4-BE49-F238E27FC236}">
                <a16:creationId xmlns:a16="http://schemas.microsoft.com/office/drawing/2014/main" id="{870C72EF-3EF0-442B-9FE1-12A9E84EE4F5}"/>
              </a:ext>
            </a:extLst>
          </p:cNvPr>
          <p:cNvSpPr>
            <a:spLocks noGrp="1"/>
          </p:cNvSpPr>
          <p:nvPr/>
        </p:nvSpPr>
        <p:spPr>
          <a:xfrm>
            <a:off x="7106701" y="492010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B57B"/>
          </a:solidFill>
          <a:ln w="5054">
            <a:solidFill>
              <a:srgbClr val="31B57B"/>
            </a:solidFill>
            <a:prstDash val="solid"/>
          </a:ln>
        </p:spPr>
      </p:sp>
      <p:sp>
        <p:nvSpPr>
          <p:cNvPr id="301" name="F3_paired_semantic_8699">
            <a:extLst>
              <a:ext uri="{FF2B5EF4-FFF2-40B4-BE49-F238E27FC236}">
                <a16:creationId xmlns:a16="http://schemas.microsoft.com/office/drawing/2014/main" id="{AD7D2BA9-1D8F-4932-86B7-78B0F1D117D3}"/>
              </a:ext>
            </a:extLst>
          </p:cNvPr>
          <p:cNvSpPr>
            <a:spLocks noGrp="1"/>
          </p:cNvSpPr>
          <p:nvPr/>
        </p:nvSpPr>
        <p:spPr>
          <a:xfrm>
            <a:off x="7106701" y="49005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B47C"/>
          </a:solidFill>
          <a:ln w="5054">
            <a:solidFill>
              <a:srgbClr val="2FB47C"/>
            </a:solidFill>
            <a:prstDash val="solid"/>
          </a:ln>
        </p:spPr>
      </p:sp>
      <p:sp>
        <p:nvSpPr>
          <p:cNvPr id="302" name="F3_paired_semantic_8700">
            <a:extLst>
              <a:ext uri="{FF2B5EF4-FFF2-40B4-BE49-F238E27FC236}">
                <a16:creationId xmlns:a16="http://schemas.microsoft.com/office/drawing/2014/main" id="{4C45C3C0-33EB-4360-A156-AB1E1C2983C1}"/>
              </a:ext>
            </a:extLst>
          </p:cNvPr>
          <p:cNvSpPr>
            <a:spLocks noGrp="1"/>
          </p:cNvSpPr>
          <p:nvPr/>
        </p:nvSpPr>
        <p:spPr>
          <a:xfrm>
            <a:off x="7106701" y="488100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B37C"/>
          </a:solidFill>
          <a:ln w="5054">
            <a:solidFill>
              <a:srgbClr val="2EB37C"/>
            </a:solidFill>
            <a:prstDash val="solid"/>
          </a:ln>
        </p:spPr>
      </p:sp>
      <p:sp>
        <p:nvSpPr>
          <p:cNvPr id="303" name="F3_paired_semantic_8701">
            <a:extLst>
              <a:ext uri="{FF2B5EF4-FFF2-40B4-BE49-F238E27FC236}">
                <a16:creationId xmlns:a16="http://schemas.microsoft.com/office/drawing/2014/main" id="{47A8BD78-1C39-4AB5-A984-D87F8C0B98EC}"/>
              </a:ext>
            </a:extLst>
          </p:cNvPr>
          <p:cNvSpPr>
            <a:spLocks noGrp="1"/>
          </p:cNvSpPr>
          <p:nvPr/>
        </p:nvSpPr>
        <p:spPr>
          <a:xfrm>
            <a:off x="7106701" y="48614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B27D"/>
          </a:solidFill>
          <a:ln w="5054">
            <a:solidFill>
              <a:srgbClr val="2DB27D"/>
            </a:solidFill>
            <a:prstDash val="solid"/>
          </a:ln>
        </p:spPr>
      </p:sp>
      <p:sp>
        <p:nvSpPr>
          <p:cNvPr id="304" name="F3_paired_semantic_8702">
            <a:extLst>
              <a:ext uri="{FF2B5EF4-FFF2-40B4-BE49-F238E27FC236}">
                <a16:creationId xmlns:a16="http://schemas.microsoft.com/office/drawing/2014/main" id="{11C7513C-E404-47A9-9B3D-68DE71263D95}"/>
              </a:ext>
            </a:extLst>
          </p:cNvPr>
          <p:cNvSpPr>
            <a:spLocks noGrp="1"/>
          </p:cNvSpPr>
          <p:nvPr/>
        </p:nvSpPr>
        <p:spPr>
          <a:xfrm>
            <a:off x="7106701" y="48419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B17E"/>
          </a:solidFill>
          <a:ln w="5054">
            <a:solidFill>
              <a:srgbClr val="2CB17E"/>
            </a:solidFill>
            <a:prstDash val="solid"/>
          </a:ln>
        </p:spPr>
      </p:sp>
      <p:sp>
        <p:nvSpPr>
          <p:cNvPr id="305" name="F3_paired_semantic_8703">
            <a:extLst>
              <a:ext uri="{FF2B5EF4-FFF2-40B4-BE49-F238E27FC236}">
                <a16:creationId xmlns:a16="http://schemas.microsoft.com/office/drawing/2014/main" id="{8D3CBF41-E1EC-491F-B42E-DDACFCBE2A19}"/>
              </a:ext>
            </a:extLst>
          </p:cNvPr>
          <p:cNvSpPr>
            <a:spLocks noGrp="1"/>
          </p:cNvSpPr>
          <p:nvPr/>
        </p:nvSpPr>
        <p:spPr>
          <a:xfrm>
            <a:off x="7106701" y="48223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B07F"/>
          </a:solidFill>
          <a:ln w="5054">
            <a:solidFill>
              <a:srgbClr val="2AB07F"/>
            </a:solidFill>
            <a:prstDash val="solid"/>
          </a:ln>
        </p:spPr>
      </p:sp>
      <p:sp>
        <p:nvSpPr>
          <p:cNvPr id="306" name="F3_paired_semantic_8704">
            <a:extLst>
              <a:ext uri="{FF2B5EF4-FFF2-40B4-BE49-F238E27FC236}">
                <a16:creationId xmlns:a16="http://schemas.microsoft.com/office/drawing/2014/main" id="{9D5C203A-59E9-425C-8F65-33733FAE9BF1}"/>
              </a:ext>
            </a:extLst>
          </p:cNvPr>
          <p:cNvSpPr>
            <a:spLocks noGrp="1"/>
          </p:cNvSpPr>
          <p:nvPr/>
        </p:nvSpPr>
        <p:spPr>
          <a:xfrm>
            <a:off x="7106701" y="48028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AF7F"/>
          </a:solidFill>
          <a:ln w="5054">
            <a:solidFill>
              <a:srgbClr val="29AF7F"/>
            </a:solidFill>
            <a:prstDash val="solid"/>
          </a:ln>
        </p:spPr>
      </p:sp>
      <p:sp>
        <p:nvSpPr>
          <p:cNvPr id="307" name="F3_paired_semantic_8705">
            <a:extLst>
              <a:ext uri="{FF2B5EF4-FFF2-40B4-BE49-F238E27FC236}">
                <a16:creationId xmlns:a16="http://schemas.microsoft.com/office/drawing/2014/main" id="{E40DDD21-02FD-437E-8A23-07FE472CA093}"/>
              </a:ext>
            </a:extLst>
          </p:cNvPr>
          <p:cNvSpPr>
            <a:spLocks noGrp="1"/>
          </p:cNvSpPr>
          <p:nvPr/>
        </p:nvSpPr>
        <p:spPr>
          <a:xfrm>
            <a:off x="7106701" y="47832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AE80"/>
          </a:solidFill>
          <a:ln w="5054">
            <a:solidFill>
              <a:srgbClr val="28AE80"/>
            </a:solidFill>
            <a:prstDash val="solid"/>
          </a:ln>
        </p:spPr>
      </p:sp>
      <p:sp>
        <p:nvSpPr>
          <p:cNvPr id="308" name="F3_paired_semantic_8706">
            <a:extLst>
              <a:ext uri="{FF2B5EF4-FFF2-40B4-BE49-F238E27FC236}">
                <a16:creationId xmlns:a16="http://schemas.microsoft.com/office/drawing/2014/main" id="{AB6D193C-6574-4D08-ACF3-5B7A988B06EA}"/>
              </a:ext>
            </a:extLst>
          </p:cNvPr>
          <p:cNvSpPr>
            <a:spLocks noGrp="1"/>
          </p:cNvSpPr>
          <p:nvPr/>
        </p:nvSpPr>
        <p:spPr>
          <a:xfrm>
            <a:off x="7106701" y="47637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AD81"/>
          </a:solidFill>
          <a:ln w="5054">
            <a:solidFill>
              <a:srgbClr val="27AD81"/>
            </a:solidFill>
            <a:prstDash val="solid"/>
          </a:ln>
        </p:spPr>
      </p:sp>
      <p:sp>
        <p:nvSpPr>
          <p:cNvPr id="309" name="F3_paired_semantic_8707">
            <a:extLst>
              <a:ext uri="{FF2B5EF4-FFF2-40B4-BE49-F238E27FC236}">
                <a16:creationId xmlns:a16="http://schemas.microsoft.com/office/drawing/2014/main" id="{DE20EE7E-2C48-4156-AF69-9D5574F64408}"/>
              </a:ext>
            </a:extLst>
          </p:cNvPr>
          <p:cNvSpPr>
            <a:spLocks noGrp="1"/>
          </p:cNvSpPr>
          <p:nvPr/>
        </p:nvSpPr>
        <p:spPr>
          <a:xfrm>
            <a:off x="7106701" y="47441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AD81"/>
          </a:solidFill>
          <a:ln w="5054">
            <a:solidFill>
              <a:srgbClr val="26AD81"/>
            </a:solidFill>
            <a:prstDash val="solid"/>
          </a:ln>
        </p:spPr>
      </p:sp>
      <p:sp>
        <p:nvSpPr>
          <p:cNvPr id="310" name="F3_paired_semantic_8708">
            <a:extLst>
              <a:ext uri="{FF2B5EF4-FFF2-40B4-BE49-F238E27FC236}">
                <a16:creationId xmlns:a16="http://schemas.microsoft.com/office/drawing/2014/main" id="{65C5BD96-0C5E-4825-80C1-A551C6EAAE00}"/>
              </a:ext>
            </a:extLst>
          </p:cNvPr>
          <p:cNvSpPr>
            <a:spLocks noGrp="1"/>
          </p:cNvSpPr>
          <p:nvPr/>
        </p:nvSpPr>
        <p:spPr>
          <a:xfrm>
            <a:off x="7106701" y="47246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AC82"/>
          </a:solidFill>
          <a:ln w="5054">
            <a:solidFill>
              <a:srgbClr val="25AC82"/>
            </a:solidFill>
            <a:prstDash val="solid"/>
          </a:ln>
        </p:spPr>
      </p:sp>
      <p:sp>
        <p:nvSpPr>
          <p:cNvPr id="311" name="F3_paired_semantic_8709">
            <a:extLst>
              <a:ext uri="{FF2B5EF4-FFF2-40B4-BE49-F238E27FC236}">
                <a16:creationId xmlns:a16="http://schemas.microsoft.com/office/drawing/2014/main" id="{E5E4BB8B-A005-45C4-8E65-E6446EA50C16}"/>
              </a:ext>
            </a:extLst>
          </p:cNvPr>
          <p:cNvSpPr>
            <a:spLocks noGrp="1"/>
          </p:cNvSpPr>
          <p:nvPr/>
        </p:nvSpPr>
        <p:spPr>
          <a:xfrm>
            <a:off x="7106701" y="47050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AB82"/>
          </a:solidFill>
          <a:ln w="5054">
            <a:solidFill>
              <a:srgbClr val="25AB82"/>
            </a:solidFill>
            <a:prstDash val="solid"/>
          </a:ln>
        </p:spPr>
      </p:sp>
      <p:sp>
        <p:nvSpPr>
          <p:cNvPr id="312" name="F3_paired_semantic_8710">
            <a:extLst>
              <a:ext uri="{FF2B5EF4-FFF2-40B4-BE49-F238E27FC236}">
                <a16:creationId xmlns:a16="http://schemas.microsoft.com/office/drawing/2014/main" id="{2003DC1F-C447-4238-8B5F-10BE84A910C6}"/>
              </a:ext>
            </a:extLst>
          </p:cNvPr>
          <p:cNvSpPr>
            <a:spLocks noGrp="1"/>
          </p:cNvSpPr>
          <p:nvPr/>
        </p:nvSpPr>
        <p:spPr>
          <a:xfrm>
            <a:off x="7106701" y="46855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AA83"/>
          </a:solidFill>
          <a:ln w="5054">
            <a:solidFill>
              <a:srgbClr val="24AA83"/>
            </a:solidFill>
            <a:prstDash val="solid"/>
          </a:ln>
        </p:spPr>
      </p:sp>
      <p:sp>
        <p:nvSpPr>
          <p:cNvPr id="313" name="F3_paired_semantic_8711">
            <a:extLst>
              <a:ext uri="{FF2B5EF4-FFF2-40B4-BE49-F238E27FC236}">
                <a16:creationId xmlns:a16="http://schemas.microsoft.com/office/drawing/2014/main" id="{E9FE9FAD-BB96-40A0-AE9C-5397347E5849}"/>
              </a:ext>
            </a:extLst>
          </p:cNvPr>
          <p:cNvSpPr>
            <a:spLocks noGrp="1"/>
          </p:cNvSpPr>
          <p:nvPr/>
        </p:nvSpPr>
        <p:spPr>
          <a:xfrm>
            <a:off x="7106701" y="46659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A983"/>
          </a:solidFill>
          <a:ln w="5054">
            <a:solidFill>
              <a:srgbClr val="23A983"/>
            </a:solidFill>
            <a:prstDash val="solid"/>
          </a:ln>
        </p:spPr>
      </p:sp>
      <p:sp>
        <p:nvSpPr>
          <p:cNvPr id="314" name="F3_paired_semantic_8712">
            <a:extLst>
              <a:ext uri="{FF2B5EF4-FFF2-40B4-BE49-F238E27FC236}">
                <a16:creationId xmlns:a16="http://schemas.microsoft.com/office/drawing/2014/main" id="{C242D6C7-37BA-448C-9AB3-5F136048164B}"/>
              </a:ext>
            </a:extLst>
          </p:cNvPr>
          <p:cNvSpPr>
            <a:spLocks noGrp="1"/>
          </p:cNvSpPr>
          <p:nvPr/>
        </p:nvSpPr>
        <p:spPr>
          <a:xfrm>
            <a:off x="7106701" y="46464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A884"/>
          </a:solidFill>
          <a:ln w="5054">
            <a:solidFill>
              <a:srgbClr val="22A884"/>
            </a:solidFill>
            <a:prstDash val="solid"/>
          </a:ln>
        </p:spPr>
      </p:sp>
      <p:sp>
        <p:nvSpPr>
          <p:cNvPr id="315" name="F3_paired_semantic_8713">
            <a:extLst>
              <a:ext uri="{FF2B5EF4-FFF2-40B4-BE49-F238E27FC236}">
                <a16:creationId xmlns:a16="http://schemas.microsoft.com/office/drawing/2014/main" id="{3EBFD580-4CA8-4DAB-A011-E589331504A1}"/>
              </a:ext>
            </a:extLst>
          </p:cNvPr>
          <p:cNvSpPr>
            <a:spLocks noGrp="1"/>
          </p:cNvSpPr>
          <p:nvPr/>
        </p:nvSpPr>
        <p:spPr>
          <a:xfrm>
            <a:off x="7106701" y="46268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A785"/>
          </a:solidFill>
          <a:ln w="5054">
            <a:solidFill>
              <a:srgbClr val="22A785"/>
            </a:solidFill>
            <a:prstDash val="solid"/>
          </a:ln>
        </p:spPr>
      </p:sp>
      <p:sp>
        <p:nvSpPr>
          <p:cNvPr id="316" name="F3_paired_semantic_8714">
            <a:extLst>
              <a:ext uri="{FF2B5EF4-FFF2-40B4-BE49-F238E27FC236}">
                <a16:creationId xmlns:a16="http://schemas.microsoft.com/office/drawing/2014/main" id="{D10E0BBD-8639-4304-B3D5-C23F0060B6FF}"/>
              </a:ext>
            </a:extLst>
          </p:cNvPr>
          <p:cNvSpPr>
            <a:spLocks noGrp="1"/>
          </p:cNvSpPr>
          <p:nvPr/>
        </p:nvSpPr>
        <p:spPr>
          <a:xfrm>
            <a:off x="7106701" y="46073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A685"/>
          </a:solidFill>
          <a:ln w="5054">
            <a:solidFill>
              <a:srgbClr val="21A685"/>
            </a:solidFill>
            <a:prstDash val="solid"/>
          </a:ln>
        </p:spPr>
      </p:sp>
      <p:sp>
        <p:nvSpPr>
          <p:cNvPr id="317" name="F3_paired_semantic_8715">
            <a:extLst>
              <a:ext uri="{FF2B5EF4-FFF2-40B4-BE49-F238E27FC236}">
                <a16:creationId xmlns:a16="http://schemas.microsoft.com/office/drawing/2014/main" id="{F2D46822-D8D9-420D-B2AD-0F203E789945}"/>
              </a:ext>
            </a:extLst>
          </p:cNvPr>
          <p:cNvSpPr>
            <a:spLocks noGrp="1"/>
          </p:cNvSpPr>
          <p:nvPr/>
        </p:nvSpPr>
        <p:spPr>
          <a:xfrm>
            <a:off x="7106701" y="45877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A585"/>
          </a:solidFill>
          <a:ln w="5054">
            <a:solidFill>
              <a:srgbClr val="21A585"/>
            </a:solidFill>
            <a:prstDash val="solid"/>
          </a:ln>
        </p:spPr>
      </p:sp>
      <p:sp>
        <p:nvSpPr>
          <p:cNvPr id="318" name="F3_paired_semantic_8716">
            <a:extLst>
              <a:ext uri="{FF2B5EF4-FFF2-40B4-BE49-F238E27FC236}">
                <a16:creationId xmlns:a16="http://schemas.microsoft.com/office/drawing/2014/main" id="{C48FEE1E-39FE-460C-96C1-DAE6A783EAF4}"/>
              </a:ext>
            </a:extLst>
          </p:cNvPr>
          <p:cNvSpPr>
            <a:spLocks noGrp="1"/>
          </p:cNvSpPr>
          <p:nvPr/>
        </p:nvSpPr>
        <p:spPr>
          <a:xfrm>
            <a:off x="7106701" y="45682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A486"/>
          </a:solidFill>
          <a:ln w="5054">
            <a:solidFill>
              <a:srgbClr val="20A486"/>
            </a:solidFill>
            <a:prstDash val="solid"/>
          </a:ln>
        </p:spPr>
      </p:sp>
      <p:sp>
        <p:nvSpPr>
          <p:cNvPr id="319" name="F3_paired_semantic_8717">
            <a:extLst>
              <a:ext uri="{FF2B5EF4-FFF2-40B4-BE49-F238E27FC236}">
                <a16:creationId xmlns:a16="http://schemas.microsoft.com/office/drawing/2014/main" id="{D993FCED-ED3B-4A3D-9F20-E6A963FEAF44}"/>
              </a:ext>
            </a:extLst>
          </p:cNvPr>
          <p:cNvSpPr>
            <a:spLocks noGrp="1"/>
          </p:cNvSpPr>
          <p:nvPr/>
        </p:nvSpPr>
        <p:spPr>
          <a:xfrm>
            <a:off x="7106701" y="45486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A386"/>
          </a:solidFill>
          <a:ln w="5054">
            <a:solidFill>
              <a:srgbClr val="20A386"/>
            </a:solidFill>
            <a:prstDash val="solid"/>
          </a:ln>
        </p:spPr>
      </p:sp>
      <p:sp>
        <p:nvSpPr>
          <p:cNvPr id="320" name="F3_paired_semantic_8718">
            <a:extLst>
              <a:ext uri="{FF2B5EF4-FFF2-40B4-BE49-F238E27FC236}">
                <a16:creationId xmlns:a16="http://schemas.microsoft.com/office/drawing/2014/main" id="{60B98E74-EE1F-4562-B41F-A2C7CEB92E12}"/>
              </a:ext>
            </a:extLst>
          </p:cNvPr>
          <p:cNvSpPr>
            <a:spLocks noGrp="1"/>
          </p:cNvSpPr>
          <p:nvPr/>
        </p:nvSpPr>
        <p:spPr>
          <a:xfrm>
            <a:off x="7106701" y="45291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287"/>
          </a:solidFill>
          <a:ln w="5054">
            <a:solidFill>
              <a:srgbClr val="1FA287"/>
            </a:solidFill>
            <a:prstDash val="solid"/>
          </a:ln>
        </p:spPr>
      </p:sp>
      <p:sp>
        <p:nvSpPr>
          <p:cNvPr id="321" name="F3_paired_semantic_8719">
            <a:extLst>
              <a:ext uri="{FF2B5EF4-FFF2-40B4-BE49-F238E27FC236}">
                <a16:creationId xmlns:a16="http://schemas.microsoft.com/office/drawing/2014/main" id="{456143C2-2DAE-4CB6-9037-92025621B81C}"/>
              </a:ext>
            </a:extLst>
          </p:cNvPr>
          <p:cNvSpPr>
            <a:spLocks noGrp="1"/>
          </p:cNvSpPr>
          <p:nvPr/>
        </p:nvSpPr>
        <p:spPr>
          <a:xfrm>
            <a:off x="7106701" y="45095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187"/>
          </a:solidFill>
          <a:ln w="5054">
            <a:solidFill>
              <a:srgbClr val="1FA187"/>
            </a:solidFill>
            <a:prstDash val="solid"/>
          </a:ln>
        </p:spPr>
      </p:sp>
      <p:sp>
        <p:nvSpPr>
          <p:cNvPr id="322" name="F3_paired_semantic_8720">
            <a:extLst>
              <a:ext uri="{FF2B5EF4-FFF2-40B4-BE49-F238E27FC236}">
                <a16:creationId xmlns:a16="http://schemas.microsoft.com/office/drawing/2014/main" id="{0C49160D-5740-4F56-9B65-E6EB22A97EF8}"/>
              </a:ext>
            </a:extLst>
          </p:cNvPr>
          <p:cNvSpPr>
            <a:spLocks noGrp="1"/>
          </p:cNvSpPr>
          <p:nvPr/>
        </p:nvSpPr>
        <p:spPr>
          <a:xfrm>
            <a:off x="7106701" y="44900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188"/>
          </a:solidFill>
          <a:ln w="5054">
            <a:solidFill>
              <a:srgbClr val="1FA188"/>
            </a:solidFill>
            <a:prstDash val="solid"/>
          </a:ln>
        </p:spPr>
      </p:sp>
      <p:sp>
        <p:nvSpPr>
          <p:cNvPr id="323" name="F3_paired_semantic_8721">
            <a:extLst>
              <a:ext uri="{FF2B5EF4-FFF2-40B4-BE49-F238E27FC236}">
                <a16:creationId xmlns:a16="http://schemas.microsoft.com/office/drawing/2014/main" id="{7ED825C6-9F78-429C-8417-5BB63E52EC97}"/>
              </a:ext>
            </a:extLst>
          </p:cNvPr>
          <p:cNvSpPr>
            <a:spLocks noGrp="1"/>
          </p:cNvSpPr>
          <p:nvPr/>
        </p:nvSpPr>
        <p:spPr>
          <a:xfrm>
            <a:off x="7106701" y="44704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088"/>
          </a:solidFill>
          <a:ln w="5054">
            <a:solidFill>
              <a:srgbClr val="1FA088"/>
            </a:solidFill>
            <a:prstDash val="solid"/>
          </a:ln>
        </p:spPr>
      </p:sp>
      <p:sp>
        <p:nvSpPr>
          <p:cNvPr id="324" name="F3_paired_semantic_8722">
            <a:extLst>
              <a:ext uri="{FF2B5EF4-FFF2-40B4-BE49-F238E27FC236}">
                <a16:creationId xmlns:a16="http://schemas.microsoft.com/office/drawing/2014/main" id="{28DE4307-5B10-4FE0-8F9C-7F5EF25C75FB}"/>
              </a:ext>
            </a:extLst>
          </p:cNvPr>
          <p:cNvSpPr>
            <a:spLocks noGrp="1"/>
          </p:cNvSpPr>
          <p:nvPr/>
        </p:nvSpPr>
        <p:spPr>
          <a:xfrm>
            <a:off x="7106701" y="44509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F88"/>
          </a:solidFill>
          <a:ln w="5054">
            <a:solidFill>
              <a:srgbClr val="1F9F88"/>
            </a:solidFill>
            <a:prstDash val="solid"/>
          </a:ln>
        </p:spPr>
      </p:sp>
      <p:sp>
        <p:nvSpPr>
          <p:cNvPr id="325" name="F3_paired_semantic_8723">
            <a:extLst>
              <a:ext uri="{FF2B5EF4-FFF2-40B4-BE49-F238E27FC236}">
                <a16:creationId xmlns:a16="http://schemas.microsoft.com/office/drawing/2014/main" id="{EC1360AE-3F25-4FD2-8E43-B259EB29C7DC}"/>
              </a:ext>
            </a:extLst>
          </p:cNvPr>
          <p:cNvSpPr>
            <a:spLocks noGrp="1"/>
          </p:cNvSpPr>
          <p:nvPr/>
        </p:nvSpPr>
        <p:spPr>
          <a:xfrm>
            <a:off x="7106701" y="44313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E89"/>
          </a:solidFill>
          <a:ln w="5054">
            <a:solidFill>
              <a:srgbClr val="1F9E89"/>
            </a:solidFill>
            <a:prstDash val="solid"/>
          </a:ln>
        </p:spPr>
      </p:sp>
      <p:sp>
        <p:nvSpPr>
          <p:cNvPr id="326" name="F3_paired_semantic_8724">
            <a:extLst>
              <a:ext uri="{FF2B5EF4-FFF2-40B4-BE49-F238E27FC236}">
                <a16:creationId xmlns:a16="http://schemas.microsoft.com/office/drawing/2014/main" id="{0E65EA26-952D-48CF-AD24-65322D87D069}"/>
              </a:ext>
            </a:extLst>
          </p:cNvPr>
          <p:cNvSpPr>
            <a:spLocks noGrp="1"/>
          </p:cNvSpPr>
          <p:nvPr/>
        </p:nvSpPr>
        <p:spPr>
          <a:xfrm>
            <a:off x="7106701" y="44118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D89"/>
          </a:solidFill>
          <a:ln w="5054">
            <a:solidFill>
              <a:srgbClr val="1E9D89"/>
            </a:solidFill>
            <a:prstDash val="solid"/>
          </a:ln>
        </p:spPr>
      </p:sp>
      <p:sp>
        <p:nvSpPr>
          <p:cNvPr id="327" name="F3_paired_semantic_8725">
            <a:extLst>
              <a:ext uri="{FF2B5EF4-FFF2-40B4-BE49-F238E27FC236}">
                <a16:creationId xmlns:a16="http://schemas.microsoft.com/office/drawing/2014/main" id="{5D642DC2-8D1B-4F03-802D-81C684EFEEFC}"/>
              </a:ext>
            </a:extLst>
          </p:cNvPr>
          <p:cNvSpPr>
            <a:spLocks noGrp="1"/>
          </p:cNvSpPr>
          <p:nvPr/>
        </p:nvSpPr>
        <p:spPr>
          <a:xfrm>
            <a:off x="7106701" y="43922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C89"/>
          </a:solidFill>
          <a:ln w="5054">
            <a:solidFill>
              <a:srgbClr val="1E9C89"/>
            </a:solidFill>
            <a:prstDash val="solid"/>
          </a:ln>
        </p:spPr>
      </p:sp>
      <p:sp>
        <p:nvSpPr>
          <p:cNvPr id="328" name="F3_paired_semantic_8726">
            <a:extLst>
              <a:ext uri="{FF2B5EF4-FFF2-40B4-BE49-F238E27FC236}">
                <a16:creationId xmlns:a16="http://schemas.microsoft.com/office/drawing/2014/main" id="{570BD007-05B2-45C8-9A5A-D59668E6A244}"/>
              </a:ext>
            </a:extLst>
          </p:cNvPr>
          <p:cNvSpPr>
            <a:spLocks noGrp="1"/>
          </p:cNvSpPr>
          <p:nvPr/>
        </p:nvSpPr>
        <p:spPr>
          <a:xfrm>
            <a:off x="7106701" y="43727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B8A"/>
          </a:solidFill>
          <a:ln w="5054">
            <a:solidFill>
              <a:srgbClr val="1E9B8A"/>
            </a:solidFill>
            <a:prstDash val="solid"/>
          </a:ln>
        </p:spPr>
      </p:sp>
      <p:sp>
        <p:nvSpPr>
          <p:cNvPr id="329" name="F3_paired_semantic_8727">
            <a:extLst>
              <a:ext uri="{FF2B5EF4-FFF2-40B4-BE49-F238E27FC236}">
                <a16:creationId xmlns:a16="http://schemas.microsoft.com/office/drawing/2014/main" id="{59210A69-2215-451C-B048-385AAE3B848D}"/>
              </a:ext>
            </a:extLst>
          </p:cNvPr>
          <p:cNvSpPr>
            <a:spLocks noGrp="1"/>
          </p:cNvSpPr>
          <p:nvPr/>
        </p:nvSpPr>
        <p:spPr>
          <a:xfrm>
            <a:off x="7106701" y="43531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A8A"/>
          </a:solidFill>
          <a:ln w="5054">
            <a:solidFill>
              <a:srgbClr val="1F9A8A"/>
            </a:solidFill>
            <a:prstDash val="solid"/>
          </a:ln>
        </p:spPr>
      </p:sp>
      <p:sp>
        <p:nvSpPr>
          <p:cNvPr id="330" name="F3_paired_semantic_8728">
            <a:extLst>
              <a:ext uri="{FF2B5EF4-FFF2-40B4-BE49-F238E27FC236}">
                <a16:creationId xmlns:a16="http://schemas.microsoft.com/office/drawing/2014/main" id="{8056F1F3-00C4-4CEF-9F66-42129B7B6FF2}"/>
              </a:ext>
            </a:extLst>
          </p:cNvPr>
          <p:cNvSpPr>
            <a:spLocks noGrp="1"/>
          </p:cNvSpPr>
          <p:nvPr/>
        </p:nvSpPr>
        <p:spPr>
          <a:xfrm>
            <a:off x="7106701" y="43336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98A"/>
          </a:solidFill>
          <a:ln w="5054">
            <a:solidFill>
              <a:srgbClr val="1F998A"/>
            </a:solidFill>
            <a:prstDash val="solid"/>
          </a:ln>
        </p:spPr>
      </p:sp>
      <p:sp>
        <p:nvSpPr>
          <p:cNvPr id="331" name="F3_paired_semantic_8729">
            <a:extLst>
              <a:ext uri="{FF2B5EF4-FFF2-40B4-BE49-F238E27FC236}">
                <a16:creationId xmlns:a16="http://schemas.microsoft.com/office/drawing/2014/main" id="{8378DCCD-4650-48EC-8F50-DEEDEEDFD933}"/>
              </a:ext>
            </a:extLst>
          </p:cNvPr>
          <p:cNvSpPr>
            <a:spLocks noGrp="1"/>
          </p:cNvSpPr>
          <p:nvPr/>
        </p:nvSpPr>
        <p:spPr>
          <a:xfrm>
            <a:off x="7106701" y="43140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88B"/>
          </a:solidFill>
          <a:ln w="5054">
            <a:solidFill>
              <a:srgbClr val="1F988B"/>
            </a:solidFill>
            <a:prstDash val="solid"/>
          </a:ln>
        </p:spPr>
      </p:sp>
      <p:sp>
        <p:nvSpPr>
          <p:cNvPr id="332" name="F3_paired_semantic_8730">
            <a:extLst>
              <a:ext uri="{FF2B5EF4-FFF2-40B4-BE49-F238E27FC236}">
                <a16:creationId xmlns:a16="http://schemas.microsoft.com/office/drawing/2014/main" id="{93FA502B-5669-451C-912D-5EB920E3D6ED}"/>
              </a:ext>
            </a:extLst>
          </p:cNvPr>
          <p:cNvSpPr>
            <a:spLocks noGrp="1"/>
          </p:cNvSpPr>
          <p:nvPr/>
        </p:nvSpPr>
        <p:spPr>
          <a:xfrm>
            <a:off x="7106701" y="42945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78B"/>
          </a:solidFill>
          <a:ln w="5054">
            <a:solidFill>
              <a:srgbClr val="1F978B"/>
            </a:solidFill>
            <a:prstDash val="solid"/>
          </a:ln>
        </p:spPr>
      </p:sp>
      <p:sp>
        <p:nvSpPr>
          <p:cNvPr id="333" name="F3_paired_semantic_8731">
            <a:extLst>
              <a:ext uri="{FF2B5EF4-FFF2-40B4-BE49-F238E27FC236}">
                <a16:creationId xmlns:a16="http://schemas.microsoft.com/office/drawing/2014/main" id="{B2ED9F40-707E-43CA-A394-31486D6130FF}"/>
              </a:ext>
            </a:extLst>
          </p:cNvPr>
          <p:cNvSpPr>
            <a:spLocks noGrp="1"/>
          </p:cNvSpPr>
          <p:nvPr/>
        </p:nvSpPr>
        <p:spPr>
          <a:xfrm>
            <a:off x="7106701" y="42749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68B"/>
          </a:solidFill>
          <a:ln w="5054">
            <a:solidFill>
              <a:srgbClr val="1F968B"/>
            </a:solidFill>
            <a:prstDash val="solid"/>
          </a:ln>
        </p:spPr>
      </p:sp>
      <p:sp>
        <p:nvSpPr>
          <p:cNvPr id="334" name="F3_paired_semantic_8732">
            <a:extLst>
              <a:ext uri="{FF2B5EF4-FFF2-40B4-BE49-F238E27FC236}">
                <a16:creationId xmlns:a16="http://schemas.microsoft.com/office/drawing/2014/main" id="{621EFC4B-91F3-4455-9E19-C592D6763DE3}"/>
              </a:ext>
            </a:extLst>
          </p:cNvPr>
          <p:cNvSpPr>
            <a:spLocks noGrp="1"/>
          </p:cNvSpPr>
          <p:nvPr/>
        </p:nvSpPr>
        <p:spPr>
          <a:xfrm>
            <a:off x="7106701" y="42554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58B"/>
          </a:solidFill>
          <a:ln w="5054">
            <a:solidFill>
              <a:srgbClr val="1F958B"/>
            </a:solidFill>
            <a:prstDash val="solid"/>
          </a:ln>
        </p:spPr>
      </p:sp>
      <p:sp>
        <p:nvSpPr>
          <p:cNvPr id="335" name="F3_paired_semantic_8733">
            <a:extLst>
              <a:ext uri="{FF2B5EF4-FFF2-40B4-BE49-F238E27FC236}">
                <a16:creationId xmlns:a16="http://schemas.microsoft.com/office/drawing/2014/main" id="{EE939FD3-5687-433E-965F-9285F0386F9F}"/>
              </a:ext>
            </a:extLst>
          </p:cNvPr>
          <p:cNvSpPr>
            <a:spLocks noGrp="1"/>
          </p:cNvSpPr>
          <p:nvPr/>
        </p:nvSpPr>
        <p:spPr>
          <a:xfrm>
            <a:off x="7106701" y="42358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48C"/>
          </a:solidFill>
          <a:ln w="5054">
            <a:solidFill>
              <a:srgbClr val="1F948C"/>
            </a:solidFill>
            <a:prstDash val="solid"/>
          </a:ln>
        </p:spPr>
      </p:sp>
      <p:sp>
        <p:nvSpPr>
          <p:cNvPr id="336" name="F3_paired_semantic_8734">
            <a:extLst>
              <a:ext uri="{FF2B5EF4-FFF2-40B4-BE49-F238E27FC236}">
                <a16:creationId xmlns:a16="http://schemas.microsoft.com/office/drawing/2014/main" id="{DF232E97-9B9E-42D4-A4DA-95A4F421D2AA}"/>
              </a:ext>
            </a:extLst>
          </p:cNvPr>
          <p:cNvSpPr>
            <a:spLocks noGrp="1"/>
          </p:cNvSpPr>
          <p:nvPr/>
        </p:nvSpPr>
        <p:spPr>
          <a:xfrm>
            <a:off x="7106701" y="42163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38C"/>
          </a:solidFill>
          <a:ln w="5054">
            <a:solidFill>
              <a:srgbClr val="20938C"/>
            </a:solidFill>
            <a:prstDash val="solid"/>
          </a:ln>
        </p:spPr>
      </p:sp>
      <p:sp>
        <p:nvSpPr>
          <p:cNvPr id="337" name="F3_paired_semantic_8735">
            <a:extLst>
              <a:ext uri="{FF2B5EF4-FFF2-40B4-BE49-F238E27FC236}">
                <a16:creationId xmlns:a16="http://schemas.microsoft.com/office/drawing/2014/main" id="{14EF4786-B35E-4C29-9521-54074B50D7E6}"/>
              </a:ext>
            </a:extLst>
          </p:cNvPr>
          <p:cNvSpPr>
            <a:spLocks noGrp="1"/>
          </p:cNvSpPr>
          <p:nvPr/>
        </p:nvSpPr>
        <p:spPr>
          <a:xfrm>
            <a:off x="7106701" y="41967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28C"/>
          </a:solidFill>
          <a:ln w="5054">
            <a:solidFill>
              <a:srgbClr val="20928C"/>
            </a:solidFill>
            <a:prstDash val="solid"/>
          </a:ln>
        </p:spPr>
      </p:sp>
      <p:sp>
        <p:nvSpPr>
          <p:cNvPr id="338" name="F3_paired_semantic_8736">
            <a:extLst>
              <a:ext uri="{FF2B5EF4-FFF2-40B4-BE49-F238E27FC236}">
                <a16:creationId xmlns:a16="http://schemas.microsoft.com/office/drawing/2014/main" id="{E4EF5E57-9930-4A3C-AD20-4BA0D962633D}"/>
              </a:ext>
            </a:extLst>
          </p:cNvPr>
          <p:cNvSpPr>
            <a:spLocks noGrp="1"/>
          </p:cNvSpPr>
          <p:nvPr/>
        </p:nvSpPr>
        <p:spPr>
          <a:xfrm>
            <a:off x="7106701" y="41772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28C"/>
          </a:solidFill>
          <a:ln w="5054">
            <a:solidFill>
              <a:srgbClr val="20928C"/>
            </a:solidFill>
            <a:prstDash val="solid"/>
          </a:ln>
        </p:spPr>
      </p:sp>
      <p:sp>
        <p:nvSpPr>
          <p:cNvPr id="339" name="F3_paired_semantic_8737">
            <a:extLst>
              <a:ext uri="{FF2B5EF4-FFF2-40B4-BE49-F238E27FC236}">
                <a16:creationId xmlns:a16="http://schemas.microsoft.com/office/drawing/2014/main" id="{FA238A92-CCE1-4F10-849D-8F41076F0631}"/>
              </a:ext>
            </a:extLst>
          </p:cNvPr>
          <p:cNvSpPr>
            <a:spLocks noGrp="1"/>
          </p:cNvSpPr>
          <p:nvPr/>
        </p:nvSpPr>
        <p:spPr>
          <a:xfrm>
            <a:off x="7106701" y="41576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918C"/>
          </a:solidFill>
          <a:ln w="5054">
            <a:solidFill>
              <a:srgbClr val="21918C"/>
            </a:solidFill>
            <a:prstDash val="solid"/>
          </a:ln>
        </p:spPr>
      </p:sp>
      <p:sp>
        <p:nvSpPr>
          <p:cNvPr id="340" name="F3_paired_semantic_8738">
            <a:extLst>
              <a:ext uri="{FF2B5EF4-FFF2-40B4-BE49-F238E27FC236}">
                <a16:creationId xmlns:a16="http://schemas.microsoft.com/office/drawing/2014/main" id="{10442BB3-AD55-418F-A672-5F347DACE118}"/>
              </a:ext>
            </a:extLst>
          </p:cNvPr>
          <p:cNvSpPr>
            <a:spLocks noGrp="1"/>
          </p:cNvSpPr>
          <p:nvPr/>
        </p:nvSpPr>
        <p:spPr>
          <a:xfrm>
            <a:off x="7106701" y="41381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908D"/>
          </a:solidFill>
          <a:ln w="5054">
            <a:solidFill>
              <a:srgbClr val="21908D"/>
            </a:solidFill>
            <a:prstDash val="solid"/>
          </a:ln>
        </p:spPr>
      </p:sp>
      <p:sp>
        <p:nvSpPr>
          <p:cNvPr id="341" name="F3_paired_semantic_8739">
            <a:extLst>
              <a:ext uri="{FF2B5EF4-FFF2-40B4-BE49-F238E27FC236}">
                <a16:creationId xmlns:a16="http://schemas.microsoft.com/office/drawing/2014/main" id="{DB42DB80-3E02-43EA-B358-B5EA068D92DD}"/>
              </a:ext>
            </a:extLst>
          </p:cNvPr>
          <p:cNvSpPr>
            <a:spLocks noGrp="1"/>
          </p:cNvSpPr>
          <p:nvPr/>
        </p:nvSpPr>
        <p:spPr>
          <a:xfrm>
            <a:off x="7106701" y="411856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8F8D"/>
          </a:solidFill>
          <a:ln w="5054">
            <a:solidFill>
              <a:srgbClr val="218F8D"/>
            </a:solidFill>
            <a:prstDash val="solid"/>
          </a:ln>
        </p:spPr>
      </p:sp>
      <p:sp>
        <p:nvSpPr>
          <p:cNvPr id="342" name="F3_paired_semantic_8740">
            <a:extLst>
              <a:ext uri="{FF2B5EF4-FFF2-40B4-BE49-F238E27FC236}">
                <a16:creationId xmlns:a16="http://schemas.microsoft.com/office/drawing/2014/main" id="{3ACA7E8D-3AC7-463F-B03D-0DB53247FC9F}"/>
              </a:ext>
            </a:extLst>
          </p:cNvPr>
          <p:cNvSpPr>
            <a:spLocks noGrp="1"/>
          </p:cNvSpPr>
          <p:nvPr/>
        </p:nvSpPr>
        <p:spPr>
          <a:xfrm>
            <a:off x="7106701" y="40990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8E8D"/>
          </a:solidFill>
          <a:ln w="5054">
            <a:solidFill>
              <a:srgbClr val="218E8D"/>
            </a:solidFill>
            <a:prstDash val="solid"/>
          </a:ln>
        </p:spPr>
      </p:sp>
      <p:sp>
        <p:nvSpPr>
          <p:cNvPr id="343" name="F3_paired_semantic_8741">
            <a:extLst>
              <a:ext uri="{FF2B5EF4-FFF2-40B4-BE49-F238E27FC236}">
                <a16:creationId xmlns:a16="http://schemas.microsoft.com/office/drawing/2014/main" id="{1959B1FD-9480-45AF-B870-A9B2BFE718A3}"/>
              </a:ext>
            </a:extLst>
          </p:cNvPr>
          <p:cNvSpPr>
            <a:spLocks noGrp="1"/>
          </p:cNvSpPr>
          <p:nvPr/>
        </p:nvSpPr>
        <p:spPr>
          <a:xfrm>
            <a:off x="7106701" y="407946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D8D"/>
          </a:solidFill>
          <a:ln w="5054">
            <a:solidFill>
              <a:srgbClr val="228D8D"/>
            </a:solidFill>
            <a:prstDash val="solid"/>
          </a:ln>
        </p:spPr>
      </p:sp>
      <p:sp>
        <p:nvSpPr>
          <p:cNvPr id="344" name="F3_paired_semantic_8742">
            <a:extLst>
              <a:ext uri="{FF2B5EF4-FFF2-40B4-BE49-F238E27FC236}">
                <a16:creationId xmlns:a16="http://schemas.microsoft.com/office/drawing/2014/main" id="{8B2FBBB4-DB0A-4EAD-AE3C-CB4ED58A4A11}"/>
              </a:ext>
            </a:extLst>
          </p:cNvPr>
          <p:cNvSpPr>
            <a:spLocks noGrp="1"/>
          </p:cNvSpPr>
          <p:nvPr/>
        </p:nvSpPr>
        <p:spPr>
          <a:xfrm>
            <a:off x="7106701" y="40599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C8D"/>
          </a:solidFill>
          <a:ln w="5054">
            <a:solidFill>
              <a:srgbClr val="228C8D"/>
            </a:solidFill>
            <a:prstDash val="solid"/>
          </a:ln>
        </p:spPr>
      </p:sp>
      <p:sp>
        <p:nvSpPr>
          <p:cNvPr id="345" name="F3_paired_semantic_8743">
            <a:extLst>
              <a:ext uri="{FF2B5EF4-FFF2-40B4-BE49-F238E27FC236}">
                <a16:creationId xmlns:a16="http://schemas.microsoft.com/office/drawing/2014/main" id="{ED38586F-C4B1-4338-AF54-1D5055057ED6}"/>
              </a:ext>
            </a:extLst>
          </p:cNvPr>
          <p:cNvSpPr>
            <a:spLocks noGrp="1"/>
          </p:cNvSpPr>
          <p:nvPr/>
        </p:nvSpPr>
        <p:spPr>
          <a:xfrm>
            <a:off x="7106701" y="40403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B8D"/>
          </a:solidFill>
          <a:ln w="5054">
            <a:solidFill>
              <a:srgbClr val="228B8D"/>
            </a:solidFill>
            <a:prstDash val="solid"/>
          </a:ln>
        </p:spPr>
      </p:sp>
      <p:sp>
        <p:nvSpPr>
          <p:cNvPr id="346" name="F3_paired_semantic_8744">
            <a:extLst>
              <a:ext uri="{FF2B5EF4-FFF2-40B4-BE49-F238E27FC236}">
                <a16:creationId xmlns:a16="http://schemas.microsoft.com/office/drawing/2014/main" id="{6ED3695B-14CD-4A69-988D-F9AFFF0CFFA7}"/>
              </a:ext>
            </a:extLst>
          </p:cNvPr>
          <p:cNvSpPr>
            <a:spLocks noGrp="1"/>
          </p:cNvSpPr>
          <p:nvPr/>
        </p:nvSpPr>
        <p:spPr>
          <a:xfrm>
            <a:off x="7106701" y="40208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A8D"/>
          </a:solidFill>
          <a:ln w="5054">
            <a:solidFill>
              <a:srgbClr val="238A8D"/>
            </a:solidFill>
            <a:prstDash val="solid"/>
          </a:ln>
        </p:spPr>
      </p:sp>
      <p:sp>
        <p:nvSpPr>
          <p:cNvPr id="347" name="F3_paired_semantic_8745">
            <a:extLst>
              <a:ext uri="{FF2B5EF4-FFF2-40B4-BE49-F238E27FC236}">
                <a16:creationId xmlns:a16="http://schemas.microsoft.com/office/drawing/2014/main" id="{6C4579D9-F0A6-4916-97A1-CCF412526FB0}"/>
              </a:ext>
            </a:extLst>
          </p:cNvPr>
          <p:cNvSpPr>
            <a:spLocks noGrp="1"/>
          </p:cNvSpPr>
          <p:nvPr/>
        </p:nvSpPr>
        <p:spPr>
          <a:xfrm>
            <a:off x="7106701" y="40012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98E"/>
          </a:solidFill>
          <a:ln w="5054">
            <a:solidFill>
              <a:srgbClr val="23898E"/>
            </a:solidFill>
            <a:prstDash val="solid"/>
          </a:ln>
        </p:spPr>
      </p:sp>
      <p:sp>
        <p:nvSpPr>
          <p:cNvPr id="348" name="F3_paired_semantic_8746">
            <a:extLst>
              <a:ext uri="{FF2B5EF4-FFF2-40B4-BE49-F238E27FC236}">
                <a16:creationId xmlns:a16="http://schemas.microsoft.com/office/drawing/2014/main" id="{B6120E81-BC7D-4248-BDC0-42802B9B4E5F}"/>
              </a:ext>
            </a:extLst>
          </p:cNvPr>
          <p:cNvSpPr>
            <a:spLocks noGrp="1"/>
          </p:cNvSpPr>
          <p:nvPr/>
        </p:nvSpPr>
        <p:spPr>
          <a:xfrm>
            <a:off x="7106701" y="39817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88E"/>
          </a:solidFill>
          <a:ln w="5054">
            <a:solidFill>
              <a:srgbClr val="23888E"/>
            </a:solidFill>
            <a:prstDash val="solid"/>
          </a:ln>
        </p:spPr>
      </p:sp>
      <p:sp>
        <p:nvSpPr>
          <p:cNvPr id="349" name="F3_paired_semantic_8747">
            <a:extLst>
              <a:ext uri="{FF2B5EF4-FFF2-40B4-BE49-F238E27FC236}">
                <a16:creationId xmlns:a16="http://schemas.microsoft.com/office/drawing/2014/main" id="{05144458-CDFE-4DF1-908D-319FD8692025}"/>
              </a:ext>
            </a:extLst>
          </p:cNvPr>
          <p:cNvSpPr>
            <a:spLocks noGrp="1"/>
          </p:cNvSpPr>
          <p:nvPr/>
        </p:nvSpPr>
        <p:spPr>
          <a:xfrm>
            <a:off x="7106701" y="39621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878E"/>
          </a:solidFill>
          <a:ln w="5054">
            <a:solidFill>
              <a:srgbClr val="24878E"/>
            </a:solidFill>
            <a:prstDash val="solid"/>
          </a:ln>
        </p:spPr>
      </p:sp>
      <p:sp>
        <p:nvSpPr>
          <p:cNvPr id="350" name="F3_paired_semantic_8748">
            <a:extLst>
              <a:ext uri="{FF2B5EF4-FFF2-40B4-BE49-F238E27FC236}">
                <a16:creationId xmlns:a16="http://schemas.microsoft.com/office/drawing/2014/main" id="{66C3E40F-A314-4C51-A41E-387EB8ED0BC1}"/>
              </a:ext>
            </a:extLst>
          </p:cNvPr>
          <p:cNvSpPr>
            <a:spLocks noGrp="1"/>
          </p:cNvSpPr>
          <p:nvPr/>
        </p:nvSpPr>
        <p:spPr>
          <a:xfrm>
            <a:off x="7106701" y="39426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868E"/>
          </a:solidFill>
          <a:ln w="5054">
            <a:solidFill>
              <a:srgbClr val="24868E"/>
            </a:solidFill>
            <a:prstDash val="solid"/>
          </a:ln>
        </p:spPr>
      </p:sp>
      <p:sp>
        <p:nvSpPr>
          <p:cNvPr id="351" name="F3_paired_semantic_8749">
            <a:extLst>
              <a:ext uri="{FF2B5EF4-FFF2-40B4-BE49-F238E27FC236}">
                <a16:creationId xmlns:a16="http://schemas.microsoft.com/office/drawing/2014/main" id="{6CCD4A3B-59E8-42F4-9F4E-20EF1704A22D}"/>
              </a:ext>
            </a:extLst>
          </p:cNvPr>
          <p:cNvSpPr>
            <a:spLocks noGrp="1"/>
          </p:cNvSpPr>
          <p:nvPr/>
        </p:nvSpPr>
        <p:spPr>
          <a:xfrm>
            <a:off x="7106701" y="39230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58E"/>
          </a:solidFill>
          <a:ln w="5054">
            <a:solidFill>
              <a:srgbClr val="25858E"/>
            </a:solidFill>
            <a:prstDash val="solid"/>
          </a:ln>
        </p:spPr>
      </p:sp>
      <p:sp>
        <p:nvSpPr>
          <p:cNvPr id="352" name="F3_paired_semantic_8750">
            <a:extLst>
              <a:ext uri="{FF2B5EF4-FFF2-40B4-BE49-F238E27FC236}">
                <a16:creationId xmlns:a16="http://schemas.microsoft.com/office/drawing/2014/main" id="{CA8C741B-BAA3-49B0-80F1-441D59402C24}"/>
              </a:ext>
            </a:extLst>
          </p:cNvPr>
          <p:cNvSpPr>
            <a:spLocks noGrp="1"/>
          </p:cNvSpPr>
          <p:nvPr/>
        </p:nvSpPr>
        <p:spPr>
          <a:xfrm>
            <a:off x="7106701" y="39035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48E"/>
          </a:solidFill>
          <a:ln w="5054">
            <a:solidFill>
              <a:srgbClr val="25848E"/>
            </a:solidFill>
            <a:prstDash val="solid"/>
          </a:ln>
        </p:spPr>
      </p:sp>
      <p:sp>
        <p:nvSpPr>
          <p:cNvPr id="353" name="F3_paired_semantic_8751">
            <a:extLst>
              <a:ext uri="{FF2B5EF4-FFF2-40B4-BE49-F238E27FC236}">
                <a16:creationId xmlns:a16="http://schemas.microsoft.com/office/drawing/2014/main" id="{1918DBAF-6472-4981-8C5A-50A89F6F3625}"/>
              </a:ext>
            </a:extLst>
          </p:cNvPr>
          <p:cNvSpPr>
            <a:spLocks noGrp="1"/>
          </p:cNvSpPr>
          <p:nvPr/>
        </p:nvSpPr>
        <p:spPr>
          <a:xfrm>
            <a:off x="7106701" y="38839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38E"/>
          </a:solidFill>
          <a:ln w="5054">
            <a:solidFill>
              <a:srgbClr val="25838E"/>
            </a:solidFill>
            <a:prstDash val="solid"/>
          </a:ln>
        </p:spPr>
      </p:sp>
      <p:sp>
        <p:nvSpPr>
          <p:cNvPr id="354" name="F3_paired_semantic_8752">
            <a:extLst>
              <a:ext uri="{FF2B5EF4-FFF2-40B4-BE49-F238E27FC236}">
                <a16:creationId xmlns:a16="http://schemas.microsoft.com/office/drawing/2014/main" id="{85D50824-1ADD-4207-B70C-4BB2B62C13FC}"/>
              </a:ext>
            </a:extLst>
          </p:cNvPr>
          <p:cNvSpPr>
            <a:spLocks noGrp="1"/>
          </p:cNvSpPr>
          <p:nvPr/>
        </p:nvSpPr>
        <p:spPr>
          <a:xfrm>
            <a:off x="7106701" y="38644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28E"/>
          </a:solidFill>
          <a:ln w="5054">
            <a:solidFill>
              <a:srgbClr val="26828E"/>
            </a:solidFill>
            <a:prstDash val="solid"/>
          </a:ln>
        </p:spPr>
      </p:sp>
      <p:sp>
        <p:nvSpPr>
          <p:cNvPr id="355" name="F3_paired_semantic_8753">
            <a:extLst>
              <a:ext uri="{FF2B5EF4-FFF2-40B4-BE49-F238E27FC236}">
                <a16:creationId xmlns:a16="http://schemas.microsoft.com/office/drawing/2014/main" id="{039C9ADB-FB3D-4839-AC43-BFD40E1C12F2}"/>
              </a:ext>
            </a:extLst>
          </p:cNvPr>
          <p:cNvSpPr>
            <a:spLocks noGrp="1"/>
          </p:cNvSpPr>
          <p:nvPr/>
        </p:nvSpPr>
        <p:spPr>
          <a:xfrm>
            <a:off x="7106701" y="38448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28E"/>
          </a:solidFill>
          <a:ln w="5054">
            <a:solidFill>
              <a:srgbClr val="26828E"/>
            </a:solidFill>
            <a:prstDash val="solid"/>
          </a:ln>
        </p:spPr>
      </p:sp>
      <p:sp>
        <p:nvSpPr>
          <p:cNvPr id="356" name="F3_paired_semantic_8754">
            <a:extLst>
              <a:ext uri="{FF2B5EF4-FFF2-40B4-BE49-F238E27FC236}">
                <a16:creationId xmlns:a16="http://schemas.microsoft.com/office/drawing/2014/main" id="{2DFCD1DA-2E70-4EA8-99F8-0BD2A7B517E6}"/>
              </a:ext>
            </a:extLst>
          </p:cNvPr>
          <p:cNvSpPr>
            <a:spLocks noGrp="1"/>
          </p:cNvSpPr>
          <p:nvPr/>
        </p:nvSpPr>
        <p:spPr>
          <a:xfrm>
            <a:off x="7106701" y="38253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18E"/>
          </a:solidFill>
          <a:ln w="5054">
            <a:solidFill>
              <a:srgbClr val="26818E"/>
            </a:solidFill>
            <a:prstDash val="solid"/>
          </a:ln>
        </p:spPr>
      </p:sp>
      <p:sp>
        <p:nvSpPr>
          <p:cNvPr id="357" name="F3_paired_semantic_8755">
            <a:extLst>
              <a:ext uri="{FF2B5EF4-FFF2-40B4-BE49-F238E27FC236}">
                <a16:creationId xmlns:a16="http://schemas.microsoft.com/office/drawing/2014/main" id="{8699558D-355C-4251-BD01-A67801C3FF66}"/>
              </a:ext>
            </a:extLst>
          </p:cNvPr>
          <p:cNvSpPr>
            <a:spLocks noGrp="1"/>
          </p:cNvSpPr>
          <p:nvPr/>
        </p:nvSpPr>
        <p:spPr>
          <a:xfrm>
            <a:off x="7106701" y="38057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808E"/>
          </a:solidFill>
          <a:ln w="5054">
            <a:solidFill>
              <a:srgbClr val="27808E"/>
            </a:solidFill>
            <a:prstDash val="solid"/>
          </a:ln>
        </p:spPr>
      </p:sp>
      <p:sp>
        <p:nvSpPr>
          <p:cNvPr id="358" name="F3_paired_semantic_8756">
            <a:extLst>
              <a:ext uri="{FF2B5EF4-FFF2-40B4-BE49-F238E27FC236}">
                <a16:creationId xmlns:a16="http://schemas.microsoft.com/office/drawing/2014/main" id="{8F1D7905-EF5D-46BC-B013-F6B1601F2F3E}"/>
              </a:ext>
            </a:extLst>
          </p:cNvPr>
          <p:cNvSpPr>
            <a:spLocks noGrp="1"/>
          </p:cNvSpPr>
          <p:nvPr/>
        </p:nvSpPr>
        <p:spPr>
          <a:xfrm>
            <a:off x="7106701" y="37862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7F8E"/>
          </a:solidFill>
          <a:ln w="5054">
            <a:solidFill>
              <a:srgbClr val="277F8E"/>
            </a:solidFill>
            <a:prstDash val="solid"/>
          </a:ln>
        </p:spPr>
      </p:sp>
      <p:sp>
        <p:nvSpPr>
          <p:cNvPr id="359" name="F3_paired_semantic_8757">
            <a:extLst>
              <a:ext uri="{FF2B5EF4-FFF2-40B4-BE49-F238E27FC236}">
                <a16:creationId xmlns:a16="http://schemas.microsoft.com/office/drawing/2014/main" id="{2911856F-0B6F-43D6-8FBE-1B580C5830A7}"/>
              </a:ext>
            </a:extLst>
          </p:cNvPr>
          <p:cNvSpPr>
            <a:spLocks noGrp="1"/>
          </p:cNvSpPr>
          <p:nvPr/>
        </p:nvSpPr>
        <p:spPr>
          <a:xfrm>
            <a:off x="7106701" y="37666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7E8E"/>
          </a:solidFill>
          <a:ln w="5054">
            <a:solidFill>
              <a:srgbClr val="277E8E"/>
            </a:solidFill>
            <a:prstDash val="solid"/>
          </a:ln>
        </p:spPr>
      </p:sp>
      <p:sp>
        <p:nvSpPr>
          <p:cNvPr id="360" name="F3_paired_semantic_8758">
            <a:extLst>
              <a:ext uri="{FF2B5EF4-FFF2-40B4-BE49-F238E27FC236}">
                <a16:creationId xmlns:a16="http://schemas.microsoft.com/office/drawing/2014/main" id="{F871BE10-40BB-4BE3-BB43-3B08D9CA95D9}"/>
              </a:ext>
            </a:extLst>
          </p:cNvPr>
          <p:cNvSpPr>
            <a:spLocks noGrp="1"/>
          </p:cNvSpPr>
          <p:nvPr/>
        </p:nvSpPr>
        <p:spPr>
          <a:xfrm>
            <a:off x="7106701" y="37471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7D8E"/>
          </a:solidFill>
          <a:ln w="5054">
            <a:solidFill>
              <a:srgbClr val="287D8E"/>
            </a:solidFill>
            <a:prstDash val="solid"/>
          </a:ln>
        </p:spPr>
      </p:sp>
      <p:sp>
        <p:nvSpPr>
          <p:cNvPr id="361" name="F3_paired_semantic_8759">
            <a:extLst>
              <a:ext uri="{FF2B5EF4-FFF2-40B4-BE49-F238E27FC236}">
                <a16:creationId xmlns:a16="http://schemas.microsoft.com/office/drawing/2014/main" id="{577B019B-D742-4BEC-9F75-EAF407790B7E}"/>
              </a:ext>
            </a:extLst>
          </p:cNvPr>
          <p:cNvSpPr>
            <a:spLocks noGrp="1"/>
          </p:cNvSpPr>
          <p:nvPr/>
        </p:nvSpPr>
        <p:spPr>
          <a:xfrm>
            <a:off x="7106701" y="37275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7C8E"/>
          </a:solidFill>
          <a:ln w="5054">
            <a:solidFill>
              <a:srgbClr val="287C8E"/>
            </a:solidFill>
            <a:prstDash val="solid"/>
          </a:ln>
        </p:spPr>
      </p:sp>
      <p:sp>
        <p:nvSpPr>
          <p:cNvPr id="362" name="F3_paired_semantic_8760">
            <a:extLst>
              <a:ext uri="{FF2B5EF4-FFF2-40B4-BE49-F238E27FC236}">
                <a16:creationId xmlns:a16="http://schemas.microsoft.com/office/drawing/2014/main" id="{10AAB067-8040-4ECA-83FB-1C76FFE20005}"/>
              </a:ext>
            </a:extLst>
          </p:cNvPr>
          <p:cNvSpPr>
            <a:spLocks noGrp="1"/>
          </p:cNvSpPr>
          <p:nvPr/>
        </p:nvSpPr>
        <p:spPr>
          <a:xfrm>
            <a:off x="7106701" y="37080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B8E"/>
          </a:solidFill>
          <a:ln w="5054">
            <a:solidFill>
              <a:srgbClr val="297B8E"/>
            </a:solidFill>
            <a:prstDash val="solid"/>
          </a:ln>
        </p:spPr>
      </p:sp>
      <p:sp>
        <p:nvSpPr>
          <p:cNvPr id="363" name="F3_paired_semantic_8761">
            <a:extLst>
              <a:ext uri="{FF2B5EF4-FFF2-40B4-BE49-F238E27FC236}">
                <a16:creationId xmlns:a16="http://schemas.microsoft.com/office/drawing/2014/main" id="{B7B29F64-C58C-45F5-A63F-6B541C7D71E1}"/>
              </a:ext>
            </a:extLst>
          </p:cNvPr>
          <p:cNvSpPr>
            <a:spLocks noGrp="1"/>
          </p:cNvSpPr>
          <p:nvPr/>
        </p:nvSpPr>
        <p:spPr>
          <a:xfrm>
            <a:off x="7106701" y="36884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A8E"/>
          </a:solidFill>
          <a:ln w="5054">
            <a:solidFill>
              <a:srgbClr val="297A8E"/>
            </a:solidFill>
            <a:prstDash val="solid"/>
          </a:ln>
        </p:spPr>
      </p:sp>
      <p:sp>
        <p:nvSpPr>
          <p:cNvPr id="364" name="F3_paired_semantic_8762">
            <a:extLst>
              <a:ext uri="{FF2B5EF4-FFF2-40B4-BE49-F238E27FC236}">
                <a16:creationId xmlns:a16="http://schemas.microsoft.com/office/drawing/2014/main" id="{91A6B78B-CDBB-4A85-A5A6-FC80A568F4EE}"/>
              </a:ext>
            </a:extLst>
          </p:cNvPr>
          <p:cNvSpPr>
            <a:spLocks noGrp="1"/>
          </p:cNvSpPr>
          <p:nvPr/>
        </p:nvSpPr>
        <p:spPr>
          <a:xfrm>
            <a:off x="7106701" y="36689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98E"/>
          </a:solidFill>
          <a:ln w="5054">
            <a:solidFill>
              <a:srgbClr val="29798E"/>
            </a:solidFill>
            <a:prstDash val="solid"/>
          </a:ln>
        </p:spPr>
      </p:sp>
      <p:sp>
        <p:nvSpPr>
          <p:cNvPr id="365" name="F3_paired_semantic_8763">
            <a:extLst>
              <a:ext uri="{FF2B5EF4-FFF2-40B4-BE49-F238E27FC236}">
                <a16:creationId xmlns:a16="http://schemas.microsoft.com/office/drawing/2014/main" id="{4FDCD369-ED90-4AEC-A724-1C002A49BBD4}"/>
              </a:ext>
            </a:extLst>
          </p:cNvPr>
          <p:cNvSpPr>
            <a:spLocks noGrp="1"/>
          </p:cNvSpPr>
          <p:nvPr/>
        </p:nvSpPr>
        <p:spPr>
          <a:xfrm>
            <a:off x="7106701" y="36493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88E"/>
          </a:solidFill>
          <a:ln w="5054">
            <a:solidFill>
              <a:srgbClr val="2A788E"/>
            </a:solidFill>
            <a:prstDash val="solid"/>
          </a:ln>
        </p:spPr>
      </p:sp>
      <p:sp>
        <p:nvSpPr>
          <p:cNvPr id="366" name="F3_paired_semantic_8764">
            <a:extLst>
              <a:ext uri="{FF2B5EF4-FFF2-40B4-BE49-F238E27FC236}">
                <a16:creationId xmlns:a16="http://schemas.microsoft.com/office/drawing/2014/main" id="{A774DDD1-1318-4670-A5A1-568246103115}"/>
              </a:ext>
            </a:extLst>
          </p:cNvPr>
          <p:cNvSpPr>
            <a:spLocks noGrp="1"/>
          </p:cNvSpPr>
          <p:nvPr/>
        </p:nvSpPr>
        <p:spPr>
          <a:xfrm>
            <a:off x="7106701" y="36298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78E"/>
          </a:solidFill>
          <a:ln w="5054">
            <a:solidFill>
              <a:srgbClr val="2A778E"/>
            </a:solidFill>
            <a:prstDash val="solid"/>
          </a:ln>
        </p:spPr>
      </p:sp>
      <p:sp>
        <p:nvSpPr>
          <p:cNvPr id="367" name="F3_paired_semantic_8765">
            <a:extLst>
              <a:ext uri="{FF2B5EF4-FFF2-40B4-BE49-F238E27FC236}">
                <a16:creationId xmlns:a16="http://schemas.microsoft.com/office/drawing/2014/main" id="{C81C358C-4662-4A00-9B6D-95782A789321}"/>
              </a:ext>
            </a:extLst>
          </p:cNvPr>
          <p:cNvSpPr>
            <a:spLocks noGrp="1"/>
          </p:cNvSpPr>
          <p:nvPr/>
        </p:nvSpPr>
        <p:spPr>
          <a:xfrm>
            <a:off x="7106701" y="36102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68E"/>
          </a:solidFill>
          <a:ln w="5054">
            <a:solidFill>
              <a:srgbClr val="2A768E"/>
            </a:solidFill>
            <a:prstDash val="solid"/>
          </a:ln>
        </p:spPr>
      </p:sp>
      <p:sp>
        <p:nvSpPr>
          <p:cNvPr id="368" name="F3_paired_semantic_8766">
            <a:extLst>
              <a:ext uri="{FF2B5EF4-FFF2-40B4-BE49-F238E27FC236}">
                <a16:creationId xmlns:a16="http://schemas.microsoft.com/office/drawing/2014/main" id="{3018C3A0-79E8-4925-A5E2-769228C918A5}"/>
              </a:ext>
            </a:extLst>
          </p:cNvPr>
          <p:cNvSpPr>
            <a:spLocks noGrp="1"/>
          </p:cNvSpPr>
          <p:nvPr/>
        </p:nvSpPr>
        <p:spPr>
          <a:xfrm>
            <a:off x="7106701" y="35907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B758E"/>
          </a:solidFill>
          <a:ln w="5054">
            <a:solidFill>
              <a:srgbClr val="2B758E"/>
            </a:solidFill>
            <a:prstDash val="solid"/>
          </a:ln>
        </p:spPr>
      </p:sp>
      <p:sp>
        <p:nvSpPr>
          <p:cNvPr id="369" name="F3_paired_semantic_8767">
            <a:extLst>
              <a:ext uri="{FF2B5EF4-FFF2-40B4-BE49-F238E27FC236}">
                <a16:creationId xmlns:a16="http://schemas.microsoft.com/office/drawing/2014/main" id="{3F60049C-42EB-4CD6-9101-586EEA3867DE}"/>
              </a:ext>
            </a:extLst>
          </p:cNvPr>
          <p:cNvSpPr>
            <a:spLocks noGrp="1"/>
          </p:cNvSpPr>
          <p:nvPr/>
        </p:nvSpPr>
        <p:spPr>
          <a:xfrm>
            <a:off x="7106701" y="35711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B748E"/>
          </a:solidFill>
          <a:ln w="5054">
            <a:solidFill>
              <a:srgbClr val="2B748E"/>
            </a:solidFill>
            <a:prstDash val="solid"/>
          </a:ln>
        </p:spPr>
      </p:sp>
      <p:sp>
        <p:nvSpPr>
          <p:cNvPr id="370" name="F3_paired_semantic_8768">
            <a:extLst>
              <a:ext uri="{FF2B5EF4-FFF2-40B4-BE49-F238E27FC236}">
                <a16:creationId xmlns:a16="http://schemas.microsoft.com/office/drawing/2014/main" id="{4E3B774F-8316-43F1-97EC-150A9A082FE5}"/>
              </a:ext>
            </a:extLst>
          </p:cNvPr>
          <p:cNvSpPr>
            <a:spLocks noGrp="1"/>
          </p:cNvSpPr>
          <p:nvPr/>
        </p:nvSpPr>
        <p:spPr>
          <a:xfrm>
            <a:off x="7106701" y="35516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38E"/>
          </a:solidFill>
          <a:ln w="5054">
            <a:solidFill>
              <a:srgbClr val="2C738E"/>
            </a:solidFill>
            <a:prstDash val="solid"/>
          </a:ln>
        </p:spPr>
      </p:sp>
      <p:sp>
        <p:nvSpPr>
          <p:cNvPr id="371" name="F3_paired_semantic_8769">
            <a:extLst>
              <a:ext uri="{FF2B5EF4-FFF2-40B4-BE49-F238E27FC236}">
                <a16:creationId xmlns:a16="http://schemas.microsoft.com/office/drawing/2014/main" id="{1DDBF44B-822D-4BB1-94F4-D5762A63F903}"/>
              </a:ext>
            </a:extLst>
          </p:cNvPr>
          <p:cNvSpPr>
            <a:spLocks noGrp="1"/>
          </p:cNvSpPr>
          <p:nvPr/>
        </p:nvSpPr>
        <p:spPr>
          <a:xfrm>
            <a:off x="7106701" y="35320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28E"/>
          </a:solidFill>
          <a:ln w="5054">
            <a:solidFill>
              <a:srgbClr val="2C728E"/>
            </a:solidFill>
            <a:prstDash val="solid"/>
          </a:ln>
        </p:spPr>
      </p:sp>
      <p:sp>
        <p:nvSpPr>
          <p:cNvPr id="372" name="F3_paired_semantic_8770">
            <a:extLst>
              <a:ext uri="{FF2B5EF4-FFF2-40B4-BE49-F238E27FC236}">
                <a16:creationId xmlns:a16="http://schemas.microsoft.com/office/drawing/2014/main" id="{5900D498-95DB-4583-BEB6-03DC0DBB7061}"/>
              </a:ext>
            </a:extLst>
          </p:cNvPr>
          <p:cNvSpPr>
            <a:spLocks noGrp="1"/>
          </p:cNvSpPr>
          <p:nvPr/>
        </p:nvSpPr>
        <p:spPr>
          <a:xfrm>
            <a:off x="7106701" y="35125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18E"/>
          </a:solidFill>
          <a:ln w="5054">
            <a:solidFill>
              <a:srgbClr val="2C718E"/>
            </a:solidFill>
            <a:prstDash val="solid"/>
          </a:ln>
        </p:spPr>
      </p:sp>
      <p:sp>
        <p:nvSpPr>
          <p:cNvPr id="373" name="F3_paired_semantic_8771">
            <a:extLst>
              <a:ext uri="{FF2B5EF4-FFF2-40B4-BE49-F238E27FC236}">
                <a16:creationId xmlns:a16="http://schemas.microsoft.com/office/drawing/2014/main" id="{C3CC08CB-3366-4448-9D57-D4C2DEB0DCE0}"/>
              </a:ext>
            </a:extLst>
          </p:cNvPr>
          <p:cNvSpPr>
            <a:spLocks noGrp="1"/>
          </p:cNvSpPr>
          <p:nvPr/>
        </p:nvSpPr>
        <p:spPr>
          <a:xfrm>
            <a:off x="7106701" y="34929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718E"/>
          </a:solidFill>
          <a:ln w="5054">
            <a:solidFill>
              <a:srgbClr val="2D718E"/>
            </a:solidFill>
            <a:prstDash val="solid"/>
          </a:ln>
        </p:spPr>
      </p:sp>
      <p:sp>
        <p:nvSpPr>
          <p:cNvPr id="374" name="F3_paired_semantic_8772">
            <a:extLst>
              <a:ext uri="{FF2B5EF4-FFF2-40B4-BE49-F238E27FC236}">
                <a16:creationId xmlns:a16="http://schemas.microsoft.com/office/drawing/2014/main" id="{074E8B1D-452D-4C4F-B7BF-681F050C79ED}"/>
              </a:ext>
            </a:extLst>
          </p:cNvPr>
          <p:cNvSpPr>
            <a:spLocks noGrp="1"/>
          </p:cNvSpPr>
          <p:nvPr/>
        </p:nvSpPr>
        <p:spPr>
          <a:xfrm>
            <a:off x="7106701" y="34734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708E"/>
          </a:solidFill>
          <a:ln w="5054">
            <a:solidFill>
              <a:srgbClr val="2D708E"/>
            </a:solidFill>
            <a:prstDash val="solid"/>
          </a:ln>
        </p:spPr>
      </p:sp>
      <p:sp>
        <p:nvSpPr>
          <p:cNvPr id="375" name="F3_paired_semantic_8773">
            <a:extLst>
              <a:ext uri="{FF2B5EF4-FFF2-40B4-BE49-F238E27FC236}">
                <a16:creationId xmlns:a16="http://schemas.microsoft.com/office/drawing/2014/main" id="{ACAACD3A-ABE7-4B98-BD88-6017FBA89F0F}"/>
              </a:ext>
            </a:extLst>
          </p:cNvPr>
          <p:cNvSpPr>
            <a:spLocks noGrp="1"/>
          </p:cNvSpPr>
          <p:nvPr/>
        </p:nvSpPr>
        <p:spPr>
          <a:xfrm>
            <a:off x="7106701" y="34538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F8E"/>
          </a:solidFill>
          <a:ln w="5054">
            <a:solidFill>
              <a:srgbClr val="2E6F8E"/>
            </a:solidFill>
            <a:prstDash val="solid"/>
          </a:ln>
        </p:spPr>
      </p:sp>
      <p:sp>
        <p:nvSpPr>
          <p:cNvPr id="376" name="F3_paired_semantic_8774">
            <a:extLst>
              <a:ext uri="{FF2B5EF4-FFF2-40B4-BE49-F238E27FC236}">
                <a16:creationId xmlns:a16="http://schemas.microsoft.com/office/drawing/2014/main" id="{38FBBC43-E1FC-4022-B065-41F7E8AA4055}"/>
              </a:ext>
            </a:extLst>
          </p:cNvPr>
          <p:cNvSpPr>
            <a:spLocks noGrp="1"/>
          </p:cNvSpPr>
          <p:nvPr/>
        </p:nvSpPr>
        <p:spPr>
          <a:xfrm>
            <a:off x="7106701" y="343431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E8E"/>
          </a:solidFill>
          <a:ln w="5054">
            <a:solidFill>
              <a:srgbClr val="2E6E8E"/>
            </a:solidFill>
            <a:prstDash val="solid"/>
          </a:ln>
        </p:spPr>
      </p:sp>
      <p:sp>
        <p:nvSpPr>
          <p:cNvPr id="377" name="F3_paired_semantic_8775">
            <a:extLst>
              <a:ext uri="{FF2B5EF4-FFF2-40B4-BE49-F238E27FC236}">
                <a16:creationId xmlns:a16="http://schemas.microsoft.com/office/drawing/2014/main" id="{94DE03F5-ACD0-4097-8487-C9E0D52E6E01}"/>
              </a:ext>
            </a:extLst>
          </p:cNvPr>
          <p:cNvSpPr>
            <a:spLocks noGrp="1"/>
          </p:cNvSpPr>
          <p:nvPr/>
        </p:nvSpPr>
        <p:spPr>
          <a:xfrm>
            <a:off x="7106701" y="34147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D8E"/>
          </a:solidFill>
          <a:ln w="5054">
            <a:solidFill>
              <a:srgbClr val="2E6D8E"/>
            </a:solidFill>
            <a:prstDash val="solid"/>
          </a:ln>
        </p:spPr>
      </p:sp>
      <p:sp>
        <p:nvSpPr>
          <p:cNvPr id="378" name="F3_paired_semantic_8776">
            <a:extLst>
              <a:ext uri="{FF2B5EF4-FFF2-40B4-BE49-F238E27FC236}">
                <a16:creationId xmlns:a16="http://schemas.microsoft.com/office/drawing/2014/main" id="{A0ABEC75-135F-4015-89FD-DD742091DE59}"/>
              </a:ext>
            </a:extLst>
          </p:cNvPr>
          <p:cNvSpPr>
            <a:spLocks noGrp="1"/>
          </p:cNvSpPr>
          <p:nvPr/>
        </p:nvSpPr>
        <p:spPr>
          <a:xfrm>
            <a:off x="7106701" y="339521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6C8E"/>
          </a:solidFill>
          <a:ln w="5054">
            <a:solidFill>
              <a:srgbClr val="2F6C8E"/>
            </a:solidFill>
            <a:prstDash val="solid"/>
          </a:ln>
        </p:spPr>
      </p:sp>
      <p:sp>
        <p:nvSpPr>
          <p:cNvPr id="379" name="F3_paired_semantic_8777">
            <a:extLst>
              <a:ext uri="{FF2B5EF4-FFF2-40B4-BE49-F238E27FC236}">
                <a16:creationId xmlns:a16="http://schemas.microsoft.com/office/drawing/2014/main" id="{439AE3EF-D640-4056-815F-8DE3DC79621A}"/>
              </a:ext>
            </a:extLst>
          </p:cNvPr>
          <p:cNvSpPr>
            <a:spLocks noGrp="1"/>
          </p:cNvSpPr>
          <p:nvPr/>
        </p:nvSpPr>
        <p:spPr>
          <a:xfrm>
            <a:off x="7106701" y="33756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6B8E"/>
          </a:solidFill>
          <a:ln w="5054">
            <a:solidFill>
              <a:srgbClr val="2F6B8E"/>
            </a:solidFill>
            <a:prstDash val="solid"/>
          </a:ln>
        </p:spPr>
      </p:sp>
      <p:sp>
        <p:nvSpPr>
          <p:cNvPr id="380" name="F3_paired_semantic_8778">
            <a:extLst>
              <a:ext uri="{FF2B5EF4-FFF2-40B4-BE49-F238E27FC236}">
                <a16:creationId xmlns:a16="http://schemas.microsoft.com/office/drawing/2014/main" id="{15E9A811-466A-4FBB-B456-BB7A7983CCD8}"/>
              </a:ext>
            </a:extLst>
          </p:cNvPr>
          <p:cNvSpPr>
            <a:spLocks noGrp="1"/>
          </p:cNvSpPr>
          <p:nvPr/>
        </p:nvSpPr>
        <p:spPr>
          <a:xfrm>
            <a:off x="7106701" y="33561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06A8E"/>
          </a:solidFill>
          <a:ln w="5054">
            <a:solidFill>
              <a:srgbClr val="306A8E"/>
            </a:solidFill>
            <a:prstDash val="solid"/>
          </a:ln>
        </p:spPr>
      </p:sp>
      <p:sp>
        <p:nvSpPr>
          <p:cNvPr id="381" name="F3_paired_semantic_8779">
            <a:extLst>
              <a:ext uri="{FF2B5EF4-FFF2-40B4-BE49-F238E27FC236}">
                <a16:creationId xmlns:a16="http://schemas.microsoft.com/office/drawing/2014/main" id="{F83E8A77-2DC8-4D8D-A074-275EA8C3B80B}"/>
              </a:ext>
            </a:extLst>
          </p:cNvPr>
          <p:cNvSpPr>
            <a:spLocks noGrp="1"/>
          </p:cNvSpPr>
          <p:nvPr/>
        </p:nvSpPr>
        <p:spPr>
          <a:xfrm>
            <a:off x="7106701" y="33365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0698E"/>
          </a:solidFill>
          <a:ln w="5054">
            <a:solidFill>
              <a:srgbClr val="30698E"/>
            </a:solidFill>
            <a:prstDash val="solid"/>
          </a:ln>
        </p:spPr>
      </p:sp>
      <p:sp>
        <p:nvSpPr>
          <p:cNvPr id="382" name="F3_paired_semantic_8780">
            <a:extLst>
              <a:ext uri="{FF2B5EF4-FFF2-40B4-BE49-F238E27FC236}">
                <a16:creationId xmlns:a16="http://schemas.microsoft.com/office/drawing/2014/main" id="{4BAE3667-0B7B-44E3-BBBD-DDF8F7DDA07F}"/>
              </a:ext>
            </a:extLst>
          </p:cNvPr>
          <p:cNvSpPr>
            <a:spLocks noGrp="1"/>
          </p:cNvSpPr>
          <p:nvPr/>
        </p:nvSpPr>
        <p:spPr>
          <a:xfrm>
            <a:off x="7106701" y="33170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88E"/>
          </a:solidFill>
          <a:ln w="5054">
            <a:solidFill>
              <a:srgbClr val="31688E"/>
            </a:solidFill>
            <a:prstDash val="solid"/>
          </a:ln>
        </p:spPr>
      </p:sp>
      <p:sp>
        <p:nvSpPr>
          <p:cNvPr id="383" name="F3_paired_semantic_8781">
            <a:extLst>
              <a:ext uri="{FF2B5EF4-FFF2-40B4-BE49-F238E27FC236}">
                <a16:creationId xmlns:a16="http://schemas.microsoft.com/office/drawing/2014/main" id="{C22AF7FF-F27E-4BD0-9D0F-3D9B4F921D98}"/>
              </a:ext>
            </a:extLst>
          </p:cNvPr>
          <p:cNvSpPr>
            <a:spLocks noGrp="1"/>
          </p:cNvSpPr>
          <p:nvPr/>
        </p:nvSpPr>
        <p:spPr>
          <a:xfrm>
            <a:off x="7106701" y="32974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78E"/>
          </a:solidFill>
          <a:ln w="5054">
            <a:solidFill>
              <a:srgbClr val="31678E"/>
            </a:solidFill>
            <a:prstDash val="solid"/>
          </a:ln>
        </p:spPr>
      </p:sp>
      <p:sp>
        <p:nvSpPr>
          <p:cNvPr id="384" name="F3_paired_semantic_8782">
            <a:extLst>
              <a:ext uri="{FF2B5EF4-FFF2-40B4-BE49-F238E27FC236}">
                <a16:creationId xmlns:a16="http://schemas.microsoft.com/office/drawing/2014/main" id="{4222AB2C-32A8-42C4-9480-D54D2687ECB3}"/>
              </a:ext>
            </a:extLst>
          </p:cNvPr>
          <p:cNvSpPr>
            <a:spLocks noGrp="1"/>
          </p:cNvSpPr>
          <p:nvPr/>
        </p:nvSpPr>
        <p:spPr>
          <a:xfrm>
            <a:off x="7106701" y="32779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68E"/>
          </a:solidFill>
          <a:ln w="5054">
            <a:solidFill>
              <a:srgbClr val="31668E"/>
            </a:solidFill>
            <a:prstDash val="solid"/>
          </a:ln>
        </p:spPr>
      </p:sp>
      <p:sp>
        <p:nvSpPr>
          <p:cNvPr id="385" name="F3_paired_semantic_8783">
            <a:extLst>
              <a:ext uri="{FF2B5EF4-FFF2-40B4-BE49-F238E27FC236}">
                <a16:creationId xmlns:a16="http://schemas.microsoft.com/office/drawing/2014/main" id="{43BD03AD-C435-49B7-83E8-6B05371C6AC9}"/>
              </a:ext>
            </a:extLst>
          </p:cNvPr>
          <p:cNvSpPr>
            <a:spLocks noGrp="1"/>
          </p:cNvSpPr>
          <p:nvPr/>
        </p:nvSpPr>
        <p:spPr>
          <a:xfrm>
            <a:off x="7106701" y="32583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658E"/>
          </a:solidFill>
          <a:ln w="5054">
            <a:solidFill>
              <a:srgbClr val="32658E"/>
            </a:solidFill>
            <a:prstDash val="solid"/>
          </a:ln>
        </p:spPr>
      </p:sp>
      <p:sp>
        <p:nvSpPr>
          <p:cNvPr id="386" name="F3_paired_semantic_8784">
            <a:extLst>
              <a:ext uri="{FF2B5EF4-FFF2-40B4-BE49-F238E27FC236}">
                <a16:creationId xmlns:a16="http://schemas.microsoft.com/office/drawing/2014/main" id="{D37059E5-A3F8-4DD7-BEC5-CA514B818347}"/>
              </a:ext>
            </a:extLst>
          </p:cNvPr>
          <p:cNvSpPr>
            <a:spLocks noGrp="1"/>
          </p:cNvSpPr>
          <p:nvPr/>
        </p:nvSpPr>
        <p:spPr>
          <a:xfrm>
            <a:off x="7106701" y="32388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648E"/>
          </a:solidFill>
          <a:ln w="5054">
            <a:solidFill>
              <a:srgbClr val="32648E"/>
            </a:solidFill>
            <a:prstDash val="solid"/>
          </a:ln>
        </p:spPr>
      </p:sp>
      <p:sp>
        <p:nvSpPr>
          <p:cNvPr id="387" name="F3_paired_semantic_8785">
            <a:extLst>
              <a:ext uri="{FF2B5EF4-FFF2-40B4-BE49-F238E27FC236}">
                <a16:creationId xmlns:a16="http://schemas.microsoft.com/office/drawing/2014/main" id="{DB6BFBF2-F278-4FC2-9238-7FAFE7BEB33E}"/>
              </a:ext>
            </a:extLst>
          </p:cNvPr>
          <p:cNvSpPr>
            <a:spLocks noGrp="1"/>
          </p:cNvSpPr>
          <p:nvPr/>
        </p:nvSpPr>
        <p:spPr>
          <a:xfrm>
            <a:off x="7106701" y="32192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3638D"/>
          </a:solidFill>
          <a:ln w="5054">
            <a:solidFill>
              <a:srgbClr val="33638D"/>
            </a:solidFill>
            <a:prstDash val="solid"/>
          </a:ln>
        </p:spPr>
      </p:sp>
      <p:sp>
        <p:nvSpPr>
          <p:cNvPr id="388" name="F3_paired_semantic_8786">
            <a:extLst>
              <a:ext uri="{FF2B5EF4-FFF2-40B4-BE49-F238E27FC236}">
                <a16:creationId xmlns:a16="http://schemas.microsoft.com/office/drawing/2014/main" id="{4CCD1836-8BD3-471B-A59F-7ABB94E75AC7}"/>
              </a:ext>
            </a:extLst>
          </p:cNvPr>
          <p:cNvSpPr>
            <a:spLocks noGrp="1"/>
          </p:cNvSpPr>
          <p:nvPr/>
        </p:nvSpPr>
        <p:spPr>
          <a:xfrm>
            <a:off x="7106701" y="31997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3628D"/>
          </a:solidFill>
          <a:ln w="5054">
            <a:solidFill>
              <a:srgbClr val="33628D"/>
            </a:solidFill>
            <a:prstDash val="solid"/>
          </a:ln>
        </p:spPr>
      </p:sp>
      <p:sp>
        <p:nvSpPr>
          <p:cNvPr id="389" name="F3_paired_semantic_8787">
            <a:extLst>
              <a:ext uri="{FF2B5EF4-FFF2-40B4-BE49-F238E27FC236}">
                <a16:creationId xmlns:a16="http://schemas.microsoft.com/office/drawing/2014/main" id="{43C95AFA-6AE0-4E90-B392-81FCC06C105E}"/>
              </a:ext>
            </a:extLst>
          </p:cNvPr>
          <p:cNvSpPr>
            <a:spLocks noGrp="1"/>
          </p:cNvSpPr>
          <p:nvPr/>
        </p:nvSpPr>
        <p:spPr>
          <a:xfrm>
            <a:off x="7106701" y="31801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618D"/>
          </a:solidFill>
          <a:ln w="5054">
            <a:solidFill>
              <a:srgbClr val="34618D"/>
            </a:solidFill>
            <a:prstDash val="solid"/>
          </a:ln>
        </p:spPr>
      </p:sp>
      <p:sp>
        <p:nvSpPr>
          <p:cNvPr id="390" name="F3_paired_semantic_8788">
            <a:extLst>
              <a:ext uri="{FF2B5EF4-FFF2-40B4-BE49-F238E27FC236}">
                <a16:creationId xmlns:a16="http://schemas.microsoft.com/office/drawing/2014/main" id="{801013A5-AC41-4EE8-B473-F1B0406BFA51}"/>
              </a:ext>
            </a:extLst>
          </p:cNvPr>
          <p:cNvSpPr>
            <a:spLocks noGrp="1"/>
          </p:cNvSpPr>
          <p:nvPr/>
        </p:nvSpPr>
        <p:spPr>
          <a:xfrm>
            <a:off x="7106701" y="31606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608D"/>
          </a:solidFill>
          <a:ln w="5054">
            <a:solidFill>
              <a:srgbClr val="34608D"/>
            </a:solidFill>
            <a:prstDash val="solid"/>
          </a:ln>
        </p:spPr>
      </p:sp>
      <p:sp>
        <p:nvSpPr>
          <p:cNvPr id="391" name="F3_paired_semantic_8789">
            <a:extLst>
              <a:ext uri="{FF2B5EF4-FFF2-40B4-BE49-F238E27FC236}">
                <a16:creationId xmlns:a16="http://schemas.microsoft.com/office/drawing/2014/main" id="{4D1A4465-0924-440A-A0A6-4C24DCE09034}"/>
              </a:ext>
            </a:extLst>
          </p:cNvPr>
          <p:cNvSpPr>
            <a:spLocks noGrp="1"/>
          </p:cNvSpPr>
          <p:nvPr/>
        </p:nvSpPr>
        <p:spPr>
          <a:xfrm>
            <a:off x="7106701" y="31410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5F8D"/>
          </a:solidFill>
          <a:ln w="5054">
            <a:solidFill>
              <a:srgbClr val="355F8D"/>
            </a:solidFill>
            <a:prstDash val="solid"/>
          </a:ln>
        </p:spPr>
      </p:sp>
      <p:sp>
        <p:nvSpPr>
          <p:cNvPr id="392" name="F3_paired_semantic_8790">
            <a:extLst>
              <a:ext uri="{FF2B5EF4-FFF2-40B4-BE49-F238E27FC236}">
                <a16:creationId xmlns:a16="http://schemas.microsoft.com/office/drawing/2014/main" id="{795A9BDF-A5CD-457B-824B-0BEC23AAC104}"/>
              </a:ext>
            </a:extLst>
          </p:cNvPr>
          <p:cNvSpPr>
            <a:spLocks noGrp="1"/>
          </p:cNvSpPr>
          <p:nvPr/>
        </p:nvSpPr>
        <p:spPr>
          <a:xfrm>
            <a:off x="7106701" y="31215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5E8D"/>
          </a:solidFill>
          <a:ln w="5054">
            <a:solidFill>
              <a:srgbClr val="355E8D"/>
            </a:solidFill>
            <a:prstDash val="solid"/>
          </a:ln>
        </p:spPr>
      </p:sp>
      <p:sp>
        <p:nvSpPr>
          <p:cNvPr id="393" name="F3_paired_semantic_8791">
            <a:extLst>
              <a:ext uri="{FF2B5EF4-FFF2-40B4-BE49-F238E27FC236}">
                <a16:creationId xmlns:a16="http://schemas.microsoft.com/office/drawing/2014/main" id="{4ED19E40-7C12-4240-86AF-EC8D86D9DA89}"/>
              </a:ext>
            </a:extLst>
          </p:cNvPr>
          <p:cNvSpPr>
            <a:spLocks noGrp="1"/>
          </p:cNvSpPr>
          <p:nvPr/>
        </p:nvSpPr>
        <p:spPr>
          <a:xfrm>
            <a:off x="7106701" y="31019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65D8D"/>
          </a:solidFill>
          <a:ln w="5054">
            <a:solidFill>
              <a:srgbClr val="365D8D"/>
            </a:solidFill>
            <a:prstDash val="solid"/>
          </a:ln>
        </p:spPr>
      </p:sp>
      <p:sp>
        <p:nvSpPr>
          <p:cNvPr id="394" name="F3_paired_semantic_8792">
            <a:extLst>
              <a:ext uri="{FF2B5EF4-FFF2-40B4-BE49-F238E27FC236}">
                <a16:creationId xmlns:a16="http://schemas.microsoft.com/office/drawing/2014/main" id="{CF8CD25D-4948-4654-99AF-A1D872B3B43D}"/>
              </a:ext>
            </a:extLst>
          </p:cNvPr>
          <p:cNvSpPr>
            <a:spLocks noGrp="1"/>
          </p:cNvSpPr>
          <p:nvPr/>
        </p:nvSpPr>
        <p:spPr>
          <a:xfrm>
            <a:off x="7106701" y="30824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65C8D"/>
          </a:solidFill>
          <a:ln w="5054">
            <a:solidFill>
              <a:srgbClr val="365C8D"/>
            </a:solidFill>
            <a:prstDash val="solid"/>
          </a:ln>
        </p:spPr>
      </p:sp>
      <p:sp>
        <p:nvSpPr>
          <p:cNvPr id="395" name="F3_paired_semantic_8793">
            <a:extLst>
              <a:ext uri="{FF2B5EF4-FFF2-40B4-BE49-F238E27FC236}">
                <a16:creationId xmlns:a16="http://schemas.microsoft.com/office/drawing/2014/main" id="{D9F9AFD1-C3A6-4632-ABC5-E9B39BCEE9FC}"/>
              </a:ext>
            </a:extLst>
          </p:cNvPr>
          <p:cNvSpPr>
            <a:spLocks noGrp="1"/>
          </p:cNvSpPr>
          <p:nvPr/>
        </p:nvSpPr>
        <p:spPr>
          <a:xfrm>
            <a:off x="7106701" y="30628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5B8D"/>
          </a:solidFill>
          <a:ln w="5054">
            <a:solidFill>
              <a:srgbClr val="375B8D"/>
            </a:solidFill>
            <a:prstDash val="solid"/>
          </a:ln>
        </p:spPr>
      </p:sp>
      <p:sp>
        <p:nvSpPr>
          <p:cNvPr id="396" name="F3_paired_semantic_8794">
            <a:extLst>
              <a:ext uri="{FF2B5EF4-FFF2-40B4-BE49-F238E27FC236}">
                <a16:creationId xmlns:a16="http://schemas.microsoft.com/office/drawing/2014/main" id="{0CC1B03B-7311-4ADA-8656-D3E06D1CD882}"/>
              </a:ext>
            </a:extLst>
          </p:cNvPr>
          <p:cNvSpPr>
            <a:spLocks noGrp="1"/>
          </p:cNvSpPr>
          <p:nvPr/>
        </p:nvSpPr>
        <p:spPr>
          <a:xfrm>
            <a:off x="7106701" y="30433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5A8C"/>
          </a:solidFill>
          <a:ln w="5054">
            <a:solidFill>
              <a:srgbClr val="375A8C"/>
            </a:solidFill>
            <a:prstDash val="solid"/>
          </a:ln>
        </p:spPr>
      </p:sp>
      <p:sp>
        <p:nvSpPr>
          <p:cNvPr id="397" name="F3_paired_semantic_8795">
            <a:extLst>
              <a:ext uri="{FF2B5EF4-FFF2-40B4-BE49-F238E27FC236}">
                <a16:creationId xmlns:a16="http://schemas.microsoft.com/office/drawing/2014/main" id="{7E55D8F7-9BAC-46CB-86BE-EB8E3B441246}"/>
              </a:ext>
            </a:extLst>
          </p:cNvPr>
          <p:cNvSpPr>
            <a:spLocks noGrp="1"/>
          </p:cNvSpPr>
          <p:nvPr/>
        </p:nvSpPr>
        <p:spPr>
          <a:xfrm>
            <a:off x="7106701" y="30237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598C"/>
          </a:solidFill>
          <a:ln w="5054">
            <a:solidFill>
              <a:srgbClr val="38598C"/>
            </a:solidFill>
            <a:prstDash val="solid"/>
          </a:ln>
        </p:spPr>
      </p:sp>
      <p:sp>
        <p:nvSpPr>
          <p:cNvPr id="398" name="F3_paired_semantic_8796">
            <a:extLst>
              <a:ext uri="{FF2B5EF4-FFF2-40B4-BE49-F238E27FC236}">
                <a16:creationId xmlns:a16="http://schemas.microsoft.com/office/drawing/2014/main" id="{7DD0544F-D828-4A7A-91BD-3B20348FF71C}"/>
              </a:ext>
            </a:extLst>
          </p:cNvPr>
          <p:cNvSpPr>
            <a:spLocks noGrp="1"/>
          </p:cNvSpPr>
          <p:nvPr/>
        </p:nvSpPr>
        <p:spPr>
          <a:xfrm>
            <a:off x="7106701" y="30042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588C"/>
          </a:solidFill>
          <a:ln w="5054">
            <a:solidFill>
              <a:srgbClr val="38588C"/>
            </a:solidFill>
            <a:prstDash val="solid"/>
          </a:ln>
        </p:spPr>
      </p:sp>
      <p:sp>
        <p:nvSpPr>
          <p:cNvPr id="399" name="F3_paired_semantic_8797">
            <a:extLst>
              <a:ext uri="{FF2B5EF4-FFF2-40B4-BE49-F238E27FC236}">
                <a16:creationId xmlns:a16="http://schemas.microsoft.com/office/drawing/2014/main" id="{F0C24709-B199-4CA1-B484-F3F3A3FB874A}"/>
              </a:ext>
            </a:extLst>
          </p:cNvPr>
          <p:cNvSpPr>
            <a:spLocks noGrp="1"/>
          </p:cNvSpPr>
          <p:nvPr/>
        </p:nvSpPr>
        <p:spPr>
          <a:xfrm>
            <a:off x="7106701" y="29846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9568C"/>
          </a:solidFill>
          <a:ln w="5054">
            <a:solidFill>
              <a:srgbClr val="39568C"/>
            </a:solidFill>
            <a:prstDash val="solid"/>
          </a:ln>
        </p:spPr>
      </p:sp>
      <p:sp>
        <p:nvSpPr>
          <p:cNvPr id="400" name="F3_paired_semantic_8798">
            <a:extLst>
              <a:ext uri="{FF2B5EF4-FFF2-40B4-BE49-F238E27FC236}">
                <a16:creationId xmlns:a16="http://schemas.microsoft.com/office/drawing/2014/main" id="{05AC2C30-D6CE-478C-AB34-C0148426F98C}"/>
              </a:ext>
            </a:extLst>
          </p:cNvPr>
          <p:cNvSpPr>
            <a:spLocks noGrp="1"/>
          </p:cNvSpPr>
          <p:nvPr/>
        </p:nvSpPr>
        <p:spPr>
          <a:xfrm>
            <a:off x="7106701" y="29651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9558C"/>
          </a:solidFill>
          <a:ln w="5054">
            <a:solidFill>
              <a:srgbClr val="39558C"/>
            </a:solidFill>
            <a:prstDash val="solid"/>
          </a:ln>
        </p:spPr>
      </p:sp>
      <p:sp>
        <p:nvSpPr>
          <p:cNvPr id="401" name="F3_paired_semantic_8799">
            <a:extLst>
              <a:ext uri="{FF2B5EF4-FFF2-40B4-BE49-F238E27FC236}">
                <a16:creationId xmlns:a16="http://schemas.microsoft.com/office/drawing/2014/main" id="{AF207EA1-459C-48FF-949A-CAE14B7B8D03}"/>
              </a:ext>
            </a:extLst>
          </p:cNvPr>
          <p:cNvSpPr>
            <a:spLocks noGrp="1"/>
          </p:cNvSpPr>
          <p:nvPr/>
        </p:nvSpPr>
        <p:spPr>
          <a:xfrm>
            <a:off x="7106701" y="29455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548C"/>
          </a:solidFill>
          <a:ln w="5054">
            <a:solidFill>
              <a:srgbClr val="3A548C"/>
            </a:solidFill>
            <a:prstDash val="solid"/>
          </a:ln>
        </p:spPr>
      </p:sp>
      <p:sp>
        <p:nvSpPr>
          <p:cNvPr id="402" name="F3_paired_semantic_8800">
            <a:extLst>
              <a:ext uri="{FF2B5EF4-FFF2-40B4-BE49-F238E27FC236}">
                <a16:creationId xmlns:a16="http://schemas.microsoft.com/office/drawing/2014/main" id="{B0E2B59B-C53E-4ECB-AF99-31D8A1468EA9}"/>
              </a:ext>
            </a:extLst>
          </p:cNvPr>
          <p:cNvSpPr>
            <a:spLocks noGrp="1"/>
          </p:cNvSpPr>
          <p:nvPr/>
        </p:nvSpPr>
        <p:spPr>
          <a:xfrm>
            <a:off x="7106701" y="29260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538B"/>
          </a:solidFill>
          <a:ln w="5054">
            <a:solidFill>
              <a:srgbClr val="3A538B"/>
            </a:solidFill>
            <a:prstDash val="solid"/>
          </a:ln>
        </p:spPr>
      </p:sp>
      <p:sp>
        <p:nvSpPr>
          <p:cNvPr id="403" name="F3_paired_semantic_8801">
            <a:extLst>
              <a:ext uri="{FF2B5EF4-FFF2-40B4-BE49-F238E27FC236}">
                <a16:creationId xmlns:a16="http://schemas.microsoft.com/office/drawing/2014/main" id="{65E366EB-4BD1-476B-89E4-29111A38A60C}"/>
              </a:ext>
            </a:extLst>
          </p:cNvPr>
          <p:cNvSpPr>
            <a:spLocks noGrp="1"/>
          </p:cNvSpPr>
          <p:nvPr/>
        </p:nvSpPr>
        <p:spPr>
          <a:xfrm>
            <a:off x="7106701" y="29064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528B"/>
          </a:solidFill>
          <a:ln w="5054">
            <a:solidFill>
              <a:srgbClr val="3B528B"/>
            </a:solidFill>
            <a:prstDash val="solid"/>
          </a:ln>
        </p:spPr>
      </p:sp>
      <p:sp>
        <p:nvSpPr>
          <p:cNvPr id="404" name="F3_paired_semantic_8802">
            <a:extLst>
              <a:ext uri="{FF2B5EF4-FFF2-40B4-BE49-F238E27FC236}">
                <a16:creationId xmlns:a16="http://schemas.microsoft.com/office/drawing/2014/main" id="{CFDE6094-361E-48DC-B081-BF4AD3EB6CB1}"/>
              </a:ext>
            </a:extLst>
          </p:cNvPr>
          <p:cNvSpPr>
            <a:spLocks noGrp="1"/>
          </p:cNvSpPr>
          <p:nvPr/>
        </p:nvSpPr>
        <p:spPr>
          <a:xfrm>
            <a:off x="7106701" y="28869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518B"/>
          </a:solidFill>
          <a:ln w="5054">
            <a:solidFill>
              <a:srgbClr val="3B518B"/>
            </a:solidFill>
            <a:prstDash val="solid"/>
          </a:ln>
        </p:spPr>
      </p:sp>
      <p:sp>
        <p:nvSpPr>
          <p:cNvPr id="405" name="F3_paired_semantic_8803">
            <a:extLst>
              <a:ext uri="{FF2B5EF4-FFF2-40B4-BE49-F238E27FC236}">
                <a16:creationId xmlns:a16="http://schemas.microsoft.com/office/drawing/2014/main" id="{38615778-ACE4-489D-9090-80BC9394B081}"/>
              </a:ext>
            </a:extLst>
          </p:cNvPr>
          <p:cNvSpPr>
            <a:spLocks noGrp="1"/>
          </p:cNvSpPr>
          <p:nvPr/>
        </p:nvSpPr>
        <p:spPr>
          <a:xfrm>
            <a:off x="7106701" y="286737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C508B"/>
          </a:solidFill>
          <a:ln w="5054">
            <a:solidFill>
              <a:srgbClr val="3C508B"/>
            </a:solidFill>
            <a:prstDash val="solid"/>
          </a:ln>
        </p:spPr>
      </p:sp>
      <p:sp>
        <p:nvSpPr>
          <p:cNvPr id="406" name="F3_paired_semantic_8804">
            <a:extLst>
              <a:ext uri="{FF2B5EF4-FFF2-40B4-BE49-F238E27FC236}">
                <a16:creationId xmlns:a16="http://schemas.microsoft.com/office/drawing/2014/main" id="{996B7C8E-A944-4C40-9BDD-ABE1A1A85207}"/>
              </a:ext>
            </a:extLst>
          </p:cNvPr>
          <p:cNvSpPr>
            <a:spLocks noGrp="1"/>
          </p:cNvSpPr>
          <p:nvPr/>
        </p:nvSpPr>
        <p:spPr>
          <a:xfrm>
            <a:off x="7106701" y="28478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C4F8A"/>
          </a:solidFill>
          <a:ln w="5054">
            <a:solidFill>
              <a:srgbClr val="3C4F8A"/>
            </a:solidFill>
            <a:prstDash val="solid"/>
          </a:ln>
        </p:spPr>
      </p:sp>
      <p:sp>
        <p:nvSpPr>
          <p:cNvPr id="407" name="F3_paired_semantic_8805">
            <a:extLst>
              <a:ext uri="{FF2B5EF4-FFF2-40B4-BE49-F238E27FC236}">
                <a16:creationId xmlns:a16="http://schemas.microsoft.com/office/drawing/2014/main" id="{266F541C-2BBB-415C-B5F1-65AFBE4E1B2D}"/>
              </a:ext>
            </a:extLst>
          </p:cNvPr>
          <p:cNvSpPr>
            <a:spLocks noGrp="1"/>
          </p:cNvSpPr>
          <p:nvPr/>
        </p:nvSpPr>
        <p:spPr>
          <a:xfrm>
            <a:off x="7106701" y="282827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4E8A"/>
          </a:solidFill>
          <a:ln w="5054">
            <a:solidFill>
              <a:srgbClr val="3D4E8A"/>
            </a:solidFill>
            <a:prstDash val="solid"/>
          </a:ln>
        </p:spPr>
      </p:sp>
      <p:sp>
        <p:nvSpPr>
          <p:cNvPr id="408" name="F3_paired_semantic_8806">
            <a:extLst>
              <a:ext uri="{FF2B5EF4-FFF2-40B4-BE49-F238E27FC236}">
                <a16:creationId xmlns:a16="http://schemas.microsoft.com/office/drawing/2014/main" id="{3D6520C3-C26C-42EF-A322-923FEF19C91D}"/>
              </a:ext>
            </a:extLst>
          </p:cNvPr>
          <p:cNvSpPr>
            <a:spLocks noGrp="1"/>
          </p:cNvSpPr>
          <p:nvPr/>
        </p:nvSpPr>
        <p:spPr>
          <a:xfrm>
            <a:off x="7106701" y="28087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4D8A"/>
          </a:solidFill>
          <a:ln w="5054">
            <a:solidFill>
              <a:srgbClr val="3D4D8A"/>
            </a:solidFill>
            <a:prstDash val="solid"/>
          </a:ln>
        </p:spPr>
      </p:sp>
      <p:sp>
        <p:nvSpPr>
          <p:cNvPr id="409" name="F3_paired_semantic_8807">
            <a:extLst>
              <a:ext uri="{FF2B5EF4-FFF2-40B4-BE49-F238E27FC236}">
                <a16:creationId xmlns:a16="http://schemas.microsoft.com/office/drawing/2014/main" id="{0AAEF2D2-950D-4A1C-AC23-36FB578A6F14}"/>
              </a:ext>
            </a:extLst>
          </p:cNvPr>
          <p:cNvSpPr>
            <a:spLocks noGrp="1"/>
          </p:cNvSpPr>
          <p:nvPr/>
        </p:nvSpPr>
        <p:spPr>
          <a:xfrm>
            <a:off x="7106701" y="27891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C8A"/>
          </a:solidFill>
          <a:ln w="5054">
            <a:solidFill>
              <a:srgbClr val="3E4C8A"/>
            </a:solidFill>
            <a:prstDash val="solid"/>
          </a:ln>
        </p:spPr>
      </p:sp>
      <p:sp>
        <p:nvSpPr>
          <p:cNvPr id="410" name="F3_paired_semantic_8808">
            <a:extLst>
              <a:ext uri="{FF2B5EF4-FFF2-40B4-BE49-F238E27FC236}">
                <a16:creationId xmlns:a16="http://schemas.microsoft.com/office/drawing/2014/main" id="{9498B547-C29A-4E55-8F19-C9E84AD6E3C2}"/>
              </a:ext>
            </a:extLst>
          </p:cNvPr>
          <p:cNvSpPr>
            <a:spLocks noGrp="1"/>
          </p:cNvSpPr>
          <p:nvPr/>
        </p:nvSpPr>
        <p:spPr>
          <a:xfrm>
            <a:off x="7106701" y="27696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A89"/>
          </a:solidFill>
          <a:ln w="5054">
            <a:solidFill>
              <a:srgbClr val="3E4A89"/>
            </a:solidFill>
            <a:prstDash val="solid"/>
          </a:ln>
        </p:spPr>
      </p:sp>
      <p:sp>
        <p:nvSpPr>
          <p:cNvPr id="411" name="F3_paired_semantic_8809">
            <a:extLst>
              <a:ext uri="{FF2B5EF4-FFF2-40B4-BE49-F238E27FC236}">
                <a16:creationId xmlns:a16="http://schemas.microsoft.com/office/drawing/2014/main" id="{2769E4A3-3D38-47B5-97F8-3F0BF8FB7863}"/>
              </a:ext>
            </a:extLst>
          </p:cNvPr>
          <p:cNvSpPr>
            <a:spLocks noGrp="1"/>
          </p:cNvSpPr>
          <p:nvPr/>
        </p:nvSpPr>
        <p:spPr>
          <a:xfrm>
            <a:off x="7106701" y="27500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989"/>
          </a:solidFill>
          <a:ln w="5054">
            <a:solidFill>
              <a:srgbClr val="3E4989"/>
            </a:solidFill>
            <a:prstDash val="solid"/>
          </a:ln>
        </p:spPr>
      </p:sp>
      <p:sp>
        <p:nvSpPr>
          <p:cNvPr id="412" name="F3_paired_semantic_8810">
            <a:extLst>
              <a:ext uri="{FF2B5EF4-FFF2-40B4-BE49-F238E27FC236}">
                <a16:creationId xmlns:a16="http://schemas.microsoft.com/office/drawing/2014/main" id="{4BEB8F18-E620-4C4E-BD43-35B117A333DD}"/>
              </a:ext>
            </a:extLst>
          </p:cNvPr>
          <p:cNvSpPr>
            <a:spLocks noGrp="1"/>
          </p:cNvSpPr>
          <p:nvPr/>
        </p:nvSpPr>
        <p:spPr>
          <a:xfrm>
            <a:off x="7106701" y="27305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4889"/>
          </a:solidFill>
          <a:ln w="5054">
            <a:solidFill>
              <a:srgbClr val="3F4889"/>
            </a:solidFill>
            <a:prstDash val="solid"/>
          </a:ln>
        </p:spPr>
      </p:sp>
      <p:sp>
        <p:nvSpPr>
          <p:cNvPr id="413" name="F3_paired_semantic_8811">
            <a:extLst>
              <a:ext uri="{FF2B5EF4-FFF2-40B4-BE49-F238E27FC236}">
                <a16:creationId xmlns:a16="http://schemas.microsoft.com/office/drawing/2014/main" id="{D21D805A-9787-48D7-95D5-773280321CFA}"/>
              </a:ext>
            </a:extLst>
          </p:cNvPr>
          <p:cNvSpPr>
            <a:spLocks noGrp="1"/>
          </p:cNvSpPr>
          <p:nvPr/>
        </p:nvSpPr>
        <p:spPr>
          <a:xfrm>
            <a:off x="7106701" y="27109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4788"/>
          </a:solidFill>
          <a:ln w="5054">
            <a:solidFill>
              <a:srgbClr val="3F4788"/>
            </a:solidFill>
            <a:prstDash val="solid"/>
          </a:ln>
        </p:spPr>
      </p:sp>
      <p:sp>
        <p:nvSpPr>
          <p:cNvPr id="414" name="F3_paired_semantic_8812">
            <a:extLst>
              <a:ext uri="{FF2B5EF4-FFF2-40B4-BE49-F238E27FC236}">
                <a16:creationId xmlns:a16="http://schemas.microsoft.com/office/drawing/2014/main" id="{B526F107-9973-4F90-81CE-A9FB0188A232}"/>
              </a:ext>
            </a:extLst>
          </p:cNvPr>
          <p:cNvSpPr>
            <a:spLocks noGrp="1"/>
          </p:cNvSpPr>
          <p:nvPr/>
        </p:nvSpPr>
        <p:spPr>
          <a:xfrm>
            <a:off x="7106701" y="26914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4688"/>
          </a:solidFill>
          <a:ln w="5054">
            <a:solidFill>
              <a:srgbClr val="404688"/>
            </a:solidFill>
            <a:prstDash val="solid"/>
          </a:ln>
        </p:spPr>
      </p:sp>
      <p:sp>
        <p:nvSpPr>
          <p:cNvPr id="415" name="F3_paired_semantic_8813">
            <a:extLst>
              <a:ext uri="{FF2B5EF4-FFF2-40B4-BE49-F238E27FC236}">
                <a16:creationId xmlns:a16="http://schemas.microsoft.com/office/drawing/2014/main" id="{511E1692-A0B4-4F79-85C9-A57F4D0CF657}"/>
              </a:ext>
            </a:extLst>
          </p:cNvPr>
          <p:cNvSpPr>
            <a:spLocks noGrp="1"/>
          </p:cNvSpPr>
          <p:nvPr/>
        </p:nvSpPr>
        <p:spPr>
          <a:xfrm>
            <a:off x="7106701" y="26718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4588"/>
          </a:solidFill>
          <a:ln w="5054">
            <a:solidFill>
              <a:srgbClr val="404588"/>
            </a:solidFill>
            <a:prstDash val="solid"/>
          </a:ln>
        </p:spPr>
      </p:sp>
      <p:sp>
        <p:nvSpPr>
          <p:cNvPr id="416" name="F3_paired_semantic_8814">
            <a:extLst>
              <a:ext uri="{FF2B5EF4-FFF2-40B4-BE49-F238E27FC236}">
                <a16:creationId xmlns:a16="http://schemas.microsoft.com/office/drawing/2014/main" id="{3CD6CDF9-09C0-4AD5-A50D-01AF63F5B985}"/>
              </a:ext>
            </a:extLst>
          </p:cNvPr>
          <p:cNvSpPr>
            <a:spLocks noGrp="1"/>
          </p:cNvSpPr>
          <p:nvPr/>
        </p:nvSpPr>
        <p:spPr>
          <a:xfrm>
            <a:off x="7106701" y="26523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14487"/>
          </a:solidFill>
          <a:ln w="5054">
            <a:solidFill>
              <a:srgbClr val="414487"/>
            </a:solidFill>
            <a:prstDash val="solid"/>
          </a:ln>
        </p:spPr>
      </p:sp>
      <p:sp>
        <p:nvSpPr>
          <p:cNvPr id="417" name="F3_paired_semantic_8815">
            <a:extLst>
              <a:ext uri="{FF2B5EF4-FFF2-40B4-BE49-F238E27FC236}">
                <a16:creationId xmlns:a16="http://schemas.microsoft.com/office/drawing/2014/main" id="{78630C31-FD89-45FB-8413-92686A91EE6D}"/>
              </a:ext>
            </a:extLst>
          </p:cNvPr>
          <p:cNvSpPr>
            <a:spLocks noGrp="1"/>
          </p:cNvSpPr>
          <p:nvPr/>
        </p:nvSpPr>
        <p:spPr>
          <a:xfrm>
            <a:off x="7106701" y="26327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14287"/>
          </a:solidFill>
          <a:ln w="5054">
            <a:solidFill>
              <a:srgbClr val="414287"/>
            </a:solidFill>
            <a:prstDash val="solid"/>
          </a:ln>
        </p:spPr>
      </p:sp>
      <p:sp>
        <p:nvSpPr>
          <p:cNvPr id="418" name="F3_paired_semantic_8816">
            <a:extLst>
              <a:ext uri="{FF2B5EF4-FFF2-40B4-BE49-F238E27FC236}">
                <a16:creationId xmlns:a16="http://schemas.microsoft.com/office/drawing/2014/main" id="{A79BAAB0-18D3-470C-A280-F5F93DB15D8D}"/>
              </a:ext>
            </a:extLst>
          </p:cNvPr>
          <p:cNvSpPr>
            <a:spLocks noGrp="1"/>
          </p:cNvSpPr>
          <p:nvPr/>
        </p:nvSpPr>
        <p:spPr>
          <a:xfrm>
            <a:off x="7106701" y="26132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4186"/>
          </a:solidFill>
          <a:ln w="5054">
            <a:solidFill>
              <a:srgbClr val="424186"/>
            </a:solidFill>
            <a:prstDash val="solid"/>
          </a:ln>
        </p:spPr>
      </p:sp>
      <p:sp>
        <p:nvSpPr>
          <p:cNvPr id="419" name="F3_paired_semantic_8817">
            <a:extLst>
              <a:ext uri="{FF2B5EF4-FFF2-40B4-BE49-F238E27FC236}">
                <a16:creationId xmlns:a16="http://schemas.microsoft.com/office/drawing/2014/main" id="{8AED1FFE-BE01-4511-86F7-82105369ACD2}"/>
              </a:ext>
            </a:extLst>
          </p:cNvPr>
          <p:cNvSpPr>
            <a:spLocks noGrp="1"/>
          </p:cNvSpPr>
          <p:nvPr/>
        </p:nvSpPr>
        <p:spPr>
          <a:xfrm>
            <a:off x="7106701" y="25936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4086"/>
          </a:solidFill>
          <a:ln w="5054">
            <a:solidFill>
              <a:srgbClr val="424086"/>
            </a:solidFill>
            <a:prstDash val="solid"/>
          </a:ln>
        </p:spPr>
      </p:sp>
      <p:sp>
        <p:nvSpPr>
          <p:cNvPr id="420" name="F3_paired_semantic_8818">
            <a:extLst>
              <a:ext uri="{FF2B5EF4-FFF2-40B4-BE49-F238E27FC236}">
                <a16:creationId xmlns:a16="http://schemas.microsoft.com/office/drawing/2014/main" id="{F740F085-C156-4A47-BA1F-0E2889D718A6}"/>
              </a:ext>
            </a:extLst>
          </p:cNvPr>
          <p:cNvSpPr>
            <a:spLocks noGrp="1"/>
          </p:cNvSpPr>
          <p:nvPr/>
        </p:nvSpPr>
        <p:spPr>
          <a:xfrm>
            <a:off x="7106701" y="25741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3F85"/>
          </a:solidFill>
          <a:ln w="5054">
            <a:solidFill>
              <a:srgbClr val="423F85"/>
            </a:solidFill>
            <a:prstDash val="solid"/>
          </a:ln>
        </p:spPr>
      </p:sp>
      <p:sp>
        <p:nvSpPr>
          <p:cNvPr id="421" name="F3_paired_semantic_8819">
            <a:extLst>
              <a:ext uri="{FF2B5EF4-FFF2-40B4-BE49-F238E27FC236}">
                <a16:creationId xmlns:a16="http://schemas.microsoft.com/office/drawing/2014/main" id="{2ABE5187-B255-4256-A958-03C88C0655F2}"/>
              </a:ext>
            </a:extLst>
          </p:cNvPr>
          <p:cNvSpPr>
            <a:spLocks noGrp="1"/>
          </p:cNvSpPr>
          <p:nvPr/>
        </p:nvSpPr>
        <p:spPr>
          <a:xfrm>
            <a:off x="7106701" y="25545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33E85"/>
          </a:solidFill>
          <a:ln w="5054">
            <a:solidFill>
              <a:srgbClr val="433E85"/>
            </a:solidFill>
            <a:prstDash val="solid"/>
          </a:ln>
        </p:spPr>
      </p:sp>
      <p:sp>
        <p:nvSpPr>
          <p:cNvPr id="422" name="F3_paired_semantic_8820">
            <a:extLst>
              <a:ext uri="{FF2B5EF4-FFF2-40B4-BE49-F238E27FC236}">
                <a16:creationId xmlns:a16="http://schemas.microsoft.com/office/drawing/2014/main" id="{6689F757-B4C7-43D6-8B45-961CDF16470C}"/>
              </a:ext>
            </a:extLst>
          </p:cNvPr>
          <p:cNvSpPr>
            <a:spLocks noGrp="1"/>
          </p:cNvSpPr>
          <p:nvPr/>
        </p:nvSpPr>
        <p:spPr>
          <a:xfrm>
            <a:off x="7106701" y="25350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33D84"/>
          </a:solidFill>
          <a:ln w="5054">
            <a:solidFill>
              <a:srgbClr val="433D84"/>
            </a:solidFill>
            <a:prstDash val="solid"/>
          </a:ln>
        </p:spPr>
      </p:sp>
      <p:sp>
        <p:nvSpPr>
          <p:cNvPr id="423" name="F3_paired_semantic_8821">
            <a:extLst>
              <a:ext uri="{FF2B5EF4-FFF2-40B4-BE49-F238E27FC236}">
                <a16:creationId xmlns:a16="http://schemas.microsoft.com/office/drawing/2014/main" id="{470CA98C-8D64-4D0E-83E4-B5F1A60C23C6}"/>
              </a:ext>
            </a:extLst>
          </p:cNvPr>
          <p:cNvSpPr>
            <a:spLocks noGrp="1"/>
          </p:cNvSpPr>
          <p:nvPr/>
        </p:nvSpPr>
        <p:spPr>
          <a:xfrm>
            <a:off x="7106701" y="25154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B84"/>
          </a:solidFill>
          <a:ln w="5054">
            <a:solidFill>
              <a:srgbClr val="443B84"/>
            </a:solidFill>
            <a:prstDash val="solid"/>
          </a:ln>
        </p:spPr>
      </p:sp>
      <p:sp>
        <p:nvSpPr>
          <p:cNvPr id="424" name="F3_paired_semantic_8822">
            <a:extLst>
              <a:ext uri="{FF2B5EF4-FFF2-40B4-BE49-F238E27FC236}">
                <a16:creationId xmlns:a16="http://schemas.microsoft.com/office/drawing/2014/main" id="{8149D2CD-7193-4231-A164-FAC1B30A6331}"/>
              </a:ext>
            </a:extLst>
          </p:cNvPr>
          <p:cNvSpPr>
            <a:spLocks noGrp="1"/>
          </p:cNvSpPr>
          <p:nvPr/>
        </p:nvSpPr>
        <p:spPr>
          <a:xfrm>
            <a:off x="7106701" y="24959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A83"/>
          </a:solidFill>
          <a:ln w="5054">
            <a:solidFill>
              <a:srgbClr val="443A83"/>
            </a:solidFill>
            <a:prstDash val="solid"/>
          </a:ln>
        </p:spPr>
      </p:sp>
      <p:sp>
        <p:nvSpPr>
          <p:cNvPr id="425" name="F3_paired_semantic_8823">
            <a:extLst>
              <a:ext uri="{FF2B5EF4-FFF2-40B4-BE49-F238E27FC236}">
                <a16:creationId xmlns:a16="http://schemas.microsoft.com/office/drawing/2014/main" id="{081F3019-1E03-4FD3-AF97-C17D52F76D26}"/>
              </a:ext>
            </a:extLst>
          </p:cNvPr>
          <p:cNvSpPr>
            <a:spLocks noGrp="1"/>
          </p:cNvSpPr>
          <p:nvPr/>
        </p:nvSpPr>
        <p:spPr>
          <a:xfrm>
            <a:off x="7106701" y="24763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983"/>
          </a:solidFill>
          <a:ln w="5054">
            <a:solidFill>
              <a:srgbClr val="443983"/>
            </a:solidFill>
            <a:prstDash val="solid"/>
          </a:ln>
        </p:spPr>
      </p:sp>
      <p:sp>
        <p:nvSpPr>
          <p:cNvPr id="426" name="F3_paired_semantic_8824">
            <a:extLst>
              <a:ext uri="{FF2B5EF4-FFF2-40B4-BE49-F238E27FC236}">
                <a16:creationId xmlns:a16="http://schemas.microsoft.com/office/drawing/2014/main" id="{8E66A31D-BDF2-436D-A9FD-1D73D854467F}"/>
              </a:ext>
            </a:extLst>
          </p:cNvPr>
          <p:cNvSpPr>
            <a:spLocks noGrp="1"/>
          </p:cNvSpPr>
          <p:nvPr/>
        </p:nvSpPr>
        <p:spPr>
          <a:xfrm>
            <a:off x="7106701" y="24568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882"/>
          </a:solidFill>
          <a:ln w="5054">
            <a:solidFill>
              <a:srgbClr val="453882"/>
            </a:solidFill>
            <a:prstDash val="solid"/>
          </a:ln>
        </p:spPr>
      </p:sp>
      <p:sp>
        <p:nvSpPr>
          <p:cNvPr id="427" name="F3_paired_semantic_8825">
            <a:extLst>
              <a:ext uri="{FF2B5EF4-FFF2-40B4-BE49-F238E27FC236}">
                <a16:creationId xmlns:a16="http://schemas.microsoft.com/office/drawing/2014/main" id="{84D91578-5408-4C56-B84B-8BB1CEDECCB4}"/>
              </a:ext>
            </a:extLst>
          </p:cNvPr>
          <p:cNvSpPr>
            <a:spLocks noGrp="1"/>
          </p:cNvSpPr>
          <p:nvPr/>
        </p:nvSpPr>
        <p:spPr>
          <a:xfrm>
            <a:off x="7106701" y="24372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781"/>
          </a:solidFill>
          <a:ln w="5054">
            <a:solidFill>
              <a:srgbClr val="453781"/>
            </a:solidFill>
            <a:prstDash val="solid"/>
          </a:ln>
        </p:spPr>
      </p:sp>
      <p:sp>
        <p:nvSpPr>
          <p:cNvPr id="428" name="F3_paired_semantic_8826">
            <a:extLst>
              <a:ext uri="{FF2B5EF4-FFF2-40B4-BE49-F238E27FC236}">
                <a16:creationId xmlns:a16="http://schemas.microsoft.com/office/drawing/2014/main" id="{4E6AFA0A-61D1-49FA-A64D-2FC9828AFBE3}"/>
              </a:ext>
            </a:extLst>
          </p:cNvPr>
          <p:cNvSpPr>
            <a:spLocks noGrp="1"/>
          </p:cNvSpPr>
          <p:nvPr/>
        </p:nvSpPr>
        <p:spPr>
          <a:xfrm>
            <a:off x="7106701" y="24177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581"/>
          </a:solidFill>
          <a:ln w="5054">
            <a:solidFill>
              <a:srgbClr val="453581"/>
            </a:solidFill>
            <a:prstDash val="solid"/>
          </a:ln>
        </p:spPr>
      </p:sp>
      <p:sp>
        <p:nvSpPr>
          <p:cNvPr id="429" name="F3_paired_semantic_8827">
            <a:extLst>
              <a:ext uri="{FF2B5EF4-FFF2-40B4-BE49-F238E27FC236}">
                <a16:creationId xmlns:a16="http://schemas.microsoft.com/office/drawing/2014/main" id="{5E25C3BF-621E-4BB6-A0B3-04A1C38F6685}"/>
              </a:ext>
            </a:extLst>
          </p:cNvPr>
          <p:cNvSpPr>
            <a:spLocks noGrp="1"/>
          </p:cNvSpPr>
          <p:nvPr/>
        </p:nvSpPr>
        <p:spPr>
          <a:xfrm>
            <a:off x="7106701" y="23981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480"/>
          </a:solidFill>
          <a:ln w="5054">
            <a:solidFill>
              <a:srgbClr val="463480"/>
            </a:solidFill>
            <a:prstDash val="solid"/>
          </a:ln>
        </p:spPr>
      </p:sp>
      <p:sp>
        <p:nvSpPr>
          <p:cNvPr id="430" name="F3_paired_semantic_8828">
            <a:extLst>
              <a:ext uri="{FF2B5EF4-FFF2-40B4-BE49-F238E27FC236}">
                <a16:creationId xmlns:a16="http://schemas.microsoft.com/office/drawing/2014/main" id="{B7D59D8B-BF2D-48AA-88E5-4F06F5AC7424}"/>
              </a:ext>
            </a:extLst>
          </p:cNvPr>
          <p:cNvSpPr>
            <a:spLocks noGrp="1"/>
          </p:cNvSpPr>
          <p:nvPr/>
        </p:nvSpPr>
        <p:spPr>
          <a:xfrm>
            <a:off x="7106701" y="23786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37F"/>
          </a:solidFill>
          <a:ln w="5054">
            <a:solidFill>
              <a:srgbClr val="46337F"/>
            </a:solidFill>
            <a:prstDash val="solid"/>
          </a:ln>
        </p:spPr>
      </p:sp>
      <p:sp>
        <p:nvSpPr>
          <p:cNvPr id="431" name="F3_paired_semantic_8829">
            <a:extLst>
              <a:ext uri="{FF2B5EF4-FFF2-40B4-BE49-F238E27FC236}">
                <a16:creationId xmlns:a16="http://schemas.microsoft.com/office/drawing/2014/main" id="{10384980-DE80-4A93-8577-3C1219C60ED5}"/>
              </a:ext>
            </a:extLst>
          </p:cNvPr>
          <p:cNvSpPr>
            <a:spLocks noGrp="1"/>
          </p:cNvSpPr>
          <p:nvPr/>
        </p:nvSpPr>
        <p:spPr>
          <a:xfrm>
            <a:off x="7106701" y="23590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27E"/>
          </a:solidFill>
          <a:ln w="5054">
            <a:solidFill>
              <a:srgbClr val="46327E"/>
            </a:solidFill>
            <a:prstDash val="solid"/>
          </a:ln>
        </p:spPr>
      </p:sp>
      <p:sp>
        <p:nvSpPr>
          <p:cNvPr id="432" name="F3_paired_semantic_8830">
            <a:extLst>
              <a:ext uri="{FF2B5EF4-FFF2-40B4-BE49-F238E27FC236}">
                <a16:creationId xmlns:a16="http://schemas.microsoft.com/office/drawing/2014/main" id="{2866545B-CE7A-45BC-9A6B-0DA7B9464683}"/>
              </a:ext>
            </a:extLst>
          </p:cNvPr>
          <p:cNvSpPr>
            <a:spLocks noGrp="1"/>
          </p:cNvSpPr>
          <p:nvPr/>
        </p:nvSpPr>
        <p:spPr>
          <a:xfrm>
            <a:off x="7106701" y="23395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07E"/>
          </a:solidFill>
          <a:ln w="5054">
            <a:solidFill>
              <a:srgbClr val="46307E"/>
            </a:solidFill>
            <a:prstDash val="solid"/>
          </a:ln>
        </p:spPr>
      </p:sp>
      <p:sp>
        <p:nvSpPr>
          <p:cNvPr id="433" name="F3_paired_semantic_8831">
            <a:extLst>
              <a:ext uri="{FF2B5EF4-FFF2-40B4-BE49-F238E27FC236}">
                <a16:creationId xmlns:a16="http://schemas.microsoft.com/office/drawing/2014/main" id="{A943D6DA-FC1B-4398-B009-CADC511DAD93}"/>
              </a:ext>
            </a:extLst>
          </p:cNvPr>
          <p:cNvSpPr>
            <a:spLocks noGrp="1"/>
          </p:cNvSpPr>
          <p:nvPr/>
        </p:nvSpPr>
        <p:spPr>
          <a:xfrm>
            <a:off x="7106701" y="23199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F7D"/>
          </a:solidFill>
          <a:ln w="5054">
            <a:solidFill>
              <a:srgbClr val="472F7D"/>
            </a:solidFill>
            <a:prstDash val="solid"/>
          </a:ln>
        </p:spPr>
      </p:sp>
      <p:sp>
        <p:nvSpPr>
          <p:cNvPr id="434" name="F3_paired_semantic_8832">
            <a:extLst>
              <a:ext uri="{FF2B5EF4-FFF2-40B4-BE49-F238E27FC236}">
                <a16:creationId xmlns:a16="http://schemas.microsoft.com/office/drawing/2014/main" id="{B1D63274-FECD-404F-8F5D-0958EB9363AA}"/>
              </a:ext>
            </a:extLst>
          </p:cNvPr>
          <p:cNvSpPr>
            <a:spLocks noGrp="1"/>
          </p:cNvSpPr>
          <p:nvPr/>
        </p:nvSpPr>
        <p:spPr>
          <a:xfrm>
            <a:off x="7106701" y="23004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E7C"/>
          </a:solidFill>
          <a:ln w="5054">
            <a:solidFill>
              <a:srgbClr val="472E7C"/>
            </a:solidFill>
            <a:prstDash val="solid"/>
          </a:ln>
        </p:spPr>
      </p:sp>
      <p:sp>
        <p:nvSpPr>
          <p:cNvPr id="435" name="F3_paired_semantic_8833">
            <a:extLst>
              <a:ext uri="{FF2B5EF4-FFF2-40B4-BE49-F238E27FC236}">
                <a16:creationId xmlns:a16="http://schemas.microsoft.com/office/drawing/2014/main" id="{F60C9497-CBC4-4C67-B73B-BCD2B9EEC8F7}"/>
              </a:ext>
            </a:extLst>
          </p:cNvPr>
          <p:cNvSpPr>
            <a:spLocks noGrp="1"/>
          </p:cNvSpPr>
          <p:nvPr/>
        </p:nvSpPr>
        <p:spPr>
          <a:xfrm>
            <a:off x="7106701" y="22808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D7B"/>
          </a:solidFill>
          <a:ln w="5054">
            <a:solidFill>
              <a:srgbClr val="472D7B"/>
            </a:solidFill>
            <a:prstDash val="solid"/>
          </a:ln>
        </p:spPr>
      </p:sp>
      <p:sp>
        <p:nvSpPr>
          <p:cNvPr id="436" name="F3_paired_semantic_8834">
            <a:extLst>
              <a:ext uri="{FF2B5EF4-FFF2-40B4-BE49-F238E27FC236}">
                <a16:creationId xmlns:a16="http://schemas.microsoft.com/office/drawing/2014/main" id="{22B7DF40-D878-4F53-9C2A-11CD97BFE655}"/>
              </a:ext>
            </a:extLst>
          </p:cNvPr>
          <p:cNvSpPr>
            <a:spLocks noGrp="1"/>
          </p:cNvSpPr>
          <p:nvPr/>
        </p:nvSpPr>
        <p:spPr>
          <a:xfrm>
            <a:off x="7106701" y="22613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C7A"/>
          </a:solidFill>
          <a:ln w="5054">
            <a:solidFill>
              <a:srgbClr val="472C7A"/>
            </a:solidFill>
            <a:prstDash val="solid"/>
          </a:ln>
        </p:spPr>
      </p:sp>
      <p:sp>
        <p:nvSpPr>
          <p:cNvPr id="437" name="F3_paired_semantic_8835">
            <a:extLst>
              <a:ext uri="{FF2B5EF4-FFF2-40B4-BE49-F238E27FC236}">
                <a16:creationId xmlns:a16="http://schemas.microsoft.com/office/drawing/2014/main" id="{8631705A-DEB8-447F-B188-03B7B5DAFB4B}"/>
              </a:ext>
            </a:extLst>
          </p:cNvPr>
          <p:cNvSpPr>
            <a:spLocks noGrp="1"/>
          </p:cNvSpPr>
          <p:nvPr/>
        </p:nvSpPr>
        <p:spPr>
          <a:xfrm>
            <a:off x="7106701" y="22417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A7A"/>
          </a:solidFill>
          <a:ln w="5054">
            <a:solidFill>
              <a:srgbClr val="472A7A"/>
            </a:solidFill>
            <a:prstDash val="solid"/>
          </a:ln>
        </p:spPr>
      </p:sp>
      <p:sp>
        <p:nvSpPr>
          <p:cNvPr id="438" name="F3_paired_semantic_8836">
            <a:extLst>
              <a:ext uri="{FF2B5EF4-FFF2-40B4-BE49-F238E27FC236}">
                <a16:creationId xmlns:a16="http://schemas.microsoft.com/office/drawing/2014/main" id="{09787428-3E0B-4F44-A030-6CD33FADA4FE}"/>
              </a:ext>
            </a:extLst>
          </p:cNvPr>
          <p:cNvSpPr>
            <a:spLocks noGrp="1"/>
          </p:cNvSpPr>
          <p:nvPr/>
        </p:nvSpPr>
        <p:spPr>
          <a:xfrm>
            <a:off x="7106701" y="22222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979"/>
          </a:solidFill>
          <a:ln w="5054">
            <a:solidFill>
              <a:srgbClr val="482979"/>
            </a:solidFill>
            <a:prstDash val="solid"/>
          </a:ln>
        </p:spPr>
      </p:sp>
      <p:sp>
        <p:nvSpPr>
          <p:cNvPr id="439" name="F3_paired_semantic_8837">
            <a:extLst>
              <a:ext uri="{FF2B5EF4-FFF2-40B4-BE49-F238E27FC236}">
                <a16:creationId xmlns:a16="http://schemas.microsoft.com/office/drawing/2014/main" id="{695BC0F8-831D-4641-990F-C216FC799002}"/>
              </a:ext>
            </a:extLst>
          </p:cNvPr>
          <p:cNvSpPr>
            <a:spLocks noGrp="1"/>
          </p:cNvSpPr>
          <p:nvPr/>
        </p:nvSpPr>
        <p:spPr>
          <a:xfrm>
            <a:off x="7106701" y="22026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878"/>
          </a:solidFill>
          <a:ln w="5054">
            <a:solidFill>
              <a:srgbClr val="482878"/>
            </a:solidFill>
            <a:prstDash val="solid"/>
          </a:ln>
        </p:spPr>
      </p:sp>
      <p:sp>
        <p:nvSpPr>
          <p:cNvPr id="440" name="F3_paired_semantic_8838">
            <a:extLst>
              <a:ext uri="{FF2B5EF4-FFF2-40B4-BE49-F238E27FC236}">
                <a16:creationId xmlns:a16="http://schemas.microsoft.com/office/drawing/2014/main" id="{2A55AB8F-BC45-42E0-9306-83744E1032C4}"/>
              </a:ext>
            </a:extLst>
          </p:cNvPr>
          <p:cNvSpPr>
            <a:spLocks noGrp="1"/>
          </p:cNvSpPr>
          <p:nvPr/>
        </p:nvSpPr>
        <p:spPr>
          <a:xfrm>
            <a:off x="7106701" y="218313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677"/>
          </a:solidFill>
          <a:ln w="5054">
            <a:solidFill>
              <a:srgbClr val="482677"/>
            </a:solidFill>
            <a:prstDash val="solid"/>
          </a:ln>
        </p:spPr>
      </p:sp>
      <p:sp>
        <p:nvSpPr>
          <p:cNvPr id="441" name="F3_paired_semantic_8839">
            <a:extLst>
              <a:ext uri="{FF2B5EF4-FFF2-40B4-BE49-F238E27FC236}">
                <a16:creationId xmlns:a16="http://schemas.microsoft.com/office/drawing/2014/main" id="{157B5E96-4536-4C14-BECF-1612A2ACAA5C}"/>
              </a:ext>
            </a:extLst>
          </p:cNvPr>
          <p:cNvSpPr>
            <a:spLocks noGrp="1"/>
          </p:cNvSpPr>
          <p:nvPr/>
        </p:nvSpPr>
        <p:spPr>
          <a:xfrm>
            <a:off x="7106701" y="21635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576"/>
          </a:solidFill>
          <a:ln w="5054">
            <a:solidFill>
              <a:srgbClr val="482576"/>
            </a:solidFill>
            <a:prstDash val="solid"/>
          </a:ln>
        </p:spPr>
      </p:sp>
      <p:sp>
        <p:nvSpPr>
          <p:cNvPr id="442" name="F3_paired_semantic_8840">
            <a:extLst>
              <a:ext uri="{FF2B5EF4-FFF2-40B4-BE49-F238E27FC236}">
                <a16:creationId xmlns:a16="http://schemas.microsoft.com/office/drawing/2014/main" id="{40F79710-23EA-465B-B350-6939BB0FDC57}"/>
              </a:ext>
            </a:extLst>
          </p:cNvPr>
          <p:cNvSpPr>
            <a:spLocks noGrp="1"/>
          </p:cNvSpPr>
          <p:nvPr/>
        </p:nvSpPr>
        <p:spPr>
          <a:xfrm>
            <a:off x="7106701" y="214403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475"/>
          </a:solidFill>
          <a:ln w="5054">
            <a:solidFill>
              <a:srgbClr val="482475"/>
            </a:solidFill>
            <a:prstDash val="solid"/>
          </a:ln>
        </p:spPr>
      </p:sp>
      <p:sp>
        <p:nvSpPr>
          <p:cNvPr id="443" name="F3_paired_semantic_8841">
            <a:extLst>
              <a:ext uri="{FF2B5EF4-FFF2-40B4-BE49-F238E27FC236}">
                <a16:creationId xmlns:a16="http://schemas.microsoft.com/office/drawing/2014/main" id="{1C3A95DE-D8D4-4F07-B4B5-C73952E821D0}"/>
              </a:ext>
            </a:extLst>
          </p:cNvPr>
          <p:cNvSpPr>
            <a:spLocks noGrp="1"/>
          </p:cNvSpPr>
          <p:nvPr/>
        </p:nvSpPr>
        <p:spPr>
          <a:xfrm>
            <a:off x="7106701" y="21244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374"/>
          </a:solidFill>
          <a:ln w="5054">
            <a:solidFill>
              <a:srgbClr val="482374"/>
            </a:solidFill>
            <a:prstDash val="solid"/>
          </a:ln>
        </p:spPr>
      </p:sp>
      <p:sp>
        <p:nvSpPr>
          <p:cNvPr id="444" name="F3_paired_semantic_8842">
            <a:extLst>
              <a:ext uri="{FF2B5EF4-FFF2-40B4-BE49-F238E27FC236}">
                <a16:creationId xmlns:a16="http://schemas.microsoft.com/office/drawing/2014/main" id="{B8480BEC-3FC2-4E0A-B7F9-C4DDF22FB9BA}"/>
              </a:ext>
            </a:extLst>
          </p:cNvPr>
          <p:cNvSpPr>
            <a:spLocks noGrp="1"/>
          </p:cNvSpPr>
          <p:nvPr/>
        </p:nvSpPr>
        <p:spPr>
          <a:xfrm>
            <a:off x="7106701" y="21049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173"/>
          </a:solidFill>
          <a:ln w="5054">
            <a:solidFill>
              <a:srgbClr val="482173"/>
            </a:solidFill>
            <a:prstDash val="solid"/>
          </a:ln>
        </p:spPr>
      </p:sp>
      <p:sp>
        <p:nvSpPr>
          <p:cNvPr id="445" name="F3_paired_semantic_8843">
            <a:extLst>
              <a:ext uri="{FF2B5EF4-FFF2-40B4-BE49-F238E27FC236}">
                <a16:creationId xmlns:a16="http://schemas.microsoft.com/office/drawing/2014/main" id="{BD1F358F-C183-476E-B7CE-DE0AAB35D16E}"/>
              </a:ext>
            </a:extLst>
          </p:cNvPr>
          <p:cNvSpPr>
            <a:spLocks noGrp="1"/>
          </p:cNvSpPr>
          <p:nvPr/>
        </p:nvSpPr>
        <p:spPr>
          <a:xfrm>
            <a:off x="7106701" y="20853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071"/>
          </a:solidFill>
          <a:ln w="5054">
            <a:solidFill>
              <a:srgbClr val="482071"/>
            </a:solidFill>
            <a:prstDash val="solid"/>
          </a:ln>
        </p:spPr>
      </p:sp>
      <p:sp>
        <p:nvSpPr>
          <p:cNvPr id="446" name="F3_paired_semantic_8844">
            <a:extLst>
              <a:ext uri="{FF2B5EF4-FFF2-40B4-BE49-F238E27FC236}">
                <a16:creationId xmlns:a16="http://schemas.microsoft.com/office/drawing/2014/main" id="{A52CC5AE-3B68-45A0-BCE5-203BF0743677}"/>
              </a:ext>
            </a:extLst>
          </p:cNvPr>
          <p:cNvSpPr>
            <a:spLocks noGrp="1"/>
          </p:cNvSpPr>
          <p:nvPr/>
        </p:nvSpPr>
        <p:spPr>
          <a:xfrm>
            <a:off x="7106701" y="20658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F70"/>
          </a:solidFill>
          <a:ln w="5054">
            <a:solidFill>
              <a:srgbClr val="481F70"/>
            </a:solidFill>
            <a:prstDash val="solid"/>
          </a:ln>
        </p:spPr>
      </p:sp>
      <p:sp>
        <p:nvSpPr>
          <p:cNvPr id="447" name="F3_paired_semantic_8845">
            <a:extLst>
              <a:ext uri="{FF2B5EF4-FFF2-40B4-BE49-F238E27FC236}">
                <a16:creationId xmlns:a16="http://schemas.microsoft.com/office/drawing/2014/main" id="{59C22D1A-A12F-49DB-BFC8-179A99CD1535}"/>
              </a:ext>
            </a:extLst>
          </p:cNvPr>
          <p:cNvSpPr>
            <a:spLocks noGrp="1"/>
          </p:cNvSpPr>
          <p:nvPr/>
        </p:nvSpPr>
        <p:spPr>
          <a:xfrm>
            <a:off x="7106701" y="20462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D6F"/>
          </a:solidFill>
          <a:ln w="5054">
            <a:solidFill>
              <a:srgbClr val="481D6F"/>
            </a:solidFill>
            <a:prstDash val="solid"/>
          </a:ln>
        </p:spPr>
      </p:sp>
      <p:sp>
        <p:nvSpPr>
          <p:cNvPr id="448" name="F3_paired_semantic_8846">
            <a:extLst>
              <a:ext uri="{FF2B5EF4-FFF2-40B4-BE49-F238E27FC236}">
                <a16:creationId xmlns:a16="http://schemas.microsoft.com/office/drawing/2014/main" id="{3F184125-C377-43BA-AB43-7D52C3A16542}"/>
              </a:ext>
            </a:extLst>
          </p:cNvPr>
          <p:cNvSpPr>
            <a:spLocks noGrp="1"/>
          </p:cNvSpPr>
          <p:nvPr/>
        </p:nvSpPr>
        <p:spPr>
          <a:xfrm>
            <a:off x="7106701" y="20267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C6E"/>
          </a:solidFill>
          <a:ln w="5054">
            <a:solidFill>
              <a:srgbClr val="481C6E"/>
            </a:solidFill>
            <a:prstDash val="solid"/>
          </a:ln>
        </p:spPr>
      </p:sp>
      <p:sp>
        <p:nvSpPr>
          <p:cNvPr id="449" name="F3_paired_semantic_8847">
            <a:extLst>
              <a:ext uri="{FF2B5EF4-FFF2-40B4-BE49-F238E27FC236}">
                <a16:creationId xmlns:a16="http://schemas.microsoft.com/office/drawing/2014/main" id="{976F83C9-F1F0-4F4E-8B47-D79101ACA253}"/>
              </a:ext>
            </a:extLst>
          </p:cNvPr>
          <p:cNvSpPr>
            <a:spLocks noGrp="1"/>
          </p:cNvSpPr>
          <p:nvPr/>
        </p:nvSpPr>
        <p:spPr>
          <a:xfrm>
            <a:off x="7106701" y="20071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B6D"/>
          </a:solidFill>
          <a:ln w="5054">
            <a:solidFill>
              <a:srgbClr val="481B6D"/>
            </a:solidFill>
            <a:prstDash val="solid"/>
          </a:ln>
        </p:spPr>
      </p:sp>
      <p:sp>
        <p:nvSpPr>
          <p:cNvPr id="450" name="F3_paired_semantic_8848">
            <a:extLst>
              <a:ext uri="{FF2B5EF4-FFF2-40B4-BE49-F238E27FC236}">
                <a16:creationId xmlns:a16="http://schemas.microsoft.com/office/drawing/2014/main" id="{3E52F96B-AB14-468B-832C-34F1CF3ADE3A}"/>
              </a:ext>
            </a:extLst>
          </p:cNvPr>
          <p:cNvSpPr>
            <a:spLocks noGrp="1"/>
          </p:cNvSpPr>
          <p:nvPr/>
        </p:nvSpPr>
        <p:spPr>
          <a:xfrm>
            <a:off x="7106701" y="19876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A6C"/>
          </a:solidFill>
          <a:ln w="5054">
            <a:solidFill>
              <a:srgbClr val="481A6C"/>
            </a:solidFill>
            <a:prstDash val="solid"/>
          </a:ln>
        </p:spPr>
      </p:sp>
      <p:sp>
        <p:nvSpPr>
          <p:cNvPr id="451" name="F3_paired_semantic_8849">
            <a:extLst>
              <a:ext uri="{FF2B5EF4-FFF2-40B4-BE49-F238E27FC236}">
                <a16:creationId xmlns:a16="http://schemas.microsoft.com/office/drawing/2014/main" id="{018746B6-5266-4842-BE8B-F3C8EF36D141}"/>
              </a:ext>
            </a:extLst>
          </p:cNvPr>
          <p:cNvSpPr>
            <a:spLocks noGrp="1"/>
          </p:cNvSpPr>
          <p:nvPr/>
        </p:nvSpPr>
        <p:spPr>
          <a:xfrm>
            <a:off x="7106701" y="19680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86A"/>
          </a:solidFill>
          <a:ln w="5054">
            <a:solidFill>
              <a:srgbClr val="48186A"/>
            </a:solidFill>
            <a:prstDash val="solid"/>
          </a:ln>
        </p:spPr>
      </p:sp>
      <p:sp>
        <p:nvSpPr>
          <p:cNvPr id="452" name="F3_paired_semantic_8850">
            <a:extLst>
              <a:ext uri="{FF2B5EF4-FFF2-40B4-BE49-F238E27FC236}">
                <a16:creationId xmlns:a16="http://schemas.microsoft.com/office/drawing/2014/main" id="{093D8176-3B39-4461-ACB7-10128EC747C1}"/>
              </a:ext>
            </a:extLst>
          </p:cNvPr>
          <p:cNvSpPr>
            <a:spLocks noGrp="1"/>
          </p:cNvSpPr>
          <p:nvPr/>
        </p:nvSpPr>
        <p:spPr>
          <a:xfrm>
            <a:off x="7106701" y="19485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769"/>
          </a:solidFill>
          <a:ln w="5054">
            <a:solidFill>
              <a:srgbClr val="481769"/>
            </a:solidFill>
            <a:prstDash val="solid"/>
          </a:ln>
        </p:spPr>
      </p:sp>
      <p:sp>
        <p:nvSpPr>
          <p:cNvPr id="453" name="F3_paired_semantic_8851">
            <a:extLst>
              <a:ext uri="{FF2B5EF4-FFF2-40B4-BE49-F238E27FC236}">
                <a16:creationId xmlns:a16="http://schemas.microsoft.com/office/drawing/2014/main" id="{FDDA3AC4-4516-42EC-90E1-1720C287294A}"/>
              </a:ext>
            </a:extLst>
          </p:cNvPr>
          <p:cNvSpPr>
            <a:spLocks noGrp="1"/>
          </p:cNvSpPr>
          <p:nvPr/>
        </p:nvSpPr>
        <p:spPr>
          <a:xfrm>
            <a:off x="7106701" y="19289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668"/>
          </a:solidFill>
          <a:ln w="5054">
            <a:solidFill>
              <a:srgbClr val="481668"/>
            </a:solidFill>
            <a:prstDash val="solid"/>
          </a:ln>
        </p:spPr>
      </p:sp>
      <p:sp>
        <p:nvSpPr>
          <p:cNvPr id="454" name="F3_paired_semantic_8852">
            <a:extLst>
              <a:ext uri="{FF2B5EF4-FFF2-40B4-BE49-F238E27FC236}">
                <a16:creationId xmlns:a16="http://schemas.microsoft.com/office/drawing/2014/main" id="{9421E1D3-8A20-4126-BA11-AE47C01712C7}"/>
              </a:ext>
            </a:extLst>
          </p:cNvPr>
          <p:cNvSpPr>
            <a:spLocks noGrp="1"/>
          </p:cNvSpPr>
          <p:nvPr/>
        </p:nvSpPr>
        <p:spPr>
          <a:xfrm>
            <a:off x="7106701" y="19094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467"/>
          </a:solidFill>
          <a:ln w="5054">
            <a:solidFill>
              <a:srgbClr val="481467"/>
            </a:solidFill>
            <a:prstDash val="solid"/>
          </a:ln>
        </p:spPr>
      </p:sp>
      <p:sp>
        <p:nvSpPr>
          <p:cNvPr id="455" name="F3_paired_semantic_8853">
            <a:extLst>
              <a:ext uri="{FF2B5EF4-FFF2-40B4-BE49-F238E27FC236}">
                <a16:creationId xmlns:a16="http://schemas.microsoft.com/office/drawing/2014/main" id="{DFF53C9C-5BB7-4CF3-946B-F4024C0666C3}"/>
              </a:ext>
            </a:extLst>
          </p:cNvPr>
          <p:cNvSpPr>
            <a:spLocks noGrp="1"/>
          </p:cNvSpPr>
          <p:nvPr/>
        </p:nvSpPr>
        <p:spPr>
          <a:xfrm>
            <a:off x="7106701" y="18898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365"/>
          </a:solidFill>
          <a:ln w="5054">
            <a:solidFill>
              <a:srgbClr val="471365"/>
            </a:solidFill>
            <a:prstDash val="solid"/>
          </a:ln>
        </p:spPr>
      </p:sp>
      <p:sp>
        <p:nvSpPr>
          <p:cNvPr id="456" name="F3_paired_semantic_8854">
            <a:extLst>
              <a:ext uri="{FF2B5EF4-FFF2-40B4-BE49-F238E27FC236}">
                <a16:creationId xmlns:a16="http://schemas.microsoft.com/office/drawing/2014/main" id="{41BF18E8-0A4C-4899-A9D6-591B9FADCB28}"/>
              </a:ext>
            </a:extLst>
          </p:cNvPr>
          <p:cNvSpPr>
            <a:spLocks noGrp="1"/>
          </p:cNvSpPr>
          <p:nvPr/>
        </p:nvSpPr>
        <p:spPr>
          <a:xfrm>
            <a:off x="7106701" y="18703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164"/>
          </a:solidFill>
          <a:ln w="5054">
            <a:solidFill>
              <a:srgbClr val="471164"/>
            </a:solidFill>
            <a:prstDash val="solid"/>
          </a:ln>
        </p:spPr>
      </p:sp>
      <p:sp>
        <p:nvSpPr>
          <p:cNvPr id="457" name="F3_paired_semantic_8855">
            <a:extLst>
              <a:ext uri="{FF2B5EF4-FFF2-40B4-BE49-F238E27FC236}">
                <a16:creationId xmlns:a16="http://schemas.microsoft.com/office/drawing/2014/main" id="{197A8F15-5823-4BF9-A482-D2C0A947AA82}"/>
              </a:ext>
            </a:extLst>
          </p:cNvPr>
          <p:cNvSpPr>
            <a:spLocks noGrp="1"/>
          </p:cNvSpPr>
          <p:nvPr/>
        </p:nvSpPr>
        <p:spPr>
          <a:xfrm>
            <a:off x="7106701" y="18507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063"/>
          </a:solidFill>
          <a:ln w="5054">
            <a:solidFill>
              <a:srgbClr val="471063"/>
            </a:solidFill>
            <a:prstDash val="solid"/>
          </a:ln>
        </p:spPr>
      </p:sp>
      <p:sp>
        <p:nvSpPr>
          <p:cNvPr id="458" name="F3_paired_semantic_8856">
            <a:extLst>
              <a:ext uri="{FF2B5EF4-FFF2-40B4-BE49-F238E27FC236}">
                <a16:creationId xmlns:a16="http://schemas.microsoft.com/office/drawing/2014/main" id="{06BB8136-6D5B-451E-BD57-084F5CDA6B7B}"/>
              </a:ext>
            </a:extLst>
          </p:cNvPr>
          <p:cNvSpPr>
            <a:spLocks noGrp="1"/>
          </p:cNvSpPr>
          <p:nvPr/>
        </p:nvSpPr>
        <p:spPr>
          <a:xfrm>
            <a:off x="7106701" y="18312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0E61"/>
          </a:solidFill>
          <a:ln w="5054">
            <a:solidFill>
              <a:srgbClr val="470E61"/>
            </a:solidFill>
            <a:prstDash val="solid"/>
          </a:ln>
        </p:spPr>
      </p:sp>
      <p:sp>
        <p:nvSpPr>
          <p:cNvPr id="459" name="F3_paired_semantic_8857">
            <a:extLst>
              <a:ext uri="{FF2B5EF4-FFF2-40B4-BE49-F238E27FC236}">
                <a16:creationId xmlns:a16="http://schemas.microsoft.com/office/drawing/2014/main" id="{4CB839AA-43EA-480E-8B2C-5ECB4D9501B3}"/>
              </a:ext>
            </a:extLst>
          </p:cNvPr>
          <p:cNvSpPr>
            <a:spLocks noGrp="1"/>
          </p:cNvSpPr>
          <p:nvPr/>
        </p:nvSpPr>
        <p:spPr>
          <a:xfrm>
            <a:off x="7106701" y="18116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0D60"/>
          </a:solidFill>
          <a:ln w="5054">
            <a:solidFill>
              <a:srgbClr val="470D60"/>
            </a:solidFill>
            <a:prstDash val="solid"/>
          </a:ln>
        </p:spPr>
      </p:sp>
      <p:sp>
        <p:nvSpPr>
          <p:cNvPr id="460" name="F3_paired_semantic_8858">
            <a:extLst>
              <a:ext uri="{FF2B5EF4-FFF2-40B4-BE49-F238E27FC236}">
                <a16:creationId xmlns:a16="http://schemas.microsoft.com/office/drawing/2014/main" id="{62F24A59-851C-46A1-A1B6-079E57842BFE}"/>
              </a:ext>
            </a:extLst>
          </p:cNvPr>
          <p:cNvSpPr>
            <a:spLocks noGrp="1"/>
          </p:cNvSpPr>
          <p:nvPr/>
        </p:nvSpPr>
        <p:spPr>
          <a:xfrm>
            <a:off x="7106701" y="17921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B5E"/>
          </a:solidFill>
          <a:ln w="5054">
            <a:solidFill>
              <a:srgbClr val="460B5E"/>
            </a:solidFill>
            <a:prstDash val="solid"/>
          </a:ln>
        </p:spPr>
      </p:sp>
      <p:sp>
        <p:nvSpPr>
          <p:cNvPr id="461" name="F3_paired_semantic_8859">
            <a:extLst>
              <a:ext uri="{FF2B5EF4-FFF2-40B4-BE49-F238E27FC236}">
                <a16:creationId xmlns:a16="http://schemas.microsoft.com/office/drawing/2014/main" id="{90F9AF58-8920-43C3-8E42-ABE3B27DE2E5}"/>
              </a:ext>
            </a:extLst>
          </p:cNvPr>
          <p:cNvSpPr>
            <a:spLocks noGrp="1"/>
          </p:cNvSpPr>
          <p:nvPr/>
        </p:nvSpPr>
        <p:spPr>
          <a:xfrm>
            <a:off x="7106701" y="17725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A5D"/>
          </a:solidFill>
          <a:ln w="5054">
            <a:solidFill>
              <a:srgbClr val="460A5D"/>
            </a:solidFill>
            <a:prstDash val="solid"/>
          </a:ln>
        </p:spPr>
      </p:sp>
      <p:sp>
        <p:nvSpPr>
          <p:cNvPr id="462" name="F3_paired_semantic_8860">
            <a:extLst>
              <a:ext uri="{FF2B5EF4-FFF2-40B4-BE49-F238E27FC236}">
                <a16:creationId xmlns:a16="http://schemas.microsoft.com/office/drawing/2014/main" id="{10E6BECA-1D2B-4463-84B6-B6B97E5B5425}"/>
              </a:ext>
            </a:extLst>
          </p:cNvPr>
          <p:cNvSpPr>
            <a:spLocks noGrp="1"/>
          </p:cNvSpPr>
          <p:nvPr/>
        </p:nvSpPr>
        <p:spPr>
          <a:xfrm>
            <a:off x="7106701" y="17530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85C"/>
          </a:solidFill>
          <a:ln w="5054">
            <a:solidFill>
              <a:srgbClr val="46085C"/>
            </a:solidFill>
            <a:prstDash val="solid"/>
          </a:ln>
        </p:spPr>
      </p:sp>
      <p:sp>
        <p:nvSpPr>
          <p:cNvPr id="463" name="F3_paired_semantic_8861">
            <a:extLst>
              <a:ext uri="{FF2B5EF4-FFF2-40B4-BE49-F238E27FC236}">
                <a16:creationId xmlns:a16="http://schemas.microsoft.com/office/drawing/2014/main" id="{A8F60FDB-61B2-43F9-91EA-6E2A5D687A23}"/>
              </a:ext>
            </a:extLst>
          </p:cNvPr>
          <p:cNvSpPr>
            <a:spLocks noGrp="1"/>
          </p:cNvSpPr>
          <p:nvPr/>
        </p:nvSpPr>
        <p:spPr>
          <a:xfrm>
            <a:off x="7106701" y="17334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75A"/>
          </a:solidFill>
          <a:ln w="5054">
            <a:solidFill>
              <a:srgbClr val="46075A"/>
            </a:solidFill>
            <a:prstDash val="solid"/>
          </a:ln>
        </p:spPr>
      </p:sp>
      <p:sp>
        <p:nvSpPr>
          <p:cNvPr id="464" name="F3_paired_semantic_8862">
            <a:extLst>
              <a:ext uri="{FF2B5EF4-FFF2-40B4-BE49-F238E27FC236}">
                <a16:creationId xmlns:a16="http://schemas.microsoft.com/office/drawing/2014/main" id="{D9EDDFF8-9225-4BC6-AC7F-9A817E5FE5EB}"/>
              </a:ext>
            </a:extLst>
          </p:cNvPr>
          <p:cNvSpPr>
            <a:spLocks noGrp="1"/>
          </p:cNvSpPr>
          <p:nvPr/>
        </p:nvSpPr>
        <p:spPr>
          <a:xfrm>
            <a:off x="7106701" y="17139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0559"/>
          </a:solidFill>
          <a:ln w="5054">
            <a:solidFill>
              <a:srgbClr val="450559"/>
            </a:solidFill>
            <a:prstDash val="solid"/>
          </a:ln>
        </p:spPr>
      </p:sp>
      <p:sp>
        <p:nvSpPr>
          <p:cNvPr id="465" name="F3_paired_semantic_8863">
            <a:extLst>
              <a:ext uri="{FF2B5EF4-FFF2-40B4-BE49-F238E27FC236}">
                <a16:creationId xmlns:a16="http://schemas.microsoft.com/office/drawing/2014/main" id="{DFEC2018-2C14-4ABF-BAD7-35772405DFC0}"/>
              </a:ext>
            </a:extLst>
          </p:cNvPr>
          <p:cNvSpPr>
            <a:spLocks noGrp="1"/>
          </p:cNvSpPr>
          <p:nvPr/>
        </p:nvSpPr>
        <p:spPr>
          <a:xfrm>
            <a:off x="7106701" y="16943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0457"/>
          </a:solidFill>
          <a:ln w="5054">
            <a:solidFill>
              <a:srgbClr val="450457"/>
            </a:solidFill>
            <a:prstDash val="solid"/>
          </a:ln>
        </p:spPr>
      </p:sp>
      <p:sp>
        <p:nvSpPr>
          <p:cNvPr id="466" name="F3_paired_semantic_8864">
            <a:extLst>
              <a:ext uri="{FF2B5EF4-FFF2-40B4-BE49-F238E27FC236}">
                <a16:creationId xmlns:a16="http://schemas.microsoft.com/office/drawing/2014/main" id="{3C264B9F-388E-4905-A1A2-E2337957C274}"/>
              </a:ext>
            </a:extLst>
          </p:cNvPr>
          <p:cNvSpPr>
            <a:spLocks noGrp="1"/>
          </p:cNvSpPr>
          <p:nvPr/>
        </p:nvSpPr>
        <p:spPr>
          <a:xfrm>
            <a:off x="7106701" y="16748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0256"/>
          </a:solidFill>
          <a:ln w="5054">
            <a:solidFill>
              <a:srgbClr val="440256"/>
            </a:solidFill>
            <a:prstDash val="solid"/>
          </a:ln>
        </p:spPr>
      </p:sp>
      <p:sp>
        <p:nvSpPr>
          <p:cNvPr id="467" name="F3_paired_semantic_8865">
            <a:extLst>
              <a:ext uri="{FF2B5EF4-FFF2-40B4-BE49-F238E27FC236}">
                <a16:creationId xmlns:a16="http://schemas.microsoft.com/office/drawing/2014/main" id="{21232766-E977-4CE5-A253-08A5BF659AFD}"/>
              </a:ext>
            </a:extLst>
          </p:cNvPr>
          <p:cNvSpPr>
            <a:spLocks noGrp="1"/>
          </p:cNvSpPr>
          <p:nvPr/>
        </p:nvSpPr>
        <p:spPr>
          <a:xfrm>
            <a:off x="7106701" y="16552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0154"/>
          </a:solidFill>
          <a:ln w="5054">
            <a:solidFill>
              <a:srgbClr val="440154"/>
            </a:solidFill>
            <a:prstDash val="solid"/>
          </a:ln>
        </p:spPr>
      </p:sp>
      <p:sp>
        <p:nvSpPr>
          <p:cNvPr id="468" name="F3_paired_semantic_8866">
            <a:extLst>
              <a:ext uri="{FF2B5EF4-FFF2-40B4-BE49-F238E27FC236}">
                <a16:creationId xmlns:a16="http://schemas.microsoft.com/office/drawing/2014/main" id="{3243A9BA-BC49-47DC-A824-81A7ECBD09DF}"/>
              </a:ext>
            </a:extLst>
          </p:cNvPr>
          <p:cNvSpPr>
            <a:spLocks noGrp="1"/>
          </p:cNvSpPr>
          <p:nvPr/>
        </p:nvSpPr>
        <p:spPr>
          <a:xfrm>
            <a:off x="7356939" y="666004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69" name="text_8867">
            <a:extLst>
              <a:ext uri="{FF2B5EF4-FFF2-40B4-BE49-F238E27FC236}">
                <a16:creationId xmlns:a16="http://schemas.microsoft.com/office/drawing/2014/main" id="{14A2AA43-1E43-4998-9033-AAC85EF6DEAF}"/>
              </a:ext>
            </a:extLst>
          </p:cNvPr>
          <p:cNvSpPr>
            <a:spLocks noGrp="1"/>
          </p:cNvSpPr>
          <p:nvPr/>
        </p:nvSpPr>
        <p:spPr>
          <a:xfrm>
            <a:off x="7508554" y="658906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70" name="F3_paired_semantic_8868">
            <a:extLst>
              <a:ext uri="{FF2B5EF4-FFF2-40B4-BE49-F238E27FC236}">
                <a16:creationId xmlns:a16="http://schemas.microsoft.com/office/drawing/2014/main" id="{14F79462-08FC-44BE-863E-0CA37B5EA31E}"/>
              </a:ext>
            </a:extLst>
          </p:cNvPr>
          <p:cNvSpPr>
            <a:spLocks noGrp="1"/>
          </p:cNvSpPr>
          <p:nvPr/>
        </p:nvSpPr>
        <p:spPr>
          <a:xfrm>
            <a:off x="7356939" y="4991789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1" name="text_8869">
            <a:extLst>
              <a:ext uri="{FF2B5EF4-FFF2-40B4-BE49-F238E27FC236}">
                <a16:creationId xmlns:a16="http://schemas.microsoft.com/office/drawing/2014/main" id="{F25423DA-53DE-4399-A14A-2442E7957C59}"/>
              </a:ext>
            </a:extLst>
          </p:cNvPr>
          <p:cNvSpPr>
            <a:spLocks noGrp="1"/>
          </p:cNvSpPr>
          <p:nvPr/>
        </p:nvSpPr>
        <p:spPr>
          <a:xfrm>
            <a:off x="7508554" y="4920815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472" name="F3_paired_semantic_8870">
            <a:extLst>
              <a:ext uri="{FF2B5EF4-FFF2-40B4-BE49-F238E27FC236}">
                <a16:creationId xmlns:a16="http://schemas.microsoft.com/office/drawing/2014/main" id="{CCBE2D4C-622A-44A0-91BE-834CF8E41588}"/>
              </a:ext>
            </a:extLst>
          </p:cNvPr>
          <p:cNvSpPr>
            <a:spLocks noGrp="1"/>
          </p:cNvSpPr>
          <p:nvPr/>
        </p:nvSpPr>
        <p:spPr>
          <a:xfrm>
            <a:off x="7356939" y="3323536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3" name="text_8871">
            <a:extLst>
              <a:ext uri="{FF2B5EF4-FFF2-40B4-BE49-F238E27FC236}">
                <a16:creationId xmlns:a16="http://schemas.microsoft.com/office/drawing/2014/main" id="{2D42739C-413B-4D0A-A726-2FD3E345572D}"/>
              </a:ext>
            </a:extLst>
          </p:cNvPr>
          <p:cNvSpPr>
            <a:spLocks noGrp="1"/>
          </p:cNvSpPr>
          <p:nvPr/>
        </p:nvSpPr>
        <p:spPr>
          <a:xfrm>
            <a:off x="7508554" y="3252563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474" name="F3_paired_semantic_8872">
            <a:extLst>
              <a:ext uri="{FF2B5EF4-FFF2-40B4-BE49-F238E27FC236}">
                <a16:creationId xmlns:a16="http://schemas.microsoft.com/office/drawing/2014/main" id="{53B978BD-2D58-439F-8AE7-426837677840}"/>
              </a:ext>
            </a:extLst>
          </p:cNvPr>
          <p:cNvSpPr>
            <a:spLocks noGrp="1"/>
          </p:cNvSpPr>
          <p:nvPr/>
        </p:nvSpPr>
        <p:spPr>
          <a:xfrm>
            <a:off x="7356939" y="165528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5" name="text_8873">
            <a:extLst>
              <a:ext uri="{FF2B5EF4-FFF2-40B4-BE49-F238E27FC236}">
                <a16:creationId xmlns:a16="http://schemas.microsoft.com/office/drawing/2014/main" id="{5E8C011B-D9EE-4E9E-AFD6-25DA0140F2B6}"/>
              </a:ext>
            </a:extLst>
          </p:cNvPr>
          <p:cNvSpPr>
            <a:spLocks noGrp="1"/>
          </p:cNvSpPr>
          <p:nvPr/>
        </p:nvSpPr>
        <p:spPr>
          <a:xfrm>
            <a:off x="7508554" y="1584311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476" name="text_8874">
            <a:extLst>
              <a:ext uri="{FF2B5EF4-FFF2-40B4-BE49-F238E27FC236}">
                <a16:creationId xmlns:a16="http://schemas.microsoft.com/office/drawing/2014/main" id="{63B2E507-E544-4D34-B443-ACA06C77C4E0}"/>
              </a:ext>
            </a:extLst>
          </p:cNvPr>
          <p:cNvSpPr>
            <a:spLocks noGrp="1"/>
          </p:cNvSpPr>
          <p:nvPr/>
        </p:nvSpPr>
        <p:spPr>
          <a:xfrm rot="-5400000">
            <a:off x="7402222" y="4047110"/>
            <a:ext cx="1133197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477" name="text_8875">
            <a:extLst>
              <a:ext uri="{FF2B5EF4-FFF2-40B4-BE49-F238E27FC236}">
                <a16:creationId xmlns:a16="http://schemas.microsoft.com/office/drawing/2014/main" id="{7099331D-B666-4B77-8D6F-327B5FEAD77D}"/>
              </a:ext>
            </a:extLst>
          </p:cNvPr>
          <p:cNvSpPr>
            <a:spLocks noGrp="1"/>
          </p:cNvSpPr>
          <p:nvPr/>
        </p:nvSpPr>
        <p:spPr>
          <a:xfrm>
            <a:off x="1916987" y="657521"/>
            <a:ext cx="2104671" cy="3158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990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90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 PRAUC</a:t>
            </a:r>
          </a:p>
        </p:txBody>
      </p:sp>
      <p:sp>
        <p:nvSpPr>
          <p:cNvPr id="478" name="text_8876">
            <a:extLst>
              <a:ext uri="{FF2B5EF4-FFF2-40B4-BE49-F238E27FC236}">
                <a16:creationId xmlns:a16="http://schemas.microsoft.com/office/drawing/2014/main" id="{E858F729-8587-45FD-B43B-5958BA29E941}"/>
              </a:ext>
            </a:extLst>
          </p:cNvPr>
          <p:cNvSpPr>
            <a:spLocks noGrp="1"/>
          </p:cNvSpPr>
          <p:nvPr/>
        </p:nvSpPr>
        <p:spPr>
          <a:xfrm>
            <a:off x="1916987" y="7387849"/>
            <a:ext cx="3810746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higher: 160    Equal: 7    Emap2lig higher: 12</a:t>
            </a:r>
          </a:p>
        </p:txBody>
      </p:sp>
      <p:sp>
        <p:nvSpPr>
          <p:cNvPr id="479" name="text_8877">
            <a:extLst>
              <a:ext uri="{FF2B5EF4-FFF2-40B4-BE49-F238E27FC236}">
                <a16:creationId xmlns:a16="http://schemas.microsoft.com/office/drawing/2014/main" id="{8419C8D3-6181-4BD7-A3F1-4331621AD3D2}"/>
              </a:ext>
            </a:extLst>
          </p:cNvPr>
          <p:cNvSpPr>
            <a:spLocks noGrp="1"/>
          </p:cNvSpPr>
          <p:nvPr/>
        </p:nvSpPr>
        <p:spPr>
          <a:xfrm>
            <a:off x="1163762" y="8006036"/>
            <a:ext cx="4184841" cy="1989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54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54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paired PDBs. Diagonal: equal performance.</a:t>
            </a:r>
          </a:p>
        </p:txBody>
      </p:sp>
    </p:spTree>
    <p:extLst>
      <p:ext uri="{BB962C8B-B14F-4D97-AF65-F5344CB8AC3E}">
        <p14:creationId xmlns:p14="http://schemas.microsoft.com/office/powerpoint/2010/main" val="892573706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F4_paired_one_to_one_0p3_8878">
            <a:extLst>
              <a:ext uri="{FF2B5EF4-FFF2-40B4-BE49-F238E27FC236}">
                <a16:creationId xmlns:a16="http://schemas.microsoft.com/office/drawing/2014/main" id="{D9A49E04-C57F-4C19-9B18-A21430315CF0}"/>
              </a:ext>
            </a:extLst>
          </p:cNvPr>
          <p:cNvSpPr>
            <a:spLocks noGrp="1"/>
          </p:cNvSpPr>
          <p:nvPr/>
        </p:nvSpPr>
        <p:spPr>
          <a:xfrm>
            <a:off x="577921" y="352425"/>
            <a:ext cx="8369157" cy="8096250"/>
          </a:xfrm>
          <a:custGeom>
            <a:avLst/>
            <a:gdLst/>
            <a:ahLst/>
            <a:cxnLst/>
            <a:rect l="0" t="0" r="0" b="0"/>
            <a:pathLst>
              <a:path w="8369157" h="8096250">
                <a:moveTo>
                  <a:pt x="0" y="8096250"/>
                </a:moveTo>
                <a:lnTo>
                  <a:pt x="8369157" y="8096250"/>
                </a:lnTo>
                <a:lnTo>
                  <a:pt x="8369157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4_paired_one_to_one_0p3_8879">
            <a:extLst>
              <a:ext uri="{FF2B5EF4-FFF2-40B4-BE49-F238E27FC236}">
                <a16:creationId xmlns:a16="http://schemas.microsoft.com/office/drawing/2014/main" id="{A8AF2F34-6C47-4FBE-B552-6F5E900CBC52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4944917" cy="4944917"/>
          </a:xfrm>
          <a:custGeom>
            <a:avLst/>
            <a:gdLst/>
            <a:ahLst/>
            <a:cxnLst/>
            <a:rect l="0" t="0" r="0" b="0"/>
            <a:pathLst>
              <a:path w="4944917" h="4944917">
                <a:moveTo>
                  <a:pt x="0" y="4944917"/>
                </a:moveTo>
                <a:lnTo>
                  <a:pt x="4944917" y="4944917"/>
                </a:lnTo>
                <a:lnTo>
                  <a:pt x="4944917" y="0"/>
                </a:lnTo>
                <a:lnTo>
                  <a:pt x="0" y="0"/>
                </a:lnTo>
                <a:lnTo>
                  <a:pt x="0" y="494491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F4_paired_one_to_one_0p3_8880">
            <a:extLst>
              <a:ext uri="{FF2B5EF4-FFF2-40B4-BE49-F238E27FC236}">
                <a16:creationId xmlns:a16="http://schemas.microsoft.com/office/drawing/2014/main" id="{80BB94A6-174C-47AD-9626-43846CCB2760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4944917" cy="4944917"/>
          </a:xfrm>
          <a:custGeom>
            <a:avLst/>
            <a:gdLst/>
            <a:ahLst/>
            <a:cxnLst/>
            <a:rect l="0" t="0" r="0" b="0"/>
            <a:pathLst>
              <a:path w="4944917" h="4944917">
                <a:moveTo>
                  <a:pt x="0" y="4944917"/>
                </a:moveTo>
                <a:lnTo>
                  <a:pt x="4944917" y="0"/>
                </a:lnTo>
              </a:path>
            </a:pathLst>
          </a:custGeom>
          <a:noFill/>
          <a:ln w="17688">
            <a:solidFill>
              <a:srgbClr val="90989C"/>
            </a:solidFill>
            <a:prstDash val="dash"/>
          </a:ln>
        </p:spPr>
      </p:sp>
      <p:sp>
        <p:nvSpPr>
          <p:cNvPr id="4" name="F4_paired_one_to_one_0p3_8881">
            <a:extLst>
              <a:ext uri="{FF2B5EF4-FFF2-40B4-BE49-F238E27FC236}">
                <a16:creationId xmlns:a16="http://schemas.microsoft.com/office/drawing/2014/main" id="{727B968F-3C26-4125-A932-D52BD01DB7F6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65D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" name="F4_paired_one_to_one_0p3_8882">
            <a:extLst>
              <a:ext uri="{FF2B5EF4-FFF2-40B4-BE49-F238E27FC236}">
                <a16:creationId xmlns:a16="http://schemas.microsoft.com/office/drawing/2014/main" id="{C965888D-10B6-4317-9A26-2347E2CF509C}"/>
              </a:ext>
            </a:extLst>
          </p:cNvPr>
          <p:cNvSpPr>
            <a:spLocks noGrp="1"/>
          </p:cNvSpPr>
          <p:nvPr/>
        </p:nvSpPr>
        <p:spPr>
          <a:xfrm>
            <a:off x="1864893" y="2945868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" name="F4_paired_one_to_one_0p3_8883">
            <a:extLst>
              <a:ext uri="{FF2B5EF4-FFF2-40B4-BE49-F238E27FC236}">
                <a16:creationId xmlns:a16="http://schemas.microsoft.com/office/drawing/2014/main" id="{0038789C-A161-4ED8-B2EB-F01FC2841F3D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" name="F4_paired_one_to_one_0p3_8884">
            <a:extLst>
              <a:ext uri="{FF2B5EF4-FFF2-40B4-BE49-F238E27FC236}">
                <a16:creationId xmlns:a16="http://schemas.microsoft.com/office/drawing/2014/main" id="{B97C9F96-05DF-46E8-B46D-BB72FBD6339B}"/>
              </a:ext>
            </a:extLst>
          </p:cNvPr>
          <p:cNvSpPr>
            <a:spLocks noGrp="1"/>
          </p:cNvSpPr>
          <p:nvPr/>
        </p:nvSpPr>
        <p:spPr>
          <a:xfrm>
            <a:off x="1864893" y="5753874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" name="F4_paired_one_to_one_0p3_8885">
            <a:extLst>
              <a:ext uri="{FF2B5EF4-FFF2-40B4-BE49-F238E27FC236}">
                <a16:creationId xmlns:a16="http://schemas.microsoft.com/office/drawing/2014/main" id="{619398B0-7B7A-413D-B927-ECC853672684}"/>
              </a:ext>
            </a:extLst>
          </p:cNvPr>
          <p:cNvSpPr>
            <a:spLocks noGrp="1"/>
          </p:cNvSpPr>
          <p:nvPr/>
        </p:nvSpPr>
        <p:spPr>
          <a:xfrm>
            <a:off x="4201216" y="3760529"/>
            <a:ext cx="104188" cy="104188"/>
          </a:xfrm>
          <a:prstGeom prst="ellipse">
            <a:avLst/>
          </a:prstGeom>
          <a:solidFill>
            <a:srgbClr val="3363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" name="F4_paired_one_to_one_0p3_8886">
            <a:extLst>
              <a:ext uri="{FF2B5EF4-FFF2-40B4-BE49-F238E27FC236}">
                <a16:creationId xmlns:a16="http://schemas.microsoft.com/office/drawing/2014/main" id="{244E5A50-5F2D-44CE-98C5-54D65D31B17E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8267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" name="F4_paired_one_to_one_0p3_8887">
            <a:extLst>
              <a:ext uri="{FF2B5EF4-FFF2-40B4-BE49-F238E27FC236}">
                <a16:creationId xmlns:a16="http://schemas.microsoft.com/office/drawing/2014/main" id="{DD1A1AD4-0FA2-4199-A89B-B71247616428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" name="F4_paired_one_to_one_0p3_8888">
            <a:extLst>
              <a:ext uri="{FF2B5EF4-FFF2-40B4-BE49-F238E27FC236}">
                <a16:creationId xmlns:a16="http://schemas.microsoft.com/office/drawing/2014/main" id="{9B5DF5ED-9186-401F-9FA2-AC28888030BC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3362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" name="F4_paired_one_to_one_0p3_8889">
            <a:extLst>
              <a:ext uri="{FF2B5EF4-FFF2-40B4-BE49-F238E27FC236}">
                <a16:creationId xmlns:a16="http://schemas.microsoft.com/office/drawing/2014/main" id="{1DB67F1D-5600-43E2-A073-9D9315C156E2}"/>
              </a:ext>
            </a:extLst>
          </p:cNvPr>
          <p:cNvSpPr>
            <a:spLocks noGrp="1"/>
          </p:cNvSpPr>
          <p:nvPr/>
        </p:nvSpPr>
        <p:spPr>
          <a:xfrm>
            <a:off x="1864893" y="5259383"/>
            <a:ext cx="104188" cy="104188"/>
          </a:xfrm>
          <a:prstGeom prst="ellipse">
            <a:avLst/>
          </a:prstGeom>
          <a:solidFill>
            <a:srgbClr val="46327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" name="F4_paired_one_to_one_0p3_8890">
            <a:extLst>
              <a:ext uri="{FF2B5EF4-FFF2-40B4-BE49-F238E27FC236}">
                <a16:creationId xmlns:a16="http://schemas.microsoft.com/office/drawing/2014/main" id="{460418DE-81C8-4E17-88F1-52D784E0289A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355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" name="F4_paired_one_to_one_0p3_8891">
            <a:extLst>
              <a:ext uri="{FF2B5EF4-FFF2-40B4-BE49-F238E27FC236}">
                <a16:creationId xmlns:a16="http://schemas.microsoft.com/office/drawing/2014/main" id="{8827CA58-97AB-4152-9576-82FB5F965F94}"/>
              </a:ext>
            </a:extLst>
          </p:cNvPr>
          <p:cNvSpPr>
            <a:spLocks noGrp="1"/>
          </p:cNvSpPr>
          <p:nvPr/>
        </p:nvSpPr>
        <p:spPr>
          <a:xfrm>
            <a:off x="5759811" y="4195161"/>
            <a:ext cx="104188" cy="104188"/>
          </a:xfrm>
          <a:prstGeom prst="ellipse">
            <a:avLst/>
          </a:prstGeom>
          <a:solidFill>
            <a:srgbClr val="65CB5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" name="F4_paired_one_to_one_0p3_8892">
            <a:extLst>
              <a:ext uri="{FF2B5EF4-FFF2-40B4-BE49-F238E27FC236}">
                <a16:creationId xmlns:a16="http://schemas.microsoft.com/office/drawing/2014/main" id="{8749FA6F-EBAC-4C7A-AC48-E3EFC0A87BA3}"/>
              </a:ext>
            </a:extLst>
          </p:cNvPr>
          <p:cNvSpPr>
            <a:spLocks noGrp="1"/>
          </p:cNvSpPr>
          <p:nvPr/>
        </p:nvSpPr>
        <p:spPr>
          <a:xfrm>
            <a:off x="4961352" y="3588838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" name="F4_paired_one_to_one_0p3_8893">
            <a:extLst>
              <a:ext uri="{FF2B5EF4-FFF2-40B4-BE49-F238E27FC236}">
                <a16:creationId xmlns:a16="http://schemas.microsoft.com/office/drawing/2014/main" id="{25D36AAE-216E-4885-A32E-54EA236BF948}"/>
              </a:ext>
            </a:extLst>
          </p:cNvPr>
          <p:cNvSpPr>
            <a:spLocks noGrp="1"/>
          </p:cNvSpPr>
          <p:nvPr/>
        </p:nvSpPr>
        <p:spPr>
          <a:xfrm>
            <a:off x="5793354" y="4315353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" name="F4_paired_one_to_one_0p3_8894">
            <a:extLst>
              <a:ext uri="{FF2B5EF4-FFF2-40B4-BE49-F238E27FC236}">
                <a16:creationId xmlns:a16="http://schemas.microsoft.com/office/drawing/2014/main" id="{0E2C77DB-BB5E-4A11-AA7B-DC88801F4927}"/>
              </a:ext>
            </a:extLst>
          </p:cNvPr>
          <p:cNvSpPr>
            <a:spLocks noGrp="1"/>
          </p:cNvSpPr>
          <p:nvPr/>
        </p:nvSpPr>
        <p:spPr>
          <a:xfrm>
            <a:off x="1864893" y="3487454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" name="F4_paired_one_to_one_0p3_8895">
            <a:extLst>
              <a:ext uri="{FF2B5EF4-FFF2-40B4-BE49-F238E27FC236}">
                <a16:creationId xmlns:a16="http://schemas.microsoft.com/office/drawing/2014/main" id="{A67BD799-61D9-4FAE-B087-20E782394B6D}"/>
              </a:ext>
            </a:extLst>
          </p:cNvPr>
          <p:cNvSpPr>
            <a:spLocks noGrp="1"/>
          </p:cNvSpPr>
          <p:nvPr/>
        </p:nvSpPr>
        <p:spPr>
          <a:xfrm>
            <a:off x="2963763" y="4929721"/>
            <a:ext cx="104188" cy="104188"/>
          </a:xfrm>
          <a:prstGeom prst="ellipse">
            <a:avLst/>
          </a:prstGeom>
          <a:solidFill>
            <a:srgbClr val="3A5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9" name="F4_paired_one_to_one_0p3_8896">
            <a:extLst>
              <a:ext uri="{FF2B5EF4-FFF2-40B4-BE49-F238E27FC236}">
                <a16:creationId xmlns:a16="http://schemas.microsoft.com/office/drawing/2014/main" id="{95566909-D679-4D9F-9A22-2769FBA4E628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0" name="F4_paired_one_to_one_0p3_8897">
            <a:extLst>
              <a:ext uri="{FF2B5EF4-FFF2-40B4-BE49-F238E27FC236}">
                <a16:creationId xmlns:a16="http://schemas.microsoft.com/office/drawing/2014/main" id="{5EC81AF9-A129-48D8-80A4-C3DA45FC42C4}"/>
              </a:ext>
            </a:extLst>
          </p:cNvPr>
          <p:cNvSpPr>
            <a:spLocks noGrp="1"/>
          </p:cNvSpPr>
          <p:nvPr/>
        </p:nvSpPr>
        <p:spPr>
          <a:xfrm>
            <a:off x="1864893" y="4105569"/>
            <a:ext cx="104188" cy="104188"/>
          </a:xfrm>
          <a:prstGeom prst="ellipse">
            <a:avLst/>
          </a:prstGeom>
          <a:solidFill>
            <a:srgbClr val="375B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1" name="F4_paired_one_to_one_0p3_8898">
            <a:extLst>
              <a:ext uri="{FF2B5EF4-FFF2-40B4-BE49-F238E27FC236}">
                <a16:creationId xmlns:a16="http://schemas.microsoft.com/office/drawing/2014/main" id="{D2EB8F0A-51A2-4DF0-AF33-F03FAF1D0B01}"/>
              </a:ext>
            </a:extLst>
          </p:cNvPr>
          <p:cNvSpPr>
            <a:spLocks noGrp="1"/>
          </p:cNvSpPr>
          <p:nvPr/>
        </p:nvSpPr>
        <p:spPr>
          <a:xfrm>
            <a:off x="3101122" y="1633110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2" name="F4_paired_one_to_one_0p3_8899">
            <a:extLst>
              <a:ext uri="{FF2B5EF4-FFF2-40B4-BE49-F238E27FC236}">
                <a16:creationId xmlns:a16="http://schemas.microsoft.com/office/drawing/2014/main" id="{4CD082F5-56C3-4DA1-96E3-089A8BEC93B8}"/>
              </a:ext>
            </a:extLst>
          </p:cNvPr>
          <p:cNvSpPr>
            <a:spLocks noGrp="1"/>
          </p:cNvSpPr>
          <p:nvPr/>
        </p:nvSpPr>
        <p:spPr>
          <a:xfrm>
            <a:off x="5602513" y="1838808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3" name="F4_paired_one_to_one_0p3_8900">
            <a:extLst>
              <a:ext uri="{FF2B5EF4-FFF2-40B4-BE49-F238E27FC236}">
                <a16:creationId xmlns:a16="http://schemas.microsoft.com/office/drawing/2014/main" id="{94612DF8-F1CB-474E-B9E6-6FBEA95B96E9}"/>
              </a:ext>
            </a:extLst>
          </p:cNvPr>
          <p:cNvSpPr>
            <a:spLocks noGrp="1"/>
          </p:cNvSpPr>
          <p:nvPr/>
        </p:nvSpPr>
        <p:spPr>
          <a:xfrm>
            <a:off x="5304523" y="2869340"/>
            <a:ext cx="104188" cy="104188"/>
          </a:xfrm>
          <a:prstGeom prst="ellipse">
            <a:avLst/>
          </a:prstGeom>
          <a:solidFill>
            <a:srgbClr val="472E7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4" name="F4_paired_one_to_one_0p3_8901">
            <a:extLst>
              <a:ext uri="{FF2B5EF4-FFF2-40B4-BE49-F238E27FC236}">
                <a16:creationId xmlns:a16="http://schemas.microsoft.com/office/drawing/2014/main" id="{55306D13-DE62-4C2D-808B-2FFAC9334E88}"/>
              </a:ext>
            </a:extLst>
          </p:cNvPr>
          <p:cNvSpPr>
            <a:spLocks noGrp="1"/>
          </p:cNvSpPr>
          <p:nvPr/>
        </p:nvSpPr>
        <p:spPr>
          <a:xfrm>
            <a:off x="2981825" y="4310219"/>
            <a:ext cx="104188" cy="104188"/>
          </a:xfrm>
          <a:prstGeom prst="ellipse">
            <a:avLst/>
          </a:prstGeom>
          <a:solidFill>
            <a:srgbClr val="46075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5" name="F4_paired_one_to_one_0p3_8902">
            <a:extLst>
              <a:ext uri="{FF2B5EF4-FFF2-40B4-BE49-F238E27FC236}">
                <a16:creationId xmlns:a16="http://schemas.microsoft.com/office/drawing/2014/main" id="{4E653A38-B47B-4D33-A7D3-380382514A38}"/>
              </a:ext>
            </a:extLst>
          </p:cNvPr>
          <p:cNvSpPr>
            <a:spLocks noGrp="1"/>
          </p:cNvSpPr>
          <p:nvPr/>
        </p:nvSpPr>
        <p:spPr>
          <a:xfrm>
            <a:off x="1864893" y="5753874"/>
            <a:ext cx="104188" cy="104188"/>
          </a:xfrm>
          <a:prstGeom prst="ellipse">
            <a:avLst/>
          </a:prstGeom>
          <a:solidFill>
            <a:srgbClr val="470D60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6" name="F4_paired_one_to_one_0p3_8903">
            <a:extLst>
              <a:ext uri="{FF2B5EF4-FFF2-40B4-BE49-F238E27FC236}">
                <a16:creationId xmlns:a16="http://schemas.microsoft.com/office/drawing/2014/main" id="{AD66A589-26A7-4CED-A022-EFFE59D89B69}"/>
              </a:ext>
            </a:extLst>
          </p:cNvPr>
          <p:cNvSpPr>
            <a:spLocks noGrp="1"/>
          </p:cNvSpPr>
          <p:nvPr/>
        </p:nvSpPr>
        <p:spPr>
          <a:xfrm>
            <a:off x="5095572" y="2622094"/>
            <a:ext cx="104188" cy="104188"/>
          </a:xfrm>
          <a:prstGeom prst="ellipse">
            <a:avLst/>
          </a:prstGeom>
          <a:solidFill>
            <a:srgbClr val="48297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7" name="F4_paired_one_to_one_0p3_8904">
            <a:extLst>
              <a:ext uri="{FF2B5EF4-FFF2-40B4-BE49-F238E27FC236}">
                <a16:creationId xmlns:a16="http://schemas.microsoft.com/office/drawing/2014/main" id="{96EA9162-E190-45FC-AE99-C72A7561BF3C}"/>
              </a:ext>
            </a:extLst>
          </p:cNvPr>
          <p:cNvSpPr>
            <a:spLocks noGrp="1"/>
          </p:cNvSpPr>
          <p:nvPr/>
        </p:nvSpPr>
        <p:spPr>
          <a:xfrm>
            <a:off x="4955466" y="3487454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8" name="F4_paired_one_to_one_0p3_8905">
            <a:extLst>
              <a:ext uri="{FF2B5EF4-FFF2-40B4-BE49-F238E27FC236}">
                <a16:creationId xmlns:a16="http://schemas.microsoft.com/office/drawing/2014/main" id="{F10210F4-7B5D-476A-ADB8-1F142768D3BA}"/>
              </a:ext>
            </a:extLst>
          </p:cNvPr>
          <p:cNvSpPr>
            <a:spLocks noGrp="1"/>
          </p:cNvSpPr>
          <p:nvPr/>
        </p:nvSpPr>
        <p:spPr>
          <a:xfrm>
            <a:off x="1864893" y="5341798"/>
            <a:ext cx="104188" cy="104188"/>
          </a:xfrm>
          <a:prstGeom prst="ellipse">
            <a:avLst/>
          </a:prstGeom>
          <a:solidFill>
            <a:srgbClr val="443B84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9" name="F4_paired_one_to_one_0p3_8906">
            <a:extLst>
              <a:ext uri="{FF2B5EF4-FFF2-40B4-BE49-F238E27FC236}">
                <a16:creationId xmlns:a16="http://schemas.microsoft.com/office/drawing/2014/main" id="{31470127-51A5-492A-9D66-48C6B021F671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0" name="F4_paired_one_to_one_0p3_8907">
            <a:extLst>
              <a:ext uri="{FF2B5EF4-FFF2-40B4-BE49-F238E27FC236}">
                <a16:creationId xmlns:a16="http://schemas.microsoft.com/office/drawing/2014/main" id="{590182B7-3878-4BE2-831D-F74B3FBCB3CB}"/>
              </a:ext>
            </a:extLst>
          </p:cNvPr>
          <p:cNvSpPr>
            <a:spLocks noGrp="1"/>
          </p:cNvSpPr>
          <p:nvPr/>
        </p:nvSpPr>
        <p:spPr>
          <a:xfrm>
            <a:off x="2826404" y="4435230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1" name="F4_paired_one_to_one_0p3_8908">
            <a:extLst>
              <a:ext uri="{FF2B5EF4-FFF2-40B4-BE49-F238E27FC236}">
                <a16:creationId xmlns:a16="http://schemas.microsoft.com/office/drawing/2014/main" id="{B2414177-C1C2-4D8E-9333-2631995B449F}"/>
              </a:ext>
            </a:extLst>
          </p:cNvPr>
          <p:cNvSpPr>
            <a:spLocks noGrp="1"/>
          </p:cNvSpPr>
          <p:nvPr/>
        </p:nvSpPr>
        <p:spPr>
          <a:xfrm>
            <a:off x="1864893" y="5539515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2" name="F4_paired_one_to_one_0p3_8909">
            <a:extLst>
              <a:ext uri="{FF2B5EF4-FFF2-40B4-BE49-F238E27FC236}">
                <a16:creationId xmlns:a16="http://schemas.microsoft.com/office/drawing/2014/main" id="{9157AA31-0E3F-4E34-87A5-958EABCFB6C8}"/>
              </a:ext>
            </a:extLst>
          </p:cNvPr>
          <p:cNvSpPr>
            <a:spLocks noGrp="1"/>
          </p:cNvSpPr>
          <p:nvPr/>
        </p:nvSpPr>
        <p:spPr>
          <a:xfrm>
            <a:off x="2571309" y="5165194"/>
            <a:ext cx="104188" cy="104188"/>
          </a:xfrm>
          <a:prstGeom prst="ellipse">
            <a:avLst/>
          </a:prstGeom>
          <a:solidFill>
            <a:srgbClr val="1F9E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3" name="F4_paired_one_to_one_0p3_8910">
            <a:extLst>
              <a:ext uri="{FF2B5EF4-FFF2-40B4-BE49-F238E27FC236}">
                <a16:creationId xmlns:a16="http://schemas.microsoft.com/office/drawing/2014/main" id="{48EDE240-FE4E-4CF2-AF3A-E4C37313EBBB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4" name="F4_paired_one_to_one_0p3_8911">
            <a:extLst>
              <a:ext uri="{FF2B5EF4-FFF2-40B4-BE49-F238E27FC236}">
                <a16:creationId xmlns:a16="http://schemas.microsoft.com/office/drawing/2014/main" id="{F09AB154-D7D1-4D8C-887A-971B110E6B5D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5" name="F4_paired_one_to_one_0p3_8912">
            <a:extLst>
              <a:ext uri="{FF2B5EF4-FFF2-40B4-BE49-F238E27FC236}">
                <a16:creationId xmlns:a16="http://schemas.microsoft.com/office/drawing/2014/main" id="{7FE97567-DB6E-464D-8BF5-9636C8B558CD}"/>
              </a:ext>
            </a:extLst>
          </p:cNvPr>
          <p:cNvSpPr>
            <a:spLocks noGrp="1"/>
          </p:cNvSpPr>
          <p:nvPr/>
        </p:nvSpPr>
        <p:spPr>
          <a:xfrm>
            <a:off x="2562253" y="5344300"/>
            <a:ext cx="104188" cy="104188"/>
          </a:xfrm>
          <a:prstGeom prst="ellipse">
            <a:avLst/>
          </a:prstGeom>
          <a:solidFill>
            <a:srgbClr val="2D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6" name="F4_paired_one_to_one_0p3_8913">
            <a:extLst>
              <a:ext uri="{FF2B5EF4-FFF2-40B4-BE49-F238E27FC236}">
                <a16:creationId xmlns:a16="http://schemas.microsoft.com/office/drawing/2014/main" id="{63F60157-C2DC-4F7B-99BF-808747D1E180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5378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7" name="F4_paired_one_to_one_0p3_8914">
            <a:extLst>
              <a:ext uri="{FF2B5EF4-FFF2-40B4-BE49-F238E27FC236}">
                <a16:creationId xmlns:a16="http://schemas.microsoft.com/office/drawing/2014/main" id="{9AAB4F22-872B-408F-81F7-95C1DBB48A91}"/>
              </a:ext>
            </a:extLst>
          </p:cNvPr>
          <p:cNvSpPr>
            <a:spLocks noGrp="1"/>
          </p:cNvSpPr>
          <p:nvPr/>
        </p:nvSpPr>
        <p:spPr>
          <a:xfrm>
            <a:off x="4337351" y="5753874"/>
            <a:ext cx="104188" cy="104188"/>
          </a:xfrm>
          <a:prstGeom prst="ellipse">
            <a:avLst/>
          </a:prstGeom>
          <a:solidFill>
            <a:srgbClr val="355E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8" name="F4_paired_one_to_one_0p3_8915">
            <a:extLst>
              <a:ext uri="{FF2B5EF4-FFF2-40B4-BE49-F238E27FC236}">
                <a16:creationId xmlns:a16="http://schemas.microsoft.com/office/drawing/2014/main" id="{EE214E77-A16C-4309-BA4D-B6DF5061378D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9" name="F4_paired_one_to_one_0p3_8916">
            <a:extLst>
              <a:ext uri="{FF2B5EF4-FFF2-40B4-BE49-F238E27FC236}">
                <a16:creationId xmlns:a16="http://schemas.microsoft.com/office/drawing/2014/main" id="{A7CF33FA-00A2-412F-BAB4-98D6F0F9E770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2092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0" name="F4_paired_one_to_one_0p3_8917">
            <a:extLst>
              <a:ext uri="{FF2B5EF4-FFF2-40B4-BE49-F238E27FC236}">
                <a16:creationId xmlns:a16="http://schemas.microsoft.com/office/drawing/2014/main" id="{9C1F91F0-A430-4FF7-9951-1CD6B5E90CE5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1" name="F4_paired_one_to_one_0p3_8918">
            <a:extLst>
              <a:ext uri="{FF2B5EF4-FFF2-40B4-BE49-F238E27FC236}">
                <a16:creationId xmlns:a16="http://schemas.microsoft.com/office/drawing/2014/main" id="{B218C4D8-DF42-43F6-AA8C-E27E15C3D22C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2" name="F4_paired_one_to_one_0p3_8919">
            <a:extLst>
              <a:ext uri="{FF2B5EF4-FFF2-40B4-BE49-F238E27FC236}">
                <a16:creationId xmlns:a16="http://schemas.microsoft.com/office/drawing/2014/main" id="{9E8974C7-E12B-40E2-B0B7-38C64804DA0A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E4C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3" name="F4_paired_one_to_one_0p3_8920">
            <a:extLst>
              <a:ext uri="{FF2B5EF4-FFF2-40B4-BE49-F238E27FC236}">
                <a16:creationId xmlns:a16="http://schemas.microsoft.com/office/drawing/2014/main" id="{95849163-ABAF-4460-BC90-A144B2785D56}"/>
              </a:ext>
            </a:extLst>
          </p:cNvPr>
          <p:cNvSpPr>
            <a:spLocks noGrp="1"/>
          </p:cNvSpPr>
          <p:nvPr/>
        </p:nvSpPr>
        <p:spPr>
          <a:xfrm>
            <a:off x="3719236" y="2251225"/>
            <a:ext cx="104188" cy="104188"/>
          </a:xfrm>
          <a:prstGeom prst="ellipse">
            <a:avLst/>
          </a:prstGeom>
          <a:solidFill>
            <a:srgbClr val="268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4" name="F4_paired_one_to_one_0p3_8921">
            <a:extLst>
              <a:ext uri="{FF2B5EF4-FFF2-40B4-BE49-F238E27FC236}">
                <a16:creationId xmlns:a16="http://schemas.microsoft.com/office/drawing/2014/main" id="{8EF92FB5-D501-4525-B7BF-BF4F05275E01}"/>
              </a:ext>
            </a:extLst>
          </p:cNvPr>
          <p:cNvSpPr>
            <a:spLocks noGrp="1"/>
          </p:cNvSpPr>
          <p:nvPr/>
        </p:nvSpPr>
        <p:spPr>
          <a:xfrm>
            <a:off x="1864893" y="6028592"/>
            <a:ext cx="104188" cy="104188"/>
          </a:xfrm>
          <a:prstGeom prst="ellipse">
            <a:avLst/>
          </a:prstGeom>
          <a:solidFill>
            <a:srgbClr val="2C7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5" name="F4_paired_one_to_one_0p3_8922">
            <a:extLst>
              <a:ext uri="{FF2B5EF4-FFF2-40B4-BE49-F238E27FC236}">
                <a16:creationId xmlns:a16="http://schemas.microsoft.com/office/drawing/2014/main" id="{E78C343F-3880-4AC4-A6B5-C2BDA8E2855E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6" name="F4_paired_one_to_one_0p3_8923">
            <a:extLst>
              <a:ext uri="{FF2B5EF4-FFF2-40B4-BE49-F238E27FC236}">
                <a16:creationId xmlns:a16="http://schemas.microsoft.com/office/drawing/2014/main" id="{B185C5C3-1477-427E-9496-A0979121E2AF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7" name="F4_paired_one_to_one_0p3_8924">
            <a:extLst>
              <a:ext uri="{FF2B5EF4-FFF2-40B4-BE49-F238E27FC236}">
                <a16:creationId xmlns:a16="http://schemas.microsoft.com/office/drawing/2014/main" id="{17BE0255-5EB6-4BCB-8ED3-7399C6E230E0}"/>
              </a:ext>
            </a:extLst>
          </p:cNvPr>
          <p:cNvSpPr>
            <a:spLocks noGrp="1"/>
          </p:cNvSpPr>
          <p:nvPr/>
        </p:nvSpPr>
        <p:spPr>
          <a:xfrm>
            <a:off x="1864893" y="2709280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8" name="F4_paired_one_to_one_0p3_8925">
            <a:extLst>
              <a:ext uri="{FF2B5EF4-FFF2-40B4-BE49-F238E27FC236}">
                <a16:creationId xmlns:a16="http://schemas.microsoft.com/office/drawing/2014/main" id="{EF83FB8E-3FB2-43D9-A535-BF561CD0E01B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9" name="F4_paired_one_to_one_0p3_8926">
            <a:extLst>
              <a:ext uri="{FF2B5EF4-FFF2-40B4-BE49-F238E27FC236}">
                <a16:creationId xmlns:a16="http://schemas.microsoft.com/office/drawing/2014/main" id="{24B24778-29A7-46AD-8D4E-E227B5EE504A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1A68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0" name="F4_paired_one_to_one_0p3_8927">
            <a:extLst>
              <a:ext uri="{FF2B5EF4-FFF2-40B4-BE49-F238E27FC236}">
                <a16:creationId xmlns:a16="http://schemas.microsoft.com/office/drawing/2014/main" id="{08B3BC3A-F8CA-4874-B120-F9773146F13F}"/>
              </a:ext>
            </a:extLst>
          </p:cNvPr>
          <p:cNvSpPr>
            <a:spLocks noGrp="1"/>
          </p:cNvSpPr>
          <p:nvPr/>
        </p:nvSpPr>
        <p:spPr>
          <a:xfrm>
            <a:off x="2907392" y="5057091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1" name="F4_paired_one_to_one_0p3_8928">
            <a:extLst>
              <a:ext uri="{FF2B5EF4-FFF2-40B4-BE49-F238E27FC236}">
                <a16:creationId xmlns:a16="http://schemas.microsoft.com/office/drawing/2014/main" id="{59BFCA26-8293-4E86-A27A-C45C0EA703F2}"/>
              </a:ext>
            </a:extLst>
          </p:cNvPr>
          <p:cNvSpPr>
            <a:spLocks noGrp="1"/>
          </p:cNvSpPr>
          <p:nvPr/>
        </p:nvSpPr>
        <p:spPr>
          <a:xfrm>
            <a:off x="1864893" y="5753874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2" name="F4_paired_one_to_one_0p3_8929">
            <a:extLst>
              <a:ext uri="{FF2B5EF4-FFF2-40B4-BE49-F238E27FC236}">
                <a16:creationId xmlns:a16="http://schemas.microsoft.com/office/drawing/2014/main" id="{FF413423-980D-4BB1-B9E1-B16E9C8A83D0}"/>
              </a:ext>
            </a:extLst>
          </p:cNvPr>
          <p:cNvSpPr>
            <a:spLocks noGrp="1"/>
          </p:cNvSpPr>
          <p:nvPr/>
        </p:nvSpPr>
        <p:spPr>
          <a:xfrm>
            <a:off x="4667012" y="4105569"/>
            <a:ext cx="104188" cy="104188"/>
          </a:xfrm>
          <a:prstGeom prst="ellipse">
            <a:avLst/>
          </a:prstGeom>
          <a:solidFill>
            <a:srgbClr val="46085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3" name="F4_paired_one_to_one_0p3_8930">
            <a:extLst>
              <a:ext uri="{FF2B5EF4-FFF2-40B4-BE49-F238E27FC236}">
                <a16:creationId xmlns:a16="http://schemas.microsoft.com/office/drawing/2014/main" id="{C038D9AA-D384-4A1E-8B37-A911881D5E59}"/>
              </a:ext>
            </a:extLst>
          </p:cNvPr>
          <p:cNvSpPr>
            <a:spLocks noGrp="1"/>
          </p:cNvSpPr>
          <p:nvPr/>
        </p:nvSpPr>
        <p:spPr>
          <a:xfrm>
            <a:off x="3101122" y="2869340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4" name="F4_paired_one_to_one_0p3_8931">
            <a:extLst>
              <a:ext uri="{FF2B5EF4-FFF2-40B4-BE49-F238E27FC236}">
                <a16:creationId xmlns:a16="http://schemas.microsoft.com/office/drawing/2014/main" id="{3B5A3C78-B622-4CD0-804D-704346E495C3}"/>
              </a:ext>
            </a:extLst>
          </p:cNvPr>
          <p:cNvSpPr>
            <a:spLocks noGrp="1"/>
          </p:cNvSpPr>
          <p:nvPr/>
        </p:nvSpPr>
        <p:spPr>
          <a:xfrm>
            <a:off x="1864893" y="5223326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5" name="F4_paired_one_to_one_0p3_8932">
            <a:extLst>
              <a:ext uri="{FF2B5EF4-FFF2-40B4-BE49-F238E27FC236}">
                <a16:creationId xmlns:a16="http://schemas.microsoft.com/office/drawing/2014/main" id="{DB0AC39D-AD4E-4B5A-B4C2-7F6C1C7DD416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8146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6" name="F4_paired_one_to_one_0p3_8933">
            <a:extLst>
              <a:ext uri="{FF2B5EF4-FFF2-40B4-BE49-F238E27FC236}">
                <a16:creationId xmlns:a16="http://schemas.microsoft.com/office/drawing/2014/main" id="{A5AFEDF8-57C0-4D58-8B77-3F862CC18024}"/>
              </a:ext>
            </a:extLst>
          </p:cNvPr>
          <p:cNvSpPr>
            <a:spLocks noGrp="1"/>
          </p:cNvSpPr>
          <p:nvPr/>
        </p:nvSpPr>
        <p:spPr>
          <a:xfrm>
            <a:off x="1864893" y="3008248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7" name="F4_paired_one_to_one_0p3_8934">
            <a:extLst>
              <a:ext uri="{FF2B5EF4-FFF2-40B4-BE49-F238E27FC236}">
                <a16:creationId xmlns:a16="http://schemas.microsoft.com/office/drawing/2014/main" id="{B3368E0D-684A-41F5-9FAD-E3431EAC87C4}"/>
              </a:ext>
            </a:extLst>
          </p:cNvPr>
          <p:cNvSpPr>
            <a:spLocks noGrp="1"/>
          </p:cNvSpPr>
          <p:nvPr/>
        </p:nvSpPr>
        <p:spPr>
          <a:xfrm>
            <a:off x="5642488" y="3246712"/>
            <a:ext cx="104188" cy="104188"/>
          </a:xfrm>
          <a:prstGeom prst="ellipse">
            <a:avLst/>
          </a:prstGeom>
          <a:solidFill>
            <a:srgbClr val="258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8" name="F4_paired_one_to_one_0p3_8935">
            <a:extLst>
              <a:ext uri="{FF2B5EF4-FFF2-40B4-BE49-F238E27FC236}">
                <a16:creationId xmlns:a16="http://schemas.microsoft.com/office/drawing/2014/main" id="{89659C56-97C6-40E2-A563-C7D7899E1AF9}"/>
              </a:ext>
            </a:extLst>
          </p:cNvPr>
          <p:cNvSpPr>
            <a:spLocks noGrp="1"/>
          </p:cNvSpPr>
          <p:nvPr/>
        </p:nvSpPr>
        <p:spPr>
          <a:xfrm>
            <a:off x="1864893" y="355182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9" name="F4_paired_one_to_one_0p3_8936">
            <a:extLst>
              <a:ext uri="{FF2B5EF4-FFF2-40B4-BE49-F238E27FC236}">
                <a16:creationId xmlns:a16="http://schemas.microsoft.com/office/drawing/2014/main" id="{1C80269B-47D1-4CF5-91C4-5FEA435735B8}"/>
              </a:ext>
            </a:extLst>
          </p:cNvPr>
          <p:cNvSpPr>
            <a:spLocks noGrp="1"/>
          </p:cNvSpPr>
          <p:nvPr/>
        </p:nvSpPr>
        <p:spPr>
          <a:xfrm>
            <a:off x="5161504" y="3640511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0" name="F4_paired_one_to_one_0p3_8937">
            <a:extLst>
              <a:ext uri="{FF2B5EF4-FFF2-40B4-BE49-F238E27FC236}">
                <a16:creationId xmlns:a16="http://schemas.microsoft.com/office/drawing/2014/main" id="{121E9209-C9E5-4D08-9173-0CBE3C42F019}"/>
              </a:ext>
            </a:extLst>
          </p:cNvPr>
          <p:cNvSpPr>
            <a:spLocks noGrp="1"/>
          </p:cNvSpPr>
          <p:nvPr/>
        </p:nvSpPr>
        <p:spPr>
          <a:xfrm>
            <a:off x="1864893" y="4458777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1" name="F4_paired_one_to_one_0p3_8938">
            <a:extLst>
              <a:ext uri="{FF2B5EF4-FFF2-40B4-BE49-F238E27FC236}">
                <a16:creationId xmlns:a16="http://schemas.microsoft.com/office/drawing/2014/main" id="{D1A1A434-9F2A-4DAE-A56F-840F732BB88E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2" name="F4_paired_one_to_one_0p3_8939">
            <a:extLst>
              <a:ext uri="{FF2B5EF4-FFF2-40B4-BE49-F238E27FC236}">
                <a16:creationId xmlns:a16="http://schemas.microsoft.com/office/drawing/2014/main" id="{8E8A8B96-FA62-4685-ABD3-8D8C32E1D3AE}"/>
              </a:ext>
            </a:extLst>
          </p:cNvPr>
          <p:cNvSpPr>
            <a:spLocks noGrp="1"/>
          </p:cNvSpPr>
          <p:nvPr/>
        </p:nvSpPr>
        <p:spPr>
          <a:xfrm>
            <a:off x="1960060" y="6464131"/>
            <a:ext cx="104188" cy="104188"/>
          </a:xfrm>
          <a:prstGeom prst="ellipse">
            <a:avLst/>
          </a:prstGeom>
          <a:solidFill>
            <a:srgbClr val="4EC36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3" name="F4_paired_one_to_one_0p3_8940">
            <a:extLst>
              <a:ext uri="{FF2B5EF4-FFF2-40B4-BE49-F238E27FC236}">
                <a16:creationId xmlns:a16="http://schemas.microsoft.com/office/drawing/2014/main" id="{F97BC0D4-9230-4CAF-84C8-93636AD64AD6}"/>
              </a:ext>
            </a:extLst>
          </p:cNvPr>
          <p:cNvSpPr>
            <a:spLocks noGrp="1"/>
          </p:cNvSpPr>
          <p:nvPr/>
        </p:nvSpPr>
        <p:spPr>
          <a:xfrm>
            <a:off x="5161504" y="3281416"/>
            <a:ext cx="104188" cy="104188"/>
          </a:xfrm>
          <a:prstGeom prst="ellipse">
            <a:avLst/>
          </a:prstGeom>
          <a:solidFill>
            <a:srgbClr val="3F47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4" name="F4_paired_one_to_one_0p3_8941">
            <a:extLst>
              <a:ext uri="{FF2B5EF4-FFF2-40B4-BE49-F238E27FC236}">
                <a16:creationId xmlns:a16="http://schemas.microsoft.com/office/drawing/2014/main" id="{5DE5BF82-E369-40AD-BF47-218E9E56F5E2}"/>
              </a:ext>
            </a:extLst>
          </p:cNvPr>
          <p:cNvSpPr>
            <a:spLocks noGrp="1"/>
          </p:cNvSpPr>
          <p:nvPr/>
        </p:nvSpPr>
        <p:spPr>
          <a:xfrm>
            <a:off x="3307160" y="3219604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5" name="F4_paired_one_to_one_0p3_8942">
            <a:extLst>
              <a:ext uri="{FF2B5EF4-FFF2-40B4-BE49-F238E27FC236}">
                <a16:creationId xmlns:a16="http://schemas.microsoft.com/office/drawing/2014/main" id="{FBF1EE40-ECAB-4D05-A750-8994FBE6A53F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87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6" name="F4_paired_one_to_one_0p3_8943">
            <a:extLst>
              <a:ext uri="{FF2B5EF4-FFF2-40B4-BE49-F238E27FC236}">
                <a16:creationId xmlns:a16="http://schemas.microsoft.com/office/drawing/2014/main" id="{E16E3183-B042-4A8C-BE21-074E87320BB7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7" name="F4_paired_one_to_one_0p3_8944">
            <a:extLst>
              <a:ext uri="{FF2B5EF4-FFF2-40B4-BE49-F238E27FC236}">
                <a16:creationId xmlns:a16="http://schemas.microsoft.com/office/drawing/2014/main" id="{7340405B-18A3-4F1B-B8B3-28FEC0E3EECA}"/>
              </a:ext>
            </a:extLst>
          </p:cNvPr>
          <p:cNvSpPr>
            <a:spLocks noGrp="1"/>
          </p:cNvSpPr>
          <p:nvPr/>
        </p:nvSpPr>
        <p:spPr>
          <a:xfrm>
            <a:off x="1864893" y="5341798"/>
            <a:ext cx="104188" cy="104188"/>
          </a:xfrm>
          <a:prstGeom prst="ellipse">
            <a:avLst/>
          </a:prstGeom>
          <a:solidFill>
            <a:srgbClr val="472C7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8" name="F4_paired_one_to_one_0p3_8945">
            <a:extLst>
              <a:ext uri="{FF2B5EF4-FFF2-40B4-BE49-F238E27FC236}">
                <a16:creationId xmlns:a16="http://schemas.microsoft.com/office/drawing/2014/main" id="{FE36C1C9-BE79-414D-A034-EBA1A7038B7D}"/>
              </a:ext>
            </a:extLst>
          </p:cNvPr>
          <p:cNvSpPr>
            <a:spLocks noGrp="1"/>
          </p:cNvSpPr>
          <p:nvPr/>
        </p:nvSpPr>
        <p:spPr>
          <a:xfrm>
            <a:off x="3513198" y="6578027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9" name="F4_paired_one_to_one_0p3_8946">
            <a:extLst>
              <a:ext uri="{FF2B5EF4-FFF2-40B4-BE49-F238E27FC236}">
                <a16:creationId xmlns:a16="http://schemas.microsoft.com/office/drawing/2014/main" id="{8097BF4B-D84B-455B-9CDC-C2CE4B9952B8}"/>
              </a:ext>
            </a:extLst>
          </p:cNvPr>
          <p:cNvSpPr>
            <a:spLocks noGrp="1"/>
          </p:cNvSpPr>
          <p:nvPr/>
        </p:nvSpPr>
        <p:spPr>
          <a:xfrm>
            <a:off x="1864893" y="4301796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0" name="F4_paired_one_to_one_0p3_8947">
            <a:extLst>
              <a:ext uri="{FF2B5EF4-FFF2-40B4-BE49-F238E27FC236}">
                <a16:creationId xmlns:a16="http://schemas.microsoft.com/office/drawing/2014/main" id="{FEFC35A9-200F-4B6E-9A24-137DC34EE18E}"/>
              </a:ext>
            </a:extLst>
          </p:cNvPr>
          <p:cNvSpPr>
            <a:spLocks noGrp="1"/>
          </p:cNvSpPr>
          <p:nvPr/>
        </p:nvSpPr>
        <p:spPr>
          <a:xfrm>
            <a:off x="1864893" y="3247777"/>
            <a:ext cx="104188" cy="104188"/>
          </a:xfrm>
          <a:prstGeom prst="ellipse">
            <a:avLst/>
          </a:prstGeom>
          <a:solidFill>
            <a:srgbClr val="3363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1" name="F4_paired_one_to_one_0p3_8948">
            <a:extLst>
              <a:ext uri="{FF2B5EF4-FFF2-40B4-BE49-F238E27FC236}">
                <a16:creationId xmlns:a16="http://schemas.microsoft.com/office/drawing/2014/main" id="{B5EACBB8-932C-4BAA-AC9A-CF6812895CF9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2" name="F4_paired_one_to_one_0p3_8949">
            <a:extLst>
              <a:ext uri="{FF2B5EF4-FFF2-40B4-BE49-F238E27FC236}">
                <a16:creationId xmlns:a16="http://schemas.microsoft.com/office/drawing/2014/main" id="{3B673C37-AA04-4C71-BAFC-5D66F3CAB004}"/>
              </a:ext>
            </a:extLst>
          </p:cNvPr>
          <p:cNvSpPr>
            <a:spLocks noGrp="1"/>
          </p:cNvSpPr>
          <p:nvPr/>
        </p:nvSpPr>
        <p:spPr>
          <a:xfrm>
            <a:off x="3804175" y="1633110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3" name="F4_paired_one_to_one_0p3_8950">
            <a:extLst>
              <a:ext uri="{FF2B5EF4-FFF2-40B4-BE49-F238E27FC236}">
                <a16:creationId xmlns:a16="http://schemas.microsoft.com/office/drawing/2014/main" id="{102115B3-73F2-4018-88E1-4D0BA270AB1B}"/>
              </a:ext>
            </a:extLst>
          </p:cNvPr>
          <p:cNvSpPr>
            <a:spLocks noGrp="1"/>
          </p:cNvSpPr>
          <p:nvPr/>
        </p:nvSpPr>
        <p:spPr>
          <a:xfrm>
            <a:off x="1864893" y="3719907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4" name="F4_paired_one_to_one_0p3_8951">
            <a:extLst>
              <a:ext uri="{FF2B5EF4-FFF2-40B4-BE49-F238E27FC236}">
                <a16:creationId xmlns:a16="http://schemas.microsoft.com/office/drawing/2014/main" id="{93BF8E5A-7EF8-4964-8263-1471FD1ED2C3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F6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5" name="F4_paired_one_to_one_0p3_8952">
            <a:extLst>
              <a:ext uri="{FF2B5EF4-FFF2-40B4-BE49-F238E27FC236}">
                <a16:creationId xmlns:a16="http://schemas.microsoft.com/office/drawing/2014/main" id="{1CC9A752-CB0E-4FCA-9005-52D21F545A67}"/>
              </a:ext>
            </a:extLst>
          </p:cNvPr>
          <p:cNvSpPr>
            <a:spLocks noGrp="1"/>
          </p:cNvSpPr>
          <p:nvPr/>
        </p:nvSpPr>
        <p:spPr>
          <a:xfrm>
            <a:off x="4867164" y="1880356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6" name="F4_paired_one_to_one_0p3_8953">
            <a:extLst>
              <a:ext uri="{FF2B5EF4-FFF2-40B4-BE49-F238E27FC236}">
                <a16:creationId xmlns:a16="http://schemas.microsoft.com/office/drawing/2014/main" id="{75DB2352-FE64-4DDB-BBBF-4B14E7608E41}"/>
              </a:ext>
            </a:extLst>
          </p:cNvPr>
          <p:cNvSpPr>
            <a:spLocks noGrp="1"/>
          </p:cNvSpPr>
          <p:nvPr/>
        </p:nvSpPr>
        <p:spPr>
          <a:xfrm>
            <a:off x="1864893" y="4929721"/>
            <a:ext cx="104188" cy="104188"/>
          </a:xfrm>
          <a:prstGeom prst="ellipse">
            <a:avLst/>
          </a:prstGeom>
          <a:solidFill>
            <a:srgbClr val="3E4A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7" name="F4_paired_one_to_one_0p3_8954">
            <a:extLst>
              <a:ext uri="{FF2B5EF4-FFF2-40B4-BE49-F238E27FC236}">
                <a16:creationId xmlns:a16="http://schemas.microsoft.com/office/drawing/2014/main" id="{0E1D5D36-44CD-4798-AB06-D120EF3A9EEE}"/>
              </a:ext>
            </a:extLst>
          </p:cNvPr>
          <p:cNvSpPr>
            <a:spLocks noGrp="1"/>
          </p:cNvSpPr>
          <p:nvPr/>
        </p:nvSpPr>
        <p:spPr>
          <a:xfrm>
            <a:off x="2448668" y="4105569"/>
            <a:ext cx="104188" cy="104188"/>
          </a:xfrm>
          <a:prstGeom prst="ellipse">
            <a:avLst/>
          </a:prstGeom>
          <a:solidFill>
            <a:srgbClr val="2AB07F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8" name="F4_paired_one_to_one_0p3_8955">
            <a:extLst>
              <a:ext uri="{FF2B5EF4-FFF2-40B4-BE49-F238E27FC236}">
                <a16:creationId xmlns:a16="http://schemas.microsoft.com/office/drawing/2014/main" id="{CE84CEB4-EE3E-4F2E-B4FF-B17BDE8256A7}"/>
              </a:ext>
            </a:extLst>
          </p:cNvPr>
          <p:cNvSpPr>
            <a:spLocks noGrp="1"/>
          </p:cNvSpPr>
          <p:nvPr/>
        </p:nvSpPr>
        <p:spPr>
          <a:xfrm>
            <a:off x="3389575" y="6036441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9" name="F4_paired_one_to_one_0p3_8956">
            <a:extLst>
              <a:ext uri="{FF2B5EF4-FFF2-40B4-BE49-F238E27FC236}">
                <a16:creationId xmlns:a16="http://schemas.microsoft.com/office/drawing/2014/main" id="{77A91EC5-7145-4AEE-9C03-854001F43F7B}"/>
              </a:ext>
            </a:extLst>
          </p:cNvPr>
          <p:cNvSpPr>
            <a:spLocks noGrp="1"/>
          </p:cNvSpPr>
          <p:nvPr/>
        </p:nvSpPr>
        <p:spPr>
          <a:xfrm>
            <a:off x="2029723" y="3782776"/>
            <a:ext cx="104188" cy="104188"/>
          </a:xfrm>
          <a:prstGeom prst="ellipse">
            <a:avLst/>
          </a:prstGeom>
          <a:solidFill>
            <a:srgbClr val="460A5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0" name="F4_paired_one_to_one_0p3_8957">
            <a:extLst>
              <a:ext uri="{FF2B5EF4-FFF2-40B4-BE49-F238E27FC236}">
                <a16:creationId xmlns:a16="http://schemas.microsoft.com/office/drawing/2014/main" id="{B69181E5-F732-4DE3-990D-10FA29500928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8287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1" name="F4_paired_one_to_one_0p3_8958">
            <a:extLst>
              <a:ext uri="{FF2B5EF4-FFF2-40B4-BE49-F238E27FC236}">
                <a16:creationId xmlns:a16="http://schemas.microsoft.com/office/drawing/2014/main" id="{9C4B4BF0-A81E-4DFD-B353-C655D26D1B9E}"/>
              </a:ext>
            </a:extLst>
          </p:cNvPr>
          <p:cNvSpPr>
            <a:spLocks noGrp="1"/>
          </p:cNvSpPr>
          <p:nvPr/>
        </p:nvSpPr>
        <p:spPr>
          <a:xfrm>
            <a:off x="3513198" y="4929721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2" name="F4_paired_one_to_one_0p3_8959">
            <a:extLst>
              <a:ext uri="{FF2B5EF4-FFF2-40B4-BE49-F238E27FC236}">
                <a16:creationId xmlns:a16="http://schemas.microsoft.com/office/drawing/2014/main" id="{1DAD6A03-228C-467D-895B-820EB935253C}"/>
              </a:ext>
            </a:extLst>
          </p:cNvPr>
          <p:cNvSpPr>
            <a:spLocks noGrp="1"/>
          </p:cNvSpPr>
          <p:nvPr/>
        </p:nvSpPr>
        <p:spPr>
          <a:xfrm>
            <a:off x="1864893" y="3281416"/>
            <a:ext cx="104188" cy="104188"/>
          </a:xfrm>
          <a:prstGeom prst="ellipse">
            <a:avLst/>
          </a:prstGeom>
          <a:solidFill>
            <a:srgbClr val="228C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3" name="F4_paired_one_to_one_0p3_8960">
            <a:extLst>
              <a:ext uri="{FF2B5EF4-FFF2-40B4-BE49-F238E27FC236}">
                <a16:creationId xmlns:a16="http://schemas.microsoft.com/office/drawing/2014/main" id="{79213DF9-85D5-4E19-9E60-27B8471001BD}"/>
              </a:ext>
            </a:extLst>
          </p:cNvPr>
          <p:cNvSpPr>
            <a:spLocks noGrp="1"/>
          </p:cNvSpPr>
          <p:nvPr/>
        </p:nvSpPr>
        <p:spPr>
          <a:xfrm>
            <a:off x="1864893" y="2283327"/>
            <a:ext cx="104188" cy="104188"/>
          </a:xfrm>
          <a:prstGeom prst="ellipse">
            <a:avLst/>
          </a:prstGeom>
          <a:solidFill>
            <a:srgbClr val="218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4" name="F4_paired_one_to_one_0p3_8961">
            <a:extLst>
              <a:ext uri="{FF2B5EF4-FFF2-40B4-BE49-F238E27FC236}">
                <a16:creationId xmlns:a16="http://schemas.microsoft.com/office/drawing/2014/main" id="{A19B6368-7E00-45FF-BF20-D52B90466AEC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5" name="F4_paired_one_to_one_0p3_8962">
            <a:extLst>
              <a:ext uri="{FF2B5EF4-FFF2-40B4-BE49-F238E27FC236}">
                <a16:creationId xmlns:a16="http://schemas.microsoft.com/office/drawing/2014/main" id="{7AB7E4D7-5E9B-4FF9-82EA-72E3FC53A700}"/>
              </a:ext>
            </a:extLst>
          </p:cNvPr>
          <p:cNvSpPr>
            <a:spLocks noGrp="1"/>
          </p:cNvSpPr>
          <p:nvPr/>
        </p:nvSpPr>
        <p:spPr>
          <a:xfrm>
            <a:off x="4337351" y="5341798"/>
            <a:ext cx="104188" cy="104188"/>
          </a:xfrm>
          <a:prstGeom prst="ellipse">
            <a:avLst/>
          </a:prstGeom>
          <a:solidFill>
            <a:srgbClr val="3265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6" name="F4_paired_one_to_one_0p3_8963">
            <a:extLst>
              <a:ext uri="{FF2B5EF4-FFF2-40B4-BE49-F238E27FC236}">
                <a16:creationId xmlns:a16="http://schemas.microsoft.com/office/drawing/2014/main" id="{4385E0AA-271C-42F5-AD09-DA414E40E6DE}"/>
              </a:ext>
            </a:extLst>
          </p:cNvPr>
          <p:cNvSpPr>
            <a:spLocks noGrp="1"/>
          </p:cNvSpPr>
          <p:nvPr/>
        </p:nvSpPr>
        <p:spPr>
          <a:xfrm>
            <a:off x="5396976" y="3045944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7" name="F4_paired_one_to_one_0p3_8964">
            <a:extLst>
              <a:ext uri="{FF2B5EF4-FFF2-40B4-BE49-F238E27FC236}">
                <a16:creationId xmlns:a16="http://schemas.microsoft.com/office/drawing/2014/main" id="{FED4252A-C1A8-46F2-B933-6CD6C62CCE07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8" name="F4_paired_one_to_one_0p3_8965">
            <a:extLst>
              <a:ext uri="{FF2B5EF4-FFF2-40B4-BE49-F238E27FC236}">
                <a16:creationId xmlns:a16="http://schemas.microsoft.com/office/drawing/2014/main" id="{C5EE269B-DBBA-48A2-96E6-1B55732ADC35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228B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9" name="F4_paired_one_to_one_0p3_8966">
            <a:extLst>
              <a:ext uri="{FF2B5EF4-FFF2-40B4-BE49-F238E27FC236}">
                <a16:creationId xmlns:a16="http://schemas.microsoft.com/office/drawing/2014/main" id="{7D85A001-AE1F-496D-8B03-CCA733539C1C}"/>
              </a:ext>
            </a:extLst>
          </p:cNvPr>
          <p:cNvSpPr>
            <a:spLocks noGrp="1"/>
          </p:cNvSpPr>
          <p:nvPr/>
        </p:nvSpPr>
        <p:spPr>
          <a:xfrm>
            <a:off x="2600844" y="5081214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0" name="F4_paired_one_to_one_0p3_8967">
            <a:extLst>
              <a:ext uri="{FF2B5EF4-FFF2-40B4-BE49-F238E27FC236}">
                <a16:creationId xmlns:a16="http://schemas.microsoft.com/office/drawing/2014/main" id="{70508F14-EFFA-4087-A7B5-F937209864C1}"/>
              </a:ext>
            </a:extLst>
          </p:cNvPr>
          <p:cNvSpPr>
            <a:spLocks noGrp="1"/>
          </p:cNvSpPr>
          <p:nvPr/>
        </p:nvSpPr>
        <p:spPr>
          <a:xfrm>
            <a:off x="2689045" y="3830851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1" name="F4_paired_one_to_one_0p3_8968">
            <a:extLst>
              <a:ext uri="{FF2B5EF4-FFF2-40B4-BE49-F238E27FC236}">
                <a16:creationId xmlns:a16="http://schemas.microsoft.com/office/drawing/2014/main" id="{A5F999E9-3D70-4975-941F-7FA3A70FE9F4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461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2" name="F4_paired_one_to_one_0p3_8969">
            <a:extLst>
              <a:ext uri="{FF2B5EF4-FFF2-40B4-BE49-F238E27FC236}">
                <a16:creationId xmlns:a16="http://schemas.microsoft.com/office/drawing/2014/main" id="{11881FED-9668-4DD0-BC80-750C21E996E0}"/>
              </a:ext>
            </a:extLst>
          </p:cNvPr>
          <p:cNvSpPr>
            <a:spLocks noGrp="1"/>
          </p:cNvSpPr>
          <p:nvPr/>
        </p:nvSpPr>
        <p:spPr>
          <a:xfrm>
            <a:off x="1864893" y="4504150"/>
            <a:ext cx="104188" cy="104188"/>
          </a:xfrm>
          <a:prstGeom prst="ellipse">
            <a:avLst/>
          </a:prstGeom>
          <a:solidFill>
            <a:srgbClr val="22A884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3" name="F4_paired_one_to_one_0p3_8970">
            <a:extLst>
              <a:ext uri="{FF2B5EF4-FFF2-40B4-BE49-F238E27FC236}">
                <a16:creationId xmlns:a16="http://schemas.microsoft.com/office/drawing/2014/main" id="{59A4C9EC-D34D-4555-B1AC-CD013C4E0E1B}"/>
              </a:ext>
            </a:extLst>
          </p:cNvPr>
          <p:cNvSpPr>
            <a:spLocks noGrp="1"/>
          </p:cNvSpPr>
          <p:nvPr/>
        </p:nvSpPr>
        <p:spPr>
          <a:xfrm>
            <a:off x="4882892" y="1883715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4" name="F4_paired_one_to_one_0p3_8971">
            <a:extLst>
              <a:ext uri="{FF2B5EF4-FFF2-40B4-BE49-F238E27FC236}">
                <a16:creationId xmlns:a16="http://schemas.microsoft.com/office/drawing/2014/main" id="{0A7D652E-3962-4531-9399-C90628720578}"/>
              </a:ext>
            </a:extLst>
          </p:cNvPr>
          <p:cNvSpPr>
            <a:spLocks noGrp="1"/>
          </p:cNvSpPr>
          <p:nvPr/>
        </p:nvSpPr>
        <p:spPr>
          <a:xfrm>
            <a:off x="1864893" y="4105569"/>
            <a:ext cx="104188" cy="104188"/>
          </a:xfrm>
          <a:prstGeom prst="ellipse">
            <a:avLst/>
          </a:prstGeom>
          <a:solidFill>
            <a:srgbClr val="306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5" name="F4_paired_one_to_one_0p3_8972">
            <a:extLst>
              <a:ext uri="{FF2B5EF4-FFF2-40B4-BE49-F238E27FC236}">
                <a16:creationId xmlns:a16="http://schemas.microsoft.com/office/drawing/2014/main" id="{875EA9CD-D936-48BB-88E8-54DEC9EBE93E}"/>
              </a:ext>
            </a:extLst>
          </p:cNvPr>
          <p:cNvSpPr>
            <a:spLocks noGrp="1"/>
          </p:cNvSpPr>
          <p:nvPr/>
        </p:nvSpPr>
        <p:spPr>
          <a:xfrm>
            <a:off x="1867879" y="4929721"/>
            <a:ext cx="104188" cy="104188"/>
          </a:xfrm>
          <a:prstGeom prst="ellipse">
            <a:avLst/>
          </a:prstGeom>
          <a:solidFill>
            <a:srgbClr val="3461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6" name="F4_paired_one_to_one_0p3_8973">
            <a:extLst>
              <a:ext uri="{FF2B5EF4-FFF2-40B4-BE49-F238E27FC236}">
                <a16:creationId xmlns:a16="http://schemas.microsoft.com/office/drawing/2014/main" id="{17A7B737-3508-4F1C-99FC-D5FB21ADCDD1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7" name="F4_paired_one_to_one_0p3_8974">
            <a:extLst>
              <a:ext uri="{FF2B5EF4-FFF2-40B4-BE49-F238E27FC236}">
                <a16:creationId xmlns:a16="http://schemas.microsoft.com/office/drawing/2014/main" id="{A425FE5F-5E77-48D5-803D-E78D2D1F822E}"/>
              </a:ext>
            </a:extLst>
          </p:cNvPr>
          <p:cNvSpPr>
            <a:spLocks noGrp="1"/>
          </p:cNvSpPr>
          <p:nvPr/>
        </p:nvSpPr>
        <p:spPr>
          <a:xfrm>
            <a:off x="2508517" y="2045187"/>
            <a:ext cx="104188" cy="104188"/>
          </a:xfrm>
          <a:prstGeom prst="ellipse">
            <a:avLst/>
          </a:prstGeom>
          <a:solidFill>
            <a:srgbClr val="218E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8" name="F4_paired_one_to_one_0p3_8975">
            <a:extLst>
              <a:ext uri="{FF2B5EF4-FFF2-40B4-BE49-F238E27FC236}">
                <a16:creationId xmlns:a16="http://schemas.microsoft.com/office/drawing/2014/main" id="{FA78E5B3-D430-40BC-A1B9-383DE5E571F8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72F7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9" name="F4_paired_one_to_one_0p3_8976">
            <a:extLst>
              <a:ext uri="{FF2B5EF4-FFF2-40B4-BE49-F238E27FC236}">
                <a16:creationId xmlns:a16="http://schemas.microsoft.com/office/drawing/2014/main" id="{F3D98973-79D8-4668-A3EF-FD18426F420F}"/>
              </a:ext>
            </a:extLst>
          </p:cNvPr>
          <p:cNvSpPr>
            <a:spLocks noGrp="1"/>
          </p:cNvSpPr>
          <p:nvPr/>
        </p:nvSpPr>
        <p:spPr>
          <a:xfrm>
            <a:off x="2689045" y="5204439"/>
            <a:ext cx="104188" cy="104188"/>
          </a:xfrm>
          <a:prstGeom prst="ellipse">
            <a:avLst/>
          </a:prstGeom>
          <a:solidFill>
            <a:srgbClr val="45378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0" name="F4_paired_one_to_one_0p3_8977">
            <a:extLst>
              <a:ext uri="{FF2B5EF4-FFF2-40B4-BE49-F238E27FC236}">
                <a16:creationId xmlns:a16="http://schemas.microsoft.com/office/drawing/2014/main" id="{16C9BF91-409A-49F6-905D-53993590159D}"/>
              </a:ext>
            </a:extLst>
          </p:cNvPr>
          <p:cNvSpPr>
            <a:spLocks noGrp="1"/>
          </p:cNvSpPr>
          <p:nvPr/>
        </p:nvSpPr>
        <p:spPr>
          <a:xfrm>
            <a:off x="1864893" y="4105569"/>
            <a:ext cx="104188" cy="104188"/>
          </a:xfrm>
          <a:prstGeom prst="ellipse">
            <a:avLst/>
          </a:prstGeom>
          <a:solidFill>
            <a:srgbClr val="287D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1" name="F4_paired_one_to_one_0p3_8978">
            <a:extLst>
              <a:ext uri="{FF2B5EF4-FFF2-40B4-BE49-F238E27FC236}">
                <a16:creationId xmlns:a16="http://schemas.microsoft.com/office/drawing/2014/main" id="{8EDB30C9-5F14-45BE-A8E2-3D44F4F1A87C}"/>
              </a:ext>
            </a:extLst>
          </p:cNvPr>
          <p:cNvSpPr>
            <a:spLocks noGrp="1"/>
          </p:cNvSpPr>
          <p:nvPr/>
        </p:nvSpPr>
        <p:spPr>
          <a:xfrm>
            <a:off x="5573580" y="4105569"/>
            <a:ext cx="104188" cy="104188"/>
          </a:xfrm>
          <a:prstGeom prst="ellipse">
            <a:avLst/>
          </a:prstGeom>
          <a:solidFill>
            <a:srgbClr val="297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2" name="F4_paired_one_to_one_0p3_8979">
            <a:extLst>
              <a:ext uri="{FF2B5EF4-FFF2-40B4-BE49-F238E27FC236}">
                <a16:creationId xmlns:a16="http://schemas.microsoft.com/office/drawing/2014/main" id="{B347B8FC-4FE0-4DD3-818C-C6CBB92D4731}"/>
              </a:ext>
            </a:extLst>
          </p:cNvPr>
          <p:cNvSpPr>
            <a:spLocks noGrp="1"/>
          </p:cNvSpPr>
          <p:nvPr/>
        </p:nvSpPr>
        <p:spPr>
          <a:xfrm>
            <a:off x="1864893" y="5871610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3" name="F4_paired_one_to_one_0p3_8980">
            <a:extLst>
              <a:ext uri="{FF2B5EF4-FFF2-40B4-BE49-F238E27FC236}">
                <a16:creationId xmlns:a16="http://schemas.microsoft.com/office/drawing/2014/main" id="{8B01226E-F447-41A0-850F-BA6B1FE33E7F}"/>
              </a:ext>
            </a:extLst>
          </p:cNvPr>
          <p:cNvSpPr>
            <a:spLocks noGrp="1"/>
          </p:cNvSpPr>
          <p:nvPr/>
        </p:nvSpPr>
        <p:spPr>
          <a:xfrm>
            <a:off x="4053232" y="4211588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4" name="F4_paired_one_to_one_0p3_8981">
            <a:extLst>
              <a:ext uri="{FF2B5EF4-FFF2-40B4-BE49-F238E27FC236}">
                <a16:creationId xmlns:a16="http://schemas.microsoft.com/office/drawing/2014/main" id="{4A46D046-9FE2-48EF-90D4-B38098053496}"/>
              </a:ext>
            </a:extLst>
          </p:cNvPr>
          <p:cNvSpPr>
            <a:spLocks noGrp="1"/>
          </p:cNvSpPr>
          <p:nvPr/>
        </p:nvSpPr>
        <p:spPr>
          <a:xfrm>
            <a:off x="5161504" y="3281416"/>
            <a:ext cx="104188" cy="104188"/>
          </a:xfrm>
          <a:prstGeom prst="ellipse">
            <a:avLst/>
          </a:prstGeom>
          <a:solidFill>
            <a:srgbClr val="287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5" name="F4_paired_one_to_one_0p3_8982">
            <a:extLst>
              <a:ext uri="{FF2B5EF4-FFF2-40B4-BE49-F238E27FC236}">
                <a16:creationId xmlns:a16="http://schemas.microsoft.com/office/drawing/2014/main" id="{49B99B08-657F-4B14-A3C6-8145CE781463}"/>
              </a:ext>
            </a:extLst>
          </p:cNvPr>
          <p:cNvSpPr>
            <a:spLocks noGrp="1"/>
          </p:cNvSpPr>
          <p:nvPr/>
        </p:nvSpPr>
        <p:spPr>
          <a:xfrm>
            <a:off x="1864893" y="3281416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6" name="F4_paired_one_to_one_0p3_8983">
            <a:extLst>
              <a:ext uri="{FF2B5EF4-FFF2-40B4-BE49-F238E27FC236}">
                <a16:creationId xmlns:a16="http://schemas.microsoft.com/office/drawing/2014/main" id="{102D7267-B59B-4364-B160-622DCFDC5CD2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3E49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7" name="F4_paired_one_to_one_0p3_8984">
            <a:extLst>
              <a:ext uri="{FF2B5EF4-FFF2-40B4-BE49-F238E27FC236}">
                <a16:creationId xmlns:a16="http://schemas.microsoft.com/office/drawing/2014/main" id="{2D29B182-8D69-4DFC-A878-8B1132BE99CB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8" name="F4_paired_one_to_one_0p3_8985">
            <a:extLst>
              <a:ext uri="{FF2B5EF4-FFF2-40B4-BE49-F238E27FC236}">
                <a16:creationId xmlns:a16="http://schemas.microsoft.com/office/drawing/2014/main" id="{C45F7A8D-0C26-421C-AFFD-591F0B7675CE}"/>
              </a:ext>
            </a:extLst>
          </p:cNvPr>
          <p:cNvSpPr>
            <a:spLocks noGrp="1"/>
          </p:cNvSpPr>
          <p:nvPr/>
        </p:nvSpPr>
        <p:spPr>
          <a:xfrm>
            <a:off x="5765879" y="2831611"/>
            <a:ext cx="104188" cy="104188"/>
          </a:xfrm>
          <a:prstGeom prst="ellipse">
            <a:avLst/>
          </a:prstGeom>
          <a:solidFill>
            <a:srgbClr val="28AE80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9" name="F4_paired_one_to_one_0p3_8986">
            <a:extLst>
              <a:ext uri="{FF2B5EF4-FFF2-40B4-BE49-F238E27FC236}">
                <a16:creationId xmlns:a16="http://schemas.microsoft.com/office/drawing/2014/main" id="{80319655-6EEB-4AC7-834E-02953DF81D84}"/>
              </a:ext>
            </a:extLst>
          </p:cNvPr>
          <p:cNvSpPr>
            <a:spLocks noGrp="1"/>
          </p:cNvSpPr>
          <p:nvPr/>
        </p:nvSpPr>
        <p:spPr>
          <a:xfrm>
            <a:off x="6809809" y="3219604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0" name="F4_paired_one_to_one_0p3_8987">
            <a:extLst>
              <a:ext uri="{FF2B5EF4-FFF2-40B4-BE49-F238E27FC236}">
                <a16:creationId xmlns:a16="http://schemas.microsoft.com/office/drawing/2014/main" id="{2D290CD0-9A07-4CBB-8F96-01CE1B56C312}"/>
              </a:ext>
            </a:extLst>
          </p:cNvPr>
          <p:cNvSpPr>
            <a:spLocks noGrp="1"/>
          </p:cNvSpPr>
          <p:nvPr/>
        </p:nvSpPr>
        <p:spPr>
          <a:xfrm>
            <a:off x="4231772" y="4105569"/>
            <a:ext cx="104188" cy="104188"/>
          </a:xfrm>
          <a:prstGeom prst="ellipse">
            <a:avLst/>
          </a:prstGeom>
          <a:solidFill>
            <a:srgbClr val="34B67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1" name="F4_paired_one_to_one_0p3_8988">
            <a:extLst>
              <a:ext uri="{FF2B5EF4-FFF2-40B4-BE49-F238E27FC236}">
                <a16:creationId xmlns:a16="http://schemas.microsoft.com/office/drawing/2014/main" id="{19AA33F5-576E-4F37-9701-94F769E814E3}"/>
              </a:ext>
            </a:extLst>
          </p:cNvPr>
          <p:cNvSpPr>
            <a:spLocks noGrp="1"/>
          </p:cNvSpPr>
          <p:nvPr/>
        </p:nvSpPr>
        <p:spPr>
          <a:xfrm>
            <a:off x="3595614" y="5100356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2" name="F4_paired_one_to_one_0p3_8989">
            <a:extLst>
              <a:ext uri="{FF2B5EF4-FFF2-40B4-BE49-F238E27FC236}">
                <a16:creationId xmlns:a16="http://schemas.microsoft.com/office/drawing/2014/main" id="{FA603A65-1313-4F7A-9113-FEC8EE46DB5C}"/>
              </a:ext>
            </a:extLst>
          </p:cNvPr>
          <p:cNvSpPr>
            <a:spLocks noGrp="1"/>
          </p:cNvSpPr>
          <p:nvPr/>
        </p:nvSpPr>
        <p:spPr>
          <a:xfrm>
            <a:off x="1864893" y="3116585"/>
            <a:ext cx="104188" cy="104188"/>
          </a:xfrm>
          <a:prstGeom prst="ellipse">
            <a:avLst/>
          </a:prstGeom>
          <a:solidFill>
            <a:srgbClr val="3859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3" name="F4_paired_one_to_one_0p3_8990">
            <a:extLst>
              <a:ext uri="{FF2B5EF4-FFF2-40B4-BE49-F238E27FC236}">
                <a16:creationId xmlns:a16="http://schemas.microsoft.com/office/drawing/2014/main" id="{41634815-2223-4AEF-9020-BC2FE120E74C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46327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4" name="F4_paired_one_to_one_0p3_8991">
            <a:extLst>
              <a:ext uri="{FF2B5EF4-FFF2-40B4-BE49-F238E27FC236}">
                <a16:creationId xmlns:a16="http://schemas.microsoft.com/office/drawing/2014/main" id="{9AA3D0EF-3255-4A37-ABF6-999040AC085F}"/>
              </a:ext>
            </a:extLst>
          </p:cNvPr>
          <p:cNvSpPr>
            <a:spLocks noGrp="1"/>
          </p:cNvSpPr>
          <p:nvPr/>
        </p:nvSpPr>
        <p:spPr>
          <a:xfrm>
            <a:off x="3101122" y="2869340"/>
            <a:ext cx="104188" cy="104188"/>
          </a:xfrm>
          <a:prstGeom prst="ellipse">
            <a:avLst/>
          </a:prstGeom>
          <a:solidFill>
            <a:srgbClr val="46085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5" name="F4_paired_one_to_one_0p3_8992">
            <a:extLst>
              <a:ext uri="{FF2B5EF4-FFF2-40B4-BE49-F238E27FC236}">
                <a16:creationId xmlns:a16="http://schemas.microsoft.com/office/drawing/2014/main" id="{D03CDDF8-E6E6-46CF-9EBA-B8E7AFF76402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1F9E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6" name="F4_paired_one_to_one_0p3_8993">
            <a:extLst>
              <a:ext uri="{FF2B5EF4-FFF2-40B4-BE49-F238E27FC236}">
                <a16:creationId xmlns:a16="http://schemas.microsoft.com/office/drawing/2014/main" id="{D6583006-46C6-4B87-AE6A-2B00A890EBFE}"/>
              </a:ext>
            </a:extLst>
          </p:cNvPr>
          <p:cNvSpPr>
            <a:spLocks noGrp="1"/>
          </p:cNvSpPr>
          <p:nvPr/>
        </p:nvSpPr>
        <p:spPr>
          <a:xfrm>
            <a:off x="1864893" y="3125562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7" name="F4_paired_one_to_one_0p3_8994">
            <a:extLst>
              <a:ext uri="{FF2B5EF4-FFF2-40B4-BE49-F238E27FC236}">
                <a16:creationId xmlns:a16="http://schemas.microsoft.com/office/drawing/2014/main" id="{C0F13994-99B2-4202-A713-6926EEB94A57}"/>
              </a:ext>
            </a:extLst>
          </p:cNvPr>
          <p:cNvSpPr>
            <a:spLocks noGrp="1"/>
          </p:cNvSpPr>
          <p:nvPr/>
        </p:nvSpPr>
        <p:spPr>
          <a:xfrm>
            <a:off x="3667727" y="2457263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8" name="F4_paired_one_to_one_0p3_8995">
            <a:extLst>
              <a:ext uri="{FF2B5EF4-FFF2-40B4-BE49-F238E27FC236}">
                <a16:creationId xmlns:a16="http://schemas.microsoft.com/office/drawing/2014/main" id="{A4708552-6CEE-4300-97B3-248C6AC3DCCD}"/>
              </a:ext>
            </a:extLst>
          </p:cNvPr>
          <p:cNvSpPr>
            <a:spLocks noGrp="1"/>
          </p:cNvSpPr>
          <p:nvPr/>
        </p:nvSpPr>
        <p:spPr>
          <a:xfrm>
            <a:off x="1864893" y="3281416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9" name="F4_paired_one_to_one_0p3_8996">
            <a:extLst>
              <a:ext uri="{FF2B5EF4-FFF2-40B4-BE49-F238E27FC236}">
                <a16:creationId xmlns:a16="http://schemas.microsoft.com/office/drawing/2014/main" id="{E3C6AB48-1FBD-48BE-A095-66F95B9423A2}"/>
              </a:ext>
            </a:extLst>
          </p:cNvPr>
          <p:cNvSpPr>
            <a:spLocks noGrp="1"/>
          </p:cNvSpPr>
          <p:nvPr/>
        </p:nvSpPr>
        <p:spPr>
          <a:xfrm>
            <a:off x="1864893" y="4105569"/>
            <a:ext cx="104188" cy="104188"/>
          </a:xfrm>
          <a:prstGeom prst="ellipse">
            <a:avLst/>
          </a:prstGeom>
          <a:solidFill>
            <a:srgbClr val="2E6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0" name="F4_paired_one_to_one_0p3_8997">
            <a:extLst>
              <a:ext uri="{FF2B5EF4-FFF2-40B4-BE49-F238E27FC236}">
                <a16:creationId xmlns:a16="http://schemas.microsoft.com/office/drawing/2014/main" id="{BE6FB6BE-A763-4B18-A17C-FE69F1821054}"/>
              </a:ext>
            </a:extLst>
          </p:cNvPr>
          <p:cNvSpPr>
            <a:spLocks noGrp="1"/>
          </p:cNvSpPr>
          <p:nvPr/>
        </p:nvSpPr>
        <p:spPr>
          <a:xfrm>
            <a:off x="2064818" y="4624254"/>
            <a:ext cx="104188" cy="104188"/>
          </a:xfrm>
          <a:prstGeom prst="ellipse">
            <a:avLst/>
          </a:prstGeom>
          <a:solidFill>
            <a:srgbClr val="3E49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1" name="F4_paired_one_to_one_0p3_8998">
            <a:extLst>
              <a:ext uri="{FF2B5EF4-FFF2-40B4-BE49-F238E27FC236}">
                <a16:creationId xmlns:a16="http://schemas.microsoft.com/office/drawing/2014/main" id="{8613D652-FABB-45DB-AF39-961038509CEF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81B6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2" name="F4_paired_one_to_one_0p3_8999">
            <a:extLst>
              <a:ext uri="{FF2B5EF4-FFF2-40B4-BE49-F238E27FC236}">
                <a16:creationId xmlns:a16="http://schemas.microsoft.com/office/drawing/2014/main" id="{BD940915-3FAE-4383-9E6F-88846AA96117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3" name="F4_paired_one_to_one_0p3_9000">
            <a:extLst>
              <a:ext uri="{FF2B5EF4-FFF2-40B4-BE49-F238E27FC236}">
                <a16:creationId xmlns:a16="http://schemas.microsoft.com/office/drawing/2014/main" id="{C580DBE0-8030-41A3-9660-256D16EFC85C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77E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4" name="F4_paired_one_to_one_0p3_9001">
            <a:extLst>
              <a:ext uri="{FF2B5EF4-FFF2-40B4-BE49-F238E27FC236}">
                <a16:creationId xmlns:a16="http://schemas.microsoft.com/office/drawing/2014/main" id="{C8B984D8-1009-48AA-9225-37FA3DAAF915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306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5" name="F4_paired_one_to_one_0p3_9002">
            <a:extLst>
              <a:ext uri="{FF2B5EF4-FFF2-40B4-BE49-F238E27FC236}">
                <a16:creationId xmlns:a16="http://schemas.microsoft.com/office/drawing/2014/main" id="{F63DC961-15F0-47DA-9EE7-553ACC3ADBBA}"/>
              </a:ext>
            </a:extLst>
          </p:cNvPr>
          <p:cNvSpPr>
            <a:spLocks noGrp="1"/>
          </p:cNvSpPr>
          <p:nvPr/>
        </p:nvSpPr>
        <p:spPr>
          <a:xfrm>
            <a:off x="1864893" y="3824761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6" name="F4_paired_one_to_one_0p3_9003">
            <a:extLst>
              <a:ext uri="{FF2B5EF4-FFF2-40B4-BE49-F238E27FC236}">
                <a16:creationId xmlns:a16="http://schemas.microsoft.com/office/drawing/2014/main" id="{8A07D2A8-0662-4153-8B40-CA40F80BF23E}"/>
              </a:ext>
            </a:extLst>
          </p:cNvPr>
          <p:cNvSpPr>
            <a:spLocks noGrp="1"/>
          </p:cNvSpPr>
          <p:nvPr/>
        </p:nvSpPr>
        <p:spPr>
          <a:xfrm>
            <a:off x="1864893" y="1888205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7" name="F4_paired_one_to_one_0p3_9004">
            <a:extLst>
              <a:ext uri="{FF2B5EF4-FFF2-40B4-BE49-F238E27FC236}">
                <a16:creationId xmlns:a16="http://schemas.microsoft.com/office/drawing/2014/main" id="{EEFBE65F-9562-4959-ADAC-3B74EE803D43}"/>
              </a:ext>
            </a:extLst>
          </p:cNvPr>
          <p:cNvSpPr>
            <a:spLocks noGrp="1"/>
          </p:cNvSpPr>
          <p:nvPr/>
        </p:nvSpPr>
        <p:spPr>
          <a:xfrm>
            <a:off x="3485303" y="5573591"/>
            <a:ext cx="104188" cy="104188"/>
          </a:xfrm>
          <a:prstGeom prst="ellipse">
            <a:avLst/>
          </a:prstGeom>
          <a:solidFill>
            <a:srgbClr val="472E7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8" name="F4_paired_one_to_one_0p3_9005">
            <a:extLst>
              <a:ext uri="{FF2B5EF4-FFF2-40B4-BE49-F238E27FC236}">
                <a16:creationId xmlns:a16="http://schemas.microsoft.com/office/drawing/2014/main" id="{8CCDDCBC-682D-4794-B234-2D16183ED436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9" name="F4_paired_one_to_one_0p3_9006">
            <a:extLst>
              <a:ext uri="{FF2B5EF4-FFF2-40B4-BE49-F238E27FC236}">
                <a16:creationId xmlns:a16="http://schemas.microsoft.com/office/drawing/2014/main" id="{8E42D482-FE78-4A00-B7F5-B6760803FB83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19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0" name="F4_paired_one_to_one_0p3_9007">
            <a:extLst>
              <a:ext uri="{FF2B5EF4-FFF2-40B4-BE49-F238E27FC236}">
                <a16:creationId xmlns:a16="http://schemas.microsoft.com/office/drawing/2014/main" id="{B381D43B-284B-44B2-957B-3F9D9143FCCC}"/>
              </a:ext>
            </a:extLst>
          </p:cNvPr>
          <p:cNvSpPr>
            <a:spLocks noGrp="1"/>
          </p:cNvSpPr>
          <p:nvPr/>
        </p:nvSpPr>
        <p:spPr>
          <a:xfrm>
            <a:off x="1864893" y="4339079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1" name="F4_paired_one_to_one_0p3_9008">
            <a:extLst>
              <a:ext uri="{FF2B5EF4-FFF2-40B4-BE49-F238E27FC236}">
                <a16:creationId xmlns:a16="http://schemas.microsoft.com/office/drawing/2014/main" id="{C1BCA116-1286-41F3-AA7B-482FA5EE0C5D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2" name="F4_paired_one_to_one_0p3_9009">
            <a:extLst>
              <a:ext uri="{FF2B5EF4-FFF2-40B4-BE49-F238E27FC236}">
                <a16:creationId xmlns:a16="http://schemas.microsoft.com/office/drawing/2014/main" id="{23CD19FF-611B-4C4C-8DA1-E5B0CD51DA46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3" name="F4_paired_one_to_one_0p3_9010">
            <a:extLst>
              <a:ext uri="{FF2B5EF4-FFF2-40B4-BE49-F238E27FC236}">
                <a16:creationId xmlns:a16="http://schemas.microsoft.com/office/drawing/2014/main" id="{8BF2A41C-C880-4F63-AB3C-8609A3D2C7BD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C7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4" name="F4_paired_one_to_one_0p3_9011">
            <a:extLst>
              <a:ext uri="{FF2B5EF4-FFF2-40B4-BE49-F238E27FC236}">
                <a16:creationId xmlns:a16="http://schemas.microsoft.com/office/drawing/2014/main" id="{6C63A458-4911-442A-9CF2-1DE81653D995}"/>
              </a:ext>
            </a:extLst>
          </p:cNvPr>
          <p:cNvSpPr>
            <a:spLocks noGrp="1"/>
          </p:cNvSpPr>
          <p:nvPr/>
        </p:nvSpPr>
        <p:spPr>
          <a:xfrm>
            <a:off x="1864893" y="6548593"/>
            <a:ext cx="104188" cy="104188"/>
          </a:xfrm>
          <a:prstGeom prst="ellipse">
            <a:avLst/>
          </a:prstGeom>
          <a:solidFill>
            <a:srgbClr val="365D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5" name="F4_paired_one_to_one_0p3_9012">
            <a:extLst>
              <a:ext uri="{FF2B5EF4-FFF2-40B4-BE49-F238E27FC236}">
                <a16:creationId xmlns:a16="http://schemas.microsoft.com/office/drawing/2014/main" id="{584976DF-B260-4AE1-9BD2-8B1BA6929BD8}"/>
              </a:ext>
            </a:extLst>
          </p:cNvPr>
          <p:cNvSpPr>
            <a:spLocks noGrp="1"/>
          </p:cNvSpPr>
          <p:nvPr/>
        </p:nvSpPr>
        <p:spPr>
          <a:xfrm>
            <a:off x="4337351" y="5753874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6" name="F4_paired_one_to_one_0p3_9013">
            <a:extLst>
              <a:ext uri="{FF2B5EF4-FFF2-40B4-BE49-F238E27FC236}">
                <a16:creationId xmlns:a16="http://schemas.microsoft.com/office/drawing/2014/main" id="{E41C0E50-7D7D-4354-87EC-304243CAAAAC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68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7" name="F4_paired_one_to_one_0p3_9014">
            <a:extLst>
              <a:ext uri="{FF2B5EF4-FFF2-40B4-BE49-F238E27FC236}">
                <a16:creationId xmlns:a16="http://schemas.microsoft.com/office/drawing/2014/main" id="{DEB5599D-95EE-4BAA-ABF1-508C0A999341}"/>
              </a:ext>
            </a:extLst>
          </p:cNvPr>
          <p:cNvSpPr>
            <a:spLocks noGrp="1"/>
          </p:cNvSpPr>
          <p:nvPr/>
        </p:nvSpPr>
        <p:spPr>
          <a:xfrm>
            <a:off x="4278483" y="4105569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8" name="F4_paired_one_to_one_0p3_9015">
            <a:extLst>
              <a:ext uri="{FF2B5EF4-FFF2-40B4-BE49-F238E27FC236}">
                <a16:creationId xmlns:a16="http://schemas.microsoft.com/office/drawing/2014/main" id="{1F178579-0039-4395-B3DA-A96E7AA29E27}"/>
              </a:ext>
            </a:extLst>
          </p:cNvPr>
          <p:cNvSpPr>
            <a:spLocks noGrp="1"/>
          </p:cNvSpPr>
          <p:nvPr/>
        </p:nvSpPr>
        <p:spPr>
          <a:xfrm>
            <a:off x="5573580" y="4523577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9" name="F4_paired_one_to_one_0p3_9016">
            <a:extLst>
              <a:ext uri="{FF2B5EF4-FFF2-40B4-BE49-F238E27FC236}">
                <a16:creationId xmlns:a16="http://schemas.microsoft.com/office/drawing/2014/main" id="{B21B62B9-33C4-4827-906E-E41202416674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2F6B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0" name="F4_paired_one_to_one_0p3_9017">
            <a:extLst>
              <a:ext uri="{FF2B5EF4-FFF2-40B4-BE49-F238E27FC236}">
                <a16:creationId xmlns:a16="http://schemas.microsoft.com/office/drawing/2014/main" id="{3E464CF5-DD0B-4118-882F-6C9E7C3F888B}"/>
              </a:ext>
            </a:extLst>
          </p:cNvPr>
          <p:cNvSpPr>
            <a:spLocks noGrp="1"/>
          </p:cNvSpPr>
          <p:nvPr/>
        </p:nvSpPr>
        <p:spPr>
          <a:xfrm>
            <a:off x="4337351" y="4339079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1" name="F4_paired_one_to_one_0p3_9018">
            <a:extLst>
              <a:ext uri="{FF2B5EF4-FFF2-40B4-BE49-F238E27FC236}">
                <a16:creationId xmlns:a16="http://schemas.microsoft.com/office/drawing/2014/main" id="{73353A81-0A39-44D9-9D44-C0423BC8671E}"/>
              </a:ext>
            </a:extLst>
          </p:cNvPr>
          <p:cNvSpPr>
            <a:spLocks noGrp="1"/>
          </p:cNvSpPr>
          <p:nvPr/>
        </p:nvSpPr>
        <p:spPr>
          <a:xfrm>
            <a:off x="3513198" y="3281416"/>
            <a:ext cx="104188" cy="104188"/>
          </a:xfrm>
          <a:prstGeom prst="ellipse">
            <a:avLst/>
          </a:prstGeom>
          <a:solidFill>
            <a:srgbClr val="355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2" name="F4_paired_one_to_one_0p3_9019">
            <a:extLst>
              <a:ext uri="{FF2B5EF4-FFF2-40B4-BE49-F238E27FC236}">
                <a16:creationId xmlns:a16="http://schemas.microsoft.com/office/drawing/2014/main" id="{03E332DA-9BB8-4B10-9048-277335C25B54}"/>
              </a:ext>
            </a:extLst>
          </p:cNvPr>
          <p:cNvSpPr>
            <a:spLocks noGrp="1"/>
          </p:cNvSpPr>
          <p:nvPr/>
        </p:nvSpPr>
        <p:spPr>
          <a:xfrm>
            <a:off x="1942157" y="6578027"/>
            <a:ext cx="104188" cy="104188"/>
          </a:xfrm>
          <a:prstGeom prst="ellipse">
            <a:avLst/>
          </a:prstGeom>
          <a:solidFill>
            <a:srgbClr val="5EC96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3" name="F4_paired_one_to_one_0p3_9020">
            <a:extLst>
              <a:ext uri="{FF2B5EF4-FFF2-40B4-BE49-F238E27FC236}">
                <a16:creationId xmlns:a16="http://schemas.microsoft.com/office/drawing/2014/main" id="{444020A9-5E4E-4E2A-829A-2D43E23D49E3}"/>
              </a:ext>
            </a:extLst>
          </p:cNvPr>
          <p:cNvSpPr>
            <a:spLocks noGrp="1"/>
          </p:cNvSpPr>
          <p:nvPr/>
        </p:nvSpPr>
        <p:spPr>
          <a:xfrm>
            <a:off x="1864893" y="4517645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4" name="F4_paired_one_to_one_0p3_9021">
            <a:extLst>
              <a:ext uri="{FF2B5EF4-FFF2-40B4-BE49-F238E27FC236}">
                <a16:creationId xmlns:a16="http://schemas.microsoft.com/office/drawing/2014/main" id="{608FEC02-D105-475D-B753-3320388E5ECA}"/>
              </a:ext>
            </a:extLst>
          </p:cNvPr>
          <p:cNvSpPr>
            <a:spLocks noGrp="1"/>
          </p:cNvSpPr>
          <p:nvPr/>
        </p:nvSpPr>
        <p:spPr>
          <a:xfrm>
            <a:off x="3513198" y="3281416"/>
            <a:ext cx="104188" cy="104188"/>
          </a:xfrm>
          <a:prstGeom prst="ellipse">
            <a:avLst/>
          </a:prstGeom>
          <a:solidFill>
            <a:srgbClr val="3362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5" name="F4_paired_one_to_one_0p3_9022">
            <a:extLst>
              <a:ext uri="{FF2B5EF4-FFF2-40B4-BE49-F238E27FC236}">
                <a16:creationId xmlns:a16="http://schemas.microsoft.com/office/drawing/2014/main" id="{097A1E7F-6A67-4A92-A52E-461788C361DB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6" name="F4_paired_one_to_one_0p3_9023">
            <a:extLst>
              <a:ext uri="{FF2B5EF4-FFF2-40B4-BE49-F238E27FC236}">
                <a16:creationId xmlns:a16="http://schemas.microsoft.com/office/drawing/2014/main" id="{679E7F33-2273-429C-A368-878EDF5638D6}"/>
              </a:ext>
            </a:extLst>
          </p:cNvPr>
          <p:cNvSpPr>
            <a:spLocks noGrp="1"/>
          </p:cNvSpPr>
          <p:nvPr/>
        </p:nvSpPr>
        <p:spPr>
          <a:xfrm>
            <a:off x="1864893" y="5018896"/>
            <a:ext cx="104188" cy="104188"/>
          </a:xfrm>
          <a:prstGeom prst="ellipse">
            <a:avLst/>
          </a:prstGeom>
          <a:solidFill>
            <a:srgbClr val="2F6B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7" name="F4_paired_one_to_one_0p3_9024">
            <a:extLst>
              <a:ext uri="{FF2B5EF4-FFF2-40B4-BE49-F238E27FC236}">
                <a16:creationId xmlns:a16="http://schemas.microsoft.com/office/drawing/2014/main" id="{68BE0E7F-D60D-4FB3-A30F-48874292CF35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70E6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8" name="F4_paired_one_to_one_0p3_9025">
            <a:extLst>
              <a:ext uri="{FF2B5EF4-FFF2-40B4-BE49-F238E27FC236}">
                <a16:creationId xmlns:a16="http://schemas.microsoft.com/office/drawing/2014/main" id="{DF078732-71A2-4EE7-955C-9FF637ACA076}"/>
              </a:ext>
            </a:extLst>
          </p:cNvPr>
          <p:cNvSpPr>
            <a:spLocks noGrp="1"/>
          </p:cNvSpPr>
          <p:nvPr/>
        </p:nvSpPr>
        <p:spPr>
          <a:xfrm>
            <a:off x="2919220" y="5040233"/>
            <a:ext cx="104188" cy="104188"/>
          </a:xfrm>
          <a:prstGeom prst="ellipse">
            <a:avLst/>
          </a:prstGeom>
          <a:solidFill>
            <a:srgbClr val="219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9" name="F4_paired_one_to_one_0p3_9026">
            <a:extLst>
              <a:ext uri="{FF2B5EF4-FFF2-40B4-BE49-F238E27FC236}">
                <a16:creationId xmlns:a16="http://schemas.microsoft.com/office/drawing/2014/main" id="{47726CB2-2617-44E8-9E7C-875A7C5E1A32}"/>
              </a:ext>
            </a:extLst>
          </p:cNvPr>
          <p:cNvSpPr>
            <a:spLocks noGrp="1"/>
          </p:cNvSpPr>
          <p:nvPr/>
        </p:nvSpPr>
        <p:spPr>
          <a:xfrm>
            <a:off x="1864893" y="6231883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0" name="F4_paired_one_to_one_0p3_9027">
            <a:extLst>
              <a:ext uri="{FF2B5EF4-FFF2-40B4-BE49-F238E27FC236}">
                <a16:creationId xmlns:a16="http://schemas.microsoft.com/office/drawing/2014/main" id="{38179773-81FA-4E55-8A5A-01C95F0A8900}"/>
              </a:ext>
            </a:extLst>
          </p:cNvPr>
          <p:cNvSpPr>
            <a:spLocks noGrp="1"/>
          </p:cNvSpPr>
          <p:nvPr/>
        </p:nvSpPr>
        <p:spPr>
          <a:xfrm>
            <a:off x="4670428" y="3306319"/>
            <a:ext cx="104188" cy="104188"/>
          </a:xfrm>
          <a:prstGeom prst="ellipse">
            <a:avLst/>
          </a:prstGeom>
          <a:solidFill>
            <a:srgbClr val="48247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1" name="F4_paired_one_to_one_0p3_9028">
            <a:extLst>
              <a:ext uri="{FF2B5EF4-FFF2-40B4-BE49-F238E27FC236}">
                <a16:creationId xmlns:a16="http://schemas.microsoft.com/office/drawing/2014/main" id="{65A1E1F5-8559-4FEA-92CC-52BBECA59D7A}"/>
              </a:ext>
            </a:extLst>
          </p:cNvPr>
          <p:cNvSpPr>
            <a:spLocks noGrp="1"/>
          </p:cNvSpPr>
          <p:nvPr/>
        </p:nvSpPr>
        <p:spPr>
          <a:xfrm>
            <a:off x="2029723" y="6578027"/>
            <a:ext cx="104188" cy="104188"/>
          </a:xfrm>
          <a:prstGeom prst="ellipse">
            <a:avLst/>
          </a:prstGeom>
          <a:solidFill>
            <a:srgbClr val="2C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2" name="F4_paired_one_to_one_0p3_9029">
            <a:extLst>
              <a:ext uri="{FF2B5EF4-FFF2-40B4-BE49-F238E27FC236}">
                <a16:creationId xmlns:a16="http://schemas.microsoft.com/office/drawing/2014/main" id="{18E1F532-9880-4F03-8B75-530B9B42A363}"/>
              </a:ext>
            </a:extLst>
          </p:cNvPr>
          <p:cNvSpPr>
            <a:spLocks noGrp="1"/>
          </p:cNvSpPr>
          <p:nvPr/>
        </p:nvSpPr>
        <p:spPr>
          <a:xfrm>
            <a:off x="4320969" y="1633110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3" name="F4_paired_one_to_one_0p3_9030">
            <a:extLst>
              <a:ext uri="{FF2B5EF4-FFF2-40B4-BE49-F238E27FC236}">
                <a16:creationId xmlns:a16="http://schemas.microsoft.com/office/drawing/2014/main" id="{B8647F6A-95CC-4260-94C4-450487E55B20}"/>
              </a:ext>
            </a:extLst>
          </p:cNvPr>
          <p:cNvSpPr>
            <a:spLocks noGrp="1"/>
          </p:cNvSpPr>
          <p:nvPr/>
        </p:nvSpPr>
        <p:spPr>
          <a:xfrm>
            <a:off x="2985068" y="1633110"/>
            <a:ext cx="104188" cy="104188"/>
          </a:xfrm>
          <a:prstGeom prst="ellipse">
            <a:avLst/>
          </a:prstGeom>
          <a:solidFill>
            <a:srgbClr val="1F9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4" name="F4_paired_one_to_one_0p3_9031">
            <a:extLst>
              <a:ext uri="{FF2B5EF4-FFF2-40B4-BE49-F238E27FC236}">
                <a16:creationId xmlns:a16="http://schemas.microsoft.com/office/drawing/2014/main" id="{982465B1-950A-454A-8849-ADA26A31D6C2}"/>
              </a:ext>
            </a:extLst>
          </p:cNvPr>
          <p:cNvSpPr>
            <a:spLocks noGrp="1"/>
          </p:cNvSpPr>
          <p:nvPr/>
        </p:nvSpPr>
        <p:spPr>
          <a:xfrm>
            <a:off x="3513198" y="3281416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5" name="F4_paired_one_to_one_0p3_9032">
            <a:extLst>
              <a:ext uri="{FF2B5EF4-FFF2-40B4-BE49-F238E27FC236}">
                <a16:creationId xmlns:a16="http://schemas.microsoft.com/office/drawing/2014/main" id="{CD7BEB5D-4CC2-43DD-82C2-1B88EA5DA24C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C4F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6" name="F4_paired_one_to_one_0p3_9033">
            <a:extLst>
              <a:ext uri="{FF2B5EF4-FFF2-40B4-BE49-F238E27FC236}">
                <a16:creationId xmlns:a16="http://schemas.microsoft.com/office/drawing/2014/main" id="{4B4BED6C-176E-4E39-8542-98669ECE1F21}"/>
              </a:ext>
            </a:extLst>
          </p:cNvPr>
          <p:cNvSpPr>
            <a:spLocks noGrp="1"/>
          </p:cNvSpPr>
          <p:nvPr/>
        </p:nvSpPr>
        <p:spPr>
          <a:xfrm>
            <a:off x="1864893" y="5341798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7" name="F4_paired_one_to_one_0p3_9034">
            <a:extLst>
              <a:ext uri="{FF2B5EF4-FFF2-40B4-BE49-F238E27FC236}">
                <a16:creationId xmlns:a16="http://schemas.microsoft.com/office/drawing/2014/main" id="{2DA8FED0-6CFF-4B3A-8E54-9468E48242F7}"/>
              </a:ext>
            </a:extLst>
          </p:cNvPr>
          <p:cNvSpPr>
            <a:spLocks noGrp="1"/>
          </p:cNvSpPr>
          <p:nvPr/>
        </p:nvSpPr>
        <p:spPr>
          <a:xfrm>
            <a:off x="3992839" y="3138661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8" name="F4_paired_one_to_one_0p3_9035">
            <a:extLst>
              <a:ext uri="{FF2B5EF4-FFF2-40B4-BE49-F238E27FC236}">
                <a16:creationId xmlns:a16="http://schemas.microsoft.com/office/drawing/2014/main" id="{005D3F26-5CE2-484C-AB85-F96577BA0683}"/>
              </a:ext>
            </a:extLst>
          </p:cNvPr>
          <p:cNvSpPr>
            <a:spLocks noGrp="1"/>
          </p:cNvSpPr>
          <p:nvPr/>
        </p:nvSpPr>
        <p:spPr>
          <a:xfrm>
            <a:off x="1864893" y="5534100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9" name="F4_paired_one_to_one_0p3_9036">
            <a:extLst>
              <a:ext uri="{FF2B5EF4-FFF2-40B4-BE49-F238E27FC236}">
                <a16:creationId xmlns:a16="http://schemas.microsoft.com/office/drawing/2014/main" id="{02241E03-8D5C-422E-8F58-70D56E5600CB}"/>
              </a:ext>
            </a:extLst>
          </p:cNvPr>
          <p:cNvSpPr>
            <a:spLocks noGrp="1"/>
          </p:cNvSpPr>
          <p:nvPr/>
        </p:nvSpPr>
        <p:spPr>
          <a:xfrm>
            <a:off x="1864893" y="3229906"/>
            <a:ext cx="104188" cy="104188"/>
          </a:xfrm>
          <a:prstGeom prst="ellipse">
            <a:avLst/>
          </a:prstGeom>
          <a:solidFill>
            <a:srgbClr val="297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0" name="F4_paired_one_to_one_0p3_9037">
            <a:extLst>
              <a:ext uri="{FF2B5EF4-FFF2-40B4-BE49-F238E27FC236}">
                <a16:creationId xmlns:a16="http://schemas.microsoft.com/office/drawing/2014/main" id="{1638E76E-E7C6-409C-973B-F31E1EC6063E}"/>
              </a:ext>
            </a:extLst>
          </p:cNvPr>
          <p:cNvSpPr>
            <a:spLocks noGrp="1"/>
          </p:cNvSpPr>
          <p:nvPr/>
        </p:nvSpPr>
        <p:spPr>
          <a:xfrm>
            <a:off x="6809809" y="4517645"/>
            <a:ext cx="104188" cy="104188"/>
          </a:xfrm>
          <a:prstGeom prst="ellipse">
            <a:avLst/>
          </a:prstGeom>
          <a:solidFill>
            <a:srgbClr val="375A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1" name="F4_paired_one_to_one_0p3_9038">
            <a:extLst>
              <a:ext uri="{FF2B5EF4-FFF2-40B4-BE49-F238E27FC236}">
                <a16:creationId xmlns:a16="http://schemas.microsoft.com/office/drawing/2014/main" id="{3B009B70-DA4A-4444-A3B3-C78EE4694C4A}"/>
              </a:ext>
            </a:extLst>
          </p:cNvPr>
          <p:cNvSpPr>
            <a:spLocks noGrp="1"/>
          </p:cNvSpPr>
          <p:nvPr/>
        </p:nvSpPr>
        <p:spPr>
          <a:xfrm>
            <a:off x="2483007" y="4105569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2" name="F4_paired_one_to_one_0p3_9039">
            <a:extLst>
              <a:ext uri="{FF2B5EF4-FFF2-40B4-BE49-F238E27FC236}">
                <a16:creationId xmlns:a16="http://schemas.microsoft.com/office/drawing/2014/main" id="{7DA15BFC-B62E-44CE-8387-CB2757049B79}"/>
              </a:ext>
            </a:extLst>
          </p:cNvPr>
          <p:cNvSpPr>
            <a:spLocks noGrp="1"/>
          </p:cNvSpPr>
          <p:nvPr/>
        </p:nvSpPr>
        <p:spPr>
          <a:xfrm>
            <a:off x="1864893" y="5094552"/>
            <a:ext cx="104188" cy="104188"/>
          </a:xfrm>
          <a:prstGeom prst="ellipse">
            <a:avLst/>
          </a:prstGeom>
          <a:solidFill>
            <a:srgbClr val="433E8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3" name="F4_paired_one_to_one_0p3_9040">
            <a:extLst>
              <a:ext uri="{FF2B5EF4-FFF2-40B4-BE49-F238E27FC236}">
                <a16:creationId xmlns:a16="http://schemas.microsoft.com/office/drawing/2014/main" id="{218D974B-2CAD-4F3C-B56B-C428C2EDE1B8}"/>
              </a:ext>
            </a:extLst>
          </p:cNvPr>
          <p:cNvSpPr>
            <a:spLocks noGrp="1"/>
          </p:cNvSpPr>
          <p:nvPr/>
        </p:nvSpPr>
        <p:spPr>
          <a:xfrm>
            <a:off x="4983994" y="3611077"/>
            <a:ext cx="104188" cy="104188"/>
          </a:xfrm>
          <a:prstGeom prst="ellipse">
            <a:avLst/>
          </a:prstGeom>
          <a:solidFill>
            <a:srgbClr val="346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4" name="F4_paired_one_to_one_0p3_9041">
            <a:extLst>
              <a:ext uri="{FF2B5EF4-FFF2-40B4-BE49-F238E27FC236}">
                <a16:creationId xmlns:a16="http://schemas.microsoft.com/office/drawing/2014/main" id="{D1E52D87-5C1C-484C-AF87-733BE3B365E9}"/>
              </a:ext>
            </a:extLst>
          </p:cNvPr>
          <p:cNvSpPr>
            <a:spLocks noGrp="1"/>
          </p:cNvSpPr>
          <p:nvPr/>
        </p:nvSpPr>
        <p:spPr>
          <a:xfrm>
            <a:off x="5985657" y="1633110"/>
            <a:ext cx="104188" cy="104188"/>
          </a:xfrm>
          <a:prstGeom prst="ellipse">
            <a:avLst/>
          </a:prstGeom>
          <a:solidFill>
            <a:srgbClr val="1F96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5" name="F4_paired_one_to_one_0p3_9042">
            <a:extLst>
              <a:ext uri="{FF2B5EF4-FFF2-40B4-BE49-F238E27FC236}">
                <a16:creationId xmlns:a16="http://schemas.microsoft.com/office/drawing/2014/main" id="{330FFFEC-AC9F-43C1-97B3-8936DDB4235A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6" name="F4_paired_one_to_one_0p3_9043">
            <a:extLst>
              <a:ext uri="{FF2B5EF4-FFF2-40B4-BE49-F238E27FC236}">
                <a16:creationId xmlns:a16="http://schemas.microsoft.com/office/drawing/2014/main" id="{9601F649-7CBB-420F-B741-6E3B7E24DAE1}"/>
              </a:ext>
            </a:extLst>
          </p:cNvPr>
          <p:cNvSpPr>
            <a:spLocks noGrp="1"/>
          </p:cNvSpPr>
          <p:nvPr/>
        </p:nvSpPr>
        <p:spPr>
          <a:xfrm>
            <a:off x="1864893" y="3830851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7" name="F4_paired_one_to_one_0p3_9044">
            <a:extLst>
              <a:ext uri="{FF2B5EF4-FFF2-40B4-BE49-F238E27FC236}">
                <a16:creationId xmlns:a16="http://schemas.microsoft.com/office/drawing/2014/main" id="{BE9FB9B5-6191-42E6-A349-94EBE2A4A361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8" name="F4_paired_one_to_one_0p3_9045">
            <a:extLst>
              <a:ext uri="{FF2B5EF4-FFF2-40B4-BE49-F238E27FC236}">
                <a16:creationId xmlns:a16="http://schemas.microsoft.com/office/drawing/2014/main" id="{949CA7B6-08B7-418E-BC1D-7308D4542E53}"/>
              </a:ext>
            </a:extLst>
          </p:cNvPr>
          <p:cNvSpPr>
            <a:spLocks noGrp="1"/>
          </p:cNvSpPr>
          <p:nvPr/>
        </p:nvSpPr>
        <p:spPr>
          <a:xfrm>
            <a:off x="1864893" y="2457263"/>
            <a:ext cx="104188" cy="104188"/>
          </a:xfrm>
          <a:prstGeom prst="ellipse">
            <a:avLst/>
          </a:prstGeom>
          <a:solidFill>
            <a:srgbClr val="258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9" name="F4_paired_one_to_one_0p3_9046">
            <a:extLst>
              <a:ext uri="{FF2B5EF4-FFF2-40B4-BE49-F238E27FC236}">
                <a16:creationId xmlns:a16="http://schemas.microsoft.com/office/drawing/2014/main" id="{11638FC9-933D-4AF6-AA8D-6522EA06574B}"/>
              </a:ext>
            </a:extLst>
          </p:cNvPr>
          <p:cNvSpPr>
            <a:spLocks noGrp="1"/>
          </p:cNvSpPr>
          <p:nvPr/>
        </p:nvSpPr>
        <p:spPr>
          <a:xfrm>
            <a:off x="3933684" y="5319092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0" name="F4_paired_one_to_one_0p3_9047">
            <a:extLst>
              <a:ext uri="{FF2B5EF4-FFF2-40B4-BE49-F238E27FC236}">
                <a16:creationId xmlns:a16="http://schemas.microsoft.com/office/drawing/2014/main" id="{9B703CF4-EE15-4D17-B966-33AFD1010CFD}"/>
              </a:ext>
            </a:extLst>
          </p:cNvPr>
          <p:cNvSpPr>
            <a:spLocks noGrp="1"/>
          </p:cNvSpPr>
          <p:nvPr/>
        </p:nvSpPr>
        <p:spPr>
          <a:xfrm>
            <a:off x="1864893" y="4462854"/>
            <a:ext cx="104188" cy="104188"/>
          </a:xfrm>
          <a:prstGeom prst="ellipse">
            <a:avLst/>
          </a:prstGeom>
          <a:solidFill>
            <a:srgbClr val="1F9A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1" name="F4_paired_one_to_one_0p3_9048">
            <a:extLst>
              <a:ext uri="{FF2B5EF4-FFF2-40B4-BE49-F238E27FC236}">
                <a16:creationId xmlns:a16="http://schemas.microsoft.com/office/drawing/2014/main" id="{F270F96C-35CF-4CCC-A0A8-1F74513092F2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2" name="F4_paired_one_to_one_0p3_9049">
            <a:extLst>
              <a:ext uri="{FF2B5EF4-FFF2-40B4-BE49-F238E27FC236}">
                <a16:creationId xmlns:a16="http://schemas.microsoft.com/office/drawing/2014/main" id="{3AF03890-C922-4F85-9A47-08544042E7EE}"/>
              </a:ext>
            </a:extLst>
          </p:cNvPr>
          <p:cNvSpPr>
            <a:spLocks noGrp="1"/>
          </p:cNvSpPr>
          <p:nvPr/>
        </p:nvSpPr>
        <p:spPr>
          <a:xfrm>
            <a:off x="2235964" y="4298770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3" name="F4_paired_one_to_one_0p3_9050">
            <a:extLst>
              <a:ext uri="{FF2B5EF4-FFF2-40B4-BE49-F238E27FC236}">
                <a16:creationId xmlns:a16="http://schemas.microsoft.com/office/drawing/2014/main" id="{B0E95BAE-2732-40F4-BB15-27C35289D20E}"/>
              </a:ext>
            </a:extLst>
          </p:cNvPr>
          <p:cNvSpPr>
            <a:spLocks noGrp="1"/>
          </p:cNvSpPr>
          <p:nvPr/>
        </p:nvSpPr>
        <p:spPr>
          <a:xfrm>
            <a:off x="3937048" y="4600060"/>
            <a:ext cx="104188" cy="104188"/>
          </a:xfrm>
          <a:prstGeom prst="ellipse">
            <a:avLst/>
          </a:prstGeom>
          <a:solidFill>
            <a:srgbClr val="48247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4" name="F4_paired_one_to_one_0p3_9051">
            <a:extLst>
              <a:ext uri="{FF2B5EF4-FFF2-40B4-BE49-F238E27FC236}">
                <a16:creationId xmlns:a16="http://schemas.microsoft.com/office/drawing/2014/main" id="{88F9BF19-F9C7-4682-89F1-B906ED6D0770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5" name="F4_paired_one_to_one_0p3_9052">
            <a:extLst>
              <a:ext uri="{FF2B5EF4-FFF2-40B4-BE49-F238E27FC236}">
                <a16:creationId xmlns:a16="http://schemas.microsoft.com/office/drawing/2014/main" id="{13756776-8CB6-4C4A-B098-3F68042456C8}"/>
              </a:ext>
            </a:extLst>
          </p:cNvPr>
          <p:cNvSpPr>
            <a:spLocks noGrp="1"/>
          </p:cNvSpPr>
          <p:nvPr/>
        </p:nvSpPr>
        <p:spPr>
          <a:xfrm>
            <a:off x="1976331" y="5524192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6" name="F4_paired_one_to_one_0p3_9053">
            <a:extLst>
              <a:ext uri="{FF2B5EF4-FFF2-40B4-BE49-F238E27FC236}">
                <a16:creationId xmlns:a16="http://schemas.microsoft.com/office/drawing/2014/main" id="{2E0203BF-31F9-4002-AA45-CBF4E50DFBCC}"/>
              </a:ext>
            </a:extLst>
          </p:cNvPr>
          <p:cNvSpPr>
            <a:spLocks noGrp="1"/>
          </p:cNvSpPr>
          <p:nvPr/>
        </p:nvSpPr>
        <p:spPr>
          <a:xfrm>
            <a:off x="1877770" y="6165951"/>
            <a:ext cx="104188" cy="104188"/>
          </a:xfrm>
          <a:prstGeom prst="ellipse">
            <a:avLst/>
          </a:prstGeom>
          <a:solidFill>
            <a:srgbClr val="472F7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7" name="F4_paired_one_to_one_0p3_9054">
            <a:extLst>
              <a:ext uri="{FF2B5EF4-FFF2-40B4-BE49-F238E27FC236}">
                <a16:creationId xmlns:a16="http://schemas.microsoft.com/office/drawing/2014/main" id="{990C5C90-D0E2-4846-9BBA-907D2493A372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8287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8" name="F4_paired_one_to_one_0p3_9055">
            <a:extLst>
              <a:ext uri="{FF2B5EF4-FFF2-40B4-BE49-F238E27FC236}">
                <a16:creationId xmlns:a16="http://schemas.microsoft.com/office/drawing/2014/main" id="{87D23585-55F5-4C08-8E8B-DF63CFEE9456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9" name="F4_paired_one_to_one_0p3_9056">
            <a:extLst>
              <a:ext uri="{FF2B5EF4-FFF2-40B4-BE49-F238E27FC236}">
                <a16:creationId xmlns:a16="http://schemas.microsoft.com/office/drawing/2014/main" id="{A6A70E33-4992-4F45-B6C4-9C9FFD1183F3}"/>
              </a:ext>
            </a:extLst>
          </p:cNvPr>
          <p:cNvSpPr>
            <a:spLocks noGrp="1"/>
          </p:cNvSpPr>
          <p:nvPr/>
        </p:nvSpPr>
        <p:spPr>
          <a:xfrm>
            <a:off x="6809809" y="6578027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0" name="F4_paired_one_to_one_0p3_9057">
            <a:extLst>
              <a:ext uri="{FF2B5EF4-FFF2-40B4-BE49-F238E27FC236}">
                <a16:creationId xmlns:a16="http://schemas.microsoft.com/office/drawing/2014/main" id="{809850F6-4250-4ECB-B0A8-CCEBAD7188BE}"/>
              </a:ext>
            </a:extLst>
          </p:cNvPr>
          <p:cNvSpPr>
            <a:spLocks noGrp="1"/>
          </p:cNvSpPr>
          <p:nvPr/>
        </p:nvSpPr>
        <p:spPr>
          <a:xfrm>
            <a:off x="3919488" y="4647479"/>
            <a:ext cx="104188" cy="104188"/>
          </a:xfrm>
          <a:prstGeom prst="ellipse">
            <a:avLst/>
          </a:prstGeom>
          <a:solidFill>
            <a:srgbClr val="2C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1" name="F4_paired_one_to_one_0p3_9058">
            <a:extLst>
              <a:ext uri="{FF2B5EF4-FFF2-40B4-BE49-F238E27FC236}">
                <a16:creationId xmlns:a16="http://schemas.microsoft.com/office/drawing/2014/main" id="{529D1BCD-F51F-4132-A702-84345F1A8BD8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2" name="F4_paired_one_to_one_0p3_9059">
            <a:extLst>
              <a:ext uri="{FF2B5EF4-FFF2-40B4-BE49-F238E27FC236}">
                <a16:creationId xmlns:a16="http://schemas.microsoft.com/office/drawing/2014/main" id="{0BE96ED2-E1D2-47E5-90C8-6BF5343DAE3C}"/>
              </a:ext>
            </a:extLst>
          </p:cNvPr>
          <p:cNvSpPr>
            <a:spLocks noGrp="1"/>
          </p:cNvSpPr>
          <p:nvPr/>
        </p:nvSpPr>
        <p:spPr>
          <a:xfrm>
            <a:off x="2359384" y="6224819"/>
            <a:ext cx="104188" cy="104188"/>
          </a:xfrm>
          <a:prstGeom prst="ellipse">
            <a:avLst/>
          </a:prstGeom>
          <a:solidFill>
            <a:srgbClr val="3A5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3" name="F4_paired_one_to_one_0p3_9060">
            <a:extLst>
              <a:ext uri="{FF2B5EF4-FFF2-40B4-BE49-F238E27FC236}">
                <a16:creationId xmlns:a16="http://schemas.microsoft.com/office/drawing/2014/main" id="{F977E494-347C-4637-9B58-EDD5CCFDB584}"/>
              </a:ext>
            </a:extLst>
          </p:cNvPr>
          <p:cNvSpPr>
            <a:spLocks noGrp="1"/>
          </p:cNvSpPr>
          <p:nvPr/>
        </p:nvSpPr>
        <p:spPr>
          <a:xfrm>
            <a:off x="1916987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4" name="text_9061">
            <a:extLst>
              <a:ext uri="{FF2B5EF4-FFF2-40B4-BE49-F238E27FC236}">
                <a16:creationId xmlns:a16="http://schemas.microsoft.com/office/drawing/2014/main" id="{8003EFA5-6976-4276-85E1-C63C37621EAD}"/>
              </a:ext>
            </a:extLst>
          </p:cNvPr>
          <p:cNvSpPr>
            <a:spLocks noGrp="1"/>
          </p:cNvSpPr>
          <p:nvPr/>
        </p:nvSpPr>
        <p:spPr>
          <a:xfrm>
            <a:off x="1802833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85" name="F4_paired_one_to_one_0p3_9062">
            <a:extLst>
              <a:ext uri="{FF2B5EF4-FFF2-40B4-BE49-F238E27FC236}">
                <a16:creationId xmlns:a16="http://schemas.microsoft.com/office/drawing/2014/main" id="{72802385-A7DC-49C1-90C6-EA2DE996B878}"/>
              </a:ext>
            </a:extLst>
          </p:cNvPr>
          <p:cNvSpPr>
            <a:spLocks noGrp="1"/>
          </p:cNvSpPr>
          <p:nvPr/>
        </p:nvSpPr>
        <p:spPr>
          <a:xfrm>
            <a:off x="2905970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6" name="text_9063">
            <a:extLst>
              <a:ext uri="{FF2B5EF4-FFF2-40B4-BE49-F238E27FC236}">
                <a16:creationId xmlns:a16="http://schemas.microsoft.com/office/drawing/2014/main" id="{E475E535-E612-469C-8393-95D43208E2A8}"/>
              </a:ext>
            </a:extLst>
          </p:cNvPr>
          <p:cNvSpPr>
            <a:spLocks noGrp="1"/>
          </p:cNvSpPr>
          <p:nvPr/>
        </p:nvSpPr>
        <p:spPr>
          <a:xfrm>
            <a:off x="2791816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187" name="F4_paired_one_to_one_0p3_9064">
            <a:extLst>
              <a:ext uri="{FF2B5EF4-FFF2-40B4-BE49-F238E27FC236}">
                <a16:creationId xmlns:a16="http://schemas.microsoft.com/office/drawing/2014/main" id="{15BF74C5-9BF2-447F-9F0D-F7219F1D2278}"/>
              </a:ext>
            </a:extLst>
          </p:cNvPr>
          <p:cNvSpPr>
            <a:spLocks noGrp="1"/>
          </p:cNvSpPr>
          <p:nvPr/>
        </p:nvSpPr>
        <p:spPr>
          <a:xfrm>
            <a:off x="3894953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8" name="text_9065">
            <a:extLst>
              <a:ext uri="{FF2B5EF4-FFF2-40B4-BE49-F238E27FC236}">
                <a16:creationId xmlns:a16="http://schemas.microsoft.com/office/drawing/2014/main" id="{3EC27F76-344F-4C22-A0B0-B716426D10DA}"/>
              </a:ext>
            </a:extLst>
          </p:cNvPr>
          <p:cNvSpPr>
            <a:spLocks noGrp="1"/>
          </p:cNvSpPr>
          <p:nvPr/>
        </p:nvSpPr>
        <p:spPr>
          <a:xfrm>
            <a:off x="3780800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189" name="F4_paired_one_to_one_0p3_9066">
            <a:extLst>
              <a:ext uri="{FF2B5EF4-FFF2-40B4-BE49-F238E27FC236}">
                <a16:creationId xmlns:a16="http://schemas.microsoft.com/office/drawing/2014/main" id="{595A5DDA-3756-4C7C-BC2A-EB8418190635}"/>
              </a:ext>
            </a:extLst>
          </p:cNvPr>
          <p:cNvSpPr>
            <a:spLocks noGrp="1"/>
          </p:cNvSpPr>
          <p:nvPr/>
        </p:nvSpPr>
        <p:spPr>
          <a:xfrm>
            <a:off x="4883936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0" name="text_9067">
            <a:extLst>
              <a:ext uri="{FF2B5EF4-FFF2-40B4-BE49-F238E27FC236}">
                <a16:creationId xmlns:a16="http://schemas.microsoft.com/office/drawing/2014/main" id="{77C4470A-043C-4FBA-831B-BEA65A859458}"/>
              </a:ext>
            </a:extLst>
          </p:cNvPr>
          <p:cNvSpPr>
            <a:spLocks noGrp="1"/>
          </p:cNvSpPr>
          <p:nvPr/>
        </p:nvSpPr>
        <p:spPr>
          <a:xfrm>
            <a:off x="4769783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191" name="F4_paired_one_to_one_0p3_9068">
            <a:extLst>
              <a:ext uri="{FF2B5EF4-FFF2-40B4-BE49-F238E27FC236}">
                <a16:creationId xmlns:a16="http://schemas.microsoft.com/office/drawing/2014/main" id="{6504CC0D-1FD7-4A0D-AF48-E633529B2E5C}"/>
              </a:ext>
            </a:extLst>
          </p:cNvPr>
          <p:cNvSpPr>
            <a:spLocks noGrp="1"/>
          </p:cNvSpPr>
          <p:nvPr/>
        </p:nvSpPr>
        <p:spPr>
          <a:xfrm>
            <a:off x="5872920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2" name="text_9069">
            <a:extLst>
              <a:ext uri="{FF2B5EF4-FFF2-40B4-BE49-F238E27FC236}">
                <a16:creationId xmlns:a16="http://schemas.microsoft.com/office/drawing/2014/main" id="{3DF9CE4B-57BC-4006-9D36-4B1424E5664D}"/>
              </a:ext>
            </a:extLst>
          </p:cNvPr>
          <p:cNvSpPr>
            <a:spLocks noGrp="1"/>
          </p:cNvSpPr>
          <p:nvPr/>
        </p:nvSpPr>
        <p:spPr>
          <a:xfrm>
            <a:off x="5758766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193" name="F4_paired_one_to_one_0p3_9070">
            <a:extLst>
              <a:ext uri="{FF2B5EF4-FFF2-40B4-BE49-F238E27FC236}">
                <a16:creationId xmlns:a16="http://schemas.microsoft.com/office/drawing/2014/main" id="{2D999F9A-3216-4A83-AFDC-71DA423066CB}"/>
              </a:ext>
            </a:extLst>
          </p:cNvPr>
          <p:cNvSpPr>
            <a:spLocks noGrp="1"/>
          </p:cNvSpPr>
          <p:nvPr/>
        </p:nvSpPr>
        <p:spPr>
          <a:xfrm>
            <a:off x="6861903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4" name="text_9071">
            <a:extLst>
              <a:ext uri="{FF2B5EF4-FFF2-40B4-BE49-F238E27FC236}">
                <a16:creationId xmlns:a16="http://schemas.microsoft.com/office/drawing/2014/main" id="{DD29CBDC-2592-4FCF-86F2-8AD6A48E6897}"/>
              </a:ext>
            </a:extLst>
          </p:cNvPr>
          <p:cNvSpPr>
            <a:spLocks noGrp="1"/>
          </p:cNvSpPr>
          <p:nvPr/>
        </p:nvSpPr>
        <p:spPr>
          <a:xfrm>
            <a:off x="6747750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95" name="text_9072">
            <a:extLst>
              <a:ext uri="{FF2B5EF4-FFF2-40B4-BE49-F238E27FC236}">
                <a16:creationId xmlns:a16="http://schemas.microsoft.com/office/drawing/2014/main" id="{B4D8E14E-1EC7-4019-BA8C-6A25EFF784C8}"/>
              </a:ext>
            </a:extLst>
          </p:cNvPr>
          <p:cNvSpPr>
            <a:spLocks noGrp="1"/>
          </p:cNvSpPr>
          <p:nvPr/>
        </p:nvSpPr>
        <p:spPr>
          <a:xfrm>
            <a:off x="4020818" y="7020421"/>
            <a:ext cx="749889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  <p:sp>
        <p:nvSpPr>
          <p:cNvPr id="196" name="F4_paired_one_to_one_0p3_9073">
            <a:extLst>
              <a:ext uri="{FF2B5EF4-FFF2-40B4-BE49-F238E27FC236}">
                <a16:creationId xmlns:a16="http://schemas.microsoft.com/office/drawing/2014/main" id="{04984E79-64F4-4A29-BC81-CEEBAF494B89}"/>
              </a:ext>
            </a:extLst>
          </p:cNvPr>
          <p:cNvSpPr>
            <a:spLocks noGrp="1"/>
          </p:cNvSpPr>
          <p:nvPr/>
        </p:nvSpPr>
        <p:spPr>
          <a:xfrm>
            <a:off x="1853814" y="663012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7" name="text_9074">
            <a:extLst>
              <a:ext uri="{FF2B5EF4-FFF2-40B4-BE49-F238E27FC236}">
                <a16:creationId xmlns:a16="http://schemas.microsoft.com/office/drawing/2014/main" id="{ADCB14EB-B0C0-465D-99C1-6539EC4A9295}"/>
              </a:ext>
            </a:extLst>
          </p:cNvPr>
          <p:cNvSpPr>
            <a:spLocks noGrp="1"/>
          </p:cNvSpPr>
          <p:nvPr/>
        </p:nvSpPr>
        <p:spPr>
          <a:xfrm>
            <a:off x="1537064" y="655914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98" name="F4_paired_one_to_one_0p3_9075">
            <a:extLst>
              <a:ext uri="{FF2B5EF4-FFF2-40B4-BE49-F238E27FC236}">
                <a16:creationId xmlns:a16="http://schemas.microsoft.com/office/drawing/2014/main" id="{742DE624-0C4E-40E8-929C-2680A341C22B}"/>
              </a:ext>
            </a:extLst>
          </p:cNvPr>
          <p:cNvSpPr>
            <a:spLocks noGrp="1"/>
          </p:cNvSpPr>
          <p:nvPr/>
        </p:nvSpPr>
        <p:spPr>
          <a:xfrm>
            <a:off x="1853814" y="5641137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9" name="text_9076">
            <a:extLst>
              <a:ext uri="{FF2B5EF4-FFF2-40B4-BE49-F238E27FC236}">
                <a16:creationId xmlns:a16="http://schemas.microsoft.com/office/drawing/2014/main" id="{4ED1D117-0519-4A5E-B571-8A9B61E1A947}"/>
              </a:ext>
            </a:extLst>
          </p:cNvPr>
          <p:cNvSpPr>
            <a:spLocks noGrp="1"/>
          </p:cNvSpPr>
          <p:nvPr/>
        </p:nvSpPr>
        <p:spPr>
          <a:xfrm>
            <a:off x="1537064" y="5570164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00" name="F4_paired_one_to_one_0p3_9077">
            <a:extLst>
              <a:ext uri="{FF2B5EF4-FFF2-40B4-BE49-F238E27FC236}">
                <a16:creationId xmlns:a16="http://schemas.microsoft.com/office/drawing/2014/main" id="{6C4C6686-7BB8-4955-B6A7-AFBB7F27D045}"/>
              </a:ext>
            </a:extLst>
          </p:cNvPr>
          <p:cNvSpPr>
            <a:spLocks noGrp="1"/>
          </p:cNvSpPr>
          <p:nvPr/>
        </p:nvSpPr>
        <p:spPr>
          <a:xfrm>
            <a:off x="1853814" y="465215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1" name="text_9078">
            <a:extLst>
              <a:ext uri="{FF2B5EF4-FFF2-40B4-BE49-F238E27FC236}">
                <a16:creationId xmlns:a16="http://schemas.microsoft.com/office/drawing/2014/main" id="{EA468B37-2077-472B-BA48-9E9CFA773EB7}"/>
              </a:ext>
            </a:extLst>
          </p:cNvPr>
          <p:cNvSpPr>
            <a:spLocks noGrp="1"/>
          </p:cNvSpPr>
          <p:nvPr/>
        </p:nvSpPr>
        <p:spPr>
          <a:xfrm>
            <a:off x="1537064" y="4581180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02" name="F4_paired_one_to_one_0p3_9079">
            <a:extLst>
              <a:ext uri="{FF2B5EF4-FFF2-40B4-BE49-F238E27FC236}">
                <a16:creationId xmlns:a16="http://schemas.microsoft.com/office/drawing/2014/main" id="{B3156606-DADD-43A1-87BB-B96BBC3070A1}"/>
              </a:ext>
            </a:extLst>
          </p:cNvPr>
          <p:cNvSpPr>
            <a:spLocks noGrp="1"/>
          </p:cNvSpPr>
          <p:nvPr/>
        </p:nvSpPr>
        <p:spPr>
          <a:xfrm>
            <a:off x="1853814" y="366317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3" name="text_9080">
            <a:extLst>
              <a:ext uri="{FF2B5EF4-FFF2-40B4-BE49-F238E27FC236}">
                <a16:creationId xmlns:a16="http://schemas.microsoft.com/office/drawing/2014/main" id="{A20B5FC2-3BD3-4089-87C8-543EDFB4679E}"/>
              </a:ext>
            </a:extLst>
          </p:cNvPr>
          <p:cNvSpPr>
            <a:spLocks noGrp="1"/>
          </p:cNvSpPr>
          <p:nvPr/>
        </p:nvSpPr>
        <p:spPr>
          <a:xfrm>
            <a:off x="1537064" y="359219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04" name="F4_paired_one_to_one_0p3_9081">
            <a:extLst>
              <a:ext uri="{FF2B5EF4-FFF2-40B4-BE49-F238E27FC236}">
                <a16:creationId xmlns:a16="http://schemas.microsoft.com/office/drawing/2014/main" id="{9B936F9D-EABD-44D4-80BB-C0D356CFEF36}"/>
              </a:ext>
            </a:extLst>
          </p:cNvPr>
          <p:cNvSpPr>
            <a:spLocks noGrp="1"/>
          </p:cNvSpPr>
          <p:nvPr/>
        </p:nvSpPr>
        <p:spPr>
          <a:xfrm>
            <a:off x="1853814" y="2674188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5" name="text_9082">
            <a:extLst>
              <a:ext uri="{FF2B5EF4-FFF2-40B4-BE49-F238E27FC236}">
                <a16:creationId xmlns:a16="http://schemas.microsoft.com/office/drawing/2014/main" id="{45B2D7B2-243D-48D3-9F8C-4C83D1012320}"/>
              </a:ext>
            </a:extLst>
          </p:cNvPr>
          <p:cNvSpPr>
            <a:spLocks noGrp="1"/>
          </p:cNvSpPr>
          <p:nvPr/>
        </p:nvSpPr>
        <p:spPr>
          <a:xfrm>
            <a:off x="1537064" y="2603214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206" name="F4_paired_one_to_one_0p3_9083">
            <a:extLst>
              <a:ext uri="{FF2B5EF4-FFF2-40B4-BE49-F238E27FC236}">
                <a16:creationId xmlns:a16="http://schemas.microsoft.com/office/drawing/2014/main" id="{F8418E20-AAB2-4E7A-8B2D-B587D550F6BF}"/>
              </a:ext>
            </a:extLst>
          </p:cNvPr>
          <p:cNvSpPr>
            <a:spLocks noGrp="1"/>
          </p:cNvSpPr>
          <p:nvPr/>
        </p:nvSpPr>
        <p:spPr>
          <a:xfrm>
            <a:off x="1853814" y="168520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7" name="text_9084">
            <a:extLst>
              <a:ext uri="{FF2B5EF4-FFF2-40B4-BE49-F238E27FC236}">
                <a16:creationId xmlns:a16="http://schemas.microsoft.com/office/drawing/2014/main" id="{322CD34C-2FEA-4CC3-849E-E2F9C3BF1D00}"/>
              </a:ext>
            </a:extLst>
          </p:cNvPr>
          <p:cNvSpPr>
            <a:spLocks noGrp="1"/>
          </p:cNvSpPr>
          <p:nvPr/>
        </p:nvSpPr>
        <p:spPr>
          <a:xfrm>
            <a:off x="1537064" y="1614230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208" name="text_9085">
            <a:extLst>
              <a:ext uri="{FF2B5EF4-FFF2-40B4-BE49-F238E27FC236}">
                <a16:creationId xmlns:a16="http://schemas.microsoft.com/office/drawing/2014/main" id="{52E1E696-39EE-43DC-9F84-AC83F6AD00ED}"/>
              </a:ext>
            </a:extLst>
          </p:cNvPr>
          <p:cNvSpPr>
            <a:spLocks noGrp="1"/>
          </p:cNvSpPr>
          <p:nvPr/>
        </p:nvSpPr>
        <p:spPr>
          <a:xfrm rot="-5400000">
            <a:off x="101489" y="4047110"/>
            <a:ext cx="2548803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with CryoAtom2 receptor</a:t>
            </a:r>
          </a:p>
        </p:txBody>
      </p:sp>
      <p:sp>
        <p:nvSpPr>
          <p:cNvPr id="209" name="F4_paired_one_to_one_0p3_9086">
            <a:extLst>
              <a:ext uri="{FF2B5EF4-FFF2-40B4-BE49-F238E27FC236}">
                <a16:creationId xmlns:a16="http://schemas.microsoft.com/office/drawing/2014/main" id="{01E65EA5-DC1C-4E15-A551-7D292EE584C2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191" cy="4944917"/>
          </a:xfrm>
          <a:custGeom>
            <a:avLst/>
            <a:gdLst/>
            <a:ahLst/>
            <a:cxnLst/>
            <a:rect l="0" t="0" r="0" b="0"/>
            <a:pathLst>
              <a:path w="191" h="4944917">
                <a:moveTo>
                  <a:pt x="0" y="4944917"/>
                </a:moveTo>
                <a:lnTo>
                  <a:pt x="0" y="0"/>
                </a:lnTo>
              </a:path>
            </a:pathLst>
          </a:custGeom>
          <a:noFill/>
          <a:ln w="16425">
            <a:solidFill>
              <a:srgbClr val="000000"/>
            </a:solidFill>
            <a:prstDash val="solid"/>
          </a:ln>
        </p:spPr>
      </p:sp>
      <p:sp>
        <p:nvSpPr>
          <p:cNvPr id="210" name="F4_paired_one_to_one_0p3_9087">
            <a:extLst>
              <a:ext uri="{FF2B5EF4-FFF2-40B4-BE49-F238E27FC236}">
                <a16:creationId xmlns:a16="http://schemas.microsoft.com/office/drawing/2014/main" id="{6A4ACDB8-D9DA-4874-AEBD-3E14CBF195C7}"/>
              </a:ext>
            </a:extLst>
          </p:cNvPr>
          <p:cNvSpPr>
            <a:spLocks noGrp="1"/>
          </p:cNvSpPr>
          <p:nvPr/>
        </p:nvSpPr>
        <p:spPr>
          <a:xfrm>
            <a:off x="1916987" y="6630121"/>
            <a:ext cx="4944917" cy="191"/>
          </a:xfrm>
          <a:custGeom>
            <a:avLst/>
            <a:gdLst/>
            <a:ahLst/>
            <a:cxnLst/>
            <a:rect l="0" t="0" r="0" b="0"/>
            <a:pathLst>
              <a:path w="4944917" h="191">
                <a:moveTo>
                  <a:pt x="0" y="0"/>
                </a:moveTo>
                <a:lnTo>
                  <a:pt x="4944917" y="0"/>
                </a:lnTo>
              </a:path>
            </a:pathLst>
          </a:custGeom>
          <a:noFill/>
          <a:ln w="16425">
            <a:solidFill>
              <a:srgbClr val="000000"/>
            </a:solidFill>
            <a:prstDash val="solid"/>
          </a:ln>
        </p:spPr>
      </p:sp>
      <p:sp>
        <p:nvSpPr>
          <p:cNvPr id="211" name="F4_paired_one_to_one_0p3_9088">
            <a:extLst>
              <a:ext uri="{FF2B5EF4-FFF2-40B4-BE49-F238E27FC236}">
                <a16:creationId xmlns:a16="http://schemas.microsoft.com/office/drawing/2014/main" id="{ABDB28DB-6B42-462E-AF67-6D5AC96D8CBA}"/>
              </a:ext>
            </a:extLst>
          </p:cNvPr>
          <p:cNvSpPr>
            <a:spLocks noGrp="1"/>
          </p:cNvSpPr>
          <p:nvPr/>
        </p:nvSpPr>
        <p:spPr>
          <a:xfrm>
            <a:off x="7106701" y="1655284"/>
            <a:ext cx="250238" cy="5004756"/>
          </a:xfrm>
          <a:custGeom>
            <a:avLst/>
            <a:gdLst/>
            <a:ahLst/>
            <a:cxnLst/>
            <a:rect l="0" t="0" r="0" b="0"/>
            <a:pathLst>
              <a:path w="250238" h="5004756">
                <a:moveTo>
                  <a:pt x="0" y="5004756"/>
                </a:moveTo>
                <a:lnTo>
                  <a:pt x="250238" y="5004756"/>
                </a:lnTo>
                <a:lnTo>
                  <a:pt x="250238" y="0"/>
                </a:lnTo>
                <a:lnTo>
                  <a:pt x="0" y="0"/>
                </a:lnTo>
                <a:lnTo>
                  <a:pt x="0" y="500475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12" name="F4_paired_one_to_one_0p3_9089">
            <a:extLst>
              <a:ext uri="{FF2B5EF4-FFF2-40B4-BE49-F238E27FC236}">
                <a16:creationId xmlns:a16="http://schemas.microsoft.com/office/drawing/2014/main" id="{2CC1E910-C638-4449-9157-1B39E9EE5723}"/>
              </a:ext>
            </a:extLst>
          </p:cNvPr>
          <p:cNvSpPr>
            <a:spLocks noGrp="1"/>
          </p:cNvSpPr>
          <p:nvPr/>
        </p:nvSpPr>
        <p:spPr>
          <a:xfrm>
            <a:off x="7106701" y="66404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DE725"/>
          </a:solidFill>
          <a:ln w="5054">
            <a:solidFill>
              <a:srgbClr val="FDE725"/>
            </a:solidFill>
            <a:prstDash val="solid"/>
          </a:ln>
        </p:spPr>
      </p:sp>
      <p:sp>
        <p:nvSpPr>
          <p:cNvPr id="213" name="F4_paired_one_to_one_0p3_9090">
            <a:extLst>
              <a:ext uri="{FF2B5EF4-FFF2-40B4-BE49-F238E27FC236}">
                <a16:creationId xmlns:a16="http://schemas.microsoft.com/office/drawing/2014/main" id="{88023E65-93B7-4771-967F-02FC96AA5BC0}"/>
              </a:ext>
            </a:extLst>
          </p:cNvPr>
          <p:cNvSpPr>
            <a:spLocks noGrp="1"/>
          </p:cNvSpPr>
          <p:nvPr/>
        </p:nvSpPr>
        <p:spPr>
          <a:xfrm>
            <a:off x="7106701" y="662094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BE723"/>
          </a:solidFill>
          <a:ln w="5054">
            <a:solidFill>
              <a:srgbClr val="FBE723"/>
            </a:solidFill>
            <a:prstDash val="solid"/>
          </a:ln>
        </p:spPr>
      </p:sp>
      <p:sp>
        <p:nvSpPr>
          <p:cNvPr id="214" name="F4_paired_one_to_one_0p3_9091">
            <a:extLst>
              <a:ext uri="{FF2B5EF4-FFF2-40B4-BE49-F238E27FC236}">
                <a16:creationId xmlns:a16="http://schemas.microsoft.com/office/drawing/2014/main" id="{89EB550F-99CD-4144-80E2-56EF02FD5B0C}"/>
              </a:ext>
            </a:extLst>
          </p:cNvPr>
          <p:cNvSpPr>
            <a:spLocks noGrp="1"/>
          </p:cNvSpPr>
          <p:nvPr/>
        </p:nvSpPr>
        <p:spPr>
          <a:xfrm>
            <a:off x="7106701" y="66013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8E621"/>
          </a:solidFill>
          <a:ln w="5054">
            <a:solidFill>
              <a:srgbClr val="F8E621"/>
            </a:solidFill>
            <a:prstDash val="solid"/>
          </a:ln>
        </p:spPr>
      </p:sp>
      <p:sp>
        <p:nvSpPr>
          <p:cNvPr id="215" name="F4_paired_one_to_one_0p3_9092">
            <a:extLst>
              <a:ext uri="{FF2B5EF4-FFF2-40B4-BE49-F238E27FC236}">
                <a16:creationId xmlns:a16="http://schemas.microsoft.com/office/drawing/2014/main" id="{F247F4F7-A51B-4F3A-905B-6926E6F621F1}"/>
              </a:ext>
            </a:extLst>
          </p:cNvPr>
          <p:cNvSpPr>
            <a:spLocks noGrp="1"/>
          </p:cNvSpPr>
          <p:nvPr/>
        </p:nvSpPr>
        <p:spPr>
          <a:xfrm>
            <a:off x="7106701" y="658184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6E620"/>
          </a:solidFill>
          <a:ln w="5054">
            <a:solidFill>
              <a:srgbClr val="F6E620"/>
            </a:solidFill>
            <a:prstDash val="solid"/>
          </a:ln>
        </p:spPr>
      </p:sp>
      <p:sp>
        <p:nvSpPr>
          <p:cNvPr id="216" name="F4_paired_one_to_one_0p3_9093">
            <a:extLst>
              <a:ext uri="{FF2B5EF4-FFF2-40B4-BE49-F238E27FC236}">
                <a16:creationId xmlns:a16="http://schemas.microsoft.com/office/drawing/2014/main" id="{06B6C11C-E714-4187-A185-228B044C0C46}"/>
              </a:ext>
            </a:extLst>
          </p:cNvPr>
          <p:cNvSpPr>
            <a:spLocks noGrp="1"/>
          </p:cNvSpPr>
          <p:nvPr/>
        </p:nvSpPr>
        <p:spPr>
          <a:xfrm>
            <a:off x="7106701" y="65622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4E61E"/>
          </a:solidFill>
          <a:ln w="5054">
            <a:solidFill>
              <a:srgbClr val="F4E61E"/>
            </a:solidFill>
            <a:prstDash val="solid"/>
          </a:ln>
        </p:spPr>
      </p:sp>
      <p:sp>
        <p:nvSpPr>
          <p:cNvPr id="217" name="F4_paired_one_to_one_0p3_9094">
            <a:extLst>
              <a:ext uri="{FF2B5EF4-FFF2-40B4-BE49-F238E27FC236}">
                <a16:creationId xmlns:a16="http://schemas.microsoft.com/office/drawing/2014/main" id="{7644D556-5332-4734-BE6E-B3F19AE693D7}"/>
              </a:ext>
            </a:extLst>
          </p:cNvPr>
          <p:cNvSpPr>
            <a:spLocks noGrp="1"/>
          </p:cNvSpPr>
          <p:nvPr/>
        </p:nvSpPr>
        <p:spPr>
          <a:xfrm>
            <a:off x="7106701" y="65427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1E51D"/>
          </a:solidFill>
          <a:ln w="5054">
            <a:solidFill>
              <a:srgbClr val="F1E51D"/>
            </a:solidFill>
            <a:prstDash val="solid"/>
          </a:ln>
        </p:spPr>
      </p:sp>
      <p:sp>
        <p:nvSpPr>
          <p:cNvPr id="218" name="F4_paired_one_to_one_0p3_9095">
            <a:extLst>
              <a:ext uri="{FF2B5EF4-FFF2-40B4-BE49-F238E27FC236}">
                <a16:creationId xmlns:a16="http://schemas.microsoft.com/office/drawing/2014/main" id="{24409110-57D9-42B4-975B-CC4A69D16D97}"/>
              </a:ext>
            </a:extLst>
          </p:cNvPr>
          <p:cNvSpPr>
            <a:spLocks noGrp="1"/>
          </p:cNvSpPr>
          <p:nvPr/>
        </p:nvSpPr>
        <p:spPr>
          <a:xfrm>
            <a:off x="7106701" y="65231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FE51C"/>
          </a:solidFill>
          <a:ln w="5054">
            <a:solidFill>
              <a:srgbClr val="EFE51C"/>
            </a:solidFill>
            <a:prstDash val="solid"/>
          </a:ln>
        </p:spPr>
      </p:sp>
      <p:sp>
        <p:nvSpPr>
          <p:cNvPr id="219" name="F4_paired_one_to_one_0p3_9096">
            <a:extLst>
              <a:ext uri="{FF2B5EF4-FFF2-40B4-BE49-F238E27FC236}">
                <a16:creationId xmlns:a16="http://schemas.microsoft.com/office/drawing/2014/main" id="{17CF816A-B9A2-455E-AEB2-DB50A61BCCB5}"/>
              </a:ext>
            </a:extLst>
          </p:cNvPr>
          <p:cNvSpPr>
            <a:spLocks noGrp="1"/>
          </p:cNvSpPr>
          <p:nvPr/>
        </p:nvSpPr>
        <p:spPr>
          <a:xfrm>
            <a:off x="7106701" y="65036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CE51B"/>
          </a:solidFill>
          <a:ln w="5054">
            <a:solidFill>
              <a:srgbClr val="ECE51B"/>
            </a:solidFill>
            <a:prstDash val="solid"/>
          </a:ln>
        </p:spPr>
      </p:sp>
      <p:sp>
        <p:nvSpPr>
          <p:cNvPr id="220" name="F4_paired_one_to_one_0p3_9097">
            <a:extLst>
              <a:ext uri="{FF2B5EF4-FFF2-40B4-BE49-F238E27FC236}">
                <a16:creationId xmlns:a16="http://schemas.microsoft.com/office/drawing/2014/main" id="{B2765764-4923-4326-AE9B-B03CBE35C20B}"/>
              </a:ext>
            </a:extLst>
          </p:cNvPr>
          <p:cNvSpPr>
            <a:spLocks noGrp="1"/>
          </p:cNvSpPr>
          <p:nvPr/>
        </p:nvSpPr>
        <p:spPr>
          <a:xfrm>
            <a:off x="7106701" y="64840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AE51A"/>
          </a:solidFill>
          <a:ln w="5054">
            <a:solidFill>
              <a:srgbClr val="EAE51A"/>
            </a:solidFill>
            <a:prstDash val="solid"/>
          </a:ln>
        </p:spPr>
      </p:sp>
      <p:sp>
        <p:nvSpPr>
          <p:cNvPr id="221" name="F4_paired_one_to_one_0p3_9098">
            <a:extLst>
              <a:ext uri="{FF2B5EF4-FFF2-40B4-BE49-F238E27FC236}">
                <a16:creationId xmlns:a16="http://schemas.microsoft.com/office/drawing/2014/main" id="{DD7963AB-1998-454C-B3C9-2F1CCB8BF0B1}"/>
              </a:ext>
            </a:extLst>
          </p:cNvPr>
          <p:cNvSpPr>
            <a:spLocks noGrp="1"/>
          </p:cNvSpPr>
          <p:nvPr/>
        </p:nvSpPr>
        <p:spPr>
          <a:xfrm>
            <a:off x="7106701" y="64645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7E419"/>
          </a:solidFill>
          <a:ln w="5054">
            <a:solidFill>
              <a:srgbClr val="E7E419"/>
            </a:solidFill>
            <a:prstDash val="solid"/>
          </a:ln>
        </p:spPr>
      </p:sp>
      <p:sp>
        <p:nvSpPr>
          <p:cNvPr id="222" name="F4_paired_one_to_one_0p3_9099">
            <a:extLst>
              <a:ext uri="{FF2B5EF4-FFF2-40B4-BE49-F238E27FC236}">
                <a16:creationId xmlns:a16="http://schemas.microsoft.com/office/drawing/2014/main" id="{A8FB64D6-CA0C-4F6D-A935-E5AE8E53E514}"/>
              </a:ext>
            </a:extLst>
          </p:cNvPr>
          <p:cNvSpPr>
            <a:spLocks noGrp="1"/>
          </p:cNvSpPr>
          <p:nvPr/>
        </p:nvSpPr>
        <p:spPr>
          <a:xfrm>
            <a:off x="7106701" y="64449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5E419"/>
          </a:solidFill>
          <a:ln w="5054">
            <a:solidFill>
              <a:srgbClr val="E5E419"/>
            </a:solidFill>
            <a:prstDash val="solid"/>
          </a:ln>
        </p:spPr>
      </p:sp>
      <p:sp>
        <p:nvSpPr>
          <p:cNvPr id="223" name="F4_paired_one_to_one_0p3_9100">
            <a:extLst>
              <a:ext uri="{FF2B5EF4-FFF2-40B4-BE49-F238E27FC236}">
                <a16:creationId xmlns:a16="http://schemas.microsoft.com/office/drawing/2014/main" id="{F106BEF0-4A09-4B78-B99E-870B97CF34FB}"/>
              </a:ext>
            </a:extLst>
          </p:cNvPr>
          <p:cNvSpPr>
            <a:spLocks noGrp="1"/>
          </p:cNvSpPr>
          <p:nvPr/>
        </p:nvSpPr>
        <p:spPr>
          <a:xfrm>
            <a:off x="7106701" y="64254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2E418"/>
          </a:solidFill>
          <a:ln w="5054">
            <a:solidFill>
              <a:srgbClr val="E2E418"/>
            </a:solidFill>
            <a:prstDash val="solid"/>
          </a:ln>
        </p:spPr>
      </p:sp>
      <p:sp>
        <p:nvSpPr>
          <p:cNvPr id="224" name="F4_paired_one_to_one_0p3_9101">
            <a:extLst>
              <a:ext uri="{FF2B5EF4-FFF2-40B4-BE49-F238E27FC236}">
                <a16:creationId xmlns:a16="http://schemas.microsoft.com/office/drawing/2014/main" id="{6D5FFB7E-9748-4FD9-BAA1-352EAC27E61D}"/>
              </a:ext>
            </a:extLst>
          </p:cNvPr>
          <p:cNvSpPr>
            <a:spLocks noGrp="1"/>
          </p:cNvSpPr>
          <p:nvPr/>
        </p:nvSpPr>
        <p:spPr>
          <a:xfrm>
            <a:off x="7106701" y="64058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FE318"/>
          </a:solidFill>
          <a:ln w="5054">
            <a:solidFill>
              <a:srgbClr val="DFE318"/>
            </a:solidFill>
            <a:prstDash val="solid"/>
          </a:ln>
        </p:spPr>
      </p:sp>
      <p:sp>
        <p:nvSpPr>
          <p:cNvPr id="225" name="F4_paired_one_to_one_0p3_9102">
            <a:extLst>
              <a:ext uri="{FF2B5EF4-FFF2-40B4-BE49-F238E27FC236}">
                <a16:creationId xmlns:a16="http://schemas.microsoft.com/office/drawing/2014/main" id="{8DF475FB-D3D1-488C-8243-868032D92DE4}"/>
              </a:ext>
            </a:extLst>
          </p:cNvPr>
          <p:cNvSpPr>
            <a:spLocks noGrp="1"/>
          </p:cNvSpPr>
          <p:nvPr/>
        </p:nvSpPr>
        <p:spPr>
          <a:xfrm>
            <a:off x="7106701" y="63863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DE318"/>
          </a:solidFill>
          <a:ln w="5054">
            <a:solidFill>
              <a:srgbClr val="DDE318"/>
            </a:solidFill>
            <a:prstDash val="solid"/>
          </a:ln>
        </p:spPr>
      </p:sp>
      <p:sp>
        <p:nvSpPr>
          <p:cNvPr id="226" name="F4_paired_one_to_one_0p3_9103">
            <a:extLst>
              <a:ext uri="{FF2B5EF4-FFF2-40B4-BE49-F238E27FC236}">
                <a16:creationId xmlns:a16="http://schemas.microsoft.com/office/drawing/2014/main" id="{B5F85F29-720F-40BB-A53B-D3DD6E897153}"/>
              </a:ext>
            </a:extLst>
          </p:cNvPr>
          <p:cNvSpPr>
            <a:spLocks noGrp="1"/>
          </p:cNvSpPr>
          <p:nvPr/>
        </p:nvSpPr>
        <p:spPr>
          <a:xfrm>
            <a:off x="7106701" y="63667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AE319"/>
          </a:solidFill>
          <a:ln w="5054">
            <a:solidFill>
              <a:srgbClr val="DAE319"/>
            </a:solidFill>
            <a:prstDash val="solid"/>
          </a:ln>
        </p:spPr>
      </p:sp>
      <p:sp>
        <p:nvSpPr>
          <p:cNvPr id="227" name="F4_paired_one_to_one_0p3_9104">
            <a:extLst>
              <a:ext uri="{FF2B5EF4-FFF2-40B4-BE49-F238E27FC236}">
                <a16:creationId xmlns:a16="http://schemas.microsoft.com/office/drawing/2014/main" id="{93703351-AB10-46C2-AD75-C6FE6FAA27DC}"/>
              </a:ext>
            </a:extLst>
          </p:cNvPr>
          <p:cNvSpPr>
            <a:spLocks noGrp="1"/>
          </p:cNvSpPr>
          <p:nvPr/>
        </p:nvSpPr>
        <p:spPr>
          <a:xfrm>
            <a:off x="7106701" y="63472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8E219"/>
          </a:solidFill>
          <a:ln w="5054">
            <a:solidFill>
              <a:srgbClr val="D8E219"/>
            </a:solidFill>
            <a:prstDash val="solid"/>
          </a:ln>
        </p:spPr>
      </p:sp>
      <p:sp>
        <p:nvSpPr>
          <p:cNvPr id="228" name="F4_paired_one_to_one_0p3_9105">
            <a:extLst>
              <a:ext uri="{FF2B5EF4-FFF2-40B4-BE49-F238E27FC236}">
                <a16:creationId xmlns:a16="http://schemas.microsoft.com/office/drawing/2014/main" id="{75EAFA3D-7F42-4402-B0F8-DCF782CBA3B5}"/>
              </a:ext>
            </a:extLst>
          </p:cNvPr>
          <p:cNvSpPr>
            <a:spLocks noGrp="1"/>
          </p:cNvSpPr>
          <p:nvPr/>
        </p:nvSpPr>
        <p:spPr>
          <a:xfrm>
            <a:off x="7106701" y="63276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5E21A"/>
          </a:solidFill>
          <a:ln w="5054">
            <a:solidFill>
              <a:srgbClr val="D5E21A"/>
            </a:solidFill>
            <a:prstDash val="solid"/>
          </a:ln>
        </p:spPr>
      </p:sp>
      <p:sp>
        <p:nvSpPr>
          <p:cNvPr id="229" name="F4_paired_one_to_one_0p3_9106">
            <a:extLst>
              <a:ext uri="{FF2B5EF4-FFF2-40B4-BE49-F238E27FC236}">
                <a16:creationId xmlns:a16="http://schemas.microsoft.com/office/drawing/2014/main" id="{1A5FC42F-F6BA-43A7-AFA3-C599EADC9957}"/>
              </a:ext>
            </a:extLst>
          </p:cNvPr>
          <p:cNvSpPr>
            <a:spLocks noGrp="1"/>
          </p:cNvSpPr>
          <p:nvPr/>
        </p:nvSpPr>
        <p:spPr>
          <a:xfrm>
            <a:off x="7106701" y="63081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2E21B"/>
          </a:solidFill>
          <a:ln w="5054">
            <a:solidFill>
              <a:srgbClr val="D2E21B"/>
            </a:solidFill>
            <a:prstDash val="solid"/>
          </a:ln>
        </p:spPr>
      </p:sp>
      <p:sp>
        <p:nvSpPr>
          <p:cNvPr id="230" name="F4_paired_one_to_one_0p3_9107">
            <a:extLst>
              <a:ext uri="{FF2B5EF4-FFF2-40B4-BE49-F238E27FC236}">
                <a16:creationId xmlns:a16="http://schemas.microsoft.com/office/drawing/2014/main" id="{5D33B484-76D3-4034-92F2-B5226AE13F90}"/>
              </a:ext>
            </a:extLst>
          </p:cNvPr>
          <p:cNvSpPr>
            <a:spLocks noGrp="1"/>
          </p:cNvSpPr>
          <p:nvPr/>
        </p:nvSpPr>
        <p:spPr>
          <a:xfrm>
            <a:off x="7106701" y="62885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0E11C"/>
          </a:solidFill>
          <a:ln w="5054">
            <a:solidFill>
              <a:srgbClr val="D0E11C"/>
            </a:solidFill>
            <a:prstDash val="solid"/>
          </a:ln>
        </p:spPr>
      </p:sp>
      <p:sp>
        <p:nvSpPr>
          <p:cNvPr id="231" name="F4_paired_one_to_one_0p3_9108">
            <a:extLst>
              <a:ext uri="{FF2B5EF4-FFF2-40B4-BE49-F238E27FC236}">
                <a16:creationId xmlns:a16="http://schemas.microsoft.com/office/drawing/2014/main" id="{C778DE8B-6DEB-40CE-9CC2-8D3B55D427BB}"/>
              </a:ext>
            </a:extLst>
          </p:cNvPr>
          <p:cNvSpPr>
            <a:spLocks noGrp="1"/>
          </p:cNvSpPr>
          <p:nvPr/>
        </p:nvSpPr>
        <p:spPr>
          <a:xfrm>
            <a:off x="7106701" y="62690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DE11D"/>
          </a:solidFill>
          <a:ln w="5054">
            <a:solidFill>
              <a:srgbClr val="CDE11D"/>
            </a:solidFill>
            <a:prstDash val="solid"/>
          </a:ln>
        </p:spPr>
      </p:sp>
      <p:sp>
        <p:nvSpPr>
          <p:cNvPr id="232" name="F4_paired_one_to_one_0p3_9109">
            <a:extLst>
              <a:ext uri="{FF2B5EF4-FFF2-40B4-BE49-F238E27FC236}">
                <a16:creationId xmlns:a16="http://schemas.microsoft.com/office/drawing/2014/main" id="{DDADE496-AA25-4A98-907C-D12D62B32DE4}"/>
              </a:ext>
            </a:extLst>
          </p:cNvPr>
          <p:cNvSpPr>
            <a:spLocks noGrp="1"/>
          </p:cNvSpPr>
          <p:nvPr/>
        </p:nvSpPr>
        <p:spPr>
          <a:xfrm>
            <a:off x="7106701" y="62494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AE11F"/>
          </a:solidFill>
          <a:ln w="5054">
            <a:solidFill>
              <a:srgbClr val="CAE11F"/>
            </a:solidFill>
            <a:prstDash val="solid"/>
          </a:ln>
        </p:spPr>
      </p:sp>
      <p:sp>
        <p:nvSpPr>
          <p:cNvPr id="233" name="F4_paired_one_to_one_0p3_9110">
            <a:extLst>
              <a:ext uri="{FF2B5EF4-FFF2-40B4-BE49-F238E27FC236}">
                <a16:creationId xmlns:a16="http://schemas.microsoft.com/office/drawing/2014/main" id="{E707D3AC-5F49-4992-A2D6-39781088FE10}"/>
              </a:ext>
            </a:extLst>
          </p:cNvPr>
          <p:cNvSpPr>
            <a:spLocks noGrp="1"/>
          </p:cNvSpPr>
          <p:nvPr/>
        </p:nvSpPr>
        <p:spPr>
          <a:xfrm>
            <a:off x="7106701" y="62299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8E020"/>
          </a:solidFill>
          <a:ln w="5054">
            <a:solidFill>
              <a:srgbClr val="C8E020"/>
            </a:solidFill>
            <a:prstDash val="solid"/>
          </a:ln>
        </p:spPr>
      </p:sp>
      <p:sp>
        <p:nvSpPr>
          <p:cNvPr id="234" name="F4_paired_one_to_one_0p3_9111">
            <a:extLst>
              <a:ext uri="{FF2B5EF4-FFF2-40B4-BE49-F238E27FC236}">
                <a16:creationId xmlns:a16="http://schemas.microsoft.com/office/drawing/2014/main" id="{71ADC874-C382-4A2A-9F01-4532DA454CDD}"/>
              </a:ext>
            </a:extLst>
          </p:cNvPr>
          <p:cNvSpPr>
            <a:spLocks noGrp="1"/>
          </p:cNvSpPr>
          <p:nvPr/>
        </p:nvSpPr>
        <p:spPr>
          <a:xfrm>
            <a:off x="7106701" y="62103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5E021"/>
          </a:solidFill>
          <a:ln w="5054">
            <a:solidFill>
              <a:srgbClr val="C5E021"/>
            </a:solidFill>
            <a:prstDash val="solid"/>
          </a:ln>
        </p:spPr>
      </p:sp>
      <p:sp>
        <p:nvSpPr>
          <p:cNvPr id="235" name="F4_paired_one_to_one_0p3_9112">
            <a:extLst>
              <a:ext uri="{FF2B5EF4-FFF2-40B4-BE49-F238E27FC236}">
                <a16:creationId xmlns:a16="http://schemas.microsoft.com/office/drawing/2014/main" id="{96787BCF-1C3B-44DF-826C-5AFD8A8CA952}"/>
              </a:ext>
            </a:extLst>
          </p:cNvPr>
          <p:cNvSpPr>
            <a:spLocks noGrp="1"/>
          </p:cNvSpPr>
          <p:nvPr/>
        </p:nvSpPr>
        <p:spPr>
          <a:xfrm>
            <a:off x="7106701" y="61908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2DF23"/>
          </a:solidFill>
          <a:ln w="5054">
            <a:solidFill>
              <a:srgbClr val="C2DF23"/>
            </a:solidFill>
            <a:prstDash val="solid"/>
          </a:ln>
        </p:spPr>
      </p:sp>
      <p:sp>
        <p:nvSpPr>
          <p:cNvPr id="236" name="F4_paired_one_to_one_0p3_9113">
            <a:extLst>
              <a:ext uri="{FF2B5EF4-FFF2-40B4-BE49-F238E27FC236}">
                <a16:creationId xmlns:a16="http://schemas.microsoft.com/office/drawing/2014/main" id="{6CC4AAD5-B69F-4843-8C99-09DC1567C82C}"/>
              </a:ext>
            </a:extLst>
          </p:cNvPr>
          <p:cNvSpPr>
            <a:spLocks noGrp="1"/>
          </p:cNvSpPr>
          <p:nvPr/>
        </p:nvSpPr>
        <p:spPr>
          <a:xfrm>
            <a:off x="7106701" y="617129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0DF25"/>
          </a:solidFill>
          <a:ln w="5054">
            <a:solidFill>
              <a:srgbClr val="C0DF25"/>
            </a:solidFill>
            <a:prstDash val="solid"/>
          </a:ln>
        </p:spPr>
      </p:sp>
      <p:sp>
        <p:nvSpPr>
          <p:cNvPr id="237" name="F4_paired_one_to_one_0p3_9114">
            <a:extLst>
              <a:ext uri="{FF2B5EF4-FFF2-40B4-BE49-F238E27FC236}">
                <a16:creationId xmlns:a16="http://schemas.microsoft.com/office/drawing/2014/main" id="{EB28AD16-DFCE-4EC4-A4CA-37374FC4816E}"/>
              </a:ext>
            </a:extLst>
          </p:cNvPr>
          <p:cNvSpPr>
            <a:spLocks noGrp="1"/>
          </p:cNvSpPr>
          <p:nvPr/>
        </p:nvSpPr>
        <p:spPr>
          <a:xfrm>
            <a:off x="7106701" y="61517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DDF26"/>
          </a:solidFill>
          <a:ln w="5054">
            <a:solidFill>
              <a:srgbClr val="BDDF26"/>
            </a:solidFill>
            <a:prstDash val="solid"/>
          </a:ln>
        </p:spPr>
      </p:sp>
      <p:sp>
        <p:nvSpPr>
          <p:cNvPr id="238" name="F4_paired_one_to_one_0p3_9115">
            <a:extLst>
              <a:ext uri="{FF2B5EF4-FFF2-40B4-BE49-F238E27FC236}">
                <a16:creationId xmlns:a16="http://schemas.microsoft.com/office/drawing/2014/main" id="{D23F1D42-4261-486B-8E0D-263B6AF72AD4}"/>
              </a:ext>
            </a:extLst>
          </p:cNvPr>
          <p:cNvSpPr>
            <a:spLocks noGrp="1"/>
          </p:cNvSpPr>
          <p:nvPr/>
        </p:nvSpPr>
        <p:spPr>
          <a:xfrm>
            <a:off x="7106701" y="613219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ADE28"/>
          </a:solidFill>
          <a:ln w="5054">
            <a:solidFill>
              <a:srgbClr val="BADE28"/>
            </a:solidFill>
            <a:prstDash val="solid"/>
          </a:ln>
        </p:spPr>
      </p:sp>
      <p:sp>
        <p:nvSpPr>
          <p:cNvPr id="239" name="F4_paired_one_to_one_0p3_9116">
            <a:extLst>
              <a:ext uri="{FF2B5EF4-FFF2-40B4-BE49-F238E27FC236}">
                <a16:creationId xmlns:a16="http://schemas.microsoft.com/office/drawing/2014/main" id="{B3E181FA-0718-40F6-B491-0A5EB62F8810}"/>
              </a:ext>
            </a:extLst>
          </p:cNvPr>
          <p:cNvSpPr>
            <a:spLocks noGrp="1"/>
          </p:cNvSpPr>
          <p:nvPr/>
        </p:nvSpPr>
        <p:spPr>
          <a:xfrm>
            <a:off x="7106701" y="61126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8DE29"/>
          </a:solidFill>
          <a:ln w="5054">
            <a:solidFill>
              <a:srgbClr val="B8DE29"/>
            </a:solidFill>
            <a:prstDash val="solid"/>
          </a:ln>
        </p:spPr>
      </p:sp>
      <p:sp>
        <p:nvSpPr>
          <p:cNvPr id="240" name="F4_paired_one_to_one_0p3_9117">
            <a:extLst>
              <a:ext uri="{FF2B5EF4-FFF2-40B4-BE49-F238E27FC236}">
                <a16:creationId xmlns:a16="http://schemas.microsoft.com/office/drawing/2014/main" id="{693BCBFF-A2DE-4FF1-B84A-1FCBC0AA3582}"/>
              </a:ext>
            </a:extLst>
          </p:cNvPr>
          <p:cNvSpPr>
            <a:spLocks noGrp="1"/>
          </p:cNvSpPr>
          <p:nvPr/>
        </p:nvSpPr>
        <p:spPr>
          <a:xfrm>
            <a:off x="7106701" y="60930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5DE2B"/>
          </a:solidFill>
          <a:ln w="5054">
            <a:solidFill>
              <a:srgbClr val="B5DE2B"/>
            </a:solidFill>
            <a:prstDash val="solid"/>
          </a:ln>
        </p:spPr>
      </p:sp>
      <p:sp>
        <p:nvSpPr>
          <p:cNvPr id="241" name="F4_paired_one_to_one_0p3_9118">
            <a:extLst>
              <a:ext uri="{FF2B5EF4-FFF2-40B4-BE49-F238E27FC236}">
                <a16:creationId xmlns:a16="http://schemas.microsoft.com/office/drawing/2014/main" id="{EABDAFBD-903D-4EB4-99FA-D56F7285F314}"/>
              </a:ext>
            </a:extLst>
          </p:cNvPr>
          <p:cNvSpPr>
            <a:spLocks noGrp="1"/>
          </p:cNvSpPr>
          <p:nvPr/>
        </p:nvSpPr>
        <p:spPr>
          <a:xfrm>
            <a:off x="7106701" y="60735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2DD2D"/>
          </a:solidFill>
          <a:ln w="5054">
            <a:solidFill>
              <a:srgbClr val="B2DD2D"/>
            </a:solidFill>
            <a:prstDash val="solid"/>
          </a:ln>
        </p:spPr>
      </p:sp>
      <p:sp>
        <p:nvSpPr>
          <p:cNvPr id="242" name="F4_paired_one_to_one_0p3_9119">
            <a:extLst>
              <a:ext uri="{FF2B5EF4-FFF2-40B4-BE49-F238E27FC236}">
                <a16:creationId xmlns:a16="http://schemas.microsoft.com/office/drawing/2014/main" id="{77E392DC-0512-473D-B08A-7593C45738D1}"/>
              </a:ext>
            </a:extLst>
          </p:cNvPr>
          <p:cNvSpPr>
            <a:spLocks noGrp="1"/>
          </p:cNvSpPr>
          <p:nvPr/>
        </p:nvSpPr>
        <p:spPr>
          <a:xfrm>
            <a:off x="7106701" y="60539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0DD2F"/>
          </a:solidFill>
          <a:ln w="5054">
            <a:solidFill>
              <a:srgbClr val="B0DD2F"/>
            </a:solidFill>
            <a:prstDash val="solid"/>
          </a:ln>
        </p:spPr>
      </p:sp>
      <p:sp>
        <p:nvSpPr>
          <p:cNvPr id="243" name="F4_paired_one_to_one_0p3_9120">
            <a:extLst>
              <a:ext uri="{FF2B5EF4-FFF2-40B4-BE49-F238E27FC236}">
                <a16:creationId xmlns:a16="http://schemas.microsoft.com/office/drawing/2014/main" id="{2701295D-F1C5-4FD2-AD7D-BB642713935E}"/>
              </a:ext>
            </a:extLst>
          </p:cNvPr>
          <p:cNvSpPr>
            <a:spLocks noGrp="1"/>
          </p:cNvSpPr>
          <p:nvPr/>
        </p:nvSpPr>
        <p:spPr>
          <a:xfrm>
            <a:off x="7106701" y="60344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DDC30"/>
          </a:solidFill>
          <a:ln w="5054">
            <a:solidFill>
              <a:srgbClr val="ADDC30"/>
            </a:solidFill>
            <a:prstDash val="solid"/>
          </a:ln>
        </p:spPr>
      </p:sp>
      <p:sp>
        <p:nvSpPr>
          <p:cNvPr id="244" name="F4_paired_one_to_one_0p3_9121">
            <a:extLst>
              <a:ext uri="{FF2B5EF4-FFF2-40B4-BE49-F238E27FC236}">
                <a16:creationId xmlns:a16="http://schemas.microsoft.com/office/drawing/2014/main" id="{05B95F83-32F5-410D-BB8A-E4DD70939D2B}"/>
              </a:ext>
            </a:extLst>
          </p:cNvPr>
          <p:cNvSpPr>
            <a:spLocks noGrp="1"/>
          </p:cNvSpPr>
          <p:nvPr/>
        </p:nvSpPr>
        <p:spPr>
          <a:xfrm>
            <a:off x="7106701" y="60148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ADC32"/>
          </a:solidFill>
          <a:ln w="5054">
            <a:solidFill>
              <a:srgbClr val="AADC32"/>
            </a:solidFill>
            <a:prstDash val="solid"/>
          </a:ln>
        </p:spPr>
      </p:sp>
      <p:sp>
        <p:nvSpPr>
          <p:cNvPr id="245" name="F4_paired_one_to_one_0p3_9122">
            <a:extLst>
              <a:ext uri="{FF2B5EF4-FFF2-40B4-BE49-F238E27FC236}">
                <a16:creationId xmlns:a16="http://schemas.microsoft.com/office/drawing/2014/main" id="{0A576B5C-7EE3-4BEC-BDF1-BB8EF2C89A3B}"/>
              </a:ext>
            </a:extLst>
          </p:cNvPr>
          <p:cNvSpPr>
            <a:spLocks noGrp="1"/>
          </p:cNvSpPr>
          <p:nvPr/>
        </p:nvSpPr>
        <p:spPr>
          <a:xfrm>
            <a:off x="7106701" y="59953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8DB34"/>
          </a:solidFill>
          <a:ln w="5054">
            <a:solidFill>
              <a:srgbClr val="A8DB34"/>
            </a:solidFill>
            <a:prstDash val="solid"/>
          </a:ln>
        </p:spPr>
      </p:sp>
      <p:sp>
        <p:nvSpPr>
          <p:cNvPr id="246" name="F4_paired_one_to_one_0p3_9123">
            <a:extLst>
              <a:ext uri="{FF2B5EF4-FFF2-40B4-BE49-F238E27FC236}">
                <a16:creationId xmlns:a16="http://schemas.microsoft.com/office/drawing/2014/main" id="{959FFC4D-3251-43D5-83CE-108B4A1018B3}"/>
              </a:ext>
            </a:extLst>
          </p:cNvPr>
          <p:cNvSpPr>
            <a:spLocks noGrp="1"/>
          </p:cNvSpPr>
          <p:nvPr/>
        </p:nvSpPr>
        <p:spPr>
          <a:xfrm>
            <a:off x="7106701" y="59757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5DB36"/>
          </a:solidFill>
          <a:ln w="5054">
            <a:solidFill>
              <a:srgbClr val="A5DB36"/>
            </a:solidFill>
            <a:prstDash val="solid"/>
          </a:ln>
        </p:spPr>
      </p:sp>
      <p:sp>
        <p:nvSpPr>
          <p:cNvPr id="247" name="F4_paired_one_to_one_0p3_9124">
            <a:extLst>
              <a:ext uri="{FF2B5EF4-FFF2-40B4-BE49-F238E27FC236}">
                <a16:creationId xmlns:a16="http://schemas.microsoft.com/office/drawing/2014/main" id="{7799F501-59E2-496D-AC35-7B53C63FA755}"/>
              </a:ext>
            </a:extLst>
          </p:cNvPr>
          <p:cNvSpPr>
            <a:spLocks noGrp="1"/>
          </p:cNvSpPr>
          <p:nvPr/>
        </p:nvSpPr>
        <p:spPr>
          <a:xfrm>
            <a:off x="7106701" y="59562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2DA37"/>
          </a:solidFill>
          <a:ln w="5054">
            <a:solidFill>
              <a:srgbClr val="A2DA37"/>
            </a:solidFill>
            <a:prstDash val="solid"/>
          </a:ln>
        </p:spPr>
      </p:sp>
      <p:sp>
        <p:nvSpPr>
          <p:cNvPr id="248" name="F4_paired_one_to_one_0p3_9125">
            <a:extLst>
              <a:ext uri="{FF2B5EF4-FFF2-40B4-BE49-F238E27FC236}">
                <a16:creationId xmlns:a16="http://schemas.microsoft.com/office/drawing/2014/main" id="{1CD76434-A439-45CD-8E51-CD0718479D1C}"/>
              </a:ext>
            </a:extLst>
          </p:cNvPr>
          <p:cNvSpPr>
            <a:spLocks noGrp="1"/>
          </p:cNvSpPr>
          <p:nvPr/>
        </p:nvSpPr>
        <p:spPr>
          <a:xfrm>
            <a:off x="7106701" y="59366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0DA39"/>
          </a:solidFill>
          <a:ln w="5054">
            <a:solidFill>
              <a:srgbClr val="A0DA39"/>
            </a:solidFill>
            <a:prstDash val="solid"/>
          </a:ln>
        </p:spPr>
      </p:sp>
      <p:sp>
        <p:nvSpPr>
          <p:cNvPr id="249" name="F4_paired_one_to_one_0p3_9126">
            <a:extLst>
              <a:ext uri="{FF2B5EF4-FFF2-40B4-BE49-F238E27FC236}">
                <a16:creationId xmlns:a16="http://schemas.microsoft.com/office/drawing/2014/main" id="{50392057-C095-4652-9335-3C2E219365EF}"/>
              </a:ext>
            </a:extLst>
          </p:cNvPr>
          <p:cNvSpPr>
            <a:spLocks noGrp="1"/>
          </p:cNvSpPr>
          <p:nvPr/>
        </p:nvSpPr>
        <p:spPr>
          <a:xfrm>
            <a:off x="7106701" y="59171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DD93B"/>
          </a:solidFill>
          <a:ln w="5054">
            <a:solidFill>
              <a:srgbClr val="9DD93B"/>
            </a:solidFill>
            <a:prstDash val="solid"/>
          </a:ln>
        </p:spPr>
      </p:sp>
      <p:sp>
        <p:nvSpPr>
          <p:cNvPr id="250" name="F4_paired_one_to_one_0p3_9127">
            <a:extLst>
              <a:ext uri="{FF2B5EF4-FFF2-40B4-BE49-F238E27FC236}">
                <a16:creationId xmlns:a16="http://schemas.microsoft.com/office/drawing/2014/main" id="{C18FCBF4-62E4-4A4C-AE72-69CBFE7094A7}"/>
              </a:ext>
            </a:extLst>
          </p:cNvPr>
          <p:cNvSpPr>
            <a:spLocks noGrp="1"/>
          </p:cNvSpPr>
          <p:nvPr/>
        </p:nvSpPr>
        <p:spPr>
          <a:xfrm>
            <a:off x="7106701" y="58975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BD93C"/>
          </a:solidFill>
          <a:ln w="5054">
            <a:solidFill>
              <a:srgbClr val="9BD93C"/>
            </a:solidFill>
            <a:prstDash val="solid"/>
          </a:ln>
        </p:spPr>
      </p:sp>
      <p:sp>
        <p:nvSpPr>
          <p:cNvPr id="251" name="F4_paired_one_to_one_0p3_9128">
            <a:extLst>
              <a:ext uri="{FF2B5EF4-FFF2-40B4-BE49-F238E27FC236}">
                <a16:creationId xmlns:a16="http://schemas.microsoft.com/office/drawing/2014/main" id="{030692E1-3DD5-481E-820C-88574CB73649}"/>
              </a:ext>
            </a:extLst>
          </p:cNvPr>
          <p:cNvSpPr>
            <a:spLocks noGrp="1"/>
          </p:cNvSpPr>
          <p:nvPr/>
        </p:nvSpPr>
        <p:spPr>
          <a:xfrm>
            <a:off x="7106701" y="58780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8D83E"/>
          </a:solidFill>
          <a:ln w="5054">
            <a:solidFill>
              <a:srgbClr val="98D83E"/>
            </a:solidFill>
            <a:prstDash val="solid"/>
          </a:ln>
        </p:spPr>
      </p:sp>
      <p:sp>
        <p:nvSpPr>
          <p:cNvPr id="252" name="F4_paired_one_to_one_0p3_9129">
            <a:extLst>
              <a:ext uri="{FF2B5EF4-FFF2-40B4-BE49-F238E27FC236}">
                <a16:creationId xmlns:a16="http://schemas.microsoft.com/office/drawing/2014/main" id="{AE8C7D1F-F3BE-41FF-9F5A-97F7B3562FEE}"/>
              </a:ext>
            </a:extLst>
          </p:cNvPr>
          <p:cNvSpPr>
            <a:spLocks noGrp="1"/>
          </p:cNvSpPr>
          <p:nvPr/>
        </p:nvSpPr>
        <p:spPr>
          <a:xfrm>
            <a:off x="7106701" y="58584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5D840"/>
          </a:solidFill>
          <a:ln w="5054">
            <a:solidFill>
              <a:srgbClr val="95D840"/>
            </a:solidFill>
            <a:prstDash val="solid"/>
          </a:ln>
        </p:spPr>
      </p:sp>
      <p:sp>
        <p:nvSpPr>
          <p:cNvPr id="253" name="F4_paired_one_to_one_0p3_9130">
            <a:extLst>
              <a:ext uri="{FF2B5EF4-FFF2-40B4-BE49-F238E27FC236}">
                <a16:creationId xmlns:a16="http://schemas.microsoft.com/office/drawing/2014/main" id="{272CE21D-76F1-41B9-B3C4-67ACE1178562}"/>
              </a:ext>
            </a:extLst>
          </p:cNvPr>
          <p:cNvSpPr>
            <a:spLocks noGrp="1"/>
          </p:cNvSpPr>
          <p:nvPr/>
        </p:nvSpPr>
        <p:spPr>
          <a:xfrm>
            <a:off x="7106701" y="58389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3D741"/>
          </a:solidFill>
          <a:ln w="5054">
            <a:solidFill>
              <a:srgbClr val="93D741"/>
            </a:solidFill>
            <a:prstDash val="solid"/>
          </a:ln>
        </p:spPr>
      </p:sp>
      <p:sp>
        <p:nvSpPr>
          <p:cNvPr id="254" name="F4_paired_one_to_one_0p3_9131">
            <a:extLst>
              <a:ext uri="{FF2B5EF4-FFF2-40B4-BE49-F238E27FC236}">
                <a16:creationId xmlns:a16="http://schemas.microsoft.com/office/drawing/2014/main" id="{1CC8A4D5-299B-4568-BB21-FD0B88A97FD6}"/>
              </a:ext>
            </a:extLst>
          </p:cNvPr>
          <p:cNvSpPr>
            <a:spLocks noGrp="1"/>
          </p:cNvSpPr>
          <p:nvPr/>
        </p:nvSpPr>
        <p:spPr>
          <a:xfrm>
            <a:off x="7106701" y="58193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0D743"/>
          </a:solidFill>
          <a:ln w="5054">
            <a:solidFill>
              <a:srgbClr val="90D743"/>
            </a:solidFill>
            <a:prstDash val="solid"/>
          </a:ln>
        </p:spPr>
      </p:sp>
      <p:sp>
        <p:nvSpPr>
          <p:cNvPr id="255" name="F4_paired_one_to_one_0p3_9132">
            <a:extLst>
              <a:ext uri="{FF2B5EF4-FFF2-40B4-BE49-F238E27FC236}">
                <a16:creationId xmlns:a16="http://schemas.microsoft.com/office/drawing/2014/main" id="{15F2926D-C9B2-4C8E-A42D-96DCB51D5018}"/>
              </a:ext>
            </a:extLst>
          </p:cNvPr>
          <p:cNvSpPr>
            <a:spLocks noGrp="1"/>
          </p:cNvSpPr>
          <p:nvPr/>
        </p:nvSpPr>
        <p:spPr>
          <a:xfrm>
            <a:off x="7106701" y="57998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ED645"/>
          </a:solidFill>
          <a:ln w="5054">
            <a:solidFill>
              <a:srgbClr val="8ED645"/>
            </a:solidFill>
            <a:prstDash val="solid"/>
          </a:ln>
        </p:spPr>
      </p:sp>
      <p:sp>
        <p:nvSpPr>
          <p:cNvPr id="256" name="F4_paired_one_to_one_0p3_9133">
            <a:extLst>
              <a:ext uri="{FF2B5EF4-FFF2-40B4-BE49-F238E27FC236}">
                <a16:creationId xmlns:a16="http://schemas.microsoft.com/office/drawing/2014/main" id="{A3A393BC-54A5-43F1-B7F9-11CA45528058}"/>
              </a:ext>
            </a:extLst>
          </p:cNvPr>
          <p:cNvSpPr>
            <a:spLocks noGrp="1"/>
          </p:cNvSpPr>
          <p:nvPr/>
        </p:nvSpPr>
        <p:spPr>
          <a:xfrm>
            <a:off x="7106701" y="57802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BD646"/>
          </a:solidFill>
          <a:ln w="5054">
            <a:solidFill>
              <a:srgbClr val="8BD646"/>
            </a:solidFill>
            <a:prstDash val="solid"/>
          </a:ln>
        </p:spPr>
      </p:sp>
      <p:sp>
        <p:nvSpPr>
          <p:cNvPr id="257" name="F4_paired_one_to_one_0p3_9134">
            <a:extLst>
              <a:ext uri="{FF2B5EF4-FFF2-40B4-BE49-F238E27FC236}">
                <a16:creationId xmlns:a16="http://schemas.microsoft.com/office/drawing/2014/main" id="{DCC3D747-054D-4015-BA43-733A8DD59875}"/>
              </a:ext>
            </a:extLst>
          </p:cNvPr>
          <p:cNvSpPr>
            <a:spLocks noGrp="1"/>
          </p:cNvSpPr>
          <p:nvPr/>
        </p:nvSpPr>
        <p:spPr>
          <a:xfrm>
            <a:off x="7106701" y="57607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9D548"/>
          </a:solidFill>
          <a:ln w="5054">
            <a:solidFill>
              <a:srgbClr val="89D548"/>
            </a:solidFill>
            <a:prstDash val="solid"/>
          </a:ln>
        </p:spPr>
      </p:sp>
      <p:sp>
        <p:nvSpPr>
          <p:cNvPr id="258" name="F4_paired_one_to_one_0p3_9135">
            <a:extLst>
              <a:ext uri="{FF2B5EF4-FFF2-40B4-BE49-F238E27FC236}">
                <a16:creationId xmlns:a16="http://schemas.microsoft.com/office/drawing/2014/main" id="{C20DB864-A2DA-48B1-839E-104EF414174C}"/>
              </a:ext>
            </a:extLst>
          </p:cNvPr>
          <p:cNvSpPr>
            <a:spLocks noGrp="1"/>
          </p:cNvSpPr>
          <p:nvPr/>
        </p:nvSpPr>
        <p:spPr>
          <a:xfrm>
            <a:off x="7106701" y="57411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6D549"/>
          </a:solidFill>
          <a:ln w="5054">
            <a:solidFill>
              <a:srgbClr val="86D549"/>
            </a:solidFill>
            <a:prstDash val="solid"/>
          </a:ln>
        </p:spPr>
      </p:sp>
      <p:sp>
        <p:nvSpPr>
          <p:cNvPr id="259" name="F4_paired_one_to_one_0p3_9136">
            <a:extLst>
              <a:ext uri="{FF2B5EF4-FFF2-40B4-BE49-F238E27FC236}">
                <a16:creationId xmlns:a16="http://schemas.microsoft.com/office/drawing/2014/main" id="{96C97663-A7E5-40AA-BF7F-B8CBEA8A3349}"/>
              </a:ext>
            </a:extLst>
          </p:cNvPr>
          <p:cNvSpPr>
            <a:spLocks noGrp="1"/>
          </p:cNvSpPr>
          <p:nvPr/>
        </p:nvSpPr>
        <p:spPr>
          <a:xfrm>
            <a:off x="7106701" y="57216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4D44B"/>
          </a:solidFill>
          <a:ln w="5054">
            <a:solidFill>
              <a:srgbClr val="84D44B"/>
            </a:solidFill>
            <a:prstDash val="solid"/>
          </a:ln>
        </p:spPr>
      </p:sp>
      <p:sp>
        <p:nvSpPr>
          <p:cNvPr id="260" name="F4_paired_one_to_one_0p3_9137">
            <a:extLst>
              <a:ext uri="{FF2B5EF4-FFF2-40B4-BE49-F238E27FC236}">
                <a16:creationId xmlns:a16="http://schemas.microsoft.com/office/drawing/2014/main" id="{78423675-C1ED-4A09-9F9C-2D0EFF152D2B}"/>
              </a:ext>
            </a:extLst>
          </p:cNvPr>
          <p:cNvSpPr>
            <a:spLocks noGrp="1"/>
          </p:cNvSpPr>
          <p:nvPr/>
        </p:nvSpPr>
        <p:spPr>
          <a:xfrm>
            <a:off x="7106701" y="57020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1D34D"/>
          </a:solidFill>
          <a:ln w="5054">
            <a:solidFill>
              <a:srgbClr val="81D34D"/>
            </a:solidFill>
            <a:prstDash val="solid"/>
          </a:ln>
        </p:spPr>
      </p:sp>
      <p:sp>
        <p:nvSpPr>
          <p:cNvPr id="261" name="F4_paired_one_to_one_0p3_9138">
            <a:extLst>
              <a:ext uri="{FF2B5EF4-FFF2-40B4-BE49-F238E27FC236}">
                <a16:creationId xmlns:a16="http://schemas.microsoft.com/office/drawing/2014/main" id="{DF25F82C-03EC-409B-9DBC-6A7D35C48872}"/>
              </a:ext>
            </a:extLst>
          </p:cNvPr>
          <p:cNvSpPr>
            <a:spLocks noGrp="1"/>
          </p:cNvSpPr>
          <p:nvPr/>
        </p:nvSpPr>
        <p:spPr>
          <a:xfrm>
            <a:off x="7106701" y="56825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FD34E"/>
          </a:solidFill>
          <a:ln w="5054">
            <a:solidFill>
              <a:srgbClr val="7FD34E"/>
            </a:solidFill>
            <a:prstDash val="solid"/>
          </a:ln>
        </p:spPr>
      </p:sp>
      <p:sp>
        <p:nvSpPr>
          <p:cNvPr id="262" name="F4_paired_one_to_one_0p3_9139">
            <a:extLst>
              <a:ext uri="{FF2B5EF4-FFF2-40B4-BE49-F238E27FC236}">
                <a16:creationId xmlns:a16="http://schemas.microsoft.com/office/drawing/2014/main" id="{4BF3D18A-28CA-4E8E-9676-4906CB5B50AF}"/>
              </a:ext>
            </a:extLst>
          </p:cNvPr>
          <p:cNvSpPr>
            <a:spLocks noGrp="1"/>
          </p:cNvSpPr>
          <p:nvPr/>
        </p:nvSpPr>
        <p:spPr>
          <a:xfrm>
            <a:off x="7106701" y="56629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CD250"/>
          </a:solidFill>
          <a:ln w="5054">
            <a:solidFill>
              <a:srgbClr val="7CD250"/>
            </a:solidFill>
            <a:prstDash val="solid"/>
          </a:ln>
        </p:spPr>
      </p:sp>
      <p:sp>
        <p:nvSpPr>
          <p:cNvPr id="263" name="F4_paired_one_to_one_0p3_9140">
            <a:extLst>
              <a:ext uri="{FF2B5EF4-FFF2-40B4-BE49-F238E27FC236}">
                <a16:creationId xmlns:a16="http://schemas.microsoft.com/office/drawing/2014/main" id="{EA40D213-6B8E-4740-84B1-B30DCD0316CE}"/>
              </a:ext>
            </a:extLst>
          </p:cNvPr>
          <p:cNvSpPr>
            <a:spLocks noGrp="1"/>
          </p:cNvSpPr>
          <p:nvPr/>
        </p:nvSpPr>
        <p:spPr>
          <a:xfrm>
            <a:off x="7106701" y="56434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AD151"/>
          </a:solidFill>
          <a:ln w="5054">
            <a:solidFill>
              <a:srgbClr val="7AD151"/>
            </a:solidFill>
            <a:prstDash val="solid"/>
          </a:ln>
        </p:spPr>
      </p:sp>
      <p:sp>
        <p:nvSpPr>
          <p:cNvPr id="264" name="F4_paired_one_to_one_0p3_9141">
            <a:extLst>
              <a:ext uri="{FF2B5EF4-FFF2-40B4-BE49-F238E27FC236}">
                <a16:creationId xmlns:a16="http://schemas.microsoft.com/office/drawing/2014/main" id="{38BEA05A-6ED7-44E2-B93F-E9C5C27340D3}"/>
              </a:ext>
            </a:extLst>
          </p:cNvPr>
          <p:cNvSpPr>
            <a:spLocks noGrp="1"/>
          </p:cNvSpPr>
          <p:nvPr/>
        </p:nvSpPr>
        <p:spPr>
          <a:xfrm>
            <a:off x="7106701" y="56239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7D153"/>
          </a:solidFill>
          <a:ln w="5054">
            <a:solidFill>
              <a:srgbClr val="77D153"/>
            </a:solidFill>
            <a:prstDash val="solid"/>
          </a:ln>
        </p:spPr>
      </p:sp>
      <p:sp>
        <p:nvSpPr>
          <p:cNvPr id="265" name="F4_paired_one_to_one_0p3_9142">
            <a:extLst>
              <a:ext uri="{FF2B5EF4-FFF2-40B4-BE49-F238E27FC236}">
                <a16:creationId xmlns:a16="http://schemas.microsoft.com/office/drawing/2014/main" id="{6AC4852C-E3AB-4FED-A475-A91D8EB7B7C2}"/>
              </a:ext>
            </a:extLst>
          </p:cNvPr>
          <p:cNvSpPr>
            <a:spLocks noGrp="1"/>
          </p:cNvSpPr>
          <p:nvPr/>
        </p:nvSpPr>
        <p:spPr>
          <a:xfrm>
            <a:off x="7106701" y="56043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5D054"/>
          </a:solidFill>
          <a:ln w="5054">
            <a:solidFill>
              <a:srgbClr val="75D054"/>
            </a:solidFill>
            <a:prstDash val="solid"/>
          </a:ln>
        </p:spPr>
      </p:sp>
      <p:sp>
        <p:nvSpPr>
          <p:cNvPr id="266" name="F4_paired_one_to_one_0p3_9143">
            <a:extLst>
              <a:ext uri="{FF2B5EF4-FFF2-40B4-BE49-F238E27FC236}">
                <a16:creationId xmlns:a16="http://schemas.microsoft.com/office/drawing/2014/main" id="{909AC0BB-37D2-4AFD-AC14-871B49703212}"/>
              </a:ext>
            </a:extLst>
          </p:cNvPr>
          <p:cNvSpPr>
            <a:spLocks noGrp="1"/>
          </p:cNvSpPr>
          <p:nvPr/>
        </p:nvSpPr>
        <p:spPr>
          <a:xfrm>
            <a:off x="7106701" y="55848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3D056"/>
          </a:solidFill>
          <a:ln w="5054">
            <a:solidFill>
              <a:srgbClr val="73D056"/>
            </a:solidFill>
            <a:prstDash val="solid"/>
          </a:ln>
        </p:spPr>
      </p:sp>
      <p:sp>
        <p:nvSpPr>
          <p:cNvPr id="267" name="F4_paired_one_to_one_0p3_9144">
            <a:extLst>
              <a:ext uri="{FF2B5EF4-FFF2-40B4-BE49-F238E27FC236}">
                <a16:creationId xmlns:a16="http://schemas.microsoft.com/office/drawing/2014/main" id="{CE6F8ECB-F955-4A49-8E80-337B6769F72E}"/>
              </a:ext>
            </a:extLst>
          </p:cNvPr>
          <p:cNvSpPr>
            <a:spLocks noGrp="1"/>
          </p:cNvSpPr>
          <p:nvPr/>
        </p:nvSpPr>
        <p:spPr>
          <a:xfrm>
            <a:off x="7106701" y="55652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0CF57"/>
          </a:solidFill>
          <a:ln w="5054">
            <a:solidFill>
              <a:srgbClr val="70CF57"/>
            </a:solidFill>
            <a:prstDash val="solid"/>
          </a:ln>
        </p:spPr>
      </p:sp>
      <p:sp>
        <p:nvSpPr>
          <p:cNvPr id="268" name="F4_paired_one_to_one_0p3_9145">
            <a:extLst>
              <a:ext uri="{FF2B5EF4-FFF2-40B4-BE49-F238E27FC236}">
                <a16:creationId xmlns:a16="http://schemas.microsoft.com/office/drawing/2014/main" id="{F9BF6DB8-34DB-46E6-B14E-F284332F9F3A}"/>
              </a:ext>
            </a:extLst>
          </p:cNvPr>
          <p:cNvSpPr>
            <a:spLocks noGrp="1"/>
          </p:cNvSpPr>
          <p:nvPr/>
        </p:nvSpPr>
        <p:spPr>
          <a:xfrm>
            <a:off x="7106701" y="55457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ECE58"/>
          </a:solidFill>
          <a:ln w="5054">
            <a:solidFill>
              <a:srgbClr val="6ECE58"/>
            </a:solidFill>
            <a:prstDash val="solid"/>
          </a:ln>
        </p:spPr>
      </p:sp>
      <p:sp>
        <p:nvSpPr>
          <p:cNvPr id="269" name="F4_paired_one_to_one_0p3_9146">
            <a:extLst>
              <a:ext uri="{FF2B5EF4-FFF2-40B4-BE49-F238E27FC236}">
                <a16:creationId xmlns:a16="http://schemas.microsoft.com/office/drawing/2014/main" id="{4EA6F089-89DF-49FA-8470-63CB87399718}"/>
              </a:ext>
            </a:extLst>
          </p:cNvPr>
          <p:cNvSpPr>
            <a:spLocks noGrp="1"/>
          </p:cNvSpPr>
          <p:nvPr/>
        </p:nvSpPr>
        <p:spPr>
          <a:xfrm>
            <a:off x="7106701" y="55261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CCD5A"/>
          </a:solidFill>
          <a:ln w="5054">
            <a:solidFill>
              <a:srgbClr val="6CCD5A"/>
            </a:solidFill>
            <a:prstDash val="solid"/>
          </a:ln>
        </p:spPr>
      </p:sp>
      <p:sp>
        <p:nvSpPr>
          <p:cNvPr id="270" name="F4_paired_one_to_one_0p3_9147">
            <a:extLst>
              <a:ext uri="{FF2B5EF4-FFF2-40B4-BE49-F238E27FC236}">
                <a16:creationId xmlns:a16="http://schemas.microsoft.com/office/drawing/2014/main" id="{D2EFCFFB-E35F-465F-8FD1-035EE1A1F601}"/>
              </a:ext>
            </a:extLst>
          </p:cNvPr>
          <p:cNvSpPr>
            <a:spLocks noGrp="1"/>
          </p:cNvSpPr>
          <p:nvPr/>
        </p:nvSpPr>
        <p:spPr>
          <a:xfrm>
            <a:off x="7106701" y="55066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9CD5B"/>
          </a:solidFill>
          <a:ln w="5054">
            <a:solidFill>
              <a:srgbClr val="69CD5B"/>
            </a:solidFill>
            <a:prstDash val="solid"/>
          </a:ln>
        </p:spPr>
      </p:sp>
      <p:sp>
        <p:nvSpPr>
          <p:cNvPr id="271" name="F4_paired_one_to_one_0p3_9148">
            <a:extLst>
              <a:ext uri="{FF2B5EF4-FFF2-40B4-BE49-F238E27FC236}">
                <a16:creationId xmlns:a16="http://schemas.microsoft.com/office/drawing/2014/main" id="{EF70645D-53AC-4E4D-9527-3462AECB961F}"/>
              </a:ext>
            </a:extLst>
          </p:cNvPr>
          <p:cNvSpPr>
            <a:spLocks noGrp="1"/>
          </p:cNvSpPr>
          <p:nvPr/>
        </p:nvSpPr>
        <p:spPr>
          <a:xfrm>
            <a:off x="7106701" y="548705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7CC5C"/>
          </a:solidFill>
          <a:ln w="5054">
            <a:solidFill>
              <a:srgbClr val="67CC5C"/>
            </a:solidFill>
            <a:prstDash val="solid"/>
          </a:ln>
        </p:spPr>
      </p:sp>
      <p:sp>
        <p:nvSpPr>
          <p:cNvPr id="272" name="F4_paired_one_to_one_0p3_9149">
            <a:extLst>
              <a:ext uri="{FF2B5EF4-FFF2-40B4-BE49-F238E27FC236}">
                <a16:creationId xmlns:a16="http://schemas.microsoft.com/office/drawing/2014/main" id="{AB5EFD7C-AB9F-4C22-974B-83B25EBD1835}"/>
              </a:ext>
            </a:extLst>
          </p:cNvPr>
          <p:cNvSpPr>
            <a:spLocks noGrp="1"/>
          </p:cNvSpPr>
          <p:nvPr/>
        </p:nvSpPr>
        <p:spPr>
          <a:xfrm>
            <a:off x="7106701" y="54675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5CB5E"/>
          </a:solidFill>
          <a:ln w="5054">
            <a:solidFill>
              <a:srgbClr val="65CB5E"/>
            </a:solidFill>
            <a:prstDash val="solid"/>
          </a:ln>
        </p:spPr>
      </p:sp>
      <p:sp>
        <p:nvSpPr>
          <p:cNvPr id="273" name="F4_paired_one_to_one_0p3_9150">
            <a:extLst>
              <a:ext uri="{FF2B5EF4-FFF2-40B4-BE49-F238E27FC236}">
                <a16:creationId xmlns:a16="http://schemas.microsoft.com/office/drawing/2014/main" id="{4BE742A5-0B85-4ED0-B7C1-C9F43AB8D471}"/>
              </a:ext>
            </a:extLst>
          </p:cNvPr>
          <p:cNvSpPr>
            <a:spLocks noGrp="1"/>
          </p:cNvSpPr>
          <p:nvPr/>
        </p:nvSpPr>
        <p:spPr>
          <a:xfrm>
            <a:off x="7106701" y="544795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3CB5F"/>
          </a:solidFill>
          <a:ln w="5054">
            <a:solidFill>
              <a:srgbClr val="63CB5F"/>
            </a:solidFill>
            <a:prstDash val="solid"/>
          </a:ln>
        </p:spPr>
      </p:sp>
      <p:sp>
        <p:nvSpPr>
          <p:cNvPr id="274" name="F4_paired_one_to_one_0p3_9151">
            <a:extLst>
              <a:ext uri="{FF2B5EF4-FFF2-40B4-BE49-F238E27FC236}">
                <a16:creationId xmlns:a16="http://schemas.microsoft.com/office/drawing/2014/main" id="{8D4FBA86-7FB2-4EA2-ACE4-9094A78610DC}"/>
              </a:ext>
            </a:extLst>
          </p:cNvPr>
          <p:cNvSpPr>
            <a:spLocks noGrp="1"/>
          </p:cNvSpPr>
          <p:nvPr/>
        </p:nvSpPr>
        <p:spPr>
          <a:xfrm>
            <a:off x="7106701" y="54284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0CA60"/>
          </a:solidFill>
          <a:ln w="5054">
            <a:solidFill>
              <a:srgbClr val="60CA60"/>
            </a:solidFill>
            <a:prstDash val="solid"/>
          </a:ln>
        </p:spPr>
      </p:sp>
      <p:sp>
        <p:nvSpPr>
          <p:cNvPr id="275" name="F4_paired_one_to_one_0p3_9152">
            <a:extLst>
              <a:ext uri="{FF2B5EF4-FFF2-40B4-BE49-F238E27FC236}">
                <a16:creationId xmlns:a16="http://schemas.microsoft.com/office/drawing/2014/main" id="{F9D0CEE2-E640-40C8-BC3D-1D358E4E5393}"/>
              </a:ext>
            </a:extLst>
          </p:cNvPr>
          <p:cNvSpPr>
            <a:spLocks noGrp="1"/>
          </p:cNvSpPr>
          <p:nvPr/>
        </p:nvSpPr>
        <p:spPr>
          <a:xfrm>
            <a:off x="7106701" y="54088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EC962"/>
          </a:solidFill>
          <a:ln w="5054">
            <a:solidFill>
              <a:srgbClr val="5EC962"/>
            </a:solidFill>
            <a:prstDash val="solid"/>
          </a:ln>
        </p:spPr>
      </p:sp>
      <p:sp>
        <p:nvSpPr>
          <p:cNvPr id="276" name="F4_paired_one_to_one_0p3_9153">
            <a:extLst>
              <a:ext uri="{FF2B5EF4-FFF2-40B4-BE49-F238E27FC236}">
                <a16:creationId xmlns:a16="http://schemas.microsoft.com/office/drawing/2014/main" id="{A9085807-4F17-40FC-8060-E790B9844A9D}"/>
              </a:ext>
            </a:extLst>
          </p:cNvPr>
          <p:cNvSpPr>
            <a:spLocks noGrp="1"/>
          </p:cNvSpPr>
          <p:nvPr/>
        </p:nvSpPr>
        <p:spPr>
          <a:xfrm>
            <a:off x="7106701" y="53893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CC863"/>
          </a:solidFill>
          <a:ln w="5054">
            <a:solidFill>
              <a:srgbClr val="5CC863"/>
            </a:solidFill>
            <a:prstDash val="solid"/>
          </a:ln>
        </p:spPr>
      </p:sp>
      <p:sp>
        <p:nvSpPr>
          <p:cNvPr id="277" name="F4_paired_one_to_one_0p3_9154">
            <a:extLst>
              <a:ext uri="{FF2B5EF4-FFF2-40B4-BE49-F238E27FC236}">
                <a16:creationId xmlns:a16="http://schemas.microsoft.com/office/drawing/2014/main" id="{9B62CCF0-14E4-4659-89A7-004D6F62FF67}"/>
              </a:ext>
            </a:extLst>
          </p:cNvPr>
          <p:cNvSpPr>
            <a:spLocks noGrp="1"/>
          </p:cNvSpPr>
          <p:nvPr/>
        </p:nvSpPr>
        <p:spPr>
          <a:xfrm>
            <a:off x="7106701" y="53697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AC864"/>
          </a:solidFill>
          <a:ln w="5054">
            <a:solidFill>
              <a:srgbClr val="5AC864"/>
            </a:solidFill>
            <a:prstDash val="solid"/>
          </a:ln>
        </p:spPr>
      </p:sp>
      <p:sp>
        <p:nvSpPr>
          <p:cNvPr id="278" name="F4_paired_one_to_one_0p3_9155">
            <a:extLst>
              <a:ext uri="{FF2B5EF4-FFF2-40B4-BE49-F238E27FC236}">
                <a16:creationId xmlns:a16="http://schemas.microsoft.com/office/drawing/2014/main" id="{9AEA28D7-3534-4C9E-B94A-875B9E1CF5B3}"/>
              </a:ext>
            </a:extLst>
          </p:cNvPr>
          <p:cNvSpPr>
            <a:spLocks noGrp="1"/>
          </p:cNvSpPr>
          <p:nvPr/>
        </p:nvSpPr>
        <p:spPr>
          <a:xfrm>
            <a:off x="7106701" y="53502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8C765"/>
          </a:solidFill>
          <a:ln w="5054">
            <a:solidFill>
              <a:srgbClr val="58C765"/>
            </a:solidFill>
            <a:prstDash val="solid"/>
          </a:ln>
        </p:spPr>
      </p:sp>
      <p:sp>
        <p:nvSpPr>
          <p:cNvPr id="279" name="F4_paired_one_to_one_0p3_9156">
            <a:extLst>
              <a:ext uri="{FF2B5EF4-FFF2-40B4-BE49-F238E27FC236}">
                <a16:creationId xmlns:a16="http://schemas.microsoft.com/office/drawing/2014/main" id="{2ECDB2F6-FB56-4A36-97E5-CA1DEEE47022}"/>
              </a:ext>
            </a:extLst>
          </p:cNvPr>
          <p:cNvSpPr>
            <a:spLocks noGrp="1"/>
          </p:cNvSpPr>
          <p:nvPr/>
        </p:nvSpPr>
        <p:spPr>
          <a:xfrm>
            <a:off x="7106701" y="53306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6C667"/>
          </a:solidFill>
          <a:ln w="5054">
            <a:solidFill>
              <a:srgbClr val="56C667"/>
            </a:solidFill>
            <a:prstDash val="solid"/>
          </a:ln>
        </p:spPr>
      </p:sp>
      <p:sp>
        <p:nvSpPr>
          <p:cNvPr id="280" name="F4_paired_one_to_one_0p3_9157">
            <a:extLst>
              <a:ext uri="{FF2B5EF4-FFF2-40B4-BE49-F238E27FC236}">
                <a16:creationId xmlns:a16="http://schemas.microsoft.com/office/drawing/2014/main" id="{C0A6A5E7-67C8-4931-9216-B878CC00F72A}"/>
              </a:ext>
            </a:extLst>
          </p:cNvPr>
          <p:cNvSpPr>
            <a:spLocks noGrp="1"/>
          </p:cNvSpPr>
          <p:nvPr/>
        </p:nvSpPr>
        <p:spPr>
          <a:xfrm>
            <a:off x="7106701" y="53111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4C568"/>
          </a:solidFill>
          <a:ln w="5054">
            <a:solidFill>
              <a:srgbClr val="54C568"/>
            </a:solidFill>
            <a:prstDash val="solid"/>
          </a:ln>
        </p:spPr>
      </p:sp>
      <p:sp>
        <p:nvSpPr>
          <p:cNvPr id="281" name="F4_paired_one_to_one_0p3_9158">
            <a:extLst>
              <a:ext uri="{FF2B5EF4-FFF2-40B4-BE49-F238E27FC236}">
                <a16:creationId xmlns:a16="http://schemas.microsoft.com/office/drawing/2014/main" id="{CB2E372F-4B28-4CAA-88FB-37C2D57E7CC9}"/>
              </a:ext>
            </a:extLst>
          </p:cNvPr>
          <p:cNvSpPr>
            <a:spLocks noGrp="1"/>
          </p:cNvSpPr>
          <p:nvPr/>
        </p:nvSpPr>
        <p:spPr>
          <a:xfrm>
            <a:off x="7106701" y="52915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2C569"/>
          </a:solidFill>
          <a:ln w="5054">
            <a:solidFill>
              <a:srgbClr val="52C569"/>
            </a:solidFill>
            <a:prstDash val="solid"/>
          </a:ln>
        </p:spPr>
      </p:sp>
      <p:sp>
        <p:nvSpPr>
          <p:cNvPr id="282" name="F4_paired_one_to_one_0p3_9159">
            <a:extLst>
              <a:ext uri="{FF2B5EF4-FFF2-40B4-BE49-F238E27FC236}">
                <a16:creationId xmlns:a16="http://schemas.microsoft.com/office/drawing/2014/main" id="{263CAD7F-CFBE-4A9E-8F6D-DE02EAF06350}"/>
              </a:ext>
            </a:extLst>
          </p:cNvPr>
          <p:cNvSpPr>
            <a:spLocks noGrp="1"/>
          </p:cNvSpPr>
          <p:nvPr/>
        </p:nvSpPr>
        <p:spPr>
          <a:xfrm>
            <a:off x="7106701" y="52720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0C46A"/>
          </a:solidFill>
          <a:ln w="5054">
            <a:solidFill>
              <a:srgbClr val="50C46A"/>
            </a:solidFill>
            <a:prstDash val="solid"/>
          </a:ln>
        </p:spPr>
      </p:sp>
      <p:sp>
        <p:nvSpPr>
          <p:cNvPr id="283" name="F4_paired_one_to_one_0p3_9160">
            <a:extLst>
              <a:ext uri="{FF2B5EF4-FFF2-40B4-BE49-F238E27FC236}">
                <a16:creationId xmlns:a16="http://schemas.microsoft.com/office/drawing/2014/main" id="{139B3061-3F0D-448E-AF29-727EABBF5F44}"/>
              </a:ext>
            </a:extLst>
          </p:cNvPr>
          <p:cNvSpPr>
            <a:spLocks noGrp="1"/>
          </p:cNvSpPr>
          <p:nvPr/>
        </p:nvSpPr>
        <p:spPr>
          <a:xfrm>
            <a:off x="7106701" y="52524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EC36B"/>
          </a:solidFill>
          <a:ln w="5054">
            <a:solidFill>
              <a:srgbClr val="4EC36B"/>
            </a:solidFill>
            <a:prstDash val="solid"/>
          </a:ln>
        </p:spPr>
      </p:sp>
      <p:sp>
        <p:nvSpPr>
          <p:cNvPr id="284" name="F4_paired_one_to_one_0p3_9161">
            <a:extLst>
              <a:ext uri="{FF2B5EF4-FFF2-40B4-BE49-F238E27FC236}">
                <a16:creationId xmlns:a16="http://schemas.microsoft.com/office/drawing/2014/main" id="{2253FF4B-7B6E-42DB-94C9-49ACFE3179B0}"/>
              </a:ext>
            </a:extLst>
          </p:cNvPr>
          <p:cNvSpPr>
            <a:spLocks noGrp="1"/>
          </p:cNvSpPr>
          <p:nvPr/>
        </p:nvSpPr>
        <p:spPr>
          <a:xfrm>
            <a:off x="7106701" y="52329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CC26C"/>
          </a:solidFill>
          <a:ln w="5054">
            <a:solidFill>
              <a:srgbClr val="4CC26C"/>
            </a:solidFill>
            <a:prstDash val="solid"/>
          </a:ln>
        </p:spPr>
      </p:sp>
      <p:sp>
        <p:nvSpPr>
          <p:cNvPr id="285" name="F4_paired_one_to_one_0p3_9162">
            <a:extLst>
              <a:ext uri="{FF2B5EF4-FFF2-40B4-BE49-F238E27FC236}">
                <a16:creationId xmlns:a16="http://schemas.microsoft.com/office/drawing/2014/main" id="{6D3A05DC-6FEA-4D35-A13C-FBDB090E27D0}"/>
              </a:ext>
            </a:extLst>
          </p:cNvPr>
          <p:cNvSpPr>
            <a:spLocks noGrp="1"/>
          </p:cNvSpPr>
          <p:nvPr/>
        </p:nvSpPr>
        <p:spPr>
          <a:xfrm>
            <a:off x="7106701" y="52133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AC16D"/>
          </a:solidFill>
          <a:ln w="5054">
            <a:solidFill>
              <a:srgbClr val="4AC16D"/>
            </a:solidFill>
            <a:prstDash val="solid"/>
          </a:ln>
        </p:spPr>
      </p:sp>
      <p:sp>
        <p:nvSpPr>
          <p:cNvPr id="286" name="F4_paired_one_to_one_0p3_9163">
            <a:extLst>
              <a:ext uri="{FF2B5EF4-FFF2-40B4-BE49-F238E27FC236}">
                <a16:creationId xmlns:a16="http://schemas.microsoft.com/office/drawing/2014/main" id="{7BDE048C-9F9C-42D8-8374-87CBE8034DD1}"/>
              </a:ext>
            </a:extLst>
          </p:cNvPr>
          <p:cNvSpPr>
            <a:spLocks noGrp="1"/>
          </p:cNvSpPr>
          <p:nvPr/>
        </p:nvSpPr>
        <p:spPr>
          <a:xfrm>
            <a:off x="7106701" y="51938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C16E"/>
          </a:solidFill>
          <a:ln w="5054">
            <a:solidFill>
              <a:srgbClr val="48C16E"/>
            </a:solidFill>
            <a:prstDash val="solid"/>
          </a:ln>
        </p:spPr>
      </p:sp>
      <p:sp>
        <p:nvSpPr>
          <p:cNvPr id="287" name="F4_paired_one_to_one_0p3_9164">
            <a:extLst>
              <a:ext uri="{FF2B5EF4-FFF2-40B4-BE49-F238E27FC236}">
                <a16:creationId xmlns:a16="http://schemas.microsoft.com/office/drawing/2014/main" id="{746FAB63-B262-423D-BEC4-C53D887ABB9E}"/>
              </a:ext>
            </a:extLst>
          </p:cNvPr>
          <p:cNvSpPr>
            <a:spLocks noGrp="1"/>
          </p:cNvSpPr>
          <p:nvPr/>
        </p:nvSpPr>
        <p:spPr>
          <a:xfrm>
            <a:off x="7106701" y="51742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C06F"/>
          </a:solidFill>
          <a:ln w="5054">
            <a:solidFill>
              <a:srgbClr val="46C06F"/>
            </a:solidFill>
            <a:prstDash val="solid"/>
          </a:ln>
        </p:spPr>
      </p:sp>
      <p:sp>
        <p:nvSpPr>
          <p:cNvPr id="288" name="F4_paired_one_to_one_0p3_9165">
            <a:extLst>
              <a:ext uri="{FF2B5EF4-FFF2-40B4-BE49-F238E27FC236}">
                <a16:creationId xmlns:a16="http://schemas.microsoft.com/office/drawing/2014/main" id="{9A5A66CE-AA5E-44E6-BCE6-E0183541A616}"/>
              </a:ext>
            </a:extLst>
          </p:cNvPr>
          <p:cNvSpPr>
            <a:spLocks noGrp="1"/>
          </p:cNvSpPr>
          <p:nvPr/>
        </p:nvSpPr>
        <p:spPr>
          <a:xfrm>
            <a:off x="7106701" y="51547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BF70"/>
          </a:solidFill>
          <a:ln w="5054">
            <a:solidFill>
              <a:srgbClr val="44BF70"/>
            </a:solidFill>
            <a:prstDash val="solid"/>
          </a:ln>
        </p:spPr>
      </p:sp>
      <p:sp>
        <p:nvSpPr>
          <p:cNvPr id="289" name="F4_paired_one_to_one_0p3_9166">
            <a:extLst>
              <a:ext uri="{FF2B5EF4-FFF2-40B4-BE49-F238E27FC236}">
                <a16:creationId xmlns:a16="http://schemas.microsoft.com/office/drawing/2014/main" id="{0925CE06-CA0B-4C35-A62D-9ECF041E8AF5}"/>
              </a:ext>
            </a:extLst>
          </p:cNvPr>
          <p:cNvSpPr>
            <a:spLocks noGrp="1"/>
          </p:cNvSpPr>
          <p:nvPr/>
        </p:nvSpPr>
        <p:spPr>
          <a:xfrm>
            <a:off x="7106701" y="51351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BE71"/>
          </a:solidFill>
          <a:ln w="5054">
            <a:solidFill>
              <a:srgbClr val="42BE71"/>
            </a:solidFill>
            <a:prstDash val="solid"/>
          </a:ln>
        </p:spPr>
      </p:sp>
      <p:sp>
        <p:nvSpPr>
          <p:cNvPr id="290" name="F4_paired_one_to_one_0p3_9167">
            <a:extLst>
              <a:ext uri="{FF2B5EF4-FFF2-40B4-BE49-F238E27FC236}">
                <a16:creationId xmlns:a16="http://schemas.microsoft.com/office/drawing/2014/main" id="{B73C76B2-26BC-4DED-B8B3-9A352445E4FA}"/>
              </a:ext>
            </a:extLst>
          </p:cNvPr>
          <p:cNvSpPr>
            <a:spLocks noGrp="1"/>
          </p:cNvSpPr>
          <p:nvPr/>
        </p:nvSpPr>
        <p:spPr>
          <a:xfrm>
            <a:off x="7106701" y="51156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BD72"/>
          </a:solidFill>
          <a:ln w="5054">
            <a:solidFill>
              <a:srgbClr val="40BD72"/>
            </a:solidFill>
            <a:prstDash val="solid"/>
          </a:ln>
        </p:spPr>
      </p:sp>
      <p:sp>
        <p:nvSpPr>
          <p:cNvPr id="291" name="F4_paired_one_to_one_0p3_9168">
            <a:extLst>
              <a:ext uri="{FF2B5EF4-FFF2-40B4-BE49-F238E27FC236}">
                <a16:creationId xmlns:a16="http://schemas.microsoft.com/office/drawing/2014/main" id="{BFA4268B-D221-4B5C-BF43-7476F7C2AC1B}"/>
              </a:ext>
            </a:extLst>
          </p:cNvPr>
          <p:cNvSpPr>
            <a:spLocks noGrp="1"/>
          </p:cNvSpPr>
          <p:nvPr/>
        </p:nvSpPr>
        <p:spPr>
          <a:xfrm>
            <a:off x="7106701" y="50960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BC73"/>
          </a:solidFill>
          <a:ln w="5054">
            <a:solidFill>
              <a:srgbClr val="3FBC73"/>
            </a:solidFill>
            <a:prstDash val="solid"/>
          </a:ln>
        </p:spPr>
      </p:sp>
      <p:sp>
        <p:nvSpPr>
          <p:cNvPr id="292" name="F4_paired_one_to_one_0p3_9169">
            <a:extLst>
              <a:ext uri="{FF2B5EF4-FFF2-40B4-BE49-F238E27FC236}">
                <a16:creationId xmlns:a16="http://schemas.microsoft.com/office/drawing/2014/main" id="{0509F556-CBB7-466F-97FE-22E268A16B4A}"/>
              </a:ext>
            </a:extLst>
          </p:cNvPr>
          <p:cNvSpPr>
            <a:spLocks noGrp="1"/>
          </p:cNvSpPr>
          <p:nvPr/>
        </p:nvSpPr>
        <p:spPr>
          <a:xfrm>
            <a:off x="7106701" y="50765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BC74"/>
          </a:solidFill>
          <a:ln w="5054">
            <a:solidFill>
              <a:srgbClr val="3DBC74"/>
            </a:solidFill>
            <a:prstDash val="solid"/>
          </a:ln>
        </p:spPr>
      </p:sp>
      <p:sp>
        <p:nvSpPr>
          <p:cNvPr id="293" name="F4_paired_one_to_one_0p3_9170">
            <a:extLst>
              <a:ext uri="{FF2B5EF4-FFF2-40B4-BE49-F238E27FC236}">
                <a16:creationId xmlns:a16="http://schemas.microsoft.com/office/drawing/2014/main" id="{EE531A1B-C4E3-44F2-BE1C-F07A70F3A901}"/>
              </a:ext>
            </a:extLst>
          </p:cNvPr>
          <p:cNvSpPr>
            <a:spLocks noGrp="1"/>
          </p:cNvSpPr>
          <p:nvPr/>
        </p:nvSpPr>
        <p:spPr>
          <a:xfrm>
            <a:off x="7106701" y="50569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BB75"/>
          </a:solidFill>
          <a:ln w="5054">
            <a:solidFill>
              <a:srgbClr val="3BBB75"/>
            </a:solidFill>
            <a:prstDash val="solid"/>
          </a:ln>
        </p:spPr>
      </p:sp>
      <p:sp>
        <p:nvSpPr>
          <p:cNvPr id="294" name="F4_paired_one_to_one_0p3_9171">
            <a:extLst>
              <a:ext uri="{FF2B5EF4-FFF2-40B4-BE49-F238E27FC236}">
                <a16:creationId xmlns:a16="http://schemas.microsoft.com/office/drawing/2014/main" id="{EBE16A57-1F37-40D7-8AD0-CABC4A3A0E05}"/>
              </a:ext>
            </a:extLst>
          </p:cNvPr>
          <p:cNvSpPr>
            <a:spLocks noGrp="1"/>
          </p:cNvSpPr>
          <p:nvPr/>
        </p:nvSpPr>
        <p:spPr>
          <a:xfrm>
            <a:off x="7106701" y="50374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BA76"/>
          </a:solidFill>
          <a:ln w="5054">
            <a:solidFill>
              <a:srgbClr val="3ABA76"/>
            </a:solidFill>
            <a:prstDash val="solid"/>
          </a:ln>
        </p:spPr>
      </p:sp>
      <p:sp>
        <p:nvSpPr>
          <p:cNvPr id="295" name="F4_paired_one_to_one_0p3_9172">
            <a:extLst>
              <a:ext uri="{FF2B5EF4-FFF2-40B4-BE49-F238E27FC236}">
                <a16:creationId xmlns:a16="http://schemas.microsoft.com/office/drawing/2014/main" id="{7CFEDA17-3A8C-494D-89C4-A33EC1911240}"/>
              </a:ext>
            </a:extLst>
          </p:cNvPr>
          <p:cNvSpPr>
            <a:spLocks noGrp="1"/>
          </p:cNvSpPr>
          <p:nvPr/>
        </p:nvSpPr>
        <p:spPr>
          <a:xfrm>
            <a:off x="7106701" y="50178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B977"/>
          </a:solidFill>
          <a:ln w="5054">
            <a:solidFill>
              <a:srgbClr val="38B977"/>
            </a:solidFill>
            <a:prstDash val="solid"/>
          </a:ln>
        </p:spPr>
      </p:sp>
      <p:sp>
        <p:nvSpPr>
          <p:cNvPr id="296" name="F4_paired_one_to_one_0p3_9173">
            <a:extLst>
              <a:ext uri="{FF2B5EF4-FFF2-40B4-BE49-F238E27FC236}">
                <a16:creationId xmlns:a16="http://schemas.microsoft.com/office/drawing/2014/main" id="{A8E22E05-56BB-4BB7-9D22-F575E6F544D0}"/>
              </a:ext>
            </a:extLst>
          </p:cNvPr>
          <p:cNvSpPr>
            <a:spLocks noGrp="1"/>
          </p:cNvSpPr>
          <p:nvPr/>
        </p:nvSpPr>
        <p:spPr>
          <a:xfrm>
            <a:off x="7106701" y="49983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B878"/>
          </a:solidFill>
          <a:ln w="5054">
            <a:solidFill>
              <a:srgbClr val="37B878"/>
            </a:solidFill>
            <a:prstDash val="solid"/>
          </a:ln>
        </p:spPr>
      </p:sp>
      <p:sp>
        <p:nvSpPr>
          <p:cNvPr id="297" name="F4_paired_one_to_one_0p3_9174">
            <a:extLst>
              <a:ext uri="{FF2B5EF4-FFF2-40B4-BE49-F238E27FC236}">
                <a16:creationId xmlns:a16="http://schemas.microsoft.com/office/drawing/2014/main" id="{2CC1F411-34CD-4B03-A1A9-A9C068042628}"/>
              </a:ext>
            </a:extLst>
          </p:cNvPr>
          <p:cNvSpPr>
            <a:spLocks noGrp="1"/>
          </p:cNvSpPr>
          <p:nvPr/>
        </p:nvSpPr>
        <p:spPr>
          <a:xfrm>
            <a:off x="7106701" y="49787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B779"/>
          </a:solidFill>
          <a:ln w="5054">
            <a:solidFill>
              <a:srgbClr val="35B779"/>
            </a:solidFill>
            <a:prstDash val="solid"/>
          </a:ln>
        </p:spPr>
      </p:sp>
      <p:sp>
        <p:nvSpPr>
          <p:cNvPr id="298" name="F4_paired_one_to_one_0p3_9175">
            <a:extLst>
              <a:ext uri="{FF2B5EF4-FFF2-40B4-BE49-F238E27FC236}">
                <a16:creationId xmlns:a16="http://schemas.microsoft.com/office/drawing/2014/main" id="{0DFB96B1-5F0A-4A22-96AB-C8B127BC29B4}"/>
              </a:ext>
            </a:extLst>
          </p:cNvPr>
          <p:cNvSpPr>
            <a:spLocks noGrp="1"/>
          </p:cNvSpPr>
          <p:nvPr/>
        </p:nvSpPr>
        <p:spPr>
          <a:xfrm>
            <a:off x="7106701" y="49592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B679"/>
          </a:solidFill>
          <a:ln w="5054">
            <a:solidFill>
              <a:srgbClr val="34B679"/>
            </a:solidFill>
            <a:prstDash val="solid"/>
          </a:ln>
        </p:spPr>
      </p:sp>
      <p:sp>
        <p:nvSpPr>
          <p:cNvPr id="299" name="F4_paired_one_to_one_0p3_9176">
            <a:extLst>
              <a:ext uri="{FF2B5EF4-FFF2-40B4-BE49-F238E27FC236}">
                <a16:creationId xmlns:a16="http://schemas.microsoft.com/office/drawing/2014/main" id="{3D0C5FDB-9ACA-4D9C-9EE4-04BA63A190CE}"/>
              </a:ext>
            </a:extLst>
          </p:cNvPr>
          <p:cNvSpPr>
            <a:spLocks noGrp="1"/>
          </p:cNvSpPr>
          <p:nvPr/>
        </p:nvSpPr>
        <p:spPr>
          <a:xfrm>
            <a:off x="7106701" y="49396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B67A"/>
          </a:solidFill>
          <a:ln w="5054">
            <a:solidFill>
              <a:srgbClr val="32B67A"/>
            </a:solidFill>
            <a:prstDash val="solid"/>
          </a:ln>
        </p:spPr>
      </p:sp>
      <p:sp>
        <p:nvSpPr>
          <p:cNvPr id="300" name="F4_paired_one_to_one_0p3_9177">
            <a:extLst>
              <a:ext uri="{FF2B5EF4-FFF2-40B4-BE49-F238E27FC236}">
                <a16:creationId xmlns:a16="http://schemas.microsoft.com/office/drawing/2014/main" id="{CA9EAC0D-CA5F-45D8-B60F-545562875246}"/>
              </a:ext>
            </a:extLst>
          </p:cNvPr>
          <p:cNvSpPr>
            <a:spLocks noGrp="1"/>
          </p:cNvSpPr>
          <p:nvPr/>
        </p:nvSpPr>
        <p:spPr>
          <a:xfrm>
            <a:off x="7106701" y="492010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B57B"/>
          </a:solidFill>
          <a:ln w="5054">
            <a:solidFill>
              <a:srgbClr val="31B57B"/>
            </a:solidFill>
            <a:prstDash val="solid"/>
          </a:ln>
        </p:spPr>
      </p:sp>
      <p:sp>
        <p:nvSpPr>
          <p:cNvPr id="301" name="F4_paired_one_to_one_0p3_9178">
            <a:extLst>
              <a:ext uri="{FF2B5EF4-FFF2-40B4-BE49-F238E27FC236}">
                <a16:creationId xmlns:a16="http://schemas.microsoft.com/office/drawing/2014/main" id="{6BCAC911-7741-48EB-BF89-FECFD3AAE49F}"/>
              </a:ext>
            </a:extLst>
          </p:cNvPr>
          <p:cNvSpPr>
            <a:spLocks noGrp="1"/>
          </p:cNvSpPr>
          <p:nvPr/>
        </p:nvSpPr>
        <p:spPr>
          <a:xfrm>
            <a:off x="7106701" y="49005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B47C"/>
          </a:solidFill>
          <a:ln w="5054">
            <a:solidFill>
              <a:srgbClr val="2FB47C"/>
            </a:solidFill>
            <a:prstDash val="solid"/>
          </a:ln>
        </p:spPr>
      </p:sp>
      <p:sp>
        <p:nvSpPr>
          <p:cNvPr id="302" name="F4_paired_one_to_one_0p3_9179">
            <a:extLst>
              <a:ext uri="{FF2B5EF4-FFF2-40B4-BE49-F238E27FC236}">
                <a16:creationId xmlns:a16="http://schemas.microsoft.com/office/drawing/2014/main" id="{2542796C-50A7-4602-BBC8-469A8E8EBE49}"/>
              </a:ext>
            </a:extLst>
          </p:cNvPr>
          <p:cNvSpPr>
            <a:spLocks noGrp="1"/>
          </p:cNvSpPr>
          <p:nvPr/>
        </p:nvSpPr>
        <p:spPr>
          <a:xfrm>
            <a:off x="7106701" y="488100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B37C"/>
          </a:solidFill>
          <a:ln w="5054">
            <a:solidFill>
              <a:srgbClr val="2EB37C"/>
            </a:solidFill>
            <a:prstDash val="solid"/>
          </a:ln>
        </p:spPr>
      </p:sp>
      <p:sp>
        <p:nvSpPr>
          <p:cNvPr id="303" name="F4_paired_one_to_one_0p3_9180">
            <a:extLst>
              <a:ext uri="{FF2B5EF4-FFF2-40B4-BE49-F238E27FC236}">
                <a16:creationId xmlns:a16="http://schemas.microsoft.com/office/drawing/2014/main" id="{3E88DD48-33A6-47F5-8D7A-0BB02D793EFD}"/>
              </a:ext>
            </a:extLst>
          </p:cNvPr>
          <p:cNvSpPr>
            <a:spLocks noGrp="1"/>
          </p:cNvSpPr>
          <p:nvPr/>
        </p:nvSpPr>
        <p:spPr>
          <a:xfrm>
            <a:off x="7106701" y="48614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B27D"/>
          </a:solidFill>
          <a:ln w="5054">
            <a:solidFill>
              <a:srgbClr val="2DB27D"/>
            </a:solidFill>
            <a:prstDash val="solid"/>
          </a:ln>
        </p:spPr>
      </p:sp>
      <p:sp>
        <p:nvSpPr>
          <p:cNvPr id="304" name="F4_paired_one_to_one_0p3_9181">
            <a:extLst>
              <a:ext uri="{FF2B5EF4-FFF2-40B4-BE49-F238E27FC236}">
                <a16:creationId xmlns:a16="http://schemas.microsoft.com/office/drawing/2014/main" id="{E0C7B977-AF72-4F93-9EE7-02C3EB589E2E}"/>
              </a:ext>
            </a:extLst>
          </p:cNvPr>
          <p:cNvSpPr>
            <a:spLocks noGrp="1"/>
          </p:cNvSpPr>
          <p:nvPr/>
        </p:nvSpPr>
        <p:spPr>
          <a:xfrm>
            <a:off x="7106701" y="48419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B17E"/>
          </a:solidFill>
          <a:ln w="5054">
            <a:solidFill>
              <a:srgbClr val="2CB17E"/>
            </a:solidFill>
            <a:prstDash val="solid"/>
          </a:ln>
        </p:spPr>
      </p:sp>
      <p:sp>
        <p:nvSpPr>
          <p:cNvPr id="305" name="F4_paired_one_to_one_0p3_9182">
            <a:extLst>
              <a:ext uri="{FF2B5EF4-FFF2-40B4-BE49-F238E27FC236}">
                <a16:creationId xmlns:a16="http://schemas.microsoft.com/office/drawing/2014/main" id="{9AFF0EFF-0CD8-46D4-A687-A8474BC84BD1}"/>
              </a:ext>
            </a:extLst>
          </p:cNvPr>
          <p:cNvSpPr>
            <a:spLocks noGrp="1"/>
          </p:cNvSpPr>
          <p:nvPr/>
        </p:nvSpPr>
        <p:spPr>
          <a:xfrm>
            <a:off x="7106701" y="48223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B07F"/>
          </a:solidFill>
          <a:ln w="5054">
            <a:solidFill>
              <a:srgbClr val="2AB07F"/>
            </a:solidFill>
            <a:prstDash val="solid"/>
          </a:ln>
        </p:spPr>
      </p:sp>
      <p:sp>
        <p:nvSpPr>
          <p:cNvPr id="306" name="F4_paired_one_to_one_0p3_9183">
            <a:extLst>
              <a:ext uri="{FF2B5EF4-FFF2-40B4-BE49-F238E27FC236}">
                <a16:creationId xmlns:a16="http://schemas.microsoft.com/office/drawing/2014/main" id="{7193DCE1-DE33-45DE-9B82-197235A1AB07}"/>
              </a:ext>
            </a:extLst>
          </p:cNvPr>
          <p:cNvSpPr>
            <a:spLocks noGrp="1"/>
          </p:cNvSpPr>
          <p:nvPr/>
        </p:nvSpPr>
        <p:spPr>
          <a:xfrm>
            <a:off x="7106701" y="48028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AF7F"/>
          </a:solidFill>
          <a:ln w="5054">
            <a:solidFill>
              <a:srgbClr val="29AF7F"/>
            </a:solidFill>
            <a:prstDash val="solid"/>
          </a:ln>
        </p:spPr>
      </p:sp>
      <p:sp>
        <p:nvSpPr>
          <p:cNvPr id="307" name="F4_paired_one_to_one_0p3_9184">
            <a:extLst>
              <a:ext uri="{FF2B5EF4-FFF2-40B4-BE49-F238E27FC236}">
                <a16:creationId xmlns:a16="http://schemas.microsoft.com/office/drawing/2014/main" id="{EDC91792-6B67-4A21-9EE2-0AF1745FF793}"/>
              </a:ext>
            </a:extLst>
          </p:cNvPr>
          <p:cNvSpPr>
            <a:spLocks noGrp="1"/>
          </p:cNvSpPr>
          <p:nvPr/>
        </p:nvSpPr>
        <p:spPr>
          <a:xfrm>
            <a:off x="7106701" y="47832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AE80"/>
          </a:solidFill>
          <a:ln w="5054">
            <a:solidFill>
              <a:srgbClr val="28AE80"/>
            </a:solidFill>
            <a:prstDash val="solid"/>
          </a:ln>
        </p:spPr>
      </p:sp>
      <p:sp>
        <p:nvSpPr>
          <p:cNvPr id="308" name="F4_paired_one_to_one_0p3_9185">
            <a:extLst>
              <a:ext uri="{FF2B5EF4-FFF2-40B4-BE49-F238E27FC236}">
                <a16:creationId xmlns:a16="http://schemas.microsoft.com/office/drawing/2014/main" id="{0C089217-07ED-45BD-A554-C975F94427C0}"/>
              </a:ext>
            </a:extLst>
          </p:cNvPr>
          <p:cNvSpPr>
            <a:spLocks noGrp="1"/>
          </p:cNvSpPr>
          <p:nvPr/>
        </p:nvSpPr>
        <p:spPr>
          <a:xfrm>
            <a:off x="7106701" y="47637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AD81"/>
          </a:solidFill>
          <a:ln w="5054">
            <a:solidFill>
              <a:srgbClr val="27AD81"/>
            </a:solidFill>
            <a:prstDash val="solid"/>
          </a:ln>
        </p:spPr>
      </p:sp>
      <p:sp>
        <p:nvSpPr>
          <p:cNvPr id="309" name="F4_paired_one_to_one_0p3_9186">
            <a:extLst>
              <a:ext uri="{FF2B5EF4-FFF2-40B4-BE49-F238E27FC236}">
                <a16:creationId xmlns:a16="http://schemas.microsoft.com/office/drawing/2014/main" id="{7CBEEE8B-FE6E-436A-A832-2FEF33386246}"/>
              </a:ext>
            </a:extLst>
          </p:cNvPr>
          <p:cNvSpPr>
            <a:spLocks noGrp="1"/>
          </p:cNvSpPr>
          <p:nvPr/>
        </p:nvSpPr>
        <p:spPr>
          <a:xfrm>
            <a:off x="7106701" y="47441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AD81"/>
          </a:solidFill>
          <a:ln w="5054">
            <a:solidFill>
              <a:srgbClr val="26AD81"/>
            </a:solidFill>
            <a:prstDash val="solid"/>
          </a:ln>
        </p:spPr>
      </p:sp>
      <p:sp>
        <p:nvSpPr>
          <p:cNvPr id="310" name="F4_paired_one_to_one_0p3_9187">
            <a:extLst>
              <a:ext uri="{FF2B5EF4-FFF2-40B4-BE49-F238E27FC236}">
                <a16:creationId xmlns:a16="http://schemas.microsoft.com/office/drawing/2014/main" id="{9FE06068-17FF-4A93-A58C-91159178DEF6}"/>
              </a:ext>
            </a:extLst>
          </p:cNvPr>
          <p:cNvSpPr>
            <a:spLocks noGrp="1"/>
          </p:cNvSpPr>
          <p:nvPr/>
        </p:nvSpPr>
        <p:spPr>
          <a:xfrm>
            <a:off x="7106701" y="47246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AC82"/>
          </a:solidFill>
          <a:ln w="5054">
            <a:solidFill>
              <a:srgbClr val="25AC82"/>
            </a:solidFill>
            <a:prstDash val="solid"/>
          </a:ln>
        </p:spPr>
      </p:sp>
      <p:sp>
        <p:nvSpPr>
          <p:cNvPr id="311" name="F4_paired_one_to_one_0p3_9188">
            <a:extLst>
              <a:ext uri="{FF2B5EF4-FFF2-40B4-BE49-F238E27FC236}">
                <a16:creationId xmlns:a16="http://schemas.microsoft.com/office/drawing/2014/main" id="{B009B9D3-F6AA-4381-9957-AED95F73EF6E}"/>
              </a:ext>
            </a:extLst>
          </p:cNvPr>
          <p:cNvSpPr>
            <a:spLocks noGrp="1"/>
          </p:cNvSpPr>
          <p:nvPr/>
        </p:nvSpPr>
        <p:spPr>
          <a:xfrm>
            <a:off x="7106701" y="47050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AB82"/>
          </a:solidFill>
          <a:ln w="5054">
            <a:solidFill>
              <a:srgbClr val="25AB82"/>
            </a:solidFill>
            <a:prstDash val="solid"/>
          </a:ln>
        </p:spPr>
      </p:sp>
      <p:sp>
        <p:nvSpPr>
          <p:cNvPr id="312" name="F4_paired_one_to_one_0p3_9189">
            <a:extLst>
              <a:ext uri="{FF2B5EF4-FFF2-40B4-BE49-F238E27FC236}">
                <a16:creationId xmlns:a16="http://schemas.microsoft.com/office/drawing/2014/main" id="{F6CE9985-435F-4582-A92C-896C9CF37593}"/>
              </a:ext>
            </a:extLst>
          </p:cNvPr>
          <p:cNvSpPr>
            <a:spLocks noGrp="1"/>
          </p:cNvSpPr>
          <p:nvPr/>
        </p:nvSpPr>
        <p:spPr>
          <a:xfrm>
            <a:off x="7106701" y="46855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AA83"/>
          </a:solidFill>
          <a:ln w="5054">
            <a:solidFill>
              <a:srgbClr val="24AA83"/>
            </a:solidFill>
            <a:prstDash val="solid"/>
          </a:ln>
        </p:spPr>
      </p:sp>
      <p:sp>
        <p:nvSpPr>
          <p:cNvPr id="313" name="F4_paired_one_to_one_0p3_9190">
            <a:extLst>
              <a:ext uri="{FF2B5EF4-FFF2-40B4-BE49-F238E27FC236}">
                <a16:creationId xmlns:a16="http://schemas.microsoft.com/office/drawing/2014/main" id="{1180690A-9571-4DD1-99FE-709B944F28B1}"/>
              </a:ext>
            </a:extLst>
          </p:cNvPr>
          <p:cNvSpPr>
            <a:spLocks noGrp="1"/>
          </p:cNvSpPr>
          <p:nvPr/>
        </p:nvSpPr>
        <p:spPr>
          <a:xfrm>
            <a:off x="7106701" y="46659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A983"/>
          </a:solidFill>
          <a:ln w="5054">
            <a:solidFill>
              <a:srgbClr val="23A983"/>
            </a:solidFill>
            <a:prstDash val="solid"/>
          </a:ln>
        </p:spPr>
      </p:sp>
      <p:sp>
        <p:nvSpPr>
          <p:cNvPr id="314" name="F4_paired_one_to_one_0p3_9191">
            <a:extLst>
              <a:ext uri="{FF2B5EF4-FFF2-40B4-BE49-F238E27FC236}">
                <a16:creationId xmlns:a16="http://schemas.microsoft.com/office/drawing/2014/main" id="{1986F121-6156-4370-9A89-816AAD21A1A6}"/>
              </a:ext>
            </a:extLst>
          </p:cNvPr>
          <p:cNvSpPr>
            <a:spLocks noGrp="1"/>
          </p:cNvSpPr>
          <p:nvPr/>
        </p:nvSpPr>
        <p:spPr>
          <a:xfrm>
            <a:off x="7106701" y="46464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A884"/>
          </a:solidFill>
          <a:ln w="5054">
            <a:solidFill>
              <a:srgbClr val="22A884"/>
            </a:solidFill>
            <a:prstDash val="solid"/>
          </a:ln>
        </p:spPr>
      </p:sp>
      <p:sp>
        <p:nvSpPr>
          <p:cNvPr id="315" name="F4_paired_one_to_one_0p3_9192">
            <a:extLst>
              <a:ext uri="{FF2B5EF4-FFF2-40B4-BE49-F238E27FC236}">
                <a16:creationId xmlns:a16="http://schemas.microsoft.com/office/drawing/2014/main" id="{477BEC61-0472-4ED8-ACFE-9F0FBF522214}"/>
              </a:ext>
            </a:extLst>
          </p:cNvPr>
          <p:cNvSpPr>
            <a:spLocks noGrp="1"/>
          </p:cNvSpPr>
          <p:nvPr/>
        </p:nvSpPr>
        <p:spPr>
          <a:xfrm>
            <a:off x="7106701" y="46268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A785"/>
          </a:solidFill>
          <a:ln w="5054">
            <a:solidFill>
              <a:srgbClr val="22A785"/>
            </a:solidFill>
            <a:prstDash val="solid"/>
          </a:ln>
        </p:spPr>
      </p:sp>
      <p:sp>
        <p:nvSpPr>
          <p:cNvPr id="316" name="F4_paired_one_to_one_0p3_9193">
            <a:extLst>
              <a:ext uri="{FF2B5EF4-FFF2-40B4-BE49-F238E27FC236}">
                <a16:creationId xmlns:a16="http://schemas.microsoft.com/office/drawing/2014/main" id="{AD7131CA-51F1-4347-8C36-77647ED43980}"/>
              </a:ext>
            </a:extLst>
          </p:cNvPr>
          <p:cNvSpPr>
            <a:spLocks noGrp="1"/>
          </p:cNvSpPr>
          <p:nvPr/>
        </p:nvSpPr>
        <p:spPr>
          <a:xfrm>
            <a:off x="7106701" y="46073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A685"/>
          </a:solidFill>
          <a:ln w="5054">
            <a:solidFill>
              <a:srgbClr val="21A685"/>
            </a:solidFill>
            <a:prstDash val="solid"/>
          </a:ln>
        </p:spPr>
      </p:sp>
      <p:sp>
        <p:nvSpPr>
          <p:cNvPr id="317" name="F4_paired_one_to_one_0p3_9194">
            <a:extLst>
              <a:ext uri="{FF2B5EF4-FFF2-40B4-BE49-F238E27FC236}">
                <a16:creationId xmlns:a16="http://schemas.microsoft.com/office/drawing/2014/main" id="{DA567F69-28F9-4896-9C65-36231EE52180}"/>
              </a:ext>
            </a:extLst>
          </p:cNvPr>
          <p:cNvSpPr>
            <a:spLocks noGrp="1"/>
          </p:cNvSpPr>
          <p:nvPr/>
        </p:nvSpPr>
        <p:spPr>
          <a:xfrm>
            <a:off x="7106701" y="45877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A585"/>
          </a:solidFill>
          <a:ln w="5054">
            <a:solidFill>
              <a:srgbClr val="21A585"/>
            </a:solidFill>
            <a:prstDash val="solid"/>
          </a:ln>
        </p:spPr>
      </p:sp>
      <p:sp>
        <p:nvSpPr>
          <p:cNvPr id="318" name="F4_paired_one_to_one_0p3_9195">
            <a:extLst>
              <a:ext uri="{FF2B5EF4-FFF2-40B4-BE49-F238E27FC236}">
                <a16:creationId xmlns:a16="http://schemas.microsoft.com/office/drawing/2014/main" id="{B199277F-FA62-473E-8C1B-D285B359037F}"/>
              </a:ext>
            </a:extLst>
          </p:cNvPr>
          <p:cNvSpPr>
            <a:spLocks noGrp="1"/>
          </p:cNvSpPr>
          <p:nvPr/>
        </p:nvSpPr>
        <p:spPr>
          <a:xfrm>
            <a:off x="7106701" y="45682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A486"/>
          </a:solidFill>
          <a:ln w="5054">
            <a:solidFill>
              <a:srgbClr val="20A486"/>
            </a:solidFill>
            <a:prstDash val="solid"/>
          </a:ln>
        </p:spPr>
      </p:sp>
      <p:sp>
        <p:nvSpPr>
          <p:cNvPr id="319" name="F4_paired_one_to_one_0p3_9196">
            <a:extLst>
              <a:ext uri="{FF2B5EF4-FFF2-40B4-BE49-F238E27FC236}">
                <a16:creationId xmlns:a16="http://schemas.microsoft.com/office/drawing/2014/main" id="{DAF945CA-BCE7-4C61-AA3D-BA977C2259AF}"/>
              </a:ext>
            </a:extLst>
          </p:cNvPr>
          <p:cNvSpPr>
            <a:spLocks noGrp="1"/>
          </p:cNvSpPr>
          <p:nvPr/>
        </p:nvSpPr>
        <p:spPr>
          <a:xfrm>
            <a:off x="7106701" y="45486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A386"/>
          </a:solidFill>
          <a:ln w="5054">
            <a:solidFill>
              <a:srgbClr val="20A386"/>
            </a:solidFill>
            <a:prstDash val="solid"/>
          </a:ln>
        </p:spPr>
      </p:sp>
      <p:sp>
        <p:nvSpPr>
          <p:cNvPr id="320" name="F4_paired_one_to_one_0p3_9197">
            <a:extLst>
              <a:ext uri="{FF2B5EF4-FFF2-40B4-BE49-F238E27FC236}">
                <a16:creationId xmlns:a16="http://schemas.microsoft.com/office/drawing/2014/main" id="{3396C135-56A0-487C-B17E-7E00A2F912E8}"/>
              </a:ext>
            </a:extLst>
          </p:cNvPr>
          <p:cNvSpPr>
            <a:spLocks noGrp="1"/>
          </p:cNvSpPr>
          <p:nvPr/>
        </p:nvSpPr>
        <p:spPr>
          <a:xfrm>
            <a:off x="7106701" y="45291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287"/>
          </a:solidFill>
          <a:ln w="5054">
            <a:solidFill>
              <a:srgbClr val="1FA287"/>
            </a:solidFill>
            <a:prstDash val="solid"/>
          </a:ln>
        </p:spPr>
      </p:sp>
      <p:sp>
        <p:nvSpPr>
          <p:cNvPr id="321" name="F4_paired_one_to_one_0p3_9198">
            <a:extLst>
              <a:ext uri="{FF2B5EF4-FFF2-40B4-BE49-F238E27FC236}">
                <a16:creationId xmlns:a16="http://schemas.microsoft.com/office/drawing/2014/main" id="{0C23B08F-3446-4D23-B883-A560C07D4AAC}"/>
              </a:ext>
            </a:extLst>
          </p:cNvPr>
          <p:cNvSpPr>
            <a:spLocks noGrp="1"/>
          </p:cNvSpPr>
          <p:nvPr/>
        </p:nvSpPr>
        <p:spPr>
          <a:xfrm>
            <a:off x="7106701" y="45095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187"/>
          </a:solidFill>
          <a:ln w="5054">
            <a:solidFill>
              <a:srgbClr val="1FA187"/>
            </a:solidFill>
            <a:prstDash val="solid"/>
          </a:ln>
        </p:spPr>
      </p:sp>
      <p:sp>
        <p:nvSpPr>
          <p:cNvPr id="322" name="F4_paired_one_to_one_0p3_9199">
            <a:extLst>
              <a:ext uri="{FF2B5EF4-FFF2-40B4-BE49-F238E27FC236}">
                <a16:creationId xmlns:a16="http://schemas.microsoft.com/office/drawing/2014/main" id="{F7BE8F6A-3014-4102-AAF5-6534C010629C}"/>
              </a:ext>
            </a:extLst>
          </p:cNvPr>
          <p:cNvSpPr>
            <a:spLocks noGrp="1"/>
          </p:cNvSpPr>
          <p:nvPr/>
        </p:nvSpPr>
        <p:spPr>
          <a:xfrm>
            <a:off x="7106701" y="44900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188"/>
          </a:solidFill>
          <a:ln w="5054">
            <a:solidFill>
              <a:srgbClr val="1FA188"/>
            </a:solidFill>
            <a:prstDash val="solid"/>
          </a:ln>
        </p:spPr>
      </p:sp>
      <p:sp>
        <p:nvSpPr>
          <p:cNvPr id="323" name="F4_paired_one_to_one_0p3_9200">
            <a:extLst>
              <a:ext uri="{FF2B5EF4-FFF2-40B4-BE49-F238E27FC236}">
                <a16:creationId xmlns:a16="http://schemas.microsoft.com/office/drawing/2014/main" id="{288AB06C-E654-43AD-B406-C5F6A6BA38DB}"/>
              </a:ext>
            </a:extLst>
          </p:cNvPr>
          <p:cNvSpPr>
            <a:spLocks noGrp="1"/>
          </p:cNvSpPr>
          <p:nvPr/>
        </p:nvSpPr>
        <p:spPr>
          <a:xfrm>
            <a:off x="7106701" y="44704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088"/>
          </a:solidFill>
          <a:ln w="5054">
            <a:solidFill>
              <a:srgbClr val="1FA088"/>
            </a:solidFill>
            <a:prstDash val="solid"/>
          </a:ln>
        </p:spPr>
      </p:sp>
      <p:sp>
        <p:nvSpPr>
          <p:cNvPr id="324" name="F4_paired_one_to_one_0p3_9201">
            <a:extLst>
              <a:ext uri="{FF2B5EF4-FFF2-40B4-BE49-F238E27FC236}">
                <a16:creationId xmlns:a16="http://schemas.microsoft.com/office/drawing/2014/main" id="{D8833CEA-FD10-4D41-BDE5-65B810F61073}"/>
              </a:ext>
            </a:extLst>
          </p:cNvPr>
          <p:cNvSpPr>
            <a:spLocks noGrp="1"/>
          </p:cNvSpPr>
          <p:nvPr/>
        </p:nvSpPr>
        <p:spPr>
          <a:xfrm>
            <a:off x="7106701" y="44509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F88"/>
          </a:solidFill>
          <a:ln w="5054">
            <a:solidFill>
              <a:srgbClr val="1F9F88"/>
            </a:solidFill>
            <a:prstDash val="solid"/>
          </a:ln>
        </p:spPr>
      </p:sp>
      <p:sp>
        <p:nvSpPr>
          <p:cNvPr id="325" name="F4_paired_one_to_one_0p3_9202">
            <a:extLst>
              <a:ext uri="{FF2B5EF4-FFF2-40B4-BE49-F238E27FC236}">
                <a16:creationId xmlns:a16="http://schemas.microsoft.com/office/drawing/2014/main" id="{5D4FBD61-EEF8-4462-836D-FBA7C1E0A4B6}"/>
              </a:ext>
            </a:extLst>
          </p:cNvPr>
          <p:cNvSpPr>
            <a:spLocks noGrp="1"/>
          </p:cNvSpPr>
          <p:nvPr/>
        </p:nvSpPr>
        <p:spPr>
          <a:xfrm>
            <a:off x="7106701" y="44313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E89"/>
          </a:solidFill>
          <a:ln w="5054">
            <a:solidFill>
              <a:srgbClr val="1F9E89"/>
            </a:solidFill>
            <a:prstDash val="solid"/>
          </a:ln>
        </p:spPr>
      </p:sp>
      <p:sp>
        <p:nvSpPr>
          <p:cNvPr id="326" name="F4_paired_one_to_one_0p3_9203">
            <a:extLst>
              <a:ext uri="{FF2B5EF4-FFF2-40B4-BE49-F238E27FC236}">
                <a16:creationId xmlns:a16="http://schemas.microsoft.com/office/drawing/2014/main" id="{7D84A495-E837-4E10-9DD3-1E99882303ED}"/>
              </a:ext>
            </a:extLst>
          </p:cNvPr>
          <p:cNvSpPr>
            <a:spLocks noGrp="1"/>
          </p:cNvSpPr>
          <p:nvPr/>
        </p:nvSpPr>
        <p:spPr>
          <a:xfrm>
            <a:off x="7106701" y="44118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D89"/>
          </a:solidFill>
          <a:ln w="5054">
            <a:solidFill>
              <a:srgbClr val="1E9D89"/>
            </a:solidFill>
            <a:prstDash val="solid"/>
          </a:ln>
        </p:spPr>
      </p:sp>
      <p:sp>
        <p:nvSpPr>
          <p:cNvPr id="327" name="F4_paired_one_to_one_0p3_9204">
            <a:extLst>
              <a:ext uri="{FF2B5EF4-FFF2-40B4-BE49-F238E27FC236}">
                <a16:creationId xmlns:a16="http://schemas.microsoft.com/office/drawing/2014/main" id="{9C85B5CF-906C-4265-BA86-EA81B925EDAA}"/>
              </a:ext>
            </a:extLst>
          </p:cNvPr>
          <p:cNvSpPr>
            <a:spLocks noGrp="1"/>
          </p:cNvSpPr>
          <p:nvPr/>
        </p:nvSpPr>
        <p:spPr>
          <a:xfrm>
            <a:off x="7106701" y="43922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C89"/>
          </a:solidFill>
          <a:ln w="5054">
            <a:solidFill>
              <a:srgbClr val="1E9C89"/>
            </a:solidFill>
            <a:prstDash val="solid"/>
          </a:ln>
        </p:spPr>
      </p:sp>
      <p:sp>
        <p:nvSpPr>
          <p:cNvPr id="328" name="F4_paired_one_to_one_0p3_9205">
            <a:extLst>
              <a:ext uri="{FF2B5EF4-FFF2-40B4-BE49-F238E27FC236}">
                <a16:creationId xmlns:a16="http://schemas.microsoft.com/office/drawing/2014/main" id="{4BEA4E82-D37A-4B42-B50F-E131997971E4}"/>
              </a:ext>
            </a:extLst>
          </p:cNvPr>
          <p:cNvSpPr>
            <a:spLocks noGrp="1"/>
          </p:cNvSpPr>
          <p:nvPr/>
        </p:nvSpPr>
        <p:spPr>
          <a:xfrm>
            <a:off x="7106701" y="43727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B8A"/>
          </a:solidFill>
          <a:ln w="5054">
            <a:solidFill>
              <a:srgbClr val="1E9B8A"/>
            </a:solidFill>
            <a:prstDash val="solid"/>
          </a:ln>
        </p:spPr>
      </p:sp>
      <p:sp>
        <p:nvSpPr>
          <p:cNvPr id="329" name="F4_paired_one_to_one_0p3_9206">
            <a:extLst>
              <a:ext uri="{FF2B5EF4-FFF2-40B4-BE49-F238E27FC236}">
                <a16:creationId xmlns:a16="http://schemas.microsoft.com/office/drawing/2014/main" id="{CC5E18C6-3E72-40CD-92FC-4BB8766E31EC}"/>
              </a:ext>
            </a:extLst>
          </p:cNvPr>
          <p:cNvSpPr>
            <a:spLocks noGrp="1"/>
          </p:cNvSpPr>
          <p:nvPr/>
        </p:nvSpPr>
        <p:spPr>
          <a:xfrm>
            <a:off x="7106701" y="43531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A8A"/>
          </a:solidFill>
          <a:ln w="5054">
            <a:solidFill>
              <a:srgbClr val="1F9A8A"/>
            </a:solidFill>
            <a:prstDash val="solid"/>
          </a:ln>
        </p:spPr>
      </p:sp>
      <p:sp>
        <p:nvSpPr>
          <p:cNvPr id="330" name="F4_paired_one_to_one_0p3_9207">
            <a:extLst>
              <a:ext uri="{FF2B5EF4-FFF2-40B4-BE49-F238E27FC236}">
                <a16:creationId xmlns:a16="http://schemas.microsoft.com/office/drawing/2014/main" id="{7D2AB5CC-1CF5-4D01-B54F-42216F485A34}"/>
              </a:ext>
            </a:extLst>
          </p:cNvPr>
          <p:cNvSpPr>
            <a:spLocks noGrp="1"/>
          </p:cNvSpPr>
          <p:nvPr/>
        </p:nvSpPr>
        <p:spPr>
          <a:xfrm>
            <a:off x="7106701" y="43336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98A"/>
          </a:solidFill>
          <a:ln w="5054">
            <a:solidFill>
              <a:srgbClr val="1F998A"/>
            </a:solidFill>
            <a:prstDash val="solid"/>
          </a:ln>
        </p:spPr>
      </p:sp>
      <p:sp>
        <p:nvSpPr>
          <p:cNvPr id="331" name="F4_paired_one_to_one_0p3_9208">
            <a:extLst>
              <a:ext uri="{FF2B5EF4-FFF2-40B4-BE49-F238E27FC236}">
                <a16:creationId xmlns:a16="http://schemas.microsoft.com/office/drawing/2014/main" id="{02FE9E1E-A043-4A56-99C5-C0F8BDFEDCE8}"/>
              </a:ext>
            </a:extLst>
          </p:cNvPr>
          <p:cNvSpPr>
            <a:spLocks noGrp="1"/>
          </p:cNvSpPr>
          <p:nvPr/>
        </p:nvSpPr>
        <p:spPr>
          <a:xfrm>
            <a:off x="7106701" y="43140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88B"/>
          </a:solidFill>
          <a:ln w="5054">
            <a:solidFill>
              <a:srgbClr val="1F988B"/>
            </a:solidFill>
            <a:prstDash val="solid"/>
          </a:ln>
        </p:spPr>
      </p:sp>
      <p:sp>
        <p:nvSpPr>
          <p:cNvPr id="332" name="F4_paired_one_to_one_0p3_9209">
            <a:extLst>
              <a:ext uri="{FF2B5EF4-FFF2-40B4-BE49-F238E27FC236}">
                <a16:creationId xmlns:a16="http://schemas.microsoft.com/office/drawing/2014/main" id="{B022AE18-2391-4237-83BF-81F698F45219}"/>
              </a:ext>
            </a:extLst>
          </p:cNvPr>
          <p:cNvSpPr>
            <a:spLocks noGrp="1"/>
          </p:cNvSpPr>
          <p:nvPr/>
        </p:nvSpPr>
        <p:spPr>
          <a:xfrm>
            <a:off x="7106701" y="42945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78B"/>
          </a:solidFill>
          <a:ln w="5054">
            <a:solidFill>
              <a:srgbClr val="1F978B"/>
            </a:solidFill>
            <a:prstDash val="solid"/>
          </a:ln>
        </p:spPr>
      </p:sp>
      <p:sp>
        <p:nvSpPr>
          <p:cNvPr id="333" name="F4_paired_one_to_one_0p3_9210">
            <a:extLst>
              <a:ext uri="{FF2B5EF4-FFF2-40B4-BE49-F238E27FC236}">
                <a16:creationId xmlns:a16="http://schemas.microsoft.com/office/drawing/2014/main" id="{E019B9AF-275C-4B1C-BF45-BBCC61A7E40E}"/>
              </a:ext>
            </a:extLst>
          </p:cNvPr>
          <p:cNvSpPr>
            <a:spLocks noGrp="1"/>
          </p:cNvSpPr>
          <p:nvPr/>
        </p:nvSpPr>
        <p:spPr>
          <a:xfrm>
            <a:off x="7106701" y="42749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68B"/>
          </a:solidFill>
          <a:ln w="5054">
            <a:solidFill>
              <a:srgbClr val="1F968B"/>
            </a:solidFill>
            <a:prstDash val="solid"/>
          </a:ln>
        </p:spPr>
      </p:sp>
      <p:sp>
        <p:nvSpPr>
          <p:cNvPr id="334" name="F4_paired_one_to_one_0p3_9211">
            <a:extLst>
              <a:ext uri="{FF2B5EF4-FFF2-40B4-BE49-F238E27FC236}">
                <a16:creationId xmlns:a16="http://schemas.microsoft.com/office/drawing/2014/main" id="{A8CF88EE-3D63-48E9-995C-742AF3B55304}"/>
              </a:ext>
            </a:extLst>
          </p:cNvPr>
          <p:cNvSpPr>
            <a:spLocks noGrp="1"/>
          </p:cNvSpPr>
          <p:nvPr/>
        </p:nvSpPr>
        <p:spPr>
          <a:xfrm>
            <a:off x="7106701" y="42554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58B"/>
          </a:solidFill>
          <a:ln w="5054">
            <a:solidFill>
              <a:srgbClr val="1F958B"/>
            </a:solidFill>
            <a:prstDash val="solid"/>
          </a:ln>
        </p:spPr>
      </p:sp>
      <p:sp>
        <p:nvSpPr>
          <p:cNvPr id="335" name="F4_paired_one_to_one_0p3_9212">
            <a:extLst>
              <a:ext uri="{FF2B5EF4-FFF2-40B4-BE49-F238E27FC236}">
                <a16:creationId xmlns:a16="http://schemas.microsoft.com/office/drawing/2014/main" id="{0B5026BB-FF08-4B3B-A234-487708EAF6BA}"/>
              </a:ext>
            </a:extLst>
          </p:cNvPr>
          <p:cNvSpPr>
            <a:spLocks noGrp="1"/>
          </p:cNvSpPr>
          <p:nvPr/>
        </p:nvSpPr>
        <p:spPr>
          <a:xfrm>
            <a:off x="7106701" y="42358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48C"/>
          </a:solidFill>
          <a:ln w="5054">
            <a:solidFill>
              <a:srgbClr val="1F948C"/>
            </a:solidFill>
            <a:prstDash val="solid"/>
          </a:ln>
        </p:spPr>
      </p:sp>
      <p:sp>
        <p:nvSpPr>
          <p:cNvPr id="336" name="F4_paired_one_to_one_0p3_9213">
            <a:extLst>
              <a:ext uri="{FF2B5EF4-FFF2-40B4-BE49-F238E27FC236}">
                <a16:creationId xmlns:a16="http://schemas.microsoft.com/office/drawing/2014/main" id="{F4F4A800-9435-4E55-ABC9-C05F528E75CF}"/>
              </a:ext>
            </a:extLst>
          </p:cNvPr>
          <p:cNvSpPr>
            <a:spLocks noGrp="1"/>
          </p:cNvSpPr>
          <p:nvPr/>
        </p:nvSpPr>
        <p:spPr>
          <a:xfrm>
            <a:off x="7106701" y="42163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38C"/>
          </a:solidFill>
          <a:ln w="5054">
            <a:solidFill>
              <a:srgbClr val="20938C"/>
            </a:solidFill>
            <a:prstDash val="solid"/>
          </a:ln>
        </p:spPr>
      </p:sp>
      <p:sp>
        <p:nvSpPr>
          <p:cNvPr id="337" name="F4_paired_one_to_one_0p3_9214">
            <a:extLst>
              <a:ext uri="{FF2B5EF4-FFF2-40B4-BE49-F238E27FC236}">
                <a16:creationId xmlns:a16="http://schemas.microsoft.com/office/drawing/2014/main" id="{094A4B2C-78D6-4D08-BDB8-E840715533D2}"/>
              </a:ext>
            </a:extLst>
          </p:cNvPr>
          <p:cNvSpPr>
            <a:spLocks noGrp="1"/>
          </p:cNvSpPr>
          <p:nvPr/>
        </p:nvSpPr>
        <p:spPr>
          <a:xfrm>
            <a:off x="7106701" y="41967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28C"/>
          </a:solidFill>
          <a:ln w="5054">
            <a:solidFill>
              <a:srgbClr val="20928C"/>
            </a:solidFill>
            <a:prstDash val="solid"/>
          </a:ln>
        </p:spPr>
      </p:sp>
      <p:sp>
        <p:nvSpPr>
          <p:cNvPr id="338" name="F4_paired_one_to_one_0p3_9215">
            <a:extLst>
              <a:ext uri="{FF2B5EF4-FFF2-40B4-BE49-F238E27FC236}">
                <a16:creationId xmlns:a16="http://schemas.microsoft.com/office/drawing/2014/main" id="{AC9BDF87-2D64-4211-AE59-135464B42387}"/>
              </a:ext>
            </a:extLst>
          </p:cNvPr>
          <p:cNvSpPr>
            <a:spLocks noGrp="1"/>
          </p:cNvSpPr>
          <p:nvPr/>
        </p:nvSpPr>
        <p:spPr>
          <a:xfrm>
            <a:off x="7106701" y="41772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28C"/>
          </a:solidFill>
          <a:ln w="5054">
            <a:solidFill>
              <a:srgbClr val="20928C"/>
            </a:solidFill>
            <a:prstDash val="solid"/>
          </a:ln>
        </p:spPr>
      </p:sp>
      <p:sp>
        <p:nvSpPr>
          <p:cNvPr id="339" name="F4_paired_one_to_one_0p3_9216">
            <a:extLst>
              <a:ext uri="{FF2B5EF4-FFF2-40B4-BE49-F238E27FC236}">
                <a16:creationId xmlns:a16="http://schemas.microsoft.com/office/drawing/2014/main" id="{A96915E6-5897-401C-9E79-43BFCFD11448}"/>
              </a:ext>
            </a:extLst>
          </p:cNvPr>
          <p:cNvSpPr>
            <a:spLocks noGrp="1"/>
          </p:cNvSpPr>
          <p:nvPr/>
        </p:nvSpPr>
        <p:spPr>
          <a:xfrm>
            <a:off x="7106701" y="41576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918C"/>
          </a:solidFill>
          <a:ln w="5054">
            <a:solidFill>
              <a:srgbClr val="21918C"/>
            </a:solidFill>
            <a:prstDash val="solid"/>
          </a:ln>
        </p:spPr>
      </p:sp>
      <p:sp>
        <p:nvSpPr>
          <p:cNvPr id="340" name="F4_paired_one_to_one_0p3_9217">
            <a:extLst>
              <a:ext uri="{FF2B5EF4-FFF2-40B4-BE49-F238E27FC236}">
                <a16:creationId xmlns:a16="http://schemas.microsoft.com/office/drawing/2014/main" id="{A11C72DE-E313-4CD0-BB12-B924BBA8C250}"/>
              </a:ext>
            </a:extLst>
          </p:cNvPr>
          <p:cNvSpPr>
            <a:spLocks noGrp="1"/>
          </p:cNvSpPr>
          <p:nvPr/>
        </p:nvSpPr>
        <p:spPr>
          <a:xfrm>
            <a:off x="7106701" y="41381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908D"/>
          </a:solidFill>
          <a:ln w="5054">
            <a:solidFill>
              <a:srgbClr val="21908D"/>
            </a:solidFill>
            <a:prstDash val="solid"/>
          </a:ln>
        </p:spPr>
      </p:sp>
      <p:sp>
        <p:nvSpPr>
          <p:cNvPr id="341" name="F4_paired_one_to_one_0p3_9218">
            <a:extLst>
              <a:ext uri="{FF2B5EF4-FFF2-40B4-BE49-F238E27FC236}">
                <a16:creationId xmlns:a16="http://schemas.microsoft.com/office/drawing/2014/main" id="{21F7BAF1-5024-45C7-BCFF-528F00DFFAE7}"/>
              </a:ext>
            </a:extLst>
          </p:cNvPr>
          <p:cNvSpPr>
            <a:spLocks noGrp="1"/>
          </p:cNvSpPr>
          <p:nvPr/>
        </p:nvSpPr>
        <p:spPr>
          <a:xfrm>
            <a:off x="7106701" y="411856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8F8D"/>
          </a:solidFill>
          <a:ln w="5054">
            <a:solidFill>
              <a:srgbClr val="218F8D"/>
            </a:solidFill>
            <a:prstDash val="solid"/>
          </a:ln>
        </p:spPr>
      </p:sp>
      <p:sp>
        <p:nvSpPr>
          <p:cNvPr id="342" name="F4_paired_one_to_one_0p3_9219">
            <a:extLst>
              <a:ext uri="{FF2B5EF4-FFF2-40B4-BE49-F238E27FC236}">
                <a16:creationId xmlns:a16="http://schemas.microsoft.com/office/drawing/2014/main" id="{453280ED-D624-4F74-967E-A24453BA9274}"/>
              </a:ext>
            </a:extLst>
          </p:cNvPr>
          <p:cNvSpPr>
            <a:spLocks noGrp="1"/>
          </p:cNvSpPr>
          <p:nvPr/>
        </p:nvSpPr>
        <p:spPr>
          <a:xfrm>
            <a:off x="7106701" y="40990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8E8D"/>
          </a:solidFill>
          <a:ln w="5054">
            <a:solidFill>
              <a:srgbClr val="218E8D"/>
            </a:solidFill>
            <a:prstDash val="solid"/>
          </a:ln>
        </p:spPr>
      </p:sp>
      <p:sp>
        <p:nvSpPr>
          <p:cNvPr id="343" name="F4_paired_one_to_one_0p3_9220">
            <a:extLst>
              <a:ext uri="{FF2B5EF4-FFF2-40B4-BE49-F238E27FC236}">
                <a16:creationId xmlns:a16="http://schemas.microsoft.com/office/drawing/2014/main" id="{4AEA4DCC-BAFD-4DEC-8103-2175CEFFCA27}"/>
              </a:ext>
            </a:extLst>
          </p:cNvPr>
          <p:cNvSpPr>
            <a:spLocks noGrp="1"/>
          </p:cNvSpPr>
          <p:nvPr/>
        </p:nvSpPr>
        <p:spPr>
          <a:xfrm>
            <a:off x="7106701" y="407946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D8D"/>
          </a:solidFill>
          <a:ln w="5054">
            <a:solidFill>
              <a:srgbClr val="228D8D"/>
            </a:solidFill>
            <a:prstDash val="solid"/>
          </a:ln>
        </p:spPr>
      </p:sp>
      <p:sp>
        <p:nvSpPr>
          <p:cNvPr id="344" name="F4_paired_one_to_one_0p3_9221">
            <a:extLst>
              <a:ext uri="{FF2B5EF4-FFF2-40B4-BE49-F238E27FC236}">
                <a16:creationId xmlns:a16="http://schemas.microsoft.com/office/drawing/2014/main" id="{0B9764BF-C935-477D-BC86-FEA82CF51464}"/>
              </a:ext>
            </a:extLst>
          </p:cNvPr>
          <p:cNvSpPr>
            <a:spLocks noGrp="1"/>
          </p:cNvSpPr>
          <p:nvPr/>
        </p:nvSpPr>
        <p:spPr>
          <a:xfrm>
            <a:off x="7106701" y="40599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C8D"/>
          </a:solidFill>
          <a:ln w="5054">
            <a:solidFill>
              <a:srgbClr val="228C8D"/>
            </a:solidFill>
            <a:prstDash val="solid"/>
          </a:ln>
        </p:spPr>
      </p:sp>
      <p:sp>
        <p:nvSpPr>
          <p:cNvPr id="345" name="F4_paired_one_to_one_0p3_9222">
            <a:extLst>
              <a:ext uri="{FF2B5EF4-FFF2-40B4-BE49-F238E27FC236}">
                <a16:creationId xmlns:a16="http://schemas.microsoft.com/office/drawing/2014/main" id="{8787D327-A68C-418F-9BC9-69E4FE7A7B6D}"/>
              </a:ext>
            </a:extLst>
          </p:cNvPr>
          <p:cNvSpPr>
            <a:spLocks noGrp="1"/>
          </p:cNvSpPr>
          <p:nvPr/>
        </p:nvSpPr>
        <p:spPr>
          <a:xfrm>
            <a:off x="7106701" y="40403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B8D"/>
          </a:solidFill>
          <a:ln w="5054">
            <a:solidFill>
              <a:srgbClr val="228B8D"/>
            </a:solidFill>
            <a:prstDash val="solid"/>
          </a:ln>
        </p:spPr>
      </p:sp>
      <p:sp>
        <p:nvSpPr>
          <p:cNvPr id="346" name="F4_paired_one_to_one_0p3_9223">
            <a:extLst>
              <a:ext uri="{FF2B5EF4-FFF2-40B4-BE49-F238E27FC236}">
                <a16:creationId xmlns:a16="http://schemas.microsoft.com/office/drawing/2014/main" id="{E8A5F0D9-48AD-448B-9D6F-D4028F5EE123}"/>
              </a:ext>
            </a:extLst>
          </p:cNvPr>
          <p:cNvSpPr>
            <a:spLocks noGrp="1"/>
          </p:cNvSpPr>
          <p:nvPr/>
        </p:nvSpPr>
        <p:spPr>
          <a:xfrm>
            <a:off x="7106701" y="40208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A8D"/>
          </a:solidFill>
          <a:ln w="5054">
            <a:solidFill>
              <a:srgbClr val="238A8D"/>
            </a:solidFill>
            <a:prstDash val="solid"/>
          </a:ln>
        </p:spPr>
      </p:sp>
      <p:sp>
        <p:nvSpPr>
          <p:cNvPr id="347" name="F4_paired_one_to_one_0p3_9224">
            <a:extLst>
              <a:ext uri="{FF2B5EF4-FFF2-40B4-BE49-F238E27FC236}">
                <a16:creationId xmlns:a16="http://schemas.microsoft.com/office/drawing/2014/main" id="{2F45A658-5A83-4393-B724-2E902E2AEFED}"/>
              </a:ext>
            </a:extLst>
          </p:cNvPr>
          <p:cNvSpPr>
            <a:spLocks noGrp="1"/>
          </p:cNvSpPr>
          <p:nvPr/>
        </p:nvSpPr>
        <p:spPr>
          <a:xfrm>
            <a:off x="7106701" y="40012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98E"/>
          </a:solidFill>
          <a:ln w="5054">
            <a:solidFill>
              <a:srgbClr val="23898E"/>
            </a:solidFill>
            <a:prstDash val="solid"/>
          </a:ln>
        </p:spPr>
      </p:sp>
      <p:sp>
        <p:nvSpPr>
          <p:cNvPr id="348" name="F4_paired_one_to_one_0p3_9225">
            <a:extLst>
              <a:ext uri="{FF2B5EF4-FFF2-40B4-BE49-F238E27FC236}">
                <a16:creationId xmlns:a16="http://schemas.microsoft.com/office/drawing/2014/main" id="{42930D0A-509F-49A6-A532-916DA01977A3}"/>
              </a:ext>
            </a:extLst>
          </p:cNvPr>
          <p:cNvSpPr>
            <a:spLocks noGrp="1"/>
          </p:cNvSpPr>
          <p:nvPr/>
        </p:nvSpPr>
        <p:spPr>
          <a:xfrm>
            <a:off x="7106701" y="39817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88E"/>
          </a:solidFill>
          <a:ln w="5054">
            <a:solidFill>
              <a:srgbClr val="23888E"/>
            </a:solidFill>
            <a:prstDash val="solid"/>
          </a:ln>
        </p:spPr>
      </p:sp>
      <p:sp>
        <p:nvSpPr>
          <p:cNvPr id="349" name="F4_paired_one_to_one_0p3_9226">
            <a:extLst>
              <a:ext uri="{FF2B5EF4-FFF2-40B4-BE49-F238E27FC236}">
                <a16:creationId xmlns:a16="http://schemas.microsoft.com/office/drawing/2014/main" id="{582DCA61-D90B-4ED5-B0CF-DFB9DE708CAB}"/>
              </a:ext>
            </a:extLst>
          </p:cNvPr>
          <p:cNvSpPr>
            <a:spLocks noGrp="1"/>
          </p:cNvSpPr>
          <p:nvPr/>
        </p:nvSpPr>
        <p:spPr>
          <a:xfrm>
            <a:off x="7106701" y="39621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878E"/>
          </a:solidFill>
          <a:ln w="5054">
            <a:solidFill>
              <a:srgbClr val="24878E"/>
            </a:solidFill>
            <a:prstDash val="solid"/>
          </a:ln>
        </p:spPr>
      </p:sp>
      <p:sp>
        <p:nvSpPr>
          <p:cNvPr id="350" name="F4_paired_one_to_one_0p3_9227">
            <a:extLst>
              <a:ext uri="{FF2B5EF4-FFF2-40B4-BE49-F238E27FC236}">
                <a16:creationId xmlns:a16="http://schemas.microsoft.com/office/drawing/2014/main" id="{6FFCC3B5-A3A0-40EA-9FF0-278E6003D740}"/>
              </a:ext>
            </a:extLst>
          </p:cNvPr>
          <p:cNvSpPr>
            <a:spLocks noGrp="1"/>
          </p:cNvSpPr>
          <p:nvPr/>
        </p:nvSpPr>
        <p:spPr>
          <a:xfrm>
            <a:off x="7106701" y="39426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868E"/>
          </a:solidFill>
          <a:ln w="5054">
            <a:solidFill>
              <a:srgbClr val="24868E"/>
            </a:solidFill>
            <a:prstDash val="solid"/>
          </a:ln>
        </p:spPr>
      </p:sp>
      <p:sp>
        <p:nvSpPr>
          <p:cNvPr id="351" name="F4_paired_one_to_one_0p3_9228">
            <a:extLst>
              <a:ext uri="{FF2B5EF4-FFF2-40B4-BE49-F238E27FC236}">
                <a16:creationId xmlns:a16="http://schemas.microsoft.com/office/drawing/2014/main" id="{E93731C5-DC42-4E7C-B8B3-EEA8488B8353}"/>
              </a:ext>
            </a:extLst>
          </p:cNvPr>
          <p:cNvSpPr>
            <a:spLocks noGrp="1"/>
          </p:cNvSpPr>
          <p:nvPr/>
        </p:nvSpPr>
        <p:spPr>
          <a:xfrm>
            <a:off x="7106701" y="39230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58E"/>
          </a:solidFill>
          <a:ln w="5054">
            <a:solidFill>
              <a:srgbClr val="25858E"/>
            </a:solidFill>
            <a:prstDash val="solid"/>
          </a:ln>
        </p:spPr>
      </p:sp>
      <p:sp>
        <p:nvSpPr>
          <p:cNvPr id="352" name="F4_paired_one_to_one_0p3_9229">
            <a:extLst>
              <a:ext uri="{FF2B5EF4-FFF2-40B4-BE49-F238E27FC236}">
                <a16:creationId xmlns:a16="http://schemas.microsoft.com/office/drawing/2014/main" id="{342360F6-64AA-4E6C-9216-6BCBE325B8E8}"/>
              </a:ext>
            </a:extLst>
          </p:cNvPr>
          <p:cNvSpPr>
            <a:spLocks noGrp="1"/>
          </p:cNvSpPr>
          <p:nvPr/>
        </p:nvSpPr>
        <p:spPr>
          <a:xfrm>
            <a:off x="7106701" y="39035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48E"/>
          </a:solidFill>
          <a:ln w="5054">
            <a:solidFill>
              <a:srgbClr val="25848E"/>
            </a:solidFill>
            <a:prstDash val="solid"/>
          </a:ln>
        </p:spPr>
      </p:sp>
      <p:sp>
        <p:nvSpPr>
          <p:cNvPr id="353" name="F4_paired_one_to_one_0p3_9230">
            <a:extLst>
              <a:ext uri="{FF2B5EF4-FFF2-40B4-BE49-F238E27FC236}">
                <a16:creationId xmlns:a16="http://schemas.microsoft.com/office/drawing/2014/main" id="{2DFE4385-5270-4F12-9C93-FFAD01EE6311}"/>
              </a:ext>
            </a:extLst>
          </p:cNvPr>
          <p:cNvSpPr>
            <a:spLocks noGrp="1"/>
          </p:cNvSpPr>
          <p:nvPr/>
        </p:nvSpPr>
        <p:spPr>
          <a:xfrm>
            <a:off x="7106701" y="38839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38E"/>
          </a:solidFill>
          <a:ln w="5054">
            <a:solidFill>
              <a:srgbClr val="25838E"/>
            </a:solidFill>
            <a:prstDash val="solid"/>
          </a:ln>
        </p:spPr>
      </p:sp>
      <p:sp>
        <p:nvSpPr>
          <p:cNvPr id="354" name="F4_paired_one_to_one_0p3_9231">
            <a:extLst>
              <a:ext uri="{FF2B5EF4-FFF2-40B4-BE49-F238E27FC236}">
                <a16:creationId xmlns:a16="http://schemas.microsoft.com/office/drawing/2014/main" id="{F7F72E74-A30B-4225-9A70-51526731DC99}"/>
              </a:ext>
            </a:extLst>
          </p:cNvPr>
          <p:cNvSpPr>
            <a:spLocks noGrp="1"/>
          </p:cNvSpPr>
          <p:nvPr/>
        </p:nvSpPr>
        <p:spPr>
          <a:xfrm>
            <a:off x="7106701" y="38644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28E"/>
          </a:solidFill>
          <a:ln w="5054">
            <a:solidFill>
              <a:srgbClr val="26828E"/>
            </a:solidFill>
            <a:prstDash val="solid"/>
          </a:ln>
        </p:spPr>
      </p:sp>
      <p:sp>
        <p:nvSpPr>
          <p:cNvPr id="355" name="F4_paired_one_to_one_0p3_9232">
            <a:extLst>
              <a:ext uri="{FF2B5EF4-FFF2-40B4-BE49-F238E27FC236}">
                <a16:creationId xmlns:a16="http://schemas.microsoft.com/office/drawing/2014/main" id="{45F5E995-1740-4A35-B053-6B47C3C1F210}"/>
              </a:ext>
            </a:extLst>
          </p:cNvPr>
          <p:cNvSpPr>
            <a:spLocks noGrp="1"/>
          </p:cNvSpPr>
          <p:nvPr/>
        </p:nvSpPr>
        <p:spPr>
          <a:xfrm>
            <a:off x="7106701" y="38448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28E"/>
          </a:solidFill>
          <a:ln w="5054">
            <a:solidFill>
              <a:srgbClr val="26828E"/>
            </a:solidFill>
            <a:prstDash val="solid"/>
          </a:ln>
        </p:spPr>
      </p:sp>
      <p:sp>
        <p:nvSpPr>
          <p:cNvPr id="356" name="F4_paired_one_to_one_0p3_9233">
            <a:extLst>
              <a:ext uri="{FF2B5EF4-FFF2-40B4-BE49-F238E27FC236}">
                <a16:creationId xmlns:a16="http://schemas.microsoft.com/office/drawing/2014/main" id="{C8E3F798-605E-4F67-BA94-C66CB4AFCE99}"/>
              </a:ext>
            </a:extLst>
          </p:cNvPr>
          <p:cNvSpPr>
            <a:spLocks noGrp="1"/>
          </p:cNvSpPr>
          <p:nvPr/>
        </p:nvSpPr>
        <p:spPr>
          <a:xfrm>
            <a:off x="7106701" y="38253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18E"/>
          </a:solidFill>
          <a:ln w="5054">
            <a:solidFill>
              <a:srgbClr val="26818E"/>
            </a:solidFill>
            <a:prstDash val="solid"/>
          </a:ln>
        </p:spPr>
      </p:sp>
      <p:sp>
        <p:nvSpPr>
          <p:cNvPr id="357" name="F4_paired_one_to_one_0p3_9234">
            <a:extLst>
              <a:ext uri="{FF2B5EF4-FFF2-40B4-BE49-F238E27FC236}">
                <a16:creationId xmlns:a16="http://schemas.microsoft.com/office/drawing/2014/main" id="{8F4A4BC1-249C-4550-9494-DF69BC8C4E68}"/>
              </a:ext>
            </a:extLst>
          </p:cNvPr>
          <p:cNvSpPr>
            <a:spLocks noGrp="1"/>
          </p:cNvSpPr>
          <p:nvPr/>
        </p:nvSpPr>
        <p:spPr>
          <a:xfrm>
            <a:off x="7106701" y="38057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808E"/>
          </a:solidFill>
          <a:ln w="5054">
            <a:solidFill>
              <a:srgbClr val="27808E"/>
            </a:solidFill>
            <a:prstDash val="solid"/>
          </a:ln>
        </p:spPr>
      </p:sp>
      <p:sp>
        <p:nvSpPr>
          <p:cNvPr id="358" name="F4_paired_one_to_one_0p3_9235">
            <a:extLst>
              <a:ext uri="{FF2B5EF4-FFF2-40B4-BE49-F238E27FC236}">
                <a16:creationId xmlns:a16="http://schemas.microsoft.com/office/drawing/2014/main" id="{2B53C4A7-437E-4AC8-BC02-5D0B47EC9527}"/>
              </a:ext>
            </a:extLst>
          </p:cNvPr>
          <p:cNvSpPr>
            <a:spLocks noGrp="1"/>
          </p:cNvSpPr>
          <p:nvPr/>
        </p:nvSpPr>
        <p:spPr>
          <a:xfrm>
            <a:off x="7106701" y="37862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7F8E"/>
          </a:solidFill>
          <a:ln w="5054">
            <a:solidFill>
              <a:srgbClr val="277F8E"/>
            </a:solidFill>
            <a:prstDash val="solid"/>
          </a:ln>
        </p:spPr>
      </p:sp>
      <p:sp>
        <p:nvSpPr>
          <p:cNvPr id="359" name="F4_paired_one_to_one_0p3_9236">
            <a:extLst>
              <a:ext uri="{FF2B5EF4-FFF2-40B4-BE49-F238E27FC236}">
                <a16:creationId xmlns:a16="http://schemas.microsoft.com/office/drawing/2014/main" id="{4026871C-04F7-4EED-837B-E0FC0406B0FC}"/>
              </a:ext>
            </a:extLst>
          </p:cNvPr>
          <p:cNvSpPr>
            <a:spLocks noGrp="1"/>
          </p:cNvSpPr>
          <p:nvPr/>
        </p:nvSpPr>
        <p:spPr>
          <a:xfrm>
            <a:off x="7106701" y="37666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7E8E"/>
          </a:solidFill>
          <a:ln w="5054">
            <a:solidFill>
              <a:srgbClr val="277E8E"/>
            </a:solidFill>
            <a:prstDash val="solid"/>
          </a:ln>
        </p:spPr>
      </p:sp>
      <p:sp>
        <p:nvSpPr>
          <p:cNvPr id="360" name="F4_paired_one_to_one_0p3_9237">
            <a:extLst>
              <a:ext uri="{FF2B5EF4-FFF2-40B4-BE49-F238E27FC236}">
                <a16:creationId xmlns:a16="http://schemas.microsoft.com/office/drawing/2014/main" id="{88CD2378-FA6F-49B9-B636-83F9EF63A356}"/>
              </a:ext>
            </a:extLst>
          </p:cNvPr>
          <p:cNvSpPr>
            <a:spLocks noGrp="1"/>
          </p:cNvSpPr>
          <p:nvPr/>
        </p:nvSpPr>
        <p:spPr>
          <a:xfrm>
            <a:off x="7106701" y="37471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7D8E"/>
          </a:solidFill>
          <a:ln w="5054">
            <a:solidFill>
              <a:srgbClr val="287D8E"/>
            </a:solidFill>
            <a:prstDash val="solid"/>
          </a:ln>
        </p:spPr>
      </p:sp>
      <p:sp>
        <p:nvSpPr>
          <p:cNvPr id="361" name="F4_paired_one_to_one_0p3_9238">
            <a:extLst>
              <a:ext uri="{FF2B5EF4-FFF2-40B4-BE49-F238E27FC236}">
                <a16:creationId xmlns:a16="http://schemas.microsoft.com/office/drawing/2014/main" id="{062AC414-CA36-4B05-95B3-4335C0F46741}"/>
              </a:ext>
            </a:extLst>
          </p:cNvPr>
          <p:cNvSpPr>
            <a:spLocks noGrp="1"/>
          </p:cNvSpPr>
          <p:nvPr/>
        </p:nvSpPr>
        <p:spPr>
          <a:xfrm>
            <a:off x="7106701" y="37275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7C8E"/>
          </a:solidFill>
          <a:ln w="5054">
            <a:solidFill>
              <a:srgbClr val="287C8E"/>
            </a:solidFill>
            <a:prstDash val="solid"/>
          </a:ln>
        </p:spPr>
      </p:sp>
      <p:sp>
        <p:nvSpPr>
          <p:cNvPr id="362" name="F4_paired_one_to_one_0p3_9239">
            <a:extLst>
              <a:ext uri="{FF2B5EF4-FFF2-40B4-BE49-F238E27FC236}">
                <a16:creationId xmlns:a16="http://schemas.microsoft.com/office/drawing/2014/main" id="{E48D74AF-03CB-4722-A925-A834CC64ADD8}"/>
              </a:ext>
            </a:extLst>
          </p:cNvPr>
          <p:cNvSpPr>
            <a:spLocks noGrp="1"/>
          </p:cNvSpPr>
          <p:nvPr/>
        </p:nvSpPr>
        <p:spPr>
          <a:xfrm>
            <a:off x="7106701" y="37080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B8E"/>
          </a:solidFill>
          <a:ln w="5054">
            <a:solidFill>
              <a:srgbClr val="297B8E"/>
            </a:solidFill>
            <a:prstDash val="solid"/>
          </a:ln>
        </p:spPr>
      </p:sp>
      <p:sp>
        <p:nvSpPr>
          <p:cNvPr id="363" name="F4_paired_one_to_one_0p3_9240">
            <a:extLst>
              <a:ext uri="{FF2B5EF4-FFF2-40B4-BE49-F238E27FC236}">
                <a16:creationId xmlns:a16="http://schemas.microsoft.com/office/drawing/2014/main" id="{5C6CF892-351F-4917-AA84-AD1087247543}"/>
              </a:ext>
            </a:extLst>
          </p:cNvPr>
          <p:cNvSpPr>
            <a:spLocks noGrp="1"/>
          </p:cNvSpPr>
          <p:nvPr/>
        </p:nvSpPr>
        <p:spPr>
          <a:xfrm>
            <a:off x="7106701" y="36884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A8E"/>
          </a:solidFill>
          <a:ln w="5054">
            <a:solidFill>
              <a:srgbClr val="297A8E"/>
            </a:solidFill>
            <a:prstDash val="solid"/>
          </a:ln>
        </p:spPr>
      </p:sp>
      <p:sp>
        <p:nvSpPr>
          <p:cNvPr id="364" name="F4_paired_one_to_one_0p3_9241">
            <a:extLst>
              <a:ext uri="{FF2B5EF4-FFF2-40B4-BE49-F238E27FC236}">
                <a16:creationId xmlns:a16="http://schemas.microsoft.com/office/drawing/2014/main" id="{5308F42F-3C9C-436B-9719-839DD6913B6E}"/>
              </a:ext>
            </a:extLst>
          </p:cNvPr>
          <p:cNvSpPr>
            <a:spLocks noGrp="1"/>
          </p:cNvSpPr>
          <p:nvPr/>
        </p:nvSpPr>
        <p:spPr>
          <a:xfrm>
            <a:off x="7106701" y="36689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98E"/>
          </a:solidFill>
          <a:ln w="5054">
            <a:solidFill>
              <a:srgbClr val="29798E"/>
            </a:solidFill>
            <a:prstDash val="solid"/>
          </a:ln>
        </p:spPr>
      </p:sp>
      <p:sp>
        <p:nvSpPr>
          <p:cNvPr id="365" name="F4_paired_one_to_one_0p3_9242">
            <a:extLst>
              <a:ext uri="{FF2B5EF4-FFF2-40B4-BE49-F238E27FC236}">
                <a16:creationId xmlns:a16="http://schemas.microsoft.com/office/drawing/2014/main" id="{5DC6AF2A-6302-4C48-9D56-DE8D39EAF6AA}"/>
              </a:ext>
            </a:extLst>
          </p:cNvPr>
          <p:cNvSpPr>
            <a:spLocks noGrp="1"/>
          </p:cNvSpPr>
          <p:nvPr/>
        </p:nvSpPr>
        <p:spPr>
          <a:xfrm>
            <a:off x="7106701" y="36493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88E"/>
          </a:solidFill>
          <a:ln w="5054">
            <a:solidFill>
              <a:srgbClr val="2A788E"/>
            </a:solidFill>
            <a:prstDash val="solid"/>
          </a:ln>
        </p:spPr>
      </p:sp>
      <p:sp>
        <p:nvSpPr>
          <p:cNvPr id="366" name="F4_paired_one_to_one_0p3_9243">
            <a:extLst>
              <a:ext uri="{FF2B5EF4-FFF2-40B4-BE49-F238E27FC236}">
                <a16:creationId xmlns:a16="http://schemas.microsoft.com/office/drawing/2014/main" id="{A1C9A1C7-0710-4E05-91D4-5E31000B3EE1}"/>
              </a:ext>
            </a:extLst>
          </p:cNvPr>
          <p:cNvSpPr>
            <a:spLocks noGrp="1"/>
          </p:cNvSpPr>
          <p:nvPr/>
        </p:nvSpPr>
        <p:spPr>
          <a:xfrm>
            <a:off x="7106701" y="36298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78E"/>
          </a:solidFill>
          <a:ln w="5054">
            <a:solidFill>
              <a:srgbClr val="2A778E"/>
            </a:solidFill>
            <a:prstDash val="solid"/>
          </a:ln>
        </p:spPr>
      </p:sp>
      <p:sp>
        <p:nvSpPr>
          <p:cNvPr id="367" name="F4_paired_one_to_one_0p3_9244">
            <a:extLst>
              <a:ext uri="{FF2B5EF4-FFF2-40B4-BE49-F238E27FC236}">
                <a16:creationId xmlns:a16="http://schemas.microsoft.com/office/drawing/2014/main" id="{93A866DD-4AEE-4BE1-8092-D9BEF4DE02A9}"/>
              </a:ext>
            </a:extLst>
          </p:cNvPr>
          <p:cNvSpPr>
            <a:spLocks noGrp="1"/>
          </p:cNvSpPr>
          <p:nvPr/>
        </p:nvSpPr>
        <p:spPr>
          <a:xfrm>
            <a:off x="7106701" y="36102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68E"/>
          </a:solidFill>
          <a:ln w="5054">
            <a:solidFill>
              <a:srgbClr val="2A768E"/>
            </a:solidFill>
            <a:prstDash val="solid"/>
          </a:ln>
        </p:spPr>
      </p:sp>
      <p:sp>
        <p:nvSpPr>
          <p:cNvPr id="368" name="F4_paired_one_to_one_0p3_9245">
            <a:extLst>
              <a:ext uri="{FF2B5EF4-FFF2-40B4-BE49-F238E27FC236}">
                <a16:creationId xmlns:a16="http://schemas.microsoft.com/office/drawing/2014/main" id="{6CA83BB4-1BA4-4088-8C6F-41D971A1D645}"/>
              </a:ext>
            </a:extLst>
          </p:cNvPr>
          <p:cNvSpPr>
            <a:spLocks noGrp="1"/>
          </p:cNvSpPr>
          <p:nvPr/>
        </p:nvSpPr>
        <p:spPr>
          <a:xfrm>
            <a:off x="7106701" y="35907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B758E"/>
          </a:solidFill>
          <a:ln w="5054">
            <a:solidFill>
              <a:srgbClr val="2B758E"/>
            </a:solidFill>
            <a:prstDash val="solid"/>
          </a:ln>
        </p:spPr>
      </p:sp>
      <p:sp>
        <p:nvSpPr>
          <p:cNvPr id="369" name="F4_paired_one_to_one_0p3_9246">
            <a:extLst>
              <a:ext uri="{FF2B5EF4-FFF2-40B4-BE49-F238E27FC236}">
                <a16:creationId xmlns:a16="http://schemas.microsoft.com/office/drawing/2014/main" id="{0741FF7C-2171-4D7D-9BF3-DE6F52764DDA}"/>
              </a:ext>
            </a:extLst>
          </p:cNvPr>
          <p:cNvSpPr>
            <a:spLocks noGrp="1"/>
          </p:cNvSpPr>
          <p:nvPr/>
        </p:nvSpPr>
        <p:spPr>
          <a:xfrm>
            <a:off x="7106701" y="35711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B748E"/>
          </a:solidFill>
          <a:ln w="5054">
            <a:solidFill>
              <a:srgbClr val="2B748E"/>
            </a:solidFill>
            <a:prstDash val="solid"/>
          </a:ln>
        </p:spPr>
      </p:sp>
      <p:sp>
        <p:nvSpPr>
          <p:cNvPr id="370" name="F4_paired_one_to_one_0p3_9247">
            <a:extLst>
              <a:ext uri="{FF2B5EF4-FFF2-40B4-BE49-F238E27FC236}">
                <a16:creationId xmlns:a16="http://schemas.microsoft.com/office/drawing/2014/main" id="{AAA7866E-F040-4812-9332-3B7E1E402439}"/>
              </a:ext>
            </a:extLst>
          </p:cNvPr>
          <p:cNvSpPr>
            <a:spLocks noGrp="1"/>
          </p:cNvSpPr>
          <p:nvPr/>
        </p:nvSpPr>
        <p:spPr>
          <a:xfrm>
            <a:off x="7106701" y="35516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38E"/>
          </a:solidFill>
          <a:ln w="5054">
            <a:solidFill>
              <a:srgbClr val="2C738E"/>
            </a:solidFill>
            <a:prstDash val="solid"/>
          </a:ln>
        </p:spPr>
      </p:sp>
      <p:sp>
        <p:nvSpPr>
          <p:cNvPr id="371" name="F4_paired_one_to_one_0p3_9248">
            <a:extLst>
              <a:ext uri="{FF2B5EF4-FFF2-40B4-BE49-F238E27FC236}">
                <a16:creationId xmlns:a16="http://schemas.microsoft.com/office/drawing/2014/main" id="{AFA27CFF-9308-4E0A-A781-25DF7CB9C404}"/>
              </a:ext>
            </a:extLst>
          </p:cNvPr>
          <p:cNvSpPr>
            <a:spLocks noGrp="1"/>
          </p:cNvSpPr>
          <p:nvPr/>
        </p:nvSpPr>
        <p:spPr>
          <a:xfrm>
            <a:off x="7106701" y="35320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28E"/>
          </a:solidFill>
          <a:ln w="5054">
            <a:solidFill>
              <a:srgbClr val="2C728E"/>
            </a:solidFill>
            <a:prstDash val="solid"/>
          </a:ln>
        </p:spPr>
      </p:sp>
      <p:sp>
        <p:nvSpPr>
          <p:cNvPr id="372" name="F4_paired_one_to_one_0p3_9249">
            <a:extLst>
              <a:ext uri="{FF2B5EF4-FFF2-40B4-BE49-F238E27FC236}">
                <a16:creationId xmlns:a16="http://schemas.microsoft.com/office/drawing/2014/main" id="{AC1B9A27-65E2-4BFB-A4B8-1ADAEC9E7B2F}"/>
              </a:ext>
            </a:extLst>
          </p:cNvPr>
          <p:cNvSpPr>
            <a:spLocks noGrp="1"/>
          </p:cNvSpPr>
          <p:nvPr/>
        </p:nvSpPr>
        <p:spPr>
          <a:xfrm>
            <a:off x="7106701" y="35125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18E"/>
          </a:solidFill>
          <a:ln w="5054">
            <a:solidFill>
              <a:srgbClr val="2C718E"/>
            </a:solidFill>
            <a:prstDash val="solid"/>
          </a:ln>
        </p:spPr>
      </p:sp>
      <p:sp>
        <p:nvSpPr>
          <p:cNvPr id="373" name="F4_paired_one_to_one_0p3_9250">
            <a:extLst>
              <a:ext uri="{FF2B5EF4-FFF2-40B4-BE49-F238E27FC236}">
                <a16:creationId xmlns:a16="http://schemas.microsoft.com/office/drawing/2014/main" id="{0AEB5376-C751-4813-A8D7-EB06B9C70F2B}"/>
              </a:ext>
            </a:extLst>
          </p:cNvPr>
          <p:cNvSpPr>
            <a:spLocks noGrp="1"/>
          </p:cNvSpPr>
          <p:nvPr/>
        </p:nvSpPr>
        <p:spPr>
          <a:xfrm>
            <a:off x="7106701" y="34929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718E"/>
          </a:solidFill>
          <a:ln w="5054">
            <a:solidFill>
              <a:srgbClr val="2D718E"/>
            </a:solidFill>
            <a:prstDash val="solid"/>
          </a:ln>
        </p:spPr>
      </p:sp>
      <p:sp>
        <p:nvSpPr>
          <p:cNvPr id="374" name="F4_paired_one_to_one_0p3_9251">
            <a:extLst>
              <a:ext uri="{FF2B5EF4-FFF2-40B4-BE49-F238E27FC236}">
                <a16:creationId xmlns:a16="http://schemas.microsoft.com/office/drawing/2014/main" id="{3C06E10A-F395-4DFD-8CE2-B7F375799C47}"/>
              </a:ext>
            </a:extLst>
          </p:cNvPr>
          <p:cNvSpPr>
            <a:spLocks noGrp="1"/>
          </p:cNvSpPr>
          <p:nvPr/>
        </p:nvSpPr>
        <p:spPr>
          <a:xfrm>
            <a:off x="7106701" y="34734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708E"/>
          </a:solidFill>
          <a:ln w="5054">
            <a:solidFill>
              <a:srgbClr val="2D708E"/>
            </a:solidFill>
            <a:prstDash val="solid"/>
          </a:ln>
        </p:spPr>
      </p:sp>
      <p:sp>
        <p:nvSpPr>
          <p:cNvPr id="375" name="F4_paired_one_to_one_0p3_9252">
            <a:extLst>
              <a:ext uri="{FF2B5EF4-FFF2-40B4-BE49-F238E27FC236}">
                <a16:creationId xmlns:a16="http://schemas.microsoft.com/office/drawing/2014/main" id="{8BD19BBD-9E6A-4E3F-B6BD-803D2958A177}"/>
              </a:ext>
            </a:extLst>
          </p:cNvPr>
          <p:cNvSpPr>
            <a:spLocks noGrp="1"/>
          </p:cNvSpPr>
          <p:nvPr/>
        </p:nvSpPr>
        <p:spPr>
          <a:xfrm>
            <a:off x="7106701" y="34538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F8E"/>
          </a:solidFill>
          <a:ln w="5054">
            <a:solidFill>
              <a:srgbClr val="2E6F8E"/>
            </a:solidFill>
            <a:prstDash val="solid"/>
          </a:ln>
        </p:spPr>
      </p:sp>
      <p:sp>
        <p:nvSpPr>
          <p:cNvPr id="376" name="F4_paired_one_to_one_0p3_9253">
            <a:extLst>
              <a:ext uri="{FF2B5EF4-FFF2-40B4-BE49-F238E27FC236}">
                <a16:creationId xmlns:a16="http://schemas.microsoft.com/office/drawing/2014/main" id="{8B193233-A210-4EBF-B07F-0A5BABA34BD1}"/>
              </a:ext>
            </a:extLst>
          </p:cNvPr>
          <p:cNvSpPr>
            <a:spLocks noGrp="1"/>
          </p:cNvSpPr>
          <p:nvPr/>
        </p:nvSpPr>
        <p:spPr>
          <a:xfrm>
            <a:off x="7106701" y="343431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E8E"/>
          </a:solidFill>
          <a:ln w="5054">
            <a:solidFill>
              <a:srgbClr val="2E6E8E"/>
            </a:solidFill>
            <a:prstDash val="solid"/>
          </a:ln>
        </p:spPr>
      </p:sp>
      <p:sp>
        <p:nvSpPr>
          <p:cNvPr id="377" name="F4_paired_one_to_one_0p3_9254">
            <a:extLst>
              <a:ext uri="{FF2B5EF4-FFF2-40B4-BE49-F238E27FC236}">
                <a16:creationId xmlns:a16="http://schemas.microsoft.com/office/drawing/2014/main" id="{C822C904-2135-4EDE-BF28-5F1066D54C4C}"/>
              </a:ext>
            </a:extLst>
          </p:cNvPr>
          <p:cNvSpPr>
            <a:spLocks noGrp="1"/>
          </p:cNvSpPr>
          <p:nvPr/>
        </p:nvSpPr>
        <p:spPr>
          <a:xfrm>
            <a:off x="7106701" y="34147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D8E"/>
          </a:solidFill>
          <a:ln w="5054">
            <a:solidFill>
              <a:srgbClr val="2E6D8E"/>
            </a:solidFill>
            <a:prstDash val="solid"/>
          </a:ln>
        </p:spPr>
      </p:sp>
      <p:sp>
        <p:nvSpPr>
          <p:cNvPr id="378" name="F4_paired_one_to_one_0p3_9255">
            <a:extLst>
              <a:ext uri="{FF2B5EF4-FFF2-40B4-BE49-F238E27FC236}">
                <a16:creationId xmlns:a16="http://schemas.microsoft.com/office/drawing/2014/main" id="{B355FDCF-3F8E-40B5-9BCD-BAE01CF0BDD4}"/>
              </a:ext>
            </a:extLst>
          </p:cNvPr>
          <p:cNvSpPr>
            <a:spLocks noGrp="1"/>
          </p:cNvSpPr>
          <p:nvPr/>
        </p:nvSpPr>
        <p:spPr>
          <a:xfrm>
            <a:off x="7106701" y="339521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6C8E"/>
          </a:solidFill>
          <a:ln w="5054">
            <a:solidFill>
              <a:srgbClr val="2F6C8E"/>
            </a:solidFill>
            <a:prstDash val="solid"/>
          </a:ln>
        </p:spPr>
      </p:sp>
      <p:sp>
        <p:nvSpPr>
          <p:cNvPr id="379" name="F4_paired_one_to_one_0p3_9256">
            <a:extLst>
              <a:ext uri="{FF2B5EF4-FFF2-40B4-BE49-F238E27FC236}">
                <a16:creationId xmlns:a16="http://schemas.microsoft.com/office/drawing/2014/main" id="{E0802462-8E4B-4C16-B870-DA1E62D0EAC1}"/>
              </a:ext>
            </a:extLst>
          </p:cNvPr>
          <p:cNvSpPr>
            <a:spLocks noGrp="1"/>
          </p:cNvSpPr>
          <p:nvPr/>
        </p:nvSpPr>
        <p:spPr>
          <a:xfrm>
            <a:off x="7106701" y="33756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6B8E"/>
          </a:solidFill>
          <a:ln w="5054">
            <a:solidFill>
              <a:srgbClr val="2F6B8E"/>
            </a:solidFill>
            <a:prstDash val="solid"/>
          </a:ln>
        </p:spPr>
      </p:sp>
      <p:sp>
        <p:nvSpPr>
          <p:cNvPr id="380" name="F4_paired_one_to_one_0p3_9257">
            <a:extLst>
              <a:ext uri="{FF2B5EF4-FFF2-40B4-BE49-F238E27FC236}">
                <a16:creationId xmlns:a16="http://schemas.microsoft.com/office/drawing/2014/main" id="{F4587F36-92DC-4D99-89A5-BAD52DD056E6}"/>
              </a:ext>
            </a:extLst>
          </p:cNvPr>
          <p:cNvSpPr>
            <a:spLocks noGrp="1"/>
          </p:cNvSpPr>
          <p:nvPr/>
        </p:nvSpPr>
        <p:spPr>
          <a:xfrm>
            <a:off x="7106701" y="33561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06A8E"/>
          </a:solidFill>
          <a:ln w="5054">
            <a:solidFill>
              <a:srgbClr val="306A8E"/>
            </a:solidFill>
            <a:prstDash val="solid"/>
          </a:ln>
        </p:spPr>
      </p:sp>
      <p:sp>
        <p:nvSpPr>
          <p:cNvPr id="381" name="F4_paired_one_to_one_0p3_9258">
            <a:extLst>
              <a:ext uri="{FF2B5EF4-FFF2-40B4-BE49-F238E27FC236}">
                <a16:creationId xmlns:a16="http://schemas.microsoft.com/office/drawing/2014/main" id="{F1E3DB0B-8E7D-4B77-A32C-7BF37A6C4702}"/>
              </a:ext>
            </a:extLst>
          </p:cNvPr>
          <p:cNvSpPr>
            <a:spLocks noGrp="1"/>
          </p:cNvSpPr>
          <p:nvPr/>
        </p:nvSpPr>
        <p:spPr>
          <a:xfrm>
            <a:off x="7106701" y="33365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0698E"/>
          </a:solidFill>
          <a:ln w="5054">
            <a:solidFill>
              <a:srgbClr val="30698E"/>
            </a:solidFill>
            <a:prstDash val="solid"/>
          </a:ln>
        </p:spPr>
      </p:sp>
      <p:sp>
        <p:nvSpPr>
          <p:cNvPr id="382" name="F4_paired_one_to_one_0p3_9259">
            <a:extLst>
              <a:ext uri="{FF2B5EF4-FFF2-40B4-BE49-F238E27FC236}">
                <a16:creationId xmlns:a16="http://schemas.microsoft.com/office/drawing/2014/main" id="{D4C77FDE-624A-43FE-99AE-730904D8198A}"/>
              </a:ext>
            </a:extLst>
          </p:cNvPr>
          <p:cNvSpPr>
            <a:spLocks noGrp="1"/>
          </p:cNvSpPr>
          <p:nvPr/>
        </p:nvSpPr>
        <p:spPr>
          <a:xfrm>
            <a:off x="7106701" y="33170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88E"/>
          </a:solidFill>
          <a:ln w="5054">
            <a:solidFill>
              <a:srgbClr val="31688E"/>
            </a:solidFill>
            <a:prstDash val="solid"/>
          </a:ln>
        </p:spPr>
      </p:sp>
      <p:sp>
        <p:nvSpPr>
          <p:cNvPr id="383" name="F4_paired_one_to_one_0p3_9260">
            <a:extLst>
              <a:ext uri="{FF2B5EF4-FFF2-40B4-BE49-F238E27FC236}">
                <a16:creationId xmlns:a16="http://schemas.microsoft.com/office/drawing/2014/main" id="{D6DD3615-0946-4A17-9489-89308181AD7D}"/>
              </a:ext>
            </a:extLst>
          </p:cNvPr>
          <p:cNvSpPr>
            <a:spLocks noGrp="1"/>
          </p:cNvSpPr>
          <p:nvPr/>
        </p:nvSpPr>
        <p:spPr>
          <a:xfrm>
            <a:off x="7106701" y="32974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78E"/>
          </a:solidFill>
          <a:ln w="5054">
            <a:solidFill>
              <a:srgbClr val="31678E"/>
            </a:solidFill>
            <a:prstDash val="solid"/>
          </a:ln>
        </p:spPr>
      </p:sp>
      <p:sp>
        <p:nvSpPr>
          <p:cNvPr id="384" name="F4_paired_one_to_one_0p3_9261">
            <a:extLst>
              <a:ext uri="{FF2B5EF4-FFF2-40B4-BE49-F238E27FC236}">
                <a16:creationId xmlns:a16="http://schemas.microsoft.com/office/drawing/2014/main" id="{490B87CC-EF2D-4D86-B53E-9FCA6E56943D}"/>
              </a:ext>
            </a:extLst>
          </p:cNvPr>
          <p:cNvSpPr>
            <a:spLocks noGrp="1"/>
          </p:cNvSpPr>
          <p:nvPr/>
        </p:nvSpPr>
        <p:spPr>
          <a:xfrm>
            <a:off x="7106701" y="32779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68E"/>
          </a:solidFill>
          <a:ln w="5054">
            <a:solidFill>
              <a:srgbClr val="31668E"/>
            </a:solidFill>
            <a:prstDash val="solid"/>
          </a:ln>
        </p:spPr>
      </p:sp>
      <p:sp>
        <p:nvSpPr>
          <p:cNvPr id="385" name="F4_paired_one_to_one_0p3_9262">
            <a:extLst>
              <a:ext uri="{FF2B5EF4-FFF2-40B4-BE49-F238E27FC236}">
                <a16:creationId xmlns:a16="http://schemas.microsoft.com/office/drawing/2014/main" id="{FC7E5A55-6DBC-41E7-99DE-D9FBE56D19A5}"/>
              </a:ext>
            </a:extLst>
          </p:cNvPr>
          <p:cNvSpPr>
            <a:spLocks noGrp="1"/>
          </p:cNvSpPr>
          <p:nvPr/>
        </p:nvSpPr>
        <p:spPr>
          <a:xfrm>
            <a:off x="7106701" y="32583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658E"/>
          </a:solidFill>
          <a:ln w="5054">
            <a:solidFill>
              <a:srgbClr val="32658E"/>
            </a:solidFill>
            <a:prstDash val="solid"/>
          </a:ln>
        </p:spPr>
      </p:sp>
      <p:sp>
        <p:nvSpPr>
          <p:cNvPr id="386" name="F4_paired_one_to_one_0p3_9263">
            <a:extLst>
              <a:ext uri="{FF2B5EF4-FFF2-40B4-BE49-F238E27FC236}">
                <a16:creationId xmlns:a16="http://schemas.microsoft.com/office/drawing/2014/main" id="{DE4AD592-7561-4437-AB54-412EF82065C9}"/>
              </a:ext>
            </a:extLst>
          </p:cNvPr>
          <p:cNvSpPr>
            <a:spLocks noGrp="1"/>
          </p:cNvSpPr>
          <p:nvPr/>
        </p:nvSpPr>
        <p:spPr>
          <a:xfrm>
            <a:off x="7106701" y="32388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648E"/>
          </a:solidFill>
          <a:ln w="5054">
            <a:solidFill>
              <a:srgbClr val="32648E"/>
            </a:solidFill>
            <a:prstDash val="solid"/>
          </a:ln>
        </p:spPr>
      </p:sp>
      <p:sp>
        <p:nvSpPr>
          <p:cNvPr id="387" name="F4_paired_one_to_one_0p3_9264">
            <a:extLst>
              <a:ext uri="{FF2B5EF4-FFF2-40B4-BE49-F238E27FC236}">
                <a16:creationId xmlns:a16="http://schemas.microsoft.com/office/drawing/2014/main" id="{10B46B25-6C1C-4343-BB85-159B21AF1AB3}"/>
              </a:ext>
            </a:extLst>
          </p:cNvPr>
          <p:cNvSpPr>
            <a:spLocks noGrp="1"/>
          </p:cNvSpPr>
          <p:nvPr/>
        </p:nvSpPr>
        <p:spPr>
          <a:xfrm>
            <a:off x="7106701" y="32192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3638D"/>
          </a:solidFill>
          <a:ln w="5054">
            <a:solidFill>
              <a:srgbClr val="33638D"/>
            </a:solidFill>
            <a:prstDash val="solid"/>
          </a:ln>
        </p:spPr>
      </p:sp>
      <p:sp>
        <p:nvSpPr>
          <p:cNvPr id="388" name="F4_paired_one_to_one_0p3_9265">
            <a:extLst>
              <a:ext uri="{FF2B5EF4-FFF2-40B4-BE49-F238E27FC236}">
                <a16:creationId xmlns:a16="http://schemas.microsoft.com/office/drawing/2014/main" id="{225B38AB-BC5C-4B68-96D9-E207B210DE20}"/>
              </a:ext>
            </a:extLst>
          </p:cNvPr>
          <p:cNvSpPr>
            <a:spLocks noGrp="1"/>
          </p:cNvSpPr>
          <p:nvPr/>
        </p:nvSpPr>
        <p:spPr>
          <a:xfrm>
            <a:off x="7106701" y="31997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3628D"/>
          </a:solidFill>
          <a:ln w="5054">
            <a:solidFill>
              <a:srgbClr val="33628D"/>
            </a:solidFill>
            <a:prstDash val="solid"/>
          </a:ln>
        </p:spPr>
      </p:sp>
      <p:sp>
        <p:nvSpPr>
          <p:cNvPr id="389" name="F4_paired_one_to_one_0p3_9266">
            <a:extLst>
              <a:ext uri="{FF2B5EF4-FFF2-40B4-BE49-F238E27FC236}">
                <a16:creationId xmlns:a16="http://schemas.microsoft.com/office/drawing/2014/main" id="{04356E76-57BD-4352-BECE-61FD1611C24D}"/>
              </a:ext>
            </a:extLst>
          </p:cNvPr>
          <p:cNvSpPr>
            <a:spLocks noGrp="1"/>
          </p:cNvSpPr>
          <p:nvPr/>
        </p:nvSpPr>
        <p:spPr>
          <a:xfrm>
            <a:off x="7106701" y="31801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618D"/>
          </a:solidFill>
          <a:ln w="5054">
            <a:solidFill>
              <a:srgbClr val="34618D"/>
            </a:solidFill>
            <a:prstDash val="solid"/>
          </a:ln>
        </p:spPr>
      </p:sp>
      <p:sp>
        <p:nvSpPr>
          <p:cNvPr id="390" name="F4_paired_one_to_one_0p3_9267">
            <a:extLst>
              <a:ext uri="{FF2B5EF4-FFF2-40B4-BE49-F238E27FC236}">
                <a16:creationId xmlns:a16="http://schemas.microsoft.com/office/drawing/2014/main" id="{8FAB81FD-279E-4DF7-81DC-B8F785325BAD}"/>
              </a:ext>
            </a:extLst>
          </p:cNvPr>
          <p:cNvSpPr>
            <a:spLocks noGrp="1"/>
          </p:cNvSpPr>
          <p:nvPr/>
        </p:nvSpPr>
        <p:spPr>
          <a:xfrm>
            <a:off x="7106701" y="31606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608D"/>
          </a:solidFill>
          <a:ln w="5054">
            <a:solidFill>
              <a:srgbClr val="34608D"/>
            </a:solidFill>
            <a:prstDash val="solid"/>
          </a:ln>
        </p:spPr>
      </p:sp>
      <p:sp>
        <p:nvSpPr>
          <p:cNvPr id="391" name="F4_paired_one_to_one_0p3_9268">
            <a:extLst>
              <a:ext uri="{FF2B5EF4-FFF2-40B4-BE49-F238E27FC236}">
                <a16:creationId xmlns:a16="http://schemas.microsoft.com/office/drawing/2014/main" id="{D3BB61AF-7E0D-4154-87A0-343E641BD96D}"/>
              </a:ext>
            </a:extLst>
          </p:cNvPr>
          <p:cNvSpPr>
            <a:spLocks noGrp="1"/>
          </p:cNvSpPr>
          <p:nvPr/>
        </p:nvSpPr>
        <p:spPr>
          <a:xfrm>
            <a:off x="7106701" y="31410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5F8D"/>
          </a:solidFill>
          <a:ln w="5054">
            <a:solidFill>
              <a:srgbClr val="355F8D"/>
            </a:solidFill>
            <a:prstDash val="solid"/>
          </a:ln>
        </p:spPr>
      </p:sp>
      <p:sp>
        <p:nvSpPr>
          <p:cNvPr id="392" name="F4_paired_one_to_one_0p3_9269">
            <a:extLst>
              <a:ext uri="{FF2B5EF4-FFF2-40B4-BE49-F238E27FC236}">
                <a16:creationId xmlns:a16="http://schemas.microsoft.com/office/drawing/2014/main" id="{0DA1B3C2-EEAB-409A-A7F6-4E77D7E42513}"/>
              </a:ext>
            </a:extLst>
          </p:cNvPr>
          <p:cNvSpPr>
            <a:spLocks noGrp="1"/>
          </p:cNvSpPr>
          <p:nvPr/>
        </p:nvSpPr>
        <p:spPr>
          <a:xfrm>
            <a:off x="7106701" y="31215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5E8D"/>
          </a:solidFill>
          <a:ln w="5054">
            <a:solidFill>
              <a:srgbClr val="355E8D"/>
            </a:solidFill>
            <a:prstDash val="solid"/>
          </a:ln>
        </p:spPr>
      </p:sp>
      <p:sp>
        <p:nvSpPr>
          <p:cNvPr id="393" name="F4_paired_one_to_one_0p3_9270">
            <a:extLst>
              <a:ext uri="{FF2B5EF4-FFF2-40B4-BE49-F238E27FC236}">
                <a16:creationId xmlns:a16="http://schemas.microsoft.com/office/drawing/2014/main" id="{EF800211-764D-4A13-814C-F63966045E01}"/>
              </a:ext>
            </a:extLst>
          </p:cNvPr>
          <p:cNvSpPr>
            <a:spLocks noGrp="1"/>
          </p:cNvSpPr>
          <p:nvPr/>
        </p:nvSpPr>
        <p:spPr>
          <a:xfrm>
            <a:off x="7106701" y="31019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65D8D"/>
          </a:solidFill>
          <a:ln w="5054">
            <a:solidFill>
              <a:srgbClr val="365D8D"/>
            </a:solidFill>
            <a:prstDash val="solid"/>
          </a:ln>
        </p:spPr>
      </p:sp>
      <p:sp>
        <p:nvSpPr>
          <p:cNvPr id="394" name="F4_paired_one_to_one_0p3_9271">
            <a:extLst>
              <a:ext uri="{FF2B5EF4-FFF2-40B4-BE49-F238E27FC236}">
                <a16:creationId xmlns:a16="http://schemas.microsoft.com/office/drawing/2014/main" id="{DE9190EA-A65D-48AD-B4C0-2B559F8751DA}"/>
              </a:ext>
            </a:extLst>
          </p:cNvPr>
          <p:cNvSpPr>
            <a:spLocks noGrp="1"/>
          </p:cNvSpPr>
          <p:nvPr/>
        </p:nvSpPr>
        <p:spPr>
          <a:xfrm>
            <a:off x="7106701" y="30824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65C8D"/>
          </a:solidFill>
          <a:ln w="5054">
            <a:solidFill>
              <a:srgbClr val="365C8D"/>
            </a:solidFill>
            <a:prstDash val="solid"/>
          </a:ln>
        </p:spPr>
      </p:sp>
      <p:sp>
        <p:nvSpPr>
          <p:cNvPr id="395" name="F4_paired_one_to_one_0p3_9272">
            <a:extLst>
              <a:ext uri="{FF2B5EF4-FFF2-40B4-BE49-F238E27FC236}">
                <a16:creationId xmlns:a16="http://schemas.microsoft.com/office/drawing/2014/main" id="{67550DD9-FE88-43A1-B753-A0F4AF9F8B95}"/>
              </a:ext>
            </a:extLst>
          </p:cNvPr>
          <p:cNvSpPr>
            <a:spLocks noGrp="1"/>
          </p:cNvSpPr>
          <p:nvPr/>
        </p:nvSpPr>
        <p:spPr>
          <a:xfrm>
            <a:off x="7106701" y="30628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5B8D"/>
          </a:solidFill>
          <a:ln w="5054">
            <a:solidFill>
              <a:srgbClr val="375B8D"/>
            </a:solidFill>
            <a:prstDash val="solid"/>
          </a:ln>
        </p:spPr>
      </p:sp>
      <p:sp>
        <p:nvSpPr>
          <p:cNvPr id="396" name="F4_paired_one_to_one_0p3_9273">
            <a:extLst>
              <a:ext uri="{FF2B5EF4-FFF2-40B4-BE49-F238E27FC236}">
                <a16:creationId xmlns:a16="http://schemas.microsoft.com/office/drawing/2014/main" id="{E579CFA3-2E71-42F5-BEBD-2B766C74BF90}"/>
              </a:ext>
            </a:extLst>
          </p:cNvPr>
          <p:cNvSpPr>
            <a:spLocks noGrp="1"/>
          </p:cNvSpPr>
          <p:nvPr/>
        </p:nvSpPr>
        <p:spPr>
          <a:xfrm>
            <a:off x="7106701" y="30433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5A8C"/>
          </a:solidFill>
          <a:ln w="5054">
            <a:solidFill>
              <a:srgbClr val="375A8C"/>
            </a:solidFill>
            <a:prstDash val="solid"/>
          </a:ln>
        </p:spPr>
      </p:sp>
      <p:sp>
        <p:nvSpPr>
          <p:cNvPr id="397" name="F4_paired_one_to_one_0p3_9274">
            <a:extLst>
              <a:ext uri="{FF2B5EF4-FFF2-40B4-BE49-F238E27FC236}">
                <a16:creationId xmlns:a16="http://schemas.microsoft.com/office/drawing/2014/main" id="{5ADD462F-B443-407E-B1FB-001B897F09A9}"/>
              </a:ext>
            </a:extLst>
          </p:cNvPr>
          <p:cNvSpPr>
            <a:spLocks noGrp="1"/>
          </p:cNvSpPr>
          <p:nvPr/>
        </p:nvSpPr>
        <p:spPr>
          <a:xfrm>
            <a:off x="7106701" y="30237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598C"/>
          </a:solidFill>
          <a:ln w="5054">
            <a:solidFill>
              <a:srgbClr val="38598C"/>
            </a:solidFill>
            <a:prstDash val="solid"/>
          </a:ln>
        </p:spPr>
      </p:sp>
      <p:sp>
        <p:nvSpPr>
          <p:cNvPr id="398" name="F4_paired_one_to_one_0p3_9275">
            <a:extLst>
              <a:ext uri="{FF2B5EF4-FFF2-40B4-BE49-F238E27FC236}">
                <a16:creationId xmlns:a16="http://schemas.microsoft.com/office/drawing/2014/main" id="{8A870582-E005-4B3E-BF2E-4F657F39B061}"/>
              </a:ext>
            </a:extLst>
          </p:cNvPr>
          <p:cNvSpPr>
            <a:spLocks noGrp="1"/>
          </p:cNvSpPr>
          <p:nvPr/>
        </p:nvSpPr>
        <p:spPr>
          <a:xfrm>
            <a:off x="7106701" y="30042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588C"/>
          </a:solidFill>
          <a:ln w="5054">
            <a:solidFill>
              <a:srgbClr val="38588C"/>
            </a:solidFill>
            <a:prstDash val="solid"/>
          </a:ln>
        </p:spPr>
      </p:sp>
      <p:sp>
        <p:nvSpPr>
          <p:cNvPr id="399" name="F4_paired_one_to_one_0p3_9276">
            <a:extLst>
              <a:ext uri="{FF2B5EF4-FFF2-40B4-BE49-F238E27FC236}">
                <a16:creationId xmlns:a16="http://schemas.microsoft.com/office/drawing/2014/main" id="{9D11A244-89CB-4E8F-BB67-392ED34048A5}"/>
              </a:ext>
            </a:extLst>
          </p:cNvPr>
          <p:cNvSpPr>
            <a:spLocks noGrp="1"/>
          </p:cNvSpPr>
          <p:nvPr/>
        </p:nvSpPr>
        <p:spPr>
          <a:xfrm>
            <a:off x="7106701" y="29846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9568C"/>
          </a:solidFill>
          <a:ln w="5054">
            <a:solidFill>
              <a:srgbClr val="39568C"/>
            </a:solidFill>
            <a:prstDash val="solid"/>
          </a:ln>
        </p:spPr>
      </p:sp>
      <p:sp>
        <p:nvSpPr>
          <p:cNvPr id="400" name="F4_paired_one_to_one_0p3_9277">
            <a:extLst>
              <a:ext uri="{FF2B5EF4-FFF2-40B4-BE49-F238E27FC236}">
                <a16:creationId xmlns:a16="http://schemas.microsoft.com/office/drawing/2014/main" id="{8A85635A-DAB5-4DF6-B4AA-A3220780E8F0}"/>
              </a:ext>
            </a:extLst>
          </p:cNvPr>
          <p:cNvSpPr>
            <a:spLocks noGrp="1"/>
          </p:cNvSpPr>
          <p:nvPr/>
        </p:nvSpPr>
        <p:spPr>
          <a:xfrm>
            <a:off x="7106701" y="29651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9558C"/>
          </a:solidFill>
          <a:ln w="5054">
            <a:solidFill>
              <a:srgbClr val="39558C"/>
            </a:solidFill>
            <a:prstDash val="solid"/>
          </a:ln>
        </p:spPr>
      </p:sp>
      <p:sp>
        <p:nvSpPr>
          <p:cNvPr id="401" name="F4_paired_one_to_one_0p3_9278">
            <a:extLst>
              <a:ext uri="{FF2B5EF4-FFF2-40B4-BE49-F238E27FC236}">
                <a16:creationId xmlns:a16="http://schemas.microsoft.com/office/drawing/2014/main" id="{44365298-DCB3-4826-B739-3EE564C69B1D}"/>
              </a:ext>
            </a:extLst>
          </p:cNvPr>
          <p:cNvSpPr>
            <a:spLocks noGrp="1"/>
          </p:cNvSpPr>
          <p:nvPr/>
        </p:nvSpPr>
        <p:spPr>
          <a:xfrm>
            <a:off x="7106701" y="29455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548C"/>
          </a:solidFill>
          <a:ln w="5054">
            <a:solidFill>
              <a:srgbClr val="3A548C"/>
            </a:solidFill>
            <a:prstDash val="solid"/>
          </a:ln>
        </p:spPr>
      </p:sp>
      <p:sp>
        <p:nvSpPr>
          <p:cNvPr id="402" name="F4_paired_one_to_one_0p3_9279">
            <a:extLst>
              <a:ext uri="{FF2B5EF4-FFF2-40B4-BE49-F238E27FC236}">
                <a16:creationId xmlns:a16="http://schemas.microsoft.com/office/drawing/2014/main" id="{70DB6D43-0371-459F-B935-676DE947A0B6}"/>
              </a:ext>
            </a:extLst>
          </p:cNvPr>
          <p:cNvSpPr>
            <a:spLocks noGrp="1"/>
          </p:cNvSpPr>
          <p:nvPr/>
        </p:nvSpPr>
        <p:spPr>
          <a:xfrm>
            <a:off x="7106701" y="29260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538B"/>
          </a:solidFill>
          <a:ln w="5054">
            <a:solidFill>
              <a:srgbClr val="3A538B"/>
            </a:solidFill>
            <a:prstDash val="solid"/>
          </a:ln>
        </p:spPr>
      </p:sp>
      <p:sp>
        <p:nvSpPr>
          <p:cNvPr id="403" name="F4_paired_one_to_one_0p3_9280">
            <a:extLst>
              <a:ext uri="{FF2B5EF4-FFF2-40B4-BE49-F238E27FC236}">
                <a16:creationId xmlns:a16="http://schemas.microsoft.com/office/drawing/2014/main" id="{BF005A19-820D-4C67-B20B-567E9CFC77AB}"/>
              </a:ext>
            </a:extLst>
          </p:cNvPr>
          <p:cNvSpPr>
            <a:spLocks noGrp="1"/>
          </p:cNvSpPr>
          <p:nvPr/>
        </p:nvSpPr>
        <p:spPr>
          <a:xfrm>
            <a:off x="7106701" y="29064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528B"/>
          </a:solidFill>
          <a:ln w="5054">
            <a:solidFill>
              <a:srgbClr val="3B528B"/>
            </a:solidFill>
            <a:prstDash val="solid"/>
          </a:ln>
        </p:spPr>
      </p:sp>
      <p:sp>
        <p:nvSpPr>
          <p:cNvPr id="404" name="F4_paired_one_to_one_0p3_9281">
            <a:extLst>
              <a:ext uri="{FF2B5EF4-FFF2-40B4-BE49-F238E27FC236}">
                <a16:creationId xmlns:a16="http://schemas.microsoft.com/office/drawing/2014/main" id="{92FE08C4-ED4B-4F6D-808C-D8F994894528}"/>
              </a:ext>
            </a:extLst>
          </p:cNvPr>
          <p:cNvSpPr>
            <a:spLocks noGrp="1"/>
          </p:cNvSpPr>
          <p:nvPr/>
        </p:nvSpPr>
        <p:spPr>
          <a:xfrm>
            <a:off x="7106701" y="28869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518B"/>
          </a:solidFill>
          <a:ln w="5054">
            <a:solidFill>
              <a:srgbClr val="3B518B"/>
            </a:solidFill>
            <a:prstDash val="solid"/>
          </a:ln>
        </p:spPr>
      </p:sp>
      <p:sp>
        <p:nvSpPr>
          <p:cNvPr id="405" name="F4_paired_one_to_one_0p3_9282">
            <a:extLst>
              <a:ext uri="{FF2B5EF4-FFF2-40B4-BE49-F238E27FC236}">
                <a16:creationId xmlns:a16="http://schemas.microsoft.com/office/drawing/2014/main" id="{ABB9F841-1B6A-4872-93A1-11EEF5F47B4A}"/>
              </a:ext>
            </a:extLst>
          </p:cNvPr>
          <p:cNvSpPr>
            <a:spLocks noGrp="1"/>
          </p:cNvSpPr>
          <p:nvPr/>
        </p:nvSpPr>
        <p:spPr>
          <a:xfrm>
            <a:off x="7106701" y="286737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C508B"/>
          </a:solidFill>
          <a:ln w="5054">
            <a:solidFill>
              <a:srgbClr val="3C508B"/>
            </a:solidFill>
            <a:prstDash val="solid"/>
          </a:ln>
        </p:spPr>
      </p:sp>
      <p:sp>
        <p:nvSpPr>
          <p:cNvPr id="406" name="F4_paired_one_to_one_0p3_9283">
            <a:extLst>
              <a:ext uri="{FF2B5EF4-FFF2-40B4-BE49-F238E27FC236}">
                <a16:creationId xmlns:a16="http://schemas.microsoft.com/office/drawing/2014/main" id="{6784D40B-CB43-4BB1-BE95-CE8CE76CBE98}"/>
              </a:ext>
            </a:extLst>
          </p:cNvPr>
          <p:cNvSpPr>
            <a:spLocks noGrp="1"/>
          </p:cNvSpPr>
          <p:nvPr/>
        </p:nvSpPr>
        <p:spPr>
          <a:xfrm>
            <a:off x="7106701" y="28478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C4F8A"/>
          </a:solidFill>
          <a:ln w="5054">
            <a:solidFill>
              <a:srgbClr val="3C4F8A"/>
            </a:solidFill>
            <a:prstDash val="solid"/>
          </a:ln>
        </p:spPr>
      </p:sp>
      <p:sp>
        <p:nvSpPr>
          <p:cNvPr id="407" name="F4_paired_one_to_one_0p3_9284">
            <a:extLst>
              <a:ext uri="{FF2B5EF4-FFF2-40B4-BE49-F238E27FC236}">
                <a16:creationId xmlns:a16="http://schemas.microsoft.com/office/drawing/2014/main" id="{332513B6-C349-468D-9AA3-AF9EDEED7F1C}"/>
              </a:ext>
            </a:extLst>
          </p:cNvPr>
          <p:cNvSpPr>
            <a:spLocks noGrp="1"/>
          </p:cNvSpPr>
          <p:nvPr/>
        </p:nvSpPr>
        <p:spPr>
          <a:xfrm>
            <a:off x="7106701" y="282827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4E8A"/>
          </a:solidFill>
          <a:ln w="5054">
            <a:solidFill>
              <a:srgbClr val="3D4E8A"/>
            </a:solidFill>
            <a:prstDash val="solid"/>
          </a:ln>
        </p:spPr>
      </p:sp>
      <p:sp>
        <p:nvSpPr>
          <p:cNvPr id="408" name="F4_paired_one_to_one_0p3_9285">
            <a:extLst>
              <a:ext uri="{FF2B5EF4-FFF2-40B4-BE49-F238E27FC236}">
                <a16:creationId xmlns:a16="http://schemas.microsoft.com/office/drawing/2014/main" id="{2320FF1F-56E9-4A01-81BD-A569B9F5B1D2}"/>
              </a:ext>
            </a:extLst>
          </p:cNvPr>
          <p:cNvSpPr>
            <a:spLocks noGrp="1"/>
          </p:cNvSpPr>
          <p:nvPr/>
        </p:nvSpPr>
        <p:spPr>
          <a:xfrm>
            <a:off x="7106701" y="28087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4D8A"/>
          </a:solidFill>
          <a:ln w="5054">
            <a:solidFill>
              <a:srgbClr val="3D4D8A"/>
            </a:solidFill>
            <a:prstDash val="solid"/>
          </a:ln>
        </p:spPr>
      </p:sp>
      <p:sp>
        <p:nvSpPr>
          <p:cNvPr id="409" name="F4_paired_one_to_one_0p3_9286">
            <a:extLst>
              <a:ext uri="{FF2B5EF4-FFF2-40B4-BE49-F238E27FC236}">
                <a16:creationId xmlns:a16="http://schemas.microsoft.com/office/drawing/2014/main" id="{2BCCFFBA-010D-42F2-9754-934F558A1856}"/>
              </a:ext>
            </a:extLst>
          </p:cNvPr>
          <p:cNvSpPr>
            <a:spLocks noGrp="1"/>
          </p:cNvSpPr>
          <p:nvPr/>
        </p:nvSpPr>
        <p:spPr>
          <a:xfrm>
            <a:off x="7106701" y="27891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C8A"/>
          </a:solidFill>
          <a:ln w="5054">
            <a:solidFill>
              <a:srgbClr val="3E4C8A"/>
            </a:solidFill>
            <a:prstDash val="solid"/>
          </a:ln>
        </p:spPr>
      </p:sp>
      <p:sp>
        <p:nvSpPr>
          <p:cNvPr id="410" name="F4_paired_one_to_one_0p3_9287">
            <a:extLst>
              <a:ext uri="{FF2B5EF4-FFF2-40B4-BE49-F238E27FC236}">
                <a16:creationId xmlns:a16="http://schemas.microsoft.com/office/drawing/2014/main" id="{6507BCC6-32FC-465A-A3EC-9044DDF4D1D3}"/>
              </a:ext>
            </a:extLst>
          </p:cNvPr>
          <p:cNvSpPr>
            <a:spLocks noGrp="1"/>
          </p:cNvSpPr>
          <p:nvPr/>
        </p:nvSpPr>
        <p:spPr>
          <a:xfrm>
            <a:off x="7106701" y="27696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A89"/>
          </a:solidFill>
          <a:ln w="5054">
            <a:solidFill>
              <a:srgbClr val="3E4A89"/>
            </a:solidFill>
            <a:prstDash val="solid"/>
          </a:ln>
        </p:spPr>
      </p:sp>
      <p:sp>
        <p:nvSpPr>
          <p:cNvPr id="411" name="F4_paired_one_to_one_0p3_9288">
            <a:extLst>
              <a:ext uri="{FF2B5EF4-FFF2-40B4-BE49-F238E27FC236}">
                <a16:creationId xmlns:a16="http://schemas.microsoft.com/office/drawing/2014/main" id="{DE514F1E-B0EA-4286-9BFD-089410C7CC37}"/>
              </a:ext>
            </a:extLst>
          </p:cNvPr>
          <p:cNvSpPr>
            <a:spLocks noGrp="1"/>
          </p:cNvSpPr>
          <p:nvPr/>
        </p:nvSpPr>
        <p:spPr>
          <a:xfrm>
            <a:off x="7106701" y="27500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989"/>
          </a:solidFill>
          <a:ln w="5054">
            <a:solidFill>
              <a:srgbClr val="3E4989"/>
            </a:solidFill>
            <a:prstDash val="solid"/>
          </a:ln>
        </p:spPr>
      </p:sp>
      <p:sp>
        <p:nvSpPr>
          <p:cNvPr id="412" name="F4_paired_one_to_one_0p3_9289">
            <a:extLst>
              <a:ext uri="{FF2B5EF4-FFF2-40B4-BE49-F238E27FC236}">
                <a16:creationId xmlns:a16="http://schemas.microsoft.com/office/drawing/2014/main" id="{AEAA1A55-0F93-41B8-8CF6-E82955AA6F72}"/>
              </a:ext>
            </a:extLst>
          </p:cNvPr>
          <p:cNvSpPr>
            <a:spLocks noGrp="1"/>
          </p:cNvSpPr>
          <p:nvPr/>
        </p:nvSpPr>
        <p:spPr>
          <a:xfrm>
            <a:off x="7106701" y="27305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4889"/>
          </a:solidFill>
          <a:ln w="5054">
            <a:solidFill>
              <a:srgbClr val="3F4889"/>
            </a:solidFill>
            <a:prstDash val="solid"/>
          </a:ln>
        </p:spPr>
      </p:sp>
      <p:sp>
        <p:nvSpPr>
          <p:cNvPr id="413" name="F4_paired_one_to_one_0p3_9290">
            <a:extLst>
              <a:ext uri="{FF2B5EF4-FFF2-40B4-BE49-F238E27FC236}">
                <a16:creationId xmlns:a16="http://schemas.microsoft.com/office/drawing/2014/main" id="{34881236-FC9B-42DD-AF08-F6534C6AF335}"/>
              </a:ext>
            </a:extLst>
          </p:cNvPr>
          <p:cNvSpPr>
            <a:spLocks noGrp="1"/>
          </p:cNvSpPr>
          <p:nvPr/>
        </p:nvSpPr>
        <p:spPr>
          <a:xfrm>
            <a:off x="7106701" y="27109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4788"/>
          </a:solidFill>
          <a:ln w="5054">
            <a:solidFill>
              <a:srgbClr val="3F4788"/>
            </a:solidFill>
            <a:prstDash val="solid"/>
          </a:ln>
        </p:spPr>
      </p:sp>
      <p:sp>
        <p:nvSpPr>
          <p:cNvPr id="414" name="F4_paired_one_to_one_0p3_9291">
            <a:extLst>
              <a:ext uri="{FF2B5EF4-FFF2-40B4-BE49-F238E27FC236}">
                <a16:creationId xmlns:a16="http://schemas.microsoft.com/office/drawing/2014/main" id="{B5A39350-FB71-41AA-AD2F-DC7A47856CA9}"/>
              </a:ext>
            </a:extLst>
          </p:cNvPr>
          <p:cNvSpPr>
            <a:spLocks noGrp="1"/>
          </p:cNvSpPr>
          <p:nvPr/>
        </p:nvSpPr>
        <p:spPr>
          <a:xfrm>
            <a:off x="7106701" y="26914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4688"/>
          </a:solidFill>
          <a:ln w="5054">
            <a:solidFill>
              <a:srgbClr val="404688"/>
            </a:solidFill>
            <a:prstDash val="solid"/>
          </a:ln>
        </p:spPr>
      </p:sp>
      <p:sp>
        <p:nvSpPr>
          <p:cNvPr id="415" name="F4_paired_one_to_one_0p3_9292">
            <a:extLst>
              <a:ext uri="{FF2B5EF4-FFF2-40B4-BE49-F238E27FC236}">
                <a16:creationId xmlns:a16="http://schemas.microsoft.com/office/drawing/2014/main" id="{C2F2ADEC-BDF1-45F4-B142-21C63F9937DB}"/>
              </a:ext>
            </a:extLst>
          </p:cNvPr>
          <p:cNvSpPr>
            <a:spLocks noGrp="1"/>
          </p:cNvSpPr>
          <p:nvPr/>
        </p:nvSpPr>
        <p:spPr>
          <a:xfrm>
            <a:off x="7106701" y="26718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4588"/>
          </a:solidFill>
          <a:ln w="5054">
            <a:solidFill>
              <a:srgbClr val="404588"/>
            </a:solidFill>
            <a:prstDash val="solid"/>
          </a:ln>
        </p:spPr>
      </p:sp>
      <p:sp>
        <p:nvSpPr>
          <p:cNvPr id="416" name="F4_paired_one_to_one_0p3_9293">
            <a:extLst>
              <a:ext uri="{FF2B5EF4-FFF2-40B4-BE49-F238E27FC236}">
                <a16:creationId xmlns:a16="http://schemas.microsoft.com/office/drawing/2014/main" id="{375D8E21-8AAB-454B-8FB4-53C1697E6A84}"/>
              </a:ext>
            </a:extLst>
          </p:cNvPr>
          <p:cNvSpPr>
            <a:spLocks noGrp="1"/>
          </p:cNvSpPr>
          <p:nvPr/>
        </p:nvSpPr>
        <p:spPr>
          <a:xfrm>
            <a:off x="7106701" y="26523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14487"/>
          </a:solidFill>
          <a:ln w="5054">
            <a:solidFill>
              <a:srgbClr val="414487"/>
            </a:solidFill>
            <a:prstDash val="solid"/>
          </a:ln>
        </p:spPr>
      </p:sp>
      <p:sp>
        <p:nvSpPr>
          <p:cNvPr id="417" name="F4_paired_one_to_one_0p3_9294">
            <a:extLst>
              <a:ext uri="{FF2B5EF4-FFF2-40B4-BE49-F238E27FC236}">
                <a16:creationId xmlns:a16="http://schemas.microsoft.com/office/drawing/2014/main" id="{94E04E07-5748-40C3-A4B9-7D6B68C1799E}"/>
              </a:ext>
            </a:extLst>
          </p:cNvPr>
          <p:cNvSpPr>
            <a:spLocks noGrp="1"/>
          </p:cNvSpPr>
          <p:nvPr/>
        </p:nvSpPr>
        <p:spPr>
          <a:xfrm>
            <a:off x="7106701" y="26327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14287"/>
          </a:solidFill>
          <a:ln w="5054">
            <a:solidFill>
              <a:srgbClr val="414287"/>
            </a:solidFill>
            <a:prstDash val="solid"/>
          </a:ln>
        </p:spPr>
      </p:sp>
      <p:sp>
        <p:nvSpPr>
          <p:cNvPr id="418" name="F4_paired_one_to_one_0p3_9295">
            <a:extLst>
              <a:ext uri="{FF2B5EF4-FFF2-40B4-BE49-F238E27FC236}">
                <a16:creationId xmlns:a16="http://schemas.microsoft.com/office/drawing/2014/main" id="{A77DAC17-EBDE-477D-BD63-FCCAD653C462}"/>
              </a:ext>
            </a:extLst>
          </p:cNvPr>
          <p:cNvSpPr>
            <a:spLocks noGrp="1"/>
          </p:cNvSpPr>
          <p:nvPr/>
        </p:nvSpPr>
        <p:spPr>
          <a:xfrm>
            <a:off x="7106701" y="26132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4186"/>
          </a:solidFill>
          <a:ln w="5054">
            <a:solidFill>
              <a:srgbClr val="424186"/>
            </a:solidFill>
            <a:prstDash val="solid"/>
          </a:ln>
        </p:spPr>
      </p:sp>
      <p:sp>
        <p:nvSpPr>
          <p:cNvPr id="419" name="F4_paired_one_to_one_0p3_9296">
            <a:extLst>
              <a:ext uri="{FF2B5EF4-FFF2-40B4-BE49-F238E27FC236}">
                <a16:creationId xmlns:a16="http://schemas.microsoft.com/office/drawing/2014/main" id="{CF876591-04A0-4653-9B8A-A3CAC1052549}"/>
              </a:ext>
            </a:extLst>
          </p:cNvPr>
          <p:cNvSpPr>
            <a:spLocks noGrp="1"/>
          </p:cNvSpPr>
          <p:nvPr/>
        </p:nvSpPr>
        <p:spPr>
          <a:xfrm>
            <a:off x="7106701" y="25936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4086"/>
          </a:solidFill>
          <a:ln w="5054">
            <a:solidFill>
              <a:srgbClr val="424086"/>
            </a:solidFill>
            <a:prstDash val="solid"/>
          </a:ln>
        </p:spPr>
      </p:sp>
      <p:sp>
        <p:nvSpPr>
          <p:cNvPr id="420" name="F4_paired_one_to_one_0p3_9297">
            <a:extLst>
              <a:ext uri="{FF2B5EF4-FFF2-40B4-BE49-F238E27FC236}">
                <a16:creationId xmlns:a16="http://schemas.microsoft.com/office/drawing/2014/main" id="{CC383109-3DA4-4478-9223-5273C78B5500}"/>
              </a:ext>
            </a:extLst>
          </p:cNvPr>
          <p:cNvSpPr>
            <a:spLocks noGrp="1"/>
          </p:cNvSpPr>
          <p:nvPr/>
        </p:nvSpPr>
        <p:spPr>
          <a:xfrm>
            <a:off x="7106701" y="25741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3F85"/>
          </a:solidFill>
          <a:ln w="5054">
            <a:solidFill>
              <a:srgbClr val="423F85"/>
            </a:solidFill>
            <a:prstDash val="solid"/>
          </a:ln>
        </p:spPr>
      </p:sp>
      <p:sp>
        <p:nvSpPr>
          <p:cNvPr id="421" name="F4_paired_one_to_one_0p3_9298">
            <a:extLst>
              <a:ext uri="{FF2B5EF4-FFF2-40B4-BE49-F238E27FC236}">
                <a16:creationId xmlns:a16="http://schemas.microsoft.com/office/drawing/2014/main" id="{26B4D941-DA92-416C-A3E9-402F7709943B}"/>
              </a:ext>
            </a:extLst>
          </p:cNvPr>
          <p:cNvSpPr>
            <a:spLocks noGrp="1"/>
          </p:cNvSpPr>
          <p:nvPr/>
        </p:nvSpPr>
        <p:spPr>
          <a:xfrm>
            <a:off x="7106701" y="25545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33E85"/>
          </a:solidFill>
          <a:ln w="5054">
            <a:solidFill>
              <a:srgbClr val="433E85"/>
            </a:solidFill>
            <a:prstDash val="solid"/>
          </a:ln>
        </p:spPr>
      </p:sp>
      <p:sp>
        <p:nvSpPr>
          <p:cNvPr id="422" name="F4_paired_one_to_one_0p3_9299">
            <a:extLst>
              <a:ext uri="{FF2B5EF4-FFF2-40B4-BE49-F238E27FC236}">
                <a16:creationId xmlns:a16="http://schemas.microsoft.com/office/drawing/2014/main" id="{0EFDA1EC-D3C6-4BF5-B871-5D5A6B1A2BF9}"/>
              </a:ext>
            </a:extLst>
          </p:cNvPr>
          <p:cNvSpPr>
            <a:spLocks noGrp="1"/>
          </p:cNvSpPr>
          <p:nvPr/>
        </p:nvSpPr>
        <p:spPr>
          <a:xfrm>
            <a:off x="7106701" y="25350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33D84"/>
          </a:solidFill>
          <a:ln w="5054">
            <a:solidFill>
              <a:srgbClr val="433D84"/>
            </a:solidFill>
            <a:prstDash val="solid"/>
          </a:ln>
        </p:spPr>
      </p:sp>
      <p:sp>
        <p:nvSpPr>
          <p:cNvPr id="423" name="F4_paired_one_to_one_0p3_9300">
            <a:extLst>
              <a:ext uri="{FF2B5EF4-FFF2-40B4-BE49-F238E27FC236}">
                <a16:creationId xmlns:a16="http://schemas.microsoft.com/office/drawing/2014/main" id="{29FBDE4D-4BAA-47C5-A936-A4803C4C3903}"/>
              </a:ext>
            </a:extLst>
          </p:cNvPr>
          <p:cNvSpPr>
            <a:spLocks noGrp="1"/>
          </p:cNvSpPr>
          <p:nvPr/>
        </p:nvSpPr>
        <p:spPr>
          <a:xfrm>
            <a:off x="7106701" y="25154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B84"/>
          </a:solidFill>
          <a:ln w="5054">
            <a:solidFill>
              <a:srgbClr val="443B84"/>
            </a:solidFill>
            <a:prstDash val="solid"/>
          </a:ln>
        </p:spPr>
      </p:sp>
      <p:sp>
        <p:nvSpPr>
          <p:cNvPr id="424" name="F4_paired_one_to_one_0p3_9301">
            <a:extLst>
              <a:ext uri="{FF2B5EF4-FFF2-40B4-BE49-F238E27FC236}">
                <a16:creationId xmlns:a16="http://schemas.microsoft.com/office/drawing/2014/main" id="{33FB4E47-E9E0-430A-B59D-57B87BB891F3}"/>
              </a:ext>
            </a:extLst>
          </p:cNvPr>
          <p:cNvSpPr>
            <a:spLocks noGrp="1"/>
          </p:cNvSpPr>
          <p:nvPr/>
        </p:nvSpPr>
        <p:spPr>
          <a:xfrm>
            <a:off x="7106701" y="24959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A83"/>
          </a:solidFill>
          <a:ln w="5054">
            <a:solidFill>
              <a:srgbClr val="443A83"/>
            </a:solidFill>
            <a:prstDash val="solid"/>
          </a:ln>
        </p:spPr>
      </p:sp>
      <p:sp>
        <p:nvSpPr>
          <p:cNvPr id="425" name="F4_paired_one_to_one_0p3_9302">
            <a:extLst>
              <a:ext uri="{FF2B5EF4-FFF2-40B4-BE49-F238E27FC236}">
                <a16:creationId xmlns:a16="http://schemas.microsoft.com/office/drawing/2014/main" id="{7C8D5C16-7C79-4AD8-A467-A1AC1A1710BA}"/>
              </a:ext>
            </a:extLst>
          </p:cNvPr>
          <p:cNvSpPr>
            <a:spLocks noGrp="1"/>
          </p:cNvSpPr>
          <p:nvPr/>
        </p:nvSpPr>
        <p:spPr>
          <a:xfrm>
            <a:off x="7106701" y="24763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983"/>
          </a:solidFill>
          <a:ln w="5054">
            <a:solidFill>
              <a:srgbClr val="443983"/>
            </a:solidFill>
            <a:prstDash val="solid"/>
          </a:ln>
        </p:spPr>
      </p:sp>
      <p:sp>
        <p:nvSpPr>
          <p:cNvPr id="426" name="F4_paired_one_to_one_0p3_9303">
            <a:extLst>
              <a:ext uri="{FF2B5EF4-FFF2-40B4-BE49-F238E27FC236}">
                <a16:creationId xmlns:a16="http://schemas.microsoft.com/office/drawing/2014/main" id="{6A808487-09FB-439C-BE38-0270B836C576}"/>
              </a:ext>
            </a:extLst>
          </p:cNvPr>
          <p:cNvSpPr>
            <a:spLocks noGrp="1"/>
          </p:cNvSpPr>
          <p:nvPr/>
        </p:nvSpPr>
        <p:spPr>
          <a:xfrm>
            <a:off x="7106701" y="24568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882"/>
          </a:solidFill>
          <a:ln w="5054">
            <a:solidFill>
              <a:srgbClr val="453882"/>
            </a:solidFill>
            <a:prstDash val="solid"/>
          </a:ln>
        </p:spPr>
      </p:sp>
      <p:sp>
        <p:nvSpPr>
          <p:cNvPr id="427" name="F4_paired_one_to_one_0p3_9304">
            <a:extLst>
              <a:ext uri="{FF2B5EF4-FFF2-40B4-BE49-F238E27FC236}">
                <a16:creationId xmlns:a16="http://schemas.microsoft.com/office/drawing/2014/main" id="{EF75B01C-48D5-4694-ACD7-8975489842CB}"/>
              </a:ext>
            </a:extLst>
          </p:cNvPr>
          <p:cNvSpPr>
            <a:spLocks noGrp="1"/>
          </p:cNvSpPr>
          <p:nvPr/>
        </p:nvSpPr>
        <p:spPr>
          <a:xfrm>
            <a:off x="7106701" y="24372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781"/>
          </a:solidFill>
          <a:ln w="5054">
            <a:solidFill>
              <a:srgbClr val="453781"/>
            </a:solidFill>
            <a:prstDash val="solid"/>
          </a:ln>
        </p:spPr>
      </p:sp>
      <p:sp>
        <p:nvSpPr>
          <p:cNvPr id="428" name="F4_paired_one_to_one_0p3_9305">
            <a:extLst>
              <a:ext uri="{FF2B5EF4-FFF2-40B4-BE49-F238E27FC236}">
                <a16:creationId xmlns:a16="http://schemas.microsoft.com/office/drawing/2014/main" id="{2F321955-678D-4AFA-9005-01A6B06078B3}"/>
              </a:ext>
            </a:extLst>
          </p:cNvPr>
          <p:cNvSpPr>
            <a:spLocks noGrp="1"/>
          </p:cNvSpPr>
          <p:nvPr/>
        </p:nvSpPr>
        <p:spPr>
          <a:xfrm>
            <a:off x="7106701" y="24177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581"/>
          </a:solidFill>
          <a:ln w="5054">
            <a:solidFill>
              <a:srgbClr val="453581"/>
            </a:solidFill>
            <a:prstDash val="solid"/>
          </a:ln>
        </p:spPr>
      </p:sp>
      <p:sp>
        <p:nvSpPr>
          <p:cNvPr id="429" name="F4_paired_one_to_one_0p3_9306">
            <a:extLst>
              <a:ext uri="{FF2B5EF4-FFF2-40B4-BE49-F238E27FC236}">
                <a16:creationId xmlns:a16="http://schemas.microsoft.com/office/drawing/2014/main" id="{174F5E0F-A38A-40B4-BE34-DB88B4551195}"/>
              </a:ext>
            </a:extLst>
          </p:cNvPr>
          <p:cNvSpPr>
            <a:spLocks noGrp="1"/>
          </p:cNvSpPr>
          <p:nvPr/>
        </p:nvSpPr>
        <p:spPr>
          <a:xfrm>
            <a:off x="7106701" y="23981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480"/>
          </a:solidFill>
          <a:ln w="5054">
            <a:solidFill>
              <a:srgbClr val="463480"/>
            </a:solidFill>
            <a:prstDash val="solid"/>
          </a:ln>
        </p:spPr>
      </p:sp>
      <p:sp>
        <p:nvSpPr>
          <p:cNvPr id="430" name="F4_paired_one_to_one_0p3_9307">
            <a:extLst>
              <a:ext uri="{FF2B5EF4-FFF2-40B4-BE49-F238E27FC236}">
                <a16:creationId xmlns:a16="http://schemas.microsoft.com/office/drawing/2014/main" id="{76489D12-B7CA-40B8-B2C1-389B295CAAA5}"/>
              </a:ext>
            </a:extLst>
          </p:cNvPr>
          <p:cNvSpPr>
            <a:spLocks noGrp="1"/>
          </p:cNvSpPr>
          <p:nvPr/>
        </p:nvSpPr>
        <p:spPr>
          <a:xfrm>
            <a:off x="7106701" y="23786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37F"/>
          </a:solidFill>
          <a:ln w="5054">
            <a:solidFill>
              <a:srgbClr val="46337F"/>
            </a:solidFill>
            <a:prstDash val="solid"/>
          </a:ln>
        </p:spPr>
      </p:sp>
      <p:sp>
        <p:nvSpPr>
          <p:cNvPr id="431" name="F4_paired_one_to_one_0p3_9308">
            <a:extLst>
              <a:ext uri="{FF2B5EF4-FFF2-40B4-BE49-F238E27FC236}">
                <a16:creationId xmlns:a16="http://schemas.microsoft.com/office/drawing/2014/main" id="{CCD17FA3-44D6-4073-8028-7F914D1F22DC}"/>
              </a:ext>
            </a:extLst>
          </p:cNvPr>
          <p:cNvSpPr>
            <a:spLocks noGrp="1"/>
          </p:cNvSpPr>
          <p:nvPr/>
        </p:nvSpPr>
        <p:spPr>
          <a:xfrm>
            <a:off x="7106701" y="23590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27E"/>
          </a:solidFill>
          <a:ln w="5054">
            <a:solidFill>
              <a:srgbClr val="46327E"/>
            </a:solidFill>
            <a:prstDash val="solid"/>
          </a:ln>
        </p:spPr>
      </p:sp>
      <p:sp>
        <p:nvSpPr>
          <p:cNvPr id="432" name="F4_paired_one_to_one_0p3_9309">
            <a:extLst>
              <a:ext uri="{FF2B5EF4-FFF2-40B4-BE49-F238E27FC236}">
                <a16:creationId xmlns:a16="http://schemas.microsoft.com/office/drawing/2014/main" id="{1CD06D97-9946-4B67-96EA-9BE3C720A877}"/>
              </a:ext>
            </a:extLst>
          </p:cNvPr>
          <p:cNvSpPr>
            <a:spLocks noGrp="1"/>
          </p:cNvSpPr>
          <p:nvPr/>
        </p:nvSpPr>
        <p:spPr>
          <a:xfrm>
            <a:off x="7106701" y="23395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07E"/>
          </a:solidFill>
          <a:ln w="5054">
            <a:solidFill>
              <a:srgbClr val="46307E"/>
            </a:solidFill>
            <a:prstDash val="solid"/>
          </a:ln>
        </p:spPr>
      </p:sp>
      <p:sp>
        <p:nvSpPr>
          <p:cNvPr id="433" name="F4_paired_one_to_one_0p3_9310">
            <a:extLst>
              <a:ext uri="{FF2B5EF4-FFF2-40B4-BE49-F238E27FC236}">
                <a16:creationId xmlns:a16="http://schemas.microsoft.com/office/drawing/2014/main" id="{C5D7633F-EDD7-49FE-87D1-41425FA89B95}"/>
              </a:ext>
            </a:extLst>
          </p:cNvPr>
          <p:cNvSpPr>
            <a:spLocks noGrp="1"/>
          </p:cNvSpPr>
          <p:nvPr/>
        </p:nvSpPr>
        <p:spPr>
          <a:xfrm>
            <a:off x="7106701" y="23199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F7D"/>
          </a:solidFill>
          <a:ln w="5054">
            <a:solidFill>
              <a:srgbClr val="472F7D"/>
            </a:solidFill>
            <a:prstDash val="solid"/>
          </a:ln>
        </p:spPr>
      </p:sp>
      <p:sp>
        <p:nvSpPr>
          <p:cNvPr id="434" name="F4_paired_one_to_one_0p3_9311">
            <a:extLst>
              <a:ext uri="{FF2B5EF4-FFF2-40B4-BE49-F238E27FC236}">
                <a16:creationId xmlns:a16="http://schemas.microsoft.com/office/drawing/2014/main" id="{BCF4AF5D-E154-4646-BC00-6B3CD8F2E4C2}"/>
              </a:ext>
            </a:extLst>
          </p:cNvPr>
          <p:cNvSpPr>
            <a:spLocks noGrp="1"/>
          </p:cNvSpPr>
          <p:nvPr/>
        </p:nvSpPr>
        <p:spPr>
          <a:xfrm>
            <a:off x="7106701" y="23004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E7C"/>
          </a:solidFill>
          <a:ln w="5054">
            <a:solidFill>
              <a:srgbClr val="472E7C"/>
            </a:solidFill>
            <a:prstDash val="solid"/>
          </a:ln>
        </p:spPr>
      </p:sp>
      <p:sp>
        <p:nvSpPr>
          <p:cNvPr id="435" name="F4_paired_one_to_one_0p3_9312">
            <a:extLst>
              <a:ext uri="{FF2B5EF4-FFF2-40B4-BE49-F238E27FC236}">
                <a16:creationId xmlns:a16="http://schemas.microsoft.com/office/drawing/2014/main" id="{A460D50B-43D4-4948-AC7D-75E86C348952}"/>
              </a:ext>
            </a:extLst>
          </p:cNvPr>
          <p:cNvSpPr>
            <a:spLocks noGrp="1"/>
          </p:cNvSpPr>
          <p:nvPr/>
        </p:nvSpPr>
        <p:spPr>
          <a:xfrm>
            <a:off x="7106701" y="22808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D7B"/>
          </a:solidFill>
          <a:ln w="5054">
            <a:solidFill>
              <a:srgbClr val="472D7B"/>
            </a:solidFill>
            <a:prstDash val="solid"/>
          </a:ln>
        </p:spPr>
      </p:sp>
      <p:sp>
        <p:nvSpPr>
          <p:cNvPr id="436" name="F4_paired_one_to_one_0p3_9313">
            <a:extLst>
              <a:ext uri="{FF2B5EF4-FFF2-40B4-BE49-F238E27FC236}">
                <a16:creationId xmlns:a16="http://schemas.microsoft.com/office/drawing/2014/main" id="{05EEE040-37B2-4911-BD36-4AE28F1C7476}"/>
              </a:ext>
            </a:extLst>
          </p:cNvPr>
          <p:cNvSpPr>
            <a:spLocks noGrp="1"/>
          </p:cNvSpPr>
          <p:nvPr/>
        </p:nvSpPr>
        <p:spPr>
          <a:xfrm>
            <a:off x="7106701" y="22613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C7A"/>
          </a:solidFill>
          <a:ln w="5054">
            <a:solidFill>
              <a:srgbClr val="472C7A"/>
            </a:solidFill>
            <a:prstDash val="solid"/>
          </a:ln>
        </p:spPr>
      </p:sp>
      <p:sp>
        <p:nvSpPr>
          <p:cNvPr id="437" name="F4_paired_one_to_one_0p3_9314">
            <a:extLst>
              <a:ext uri="{FF2B5EF4-FFF2-40B4-BE49-F238E27FC236}">
                <a16:creationId xmlns:a16="http://schemas.microsoft.com/office/drawing/2014/main" id="{D8307434-8AD1-4184-BE07-D47A9A5C5CE9}"/>
              </a:ext>
            </a:extLst>
          </p:cNvPr>
          <p:cNvSpPr>
            <a:spLocks noGrp="1"/>
          </p:cNvSpPr>
          <p:nvPr/>
        </p:nvSpPr>
        <p:spPr>
          <a:xfrm>
            <a:off x="7106701" y="22417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A7A"/>
          </a:solidFill>
          <a:ln w="5054">
            <a:solidFill>
              <a:srgbClr val="472A7A"/>
            </a:solidFill>
            <a:prstDash val="solid"/>
          </a:ln>
        </p:spPr>
      </p:sp>
      <p:sp>
        <p:nvSpPr>
          <p:cNvPr id="438" name="F4_paired_one_to_one_0p3_9315">
            <a:extLst>
              <a:ext uri="{FF2B5EF4-FFF2-40B4-BE49-F238E27FC236}">
                <a16:creationId xmlns:a16="http://schemas.microsoft.com/office/drawing/2014/main" id="{50E0B321-2403-4853-BE69-ADDC66E9E21B}"/>
              </a:ext>
            </a:extLst>
          </p:cNvPr>
          <p:cNvSpPr>
            <a:spLocks noGrp="1"/>
          </p:cNvSpPr>
          <p:nvPr/>
        </p:nvSpPr>
        <p:spPr>
          <a:xfrm>
            <a:off x="7106701" y="22222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979"/>
          </a:solidFill>
          <a:ln w="5054">
            <a:solidFill>
              <a:srgbClr val="482979"/>
            </a:solidFill>
            <a:prstDash val="solid"/>
          </a:ln>
        </p:spPr>
      </p:sp>
      <p:sp>
        <p:nvSpPr>
          <p:cNvPr id="439" name="F4_paired_one_to_one_0p3_9316">
            <a:extLst>
              <a:ext uri="{FF2B5EF4-FFF2-40B4-BE49-F238E27FC236}">
                <a16:creationId xmlns:a16="http://schemas.microsoft.com/office/drawing/2014/main" id="{FB697524-D010-4981-8E80-5886DF45ACAB}"/>
              </a:ext>
            </a:extLst>
          </p:cNvPr>
          <p:cNvSpPr>
            <a:spLocks noGrp="1"/>
          </p:cNvSpPr>
          <p:nvPr/>
        </p:nvSpPr>
        <p:spPr>
          <a:xfrm>
            <a:off x="7106701" y="22026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878"/>
          </a:solidFill>
          <a:ln w="5054">
            <a:solidFill>
              <a:srgbClr val="482878"/>
            </a:solidFill>
            <a:prstDash val="solid"/>
          </a:ln>
        </p:spPr>
      </p:sp>
      <p:sp>
        <p:nvSpPr>
          <p:cNvPr id="440" name="F4_paired_one_to_one_0p3_9317">
            <a:extLst>
              <a:ext uri="{FF2B5EF4-FFF2-40B4-BE49-F238E27FC236}">
                <a16:creationId xmlns:a16="http://schemas.microsoft.com/office/drawing/2014/main" id="{54BEE81D-91B1-4F5E-A187-785874EE4A1A}"/>
              </a:ext>
            </a:extLst>
          </p:cNvPr>
          <p:cNvSpPr>
            <a:spLocks noGrp="1"/>
          </p:cNvSpPr>
          <p:nvPr/>
        </p:nvSpPr>
        <p:spPr>
          <a:xfrm>
            <a:off x="7106701" y="218313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677"/>
          </a:solidFill>
          <a:ln w="5054">
            <a:solidFill>
              <a:srgbClr val="482677"/>
            </a:solidFill>
            <a:prstDash val="solid"/>
          </a:ln>
        </p:spPr>
      </p:sp>
      <p:sp>
        <p:nvSpPr>
          <p:cNvPr id="441" name="F4_paired_one_to_one_0p3_9318">
            <a:extLst>
              <a:ext uri="{FF2B5EF4-FFF2-40B4-BE49-F238E27FC236}">
                <a16:creationId xmlns:a16="http://schemas.microsoft.com/office/drawing/2014/main" id="{C583E068-58D0-49D6-9347-8C0F8BD95D21}"/>
              </a:ext>
            </a:extLst>
          </p:cNvPr>
          <p:cNvSpPr>
            <a:spLocks noGrp="1"/>
          </p:cNvSpPr>
          <p:nvPr/>
        </p:nvSpPr>
        <p:spPr>
          <a:xfrm>
            <a:off x="7106701" y="21635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576"/>
          </a:solidFill>
          <a:ln w="5054">
            <a:solidFill>
              <a:srgbClr val="482576"/>
            </a:solidFill>
            <a:prstDash val="solid"/>
          </a:ln>
        </p:spPr>
      </p:sp>
      <p:sp>
        <p:nvSpPr>
          <p:cNvPr id="442" name="F4_paired_one_to_one_0p3_9319">
            <a:extLst>
              <a:ext uri="{FF2B5EF4-FFF2-40B4-BE49-F238E27FC236}">
                <a16:creationId xmlns:a16="http://schemas.microsoft.com/office/drawing/2014/main" id="{6C25EB7D-A952-4257-AB22-90E1A8419394}"/>
              </a:ext>
            </a:extLst>
          </p:cNvPr>
          <p:cNvSpPr>
            <a:spLocks noGrp="1"/>
          </p:cNvSpPr>
          <p:nvPr/>
        </p:nvSpPr>
        <p:spPr>
          <a:xfrm>
            <a:off x="7106701" y="214403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475"/>
          </a:solidFill>
          <a:ln w="5054">
            <a:solidFill>
              <a:srgbClr val="482475"/>
            </a:solidFill>
            <a:prstDash val="solid"/>
          </a:ln>
        </p:spPr>
      </p:sp>
      <p:sp>
        <p:nvSpPr>
          <p:cNvPr id="443" name="F4_paired_one_to_one_0p3_9320">
            <a:extLst>
              <a:ext uri="{FF2B5EF4-FFF2-40B4-BE49-F238E27FC236}">
                <a16:creationId xmlns:a16="http://schemas.microsoft.com/office/drawing/2014/main" id="{5D6C64A5-C3A7-4584-91BC-DBF099DDFDF9}"/>
              </a:ext>
            </a:extLst>
          </p:cNvPr>
          <p:cNvSpPr>
            <a:spLocks noGrp="1"/>
          </p:cNvSpPr>
          <p:nvPr/>
        </p:nvSpPr>
        <p:spPr>
          <a:xfrm>
            <a:off x="7106701" y="21244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374"/>
          </a:solidFill>
          <a:ln w="5054">
            <a:solidFill>
              <a:srgbClr val="482374"/>
            </a:solidFill>
            <a:prstDash val="solid"/>
          </a:ln>
        </p:spPr>
      </p:sp>
      <p:sp>
        <p:nvSpPr>
          <p:cNvPr id="444" name="F4_paired_one_to_one_0p3_9321">
            <a:extLst>
              <a:ext uri="{FF2B5EF4-FFF2-40B4-BE49-F238E27FC236}">
                <a16:creationId xmlns:a16="http://schemas.microsoft.com/office/drawing/2014/main" id="{6E502F1A-5CC8-4BED-8716-B4378447DB17}"/>
              </a:ext>
            </a:extLst>
          </p:cNvPr>
          <p:cNvSpPr>
            <a:spLocks noGrp="1"/>
          </p:cNvSpPr>
          <p:nvPr/>
        </p:nvSpPr>
        <p:spPr>
          <a:xfrm>
            <a:off x="7106701" y="21049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173"/>
          </a:solidFill>
          <a:ln w="5054">
            <a:solidFill>
              <a:srgbClr val="482173"/>
            </a:solidFill>
            <a:prstDash val="solid"/>
          </a:ln>
        </p:spPr>
      </p:sp>
      <p:sp>
        <p:nvSpPr>
          <p:cNvPr id="445" name="F4_paired_one_to_one_0p3_9322">
            <a:extLst>
              <a:ext uri="{FF2B5EF4-FFF2-40B4-BE49-F238E27FC236}">
                <a16:creationId xmlns:a16="http://schemas.microsoft.com/office/drawing/2014/main" id="{9BACAF1D-BD94-4FAF-8193-0A917A8D80DB}"/>
              </a:ext>
            </a:extLst>
          </p:cNvPr>
          <p:cNvSpPr>
            <a:spLocks noGrp="1"/>
          </p:cNvSpPr>
          <p:nvPr/>
        </p:nvSpPr>
        <p:spPr>
          <a:xfrm>
            <a:off x="7106701" y="20853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071"/>
          </a:solidFill>
          <a:ln w="5054">
            <a:solidFill>
              <a:srgbClr val="482071"/>
            </a:solidFill>
            <a:prstDash val="solid"/>
          </a:ln>
        </p:spPr>
      </p:sp>
      <p:sp>
        <p:nvSpPr>
          <p:cNvPr id="446" name="F4_paired_one_to_one_0p3_9323">
            <a:extLst>
              <a:ext uri="{FF2B5EF4-FFF2-40B4-BE49-F238E27FC236}">
                <a16:creationId xmlns:a16="http://schemas.microsoft.com/office/drawing/2014/main" id="{127D0857-3074-4FBF-8EEA-31CC9D77244B}"/>
              </a:ext>
            </a:extLst>
          </p:cNvPr>
          <p:cNvSpPr>
            <a:spLocks noGrp="1"/>
          </p:cNvSpPr>
          <p:nvPr/>
        </p:nvSpPr>
        <p:spPr>
          <a:xfrm>
            <a:off x="7106701" y="20658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F70"/>
          </a:solidFill>
          <a:ln w="5054">
            <a:solidFill>
              <a:srgbClr val="481F70"/>
            </a:solidFill>
            <a:prstDash val="solid"/>
          </a:ln>
        </p:spPr>
      </p:sp>
      <p:sp>
        <p:nvSpPr>
          <p:cNvPr id="447" name="F4_paired_one_to_one_0p3_9324">
            <a:extLst>
              <a:ext uri="{FF2B5EF4-FFF2-40B4-BE49-F238E27FC236}">
                <a16:creationId xmlns:a16="http://schemas.microsoft.com/office/drawing/2014/main" id="{3AEE9500-4497-4B38-82B9-AF5D8075375D}"/>
              </a:ext>
            </a:extLst>
          </p:cNvPr>
          <p:cNvSpPr>
            <a:spLocks noGrp="1"/>
          </p:cNvSpPr>
          <p:nvPr/>
        </p:nvSpPr>
        <p:spPr>
          <a:xfrm>
            <a:off x="7106701" y="20462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D6F"/>
          </a:solidFill>
          <a:ln w="5054">
            <a:solidFill>
              <a:srgbClr val="481D6F"/>
            </a:solidFill>
            <a:prstDash val="solid"/>
          </a:ln>
        </p:spPr>
      </p:sp>
      <p:sp>
        <p:nvSpPr>
          <p:cNvPr id="448" name="F4_paired_one_to_one_0p3_9325">
            <a:extLst>
              <a:ext uri="{FF2B5EF4-FFF2-40B4-BE49-F238E27FC236}">
                <a16:creationId xmlns:a16="http://schemas.microsoft.com/office/drawing/2014/main" id="{82A2B4B2-775B-48DD-A3D1-1448BFA53381}"/>
              </a:ext>
            </a:extLst>
          </p:cNvPr>
          <p:cNvSpPr>
            <a:spLocks noGrp="1"/>
          </p:cNvSpPr>
          <p:nvPr/>
        </p:nvSpPr>
        <p:spPr>
          <a:xfrm>
            <a:off x="7106701" y="20267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C6E"/>
          </a:solidFill>
          <a:ln w="5054">
            <a:solidFill>
              <a:srgbClr val="481C6E"/>
            </a:solidFill>
            <a:prstDash val="solid"/>
          </a:ln>
        </p:spPr>
      </p:sp>
      <p:sp>
        <p:nvSpPr>
          <p:cNvPr id="449" name="F4_paired_one_to_one_0p3_9326">
            <a:extLst>
              <a:ext uri="{FF2B5EF4-FFF2-40B4-BE49-F238E27FC236}">
                <a16:creationId xmlns:a16="http://schemas.microsoft.com/office/drawing/2014/main" id="{76969E7E-BCC0-42BB-89C7-22B2A466D096}"/>
              </a:ext>
            </a:extLst>
          </p:cNvPr>
          <p:cNvSpPr>
            <a:spLocks noGrp="1"/>
          </p:cNvSpPr>
          <p:nvPr/>
        </p:nvSpPr>
        <p:spPr>
          <a:xfrm>
            <a:off x="7106701" y="20071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B6D"/>
          </a:solidFill>
          <a:ln w="5054">
            <a:solidFill>
              <a:srgbClr val="481B6D"/>
            </a:solidFill>
            <a:prstDash val="solid"/>
          </a:ln>
        </p:spPr>
      </p:sp>
      <p:sp>
        <p:nvSpPr>
          <p:cNvPr id="450" name="F4_paired_one_to_one_0p3_9327">
            <a:extLst>
              <a:ext uri="{FF2B5EF4-FFF2-40B4-BE49-F238E27FC236}">
                <a16:creationId xmlns:a16="http://schemas.microsoft.com/office/drawing/2014/main" id="{DA9E81B1-D91C-42B2-B21B-52AAD5EAEB90}"/>
              </a:ext>
            </a:extLst>
          </p:cNvPr>
          <p:cNvSpPr>
            <a:spLocks noGrp="1"/>
          </p:cNvSpPr>
          <p:nvPr/>
        </p:nvSpPr>
        <p:spPr>
          <a:xfrm>
            <a:off x="7106701" y="19876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A6C"/>
          </a:solidFill>
          <a:ln w="5054">
            <a:solidFill>
              <a:srgbClr val="481A6C"/>
            </a:solidFill>
            <a:prstDash val="solid"/>
          </a:ln>
        </p:spPr>
      </p:sp>
      <p:sp>
        <p:nvSpPr>
          <p:cNvPr id="451" name="F4_paired_one_to_one_0p3_9328">
            <a:extLst>
              <a:ext uri="{FF2B5EF4-FFF2-40B4-BE49-F238E27FC236}">
                <a16:creationId xmlns:a16="http://schemas.microsoft.com/office/drawing/2014/main" id="{146CB94B-EB36-4A8F-84BC-A13CF676A601}"/>
              </a:ext>
            </a:extLst>
          </p:cNvPr>
          <p:cNvSpPr>
            <a:spLocks noGrp="1"/>
          </p:cNvSpPr>
          <p:nvPr/>
        </p:nvSpPr>
        <p:spPr>
          <a:xfrm>
            <a:off x="7106701" y="19680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86A"/>
          </a:solidFill>
          <a:ln w="5054">
            <a:solidFill>
              <a:srgbClr val="48186A"/>
            </a:solidFill>
            <a:prstDash val="solid"/>
          </a:ln>
        </p:spPr>
      </p:sp>
      <p:sp>
        <p:nvSpPr>
          <p:cNvPr id="452" name="F4_paired_one_to_one_0p3_9329">
            <a:extLst>
              <a:ext uri="{FF2B5EF4-FFF2-40B4-BE49-F238E27FC236}">
                <a16:creationId xmlns:a16="http://schemas.microsoft.com/office/drawing/2014/main" id="{E026E984-E744-405F-A75D-18B4CC2670FD}"/>
              </a:ext>
            </a:extLst>
          </p:cNvPr>
          <p:cNvSpPr>
            <a:spLocks noGrp="1"/>
          </p:cNvSpPr>
          <p:nvPr/>
        </p:nvSpPr>
        <p:spPr>
          <a:xfrm>
            <a:off x="7106701" y="19485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769"/>
          </a:solidFill>
          <a:ln w="5054">
            <a:solidFill>
              <a:srgbClr val="481769"/>
            </a:solidFill>
            <a:prstDash val="solid"/>
          </a:ln>
        </p:spPr>
      </p:sp>
      <p:sp>
        <p:nvSpPr>
          <p:cNvPr id="453" name="F4_paired_one_to_one_0p3_9330">
            <a:extLst>
              <a:ext uri="{FF2B5EF4-FFF2-40B4-BE49-F238E27FC236}">
                <a16:creationId xmlns:a16="http://schemas.microsoft.com/office/drawing/2014/main" id="{7BB407B3-F730-487D-BB12-A76D6A673964}"/>
              </a:ext>
            </a:extLst>
          </p:cNvPr>
          <p:cNvSpPr>
            <a:spLocks noGrp="1"/>
          </p:cNvSpPr>
          <p:nvPr/>
        </p:nvSpPr>
        <p:spPr>
          <a:xfrm>
            <a:off x="7106701" y="19289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668"/>
          </a:solidFill>
          <a:ln w="5054">
            <a:solidFill>
              <a:srgbClr val="481668"/>
            </a:solidFill>
            <a:prstDash val="solid"/>
          </a:ln>
        </p:spPr>
      </p:sp>
      <p:sp>
        <p:nvSpPr>
          <p:cNvPr id="454" name="F4_paired_one_to_one_0p3_9331">
            <a:extLst>
              <a:ext uri="{FF2B5EF4-FFF2-40B4-BE49-F238E27FC236}">
                <a16:creationId xmlns:a16="http://schemas.microsoft.com/office/drawing/2014/main" id="{20F4848A-AF8C-431D-A8C4-4A78D2181F8F}"/>
              </a:ext>
            </a:extLst>
          </p:cNvPr>
          <p:cNvSpPr>
            <a:spLocks noGrp="1"/>
          </p:cNvSpPr>
          <p:nvPr/>
        </p:nvSpPr>
        <p:spPr>
          <a:xfrm>
            <a:off x="7106701" y="19094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467"/>
          </a:solidFill>
          <a:ln w="5054">
            <a:solidFill>
              <a:srgbClr val="481467"/>
            </a:solidFill>
            <a:prstDash val="solid"/>
          </a:ln>
        </p:spPr>
      </p:sp>
      <p:sp>
        <p:nvSpPr>
          <p:cNvPr id="455" name="F4_paired_one_to_one_0p3_9332">
            <a:extLst>
              <a:ext uri="{FF2B5EF4-FFF2-40B4-BE49-F238E27FC236}">
                <a16:creationId xmlns:a16="http://schemas.microsoft.com/office/drawing/2014/main" id="{39F66976-8D6F-40C6-9952-D5D134220B3F}"/>
              </a:ext>
            </a:extLst>
          </p:cNvPr>
          <p:cNvSpPr>
            <a:spLocks noGrp="1"/>
          </p:cNvSpPr>
          <p:nvPr/>
        </p:nvSpPr>
        <p:spPr>
          <a:xfrm>
            <a:off x="7106701" y="18898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365"/>
          </a:solidFill>
          <a:ln w="5054">
            <a:solidFill>
              <a:srgbClr val="471365"/>
            </a:solidFill>
            <a:prstDash val="solid"/>
          </a:ln>
        </p:spPr>
      </p:sp>
      <p:sp>
        <p:nvSpPr>
          <p:cNvPr id="456" name="F4_paired_one_to_one_0p3_9333">
            <a:extLst>
              <a:ext uri="{FF2B5EF4-FFF2-40B4-BE49-F238E27FC236}">
                <a16:creationId xmlns:a16="http://schemas.microsoft.com/office/drawing/2014/main" id="{2DF8643E-FEF7-4FE1-B266-DBCEF4649822}"/>
              </a:ext>
            </a:extLst>
          </p:cNvPr>
          <p:cNvSpPr>
            <a:spLocks noGrp="1"/>
          </p:cNvSpPr>
          <p:nvPr/>
        </p:nvSpPr>
        <p:spPr>
          <a:xfrm>
            <a:off x="7106701" y="18703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164"/>
          </a:solidFill>
          <a:ln w="5054">
            <a:solidFill>
              <a:srgbClr val="471164"/>
            </a:solidFill>
            <a:prstDash val="solid"/>
          </a:ln>
        </p:spPr>
      </p:sp>
      <p:sp>
        <p:nvSpPr>
          <p:cNvPr id="457" name="F4_paired_one_to_one_0p3_9334">
            <a:extLst>
              <a:ext uri="{FF2B5EF4-FFF2-40B4-BE49-F238E27FC236}">
                <a16:creationId xmlns:a16="http://schemas.microsoft.com/office/drawing/2014/main" id="{35ABD6B8-ACC3-4F93-BD19-DA9806577EDF}"/>
              </a:ext>
            </a:extLst>
          </p:cNvPr>
          <p:cNvSpPr>
            <a:spLocks noGrp="1"/>
          </p:cNvSpPr>
          <p:nvPr/>
        </p:nvSpPr>
        <p:spPr>
          <a:xfrm>
            <a:off x="7106701" y="18507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063"/>
          </a:solidFill>
          <a:ln w="5054">
            <a:solidFill>
              <a:srgbClr val="471063"/>
            </a:solidFill>
            <a:prstDash val="solid"/>
          </a:ln>
        </p:spPr>
      </p:sp>
      <p:sp>
        <p:nvSpPr>
          <p:cNvPr id="458" name="F4_paired_one_to_one_0p3_9335">
            <a:extLst>
              <a:ext uri="{FF2B5EF4-FFF2-40B4-BE49-F238E27FC236}">
                <a16:creationId xmlns:a16="http://schemas.microsoft.com/office/drawing/2014/main" id="{6CD2E847-49CF-42C8-A03F-7281498996D0}"/>
              </a:ext>
            </a:extLst>
          </p:cNvPr>
          <p:cNvSpPr>
            <a:spLocks noGrp="1"/>
          </p:cNvSpPr>
          <p:nvPr/>
        </p:nvSpPr>
        <p:spPr>
          <a:xfrm>
            <a:off x="7106701" y="18312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0E61"/>
          </a:solidFill>
          <a:ln w="5054">
            <a:solidFill>
              <a:srgbClr val="470E61"/>
            </a:solidFill>
            <a:prstDash val="solid"/>
          </a:ln>
        </p:spPr>
      </p:sp>
      <p:sp>
        <p:nvSpPr>
          <p:cNvPr id="459" name="F4_paired_one_to_one_0p3_9336">
            <a:extLst>
              <a:ext uri="{FF2B5EF4-FFF2-40B4-BE49-F238E27FC236}">
                <a16:creationId xmlns:a16="http://schemas.microsoft.com/office/drawing/2014/main" id="{9031A822-D8DA-4FAD-A979-260DF0AD468E}"/>
              </a:ext>
            </a:extLst>
          </p:cNvPr>
          <p:cNvSpPr>
            <a:spLocks noGrp="1"/>
          </p:cNvSpPr>
          <p:nvPr/>
        </p:nvSpPr>
        <p:spPr>
          <a:xfrm>
            <a:off x="7106701" y="18116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0D60"/>
          </a:solidFill>
          <a:ln w="5054">
            <a:solidFill>
              <a:srgbClr val="470D60"/>
            </a:solidFill>
            <a:prstDash val="solid"/>
          </a:ln>
        </p:spPr>
      </p:sp>
      <p:sp>
        <p:nvSpPr>
          <p:cNvPr id="460" name="F4_paired_one_to_one_0p3_9337">
            <a:extLst>
              <a:ext uri="{FF2B5EF4-FFF2-40B4-BE49-F238E27FC236}">
                <a16:creationId xmlns:a16="http://schemas.microsoft.com/office/drawing/2014/main" id="{5322ACAB-A6FB-4BAA-82D7-2374BCD1D1A2}"/>
              </a:ext>
            </a:extLst>
          </p:cNvPr>
          <p:cNvSpPr>
            <a:spLocks noGrp="1"/>
          </p:cNvSpPr>
          <p:nvPr/>
        </p:nvSpPr>
        <p:spPr>
          <a:xfrm>
            <a:off x="7106701" y="17921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B5E"/>
          </a:solidFill>
          <a:ln w="5054">
            <a:solidFill>
              <a:srgbClr val="460B5E"/>
            </a:solidFill>
            <a:prstDash val="solid"/>
          </a:ln>
        </p:spPr>
      </p:sp>
      <p:sp>
        <p:nvSpPr>
          <p:cNvPr id="461" name="F4_paired_one_to_one_0p3_9338">
            <a:extLst>
              <a:ext uri="{FF2B5EF4-FFF2-40B4-BE49-F238E27FC236}">
                <a16:creationId xmlns:a16="http://schemas.microsoft.com/office/drawing/2014/main" id="{FE615C8C-C528-4D12-98BD-949A4634D7DB}"/>
              </a:ext>
            </a:extLst>
          </p:cNvPr>
          <p:cNvSpPr>
            <a:spLocks noGrp="1"/>
          </p:cNvSpPr>
          <p:nvPr/>
        </p:nvSpPr>
        <p:spPr>
          <a:xfrm>
            <a:off x="7106701" y="17725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A5D"/>
          </a:solidFill>
          <a:ln w="5054">
            <a:solidFill>
              <a:srgbClr val="460A5D"/>
            </a:solidFill>
            <a:prstDash val="solid"/>
          </a:ln>
        </p:spPr>
      </p:sp>
      <p:sp>
        <p:nvSpPr>
          <p:cNvPr id="462" name="F4_paired_one_to_one_0p3_9339">
            <a:extLst>
              <a:ext uri="{FF2B5EF4-FFF2-40B4-BE49-F238E27FC236}">
                <a16:creationId xmlns:a16="http://schemas.microsoft.com/office/drawing/2014/main" id="{F304A645-8C4C-4050-9319-26BF7A2518C4}"/>
              </a:ext>
            </a:extLst>
          </p:cNvPr>
          <p:cNvSpPr>
            <a:spLocks noGrp="1"/>
          </p:cNvSpPr>
          <p:nvPr/>
        </p:nvSpPr>
        <p:spPr>
          <a:xfrm>
            <a:off x="7106701" y="17530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85C"/>
          </a:solidFill>
          <a:ln w="5054">
            <a:solidFill>
              <a:srgbClr val="46085C"/>
            </a:solidFill>
            <a:prstDash val="solid"/>
          </a:ln>
        </p:spPr>
      </p:sp>
      <p:sp>
        <p:nvSpPr>
          <p:cNvPr id="463" name="F4_paired_one_to_one_0p3_9340">
            <a:extLst>
              <a:ext uri="{FF2B5EF4-FFF2-40B4-BE49-F238E27FC236}">
                <a16:creationId xmlns:a16="http://schemas.microsoft.com/office/drawing/2014/main" id="{FC548F00-FF43-485D-8AA8-2B74D5804444}"/>
              </a:ext>
            </a:extLst>
          </p:cNvPr>
          <p:cNvSpPr>
            <a:spLocks noGrp="1"/>
          </p:cNvSpPr>
          <p:nvPr/>
        </p:nvSpPr>
        <p:spPr>
          <a:xfrm>
            <a:off x="7106701" y="17334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75A"/>
          </a:solidFill>
          <a:ln w="5054">
            <a:solidFill>
              <a:srgbClr val="46075A"/>
            </a:solidFill>
            <a:prstDash val="solid"/>
          </a:ln>
        </p:spPr>
      </p:sp>
      <p:sp>
        <p:nvSpPr>
          <p:cNvPr id="464" name="F4_paired_one_to_one_0p3_9341">
            <a:extLst>
              <a:ext uri="{FF2B5EF4-FFF2-40B4-BE49-F238E27FC236}">
                <a16:creationId xmlns:a16="http://schemas.microsoft.com/office/drawing/2014/main" id="{E3E4C155-F22D-443E-9A35-E4CE75DA8905}"/>
              </a:ext>
            </a:extLst>
          </p:cNvPr>
          <p:cNvSpPr>
            <a:spLocks noGrp="1"/>
          </p:cNvSpPr>
          <p:nvPr/>
        </p:nvSpPr>
        <p:spPr>
          <a:xfrm>
            <a:off x="7106701" y="17139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0559"/>
          </a:solidFill>
          <a:ln w="5054">
            <a:solidFill>
              <a:srgbClr val="450559"/>
            </a:solidFill>
            <a:prstDash val="solid"/>
          </a:ln>
        </p:spPr>
      </p:sp>
      <p:sp>
        <p:nvSpPr>
          <p:cNvPr id="465" name="F4_paired_one_to_one_0p3_9342">
            <a:extLst>
              <a:ext uri="{FF2B5EF4-FFF2-40B4-BE49-F238E27FC236}">
                <a16:creationId xmlns:a16="http://schemas.microsoft.com/office/drawing/2014/main" id="{876E789B-E15E-441B-A13B-25FF34060A00}"/>
              </a:ext>
            </a:extLst>
          </p:cNvPr>
          <p:cNvSpPr>
            <a:spLocks noGrp="1"/>
          </p:cNvSpPr>
          <p:nvPr/>
        </p:nvSpPr>
        <p:spPr>
          <a:xfrm>
            <a:off x="7106701" y="16943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0457"/>
          </a:solidFill>
          <a:ln w="5054">
            <a:solidFill>
              <a:srgbClr val="450457"/>
            </a:solidFill>
            <a:prstDash val="solid"/>
          </a:ln>
        </p:spPr>
      </p:sp>
      <p:sp>
        <p:nvSpPr>
          <p:cNvPr id="466" name="F4_paired_one_to_one_0p3_9343">
            <a:extLst>
              <a:ext uri="{FF2B5EF4-FFF2-40B4-BE49-F238E27FC236}">
                <a16:creationId xmlns:a16="http://schemas.microsoft.com/office/drawing/2014/main" id="{0C9D2CD0-4DC6-4512-9297-B73897339781}"/>
              </a:ext>
            </a:extLst>
          </p:cNvPr>
          <p:cNvSpPr>
            <a:spLocks noGrp="1"/>
          </p:cNvSpPr>
          <p:nvPr/>
        </p:nvSpPr>
        <p:spPr>
          <a:xfrm>
            <a:off x="7106701" y="16748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0256"/>
          </a:solidFill>
          <a:ln w="5054">
            <a:solidFill>
              <a:srgbClr val="440256"/>
            </a:solidFill>
            <a:prstDash val="solid"/>
          </a:ln>
        </p:spPr>
      </p:sp>
      <p:sp>
        <p:nvSpPr>
          <p:cNvPr id="467" name="F4_paired_one_to_one_0p3_9344">
            <a:extLst>
              <a:ext uri="{FF2B5EF4-FFF2-40B4-BE49-F238E27FC236}">
                <a16:creationId xmlns:a16="http://schemas.microsoft.com/office/drawing/2014/main" id="{1036395D-914C-41CA-BC31-402A3E4480AD}"/>
              </a:ext>
            </a:extLst>
          </p:cNvPr>
          <p:cNvSpPr>
            <a:spLocks noGrp="1"/>
          </p:cNvSpPr>
          <p:nvPr/>
        </p:nvSpPr>
        <p:spPr>
          <a:xfrm>
            <a:off x="7106701" y="16552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0154"/>
          </a:solidFill>
          <a:ln w="5054">
            <a:solidFill>
              <a:srgbClr val="440154"/>
            </a:solidFill>
            <a:prstDash val="solid"/>
          </a:ln>
        </p:spPr>
      </p:sp>
      <p:sp>
        <p:nvSpPr>
          <p:cNvPr id="468" name="F4_paired_one_to_one_0p3_9345">
            <a:extLst>
              <a:ext uri="{FF2B5EF4-FFF2-40B4-BE49-F238E27FC236}">
                <a16:creationId xmlns:a16="http://schemas.microsoft.com/office/drawing/2014/main" id="{EC151ACF-B498-466B-B83B-6E1175B98D07}"/>
              </a:ext>
            </a:extLst>
          </p:cNvPr>
          <p:cNvSpPr>
            <a:spLocks noGrp="1"/>
          </p:cNvSpPr>
          <p:nvPr/>
        </p:nvSpPr>
        <p:spPr>
          <a:xfrm>
            <a:off x="7356939" y="666004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69" name="text_9346">
            <a:extLst>
              <a:ext uri="{FF2B5EF4-FFF2-40B4-BE49-F238E27FC236}">
                <a16:creationId xmlns:a16="http://schemas.microsoft.com/office/drawing/2014/main" id="{6073D5FB-83FB-4209-83F7-A9E7552BEF20}"/>
              </a:ext>
            </a:extLst>
          </p:cNvPr>
          <p:cNvSpPr>
            <a:spLocks noGrp="1"/>
          </p:cNvSpPr>
          <p:nvPr/>
        </p:nvSpPr>
        <p:spPr>
          <a:xfrm>
            <a:off x="7508554" y="658906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70" name="F4_paired_one_to_one_0p3_9347">
            <a:extLst>
              <a:ext uri="{FF2B5EF4-FFF2-40B4-BE49-F238E27FC236}">
                <a16:creationId xmlns:a16="http://schemas.microsoft.com/office/drawing/2014/main" id="{E52ABB46-80C4-4851-BB5E-DD6296A5C2CE}"/>
              </a:ext>
            </a:extLst>
          </p:cNvPr>
          <p:cNvSpPr>
            <a:spLocks noGrp="1"/>
          </p:cNvSpPr>
          <p:nvPr/>
        </p:nvSpPr>
        <p:spPr>
          <a:xfrm>
            <a:off x="7356939" y="4991789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1" name="text_9348">
            <a:extLst>
              <a:ext uri="{FF2B5EF4-FFF2-40B4-BE49-F238E27FC236}">
                <a16:creationId xmlns:a16="http://schemas.microsoft.com/office/drawing/2014/main" id="{355C99AC-F922-439C-9BDE-B34E662F2312}"/>
              </a:ext>
            </a:extLst>
          </p:cNvPr>
          <p:cNvSpPr>
            <a:spLocks noGrp="1"/>
          </p:cNvSpPr>
          <p:nvPr/>
        </p:nvSpPr>
        <p:spPr>
          <a:xfrm>
            <a:off x="7508554" y="4920815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472" name="F4_paired_one_to_one_0p3_9349">
            <a:extLst>
              <a:ext uri="{FF2B5EF4-FFF2-40B4-BE49-F238E27FC236}">
                <a16:creationId xmlns:a16="http://schemas.microsoft.com/office/drawing/2014/main" id="{4298915E-A6A0-43A7-B928-09AA55B51907}"/>
              </a:ext>
            </a:extLst>
          </p:cNvPr>
          <p:cNvSpPr>
            <a:spLocks noGrp="1"/>
          </p:cNvSpPr>
          <p:nvPr/>
        </p:nvSpPr>
        <p:spPr>
          <a:xfrm>
            <a:off x="7356939" y="3323536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3" name="text_9350">
            <a:extLst>
              <a:ext uri="{FF2B5EF4-FFF2-40B4-BE49-F238E27FC236}">
                <a16:creationId xmlns:a16="http://schemas.microsoft.com/office/drawing/2014/main" id="{6AC46456-3A42-4390-AA78-DF40CBA12F25}"/>
              </a:ext>
            </a:extLst>
          </p:cNvPr>
          <p:cNvSpPr>
            <a:spLocks noGrp="1"/>
          </p:cNvSpPr>
          <p:nvPr/>
        </p:nvSpPr>
        <p:spPr>
          <a:xfrm>
            <a:off x="7508554" y="3252563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474" name="F4_paired_one_to_one_0p3_9351">
            <a:extLst>
              <a:ext uri="{FF2B5EF4-FFF2-40B4-BE49-F238E27FC236}">
                <a16:creationId xmlns:a16="http://schemas.microsoft.com/office/drawing/2014/main" id="{D3C7DF2E-2BCC-4283-8165-E6E0F3E0E790}"/>
              </a:ext>
            </a:extLst>
          </p:cNvPr>
          <p:cNvSpPr>
            <a:spLocks noGrp="1"/>
          </p:cNvSpPr>
          <p:nvPr/>
        </p:nvSpPr>
        <p:spPr>
          <a:xfrm>
            <a:off x="7356939" y="165528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5" name="text_9352">
            <a:extLst>
              <a:ext uri="{FF2B5EF4-FFF2-40B4-BE49-F238E27FC236}">
                <a16:creationId xmlns:a16="http://schemas.microsoft.com/office/drawing/2014/main" id="{4721D26B-E37E-45A3-B9A2-47748647F01D}"/>
              </a:ext>
            </a:extLst>
          </p:cNvPr>
          <p:cNvSpPr>
            <a:spLocks noGrp="1"/>
          </p:cNvSpPr>
          <p:nvPr/>
        </p:nvSpPr>
        <p:spPr>
          <a:xfrm>
            <a:off x="7508554" y="1584311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476" name="text_9353">
            <a:extLst>
              <a:ext uri="{FF2B5EF4-FFF2-40B4-BE49-F238E27FC236}">
                <a16:creationId xmlns:a16="http://schemas.microsoft.com/office/drawing/2014/main" id="{54C90F83-EB46-41E1-8214-947F3085CA57}"/>
              </a:ext>
            </a:extLst>
          </p:cNvPr>
          <p:cNvSpPr>
            <a:spLocks noGrp="1"/>
          </p:cNvSpPr>
          <p:nvPr/>
        </p:nvSpPr>
        <p:spPr>
          <a:xfrm rot="-5400000">
            <a:off x="7402222" y="4047110"/>
            <a:ext cx="1133197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477" name="text_9354">
            <a:extLst>
              <a:ext uri="{FF2B5EF4-FFF2-40B4-BE49-F238E27FC236}">
                <a16:creationId xmlns:a16="http://schemas.microsoft.com/office/drawing/2014/main" id="{374048CF-219A-4C8C-AD34-3B0A3315DEB2}"/>
              </a:ext>
            </a:extLst>
          </p:cNvPr>
          <p:cNvSpPr>
            <a:spLocks noGrp="1"/>
          </p:cNvSpPr>
          <p:nvPr/>
        </p:nvSpPr>
        <p:spPr>
          <a:xfrm>
            <a:off x="1916987" y="657521"/>
            <a:ext cx="3445960" cy="3158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990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90" b="1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PRAUC at τ = 0.3</a:t>
            </a:r>
          </a:p>
        </p:txBody>
      </p:sp>
      <p:sp>
        <p:nvSpPr>
          <p:cNvPr id="478" name="text_9355">
            <a:extLst>
              <a:ext uri="{FF2B5EF4-FFF2-40B4-BE49-F238E27FC236}">
                <a16:creationId xmlns:a16="http://schemas.microsoft.com/office/drawing/2014/main" id="{03212A43-4049-4C9C-BD83-F3D804ECA1EB}"/>
              </a:ext>
            </a:extLst>
          </p:cNvPr>
          <p:cNvSpPr>
            <a:spLocks noGrp="1"/>
          </p:cNvSpPr>
          <p:nvPr/>
        </p:nvSpPr>
        <p:spPr>
          <a:xfrm>
            <a:off x="1916987" y="7387849"/>
            <a:ext cx="3901879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higher: 112    Equal: 40    Emap2lig higher: 27</a:t>
            </a:r>
          </a:p>
        </p:txBody>
      </p:sp>
      <p:sp>
        <p:nvSpPr>
          <p:cNvPr id="479" name="text_9356">
            <a:extLst>
              <a:ext uri="{FF2B5EF4-FFF2-40B4-BE49-F238E27FC236}">
                <a16:creationId xmlns:a16="http://schemas.microsoft.com/office/drawing/2014/main" id="{D40F59C3-BEB5-4974-A884-23E23025E498}"/>
              </a:ext>
            </a:extLst>
          </p:cNvPr>
          <p:cNvSpPr>
            <a:spLocks noGrp="1"/>
          </p:cNvSpPr>
          <p:nvPr/>
        </p:nvSpPr>
        <p:spPr>
          <a:xfrm>
            <a:off x="1163762" y="8006036"/>
            <a:ext cx="4184841" cy="1989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54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54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paired PDBs. Diagonal: equal performance.</a:t>
            </a:r>
          </a:p>
        </p:txBody>
      </p:sp>
    </p:spTree>
    <p:extLst>
      <p:ext uri="{BB962C8B-B14F-4D97-AF65-F5344CB8AC3E}">
        <p14:creationId xmlns:p14="http://schemas.microsoft.com/office/powerpoint/2010/main" val="699034086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5" name="F2_precision_recall_distributions_2815">
            <a:extLst>
              <a:ext uri="{FF2B5EF4-FFF2-40B4-BE49-F238E27FC236}">
                <a16:creationId xmlns:a16="http://schemas.microsoft.com/office/drawing/2014/main" id="{F308BEDA-75E1-4E5D-B19B-46AF65A732DB}"/>
              </a:ext>
            </a:extLst>
          </p:cNvPr>
          <p:cNvSpPr>
            <a:spLocks noGrp="1"/>
          </p:cNvSpPr>
          <p:nvPr/>
        </p:nvSpPr>
        <p:spPr>
          <a:xfrm>
            <a:off x="379568" y="352425"/>
            <a:ext cx="8765865" cy="8096250"/>
          </a:xfrm>
          <a:custGeom>
            <a:avLst/>
            <a:gdLst/>
            <a:ahLst/>
            <a:cxnLst/>
            <a:rect l="0" t="0" r="0" b="0"/>
            <a:pathLst>
              <a:path w="8765865" h="8096250">
                <a:moveTo>
                  <a:pt x="0" y="8096250"/>
                </a:moveTo>
                <a:lnTo>
                  <a:pt x="8765865" y="8096250"/>
                </a:lnTo>
                <a:lnTo>
                  <a:pt x="8765865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2_precision_recall_distributions_2816">
            <a:extLst>
              <a:ext uri="{FF2B5EF4-FFF2-40B4-BE49-F238E27FC236}">
                <a16:creationId xmlns:a16="http://schemas.microsoft.com/office/drawing/2014/main" id="{262A838D-B551-4539-85A2-F2CAC02AEEBF}"/>
              </a:ext>
            </a:extLst>
          </p:cNvPr>
          <p:cNvSpPr>
            <a:spLocks noGrp="1"/>
          </p:cNvSpPr>
          <p:nvPr/>
        </p:nvSpPr>
        <p:spPr>
          <a:xfrm>
            <a:off x="1212325" y="148590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F2_precision_recall_distributions_2817">
            <a:extLst>
              <a:ext uri="{FF2B5EF4-FFF2-40B4-BE49-F238E27FC236}">
                <a16:creationId xmlns:a16="http://schemas.microsoft.com/office/drawing/2014/main" id="{2A1E9668-07DB-40BB-8E9C-966A6C713B03}"/>
              </a:ext>
            </a:extLst>
          </p:cNvPr>
          <p:cNvSpPr>
            <a:spLocks noGrp="1"/>
          </p:cNvSpPr>
          <p:nvPr/>
        </p:nvSpPr>
        <p:spPr>
          <a:xfrm>
            <a:off x="1212325" y="235588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4" name="F2_precision_recall_distributions_2818">
            <a:extLst>
              <a:ext uri="{FF2B5EF4-FFF2-40B4-BE49-F238E27FC236}">
                <a16:creationId xmlns:a16="http://schemas.microsoft.com/office/drawing/2014/main" id="{C8BC0E14-858C-459C-AF73-0BA2F01E8ED9}"/>
              </a:ext>
            </a:extLst>
          </p:cNvPr>
          <p:cNvSpPr>
            <a:spLocks noGrp="1"/>
          </p:cNvSpPr>
          <p:nvPr/>
        </p:nvSpPr>
        <p:spPr>
          <a:xfrm>
            <a:off x="1170051" y="235588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" name="text_2819">
            <a:extLst>
              <a:ext uri="{FF2B5EF4-FFF2-40B4-BE49-F238E27FC236}">
                <a16:creationId xmlns:a16="http://schemas.microsoft.com/office/drawing/2014/main" id="{79C14D9B-B5F1-4EA9-A85B-4F2C26BD6080}"/>
              </a:ext>
            </a:extLst>
          </p:cNvPr>
          <p:cNvSpPr>
            <a:spLocks noGrp="1"/>
          </p:cNvSpPr>
          <p:nvPr/>
        </p:nvSpPr>
        <p:spPr>
          <a:xfrm>
            <a:off x="958091" y="230839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6" name="F2_precision_recall_distributions_2820">
            <a:extLst>
              <a:ext uri="{FF2B5EF4-FFF2-40B4-BE49-F238E27FC236}">
                <a16:creationId xmlns:a16="http://schemas.microsoft.com/office/drawing/2014/main" id="{58451265-6442-42E7-9A26-B3881C2E5ADB}"/>
              </a:ext>
            </a:extLst>
          </p:cNvPr>
          <p:cNvSpPr>
            <a:spLocks noGrp="1"/>
          </p:cNvSpPr>
          <p:nvPr/>
        </p:nvSpPr>
        <p:spPr>
          <a:xfrm>
            <a:off x="1212325" y="193150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7" name="F2_precision_recall_distributions_2821">
            <a:extLst>
              <a:ext uri="{FF2B5EF4-FFF2-40B4-BE49-F238E27FC236}">
                <a16:creationId xmlns:a16="http://schemas.microsoft.com/office/drawing/2014/main" id="{4C10C15B-B019-4028-8F79-49D9286656FC}"/>
              </a:ext>
            </a:extLst>
          </p:cNvPr>
          <p:cNvSpPr>
            <a:spLocks noGrp="1"/>
          </p:cNvSpPr>
          <p:nvPr/>
        </p:nvSpPr>
        <p:spPr>
          <a:xfrm>
            <a:off x="1170051" y="193150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8" name="text_2822">
            <a:extLst>
              <a:ext uri="{FF2B5EF4-FFF2-40B4-BE49-F238E27FC236}">
                <a16:creationId xmlns:a16="http://schemas.microsoft.com/office/drawing/2014/main" id="{8091EF86-77D9-4FC5-A687-69C350E6C57D}"/>
              </a:ext>
            </a:extLst>
          </p:cNvPr>
          <p:cNvSpPr>
            <a:spLocks noGrp="1"/>
          </p:cNvSpPr>
          <p:nvPr/>
        </p:nvSpPr>
        <p:spPr>
          <a:xfrm>
            <a:off x="958091" y="188400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9" name="F2_precision_recall_distributions_2823">
            <a:extLst>
              <a:ext uri="{FF2B5EF4-FFF2-40B4-BE49-F238E27FC236}">
                <a16:creationId xmlns:a16="http://schemas.microsoft.com/office/drawing/2014/main" id="{3561E7C9-452F-4274-823F-61538CCF7DC7}"/>
              </a:ext>
            </a:extLst>
          </p:cNvPr>
          <p:cNvSpPr>
            <a:spLocks noGrp="1"/>
          </p:cNvSpPr>
          <p:nvPr/>
        </p:nvSpPr>
        <p:spPr>
          <a:xfrm>
            <a:off x="1212325" y="150711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0" name="F2_precision_recall_distributions_2824">
            <a:extLst>
              <a:ext uri="{FF2B5EF4-FFF2-40B4-BE49-F238E27FC236}">
                <a16:creationId xmlns:a16="http://schemas.microsoft.com/office/drawing/2014/main" id="{23ADF799-E431-4E44-BDE9-2CAD0074A886}"/>
              </a:ext>
            </a:extLst>
          </p:cNvPr>
          <p:cNvSpPr>
            <a:spLocks noGrp="1"/>
          </p:cNvSpPr>
          <p:nvPr/>
        </p:nvSpPr>
        <p:spPr>
          <a:xfrm>
            <a:off x="1170051" y="150711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1" name="text_2825">
            <a:extLst>
              <a:ext uri="{FF2B5EF4-FFF2-40B4-BE49-F238E27FC236}">
                <a16:creationId xmlns:a16="http://schemas.microsoft.com/office/drawing/2014/main" id="{209D63C8-306B-4CFA-8EE7-AA0402F5DBD4}"/>
              </a:ext>
            </a:extLst>
          </p:cNvPr>
          <p:cNvSpPr>
            <a:spLocks noGrp="1"/>
          </p:cNvSpPr>
          <p:nvPr/>
        </p:nvSpPr>
        <p:spPr>
          <a:xfrm>
            <a:off x="958091" y="145962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2" name="F2_precision_recall_distributions_2826">
            <a:extLst>
              <a:ext uri="{FF2B5EF4-FFF2-40B4-BE49-F238E27FC236}">
                <a16:creationId xmlns:a16="http://schemas.microsoft.com/office/drawing/2014/main" id="{C93ECA7B-8022-45A0-BCF0-94F503AC45CC}"/>
              </a:ext>
            </a:extLst>
          </p:cNvPr>
          <p:cNvSpPr>
            <a:spLocks noGrp="1"/>
          </p:cNvSpPr>
          <p:nvPr/>
        </p:nvSpPr>
        <p:spPr>
          <a:xfrm>
            <a:off x="1514954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49205" y="848766"/>
                </a:moveTo>
                <a:lnTo>
                  <a:pt x="125891" y="848766"/>
                </a:lnTo>
                <a:lnTo>
                  <a:pt x="129654" y="842186"/>
                </a:lnTo>
                <a:lnTo>
                  <a:pt x="140478" y="835606"/>
                </a:lnTo>
                <a:lnTo>
                  <a:pt x="157061" y="829027"/>
                </a:lnTo>
                <a:lnTo>
                  <a:pt x="177525" y="822447"/>
                </a:lnTo>
                <a:lnTo>
                  <a:pt x="199760" y="815868"/>
                </a:lnTo>
                <a:lnTo>
                  <a:pt x="221786" y="809288"/>
                </a:lnTo>
                <a:lnTo>
                  <a:pt x="242030" y="802708"/>
                </a:lnTo>
                <a:lnTo>
                  <a:pt x="259477" y="796129"/>
                </a:lnTo>
                <a:lnTo>
                  <a:pt x="273686" y="789549"/>
                </a:lnTo>
                <a:lnTo>
                  <a:pt x="284694" y="782970"/>
                </a:lnTo>
                <a:lnTo>
                  <a:pt x="292857" y="776390"/>
                </a:lnTo>
                <a:lnTo>
                  <a:pt x="298682" y="769811"/>
                </a:lnTo>
                <a:lnTo>
                  <a:pt x="302689" y="763231"/>
                </a:lnTo>
                <a:lnTo>
                  <a:pt x="305323" y="756651"/>
                </a:lnTo>
                <a:lnTo>
                  <a:pt x="306919" y="750072"/>
                </a:lnTo>
                <a:lnTo>
                  <a:pt x="307705" y="743492"/>
                </a:lnTo>
                <a:lnTo>
                  <a:pt x="307826" y="736913"/>
                </a:lnTo>
                <a:lnTo>
                  <a:pt x="307376" y="730333"/>
                </a:lnTo>
                <a:lnTo>
                  <a:pt x="306422" y="723754"/>
                </a:lnTo>
                <a:lnTo>
                  <a:pt x="305024" y="717174"/>
                </a:lnTo>
                <a:lnTo>
                  <a:pt x="303234" y="710594"/>
                </a:lnTo>
                <a:lnTo>
                  <a:pt x="301109" y="704015"/>
                </a:lnTo>
                <a:lnTo>
                  <a:pt x="298696" y="697435"/>
                </a:lnTo>
                <a:lnTo>
                  <a:pt x="296036" y="690856"/>
                </a:lnTo>
                <a:lnTo>
                  <a:pt x="293155" y="684276"/>
                </a:lnTo>
                <a:lnTo>
                  <a:pt x="290061" y="677697"/>
                </a:lnTo>
                <a:lnTo>
                  <a:pt x="286753" y="671117"/>
                </a:lnTo>
                <a:lnTo>
                  <a:pt x="283234" y="664537"/>
                </a:lnTo>
                <a:lnTo>
                  <a:pt x="279532" y="657958"/>
                </a:lnTo>
                <a:lnTo>
                  <a:pt x="275722" y="651378"/>
                </a:lnTo>
                <a:lnTo>
                  <a:pt x="271950" y="644799"/>
                </a:lnTo>
                <a:lnTo>
                  <a:pt x="268429" y="638219"/>
                </a:lnTo>
                <a:lnTo>
                  <a:pt x="265424" y="631639"/>
                </a:lnTo>
                <a:lnTo>
                  <a:pt x="263210" y="625060"/>
                </a:lnTo>
                <a:lnTo>
                  <a:pt x="262017" y="618480"/>
                </a:lnTo>
                <a:lnTo>
                  <a:pt x="261967" y="611901"/>
                </a:lnTo>
                <a:lnTo>
                  <a:pt x="263030" y="605321"/>
                </a:lnTo>
                <a:lnTo>
                  <a:pt x="265000" y="598742"/>
                </a:lnTo>
                <a:lnTo>
                  <a:pt x="267509" y="592162"/>
                </a:lnTo>
                <a:lnTo>
                  <a:pt x="270069" y="585582"/>
                </a:lnTo>
                <a:lnTo>
                  <a:pt x="272142" y="579003"/>
                </a:lnTo>
                <a:lnTo>
                  <a:pt x="273216" y="572423"/>
                </a:lnTo>
                <a:lnTo>
                  <a:pt x="272887" y="565844"/>
                </a:lnTo>
                <a:lnTo>
                  <a:pt x="270912" y="559264"/>
                </a:lnTo>
                <a:lnTo>
                  <a:pt x="267244" y="552685"/>
                </a:lnTo>
                <a:lnTo>
                  <a:pt x="262037" y="546105"/>
                </a:lnTo>
                <a:lnTo>
                  <a:pt x="255629" y="539525"/>
                </a:lnTo>
                <a:lnTo>
                  <a:pt x="248499" y="532946"/>
                </a:lnTo>
                <a:lnTo>
                  <a:pt x="241218" y="526366"/>
                </a:lnTo>
                <a:lnTo>
                  <a:pt x="234387" y="519787"/>
                </a:lnTo>
                <a:lnTo>
                  <a:pt x="228573" y="513207"/>
                </a:lnTo>
                <a:lnTo>
                  <a:pt x="224254" y="506627"/>
                </a:lnTo>
                <a:lnTo>
                  <a:pt x="221758" y="500048"/>
                </a:lnTo>
                <a:lnTo>
                  <a:pt x="221229" y="493468"/>
                </a:lnTo>
                <a:lnTo>
                  <a:pt x="222598" y="486889"/>
                </a:lnTo>
                <a:lnTo>
                  <a:pt x="225591" y="480309"/>
                </a:lnTo>
                <a:lnTo>
                  <a:pt x="229752" y="473730"/>
                </a:lnTo>
                <a:lnTo>
                  <a:pt x="234500" y="467150"/>
                </a:lnTo>
                <a:lnTo>
                  <a:pt x="239191" y="460570"/>
                </a:lnTo>
                <a:lnTo>
                  <a:pt x="243207" y="453991"/>
                </a:lnTo>
                <a:lnTo>
                  <a:pt x="246022" y="447411"/>
                </a:lnTo>
                <a:lnTo>
                  <a:pt x="247259" y="440832"/>
                </a:lnTo>
                <a:lnTo>
                  <a:pt x="246727" y="434252"/>
                </a:lnTo>
                <a:lnTo>
                  <a:pt x="244422" y="427673"/>
                </a:lnTo>
                <a:lnTo>
                  <a:pt x="240507" y="421093"/>
                </a:lnTo>
                <a:lnTo>
                  <a:pt x="235269" y="414513"/>
                </a:lnTo>
                <a:lnTo>
                  <a:pt x="229073" y="407934"/>
                </a:lnTo>
                <a:lnTo>
                  <a:pt x="222315" y="401354"/>
                </a:lnTo>
                <a:lnTo>
                  <a:pt x="215375" y="394775"/>
                </a:lnTo>
                <a:lnTo>
                  <a:pt x="208595" y="388195"/>
                </a:lnTo>
                <a:lnTo>
                  <a:pt x="202260" y="381616"/>
                </a:lnTo>
                <a:lnTo>
                  <a:pt x="196593" y="375036"/>
                </a:lnTo>
                <a:lnTo>
                  <a:pt x="191756" y="368456"/>
                </a:lnTo>
                <a:lnTo>
                  <a:pt x="187847" y="361877"/>
                </a:lnTo>
                <a:lnTo>
                  <a:pt x="184894" y="355297"/>
                </a:lnTo>
                <a:lnTo>
                  <a:pt x="182851" y="348718"/>
                </a:lnTo>
                <a:lnTo>
                  <a:pt x="181582" y="342138"/>
                </a:lnTo>
                <a:lnTo>
                  <a:pt x="180856" y="335558"/>
                </a:lnTo>
                <a:lnTo>
                  <a:pt x="180349" y="328979"/>
                </a:lnTo>
                <a:lnTo>
                  <a:pt x="179660" y="322399"/>
                </a:lnTo>
                <a:lnTo>
                  <a:pt x="178334" y="315820"/>
                </a:lnTo>
                <a:lnTo>
                  <a:pt x="175907" y="309240"/>
                </a:lnTo>
                <a:lnTo>
                  <a:pt x="171946" y="302661"/>
                </a:lnTo>
                <a:lnTo>
                  <a:pt x="166089" y="296081"/>
                </a:lnTo>
                <a:lnTo>
                  <a:pt x="158075" y="289501"/>
                </a:lnTo>
                <a:lnTo>
                  <a:pt x="147771" y="282922"/>
                </a:lnTo>
                <a:lnTo>
                  <a:pt x="135188" y="276342"/>
                </a:lnTo>
                <a:lnTo>
                  <a:pt x="120494" y="269763"/>
                </a:lnTo>
                <a:lnTo>
                  <a:pt x="104032" y="263183"/>
                </a:lnTo>
                <a:lnTo>
                  <a:pt x="86327" y="256604"/>
                </a:lnTo>
                <a:lnTo>
                  <a:pt x="68093" y="250024"/>
                </a:lnTo>
                <a:lnTo>
                  <a:pt x="50211" y="243444"/>
                </a:lnTo>
                <a:lnTo>
                  <a:pt x="33680" y="236865"/>
                </a:lnTo>
                <a:lnTo>
                  <a:pt x="19538" y="230285"/>
                </a:lnTo>
                <a:lnTo>
                  <a:pt x="8748" y="223706"/>
                </a:lnTo>
                <a:lnTo>
                  <a:pt x="2080" y="217126"/>
                </a:lnTo>
                <a:lnTo>
                  <a:pt x="0" y="210546"/>
                </a:lnTo>
                <a:lnTo>
                  <a:pt x="2592" y="203967"/>
                </a:lnTo>
                <a:lnTo>
                  <a:pt x="9539" y="197387"/>
                </a:lnTo>
                <a:lnTo>
                  <a:pt x="20168" y="190808"/>
                </a:lnTo>
                <a:lnTo>
                  <a:pt x="33551" y="184228"/>
                </a:lnTo>
                <a:lnTo>
                  <a:pt x="48646" y="177649"/>
                </a:lnTo>
                <a:lnTo>
                  <a:pt x="64455" y="171069"/>
                </a:lnTo>
                <a:lnTo>
                  <a:pt x="80148" y="164489"/>
                </a:lnTo>
                <a:lnTo>
                  <a:pt x="95150" y="157910"/>
                </a:lnTo>
                <a:lnTo>
                  <a:pt x="109163" y="151330"/>
                </a:lnTo>
                <a:lnTo>
                  <a:pt x="122133" y="144751"/>
                </a:lnTo>
                <a:lnTo>
                  <a:pt x="134176" y="138171"/>
                </a:lnTo>
                <a:lnTo>
                  <a:pt x="145489" y="131592"/>
                </a:lnTo>
                <a:lnTo>
                  <a:pt x="156274" y="125012"/>
                </a:lnTo>
                <a:lnTo>
                  <a:pt x="166689" y="118432"/>
                </a:lnTo>
                <a:lnTo>
                  <a:pt x="176827" y="111853"/>
                </a:lnTo>
                <a:lnTo>
                  <a:pt x="186727" y="105273"/>
                </a:lnTo>
                <a:lnTo>
                  <a:pt x="196399" y="98694"/>
                </a:lnTo>
                <a:lnTo>
                  <a:pt x="205843" y="92114"/>
                </a:lnTo>
                <a:lnTo>
                  <a:pt x="215060" y="85535"/>
                </a:lnTo>
                <a:lnTo>
                  <a:pt x="224053" y="78955"/>
                </a:lnTo>
                <a:lnTo>
                  <a:pt x="232811" y="72375"/>
                </a:lnTo>
                <a:lnTo>
                  <a:pt x="241296" y="65796"/>
                </a:lnTo>
                <a:lnTo>
                  <a:pt x="249434" y="59216"/>
                </a:lnTo>
                <a:lnTo>
                  <a:pt x="257116" y="52637"/>
                </a:lnTo>
                <a:lnTo>
                  <a:pt x="264207" y="46057"/>
                </a:lnTo>
                <a:lnTo>
                  <a:pt x="270570" y="39477"/>
                </a:lnTo>
                <a:lnTo>
                  <a:pt x="276082" y="32898"/>
                </a:lnTo>
                <a:lnTo>
                  <a:pt x="280651" y="26318"/>
                </a:lnTo>
                <a:lnTo>
                  <a:pt x="284221" y="19739"/>
                </a:lnTo>
                <a:lnTo>
                  <a:pt x="286768" y="13159"/>
                </a:lnTo>
                <a:lnTo>
                  <a:pt x="288292" y="6580"/>
                </a:lnTo>
                <a:lnTo>
                  <a:pt x="288799" y="0"/>
                </a:lnTo>
                <a:lnTo>
                  <a:pt x="386298" y="0"/>
                </a:lnTo>
                <a:lnTo>
                  <a:pt x="386298" y="0"/>
                </a:lnTo>
                <a:lnTo>
                  <a:pt x="386805" y="6580"/>
                </a:lnTo>
                <a:lnTo>
                  <a:pt x="388328" y="13159"/>
                </a:lnTo>
                <a:lnTo>
                  <a:pt x="390876" y="19739"/>
                </a:lnTo>
                <a:lnTo>
                  <a:pt x="394445" y="26318"/>
                </a:lnTo>
                <a:lnTo>
                  <a:pt x="399014" y="32898"/>
                </a:lnTo>
                <a:lnTo>
                  <a:pt x="404526" y="39477"/>
                </a:lnTo>
                <a:lnTo>
                  <a:pt x="410890" y="46057"/>
                </a:lnTo>
                <a:lnTo>
                  <a:pt x="417981" y="52637"/>
                </a:lnTo>
                <a:lnTo>
                  <a:pt x="425662" y="59216"/>
                </a:lnTo>
                <a:lnTo>
                  <a:pt x="433801" y="65796"/>
                </a:lnTo>
                <a:lnTo>
                  <a:pt x="442286" y="72375"/>
                </a:lnTo>
                <a:lnTo>
                  <a:pt x="451044" y="78955"/>
                </a:lnTo>
                <a:lnTo>
                  <a:pt x="460036" y="85535"/>
                </a:lnTo>
                <a:lnTo>
                  <a:pt x="469254" y="92114"/>
                </a:lnTo>
                <a:lnTo>
                  <a:pt x="478697" y="98694"/>
                </a:lnTo>
                <a:lnTo>
                  <a:pt x="488369" y="105273"/>
                </a:lnTo>
                <a:lnTo>
                  <a:pt x="498270" y="111853"/>
                </a:lnTo>
                <a:lnTo>
                  <a:pt x="508408" y="118432"/>
                </a:lnTo>
                <a:lnTo>
                  <a:pt x="518822" y="125012"/>
                </a:lnTo>
                <a:lnTo>
                  <a:pt x="529608" y="131592"/>
                </a:lnTo>
                <a:lnTo>
                  <a:pt x="540921" y="138171"/>
                </a:lnTo>
                <a:lnTo>
                  <a:pt x="552964" y="144751"/>
                </a:lnTo>
                <a:lnTo>
                  <a:pt x="565934" y="151330"/>
                </a:lnTo>
                <a:lnTo>
                  <a:pt x="579947" y="157910"/>
                </a:lnTo>
                <a:lnTo>
                  <a:pt x="594949" y="164489"/>
                </a:lnTo>
                <a:lnTo>
                  <a:pt x="610642" y="171069"/>
                </a:lnTo>
                <a:lnTo>
                  <a:pt x="626450" y="177649"/>
                </a:lnTo>
                <a:lnTo>
                  <a:pt x="641546" y="184228"/>
                </a:lnTo>
                <a:lnTo>
                  <a:pt x="654928" y="190808"/>
                </a:lnTo>
                <a:lnTo>
                  <a:pt x="665557" y="197387"/>
                </a:lnTo>
                <a:lnTo>
                  <a:pt x="672505" y="203967"/>
                </a:lnTo>
                <a:lnTo>
                  <a:pt x="675097" y="210546"/>
                </a:lnTo>
                <a:lnTo>
                  <a:pt x="673016" y="217126"/>
                </a:lnTo>
                <a:lnTo>
                  <a:pt x="666349" y="223706"/>
                </a:lnTo>
                <a:lnTo>
                  <a:pt x="655559" y="230285"/>
                </a:lnTo>
                <a:lnTo>
                  <a:pt x="641416" y="236865"/>
                </a:lnTo>
                <a:lnTo>
                  <a:pt x="624885" y="243444"/>
                </a:lnTo>
                <a:lnTo>
                  <a:pt x="607003" y="250024"/>
                </a:lnTo>
                <a:lnTo>
                  <a:pt x="588769" y="256604"/>
                </a:lnTo>
                <a:lnTo>
                  <a:pt x="571065" y="263183"/>
                </a:lnTo>
                <a:lnTo>
                  <a:pt x="554602" y="269763"/>
                </a:lnTo>
                <a:lnTo>
                  <a:pt x="539908" y="276342"/>
                </a:lnTo>
                <a:lnTo>
                  <a:pt x="527325" y="282922"/>
                </a:lnTo>
                <a:lnTo>
                  <a:pt x="517022" y="289501"/>
                </a:lnTo>
                <a:lnTo>
                  <a:pt x="509008" y="296081"/>
                </a:lnTo>
                <a:lnTo>
                  <a:pt x="503150" y="302661"/>
                </a:lnTo>
                <a:lnTo>
                  <a:pt x="499189" y="309240"/>
                </a:lnTo>
                <a:lnTo>
                  <a:pt x="496763" y="315820"/>
                </a:lnTo>
                <a:lnTo>
                  <a:pt x="495437" y="322399"/>
                </a:lnTo>
                <a:lnTo>
                  <a:pt x="494747" y="328979"/>
                </a:lnTo>
                <a:lnTo>
                  <a:pt x="494240" y="335558"/>
                </a:lnTo>
                <a:lnTo>
                  <a:pt x="493514" y="342138"/>
                </a:lnTo>
                <a:lnTo>
                  <a:pt x="492245" y="348718"/>
                </a:lnTo>
                <a:lnTo>
                  <a:pt x="490202" y="355297"/>
                </a:lnTo>
                <a:lnTo>
                  <a:pt x="487250" y="361877"/>
                </a:lnTo>
                <a:lnTo>
                  <a:pt x="483340" y="368456"/>
                </a:lnTo>
                <a:lnTo>
                  <a:pt x="478503" y="375036"/>
                </a:lnTo>
                <a:lnTo>
                  <a:pt x="472837" y="381616"/>
                </a:lnTo>
                <a:lnTo>
                  <a:pt x="466501" y="388195"/>
                </a:lnTo>
                <a:lnTo>
                  <a:pt x="459721" y="394775"/>
                </a:lnTo>
                <a:lnTo>
                  <a:pt x="452781" y="401354"/>
                </a:lnTo>
                <a:lnTo>
                  <a:pt x="446023" y="407934"/>
                </a:lnTo>
                <a:lnTo>
                  <a:pt x="439828" y="414513"/>
                </a:lnTo>
                <a:lnTo>
                  <a:pt x="434590" y="421093"/>
                </a:lnTo>
                <a:lnTo>
                  <a:pt x="430674" y="427673"/>
                </a:lnTo>
                <a:lnTo>
                  <a:pt x="428369" y="434252"/>
                </a:lnTo>
                <a:lnTo>
                  <a:pt x="427838" y="440832"/>
                </a:lnTo>
                <a:lnTo>
                  <a:pt x="429075" y="447411"/>
                </a:lnTo>
                <a:lnTo>
                  <a:pt x="431889" y="453991"/>
                </a:lnTo>
                <a:lnTo>
                  <a:pt x="435905" y="460570"/>
                </a:lnTo>
                <a:lnTo>
                  <a:pt x="440597" y="467150"/>
                </a:lnTo>
                <a:lnTo>
                  <a:pt x="445344" y="473730"/>
                </a:lnTo>
                <a:lnTo>
                  <a:pt x="449506" y="480309"/>
                </a:lnTo>
                <a:lnTo>
                  <a:pt x="452499" y="486889"/>
                </a:lnTo>
                <a:lnTo>
                  <a:pt x="453868" y="493468"/>
                </a:lnTo>
                <a:lnTo>
                  <a:pt x="453338" y="500048"/>
                </a:lnTo>
                <a:lnTo>
                  <a:pt x="450843" y="506627"/>
                </a:lnTo>
                <a:lnTo>
                  <a:pt x="446523" y="513207"/>
                </a:lnTo>
                <a:lnTo>
                  <a:pt x="440710" y="519787"/>
                </a:lnTo>
                <a:lnTo>
                  <a:pt x="433878" y="526366"/>
                </a:lnTo>
                <a:lnTo>
                  <a:pt x="426597" y="532946"/>
                </a:lnTo>
                <a:lnTo>
                  <a:pt x="419467" y="539525"/>
                </a:lnTo>
                <a:lnTo>
                  <a:pt x="413059" y="546105"/>
                </a:lnTo>
                <a:lnTo>
                  <a:pt x="407852" y="552685"/>
                </a:lnTo>
                <a:lnTo>
                  <a:pt x="404184" y="559264"/>
                </a:lnTo>
                <a:lnTo>
                  <a:pt x="402209" y="565844"/>
                </a:lnTo>
                <a:lnTo>
                  <a:pt x="401880" y="572423"/>
                </a:lnTo>
                <a:lnTo>
                  <a:pt x="402955" y="579003"/>
                </a:lnTo>
                <a:lnTo>
                  <a:pt x="405027" y="585582"/>
                </a:lnTo>
                <a:lnTo>
                  <a:pt x="407587" y="592162"/>
                </a:lnTo>
                <a:lnTo>
                  <a:pt x="410097" y="598742"/>
                </a:lnTo>
                <a:lnTo>
                  <a:pt x="412067" y="605321"/>
                </a:lnTo>
                <a:lnTo>
                  <a:pt x="413130" y="611901"/>
                </a:lnTo>
                <a:lnTo>
                  <a:pt x="413079" y="618480"/>
                </a:lnTo>
                <a:lnTo>
                  <a:pt x="411886" y="625060"/>
                </a:lnTo>
                <a:lnTo>
                  <a:pt x="409673" y="631639"/>
                </a:lnTo>
                <a:lnTo>
                  <a:pt x="406668" y="638219"/>
                </a:lnTo>
                <a:lnTo>
                  <a:pt x="403147" y="644799"/>
                </a:lnTo>
                <a:lnTo>
                  <a:pt x="399375" y="651378"/>
                </a:lnTo>
                <a:lnTo>
                  <a:pt x="395565" y="657958"/>
                </a:lnTo>
                <a:lnTo>
                  <a:pt x="391862" y="664537"/>
                </a:lnTo>
                <a:lnTo>
                  <a:pt x="388343" y="671117"/>
                </a:lnTo>
                <a:lnTo>
                  <a:pt x="385035" y="677697"/>
                </a:lnTo>
                <a:lnTo>
                  <a:pt x="381941" y="684276"/>
                </a:lnTo>
                <a:lnTo>
                  <a:pt x="379060" y="690856"/>
                </a:lnTo>
                <a:lnTo>
                  <a:pt x="376400" y="697435"/>
                </a:lnTo>
                <a:lnTo>
                  <a:pt x="373988" y="704015"/>
                </a:lnTo>
                <a:lnTo>
                  <a:pt x="371862" y="710594"/>
                </a:lnTo>
                <a:lnTo>
                  <a:pt x="370073" y="717174"/>
                </a:lnTo>
                <a:lnTo>
                  <a:pt x="368674" y="723754"/>
                </a:lnTo>
                <a:lnTo>
                  <a:pt x="367721" y="730333"/>
                </a:lnTo>
                <a:lnTo>
                  <a:pt x="367271" y="736913"/>
                </a:lnTo>
                <a:lnTo>
                  <a:pt x="367392" y="743492"/>
                </a:lnTo>
                <a:lnTo>
                  <a:pt x="368177" y="750072"/>
                </a:lnTo>
                <a:lnTo>
                  <a:pt x="369773" y="756651"/>
                </a:lnTo>
                <a:lnTo>
                  <a:pt x="372407" y="763231"/>
                </a:lnTo>
                <a:lnTo>
                  <a:pt x="376414" y="769811"/>
                </a:lnTo>
                <a:lnTo>
                  <a:pt x="382239" y="776390"/>
                </a:lnTo>
                <a:lnTo>
                  <a:pt x="390402" y="782970"/>
                </a:lnTo>
                <a:lnTo>
                  <a:pt x="401410" y="789549"/>
                </a:lnTo>
                <a:lnTo>
                  <a:pt x="415619" y="796129"/>
                </a:lnTo>
                <a:lnTo>
                  <a:pt x="433067" y="802708"/>
                </a:lnTo>
                <a:lnTo>
                  <a:pt x="453311" y="809288"/>
                </a:lnTo>
                <a:lnTo>
                  <a:pt x="475337" y="815868"/>
                </a:lnTo>
                <a:lnTo>
                  <a:pt x="497572" y="822447"/>
                </a:lnTo>
                <a:lnTo>
                  <a:pt x="518035" y="829027"/>
                </a:lnTo>
                <a:lnTo>
                  <a:pt x="534619" y="835606"/>
                </a:lnTo>
                <a:lnTo>
                  <a:pt x="545442" y="842186"/>
                </a:lnTo>
                <a:lnTo>
                  <a:pt x="549205" y="848766"/>
                </a:lnTo>
                <a:lnTo>
                  <a:pt x="549205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13" name="F2_precision_recall_distributions_2827">
            <a:extLst>
              <a:ext uri="{FF2B5EF4-FFF2-40B4-BE49-F238E27FC236}">
                <a16:creationId xmlns:a16="http://schemas.microsoft.com/office/drawing/2014/main" id="{7F1BD0BF-568E-4190-B96E-AB5CB1C46495}"/>
              </a:ext>
            </a:extLst>
          </p:cNvPr>
          <p:cNvSpPr>
            <a:spLocks noGrp="1"/>
          </p:cNvSpPr>
          <p:nvPr/>
        </p:nvSpPr>
        <p:spPr>
          <a:xfrm>
            <a:off x="1694108" y="16208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" name="F2_precision_recall_distributions_2828">
            <a:extLst>
              <a:ext uri="{FF2B5EF4-FFF2-40B4-BE49-F238E27FC236}">
                <a16:creationId xmlns:a16="http://schemas.microsoft.com/office/drawing/2014/main" id="{7C0B91B1-439A-4F2F-91BA-495DD0F3F5D9}"/>
              </a:ext>
            </a:extLst>
          </p:cNvPr>
          <p:cNvSpPr>
            <a:spLocks noGrp="1"/>
          </p:cNvSpPr>
          <p:nvPr/>
        </p:nvSpPr>
        <p:spPr>
          <a:xfrm>
            <a:off x="1663542" y="15704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" name="F2_precision_recall_distributions_2829">
            <a:extLst>
              <a:ext uri="{FF2B5EF4-FFF2-40B4-BE49-F238E27FC236}">
                <a16:creationId xmlns:a16="http://schemas.microsoft.com/office/drawing/2014/main" id="{793B2D89-6D63-4A41-BD11-8A5847DE8D23}"/>
              </a:ext>
            </a:extLst>
          </p:cNvPr>
          <p:cNvSpPr>
            <a:spLocks noGrp="1"/>
          </p:cNvSpPr>
          <p:nvPr/>
        </p:nvSpPr>
        <p:spPr>
          <a:xfrm>
            <a:off x="1925380" y="16716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" name="F2_precision_recall_distributions_2830">
            <a:extLst>
              <a:ext uri="{FF2B5EF4-FFF2-40B4-BE49-F238E27FC236}">
                <a16:creationId xmlns:a16="http://schemas.microsoft.com/office/drawing/2014/main" id="{50201A81-78C8-4E60-8BAC-7A6FCD17115E}"/>
              </a:ext>
            </a:extLst>
          </p:cNvPr>
          <p:cNvSpPr>
            <a:spLocks noGrp="1"/>
          </p:cNvSpPr>
          <p:nvPr/>
        </p:nvSpPr>
        <p:spPr>
          <a:xfrm>
            <a:off x="1830171" y="22636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" name="F2_precision_recall_distributions_2831">
            <a:extLst>
              <a:ext uri="{FF2B5EF4-FFF2-40B4-BE49-F238E27FC236}">
                <a16:creationId xmlns:a16="http://schemas.microsoft.com/office/drawing/2014/main" id="{280EA64C-0E53-47C3-8B4E-0000C57C18A4}"/>
              </a:ext>
            </a:extLst>
          </p:cNvPr>
          <p:cNvSpPr>
            <a:spLocks noGrp="1"/>
          </p:cNvSpPr>
          <p:nvPr/>
        </p:nvSpPr>
        <p:spPr>
          <a:xfrm>
            <a:off x="1930837" y="17549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" name="F2_precision_recall_distributions_2832">
            <a:extLst>
              <a:ext uri="{FF2B5EF4-FFF2-40B4-BE49-F238E27FC236}">
                <a16:creationId xmlns:a16="http://schemas.microsoft.com/office/drawing/2014/main" id="{73E412EC-BB5B-4007-BBFB-E464F7B6C9A1}"/>
              </a:ext>
            </a:extLst>
          </p:cNvPr>
          <p:cNvSpPr>
            <a:spLocks noGrp="1"/>
          </p:cNvSpPr>
          <p:nvPr/>
        </p:nvSpPr>
        <p:spPr>
          <a:xfrm>
            <a:off x="1989555" y="18274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" name="F2_precision_recall_distributions_2833">
            <a:extLst>
              <a:ext uri="{FF2B5EF4-FFF2-40B4-BE49-F238E27FC236}">
                <a16:creationId xmlns:a16="http://schemas.microsoft.com/office/drawing/2014/main" id="{6FFD17FD-D2AC-4580-A3EC-4A0D3B496612}"/>
              </a:ext>
            </a:extLst>
          </p:cNvPr>
          <p:cNvSpPr>
            <a:spLocks noGrp="1"/>
          </p:cNvSpPr>
          <p:nvPr/>
        </p:nvSpPr>
        <p:spPr>
          <a:xfrm>
            <a:off x="1935777" y="16954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" name="F2_precision_recall_distributions_2834">
            <a:extLst>
              <a:ext uri="{FF2B5EF4-FFF2-40B4-BE49-F238E27FC236}">
                <a16:creationId xmlns:a16="http://schemas.microsoft.com/office/drawing/2014/main" id="{2387207C-8475-4EC2-9158-29D46A915665}"/>
              </a:ext>
            </a:extLst>
          </p:cNvPr>
          <p:cNvSpPr>
            <a:spLocks noGrp="1"/>
          </p:cNvSpPr>
          <p:nvPr/>
        </p:nvSpPr>
        <p:spPr>
          <a:xfrm>
            <a:off x="1933602" y="17167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" name="F2_precision_recall_distributions_2835">
            <a:extLst>
              <a:ext uri="{FF2B5EF4-FFF2-40B4-BE49-F238E27FC236}">
                <a16:creationId xmlns:a16="http://schemas.microsoft.com/office/drawing/2014/main" id="{6B74997B-D25D-4ECA-BDC1-4A15C45BA0DB}"/>
              </a:ext>
            </a:extLst>
          </p:cNvPr>
          <p:cNvSpPr>
            <a:spLocks noGrp="1"/>
          </p:cNvSpPr>
          <p:nvPr/>
        </p:nvSpPr>
        <p:spPr>
          <a:xfrm>
            <a:off x="1821347" y="21155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" name="F2_precision_recall_distributions_2836">
            <a:extLst>
              <a:ext uri="{FF2B5EF4-FFF2-40B4-BE49-F238E27FC236}">
                <a16:creationId xmlns:a16="http://schemas.microsoft.com/office/drawing/2014/main" id="{13138E3B-E8E2-4D4F-B00B-2036DC10A3E9}"/>
              </a:ext>
            </a:extLst>
          </p:cNvPr>
          <p:cNvSpPr>
            <a:spLocks noGrp="1"/>
          </p:cNvSpPr>
          <p:nvPr/>
        </p:nvSpPr>
        <p:spPr>
          <a:xfrm>
            <a:off x="1842277" y="21082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" name="F2_precision_recall_distributions_2837">
            <a:extLst>
              <a:ext uri="{FF2B5EF4-FFF2-40B4-BE49-F238E27FC236}">
                <a16:creationId xmlns:a16="http://schemas.microsoft.com/office/drawing/2014/main" id="{B6F8ACEB-EA6C-4667-BBB6-D950E5E2B950}"/>
              </a:ext>
            </a:extLst>
          </p:cNvPr>
          <p:cNvSpPr>
            <a:spLocks noGrp="1"/>
          </p:cNvSpPr>
          <p:nvPr/>
        </p:nvSpPr>
        <p:spPr>
          <a:xfrm>
            <a:off x="1809358" y="20945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" name="F2_precision_recall_distributions_2838">
            <a:extLst>
              <a:ext uri="{FF2B5EF4-FFF2-40B4-BE49-F238E27FC236}">
                <a16:creationId xmlns:a16="http://schemas.microsoft.com/office/drawing/2014/main" id="{F4AC9496-3FE9-42D5-81FE-B6067329EF3F}"/>
              </a:ext>
            </a:extLst>
          </p:cNvPr>
          <p:cNvSpPr>
            <a:spLocks noGrp="1"/>
          </p:cNvSpPr>
          <p:nvPr/>
        </p:nvSpPr>
        <p:spPr>
          <a:xfrm>
            <a:off x="1940049" y="17062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" name="F2_precision_recall_distributions_2839">
            <a:extLst>
              <a:ext uri="{FF2B5EF4-FFF2-40B4-BE49-F238E27FC236}">
                <a16:creationId xmlns:a16="http://schemas.microsoft.com/office/drawing/2014/main" id="{07262B6A-C9F4-4EC9-BFE9-C8BD1FE603A7}"/>
              </a:ext>
            </a:extLst>
          </p:cNvPr>
          <p:cNvSpPr>
            <a:spLocks noGrp="1"/>
          </p:cNvSpPr>
          <p:nvPr/>
        </p:nvSpPr>
        <p:spPr>
          <a:xfrm>
            <a:off x="1981976" y="18593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" name="F2_precision_recall_distributions_2840">
            <a:extLst>
              <a:ext uri="{FF2B5EF4-FFF2-40B4-BE49-F238E27FC236}">
                <a16:creationId xmlns:a16="http://schemas.microsoft.com/office/drawing/2014/main" id="{0336CBAF-C496-47A2-9198-2A623B440437}"/>
              </a:ext>
            </a:extLst>
          </p:cNvPr>
          <p:cNvSpPr>
            <a:spLocks noGrp="1"/>
          </p:cNvSpPr>
          <p:nvPr/>
        </p:nvSpPr>
        <p:spPr>
          <a:xfrm>
            <a:off x="1847154" y="20079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" name="F2_precision_recall_distributions_2841">
            <a:extLst>
              <a:ext uri="{FF2B5EF4-FFF2-40B4-BE49-F238E27FC236}">
                <a16:creationId xmlns:a16="http://schemas.microsoft.com/office/drawing/2014/main" id="{ED91DBCE-EECA-4402-AAC0-EE18EF421EC1}"/>
              </a:ext>
            </a:extLst>
          </p:cNvPr>
          <p:cNvSpPr>
            <a:spLocks noGrp="1"/>
          </p:cNvSpPr>
          <p:nvPr/>
        </p:nvSpPr>
        <p:spPr>
          <a:xfrm>
            <a:off x="1973761" y="17279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" name="F2_precision_recall_distributions_2842">
            <a:extLst>
              <a:ext uri="{FF2B5EF4-FFF2-40B4-BE49-F238E27FC236}">
                <a16:creationId xmlns:a16="http://schemas.microsoft.com/office/drawing/2014/main" id="{D970E0A9-6963-453B-8DCE-0C53B8526B8B}"/>
              </a:ext>
            </a:extLst>
          </p:cNvPr>
          <p:cNvSpPr>
            <a:spLocks noGrp="1"/>
          </p:cNvSpPr>
          <p:nvPr/>
        </p:nvSpPr>
        <p:spPr>
          <a:xfrm>
            <a:off x="1702546" y="17227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" name="F2_precision_recall_distributions_2843">
            <a:extLst>
              <a:ext uri="{FF2B5EF4-FFF2-40B4-BE49-F238E27FC236}">
                <a16:creationId xmlns:a16="http://schemas.microsoft.com/office/drawing/2014/main" id="{50A8A386-84C6-4A8B-A9B6-8F9BC7DA52DB}"/>
              </a:ext>
            </a:extLst>
          </p:cNvPr>
          <p:cNvSpPr>
            <a:spLocks noGrp="1"/>
          </p:cNvSpPr>
          <p:nvPr/>
        </p:nvSpPr>
        <p:spPr>
          <a:xfrm>
            <a:off x="1847615" y="21626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" name="F2_precision_recall_distributions_2844">
            <a:extLst>
              <a:ext uri="{FF2B5EF4-FFF2-40B4-BE49-F238E27FC236}">
                <a16:creationId xmlns:a16="http://schemas.microsoft.com/office/drawing/2014/main" id="{DFED1B9D-CCCB-4B83-A61D-C3DFD1CF9749}"/>
              </a:ext>
            </a:extLst>
          </p:cNvPr>
          <p:cNvSpPr>
            <a:spLocks noGrp="1"/>
          </p:cNvSpPr>
          <p:nvPr/>
        </p:nvSpPr>
        <p:spPr>
          <a:xfrm>
            <a:off x="1982622" y="17750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" name="F2_precision_recall_distributions_2845">
            <a:extLst>
              <a:ext uri="{FF2B5EF4-FFF2-40B4-BE49-F238E27FC236}">
                <a16:creationId xmlns:a16="http://schemas.microsoft.com/office/drawing/2014/main" id="{CFD26E8B-3B7E-4F6E-812A-DCFDBCBC71E2}"/>
              </a:ext>
            </a:extLst>
          </p:cNvPr>
          <p:cNvSpPr>
            <a:spLocks noGrp="1"/>
          </p:cNvSpPr>
          <p:nvPr/>
        </p:nvSpPr>
        <p:spPr>
          <a:xfrm>
            <a:off x="1759832" y="18378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" name="F2_precision_recall_distributions_2846">
            <a:extLst>
              <a:ext uri="{FF2B5EF4-FFF2-40B4-BE49-F238E27FC236}">
                <a16:creationId xmlns:a16="http://schemas.microsoft.com/office/drawing/2014/main" id="{F08914C2-A297-44AA-AB48-BE6692991AC5}"/>
              </a:ext>
            </a:extLst>
          </p:cNvPr>
          <p:cNvSpPr>
            <a:spLocks noGrp="1"/>
          </p:cNvSpPr>
          <p:nvPr/>
        </p:nvSpPr>
        <p:spPr>
          <a:xfrm>
            <a:off x="1943310" y="18117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" name="F2_precision_recall_distributions_2847">
            <a:extLst>
              <a:ext uri="{FF2B5EF4-FFF2-40B4-BE49-F238E27FC236}">
                <a16:creationId xmlns:a16="http://schemas.microsoft.com/office/drawing/2014/main" id="{07F22DA4-A95B-4D04-B305-D9AFD16C7F52}"/>
              </a:ext>
            </a:extLst>
          </p:cNvPr>
          <p:cNvSpPr>
            <a:spLocks noGrp="1"/>
          </p:cNvSpPr>
          <p:nvPr/>
        </p:nvSpPr>
        <p:spPr>
          <a:xfrm>
            <a:off x="1753736" y="18053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" name="F2_precision_recall_distributions_2848">
            <a:extLst>
              <a:ext uri="{FF2B5EF4-FFF2-40B4-BE49-F238E27FC236}">
                <a16:creationId xmlns:a16="http://schemas.microsoft.com/office/drawing/2014/main" id="{86868299-644B-4B60-A0CC-FEB56360314C}"/>
              </a:ext>
            </a:extLst>
          </p:cNvPr>
          <p:cNvSpPr>
            <a:spLocks noGrp="1"/>
          </p:cNvSpPr>
          <p:nvPr/>
        </p:nvSpPr>
        <p:spPr>
          <a:xfrm>
            <a:off x="1775643" y="181811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" name="F2_precision_recall_distributions_2849">
            <a:extLst>
              <a:ext uri="{FF2B5EF4-FFF2-40B4-BE49-F238E27FC236}">
                <a16:creationId xmlns:a16="http://schemas.microsoft.com/office/drawing/2014/main" id="{C8482D9C-6270-4CFC-AF9A-7754F7F50F81}"/>
              </a:ext>
            </a:extLst>
          </p:cNvPr>
          <p:cNvSpPr>
            <a:spLocks noGrp="1"/>
          </p:cNvSpPr>
          <p:nvPr/>
        </p:nvSpPr>
        <p:spPr>
          <a:xfrm>
            <a:off x="1759694" y="176293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" name="F2_precision_recall_distributions_2850">
            <a:extLst>
              <a:ext uri="{FF2B5EF4-FFF2-40B4-BE49-F238E27FC236}">
                <a16:creationId xmlns:a16="http://schemas.microsoft.com/office/drawing/2014/main" id="{1730DA38-1FCB-4E3C-B312-5E9C55F9685B}"/>
              </a:ext>
            </a:extLst>
          </p:cNvPr>
          <p:cNvSpPr>
            <a:spLocks noGrp="1"/>
          </p:cNvSpPr>
          <p:nvPr/>
        </p:nvSpPr>
        <p:spPr>
          <a:xfrm>
            <a:off x="1691320" y="16847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" name="F2_precision_recall_distributions_2851">
            <a:extLst>
              <a:ext uri="{FF2B5EF4-FFF2-40B4-BE49-F238E27FC236}">
                <a16:creationId xmlns:a16="http://schemas.microsoft.com/office/drawing/2014/main" id="{86FC74DB-58F2-470C-9236-ABB9B073D468}"/>
              </a:ext>
            </a:extLst>
          </p:cNvPr>
          <p:cNvSpPr>
            <a:spLocks noGrp="1"/>
          </p:cNvSpPr>
          <p:nvPr/>
        </p:nvSpPr>
        <p:spPr>
          <a:xfrm>
            <a:off x="1898973" y="222018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" name="F2_precision_recall_distributions_2852">
            <a:extLst>
              <a:ext uri="{FF2B5EF4-FFF2-40B4-BE49-F238E27FC236}">
                <a16:creationId xmlns:a16="http://schemas.microsoft.com/office/drawing/2014/main" id="{BAA54840-53E6-4AD8-A248-1DA5B149BDA5}"/>
              </a:ext>
            </a:extLst>
          </p:cNvPr>
          <p:cNvSpPr>
            <a:spLocks noGrp="1"/>
          </p:cNvSpPr>
          <p:nvPr/>
        </p:nvSpPr>
        <p:spPr>
          <a:xfrm>
            <a:off x="2013965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" name="F2_precision_recall_distributions_2853">
            <a:extLst>
              <a:ext uri="{FF2B5EF4-FFF2-40B4-BE49-F238E27FC236}">
                <a16:creationId xmlns:a16="http://schemas.microsoft.com/office/drawing/2014/main" id="{E8DB3F79-A8B9-4322-8F3A-B8243B2FBAC3}"/>
              </a:ext>
            </a:extLst>
          </p:cNvPr>
          <p:cNvSpPr>
            <a:spLocks noGrp="1"/>
          </p:cNvSpPr>
          <p:nvPr/>
        </p:nvSpPr>
        <p:spPr>
          <a:xfrm>
            <a:off x="1658913" y="20805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" name="F2_precision_recall_distributions_2854">
            <a:extLst>
              <a:ext uri="{FF2B5EF4-FFF2-40B4-BE49-F238E27FC236}">
                <a16:creationId xmlns:a16="http://schemas.microsoft.com/office/drawing/2014/main" id="{DB80B9B7-001D-4BE6-9C45-1CE135B20838}"/>
              </a:ext>
            </a:extLst>
          </p:cNvPr>
          <p:cNvSpPr>
            <a:spLocks noGrp="1"/>
          </p:cNvSpPr>
          <p:nvPr/>
        </p:nvSpPr>
        <p:spPr>
          <a:xfrm>
            <a:off x="1664456" y="18560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" name="F2_precision_recall_distributions_2855">
            <a:extLst>
              <a:ext uri="{FF2B5EF4-FFF2-40B4-BE49-F238E27FC236}">
                <a16:creationId xmlns:a16="http://schemas.microsoft.com/office/drawing/2014/main" id="{8FEB2011-126D-445F-B2F9-C047233879BD}"/>
              </a:ext>
            </a:extLst>
          </p:cNvPr>
          <p:cNvSpPr>
            <a:spLocks noGrp="1"/>
          </p:cNvSpPr>
          <p:nvPr/>
        </p:nvSpPr>
        <p:spPr>
          <a:xfrm>
            <a:off x="1762153" y="16759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" name="F2_precision_recall_distributions_2856">
            <a:extLst>
              <a:ext uri="{FF2B5EF4-FFF2-40B4-BE49-F238E27FC236}">
                <a16:creationId xmlns:a16="http://schemas.microsoft.com/office/drawing/2014/main" id="{CE33DEE3-F335-4A42-BC91-3D34C5DA2274}"/>
              </a:ext>
            </a:extLst>
          </p:cNvPr>
          <p:cNvSpPr>
            <a:spLocks noGrp="1"/>
          </p:cNvSpPr>
          <p:nvPr/>
        </p:nvSpPr>
        <p:spPr>
          <a:xfrm>
            <a:off x="1696318" y="16721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" name="F2_precision_recall_distributions_2857">
            <a:extLst>
              <a:ext uri="{FF2B5EF4-FFF2-40B4-BE49-F238E27FC236}">
                <a16:creationId xmlns:a16="http://schemas.microsoft.com/office/drawing/2014/main" id="{75359D18-4251-46F2-B4B7-5CAC48C6DB97}"/>
              </a:ext>
            </a:extLst>
          </p:cNvPr>
          <p:cNvSpPr>
            <a:spLocks noGrp="1"/>
          </p:cNvSpPr>
          <p:nvPr/>
        </p:nvSpPr>
        <p:spPr>
          <a:xfrm>
            <a:off x="1929509" y="202396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" name="F2_precision_recall_distributions_2858">
            <a:extLst>
              <a:ext uri="{FF2B5EF4-FFF2-40B4-BE49-F238E27FC236}">
                <a16:creationId xmlns:a16="http://schemas.microsoft.com/office/drawing/2014/main" id="{01A7EC12-539E-4461-9437-D1E843346EA6}"/>
              </a:ext>
            </a:extLst>
          </p:cNvPr>
          <p:cNvSpPr>
            <a:spLocks noGrp="1"/>
          </p:cNvSpPr>
          <p:nvPr/>
        </p:nvSpPr>
        <p:spPr>
          <a:xfrm>
            <a:off x="1690284" y="18838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" name="F2_precision_recall_distributions_2859">
            <a:extLst>
              <a:ext uri="{FF2B5EF4-FFF2-40B4-BE49-F238E27FC236}">
                <a16:creationId xmlns:a16="http://schemas.microsoft.com/office/drawing/2014/main" id="{FAD09AA8-1052-4665-BD74-65489C530A25}"/>
              </a:ext>
            </a:extLst>
          </p:cNvPr>
          <p:cNvSpPr>
            <a:spLocks noGrp="1"/>
          </p:cNvSpPr>
          <p:nvPr/>
        </p:nvSpPr>
        <p:spPr>
          <a:xfrm>
            <a:off x="1917231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" name="F2_precision_recall_distributions_2860">
            <a:extLst>
              <a:ext uri="{FF2B5EF4-FFF2-40B4-BE49-F238E27FC236}">
                <a16:creationId xmlns:a16="http://schemas.microsoft.com/office/drawing/2014/main" id="{43EFC467-2CCD-469E-84C5-71EDDFD6A53A}"/>
              </a:ext>
            </a:extLst>
          </p:cNvPr>
          <p:cNvSpPr>
            <a:spLocks noGrp="1"/>
          </p:cNvSpPr>
          <p:nvPr/>
        </p:nvSpPr>
        <p:spPr>
          <a:xfrm>
            <a:off x="1671639" y="21749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" name="F2_precision_recall_distributions_2861">
            <a:extLst>
              <a:ext uri="{FF2B5EF4-FFF2-40B4-BE49-F238E27FC236}">
                <a16:creationId xmlns:a16="http://schemas.microsoft.com/office/drawing/2014/main" id="{FA60CB05-34E3-427E-B5AA-AEA5F83AE6EC}"/>
              </a:ext>
            </a:extLst>
          </p:cNvPr>
          <p:cNvSpPr>
            <a:spLocks noGrp="1"/>
          </p:cNvSpPr>
          <p:nvPr/>
        </p:nvSpPr>
        <p:spPr>
          <a:xfrm>
            <a:off x="1672288" y="15910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" name="F2_precision_recall_distributions_2862">
            <a:extLst>
              <a:ext uri="{FF2B5EF4-FFF2-40B4-BE49-F238E27FC236}">
                <a16:creationId xmlns:a16="http://schemas.microsoft.com/office/drawing/2014/main" id="{69CB13FB-B7CD-486D-82F4-FBD72ACF34D6}"/>
              </a:ext>
            </a:extLst>
          </p:cNvPr>
          <p:cNvSpPr>
            <a:spLocks noGrp="1"/>
          </p:cNvSpPr>
          <p:nvPr/>
        </p:nvSpPr>
        <p:spPr>
          <a:xfrm>
            <a:off x="1882262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" name="F2_precision_recall_distributions_2863">
            <a:extLst>
              <a:ext uri="{FF2B5EF4-FFF2-40B4-BE49-F238E27FC236}">
                <a16:creationId xmlns:a16="http://schemas.microsoft.com/office/drawing/2014/main" id="{CD2B018F-15DE-4608-9359-8ED978888738}"/>
              </a:ext>
            </a:extLst>
          </p:cNvPr>
          <p:cNvSpPr>
            <a:spLocks noGrp="1"/>
          </p:cNvSpPr>
          <p:nvPr/>
        </p:nvSpPr>
        <p:spPr>
          <a:xfrm>
            <a:off x="1991654" y="19440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" name="F2_precision_recall_distributions_2864">
            <a:extLst>
              <a:ext uri="{FF2B5EF4-FFF2-40B4-BE49-F238E27FC236}">
                <a16:creationId xmlns:a16="http://schemas.microsoft.com/office/drawing/2014/main" id="{DD584D51-4A73-4239-A81A-6C7F0995140C}"/>
              </a:ext>
            </a:extLst>
          </p:cNvPr>
          <p:cNvSpPr>
            <a:spLocks noGrp="1"/>
          </p:cNvSpPr>
          <p:nvPr/>
        </p:nvSpPr>
        <p:spPr>
          <a:xfrm>
            <a:off x="1826070" y="20151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" name="F2_precision_recall_distributions_2865">
            <a:extLst>
              <a:ext uri="{FF2B5EF4-FFF2-40B4-BE49-F238E27FC236}">
                <a16:creationId xmlns:a16="http://schemas.microsoft.com/office/drawing/2014/main" id="{AF45C963-7C4F-4273-B7FB-CD60B05EAE00}"/>
              </a:ext>
            </a:extLst>
          </p:cNvPr>
          <p:cNvSpPr>
            <a:spLocks noGrp="1"/>
          </p:cNvSpPr>
          <p:nvPr/>
        </p:nvSpPr>
        <p:spPr>
          <a:xfrm>
            <a:off x="1891064" y="16020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" name="F2_precision_recall_distributions_2866">
            <a:extLst>
              <a:ext uri="{FF2B5EF4-FFF2-40B4-BE49-F238E27FC236}">
                <a16:creationId xmlns:a16="http://schemas.microsoft.com/office/drawing/2014/main" id="{D1DC3C79-ABA4-45C4-AFE0-48CDB50C7903}"/>
              </a:ext>
            </a:extLst>
          </p:cNvPr>
          <p:cNvSpPr>
            <a:spLocks noGrp="1"/>
          </p:cNvSpPr>
          <p:nvPr/>
        </p:nvSpPr>
        <p:spPr>
          <a:xfrm>
            <a:off x="1768654" y="16991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" name="F2_precision_recall_distributions_2867">
            <a:extLst>
              <a:ext uri="{FF2B5EF4-FFF2-40B4-BE49-F238E27FC236}">
                <a16:creationId xmlns:a16="http://schemas.microsoft.com/office/drawing/2014/main" id="{7A81E734-E686-4283-997D-DAAC71FB5C37}"/>
              </a:ext>
            </a:extLst>
          </p:cNvPr>
          <p:cNvSpPr>
            <a:spLocks noGrp="1"/>
          </p:cNvSpPr>
          <p:nvPr/>
        </p:nvSpPr>
        <p:spPr>
          <a:xfrm>
            <a:off x="1685689" y="18481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" name="F2_precision_recall_distributions_2868">
            <a:extLst>
              <a:ext uri="{FF2B5EF4-FFF2-40B4-BE49-F238E27FC236}">
                <a16:creationId xmlns:a16="http://schemas.microsoft.com/office/drawing/2014/main" id="{97628B29-3786-49C2-942B-736EA4D6974E}"/>
              </a:ext>
            </a:extLst>
          </p:cNvPr>
          <p:cNvSpPr>
            <a:spLocks noGrp="1"/>
          </p:cNvSpPr>
          <p:nvPr/>
        </p:nvSpPr>
        <p:spPr>
          <a:xfrm>
            <a:off x="1653579" y="17110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" name="F2_precision_recall_distributions_2869">
            <a:extLst>
              <a:ext uri="{FF2B5EF4-FFF2-40B4-BE49-F238E27FC236}">
                <a16:creationId xmlns:a16="http://schemas.microsoft.com/office/drawing/2014/main" id="{F6FDCD78-70F0-4F80-8572-F58A2A952FA3}"/>
              </a:ext>
            </a:extLst>
          </p:cNvPr>
          <p:cNvSpPr>
            <a:spLocks noGrp="1"/>
          </p:cNvSpPr>
          <p:nvPr/>
        </p:nvSpPr>
        <p:spPr>
          <a:xfrm>
            <a:off x="1658701" y="157244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6" name="F2_precision_recall_distributions_2870">
            <a:extLst>
              <a:ext uri="{FF2B5EF4-FFF2-40B4-BE49-F238E27FC236}">
                <a16:creationId xmlns:a16="http://schemas.microsoft.com/office/drawing/2014/main" id="{DB38934E-3CBE-4389-B342-D4959CD524AF}"/>
              </a:ext>
            </a:extLst>
          </p:cNvPr>
          <p:cNvSpPr>
            <a:spLocks noGrp="1"/>
          </p:cNvSpPr>
          <p:nvPr/>
        </p:nvSpPr>
        <p:spPr>
          <a:xfrm>
            <a:off x="1887008" y="16499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" name="F2_precision_recall_distributions_2871">
            <a:extLst>
              <a:ext uri="{FF2B5EF4-FFF2-40B4-BE49-F238E27FC236}">
                <a16:creationId xmlns:a16="http://schemas.microsoft.com/office/drawing/2014/main" id="{B4A9F274-8520-49A3-9755-5CCD03E9C241}"/>
              </a:ext>
            </a:extLst>
          </p:cNvPr>
          <p:cNvSpPr>
            <a:spLocks noGrp="1"/>
          </p:cNvSpPr>
          <p:nvPr/>
        </p:nvSpPr>
        <p:spPr>
          <a:xfrm>
            <a:off x="1795933" y="17098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" name="F2_precision_recall_distributions_2872">
            <a:extLst>
              <a:ext uri="{FF2B5EF4-FFF2-40B4-BE49-F238E27FC236}">
                <a16:creationId xmlns:a16="http://schemas.microsoft.com/office/drawing/2014/main" id="{98781324-1EA9-4A62-B244-BBF97A06525D}"/>
              </a:ext>
            </a:extLst>
          </p:cNvPr>
          <p:cNvSpPr>
            <a:spLocks noGrp="1"/>
          </p:cNvSpPr>
          <p:nvPr/>
        </p:nvSpPr>
        <p:spPr>
          <a:xfrm>
            <a:off x="1761323" y="16423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" name="F2_precision_recall_distributions_2873">
            <a:extLst>
              <a:ext uri="{FF2B5EF4-FFF2-40B4-BE49-F238E27FC236}">
                <a16:creationId xmlns:a16="http://schemas.microsoft.com/office/drawing/2014/main" id="{C188829D-6CD2-4596-8940-BA7EEF42CF0C}"/>
              </a:ext>
            </a:extLst>
          </p:cNvPr>
          <p:cNvSpPr>
            <a:spLocks noGrp="1"/>
          </p:cNvSpPr>
          <p:nvPr/>
        </p:nvSpPr>
        <p:spPr>
          <a:xfrm>
            <a:off x="1724698" y="177028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" name="F2_precision_recall_distributions_2874">
            <a:extLst>
              <a:ext uri="{FF2B5EF4-FFF2-40B4-BE49-F238E27FC236}">
                <a16:creationId xmlns:a16="http://schemas.microsoft.com/office/drawing/2014/main" id="{E78DB996-2B55-4D8C-9F43-E7AAA54B8D5C}"/>
              </a:ext>
            </a:extLst>
          </p:cNvPr>
          <p:cNvSpPr>
            <a:spLocks noGrp="1"/>
          </p:cNvSpPr>
          <p:nvPr/>
        </p:nvSpPr>
        <p:spPr>
          <a:xfrm>
            <a:off x="1731419" y="17543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" name="F2_precision_recall_distributions_2875">
            <a:extLst>
              <a:ext uri="{FF2B5EF4-FFF2-40B4-BE49-F238E27FC236}">
                <a16:creationId xmlns:a16="http://schemas.microsoft.com/office/drawing/2014/main" id="{6B97BF34-70FB-494D-A671-EA81AB4BC1E3}"/>
              </a:ext>
            </a:extLst>
          </p:cNvPr>
          <p:cNvSpPr>
            <a:spLocks noGrp="1"/>
          </p:cNvSpPr>
          <p:nvPr/>
        </p:nvSpPr>
        <p:spPr>
          <a:xfrm>
            <a:off x="1916978" y="186354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" name="F2_precision_recall_distributions_2876">
            <a:extLst>
              <a:ext uri="{FF2B5EF4-FFF2-40B4-BE49-F238E27FC236}">
                <a16:creationId xmlns:a16="http://schemas.microsoft.com/office/drawing/2014/main" id="{843207ED-9CBA-4EED-9D12-A4DFCEB0E4A4}"/>
              </a:ext>
            </a:extLst>
          </p:cNvPr>
          <p:cNvSpPr>
            <a:spLocks noGrp="1"/>
          </p:cNvSpPr>
          <p:nvPr/>
        </p:nvSpPr>
        <p:spPr>
          <a:xfrm>
            <a:off x="1675553" y="16981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" name="F2_precision_recall_distributions_2877">
            <a:extLst>
              <a:ext uri="{FF2B5EF4-FFF2-40B4-BE49-F238E27FC236}">
                <a16:creationId xmlns:a16="http://schemas.microsoft.com/office/drawing/2014/main" id="{3748B82A-7710-408D-BD5E-E362E6AEE8AD}"/>
              </a:ext>
            </a:extLst>
          </p:cNvPr>
          <p:cNvSpPr>
            <a:spLocks noGrp="1"/>
          </p:cNvSpPr>
          <p:nvPr/>
        </p:nvSpPr>
        <p:spPr>
          <a:xfrm>
            <a:off x="1991383" y="17560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" name="F2_precision_recall_distributions_2878">
            <a:extLst>
              <a:ext uri="{FF2B5EF4-FFF2-40B4-BE49-F238E27FC236}">
                <a16:creationId xmlns:a16="http://schemas.microsoft.com/office/drawing/2014/main" id="{DF65DAAF-F047-400E-BE30-4B36CADEEC07}"/>
              </a:ext>
            </a:extLst>
          </p:cNvPr>
          <p:cNvSpPr>
            <a:spLocks noGrp="1"/>
          </p:cNvSpPr>
          <p:nvPr/>
        </p:nvSpPr>
        <p:spPr>
          <a:xfrm>
            <a:off x="1983732" y="18099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" name="F2_precision_recall_distributions_2879">
            <a:extLst>
              <a:ext uri="{FF2B5EF4-FFF2-40B4-BE49-F238E27FC236}">
                <a16:creationId xmlns:a16="http://schemas.microsoft.com/office/drawing/2014/main" id="{7B4A2618-5DDF-4837-BF51-1FDAFB0F6C90}"/>
              </a:ext>
            </a:extLst>
          </p:cNvPr>
          <p:cNvSpPr>
            <a:spLocks noGrp="1"/>
          </p:cNvSpPr>
          <p:nvPr/>
        </p:nvSpPr>
        <p:spPr>
          <a:xfrm>
            <a:off x="1660046" y="19565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" name="F2_precision_recall_distributions_2880">
            <a:extLst>
              <a:ext uri="{FF2B5EF4-FFF2-40B4-BE49-F238E27FC236}">
                <a16:creationId xmlns:a16="http://schemas.microsoft.com/office/drawing/2014/main" id="{4103E305-792D-4AB6-B8D8-632D4D954FEE}"/>
              </a:ext>
            </a:extLst>
          </p:cNvPr>
          <p:cNvSpPr>
            <a:spLocks noGrp="1"/>
          </p:cNvSpPr>
          <p:nvPr/>
        </p:nvSpPr>
        <p:spPr>
          <a:xfrm>
            <a:off x="1977713" y="17250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" name="F2_precision_recall_distributions_2881">
            <a:extLst>
              <a:ext uri="{FF2B5EF4-FFF2-40B4-BE49-F238E27FC236}">
                <a16:creationId xmlns:a16="http://schemas.microsoft.com/office/drawing/2014/main" id="{2ED874BA-D5E8-4CC8-AE63-FF389F8ACEAB}"/>
              </a:ext>
            </a:extLst>
          </p:cNvPr>
          <p:cNvSpPr>
            <a:spLocks noGrp="1"/>
          </p:cNvSpPr>
          <p:nvPr/>
        </p:nvSpPr>
        <p:spPr>
          <a:xfrm>
            <a:off x="2024369" y="16301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" name="F2_precision_recall_distributions_2882">
            <a:extLst>
              <a:ext uri="{FF2B5EF4-FFF2-40B4-BE49-F238E27FC236}">
                <a16:creationId xmlns:a16="http://schemas.microsoft.com/office/drawing/2014/main" id="{6AA52A09-6A83-4684-9A80-F5E2A90BB3C0}"/>
              </a:ext>
            </a:extLst>
          </p:cNvPr>
          <p:cNvSpPr>
            <a:spLocks noGrp="1"/>
          </p:cNvSpPr>
          <p:nvPr/>
        </p:nvSpPr>
        <p:spPr>
          <a:xfrm>
            <a:off x="1846611" y="19812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" name="F2_precision_recall_distributions_2883">
            <a:extLst>
              <a:ext uri="{FF2B5EF4-FFF2-40B4-BE49-F238E27FC236}">
                <a16:creationId xmlns:a16="http://schemas.microsoft.com/office/drawing/2014/main" id="{06317339-A001-4817-BF73-DC49FA36F1D2}"/>
              </a:ext>
            </a:extLst>
          </p:cNvPr>
          <p:cNvSpPr>
            <a:spLocks noGrp="1"/>
          </p:cNvSpPr>
          <p:nvPr/>
        </p:nvSpPr>
        <p:spPr>
          <a:xfrm>
            <a:off x="1994513" y="16135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" name="F2_precision_recall_distributions_2884">
            <a:extLst>
              <a:ext uri="{FF2B5EF4-FFF2-40B4-BE49-F238E27FC236}">
                <a16:creationId xmlns:a16="http://schemas.microsoft.com/office/drawing/2014/main" id="{CF662DF6-4CA6-479D-A62A-286B9F62E650}"/>
              </a:ext>
            </a:extLst>
          </p:cNvPr>
          <p:cNvSpPr>
            <a:spLocks noGrp="1"/>
          </p:cNvSpPr>
          <p:nvPr/>
        </p:nvSpPr>
        <p:spPr>
          <a:xfrm>
            <a:off x="1760214" y="16557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" name="F2_precision_recall_distributions_2885">
            <a:extLst>
              <a:ext uri="{FF2B5EF4-FFF2-40B4-BE49-F238E27FC236}">
                <a16:creationId xmlns:a16="http://schemas.microsoft.com/office/drawing/2014/main" id="{4882F4EC-F626-4ABA-9857-F89FBFD1EDF4}"/>
              </a:ext>
            </a:extLst>
          </p:cNvPr>
          <p:cNvSpPr>
            <a:spLocks noGrp="1"/>
          </p:cNvSpPr>
          <p:nvPr/>
        </p:nvSpPr>
        <p:spPr>
          <a:xfrm>
            <a:off x="1925766" y="16195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" name="F2_precision_recall_distributions_2886">
            <a:extLst>
              <a:ext uri="{FF2B5EF4-FFF2-40B4-BE49-F238E27FC236}">
                <a16:creationId xmlns:a16="http://schemas.microsoft.com/office/drawing/2014/main" id="{B1A48943-E8F0-4DD4-A4AD-51B19483AAF7}"/>
              </a:ext>
            </a:extLst>
          </p:cNvPr>
          <p:cNvSpPr>
            <a:spLocks noGrp="1"/>
          </p:cNvSpPr>
          <p:nvPr/>
        </p:nvSpPr>
        <p:spPr>
          <a:xfrm>
            <a:off x="2024589" y="17056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" name="F2_precision_recall_distributions_2887">
            <a:extLst>
              <a:ext uri="{FF2B5EF4-FFF2-40B4-BE49-F238E27FC236}">
                <a16:creationId xmlns:a16="http://schemas.microsoft.com/office/drawing/2014/main" id="{B98C3F91-7880-475D-AC86-71B75C974B50}"/>
              </a:ext>
            </a:extLst>
          </p:cNvPr>
          <p:cNvSpPr>
            <a:spLocks noGrp="1"/>
          </p:cNvSpPr>
          <p:nvPr/>
        </p:nvSpPr>
        <p:spPr>
          <a:xfrm>
            <a:off x="1878407" y="20441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" name="F2_precision_recall_distributions_2888">
            <a:extLst>
              <a:ext uri="{FF2B5EF4-FFF2-40B4-BE49-F238E27FC236}">
                <a16:creationId xmlns:a16="http://schemas.microsoft.com/office/drawing/2014/main" id="{692E6279-5B7F-478C-A289-7A0C5CECC0C2}"/>
              </a:ext>
            </a:extLst>
          </p:cNvPr>
          <p:cNvSpPr>
            <a:spLocks noGrp="1"/>
          </p:cNvSpPr>
          <p:nvPr/>
        </p:nvSpPr>
        <p:spPr>
          <a:xfrm>
            <a:off x="1681514" y="15863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" name="F2_precision_recall_distributions_2889">
            <a:extLst>
              <a:ext uri="{FF2B5EF4-FFF2-40B4-BE49-F238E27FC236}">
                <a16:creationId xmlns:a16="http://schemas.microsoft.com/office/drawing/2014/main" id="{A0D4EE79-1561-4C19-B72D-3F9C751FE404}"/>
              </a:ext>
            </a:extLst>
          </p:cNvPr>
          <p:cNvSpPr>
            <a:spLocks noGrp="1"/>
          </p:cNvSpPr>
          <p:nvPr/>
        </p:nvSpPr>
        <p:spPr>
          <a:xfrm>
            <a:off x="1833891" y="154461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" name="F2_precision_recall_distributions_2890">
            <a:extLst>
              <a:ext uri="{FF2B5EF4-FFF2-40B4-BE49-F238E27FC236}">
                <a16:creationId xmlns:a16="http://schemas.microsoft.com/office/drawing/2014/main" id="{4FEABB4E-5A1C-4E2A-B9BF-576CD7E2B22E}"/>
              </a:ext>
            </a:extLst>
          </p:cNvPr>
          <p:cNvSpPr>
            <a:spLocks noGrp="1"/>
          </p:cNvSpPr>
          <p:nvPr/>
        </p:nvSpPr>
        <p:spPr>
          <a:xfrm>
            <a:off x="1690570" y="16264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" name="F2_precision_recall_distributions_2891">
            <a:extLst>
              <a:ext uri="{FF2B5EF4-FFF2-40B4-BE49-F238E27FC236}">
                <a16:creationId xmlns:a16="http://schemas.microsoft.com/office/drawing/2014/main" id="{201C5C67-29BC-4F3E-83FC-CE56FC251B40}"/>
              </a:ext>
            </a:extLst>
          </p:cNvPr>
          <p:cNvSpPr>
            <a:spLocks noGrp="1"/>
          </p:cNvSpPr>
          <p:nvPr/>
        </p:nvSpPr>
        <p:spPr>
          <a:xfrm>
            <a:off x="1990974" y="17660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" name="F2_precision_recall_distributions_2892">
            <a:extLst>
              <a:ext uri="{FF2B5EF4-FFF2-40B4-BE49-F238E27FC236}">
                <a16:creationId xmlns:a16="http://schemas.microsoft.com/office/drawing/2014/main" id="{E9EEB5F8-7AE4-4A47-AD4A-7E1B83F86A10}"/>
              </a:ext>
            </a:extLst>
          </p:cNvPr>
          <p:cNvSpPr>
            <a:spLocks noGrp="1"/>
          </p:cNvSpPr>
          <p:nvPr/>
        </p:nvSpPr>
        <p:spPr>
          <a:xfrm>
            <a:off x="1813960" y="19565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" name="F2_precision_recall_distributions_2893">
            <a:extLst>
              <a:ext uri="{FF2B5EF4-FFF2-40B4-BE49-F238E27FC236}">
                <a16:creationId xmlns:a16="http://schemas.microsoft.com/office/drawing/2014/main" id="{6EABF810-5894-45DA-B225-18EF8803A6D8}"/>
              </a:ext>
            </a:extLst>
          </p:cNvPr>
          <p:cNvSpPr>
            <a:spLocks noGrp="1"/>
          </p:cNvSpPr>
          <p:nvPr/>
        </p:nvSpPr>
        <p:spPr>
          <a:xfrm>
            <a:off x="1782639" y="21027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" name="F2_precision_recall_distributions_2894">
            <a:extLst>
              <a:ext uri="{FF2B5EF4-FFF2-40B4-BE49-F238E27FC236}">
                <a16:creationId xmlns:a16="http://schemas.microsoft.com/office/drawing/2014/main" id="{37593548-8C55-480E-980C-68ACD3308D45}"/>
              </a:ext>
            </a:extLst>
          </p:cNvPr>
          <p:cNvSpPr>
            <a:spLocks noGrp="1"/>
          </p:cNvSpPr>
          <p:nvPr/>
        </p:nvSpPr>
        <p:spPr>
          <a:xfrm>
            <a:off x="1883035" y="16208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" name="F2_precision_recall_distributions_2895">
            <a:extLst>
              <a:ext uri="{FF2B5EF4-FFF2-40B4-BE49-F238E27FC236}">
                <a16:creationId xmlns:a16="http://schemas.microsoft.com/office/drawing/2014/main" id="{46E5E8D8-E4DB-48C7-AD30-E5F59CE5ECFF}"/>
              </a:ext>
            </a:extLst>
          </p:cNvPr>
          <p:cNvSpPr>
            <a:spLocks noGrp="1"/>
          </p:cNvSpPr>
          <p:nvPr/>
        </p:nvSpPr>
        <p:spPr>
          <a:xfrm>
            <a:off x="1831951" y="16764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" name="F2_precision_recall_distributions_2896">
            <a:extLst>
              <a:ext uri="{FF2B5EF4-FFF2-40B4-BE49-F238E27FC236}">
                <a16:creationId xmlns:a16="http://schemas.microsoft.com/office/drawing/2014/main" id="{8835C278-6553-4181-B7A5-C5722A2FE322}"/>
              </a:ext>
            </a:extLst>
          </p:cNvPr>
          <p:cNvSpPr>
            <a:spLocks noGrp="1"/>
          </p:cNvSpPr>
          <p:nvPr/>
        </p:nvSpPr>
        <p:spPr>
          <a:xfrm>
            <a:off x="1995650" y="21334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" name="F2_precision_recall_distributions_2897">
            <a:extLst>
              <a:ext uri="{FF2B5EF4-FFF2-40B4-BE49-F238E27FC236}">
                <a16:creationId xmlns:a16="http://schemas.microsoft.com/office/drawing/2014/main" id="{F2482B23-ABFC-44D2-B102-3D42024C4D8B}"/>
              </a:ext>
            </a:extLst>
          </p:cNvPr>
          <p:cNvSpPr>
            <a:spLocks noGrp="1"/>
          </p:cNvSpPr>
          <p:nvPr/>
        </p:nvSpPr>
        <p:spPr>
          <a:xfrm>
            <a:off x="1928051" y="16488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" name="F2_precision_recall_distributions_2898">
            <a:extLst>
              <a:ext uri="{FF2B5EF4-FFF2-40B4-BE49-F238E27FC236}">
                <a16:creationId xmlns:a16="http://schemas.microsoft.com/office/drawing/2014/main" id="{96DDEC4E-FDBA-465E-B63C-686837973C3D}"/>
              </a:ext>
            </a:extLst>
          </p:cNvPr>
          <p:cNvSpPr>
            <a:spLocks noGrp="1"/>
          </p:cNvSpPr>
          <p:nvPr/>
        </p:nvSpPr>
        <p:spPr>
          <a:xfrm>
            <a:off x="1762637" y="19926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" name="F2_precision_recall_distributions_2899">
            <a:extLst>
              <a:ext uri="{FF2B5EF4-FFF2-40B4-BE49-F238E27FC236}">
                <a16:creationId xmlns:a16="http://schemas.microsoft.com/office/drawing/2014/main" id="{6CCD7E0B-7EAC-4D0F-B6D8-BF16BAB99FA9}"/>
              </a:ext>
            </a:extLst>
          </p:cNvPr>
          <p:cNvSpPr>
            <a:spLocks noGrp="1"/>
          </p:cNvSpPr>
          <p:nvPr/>
        </p:nvSpPr>
        <p:spPr>
          <a:xfrm>
            <a:off x="1915206" y="18965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" name="F2_precision_recall_distributions_2900">
            <a:extLst>
              <a:ext uri="{FF2B5EF4-FFF2-40B4-BE49-F238E27FC236}">
                <a16:creationId xmlns:a16="http://schemas.microsoft.com/office/drawing/2014/main" id="{7E6498DC-9F41-43CB-B506-9EBF12F2F404}"/>
              </a:ext>
            </a:extLst>
          </p:cNvPr>
          <p:cNvSpPr>
            <a:spLocks noGrp="1"/>
          </p:cNvSpPr>
          <p:nvPr/>
        </p:nvSpPr>
        <p:spPr>
          <a:xfrm>
            <a:off x="1857548" y="16320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" name="F2_precision_recall_distributions_2901">
            <a:extLst>
              <a:ext uri="{FF2B5EF4-FFF2-40B4-BE49-F238E27FC236}">
                <a16:creationId xmlns:a16="http://schemas.microsoft.com/office/drawing/2014/main" id="{62013F56-8BF8-4AF5-9853-CF573F9D3503}"/>
              </a:ext>
            </a:extLst>
          </p:cNvPr>
          <p:cNvSpPr>
            <a:spLocks noGrp="1"/>
          </p:cNvSpPr>
          <p:nvPr/>
        </p:nvSpPr>
        <p:spPr>
          <a:xfrm>
            <a:off x="1869004" y="19173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" name="F2_precision_recall_distributions_2902">
            <a:extLst>
              <a:ext uri="{FF2B5EF4-FFF2-40B4-BE49-F238E27FC236}">
                <a16:creationId xmlns:a16="http://schemas.microsoft.com/office/drawing/2014/main" id="{85D36738-6504-45F1-B27B-1A3A68BDF4E5}"/>
              </a:ext>
            </a:extLst>
          </p:cNvPr>
          <p:cNvSpPr>
            <a:spLocks noGrp="1"/>
          </p:cNvSpPr>
          <p:nvPr/>
        </p:nvSpPr>
        <p:spPr>
          <a:xfrm>
            <a:off x="2023555" y="197587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" name="F2_precision_recall_distributions_2903">
            <a:extLst>
              <a:ext uri="{FF2B5EF4-FFF2-40B4-BE49-F238E27FC236}">
                <a16:creationId xmlns:a16="http://schemas.microsoft.com/office/drawing/2014/main" id="{79243111-F328-4CC3-9D48-BAEA7E3F0389}"/>
              </a:ext>
            </a:extLst>
          </p:cNvPr>
          <p:cNvSpPr>
            <a:spLocks noGrp="1"/>
          </p:cNvSpPr>
          <p:nvPr/>
        </p:nvSpPr>
        <p:spPr>
          <a:xfrm>
            <a:off x="1689401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" name="F2_precision_recall_distributions_2904">
            <a:extLst>
              <a:ext uri="{FF2B5EF4-FFF2-40B4-BE49-F238E27FC236}">
                <a16:creationId xmlns:a16="http://schemas.microsoft.com/office/drawing/2014/main" id="{B2B839FB-F5E5-43D5-A835-9A2393C34034}"/>
              </a:ext>
            </a:extLst>
          </p:cNvPr>
          <p:cNvSpPr>
            <a:spLocks noGrp="1"/>
          </p:cNvSpPr>
          <p:nvPr/>
        </p:nvSpPr>
        <p:spPr>
          <a:xfrm>
            <a:off x="1892937" y="16375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" name="F2_precision_recall_distributions_2905">
            <a:extLst>
              <a:ext uri="{FF2B5EF4-FFF2-40B4-BE49-F238E27FC236}">
                <a16:creationId xmlns:a16="http://schemas.microsoft.com/office/drawing/2014/main" id="{625B2AB7-D74F-4F8C-BBA0-D723F5A57EA3}"/>
              </a:ext>
            </a:extLst>
          </p:cNvPr>
          <p:cNvSpPr>
            <a:spLocks noGrp="1"/>
          </p:cNvSpPr>
          <p:nvPr/>
        </p:nvSpPr>
        <p:spPr>
          <a:xfrm>
            <a:off x="1942228" y="151135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" name="F2_precision_recall_distributions_2906">
            <a:extLst>
              <a:ext uri="{FF2B5EF4-FFF2-40B4-BE49-F238E27FC236}">
                <a16:creationId xmlns:a16="http://schemas.microsoft.com/office/drawing/2014/main" id="{F99D4F24-B959-4175-8323-FEC63AEED35E}"/>
              </a:ext>
            </a:extLst>
          </p:cNvPr>
          <p:cNvSpPr>
            <a:spLocks noGrp="1"/>
          </p:cNvSpPr>
          <p:nvPr/>
        </p:nvSpPr>
        <p:spPr>
          <a:xfrm>
            <a:off x="1869253" y="17705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" name="F2_precision_recall_distributions_2907">
            <a:extLst>
              <a:ext uri="{FF2B5EF4-FFF2-40B4-BE49-F238E27FC236}">
                <a16:creationId xmlns:a16="http://schemas.microsoft.com/office/drawing/2014/main" id="{64B9B19A-C52F-48E3-B290-44D26388E341}"/>
              </a:ext>
            </a:extLst>
          </p:cNvPr>
          <p:cNvSpPr>
            <a:spLocks noGrp="1"/>
          </p:cNvSpPr>
          <p:nvPr/>
        </p:nvSpPr>
        <p:spPr>
          <a:xfrm>
            <a:off x="1956350" y="16960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" name="F2_precision_recall_distributions_2908">
            <a:extLst>
              <a:ext uri="{FF2B5EF4-FFF2-40B4-BE49-F238E27FC236}">
                <a16:creationId xmlns:a16="http://schemas.microsoft.com/office/drawing/2014/main" id="{07C7C40B-191E-4BDC-A6C8-50D0DA3A372E}"/>
              </a:ext>
            </a:extLst>
          </p:cNvPr>
          <p:cNvSpPr>
            <a:spLocks noGrp="1"/>
          </p:cNvSpPr>
          <p:nvPr/>
        </p:nvSpPr>
        <p:spPr>
          <a:xfrm>
            <a:off x="1682863" y="19907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" name="F2_precision_recall_distributions_2909">
            <a:extLst>
              <a:ext uri="{FF2B5EF4-FFF2-40B4-BE49-F238E27FC236}">
                <a16:creationId xmlns:a16="http://schemas.microsoft.com/office/drawing/2014/main" id="{DE8827BF-1710-430E-A041-88E408E88B3B}"/>
              </a:ext>
            </a:extLst>
          </p:cNvPr>
          <p:cNvSpPr>
            <a:spLocks noGrp="1"/>
          </p:cNvSpPr>
          <p:nvPr/>
        </p:nvSpPr>
        <p:spPr>
          <a:xfrm>
            <a:off x="1855985" y="16979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" name="F2_precision_recall_distributions_2910">
            <a:extLst>
              <a:ext uri="{FF2B5EF4-FFF2-40B4-BE49-F238E27FC236}">
                <a16:creationId xmlns:a16="http://schemas.microsoft.com/office/drawing/2014/main" id="{A8517203-984A-4D97-8FE9-7DDCC7645A4C}"/>
              </a:ext>
            </a:extLst>
          </p:cNvPr>
          <p:cNvSpPr>
            <a:spLocks noGrp="1"/>
          </p:cNvSpPr>
          <p:nvPr/>
        </p:nvSpPr>
        <p:spPr>
          <a:xfrm>
            <a:off x="1747427" y="18534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" name="F2_precision_recall_distributions_2911">
            <a:extLst>
              <a:ext uri="{FF2B5EF4-FFF2-40B4-BE49-F238E27FC236}">
                <a16:creationId xmlns:a16="http://schemas.microsoft.com/office/drawing/2014/main" id="{331C4F4C-89D2-4D00-A469-9870A9BD3088}"/>
              </a:ext>
            </a:extLst>
          </p:cNvPr>
          <p:cNvSpPr>
            <a:spLocks noGrp="1"/>
          </p:cNvSpPr>
          <p:nvPr/>
        </p:nvSpPr>
        <p:spPr>
          <a:xfrm>
            <a:off x="1913492" y="16363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" name="F2_precision_recall_distributions_2912">
            <a:extLst>
              <a:ext uri="{FF2B5EF4-FFF2-40B4-BE49-F238E27FC236}">
                <a16:creationId xmlns:a16="http://schemas.microsoft.com/office/drawing/2014/main" id="{AFB32E28-7A4F-4649-A4FB-D86069F9B371}"/>
              </a:ext>
            </a:extLst>
          </p:cNvPr>
          <p:cNvSpPr>
            <a:spLocks noGrp="1"/>
          </p:cNvSpPr>
          <p:nvPr/>
        </p:nvSpPr>
        <p:spPr>
          <a:xfrm>
            <a:off x="1771301" y="19937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" name="F2_precision_recall_distributions_2913">
            <a:extLst>
              <a:ext uri="{FF2B5EF4-FFF2-40B4-BE49-F238E27FC236}">
                <a16:creationId xmlns:a16="http://schemas.microsoft.com/office/drawing/2014/main" id="{A129940B-6A6C-44EF-B337-4C0035EEAC00}"/>
              </a:ext>
            </a:extLst>
          </p:cNvPr>
          <p:cNvSpPr>
            <a:spLocks noGrp="1"/>
          </p:cNvSpPr>
          <p:nvPr/>
        </p:nvSpPr>
        <p:spPr>
          <a:xfrm>
            <a:off x="1947504" y="197364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" name="F2_precision_recall_distributions_2914">
            <a:extLst>
              <a:ext uri="{FF2B5EF4-FFF2-40B4-BE49-F238E27FC236}">
                <a16:creationId xmlns:a16="http://schemas.microsoft.com/office/drawing/2014/main" id="{97B09075-9C2B-45D3-A166-4C35B66BD949}"/>
              </a:ext>
            </a:extLst>
          </p:cNvPr>
          <p:cNvSpPr>
            <a:spLocks noGrp="1"/>
          </p:cNvSpPr>
          <p:nvPr/>
        </p:nvSpPr>
        <p:spPr>
          <a:xfrm>
            <a:off x="2011845" y="15329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" name="F2_precision_recall_distributions_2915">
            <a:extLst>
              <a:ext uri="{FF2B5EF4-FFF2-40B4-BE49-F238E27FC236}">
                <a16:creationId xmlns:a16="http://schemas.microsoft.com/office/drawing/2014/main" id="{70749D81-53C6-43E8-9C8F-3C8A76066426}"/>
              </a:ext>
            </a:extLst>
          </p:cNvPr>
          <p:cNvSpPr>
            <a:spLocks noGrp="1"/>
          </p:cNvSpPr>
          <p:nvPr/>
        </p:nvSpPr>
        <p:spPr>
          <a:xfrm>
            <a:off x="1932977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" name="F2_precision_recall_distributions_2916">
            <a:extLst>
              <a:ext uri="{FF2B5EF4-FFF2-40B4-BE49-F238E27FC236}">
                <a16:creationId xmlns:a16="http://schemas.microsoft.com/office/drawing/2014/main" id="{DAD13FE8-1493-489D-8F8B-0207A0E4D647}"/>
              </a:ext>
            </a:extLst>
          </p:cNvPr>
          <p:cNvSpPr>
            <a:spLocks noGrp="1"/>
          </p:cNvSpPr>
          <p:nvPr/>
        </p:nvSpPr>
        <p:spPr>
          <a:xfrm>
            <a:off x="1990223" y="16495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" name="F2_precision_recall_distributions_2917">
            <a:extLst>
              <a:ext uri="{FF2B5EF4-FFF2-40B4-BE49-F238E27FC236}">
                <a16:creationId xmlns:a16="http://schemas.microsoft.com/office/drawing/2014/main" id="{9B33D0A6-3817-4F09-AE01-7C980D266926}"/>
              </a:ext>
            </a:extLst>
          </p:cNvPr>
          <p:cNvSpPr>
            <a:spLocks noGrp="1"/>
          </p:cNvSpPr>
          <p:nvPr/>
        </p:nvSpPr>
        <p:spPr>
          <a:xfrm>
            <a:off x="1771330" y="21776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" name="F2_precision_recall_distributions_2918">
            <a:extLst>
              <a:ext uri="{FF2B5EF4-FFF2-40B4-BE49-F238E27FC236}">
                <a16:creationId xmlns:a16="http://schemas.microsoft.com/office/drawing/2014/main" id="{38FAF878-73EC-4C54-9276-0403429C462B}"/>
              </a:ext>
            </a:extLst>
          </p:cNvPr>
          <p:cNvSpPr>
            <a:spLocks noGrp="1"/>
          </p:cNvSpPr>
          <p:nvPr/>
        </p:nvSpPr>
        <p:spPr>
          <a:xfrm>
            <a:off x="1762344" y="17254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" name="F2_precision_recall_distributions_2919">
            <a:extLst>
              <a:ext uri="{FF2B5EF4-FFF2-40B4-BE49-F238E27FC236}">
                <a16:creationId xmlns:a16="http://schemas.microsoft.com/office/drawing/2014/main" id="{CA959D7C-B953-4BEC-A9BC-501C332A732E}"/>
              </a:ext>
            </a:extLst>
          </p:cNvPr>
          <p:cNvSpPr>
            <a:spLocks noGrp="1"/>
          </p:cNvSpPr>
          <p:nvPr/>
        </p:nvSpPr>
        <p:spPr>
          <a:xfrm>
            <a:off x="1709316" y="15527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" name="F2_precision_recall_distributions_2920">
            <a:extLst>
              <a:ext uri="{FF2B5EF4-FFF2-40B4-BE49-F238E27FC236}">
                <a16:creationId xmlns:a16="http://schemas.microsoft.com/office/drawing/2014/main" id="{076FC98A-6825-476F-9397-84B60294E9CA}"/>
              </a:ext>
            </a:extLst>
          </p:cNvPr>
          <p:cNvSpPr>
            <a:spLocks noGrp="1"/>
          </p:cNvSpPr>
          <p:nvPr/>
        </p:nvSpPr>
        <p:spPr>
          <a:xfrm>
            <a:off x="1980858" y="16744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" name="F2_precision_recall_distributions_2921">
            <a:extLst>
              <a:ext uri="{FF2B5EF4-FFF2-40B4-BE49-F238E27FC236}">
                <a16:creationId xmlns:a16="http://schemas.microsoft.com/office/drawing/2014/main" id="{5B7DF304-CCA6-4C7E-B0ED-88FFFC652E3F}"/>
              </a:ext>
            </a:extLst>
          </p:cNvPr>
          <p:cNvSpPr>
            <a:spLocks noGrp="1"/>
          </p:cNvSpPr>
          <p:nvPr/>
        </p:nvSpPr>
        <p:spPr>
          <a:xfrm>
            <a:off x="1984557" y="156421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" name="F2_precision_recall_distributions_2922">
            <a:extLst>
              <a:ext uri="{FF2B5EF4-FFF2-40B4-BE49-F238E27FC236}">
                <a16:creationId xmlns:a16="http://schemas.microsoft.com/office/drawing/2014/main" id="{78B58063-64D7-4F6B-BFCD-4B1A17AB600B}"/>
              </a:ext>
            </a:extLst>
          </p:cNvPr>
          <p:cNvSpPr>
            <a:spLocks noGrp="1"/>
          </p:cNvSpPr>
          <p:nvPr/>
        </p:nvSpPr>
        <p:spPr>
          <a:xfrm>
            <a:off x="1718839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" name="F2_precision_recall_distributions_2923">
            <a:extLst>
              <a:ext uri="{FF2B5EF4-FFF2-40B4-BE49-F238E27FC236}">
                <a16:creationId xmlns:a16="http://schemas.microsoft.com/office/drawing/2014/main" id="{3F75DCC7-56E9-4F60-83F9-8441227F3915}"/>
              </a:ext>
            </a:extLst>
          </p:cNvPr>
          <p:cNvSpPr>
            <a:spLocks noGrp="1"/>
          </p:cNvSpPr>
          <p:nvPr/>
        </p:nvSpPr>
        <p:spPr>
          <a:xfrm>
            <a:off x="2012701" y="21048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" name="F2_precision_recall_distributions_2924">
            <a:extLst>
              <a:ext uri="{FF2B5EF4-FFF2-40B4-BE49-F238E27FC236}">
                <a16:creationId xmlns:a16="http://schemas.microsoft.com/office/drawing/2014/main" id="{F91FF969-C121-41B1-A22C-4171A42A94B7}"/>
              </a:ext>
            </a:extLst>
          </p:cNvPr>
          <p:cNvSpPr>
            <a:spLocks noGrp="1"/>
          </p:cNvSpPr>
          <p:nvPr/>
        </p:nvSpPr>
        <p:spPr>
          <a:xfrm>
            <a:off x="1925680" y="168885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1" name="F2_precision_recall_distributions_2925">
            <a:extLst>
              <a:ext uri="{FF2B5EF4-FFF2-40B4-BE49-F238E27FC236}">
                <a16:creationId xmlns:a16="http://schemas.microsoft.com/office/drawing/2014/main" id="{20356573-8E8D-4C5B-B397-FB9D62804DFB}"/>
              </a:ext>
            </a:extLst>
          </p:cNvPr>
          <p:cNvSpPr>
            <a:spLocks noGrp="1"/>
          </p:cNvSpPr>
          <p:nvPr/>
        </p:nvSpPr>
        <p:spPr>
          <a:xfrm>
            <a:off x="1821240" y="17372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2" name="F2_precision_recall_distributions_2926">
            <a:extLst>
              <a:ext uri="{FF2B5EF4-FFF2-40B4-BE49-F238E27FC236}">
                <a16:creationId xmlns:a16="http://schemas.microsoft.com/office/drawing/2014/main" id="{17E44AF4-49E0-4F7F-B3E9-394E06FCB4F2}"/>
              </a:ext>
            </a:extLst>
          </p:cNvPr>
          <p:cNvSpPr>
            <a:spLocks noGrp="1"/>
          </p:cNvSpPr>
          <p:nvPr/>
        </p:nvSpPr>
        <p:spPr>
          <a:xfrm>
            <a:off x="1721092" y="17851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" name="F2_precision_recall_distributions_2927">
            <a:extLst>
              <a:ext uri="{FF2B5EF4-FFF2-40B4-BE49-F238E27FC236}">
                <a16:creationId xmlns:a16="http://schemas.microsoft.com/office/drawing/2014/main" id="{507FADC1-029B-4099-9823-657905909425}"/>
              </a:ext>
            </a:extLst>
          </p:cNvPr>
          <p:cNvSpPr>
            <a:spLocks noGrp="1"/>
          </p:cNvSpPr>
          <p:nvPr/>
        </p:nvSpPr>
        <p:spPr>
          <a:xfrm>
            <a:off x="1717124" y="17000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" name="F2_precision_recall_distributions_2928">
            <a:extLst>
              <a:ext uri="{FF2B5EF4-FFF2-40B4-BE49-F238E27FC236}">
                <a16:creationId xmlns:a16="http://schemas.microsoft.com/office/drawing/2014/main" id="{6CBB5D3F-64AD-4504-9FB9-A90ED19F63CB}"/>
              </a:ext>
            </a:extLst>
          </p:cNvPr>
          <p:cNvSpPr>
            <a:spLocks noGrp="1"/>
          </p:cNvSpPr>
          <p:nvPr/>
        </p:nvSpPr>
        <p:spPr>
          <a:xfrm>
            <a:off x="1676381" y="168514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" name="F2_precision_recall_distributions_2929">
            <a:extLst>
              <a:ext uri="{FF2B5EF4-FFF2-40B4-BE49-F238E27FC236}">
                <a16:creationId xmlns:a16="http://schemas.microsoft.com/office/drawing/2014/main" id="{5E7525FE-117C-4567-9FEC-EC043B9F80AB}"/>
              </a:ext>
            </a:extLst>
          </p:cNvPr>
          <p:cNvSpPr>
            <a:spLocks noGrp="1"/>
          </p:cNvSpPr>
          <p:nvPr/>
        </p:nvSpPr>
        <p:spPr>
          <a:xfrm>
            <a:off x="1915528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" name="F2_precision_recall_distributions_2930">
            <a:extLst>
              <a:ext uri="{FF2B5EF4-FFF2-40B4-BE49-F238E27FC236}">
                <a16:creationId xmlns:a16="http://schemas.microsoft.com/office/drawing/2014/main" id="{038D9587-3DBB-40C4-A3C6-B6FD07089320}"/>
              </a:ext>
            </a:extLst>
          </p:cNvPr>
          <p:cNvSpPr>
            <a:spLocks noGrp="1"/>
          </p:cNvSpPr>
          <p:nvPr/>
        </p:nvSpPr>
        <p:spPr>
          <a:xfrm>
            <a:off x="1926785" y="16877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" name="F2_precision_recall_distributions_2931">
            <a:extLst>
              <a:ext uri="{FF2B5EF4-FFF2-40B4-BE49-F238E27FC236}">
                <a16:creationId xmlns:a16="http://schemas.microsoft.com/office/drawing/2014/main" id="{6548E984-82C4-497E-8E9C-68048816CED1}"/>
              </a:ext>
            </a:extLst>
          </p:cNvPr>
          <p:cNvSpPr>
            <a:spLocks noGrp="1"/>
          </p:cNvSpPr>
          <p:nvPr/>
        </p:nvSpPr>
        <p:spPr>
          <a:xfrm>
            <a:off x="1978167" y="2213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" name="F2_precision_recall_distributions_2932">
            <a:extLst>
              <a:ext uri="{FF2B5EF4-FFF2-40B4-BE49-F238E27FC236}">
                <a16:creationId xmlns:a16="http://schemas.microsoft.com/office/drawing/2014/main" id="{40A6FEBB-00E4-4493-801B-0F14798ACBEE}"/>
              </a:ext>
            </a:extLst>
          </p:cNvPr>
          <p:cNvSpPr>
            <a:spLocks noGrp="1"/>
          </p:cNvSpPr>
          <p:nvPr/>
        </p:nvSpPr>
        <p:spPr>
          <a:xfrm>
            <a:off x="1867042" y="19996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" name="F2_precision_recall_distributions_2933">
            <a:extLst>
              <a:ext uri="{FF2B5EF4-FFF2-40B4-BE49-F238E27FC236}">
                <a16:creationId xmlns:a16="http://schemas.microsoft.com/office/drawing/2014/main" id="{A73AEDFE-AFDE-4FC1-8E67-E3C98C796A63}"/>
              </a:ext>
            </a:extLst>
          </p:cNvPr>
          <p:cNvSpPr>
            <a:spLocks noGrp="1"/>
          </p:cNvSpPr>
          <p:nvPr/>
        </p:nvSpPr>
        <p:spPr>
          <a:xfrm>
            <a:off x="1674365" y="16444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" name="F2_precision_recall_distributions_2934">
            <a:extLst>
              <a:ext uri="{FF2B5EF4-FFF2-40B4-BE49-F238E27FC236}">
                <a16:creationId xmlns:a16="http://schemas.microsoft.com/office/drawing/2014/main" id="{7F9E0D46-F94E-4587-9EAC-76316AC95945}"/>
              </a:ext>
            </a:extLst>
          </p:cNvPr>
          <p:cNvSpPr>
            <a:spLocks noGrp="1"/>
          </p:cNvSpPr>
          <p:nvPr/>
        </p:nvSpPr>
        <p:spPr>
          <a:xfrm>
            <a:off x="1929558" y="17299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" name="F2_precision_recall_distributions_2935">
            <a:extLst>
              <a:ext uri="{FF2B5EF4-FFF2-40B4-BE49-F238E27FC236}">
                <a16:creationId xmlns:a16="http://schemas.microsoft.com/office/drawing/2014/main" id="{191DC2F7-8DEB-4785-B786-1035E1F5F64D}"/>
              </a:ext>
            </a:extLst>
          </p:cNvPr>
          <p:cNvSpPr>
            <a:spLocks noGrp="1"/>
          </p:cNvSpPr>
          <p:nvPr/>
        </p:nvSpPr>
        <p:spPr>
          <a:xfrm>
            <a:off x="1930314" y="21547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" name="F2_precision_recall_distributions_2936">
            <a:extLst>
              <a:ext uri="{FF2B5EF4-FFF2-40B4-BE49-F238E27FC236}">
                <a16:creationId xmlns:a16="http://schemas.microsoft.com/office/drawing/2014/main" id="{4AE28A3C-EEA7-48FF-951B-A2B3E473FEFD}"/>
              </a:ext>
            </a:extLst>
          </p:cNvPr>
          <p:cNvSpPr>
            <a:spLocks noGrp="1"/>
          </p:cNvSpPr>
          <p:nvPr/>
        </p:nvSpPr>
        <p:spPr>
          <a:xfrm>
            <a:off x="1746240" y="18380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" name="F2_precision_recall_distributions_2937">
            <a:extLst>
              <a:ext uri="{FF2B5EF4-FFF2-40B4-BE49-F238E27FC236}">
                <a16:creationId xmlns:a16="http://schemas.microsoft.com/office/drawing/2014/main" id="{96F93F50-E1F8-4978-89EF-ECB3A694BDB0}"/>
              </a:ext>
            </a:extLst>
          </p:cNvPr>
          <p:cNvSpPr>
            <a:spLocks noGrp="1"/>
          </p:cNvSpPr>
          <p:nvPr/>
        </p:nvSpPr>
        <p:spPr>
          <a:xfrm>
            <a:off x="1843090" y="18252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" name="F2_precision_recall_distributions_2938">
            <a:extLst>
              <a:ext uri="{FF2B5EF4-FFF2-40B4-BE49-F238E27FC236}">
                <a16:creationId xmlns:a16="http://schemas.microsoft.com/office/drawing/2014/main" id="{AC29B5BB-E524-432B-8B89-48DBA18C8B22}"/>
              </a:ext>
            </a:extLst>
          </p:cNvPr>
          <p:cNvSpPr>
            <a:spLocks noGrp="1"/>
          </p:cNvSpPr>
          <p:nvPr/>
        </p:nvSpPr>
        <p:spPr>
          <a:xfrm>
            <a:off x="1790291" y="20388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" name="F2_precision_recall_distributions_2939">
            <a:extLst>
              <a:ext uri="{FF2B5EF4-FFF2-40B4-BE49-F238E27FC236}">
                <a16:creationId xmlns:a16="http://schemas.microsoft.com/office/drawing/2014/main" id="{032C3372-4874-42E1-A69B-2F034F62192E}"/>
              </a:ext>
            </a:extLst>
          </p:cNvPr>
          <p:cNvSpPr>
            <a:spLocks noGrp="1"/>
          </p:cNvSpPr>
          <p:nvPr/>
        </p:nvSpPr>
        <p:spPr>
          <a:xfrm>
            <a:off x="1962738" y="15035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" name="F2_precision_recall_distributions_2940">
            <a:extLst>
              <a:ext uri="{FF2B5EF4-FFF2-40B4-BE49-F238E27FC236}">
                <a16:creationId xmlns:a16="http://schemas.microsoft.com/office/drawing/2014/main" id="{116AAC33-2FD6-486E-A016-35A54BA8E2EE}"/>
              </a:ext>
            </a:extLst>
          </p:cNvPr>
          <p:cNvSpPr>
            <a:spLocks noGrp="1"/>
          </p:cNvSpPr>
          <p:nvPr/>
        </p:nvSpPr>
        <p:spPr>
          <a:xfrm>
            <a:off x="1730835" y="15877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" name="F2_precision_recall_distributions_2941">
            <a:extLst>
              <a:ext uri="{FF2B5EF4-FFF2-40B4-BE49-F238E27FC236}">
                <a16:creationId xmlns:a16="http://schemas.microsoft.com/office/drawing/2014/main" id="{6FE553B9-1674-42C7-81C2-ED099B6F193B}"/>
              </a:ext>
            </a:extLst>
          </p:cNvPr>
          <p:cNvSpPr>
            <a:spLocks noGrp="1"/>
          </p:cNvSpPr>
          <p:nvPr/>
        </p:nvSpPr>
        <p:spPr>
          <a:xfrm>
            <a:off x="1853199" y="18955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" name="F2_precision_recall_distributions_2942">
            <a:extLst>
              <a:ext uri="{FF2B5EF4-FFF2-40B4-BE49-F238E27FC236}">
                <a16:creationId xmlns:a16="http://schemas.microsoft.com/office/drawing/2014/main" id="{254D1725-31F0-4418-9A9C-0056CBCAE14D}"/>
              </a:ext>
            </a:extLst>
          </p:cNvPr>
          <p:cNvSpPr>
            <a:spLocks noGrp="1"/>
          </p:cNvSpPr>
          <p:nvPr/>
        </p:nvSpPr>
        <p:spPr>
          <a:xfrm>
            <a:off x="1725259" y="15796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" name="F2_precision_recall_distributions_2943">
            <a:extLst>
              <a:ext uri="{FF2B5EF4-FFF2-40B4-BE49-F238E27FC236}">
                <a16:creationId xmlns:a16="http://schemas.microsoft.com/office/drawing/2014/main" id="{1FA208AE-E995-4C12-804F-E8DA07F4BB7C}"/>
              </a:ext>
            </a:extLst>
          </p:cNvPr>
          <p:cNvSpPr>
            <a:spLocks noGrp="1"/>
          </p:cNvSpPr>
          <p:nvPr/>
        </p:nvSpPr>
        <p:spPr>
          <a:xfrm>
            <a:off x="1920744" y="19700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" name="F2_precision_recall_distributions_2944">
            <a:extLst>
              <a:ext uri="{FF2B5EF4-FFF2-40B4-BE49-F238E27FC236}">
                <a16:creationId xmlns:a16="http://schemas.microsoft.com/office/drawing/2014/main" id="{9687A6F8-4603-4BD3-8258-420B2F3BCE54}"/>
              </a:ext>
            </a:extLst>
          </p:cNvPr>
          <p:cNvSpPr>
            <a:spLocks noGrp="1"/>
          </p:cNvSpPr>
          <p:nvPr/>
        </p:nvSpPr>
        <p:spPr>
          <a:xfrm>
            <a:off x="1935899" y="16964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" name="F2_precision_recall_distributions_2945">
            <a:extLst>
              <a:ext uri="{FF2B5EF4-FFF2-40B4-BE49-F238E27FC236}">
                <a16:creationId xmlns:a16="http://schemas.microsoft.com/office/drawing/2014/main" id="{5EBD3349-6EC0-43FC-AA84-BFF17D48726A}"/>
              </a:ext>
            </a:extLst>
          </p:cNvPr>
          <p:cNvSpPr>
            <a:spLocks noGrp="1"/>
          </p:cNvSpPr>
          <p:nvPr/>
        </p:nvSpPr>
        <p:spPr>
          <a:xfrm>
            <a:off x="1898664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" name="F2_precision_recall_distributions_2946">
            <a:extLst>
              <a:ext uri="{FF2B5EF4-FFF2-40B4-BE49-F238E27FC236}">
                <a16:creationId xmlns:a16="http://schemas.microsoft.com/office/drawing/2014/main" id="{C7E54504-0156-48F6-9B48-B6E9D335F69F}"/>
              </a:ext>
            </a:extLst>
          </p:cNvPr>
          <p:cNvSpPr>
            <a:spLocks noGrp="1"/>
          </p:cNvSpPr>
          <p:nvPr/>
        </p:nvSpPr>
        <p:spPr>
          <a:xfrm>
            <a:off x="1849275" y="17383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" name="F2_precision_recall_distributions_2947">
            <a:extLst>
              <a:ext uri="{FF2B5EF4-FFF2-40B4-BE49-F238E27FC236}">
                <a16:creationId xmlns:a16="http://schemas.microsoft.com/office/drawing/2014/main" id="{159B7A8C-2AF4-480D-83A3-A3311D2C03A3}"/>
              </a:ext>
            </a:extLst>
          </p:cNvPr>
          <p:cNvSpPr>
            <a:spLocks noGrp="1"/>
          </p:cNvSpPr>
          <p:nvPr/>
        </p:nvSpPr>
        <p:spPr>
          <a:xfrm>
            <a:off x="1881297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" name="F2_precision_recall_distributions_2948">
            <a:extLst>
              <a:ext uri="{FF2B5EF4-FFF2-40B4-BE49-F238E27FC236}">
                <a16:creationId xmlns:a16="http://schemas.microsoft.com/office/drawing/2014/main" id="{1B044338-D33B-48D9-BEED-1C63912CD3D7}"/>
              </a:ext>
            </a:extLst>
          </p:cNvPr>
          <p:cNvSpPr>
            <a:spLocks noGrp="1"/>
          </p:cNvSpPr>
          <p:nvPr/>
        </p:nvSpPr>
        <p:spPr>
          <a:xfrm>
            <a:off x="2003012" y="17390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" name="F2_precision_recall_distributions_2949">
            <a:extLst>
              <a:ext uri="{FF2B5EF4-FFF2-40B4-BE49-F238E27FC236}">
                <a16:creationId xmlns:a16="http://schemas.microsoft.com/office/drawing/2014/main" id="{4F33AFC2-44B0-4CD7-A0F3-A0A166FF71D9}"/>
              </a:ext>
            </a:extLst>
          </p:cNvPr>
          <p:cNvSpPr>
            <a:spLocks noGrp="1"/>
          </p:cNvSpPr>
          <p:nvPr/>
        </p:nvSpPr>
        <p:spPr>
          <a:xfrm>
            <a:off x="1893445" y="21082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" name="F2_precision_recall_distributions_2950">
            <a:extLst>
              <a:ext uri="{FF2B5EF4-FFF2-40B4-BE49-F238E27FC236}">
                <a16:creationId xmlns:a16="http://schemas.microsoft.com/office/drawing/2014/main" id="{B5B60227-7BE0-41F1-91CB-D72DB7749C27}"/>
              </a:ext>
            </a:extLst>
          </p:cNvPr>
          <p:cNvSpPr>
            <a:spLocks noGrp="1"/>
          </p:cNvSpPr>
          <p:nvPr/>
        </p:nvSpPr>
        <p:spPr>
          <a:xfrm>
            <a:off x="1920552" y="17757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" name="F2_precision_recall_distributions_2951">
            <a:extLst>
              <a:ext uri="{FF2B5EF4-FFF2-40B4-BE49-F238E27FC236}">
                <a16:creationId xmlns:a16="http://schemas.microsoft.com/office/drawing/2014/main" id="{BACC5949-D0D8-4B11-8762-9217A66D875D}"/>
              </a:ext>
            </a:extLst>
          </p:cNvPr>
          <p:cNvSpPr>
            <a:spLocks noGrp="1"/>
          </p:cNvSpPr>
          <p:nvPr/>
        </p:nvSpPr>
        <p:spPr>
          <a:xfrm>
            <a:off x="2007167" y="20197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" name="F2_precision_recall_distributions_2952">
            <a:extLst>
              <a:ext uri="{FF2B5EF4-FFF2-40B4-BE49-F238E27FC236}">
                <a16:creationId xmlns:a16="http://schemas.microsoft.com/office/drawing/2014/main" id="{133F6077-6EEF-4DFD-BA49-296C1430F955}"/>
              </a:ext>
            </a:extLst>
          </p:cNvPr>
          <p:cNvSpPr>
            <a:spLocks noGrp="1"/>
          </p:cNvSpPr>
          <p:nvPr/>
        </p:nvSpPr>
        <p:spPr>
          <a:xfrm>
            <a:off x="1705306" y="16121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" name="F2_precision_recall_distributions_2953">
            <a:extLst>
              <a:ext uri="{FF2B5EF4-FFF2-40B4-BE49-F238E27FC236}">
                <a16:creationId xmlns:a16="http://schemas.microsoft.com/office/drawing/2014/main" id="{530AA7AD-3158-4B8C-A99E-59C1C91B45D6}"/>
              </a:ext>
            </a:extLst>
          </p:cNvPr>
          <p:cNvSpPr>
            <a:spLocks noGrp="1"/>
          </p:cNvSpPr>
          <p:nvPr/>
        </p:nvSpPr>
        <p:spPr>
          <a:xfrm>
            <a:off x="1696725" y="15907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" name="F2_precision_recall_distributions_2954">
            <a:extLst>
              <a:ext uri="{FF2B5EF4-FFF2-40B4-BE49-F238E27FC236}">
                <a16:creationId xmlns:a16="http://schemas.microsoft.com/office/drawing/2014/main" id="{F26536D3-EE7D-4040-B611-8CB64D3DEFE3}"/>
              </a:ext>
            </a:extLst>
          </p:cNvPr>
          <p:cNvSpPr>
            <a:spLocks noGrp="1"/>
          </p:cNvSpPr>
          <p:nvPr/>
        </p:nvSpPr>
        <p:spPr>
          <a:xfrm>
            <a:off x="1705977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" name="F2_precision_recall_distributions_2955">
            <a:extLst>
              <a:ext uri="{FF2B5EF4-FFF2-40B4-BE49-F238E27FC236}">
                <a16:creationId xmlns:a16="http://schemas.microsoft.com/office/drawing/2014/main" id="{F5E2741F-D010-4C71-952A-6055EF4662C7}"/>
              </a:ext>
            </a:extLst>
          </p:cNvPr>
          <p:cNvSpPr>
            <a:spLocks noGrp="1"/>
          </p:cNvSpPr>
          <p:nvPr/>
        </p:nvSpPr>
        <p:spPr>
          <a:xfrm>
            <a:off x="1800162" y="18616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" name="F2_precision_recall_distributions_2956">
            <a:extLst>
              <a:ext uri="{FF2B5EF4-FFF2-40B4-BE49-F238E27FC236}">
                <a16:creationId xmlns:a16="http://schemas.microsoft.com/office/drawing/2014/main" id="{62F51E10-0167-4374-8A18-D00698CCC2FE}"/>
              </a:ext>
            </a:extLst>
          </p:cNvPr>
          <p:cNvSpPr>
            <a:spLocks noGrp="1"/>
          </p:cNvSpPr>
          <p:nvPr/>
        </p:nvSpPr>
        <p:spPr>
          <a:xfrm>
            <a:off x="2006018" y="16756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" name="F2_precision_recall_distributions_2957">
            <a:extLst>
              <a:ext uri="{FF2B5EF4-FFF2-40B4-BE49-F238E27FC236}">
                <a16:creationId xmlns:a16="http://schemas.microsoft.com/office/drawing/2014/main" id="{30F96685-34F1-4626-A327-AE388115C712}"/>
              </a:ext>
            </a:extLst>
          </p:cNvPr>
          <p:cNvSpPr>
            <a:spLocks noGrp="1"/>
          </p:cNvSpPr>
          <p:nvPr/>
        </p:nvSpPr>
        <p:spPr>
          <a:xfrm>
            <a:off x="1862511" y="17012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" name="F2_precision_recall_distributions_2958">
            <a:extLst>
              <a:ext uri="{FF2B5EF4-FFF2-40B4-BE49-F238E27FC236}">
                <a16:creationId xmlns:a16="http://schemas.microsoft.com/office/drawing/2014/main" id="{8FD6C06E-61CE-4FE2-AA43-3E592C5C8382}"/>
              </a:ext>
            </a:extLst>
          </p:cNvPr>
          <p:cNvSpPr>
            <a:spLocks noGrp="1"/>
          </p:cNvSpPr>
          <p:nvPr/>
        </p:nvSpPr>
        <p:spPr>
          <a:xfrm>
            <a:off x="1824735" y="19115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" name="F2_precision_recall_distributions_2959">
            <a:extLst>
              <a:ext uri="{FF2B5EF4-FFF2-40B4-BE49-F238E27FC236}">
                <a16:creationId xmlns:a16="http://schemas.microsoft.com/office/drawing/2014/main" id="{D86BFB66-5B9D-432D-8BD9-A338AF7AAE62}"/>
              </a:ext>
            </a:extLst>
          </p:cNvPr>
          <p:cNvSpPr>
            <a:spLocks noGrp="1"/>
          </p:cNvSpPr>
          <p:nvPr/>
        </p:nvSpPr>
        <p:spPr>
          <a:xfrm>
            <a:off x="1971837" y="169968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" name="F2_precision_recall_distributions_2960">
            <a:extLst>
              <a:ext uri="{FF2B5EF4-FFF2-40B4-BE49-F238E27FC236}">
                <a16:creationId xmlns:a16="http://schemas.microsoft.com/office/drawing/2014/main" id="{CFDA536F-4456-47A1-A4AB-4AC060EDAABC}"/>
              </a:ext>
            </a:extLst>
          </p:cNvPr>
          <p:cNvSpPr>
            <a:spLocks noGrp="1"/>
          </p:cNvSpPr>
          <p:nvPr/>
        </p:nvSpPr>
        <p:spPr>
          <a:xfrm>
            <a:off x="1922036" y="17512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" name="F2_precision_recall_distributions_2961">
            <a:extLst>
              <a:ext uri="{FF2B5EF4-FFF2-40B4-BE49-F238E27FC236}">
                <a16:creationId xmlns:a16="http://schemas.microsoft.com/office/drawing/2014/main" id="{FE65C00F-530D-40EB-8DE7-3F116846CA3F}"/>
              </a:ext>
            </a:extLst>
          </p:cNvPr>
          <p:cNvSpPr>
            <a:spLocks noGrp="1"/>
          </p:cNvSpPr>
          <p:nvPr/>
        </p:nvSpPr>
        <p:spPr>
          <a:xfrm>
            <a:off x="1875964" y="17099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" name="F2_precision_recall_distributions_2962">
            <a:extLst>
              <a:ext uri="{FF2B5EF4-FFF2-40B4-BE49-F238E27FC236}">
                <a16:creationId xmlns:a16="http://schemas.microsoft.com/office/drawing/2014/main" id="{DA283BDE-B608-4C54-ACD9-E6A746EB9D38}"/>
              </a:ext>
            </a:extLst>
          </p:cNvPr>
          <p:cNvSpPr>
            <a:spLocks noGrp="1"/>
          </p:cNvSpPr>
          <p:nvPr/>
        </p:nvSpPr>
        <p:spPr>
          <a:xfrm>
            <a:off x="1892669" y="16229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" name="F2_precision_recall_distributions_2963">
            <a:extLst>
              <a:ext uri="{FF2B5EF4-FFF2-40B4-BE49-F238E27FC236}">
                <a16:creationId xmlns:a16="http://schemas.microsoft.com/office/drawing/2014/main" id="{E04B0130-39A1-4F2C-9A81-B03461B4BEE3}"/>
              </a:ext>
            </a:extLst>
          </p:cNvPr>
          <p:cNvSpPr>
            <a:spLocks noGrp="1"/>
          </p:cNvSpPr>
          <p:nvPr/>
        </p:nvSpPr>
        <p:spPr>
          <a:xfrm>
            <a:off x="1720540" y="17809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" name="F2_precision_recall_distributions_2964">
            <a:extLst>
              <a:ext uri="{FF2B5EF4-FFF2-40B4-BE49-F238E27FC236}">
                <a16:creationId xmlns:a16="http://schemas.microsoft.com/office/drawing/2014/main" id="{1EE38841-9004-4BDE-B5FC-84E14619D737}"/>
              </a:ext>
            </a:extLst>
          </p:cNvPr>
          <p:cNvSpPr>
            <a:spLocks noGrp="1"/>
          </p:cNvSpPr>
          <p:nvPr/>
        </p:nvSpPr>
        <p:spPr>
          <a:xfrm>
            <a:off x="1745395" y="16905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" name="F2_precision_recall_distributions_2965">
            <a:extLst>
              <a:ext uri="{FF2B5EF4-FFF2-40B4-BE49-F238E27FC236}">
                <a16:creationId xmlns:a16="http://schemas.microsoft.com/office/drawing/2014/main" id="{C5A0E793-1424-4EBD-B06E-89401C20AB02}"/>
              </a:ext>
            </a:extLst>
          </p:cNvPr>
          <p:cNvSpPr>
            <a:spLocks noGrp="1"/>
          </p:cNvSpPr>
          <p:nvPr/>
        </p:nvSpPr>
        <p:spPr>
          <a:xfrm>
            <a:off x="2017096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" name="F2_precision_recall_distributions_2966">
            <a:extLst>
              <a:ext uri="{FF2B5EF4-FFF2-40B4-BE49-F238E27FC236}">
                <a16:creationId xmlns:a16="http://schemas.microsoft.com/office/drawing/2014/main" id="{FCC4ABEF-2323-4ACC-887F-56BB711C649A}"/>
              </a:ext>
            </a:extLst>
          </p:cNvPr>
          <p:cNvSpPr>
            <a:spLocks noGrp="1"/>
          </p:cNvSpPr>
          <p:nvPr/>
        </p:nvSpPr>
        <p:spPr>
          <a:xfrm>
            <a:off x="1960596" y="19040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" name="F2_precision_recall_distributions_2967">
            <a:extLst>
              <a:ext uri="{FF2B5EF4-FFF2-40B4-BE49-F238E27FC236}">
                <a16:creationId xmlns:a16="http://schemas.microsoft.com/office/drawing/2014/main" id="{F0D6F9D0-B70F-48E3-ACEE-1491C370D584}"/>
              </a:ext>
            </a:extLst>
          </p:cNvPr>
          <p:cNvSpPr>
            <a:spLocks noGrp="1"/>
          </p:cNvSpPr>
          <p:nvPr/>
        </p:nvSpPr>
        <p:spPr>
          <a:xfrm>
            <a:off x="1854179" y="17233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" name="F2_precision_recall_distributions_2968">
            <a:extLst>
              <a:ext uri="{FF2B5EF4-FFF2-40B4-BE49-F238E27FC236}">
                <a16:creationId xmlns:a16="http://schemas.microsoft.com/office/drawing/2014/main" id="{5270F373-7931-4D12-BC8D-E783142D6D02}"/>
              </a:ext>
            </a:extLst>
          </p:cNvPr>
          <p:cNvSpPr>
            <a:spLocks noGrp="1"/>
          </p:cNvSpPr>
          <p:nvPr/>
        </p:nvSpPr>
        <p:spPr>
          <a:xfrm>
            <a:off x="1698680" y="15555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" name="F2_precision_recall_distributions_2969">
            <a:extLst>
              <a:ext uri="{FF2B5EF4-FFF2-40B4-BE49-F238E27FC236}">
                <a16:creationId xmlns:a16="http://schemas.microsoft.com/office/drawing/2014/main" id="{B7CC90E5-AC72-4684-81EC-28529A1484E2}"/>
              </a:ext>
            </a:extLst>
          </p:cNvPr>
          <p:cNvSpPr>
            <a:spLocks noGrp="1"/>
          </p:cNvSpPr>
          <p:nvPr/>
        </p:nvSpPr>
        <p:spPr>
          <a:xfrm>
            <a:off x="1956720" y="19864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" name="F2_precision_recall_distributions_2970">
            <a:extLst>
              <a:ext uri="{FF2B5EF4-FFF2-40B4-BE49-F238E27FC236}">
                <a16:creationId xmlns:a16="http://schemas.microsoft.com/office/drawing/2014/main" id="{7BE1F8F2-4330-425C-A72D-F18B3C9202F9}"/>
              </a:ext>
            </a:extLst>
          </p:cNvPr>
          <p:cNvSpPr>
            <a:spLocks noGrp="1"/>
          </p:cNvSpPr>
          <p:nvPr/>
        </p:nvSpPr>
        <p:spPr>
          <a:xfrm>
            <a:off x="1850631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" name="F2_precision_recall_distributions_2971">
            <a:extLst>
              <a:ext uri="{FF2B5EF4-FFF2-40B4-BE49-F238E27FC236}">
                <a16:creationId xmlns:a16="http://schemas.microsoft.com/office/drawing/2014/main" id="{B6D63912-EFE8-4BC4-A8AB-E2834303EBC5}"/>
              </a:ext>
            </a:extLst>
          </p:cNvPr>
          <p:cNvSpPr>
            <a:spLocks noGrp="1"/>
          </p:cNvSpPr>
          <p:nvPr/>
        </p:nvSpPr>
        <p:spPr>
          <a:xfrm>
            <a:off x="1933135" y="17271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" name="F2_precision_recall_distributions_2972">
            <a:extLst>
              <a:ext uri="{FF2B5EF4-FFF2-40B4-BE49-F238E27FC236}">
                <a16:creationId xmlns:a16="http://schemas.microsoft.com/office/drawing/2014/main" id="{E383C9BE-12A9-46D5-AF1D-4E94D232ED56}"/>
              </a:ext>
            </a:extLst>
          </p:cNvPr>
          <p:cNvSpPr>
            <a:spLocks noGrp="1"/>
          </p:cNvSpPr>
          <p:nvPr/>
        </p:nvSpPr>
        <p:spPr>
          <a:xfrm>
            <a:off x="1970105" y="17317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" name="F2_precision_recall_distributions_2973">
            <a:extLst>
              <a:ext uri="{FF2B5EF4-FFF2-40B4-BE49-F238E27FC236}">
                <a16:creationId xmlns:a16="http://schemas.microsoft.com/office/drawing/2014/main" id="{DDE55F9D-6B5D-4893-837C-9AB4C5525EC0}"/>
              </a:ext>
            </a:extLst>
          </p:cNvPr>
          <p:cNvSpPr>
            <a:spLocks noGrp="1"/>
          </p:cNvSpPr>
          <p:nvPr/>
        </p:nvSpPr>
        <p:spPr>
          <a:xfrm>
            <a:off x="1962501" y="18406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" name="F2_precision_recall_distributions_2974">
            <a:extLst>
              <a:ext uri="{FF2B5EF4-FFF2-40B4-BE49-F238E27FC236}">
                <a16:creationId xmlns:a16="http://schemas.microsoft.com/office/drawing/2014/main" id="{88F8BEDA-2D1A-4E1B-B4E4-4AFFF58D5C6D}"/>
              </a:ext>
            </a:extLst>
          </p:cNvPr>
          <p:cNvSpPr>
            <a:spLocks noGrp="1"/>
          </p:cNvSpPr>
          <p:nvPr/>
        </p:nvSpPr>
        <p:spPr>
          <a:xfrm>
            <a:off x="1736476" y="227484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" name="F2_precision_recall_distributions_2975">
            <a:extLst>
              <a:ext uri="{FF2B5EF4-FFF2-40B4-BE49-F238E27FC236}">
                <a16:creationId xmlns:a16="http://schemas.microsoft.com/office/drawing/2014/main" id="{2C66ED51-43B0-4D1F-A9C6-67FABAE2C714}"/>
              </a:ext>
            </a:extLst>
          </p:cNvPr>
          <p:cNvSpPr>
            <a:spLocks noGrp="1"/>
          </p:cNvSpPr>
          <p:nvPr/>
        </p:nvSpPr>
        <p:spPr>
          <a:xfrm>
            <a:off x="2011407" y="18250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" name="F2_precision_recall_distributions_2976">
            <a:extLst>
              <a:ext uri="{FF2B5EF4-FFF2-40B4-BE49-F238E27FC236}">
                <a16:creationId xmlns:a16="http://schemas.microsoft.com/office/drawing/2014/main" id="{F8D64BDD-BE9E-467A-BD40-2CA55D4347EB}"/>
              </a:ext>
            </a:extLst>
          </p:cNvPr>
          <p:cNvSpPr>
            <a:spLocks noGrp="1"/>
          </p:cNvSpPr>
          <p:nvPr/>
        </p:nvSpPr>
        <p:spPr>
          <a:xfrm>
            <a:off x="1829699" y="17057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" name="F2_precision_recall_distributions_2977">
            <a:extLst>
              <a:ext uri="{FF2B5EF4-FFF2-40B4-BE49-F238E27FC236}">
                <a16:creationId xmlns:a16="http://schemas.microsoft.com/office/drawing/2014/main" id="{1C2F63B7-723B-46CA-A7C0-A662B7D75961}"/>
              </a:ext>
            </a:extLst>
          </p:cNvPr>
          <p:cNvSpPr>
            <a:spLocks noGrp="1"/>
          </p:cNvSpPr>
          <p:nvPr/>
        </p:nvSpPr>
        <p:spPr>
          <a:xfrm>
            <a:off x="2002574" y="16319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" name="F2_precision_recall_distributions_2978">
            <a:extLst>
              <a:ext uri="{FF2B5EF4-FFF2-40B4-BE49-F238E27FC236}">
                <a16:creationId xmlns:a16="http://schemas.microsoft.com/office/drawing/2014/main" id="{62C4D29F-2779-4FE9-A71C-63A9939A7A2A}"/>
              </a:ext>
            </a:extLst>
          </p:cNvPr>
          <p:cNvSpPr>
            <a:spLocks noGrp="1"/>
          </p:cNvSpPr>
          <p:nvPr/>
        </p:nvSpPr>
        <p:spPr>
          <a:xfrm>
            <a:off x="1851396" y="16715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" name="F2_precision_recall_distributions_2979">
            <a:extLst>
              <a:ext uri="{FF2B5EF4-FFF2-40B4-BE49-F238E27FC236}">
                <a16:creationId xmlns:a16="http://schemas.microsoft.com/office/drawing/2014/main" id="{9DC683FB-ED52-458E-8EC5-FCC0AF58D609}"/>
              </a:ext>
            </a:extLst>
          </p:cNvPr>
          <p:cNvSpPr>
            <a:spLocks noGrp="1"/>
          </p:cNvSpPr>
          <p:nvPr/>
        </p:nvSpPr>
        <p:spPr>
          <a:xfrm>
            <a:off x="1781733" y="17249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" name="F2_precision_recall_distributions_2980">
            <a:extLst>
              <a:ext uri="{FF2B5EF4-FFF2-40B4-BE49-F238E27FC236}">
                <a16:creationId xmlns:a16="http://schemas.microsoft.com/office/drawing/2014/main" id="{FD2337D1-3C3E-4C35-B136-71FC37EF4BFC}"/>
              </a:ext>
            </a:extLst>
          </p:cNvPr>
          <p:cNvSpPr>
            <a:spLocks noGrp="1"/>
          </p:cNvSpPr>
          <p:nvPr/>
        </p:nvSpPr>
        <p:spPr>
          <a:xfrm>
            <a:off x="1861516" y="19209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7" name="F2_precision_recall_distributions_2981">
            <a:extLst>
              <a:ext uri="{FF2B5EF4-FFF2-40B4-BE49-F238E27FC236}">
                <a16:creationId xmlns:a16="http://schemas.microsoft.com/office/drawing/2014/main" id="{3EB7B028-3CA8-46D6-BD03-7211DDA5FDF4}"/>
              </a:ext>
            </a:extLst>
          </p:cNvPr>
          <p:cNvSpPr>
            <a:spLocks noGrp="1"/>
          </p:cNvSpPr>
          <p:nvPr/>
        </p:nvSpPr>
        <p:spPr>
          <a:xfrm>
            <a:off x="2018473" y="16957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" name="F2_precision_recall_distributions_2982">
            <a:extLst>
              <a:ext uri="{FF2B5EF4-FFF2-40B4-BE49-F238E27FC236}">
                <a16:creationId xmlns:a16="http://schemas.microsoft.com/office/drawing/2014/main" id="{2EB16144-EDE0-4580-83E1-F2B89E8DBDAA}"/>
              </a:ext>
            </a:extLst>
          </p:cNvPr>
          <p:cNvSpPr>
            <a:spLocks noGrp="1"/>
          </p:cNvSpPr>
          <p:nvPr/>
        </p:nvSpPr>
        <p:spPr>
          <a:xfrm>
            <a:off x="1918317" y="21232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" name="F2_precision_recall_distributions_2983">
            <a:extLst>
              <a:ext uri="{FF2B5EF4-FFF2-40B4-BE49-F238E27FC236}">
                <a16:creationId xmlns:a16="http://schemas.microsoft.com/office/drawing/2014/main" id="{EE1DBE9B-A423-4454-9DD0-969775028434}"/>
              </a:ext>
            </a:extLst>
          </p:cNvPr>
          <p:cNvSpPr>
            <a:spLocks noGrp="1"/>
          </p:cNvSpPr>
          <p:nvPr/>
        </p:nvSpPr>
        <p:spPr>
          <a:xfrm>
            <a:off x="1911865" y="18805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" name="F2_precision_recall_distributions_2984">
            <a:extLst>
              <a:ext uri="{FF2B5EF4-FFF2-40B4-BE49-F238E27FC236}">
                <a16:creationId xmlns:a16="http://schemas.microsoft.com/office/drawing/2014/main" id="{E7B2C0C2-995D-4BD7-8308-9BB5ECA44160}"/>
              </a:ext>
            </a:extLst>
          </p:cNvPr>
          <p:cNvSpPr>
            <a:spLocks noGrp="1"/>
          </p:cNvSpPr>
          <p:nvPr/>
        </p:nvSpPr>
        <p:spPr>
          <a:xfrm>
            <a:off x="1858376" y="16664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" name="F2_precision_recall_distributions_2985">
            <a:extLst>
              <a:ext uri="{FF2B5EF4-FFF2-40B4-BE49-F238E27FC236}">
                <a16:creationId xmlns:a16="http://schemas.microsoft.com/office/drawing/2014/main" id="{6F16259C-FEC0-469C-AD1C-AAD28800DC54}"/>
              </a:ext>
            </a:extLst>
          </p:cNvPr>
          <p:cNvSpPr>
            <a:spLocks noGrp="1"/>
          </p:cNvSpPr>
          <p:nvPr/>
        </p:nvSpPr>
        <p:spPr>
          <a:xfrm>
            <a:off x="1962050" y="20088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" name="F2_precision_recall_distributions_2986">
            <a:extLst>
              <a:ext uri="{FF2B5EF4-FFF2-40B4-BE49-F238E27FC236}">
                <a16:creationId xmlns:a16="http://schemas.microsoft.com/office/drawing/2014/main" id="{39003EED-7145-4EA6-B9B8-BB6BFBBDC941}"/>
              </a:ext>
            </a:extLst>
          </p:cNvPr>
          <p:cNvSpPr>
            <a:spLocks noGrp="1"/>
          </p:cNvSpPr>
          <p:nvPr/>
        </p:nvSpPr>
        <p:spPr>
          <a:xfrm>
            <a:off x="1988932" y="17309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" name="F2_precision_recall_distributions_2987">
            <a:extLst>
              <a:ext uri="{FF2B5EF4-FFF2-40B4-BE49-F238E27FC236}">
                <a16:creationId xmlns:a16="http://schemas.microsoft.com/office/drawing/2014/main" id="{9005FE24-D469-4990-9177-0FD42C4ED6FC}"/>
              </a:ext>
            </a:extLst>
          </p:cNvPr>
          <p:cNvSpPr>
            <a:spLocks noGrp="1"/>
          </p:cNvSpPr>
          <p:nvPr/>
        </p:nvSpPr>
        <p:spPr>
          <a:xfrm>
            <a:off x="1966111" y="22769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" name="F2_precision_recall_distributions_2988">
            <a:extLst>
              <a:ext uri="{FF2B5EF4-FFF2-40B4-BE49-F238E27FC236}">
                <a16:creationId xmlns:a16="http://schemas.microsoft.com/office/drawing/2014/main" id="{FDDB4FF9-20E1-4E7D-BE28-61252C2F025F}"/>
              </a:ext>
            </a:extLst>
          </p:cNvPr>
          <p:cNvSpPr>
            <a:spLocks noGrp="1"/>
          </p:cNvSpPr>
          <p:nvPr/>
        </p:nvSpPr>
        <p:spPr>
          <a:xfrm>
            <a:off x="1694834" y="17227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" name="F2_precision_recall_distributions_2989">
            <a:extLst>
              <a:ext uri="{FF2B5EF4-FFF2-40B4-BE49-F238E27FC236}">
                <a16:creationId xmlns:a16="http://schemas.microsoft.com/office/drawing/2014/main" id="{4E5AC54D-F30C-4B53-BD6A-E7C131B7F219}"/>
              </a:ext>
            </a:extLst>
          </p:cNvPr>
          <p:cNvSpPr>
            <a:spLocks noGrp="1"/>
          </p:cNvSpPr>
          <p:nvPr/>
        </p:nvSpPr>
        <p:spPr>
          <a:xfrm>
            <a:off x="1869821" y="1820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" name="F2_precision_recall_distributions_2990">
            <a:extLst>
              <a:ext uri="{FF2B5EF4-FFF2-40B4-BE49-F238E27FC236}">
                <a16:creationId xmlns:a16="http://schemas.microsoft.com/office/drawing/2014/main" id="{04946F89-754F-4784-8D0E-21B6B841EE5C}"/>
              </a:ext>
            </a:extLst>
          </p:cNvPr>
          <p:cNvSpPr>
            <a:spLocks noGrp="1"/>
          </p:cNvSpPr>
          <p:nvPr/>
        </p:nvSpPr>
        <p:spPr>
          <a:xfrm>
            <a:off x="1738975" y="17124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" name="F2_precision_recall_distributions_2991">
            <a:extLst>
              <a:ext uri="{FF2B5EF4-FFF2-40B4-BE49-F238E27FC236}">
                <a16:creationId xmlns:a16="http://schemas.microsoft.com/office/drawing/2014/main" id="{ABDF72B5-066C-4CD0-8DC9-4F0437647202}"/>
              </a:ext>
            </a:extLst>
          </p:cNvPr>
          <p:cNvSpPr>
            <a:spLocks noGrp="1"/>
          </p:cNvSpPr>
          <p:nvPr/>
        </p:nvSpPr>
        <p:spPr>
          <a:xfrm>
            <a:off x="1938251" y="19773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" name="F2_precision_recall_distributions_2992">
            <a:extLst>
              <a:ext uri="{FF2B5EF4-FFF2-40B4-BE49-F238E27FC236}">
                <a16:creationId xmlns:a16="http://schemas.microsoft.com/office/drawing/2014/main" id="{CEBB0A46-2F10-4116-840F-50CCB301155E}"/>
              </a:ext>
            </a:extLst>
          </p:cNvPr>
          <p:cNvSpPr>
            <a:spLocks noGrp="1"/>
          </p:cNvSpPr>
          <p:nvPr/>
        </p:nvSpPr>
        <p:spPr>
          <a:xfrm>
            <a:off x="1970499" y="18795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" name="F2_precision_recall_distributions_2993">
            <a:extLst>
              <a:ext uri="{FF2B5EF4-FFF2-40B4-BE49-F238E27FC236}">
                <a16:creationId xmlns:a16="http://schemas.microsoft.com/office/drawing/2014/main" id="{DB627959-B2DF-4A9B-A8E3-70F3FE909DF6}"/>
              </a:ext>
            </a:extLst>
          </p:cNvPr>
          <p:cNvSpPr>
            <a:spLocks noGrp="1"/>
          </p:cNvSpPr>
          <p:nvPr/>
        </p:nvSpPr>
        <p:spPr>
          <a:xfrm>
            <a:off x="1793721" y="20846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" name="F2_precision_recall_distributions_2994">
            <a:extLst>
              <a:ext uri="{FF2B5EF4-FFF2-40B4-BE49-F238E27FC236}">
                <a16:creationId xmlns:a16="http://schemas.microsoft.com/office/drawing/2014/main" id="{1BAE3199-D696-49DB-BE27-2CA22B770B06}"/>
              </a:ext>
            </a:extLst>
          </p:cNvPr>
          <p:cNvSpPr>
            <a:spLocks noGrp="1"/>
          </p:cNvSpPr>
          <p:nvPr/>
        </p:nvSpPr>
        <p:spPr>
          <a:xfrm>
            <a:off x="1963975" y="1701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" name="F2_precision_recall_distributions_2995">
            <a:extLst>
              <a:ext uri="{FF2B5EF4-FFF2-40B4-BE49-F238E27FC236}">
                <a16:creationId xmlns:a16="http://schemas.microsoft.com/office/drawing/2014/main" id="{2039031A-7402-406E-80C0-7771860B869D}"/>
              </a:ext>
            </a:extLst>
          </p:cNvPr>
          <p:cNvSpPr>
            <a:spLocks noGrp="1"/>
          </p:cNvSpPr>
          <p:nvPr/>
        </p:nvSpPr>
        <p:spPr>
          <a:xfrm>
            <a:off x="1864902" y="18763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" name="F2_precision_recall_distributions_2996">
            <a:extLst>
              <a:ext uri="{FF2B5EF4-FFF2-40B4-BE49-F238E27FC236}">
                <a16:creationId xmlns:a16="http://schemas.microsoft.com/office/drawing/2014/main" id="{76BBB6F5-20EE-48BB-B0B3-C9187B4883D3}"/>
              </a:ext>
            </a:extLst>
          </p:cNvPr>
          <p:cNvSpPr>
            <a:spLocks noGrp="1"/>
          </p:cNvSpPr>
          <p:nvPr/>
        </p:nvSpPr>
        <p:spPr>
          <a:xfrm>
            <a:off x="2012426" y="17362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" name="F2_precision_recall_distributions_2997">
            <a:extLst>
              <a:ext uri="{FF2B5EF4-FFF2-40B4-BE49-F238E27FC236}">
                <a16:creationId xmlns:a16="http://schemas.microsoft.com/office/drawing/2014/main" id="{996E5725-DC47-4969-8A86-F970AF9D447D}"/>
              </a:ext>
            </a:extLst>
          </p:cNvPr>
          <p:cNvSpPr>
            <a:spLocks noGrp="1"/>
          </p:cNvSpPr>
          <p:nvPr/>
        </p:nvSpPr>
        <p:spPr>
          <a:xfrm>
            <a:off x="1953774" y="16761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" name="F2_precision_recall_distributions_2998">
            <a:extLst>
              <a:ext uri="{FF2B5EF4-FFF2-40B4-BE49-F238E27FC236}">
                <a16:creationId xmlns:a16="http://schemas.microsoft.com/office/drawing/2014/main" id="{407D804D-912F-4577-96C0-A1A23C9A1AC3}"/>
              </a:ext>
            </a:extLst>
          </p:cNvPr>
          <p:cNvSpPr>
            <a:spLocks noGrp="1"/>
          </p:cNvSpPr>
          <p:nvPr/>
        </p:nvSpPr>
        <p:spPr>
          <a:xfrm>
            <a:off x="1986541" y="17018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" name="F2_precision_recall_distributions_2999">
            <a:extLst>
              <a:ext uri="{FF2B5EF4-FFF2-40B4-BE49-F238E27FC236}">
                <a16:creationId xmlns:a16="http://schemas.microsoft.com/office/drawing/2014/main" id="{84619534-257E-4B07-9CA5-F0C431EDD7DB}"/>
              </a:ext>
            </a:extLst>
          </p:cNvPr>
          <p:cNvSpPr>
            <a:spLocks noGrp="1"/>
          </p:cNvSpPr>
          <p:nvPr/>
        </p:nvSpPr>
        <p:spPr>
          <a:xfrm>
            <a:off x="1746175" y="17634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" name="F2_precision_recall_distributions_3000">
            <a:extLst>
              <a:ext uri="{FF2B5EF4-FFF2-40B4-BE49-F238E27FC236}">
                <a16:creationId xmlns:a16="http://schemas.microsoft.com/office/drawing/2014/main" id="{45A03756-5176-4C92-989C-2353D393910E}"/>
              </a:ext>
            </a:extLst>
          </p:cNvPr>
          <p:cNvSpPr>
            <a:spLocks noGrp="1"/>
          </p:cNvSpPr>
          <p:nvPr/>
        </p:nvSpPr>
        <p:spPr>
          <a:xfrm>
            <a:off x="1986896" y="18804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" name="F2_precision_recall_distributions_3001">
            <a:extLst>
              <a:ext uri="{FF2B5EF4-FFF2-40B4-BE49-F238E27FC236}">
                <a16:creationId xmlns:a16="http://schemas.microsoft.com/office/drawing/2014/main" id="{B87EE40E-7B41-448A-8AD7-AAC4D469D5B2}"/>
              </a:ext>
            </a:extLst>
          </p:cNvPr>
          <p:cNvSpPr>
            <a:spLocks noGrp="1"/>
          </p:cNvSpPr>
          <p:nvPr/>
        </p:nvSpPr>
        <p:spPr>
          <a:xfrm>
            <a:off x="1702042" y="17920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" name="F2_precision_recall_distributions_3002">
            <a:extLst>
              <a:ext uri="{FF2B5EF4-FFF2-40B4-BE49-F238E27FC236}">
                <a16:creationId xmlns:a16="http://schemas.microsoft.com/office/drawing/2014/main" id="{BDB5C576-FE6C-451D-A0FD-330FC3493DA9}"/>
              </a:ext>
            </a:extLst>
          </p:cNvPr>
          <p:cNvSpPr>
            <a:spLocks noGrp="1"/>
          </p:cNvSpPr>
          <p:nvPr/>
        </p:nvSpPr>
        <p:spPr>
          <a:xfrm>
            <a:off x="1852291" y="18407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" name="F2_precision_recall_distributions_3003">
            <a:extLst>
              <a:ext uri="{FF2B5EF4-FFF2-40B4-BE49-F238E27FC236}">
                <a16:creationId xmlns:a16="http://schemas.microsoft.com/office/drawing/2014/main" id="{8BA9EA35-94AE-40BC-8C75-5782DC2C171A}"/>
              </a:ext>
            </a:extLst>
          </p:cNvPr>
          <p:cNvSpPr>
            <a:spLocks noGrp="1"/>
          </p:cNvSpPr>
          <p:nvPr/>
        </p:nvSpPr>
        <p:spPr>
          <a:xfrm>
            <a:off x="1720552" y="18047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" name="F2_precision_recall_distributions_3004">
            <a:extLst>
              <a:ext uri="{FF2B5EF4-FFF2-40B4-BE49-F238E27FC236}">
                <a16:creationId xmlns:a16="http://schemas.microsoft.com/office/drawing/2014/main" id="{F8A32B11-A40D-4335-AC08-F4D8EB69788A}"/>
              </a:ext>
            </a:extLst>
          </p:cNvPr>
          <p:cNvSpPr>
            <a:spLocks noGrp="1"/>
          </p:cNvSpPr>
          <p:nvPr/>
        </p:nvSpPr>
        <p:spPr>
          <a:xfrm>
            <a:off x="1659164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" name="F2_precision_recall_distributions_3005">
            <a:extLst>
              <a:ext uri="{FF2B5EF4-FFF2-40B4-BE49-F238E27FC236}">
                <a16:creationId xmlns:a16="http://schemas.microsoft.com/office/drawing/2014/main" id="{23DA0034-E5C7-45F1-8B5A-BE1EBCBFAAD2}"/>
              </a:ext>
            </a:extLst>
          </p:cNvPr>
          <p:cNvSpPr>
            <a:spLocks noGrp="1"/>
          </p:cNvSpPr>
          <p:nvPr/>
        </p:nvSpPr>
        <p:spPr>
          <a:xfrm>
            <a:off x="1876955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" name="F2_precision_recall_distributions_3006">
            <a:extLst>
              <a:ext uri="{FF2B5EF4-FFF2-40B4-BE49-F238E27FC236}">
                <a16:creationId xmlns:a16="http://schemas.microsoft.com/office/drawing/2014/main" id="{62728C22-1289-4F59-84C3-4E743465A6AE}"/>
              </a:ext>
            </a:extLst>
          </p:cNvPr>
          <p:cNvSpPr>
            <a:spLocks noGrp="1"/>
          </p:cNvSpPr>
          <p:nvPr/>
        </p:nvSpPr>
        <p:spPr>
          <a:xfrm>
            <a:off x="2678914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668" y="842186"/>
                </a:lnTo>
                <a:lnTo>
                  <a:pt x="21977" y="835606"/>
                </a:lnTo>
                <a:lnTo>
                  <a:pt x="46979" y="829027"/>
                </a:lnTo>
                <a:lnTo>
                  <a:pt x="77852" y="822447"/>
                </a:lnTo>
                <a:lnTo>
                  <a:pt x="111420" y="815868"/>
                </a:lnTo>
                <a:lnTo>
                  <a:pt x="144687" y="809288"/>
                </a:lnTo>
                <a:lnTo>
                  <a:pt x="175259" y="802708"/>
                </a:lnTo>
                <a:lnTo>
                  <a:pt x="201585" y="796129"/>
                </a:lnTo>
                <a:lnTo>
                  <a:pt x="222994" y="789549"/>
                </a:lnTo>
                <a:lnTo>
                  <a:pt x="239556" y="782970"/>
                </a:lnTo>
                <a:lnTo>
                  <a:pt x="251851" y="776390"/>
                </a:lnTo>
                <a:lnTo>
                  <a:pt x="260704" y="769811"/>
                </a:lnTo>
                <a:lnTo>
                  <a:pt x="266964" y="763231"/>
                </a:lnTo>
                <a:lnTo>
                  <a:pt x="271355" y="756651"/>
                </a:lnTo>
                <a:lnTo>
                  <a:pt x="274413" y="750072"/>
                </a:lnTo>
                <a:lnTo>
                  <a:pt x="276483" y="743492"/>
                </a:lnTo>
                <a:lnTo>
                  <a:pt x="277763" y="736913"/>
                </a:lnTo>
                <a:lnTo>
                  <a:pt x="278359" y="730333"/>
                </a:lnTo>
                <a:lnTo>
                  <a:pt x="278332" y="723754"/>
                </a:lnTo>
                <a:lnTo>
                  <a:pt x="277726" y="717174"/>
                </a:lnTo>
                <a:lnTo>
                  <a:pt x="276590" y="710594"/>
                </a:lnTo>
                <a:lnTo>
                  <a:pt x="274978" y="704015"/>
                </a:lnTo>
                <a:lnTo>
                  <a:pt x="272958" y="697435"/>
                </a:lnTo>
                <a:lnTo>
                  <a:pt x="270614" y="690856"/>
                </a:lnTo>
                <a:lnTo>
                  <a:pt x="268046" y="684276"/>
                </a:lnTo>
                <a:lnTo>
                  <a:pt x="265376" y="677697"/>
                </a:lnTo>
                <a:lnTo>
                  <a:pt x="262738" y="671117"/>
                </a:lnTo>
                <a:lnTo>
                  <a:pt x="260264" y="664537"/>
                </a:lnTo>
                <a:lnTo>
                  <a:pt x="258068" y="657958"/>
                </a:lnTo>
                <a:lnTo>
                  <a:pt x="256221" y="651378"/>
                </a:lnTo>
                <a:lnTo>
                  <a:pt x="254741" y="644799"/>
                </a:lnTo>
                <a:lnTo>
                  <a:pt x="253584" y="638219"/>
                </a:lnTo>
                <a:lnTo>
                  <a:pt x="252659" y="631639"/>
                </a:lnTo>
                <a:lnTo>
                  <a:pt x="251843" y="625060"/>
                </a:lnTo>
                <a:lnTo>
                  <a:pt x="251008" y="618480"/>
                </a:lnTo>
                <a:lnTo>
                  <a:pt x="250048" y="611901"/>
                </a:lnTo>
                <a:lnTo>
                  <a:pt x="248895" y="605321"/>
                </a:lnTo>
                <a:lnTo>
                  <a:pt x="247532" y="598742"/>
                </a:lnTo>
                <a:lnTo>
                  <a:pt x="245990" y="592162"/>
                </a:lnTo>
                <a:lnTo>
                  <a:pt x="244336" y="585582"/>
                </a:lnTo>
                <a:lnTo>
                  <a:pt x="242653" y="579003"/>
                </a:lnTo>
                <a:lnTo>
                  <a:pt x="241015" y="572423"/>
                </a:lnTo>
                <a:lnTo>
                  <a:pt x="239466" y="565844"/>
                </a:lnTo>
                <a:lnTo>
                  <a:pt x="237998" y="559264"/>
                </a:lnTo>
                <a:lnTo>
                  <a:pt x="236549" y="552685"/>
                </a:lnTo>
                <a:lnTo>
                  <a:pt x="235014" y="546105"/>
                </a:lnTo>
                <a:lnTo>
                  <a:pt x="233274" y="539525"/>
                </a:lnTo>
                <a:lnTo>
                  <a:pt x="231236" y="532946"/>
                </a:lnTo>
                <a:lnTo>
                  <a:pt x="228877" y="526366"/>
                </a:lnTo>
                <a:lnTo>
                  <a:pt x="226272" y="519787"/>
                </a:lnTo>
                <a:lnTo>
                  <a:pt x="223600" y="513207"/>
                </a:lnTo>
                <a:lnTo>
                  <a:pt x="221123" y="506627"/>
                </a:lnTo>
                <a:lnTo>
                  <a:pt x="219126" y="500048"/>
                </a:lnTo>
                <a:lnTo>
                  <a:pt x="217855" y="493468"/>
                </a:lnTo>
                <a:lnTo>
                  <a:pt x="217450" y="486889"/>
                </a:lnTo>
                <a:lnTo>
                  <a:pt x="217900" y="480309"/>
                </a:lnTo>
                <a:lnTo>
                  <a:pt x="219037" y="473730"/>
                </a:lnTo>
                <a:lnTo>
                  <a:pt x="220560" y="467150"/>
                </a:lnTo>
                <a:lnTo>
                  <a:pt x="222105" y="460570"/>
                </a:lnTo>
                <a:lnTo>
                  <a:pt x="223319" y="453991"/>
                </a:lnTo>
                <a:lnTo>
                  <a:pt x="223942" y="447411"/>
                </a:lnTo>
                <a:lnTo>
                  <a:pt x="223866" y="440832"/>
                </a:lnTo>
                <a:lnTo>
                  <a:pt x="223153" y="434252"/>
                </a:lnTo>
                <a:lnTo>
                  <a:pt x="222022" y="427673"/>
                </a:lnTo>
                <a:lnTo>
                  <a:pt x="220798" y="421093"/>
                </a:lnTo>
                <a:lnTo>
                  <a:pt x="219841" y="414513"/>
                </a:lnTo>
                <a:lnTo>
                  <a:pt x="219464" y="407934"/>
                </a:lnTo>
                <a:lnTo>
                  <a:pt x="219877" y="401354"/>
                </a:lnTo>
                <a:lnTo>
                  <a:pt x="221146" y="394775"/>
                </a:lnTo>
                <a:lnTo>
                  <a:pt x="223192" y="388195"/>
                </a:lnTo>
                <a:lnTo>
                  <a:pt x="225816" y="381616"/>
                </a:lnTo>
                <a:lnTo>
                  <a:pt x="228745" y="375036"/>
                </a:lnTo>
                <a:lnTo>
                  <a:pt x="231680" y="368456"/>
                </a:lnTo>
                <a:lnTo>
                  <a:pt x="234342" y="361877"/>
                </a:lnTo>
                <a:lnTo>
                  <a:pt x="236502" y="355297"/>
                </a:lnTo>
                <a:lnTo>
                  <a:pt x="237985" y="348718"/>
                </a:lnTo>
                <a:lnTo>
                  <a:pt x="238671" y="342138"/>
                </a:lnTo>
                <a:lnTo>
                  <a:pt x="238481" y="335558"/>
                </a:lnTo>
                <a:lnTo>
                  <a:pt x="237366" y="328979"/>
                </a:lnTo>
                <a:lnTo>
                  <a:pt x="235297" y="322399"/>
                </a:lnTo>
                <a:lnTo>
                  <a:pt x="232271" y="315820"/>
                </a:lnTo>
                <a:lnTo>
                  <a:pt x="228305" y="309240"/>
                </a:lnTo>
                <a:lnTo>
                  <a:pt x="223440" y="302661"/>
                </a:lnTo>
                <a:lnTo>
                  <a:pt x="217738" y="296081"/>
                </a:lnTo>
                <a:lnTo>
                  <a:pt x="211266" y="289501"/>
                </a:lnTo>
                <a:lnTo>
                  <a:pt x="204078" y="282922"/>
                </a:lnTo>
                <a:lnTo>
                  <a:pt x="196208" y="276342"/>
                </a:lnTo>
                <a:lnTo>
                  <a:pt x="187656" y="269763"/>
                </a:lnTo>
                <a:lnTo>
                  <a:pt x="178408" y="263183"/>
                </a:lnTo>
                <a:lnTo>
                  <a:pt x="168469" y="256604"/>
                </a:lnTo>
                <a:lnTo>
                  <a:pt x="157912" y="250024"/>
                </a:lnTo>
                <a:lnTo>
                  <a:pt x="146931" y="243444"/>
                </a:lnTo>
                <a:lnTo>
                  <a:pt x="135880" y="236865"/>
                </a:lnTo>
                <a:lnTo>
                  <a:pt x="125285" y="230285"/>
                </a:lnTo>
                <a:lnTo>
                  <a:pt x="115804" y="223706"/>
                </a:lnTo>
                <a:lnTo>
                  <a:pt x="108150" y="217126"/>
                </a:lnTo>
                <a:lnTo>
                  <a:pt x="102986" y="210546"/>
                </a:lnTo>
                <a:lnTo>
                  <a:pt x="100807" y="203967"/>
                </a:lnTo>
                <a:lnTo>
                  <a:pt x="101856" y="197387"/>
                </a:lnTo>
                <a:lnTo>
                  <a:pt x="106085" y="190808"/>
                </a:lnTo>
                <a:lnTo>
                  <a:pt x="113174" y="184228"/>
                </a:lnTo>
                <a:lnTo>
                  <a:pt x="122602" y="177649"/>
                </a:lnTo>
                <a:lnTo>
                  <a:pt x="133749" y="171069"/>
                </a:lnTo>
                <a:lnTo>
                  <a:pt x="145999" y="164489"/>
                </a:lnTo>
                <a:lnTo>
                  <a:pt x="158815" y="157910"/>
                </a:lnTo>
                <a:lnTo>
                  <a:pt x="171778" y="151330"/>
                </a:lnTo>
                <a:lnTo>
                  <a:pt x="184583" y="144751"/>
                </a:lnTo>
                <a:lnTo>
                  <a:pt x="197008" y="138171"/>
                </a:lnTo>
                <a:lnTo>
                  <a:pt x="208882" y="131592"/>
                </a:lnTo>
                <a:lnTo>
                  <a:pt x="220062" y="125012"/>
                </a:lnTo>
                <a:lnTo>
                  <a:pt x="230420" y="118432"/>
                </a:lnTo>
                <a:lnTo>
                  <a:pt x="239865" y="111853"/>
                </a:lnTo>
                <a:lnTo>
                  <a:pt x="248357" y="105273"/>
                </a:lnTo>
                <a:lnTo>
                  <a:pt x="255929" y="98694"/>
                </a:lnTo>
                <a:lnTo>
                  <a:pt x="262683" y="92114"/>
                </a:lnTo>
                <a:lnTo>
                  <a:pt x="268777" y="85535"/>
                </a:lnTo>
                <a:lnTo>
                  <a:pt x="274385" y="78955"/>
                </a:lnTo>
                <a:lnTo>
                  <a:pt x="279664" y="72375"/>
                </a:lnTo>
                <a:lnTo>
                  <a:pt x="284717" y="65796"/>
                </a:lnTo>
                <a:lnTo>
                  <a:pt x="289575" y="59216"/>
                </a:lnTo>
                <a:lnTo>
                  <a:pt x="294198" y="52637"/>
                </a:lnTo>
                <a:lnTo>
                  <a:pt x="298495" y="46057"/>
                </a:lnTo>
                <a:lnTo>
                  <a:pt x="302354" y="39477"/>
                </a:lnTo>
                <a:lnTo>
                  <a:pt x="305672" y="32898"/>
                </a:lnTo>
                <a:lnTo>
                  <a:pt x="308381" y="26318"/>
                </a:lnTo>
                <a:lnTo>
                  <a:pt x="310452" y="19739"/>
                </a:lnTo>
                <a:lnTo>
                  <a:pt x="311896" y="13159"/>
                </a:lnTo>
                <a:lnTo>
                  <a:pt x="312742" y="6580"/>
                </a:lnTo>
                <a:lnTo>
                  <a:pt x="313020" y="0"/>
                </a:lnTo>
                <a:lnTo>
                  <a:pt x="362076" y="0"/>
                </a:lnTo>
                <a:lnTo>
                  <a:pt x="362076" y="0"/>
                </a:lnTo>
                <a:lnTo>
                  <a:pt x="362354" y="6580"/>
                </a:lnTo>
                <a:lnTo>
                  <a:pt x="363201" y="13159"/>
                </a:lnTo>
                <a:lnTo>
                  <a:pt x="364645" y="19739"/>
                </a:lnTo>
                <a:lnTo>
                  <a:pt x="366716" y="26318"/>
                </a:lnTo>
                <a:lnTo>
                  <a:pt x="369424" y="32898"/>
                </a:lnTo>
                <a:lnTo>
                  <a:pt x="372743" y="39477"/>
                </a:lnTo>
                <a:lnTo>
                  <a:pt x="376602" y="46057"/>
                </a:lnTo>
                <a:lnTo>
                  <a:pt x="380899" y="52637"/>
                </a:lnTo>
                <a:lnTo>
                  <a:pt x="385522" y="59216"/>
                </a:lnTo>
                <a:lnTo>
                  <a:pt x="390379" y="65796"/>
                </a:lnTo>
                <a:lnTo>
                  <a:pt x="395432" y="72375"/>
                </a:lnTo>
                <a:lnTo>
                  <a:pt x="400712" y="78955"/>
                </a:lnTo>
                <a:lnTo>
                  <a:pt x="406320" y="85535"/>
                </a:lnTo>
                <a:lnTo>
                  <a:pt x="412413" y="92114"/>
                </a:lnTo>
                <a:lnTo>
                  <a:pt x="419167" y="98694"/>
                </a:lnTo>
                <a:lnTo>
                  <a:pt x="426739" y="105273"/>
                </a:lnTo>
                <a:lnTo>
                  <a:pt x="435232" y="111853"/>
                </a:lnTo>
                <a:lnTo>
                  <a:pt x="444676" y="118432"/>
                </a:lnTo>
                <a:lnTo>
                  <a:pt x="455035" y="125012"/>
                </a:lnTo>
                <a:lnTo>
                  <a:pt x="466214" y="131592"/>
                </a:lnTo>
                <a:lnTo>
                  <a:pt x="478089" y="138171"/>
                </a:lnTo>
                <a:lnTo>
                  <a:pt x="490514" y="144751"/>
                </a:lnTo>
                <a:lnTo>
                  <a:pt x="503318" y="151330"/>
                </a:lnTo>
                <a:lnTo>
                  <a:pt x="516281" y="157910"/>
                </a:lnTo>
                <a:lnTo>
                  <a:pt x="529098" y="164489"/>
                </a:lnTo>
                <a:lnTo>
                  <a:pt x="541348" y="171069"/>
                </a:lnTo>
                <a:lnTo>
                  <a:pt x="552495" y="177649"/>
                </a:lnTo>
                <a:lnTo>
                  <a:pt x="561922" y="184228"/>
                </a:lnTo>
                <a:lnTo>
                  <a:pt x="569011" y="190808"/>
                </a:lnTo>
                <a:lnTo>
                  <a:pt x="573240" y="197387"/>
                </a:lnTo>
                <a:lnTo>
                  <a:pt x="574290" y="203967"/>
                </a:lnTo>
                <a:lnTo>
                  <a:pt x="572110" y="210546"/>
                </a:lnTo>
                <a:lnTo>
                  <a:pt x="566946" y="217126"/>
                </a:lnTo>
                <a:lnTo>
                  <a:pt x="559293" y="223706"/>
                </a:lnTo>
                <a:lnTo>
                  <a:pt x="549812" y="230285"/>
                </a:lnTo>
                <a:lnTo>
                  <a:pt x="539217" y="236865"/>
                </a:lnTo>
                <a:lnTo>
                  <a:pt x="528166" y="243444"/>
                </a:lnTo>
                <a:lnTo>
                  <a:pt x="517184" y="250024"/>
                </a:lnTo>
                <a:lnTo>
                  <a:pt x="506627" y="256604"/>
                </a:lnTo>
                <a:lnTo>
                  <a:pt x="496688" y="263183"/>
                </a:lnTo>
                <a:lnTo>
                  <a:pt x="487441" y="269763"/>
                </a:lnTo>
                <a:lnTo>
                  <a:pt x="478889" y="276342"/>
                </a:lnTo>
                <a:lnTo>
                  <a:pt x="471018" y="282922"/>
                </a:lnTo>
                <a:lnTo>
                  <a:pt x="463831" y="289501"/>
                </a:lnTo>
                <a:lnTo>
                  <a:pt x="457358" y="296081"/>
                </a:lnTo>
                <a:lnTo>
                  <a:pt x="451656" y="302661"/>
                </a:lnTo>
                <a:lnTo>
                  <a:pt x="446792" y="309240"/>
                </a:lnTo>
                <a:lnTo>
                  <a:pt x="442825" y="315820"/>
                </a:lnTo>
                <a:lnTo>
                  <a:pt x="439799" y="322399"/>
                </a:lnTo>
                <a:lnTo>
                  <a:pt x="437731" y="328979"/>
                </a:lnTo>
                <a:lnTo>
                  <a:pt x="436615" y="335558"/>
                </a:lnTo>
                <a:lnTo>
                  <a:pt x="436425" y="342138"/>
                </a:lnTo>
                <a:lnTo>
                  <a:pt x="437111" y="348718"/>
                </a:lnTo>
                <a:lnTo>
                  <a:pt x="438594" y="355297"/>
                </a:lnTo>
                <a:lnTo>
                  <a:pt x="440754" y="361877"/>
                </a:lnTo>
                <a:lnTo>
                  <a:pt x="443417" y="368456"/>
                </a:lnTo>
                <a:lnTo>
                  <a:pt x="446352" y="375036"/>
                </a:lnTo>
                <a:lnTo>
                  <a:pt x="449280" y="381616"/>
                </a:lnTo>
                <a:lnTo>
                  <a:pt x="451904" y="388195"/>
                </a:lnTo>
                <a:lnTo>
                  <a:pt x="453951" y="394775"/>
                </a:lnTo>
                <a:lnTo>
                  <a:pt x="455220" y="401354"/>
                </a:lnTo>
                <a:lnTo>
                  <a:pt x="455632" y="407934"/>
                </a:lnTo>
                <a:lnTo>
                  <a:pt x="455256" y="414513"/>
                </a:lnTo>
                <a:lnTo>
                  <a:pt x="454298" y="421093"/>
                </a:lnTo>
                <a:lnTo>
                  <a:pt x="453075" y="427673"/>
                </a:lnTo>
                <a:lnTo>
                  <a:pt x="451944" y="434252"/>
                </a:lnTo>
                <a:lnTo>
                  <a:pt x="451230" y="440832"/>
                </a:lnTo>
                <a:lnTo>
                  <a:pt x="451154" y="447411"/>
                </a:lnTo>
                <a:lnTo>
                  <a:pt x="451778" y="453991"/>
                </a:lnTo>
                <a:lnTo>
                  <a:pt x="452992" y="460570"/>
                </a:lnTo>
                <a:lnTo>
                  <a:pt x="454537" y="467150"/>
                </a:lnTo>
                <a:lnTo>
                  <a:pt x="456060" y="473730"/>
                </a:lnTo>
                <a:lnTo>
                  <a:pt x="457196" y="480309"/>
                </a:lnTo>
                <a:lnTo>
                  <a:pt x="457647" y="486889"/>
                </a:lnTo>
                <a:lnTo>
                  <a:pt x="457242" y="493468"/>
                </a:lnTo>
                <a:lnTo>
                  <a:pt x="455971" y="500048"/>
                </a:lnTo>
                <a:lnTo>
                  <a:pt x="453973" y="506627"/>
                </a:lnTo>
                <a:lnTo>
                  <a:pt x="451496" y="513207"/>
                </a:lnTo>
                <a:lnTo>
                  <a:pt x="448825" y="519787"/>
                </a:lnTo>
                <a:lnTo>
                  <a:pt x="446220" y="526366"/>
                </a:lnTo>
                <a:lnTo>
                  <a:pt x="443861" y="532946"/>
                </a:lnTo>
                <a:lnTo>
                  <a:pt x="441823" y="539525"/>
                </a:lnTo>
                <a:lnTo>
                  <a:pt x="440083" y="546105"/>
                </a:lnTo>
                <a:lnTo>
                  <a:pt x="438548" y="552685"/>
                </a:lnTo>
                <a:lnTo>
                  <a:pt x="437099" y="559264"/>
                </a:lnTo>
                <a:lnTo>
                  <a:pt x="435631" y="565844"/>
                </a:lnTo>
                <a:lnTo>
                  <a:pt x="434081" y="572423"/>
                </a:lnTo>
                <a:lnTo>
                  <a:pt x="432444" y="579003"/>
                </a:lnTo>
                <a:lnTo>
                  <a:pt x="430760" y="585582"/>
                </a:lnTo>
                <a:lnTo>
                  <a:pt x="429106" y="592162"/>
                </a:lnTo>
                <a:lnTo>
                  <a:pt x="427565" y="598742"/>
                </a:lnTo>
                <a:lnTo>
                  <a:pt x="426202" y="605321"/>
                </a:lnTo>
                <a:lnTo>
                  <a:pt x="425049" y="611901"/>
                </a:lnTo>
                <a:lnTo>
                  <a:pt x="424088" y="618480"/>
                </a:lnTo>
                <a:lnTo>
                  <a:pt x="423253" y="625060"/>
                </a:lnTo>
                <a:lnTo>
                  <a:pt x="422437" y="631639"/>
                </a:lnTo>
                <a:lnTo>
                  <a:pt x="421512" y="638219"/>
                </a:lnTo>
                <a:lnTo>
                  <a:pt x="420356" y="644799"/>
                </a:lnTo>
                <a:lnTo>
                  <a:pt x="418875" y="651378"/>
                </a:lnTo>
                <a:lnTo>
                  <a:pt x="417029" y="657958"/>
                </a:lnTo>
                <a:lnTo>
                  <a:pt x="414832" y="664537"/>
                </a:lnTo>
                <a:lnTo>
                  <a:pt x="412359" y="671117"/>
                </a:lnTo>
                <a:lnTo>
                  <a:pt x="409720" y="677697"/>
                </a:lnTo>
                <a:lnTo>
                  <a:pt x="407050" y="684276"/>
                </a:lnTo>
                <a:lnTo>
                  <a:pt x="404483" y="690856"/>
                </a:lnTo>
                <a:lnTo>
                  <a:pt x="402138" y="697435"/>
                </a:lnTo>
                <a:lnTo>
                  <a:pt x="400119" y="704015"/>
                </a:lnTo>
                <a:lnTo>
                  <a:pt x="398507" y="710594"/>
                </a:lnTo>
                <a:lnTo>
                  <a:pt x="397370" y="717174"/>
                </a:lnTo>
                <a:lnTo>
                  <a:pt x="396765" y="723754"/>
                </a:lnTo>
                <a:lnTo>
                  <a:pt x="396737" y="730333"/>
                </a:lnTo>
                <a:lnTo>
                  <a:pt x="397334" y="736913"/>
                </a:lnTo>
                <a:lnTo>
                  <a:pt x="398614" y="743492"/>
                </a:lnTo>
                <a:lnTo>
                  <a:pt x="400684" y="750072"/>
                </a:lnTo>
                <a:lnTo>
                  <a:pt x="403741" y="756651"/>
                </a:lnTo>
                <a:lnTo>
                  <a:pt x="408133" y="763231"/>
                </a:lnTo>
                <a:lnTo>
                  <a:pt x="414393" y="769811"/>
                </a:lnTo>
                <a:lnTo>
                  <a:pt x="423246" y="776390"/>
                </a:lnTo>
                <a:lnTo>
                  <a:pt x="435541" y="782970"/>
                </a:lnTo>
                <a:lnTo>
                  <a:pt x="452103" y="789549"/>
                </a:lnTo>
                <a:lnTo>
                  <a:pt x="473512" y="796129"/>
                </a:lnTo>
                <a:lnTo>
                  <a:pt x="499838" y="802708"/>
                </a:lnTo>
                <a:lnTo>
                  <a:pt x="530410" y="809288"/>
                </a:lnTo>
                <a:lnTo>
                  <a:pt x="563677" y="815868"/>
                </a:lnTo>
                <a:lnTo>
                  <a:pt x="597245" y="822447"/>
                </a:lnTo>
                <a:lnTo>
                  <a:pt x="628118" y="829027"/>
                </a:lnTo>
                <a:lnTo>
                  <a:pt x="653119" y="835606"/>
                </a:lnTo>
                <a:lnTo>
                  <a:pt x="669428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193" name="F2_precision_recall_distributions_3007">
            <a:extLst>
              <a:ext uri="{FF2B5EF4-FFF2-40B4-BE49-F238E27FC236}">
                <a16:creationId xmlns:a16="http://schemas.microsoft.com/office/drawing/2014/main" id="{B1C1546C-D301-40A6-ACD8-8DBB0C1CF224}"/>
              </a:ext>
            </a:extLst>
          </p:cNvPr>
          <p:cNvSpPr>
            <a:spLocks noGrp="1"/>
          </p:cNvSpPr>
          <p:nvPr/>
        </p:nvSpPr>
        <p:spPr>
          <a:xfrm>
            <a:off x="3104667" y="17630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" name="F2_precision_recall_distributions_3008">
            <a:extLst>
              <a:ext uri="{FF2B5EF4-FFF2-40B4-BE49-F238E27FC236}">
                <a16:creationId xmlns:a16="http://schemas.microsoft.com/office/drawing/2014/main" id="{CD52F47A-4595-430E-BF50-BD75A370D28E}"/>
              </a:ext>
            </a:extLst>
          </p:cNvPr>
          <p:cNvSpPr>
            <a:spLocks noGrp="1"/>
          </p:cNvSpPr>
          <p:nvPr/>
        </p:nvSpPr>
        <p:spPr>
          <a:xfrm>
            <a:off x="2855366" y="16205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" name="F2_precision_recall_distributions_3009">
            <a:extLst>
              <a:ext uri="{FF2B5EF4-FFF2-40B4-BE49-F238E27FC236}">
                <a16:creationId xmlns:a16="http://schemas.microsoft.com/office/drawing/2014/main" id="{86A03ED1-E0CB-4213-901B-3FD9233BBEE0}"/>
              </a:ext>
            </a:extLst>
          </p:cNvPr>
          <p:cNvSpPr>
            <a:spLocks noGrp="1"/>
          </p:cNvSpPr>
          <p:nvPr/>
        </p:nvSpPr>
        <p:spPr>
          <a:xfrm>
            <a:off x="2912963" y="17866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" name="F2_precision_recall_distributions_3010">
            <a:extLst>
              <a:ext uri="{FF2B5EF4-FFF2-40B4-BE49-F238E27FC236}">
                <a16:creationId xmlns:a16="http://schemas.microsoft.com/office/drawing/2014/main" id="{BE0940AB-C5B3-49B4-92E5-FA6E5CED8705}"/>
              </a:ext>
            </a:extLst>
          </p:cNvPr>
          <p:cNvSpPr>
            <a:spLocks noGrp="1"/>
          </p:cNvSpPr>
          <p:nvPr/>
        </p:nvSpPr>
        <p:spPr>
          <a:xfrm>
            <a:off x="2819256" y="22846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" name="F2_precision_recall_distributions_3011">
            <a:extLst>
              <a:ext uri="{FF2B5EF4-FFF2-40B4-BE49-F238E27FC236}">
                <a16:creationId xmlns:a16="http://schemas.microsoft.com/office/drawing/2014/main" id="{4AABA8E2-DE29-4249-AB95-6850B07FE2F1}"/>
              </a:ext>
            </a:extLst>
          </p:cNvPr>
          <p:cNvSpPr>
            <a:spLocks noGrp="1"/>
          </p:cNvSpPr>
          <p:nvPr/>
        </p:nvSpPr>
        <p:spPr>
          <a:xfrm>
            <a:off x="3127900" y="185145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" name="F2_precision_recall_distributions_3012">
            <a:extLst>
              <a:ext uri="{FF2B5EF4-FFF2-40B4-BE49-F238E27FC236}">
                <a16:creationId xmlns:a16="http://schemas.microsoft.com/office/drawing/2014/main" id="{54550C1F-F4DD-486A-BA01-DB34CCD2843B}"/>
              </a:ext>
            </a:extLst>
          </p:cNvPr>
          <p:cNvSpPr>
            <a:spLocks noGrp="1"/>
          </p:cNvSpPr>
          <p:nvPr/>
        </p:nvSpPr>
        <p:spPr>
          <a:xfrm>
            <a:off x="2869044" y="1976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" name="F2_precision_recall_distributions_3013">
            <a:extLst>
              <a:ext uri="{FF2B5EF4-FFF2-40B4-BE49-F238E27FC236}">
                <a16:creationId xmlns:a16="http://schemas.microsoft.com/office/drawing/2014/main" id="{9B149900-130E-4A22-AFDA-ACDA546D5641}"/>
              </a:ext>
            </a:extLst>
          </p:cNvPr>
          <p:cNvSpPr>
            <a:spLocks noGrp="1"/>
          </p:cNvSpPr>
          <p:nvPr/>
        </p:nvSpPr>
        <p:spPr>
          <a:xfrm>
            <a:off x="3086464" y="16953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" name="F2_precision_recall_distributions_3014">
            <a:extLst>
              <a:ext uri="{FF2B5EF4-FFF2-40B4-BE49-F238E27FC236}">
                <a16:creationId xmlns:a16="http://schemas.microsoft.com/office/drawing/2014/main" id="{F1BC1A84-EF3B-42B3-9B38-310A09F78E17}"/>
              </a:ext>
            </a:extLst>
          </p:cNvPr>
          <p:cNvSpPr>
            <a:spLocks noGrp="1"/>
          </p:cNvSpPr>
          <p:nvPr/>
        </p:nvSpPr>
        <p:spPr>
          <a:xfrm>
            <a:off x="2999390" y="17291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" name="F2_precision_recall_distributions_3015">
            <a:extLst>
              <a:ext uri="{FF2B5EF4-FFF2-40B4-BE49-F238E27FC236}">
                <a16:creationId xmlns:a16="http://schemas.microsoft.com/office/drawing/2014/main" id="{B1BE5126-5C05-439D-9D88-74315430FFF5}"/>
              </a:ext>
            </a:extLst>
          </p:cNvPr>
          <p:cNvSpPr>
            <a:spLocks noGrp="1"/>
          </p:cNvSpPr>
          <p:nvPr/>
        </p:nvSpPr>
        <p:spPr>
          <a:xfrm>
            <a:off x="3113468" y="16836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" name="F2_precision_recall_distributions_3016">
            <a:extLst>
              <a:ext uri="{FF2B5EF4-FFF2-40B4-BE49-F238E27FC236}">
                <a16:creationId xmlns:a16="http://schemas.microsoft.com/office/drawing/2014/main" id="{600CFA31-C804-403A-852F-3874E4606089}"/>
              </a:ext>
            </a:extLst>
          </p:cNvPr>
          <p:cNvSpPr>
            <a:spLocks noGrp="1"/>
          </p:cNvSpPr>
          <p:nvPr/>
        </p:nvSpPr>
        <p:spPr>
          <a:xfrm>
            <a:off x="2833609" y="16692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" name="F2_precision_recall_distributions_3017">
            <a:extLst>
              <a:ext uri="{FF2B5EF4-FFF2-40B4-BE49-F238E27FC236}">
                <a16:creationId xmlns:a16="http://schemas.microsoft.com/office/drawing/2014/main" id="{AE5E59FA-15AF-4146-B0AA-C42DE786D4A5}"/>
              </a:ext>
            </a:extLst>
          </p:cNvPr>
          <p:cNvSpPr>
            <a:spLocks noGrp="1"/>
          </p:cNvSpPr>
          <p:nvPr/>
        </p:nvSpPr>
        <p:spPr>
          <a:xfrm>
            <a:off x="3056489" y="20394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" name="F2_precision_recall_distributions_3018">
            <a:extLst>
              <a:ext uri="{FF2B5EF4-FFF2-40B4-BE49-F238E27FC236}">
                <a16:creationId xmlns:a16="http://schemas.microsoft.com/office/drawing/2014/main" id="{968DD568-B90E-446B-8DDD-D90F22B3DFBF}"/>
              </a:ext>
            </a:extLst>
          </p:cNvPr>
          <p:cNvSpPr>
            <a:spLocks noGrp="1"/>
          </p:cNvSpPr>
          <p:nvPr/>
        </p:nvSpPr>
        <p:spPr>
          <a:xfrm>
            <a:off x="3148833" y="19950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" name="F2_precision_recall_distributions_3019">
            <a:extLst>
              <a:ext uri="{FF2B5EF4-FFF2-40B4-BE49-F238E27FC236}">
                <a16:creationId xmlns:a16="http://schemas.microsoft.com/office/drawing/2014/main" id="{42D95709-D599-468B-9204-BBB459AA8F8E}"/>
              </a:ext>
            </a:extLst>
          </p:cNvPr>
          <p:cNvSpPr>
            <a:spLocks noGrp="1"/>
          </p:cNvSpPr>
          <p:nvPr/>
        </p:nvSpPr>
        <p:spPr>
          <a:xfrm>
            <a:off x="3144727" y="20389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" name="F2_precision_recall_distributions_3020">
            <a:extLst>
              <a:ext uri="{FF2B5EF4-FFF2-40B4-BE49-F238E27FC236}">
                <a16:creationId xmlns:a16="http://schemas.microsoft.com/office/drawing/2014/main" id="{0E20100D-B74C-4ABE-8B3C-56AE53807BD5}"/>
              </a:ext>
            </a:extLst>
          </p:cNvPr>
          <p:cNvSpPr>
            <a:spLocks noGrp="1"/>
          </p:cNvSpPr>
          <p:nvPr/>
        </p:nvSpPr>
        <p:spPr>
          <a:xfrm>
            <a:off x="2879919" y="15842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" name="F2_precision_recall_distributions_3021">
            <a:extLst>
              <a:ext uri="{FF2B5EF4-FFF2-40B4-BE49-F238E27FC236}">
                <a16:creationId xmlns:a16="http://schemas.microsoft.com/office/drawing/2014/main" id="{F5EDDC97-8404-482E-8C1D-7E0CBA2B30DA}"/>
              </a:ext>
            </a:extLst>
          </p:cNvPr>
          <p:cNvSpPr>
            <a:spLocks noGrp="1"/>
          </p:cNvSpPr>
          <p:nvPr/>
        </p:nvSpPr>
        <p:spPr>
          <a:xfrm>
            <a:off x="3176533" y="17100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" name="F2_precision_recall_distributions_3022">
            <a:extLst>
              <a:ext uri="{FF2B5EF4-FFF2-40B4-BE49-F238E27FC236}">
                <a16:creationId xmlns:a16="http://schemas.microsoft.com/office/drawing/2014/main" id="{0A22CEBE-7DD4-4939-B7B7-224C40E113B1}"/>
              </a:ext>
            </a:extLst>
          </p:cNvPr>
          <p:cNvSpPr>
            <a:spLocks noGrp="1"/>
          </p:cNvSpPr>
          <p:nvPr/>
        </p:nvSpPr>
        <p:spPr>
          <a:xfrm>
            <a:off x="2964436" y="17024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" name="F2_precision_recall_distributions_3023">
            <a:extLst>
              <a:ext uri="{FF2B5EF4-FFF2-40B4-BE49-F238E27FC236}">
                <a16:creationId xmlns:a16="http://schemas.microsoft.com/office/drawing/2014/main" id="{6B06B653-39EB-42FB-83DE-F2F61AEB4FF8}"/>
              </a:ext>
            </a:extLst>
          </p:cNvPr>
          <p:cNvSpPr>
            <a:spLocks noGrp="1"/>
          </p:cNvSpPr>
          <p:nvPr/>
        </p:nvSpPr>
        <p:spPr>
          <a:xfrm>
            <a:off x="2926404" y="17101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" name="F2_precision_recall_distributions_3024">
            <a:extLst>
              <a:ext uri="{FF2B5EF4-FFF2-40B4-BE49-F238E27FC236}">
                <a16:creationId xmlns:a16="http://schemas.microsoft.com/office/drawing/2014/main" id="{C933EE1D-1CBB-4C68-A9DC-815D0A128799}"/>
              </a:ext>
            </a:extLst>
          </p:cNvPr>
          <p:cNvSpPr>
            <a:spLocks noGrp="1"/>
          </p:cNvSpPr>
          <p:nvPr/>
        </p:nvSpPr>
        <p:spPr>
          <a:xfrm>
            <a:off x="3027674" y="20400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" name="F2_precision_recall_distributions_3025">
            <a:extLst>
              <a:ext uri="{FF2B5EF4-FFF2-40B4-BE49-F238E27FC236}">
                <a16:creationId xmlns:a16="http://schemas.microsoft.com/office/drawing/2014/main" id="{6CA8BC1B-C1E3-4E88-8BE7-8C161999BCD3}"/>
              </a:ext>
            </a:extLst>
          </p:cNvPr>
          <p:cNvSpPr>
            <a:spLocks noGrp="1"/>
          </p:cNvSpPr>
          <p:nvPr/>
        </p:nvSpPr>
        <p:spPr>
          <a:xfrm>
            <a:off x="3138330" y="20029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" name="F2_precision_recall_distributions_3026">
            <a:extLst>
              <a:ext uri="{FF2B5EF4-FFF2-40B4-BE49-F238E27FC236}">
                <a16:creationId xmlns:a16="http://schemas.microsoft.com/office/drawing/2014/main" id="{5DB6205C-DAFF-49A2-88E3-ED0202DCA649}"/>
              </a:ext>
            </a:extLst>
          </p:cNvPr>
          <p:cNvSpPr>
            <a:spLocks noGrp="1"/>
          </p:cNvSpPr>
          <p:nvPr/>
        </p:nvSpPr>
        <p:spPr>
          <a:xfrm>
            <a:off x="3022183" y="17939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" name="F2_precision_recall_distributions_3027">
            <a:extLst>
              <a:ext uri="{FF2B5EF4-FFF2-40B4-BE49-F238E27FC236}">
                <a16:creationId xmlns:a16="http://schemas.microsoft.com/office/drawing/2014/main" id="{B2E4B961-536F-4777-A047-1FBDE30AC613}"/>
              </a:ext>
            </a:extLst>
          </p:cNvPr>
          <p:cNvSpPr>
            <a:spLocks noGrp="1"/>
          </p:cNvSpPr>
          <p:nvPr/>
        </p:nvSpPr>
        <p:spPr>
          <a:xfrm>
            <a:off x="2833820" y="17716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" name="F2_precision_recall_distributions_3028">
            <a:extLst>
              <a:ext uri="{FF2B5EF4-FFF2-40B4-BE49-F238E27FC236}">
                <a16:creationId xmlns:a16="http://schemas.microsoft.com/office/drawing/2014/main" id="{CAAE1307-8881-49C3-8E92-B18E8246D740}"/>
              </a:ext>
            </a:extLst>
          </p:cNvPr>
          <p:cNvSpPr>
            <a:spLocks noGrp="1"/>
          </p:cNvSpPr>
          <p:nvPr/>
        </p:nvSpPr>
        <p:spPr>
          <a:xfrm>
            <a:off x="2981887" y="20526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" name="F2_precision_recall_distributions_3029">
            <a:extLst>
              <a:ext uri="{FF2B5EF4-FFF2-40B4-BE49-F238E27FC236}">
                <a16:creationId xmlns:a16="http://schemas.microsoft.com/office/drawing/2014/main" id="{30E3FF51-1125-4E47-9E51-5A176CE2BF6E}"/>
              </a:ext>
            </a:extLst>
          </p:cNvPr>
          <p:cNvSpPr>
            <a:spLocks noGrp="1"/>
          </p:cNvSpPr>
          <p:nvPr/>
        </p:nvSpPr>
        <p:spPr>
          <a:xfrm>
            <a:off x="3085145" y="17691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" name="F2_precision_recall_distributions_3030">
            <a:extLst>
              <a:ext uri="{FF2B5EF4-FFF2-40B4-BE49-F238E27FC236}">
                <a16:creationId xmlns:a16="http://schemas.microsoft.com/office/drawing/2014/main" id="{E6B25D29-B0AE-496F-8674-BDC05533242D}"/>
              </a:ext>
            </a:extLst>
          </p:cNvPr>
          <p:cNvSpPr>
            <a:spLocks noGrp="1"/>
          </p:cNvSpPr>
          <p:nvPr/>
        </p:nvSpPr>
        <p:spPr>
          <a:xfrm>
            <a:off x="2901457" y="16833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" name="F2_precision_recall_distributions_3031">
            <a:extLst>
              <a:ext uri="{FF2B5EF4-FFF2-40B4-BE49-F238E27FC236}">
                <a16:creationId xmlns:a16="http://schemas.microsoft.com/office/drawing/2014/main" id="{1ECC6BDA-9BB8-4563-9A26-F621A447B029}"/>
              </a:ext>
            </a:extLst>
          </p:cNvPr>
          <p:cNvSpPr>
            <a:spLocks noGrp="1"/>
          </p:cNvSpPr>
          <p:nvPr/>
        </p:nvSpPr>
        <p:spPr>
          <a:xfrm>
            <a:off x="3006911" y="2259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" name="F2_precision_recall_distributions_3032">
            <a:extLst>
              <a:ext uri="{FF2B5EF4-FFF2-40B4-BE49-F238E27FC236}">
                <a16:creationId xmlns:a16="http://schemas.microsoft.com/office/drawing/2014/main" id="{8C392785-B013-4755-84A7-571A83064E2F}"/>
              </a:ext>
            </a:extLst>
          </p:cNvPr>
          <p:cNvSpPr>
            <a:spLocks noGrp="1"/>
          </p:cNvSpPr>
          <p:nvPr/>
        </p:nvSpPr>
        <p:spPr>
          <a:xfrm>
            <a:off x="307141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" name="F2_precision_recall_distributions_3033">
            <a:extLst>
              <a:ext uri="{FF2B5EF4-FFF2-40B4-BE49-F238E27FC236}">
                <a16:creationId xmlns:a16="http://schemas.microsoft.com/office/drawing/2014/main" id="{00C86C72-AF1D-4CCD-9AF6-B34FC7F1439D}"/>
              </a:ext>
            </a:extLst>
          </p:cNvPr>
          <p:cNvSpPr>
            <a:spLocks noGrp="1"/>
          </p:cNvSpPr>
          <p:nvPr/>
        </p:nvSpPr>
        <p:spPr>
          <a:xfrm>
            <a:off x="3078296" y="209201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" name="F2_precision_recall_distributions_3034">
            <a:extLst>
              <a:ext uri="{FF2B5EF4-FFF2-40B4-BE49-F238E27FC236}">
                <a16:creationId xmlns:a16="http://schemas.microsoft.com/office/drawing/2014/main" id="{44DB4746-98AE-4034-B73B-515800059B2F}"/>
              </a:ext>
            </a:extLst>
          </p:cNvPr>
          <p:cNvSpPr>
            <a:spLocks noGrp="1"/>
          </p:cNvSpPr>
          <p:nvPr/>
        </p:nvSpPr>
        <p:spPr>
          <a:xfrm>
            <a:off x="2993778" y="18859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" name="F2_precision_recall_distributions_3035">
            <a:extLst>
              <a:ext uri="{FF2B5EF4-FFF2-40B4-BE49-F238E27FC236}">
                <a16:creationId xmlns:a16="http://schemas.microsoft.com/office/drawing/2014/main" id="{D3A773D7-F9C3-485F-BDAA-D94C69801612}"/>
              </a:ext>
            </a:extLst>
          </p:cNvPr>
          <p:cNvSpPr>
            <a:spLocks noGrp="1"/>
          </p:cNvSpPr>
          <p:nvPr/>
        </p:nvSpPr>
        <p:spPr>
          <a:xfrm>
            <a:off x="3057320" y="16706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" name="F2_precision_recall_distributions_3036">
            <a:extLst>
              <a:ext uri="{FF2B5EF4-FFF2-40B4-BE49-F238E27FC236}">
                <a16:creationId xmlns:a16="http://schemas.microsoft.com/office/drawing/2014/main" id="{E57950A8-54DE-4B70-8DA3-9432454ADC9C}"/>
              </a:ext>
            </a:extLst>
          </p:cNvPr>
          <p:cNvSpPr>
            <a:spLocks noGrp="1"/>
          </p:cNvSpPr>
          <p:nvPr/>
        </p:nvSpPr>
        <p:spPr>
          <a:xfrm>
            <a:off x="3070741" y="16679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3" name="F2_precision_recall_distributions_3037">
            <a:extLst>
              <a:ext uri="{FF2B5EF4-FFF2-40B4-BE49-F238E27FC236}">
                <a16:creationId xmlns:a16="http://schemas.microsoft.com/office/drawing/2014/main" id="{821E6F3A-9B03-4595-9DE1-4F50BD5579A6}"/>
              </a:ext>
            </a:extLst>
          </p:cNvPr>
          <p:cNvSpPr>
            <a:spLocks noGrp="1"/>
          </p:cNvSpPr>
          <p:nvPr/>
        </p:nvSpPr>
        <p:spPr>
          <a:xfrm>
            <a:off x="282016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" name="F2_precision_recall_distributions_3038">
            <a:extLst>
              <a:ext uri="{FF2B5EF4-FFF2-40B4-BE49-F238E27FC236}">
                <a16:creationId xmlns:a16="http://schemas.microsoft.com/office/drawing/2014/main" id="{3DD812C9-1275-41E3-8C11-0690495AA56B}"/>
              </a:ext>
            </a:extLst>
          </p:cNvPr>
          <p:cNvSpPr>
            <a:spLocks noGrp="1"/>
          </p:cNvSpPr>
          <p:nvPr/>
        </p:nvSpPr>
        <p:spPr>
          <a:xfrm>
            <a:off x="2984356" y="18856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" name="F2_precision_recall_distributions_3039">
            <a:extLst>
              <a:ext uri="{FF2B5EF4-FFF2-40B4-BE49-F238E27FC236}">
                <a16:creationId xmlns:a16="http://schemas.microsoft.com/office/drawing/2014/main" id="{C3FF21B8-FEE9-401A-978F-FC374E32BFD3}"/>
              </a:ext>
            </a:extLst>
          </p:cNvPr>
          <p:cNvSpPr>
            <a:spLocks noGrp="1"/>
          </p:cNvSpPr>
          <p:nvPr/>
        </p:nvSpPr>
        <p:spPr>
          <a:xfrm>
            <a:off x="314789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" name="F2_precision_recall_distributions_3040">
            <a:extLst>
              <a:ext uri="{FF2B5EF4-FFF2-40B4-BE49-F238E27FC236}">
                <a16:creationId xmlns:a16="http://schemas.microsoft.com/office/drawing/2014/main" id="{54065B28-D75F-4503-90C7-8B7642D6F488}"/>
              </a:ext>
            </a:extLst>
          </p:cNvPr>
          <p:cNvSpPr>
            <a:spLocks noGrp="1"/>
          </p:cNvSpPr>
          <p:nvPr/>
        </p:nvSpPr>
        <p:spPr>
          <a:xfrm>
            <a:off x="2925812" y="20919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" name="F2_precision_recall_distributions_3041">
            <a:extLst>
              <a:ext uri="{FF2B5EF4-FFF2-40B4-BE49-F238E27FC236}">
                <a16:creationId xmlns:a16="http://schemas.microsoft.com/office/drawing/2014/main" id="{DBD836A2-C6B2-4EC1-A130-6E77502FCEE1}"/>
              </a:ext>
            </a:extLst>
          </p:cNvPr>
          <p:cNvSpPr>
            <a:spLocks noGrp="1"/>
          </p:cNvSpPr>
          <p:nvPr/>
        </p:nvSpPr>
        <p:spPr>
          <a:xfrm>
            <a:off x="3030008" y="18104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" name="F2_precision_recall_distributions_3042">
            <a:extLst>
              <a:ext uri="{FF2B5EF4-FFF2-40B4-BE49-F238E27FC236}">
                <a16:creationId xmlns:a16="http://schemas.microsoft.com/office/drawing/2014/main" id="{F3AE98EC-C18B-48EC-8D29-7C6535C7A1DF}"/>
              </a:ext>
            </a:extLst>
          </p:cNvPr>
          <p:cNvSpPr>
            <a:spLocks noGrp="1"/>
          </p:cNvSpPr>
          <p:nvPr/>
        </p:nvSpPr>
        <p:spPr>
          <a:xfrm>
            <a:off x="310575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" name="F2_precision_recall_distributions_3043">
            <a:extLst>
              <a:ext uri="{FF2B5EF4-FFF2-40B4-BE49-F238E27FC236}">
                <a16:creationId xmlns:a16="http://schemas.microsoft.com/office/drawing/2014/main" id="{DAF5A77E-21FE-4E9C-AE86-B393E6078084}"/>
              </a:ext>
            </a:extLst>
          </p:cNvPr>
          <p:cNvSpPr>
            <a:spLocks noGrp="1"/>
          </p:cNvSpPr>
          <p:nvPr/>
        </p:nvSpPr>
        <p:spPr>
          <a:xfrm>
            <a:off x="2932235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" name="F2_precision_recall_distributions_3044">
            <a:extLst>
              <a:ext uri="{FF2B5EF4-FFF2-40B4-BE49-F238E27FC236}">
                <a16:creationId xmlns:a16="http://schemas.microsoft.com/office/drawing/2014/main" id="{1DEE8280-B22F-4E45-ACFA-781F49D4A71A}"/>
              </a:ext>
            </a:extLst>
          </p:cNvPr>
          <p:cNvSpPr>
            <a:spLocks noGrp="1"/>
          </p:cNvSpPr>
          <p:nvPr/>
        </p:nvSpPr>
        <p:spPr>
          <a:xfrm>
            <a:off x="3130320" y="20472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" name="F2_precision_recall_distributions_3045">
            <a:extLst>
              <a:ext uri="{FF2B5EF4-FFF2-40B4-BE49-F238E27FC236}">
                <a16:creationId xmlns:a16="http://schemas.microsoft.com/office/drawing/2014/main" id="{E826E501-5E07-46CA-996C-08DBB1CB4F45}"/>
              </a:ext>
            </a:extLst>
          </p:cNvPr>
          <p:cNvSpPr>
            <a:spLocks noGrp="1"/>
          </p:cNvSpPr>
          <p:nvPr/>
        </p:nvSpPr>
        <p:spPr>
          <a:xfrm>
            <a:off x="2826642" y="16232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" name="F2_precision_recall_distributions_3046">
            <a:extLst>
              <a:ext uri="{FF2B5EF4-FFF2-40B4-BE49-F238E27FC236}">
                <a16:creationId xmlns:a16="http://schemas.microsoft.com/office/drawing/2014/main" id="{89309750-A955-43AF-BEC1-F92EA964E82D}"/>
              </a:ext>
            </a:extLst>
          </p:cNvPr>
          <p:cNvSpPr>
            <a:spLocks noGrp="1"/>
          </p:cNvSpPr>
          <p:nvPr/>
        </p:nvSpPr>
        <p:spPr>
          <a:xfrm>
            <a:off x="3070862" y="16942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" name="F2_precision_recall_distributions_3047">
            <a:extLst>
              <a:ext uri="{FF2B5EF4-FFF2-40B4-BE49-F238E27FC236}">
                <a16:creationId xmlns:a16="http://schemas.microsoft.com/office/drawing/2014/main" id="{E61CC69E-7B7A-4986-91E7-D5669FEE2696}"/>
              </a:ext>
            </a:extLst>
          </p:cNvPr>
          <p:cNvSpPr>
            <a:spLocks noGrp="1"/>
          </p:cNvSpPr>
          <p:nvPr/>
        </p:nvSpPr>
        <p:spPr>
          <a:xfrm>
            <a:off x="2872939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" name="F2_precision_recall_distributions_3048">
            <a:extLst>
              <a:ext uri="{FF2B5EF4-FFF2-40B4-BE49-F238E27FC236}">
                <a16:creationId xmlns:a16="http://schemas.microsoft.com/office/drawing/2014/main" id="{21E0531C-5E71-40BB-BFEE-8000D1750CC9}"/>
              </a:ext>
            </a:extLst>
          </p:cNvPr>
          <p:cNvSpPr>
            <a:spLocks noGrp="1"/>
          </p:cNvSpPr>
          <p:nvPr/>
        </p:nvSpPr>
        <p:spPr>
          <a:xfrm>
            <a:off x="3180504" y="170249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" name="F2_precision_recall_distributions_3049">
            <a:extLst>
              <a:ext uri="{FF2B5EF4-FFF2-40B4-BE49-F238E27FC236}">
                <a16:creationId xmlns:a16="http://schemas.microsoft.com/office/drawing/2014/main" id="{DA4DF151-0AAD-4E0A-8540-E48083D3BCDC}"/>
              </a:ext>
            </a:extLst>
          </p:cNvPr>
          <p:cNvSpPr>
            <a:spLocks noGrp="1"/>
          </p:cNvSpPr>
          <p:nvPr/>
        </p:nvSpPr>
        <p:spPr>
          <a:xfrm>
            <a:off x="3043239" y="21222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" name="F2_precision_recall_distributions_3050">
            <a:extLst>
              <a:ext uri="{FF2B5EF4-FFF2-40B4-BE49-F238E27FC236}">
                <a16:creationId xmlns:a16="http://schemas.microsoft.com/office/drawing/2014/main" id="{E4A1BE05-62EB-4BCE-BB53-49BEC5DAB6C4}"/>
              </a:ext>
            </a:extLst>
          </p:cNvPr>
          <p:cNvSpPr>
            <a:spLocks noGrp="1"/>
          </p:cNvSpPr>
          <p:nvPr/>
        </p:nvSpPr>
        <p:spPr>
          <a:xfrm>
            <a:off x="2982258" y="18213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" name="F2_precision_recall_distributions_3051">
            <a:extLst>
              <a:ext uri="{FF2B5EF4-FFF2-40B4-BE49-F238E27FC236}">
                <a16:creationId xmlns:a16="http://schemas.microsoft.com/office/drawing/2014/main" id="{C89D0334-E02E-454C-8FA0-DE60F5528B9A}"/>
              </a:ext>
            </a:extLst>
          </p:cNvPr>
          <p:cNvSpPr>
            <a:spLocks noGrp="1"/>
          </p:cNvSpPr>
          <p:nvPr/>
        </p:nvSpPr>
        <p:spPr>
          <a:xfrm>
            <a:off x="2962678" y="17546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" name="F2_precision_recall_distributions_3052">
            <a:extLst>
              <a:ext uri="{FF2B5EF4-FFF2-40B4-BE49-F238E27FC236}">
                <a16:creationId xmlns:a16="http://schemas.microsoft.com/office/drawing/2014/main" id="{6B43C60A-B6F5-44AC-B8F5-ACE78F543D1B}"/>
              </a:ext>
            </a:extLst>
          </p:cNvPr>
          <p:cNvSpPr>
            <a:spLocks noGrp="1"/>
          </p:cNvSpPr>
          <p:nvPr/>
        </p:nvSpPr>
        <p:spPr>
          <a:xfrm>
            <a:off x="2843153" y="21401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" name="F2_precision_recall_distributions_3053">
            <a:extLst>
              <a:ext uri="{FF2B5EF4-FFF2-40B4-BE49-F238E27FC236}">
                <a16:creationId xmlns:a16="http://schemas.microsoft.com/office/drawing/2014/main" id="{9D8511C0-CCA1-4EB5-9E0D-E6FFB83946EE}"/>
              </a:ext>
            </a:extLst>
          </p:cNvPr>
          <p:cNvSpPr>
            <a:spLocks noGrp="1"/>
          </p:cNvSpPr>
          <p:nvPr/>
        </p:nvSpPr>
        <p:spPr>
          <a:xfrm>
            <a:off x="2960841" y="20010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" name="F2_precision_recall_distributions_3054">
            <a:extLst>
              <a:ext uri="{FF2B5EF4-FFF2-40B4-BE49-F238E27FC236}">
                <a16:creationId xmlns:a16="http://schemas.microsoft.com/office/drawing/2014/main" id="{0B626CEF-A4FC-433B-AFA0-96E9DE5B20AC}"/>
              </a:ext>
            </a:extLst>
          </p:cNvPr>
          <p:cNvSpPr>
            <a:spLocks noGrp="1"/>
          </p:cNvSpPr>
          <p:nvPr/>
        </p:nvSpPr>
        <p:spPr>
          <a:xfrm>
            <a:off x="3134758" y="23056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" name="F2_precision_recall_distributions_3055">
            <a:extLst>
              <a:ext uri="{FF2B5EF4-FFF2-40B4-BE49-F238E27FC236}">
                <a16:creationId xmlns:a16="http://schemas.microsoft.com/office/drawing/2014/main" id="{ACE79811-5E13-4149-A4B9-6AEB3E450BD0}"/>
              </a:ext>
            </a:extLst>
          </p:cNvPr>
          <p:cNvSpPr>
            <a:spLocks noGrp="1"/>
          </p:cNvSpPr>
          <p:nvPr/>
        </p:nvSpPr>
        <p:spPr>
          <a:xfrm>
            <a:off x="2911881" y="20532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" name="F2_precision_recall_distributions_3056">
            <a:extLst>
              <a:ext uri="{FF2B5EF4-FFF2-40B4-BE49-F238E27FC236}">
                <a16:creationId xmlns:a16="http://schemas.microsoft.com/office/drawing/2014/main" id="{A7958178-CCAB-4573-9761-3B5B0C6650CC}"/>
              </a:ext>
            </a:extLst>
          </p:cNvPr>
          <p:cNvSpPr>
            <a:spLocks noGrp="1"/>
          </p:cNvSpPr>
          <p:nvPr/>
        </p:nvSpPr>
        <p:spPr>
          <a:xfrm>
            <a:off x="3050980" y="16924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" name="F2_precision_recall_distributions_3057">
            <a:extLst>
              <a:ext uri="{FF2B5EF4-FFF2-40B4-BE49-F238E27FC236}">
                <a16:creationId xmlns:a16="http://schemas.microsoft.com/office/drawing/2014/main" id="{8874803A-9F0C-4907-81E6-206503D58613}"/>
              </a:ext>
            </a:extLst>
          </p:cNvPr>
          <p:cNvSpPr>
            <a:spLocks noGrp="1"/>
          </p:cNvSpPr>
          <p:nvPr/>
        </p:nvSpPr>
        <p:spPr>
          <a:xfrm>
            <a:off x="3161739" y="18385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" name="F2_precision_recall_distributions_3058">
            <a:extLst>
              <a:ext uri="{FF2B5EF4-FFF2-40B4-BE49-F238E27FC236}">
                <a16:creationId xmlns:a16="http://schemas.microsoft.com/office/drawing/2014/main" id="{D203364D-FBFC-4D4E-ADDA-EBE2EA5451C4}"/>
              </a:ext>
            </a:extLst>
          </p:cNvPr>
          <p:cNvSpPr>
            <a:spLocks noGrp="1"/>
          </p:cNvSpPr>
          <p:nvPr/>
        </p:nvSpPr>
        <p:spPr>
          <a:xfrm>
            <a:off x="288843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" name="F2_precision_recall_distributions_3059">
            <a:extLst>
              <a:ext uri="{FF2B5EF4-FFF2-40B4-BE49-F238E27FC236}">
                <a16:creationId xmlns:a16="http://schemas.microsoft.com/office/drawing/2014/main" id="{E63B87C7-1AF9-4848-AFD6-75AD26A1B364}"/>
              </a:ext>
            </a:extLst>
          </p:cNvPr>
          <p:cNvSpPr>
            <a:spLocks noGrp="1"/>
          </p:cNvSpPr>
          <p:nvPr/>
        </p:nvSpPr>
        <p:spPr>
          <a:xfrm>
            <a:off x="3100326" y="19802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" name="F2_precision_recall_distributions_3060">
            <a:extLst>
              <a:ext uri="{FF2B5EF4-FFF2-40B4-BE49-F238E27FC236}">
                <a16:creationId xmlns:a16="http://schemas.microsoft.com/office/drawing/2014/main" id="{50D62698-4274-4455-87BF-BFF3AAA58744}"/>
              </a:ext>
            </a:extLst>
          </p:cNvPr>
          <p:cNvSpPr>
            <a:spLocks noGrp="1"/>
          </p:cNvSpPr>
          <p:nvPr/>
        </p:nvSpPr>
        <p:spPr>
          <a:xfrm>
            <a:off x="3040737" y="17997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" name="F2_precision_recall_distributions_3061">
            <a:extLst>
              <a:ext uri="{FF2B5EF4-FFF2-40B4-BE49-F238E27FC236}">
                <a16:creationId xmlns:a16="http://schemas.microsoft.com/office/drawing/2014/main" id="{89730312-F27C-4F44-A262-B30F69E3940E}"/>
              </a:ext>
            </a:extLst>
          </p:cNvPr>
          <p:cNvSpPr>
            <a:spLocks noGrp="1"/>
          </p:cNvSpPr>
          <p:nvPr/>
        </p:nvSpPr>
        <p:spPr>
          <a:xfrm>
            <a:off x="3127030" y="15616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" name="F2_precision_recall_distributions_3062">
            <a:extLst>
              <a:ext uri="{FF2B5EF4-FFF2-40B4-BE49-F238E27FC236}">
                <a16:creationId xmlns:a16="http://schemas.microsoft.com/office/drawing/2014/main" id="{5EB7C2DA-7B2B-40FC-90D5-FAB4B05A02B8}"/>
              </a:ext>
            </a:extLst>
          </p:cNvPr>
          <p:cNvSpPr>
            <a:spLocks noGrp="1"/>
          </p:cNvSpPr>
          <p:nvPr/>
        </p:nvSpPr>
        <p:spPr>
          <a:xfrm>
            <a:off x="3109306" y="19809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" name="F2_precision_recall_distributions_3063">
            <a:extLst>
              <a:ext uri="{FF2B5EF4-FFF2-40B4-BE49-F238E27FC236}">
                <a16:creationId xmlns:a16="http://schemas.microsoft.com/office/drawing/2014/main" id="{72E592E2-E3B2-4A53-9C07-BEB6CE2F404D}"/>
              </a:ext>
            </a:extLst>
          </p:cNvPr>
          <p:cNvSpPr>
            <a:spLocks noGrp="1"/>
          </p:cNvSpPr>
          <p:nvPr/>
        </p:nvSpPr>
        <p:spPr>
          <a:xfrm>
            <a:off x="2872508" y="16439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" name="F2_precision_recall_distributions_3064">
            <a:extLst>
              <a:ext uri="{FF2B5EF4-FFF2-40B4-BE49-F238E27FC236}">
                <a16:creationId xmlns:a16="http://schemas.microsoft.com/office/drawing/2014/main" id="{89016861-BDE0-4729-AAD0-F2AAE6CE52FA}"/>
              </a:ext>
            </a:extLst>
          </p:cNvPr>
          <p:cNvSpPr>
            <a:spLocks noGrp="1"/>
          </p:cNvSpPr>
          <p:nvPr/>
        </p:nvSpPr>
        <p:spPr>
          <a:xfrm>
            <a:off x="3174391" y="16563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" name="F2_precision_recall_distributions_3065">
            <a:extLst>
              <a:ext uri="{FF2B5EF4-FFF2-40B4-BE49-F238E27FC236}">
                <a16:creationId xmlns:a16="http://schemas.microsoft.com/office/drawing/2014/main" id="{69D34BF0-5A60-48C1-9C54-BB25D577DB4E}"/>
              </a:ext>
            </a:extLst>
          </p:cNvPr>
          <p:cNvSpPr>
            <a:spLocks noGrp="1"/>
          </p:cNvSpPr>
          <p:nvPr/>
        </p:nvSpPr>
        <p:spPr>
          <a:xfrm>
            <a:off x="2946242" y="16362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" name="F2_precision_recall_distributions_3066">
            <a:extLst>
              <a:ext uri="{FF2B5EF4-FFF2-40B4-BE49-F238E27FC236}">
                <a16:creationId xmlns:a16="http://schemas.microsoft.com/office/drawing/2014/main" id="{29B0411C-344F-4471-992C-4F1BB0C532A1}"/>
              </a:ext>
            </a:extLst>
          </p:cNvPr>
          <p:cNvSpPr>
            <a:spLocks noGrp="1"/>
          </p:cNvSpPr>
          <p:nvPr/>
        </p:nvSpPr>
        <p:spPr>
          <a:xfrm>
            <a:off x="2905324" y="16980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" name="F2_precision_recall_distributions_3067">
            <a:extLst>
              <a:ext uri="{FF2B5EF4-FFF2-40B4-BE49-F238E27FC236}">
                <a16:creationId xmlns:a16="http://schemas.microsoft.com/office/drawing/2014/main" id="{ECC1E3BB-7BF0-4013-BC27-23444E3AA280}"/>
              </a:ext>
            </a:extLst>
          </p:cNvPr>
          <p:cNvSpPr>
            <a:spLocks noGrp="1"/>
          </p:cNvSpPr>
          <p:nvPr/>
        </p:nvSpPr>
        <p:spPr>
          <a:xfrm>
            <a:off x="3062309" y="1968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" name="F2_precision_recall_distributions_3068">
            <a:extLst>
              <a:ext uri="{FF2B5EF4-FFF2-40B4-BE49-F238E27FC236}">
                <a16:creationId xmlns:a16="http://schemas.microsoft.com/office/drawing/2014/main" id="{F45F379E-FF2D-47C2-9F6A-8C78C6EB1F41}"/>
              </a:ext>
            </a:extLst>
          </p:cNvPr>
          <p:cNvSpPr>
            <a:spLocks noGrp="1"/>
          </p:cNvSpPr>
          <p:nvPr/>
        </p:nvSpPr>
        <p:spPr>
          <a:xfrm>
            <a:off x="2860841" y="15389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" name="F2_precision_recall_distributions_3069">
            <a:extLst>
              <a:ext uri="{FF2B5EF4-FFF2-40B4-BE49-F238E27FC236}">
                <a16:creationId xmlns:a16="http://schemas.microsoft.com/office/drawing/2014/main" id="{EE872022-E352-4EAE-9CF2-6CAEAA90FA90}"/>
              </a:ext>
            </a:extLst>
          </p:cNvPr>
          <p:cNvSpPr>
            <a:spLocks noGrp="1"/>
          </p:cNvSpPr>
          <p:nvPr/>
        </p:nvSpPr>
        <p:spPr>
          <a:xfrm>
            <a:off x="3180678" y="18642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" name="F2_precision_recall_distributions_3070">
            <a:extLst>
              <a:ext uri="{FF2B5EF4-FFF2-40B4-BE49-F238E27FC236}">
                <a16:creationId xmlns:a16="http://schemas.microsoft.com/office/drawing/2014/main" id="{0D954D2D-898E-4C0F-AC6D-512C47B5C352}"/>
              </a:ext>
            </a:extLst>
          </p:cNvPr>
          <p:cNvSpPr>
            <a:spLocks noGrp="1"/>
          </p:cNvSpPr>
          <p:nvPr/>
        </p:nvSpPr>
        <p:spPr>
          <a:xfrm>
            <a:off x="2843090" y="19050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" name="F2_precision_recall_distributions_3071">
            <a:extLst>
              <a:ext uri="{FF2B5EF4-FFF2-40B4-BE49-F238E27FC236}">
                <a16:creationId xmlns:a16="http://schemas.microsoft.com/office/drawing/2014/main" id="{D9011D9E-6980-431D-8F4D-B2E1BC90A774}"/>
              </a:ext>
            </a:extLst>
          </p:cNvPr>
          <p:cNvSpPr>
            <a:spLocks noGrp="1"/>
          </p:cNvSpPr>
          <p:nvPr/>
        </p:nvSpPr>
        <p:spPr>
          <a:xfrm>
            <a:off x="3030863" y="19831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" name="F2_precision_recall_distributions_3072">
            <a:extLst>
              <a:ext uri="{FF2B5EF4-FFF2-40B4-BE49-F238E27FC236}">
                <a16:creationId xmlns:a16="http://schemas.microsoft.com/office/drawing/2014/main" id="{C2DDE9C6-7ECD-49CF-8A5A-1ECD11938A43}"/>
              </a:ext>
            </a:extLst>
          </p:cNvPr>
          <p:cNvSpPr>
            <a:spLocks noGrp="1"/>
          </p:cNvSpPr>
          <p:nvPr/>
        </p:nvSpPr>
        <p:spPr>
          <a:xfrm>
            <a:off x="3106353" y="20722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" name="F2_precision_recall_distributions_3073">
            <a:extLst>
              <a:ext uri="{FF2B5EF4-FFF2-40B4-BE49-F238E27FC236}">
                <a16:creationId xmlns:a16="http://schemas.microsoft.com/office/drawing/2014/main" id="{5C33585C-58A0-4838-8503-E0345D47E2CE}"/>
              </a:ext>
            </a:extLst>
          </p:cNvPr>
          <p:cNvSpPr>
            <a:spLocks noGrp="1"/>
          </p:cNvSpPr>
          <p:nvPr/>
        </p:nvSpPr>
        <p:spPr>
          <a:xfrm>
            <a:off x="3072126" y="214420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" name="F2_precision_recall_distributions_3074">
            <a:extLst>
              <a:ext uri="{FF2B5EF4-FFF2-40B4-BE49-F238E27FC236}">
                <a16:creationId xmlns:a16="http://schemas.microsoft.com/office/drawing/2014/main" id="{EE743954-E6E2-4CA1-9F1D-75CF30E0D8E7}"/>
              </a:ext>
            </a:extLst>
          </p:cNvPr>
          <p:cNvSpPr>
            <a:spLocks noGrp="1"/>
          </p:cNvSpPr>
          <p:nvPr/>
        </p:nvSpPr>
        <p:spPr>
          <a:xfrm>
            <a:off x="3028146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" name="F2_precision_recall_distributions_3075">
            <a:extLst>
              <a:ext uri="{FF2B5EF4-FFF2-40B4-BE49-F238E27FC236}">
                <a16:creationId xmlns:a16="http://schemas.microsoft.com/office/drawing/2014/main" id="{7FB7DB01-DD14-480F-88DC-E1B0E9692954}"/>
              </a:ext>
            </a:extLst>
          </p:cNvPr>
          <p:cNvSpPr>
            <a:spLocks noGrp="1"/>
          </p:cNvSpPr>
          <p:nvPr/>
        </p:nvSpPr>
        <p:spPr>
          <a:xfrm>
            <a:off x="3047755" y="16990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" name="F2_precision_recall_distributions_3076">
            <a:extLst>
              <a:ext uri="{FF2B5EF4-FFF2-40B4-BE49-F238E27FC236}">
                <a16:creationId xmlns:a16="http://schemas.microsoft.com/office/drawing/2014/main" id="{C09B9707-4040-4274-92CE-97C6789E4483}"/>
              </a:ext>
            </a:extLst>
          </p:cNvPr>
          <p:cNvSpPr>
            <a:spLocks noGrp="1"/>
          </p:cNvSpPr>
          <p:nvPr/>
        </p:nvSpPr>
        <p:spPr>
          <a:xfrm>
            <a:off x="3119241" y="21676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" name="F2_precision_recall_distributions_3077">
            <a:extLst>
              <a:ext uri="{FF2B5EF4-FFF2-40B4-BE49-F238E27FC236}">
                <a16:creationId xmlns:a16="http://schemas.microsoft.com/office/drawing/2014/main" id="{17A98ED1-16E9-44AB-BEA3-1E2A0B644DE2}"/>
              </a:ext>
            </a:extLst>
          </p:cNvPr>
          <p:cNvSpPr>
            <a:spLocks noGrp="1"/>
          </p:cNvSpPr>
          <p:nvPr/>
        </p:nvSpPr>
        <p:spPr>
          <a:xfrm>
            <a:off x="2933521" y="16493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" name="F2_precision_recall_distributions_3078">
            <a:extLst>
              <a:ext uri="{FF2B5EF4-FFF2-40B4-BE49-F238E27FC236}">
                <a16:creationId xmlns:a16="http://schemas.microsoft.com/office/drawing/2014/main" id="{F3C00D10-7326-4848-8D40-4073C4FD900F}"/>
              </a:ext>
            </a:extLst>
          </p:cNvPr>
          <p:cNvSpPr>
            <a:spLocks noGrp="1"/>
          </p:cNvSpPr>
          <p:nvPr/>
        </p:nvSpPr>
        <p:spPr>
          <a:xfrm>
            <a:off x="3177424" y="20393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" name="F2_precision_recall_distributions_3079">
            <a:extLst>
              <a:ext uri="{FF2B5EF4-FFF2-40B4-BE49-F238E27FC236}">
                <a16:creationId xmlns:a16="http://schemas.microsoft.com/office/drawing/2014/main" id="{80816F53-A9E4-4189-89A9-93C2F3147227}"/>
              </a:ext>
            </a:extLst>
          </p:cNvPr>
          <p:cNvSpPr>
            <a:spLocks noGrp="1"/>
          </p:cNvSpPr>
          <p:nvPr/>
        </p:nvSpPr>
        <p:spPr>
          <a:xfrm>
            <a:off x="3065106" y="19673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" name="F2_precision_recall_distributions_3080">
            <a:extLst>
              <a:ext uri="{FF2B5EF4-FFF2-40B4-BE49-F238E27FC236}">
                <a16:creationId xmlns:a16="http://schemas.microsoft.com/office/drawing/2014/main" id="{4B604DE4-A528-4D82-8E37-3D8D263BF66E}"/>
              </a:ext>
            </a:extLst>
          </p:cNvPr>
          <p:cNvSpPr>
            <a:spLocks noGrp="1"/>
          </p:cNvSpPr>
          <p:nvPr/>
        </p:nvSpPr>
        <p:spPr>
          <a:xfrm>
            <a:off x="3178628" y="16057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" name="F2_precision_recall_distributions_3081">
            <a:extLst>
              <a:ext uri="{FF2B5EF4-FFF2-40B4-BE49-F238E27FC236}">
                <a16:creationId xmlns:a16="http://schemas.microsoft.com/office/drawing/2014/main" id="{78B1215F-F65E-4C35-BA0C-E385DA293DBA}"/>
              </a:ext>
            </a:extLst>
          </p:cNvPr>
          <p:cNvSpPr>
            <a:spLocks noGrp="1"/>
          </p:cNvSpPr>
          <p:nvPr/>
        </p:nvSpPr>
        <p:spPr>
          <a:xfrm>
            <a:off x="3161791" y="19327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" name="F2_precision_recall_distributions_3082">
            <a:extLst>
              <a:ext uri="{FF2B5EF4-FFF2-40B4-BE49-F238E27FC236}">
                <a16:creationId xmlns:a16="http://schemas.microsoft.com/office/drawing/2014/main" id="{DA718BA6-DF42-4920-B4A4-674B681ECCE6}"/>
              </a:ext>
            </a:extLst>
          </p:cNvPr>
          <p:cNvSpPr>
            <a:spLocks noGrp="1"/>
          </p:cNvSpPr>
          <p:nvPr/>
        </p:nvSpPr>
        <p:spPr>
          <a:xfrm>
            <a:off x="3185356" y="22186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" name="F2_precision_recall_distributions_3083">
            <a:extLst>
              <a:ext uri="{FF2B5EF4-FFF2-40B4-BE49-F238E27FC236}">
                <a16:creationId xmlns:a16="http://schemas.microsoft.com/office/drawing/2014/main" id="{9EF7E64C-497D-4F3D-9C36-C19650B60EEC}"/>
              </a:ext>
            </a:extLst>
          </p:cNvPr>
          <p:cNvSpPr>
            <a:spLocks noGrp="1"/>
          </p:cNvSpPr>
          <p:nvPr/>
        </p:nvSpPr>
        <p:spPr>
          <a:xfrm>
            <a:off x="285589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" name="F2_precision_recall_distributions_3084">
            <a:extLst>
              <a:ext uri="{FF2B5EF4-FFF2-40B4-BE49-F238E27FC236}">
                <a16:creationId xmlns:a16="http://schemas.microsoft.com/office/drawing/2014/main" id="{8A467FFF-BA82-435D-8A09-5B63735A47F4}"/>
              </a:ext>
            </a:extLst>
          </p:cNvPr>
          <p:cNvSpPr>
            <a:spLocks noGrp="1"/>
          </p:cNvSpPr>
          <p:nvPr/>
        </p:nvSpPr>
        <p:spPr>
          <a:xfrm>
            <a:off x="2917619" y="176552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" name="F2_precision_recall_distributions_3085">
            <a:extLst>
              <a:ext uri="{FF2B5EF4-FFF2-40B4-BE49-F238E27FC236}">
                <a16:creationId xmlns:a16="http://schemas.microsoft.com/office/drawing/2014/main" id="{7FA12C68-7F21-4BFC-85C1-484D676615CB}"/>
              </a:ext>
            </a:extLst>
          </p:cNvPr>
          <p:cNvSpPr>
            <a:spLocks noGrp="1"/>
          </p:cNvSpPr>
          <p:nvPr/>
        </p:nvSpPr>
        <p:spPr>
          <a:xfrm>
            <a:off x="2823144" y="14934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" name="F2_precision_recall_distributions_3086">
            <a:extLst>
              <a:ext uri="{FF2B5EF4-FFF2-40B4-BE49-F238E27FC236}">
                <a16:creationId xmlns:a16="http://schemas.microsoft.com/office/drawing/2014/main" id="{1821413F-A0B2-415C-8531-0E821C85C1D8}"/>
              </a:ext>
            </a:extLst>
          </p:cNvPr>
          <p:cNvSpPr>
            <a:spLocks noGrp="1"/>
          </p:cNvSpPr>
          <p:nvPr/>
        </p:nvSpPr>
        <p:spPr>
          <a:xfrm>
            <a:off x="3023124" y="16466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" name="F2_precision_recall_distributions_3087">
            <a:extLst>
              <a:ext uri="{FF2B5EF4-FFF2-40B4-BE49-F238E27FC236}">
                <a16:creationId xmlns:a16="http://schemas.microsoft.com/office/drawing/2014/main" id="{7A3D1DA6-2235-4476-BB8E-BA5768420A7A}"/>
              </a:ext>
            </a:extLst>
          </p:cNvPr>
          <p:cNvSpPr>
            <a:spLocks noGrp="1"/>
          </p:cNvSpPr>
          <p:nvPr/>
        </p:nvSpPr>
        <p:spPr>
          <a:xfrm>
            <a:off x="3066454" y="16960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" name="F2_precision_recall_distributions_3088">
            <a:extLst>
              <a:ext uri="{FF2B5EF4-FFF2-40B4-BE49-F238E27FC236}">
                <a16:creationId xmlns:a16="http://schemas.microsoft.com/office/drawing/2014/main" id="{4186C790-A3DF-43FB-B061-F10582A134C5}"/>
              </a:ext>
            </a:extLst>
          </p:cNvPr>
          <p:cNvSpPr>
            <a:spLocks noGrp="1"/>
          </p:cNvSpPr>
          <p:nvPr/>
        </p:nvSpPr>
        <p:spPr>
          <a:xfrm>
            <a:off x="289465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" name="F2_precision_recall_distributions_3089">
            <a:extLst>
              <a:ext uri="{FF2B5EF4-FFF2-40B4-BE49-F238E27FC236}">
                <a16:creationId xmlns:a16="http://schemas.microsoft.com/office/drawing/2014/main" id="{28B52C05-C3A1-4A17-8179-482C3367C64C}"/>
              </a:ext>
            </a:extLst>
          </p:cNvPr>
          <p:cNvSpPr>
            <a:spLocks noGrp="1"/>
          </p:cNvSpPr>
          <p:nvPr/>
        </p:nvSpPr>
        <p:spPr>
          <a:xfrm>
            <a:off x="3016597" y="16878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" name="F2_precision_recall_distributions_3090">
            <a:extLst>
              <a:ext uri="{FF2B5EF4-FFF2-40B4-BE49-F238E27FC236}">
                <a16:creationId xmlns:a16="http://schemas.microsoft.com/office/drawing/2014/main" id="{09050798-9AB2-41C1-AA5A-F5C1A655A63E}"/>
              </a:ext>
            </a:extLst>
          </p:cNvPr>
          <p:cNvSpPr>
            <a:spLocks noGrp="1"/>
          </p:cNvSpPr>
          <p:nvPr/>
        </p:nvSpPr>
        <p:spPr>
          <a:xfrm>
            <a:off x="3157656" y="18459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" name="F2_precision_recall_distributions_3091">
            <a:extLst>
              <a:ext uri="{FF2B5EF4-FFF2-40B4-BE49-F238E27FC236}">
                <a16:creationId xmlns:a16="http://schemas.microsoft.com/office/drawing/2014/main" id="{EBB46345-A322-4366-B74D-CD9EFFD66DD1}"/>
              </a:ext>
            </a:extLst>
          </p:cNvPr>
          <p:cNvSpPr>
            <a:spLocks noGrp="1"/>
          </p:cNvSpPr>
          <p:nvPr/>
        </p:nvSpPr>
        <p:spPr>
          <a:xfrm>
            <a:off x="2900355" y="16225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8" name="F2_precision_recall_distributions_3092">
            <a:extLst>
              <a:ext uri="{FF2B5EF4-FFF2-40B4-BE49-F238E27FC236}">
                <a16:creationId xmlns:a16="http://schemas.microsoft.com/office/drawing/2014/main" id="{1A64B140-47B5-4C0D-B1B1-9FB407BFACCF}"/>
              </a:ext>
            </a:extLst>
          </p:cNvPr>
          <p:cNvSpPr>
            <a:spLocks noGrp="1"/>
          </p:cNvSpPr>
          <p:nvPr/>
        </p:nvSpPr>
        <p:spPr>
          <a:xfrm>
            <a:off x="3065526" y="19395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9" name="F2_precision_recall_distributions_3093">
            <a:extLst>
              <a:ext uri="{FF2B5EF4-FFF2-40B4-BE49-F238E27FC236}">
                <a16:creationId xmlns:a16="http://schemas.microsoft.com/office/drawing/2014/main" id="{9ADC5490-EB39-4AA6-8418-2CBB9B1C4CE0}"/>
              </a:ext>
            </a:extLst>
          </p:cNvPr>
          <p:cNvSpPr>
            <a:spLocks noGrp="1"/>
          </p:cNvSpPr>
          <p:nvPr/>
        </p:nvSpPr>
        <p:spPr>
          <a:xfrm>
            <a:off x="3114808" y="19820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" name="F2_precision_recall_distributions_3094">
            <a:extLst>
              <a:ext uri="{FF2B5EF4-FFF2-40B4-BE49-F238E27FC236}">
                <a16:creationId xmlns:a16="http://schemas.microsoft.com/office/drawing/2014/main" id="{16DDA513-0A7F-417F-B774-B1F65D82F8CB}"/>
              </a:ext>
            </a:extLst>
          </p:cNvPr>
          <p:cNvSpPr>
            <a:spLocks noGrp="1"/>
          </p:cNvSpPr>
          <p:nvPr/>
        </p:nvSpPr>
        <p:spPr>
          <a:xfrm>
            <a:off x="2959462" y="15706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" name="F2_precision_recall_distributions_3095">
            <a:extLst>
              <a:ext uri="{FF2B5EF4-FFF2-40B4-BE49-F238E27FC236}">
                <a16:creationId xmlns:a16="http://schemas.microsoft.com/office/drawing/2014/main" id="{79BD63CA-A5CB-4C79-8C9A-4E0EFE90ACE2}"/>
              </a:ext>
            </a:extLst>
          </p:cNvPr>
          <p:cNvSpPr>
            <a:spLocks noGrp="1"/>
          </p:cNvSpPr>
          <p:nvPr/>
        </p:nvSpPr>
        <p:spPr>
          <a:xfrm>
            <a:off x="2953119" y="22640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" name="F2_precision_recall_distributions_3096">
            <a:extLst>
              <a:ext uri="{FF2B5EF4-FFF2-40B4-BE49-F238E27FC236}">
                <a16:creationId xmlns:a16="http://schemas.microsoft.com/office/drawing/2014/main" id="{497C5AD3-0C4C-4269-A27B-1CAA0478950E}"/>
              </a:ext>
            </a:extLst>
          </p:cNvPr>
          <p:cNvSpPr>
            <a:spLocks noGrp="1"/>
          </p:cNvSpPr>
          <p:nvPr/>
        </p:nvSpPr>
        <p:spPr>
          <a:xfrm>
            <a:off x="2866159" y="16456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" name="F2_precision_recall_distributions_3097">
            <a:extLst>
              <a:ext uri="{FF2B5EF4-FFF2-40B4-BE49-F238E27FC236}">
                <a16:creationId xmlns:a16="http://schemas.microsoft.com/office/drawing/2014/main" id="{C5009121-2A84-4571-B7BB-2795E4E3CFAA}"/>
              </a:ext>
            </a:extLst>
          </p:cNvPr>
          <p:cNvSpPr>
            <a:spLocks noGrp="1"/>
          </p:cNvSpPr>
          <p:nvPr/>
        </p:nvSpPr>
        <p:spPr>
          <a:xfrm>
            <a:off x="2914850" y="21152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" name="F2_precision_recall_distributions_3098">
            <a:extLst>
              <a:ext uri="{FF2B5EF4-FFF2-40B4-BE49-F238E27FC236}">
                <a16:creationId xmlns:a16="http://schemas.microsoft.com/office/drawing/2014/main" id="{F1D2C892-B169-47C4-A323-FD36E18D8007}"/>
              </a:ext>
            </a:extLst>
          </p:cNvPr>
          <p:cNvSpPr>
            <a:spLocks noGrp="1"/>
          </p:cNvSpPr>
          <p:nvPr/>
        </p:nvSpPr>
        <p:spPr>
          <a:xfrm>
            <a:off x="3115907" y="17499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" name="F2_precision_recall_distributions_3099">
            <a:extLst>
              <a:ext uri="{FF2B5EF4-FFF2-40B4-BE49-F238E27FC236}">
                <a16:creationId xmlns:a16="http://schemas.microsoft.com/office/drawing/2014/main" id="{625ECCC7-8B17-4EAF-9FD0-8842931936B1}"/>
              </a:ext>
            </a:extLst>
          </p:cNvPr>
          <p:cNvSpPr>
            <a:spLocks noGrp="1"/>
          </p:cNvSpPr>
          <p:nvPr/>
        </p:nvSpPr>
        <p:spPr>
          <a:xfrm>
            <a:off x="2937394" y="15571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" name="F2_precision_recall_distributions_3100">
            <a:extLst>
              <a:ext uri="{FF2B5EF4-FFF2-40B4-BE49-F238E27FC236}">
                <a16:creationId xmlns:a16="http://schemas.microsoft.com/office/drawing/2014/main" id="{64DEEE1A-1077-4B88-A99D-4EE724E1D07E}"/>
              </a:ext>
            </a:extLst>
          </p:cNvPr>
          <p:cNvSpPr>
            <a:spLocks noGrp="1"/>
          </p:cNvSpPr>
          <p:nvPr/>
        </p:nvSpPr>
        <p:spPr>
          <a:xfrm>
            <a:off x="3144069" y="16906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" name="F2_precision_recall_distributions_3101">
            <a:extLst>
              <a:ext uri="{FF2B5EF4-FFF2-40B4-BE49-F238E27FC236}">
                <a16:creationId xmlns:a16="http://schemas.microsoft.com/office/drawing/2014/main" id="{8926CF5D-9EB8-4CC0-A758-ACB5A0FEF9B8}"/>
              </a:ext>
            </a:extLst>
          </p:cNvPr>
          <p:cNvSpPr>
            <a:spLocks noGrp="1"/>
          </p:cNvSpPr>
          <p:nvPr/>
        </p:nvSpPr>
        <p:spPr>
          <a:xfrm>
            <a:off x="3025672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" name="F2_precision_recall_distributions_3102">
            <a:extLst>
              <a:ext uri="{FF2B5EF4-FFF2-40B4-BE49-F238E27FC236}">
                <a16:creationId xmlns:a16="http://schemas.microsoft.com/office/drawing/2014/main" id="{BFC27D8A-B375-4DD1-A885-E7EA80FBFD56}"/>
              </a:ext>
            </a:extLst>
          </p:cNvPr>
          <p:cNvSpPr>
            <a:spLocks noGrp="1"/>
          </p:cNvSpPr>
          <p:nvPr/>
        </p:nvSpPr>
        <p:spPr>
          <a:xfrm>
            <a:off x="3155674" y="20912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" name="F2_precision_recall_distributions_3103">
            <a:extLst>
              <a:ext uri="{FF2B5EF4-FFF2-40B4-BE49-F238E27FC236}">
                <a16:creationId xmlns:a16="http://schemas.microsoft.com/office/drawing/2014/main" id="{F3E7507E-67A8-4D6F-B5EE-13B471A648E1}"/>
              </a:ext>
            </a:extLst>
          </p:cNvPr>
          <p:cNvSpPr>
            <a:spLocks noGrp="1"/>
          </p:cNvSpPr>
          <p:nvPr/>
        </p:nvSpPr>
        <p:spPr>
          <a:xfrm>
            <a:off x="3089759" y="21050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" name="F2_precision_recall_distributions_3104">
            <a:extLst>
              <a:ext uri="{FF2B5EF4-FFF2-40B4-BE49-F238E27FC236}">
                <a16:creationId xmlns:a16="http://schemas.microsoft.com/office/drawing/2014/main" id="{496D371D-0001-4D16-ABB8-F66E8B51F5CE}"/>
              </a:ext>
            </a:extLst>
          </p:cNvPr>
          <p:cNvSpPr>
            <a:spLocks noGrp="1"/>
          </p:cNvSpPr>
          <p:nvPr/>
        </p:nvSpPr>
        <p:spPr>
          <a:xfrm>
            <a:off x="3151900" y="16878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" name="F2_precision_recall_distributions_3105">
            <a:extLst>
              <a:ext uri="{FF2B5EF4-FFF2-40B4-BE49-F238E27FC236}">
                <a16:creationId xmlns:a16="http://schemas.microsoft.com/office/drawing/2014/main" id="{219D3653-A899-4EA7-BCA2-03085933DCEC}"/>
              </a:ext>
            </a:extLst>
          </p:cNvPr>
          <p:cNvSpPr>
            <a:spLocks noGrp="1"/>
          </p:cNvSpPr>
          <p:nvPr/>
        </p:nvSpPr>
        <p:spPr>
          <a:xfrm>
            <a:off x="3133299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" name="F2_precision_recall_distributions_3106">
            <a:extLst>
              <a:ext uri="{FF2B5EF4-FFF2-40B4-BE49-F238E27FC236}">
                <a16:creationId xmlns:a16="http://schemas.microsoft.com/office/drawing/2014/main" id="{11923F9E-1CEF-469A-A821-ADA922E2AC63}"/>
              </a:ext>
            </a:extLst>
          </p:cNvPr>
          <p:cNvSpPr>
            <a:spLocks noGrp="1"/>
          </p:cNvSpPr>
          <p:nvPr/>
        </p:nvSpPr>
        <p:spPr>
          <a:xfrm>
            <a:off x="3043770" y="19077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" name="F2_precision_recall_distributions_3107">
            <a:extLst>
              <a:ext uri="{FF2B5EF4-FFF2-40B4-BE49-F238E27FC236}">
                <a16:creationId xmlns:a16="http://schemas.microsoft.com/office/drawing/2014/main" id="{F192B8AC-A169-4119-889D-BD68F98D25AF}"/>
              </a:ext>
            </a:extLst>
          </p:cNvPr>
          <p:cNvSpPr>
            <a:spLocks noGrp="1"/>
          </p:cNvSpPr>
          <p:nvPr/>
        </p:nvSpPr>
        <p:spPr>
          <a:xfrm>
            <a:off x="2982656" y="16994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" name="F2_precision_recall_distributions_3108">
            <a:extLst>
              <a:ext uri="{FF2B5EF4-FFF2-40B4-BE49-F238E27FC236}">
                <a16:creationId xmlns:a16="http://schemas.microsoft.com/office/drawing/2014/main" id="{9FBB1DC2-5DA4-4967-8BD4-5C80463B77CB}"/>
              </a:ext>
            </a:extLst>
          </p:cNvPr>
          <p:cNvSpPr>
            <a:spLocks noGrp="1"/>
          </p:cNvSpPr>
          <p:nvPr/>
        </p:nvSpPr>
        <p:spPr>
          <a:xfrm>
            <a:off x="3164949" y="22642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" name="F2_precision_recall_distributions_3109">
            <a:extLst>
              <a:ext uri="{FF2B5EF4-FFF2-40B4-BE49-F238E27FC236}">
                <a16:creationId xmlns:a16="http://schemas.microsoft.com/office/drawing/2014/main" id="{7A405C86-2507-40CC-B9B4-5A44B099A238}"/>
              </a:ext>
            </a:extLst>
          </p:cNvPr>
          <p:cNvSpPr>
            <a:spLocks noGrp="1"/>
          </p:cNvSpPr>
          <p:nvPr/>
        </p:nvSpPr>
        <p:spPr>
          <a:xfrm>
            <a:off x="2819985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" name="F2_precision_recall_distributions_3110">
            <a:extLst>
              <a:ext uri="{FF2B5EF4-FFF2-40B4-BE49-F238E27FC236}">
                <a16:creationId xmlns:a16="http://schemas.microsoft.com/office/drawing/2014/main" id="{FF580A06-3FA3-4D39-B258-15ECD4F9ABAD}"/>
              </a:ext>
            </a:extLst>
          </p:cNvPr>
          <p:cNvSpPr>
            <a:spLocks noGrp="1"/>
          </p:cNvSpPr>
          <p:nvPr/>
        </p:nvSpPr>
        <p:spPr>
          <a:xfrm>
            <a:off x="288594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" name="F2_precision_recall_distributions_3111">
            <a:extLst>
              <a:ext uri="{FF2B5EF4-FFF2-40B4-BE49-F238E27FC236}">
                <a16:creationId xmlns:a16="http://schemas.microsoft.com/office/drawing/2014/main" id="{BA800E10-D3A6-4B73-910D-83FD32353818}"/>
              </a:ext>
            </a:extLst>
          </p:cNvPr>
          <p:cNvSpPr>
            <a:spLocks noGrp="1"/>
          </p:cNvSpPr>
          <p:nvPr/>
        </p:nvSpPr>
        <p:spPr>
          <a:xfrm>
            <a:off x="2893083" y="21476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" name="F2_precision_recall_distributions_3112">
            <a:extLst>
              <a:ext uri="{FF2B5EF4-FFF2-40B4-BE49-F238E27FC236}">
                <a16:creationId xmlns:a16="http://schemas.microsoft.com/office/drawing/2014/main" id="{9B6C4FD1-16F6-42B9-9C30-EA5C3C06E7DA}"/>
              </a:ext>
            </a:extLst>
          </p:cNvPr>
          <p:cNvSpPr>
            <a:spLocks noGrp="1"/>
          </p:cNvSpPr>
          <p:nvPr/>
        </p:nvSpPr>
        <p:spPr>
          <a:xfrm>
            <a:off x="2817312" y="219882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" name="F2_precision_recall_distributions_3113">
            <a:extLst>
              <a:ext uri="{FF2B5EF4-FFF2-40B4-BE49-F238E27FC236}">
                <a16:creationId xmlns:a16="http://schemas.microsoft.com/office/drawing/2014/main" id="{C833B65A-0EE8-4E08-B550-95FD028F383F}"/>
              </a:ext>
            </a:extLst>
          </p:cNvPr>
          <p:cNvSpPr>
            <a:spLocks noGrp="1"/>
          </p:cNvSpPr>
          <p:nvPr/>
        </p:nvSpPr>
        <p:spPr>
          <a:xfrm>
            <a:off x="3175035" y="16446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" name="F2_precision_recall_distributions_3114">
            <a:extLst>
              <a:ext uri="{FF2B5EF4-FFF2-40B4-BE49-F238E27FC236}">
                <a16:creationId xmlns:a16="http://schemas.microsoft.com/office/drawing/2014/main" id="{265CC77C-AAE3-44D0-A026-FBFCBC5665E9}"/>
              </a:ext>
            </a:extLst>
          </p:cNvPr>
          <p:cNvSpPr>
            <a:spLocks noGrp="1"/>
          </p:cNvSpPr>
          <p:nvPr/>
        </p:nvSpPr>
        <p:spPr>
          <a:xfrm>
            <a:off x="3033840" y="1855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" name="F2_precision_recall_distributions_3115">
            <a:extLst>
              <a:ext uri="{FF2B5EF4-FFF2-40B4-BE49-F238E27FC236}">
                <a16:creationId xmlns:a16="http://schemas.microsoft.com/office/drawing/2014/main" id="{BD8B501C-7433-4EC6-8DAB-A2C97A26E1B8}"/>
              </a:ext>
            </a:extLst>
          </p:cNvPr>
          <p:cNvSpPr>
            <a:spLocks noGrp="1"/>
          </p:cNvSpPr>
          <p:nvPr/>
        </p:nvSpPr>
        <p:spPr>
          <a:xfrm>
            <a:off x="2924328" y="21386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" name="F2_precision_recall_distributions_3116">
            <a:extLst>
              <a:ext uri="{FF2B5EF4-FFF2-40B4-BE49-F238E27FC236}">
                <a16:creationId xmlns:a16="http://schemas.microsoft.com/office/drawing/2014/main" id="{94C55DE9-DA59-40FC-8467-54D92974F7E4}"/>
              </a:ext>
            </a:extLst>
          </p:cNvPr>
          <p:cNvSpPr>
            <a:spLocks noGrp="1"/>
          </p:cNvSpPr>
          <p:nvPr/>
        </p:nvSpPr>
        <p:spPr>
          <a:xfrm>
            <a:off x="2856980" y="18906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" name="F2_precision_recall_distributions_3117">
            <a:extLst>
              <a:ext uri="{FF2B5EF4-FFF2-40B4-BE49-F238E27FC236}">
                <a16:creationId xmlns:a16="http://schemas.microsoft.com/office/drawing/2014/main" id="{56FE5AB6-E004-4D45-93C8-CD725C2017F4}"/>
              </a:ext>
            </a:extLst>
          </p:cNvPr>
          <p:cNvSpPr>
            <a:spLocks noGrp="1"/>
          </p:cNvSpPr>
          <p:nvPr/>
        </p:nvSpPr>
        <p:spPr>
          <a:xfrm>
            <a:off x="2841097" y="216812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" name="F2_precision_recall_distributions_3118">
            <a:extLst>
              <a:ext uri="{FF2B5EF4-FFF2-40B4-BE49-F238E27FC236}">
                <a16:creationId xmlns:a16="http://schemas.microsoft.com/office/drawing/2014/main" id="{08BBAFD7-5F59-44CD-A1BD-017C6A7FD240}"/>
              </a:ext>
            </a:extLst>
          </p:cNvPr>
          <p:cNvSpPr>
            <a:spLocks noGrp="1"/>
          </p:cNvSpPr>
          <p:nvPr/>
        </p:nvSpPr>
        <p:spPr>
          <a:xfrm>
            <a:off x="3180654" y="201545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" name="F2_precision_recall_distributions_3119">
            <a:extLst>
              <a:ext uri="{FF2B5EF4-FFF2-40B4-BE49-F238E27FC236}">
                <a16:creationId xmlns:a16="http://schemas.microsoft.com/office/drawing/2014/main" id="{DCB4590B-5FFC-40A6-A810-FD2D8A83F31C}"/>
              </a:ext>
            </a:extLst>
          </p:cNvPr>
          <p:cNvSpPr>
            <a:spLocks noGrp="1"/>
          </p:cNvSpPr>
          <p:nvPr/>
        </p:nvSpPr>
        <p:spPr>
          <a:xfrm>
            <a:off x="3141672" y="16433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" name="F2_precision_recall_distributions_3120">
            <a:extLst>
              <a:ext uri="{FF2B5EF4-FFF2-40B4-BE49-F238E27FC236}">
                <a16:creationId xmlns:a16="http://schemas.microsoft.com/office/drawing/2014/main" id="{FCE1D369-8AD1-4554-AF88-E5AA687F59DF}"/>
              </a:ext>
            </a:extLst>
          </p:cNvPr>
          <p:cNvSpPr>
            <a:spLocks noGrp="1"/>
          </p:cNvSpPr>
          <p:nvPr/>
        </p:nvSpPr>
        <p:spPr>
          <a:xfrm>
            <a:off x="2930193" y="15845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" name="F2_precision_recall_distributions_3121">
            <a:extLst>
              <a:ext uri="{FF2B5EF4-FFF2-40B4-BE49-F238E27FC236}">
                <a16:creationId xmlns:a16="http://schemas.microsoft.com/office/drawing/2014/main" id="{CAB48592-3F3D-4563-B66A-AFA8358593DC}"/>
              </a:ext>
            </a:extLst>
          </p:cNvPr>
          <p:cNvSpPr>
            <a:spLocks noGrp="1"/>
          </p:cNvSpPr>
          <p:nvPr/>
        </p:nvSpPr>
        <p:spPr>
          <a:xfrm>
            <a:off x="2843949" y="19016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" name="F2_precision_recall_distributions_3122">
            <a:extLst>
              <a:ext uri="{FF2B5EF4-FFF2-40B4-BE49-F238E27FC236}">
                <a16:creationId xmlns:a16="http://schemas.microsoft.com/office/drawing/2014/main" id="{E5CD6F25-BF78-4A10-B679-42CB143102D5}"/>
              </a:ext>
            </a:extLst>
          </p:cNvPr>
          <p:cNvSpPr>
            <a:spLocks noGrp="1"/>
          </p:cNvSpPr>
          <p:nvPr/>
        </p:nvSpPr>
        <p:spPr>
          <a:xfrm>
            <a:off x="3003047" y="15773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" name="F2_precision_recall_distributions_3123">
            <a:extLst>
              <a:ext uri="{FF2B5EF4-FFF2-40B4-BE49-F238E27FC236}">
                <a16:creationId xmlns:a16="http://schemas.microsoft.com/office/drawing/2014/main" id="{89BFA14A-ACF3-459E-909E-583CA242E433}"/>
              </a:ext>
            </a:extLst>
          </p:cNvPr>
          <p:cNvSpPr>
            <a:spLocks noGrp="1"/>
          </p:cNvSpPr>
          <p:nvPr/>
        </p:nvSpPr>
        <p:spPr>
          <a:xfrm>
            <a:off x="3048753" y="19019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" name="F2_precision_recall_distributions_3124">
            <a:extLst>
              <a:ext uri="{FF2B5EF4-FFF2-40B4-BE49-F238E27FC236}">
                <a16:creationId xmlns:a16="http://schemas.microsoft.com/office/drawing/2014/main" id="{D7D764F6-DA99-46C3-9AFB-26E621BC91E4}"/>
              </a:ext>
            </a:extLst>
          </p:cNvPr>
          <p:cNvSpPr>
            <a:spLocks noGrp="1"/>
          </p:cNvSpPr>
          <p:nvPr/>
        </p:nvSpPr>
        <p:spPr>
          <a:xfrm>
            <a:off x="3158223" y="17005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" name="F2_precision_recall_distributions_3125">
            <a:extLst>
              <a:ext uri="{FF2B5EF4-FFF2-40B4-BE49-F238E27FC236}">
                <a16:creationId xmlns:a16="http://schemas.microsoft.com/office/drawing/2014/main" id="{6F5ECF3B-5F8F-422C-90F3-40DC947EF6A7}"/>
              </a:ext>
            </a:extLst>
          </p:cNvPr>
          <p:cNvSpPr>
            <a:spLocks noGrp="1"/>
          </p:cNvSpPr>
          <p:nvPr/>
        </p:nvSpPr>
        <p:spPr>
          <a:xfrm>
            <a:off x="290807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" name="F2_precision_recall_distributions_3126">
            <a:extLst>
              <a:ext uri="{FF2B5EF4-FFF2-40B4-BE49-F238E27FC236}">
                <a16:creationId xmlns:a16="http://schemas.microsoft.com/office/drawing/2014/main" id="{53A02F94-D534-4EE9-8490-A42ACE54794A}"/>
              </a:ext>
            </a:extLst>
          </p:cNvPr>
          <p:cNvSpPr>
            <a:spLocks noGrp="1"/>
          </p:cNvSpPr>
          <p:nvPr/>
        </p:nvSpPr>
        <p:spPr>
          <a:xfrm>
            <a:off x="3061423" y="1731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" name="F2_precision_recall_distributions_3127">
            <a:extLst>
              <a:ext uri="{FF2B5EF4-FFF2-40B4-BE49-F238E27FC236}">
                <a16:creationId xmlns:a16="http://schemas.microsoft.com/office/drawing/2014/main" id="{68F1469B-7F04-40F3-A304-351F0F30E2F3}"/>
              </a:ext>
            </a:extLst>
          </p:cNvPr>
          <p:cNvSpPr>
            <a:spLocks noGrp="1"/>
          </p:cNvSpPr>
          <p:nvPr/>
        </p:nvSpPr>
        <p:spPr>
          <a:xfrm>
            <a:off x="3072909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" name="F2_precision_recall_distributions_3128">
            <a:extLst>
              <a:ext uri="{FF2B5EF4-FFF2-40B4-BE49-F238E27FC236}">
                <a16:creationId xmlns:a16="http://schemas.microsoft.com/office/drawing/2014/main" id="{00DCCD39-F841-4CCF-A9B4-3D24B1CC0CBD}"/>
              </a:ext>
            </a:extLst>
          </p:cNvPr>
          <p:cNvSpPr>
            <a:spLocks noGrp="1"/>
          </p:cNvSpPr>
          <p:nvPr/>
        </p:nvSpPr>
        <p:spPr>
          <a:xfrm>
            <a:off x="3019589" y="17311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" name="F2_precision_recall_distributions_3129">
            <a:extLst>
              <a:ext uri="{FF2B5EF4-FFF2-40B4-BE49-F238E27FC236}">
                <a16:creationId xmlns:a16="http://schemas.microsoft.com/office/drawing/2014/main" id="{380C5EDC-F2D1-4CA1-A39B-93B15FADBDD9}"/>
              </a:ext>
            </a:extLst>
          </p:cNvPr>
          <p:cNvSpPr>
            <a:spLocks noGrp="1"/>
          </p:cNvSpPr>
          <p:nvPr/>
        </p:nvSpPr>
        <p:spPr>
          <a:xfrm>
            <a:off x="3035639" y="21997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" name="F2_precision_recall_distributions_3130">
            <a:extLst>
              <a:ext uri="{FF2B5EF4-FFF2-40B4-BE49-F238E27FC236}">
                <a16:creationId xmlns:a16="http://schemas.microsoft.com/office/drawing/2014/main" id="{EC0586ED-85BD-41A1-AC8E-D331F8369F17}"/>
              </a:ext>
            </a:extLst>
          </p:cNvPr>
          <p:cNvSpPr>
            <a:spLocks noGrp="1"/>
          </p:cNvSpPr>
          <p:nvPr/>
        </p:nvSpPr>
        <p:spPr>
          <a:xfrm>
            <a:off x="2970055" y="18338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" name="F2_precision_recall_distributions_3131">
            <a:extLst>
              <a:ext uri="{FF2B5EF4-FFF2-40B4-BE49-F238E27FC236}">
                <a16:creationId xmlns:a16="http://schemas.microsoft.com/office/drawing/2014/main" id="{6F152125-488A-47D5-A97C-CE9AAB43622C}"/>
              </a:ext>
            </a:extLst>
          </p:cNvPr>
          <p:cNvSpPr>
            <a:spLocks noGrp="1"/>
          </p:cNvSpPr>
          <p:nvPr/>
        </p:nvSpPr>
        <p:spPr>
          <a:xfrm>
            <a:off x="2922666" y="17159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" name="F2_precision_recall_distributions_3132">
            <a:extLst>
              <a:ext uri="{FF2B5EF4-FFF2-40B4-BE49-F238E27FC236}">
                <a16:creationId xmlns:a16="http://schemas.microsoft.com/office/drawing/2014/main" id="{DB5774B4-E3C5-4026-ADF3-20F6FB7DC6DA}"/>
              </a:ext>
            </a:extLst>
          </p:cNvPr>
          <p:cNvSpPr>
            <a:spLocks noGrp="1"/>
          </p:cNvSpPr>
          <p:nvPr/>
        </p:nvSpPr>
        <p:spPr>
          <a:xfrm>
            <a:off x="2985043" y="16275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" name="F2_precision_recall_distributions_3133">
            <a:extLst>
              <a:ext uri="{FF2B5EF4-FFF2-40B4-BE49-F238E27FC236}">
                <a16:creationId xmlns:a16="http://schemas.microsoft.com/office/drawing/2014/main" id="{30E21376-CA5D-4E1E-9ED6-331C77AB3AD6}"/>
              </a:ext>
            </a:extLst>
          </p:cNvPr>
          <p:cNvSpPr>
            <a:spLocks noGrp="1"/>
          </p:cNvSpPr>
          <p:nvPr/>
        </p:nvSpPr>
        <p:spPr>
          <a:xfrm>
            <a:off x="2959978" y="22084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" name="F2_precision_recall_distributions_3134">
            <a:extLst>
              <a:ext uri="{FF2B5EF4-FFF2-40B4-BE49-F238E27FC236}">
                <a16:creationId xmlns:a16="http://schemas.microsoft.com/office/drawing/2014/main" id="{FB33C041-E83D-4215-A03C-78EA10A52444}"/>
              </a:ext>
            </a:extLst>
          </p:cNvPr>
          <p:cNvSpPr>
            <a:spLocks noGrp="1"/>
          </p:cNvSpPr>
          <p:nvPr/>
        </p:nvSpPr>
        <p:spPr>
          <a:xfrm>
            <a:off x="311584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" name="F2_precision_recall_distributions_3135">
            <a:extLst>
              <a:ext uri="{FF2B5EF4-FFF2-40B4-BE49-F238E27FC236}">
                <a16:creationId xmlns:a16="http://schemas.microsoft.com/office/drawing/2014/main" id="{B7499AF6-9ECD-49B6-847D-B5EEEB7FD7A8}"/>
              </a:ext>
            </a:extLst>
          </p:cNvPr>
          <p:cNvSpPr>
            <a:spLocks noGrp="1"/>
          </p:cNvSpPr>
          <p:nvPr/>
        </p:nvSpPr>
        <p:spPr>
          <a:xfrm>
            <a:off x="3186856" y="19564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" name="F2_precision_recall_distributions_3136">
            <a:extLst>
              <a:ext uri="{FF2B5EF4-FFF2-40B4-BE49-F238E27FC236}">
                <a16:creationId xmlns:a16="http://schemas.microsoft.com/office/drawing/2014/main" id="{8787D720-5239-41EA-A002-4BD7E35F9F8B}"/>
              </a:ext>
            </a:extLst>
          </p:cNvPr>
          <p:cNvSpPr>
            <a:spLocks noGrp="1"/>
          </p:cNvSpPr>
          <p:nvPr/>
        </p:nvSpPr>
        <p:spPr>
          <a:xfrm>
            <a:off x="3008461" y="16767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" name="F2_precision_recall_distributions_3137">
            <a:extLst>
              <a:ext uri="{FF2B5EF4-FFF2-40B4-BE49-F238E27FC236}">
                <a16:creationId xmlns:a16="http://schemas.microsoft.com/office/drawing/2014/main" id="{2E0C39A7-E10D-43F5-B622-149BBE7C6D4E}"/>
              </a:ext>
            </a:extLst>
          </p:cNvPr>
          <p:cNvSpPr>
            <a:spLocks noGrp="1"/>
          </p:cNvSpPr>
          <p:nvPr/>
        </p:nvSpPr>
        <p:spPr>
          <a:xfrm>
            <a:off x="3156716" y="17669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" name="F2_precision_recall_distributions_3138">
            <a:extLst>
              <a:ext uri="{FF2B5EF4-FFF2-40B4-BE49-F238E27FC236}">
                <a16:creationId xmlns:a16="http://schemas.microsoft.com/office/drawing/2014/main" id="{6338B0F4-3C70-4201-B439-660F5AEAC6C3}"/>
              </a:ext>
            </a:extLst>
          </p:cNvPr>
          <p:cNvSpPr>
            <a:spLocks noGrp="1"/>
          </p:cNvSpPr>
          <p:nvPr/>
        </p:nvSpPr>
        <p:spPr>
          <a:xfrm>
            <a:off x="3095980" y="19497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" name="F2_precision_recall_distributions_3139">
            <a:extLst>
              <a:ext uri="{FF2B5EF4-FFF2-40B4-BE49-F238E27FC236}">
                <a16:creationId xmlns:a16="http://schemas.microsoft.com/office/drawing/2014/main" id="{51E6F07D-1C6F-4E8D-AA16-0E9CCA6C2C25}"/>
              </a:ext>
            </a:extLst>
          </p:cNvPr>
          <p:cNvSpPr>
            <a:spLocks noGrp="1"/>
          </p:cNvSpPr>
          <p:nvPr/>
        </p:nvSpPr>
        <p:spPr>
          <a:xfrm>
            <a:off x="3079310" y="16983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" name="F2_precision_recall_distributions_3140">
            <a:extLst>
              <a:ext uri="{FF2B5EF4-FFF2-40B4-BE49-F238E27FC236}">
                <a16:creationId xmlns:a16="http://schemas.microsoft.com/office/drawing/2014/main" id="{F4C4694E-5871-429B-880A-C635A115D0EB}"/>
              </a:ext>
            </a:extLst>
          </p:cNvPr>
          <p:cNvSpPr>
            <a:spLocks noGrp="1"/>
          </p:cNvSpPr>
          <p:nvPr/>
        </p:nvSpPr>
        <p:spPr>
          <a:xfrm>
            <a:off x="2838726" y="17470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" name="F2_precision_recall_distributions_3141">
            <a:extLst>
              <a:ext uri="{FF2B5EF4-FFF2-40B4-BE49-F238E27FC236}">
                <a16:creationId xmlns:a16="http://schemas.microsoft.com/office/drawing/2014/main" id="{0637A2A9-0FE5-4ABB-8722-08CA7B31C03A}"/>
              </a:ext>
            </a:extLst>
          </p:cNvPr>
          <p:cNvSpPr>
            <a:spLocks noGrp="1"/>
          </p:cNvSpPr>
          <p:nvPr/>
        </p:nvSpPr>
        <p:spPr>
          <a:xfrm>
            <a:off x="3084762" y="17071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" name="F2_precision_recall_distributions_3142">
            <a:extLst>
              <a:ext uri="{FF2B5EF4-FFF2-40B4-BE49-F238E27FC236}">
                <a16:creationId xmlns:a16="http://schemas.microsoft.com/office/drawing/2014/main" id="{61B46C8A-A6DA-407D-952E-BF2328DA1042}"/>
              </a:ext>
            </a:extLst>
          </p:cNvPr>
          <p:cNvSpPr>
            <a:spLocks noGrp="1"/>
          </p:cNvSpPr>
          <p:nvPr/>
        </p:nvSpPr>
        <p:spPr>
          <a:xfrm>
            <a:off x="2879651" y="18867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" name="F2_precision_recall_distributions_3143">
            <a:extLst>
              <a:ext uri="{FF2B5EF4-FFF2-40B4-BE49-F238E27FC236}">
                <a16:creationId xmlns:a16="http://schemas.microsoft.com/office/drawing/2014/main" id="{229082B0-5CCB-4B7E-A1BC-9191DD9B9E59}"/>
              </a:ext>
            </a:extLst>
          </p:cNvPr>
          <p:cNvSpPr>
            <a:spLocks noGrp="1"/>
          </p:cNvSpPr>
          <p:nvPr/>
        </p:nvSpPr>
        <p:spPr>
          <a:xfrm>
            <a:off x="2960995" y="19895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" name="F2_precision_recall_distributions_3144">
            <a:extLst>
              <a:ext uri="{FF2B5EF4-FFF2-40B4-BE49-F238E27FC236}">
                <a16:creationId xmlns:a16="http://schemas.microsoft.com/office/drawing/2014/main" id="{1A7E5525-E729-46A8-AFCD-C98794472DCD}"/>
              </a:ext>
            </a:extLst>
          </p:cNvPr>
          <p:cNvSpPr>
            <a:spLocks noGrp="1"/>
          </p:cNvSpPr>
          <p:nvPr/>
        </p:nvSpPr>
        <p:spPr>
          <a:xfrm>
            <a:off x="2838480" y="16897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" name="F2_precision_recall_distributions_3145">
            <a:extLst>
              <a:ext uri="{FF2B5EF4-FFF2-40B4-BE49-F238E27FC236}">
                <a16:creationId xmlns:a16="http://schemas.microsoft.com/office/drawing/2014/main" id="{7045606F-3926-4622-A929-3E4D8ECD07B1}"/>
              </a:ext>
            </a:extLst>
          </p:cNvPr>
          <p:cNvSpPr>
            <a:spLocks noGrp="1"/>
          </p:cNvSpPr>
          <p:nvPr/>
        </p:nvSpPr>
        <p:spPr>
          <a:xfrm>
            <a:off x="290000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" name="F2_precision_recall_distributions_3146">
            <a:extLst>
              <a:ext uri="{FF2B5EF4-FFF2-40B4-BE49-F238E27FC236}">
                <a16:creationId xmlns:a16="http://schemas.microsoft.com/office/drawing/2014/main" id="{0A0D3021-EB68-40FC-A0F5-A0CB7663F2D6}"/>
              </a:ext>
            </a:extLst>
          </p:cNvPr>
          <p:cNvSpPr>
            <a:spLocks noGrp="1"/>
          </p:cNvSpPr>
          <p:nvPr/>
        </p:nvSpPr>
        <p:spPr>
          <a:xfrm>
            <a:off x="3077744" y="2005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" name="F2_precision_recall_distributions_3147">
            <a:extLst>
              <a:ext uri="{FF2B5EF4-FFF2-40B4-BE49-F238E27FC236}">
                <a16:creationId xmlns:a16="http://schemas.microsoft.com/office/drawing/2014/main" id="{820E3D15-3515-4DAA-9E96-B9899119F695}"/>
              </a:ext>
            </a:extLst>
          </p:cNvPr>
          <p:cNvSpPr>
            <a:spLocks noGrp="1"/>
          </p:cNvSpPr>
          <p:nvPr/>
        </p:nvSpPr>
        <p:spPr>
          <a:xfrm>
            <a:off x="2930782" y="17512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4" name="F2_precision_recall_distributions_3148">
            <a:extLst>
              <a:ext uri="{FF2B5EF4-FFF2-40B4-BE49-F238E27FC236}">
                <a16:creationId xmlns:a16="http://schemas.microsoft.com/office/drawing/2014/main" id="{5550FE25-3ACF-4719-9F96-3054C87780DC}"/>
              </a:ext>
            </a:extLst>
          </p:cNvPr>
          <p:cNvSpPr>
            <a:spLocks noGrp="1"/>
          </p:cNvSpPr>
          <p:nvPr/>
        </p:nvSpPr>
        <p:spPr>
          <a:xfrm>
            <a:off x="318692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5" name="F2_precision_recall_distributions_3149">
            <a:extLst>
              <a:ext uri="{FF2B5EF4-FFF2-40B4-BE49-F238E27FC236}">
                <a16:creationId xmlns:a16="http://schemas.microsoft.com/office/drawing/2014/main" id="{E99FED8E-B0F2-43DB-9200-42CFF7D22EA7}"/>
              </a:ext>
            </a:extLst>
          </p:cNvPr>
          <p:cNvSpPr>
            <a:spLocks noGrp="1"/>
          </p:cNvSpPr>
          <p:nvPr/>
        </p:nvSpPr>
        <p:spPr>
          <a:xfrm>
            <a:off x="2891938" y="19207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" name="F2_precision_recall_distributions_3150">
            <a:extLst>
              <a:ext uri="{FF2B5EF4-FFF2-40B4-BE49-F238E27FC236}">
                <a16:creationId xmlns:a16="http://schemas.microsoft.com/office/drawing/2014/main" id="{668DB982-073F-43F5-A4DA-18416608CCCC}"/>
              </a:ext>
            </a:extLst>
          </p:cNvPr>
          <p:cNvSpPr>
            <a:spLocks noGrp="1"/>
          </p:cNvSpPr>
          <p:nvPr/>
        </p:nvSpPr>
        <p:spPr>
          <a:xfrm>
            <a:off x="317962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" name="F2_precision_recall_distributions_3151">
            <a:extLst>
              <a:ext uri="{FF2B5EF4-FFF2-40B4-BE49-F238E27FC236}">
                <a16:creationId xmlns:a16="http://schemas.microsoft.com/office/drawing/2014/main" id="{1CC4BE88-E14E-4180-9AD0-22849B493A50}"/>
              </a:ext>
            </a:extLst>
          </p:cNvPr>
          <p:cNvSpPr>
            <a:spLocks noGrp="1"/>
          </p:cNvSpPr>
          <p:nvPr/>
        </p:nvSpPr>
        <p:spPr>
          <a:xfrm>
            <a:off x="293252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" name="F2_precision_recall_distributions_3152">
            <a:extLst>
              <a:ext uri="{FF2B5EF4-FFF2-40B4-BE49-F238E27FC236}">
                <a16:creationId xmlns:a16="http://schemas.microsoft.com/office/drawing/2014/main" id="{25F1C920-67E8-4EEE-A1D0-2AB34B07A8F2}"/>
              </a:ext>
            </a:extLst>
          </p:cNvPr>
          <p:cNvSpPr>
            <a:spLocks noGrp="1"/>
          </p:cNvSpPr>
          <p:nvPr/>
        </p:nvSpPr>
        <p:spPr>
          <a:xfrm>
            <a:off x="3174399" y="22531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" name="F2_precision_recall_distributions_3153">
            <a:extLst>
              <a:ext uri="{FF2B5EF4-FFF2-40B4-BE49-F238E27FC236}">
                <a16:creationId xmlns:a16="http://schemas.microsoft.com/office/drawing/2014/main" id="{DFB7405B-B73A-4F57-B594-9AFE481AAC59}"/>
              </a:ext>
            </a:extLst>
          </p:cNvPr>
          <p:cNvSpPr>
            <a:spLocks noGrp="1"/>
          </p:cNvSpPr>
          <p:nvPr/>
        </p:nvSpPr>
        <p:spPr>
          <a:xfrm>
            <a:off x="2869666" y="19864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" name="F2_precision_recall_distributions_3154">
            <a:extLst>
              <a:ext uri="{FF2B5EF4-FFF2-40B4-BE49-F238E27FC236}">
                <a16:creationId xmlns:a16="http://schemas.microsoft.com/office/drawing/2014/main" id="{69775E46-C0A4-4F4C-8CF7-FE39B670188D}"/>
              </a:ext>
            </a:extLst>
          </p:cNvPr>
          <p:cNvSpPr>
            <a:spLocks noGrp="1"/>
          </p:cNvSpPr>
          <p:nvPr/>
        </p:nvSpPr>
        <p:spPr>
          <a:xfrm>
            <a:off x="3055899" y="22686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" name="F2_precision_recall_distributions_3155">
            <a:extLst>
              <a:ext uri="{FF2B5EF4-FFF2-40B4-BE49-F238E27FC236}">
                <a16:creationId xmlns:a16="http://schemas.microsoft.com/office/drawing/2014/main" id="{FE96107D-383F-4EAE-B533-FFDC3F7D95D6}"/>
              </a:ext>
            </a:extLst>
          </p:cNvPr>
          <p:cNvSpPr>
            <a:spLocks noGrp="1"/>
          </p:cNvSpPr>
          <p:nvPr/>
        </p:nvSpPr>
        <p:spPr>
          <a:xfrm>
            <a:off x="3078661" y="18774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" name="F2_precision_recall_distributions_3156">
            <a:extLst>
              <a:ext uri="{FF2B5EF4-FFF2-40B4-BE49-F238E27FC236}">
                <a16:creationId xmlns:a16="http://schemas.microsoft.com/office/drawing/2014/main" id="{E283F6AC-F9B9-4D2E-864D-DE445A8AE9EC}"/>
              </a:ext>
            </a:extLst>
          </p:cNvPr>
          <p:cNvSpPr>
            <a:spLocks noGrp="1"/>
          </p:cNvSpPr>
          <p:nvPr/>
        </p:nvSpPr>
        <p:spPr>
          <a:xfrm>
            <a:off x="2940464" y="16509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" name="F2_precision_recall_distributions_3157">
            <a:extLst>
              <a:ext uri="{FF2B5EF4-FFF2-40B4-BE49-F238E27FC236}">
                <a16:creationId xmlns:a16="http://schemas.microsoft.com/office/drawing/2014/main" id="{B8701305-9A20-499B-AE79-A07C465D2F6E}"/>
              </a:ext>
            </a:extLst>
          </p:cNvPr>
          <p:cNvSpPr>
            <a:spLocks noGrp="1"/>
          </p:cNvSpPr>
          <p:nvPr/>
        </p:nvSpPr>
        <p:spPr>
          <a:xfrm>
            <a:off x="3156346" y="21771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" name="F2_precision_recall_distributions_3158">
            <a:extLst>
              <a:ext uri="{FF2B5EF4-FFF2-40B4-BE49-F238E27FC236}">
                <a16:creationId xmlns:a16="http://schemas.microsoft.com/office/drawing/2014/main" id="{4FB42E6D-A6A7-40CF-85B8-FFE032C6B345}"/>
              </a:ext>
            </a:extLst>
          </p:cNvPr>
          <p:cNvSpPr>
            <a:spLocks noGrp="1"/>
          </p:cNvSpPr>
          <p:nvPr/>
        </p:nvSpPr>
        <p:spPr>
          <a:xfrm>
            <a:off x="3103226" y="17415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" name="F2_precision_recall_distributions_3159">
            <a:extLst>
              <a:ext uri="{FF2B5EF4-FFF2-40B4-BE49-F238E27FC236}">
                <a16:creationId xmlns:a16="http://schemas.microsoft.com/office/drawing/2014/main" id="{B1B8168D-4E5A-441F-88F2-9466258DF440}"/>
              </a:ext>
            </a:extLst>
          </p:cNvPr>
          <p:cNvSpPr>
            <a:spLocks noGrp="1"/>
          </p:cNvSpPr>
          <p:nvPr/>
        </p:nvSpPr>
        <p:spPr>
          <a:xfrm>
            <a:off x="3077501" y="17056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" name="F2_precision_recall_distributions_3160">
            <a:extLst>
              <a:ext uri="{FF2B5EF4-FFF2-40B4-BE49-F238E27FC236}">
                <a16:creationId xmlns:a16="http://schemas.microsoft.com/office/drawing/2014/main" id="{CDB79D28-B643-4933-9B00-C177BABAF8C5}"/>
              </a:ext>
            </a:extLst>
          </p:cNvPr>
          <p:cNvSpPr>
            <a:spLocks noGrp="1"/>
          </p:cNvSpPr>
          <p:nvPr/>
        </p:nvSpPr>
        <p:spPr>
          <a:xfrm>
            <a:off x="3097190" y="19568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" name="F2_precision_recall_distributions_3161">
            <a:extLst>
              <a:ext uri="{FF2B5EF4-FFF2-40B4-BE49-F238E27FC236}">
                <a16:creationId xmlns:a16="http://schemas.microsoft.com/office/drawing/2014/main" id="{FCDD5961-B7C6-411F-9D57-0D1ADAEF3C7D}"/>
              </a:ext>
            </a:extLst>
          </p:cNvPr>
          <p:cNvSpPr>
            <a:spLocks noGrp="1"/>
          </p:cNvSpPr>
          <p:nvPr/>
        </p:nvSpPr>
        <p:spPr>
          <a:xfrm>
            <a:off x="3164028" y="169081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" name="F2_precision_recall_distributions_3162">
            <a:extLst>
              <a:ext uri="{FF2B5EF4-FFF2-40B4-BE49-F238E27FC236}">
                <a16:creationId xmlns:a16="http://schemas.microsoft.com/office/drawing/2014/main" id="{16B8B225-0DAF-45CA-B2C3-9CADC465CBF2}"/>
              </a:ext>
            </a:extLst>
          </p:cNvPr>
          <p:cNvSpPr>
            <a:spLocks noGrp="1"/>
          </p:cNvSpPr>
          <p:nvPr/>
        </p:nvSpPr>
        <p:spPr>
          <a:xfrm>
            <a:off x="3119883" y="20780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" name="F2_precision_recall_distributions_3163">
            <a:extLst>
              <a:ext uri="{FF2B5EF4-FFF2-40B4-BE49-F238E27FC236}">
                <a16:creationId xmlns:a16="http://schemas.microsoft.com/office/drawing/2014/main" id="{BAFA0BC4-485F-4BF0-B449-AE186EF50DEA}"/>
              </a:ext>
            </a:extLst>
          </p:cNvPr>
          <p:cNvSpPr>
            <a:spLocks noGrp="1"/>
          </p:cNvSpPr>
          <p:nvPr/>
        </p:nvSpPr>
        <p:spPr>
          <a:xfrm>
            <a:off x="2864088" y="18334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" name="F2_precision_recall_distributions_3164">
            <a:extLst>
              <a:ext uri="{FF2B5EF4-FFF2-40B4-BE49-F238E27FC236}">
                <a16:creationId xmlns:a16="http://schemas.microsoft.com/office/drawing/2014/main" id="{5AE4014B-C72C-4802-92AA-3B6351A858F2}"/>
              </a:ext>
            </a:extLst>
          </p:cNvPr>
          <p:cNvSpPr>
            <a:spLocks noGrp="1"/>
          </p:cNvSpPr>
          <p:nvPr/>
        </p:nvSpPr>
        <p:spPr>
          <a:xfrm>
            <a:off x="2997175" y="16797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" name="F2_precision_recall_distributions_3165">
            <a:extLst>
              <a:ext uri="{FF2B5EF4-FFF2-40B4-BE49-F238E27FC236}">
                <a16:creationId xmlns:a16="http://schemas.microsoft.com/office/drawing/2014/main" id="{D72B7B4F-2C0B-47C6-A243-C276D8E6D069}"/>
              </a:ext>
            </a:extLst>
          </p:cNvPr>
          <p:cNvSpPr>
            <a:spLocks noGrp="1"/>
          </p:cNvSpPr>
          <p:nvPr/>
        </p:nvSpPr>
        <p:spPr>
          <a:xfrm>
            <a:off x="3135334" y="21546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" name="F2_precision_recall_distributions_3166">
            <a:extLst>
              <a:ext uri="{FF2B5EF4-FFF2-40B4-BE49-F238E27FC236}">
                <a16:creationId xmlns:a16="http://schemas.microsoft.com/office/drawing/2014/main" id="{8A757194-52E6-4044-979A-4BA2200FE545}"/>
              </a:ext>
            </a:extLst>
          </p:cNvPr>
          <p:cNvSpPr>
            <a:spLocks noGrp="1"/>
          </p:cNvSpPr>
          <p:nvPr/>
        </p:nvSpPr>
        <p:spPr>
          <a:xfrm>
            <a:off x="2896783" y="17220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" name="F2_precision_recall_distributions_3167">
            <a:extLst>
              <a:ext uri="{FF2B5EF4-FFF2-40B4-BE49-F238E27FC236}">
                <a16:creationId xmlns:a16="http://schemas.microsoft.com/office/drawing/2014/main" id="{7FA37C2E-CBA8-4E3F-B23D-828D636CEDB7}"/>
              </a:ext>
            </a:extLst>
          </p:cNvPr>
          <p:cNvSpPr>
            <a:spLocks noGrp="1"/>
          </p:cNvSpPr>
          <p:nvPr/>
        </p:nvSpPr>
        <p:spPr>
          <a:xfrm>
            <a:off x="2914974" y="227501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" name="F2_precision_recall_distributions_3168">
            <a:extLst>
              <a:ext uri="{FF2B5EF4-FFF2-40B4-BE49-F238E27FC236}">
                <a16:creationId xmlns:a16="http://schemas.microsoft.com/office/drawing/2014/main" id="{D1DE2A67-4BF5-4757-85A0-E871EA3CB2FF}"/>
              </a:ext>
            </a:extLst>
          </p:cNvPr>
          <p:cNvSpPr>
            <a:spLocks noGrp="1"/>
          </p:cNvSpPr>
          <p:nvPr/>
        </p:nvSpPr>
        <p:spPr>
          <a:xfrm>
            <a:off x="2919741" y="17305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" name="F2_precision_recall_distributions_3169">
            <a:extLst>
              <a:ext uri="{FF2B5EF4-FFF2-40B4-BE49-F238E27FC236}">
                <a16:creationId xmlns:a16="http://schemas.microsoft.com/office/drawing/2014/main" id="{2C4C70C6-1233-40DD-B50F-606ACC588739}"/>
              </a:ext>
            </a:extLst>
          </p:cNvPr>
          <p:cNvSpPr>
            <a:spLocks noGrp="1"/>
          </p:cNvSpPr>
          <p:nvPr/>
        </p:nvSpPr>
        <p:spPr>
          <a:xfrm>
            <a:off x="3162214" y="17944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" name="F2_precision_recall_distributions_3170">
            <a:extLst>
              <a:ext uri="{FF2B5EF4-FFF2-40B4-BE49-F238E27FC236}">
                <a16:creationId xmlns:a16="http://schemas.microsoft.com/office/drawing/2014/main" id="{69190236-5EE5-4811-8518-AFEAE5C10F79}"/>
              </a:ext>
            </a:extLst>
          </p:cNvPr>
          <p:cNvSpPr>
            <a:spLocks noGrp="1"/>
          </p:cNvSpPr>
          <p:nvPr/>
        </p:nvSpPr>
        <p:spPr>
          <a:xfrm>
            <a:off x="2832523" y="17344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" name="F2_precision_recall_distributions_3171">
            <a:extLst>
              <a:ext uri="{FF2B5EF4-FFF2-40B4-BE49-F238E27FC236}">
                <a16:creationId xmlns:a16="http://schemas.microsoft.com/office/drawing/2014/main" id="{8DAD5575-F8D4-4B0E-A49E-6E898E8F3DD0}"/>
              </a:ext>
            </a:extLst>
          </p:cNvPr>
          <p:cNvSpPr>
            <a:spLocks noGrp="1"/>
          </p:cNvSpPr>
          <p:nvPr/>
        </p:nvSpPr>
        <p:spPr>
          <a:xfrm>
            <a:off x="2962924" y="22224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" name="F2_precision_recall_distributions_3172">
            <a:extLst>
              <a:ext uri="{FF2B5EF4-FFF2-40B4-BE49-F238E27FC236}">
                <a16:creationId xmlns:a16="http://schemas.microsoft.com/office/drawing/2014/main" id="{15575F7B-E98A-4D32-A0F3-26FA02B4FF61}"/>
              </a:ext>
            </a:extLst>
          </p:cNvPr>
          <p:cNvSpPr>
            <a:spLocks noGrp="1"/>
          </p:cNvSpPr>
          <p:nvPr/>
        </p:nvSpPr>
        <p:spPr>
          <a:xfrm>
            <a:off x="3004847" y="18819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" name="F2_precision_recall_distributions_3173">
            <a:extLst>
              <a:ext uri="{FF2B5EF4-FFF2-40B4-BE49-F238E27FC236}">
                <a16:creationId xmlns:a16="http://schemas.microsoft.com/office/drawing/2014/main" id="{B53A18AE-F3D8-4D2E-9969-34968E7D923D}"/>
              </a:ext>
            </a:extLst>
          </p:cNvPr>
          <p:cNvSpPr>
            <a:spLocks noGrp="1"/>
          </p:cNvSpPr>
          <p:nvPr/>
        </p:nvSpPr>
        <p:spPr>
          <a:xfrm>
            <a:off x="2844539" y="20803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" name="F2_precision_recall_distributions_3174">
            <a:extLst>
              <a:ext uri="{FF2B5EF4-FFF2-40B4-BE49-F238E27FC236}">
                <a16:creationId xmlns:a16="http://schemas.microsoft.com/office/drawing/2014/main" id="{5B7BB28E-AB4D-4A2F-8A90-E5554A38B4BA}"/>
              </a:ext>
            </a:extLst>
          </p:cNvPr>
          <p:cNvSpPr>
            <a:spLocks noGrp="1"/>
          </p:cNvSpPr>
          <p:nvPr/>
        </p:nvSpPr>
        <p:spPr>
          <a:xfrm>
            <a:off x="3162729" y="17651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" name="F2_precision_recall_distributions_3175">
            <a:extLst>
              <a:ext uri="{FF2B5EF4-FFF2-40B4-BE49-F238E27FC236}">
                <a16:creationId xmlns:a16="http://schemas.microsoft.com/office/drawing/2014/main" id="{C2129959-641D-49DE-AF7D-AAD7E7938D86}"/>
              </a:ext>
            </a:extLst>
          </p:cNvPr>
          <p:cNvSpPr>
            <a:spLocks noGrp="1"/>
          </p:cNvSpPr>
          <p:nvPr/>
        </p:nvSpPr>
        <p:spPr>
          <a:xfrm>
            <a:off x="2942044" y="190801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" name="F2_precision_recall_distributions_3176">
            <a:extLst>
              <a:ext uri="{FF2B5EF4-FFF2-40B4-BE49-F238E27FC236}">
                <a16:creationId xmlns:a16="http://schemas.microsoft.com/office/drawing/2014/main" id="{38250978-EDA4-46C5-8575-C2C16F5ED18D}"/>
              </a:ext>
            </a:extLst>
          </p:cNvPr>
          <p:cNvSpPr>
            <a:spLocks noGrp="1"/>
          </p:cNvSpPr>
          <p:nvPr/>
        </p:nvSpPr>
        <p:spPr>
          <a:xfrm>
            <a:off x="2914435" y="18194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" name="F2_precision_recall_distributions_3177">
            <a:extLst>
              <a:ext uri="{FF2B5EF4-FFF2-40B4-BE49-F238E27FC236}">
                <a16:creationId xmlns:a16="http://schemas.microsoft.com/office/drawing/2014/main" id="{82083DB8-577C-451A-B206-5E2A0B80A91D}"/>
              </a:ext>
            </a:extLst>
          </p:cNvPr>
          <p:cNvSpPr>
            <a:spLocks noGrp="1"/>
          </p:cNvSpPr>
          <p:nvPr/>
        </p:nvSpPr>
        <p:spPr>
          <a:xfrm>
            <a:off x="2943386" y="17860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" name="F2_precision_recall_distributions_3178">
            <a:extLst>
              <a:ext uri="{FF2B5EF4-FFF2-40B4-BE49-F238E27FC236}">
                <a16:creationId xmlns:a16="http://schemas.microsoft.com/office/drawing/2014/main" id="{2184638C-B099-481A-9089-F1D87133CD58}"/>
              </a:ext>
            </a:extLst>
          </p:cNvPr>
          <p:cNvSpPr>
            <a:spLocks noGrp="1"/>
          </p:cNvSpPr>
          <p:nvPr/>
        </p:nvSpPr>
        <p:spPr>
          <a:xfrm>
            <a:off x="3179520" y="16245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" name="F2_precision_recall_distributions_3179">
            <a:extLst>
              <a:ext uri="{FF2B5EF4-FFF2-40B4-BE49-F238E27FC236}">
                <a16:creationId xmlns:a16="http://schemas.microsoft.com/office/drawing/2014/main" id="{DD1117C6-A473-4F4B-8AEF-739219F1DFF0}"/>
              </a:ext>
            </a:extLst>
          </p:cNvPr>
          <p:cNvSpPr>
            <a:spLocks noGrp="1"/>
          </p:cNvSpPr>
          <p:nvPr/>
        </p:nvSpPr>
        <p:spPr>
          <a:xfrm>
            <a:off x="2973774" y="205332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" name="F2_precision_recall_distributions_3180">
            <a:extLst>
              <a:ext uri="{FF2B5EF4-FFF2-40B4-BE49-F238E27FC236}">
                <a16:creationId xmlns:a16="http://schemas.microsoft.com/office/drawing/2014/main" id="{3F36BEE2-10CD-49CD-A88A-1481DE396ABD}"/>
              </a:ext>
            </a:extLst>
          </p:cNvPr>
          <p:cNvSpPr>
            <a:spLocks noGrp="1"/>
          </p:cNvSpPr>
          <p:nvPr/>
        </p:nvSpPr>
        <p:spPr>
          <a:xfrm>
            <a:off x="3068819" y="19134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" name="F2_precision_recall_distributions_3181">
            <a:extLst>
              <a:ext uri="{FF2B5EF4-FFF2-40B4-BE49-F238E27FC236}">
                <a16:creationId xmlns:a16="http://schemas.microsoft.com/office/drawing/2014/main" id="{C2C9DF39-33D6-43E9-895E-0D1A5AD86385}"/>
              </a:ext>
            </a:extLst>
          </p:cNvPr>
          <p:cNvSpPr>
            <a:spLocks noGrp="1"/>
          </p:cNvSpPr>
          <p:nvPr/>
        </p:nvSpPr>
        <p:spPr>
          <a:xfrm>
            <a:off x="3046656" y="21307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" name="F2_precision_recall_distributions_3182">
            <a:extLst>
              <a:ext uri="{FF2B5EF4-FFF2-40B4-BE49-F238E27FC236}">
                <a16:creationId xmlns:a16="http://schemas.microsoft.com/office/drawing/2014/main" id="{03C57059-D407-429A-8956-9637F53227F6}"/>
              </a:ext>
            </a:extLst>
          </p:cNvPr>
          <p:cNvSpPr>
            <a:spLocks noGrp="1"/>
          </p:cNvSpPr>
          <p:nvPr/>
        </p:nvSpPr>
        <p:spPr>
          <a:xfrm>
            <a:off x="297228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" name="F2_precision_recall_distributions_3183">
            <a:extLst>
              <a:ext uri="{FF2B5EF4-FFF2-40B4-BE49-F238E27FC236}">
                <a16:creationId xmlns:a16="http://schemas.microsoft.com/office/drawing/2014/main" id="{24DFDD58-0A28-4DC1-9E0C-B22D3EFE1A73}"/>
              </a:ext>
            </a:extLst>
          </p:cNvPr>
          <p:cNvSpPr>
            <a:spLocks noGrp="1"/>
          </p:cNvSpPr>
          <p:nvPr/>
        </p:nvSpPr>
        <p:spPr>
          <a:xfrm>
            <a:off x="3114948" y="19167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" name="F2_precision_recall_distributions_3184">
            <a:extLst>
              <a:ext uri="{FF2B5EF4-FFF2-40B4-BE49-F238E27FC236}">
                <a16:creationId xmlns:a16="http://schemas.microsoft.com/office/drawing/2014/main" id="{D25BDE32-E798-4FC5-A518-F419744278C1}"/>
              </a:ext>
            </a:extLst>
          </p:cNvPr>
          <p:cNvSpPr>
            <a:spLocks noGrp="1"/>
          </p:cNvSpPr>
          <p:nvPr/>
        </p:nvSpPr>
        <p:spPr>
          <a:xfrm>
            <a:off x="290073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" name="F2_precision_recall_distributions_3185">
            <a:extLst>
              <a:ext uri="{FF2B5EF4-FFF2-40B4-BE49-F238E27FC236}">
                <a16:creationId xmlns:a16="http://schemas.microsoft.com/office/drawing/2014/main" id="{DDB039AA-B865-46C5-8715-593C189835A1}"/>
              </a:ext>
            </a:extLst>
          </p:cNvPr>
          <p:cNvSpPr>
            <a:spLocks noGrp="1"/>
          </p:cNvSpPr>
          <p:nvPr/>
        </p:nvSpPr>
        <p:spPr>
          <a:xfrm>
            <a:off x="307334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" name="F2_precision_recall_distributions_3186">
            <a:extLst>
              <a:ext uri="{FF2B5EF4-FFF2-40B4-BE49-F238E27FC236}">
                <a16:creationId xmlns:a16="http://schemas.microsoft.com/office/drawing/2014/main" id="{3C9FBB98-CA1B-483B-B109-29C5195CC9B7}"/>
              </a:ext>
            </a:extLst>
          </p:cNvPr>
          <p:cNvSpPr>
            <a:spLocks noGrp="1"/>
          </p:cNvSpPr>
          <p:nvPr/>
        </p:nvSpPr>
        <p:spPr>
          <a:xfrm>
            <a:off x="3842873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134" y="842186"/>
                </a:lnTo>
                <a:lnTo>
                  <a:pt x="20049" y="835606"/>
                </a:lnTo>
                <a:lnTo>
                  <a:pt x="43354" y="829027"/>
                </a:lnTo>
                <a:lnTo>
                  <a:pt x="72977" y="822447"/>
                </a:lnTo>
                <a:lnTo>
                  <a:pt x="106469" y="815868"/>
                </a:lnTo>
                <a:lnTo>
                  <a:pt x="141340" y="809288"/>
                </a:lnTo>
                <a:lnTo>
                  <a:pt x="175359" y="802708"/>
                </a:lnTo>
                <a:lnTo>
                  <a:pt x="206770" y="796129"/>
                </a:lnTo>
                <a:lnTo>
                  <a:pt x="234402" y="789549"/>
                </a:lnTo>
                <a:lnTo>
                  <a:pt x="257670" y="782970"/>
                </a:lnTo>
                <a:lnTo>
                  <a:pt x="276495" y="776390"/>
                </a:lnTo>
                <a:lnTo>
                  <a:pt x="291179" y="769811"/>
                </a:lnTo>
                <a:lnTo>
                  <a:pt x="302260" y="763231"/>
                </a:lnTo>
                <a:lnTo>
                  <a:pt x="310376" y="756651"/>
                </a:lnTo>
                <a:lnTo>
                  <a:pt x="316175" y="750072"/>
                </a:lnTo>
                <a:lnTo>
                  <a:pt x="320237" y="743492"/>
                </a:lnTo>
                <a:lnTo>
                  <a:pt x="323049" y="736913"/>
                </a:lnTo>
                <a:lnTo>
                  <a:pt x="324992" y="730333"/>
                </a:lnTo>
                <a:lnTo>
                  <a:pt x="326351" y="723754"/>
                </a:lnTo>
                <a:lnTo>
                  <a:pt x="327326" y="717174"/>
                </a:lnTo>
                <a:lnTo>
                  <a:pt x="328058" y="710594"/>
                </a:lnTo>
                <a:lnTo>
                  <a:pt x="328637" y="704015"/>
                </a:lnTo>
                <a:lnTo>
                  <a:pt x="329122" y="697435"/>
                </a:lnTo>
                <a:lnTo>
                  <a:pt x="329550" y="690856"/>
                </a:lnTo>
                <a:lnTo>
                  <a:pt x="329947" y="684276"/>
                </a:lnTo>
                <a:lnTo>
                  <a:pt x="330330" y="677697"/>
                </a:lnTo>
                <a:lnTo>
                  <a:pt x="330712" y="671117"/>
                </a:lnTo>
                <a:lnTo>
                  <a:pt x="331107" y="664537"/>
                </a:lnTo>
                <a:lnTo>
                  <a:pt x="331523" y="657958"/>
                </a:lnTo>
                <a:lnTo>
                  <a:pt x="331969" y="651378"/>
                </a:lnTo>
                <a:lnTo>
                  <a:pt x="332447" y="644799"/>
                </a:lnTo>
                <a:lnTo>
                  <a:pt x="332956" y="638219"/>
                </a:lnTo>
                <a:lnTo>
                  <a:pt x="333487" y="631639"/>
                </a:lnTo>
                <a:lnTo>
                  <a:pt x="334029" y="625060"/>
                </a:lnTo>
                <a:lnTo>
                  <a:pt x="334565" y="618480"/>
                </a:lnTo>
                <a:lnTo>
                  <a:pt x="335079" y="611901"/>
                </a:lnTo>
                <a:lnTo>
                  <a:pt x="335556" y="605321"/>
                </a:lnTo>
                <a:lnTo>
                  <a:pt x="335981" y="598742"/>
                </a:lnTo>
                <a:lnTo>
                  <a:pt x="336346" y="592162"/>
                </a:lnTo>
                <a:lnTo>
                  <a:pt x="336647" y="585582"/>
                </a:lnTo>
                <a:lnTo>
                  <a:pt x="336883" y="579003"/>
                </a:lnTo>
                <a:lnTo>
                  <a:pt x="337056" y="572423"/>
                </a:lnTo>
                <a:lnTo>
                  <a:pt x="337171" y="565844"/>
                </a:lnTo>
                <a:lnTo>
                  <a:pt x="337233" y="559264"/>
                </a:lnTo>
                <a:lnTo>
                  <a:pt x="337247" y="552685"/>
                </a:lnTo>
                <a:lnTo>
                  <a:pt x="337215" y="546105"/>
                </a:lnTo>
                <a:lnTo>
                  <a:pt x="337140" y="539525"/>
                </a:lnTo>
                <a:lnTo>
                  <a:pt x="337023" y="532946"/>
                </a:lnTo>
                <a:lnTo>
                  <a:pt x="336867" y="526366"/>
                </a:lnTo>
                <a:lnTo>
                  <a:pt x="336672" y="519787"/>
                </a:lnTo>
                <a:lnTo>
                  <a:pt x="336443" y="513207"/>
                </a:lnTo>
                <a:lnTo>
                  <a:pt x="336185" y="506627"/>
                </a:lnTo>
                <a:lnTo>
                  <a:pt x="335904" y="500048"/>
                </a:lnTo>
                <a:lnTo>
                  <a:pt x="335612" y="493468"/>
                </a:lnTo>
                <a:lnTo>
                  <a:pt x="335319" y="486889"/>
                </a:lnTo>
                <a:lnTo>
                  <a:pt x="335038" y="480309"/>
                </a:lnTo>
                <a:lnTo>
                  <a:pt x="334780" y="473730"/>
                </a:lnTo>
                <a:lnTo>
                  <a:pt x="334559" y="467150"/>
                </a:lnTo>
                <a:lnTo>
                  <a:pt x="334381" y="460570"/>
                </a:lnTo>
                <a:lnTo>
                  <a:pt x="334252" y="453991"/>
                </a:lnTo>
                <a:lnTo>
                  <a:pt x="334171" y="447411"/>
                </a:lnTo>
                <a:lnTo>
                  <a:pt x="334135" y="440832"/>
                </a:lnTo>
                <a:lnTo>
                  <a:pt x="334135" y="434252"/>
                </a:lnTo>
                <a:lnTo>
                  <a:pt x="334160" y="427673"/>
                </a:lnTo>
                <a:lnTo>
                  <a:pt x="334198" y="421093"/>
                </a:lnTo>
                <a:lnTo>
                  <a:pt x="334240" y="414513"/>
                </a:lnTo>
                <a:lnTo>
                  <a:pt x="334277" y="407934"/>
                </a:lnTo>
                <a:lnTo>
                  <a:pt x="334308" y="401354"/>
                </a:lnTo>
                <a:lnTo>
                  <a:pt x="334335" y="394775"/>
                </a:lnTo>
                <a:lnTo>
                  <a:pt x="334362" y="388195"/>
                </a:lnTo>
                <a:lnTo>
                  <a:pt x="334397" y="381616"/>
                </a:lnTo>
                <a:lnTo>
                  <a:pt x="334449" y="375036"/>
                </a:lnTo>
                <a:lnTo>
                  <a:pt x="334525" y="368456"/>
                </a:lnTo>
                <a:lnTo>
                  <a:pt x="334631" y="361877"/>
                </a:lnTo>
                <a:lnTo>
                  <a:pt x="334768" y="355297"/>
                </a:lnTo>
                <a:lnTo>
                  <a:pt x="334938" y="348718"/>
                </a:lnTo>
                <a:lnTo>
                  <a:pt x="335137" y="342138"/>
                </a:lnTo>
                <a:lnTo>
                  <a:pt x="335359" y="335558"/>
                </a:lnTo>
                <a:lnTo>
                  <a:pt x="335599" y="328979"/>
                </a:lnTo>
                <a:lnTo>
                  <a:pt x="335847" y="322399"/>
                </a:lnTo>
                <a:lnTo>
                  <a:pt x="336095" y="315820"/>
                </a:lnTo>
                <a:lnTo>
                  <a:pt x="336335" y="309240"/>
                </a:lnTo>
                <a:lnTo>
                  <a:pt x="336560" y="302661"/>
                </a:lnTo>
                <a:lnTo>
                  <a:pt x="336763" y="296081"/>
                </a:lnTo>
                <a:lnTo>
                  <a:pt x="336941" y="289501"/>
                </a:lnTo>
                <a:lnTo>
                  <a:pt x="337092" y="282922"/>
                </a:lnTo>
                <a:lnTo>
                  <a:pt x="337215" y="276342"/>
                </a:lnTo>
                <a:lnTo>
                  <a:pt x="337312" y="269763"/>
                </a:lnTo>
                <a:lnTo>
                  <a:pt x="337385" y="263183"/>
                </a:lnTo>
                <a:lnTo>
                  <a:pt x="337439" y="256604"/>
                </a:lnTo>
                <a:lnTo>
                  <a:pt x="337478" y="250024"/>
                </a:lnTo>
                <a:lnTo>
                  <a:pt x="337504" y="243444"/>
                </a:lnTo>
                <a:lnTo>
                  <a:pt x="337522" y="236865"/>
                </a:lnTo>
                <a:lnTo>
                  <a:pt x="337533" y="230285"/>
                </a:lnTo>
                <a:lnTo>
                  <a:pt x="337539" y="223706"/>
                </a:lnTo>
                <a:lnTo>
                  <a:pt x="337543" y="217126"/>
                </a:lnTo>
                <a:lnTo>
                  <a:pt x="337546" y="210546"/>
                </a:lnTo>
                <a:lnTo>
                  <a:pt x="337547" y="203967"/>
                </a:lnTo>
                <a:lnTo>
                  <a:pt x="337548" y="197387"/>
                </a:lnTo>
                <a:lnTo>
                  <a:pt x="337548" y="190808"/>
                </a:lnTo>
                <a:lnTo>
                  <a:pt x="337548" y="184228"/>
                </a:lnTo>
                <a:lnTo>
                  <a:pt x="337548" y="177649"/>
                </a:lnTo>
                <a:lnTo>
                  <a:pt x="337548" y="171069"/>
                </a:lnTo>
                <a:lnTo>
                  <a:pt x="337548" y="164489"/>
                </a:lnTo>
                <a:lnTo>
                  <a:pt x="337548" y="157910"/>
                </a:lnTo>
                <a:lnTo>
                  <a:pt x="337548" y="151330"/>
                </a:lnTo>
                <a:lnTo>
                  <a:pt x="337548" y="144751"/>
                </a:lnTo>
                <a:lnTo>
                  <a:pt x="337548" y="138171"/>
                </a:lnTo>
                <a:lnTo>
                  <a:pt x="337548" y="131592"/>
                </a:lnTo>
                <a:lnTo>
                  <a:pt x="337548" y="125012"/>
                </a:lnTo>
                <a:lnTo>
                  <a:pt x="337548" y="118432"/>
                </a:lnTo>
                <a:lnTo>
                  <a:pt x="337548" y="111853"/>
                </a:lnTo>
                <a:lnTo>
                  <a:pt x="337548" y="105273"/>
                </a:lnTo>
                <a:lnTo>
                  <a:pt x="337548" y="98694"/>
                </a:lnTo>
                <a:lnTo>
                  <a:pt x="337548" y="92114"/>
                </a:lnTo>
                <a:lnTo>
                  <a:pt x="337548" y="85535"/>
                </a:lnTo>
                <a:lnTo>
                  <a:pt x="337548" y="78955"/>
                </a:lnTo>
                <a:lnTo>
                  <a:pt x="337548" y="72375"/>
                </a:lnTo>
                <a:lnTo>
                  <a:pt x="337548" y="65796"/>
                </a:lnTo>
                <a:lnTo>
                  <a:pt x="337548" y="59216"/>
                </a:lnTo>
                <a:lnTo>
                  <a:pt x="337548" y="52637"/>
                </a:lnTo>
                <a:lnTo>
                  <a:pt x="337548" y="46057"/>
                </a:lnTo>
                <a:lnTo>
                  <a:pt x="337548" y="39477"/>
                </a:lnTo>
                <a:lnTo>
                  <a:pt x="337548" y="32898"/>
                </a:lnTo>
                <a:lnTo>
                  <a:pt x="337548" y="26318"/>
                </a:lnTo>
                <a:lnTo>
                  <a:pt x="337548" y="19739"/>
                </a:lnTo>
                <a:lnTo>
                  <a:pt x="337548" y="13159"/>
                </a:lnTo>
                <a:lnTo>
                  <a:pt x="337548" y="658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6580"/>
                </a:lnTo>
                <a:lnTo>
                  <a:pt x="337548" y="13159"/>
                </a:lnTo>
                <a:lnTo>
                  <a:pt x="337548" y="19739"/>
                </a:lnTo>
                <a:lnTo>
                  <a:pt x="337548" y="26318"/>
                </a:lnTo>
                <a:lnTo>
                  <a:pt x="337548" y="32898"/>
                </a:lnTo>
                <a:lnTo>
                  <a:pt x="337548" y="39477"/>
                </a:lnTo>
                <a:lnTo>
                  <a:pt x="337548" y="46057"/>
                </a:lnTo>
                <a:lnTo>
                  <a:pt x="337548" y="52637"/>
                </a:lnTo>
                <a:lnTo>
                  <a:pt x="337548" y="59216"/>
                </a:lnTo>
                <a:lnTo>
                  <a:pt x="337548" y="65796"/>
                </a:lnTo>
                <a:lnTo>
                  <a:pt x="337548" y="72375"/>
                </a:lnTo>
                <a:lnTo>
                  <a:pt x="337548" y="78955"/>
                </a:lnTo>
                <a:lnTo>
                  <a:pt x="337548" y="85535"/>
                </a:lnTo>
                <a:lnTo>
                  <a:pt x="337548" y="92114"/>
                </a:lnTo>
                <a:lnTo>
                  <a:pt x="337548" y="98694"/>
                </a:lnTo>
                <a:lnTo>
                  <a:pt x="337548" y="105273"/>
                </a:lnTo>
                <a:lnTo>
                  <a:pt x="337548" y="111853"/>
                </a:lnTo>
                <a:lnTo>
                  <a:pt x="337548" y="118432"/>
                </a:lnTo>
                <a:lnTo>
                  <a:pt x="337548" y="125012"/>
                </a:lnTo>
                <a:lnTo>
                  <a:pt x="337548" y="131592"/>
                </a:lnTo>
                <a:lnTo>
                  <a:pt x="337548" y="138171"/>
                </a:lnTo>
                <a:lnTo>
                  <a:pt x="337548" y="144751"/>
                </a:lnTo>
                <a:lnTo>
                  <a:pt x="337548" y="151330"/>
                </a:lnTo>
                <a:lnTo>
                  <a:pt x="337548" y="157910"/>
                </a:lnTo>
                <a:lnTo>
                  <a:pt x="337548" y="164489"/>
                </a:lnTo>
                <a:lnTo>
                  <a:pt x="337548" y="171069"/>
                </a:lnTo>
                <a:lnTo>
                  <a:pt x="337548" y="177649"/>
                </a:lnTo>
                <a:lnTo>
                  <a:pt x="337548" y="184228"/>
                </a:lnTo>
                <a:lnTo>
                  <a:pt x="337549" y="190808"/>
                </a:lnTo>
                <a:lnTo>
                  <a:pt x="337549" y="197387"/>
                </a:lnTo>
                <a:lnTo>
                  <a:pt x="337550" y="203967"/>
                </a:lnTo>
                <a:lnTo>
                  <a:pt x="337551" y="210546"/>
                </a:lnTo>
                <a:lnTo>
                  <a:pt x="337553" y="217126"/>
                </a:lnTo>
                <a:lnTo>
                  <a:pt x="337557" y="223706"/>
                </a:lnTo>
                <a:lnTo>
                  <a:pt x="337564" y="230285"/>
                </a:lnTo>
                <a:lnTo>
                  <a:pt x="337575" y="236865"/>
                </a:lnTo>
                <a:lnTo>
                  <a:pt x="337592" y="243444"/>
                </a:lnTo>
                <a:lnTo>
                  <a:pt x="337619" y="250024"/>
                </a:lnTo>
                <a:lnTo>
                  <a:pt x="337657" y="256604"/>
                </a:lnTo>
                <a:lnTo>
                  <a:pt x="337711" y="263183"/>
                </a:lnTo>
                <a:lnTo>
                  <a:pt x="337785" y="269763"/>
                </a:lnTo>
                <a:lnTo>
                  <a:pt x="337882" y="276342"/>
                </a:lnTo>
                <a:lnTo>
                  <a:pt x="338005" y="282922"/>
                </a:lnTo>
                <a:lnTo>
                  <a:pt x="338155" y="289501"/>
                </a:lnTo>
                <a:lnTo>
                  <a:pt x="338333" y="296081"/>
                </a:lnTo>
                <a:lnTo>
                  <a:pt x="338537" y="302661"/>
                </a:lnTo>
                <a:lnTo>
                  <a:pt x="338761" y="309240"/>
                </a:lnTo>
                <a:lnTo>
                  <a:pt x="339002" y="315820"/>
                </a:lnTo>
                <a:lnTo>
                  <a:pt x="339250" y="322399"/>
                </a:lnTo>
                <a:lnTo>
                  <a:pt x="339498" y="328979"/>
                </a:lnTo>
                <a:lnTo>
                  <a:pt x="339737" y="335558"/>
                </a:lnTo>
                <a:lnTo>
                  <a:pt x="339960" y="342138"/>
                </a:lnTo>
                <a:lnTo>
                  <a:pt x="340158" y="348718"/>
                </a:lnTo>
                <a:lnTo>
                  <a:pt x="340328" y="355297"/>
                </a:lnTo>
                <a:lnTo>
                  <a:pt x="340466" y="361877"/>
                </a:lnTo>
                <a:lnTo>
                  <a:pt x="340572" y="368456"/>
                </a:lnTo>
                <a:lnTo>
                  <a:pt x="340648" y="375036"/>
                </a:lnTo>
                <a:lnTo>
                  <a:pt x="340700" y="381616"/>
                </a:lnTo>
                <a:lnTo>
                  <a:pt x="340735" y="388195"/>
                </a:lnTo>
                <a:lnTo>
                  <a:pt x="340762" y="394775"/>
                </a:lnTo>
                <a:lnTo>
                  <a:pt x="340788" y="401354"/>
                </a:lnTo>
                <a:lnTo>
                  <a:pt x="340819" y="407934"/>
                </a:lnTo>
                <a:lnTo>
                  <a:pt x="340857" y="414513"/>
                </a:lnTo>
                <a:lnTo>
                  <a:pt x="340898" y="421093"/>
                </a:lnTo>
                <a:lnTo>
                  <a:pt x="340937" y="427673"/>
                </a:lnTo>
                <a:lnTo>
                  <a:pt x="340961" y="434252"/>
                </a:lnTo>
                <a:lnTo>
                  <a:pt x="340961" y="440832"/>
                </a:lnTo>
                <a:lnTo>
                  <a:pt x="340925" y="447411"/>
                </a:lnTo>
                <a:lnTo>
                  <a:pt x="340845" y="453991"/>
                </a:lnTo>
                <a:lnTo>
                  <a:pt x="340716" y="460570"/>
                </a:lnTo>
                <a:lnTo>
                  <a:pt x="340538" y="467150"/>
                </a:lnTo>
                <a:lnTo>
                  <a:pt x="340316" y="473730"/>
                </a:lnTo>
                <a:lnTo>
                  <a:pt x="340059" y="480309"/>
                </a:lnTo>
                <a:lnTo>
                  <a:pt x="339778" y="486889"/>
                </a:lnTo>
                <a:lnTo>
                  <a:pt x="339485" y="493468"/>
                </a:lnTo>
                <a:lnTo>
                  <a:pt x="339192" y="500048"/>
                </a:lnTo>
                <a:lnTo>
                  <a:pt x="338912" y="506627"/>
                </a:lnTo>
                <a:lnTo>
                  <a:pt x="338654" y="513207"/>
                </a:lnTo>
                <a:lnTo>
                  <a:pt x="338424" y="519787"/>
                </a:lnTo>
                <a:lnTo>
                  <a:pt x="338230" y="526366"/>
                </a:lnTo>
                <a:lnTo>
                  <a:pt x="338073" y="532946"/>
                </a:lnTo>
                <a:lnTo>
                  <a:pt x="337957" y="539525"/>
                </a:lnTo>
                <a:lnTo>
                  <a:pt x="337882" y="546105"/>
                </a:lnTo>
                <a:lnTo>
                  <a:pt x="337850" y="552685"/>
                </a:lnTo>
                <a:lnTo>
                  <a:pt x="337863" y="559264"/>
                </a:lnTo>
                <a:lnTo>
                  <a:pt x="337925" y="565844"/>
                </a:lnTo>
                <a:lnTo>
                  <a:pt x="338041" y="572423"/>
                </a:lnTo>
                <a:lnTo>
                  <a:pt x="338214" y="579003"/>
                </a:lnTo>
                <a:lnTo>
                  <a:pt x="338450" y="585582"/>
                </a:lnTo>
                <a:lnTo>
                  <a:pt x="338750" y="592162"/>
                </a:lnTo>
                <a:lnTo>
                  <a:pt x="339116" y="598742"/>
                </a:lnTo>
                <a:lnTo>
                  <a:pt x="339541" y="605321"/>
                </a:lnTo>
                <a:lnTo>
                  <a:pt x="340017" y="611901"/>
                </a:lnTo>
                <a:lnTo>
                  <a:pt x="340531" y="618480"/>
                </a:lnTo>
                <a:lnTo>
                  <a:pt x="341068" y="625060"/>
                </a:lnTo>
                <a:lnTo>
                  <a:pt x="341609" y="631639"/>
                </a:lnTo>
                <a:lnTo>
                  <a:pt x="342141" y="638219"/>
                </a:lnTo>
                <a:lnTo>
                  <a:pt x="342649" y="644799"/>
                </a:lnTo>
                <a:lnTo>
                  <a:pt x="343128" y="651378"/>
                </a:lnTo>
                <a:lnTo>
                  <a:pt x="343573" y="657958"/>
                </a:lnTo>
                <a:lnTo>
                  <a:pt x="343990" y="664537"/>
                </a:lnTo>
                <a:lnTo>
                  <a:pt x="344384" y="671117"/>
                </a:lnTo>
                <a:lnTo>
                  <a:pt x="344767" y="677697"/>
                </a:lnTo>
                <a:lnTo>
                  <a:pt x="345149" y="684276"/>
                </a:lnTo>
                <a:lnTo>
                  <a:pt x="345546" y="690856"/>
                </a:lnTo>
                <a:lnTo>
                  <a:pt x="345975" y="697435"/>
                </a:lnTo>
                <a:lnTo>
                  <a:pt x="346460" y="704015"/>
                </a:lnTo>
                <a:lnTo>
                  <a:pt x="347038" y="710594"/>
                </a:lnTo>
                <a:lnTo>
                  <a:pt x="347770" y="717174"/>
                </a:lnTo>
                <a:lnTo>
                  <a:pt x="348746" y="723754"/>
                </a:lnTo>
                <a:lnTo>
                  <a:pt x="350104" y="730333"/>
                </a:lnTo>
                <a:lnTo>
                  <a:pt x="352048" y="736913"/>
                </a:lnTo>
                <a:lnTo>
                  <a:pt x="354860" y="743492"/>
                </a:lnTo>
                <a:lnTo>
                  <a:pt x="358922" y="750072"/>
                </a:lnTo>
                <a:lnTo>
                  <a:pt x="364720" y="756651"/>
                </a:lnTo>
                <a:lnTo>
                  <a:pt x="372837" y="763231"/>
                </a:lnTo>
                <a:lnTo>
                  <a:pt x="383917" y="769811"/>
                </a:lnTo>
                <a:lnTo>
                  <a:pt x="398602" y="776390"/>
                </a:lnTo>
                <a:lnTo>
                  <a:pt x="417427" y="782970"/>
                </a:lnTo>
                <a:lnTo>
                  <a:pt x="440694" y="789549"/>
                </a:lnTo>
                <a:lnTo>
                  <a:pt x="468326" y="796129"/>
                </a:lnTo>
                <a:lnTo>
                  <a:pt x="499738" y="802708"/>
                </a:lnTo>
                <a:lnTo>
                  <a:pt x="533756" y="809288"/>
                </a:lnTo>
                <a:lnTo>
                  <a:pt x="568627" y="815868"/>
                </a:lnTo>
                <a:lnTo>
                  <a:pt x="602119" y="822447"/>
                </a:lnTo>
                <a:lnTo>
                  <a:pt x="631742" y="829027"/>
                </a:lnTo>
                <a:lnTo>
                  <a:pt x="655048" y="835606"/>
                </a:lnTo>
                <a:lnTo>
                  <a:pt x="669962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373" name="F2_precision_recall_distributions_3187">
            <a:extLst>
              <a:ext uri="{FF2B5EF4-FFF2-40B4-BE49-F238E27FC236}">
                <a16:creationId xmlns:a16="http://schemas.microsoft.com/office/drawing/2014/main" id="{A59A9DE2-506D-45DC-AC03-B1D7C0B87190}"/>
              </a:ext>
            </a:extLst>
          </p:cNvPr>
          <p:cNvSpPr>
            <a:spLocks noGrp="1"/>
          </p:cNvSpPr>
          <p:nvPr/>
        </p:nvSpPr>
        <p:spPr>
          <a:xfrm>
            <a:off x="418787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" name="F2_precision_recall_distributions_3188">
            <a:extLst>
              <a:ext uri="{FF2B5EF4-FFF2-40B4-BE49-F238E27FC236}">
                <a16:creationId xmlns:a16="http://schemas.microsoft.com/office/drawing/2014/main" id="{67A3A5DD-CAF4-4A2C-ADAB-3745F2517786}"/>
              </a:ext>
            </a:extLst>
          </p:cNvPr>
          <p:cNvSpPr>
            <a:spLocks noGrp="1"/>
          </p:cNvSpPr>
          <p:nvPr/>
        </p:nvSpPr>
        <p:spPr>
          <a:xfrm>
            <a:off x="415627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" name="F2_precision_recall_distributions_3189">
            <a:extLst>
              <a:ext uri="{FF2B5EF4-FFF2-40B4-BE49-F238E27FC236}">
                <a16:creationId xmlns:a16="http://schemas.microsoft.com/office/drawing/2014/main" id="{02CC389E-0A8C-44B8-ACC1-5539351D410F}"/>
              </a:ext>
            </a:extLst>
          </p:cNvPr>
          <p:cNvSpPr>
            <a:spLocks noGrp="1"/>
          </p:cNvSpPr>
          <p:nvPr/>
        </p:nvSpPr>
        <p:spPr>
          <a:xfrm>
            <a:off x="4211131" y="23398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" name="F2_precision_recall_distributions_3190">
            <a:extLst>
              <a:ext uri="{FF2B5EF4-FFF2-40B4-BE49-F238E27FC236}">
                <a16:creationId xmlns:a16="http://schemas.microsoft.com/office/drawing/2014/main" id="{83B27CCB-180D-492B-8835-36B5EA5FB165}"/>
              </a:ext>
            </a:extLst>
          </p:cNvPr>
          <p:cNvSpPr>
            <a:spLocks noGrp="1"/>
          </p:cNvSpPr>
          <p:nvPr/>
        </p:nvSpPr>
        <p:spPr>
          <a:xfrm>
            <a:off x="41909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" name="F2_precision_recall_distributions_3191">
            <a:extLst>
              <a:ext uri="{FF2B5EF4-FFF2-40B4-BE49-F238E27FC236}">
                <a16:creationId xmlns:a16="http://schemas.microsoft.com/office/drawing/2014/main" id="{6EDEDC97-7587-4C2F-A79D-885154C458E1}"/>
              </a:ext>
            </a:extLst>
          </p:cNvPr>
          <p:cNvSpPr>
            <a:spLocks noGrp="1"/>
          </p:cNvSpPr>
          <p:nvPr/>
        </p:nvSpPr>
        <p:spPr>
          <a:xfrm>
            <a:off x="4315495" y="233004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" name="F2_precision_recall_distributions_3192">
            <a:extLst>
              <a:ext uri="{FF2B5EF4-FFF2-40B4-BE49-F238E27FC236}">
                <a16:creationId xmlns:a16="http://schemas.microsoft.com/office/drawing/2014/main" id="{4329C3FF-F3C4-4B15-B937-2C9C182EF304}"/>
              </a:ext>
            </a:extLst>
          </p:cNvPr>
          <p:cNvSpPr>
            <a:spLocks noGrp="1"/>
          </p:cNvSpPr>
          <p:nvPr/>
        </p:nvSpPr>
        <p:spPr>
          <a:xfrm>
            <a:off x="410583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" name="F2_precision_recall_distributions_3193">
            <a:extLst>
              <a:ext uri="{FF2B5EF4-FFF2-40B4-BE49-F238E27FC236}">
                <a16:creationId xmlns:a16="http://schemas.microsoft.com/office/drawing/2014/main" id="{397760AD-6386-4CB4-B77B-9FF69F9048DF}"/>
              </a:ext>
            </a:extLst>
          </p:cNvPr>
          <p:cNvSpPr>
            <a:spLocks noGrp="1"/>
          </p:cNvSpPr>
          <p:nvPr/>
        </p:nvSpPr>
        <p:spPr>
          <a:xfrm>
            <a:off x="407872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" name="F2_precision_recall_distributions_3194">
            <a:extLst>
              <a:ext uri="{FF2B5EF4-FFF2-40B4-BE49-F238E27FC236}">
                <a16:creationId xmlns:a16="http://schemas.microsoft.com/office/drawing/2014/main" id="{564F0720-5D52-4A2E-80CB-CB74D8515BC4}"/>
              </a:ext>
            </a:extLst>
          </p:cNvPr>
          <p:cNvSpPr>
            <a:spLocks noGrp="1"/>
          </p:cNvSpPr>
          <p:nvPr/>
        </p:nvSpPr>
        <p:spPr>
          <a:xfrm>
            <a:off x="4170901" y="23350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" name="F2_precision_recall_distributions_3195">
            <a:extLst>
              <a:ext uri="{FF2B5EF4-FFF2-40B4-BE49-F238E27FC236}">
                <a16:creationId xmlns:a16="http://schemas.microsoft.com/office/drawing/2014/main" id="{8B54C283-02F0-47D0-93F9-D9333B1C8130}"/>
              </a:ext>
            </a:extLst>
          </p:cNvPr>
          <p:cNvSpPr>
            <a:spLocks noGrp="1"/>
          </p:cNvSpPr>
          <p:nvPr/>
        </p:nvSpPr>
        <p:spPr>
          <a:xfrm>
            <a:off x="419972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" name="F2_precision_recall_distributions_3196">
            <a:extLst>
              <a:ext uri="{FF2B5EF4-FFF2-40B4-BE49-F238E27FC236}">
                <a16:creationId xmlns:a16="http://schemas.microsoft.com/office/drawing/2014/main" id="{8051C2AA-D715-4A9D-84BD-1B1B48EB879F}"/>
              </a:ext>
            </a:extLst>
          </p:cNvPr>
          <p:cNvSpPr>
            <a:spLocks noGrp="1"/>
          </p:cNvSpPr>
          <p:nvPr/>
        </p:nvSpPr>
        <p:spPr>
          <a:xfrm>
            <a:off x="4092905" y="23399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" name="F2_precision_recall_distributions_3197">
            <a:extLst>
              <a:ext uri="{FF2B5EF4-FFF2-40B4-BE49-F238E27FC236}">
                <a16:creationId xmlns:a16="http://schemas.microsoft.com/office/drawing/2014/main" id="{2EE16057-367A-4E03-B0C5-519CB2E05F82}"/>
              </a:ext>
            </a:extLst>
          </p:cNvPr>
          <p:cNvSpPr>
            <a:spLocks noGrp="1"/>
          </p:cNvSpPr>
          <p:nvPr/>
        </p:nvSpPr>
        <p:spPr>
          <a:xfrm>
            <a:off x="4256797" y="21312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" name="F2_precision_recall_distributions_3198">
            <a:extLst>
              <a:ext uri="{FF2B5EF4-FFF2-40B4-BE49-F238E27FC236}">
                <a16:creationId xmlns:a16="http://schemas.microsoft.com/office/drawing/2014/main" id="{429160F7-9C44-48D5-B3BD-DB539471F1FE}"/>
              </a:ext>
            </a:extLst>
          </p:cNvPr>
          <p:cNvSpPr>
            <a:spLocks noGrp="1"/>
          </p:cNvSpPr>
          <p:nvPr/>
        </p:nvSpPr>
        <p:spPr>
          <a:xfrm>
            <a:off x="4092150" y="22818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" name="F2_precision_recall_distributions_3199">
            <a:extLst>
              <a:ext uri="{FF2B5EF4-FFF2-40B4-BE49-F238E27FC236}">
                <a16:creationId xmlns:a16="http://schemas.microsoft.com/office/drawing/2014/main" id="{67F6A8BD-1776-487F-9070-A49594079870}"/>
              </a:ext>
            </a:extLst>
          </p:cNvPr>
          <p:cNvSpPr>
            <a:spLocks noGrp="1"/>
          </p:cNvSpPr>
          <p:nvPr/>
        </p:nvSpPr>
        <p:spPr>
          <a:xfrm>
            <a:off x="3986986" y="23397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" name="F2_precision_recall_distributions_3200">
            <a:extLst>
              <a:ext uri="{FF2B5EF4-FFF2-40B4-BE49-F238E27FC236}">
                <a16:creationId xmlns:a16="http://schemas.microsoft.com/office/drawing/2014/main" id="{B758771C-F30D-434A-A8CA-144D80D087BD}"/>
              </a:ext>
            </a:extLst>
          </p:cNvPr>
          <p:cNvSpPr>
            <a:spLocks noGrp="1"/>
          </p:cNvSpPr>
          <p:nvPr/>
        </p:nvSpPr>
        <p:spPr>
          <a:xfrm>
            <a:off x="417006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" name="F2_precision_recall_distributions_3201">
            <a:extLst>
              <a:ext uri="{FF2B5EF4-FFF2-40B4-BE49-F238E27FC236}">
                <a16:creationId xmlns:a16="http://schemas.microsoft.com/office/drawing/2014/main" id="{A2E61729-FB06-4304-A2B0-AB170B8D4816}"/>
              </a:ext>
            </a:extLst>
          </p:cNvPr>
          <p:cNvSpPr>
            <a:spLocks noGrp="1"/>
          </p:cNvSpPr>
          <p:nvPr/>
        </p:nvSpPr>
        <p:spPr>
          <a:xfrm>
            <a:off x="4298698" y="22117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" name="F2_precision_recall_distributions_3202">
            <a:extLst>
              <a:ext uri="{FF2B5EF4-FFF2-40B4-BE49-F238E27FC236}">
                <a16:creationId xmlns:a16="http://schemas.microsoft.com/office/drawing/2014/main" id="{93E1C386-21AA-47B6-A2F3-798E55A29E0A}"/>
              </a:ext>
            </a:extLst>
          </p:cNvPr>
          <p:cNvSpPr>
            <a:spLocks noGrp="1"/>
          </p:cNvSpPr>
          <p:nvPr/>
        </p:nvSpPr>
        <p:spPr>
          <a:xfrm>
            <a:off x="4258409" y="23379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" name="F2_precision_recall_distributions_3203">
            <a:extLst>
              <a:ext uri="{FF2B5EF4-FFF2-40B4-BE49-F238E27FC236}">
                <a16:creationId xmlns:a16="http://schemas.microsoft.com/office/drawing/2014/main" id="{BCC086F0-C42A-43DF-89FF-4A7169ABBD09}"/>
              </a:ext>
            </a:extLst>
          </p:cNvPr>
          <p:cNvSpPr>
            <a:spLocks noGrp="1"/>
          </p:cNvSpPr>
          <p:nvPr/>
        </p:nvSpPr>
        <p:spPr>
          <a:xfrm>
            <a:off x="40458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0" name="F2_precision_recall_distributions_3204">
            <a:extLst>
              <a:ext uri="{FF2B5EF4-FFF2-40B4-BE49-F238E27FC236}">
                <a16:creationId xmlns:a16="http://schemas.microsoft.com/office/drawing/2014/main" id="{5B9E92D8-0DF1-4843-AC41-B8FC39DE9D2B}"/>
              </a:ext>
            </a:extLst>
          </p:cNvPr>
          <p:cNvSpPr>
            <a:spLocks noGrp="1"/>
          </p:cNvSpPr>
          <p:nvPr/>
        </p:nvSpPr>
        <p:spPr>
          <a:xfrm>
            <a:off x="4052656" y="22462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" name="F2_precision_recall_distributions_3205">
            <a:extLst>
              <a:ext uri="{FF2B5EF4-FFF2-40B4-BE49-F238E27FC236}">
                <a16:creationId xmlns:a16="http://schemas.microsoft.com/office/drawing/2014/main" id="{70834F48-C7AF-4FF8-9FA4-39BFFA1F574C}"/>
              </a:ext>
            </a:extLst>
          </p:cNvPr>
          <p:cNvSpPr>
            <a:spLocks noGrp="1"/>
          </p:cNvSpPr>
          <p:nvPr/>
        </p:nvSpPr>
        <p:spPr>
          <a:xfrm>
            <a:off x="4099523" y="23203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" name="F2_precision_recall_distributions_3206">
            <a:extLst>
              <a:ext uri="{FF2B5EF4-FFF2-40B4-BE49-F238E27FC236}">
                <a16:creationId xmlns:a16="http://schemas.microsoft.com/office/drawing/2014/main" id="{16F47963-7740-4CB7-BE0F-1C5E4CCBE72A}"/>
              </a:ext>
            </a:extLst>
          </p:cNvPr>
          <p:cNvSpPr>
            <a:spLocks noGrp="1"/>
          </p:cNvSpPr>
          <p:nvPr/>
        </p:nvSpPr>
        <p:spPr>
          <a:xfrm>
            <a:off x="4186735" y="23360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" name="F2_precision_recall_distributions_3207">
            <a:extLst>
              <a:ext uri="{FF2B5EF4-FFF2-40B4-BE49-F238E27FC236}">
                <a16:creationId xmlns:a16="http://schemas.microsoft.com/office/drawing/2014/main" id="{6738E625-6656-4A0C-A5E0-D4E3B3F4EEAA}"/>
              </a:ext>
            </a:extLst>
          </p:cNvPr>
          <p:cNvSpPr>
            <a:spLocks noGrp="1"/>
          </p:cNvSpPr>
          <p:nvPr/>
        </p:nvSpPr>
        <p:spPr>
          <a:xfrm>
            <a:off x="4241817" y="23259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" name="F2_precision_recall_distributions_3208">
            <a:extLst>
              <a:ext uri="{FF2B5EF4-FFF2-40B4-BE49-F238E27FC236}">
                <a16:creationId xmlns:a16="http://schemas.microsoft.com/office/drawing/2014/main" id="{2710DD94-2F64-4C37-81BB-2FA6F7DB5A7F}"/>
              </a:ext>
            </a:extLst>
          </p:cNvPr>
          <p:cNvSpPr>
            <a:spLocks noGrp="1"/>
          </p:cNvSpPr>
          <p:nvPr/>
        </p:nvSpPr>
        <p:spPr>
          <a:xfrm>
            <a:off x="398322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" name="F2_precision_recall_distributions_3209">
            <a:extLst>
              <a:ext uri="{FF2B5EF4-FFF2-40B4-BE49-F238E27FC236}">
                <a16:creationId xmlns:a16="http://schemas.microsoft.com/office/drawing/2014/main" id="{7B91272E-D3D4-401E-9045-CA8F2EC583C7}"/>
              </a:ext>
            </a:extLst>
          </p:cNvPr>
          <p:cNvSpPr>
            <a:spLocks noGrp="1"/>
          </p:cNvSpPr>
          <p:nvPr/>
        </p:nvSpPr>
        <p:spPr>
          <a:xfrm>
            <a:off x="4057998" y="22407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" name="F2_precision_recall_distributions_3210">
            <a:extLst>
              <a:ext uri="{FF2B5EF4-FFF2-40B4-BE49-F238E27FC236}">
                <a16:creationId xmlns:a16="http://schemas.microsoft.com/office/drawing/2014/main" id="{00796AF0-FCF8-4B72-BF78-8B6AD5F3235A}"/>
              </a:ext>
            </a:extLst>
          </p:cNvPr>
          <p:cNvSpPr>
            <a:spLocks noGrp="1"/>
          </p:cNvSpPr>
          <p:nvPr/>
        </p:nvSpPr>
        <p:spPr>
          <a:xfrm>
            <a:off x="4341462" y="2156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" name="F2_precision_recall_distributions_3211">
            <a:extLst>
              <a:ext uri="{FF2B5EF4-FFF2-40B4-BE49-F238E27FC236}">
                <a16:creationId xmlns:a16="http://schemas.microsoft.com/office/drawing/2014/main" id="{C39E723C-3C40-4CF3-A8CA-5DEF5355FAA3}"/>
              </a:ext>
            </a:extLst>
          </p:cNvPr>
          <p:cNvSpPr>
            <a:spLocks noGrp="1"/>
          </p:cNvSpPr>
          <p:nvPr/>
        </p:nvSpPr>
        <p:spPr>
          <a:xfrm>
            <a:off x="419526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" name="F2_precision_recall_distributions_3212">
            <a:extLst>
              <a:ext uri="{FF2B5EF4-FFF2-40B4-BE49-F238E27FC236}">
                <a16:creationId xmlns:a16="http://schemas.microsoft.com/office/drawing/2014/main" id="{9EC60F0E-2364-46C2-BA56-3AFFEB03FF52}"/>
              </a:ext>
            </a:extLst>
          </p:cNvPr>
          <p:cNvSpPr>
            <a:spLocks noGrp="1"/>
          </p:cNvSpPr>
          <p:nvPr/>
        </p:nvSpPr>
        <p:spPr>
          <a:xfrm>
            <a:off x="40693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" name="F2_precision_recall_distributions_3213">
            <a:extLst>
              <a:ext uri="{FF2B5EF4-FFF2-40B4-BE49-F238E27FC236}">
                <a16:creationId xmlns:a16="http://schemas.microsoft.com/office/drawing/2014/main" id="{5F910661-C45F-4298-BCF6-57AB655A0688}"/>
              </a:ext>
            </a:extLst>
          </p:cNvPr>
          <p:cNvSpPr>
            <a:spLocks noGrp="1"/>
          </p:cNvSpPr>
          <p:nvPr/>
        </p:nvSpPr>
        <p:spPr>
          <a:xfrm>
            <a:off x="4329455" y="23399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" name="F2_precision_recall_distributions_3214">
            <a:extLst>
              <a:ext uri="{FF2B5EF4-FFF2-40B4-BE49-F238E27FC236}">
                <a16:creationId xmlns:a16="http://schemas.microsoft.com/office/drawing/2014/main" id="{C6560924-C10A-419B-A140-618E12F7EA28}"/>
              </a:ext>
            </a:extLst>
          </p:cNvPr>
          <p:cNvSpPr>
            <a:spLocks noGrp="1"/>
          </p:cNvSpPr>
          <p:nvPr/>
        </p:nvSpPr>
        <p:spPr>
          <a:xfrm>
            <a:off x="398792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" name="F2_precision_recall_distributions_3215">
            <a:extLst>
              <a:ext uri="{FF2B5EF4-FFF2-40B4-BE49-F238E27FC236}">
                <a16:creationId xmlns:a16="http://schemas.microsoft.com/office/drawing/2014/main" id="{A4AD26A8-B7C8-4985-B07B-7BEB621E8165}"/>
              </a:ext>
            </a:extLst>
          </p:cNvPr>
          <p:cNvSpPr>
            <a:spLocks noGrp="1"/>
          </p:cNvSpPr>
          <p:nvPr/>
        </p:nvSpPr>
        <p:spPr>
          <a:xfrm>
            <a:off x="4130375" y="23305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" name="F2_precision_recall_distributions_3216">
            <a:extLst>
              <a:ext uri="{FF2B5EF4-FFF2-40B4-BE49-F238E27FC236}">
                <a16:creationId xmlns:a16="http://schemas.microsoft.com/office/drawing/2014/main" id="{F2AF797D-6BCF-4CF8-878A-A757DF0A22FE}"/>
              </a:ext>
            </a:extLst>
          </p:cNvPr>
          <p:cNvSpPr>
            <a:spLocks noGrp="1"/>
          </p:cNvSpPr>
          <p:nvPr/>
        </p:nvSpPr>
        <p:spPr>
          <a:xfrm>
            <a:off x="4133559" y="22787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" name="F2_precision_recall_distributions_3217">
            <a:extLst>
              <a:ext uri="{FF2B5EF4-FFF2-40B4-BE49-F238E27FC236}">
                <a16:creationId xmlns:a16="http://schemas.microsoft.com/office/drawing/2014/main" id="{8B5881C9-C9EA-463E-8AC6-09F1B25DC98D}"/>
              </a:ext>
            </a:extLst>
          </p:cNvPr>
          <p:cNvSpPr>
            <a:spLocks noGrp="1"/>
          </p:cNvSpPr>
          <p:nvPr/>
        </p:nvSpPr>
        <p:spPr>
          <a:xfrm>
            <a:off x="429205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" name="F2_precision_recall_distributions_3218">
            <a:extLst>
              <a:ext uri="{FF2B5EF4-FFF2-40B4-BE49-F238E27FC236}">
                <a16:creationId xmlns:a16="http://schemas.microsoft.com/office/drawing/2014/main" id="{53818D61-2E9B-4589-B49B-22CD16EC89DC}"/>
              </a:ext>
            </a:extLst>
          </p:cNvPr>
          <p:cNvSpPr>
            <a:spLocks noGrp="1"/>
          </p:cNvSpPr>
          <p:nvPr/>
        </p:nvSpPr>
        <p:spPr>
          <a:xfrm>
            <a:off x="4055015" y="21902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" name="F2_precision_recall_distributions_3219">
            <a:extLst>
              <a:ext uri="{FF2B5EF4-FFF2-40B4-BE49-F238E27FC236}">
                <a16:creationId xmlns:a16="http://schemas.microsoft.com/office/drawing/2014/main" id="{100FF3C1-0C6A-4152-BC40-72C5CFFC5215}"/>
              </a:ext>
            </a:extLst>
          </p:cNvPr>
          <p:cNvSpPr>
            <a:spLocks noGrp="1"/>
          </p:cNvSpPr>
          <p:nvPr/>
        </p:nvSpPr>
        <p:spPr>
          <a:xfrm>
            <a:off x="402753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" name="F2_precision_recall_distributions_3220">
            <a:extLst>
              <a:ext uri="{FF2B5EF4-FFF2-40B4-BE49-F238E27FC236}">
                <a16:creationId xmlns:a16="http://schemas.microsoft.com/office/drawing/2014/main" id="{EFDED18E-5D8F-4C15-9552-BDC93C88BC7D}"/>
              </a:ext>
            </a:extLst>
          </p:cNvPr>
          <p:cNvSpPr>
            <a:spLocks noGrp="1"/>
          </p:cNvSpPr>
          <p:nvPr/>
        </p:nvSpPr>
        <p:spPr>
          <a:xfrm>
            <a:off x="4260203" y="23419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" name="F2_precision_recall_distributions_3221">
            <a:extLst>
              <a:ext uri="{FF2B5EF4-FFF2-40B4-BE49-F238E27FC236}">
                <a16:creationId xmlns:a16="http://schemas.microsoft.com/office/drawing/2014/main" id="{8DCB51D3-CD24-4F71-8FD3-94AA071C9D3D}"/>
              </a:ext>
            </a:extLst>
          </p:cNvPr>
          <p:cNvSpPr>
            <a:spLocks noGrp="1"/>
          </p:cNvSpPr>
          <p:nvPr/>
        </p:nvSpPr>
        <p:spPr>
          <a:xfrm>
            <a:off x="425451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" name="F2_precision_recall_distributions_3222">
            <a:extLst>
              <a:ext uri="{FF2B5EF4-FFF2-40B4-BE49-F238E27FC236}">
                <a16:creationId xmlns:a16="http://schemas.microsoft.com/office/drawing/2014/main" id="{988E08E2-9BD2-485A-9E4F-E73BC19CBF1B}"/>
              </a:ext>
            </a:extLst>
          </p:cNvPr>
          <p:cNvSpPr>
            <a:spLocks noGrp="1"/>
          </p:cNvSpPr>
          <p:nvPr/>
        </p:nvSpPr>
        <p:spPr>
          <a:xfrm>
            <a:off x="422420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" name="F2_precision_recall_distributions_3223">
            <a:extLst>
              <a:ext uri="{FF2B5EF4-FFF2-40B4-BE49-F238E27FC236}">
                <a16:creationId xmlns:a16="http://schemas.microsoft.com/office/drawing/2014/main" id="{8CD192CA-40D0-4CED-9EA1-461C1FCF8C2D}"/>
              </a:ext>
            </a:extLst>
          </p:cNvPr>
          <p:cNvSpPr>
            <a:spLocks noGrp="1"/>
          </p:cNvSpPr>
          <p:nvPr/>
        </p:nvSpPr>
        <p:spPr>
          <a:xfrm>
            <a:off x="402187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" name="F2_precision_recall_distributions_3224">
            <a:extLst>
              <a:ext uri="{FF2B5EF4-FFF2-40B4-BE49-F238E27FC236}">
                <a16:creationId xmlns:a16="http://schemas.microsoft.com/office/drawing/2014/main" id="{09D67F6B-BF04-476B-B830-59664EDEF1E9}"/>
              </a:ext>
            </a:extLst>
          </p:cNvPr>
          <p:cNvSpPr>
            <a:spLocks noGrp="1"/>
          </p:cNvSpPr>
          <p:nvPr/>
        </p:nvSpPr>
        <p:spPr>
          <a:xfrm>
            <a:off x="4062957" y="23415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" name="F2_precision_recall_distributions_3225">
            <a:extLst>
              <a:ext uri="{FF2B5EF4-FFF2-40B4-BE49-F238E27FC236}">
                <a16:creationId xmlns:a16="http://schemas.microsoft.com/office/drawing/2014/main" id="{631049B7-F199-4EFC-B232-1800667ECA11}"/>
              </a:ext>
            </a:extLst>
          </p:cNvPr>
          <p:cNvSpPr>
            <a:spLocks noGrp="1"/>
          </p:cNvSpPr>
          <p:nvPr/>
        </p:nvSpPr>
        <p:spPr>
          <a:xfrm>
            <a:off x="413758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" name="F2_precision_recall_distributions_3226">
            <a:extLst>
              <a:ext uri="{FF2B5EF4-FFF2-40B4-BE49-F238E27FC236}">
                <a16:creationId xmlns:a16="http://schemas.microsoft.com/office/drawing/2014/main" id="{FE11FBD7-106C-485F-B32D-D4B7AE04BFCE}"/>
              </a:ext>
            </a:extLst>
          </p:cNvPr>
          <p:cNvSpPr>
            <a:spLocks noGrp="1"/>
          </p:cNvSpPr>
          <p:nvPr/>
        </p:nvSpPr>
        <p:spPr>
          <a:xfrm>
            <a:off x="4047467" y="23057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" name="F2_precision_recall_distributions_3227">
            <a:extLst>
              <a:ext uri="{FF2B5EF4-FFF2-40B4-BE49-F238E27FC236}">
                <a16:creationId xmlns:a16="http://schemas.microsoft.com/office/drawing/2014/main" id="{58E68A8C-B75A-4CE4-870B-ED7CFBE7C763}"/>
              </a:ext>
            </a:extLst>
          </p:cNvPr>
          <p:cNvSpPr>
            <a:spLocks noGrp="1"/>
          </p:cNvSpPr>
          <p:nvPr/>
        </p:nvSpPr>
        <p:spPr>
          <a:xfrm>
            <a:off x="43003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" name="F2_precision_recall_distributions_3228">
            <a:extLst>
              <a:ext uri="{FF2B5EF4-FFF2-40B4-BE49-F238E27FC236}">
                <a16:creationId xmlns:a16="http://schemas.microsoft.com/office/drawing/2014/main" id="{6EBFA70A-A2F2-4F1E-B517-EB85F121C6BD}"/>
              </a:ext>
            </a:extLst>
          </p:cNvPr>
          <p:cNvSpPr>
            <a:spLocks noGrp="1"/>
          </p:cNvSpPr>
          <p:nvPr/>
        </p:nvSpPr>
        <p:spPr>
          <a:xfrm>
            <a:off x="4209552" y="18839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" name="F2_precision_recall_distributions_3229">
            <a:extLst>
              <a:ext uri="{FF2B5EF4-FFF2-40B4-BE49-F238E27FC236}">
                <a16:creationId xmlns:a16="http://schemas.microsoft.com/office/drawing/2014/main" id="{D43C8789-B5E0-4994-996F-771ADB3A341A}"/>
              </a:ext>
            </a:extLst>
          </p:cNvPr>
          <p:cNvSpPr>
            <a:spLocks noGrp="1"/>
          </p:cNvSpPr>
          <p:nvPr/>
        </p:nvSpPr>
        <p:spPr>
          <a:xfrm>
            <a:off x="422420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" name="F2_precision_recall_distributions_3230">
            <a:extLst>
              <a:ext uri="{FF2B5EF4-FFF2-40B4-BE49-F238E27FC236}">
                <a16:creationId xmlns:a16="http://schemas.microsoft.com/office/drawing/2014/main" id="{BE422C1E-B722-47A4-ADD2-5B3BB63C982A}"/>
              </a:ext>
            </a:extLst>
          </p:cNvPr>
          <p:cNvSpPr>
            <a:spLocks noGrp="1"/>
          </p:cNvSpPr>
          <p:nvPr/>
        </p:nvSpPr>
        <p:spPr>
          <a:xfrm>
            <a:off x="423918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" name="F2_precision_recall_distributions_3231">
            <a:extLst>
              <a:ext uri="{FF2B5EF4-FFF2-40B4-BE49-F238E27FC236}">
                <a16:creationId xmlns:a16="http://schemas.microsoft.com/office/drawing/2014/main" id="{BEE6655E-4251-4FFB-AF2A-9E7590DED008}"/>
              </a:ext>
            </a:extLst>
          </p:cNvPr>
          <p:cNvSpPr>
            <a:spLocks noGrp="1"/>
          </p:cNvSpPr>
          <p:nvPr/>
        </p:nvSpPr>
        <p:spPr>
          <a:xfrm>
            <a:off x="419660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" name="F2_precision_recall_distributions_3232">
            <a:extLst>
              <a:ext uri="{FF2B5EF4-FFF2-40B4-BE49-F238E27FC236}">
                <a16:creationId xmlns:a16="http://schemas.microsoft.com/office/drawing/2014/main" id="{587D7530-2DEF-4D73-9B59-72A4FD14D05F}"/>
              </a:ext>
            </a:extLst>
          </p:cNvPr>
          <p:cNvSpPr>
            <a:spLocks noGrp="1"/>
          </p:cNvSpPr>
          <p:nvPr/>
        </p:nvSpPr>
        <p:spPr>
          <a:xfrm>
            <a:off x="422959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" name="F2_precision_recall_distributions_3233">
            <a:extLst>
              <a:ext uri="{FF2B5EF4-FFF2-40B4-BE49-F238E27FC236}">
                <a16:creationId xmlns:a16="http://schemas.microsoft.com/office/drawing/2014/main" id="{9A1577A7-9571-4B89-8D00-8ECFD4DA6F77}"/>
              </a:ext>
            </a:extLst>
          </p:cNvPr>
          <p:cNvSpPr>
            <a:spLocks noGrp="1"/>
          </p:cNvSpPr>
          <p:nvPr/>
        </p:nvSpPr>
        <p:spPr>
          <a:xfrm>
            <a:off x="4327318" y="2338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" name="F2_precision_recall_distributions_3234">
            <a:extLst>
              <a:ext uri="{FF2B5EF4-FFF2-40B4-BE49-F238E27FC236}">
                <a16:creationId xmlns:a16="http://schemas.microsoft.com/office/drawing/2014/main" id="{E3E546A9-263B-49E6-B45A-F1DF67353CB5}"/>
              </a:ext>
            </a:extLst>
          </p:cNvPr>
          <p:cNvSpPr>
            <a:spLocks noGrp="1"/>
          </p:cNvSpPr>
          <p:nvPr/>
        </p:nvSpPr>
        <p:spPr>
          <a:xfrm>
            <a:off x="399336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" name="F2_precision_recall_distributions_3235">
            <a:extLst>
              <a:ext uri="{FF2B5EF4-FFF2-40B4-BE49-F238E27FC236}">
                <a16:creationId xmlns:a16="http://schemas.microsoft.com/office/drawing/2014/main" id="{690ECC20-B88C-4DC0-B21E-19687D8B3D12}"/>
              </a:ext>
            </a:extLst>
          </p:cNvPr>
          <p:cNvSpPr>
            <a:spLocks noGrp="1"/>
          </p:cNvSpPr>
          <p:nvPr/>
        </p:nvSpPr>
        <p:spPr>
          <a:xfrm>
            <a:off x="4116416" y="23396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" name="F2_precision_recall_distributions_3236">
            <a:extLst>
              <a:ext uri="{FF2B5EF4-FFF2-40B4-BE49-F238E27FC236}">
                <a16:creationId xmlns:a16="http://schemas.microsoft.com/office/drawing/2014/main" id="{7CFEFD5D-ACBD-4EF1-B2F1-78D89C465FF5}"/>
              </a:ext>
            </a:extLst>
          </p:cNvPr>
          <p:cNvSpPr>
            <a:spLocks noGrp="1"/>
          </p:cNvSpPr>
          <p:nvPr/>
        </p:nvSpPr>
        <p:spPr>
          <a:xfrm>
            <a:off x="4003750" y="18639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" name="F2_precision_recall_distributions_3237">
            <a:extLst>
              <a:ext uri="{FF2B5EF4-FFF2-40B4-BE49-F238E27FC236}">
                <a16:creationId xmlns:a16="http://schemas.microsoft.com/office/drawing/2014/main" id="{E7AB0B46-3491-475A-A66C-885E3EAAB529}"/>
              </a:ext>
            </a:extLst>
          </p:cNvPr>
          <p:cNvSpPr>
            <a:spLocks noGrp="1"/>
          </p:cNvSpPr>
          <p:nvPr/>
        </p:nvSpPr>
        <p:spPr>
          <a:xfrm>
            <a:off x="4169004" y="23415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" name="F2_precision_recall_distributions_3238">
            <a:extLst>
              <a:ext uri="{FF2B5EF4-FFF2-40B4-BE49-F238E27FC236}">
                <a16:creationId xmlns:a16="http://schemas.microsoft.com/office/drawing/2014/main" id="{21BDE888-44E7-4010-8505-15032CD31836}"/>
              </a:ext>
            </a:extLst>
          </p:cNvPr>
          <p:cNvSpPr>
            <a:spLocks noGrp="1"/>
          </p:cNvSpPr>
          <p:nvPr/>
        </p:nvSpPr>
        <p:spPr>
          <a:xfrm>
            <a:off x="419732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" name="F2_precision_recall_distributions_3239">
            <a:extLst>
              <a:ext uri="{FF2B5EF4-FFF2-40B4-BE49-F238E27FC236}">
                <a16:creationId xmlns:a16="http://schemas.microsoft.com/office/drawing/2014/main" id="{14843C5B-A9CB-45B3-B26F-AA58D0EFA20D}"/>
              </a:ext>
            </a:extLst>
          </p:cNvPr>
          <p:cNvSpPr>
            <a:spLocks noGrp="1"/>
          </p:cNvSpPr>
          <p:nvPr/>
        </p:nvSpPr>
        <p:spPr>
          <a:xfrm>
            <a:off x="4294944" y="23160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" name="F2_precision_recall_distributions_3240">
            <a:extLst>
              <a:ext uri="{FF2B5EF4-FFF2-40B4-BE49-F238E27FC236}">
                <a16:creationId xmlns:a16="http://schemas.microsoft.com/office/drawing/2014/main" id="{0EDF4A3E-70A7-43FD-B0DF-891EE6CC223C}"/>
              </a:ext>
            </a:extLst>
          </p:cNvPr>
          <p:cNvSpPr>
            <a:spLocks noGrp="1"/>
          </p:cNvSpPr>
          <p:nvPr/>
        </p:nvSpPr>
        <p:spPr>
          <a:xfrm>
            <a:off x="4298303" y="19370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" name="F2_precision_recall_distributions_3241">
            <a:extLst>
              <a:ext uri="{FF2B5EF4-FFF2-40B4-BE49-F238E27FC236}">
                <a16:creationId xmlns:a16="http://schemas.microsoft.com/office/drawing/2014/main" id="{9004E2F7-18DD-49EB-BD47-A0D0FAD4EDD9}"/>
              </a:ext>
            </a:extLst>
          </p:cNvPr>
          <p:cNvSpPr>
            <a:spLocks noGrp="1"/>
          </p:cNvSpPr>
          <p:nvPr/>
        </p:nvSpPr>
        <p:spPr>
          <a:xfrm>
            <a:off x="425656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" name="F2_precision_recall_distributions_3242">
            <a:extLst>
              <a:ext uri="{FF2B5EF4-FFF2-40B4-BE49-F238E27FC236}">
                <a16:creationId xmlns:a16="http://schemas.microsoft.com/office/drawing/2014/main" id="{C7F7B012-1639-4AC4-A454-AA2A0F8EFB3C}"/>
              </a:ext>
            </a:extLst>
          </p:cNvPr>
          <p:cNvSpPr>
            <a:spLocks noGrp="1"/>
          </p:cNvSpPr>
          <p:nvPr/>
        </p:nvSpPr>
        <p:spPr>
          <a:xfrm>
            <a:off x="4092146" y="23392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" name="F2_precision_recall_distributions_3243">
            <a:extLst>
              <a:ext uri="{FF2B5EF4-FFF2-40B4-BE49-F238E27FC236}">
                <a16:creationId xmlns:a16="http://schemas.microsoft.com/office/drawing/2014/main" id="{F6FD0FC2-DDF0-4A0A-9DC6-56D037DDF0E6}"/>
              </a:ext>
            </a:extLst>
          </p:cNvPr>
          <p:cNvSpPr>
            <a:spLocks noGrp="1"/>
          </p:cNvSpPr>
          <p:nvPr/>
        </p:nvSpPr>
        <p:spPr>
          <a:xfrm>
            <a:off x="4159342" y="23063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" name="F2_precision_recall_distributions_3244">
            <a:extLst>
              <a:ext uri="{FF2B5EF4-FFF2-40B4-BE49-F238E27FC236}">
                <a16:creationId xmlns:a16="http://schemas.microsoft.com/office/drawing/2014/main" id="{451FDFDA-B8BD-49D0-9AE2-E0370984639A}"/>
              </a:ext>
            </a:extLst>
          </p:cNvPr>
          <p:cNvSpPr>
            <a:spLocks noGrp="1"/>
          </p:cNvSpPr>
          <p:nvPr/>
        </p:nvSpPr>
        <p:spPr>
          <a:xfrm>
            <a:off x="4260349" y="22712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" name="F2_precision_recall_distributions_3245">
            <a:extLst>
              <a:ext uri="{FF2B5EF4-FFF2-40B4-BE49-F238E27FC236}">
                <a16:creationId xmlns:a16="http://schemas.microsoft.com/office/drawing/2014/main" id="{358928B4-625F-48EF-B829-B314CB4719AE}"/>
              </a:ext>
            </a:extLst>
          </p:cNvPr>
          <p:cNvSpPr>
            <a:spLocks noGrp="1"/>
          </p:cNvSpPr>
          <p:nvPr/>
        </p:nvSpPr>
        <p:spPr>
          <a:xfrm>
            <a:off x="4149981" y="18282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" name="F2_precision_recall_distributions_3246">
            <a:extLst>
              <a:ext uri="{FF2B5EF4-FFF2-40B4-BE49-F238E27FC236}">
                <a16:creationId xmlns:a16="http://schemas.microsoft.com/office/drawing/2014/main" id="{B86067FB-464A-4C25-BC21-71DB0A8CF86C}"/>
              </a:ext>
            </a:extLst>
          </p:cNvPr>
          <p:cNvSpPr>
            <a:spLocks noGrp="1"/>
          </p:cNvSpPr>
          <p:nvPr/>
        </p:nvSpPr>
        <p:spPr>
          <a:xfrm>
            <a:off x="4307379" y="23403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" name="F2_precision_recall_distributions_3247">
            <a:extLst>
              <a:ext uri="{FF2B5EF4-FFF2-40B4-BE49-F238E27FC236}">
                <a16:creationId xmlns:a16="http://schemas.microsoft.com/office/drawing/2014/main" id="{F1C47E9A-C860-4DFF-AC80-253C7F62E4B8}"/>
              </a:ext>
            </a:extLst>
          </p:cNvPr>
          <p:cNvSpPr>
            <a:spLocks noGrp="1"/>
          </p:cNvSpPr>
          <p:nvPr/>
        </p:nvSpPr>
        <p:spPr>
          <a:xfrm>
            <a:off x="4021186" y="23303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" name="F2_precision_recall_distributions_3248">
            <a:extLst>
              <a:ext uri="{FF2B5EF4-FFF2-40B4-BE49-F238E27FC236}">
                <a16:creationId xmlns:a16="http://schemas.microsoft.com/office/drawing/2014/main" id="{CC3F8B51-99CF-4AE8-8EC7-931DCAD4A3EB}"/>
              </a:ext>
            </a:extLst>
          </p:cNvPr>
          <p:cNvSpPr>
            <a:spLocks noGrp="1"/>
          </p:cNvSpPr>
          <p:nvPr/>
        </p:nvSpPr>
        <p:spPr>
          <a:xfrm>
            <a:off x="401215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" name="F2_precision_recall_distributions_3249">
            <a:extLst>
              <a:ext uri="{FF2B5EF4-FFF2-40B4-BE49-F238E27FC236}">
                <a16:creationId xmlns:a16="http://schemas.microsoft.com/office/drawing/2014/main" id="{13402D26-C44D-4B9B-A56A-ED8A4D79CDAB}"/>
              </a:ext>
            </a:extLst>
          </p:cNvPr>
          <p:cNvSpPr>
            <a:spLocks noGrp="1"/>
          </p:cNvSpPr>
          <p:nvPr/>
        </p:nvSpPr>
        <p:spPr>
          <a:xfrm>
            <a:off x="426224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" name="F2_precision_recall_distributions_3250">
            <a:extLst>
              <a:ext uri="{FF2B5EF4-FFF2-40B4-BE49-F238E27FC236}">
                <a16:creationId xmlns:a16="http://schemas.microsoft.com/office/drawing/2014/main" id="{5634A4D8-0E58-4868-86B1-35018B6A8886}"/>
              </a:ext>
            </a:extLst>
          </p:cNvPr>
          <p:cNvSpPr>
            <a:spLocks noGrp="1"/>
          </p:cNvSpPr>
          <p:nvPr/>
        </p:nvSpPr>
        <p:spPr>
          <a:xfrm>
            <a:off x="422655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" name="F2_precision_recall_distributions_3251">
            <a:extLst>
              <a:ext uri="{FF2B5EF4-FFF2-40B4-BE49-F238E27FC236}">
                <a16:creationId xmlns:a16="http://schemas.microsoft.com/office/drawing/2014/main" id="{FEB9315E-53BF-4C9A-8711-9D4F13B195B1}"/>
              </a:ext>
            </a:extLst>
          </p:cNvPr>
          <p:cNvSpPr>
            <a:spLocks noGrp="1"/>
          </p:cNvSpPr>
          <p:nvPr/>
        </p:nvSpPr>
        <p:spPr>
          <a:xfrm>
            <a:off x="4121392" y="23415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" name="F2_precision_recall_distributions_3252">
            <a:extLst>
              <a:ext uri="{FF2B5EF4-FFF2-40B4-BE49-F238E27FC236}">
                <a16:creationId xmlns:a16="http://schemas.microsoft.com/office/drawing/2014/main" id="{7CDD3407-0598-452D-BBD0-663222E13EC1}"/>
              </a:ext>
            </a:extLst>
          </p:cNvPr>
          <p:cNvSpPr>
            <a:spLocks noGrp="1"/>
          </p:cNvSpPr>
          <p:nvPr/>
        </p:nvSpPr>
        <p:spPr>
          <a:xfrm>
            <a:off x="419516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" name="F2_precision_recall_distributions_3253">
            <a:extLst>
              <a:ext uri="{FF2B5EF4-FFF2-40B4-BE49-F238E27FC236}">
                <a16:creationId xmlns:a16="http://schemas.microsoft.com/office/drawing/2014/main" id="{96959FE4-CBA1-4992-BD65-0C1006CF2648}"/>
              </a:ext>
            </a:extLst>
          </p:cNvPr>
          <p:cNvSpPr>
            <a:spLocks noGrp="1"/>
          </p:cNvSpPr>
          <p:nvPr/>
        </p:nvSpPr>
        <p:spPr>
          <a:xfrm>
            <a:off x="427637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" name="F2_precision_recall_distributions_3254">
            <a:extLst>
              <a:ext uri="{FF2B5EF4-FFF2-40B4-BE49-F238E27FC236}">
                <a16:creationId xmlns:a16="http://schemas.microsoft.com/office/drawing/2014/main" id="{633FDFF4-50B6-4DA7-853E-DB99030E0F06}"/>
              </a:ext>
            </a:extLst>
          </p:cNvPr>
          <p:cNvSpPr>
            <a:spLocks noGrp="1"/>
          </p:cNvSpPr>
          <p:nvPr/>
        </p:nvSpPr>
        <p:spPr>
          <a:xfrm>
            <a:off x="425595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" name="F2_precision_recall_distributions_3255">
            <a:extLst>
              <a:ext uri="{FF2B5EF4-FFF2-40B4-BE49-F238E27FC236}">
                <a16:creationId xmlns:a16="http://schemas.microsoft.com/office/drawing/2014/main" id="{FE3DDF2F-59BA-4BAD-A182-18C31AE6FA81}"/>
              </a:ext>
            </a:extLst>
          </p:cNvPr>
          <p:cNvSpPr>
            <a:spLocks noGrp="1"/>
          </p:cNvSpPr>
          <p:nvPr/>
        </p:nvSpPr>
        <p:spPr>
          <a:xfrm>
            <a:off x="4337259" y="23210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" name="F2_precision_recall_distributions_3256">
            <a:extLst>
              <a:ext uri="{FF2B5EF4-FFF2-40B4-BE49-F238E27FC236}">
                <a16:creationId xmlns:a16="http://schemas.microsoft.com/office/drawing/2014/main" id="{2761B5B0-B775-4475-8156-0B451EA065D0}"/>
              </a:ext>
            </a:extLst>
          </p:cNvPr>
          <p:cNvSpPr>
            <a:spLocks noGrp="1"/>
          </p:cNvSpPr>
          <p:nvPr/>
        </p:nvSpPr>
        <p:spPr>
          <a:xfrm>
            <a:off x="433028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" name="F2_precision_recall_distributions_3257">
            <a:extLst>
              <a:ext uri="{FF2B5EF4-FFF2-40B4-BE49-F238E27FC236}">
                <a16:creationId xmlns:a16="http://schemas.microsoft.com/office/drawing/2014/main" id="{78115C6F-318A-4B8C-B9B6-37B57B562C31}"/>
              </a:ext>
            </a:extLst>
          </p:cNvPr>
          <p:cNvSpPr>
            <a:spLocks noGrp="1"/>
          </p:cNvSpPr>
          <p:nvPr/>
        </p:nvSpPr>
        <p:spPr>
          <a:xfrm>
            <a:off x="4276000" y="23413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" name="F2_precision_recall_distributions_3258">
            <a:extLst>
              <a:ext uri="{FF2B5EF4-FFF2-40B4-BE49-F238E27FC236}">
                <a16:creationId xmlns:a16="http://schemas.microsoft.com/office/drawing/2014/main" id="{C303F6C5-DA4D-49FD-B01B-2FA662862B3D}"/>
              </a:ext>
            </a:extLst>
          </p:cNvPr>
          <p:cNvSpPr>
            <a:spLocks noGrp="1"/>
          </p:cNvSpPr>
          <p:nvPr/>
        </p:nvSpPr>
        <p:spPr>
          <a:xfrm>
            <a:off x="4288141" y="23374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" name="F2_precision_recall_distributions_3259">
            <a:extLst>
              <a:ext uri="{FF2B5EF4-FFF2-40B4-BE49-F238E27FC236}">
                <a16:creationId xmlns:a16="http://schemas.microsoft.com/office/drawing/2014/main" id="{C0D26A3D-5CCB-4378-BE6B-17ADD4937867}"/>
              </a:ext>
            </a:extLst>
          </p:cNvPr>
          <p:cNvSpPr>
            <a:spLocks noGrp="1"/>
          </p:cNvSpPr>
          <p:nvPr/>
        </p:nvSpPr>
        <p:spPr>
          <a:xfrm>
            <a:off x="4211516" y="23406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6" name="F2_precision_recall_distributions_3260">
            <a:extLst>
              <a:ext uri="{FF2B5EF4-FFF2-40B4-BE49-F238E27FC236}">
                <a16:creationId xmlns:a16="http://schemas.microsoft.com/office/drawing/2014/main" id="{8F40F8FB-4924-4865-85F0-6DFCB390E6E7}"/>
              </a:ext>
            </a:extLst>
          </p:cNvPr>
          <p:cNvSpPr>
            <a:spLocks noGrp="1"/>
          </p:cNvSpPr>
          <p:nvPr/>
        </p:nvSpPr>
        <p:spPr>
          <a:xfrm>
            <a:off x="4178955" y="23413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" name="F2_precision_recall_distributions_3261">
            <a:extLst>
              <a:ext uri="{FF2B5EF4-FFF2-40B4-BE49-F238E27FC236}">
                <a16:creationId xmlns:a16="http://schemas.microsoft.com/office/drawing/2014/main" id="{9341D5B2-D2D6-4853-B0EE-60F1DD10ED38}"/>
              </a:ext>
            </a:extLst>
          </p:cNvPr>
          <p:cNvSpPr>
            <a:spLocks noGrp="1"/>
          </p:cNvSpPr>
          <p:nvPr/>
        </p:nvSpPr>
        <p:spPr>
          <a:xfrm>
            <a:off x="4323297" y="23397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" name="F2_precision_recall_distributions_3262">
            <a:extLst>
              <a:ext uri="{FF2B5EF4-FFF2-40B4-BE49-F238E27FC236}">
                <a16:creationId xmlns:a16="http://schemas.microsoft.com/office/drawing/2014/main" id="{C8F9C1BD-ED51-49B6-921F-8B4DD2447399}"/>
              </a:ext>
            </a:extLst>
          </p:cNvPr>
          <p:cNvSpPr>
            <a:spLocks noGrp="1"/>
          </p:cNvSpPr>
          <p:nvPr/>
        </p:nvSpPr>
        <p:spPr>
          <a:xfrm>
            <a:off x="4113421" y="23415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" name="F2_precision_recall_distributions_3263">
            <a:extLst>
              <a:ext uri="{FF2B5EF4-FFF2-40B4-BE49-F238E27FC236}">
                <a16:creationId xmlns:a16="http://schemas.microsoft.com/office/drawing/2014/main" id="{8D972BD0-C993-4E33-8283-0FB0B90C0CCC}"/>
              </a:ext>
            </a:extLst>
          </p:cNvPr>
          <p:cNvSpPr>
            <a:spLocks noGrp="1"/>
          </p:cNvSpPr>
          <p:nvPr/>
        </p:nvSpPr>
        <p:spPr>
          <a:xfrm>
            <a:off x="408106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" name="F2_precision_recall_distributions_3264">
            <a:extLst>
              <a:ext uri="{FF2B5EF4-FFF2-40B4-BE49-F238E27FC236}">
                <a16:creationId xmlns:a16="http://schemas.microsoft.com/office/drawing/2014/main" id="{1DCA2185-1DC0-4C71-A1F8-58BBBEE98813}"/>
              </a:ext>
            </a:extLst>
          </p:cNvPr>
          <p:cNvSpPr>
            <a:spLocks noGrp="1"/>
          </p:cNvSpPr>
          <p:nvPr/>
        </p:nvSpPr>
        <p:spPr>
          <a:xfrm>
            <a:off x="4126195" y="23298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" name="F2_precision_recall_distributions_3265">
            <a:extLst>
              <a:ext uri="{FF2B5EF4-FFF2-40B4-BE49-F238E27FC236}">
                <a16:creationId xmlns:a16="http://schemas.microsoft.com/office/drawing/2014/main" id="{6D50265A-4292-475D-8DA3-1679A9FA4F64}"/>
              </a:ext>
            </a:extLst>
          </p:cNvPr>
          <p:cNvSpPr>
            <a:spLocks noGrp="1"/>
          </p:cNvSpPr>
          <p:nvPr/>
        </p:nvSpPr>
        <p:spPr>
          <a:xfrm>
            <a:off x="4155219" y="23421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" name="F2_precision_recall_distributions_3266">
            <a:extLst>
              <a:ext uri="{FF2B5EF4-FFF2-40B4-BE49-F238E27FC236}">
                <a16:creationId xmlns:a16="http://schemas.microsoft.com/office/drawing/2014/main" id="{FB6903F0-69CB-4CF4-A297-504630951DC9}"/>
              </a:ext>
            </a:extLst>
          </p:cNvPr>
          <p:cNvSpPr>
            <a:spLocks noGrp="1"/>
          </p:cNvSpPr>
          <p:nvPr/>
        </p:nvSpPr>
        <p:spPr>
          <a:xfrm>
            <a:off x="4324332" y="23419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" name="F2_precision_recall_distributions_3267">
            <a:extLst>
              <a:ext uri="{FF2B5EF4-FFF2-40B4-BE49-F238E27FC236}">
                <a16:creationId xmlns:a16="http://schemas.microsoft.com/office/drawing/2014/main" id="{B43170B6-8CD7-4906-A6AB-AF59945C4A0C}"/>
              </a:ext>
            </a:extLst>
          </p:cNvPr>
          <p:cNvSpPr>
            <a:spLocks noGrp="1"/>
          </p:cNvSpPr>
          <p:nvPr/>
        </p:nvSpPr>
        <p:spPr>
          <a:xfrm>
            <a:off x="4320147" y="23229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" name="F2_precision_recall_distributions_3268">
            <a:extLst>
              <a:ext uri="{FF2B5EF4-FFF2-40B4-BE49-F238E27FC236}">
                <a16:creationId xmlns:a16="http://schemas.microsoft.com/office/drawing/2014/main" id="{4F724D3A-3670-411A-881B-4161A1D31D14}"/>
              </a:ext>
            </a:extLst>
          </p:cNvPr>
          <p:cNvSpPr>
            <a:spLocks noGrp="1"/>
          </p:cNvSpPr>
          <p:nvPr/>
        </p:nvSpPr>
        <p:spPr>
          <a:xfrm>
            <a:off x="4188330" y="23383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" name="F2_precision_recall_distributions_3269">
            <a:extLst>
              <a:ext uri="{FF2B5EF4-FFF2-40B4-BE49-F238E27FC236}">
                <a16:creationId xmlns:a16="http://schemas.microsoft.com/office/drawing/2014/main" id="{B295038B-063C-496C-9B62-2B6585D17BB5}"/>
              </a:ext>
            </a:extLst>
          </p:cNvPr>
          <p:cNvSpPr>
            <a:spLocks noGrp="1"/>
          </p:cNvSpPr>
          <p:nvPr/>
        </p:nvSpPr>
        <p:spPr>
          <a:xfrm>
            <a:off x="4234664" y="19752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" name="F2_precision_recall_distributions_3270">
            <a:extLst>
              <a:ext uri="{FF2B5EF4-FFF2-40B4-BE49-F238E27FC236}">
                <a16:creationId xmlns:a16="http://schemas.microsoft.com/office/drawing/2014/main" id="{ABB6E7B7-2AAC-4726-A8A9-541B85A59C60}"/>
              </a:ext>
            </a:extLst>
          </p:cNvPr>
          <p:cNvSpPr>
            <a:spLocks noGrp="1"/>
          </p:cNvSpPr>
          <p:nvPr/>
        </p:nvSpPr>
        <p:spPr>
          <a:xfrm>
            <a:off x="402366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" name="F2_precision_recall_distributions_3271">
            <a:extLst>
              <a:ext uri="{FF2B5EF4-FFF2-40B4-BE49-F238E27FC236}">
                <a16:creationId xmlns:a16="http://schemas.microsoft.com/office/drawing/2014/main" id="{F068F3B7-1D2A-4AFB-9F31-F7F50C8250EC}"/>
              </a:ext>
            </a:extLst>
          </p:cNvPr>
          <p:cNvSpPr>
            <a:spLocks noGrp="1"/>
          </p:cNvSpPr>
          <p:nvPr/>
        </p:nvSpPr>
        <p:spPr>
          <a:xfrm>
            <a:off x="4180457" y="23286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" name="F2_precision_recall_distributions_3272">
            <a:extLst>
              <a:ext uri="{FF2B5EF4-FFF2-40B4-BE49-F238E27FC236}">
                <a16:creationId xmlns:a16="http://schemas.microsoft.com/office/drawing/2014/main" id="{39F859D0-0993-4FC7-8CA8-7BAD43F7B638}"/>
              </a:ext>
            </a:extLst>
          </p:cNvPr>
          <p:cNvSpPr>
            <a:spLocks noGrp="1"/>
          </p:cNvSpPr>
          <p:nvPr/>
        </p:nvSpPr>
        <p:spPr>
          <a:xfrm>
            <a:off x="4051652" y="23365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" name="F2_precision_recall_distributions_3273">
            <a:extLst>
              <a:ext uri="{FF2B5EF4-FFF2-40B4-BE49-F238E27FC236}">
                <a16:creationId xmlns:a16="http://schemas.microsoft.com/office/drawing/2014/main" id="{804B756D-4947-482F-A350-6BFF88DEC9A3}"/>
              </a:ext>
            </a:extLst>
          </p:cNvPr>
          <p:cNvSpPr>
            <a:spLocks noGrp="1"/>
          </p:cNvSpPr>
          <p:nvPr/>
        </p:nvSpPr>
        <p:spPr>
          <a:xfrm>
            <a:off x="4098351" y="23394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" name="F2_precision_recall_distributions_3274">
            <a:extLst>
              <a:ext uri="{FF2B5EF4-FFF2-40B4-BE49-F238E27FC236}">
                <a16:creationId xmlns:a16="http://schemas.microsoft.com/office/drawing/2014/main" id="{400E30A1-D19A-451B-877B-E703FED48F45}"/>
              </a:ext>
            </a:extLst>
          </p:cNvPr>
          <p:cNvSpPr>
            <a:spLocks noGrp="1"/>
          </p:cNvSpPr>
          <p:nvPr/>
        </p:nvSpPr>
        <p:spPr>
          <a:xfrm>
            <a:off x="430291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" name="F2_precision_recall_distributions_3275">
            <a:extLst>
              <a:ext uri="{FF2B5EF4-FFF2-40B4-BE49-F238E27FC236}">
                <a16:creationId xmlns:a16="http://schemas.microsoft.com/office/drawing/2014/main" id="{04A5069D-17D2-4A78-B222-E1BB4BF01312}"/>
              </a:ext>
            </a:extLst>
          </p:cNvPr>
          <p:cNvSpPr>
            <a:spLocks noGrp="1"/>
          </p:cNvSpPr>
          <p:nvPr/>
        </p:nvSpPr>
        <p:spPr>
          <a:xfrm>
            <a:off x="417012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" name="F2_precision_recall_distributions_3276">
            <a:extLst>
              <a:ext uri="{FF2B5EF4-FFF2-40B4-BE49-F238E27FC236}">
                <a16:creationId xmlns:a16="http://schemas.microsoft.com/office/drawing/2014/main" id="{D598D4D7-E075-4265-8B0C-C255B251CD23}"/>
              </a:ext>
            </a:extLst>
          </p:cNvPr>
          <p:cNvSpPr>
            <a:spLocks noGrp="1"/>
          </p:cNvSpPr>
          <p:nvPr/>
        </p:nvSpPr>
        <p:spPr>
          <a:xfrm>
            <a:off x="4306924" y="23183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" name="F2_precision_recall_distributions_3277">
            <a:extLst>
              <a:ext uri="{FF2B5EF4-FFF2-40B4-BE49-F238E27FC236}">
                <a16:creationId xmlns:a16="http://schemas.microsoft.com/office/drawing/2014/main" id="{B5DF35F2-63AF-4081-9D31-0792EA72A580}"/>
              </a:ext>
            </a:extLst>
          </p:cNvPr>
          <p:cNvSpPr>
            <a:spLocks noGrp="1"/>
          </p:cNvSpPr>
          <p:nvPr/>
        </p:nvSpPr>
        <p:spPr>
          <a:xfrm>
            <a:off x="398747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" name="F2_precision_recall_distributions_3278">
            <a:extLst>
              <a:ext uri="{FF2B5EF4-FFF2-40B4-BE49-F238E27FC236}">
                <a16:creationId xmlns:a16="http://schemas.microsoft.com/office/drawing/2014/main" id="{2A0C469E-B6E8-429C-89D9-121EC902752D}"/>
              </a:ext>
            </a:extLst>
          </p:cNvPr>
          <p:cNvSpPr>
            <a:spLocks noGrp="1"/>
          </p:cNvSpPr>
          <p:nvPr/>
        </p:nvSpPr>
        <p:spPr>
          <a:xfrm>
            <a:off x="4199136" y="23388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" name="F2_precision_recall_distributions_3279">
            <a:extLst>
              <a:ext uri="{FF2B5EF4-FFF2-40B4-BE49-F238E27FC236}">
                <a16:creationId xmlns:a16="http://schemas.microsoft.com/office/drawing/2014/main" id="{DCD36E0E-A03A-42AF-B019-46272B36F0F8}"/>
              </a:ext>
            </a:extLst>
          </p:cNvPr>
          <p:cNvSpPr>
            <a:spLocks noGrp="1"/>
          </p:cNvSpPr>
          <p:nvPr/>
        </p:nvSpPr>
        <p:spPr>
          <a:xfrm>
            <a:off x="423101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" name="F2_precision_recall_distributions_3280">
            <a:extLst>
              <a:ext uri="{FF2B5EF4-FFF2-40B4-BE49-F238E27FC236}">
                <a16:creationId xmlns:a16="http://schemas.microsoft.com/office/drawing/2014/main" id="{57D43A94-6F4F-4C84-B125-E161620AD6EF}"/>
              </a:ext>
            </a:extLst>
          </p:cNvPr>
          <p:cNvSpPr>
            <a:spLocks noGrp="1"/>
          </p:cNvSpPr>
          <p:nvPr/>
        </p:nvSpPr>
        <p:spPr>
          <a:xfrm>
            <a:off x="4015231" y="23416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" name="F2_precision_recall_distributions_3281">
            <a:extLst>
              <a:ext uri="{FF2B5EF4-FFF2-40B4-BE49-F238E27FC236}">
                <a16:creationId xmlns:a16="http://schemas.microsoft.com/office/drawing/2014/main" id="{211C1CA5-5237-4E47-963B-80A78234E62A}"/>
              </a:ext>
            </a:extLst>
          </p:cNvPr>
          <p:cNvSpPr>
            <a:spLocks noGrp="1"/>
          </p:cNvSpPr>
          <p:nvPr/>
        </p:nvSpPr>
        <p:spPr>
          <a:xfrm>
            <a:off x="406016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" name="F2_precision_recall_distributions_3282">
            <a:extLst>
              <a:ext uri="{FF2B5EF4-FFF2-40B4-BE49-F238E27FC236}">
                <a16:creationId xmlns:a16="http://schemas.microsoft.com/office/drawing/2014/main" id="{E3D53CA0-9CB0-48FC-BAE7-8C05ABF41619}"/>
              </a:ext>
            </a:extLst>
          </p:cNvPr>
          <p:cNvSpPr>
            <a:spLocks noGrp="1"/>
          </p:cNvSpPr>
          <p:nvPr/>
        </p:nvSpPr>
        <p:spPr>
          <a:xfrm>
            <a:off x="4036152" y="23324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" name="F2_precision_recall_distributions_3283">
            <a:extLst>
              <a:ext uri="{FF2B5EF4-FFF2-40B4-BE49-F238E27FC236}">
                <a16:creationId xmlns:a16="http://schemas.microsoft.com/office/drawing/2014/main" id="{329398B7-A3F1-41F3-81A4-A284F4D5A676}"/>
              </a:ext>
            </a:extLst>
          </p:cNvPr>
          <p:cNvSpPr>
            <a:spLocks noGrp="1"/>
          </p:cNvSpPr>
          <p:nvPr/>
        </p:nvSpPr>
        <p:spPr>
          <a:xfrm>
            <a:off x="403883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" name="F2_precision_recall_distributions_3284">
            <a:extLst>
              <a:ext uri="{FF2B5EF4-FFF2-40B4-BE49-F238E27FC236}">
                <a16:creationId xmlns:a16="http://schemas.microsoft.com/office/drawing/2014/main" id="{E75A4854-EE38-45D3-BD3F-E1DB4F5C322B}"/>
              </a:ext>
            </a:extLst>
          </p:cNvPr>
          <p:cNvSpPr>
            <a:spLocks noGrp="1"/>
          </p:cNvSpPr>
          <p:nvPr/>
        </p:nvSpPr>
        <p:spPr>
          <a:xfrm>
            <a:off x="4159272" y="23395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" name="F2_precision_recall_distributions_3285">
            <a:extLst>
              <a:ext uri="{FF2B5EF4-FFF2-40B4-BE49-F238E27FC236}">
                <a16:creationId xmlns:a16="http://schemas.microsoft.com/office/drawing/2014/main" id="{CAA53F55-FAF7-4BC7-A599-9774D5DB7460}"/>
              </a:ext>
            </a:extLst>
          </p:cNvPr>
          <p:cNvSpPr>
            <a:spLocks noGrp="1"/>
          </p:cNvSpPr>
          <p:nvPr/>
        </p:nvSpPr>
        <p:spPr>
          <a:xfrm>
            <a:off x="4143342" y="233636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" name="F2_precision_recall_distributions_3286">
            <a:extLst>
              <a:ext uri="{FF2B5EF4-FFF2-40B4-BE49-F238E27FC236}">
                <a16:creationId xmlns:a16="http://schemas.microsoft.com/office/drawing/2014/main" id="{986F1CA7-8165-4F17-8983-CD4909949FDA}"/>
              </a:ext>
            </a:extLst>
          </p:cNvPr>
          <p:cNvSpPr>
            <a:spLocks noGrp="1"/>
          </p:cNvSpPr>
          <p:nvPr/>
        </p:nvSpPr>
        <p:spPr>
          <a:xfrm>
            <a:off x="4341284" y="21358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" name="F2_precision_recall_distributions_3287">
            <a:extLst>
              <a:ext uri="{FF2B5EF4-FFF2-40B4-BE49-F238E27FC236}">
                <a16:creationId xmlns:a16="http://schemas.microsoft.com/office/drawing/2014/main" id="{62B5CA59-B13F-4D80-9C77-99419B2D025E}"/>
              </a:ext>
            </a:extLst>
          </p:cNvPr>
          <p:cNvSpPr>
            <a:spLocks noGrp="1"/>
          </p:cNvSpPr>
          <p:nvPr/>
        </p:nvSpPr>
        <p:spPr>
          <a:xfrm>
            <a:off x="4137087" y="22689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" name="F2_precision_recall_distributions_3288">
            <a:extLst>
              <a:ext uri="{FF2B5EF4-FFF2-40B4-BE49-F238E27FC236}">
                <a16:creationId xmlns:a16="http://schemas.microsoft.com/office/drawing/2014/main" id="{304297AE-51B5-4AD4-90B2-1925BF914061}"/>
              </a:ext>
            </a:extLst>
          </p:cNvPr>
          <p:cNvSpPr>
            <a:spLocks noGrp="1"/>
          </p:cNvSpPr>
          <p:nvPr/>
        </p:nvSpPr>
        <p:spPr>
          <a:xfrm>
            <a:off x="4321163" y="23421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" name="F2_precision_recall_distributions_3289">
            <a:extLst>
              <a:ext uri="{FF2B5EF4-FFF2-40B4-BE49-F238E27FC236}">
                <a16:creationId xmlns:a16="http://schemas.microsoft.com/office/drawing/2014/main" id="{0B9E416F-5601-46E1-A763-B232ED5B53B8}"/>
              </a:ext>
            </a:extLst>
          </p:cNvPr>
          <p:cNvSpPr>
            <a:spLocks noGrp="1"/>
          </p:cNvSpPr>
          <p:nvPr/>
        </p:nvSpPr>
        <p:spPr>
          <a:xfrm>
            <a:off x="40683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" name="F2_precision_recall_distributions_3290">
            <a:extLst>
              <a:ext uri="{FF2B5EF4-FFF2-40B4-BE49-F238E27FC236}">
                <a16:creationId xmlns:a16="http://schemas.microsoft.com/office/drawing/2014/main" id="{C428F1EF-9527-42CB-A74E-B9086516A3A7}"/>
              </a:ext>
            </a:extLst>
          </p:cNvPr>
          <p:cNvSpPr>
            <a:spLocks noGrp="1"/>
          </p:cNvSpPr>
          <p:nvPr/>
        </p:nvSpPr>
        <p:spPr>
          <a:xfrm>
            <a:off x="4215933" y="23334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" name="F2_precision_recall_distributions_3291">
            <a:extLst>
              <a:ext uri="{FF2B5EF4-FFF2-40B4-BE49-F238E27FC236}">
                <a16:creationId xmlns:a16="http://schemas.microsoft.com/office/drawing/2014/main" id="{C942B60A-73C8-4762-BB51-B0D50C709279}"/>
              </a:ext>
            </a:extLst>
          </p:cNvPr>
          <p:cNvSpPr>
            <a:spLocks noGrp="1"/>
          </p:cNvSpPr>
          <p:nvPr/>
        </p:nvSpPr>
        <p:spPr>
          <a:xfrm>
            <a:off x="4082374" y="23087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" name="F2_precision_recall_distributions_3292">
            <a:extLst>
              <a:ext uri="{FF2B5EF4-FFF2-40B4-BE49-F238E27FC236}">
                <a16:creationId xmlns:a16="http://schemas.microsoft.com/office/drawing/2014/main" id="{9D41B56F-F470-452F-B900-03C205EF6FE3}"/>
              </a:ext>
            </a:extLst>
          </p:cNvPr>
          <p:cNvSpPr>
            <a:spLocks noGrp="1"/>
          </p:cNvSpPr>
          <p:nvPr/>
        </p:nvSpPr>
        <p:spPr>
          <a:xfrm>
            <a:off x="4060105" y="23331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" name="F2_precision_recall_distributions_3293">
            <a:extLst>
              <a:ext uri="{FF2B5EF4-FFF2-40B4-BE49-F238E27FC236}">
                <a16:creationId xmlns:a16="http://schemas.microsoft.com/office/drawing/2014/main" id="{6F8A0065-784E-4F95-839E-848D4B959CB4}"/>
              </a:ext>
            </a:extLst>
          </p:cNvPr>
          <p:cNvSpPr>
            <a:spLocks noGrp="1"/>
          </p:cNvSpPr>
          <p:nvPr/>
        </p:nvSpPr>
        <p:spPr>
          <a:xfrm>
            <a:off x="4251351" y="23208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" name="F2_precision_recall_distributions_3294">
            <a:extLst>
              <a:ext uri="{FF2B5EF4-FFF2-40B4-BE49-F238E27FC236}">
                <a16:creationId xmlns:a16="http://schemas.microsoft.com/office/drawing/2014/main" id="{F345E427-39B7-4D1D-B712-EC77CF150963}"/>
              </a:ext>
            </a:extLst>
          </p:cNvPr>
          <p:cNvSpPr>
            <a:spLocks noGrp="1"/>
          </p:cNvSpPr>
          <p:nvPr/>
        </p:nvSpPr>
        <p:spPr>
          <a:xfrm>
            <a:off x="4166987" y="231114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" name="F2_precision_recall_distributions_3295">
            <a:extLst>
              <a:ext uri="{FF2B5EF4-FFF2-40B4-BE49-F238E27FC236}">
                <a16:creationId xmlns:a16="http://schemas.microsoft.com/office/drawing/2014/main" id="{A0A3D888-1813-4850-A254-B0BDC168FD0B}"/>
              </a:ext>
            </a:extLst>
          </p:cNvPr>
          <p:cNvSpPr>
            <a:spLocks noGrp="1"/>
          </p:cNvSpPr>
          <p:nvPr/>
        </p:nvSpPr>
        <p:spPr>
          <a:xfrm>
            <a:off x="416710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" name="F2_precision_recall_distributions_3296">
            <a:extLst>
              <a:ext uri="{FF2B5EF4-FFF2-40B4-BE49-F238E27FC236}">
                <a16:creationId xmlns:a16="http://schemas.microsoft.com/office/drawing/2014/main" id="{6291DC55-0CE9-4A2C-A96D-0F7611133D92}"/>
              </a:ext>
            </a:extLst>
          </p:cNvPr>
          <p:cNvSpPr>
            <a:spLocks noGrp="1"/>
          </p:cNvSpPr>
          <p:nvPr/>
        </p:nvSpPr>
        <p:spPr>
          <a:xfrm>
            <a:off x="4311153" y="23369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" name="F2_precision_recall_distributions_3297">
            <a:extLst>
              <a:ext uri="{FF2B5EF4-FFF2-40B4-BE49-F238E27FC236}">
                <a16:creationId xmlns:a16="http://schemas.microsoft.com/office/drawing/2014/main" id="{6FE26FF3-4832-4E3A-A06B-250E1FF36AAC}"/>
              </a:ext>
            </a:extLst>
          </p:cNvPr>
          <p:cNvSpPr>
            <a:spLocks noGrp="1"/>
          </p:cNvSpPr>
          <p:nvPr/>
        </p:nvSpPr>
        <p:spPr>
          <a:xfrm>
            <a:off x="4007599" y="23350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" name="F2_precision_recall_distributions_3298">
            <a:extLst>
              <a:ext uri="{FF2B5EF4-FFF2-40B4-BE49-F238E27FC236}">
                <a16:creationId xmlns:a16="http://schemas.microsoft.com/office/drawing/2014/main" id="{C3EC755E-58D9-4469-89DB-3152CCE15BCE}"/>
              </a:ext>
            </a:extLst>
          </p:cNvPr>
          <p:cNvSpPr>
            <a:spLocks noGrp="1"/>
          </p:cNvSpPr>
          <p:nvPr/>
        </p:nvSpPr>
        <p:spPr>
          <a:xfrm>
            <a:off x="414422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" name="F2_precision_recall_distributions_3299">
            <a:extLst>
              <a:ext uri="{FF2B5EF4-FFF2-40B4-BE49-F238E27FC236}">
                <a16:creationId xmlns:a16="http://schemas.microsoft.com/office/drawing/2014/main" id="{BED8115F-7F57-4E7D-B492-73D44167C5C4}"/>
              </a:ext>
            </a:extLst>
          </p:cNvPr>
          <p:cNvSpPr>
            <a:spLocks noGrp="1"/>
          </p:cNvSpPr>
          <p:nvPr/>
        </p:nvSpPr>
        <p:spPr>
          <a:xfrm>
            <a:off x="42390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" name="F2_precision_recall_distributions_3300">
            <a:extLst>
              <a:ext uri="{FF2B5EF4-FFF2-40B4-BE49-F238E27FC236}">
                <a16:creationId xmlns:a16="http://schemas.microsoft.com/office/drawing/2014/main" id="{80C46B2F-2DE2-4B2C-B895-94AFEFF77EE1}"/>
              </a:ext>
            </a:extLst>
          </p:cNvPr>
          <p:cNvSpPr>
            <a:spLocks noGrp="1"/>
          </p:cNvSpPr>
          <p:nvPr/>
        </p:nvSpPr>
        <p:spPr>
          <a:xfrm>
            <a:off x="4138732" y="229917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" name="F2_precision_recall_distributions_3301">
            <a:extLst>
              <a:ext uri="{FF2B5EF4-FFF2-40B4-BE49-F238E27FC236}">
                <a16:creationId xmlns:a16="http://schemas.microsoft.com/office/drawing/2014/main" id="{DF2ABB0A-A3AF-4897-9D38-F44D46C8F9E1}"/>
              </a:ext>
            </a:extLst>
          </p:cNvPr>
          <p:cNvSpPr>
            <a:spLocks noGrp="1"/>
          </p:cNvSpPr>
          <p:nvPr/>
        </p:nvSpPr>
        <p:spPr>
          <a:xfrm>
            <a:off x="419661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" name="F2_precision_recall_distributions_3302">
            <a:extLst>
              <a:ext uri="{FF2B5EF4-FFF2-40B4-BE49-F238E27FC236}">
                <a16:creationId xmlns:a16="http://schemas.microsoft.com/office/drawing/2014/main" id="{064FD171-7599-4234-AACB-88E2CD097865}"/>
              </a:ext>
            </a:extLst>
          </p:cNvPr>
          <p:cNvSpPr>
            <a:spLocks noGrp="1"/>
          </p:cNvSpPr>
          <p:nvPr/>
        </p:nvSpPr>
        <p:spPr>
          <a:xfrm>
            <a:off x="412300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" name="F2_precision_recall_distributions_3303">
            <a:extLst>
              <a:ext uri="{FF2B5EF4-FFF2-40B4-BE49-F238E27FC236}">
                <a16:creationId xmlns:a16="http://schemas.microsoft.com/office/drawing/2014/main" id="{B29BB601-7270-4F2A-B002-595305412702}"/>
              </a:ext>
            </a:extLst>
          </p:cNvPr>
          <p:cNvSpPr>
            <a:spLocks noGrp="1"/>
          </p:cNvSpPr>
          <p:nvPr/>
        </p:nvSpPr>
        <p:spPr>
          <a:xfrm>
            <a:off x="4226305" y="22096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" name="F2_precision_recall_distributions_3304">
            <a:extLst>
              <a:ext uri="{FF2B5EF4-FFF2-40B4-BE49-F238E27FC236}">
                <a16:creationId xmlns:a16="http://schemas.microsoft.com/office/drawing/2014/main" id="{B195DAD9-C52A-4F83-9A5B-DE994A27D93E}"/>
              </a:ext>
            </a:extLst>
          </p:cNvPr>
          <p:cNvSpPr>
            <a:spLocks noGrp="1"/>
          </p:cNvSpPr>
          <p:nvPr/>
        </p:nvSpPr>
        <p:spPr>
          <a:xfrm>
            <a:off x="416678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" name="F2_precision_recall_distributions_3305">
            <a:extLst>
              <a:ext uri="{FF2B5EF4-FFF2-40B4-BE49-F238E27FC236}">
                <a16:creationId xmlns:a16="http://schemas.microsoft.com/office/drawing/2014/main" id="{DDC47A31-2927-41C1-8A65-B9DFCB92D485}"/>
              </a:ext>
            </a:extLst>
          </p:cNvPr>
          <p:cNvSpPr>
            <a:spLocks noGrp="1"/>
          </p:cNvSpPr>
          <p:nvPr/>
        </p:nvSpPr>
        <p:spPr>
          <a:xfrm>
            <a:off x="428227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" name="F2_precision_recall_distributions_3306">
            <a:extLst>
              <a:ext uri="{FF2B5EF4-FFF2-40B4-BE49-F238E27FC236}">
                <a16:creationId xmlns:a16="http://schemas.microsoft.com/office/drawing/2014/main" id="{5B081632-7D54-4120-9224-22AED840F1DA}"/>
              </a:ext>
            </a:extLst>
          </p:cNvPr>
          <p:cNvSpPr>
            <a:spLocks noGrp="1"/>
          </p:cNvSpPr>
          <p:nvPr/>
        </p:nvSpPr>
        <p:spPr>
          <a:xfrm>
            <a:off x="4274691" y="23384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" name="F2_precision_recall_distributions_3307">
            <a:extLst>
              <a:ext uri="{FF2B5EF4-FFF2-40B4-BE49-F238E27FC236}">
                <a16:creationId xmlns:a16="http://schemas.microsoft.com/office/drawing/2014/main" id="{E396382B-2031-47C0-86C0-3E795B9E1425}"/>
              </a:ext>
            </a:extLst>
          </p:cNvPr>
          <p:cNvSpPr>
            <a:spLocks noGrp="1"/>
          </p:cNvSpPr>
          <p:nvPr/>
        </p:nvSpPr>
        <p:spPr>
          <a:xfrm>
            <a:off x="4196900" y="22276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" name="F2_precision_recall_distributions_3308">
            <a:extLst>
              <a:ext uri="{FF2B5EF4-FFF2-40B4-BE49-F238E27FC236}">
                <a16:creationId xmlns:a16="http://schemas.microsoft.com/office/drawing/2014/main" id="{06D37C52-FB71-4789-BE96-C45DC5153E46}"/>
              </a:ext>
            </a:extLst>
          </p:cNvPr>
          <p:cNvSpPr>
            <a:spLocks noGrp="1"/>
          </p:cNvSpPr>
          <p:nvPr/>
        </p:nvSpPr>
        <p:spPr>
          <a:xfrm>
            <a:off x="4067749" y="23362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" name="F2_precision_recall_distributions_3309">
            <a:extLst>
              <a:ext uri="{FF2B5EF4-FFF2-40B4-BE49-F238E27FC236}">
                <a16:creationId xmlns:a16="http://schemas.microsoft.com/office/drawing/2014/main" id="{A590AF55-CC6E-483B-A71A-3C341C89B054}"/>
              </a:ext>
            </a:extLst>
          </p:cNvPr>
          <p:cNvSpPr>
            <a:spLocks noGrp="1"/>
          </p:cNvSpPr>
          <p:nvPr/>
        </p:nvSpPr>
        <p:spPr>
          <a:xfrm>
            <a:off x="3981986" y="23415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" name="F2_precision_recall_distributions_3310">
            <a:extLst>
              <a:ext uri="{FF2B5EF4-FFF2-40B4-BE49-F238E27FC236}">
                <a16:creationId xmlns:a16="http://schemas.microsoft.com/office/drawing/2014/main" id="{31A1A5B9-7954-4673-9EBA-F05A47B70D39}"/>
              </a:ext>
            </a:extLst>
          </p:cNvPr>
          <p:cNvSpPr>
            <a:spLocks noGrp="1"/>
          </p:cNvSpPr>
          <p:nvPr/>
        </p:nvSpPr>
        <p:spPr>
          <a:xfrm>
            <a:off x="4014682" y="231459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" name="F2_precision_recall_distributions_3311">
            <a:extLst>
              <a:ext uri="{FF2B5EF4-FFF2-40B4-BE49-F238E27FC236}">
                <a16:creationId xmlns:a16="http://schemas.microsoft.com/office/drawing/2014/main" id="{F8D6C6F4-B3B0-4FE9-9009-702DC569EB60}"/>
              </a:ext>
            </a:extLst>
          </p:cNvPr>
          <p:cNvSpPr>
            <a:spLocks noGrp="1"/>
          </p:cNvSpPr>
          <p:nvPr/>
        </p:nvSpPr>
        <p:spPr>
          <a:xfrm>
            <a:off x="4003481" y="23386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" name="F2_precision_recall_distributions_3312">
            <a:extLst>
              <a:ext uri="{FF2B5EF4-FFF2-40B4-BE49-F238E27FC236}">
                <a16:creationId xmlns:a16="http://schemas.microsoft.com/office/drawing/2014/main" id="{B6A17F93-78BE-4F49-9151-A7F9A86D7492}"/>
              </a:ext>
            </a:extLst>
          </p:cNvPr>
          <p:cNvSpPr>
            <a:spLocks noGrp="1"/>
          </p:cNvSpPr>
          <p:nvPr/>
        </p:nvSpPr>
        <p:spPr>
          <a:xfrm>
            <a:off x="410770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" name="F2_precision_recall_distributions_3313">
            <a:extLst>
              <a:ext uri="{FF2B5EF4-FFF2-40B4-BE49-F238E27FC236}">
                <a16:creationId xmlns:a16="http://schemas.microsoft.com/office/drawing/2014/main" id="{A5DBEC88-B134-42D6-B4A4-7755B66F5ED7}"/>
              </a:ext>
            </a:extLst>
          </p:cNvPr>
          <p:cNvSpPr>
            <a:spLocks noGrp="1"/>
          </p:cNvSpPr>
          <p:nvPr/>
        </p:nvSpPr>
        <p:spPr>
          <a:xfrm>
            <a:off x="424264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" name="F2_precision_recall_distributions_3314">
            <a:extLst>
              <a:ext uri="{FF2B5EF4-FFF2-40B4-BE49-F238E27FC236}">
                <a16:creationId xmlns:a16="http://schemas.microsoft.com/office/drawing/2014/main" id="{0BDEE8D3-820D-4C35-B382-A44F72FC42B2}"/>
              </a:ext>
            </a:extLst>
          </p:cNvPr>
          <p:cNvSpPr>
            <a:spLocks noGrp="1"/>
          </p:cNvSpPr>
          <p:nvPr/>
        </p:nvSpPr>
        <p:spPr>
          <a:xfrm>
            <a:off x="40496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1" name="F2_precision_recall_distributions_3315">
            <a:extLst>
              <a:ext uri="{FF2B5EF4-FFF2-40B4-BE49-F238E27FC236}">
                <a16:creationId xmlns:a16="http://schemas.microsoft.com/office/drawing/2014/main" id="{493D28E5-4B6A-4485-8A78-EF67766FC6F9}"/>
              </a:ext>
            </a:extLst>
          </p:cNvPr>
          <p:cNvSpPr>
            <a:spLocks noGrp="1"/>
          </p:cNvSpPr>
          <p:nvPr/>
        </p:nvSpPr>
        <p:spPr>
          <a:xfrm>
            <a:off x="4138250" y="21644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2" name="F2_precision_recall_distributions_3316">
            <a:extLst>
              <a:ext uri="{FF2B5EF4-FFF2-40B4-BE49-F238E27FC236}">
                <a16:creationId xmlns:a16="http://schemas.microsoft.com/office/drawing/2014/main" id="{3D9C9C6F-8934-4B48-9910-9A7836E63D50}"/>
              </a:ext>
            </a:extLst>
          </p:cNvPr>
          <p:cNvSpPr>
            <a:spLocks noGrp="1"/>
          </p:cNvSpPr>
          <p:nvPr/>
        </p:nvSpPr>
        <p:spPr>
          <a:xfrm>
            <a:off x="4289202" y="23405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" name="F2_precision_recall_distributions_3317">
            <a:extLst>
              <a:ext uri="{FF2B5EF4-FFF2-40B4-BE49-F238E27FC236}">
                <a16:creationId xmlns:a16="http://schemas.microsoft.com/office/drawing/2014/main" id="{990A13B3-BF87-4A3A-B345-5DA4F2D3C241}"/>
              </a:ext>
            </a:extLst>
          </p:cNvPr>
          <p:cNvSpPr>
            <a:spLocks noGrp="1"/>
          </p:cNvSpPr>
          <p:nvPr/>
        </p:nvSpPr>
        <p:spPr>
          <a:xfrm>
            <a:off x="4133592" y="23007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" name="F2_precision_recall_distributions_3318">
            <a:extLst>
              <a:ext uri="{FF2B5EF4-FFF2-40B4-BE49-F238E27FC236}">
                <a16:creationId xmlns:a16="http://schemas.microsoft.com/office/drawing/2014/main" id="{EE9614A4-6C1F-41FA-9FE9-19B96D63E52C}"/>
              </a:ext>
            </a:extLst>
          </p:cNvPr>
          <p:cNvSpPr>
            <a:spLocks noGrp="1"/>
          </p:cNvSpPr>
          <p:nvPr/>
        </p:nvSpPr>
        <p:spPr>
          <a:xfrm>
            <a:off x="4328944" y="23398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" name="F2_precision_recall_distributions_3319">
            <a:extLst>
              <a:ext uri="{FF2B5EF4-FFF2-40B4-BE49-F238E27FC236}">
                <a16:creationId xmlns:a16="http://schemas.microsoft.com/office/drawing/2014/main" id="{FFD0A4A3-8AFE-4788-9390-A8AF53CFF967}"/>
              </a:ext>
            </a:extLst>
          </p:cNvPr>
          <p:cNvSpPr>
            <a:spLocks noGrp="1"/>
          </p:cNvSpPr>
          <p:nvPr/>
        </p:nvSpPr>
        <p:spPr>
          <a:xfrm>
            <a:off x="405684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" name="F2_precision_recall_distributions_3320">
            <a:extLst>
              <a:ext uri="{FF2B5EF4-FFF2-40B4-BE49-F238E27FC236}">
                <a16:creationId xmlns:a16="http://schemas.microsoft.com/office/drawing/2014/main" id="{FE7FE7A6-4819-4C0B-A82E-40426FFD6E9E}"/>
              </a:ext>
            </a:extLst>
          </p:cNvPr>
          <p:cNvSpPr>
            <a:spLocks noGrp="1"/>
          </p:cNvSpPr>
          <p:nvPr/>
        </p:nvSpPr>
        <p:spPr>
          <a:xfrm>
            <a:off x="4220899" y="23307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" name="F2_precision_recall_distributions_3321">
            <a:extLst>
              <a:ext uri="{FF2B5EF4-FFF2-40B4-BE49-F238E27FC236}">
                <a16:creationId xmlns:a16="http://schemas.microsoft.com/office/drawing/2014/main" id="{23242070-DAE0-4626-B880-A0383687E8FC}"/>
              </a:ext>
            </a:extLst>
          </p:cNvPr>
          <p:cNvSpPr>
            <a:spLocks noGrp="1"/>
          </p:cNvSpPr>
          <p:nvPr/>
        </p:nvSpPr>
        <p:spPr>
          <a:xfrm>
            <a:off x="4247615" y="231480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" name="F2_precision_recall_distributions_3322">
            <a:extLst>
              <a:ext uri="{FF2B5EF4-FFF2-40B4-BE49-F238E27FC236}">
                <a16:creationId xmlns:a16="http://schemas.microsoft.com/office/drawing/2014/main" id="{E05538E9-852F-4CC9-AB1F-7852551E9AEA}"/>
              </a:ext>
            </a:extLst>
          </p:cNvPr>
          <p:cNvSpPr>
            <a:spLocks noGrp="1"/>
          </p:cNvSpPr>
          <p:nvPr/>
        </p:nvSpPr>
        <p:spPr>
          <a:xfrm>
            <a:off x="4137839" y="226236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" name="F2_precision_recall_distributions_3323">
            <a:extLst>
              <a:ext uri="{FF2B5EF4-FFF2-40B4-BE49-F238E27FC236}">
                <a16:creationId xmlns:a16="http://schemas.microsoft.com/office/drawing/2014/main" id="{97FEA5C9-58E0-4DAB-94ED-E5C5CE01D668}"/>
              </a:ext>
            </a:extLst>
          </p:cNvPr>
          <p:cNvSpPr>
            <a:spLocks noGrp="1"/>
          </p:cNvSpPr>
          <p:nvPr/>
        </p:nvSpPr>
        <p:spPr>
          <a:xfrm>
            <a:off x="4203000" y="23399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" name="F2_precision_recall_distributions_3324">
            <a:extLst>
              <a:ext uri="{FF2B5EF4-FFF2-40B4-BE49-F238E27FC236}">
                <a16:creationId xmlns:a16="http://schemas.microsoft.com/office/drawing/2014/main" id="{5716128B-CE85-4EA2-889E-4F2AB61ACB5A}"/>
              </a:ext>
            </a:extLst>
          </p:cNvPr>
          <p:cNvSpPr>
            <a:spLocks noGrp="1"/>
          </p:cNvSpPr>
          <p:nvPr/>
        </p:nvSpPr>
        <p:spPr>
          <a:xfrm>
            <a:off x="4330241" y="23405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" name="F2_precision_recall_distributions_3325">
            <a:extLst>
              <a:ext uri="{FF2B5EF4-FFF2-40B4-BE49-F238E27FC236}">
                <a16:creationId xmlns:a16="http://schemas.microsoft.com/office/drawing/2014/main" id="{24050E81-E6CD-40C5-95A3-B0A62F3EF086}"/>
              </a:ext>
            </a:extLst>
          </p:cNvPr>
          <p:cNvSpPr>
            <a:spLocks noGrp="1"/>
          </p:cNvSpPr>
          <p:nvPr/>
        </p:nvSpPr>
        <p:spPr>
          <a:xfrm>
            <a:off x="4105602" y="22688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" name="F2_precision_recall_distributions_3326">
            <a:extLst>
              <a:ext uri="{FF2B5EF4-FFF2-40B4-BE49-F238E27FC236}">
                <a16:creationId xmlns:a16="http://schemas.microsoft.com/office/drawing/2014/main" id="{490B2BE1-D003-4F08-9FB6-0C836974C964}"/>
              </a:ext>
            </a:extLst>
          </p:cNvPr>
          <p:cNvSpPr>
            <a:spLocks noGrp="1"/>
          </p:cNvSpPr>
          <p:nvPr/>
        </p:nvSpPr>
        <p:spPr>
          <a:xfrm>
            <a:off x="406790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" name="F2_precision_recall_distributions_3327">
            <a:extLst>
              <a:ext uri="{FF2B5EF4-FFF2-40B4-BE49-F238E27FC236}">
                <a16:creationId xmlns:a16="http://schemas.microsoft.com/office/drawing/2014/main" id="{DCC26FF4-CAA2-43D4-A7DD-37E8745B5D0C}"/>
              </a:ext>
            </a:extLst>
          </p:cNvPr>
          <p:cNvSpPr>
            <a:spLocks noGrp="1"/>
          </p:cNvSpPr>
          <p:nvPr/>
        </p:nvSpPr>
        <p:spPr>
          <a:xfrm>
            <a:off x="4135175" y="23063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" name="F2_precision_recall_distributions_3328">
            <a:extLst>
              <a:ext uri="{FF2B5EF4-FFF2-40B4-BE49-F238E27FC236}">
                <a16:creationId xmlns:a16="http://schemas.microsoft.com/office/drawing/2014/main" id="{89B87CC7-1C4A-42DA-8B5D-1BACF4170C37}"/>
              </a:ext>
            </a:extLst>
          </p:cNvPr>
          <p:cNvSpPr>
            <a:spLocks noGrp="1"/>
          </p:cNvSpPr>
          <p:nvPr/>
        </p:nvSpPr>
        <p:spPr>
          <a:xfrm>
            <a:off x="411329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" name="F2_precision_recall_distributions_3329">
            <a:extLst>
              <a:ext uri="{FF2B5EF4-FFF2-40B4-BE49-F238E27FC236}">
                <a16:creationId xmlns:a16="http://schemas.microsoft.com/office/drawing/2014/main" id="{2D9388D4-6CB2-4B8B-BE7F-45393FEF7C26}"/>
              </a:ext>
            </a:extLst>
          </p:cNvPr>
          <p:cNvSpPr>
            <a:spLocks noGrp="1"/>
          </p:cNvSpPr>
          <p:nvPr/>
        </p:nvSpPr>
        <p:spPr>
          <a:xfrm>
            <a:off x="4260514" y="23360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" name="F2_precision_recall_distributions_3330">
            <a:extLst>
              <a:ext uri="{FF2B5EF4-FFF2-40B4-BE49-F238E27FC236}">
                <a16:creationId xmlns:a16="http://schemas.microsoft.com/office/drawing/2014/main" id="{500BDCDA-53EA-4AF5-8FBC-22DC471D4030}"/>
              </a:ext>
            </a:extLst>
          </p:cNvPr>
          <p:cNvSpPr>
            <a:spLocks noGrp="1"/>
          </p:cNvSpPr>
          <p:nvPr/>
        </p:nvSpPr>
        <p:spPr>
          <a:xfrm>
            <a:off x="403683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" name="F2_precision_recall_distributions_3331">
            <a:extLst>
              <a:ext uri="{FF2B5EF4-FFF2-40B4-BE49-F238E27FC236}">
                <a16:creationId xmlns:a16="http://schemas.microsoft.com/office/drawing/2014/main" id="{339E48AB-4261-49BE-9475-C39A5BC5AA23}"/>
              </a:ext>
            </a:extLst>
          </p:cNvPr>
          <p:cNvSpPr>
            <a:spLocks noGrp="1"/>
          </p:cNvSpPr>
          <p:nvPr/>
        </p:nvSpPr>
        <p:spPr>
          <a:xfrm>
            <a:off x="4046948" y="23309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" name="F2_precision_recall_distributions_3332">
            <a:extLst>
              <a:ext uri="{FF2B5EF4-FFF2-40B4-BE49-F238E27FC236}">
                <a16:creationId xmlns:a16="http://schemas.microsoft.com/office/drawing/2014/main" id="{903634B3-8A43-4247-A8CB-86DC8C256D4A}"/>
              </a:ext>
            </a:extLst>
          </p:cNvPr>
          <p:cNvSpPr>
            <a:spLocks noGrp="1"/>
          </p:cNvSpPr>
          <p:nvPr/>
        </p:nvSpPr>
        <p:spPr>
          <a:xfrm>
            <a:off x="4012257" y="23283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" name="F2_precision_recall_distributions_3333">
            <a:extLst>
              <a:ext uri="{FF2B5EF4-FFF2-40B4-BE49-F238E27FC236}">
                <a16:creationId xmlns:a16="http://schemas.microsoft.com/office/drawing/2014/main" id="{2E516D69-C7C1-42DF-B0BA-7DCEEE552B2A}"/>
              </a:ext>
            </a:extLst>
          </p:cNvPr>
          <p:cNvSpPr>
            <a:spLocks noGrp="1"/>
          </p:cNvSpPr>
          <p:nvPr/>
        </p:nvSpPr>
        <p:spPr>
          <a:xfrm>
            <a:off x="4021478" y="232263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" name="F2_precision_recall_distributions_3334">
            <a:extLst>
              <a:ext uri="{FF2B5EF4-FFF2-40B4-BE49-F238E27FC236}">
                <a16:creationId xmlns:a16="http://schemas.microsoft.com/office/drawing/2014/main" id="{ED49E663-E841-4968-BCFF-9C078D9362D8}"/>
              </a:ext>
            </a:extLst>
          </p:cNvPr>
          <p:cNvSpPr>
            <a:spLocks noGrp="1"/>
          </p:cNvSpPr>
          <p:nvPr/>
        </p:nvSpPr>
        <p:spPr>
          <a:xfrm>
            <a:off x="4125042" y="23265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" name="F2_precision_recall_distributions_3335">
            <a:extLst>
              <a:ext uri="{FF2B5EF4-FFF2-40B4-BE49-F238E27FC236}">
                <a16:creationId xmlns:a16="http://schemas.microsoft.com/office/drawing/2014/main" id="{20D45195-74DE-436A-AD41-C720ED2809A2}"/>
              </a:ext>
            </a:extLst>
          </p:cNvPr>
          <p:cNvSpPr>
            <a:spLocks noGrp="1"/>
          </p:cNvSpPr>
          <p:nvPr/>
        </p:nvSpPr>
        <p:spPr>
          <a:xfrm>
            <a:off x="4125998" y="23411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" name="F2_precision_recall_distributions_3336">
            <a:extLst>
              <a:ext uri="{FF2B5EF4-FFF2-40B4-BE49-F238E27FC236}">
                <a16:creationId xmlns:a16="http://schemas.microsoft.com/office/drawing/2014/main" id="{8BF05C20-6ECA-41CE-859A-BE81EBB80674}"/>
              </a:ext>
            </a:extLst>
          </p:cNvPr>
          <p:cNvSpPr>
            <a:spLocks noGrp="1"/>
          </p:cNvSpPr>
          <p:nvPr/>
        </p:nvSpPr>
        <p:spPr>
          <a:xfrm>
            <a:off x="4074559" y="23187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" name="F2_precision_recall_distributions_3337">
            <a:extLst>
              <a:ext uri="{FF2B5EF4-FFF2-40B4-BE49-F238E27FC236}">
                <a16:creationId xmlns:a16="http://schemas.microsoft.com/office/drawing/2014/main" id="{0E15BD85-8681-4339-851C-77E54AA60EFF}"/>
              </a:ext>
            </a:extLst>
          </p:cNvPr>
          <p:cNvSpPr>
            <a:spLocks noGrp="1"/>
          </p:cNvSpPr>
          <p:nvPr/>
        </p:nvSpPr>
        <p:spPr>
          <a:xfrm>
            <a:off x="4327372" y="23357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" name="F2_precision_recall_distributions_3338">
            <a:extLst>
              <a:ext uri="{FF2B5EF4-FFF2-40B4-BE49-F238E27FC236}">
                <a16:creationId xmlns:a16="http://schemas.microsoft.com/office/drawing/2014/main" id="{4A54FC46-48C8-448D-9A20-42DCF8B77E58}"/>
              </a:ext>
            </a:extLst>
          </p:cNvPr>
          <p:cNvSpPr>
            <a:spLocks noGrp="1"/>
          </p:cNvSpPr>
          <p:nvPr/>
        </p:nvSpPr>
        <p:spPr>
          <a:xfrm>
            <a:off x="402492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" name="F2_precision_recall_distributions_3339">
            <a:extLst>
              <a:ext uri="{FF2B5EF4-FFF2-40B4-BE49-F238E27FC236}">
                <a16:creationId xmlns:a16="http://schemas.microsoft.com/office/drawing/2014/main" id="{9985AAF4-ACC6-4C3F-A045-60957E8E19C1}"/>
              </a:ext>
            </a:extLst>
          </p:cNvPr>
          <p:cNvSpPr>
            <a:spLocks noGrp="1"/>
          </p:cNvSpPr>
          <p:nvPr/>
        </p:nvSpPr>
        <p:spPr>
          <a:xfrm>
            <a:off x="408721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" name="F2_precision_recall_distributions_3340">
            <a:extLst>
              <a:ext uri="{FF2B5EF4-FFF2-40B4-BE49-F238E27FC236}">
                <a16:creationId xmlns:a16="http://schemas.microsoft.com/office/drawing/2014/main" id="{C2820308-5567-45C6-9E90-1D98258B3034}"/>
              </a:ext>
            </a:extLst>
          </p:cNvPr>
          <p:cNvSpPr>
            <a:spLocks noGrp="1"/>
          </p:cNvSpPr>
          <p:nvPr/>
        </p:nvSpPr>
        <p:spPr>
          <a:xfrm>
            <a:off x="4112287" y="23365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" name="F2_precision_recall_distributions_3341">
            <a:extLst>
              <a:ext uri="{FF2B5EF4-FFF2-40B4-BE49-F238E27FC236}">
                <a16:creationId xmlns:a16="http://schemas.microsoft.com/office/drawing/2014/main" id="{6FD551E7-471D-4AE7-8F35-1FF1F857396D}"/>
              </a:ext>
            </a:extLst>
          </p:cNvPr>
          <p:cNvSpPr>
            <a:spLocks noGrp="1"/>
          </p:cNvSpPr>
          <p:nvPr/>
        </p:nvSpPr>
        <p:spPr>
          <a:xfrm>
            <a:off x="4161005" y="19374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" name="F2_precision_recall_distributions_3342">
            <a:extLst>
              <a:ext uri="{FF2B5EF4-FFF2-40B4-BE49-F238E27FC236}">
                <a16:creationId xmlns:a16="http://schemas.microsoft.com/office/drawing/2014/main" id="{BBF988D5-B731-4D6C-9E46-A6CB152CD1FF}"/>
              </a:ext>
            </a:extLst>
          </p:cNvPr>
          <p:cNvSpPr>
            <a:spLocks noGrp="1"/>
          </p:cNvSpPr>
          <p:nvPr/>
        </p:nvSpPr>
        <p:spPr>
          <a:xfrm>
            <a:off x="408807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" name="F2_precision_recall_distributions_3343">
            <a:extLst>
              <a:ext uri="{FF2B5EF4-FFF2-40B4-BE49-F238E27FC236}">
                <a16:creationId xmlns:a16="http://schemas.microsoft.com/office/drawing/2014/main" id="{CC60045B-3D99-4374-BECE-86202CAFDDDC}"/>
              </a:ext>
            </a:extLst>
          </p:cNvPr>
          <p:cNvSpPr>
            <a:spLocks noGrp="1"/>
          </p:cNvSpPr>
          <p:nvPr/>
        </p:nvSpPr>
        <p:spPr>
          <a:xfrm>
            <a:off x="4068310" y="234052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" name="F2_precision_recall_distributions_3344">
            <a:extLst>
              <a:ext uri="{FF2B5EF4-FFF2-40B4-BE49-F238E27FC236}">
                <a16:creationId xmlns:a16="http://schemas.microsoft.com/office/drawing/2014/main" id="{DF7C1DC1-2672-4A4E-B681-A104B3BCD80F}"/>
              </a:ext>
            </a:extLst>
          </p:cNvPr>
          <p:cNvSpPr>
            <a:spLocks noGrp="1"/>
          </p:cNvSpPr>
          <p:nvPr/>
        </p:nvSpPr>
        <p:spPr>
          <a:xfrm>
            <a:off x="4037377" y="23333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" name="F2_precision_recall_distributions_3345">
            <a:extLst>
              <a:ext uri="{FF2B5EF4-FFF2-40B4-BE49-F238E27FC236}">
                <a16:creationId xmlns:a16="http://schemas.microsoft.com/office/drawing/2014/main" id="{20998450-4B44-492E-AAE7-B756A58FAF65}"/>
              </a:ext>
            </a:extLst>
          </p:cNvPr>
          <p:cNvSpPr>
            <a:spLocks noGrp="1"/>
          </p:cNvSpPr>
          <p:nvPr/>
        </p:nvSpPr>
        <p:spPr>
          <a:xfrm>
            <a:off x="409242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" name="F2_precision_recall_distributions_3346">
            <a:extLst>
              <a:ext uri="{FF2B5EF4-FFF2-40B4-BE49-F238E27FC236}">
                <a16:creationId xmlns:a16="http://schemas.microsoft.com/office/drawing/2014/main" id="{3CC95588-F011-44FA-B196-B48FF2BA7ABE}"/>
              </a:ext>
            </a:extLst>
          </p:cNvPr>
          <p:cNvSpPr>
            <a:spLocks noGrp="1"/>
          </p:cNvSpPr>
          <p:nvPr/>
        </p:nvSpPr>
        <p:spPr>
          <a:xfrm>
            <a:off x="4216856" y="23326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" name="F2_precision_recall_distributions_3347">
            <a:extLst>
              <a:ext uri="{FF2B5EF4-FFF2-40B4-BE49-F238E27FC236}">
                <a16:creationId xmlns:a16="http://schemas.microsoft.com/office/drawing/2014/main" id="{1A27DEE5-6CFA-4064-9458-4AA2E6597418}"/>
              </a:ext>
            </a:extLst>
          </p:cNvPr>
          <p:cNvSpPr>
            <a:spLocks noGrp="1"/>
          </p:cNvSpPr>
          <p:nvPr/>
        </p:nvSpPr>
        <p:spPr>
          <a:xfrm>
            <a:off x="4117287" y="23373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" name="F2_precision_recall_distributions_3348">
            <a:extLst>
              <a:ext uri="{FF2B5EF4-FFF2-40B4-BE49-F238E27FC236}">
                <a16:creationId xmlns:a16="http://schemas.microsoft.com/office/drawing/2014/main" id="{46620721-FFB1-453A-8CE1-694A0B0CF136}"/>
              </a:ext>
            </a:extLst>
          </p:cNvPr>
          <p:cNvSpPr>
            <a:spLocks noGrp="1"/>
          </p:cNvSpPr>
          <p:nvPr/>
        </p:nvSpPr>
        <p:spPr>
          <a:xfrm>
            <a:off x="410855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" name="F2_precision_recall_distributions_3349">
            <a:extLst>
              <a:ext uri="{FF2B5EF4-FFF2-40B4-BE49-F238E27FC236}">
                <a16:creationId xmlns:a16="http://schemas.microsoft.com/office/drawing/2014/main" id="{6B9781D0-71B9-4CF5-ACAA-4296C87500C2}"/>
              </a:ext>
            </a:extLst>
          </p:cNvPr>
          <p:cNvSpPr>
            <a:spLocks noGrp="1"/>
          </p:cNvSpPr>
          <p:nvPr/>
        </p:nvSpPr>
        <p:spPr>
          <a:xfrm>
            <a:off x="434273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" name="F2_precision_recall_distributions_3350">
            <a:extLst>
              <a:ext uri="{FF2B5EF4-FFF2-40B4-BE49-F238E27FC236}">
                <a16:creationId xmlns:a16="http://schemas.microsoft.com/office/drawing/2014/main" id="{FC674351-8C23-4947-8FD2-30B10F9EA18A}"/>
              </a:ext>
            </a:extLst>
          </p:cNvPr>
          <p:cNvSpPr>
            <a:spLocks noGrp="1"/>
          </p:cNvSpPr>
          <p:nvPr/>
        </p:nvSpPr>
        <p:spPr>
          <a:xfrm>
            <a:off x="42925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" name="F2_precision_recall_distributions_3351">
            <a:extLst>
              <a:ext uri="{FF2B5EF4-FFF2-40B4-BE49-F238E27FC236}">
                <a16:creationId xmlns:a16="http://schemas.microsoft.com/office/drawing/2014/main" id="{E7636950-2BEF-4DE5-8F9B-6BDEEDB9A4F7}"/>
              </a:ext>
            </a:extLst>
          </p:cNvPr>
          <p:cNvSpPr>
            <a:spLocks noGrp="1"/>
          </p:cNvSpPr>
          <p:nvPr/>
        </p:nvSpPr>
        <p:spPr>
          <a:xfrm>
            <a:off x="411980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" name="F2_precision_recall_distributions_3352">
            <a:extLst>
              <a:ext uri="{FF2B5EF4-FFF2-40B4-BE49-F238E27FC236}">
                <a16:creationId xmlns:a16="http://schemas.microsoft.com/office/drawing/2014/main" id="{70C90E1C-D570-441F-A4C3-AAC2239E2599}"/>
              </a:ext>
            </a:extLst>
          </p:cNvPr>
          <p:cNvSpPr>
            <a:spLocks noGrp="1"/>
          </p:cNvSpPr>
          <p:nvPr/>
        </p:nvSpPr>
        <p:spPr>
          <a:xfrm>
            <a:off x="3989847" y="23323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" name="F2_precision_recall_distributions_3353">
            <a:extLst>
              <a:ext uri="{FF2B5EF4-FFF2-40B4-BE49-F238E27FC236}">
                <a16:creationId xmlns:a16="http://schemas.microsoft.com/office/drawing/2014/main" id="{02C277A0-E17D-45D9-9330-6F3EDBFDB04E}"/>
              </a:ext>
            </a:extLst>
          </p:cNvPr>
          <p:cNvSpPr>
            <a:spLocks noGrp="1"/>
          </p:cNvSpPr>
          <p:nvPr/>
        </p:nvSpPr>
        <p:spPr>
          <a:xfrm>
            <a:off x="431714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" name="F2_precision_recall_distributions_3354">
            <a:extLst>
              <a:ext uri="{FF2B5EF4-FFF2-40B4-BE49-F238E27FC236}">
                <a16:creationId xmlns:a16="http://schemas.microsoft.com/office/drawing/2014/main" id="{8082B1F6-A1B2-47C8-B272-F317724093DE}"/>
              </a:ext>
            </a:extLst>
          </p:cNvPr>
          <p:cNvSpPr>
            <a:spLocks noGrp="1"/>
          </p:cNvSpPr>
          <p:nvPr/>
        </p:nvSpPr>
        <p:spPr>
          <a:xfrm>
            <a:off x="4178927" y="23257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" name="F2_precision_recall_distributions_3355">
            <a:extLst>
              <a:ext uri="{FF2B5EF4-FFF2-40B4-BE49-F238E27FC236}">
                <a16:creationId xmlns:a16="http://schemas.microsoft.com/office/drawing/2014/main" id="{41A2DF2A-C534-43CB-BD1D-73C9D0C14C39}"/>
              </a:ext>
            </a:extLst>
          </p:cNvPr>
          <p:cNvSpPr>
            <a:spLocks noGrp="1"/>
          </p:cNvSpPr>
          <p:nvPr/>
        </p:nvSpPr>
        <p:spPr>
          <a:xfrm>
            <a:off x="4120128" y="23371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" name="F2_precision_recall_distributions_3356">
            <a:extLst>
              <a:ext uri="{FF2B5EF4-FFF2-40B4-BE49-F238E27FC236}">
                <a16:creationId xmlns:a16="http://schemas.microsoft.com/office/drawing/2014/main" id="{7474A636-7346-470A-B4C9-16F51D38D44F}"/>
              </a:ext>
            </a:extLst>
          </p:cNvPr>
          <p:cNvSpPr>
            <a:spLocks noGrp="1"/>
          </p:cNvSpPr>
          <p:nvPr/>
        </p:nvSpPr>
        <p:spPr>
          <a:xfrm>
            <a:off x="4264760" y="232892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" name="F2_precision_recall_distributions_3357">
            <a:extLst>
              <a:ext uri="{FF2B5EF4-FFF2-40B4-BE49-F238E27FC236}">
                <a16:creationId xmlns:a16="http://schemas.microsoft.com/office/drawing/2014/main" id="{65EC8BBB-816C-4336-8D55-5B93C95A14D5}"/>
              </a:ext>
            </a:extLst>
          </p:cNvPr>
          <p:cNvSpPr>
            <a:spLocks noGrp="1"/>
          </p:cNvSpPr>
          <p:nvPr/>
        </p:nvSpPr>
        <p:spPr>
          <a:xfrm>
            <a:off x="4156275" y="23286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" name="F2_precision_recall_distributions_3358">
            <a:extLst>
              <a:ext uri="{FF2B5EF4-FFF2-40B4-BE49-F238E27FC236}">
                <a16:creationId xmlns:a16="http://schemas.microsoft.com/office/drawing/2014/main" id="{ADB9943E-5F9A-4103-A70D-A363601C2011}"/>
              </a:ext>
            </a:extLst>
          </p:cNvPr>
          <p:cNvSpPr>
            <a:spLocks noGrp="1"/>
          </p:cNvSpPr>
          <p:nvPr/>
        </p:nvSpPr>
        <p:spPr>
          <a:xfrm>
            <a:off x="4028642" y="21987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" name="F2_precision_recall_distributions_3359">
            <a:extLst>
              <a:ext uri="{FF2B5EF4-FFF2-40B4-BE49-F238E27FC236}">
                <a16:creationId xmlns:a16="http://schemas.microsoft.com/office/drawing/2014/main" id="{FE06F151-129F-414C-AB41-5AEE2E63DAB6}"/>
              </a:ext>
            </a:extLst>
          </p:cNvPr>
          <p:cNvSpPr>
            <a:spLocks noGrp="1"/>
          </p:cNvSpPr>
          <p:nvPr/>
        </p:nvSpPr>
        <p:spPr>
          <a:xfrm>
            <a:off x="4204784" y="23384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" name="F2_precision_recall_distributions_3360">
            <a:extLst>
              <a:ext uri="{FF2B5EF4-FFF2-40B4-BE49-F238E27FC236}">
                <a16:creationId xmlns:a16="http://schemas.microsoft.com/office/drawing/2014/main" id="{67F31B3C-40D8-42D6-AC10-FCECA36F28A9}"/>
              </a:ext>
            </a:extLst>
          </p:cNvPr>
          <p:cNvSpPr>
            <a:spLocks noGrp="1"/>
          </p:cNvSpPr>
          <p:nvPr/>
        </p:nvSpPr>
        <p:spPr>
          <a:xfrm>
            <a:off x="415156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" name="F2_precision_recall_distributions_3361">
            <a:extLst>
              <a:ext uri="{FF2B5EF4-FFF2-40B4-BE49-F238E27FC236}">
                <a16:creationId xmlns:a16="http://schemas.microsoft.com/office/drawing/2014/main" id="{2A45A5BB-2062-488D-981F-C6917AAC29F9}"/>
              </a:ext>
            </a:extLst>
          </p:cNvPr>
          <p:cNvSpPr>
            <a:spLocks noGrp="1"/>
          </p:cNvSpPr>
          <p:nvPr/>
        </p:nvSpPr>
        <p:spPr>
          <a:xfrm>
            <a:off x="4068124" y="233993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" name="F2_precision_recall_distributions_3362">
            <a:extLst>
              <a:ext uri="{FF2B5EF4-FFF2-40B4-BE49-F238E27FC236}">
                <a16:creationId xmlns:a16="http://schemas.microsoft.com/office/drawing/2014/main" id="{F36D4D46-98B5-4B54-A837-A5F7B2ADDAA1}"/>
              </a:ext>
            </a:extLst>
          </p:cNvPr>
          <p:cNvSpPr>
            <a:spLocks noGrp="1"/>
          </p:cNvSpPr>
          <p:nvPr/>
        </p:nvSpPr>
        <p:spPr>
          <a:xfrm>
            <a:off x="4009742" y="234186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" name="F2_precision_recall_distributions_3363">
            <a:extLst>
              <a:ext uri="{FF2B5EF4-FFF2-40B4-BE49-F238E27FC236}">
                <a16:creationId xmlns:a16="http://schemas.microsoft.com/office/drawing/2014/main" id="{8E13E2D3-D73C-4227-B2CF-734C9146B6AA}"/>
              </a:ext>
            </a:extLst>
          </p:cNvPr>
          <p:cNvSpPr>
            <a:spLocks noGrp="1"/>
          </p:cNvSpPr>
          <p:nvPr/>
        </p:nvSpPr>
        <p:spPr>
          <a:xfrm>
            <a:off x="4103741" y="22905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" name="F2_precision_recall_distributions_3364">
            <a:extLst>
              <a:ext uri="{FF2B5EF4-FFF2-40B4-BE49-F238E27FC236}">
                <a16:creationId xmlns:a16="http://schemas.microsoft.com/office/drawing/2014/main" id="{64D93972-03EF-44D8-B446-FC878737A8BA}"/>
              </a:ext>
            </a:extLst>
          </p:cNvPr>
          <p:cNvSpPr>
            <a:spLocks noGrp="1"/>
          </p:cNvSpPr>
          <p:nvPr/>
        </p:nvSpPr>
        <p:spPr>
          <a:xfrm>
            <a:off x="416109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" name="F2_precision_recall_distributions_3365">
            <a:extLst>
              <a:ext uri="{FF2B5EF4-FFF2-40B4-BE49-F238E27FC236}">
                <a16:creationId xmlns:a16="http://schemas.microsoft.com/office/drawing/2014/main" id="{578298F3-E724-4118-A251-A4CF90904105}"/>
              </a:ext>
            </a:extLst>
          </p:cNvPr>
          <p:cNvSpPr>
            <a:spLocks noGrp="1"/>
          </p:cNvSpPr>
          <p:nvPr/>
        </p:nvSpPr>
        <p:spPr>
          <a:xfrm>
            <a:off x="4181469" y="23149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" name="F2_precision_recall_distributions_3366">
            <a:extLst>
              <a:ext uri="{FF2B5EF4-FFF2-40B4-BE49-F238E27FC236}">
                <a16:creationId xmlns:a16="http://schemas.microsoft.com/office/drawing/2014/main" id="{795D09C5-DC56-4093-9B24-77A9BED1933A}"/>
              </a:ext>
            </a:extLst>
          </p:cNvPr>
          <p:cNvSpPr>
            <a:spLocks noGrp="1"/>
          </p:cNvSpPr>
          <p:nvPr/>
        </p:nvSpPr>
        <p:spPr>
          <a:xfrm>
            <a:off x="1852503" y="1701951"/>
            <a:ext cx="191" cy="295515"/>
          </a:xfrm>
          <a:custGeom>
            <a:avLst/>
            <a:gdLst/>
            <a:ahLst/>
            <a:cxnLst/>
            <a:rect l="0" t="0" r="0" b="0"/>
            <a:pathLst>
              <a:path w="191" h="295515">
                <a:moveTo>
                  <a:pt x="0" y="29551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553" name="F2_precision_recall_distributions_3367">
            <a:extLst>
              <a:ext uri="{FF2B5EF4-FFF2-40B4-BE49-F238E27FC236}">
                <a16:creationId xmlns:a16="http://schemas.microsoft.com/office/drawing/2014/main" id="{0458AB8B-96AB-4C62-97CD-AE04BCFAACD5}"/>
              </a:ext>
            </a:extLst>
          </p:cNvPr>
          <p:cNvSpPr>
            <a:spLocks noGrp="1"/>
          </p:cNvSpPr>
          <p:nvPr/>
        </p:nvSpPr>
        <p:spPr>
          <a:xfrm>
            <a:off x="3016462" y="1716102"/>
            <a:ext cx="191" cy="432230"/>
          </a:xfrm>
          <a:custGeom>
            <a:avLst/>
            <a:gdLst/>
            <a:ahLst/>
            <a:cxnLst/>
            <a:rect l="0" t="0" r="0" b="0"/>
            <a:pathLst>
              <a:path w="191" h="432230">
                <a:moveTo>
                  <a:pt x="0" y="432230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554" name="F2_precision_recall_distributions_3368">
            <a:extLst>
              <a:ext uri="{FF2B5EF4-FFF2-40B4-BE49-F238E27FC236}">
                <a16:creationId xmlns:a16="http://schemas.microsoft.com/office/drawing/2014/main" id="{0B82BF08-3ECA-49D1-89F3-5C9FC0CA0EF9}"/>
              </a:ext>
            </a:extLst>
          </p:cNvPr>
          <p:cNvSpPr>
            <a:spLocks noGrp="1"/>
          </p:cNvSpPr>
          <p:nvPr/>
        </p:nvSpPr>
        <p:spPr>
          <a:xfrm>
            <a:off x="4180422" y="2341050"/>
            <a:ext cx="191" cy="14834"/>
          </a:xfrm>
          <a:custGeom>
            <a:avLst/>
            <a:gdLst/>
            <a:ahLst/>
            <a:cxnLst/>
            <a:rect l="0" t="0" r="0" b="0"/>
            <a:pathLst>
              <a:path w="191" h="14834">
                <a:moveTo>
                  <a:pt x="0" y="1483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555" name="F2_precision_recall_distributions_3369">
            <a:extLst>
              <a:ext uri="{FF2B5EF4-FFF2-40B4-BE49-F238E27FC236}">
                <a16:creationId xmlns:a16="http://schemas.microsoft.com/office/drawing/2014/main" id="{25987852-1DB2-4AEC-B20F-A958D9EB5B7C}"/>
              </a:ext>
            </a:extLst>
          </p:cNvPr>
          <p:cNvSpPr>
            <a:spLocks noGrp="1"/>
          </p:cNvSpPr>
          <p:nvPr/>
        </p:nvSpPr>
        <p:spPr>
          <a:xfrm>
            <a:off x="1212325" y="148590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56" name="F2_precision_recall_distributions_3370">
            <a:extLst>
              <a:ext uri="{FF2B5EF4-FFF2-40B4-BE49-F238E27FC236}">
                <a16:creationId xmlns:a16="http://schemas.microsoft.com/office/drawing/2014/main" id="{BDE73862-74A3-422C-B753-D1785228C2A8}"/>
              </a:ext>
            </a:extLst>
          </p:cNvPr>
          <p:cNvSpPr>
            <a:spLocks noGrp="1"/>
          </p:cNvSpPr>
          <p:nvPr/>
        </p:nvSpPr>
        <p:spPr>
          <a:xfrm>
            <a:off x="1212325" y="236861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57" name="text_3371">
            <a:extLst>
              <a:ext uri="{FF2B5EF4-FFF2-40B4-BE49-F238E27FC236}">
                <a16:creationId xmlns:a16="http://schemas.microsoft.com/office/drawing/2014/main" id="{DA85E276-D9AB-4CD0-9F11-34DE5481111A}"/>
              </a:ext>
            </a:extLst>
          </p:cNvPr>
          <p:cNvSpPr>
            <a:spLocks noGrp="1"/>
          </p:cNvSpPr>
          <p:nvPr/>
        </p:nvSpPr>
        <p:spPr>
          <a:xfrm>
            <a:off x="1212325" y="1305172"/>
            <a:ext cx="1206091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 · Precision</a:t>
            </a:r>
          </a:p>
        </p:txBody>
      </p:sp>
      <p:sp>
        <p:nvSpPr>
          <p:cNvPr id="558" name="F2_precision_recall_distributions_3372">
            <a:extLst>
              <a:ext uri="{FF2B5EF4-FFF2-40B4-BE49-F238E27FC236}">
                <a16:creationId xmlns:a16="http://schemas.microsoft.com/office/drawing/2014/main" id="{59A43DFE-F54E-4905-B1D6-AEDEFD2C6D22}"/>
              </a:ext>
            </a:extLst>
          </p:cNvPr>
          <p:cNvSpPr>
            <a:spLocks noGrp="1"/>
          </p:cNvSpPr>
          <p:nvPr/>
        </p:nvSpPr>
        <p:spPr>
          <a:xfrm>
            <a:off x="1824461" y="1755873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559" name="F2_precision_recall_distributions_3373">
            <a:extLst>
              <a:ext uri="{FF2B5EF4-FFF2-40B4-BE49-F238E27FC236}">
                <a16:creationId xmlns:a16="http://schemas.microsoft.com/office/drawing/2014/main" id="{C22C08D9-A8BA-4B69-808F-BF894F0C9239}"/>
              </a:ext>
            </a:extLst>
          </p:cNvPr>
          <p:cNvSpPr>
            <a:spLocks noGrp="1"/>
          </p:cNvSpPr>
          <p:nvPr/>
        </p:nvSpPr>
        <p:spPr>
          <a:xfrm>
            <a:off x="2988421" y="1887263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560" name="F2_precision_recall_distributions_3374">
            <a:extLst>
              <a:ext uri="{FF2B5EF4-FFF2-40B4-BE49-F238E27FC236}">
                <a16:creationId xmlns:a16="http://schemas.microsoft.com/office/drawing/2014/main" id="{BE8345F2-5D08-4621-97B2-4622E1B0E33B}"/>
              </a:ext>
            </a:extLst>
          </p:cNvPr>
          <p:cNvSpPr>
            <a:spLocks noGrp="1"/>
          </p:cNvSpPr>
          <p:nvPr/>
        </p:nvSpPr>
        <p:spPr>
          <a:xfrm>
            <a:off x="4152380" y="2325526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561" name="F2_precision_recall_distributions_3375">
            <a:extLst>
              <a:ext uri="{FF2B5EF4-FFF2-40B4-BE49-F238E27FC236}">
                <a16:creationId xmlns:a16="http://schemas.microsoft.com/office/drawing/2014/main" id="{F09CDB61-5612-4AD6-8D17-269AE093FCFD}"/>
              </a:ext>
            </a:extLst>
          </p:cNvPr>
          <p:cNvSpPr>
            <a:spLocks noGrp="1"/>
          </p:cNvSpPr>
          <p:nvPr/>
        </p:nvSpPr>
        <p:spPr>
          <a:xfrm>
            <a:off x="5361841" y="148590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562" name="F2_precision_recall_distributions_3376">
            <a:extLst>
              <a:ext uri="{FF2B5EF4-FFF2-40B4-BE49-F238E27FC236}">
                <a16:creationId xmlns:a16="http://schemas.microsoft.com/office/drawing/2014/main" id="{E889DA18-B387-4097-97C6-32B32F9FDD92}"/>
              </a:ext>
            </a:extLst>
          </p:cNvPr>
          <p:cNvSpPr>
            <a:spLocks noGrp="1"/>
          </p:cNvSpPr>
          <p:nvPr/>
        </p:nvSpPr>
        <p:spPr>
          <a:xfrm>
            <a:off x="5361841" y="235588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63" name="F2_precision_recall_distributions_3377">
            <a:extLst>
              <a:ext uri="{FF2B5EF4-FFF2-40B4-BE49-F238E27FC236}">
                <a16:creationId xmlns:a16="http://schemas.microsoft.com/office/drawing/2014/main" id="{E64A1D8D-7C57-4ACB-AFF2-37C18CC0E2CE}"/>
              </a:ext>
            </a:extLst>
          </p:cNvPr>
          <p:cNvSpPr>
            <a:spLocks noGrp="1"/>
          </p:cNvSpPr>
          <p:nvPr/>
        </p:nvSpPr>
        <p:spPr>
          <a:xfrm>
            <a:off x="5319567" y="235588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64" name="F2_precision_recall_distributions_3378">
            <a:extLst>
              <a:ext uri="{FF2B5EF4-FFF2-40B4-BE49-F238E27FC236}">
                <a16:creationId xmlns:a16="http://schemas.microsoft.com/office/drawing/2014/main" id="{89AB2F62-EF65-49F8-9858-B5B90F08CD0D}"/>
              </a:ext>
            </a:extLst>
          </p:cNvPr>
          <p:cNvSpPr>
            <a:spLocks noGrp="1"/>
          </p:cNvSpPr>
          <p:nvPr/>
        </p:nvSpPr>
        <p:spPr>
          <a:xfrm>
            <a:off x="5361841" y="193150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65" name="F2_precision_recall_distributions_3379">
            <a:extLst>
              <a:ext uri="{FF2B5EF4-FFF2-40B4-BE49-F238E27FC236}">
                <a16:creationId xmlns:a16="http://schemas.microsoft.com/office/drawing/2014/main" id="{3FE5E9C9-88E9-4B7D-8051-DA57282A3160}"/>
              </a:ext>
            </a:extLst>
          </p:cNvPr>
          <p:cNvSpPr>
            <a:spLocks noGrp="1"/>
          </p:cNvSpPr>
          <p:nvPr/>
        </p:nvSpPr>
        <p:spPr>
          <a:xfrm>
            <a:off x="5319567" y="193150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66" name="F2_precision_recall_distributions_3380">
            <a:extLst>
              <a:ext uri="{FF2B5EF4-FFF2-40B4-BE49-F238E27FC236}">
                <a16:creationId xmlns:a16="http://schemas.microsoft.com/office/drawing/2014/main" id="{8AF70FED-1306-4822-A442-8FFB93174440}"/>
              </a:ext>
            </a:extLst>
          </p:cNvPr>
          <p:cNvSpPr>
            <a:spLocks noGrp="1"/>
          </p:cNvSpPr>
          <p:nvPr/>
        </p:nvSpPr>
        <p:spPr>
          <a:xfrm>
            <a:off x="5361841" y="150711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67" name="F2_precision_recall_distributions_3381">
            <a:extLst>
              <a:ext uri="{FF2B5EF4-FFF2-40B4-BE49-F238E27FC236}">
                <a16:creationId xmlns:a16="http://schemas.microsoft.com/office/drawing/2014/main" id="{99C7CB17-C80F-476B-B176-610C21DA6D13}"/>
              </a:ext>
            </a:extLst>
          </p:cNvPr>
          <p:cNvSpPr>
            <a:spLocks noGrp="1"/>
          </p:cNvSpPr>
          <p:nvPr/>
        </p:nvSpPr>
        <p:spPr>
          <a:xfrm>
            <a:off x="5319567" y="150711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68" name="F2_precision_recall_distributions_3382">
            <a:extLst>
              <a:ext uri="{FF2B5EF4-FFF2-40B4-BE49-F238E27FC236}">
                <a16:creationId xmlns:a16="http://schemas.microsoft.com/office/drawing/2014/main" id="{B62A060A-141D-4C34-AC03-2F708C11563B}"/>
              </a:ext>
            </a:extLst>
          </p:cNvPr>
          <p:cNvSpPr>
            <a:spLocks noGrp="1"/>
          </p:cNvSpPr>
          <p:nvPr/>
        </p:nvSpPr>
        <p:spPr>
          <a:xfrm>
            <a:off x="5664470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16999" y="848766"/>
                </a:moveTo>
                <a:lnTo>
                  <a:pt x="158097" y="848766"/>
                </a:lnTo>
                <a:lnTo>
                  <a:pt x="161117" y="842186"/>
                </a:lnTo>
                <a:lnTo>
                  <a:pt x="169847" y="835606"/>
                </a:lnTo>
                <a:lnTo>
                  <a:pt x="183350" y="829027"/>
                </a:lnTo>
                <a:lnTo>
                  <a:pt x="200249" y="822447"/>
                </a:lnTo>
                <a:lnTo>
                  <a:pt x="218948" y="815868"/>
                </a:lnTo>
                <a:lnTo>
                  <a:pt x="237872" y="809288"/>
                </a:lnTo>
                <a:lnTo>
                  <a:pt x="255664" y="802708"/>
                </a:lnTo>
                <a:lnTo>
                  <a:pt x="271322" y="796129"/>
                </a:lnTo>
                <a:lnTo>
                  <a:pt x="284246" y="789549"/>
                </a:lnTo>
                <a:lnTo>
                  <a:pt x="294227" y="782970"/>
                </a:lnTo>
                <a:lnTo>
                  <a:pt x="301368" y="776390"/>
                </a:lnTo>
                <a:lnTo>
                  <a:pt x="306000" y="769811"/>
                </a:lnTo>
                <a:lnTo>
                  <a:pt x="308578" y="763231"/>
                </a:lnTo>
                <a:lnTo>
                  <a:pt x="309602" y="756651"/>
                </a:lnTo>
                <a:lnTo>
                  <a:pt x="309549" y="750072"/>
                </a:lnTo>
                <a:lnTo>
                  <a:pt x="308829" y="743492"/>
                </a:lnTo>
                <a:lnTo>
                  <a:pt x="307757" y="736913"/>
                </a:lnTo>
                <a:lnTo>
                  <a:pt x="306549" y="730333"/>
                </a:lnTo>
                <a:lnTo>
                  <a:pt x="305327" y="723754"/>
                </a:lnTo>
                <a:lnTo>
                  <a:pt x="304141" y="717174"/>
                </a:lnTo>
                <a:lnTo>
                  <a:pt x="302991" y="710594"/>
                </a:lnTo>
                <a:lnTo>
                  <a:pt x="301862" y="704015"/>
                </a:lnTo>
                <a:lnTo>
                  <a:pt x="300748" y="697435"/>
                </a:lnTo>
                <a:lnTo>
                  <a:pt x="299670" y="690856"/>
                </a:lnTo>
                <a:lnTo>
                  <a:pt x="298687" y="684276"/>
                </a:lnTo>
                <a:lnTo>
                  <a:pt x="297890" y="677697"/>
                </a:lnTo>
                <a:lnTo>
                  <a:pt x="297394" y="671117"/>
                </a:lnTo>
                <a:lnTo>
                  <a:pt x="297314" y="664537"/>
                </a:lnTo>
                <a:lnTo>
                  <a:pt x="297744" y="657958"/>
                </a:lnTo>
                <a:lnTo>
                  <a:pt x="298736" y="651378"/>
                </a:lnTo>
                <a:lnTo>
                  <a:pt x="300287" y="644799"/>
                </a:lnTo>
                <a:lnTo>
                  <a:pt x="302329" y="638219"/>
                </a:lnTo>
                <a:lnTo>
                  <a:pt x="304735" y="631639"/>
                </a:lnTo>
                <a:lnTo>
                  <a:pt x="307330" y="625060"/>
                </a:lnTo>
                <a:lnTo>
                  <a:pt x="309909" y="618480"/>
                </a:lnTo>
                <a:lnTo>
                  <a:pt x="312262" y="611901"/>
                </a:lnTo>
                <a:lnTo>
                  <a:pt x="314197" y="605321"/>
                </a:lnTo>
                <a:lnTo>
                  <a:pt x="315557" y="598742"/>
                </a:lnTo>
                <a:lnTo>
                  <a:pt x="316237" y="592162"/>
                </a:lnTo>
                <a:lnTo>
                  <a:pt x="316187" y="585582"/>
                </a:lnTo>
                <a:lnTo>
                  <a:pt x="315408" y="579003"/>
                </a:lnTo>
                <a:lnTo>
                  <a:pt x="313948" y="572423"/>
                </a:lnTo>
                <a:lnTo>
                  <a:pt x="311885" y="565844"/>
                </a:lnTo>
                <a:lnTo>
                  <a:pt x="309323" y="559264"/>
                </a:lnTo>
                <a:lnTo>
                  <a:pt x="306372" y="552685"/>
                </a:lnTo>
                <a:lnTo>
                  <a:pt x="303145" y="546105"/>
                </a:lnTo>
                <a:lnTo>
                  <a:pt x="299753" y="539525"/>
                </a:lnTo>
                <a:lnTo>
                  <a:pt x="296306" y="532946"/>
                </a:lnTo>
                <a:lnTo>
                  <a:pt x="292909" y="526366"/>
                </a:lnTo>
                <a:lnTo>
                  <a:pt x="289672" y="519787"/>
                </a:lnTo>
                <a:lnTo>
                  <a:pt x="286703" y="513207"/>
                </a:lnTo>
                <a:lnTo>
                  <a:pt x="284109" y="506627"/>
                </a:lnTo>
                <a:lnTo>
                  <a:pt x="281991" y="500048"/>
                </a:lnTo>
                <a:lnTo>
                  <a:pt x="280428" y="493468"/>
                </a:lnTo>
                <a:lnTo>
                  <a:pt x="279475" y="486889"/>
                </a:lnTo>
                <a:lnTo>
                  <a:pt x="279148" y="480309"/>
                </a:lnTo>
                <a:lnTo>
                  <a:pt x="279424" y="473730"/>
                </a:lnTo>
                <a:lnTo>
                  <a:pt x="280237" y="467150"/>
                </a:lnTo>
                <a:lnTo>
                  <a:pt x="281487" y="460570"/>
                </a:lnTo>
                <a:lnTo>
                  <a:pt x="283051" y="453991"/>
                </a:lnTo>
                <a:lnTo>
                  <a:pt x="284795" y="447411"/>
                </a:lnTo>
                <a:lnTo>
                  <a:pt x="286589" y="440832"/>
                </a:lnTo>
                <a:lnTo>
                  <a:pt x="288317" y="434252"/>
                </a:lnTo>
                <a:lnTo>
                  <a:pt x="289884" y="427673"/>
                </a:lnTo>
                <a:lnTo>
                  <a:pt x="291209" y="421093"/>
                </a:lnTo>
                <a:lnTo>
                  <a:pt x="292223" y="414513"/>
                </a:lnTo>
                <a:lnTo>
                  <a:pt x="292858" y="407934"/>
                </a:lnTo>
                <a:lnTo>
                  <a:pt x="293038" y="401354"/>
                </a:lnTo>
                <a:lnTo>
                  <a:pt x="292679" y="394775"/>
                </a:lnTo>
                <a:lnTo>
                  <a:pt x="291692" y="388195"/>
                </a:lnTo>
                <a:lnTo>
                  <a:pt x="289994" y="381616"/>
                </a:lnTo>
                <a:lnTo>
                  <a:pt x="287519" y="375036"/>
                </a:lnTo>
                <a:lnTo>
                  <a:pt x="284230" y="368456"/>
                </a:lnTo>
                <a:lnTo>
                  <a:pt x="280125" y="361877"/>
                </a:lnTo>
                <a:lnTo>
                  <a:pt x="275235" y="355297"/>
                </a:lnTo>
                <a:lnTo>
                  <a:pt x="269630" y="348718"/>
                </a:lnTo>
                <a:lnTo>
                  <a:pt x="263411" y="342138"/>
                </a:lnTo>
                <a:lnTo>
                  <a:pt x="256719" y="335558"/>
                </a:lnTo>
                <a:lnTo>
                  <a:pt x="249738" y="328979"/>
                </a:lnTo>
                <a:lnTo>
                  <a:pt x="242699" y="322399"/>
                </a:lnTo>
                <a:lnTo>
                  <a:pt x="235884" y="315820"/>
                </a:lnTo>
                <a:lnTo>
                  <a:pt x="229607" y="309240"/>
                </a:lnTo>
                <a:lnTo>
                  <a:pt x="224192" y="302661"/>
                </a:lnTo>
                <a:lnTo>
                  <a:pt x="219931" y="296081"/>
                </a:lnTo>
                <a:lnTo>
                  <a:pt x="217048" y="289501"/>
                </a:lnTo>
                <a:lnTo>
                  <a:pt x="215654" y="282922"/>
                </a:lnTo>
                <a:lnTo>
                  <a:pt x="215736" y="276342"/>
                </a:lnTo>
                <a:lnTo>
                  <a:pt x="217148" y="269763"/>
                </a:lnTo>
                <a:lnTo>
                  <a:pt x="219642" y="263183"/>
                </a:lnTo>
                <a:lnTo>
                  <a:pt x="222898" y="256604"/>
                </a:lnTo>
                <a:lnTo>
                  <a:pt x="226573" y="250024"/>
                </a:lnTo>
                <a:lnTo>
                  <a:pt x="230343" y="243444"/>
                </a:lnTo>
                <a:lnTo>
                  <a:pt x="233932" y="236865"/>
                </a:lnTo>
                <a:lnTo>
                  <a:pt x="237128" y="230285"/>
                </a:lnTo>
                <a:lnTo>
                  <a:pt x="239783" y="223706"/>
                </a:lnTo>
                <a:lnTo>
                  <a:pt x="241789" y="217126"/>
                </a:lnTo>
                <a:lnTo>
                  <a:pt x="243054" y="210546"/>
                </a:lnTo>
                <a:lnTo>
                  <a:pt x="243472" y="203967"/>
                </a:lnTo>
                <a:lnTo>
                  <a:pt x="242898" y="197387"/>
                </a:lnTo>
                <a:lnTo>
                  <a:pt x="241138" y="190808"/>
                </a:lnTo>
                <a:lnTo>
                  <a:pt x="237954" y="184228"/>
                </a:lnTo>
                <a:lnTo>
                  <a:pt x="233082" y="177649"/>
                </a:lnTo>
                <a:lnTo>
                  <a:pt x="226264" y="171069"/>
                </a:lnTo>
                <a:lnTo>
                  <a:pt x="217276" y="164489"/>
                </a:lnTo>
                <a:lnTo>
                  <a:pt x="205962" y="157910"/>
                </a:lnTo>
                <a:lnTo>
                  <a:pt x="192254" y="151330"/>
                </a:lnTo>
                <a:lnTo>
                  <a:pt x="176196" y="144751"/>
                </a:lnTo>
                <a:lnTo>
                  <a:pt x="157962" y="138171"/>
                </a:lnTo>
                <a:lnTo>
                  <a:pt x="137872" y="131592"/>
                </a:lnTo>
                <a:lnTo>
                  <a:pt x="116419" y="125012"/>
                </a:lnTo>
                <a:lnTo>
                  <a:pt x="94275" y="118432"/>
                </a:lnTo>
                <a:lnTo>
                  <a:pt x="72293" y="111853"/>
                </a:lnTo>
                <a:lnTo>
                  <a:pt x="51470" y="105273"/>
                </a:lnTo>
                <a:lnTo>
                  <a:pt x="32890" y="98694"/>
                </a:lnTo>
                <a:lnTo>
                  <a:pt x="17626" y="92114"/>
                </a:lnTo>
                <a:lnTo>
                  <a:pt x="6633" y="85535"/>
                </a:lnTo>
                <a:lnTo>
                  <a:pt x="628" y="78955"/>
                </a:lnTo>
                <a:lnTo>
                  <a:pt x="0" y="72375"/>
                </a:lnTo>
                <a:lnTo>
                  <a:pt x="4745" y="65796"/>
                </a:lnTo>
                <a:lnTo>
                  <a:pt x="14449" y="59216"/>
                </a:lnTo>
                <a:lnTo>
                  <a:pt x="28315" y="52637"/>
                </a:lnTo>
                <a:lnTo>
                  <a:pt x="45231" y="46057"/>
                </a:lnTo>
                <a:lnTo>
                  <a:pt x="63870" y="39477"/>
                </a:lnTo>
                <a:lnTo>
                  <a:pt x="82799" y="32898"/>
                </a:lnTo>
                <a:lnTo>
                  <a:pt x="100595" y="26318"/>
                </a:lnTo>
                <a:lnTo>
                  <a:pt x="115952" y="19739"/>
                </a:lnTo>
                <a:lnTo>
                  <a:pt x="127764" y="13159"/>
                </a:lnTo>
                <a:lnTo>
                  <a:pt x="135197" y="6580"/>
                </a:lnTo>
                <a:lnTo>
                  <a:pt x="137733" y="0"/>
                </a:lnTo>
                <a:lnTo>
                  <a:pt x="537363" y="0"/>
                </a:lnTo>
                <a:lnTo>
                  <a:pt x="537363" y="0"/>
                </a:lnTo>
                <a:lnTo>
                  <a:pt x="539899" y="6580"/>
                </a:lnTo>
                <a:lnTo>
                  <a:pt x="547333" y="13159"/>
                </a:lnTo>
                <a:lnTo>
                  <a:pt x="559145" y="19739"/>
                </a:lnTo>
                <a:lnTo>
                  <a:pt x="574501" y="26318"/>
                </a:lnTo>
                <a:lnTo>
                  <a:pt x="592298" y="32898"/>
                </a:lnTo>
                <a:lnTo>
                  <a:pt x="611227" y="39477"/>
                </a:lnTo>
                <a:lnTo>
                  <a:pt x="629866" y="46057"/>
                </a:lnTo>
                <a:lnTo>
                  <a:pt x="646782" y="52637"/>
                </a:lnTo>
                <a:lnTo>
                  <a:pt x="660647" y="59216"/>
                </a:lnTo>
                <a:lnTo>
                  <a:pt x="670351" y="65796"/>
                </a:lnTo>
                <a:lnTo>
                  <a:pt x="675097" y="72375"/>
                </a:lnTo>
                <a:lnTo>
                  <a:pt x="674469" y="78955"/>
                </a:lnTo>
                <a:lnTo>
                  <a:pt x="668464" y="85535"/>
                </a:lnTo>
                <a:lnTo>
                  <a:pt x="657470" y="92114"/>
                </a:lnTo>
                <a:lnTo>
                  <a:pt x="642206" y="98694"/>
                </a:lnTo>
                <a:lnTo>
                  <a:pt x="623626" y="105273"/>
                </a:lnTo>
                <a:lnTo>
                  <a:pt x="602803" y="111853"/>
                </a:lnTo>
                <a:lnTo>
                  <a:pt x="580821" y="118432"/>
                </a:lnTo>
                <a:lnTo>
                  <a:pt x="558678" y="125012"/>
                </a:lnTo>
                <a:lnTo>
                  <a:pt x="537225" y="131592"/>
                </a:lnTo>
                <a:lnTo>
                  <a:pt x="517135" y="138171"/>
                </a:lnTo>
                <a:lnTo>
                  <a:pt x="498900" y="144751"/>
                </a:lnTo>
                <a:lnTo>
                  <a:pt x="482842" y="151330"/>
                </a:lnTo>
                <a:lnTo>
                  <a:pt x="469135" y="157910"/>
                </a:lnTo>
                <a:lnTo>
                  <a:pt x="457820" y="164489"/>
                </a:lnTo>
                <a:lnTo>
                  <a:pt x="448833" y="171069"/>
                </a:lnTo>
                <a:lnTo>
                  <a:pt x="442015" y="177649"/>
                </a:lnTo>
                <a:lnTo>
                  <a:pt x="437143" y="184228"/>
                </a:lnTo>
                <a:lnTo>
                  <a:pt x="433959" y="190808"/>
                </a:lnTo>
                <a:lnTo>
                  <a:pt x="432199" y="197387"/>
                </a:lnTo>
                <a:lnTo>
                  <a:pt x="431624" y="203967"/>
                </a:lnTo>
                <a:lnTo>
                  <a:pt x="432042" y="210546"/>
                </a:lnTo>
                <a:lnTo>
                  <a:pt x="433307" y="217126"/>
                </a:lnTo>
                <a:lnTo>
                  <a:pt x="435313" y="223706"/>
                </a:lnTo>
                <a:lnTo>
                  <a:pt x="437968" y="230285"/>
                </a:lnTo>
                <a:lnTo>
                  <a:pt x="441165" y="236865"/>
                </a:lnTo>
                <a:lnTo>
                  <a:pt x="444754" y="243444"/>
                </a:lnTo>
                <a:lnTo>
                  <a:pt x="448523" y="250024"/>
                </a:lnTo>
                <a:lnTo>
                  <a:pt x="452198" y="256604"/>
                </a:lnTo>
                <a:lnTo>
                  <a:pt x="455454" y="263183"/>
                </a:lnTo>
                <a:lnTo>
                  <a:pt x="457948" y="269763"/>
                </a:lnTo>
                <a:lnTo>
                  <a:pt x="459361" y="276342"/>
                </a:lnTo>
                <a:lnTo>
                  <a:pt x="459442" y="282922"/>
                </a:lnTo>
                <a:lnTo>
                  <a:pt x="458049" y="289501"/>
                </a:lnTo>
                <a:lnTo>
                  <a:pt x="455165" y="296081"/>
                </a:lnTo>
                <a:lnTo>
                  <a:pt x="450905" y="302661"/>
                </a:lnTo>
                <a:lnTo>
                  <a:pt x="445489" y="309240"/>
                </a:lnTo>
                <a:lnTo>
                  <a:pt x="439212" y="315820"/>
                </a:lnTo>
                <a:lnTo>
                  <a:pt x="432397" y="322399"/>
                </a:lnTo>
                <a:lnTo>
                  <a:pt x="425359" y="328979"/>
                </a:lnTo>
                <a:lnTo>
                  <a:pt x="418377" y="335558"/>
                </a:lnTo>
                <a:lnTo>
                  <a:pt x="411686" y="342138"/>
                </a:lnTo>
                <a:lnTo>
                  <a:pt x="405467" y="348718"/>
                </a:lnTo>
                <a:lnTo>
                  <a:pt x="399861" y="355297"/>
                </a:lnTo>
                <a:lnTo>
                  <a:pt x="394972" y="361877"/>
                </a:lnTo>
                <a:lnTo>
                  <a:pt x="390866" y="368456"/>
                </a:lnTo>
                <a:lnTo>
                  <a:pt x="387578" y="375036"/>
                </a:lnTo>
                <a:lnTo>
                  <a:pt x="385103" y="381616"/>
                </a:lnTo>
                <a:lnTo>
                  <a:pt x="383405" y="388195"/>
                </a:lnTo>
                <a:lnTo>
                  <a:pt x="382418" y="394775"/>
                </a:lnTo>
                <a:lnTo>
                  <a:pt x="382059" y="401354"/>
                </a:lnTo>
                <a:lnTo>
                  <a:pt x="382239" y="407934"/>
                </a:lnTo>
                <a:lnTo>
                  <a:pt x="382873" y="414513"/>
                </a:lnTo>
                <a:lnTo>
                  <a:pt x="383888" y="421093"/>
                </a:lnTo>
                <a:lnTo>
                  <a:pt x="385213" y="427673"/>
                </a:lnTo>
                <a:lnTo>
                  <a:pt x="386779" y="434252"/>
                </a:lnTo>
                <a:lnTo>
                  <a:pt x="388508" y="440832"/>
                </a:lnTo>
                <a:lnTo>
                  <a:pt x="390302" y="447411"/>
                </a:lnTo>
                <a:lnTo>
                  <a:pt x="392045" y="453991"/>
                </a:lnTo>
                <a:lnTo>
                  <a:pt x="393609" y="460570"/>
                </a:lnTo>
                <a:lnTo>
                  <a:pt x="394859" y="467150"/>
                </a:lnTo>
                <a:lnTo>
                  <a:pt x="395673" y="473730"/>
                </a:lnTo>
                <a:lnTo>
                  <a:pt x="395948" y="480309"/>
                </a:lnTo>
                <a:lnTo>
                  <a:pt x="395622" y="486889"/>
                </a:lnTo>
                <a:lnTo>
                  <a:pt x="394669" y="493468"/>
                </a:lnTo>
                <a:lnTo>
                  <a:pt x="393106" y="500048"/>
                </a:lnTo>
                <a:lnTo>
                  <a:pt x="390987" y="506627"/>
                </a:lnTo>
                <a:lnTo>
                  <a:pt x="388394" y="513207"/>
                </a:lnTo>
                <a:lnTo>
                  <a:pt x="385425" y="519787"/>
                </a:lnTo>
                <a:lnTo>
                  <a:pt x="382188" y="526366"/>
                </a:lnTo>
                <a:lnTo>
                  <a:pt x="378791" y="532946"/>
                </a:lnTo>
                <a:lnTo>
                  <a:pt x="375343" y="539525"/>
                </a:lnTo>
                <a:lnTo>
                  <a:pt x="371952" y="546105"/>
                </a:lnTo>
                <a:lnTo>
                  <a:pt x="368725" y="552685"/>
                </a:lnTo>
                <a:lnTo>
                  <a:pt x="365773" y="559264"/>
                </a:lnTo>
                <a:lnTo>
                  <a:pt x="363211" y="565844"/>
                </a:lnTo>
                <a:lnTo>
                  <a:pt x="361149" y="572423"/>
                </a:lnTo>
                <a:lnTo>
                  <a:pt x="359688" y="579003"/>
                </a:lnTo>
                <a:lnTo>
                  <a:pt x="358909" y="585582"/>
                </a:lnTo>
                <a:lnTo>
                  <a:pt x="358859" y="592162"/>
                </a:lnTo>
                <a:lnTo>
                  <a:pt x="359540" y="598742"/>
                </a:lnTo>
                <a:lnTo>
                  <a:pt x="360900" y="605321"/>
                </a:lnTo>
                <a:lnTo>
                  <a:pt x="362834" y="611901"/>
                </a:lnTo>
                <a:lnTo>
                  <a:pt x="365187" y="618480"/>
                </a:lnTo>
                <a:lnTo>
                  <a:pt x="367766" y="625060"/>
                </a:lnTo>
                <a:lnTo>
                  <a:pt x="370361" y="631639"/>
                </a:lnTo>
                <a:lnTo>
                  <a:pt x="372767" y="638219"/>
                </a:lnTo>
                <a:lnTo>
                  <a:pt x="374810" y="644799"/>
                </a:lnTo>
                <a:lnTo>
                  <a:pt x="376360" y="651378"/>
                </a:lnTo>
                <a:lnTo>
                  <a:pt x="377353" y="657958"/>
                </a:lnTo>
                <a:lnTo>
                  <a:pt x="377782" y="664537"/>
                </a:lnTo>
                <a:lnTo>
                  <a:pt x="377702" y="671117"/>
                </a:lnTo>
                <a:lnTo>
                  <a:pt x="377206" y="677697"/>
                </a:lnTo>
                <a:lnTo>
                  <a:pt x="376410" y="684276"/>
                </a:lnTo>
                <a:lnTo>
                  <a:pt x="375426" y="690856"/>
                </a:lnTo>
                <a:lnTo>
                  <a:pt x="374348" y="697435"/>
                </a:lnTo>
                <a:lnTo>
                  <a:pt x="373234" y="704015"/>
                </a:lnTo>
                <a:lnTo>
                  <a:pt x="372106" y="710594"/>
                </a:lnTo>
                <a:lnTo>
                  <a:pt x="370956" y="717174"/>
                </a:lnTo>
                <a:lnTo>
                  <a:pt x="369769" y="723754"/>
                </a:lnTo>
                <a:lnTo>
                  <a:pt x="368548" y="730333"/>
                </a:lnTo>
                <a:lnTo>
                  <a:pt x="367340" y="736913"/>
                </a:lnTo>
                <a:lnTo>
                  <a:pt x="366267" y="743492"/>
                </a:lnTo>
                <a:lnTo>
                  <a:pt x="365547" y="750072"/>
                </a:lnTo>
                <a:lnTo>
                  <a:pt x="365495" y="756651"/>
                </a:lnTo>
                <a:lnTo>
                  <a:pt x="366519" y="763231"/>
                </a:lnTo>
                <a:lnTo>
                  <a:pt x="369097" y="769811"/>
                </a:lnTo>
                <a:lnTo>
                  <a:pt x="373728" y="776390"/>
                </a:lnTo>
                <a:lnTo>
                  <a:pt x="380870" y="782970"/>
                </a:lnTo>
                <a:lnTo>
                  <a:pt x="390850" y="789549"/>
                </a:lnTo>
                <a:lnTo>
                  <a:pt x="403775" y="796129"/>
                </a:lnTo>
                <a:lnTo>
                  <a:pt x="419432" y="802708"/>
                </a:lnTo>
                <a:lnTo>
                  <a:pt x="437225" y="809288"/>
                </a:lnTo>
                <a:lnTo>
                  <a:pt x="456148" y="815868"/>
                </a:lnTo>
                <a:lnTo>
                  <a:pt x="474848" y="822447"/>
                </a:lnTo>
                <a:lnTo>
                  <a:pt x="491747" y="829027"/>
                </a:lnTo>
                <a:lnTo>
                  <a:pt x="505250" y="835606"/>
                </a:lnTo>
                <a:lnTo>
                  <a:pt x="513979" y="842186"/>
                </a:lnTo>
                <a:lnTo>
                  <a:pt x="516999" y="848766"/>
                </a:lnTo>
                <a:lnTo>
                  <a:pt x="516999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569" name="F2_precision_recall_distributions_3383">
            <a:extLst>
              <a:ext uri="{FF2B5EF4-FFF2-40B4-BE49-F238E27FC236}">
                <a16:creationId xmlns:a16="http://schemas.microsoft.com/office/drawing/2014/main" id="{7ABB5760-60BC-42B7-9E70-4C497E6A91B6}"/>
              </a:ext>
            </a:extLst>
          </p:cNvPr>
          <p:cNvSpPr>
            <a:spLocks noGrp="1"/>
          </p:cNvSpPr>
          <p:nvPr/>
        </p:nvSpPr>
        <p:spPr>
          <a:xfrm>
            <a:off x="5842919" y="16383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0" name="F2_precision_recall_distributions_3384">
            <a:extLst>
              <a:ext uri="{FF2B5EF4-FFF2-40B4-BE49-F238E27FC236}">
                <a16:creationId xmlns:a16="http://schemas.microsoft.com/office/drawing/2014/main" id="{C435741B-6C2A-4065-A880-DD8D356ECBDF}"/>
              </a:ext>
            </a:extLst>
          </p:cNvPr>
          <p:cNvSpPr>
            <a:spLocks noGrp="1"/>
          </p:cNvSpPr>
          <p:nvPr/>
        </p:nvSpPr>
        <p:spPr>
          <a:xfrm>
            <a:off x="5813752" y="15859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1" name="F2_precision_recall_distributions_3385">
            <a:extLst>
              <a:ext uri="{FF2B5EF4-FFF2-40B4-BE49-F238E27FC236}">
                <a16:creationId xmlns:a16="http://schemas.microsoft.com/office/drawing/2014/main" id="{59220702-349C-453F-8D93-FA791552ECF0}"/>
              </a:ext>
            </a:extLst>
          </p:cNvPr>
          <p:cNvSpPr>
            <a:spLocks noGrp="1"/>
          </p:cNvSpPr>
          <p:nvPr/>
        </p:nvSpPr>
        <p:spPr>
          <a:xfrm>
            <a:off x="5829965" y="15726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2" name="F2_precision_recall_distributions_3386">
            <a:extLst>
              <a:ext uri="{FF2B5EF4-FFF2-40B4-BE49-F238E27FC236}">
                <a16:creationId xmlns:a16="http://schemas.microsoft.com/office/drawing/2014/main" id="{37B6B37E-9397-4A68-8F4B-0205C85BBE53}"/>
              </a:ext>
            </a:extLst>
          </p:cNvPr>
          <p:cNvSpPr>
            <a:spLocks noGrp="1"/>
          </p:cNvSpPr>
          <p:nvPr/>
        </p:nvSpPr>
        <p:spPr>
          <a:xfrm>
            <a:off x="6019051" y="21508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3" name="F2_precision_recall_distributions_3387">
            <a:extLst>
              <a:ext uri="{FF2B5EF4-FFF2-40B4-BE49-F238E27FC236}">
                <a16:creationId xmlns:a16="http://schemas.microsoft.com/office/drawing/2014/main" id="{06DFDE1A-51F0-44AC-AC49-ABC59CD7D617}"/>
              </a:ext>
            </a:extLst>
          </p:cNvPr>
          <p:cNvSpPr>
            <a:spLocks noGrp="1"/>
          </p:cNvSpPr>
          <p:nvPr/>
        </p:nvSpPr>
        <p:spPr>
          <a:xfrm>
            <a:off x="6117008" y="15903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4" name="F2_precision_recall_distributions_3388">
            <a:extLst>
              <a:ext uri="{FF2B5EF4-FFF2-40B4-BE49-F238E27FC236}">
                <a16:creationId xmlns:a16="http://schemas.microsoft.com/office/drawing/2014/main" id="{1279D20E-B455-4DDD-B565-6A5516655FDF}"/>
              </a:ext>
            </a:extLst>
          </p:cNvPr>
          <p:cNvSpPr>
            <a:spLocks noGrp="1"/>
          </p:cNvSpPr>
          <p:nvPr/>
        </p:nvSpPr>
        <p:spPr>
          <a:xfrm>
            <a:off x="5828879" y="155714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5" name="F2_precision_recall_distributions_3389">
            <a:extLst>
              <a:ext uri="{FF2B5EF4-FFF2-40B4-BE49-F238E27FC236}">
                <a16:creationId xmlns:a16="http://schemas.microsoft.com/office/drawing/2014/main" id="{26CCFBED-93A0-4D3C-8CEF-4C305639460F}"/>
              </a:ext>
            </a:extLst>
          </p:cNvPr>
          <p:cNvSpPr>
            <a:spLocks noGrp="1"/>
          </p:cNvSpPr>
          <p:nvPr/>
        </p:nvSpPr>
        <p:spPr>
          <a:xfrm>
            <a:off x="6151726" y="157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6" name="F2_precision_recall_distributions_3390">
            <a:extLst>
              <a:ext uri="{FF2B5EF4-FFF2-40B4-BE49-F238E27FC236}">
                <a16:creationId xmlns:a16="http://schemas.microsoft.com/office/drawing/2014/main" id="{D03B7DAD-D59A-45BA-9B5D-0DCC16DFD730}"/>
              </a:ext>
            </a:extLst>
          </p:cNvPr>
          <p:cNvSpPr>
            <a:spLocks noGrp="1"/>
          </p:cNvSpPr>
          <p:nvPr/>
        </p:nvSpPr>
        <p:spPr>
          <a:xfrm>
            <a:off x="5964717" y="16025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7" name="F2_precision_recall_distributions_3391">
            <a:extLst>
              <a:ext uri="{FF2B5EF4-FFF2-40B4-BE49-F238E27FC236}">
                <a16:creationId xmlns:a16="http://schemas.microsoft.com/office/drawing/2014/main" id="{183706CF-26BA-4D3F-94CC-469F78695127}"/>
              </a:ext>
            </a:extLst>
          </p:cNvPr>
          <p:cNvSpPr>
            <a:spLocks noGrp="1"/>
          </p:cNvSpPr>
          <p:nvPr/>
        </p:nvSpPr>
        <p:spPr>
          <a:xfrm>
            <a:off x="6049645" y="17786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8" name="F2_precision_recall_distributions_3392">
            <a:extLst>
              <a:ext uri="{FF2B5EF4-FFF2-40B4-BE49-F238E27FC236}">
                <a16:creationId xmlns:a16="http://schemas.microsoft.com/office/drawing/2014/main" id="{DA0ACD68-1E59-44A4-9945-2726FF096AFA}"/>
              </a:ext>
            </a:extLst>
          </p:cNvPr>
          <p:cNvSpPr>
            <a:spLocks noGrp="1"/>
          </p:cNvSpPr>
          <p:nvPr/>
        </p:nvSpPr>
        <p:spPr>
          <a:xfrm>
            <a:off x="5988845" y="15760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9" name="F2_precision_recall_distributions_3393">
            <a:extLst>
              <a:ext uri="{FF2B5EF4-FFF2-40B4-BE49-F238E27FC236}">
                <a16:creationId xmlns:a16="http://schemas.microsoft.com/office/drawing/2014/main" id="{3E2BB235-65AF-418F-B932-3931E9A3399B}"/>
              </a:ext>
            </a:extLst>
          </p:cNvPr>
          <p:cNvSpPr>
            <a:spLocks noGrp="1"/>
          </p:cNvSpPr>
          <p:nvPr/>
        </p:nvSpPr>
        <p:spPr>
          <a:xfrm>
            <a:off x="5990406" y="179405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0" name="F2_precision_recall_distributions_3394">
            <a:extLst>
              <a:ext uri="{FF2B5EF4-FFF2-40B4-BE49-F238E27FC236}">
                <a16:creationId xmlns:a16="http://schemas.microsoft.com/office/drawing/2014/main" id="{862765EC-C4DF-4703-83EA-EE233E8D185F}"/>
              </a:ext>
            </a:extLst>
          </p:cNvPr>
          <p:cNvSpPr>
            <a:spLocks noGrp="1"/>
          </p:cNvSpPr>
          <p:nvPr/>
        </p:nvSpPr>
        <p:spPr>
          <a:xfrm>
            <a:off x="5850223" y="15718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1" name="F2_precision_recall_distributions_3395">
            <a:extLst>
              <a:ext uri="{FF2B5EF4-FFF2-40B4-BE49-F238E27FC236}">
                <a16:creationId xmlns:a16="http://schemas.microsoft.com/office/drawing/2014/main" id="{7B4E00DB-55A7-46B8-8768-25302CECB790}"/>
              </a:ext>
            </a:extLst>
          </p:cNvPr>
          <p:cNvSpPr>
            <a:spLocks noGrp="1"/>
          </p:cNvSpPr>
          <p:nvPr/>
        </p:nvSpPr>
        <p:spPr>
          <a:xfrm>
            <a:off x="5924629" y="15683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2" name="F2_precision_recall_distributions_3396">
            <a:extLst>
              <a:ext uri="{FF2B5EF4-FFF2-40B4-BE49-F238E27FC236}">
                <a16:creationId xmlns:a16="http://schemas.microsoft.com/office/drawing/2014/main" id="{E795CCF1-773D-4EFA-88D7-C93C57522592}"/>
              </a:ext>
            </a:extLst>
          </p:cNvPr>
          <p:cNvSpPr>
            <a:spLocks noGrp="1"/>
          </p:cNvSpPr>
          <p:nvPr/>
        </p:nvSpPr>
        <p:spPr>
          <a:xfrm>
            <a:off x="6051456" y="17772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3" name="F2_precision_recall_distributions_3397">
            <a:extLst>
              <a:ext uri="{FF2B5EF4-FFF2-40B4-BE49-F238E27FC236}">
                <a16:creationId xmlns:a16="http://schemas.microsoft.com/office/drawing/2014/main" id="{9DAE0B67-A1B8-4C56-BB78-9A3D4379CE14}"/>
              </a:ext>
            </a:extLst>
          </p:cNvPr>
          <p:cNvSpPr>
            <a:spLocks noGrp="1"/>
          </p:cNvSpPr>
          <p:nvPr/>
        </p:nvSpPr>
        <p:spPr>
          <a:xfrm>
            <a:off x="5990103" y="15906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4" name="F2_precision_recall_distributions_3398">
            <a:extLst>
              <a:ext uri="{FF2B5EF4-FFF2-40B4-BE49-F238E27FC236}">
                <a16:creationId xmlns:a16="http://schemas.microsoft.com/office/drawing/2014/main" id="{EDFFE3E9-0505-4BBF-BD6F-4DC8DB5A645D}"/>
              </a:ext>
            </a:extLst>
          </p:cNvPr>
          <p:cNvSpPr>
            <a:spLocks noGrp="1"/>
          </p:cNvSpPr>
          <p:nvPr/>
        </p:nvSpPr>
        <p:spPr>
          <a:xfrm>
            <a:off x="5825361" y="16049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5" name="F2_precision_recall_distributions_3399">
            <a:extLst>
              <a:ext uri="{FF2B5EF4-FFF2-40B4-BE49-F238E27FC236}">
                <a16:creationId xmlns:a16="http://schemas.microsoft.com/office/drawing/2014/main" id="{F7BA7707-F703-4598-9BAD-087B6B729A64}"/>
              </a:ext>
            </a:extLst>
          </p:cNvPr>
          <p:cNvSpPr>
            <a:spLocks noGrp="1"/>
          </p:cNvSpPr>
          <p:nvPr/>
        </p:nvSpPr>
        <p:spPr>
          <a:xfrm>
            <a:off x="5823232" y="17056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6" name="F2_precision_recall_distributions_3400">
            <a:extLst>
              <a:ext uri="{FF2B5EF4-FFF2-40B4-BE49-F238E27FC236}">
                <a16:creationId xmlns:a16="http://schemas.microsoft.com/office/drawing/2014/main" id="{29DEB4E9-0171-4BF0-B133-9BF9D403AAB7}"/>
              </a:ext>
            </a:extLst>
          </p:cNvPr>
          <p:cNvSpPr>
            <a:spLocks noGrp="1"/>
          </p:cNvSpPr>
          <p:nvPr/>
        </p:nvSpPr>
        <p:spPr>
          <a:xfrm>
            <a:off x="5845084" y="1618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7" name="F2_precision_recall_distributions_3401">
            <a:extLst>
              <a:ext uri="{FF2B5EF4-FFF2-40B4-BE49-F238E27FC236}">
                <a16:creationId xmlns:a16="http://schemas.microsoft.com/office/drawing/2014/main" id="{A8049190-7F7A-4A2F-AB07-8E838FD4F3F4}"/>
              </a:ext>
            </a:extLst>
          </p:cNvPr>
          <p:cNvSpPr>
            <a:spLocks noGrp="1"/>
          </p:cNvSpPr>
          <p:nvPr/>
        </p:nvSpPr>
        <p:spPr>
          <a:xfrm>
            <a:off x="6120752" y="15656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8" name="F2_precision_recall_distributions_3402">
            <a:extLst>
              <a:ext uri="{FF2B5EF4-FFF2-40B4-BE49-F238E27FC236}">
                <a16:creationId xmlns:a16="http://schemas.microsoft.com/office/drawing/2014/main" id="{2D8B1D34-4007-4F63-8D5D-AB0675ECA4AA}"/>
              </a:ext>
            </a:extLst>
          </p:cNvPr>
          <p:cNvSpPr>
            <a:spLocks noGrp="1"/>
          </p:cNvSpPr>
          <p:nvPr/>
        </p:nvSpPr>
        <p:spPr>
          <a:xfrm>
            <a:off x="5849500" y="16870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9" name="F2_precision_recall_distributions_3403">
            <a:extLst>
              <a:ext uri="{FF2B5EF4-FFF2-40B4-BE49-F238E27FC236}">
                <a16:creationId xmlns:a16="http://schemas.microsoft.com/office/drawing/2014/main" id="{73C264B8-BB22-48B1-AE58-1FAC1AB2325D}"/>
              </a:ext>
            </a:extLst>
          </p:cNvPr>
          <p:cNvSpPr>
            <a:spLocks noGrp="1"/>
          </p:cNvSpPr>
          <p:nvPr/>
        </p:nvSpPr>
        <p:spPr>
          <a:xfrm>
            <a:off x="5875810" y="20355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0" name="F2_precision_recall_distributions_3404">
            <a:extLst>
              <a:ext uri="{FF2B5EF4-FFF2-40B4-BE49-F238E27FC236}">
                <a16:creationId xmlns:a16="http://schemas.microsoft.com/office/drawing/2014/main" id="{10B6AF88-04E8-4DA6-A53C-74FB030BC35B}"/>
              </a:ext>
            </a:extLst>
          </p:cNvPr>
          <p:cNvSpPr>
            <a:spLocks noGrp="1"/>
          </p:cNvSpPr>
          <p:nvPr/>
        </p:nvSpPr>
        <p:spPr>
          <a:xfrm>
            <a:off x="5888649" y="16419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1" name="F2_precision_recall_distributions_3405">
            <a:extLst>
              <a:ext uri="{FF2B5EF4-FFF2-40B4-BE49-F238E27FC236}">
                <a16:creationId xmlns:a16="http://schemas.microsoft.com/office/drawing/2014/main" id="{025F510E-ACDC-4500-B371-6453C87B4D93}"/>
              </a:ext>
            </a:extLst>
          </p:cNvPr>
          <p:cNvSpPr>
            <a:spLocks noGrp="1"/>
          </p:cNvSpPr>
          <p:nvPr/>
        </p:nvSpPr>
        <p:spPr>
          <a:xfrm>
            <a:off x="6098434" y="19021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2" name="F2_precision_recall_distributions_3406">
            <a:extLst>
              <a:ext uri="{FF2B5EF4-FFF2-40B4-BE49-F238E27FC236}">
                <a16:creationId xmlns:a16="http://schemas.microsoft.com/office/drawing/2014/main" id="{56654DC5-E2F3-4F11-BEE3-13729879B1F3}"/>
              </a:ext>
            </a:extLst>
          </p:cNvPr>
          <p:cNvSpPr>
            <a:spLocks noGrp="1"/>
          </p:cNvSpPr>
          <p:nvPr/>
        </p:nvSpPr>
        <p:spPr>
          <a:xfrm>
            <a:off x="6084821" y="15754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3" name="F2_precision_recall_distributions_3407">
            <a:extLst>
              <a:ext uri="{FF2B5EF4-FFF2-40B4-BE49-F238E27FC236}">
                <a16:creationId xmlns:a16="http://schemas.microsoft.com/office/drawing/2014/main" id="{B5157438-7091-462E-A72C-7C64DFA3DA7A}"/>
              </a:ext>
            </a:extLst>
          </p:cNvPr>
          <p:cNvSpPr>
            <a:spLocks noGrp="1"/>
          </p:cNvSpPr>
          <p:nvPr/>
        </p:nvSpPr>
        <p:spPr>
          <a:xfrm>
            <a:off x="6097173" y="17746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4" name="F2_precision_recall_distributions_3408">
            <a:extLst>
              <a:ext uri="{FF2B5EF4-FFF2-40B4-BE49-F238E27FC236}">
                <a16:creationId xmlns:a16="http://schemas.microsoft.com/office/drawing/2014/main" id="{28A168A4-A199-4ECB-9A09-4A901DAC833B}"/>
              </a:ext>
            </a:extLst>
          </p:cNvPr>
          <p:cNvSpPr>
            <a:spLocks noGrp="1"/>
          </p:cNvSpPr>
          <p:nvPr/>
        </p:nvSpPr>
        <p:spPr>
          <a:xfrm>
            <a:off x="5902122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5" name="F2_precision_recall_distributions_3409">
            <a:extLst>
              <a:ext uri="{FF2B5EF4-FFF2-40B4-BE49-F238E27FC236}">
                <a16:creationId xmlns:a16="http://schemas.microsoft.com/office/drawing/2014/main" id="{7A169CAE-23EA-4120-9900-C42702B5301A}"/>
              </a:ext>
            </a:extLst>
          </p:cNvPr>
          <p:cNvSpPr>
            <a:spLocks noGrp="1"/>
          </p:cNvSpPr>
          <p:nvPr/>
        </p:nvSpPr>
        <p:spPr>
          <a:xfrm>
            <a:off x="6141067" y="20392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6" name="F2_precision_recall_distributions_3410">
            <a:extLst>
              <a:ext uri="{FF2B5EF4-FFF2-40B4-BE49-F238E27FC236}">
                <a16:creationId xmlns:a16="http://schemas.microsoft.com/office/drawing/2014/main" id="{A134EB35-FF8F-4678-8465-FE81A262A618}"/>
              </a:ext>
            </a:extLst>
          </p:cNvPr>
          <p:cNvSpPr>
            <a:spLocks noGrp="1"/>
          </p:cNvSpPr>
          <p:nvPr/>
        </p:nvSpPr>
        <p:spPr>
          <a:xfrm>
            <a:off x="5886531" y="21562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7" name="F2_precision_recall_distributions_3411">
            <a:extLst>
              <a:ext uri="{FF2B5EF4-FFF2-40B4-BE49-F238E27FC236}">
                <a16:creationId xmlns:a16="http://schemas.microsoft.com/office/drawing/2014/main" id="{20CF87E7-033B-4E95-84F4-8F58FDB891A3}"/>
              </a:ext>
            </a:extLst>
          </p:cNvPr>
          <p:cNvSpPr>
            <a:spLocks noGrp="1"/>
          </p:cNvSpPr>
          <p:nvPr/>
        </p:nvSpPr>
        <p:spPr>
          <a:xfrm>
            <a:off x="5996398" y="157073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8" name="F2_precision_recall_distributions_3412">
            <a:extLst>
              <a:ext uri="{FF2B5EF4-FFF2-40B4-BE49-F238E27FC236}">
                <a16:creationId xmlns:a16="http://schemas.microsoft.com/office/drawing/2014/main" id="{173FF12D-276B-42DD-8615-0433CA4D351C}"/>
              </a:ext>
            </a:extLst>
          </p:cNvPr>
          <p:cNvSpPr>
            <a:spLocks noGrp="1"/>
          </p:cNvSpPr>
          <p:nvPr/>
        </p:nvSpPr>
        <p:spPr>
          <a:xfrm>
            <a:off x="5939102" y="15652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9" name="F2_precision_recall_distributions_3413">
            <a:extLst>
              <a:ext uri="{FF2B5EF4-FFF2-40B4-BE49-F238E27FC236}">
                <a16:creationId xmlns:a16="http://schemas.microsoft.com/office/drawing/2014/main" id="{2D05D02E-0E2F-49C2-B1CB-7BEE6652EA3F}"/>
              </a:ext>
            </a:extLst>
          </p:cNvPr>
          <p:cNvSpPr>
            <a:spLocks noGrp="1"/>
          </p:cNvSpPr>
          <p:nvPr/>
        </p:nvSpPr>
        <p:spPr>
          <a:xfrm>
            <a:off x="6115943" y="20072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0" name="F2_precision_recall_distributions_3414">
            <a:extLst>
              <a:ext uri="{FF2B5EF4-FFF2-40B4-BE49-F238E27FC236}">
                <a16:creationId xmlns:a16="http://schemas.microsoft.com/office/drawing/2014/main" id="{DD0F1296-B345-45FA-B373-A08278A68092}"/>
              </a:ext>
            </a:extLst>
          </p:cNvPr>
          <p:cNvSpPr>
            <a:spLocks noGrp="1"/>
          </p:cNvSpPr>
          <p:nvPr/>
        </p:nvSpPr>
        <p:spPr>
          <a:xfrm>
            <a:off x="6032896" y="17771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1" name="F2_precision_recall_distributions_3415">
            <a:extLst>
              <a:ext uri="{FF2B5EF4-FFF2-40B4-BE49-F238E27FC236}">
                <a16:creationId xmlns:a16="http://schemas.microsoft.com/office/drawing/2014/main" id="{3AC73CEE-BBE7-4187-9487-0A5A3A28CBAE}"/>
              </a:ext>
            </a:extLst>
          </p:cNvPr>
          <p:cNvSpPr>
            <a:spLocks noGrp="1"/>
          </p:cNvSpPr>
          <p:nvPr/>
        </p:nvSpPr>
        <p:spPr>
          <a:xfrm>
            <a:off x="6147939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2" name="F2_precision_recall_distributions_3416">
            <a:extLst>
              <a:ext uri="{FF2B5EF4-FFF2-40B4-BE49-F238E27FC236}">
                <a16:creationId xmlns:a16="http://schemas.microsoft.com/office/drawing/2014/main" id="{82378049-AB08-44D8-AC3F-6FEC31AF7A91}"/>
              </a:ext>
            </a:extLst>
          </p:cNvPr>
          <p:cNvSpPr>
            <a:spLocks noGrp="1"/>
          </p:cNvSpPr>
          <p:nvPr/>
        </p:nvSpPr>
        <p:spPr>
          <a:xfrm>
            <a:off x="5827749" y="15910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3" name="F2_precision_recall_distributions_3417">
            <a:extLst>
              <a:ext uri="{FF2B5EF4-FFF2-40B4-BE49-F238E27FC236}">
                <a16:creationId xmlns:a16="http://schemas.microsoft.com/office/drawing/2014/main" id="{B0385C3A-F8B5-4D29-8D03-698F5D674088}"/>
              </a:ext>
            </a:extLst>
          </p:cNvPr>
          <p:cNvSpPr>
            <a:spLocks noGrp="1"/>
          </p:cNvSpPr>
          <p:nvPr/>
        </p:nvSpPr>
        <p:spPr>
          <a:xfrm>
            <a:off x="6162213" y="15149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4" name="F2_precision_recall_distributions_3418">
            <a:extLst>
              <a:ext uri="{FF2B5EF4-FFF2-40B4-BE49-F238E27FC236}">
                <a16:creationId xmlns:a16="http://schemas.microsoft.com/office/drawing/2014/main" id="{D7548F6B-94B7-4B55-ABA4-DD416E23A8D8}"/>
              </a:ext>
            </a:extLst>
          </p:cNvPr>
          <p:cNvSpPr>
            <a:spLocks noGrp="1"/>
          </p:cNvSpPr>
          <p:nvPr/>
        </p:nvSpPr>
        <p:spPr>
          <a:xfrm>
            <a:off x="6053046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5" name="F2_precision_recall_distributions_3419">
            <a:extLst>
              <a:ext uri="{FF2B5EF4-FFF2-40B4-BE49-F238E27FC236}">
                <a16:creationId xmlns:a16="http://schemas.microsoft.com/office/drawing/2014/main" id="{21B7D97B-5C7F-4E4A-BD5E-E7743CA95941}"/>
              </a:ext>
            </a:extLst>
          </p:cNvPr>
          <p:cNvSpPr>
            <a:spLocks noGrp="1"/>
          </p:cNvSpPr>
          <p:nvPr/>
        </p:nvSpPr>
        <p:spPr>
          <a:xfrm>
            <a:off x="6049248" y="16092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6" name="F2_precision_recall_distributions_3420">
            <a:extLst>
              <a:ext uri="{FF2B5EF4-FFF2-40B4-BE49-F238E27FC236}">
                <a16:creationId xmlns:a16="http://schemas.microsoft.com/office/drawing/2014/main" id="{6896B9DA-26CF-4D08-8563-B2E0897E1B93}"/>
              </a:ext>
            </a:extLst>
          </p:cNvPr>
          <p:cNvSpPr>
            <a:spLocks noGrp="1"/>
          </p:cNvSpPr>
          <p:nvPr/>
        </p:nvSpPr>
        <p:spPr>
          <a:xfrm>
            <a:off x="5836359" y="16105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7" name="F2_precision_recall_distributions_3421">
            <a:extLst>
              <a:ext uri="{FF2B5EF4-FFF2-40B4-BE49-F238E27FC236}">
                <a16:creationId xmlns:a16="http://schemas.microsoft.com/office/drawing/2014/main" id="{5C2C8B4C-1B68-4E66-8CBD-90150432A641}"/>
              </a:ext>
            </a:extLst>
          </p:cNvPr>
          <p:cNvSpPr>
            <a:spLocks noGrp="1"/>
          </p:cNvSpPr>
          <p:nvPr/>
        </p:nvSpPr>
        <p:spPr>
          <a:xfrm>
            <a:off x="5896894" y="15563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8" name="F2_precision_recall_distributions_3422">
            <a:extLst>
              <a:ext uri="{FF2B5EF4-FFF2-40B4-BE49-F238E27FC236}">
                <a16:creationId xmlns:a16="http://schemas.microsoft.com/office/drawing/2014/main" id="{87522A13-C65C-4DA1-8981-61105EED4772}"/>
              </a:ext>
            </a:extLst>
          </p:cNvPr>
          <p:cNvSpPr>
            <a:spLocks noGrp="1"/>
          </p:cNvSpPr>
          <p:nvPr/>
        </p:nvSpPr>
        <p:spPr>
          <a:xfrm>
            <a:off x="5930879" y="15516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9" name="F2_precision_recall_distributions_3423">
            <a:extLst>
              <a:ext uri="{FF2B5EF4-FFF2-40B4-BE49-F238E27FC236}">
                <a16:creationId xmlns:a16="http://schemas.microsoft.com/office/drawing/2014/main" id="{3F12DDFC-81CB-44AD-B102-1DD5A276D6D0}"/>
              </a:ext>
            </a:extLst>
          </p:cNvPr>
          <p:cNvSpPr>
            <a:spLocks noGrp="1"/>
          </p:cNvSpPr>
          <p:nvPr/>
        </p:nvSpPr>
        <p:spPr>
          <a:xfrm>
            <a:off x="5903623" y="18040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0" name="F2_precision_recall_distributions_3424">
            <a:extLst>
              <a:ext uri="{FF2B5EF4-FFF2-40B4-BE49-F238E27FC236}">
                <a16:creationId xmlns:a16="http://schemas.microsoft.com/office/drawing/2014/main" id="{AFE77DF9-19BC-4C9F-AE87-79BE6B347A3F}"/>
              </a:ext>
            </a:extLst>
          </p:cNvPr>
          <p:cNvSpPr>
            <a:spLocks noGrp="1"/>
          </p:cNvSpPr>
          <p:nvPr/>
        </p:nvSpPr>
        <p:spPr>
          <a:xfrm>
            <a:off x="5986729" y="158801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1" name="F2_precision_recall_distributions_3425">
            <a:extLst>
              <a:ext uri="{FF2B5EF4-FFF2-40B4-BE49-F238E27FC236}">
                <a16:creationId xmlns:a16="http://schemas.microsoft.com/office/drawing/2014/main" id="{40A457C3-4DA5-4B68-AB85-F000773D425E}"/>
              </a:ext>
            </a:extLst>
          </p:cNvPr>
          <p:cNvSpPr>
            <a:spLocks noGrp="1"/>
          </p:cNvSpPr>
          <p:nvPr/>
        </p:nvSpPr>
        <p:spPr>
          <a:xfrm>
            <a:off x="5968683" y="15348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2" name="F2_precision_recall_distributions_3426">
            <a:extLst>
              <a:ext uri="{FF2B5EF4-FFF2-40B4-BE49-F238E27FC236}">
                <a16:creationId xmlns:a16="http://schemas.microsoft.com/office/drawing/2014/main" id="{A5DD4C98-71A7-4966-A6CD-E49F4B182039}"/>
              </a:ext>
            </a:extLst>
          </p:cNvPr>
          <p:cNvSpPr>
            <a:spLocks noGrp="1"/>
          </p:cNvSpPr>
          <p:nvPr/>
        </p:nvSpPr>
        <p:spPr>
          <a:xfrm>
            <a:off x="5845122" y="15868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3" name="F2_precision_recall_distributions_3427">
            <a:extLst>
              <a:ext uri="{FF2B5EF4-FFF2-40B4-BE49-F238E27FC236}">
                <a16:creationId xmlns:a16="http://schemas.microsoft.com/office/drawing/2014/main" id="{DF7760E3-A08F-40D0-BA2E-6EF6C585B372}"/>
              </a:ext>
            </a:extLst>
          </p:cNvPr>
          <p:cNvSpPr>
            <a:spLocks noGrp="1"/>
          </p:cNvSpPr>
          <p:nvPr/>
        </p:nvSpPr>
        <p:spPr>
          <a:xfrm>
            <a:off x="5842491" y="17337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4" name="F2_precision_recall_distributions_3428">
            <a:extLst>
              <a:ext uri="{FF2B5EF4-FFF2-40B4-BE49-F238E27FC236}">
                <a16:creationId xmlns:a16="http://schemas.microsoft.com/office/drawing/2014/main" id="{7BEFB0DE-99E2-49CE-B254-0FDFF524AEE8}"/>
              </a:ext>
            </a:extLst>
          </p:cNvPr>
          <p:cNvSpPr>
            <a:spLocks noGrp="1"/>
          </p:cNvSpPr>
          <p:nvPr/>
        </p:nvSpPr>
        <p:spPr>
          <a:xfrm>
            <a:off x="6040309" y="154441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5" name="F2_precision_recall_distributions_3429">
            <a:extLst>
              <a:ext uri="{FF2B5EF4-FFF2-40B4-BE49-F238E27FC236}">
                <a16:creationId xmlns:a16="http://schemas.microsoft.com/office/drawing/2014/main" id="{F6B088DD-2F02-4018-8FD0-47ACCBF3A160}"/>
              </a:ext>
            </a:extLst>
          </p:cNvPr>
          <p:cNvSpPr>
            <a:spLocks noGrp="1"/>
          </p:cNvSpPr>
          <p:nvPr/>
        </p:nvSpPr>
        <p:spPr>
          <a:xfrm>
            <a:off x="6059430" y="2000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6" name="F2_precision_recall_distributions_3430">
            <a:extLst>
              <a:ext uri="{FF2B5EF4-FFF2-40B4-BE49-F238E27FC236}">
                <a16:creationId xmlns:a16="http://schemas.microsoft.com/office/drawing/2014/main" id="{284F95C0-B0BA-447D-B427-ED64C22C1990}"/>
              </a:ext>
            </a:extLst>
          </p:cNvPr>
          <p:cNvSpPr>
            <a:spLocks noGrp="1"/>
          </p:cNvSpPr>
          <p:nvPr/>
        </p:nvSpPr>
        <p:spPr>
          <a:xfrm>
            <a:off x="5813398" y="1590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7" name="F2_precision_recall_distributions_3431">
            <a:extLst>
              <a:ext uri="{FF2B5EF4-FFF2-40B4-BE49-F238E27FC236}">
                <a16:creationId xmlns:a16="http://schemas.microsoft.com/office/drawing/2014/main" id="{A4E40CB5-D358-4E5D-9F4E-F4EABE9EE4BA}"/>
              </a:ext>
            </a:extLst>
          </p:cNvPr>
          <p:cNvSpPr>
            <a:spLocks noGrp="1"/>
          </p:cNvSpPr>
          <p:nvPr/>
        </p:nvSpPr>
        <p:spPr>
          <a:xfrm>
            <a:off x="5825694" y="17924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8" name="F2_precision_recall_distributions_3432">
            <a:extLst>
              <a:ext uri="{FF2B5EF4-FFF2-40B4-BE49-F238E27FC236}">
                <a16:creationId xmlns:a16="http://schemas.microsoft.com/office/drawing/2014/main" id="{74294116-4C37-4744-AEE6-AA3627B31269}"/>
              </a:ext>
            </a:extLst>
          </p:cNvPr>
          <p:cNvSpPr>
            <a:spLocks noGrp="1"/>
          </p:cNvSpPr>
          <p:nvPr/>
        </p:nvSpPr>
        <p:spPr>
          <a:xfrm>
            <a:off x="6127220" y="15982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9" name="F2_precision_recall_distributions_3433">
            <a:extLst>
              <a:ext uri="{FF2B5EF4-FFF2-40B4-BE49-F238E27FC236}">
                <a16:creationId xmlns:a16="http://schemas.microsoft.com/office/drawing/2014/main" id="{F0E9BD0F-87BE-40AD-8B62-FD1A467D494F}"/>
              </a:ext>
            </a:extLst>
          </p:cNvPr>
          <p:cNvSpPr>
            <a:spLocks noGrp="1"/>
          </p:cNvSpPr>
          <p:nvPr/>
        </p:nvSpPr>
        <p:spPr>
          <a:xfrm>
            <a:off x="5846127" y="16330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0" name="F2_precision_recall_distributions_3434">
            <a:extLst>
              <a:ext uri="{FF2B5EF4-FFF2-40B4-BE49-F238E27FC236}">
                <a16:creationId xmlns:a16="http://schemas.microsoft.com/office/drawing/2014/main" id="{101A8A94-A0D9-4A01-86F0-ADBEC85ED6A3}"/>
              </a:ext>
            </a:extLst>
          </p:cNvPr>
          <p:cNvSpPr>
            <a:spLocks noGrp="1"/>
          </p:cNvSpPr>
          <p:nvPr/>
        </p:nvSpPr>
        <p:spPr>
          <a:xfrm>
            <a:off x="5846915" y="17691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1" name="F2_precision_recall_distributions_3435">
            <a:extLst>
              <a:ext uri="{FF2B5EF4-FFF2-40B4-BE49-F238E27FC236}">
                <a16:creationId xmlns:a16="http://schemas.microsoft.com/office/drawing/2014/main" id="{DD23B209-5A47-41C3-A98E-2AB8CEE01B10}"/>
              </a:ext>
            </a:extLst>
          </p:cNvPr>
          <p:cNvSpPr>
            <a:spLocks noGrp="1"/>
          </p:cNvSpPr>
          <p:nvPr/>
        </p:nvSpPr>
        <p:spPr>
          <a:xfrm>
            <a:off x="6070124" y="168125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2" name="F2_precision_recall_distributions_3436">
            <a:extLst>
              <a:ext uri="{FF2B5EF4-FFF2-40B4-BE49-F238E27FC236}">
                <a16:creationId xmlns:a16="http://schemas.microsoft.com/office/drawing/2014/main" id="{18CFB6AB-05FB-434D-B515-14089D62E1DB}"/>
              </a:ext>
            </a:extLst>
          </p:cNvPr>
          <p:cNvSpPr>
            <a:spLocks noGrp="1"/>
          </p:cNvSpPr>
          <p:nvPr/>
        </p:nvSpPr>
        <p:spPr>
          <a:xfrm>
            <a:off x="5961495" y="195344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3" name="F2_precision_recall_distributions_3437">
            <a:extLst>
              <a:ext uri="{FF2B5EF4-FFF2-40B4-BE49-F238E27FC236}">
                <a16:creationId xmlns:a16="http://schemas.microsoft.com/office/drawing/2014/main" id="{038C48EA-EEAD-4C25-A5FA-6313C59D1D7A}"/>
              </a:ext>
            </a:extLst>
          </p:cNvPr>
          <p:cNvSpPr>
            <a:spLocks noGrp="1"/>
          </p:cNvSpPr>
          <p:nvPr/>
        </p:nvSpPr>
        <p:spPr>
          <a:xfrm>
            <a:off x="5989286" y="19839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4" name="F2_precision_recall_distributions_3438">
            <a:extLst>
              <a:ext uri="{FF2B5EF4-FFF2-40B4-BE49-F238E27FC236}">
                <a16:creationId xmlns:a16="http://schemas.microsoft.com/office/drawing/2014/main" id="{77F5A0B3-7FE5-48E4-9F66-F66196A50245}"/>
              </a:ext>
            </a:extLst>
          </p:cNvPr>
          <p:cNvSpPr>
            <a:spLocks noGrp="1"/>
          </p:cNvSpPr>
          <p:nvPr/>
        </p:nvSpPr>
        <p:spPr>
          <a:xfrm>
            <a:off x="5842016" y="16178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5" name="F2_precision_recall_distributions_3439">
            <a:extLst>
              <a:ext uri="{FF2B5EF4-FFF2-40B4-BE49-F238E27FC236}">
                <a16:creationId xmlns:a16="http://schemas.microsoft.com/office/drawing/2014/main" id="{377FB39E-5CEA-4782-8582-32CB04EE7E0F}"/>
              </a:ext>
            </a:extLst>
          </p:cNvPr>
          <p:cNvSpPr>
            <a:spLocks noGrp="1"/>
          </p:cNvSpPr>
          <p:nvPr/>
        </p:nvSpPr>
        <p:spPr>
          <a:xfrm>
            <a:off x="6028640" y="216243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6" name="F2_precision_recall_distributions_3440">
            <a:extLst>
              <a:ext uri="{FF2B5EF4-FFF2-40B4-BE49-F238E27FC236}">
                <a16:creationId xmlns:a16="http://schemas.microsoft.com/office/drawing/2014/main" id="{1065666D-AA1B-46D9-ADC9-F5FB2A2E951E}"/>
              </a:ext>
            </a:extLst>
          </p:cNvPr>
          <p:cNvSpPr>
            <a:spLocks noGrp="1"/>
          </p:cNvSpPr>
          <p:nvPr/>
        </p:nvSpPr>
        <p:spPr>
          <a:xfrm>
            <a:off x="6091518" y="15432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7" name="F2_precision_recall_distributions_3441">
            <a:extLst>
              <a:ext uri="{FF2B5EF4-FFF2-40B4-BE49-F238E27FC236}">
                <a16:creationId xmlns:a16="http://schemas.microsoft.com/office/drawing/2014/main" id="{AC4928DA-B3C1-4555-8659-7968F2368E0C}"/>
              </a:ext>
            </a:extLst>
          </p:cNvPr>
          <p:cNvSpPr>
            <a:spLocks noGrp="1"/>
          </p:cNvSpPr>
          <p:nvPr/>
        </p:nvSpPr>
        <p:spPr>
          <a:xfrm>
            <a:off x="5944800" y="17706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8" name="F2_precision_recall_distributions_3442">
            <a:extLst>
              <a:ext uri="{FF2B5EF4-FFF2-40B4-BE49-F238E27FC236}">
                <a16:creationId xmlns:a16="http://schemas.microsoft.com/office/drawing/2014/main" id="{811510B0-EECC-4013-835F-4673115040B2}"/>
              </a:ext>
            </a:extLst>
          </p:cNvPr>
          <p:cNvSpPr>
            <a:spLocks noGrp="1"/>
          </p:cNvSpPr>
          <p:nvPr/>
        </p:nvSpPr>
        <p:spPr>
          <a:xfrm>
            <a:off x="6017061" y="1584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9" name="F2_precision_recall_distributions_3443">
            <a:extLst>
              <a:ext uri="{FF2B5EF4-FFF2-40B4-BE49-F238E27FC236}">
                <a16:creationId xmlns:a16="http://schemas.microsoft.com/office/drawing/2014/main" id="{58CE6BD4-E594-4B0F-B37B-4EF1BC68F5AE}"/>
              </a:ext>
            </a:extLst>
          </p:cNvPr>
          <p:cNvSpPr>
            <a:spLocks noGrp="1"/>
          </p:cNvSpPr>
          <p:nvPr/>
        </p:nvSpPr>
        <p:spPr>
          <a:xfrm>
            <a:off x="5979734" y="16215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0" name="F2_precision_recall_distributions_3444">
            <a:extLst>
              <a:ext uri="{FF2B5EF4-FFF2-40B4-BE49-F238E27FC236}">
                <a16:creationId xmlns:a16="http://schemas.microsoft.com/office/drawing/2014/main" id="{61B56AB3-1E12-42C5-8C5D-C1500C24E3AE}"/>
              </a:ext>
            </a:extLst>
          </p:cNvPr>
          <p:cNvSpPr>
            <a:spLocks noGrp="1"/>
          </p:cNvSpPr>
          <p:nvPr/>
        </p:nvSpPr>
        <p:spPr>
          <a:xfrm>
            <a:off x="5823078" y="15222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1" name="F2_precision_recall_distributions_3445">
            <a:extLst>
              <a:ext uri="{FF2B5EF4-FFF2-40B4-BE49-F238E27FC236}">
                <a16:creationId xmlns:a16="http://schemas.microsoft.com/office/drawing/2014/main" id="{C21956DC-8331-4A8C-9077-0E7D8E664555}"/>
              </a:ext>
            </a:extLst>
          </p:cNvPr>
          <p:cNvSpPr>
            <a:spLocks noGrp="1"/>
          </p:cNvSpPr>
          <p:nvPr/>
        </p:nvSpPr>
        <p:spPr>
          <a:xfrm>
            <a:off x="6106913" y="15348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2" name="F2_precision_recall_distributions_3446">
            <a:extLst>
              <a:ext uri="{FF2B5EF4-FFF2-40B4-BE49-F238E27FC236}">
                <a16:creationId xmlns:a16="http://schemas.microsoft.com/office/drawing/2014/main" id="{FE54E1AA-A822-4CD9-827C-06FC2881D5E1}"/>
              </a:ext>
            </a:extLst>
          </p:cNvPr>
          <p:cNvSpPr>
            <a:spLocks noGrp="1"/>
          </p:cNvSpPr>
          <p:nvPr/>
        </p:nvSpPr>
        <p:spPr>
          <a:xfrm>
            <a:off x="5986036" y="156560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3" name="F2_precision_recall_distributions_3447">
            <a:extLst>
              <a:ext uri="{FF2B5EF4-FFF2-40B4-BE49-F238E27FC236}">
                <a16:creationId xmlns:a16="http://schemas.microsoft.com/office/drawing/2014/main" id="{1139C792-A945-4747-A92A-8EF54705F62A}"/>
              </a:ext>
            </a:extLst>
          </p:cNvPr>
          <p:cNvSpPr>
            <a:spLocks noGrp="1"/>
          </p:cNvSpPr>
          <p:nvPr/>
        </p:nvSpPr>
        <p:spPr>
          <a:xfrm>
            <a:off x="6018653" y="15493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4" name="F2_precision_recall_distributions_3448">
            <a:extLst>
              <a:ext uri="{FF2B5EF4-FFF2-40B4-BE49-F238E27FC236}">
                <a16:creationId xmlns:a16="http://schemas.microsoft.com/office/drawing/2014/main" id="{DC2F25E5-0AC4-41F4-9672-083D5101C2C1}"/>
              </a:ext>
            </a:extLst>
          </p:cNvPr>
          <p:cNvSpPr>
            <a:spLocks noGrp="1"/>
          </p:cNvSpPr>
          <p:nvPr/>
        </p:nvSpPr>
        <p:spPr>
          <a:xfrm>
            <a:off x="6106298" y="17242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5" name="F2_precision_recall_distributions_3449">
            <a:extLst>
              <a:ext uri="{FF2B5EF4-FFF2-40B4-BE49-F238E27FC236}">
                <a16:creationId xmlns:a16="http://schemas.microsoft.com/office/drawing/2014/main" id="{C2464EE4-08DE-4FF7-968F-37D067769031}"/>
              </a:ext>
            </a:extLst>
          </p:cNvPr>
          <p:cNvSpPr>
            <a:spLocks noGrp="1"/>
          </p:cNvSpPr>
          <p:nvPr/>
        </p:nvSpPr>
        <p:spPr>
          <a:xfrm>
            <a:off x="6049933" y="19178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6" name="F2_precision_recall_distributions_3450">
            <a:extLst>
              <a:ext uri="{FF2B5EF4-FFF2-40B4-BE49-F238E27FC236}">
                <a16:creationId xmlns:a16="http://schemas.microsoft.com/office/drawing/2014/main" id="{387E8FD9-6CF3-4FDE-AD8A-46123995D102}"/>
              </a:ext>
            </a:extLst>
          </p:cNvPr>
          <p:cNvSpPr>
            <a:spLocks noGrp="1"/>
          </p:cNvSpPr>
          <p:nvPr/>
        </p:nvSpPr>
        <p:spPr>
          <a:xfrm>
            <a:off x="5977168" y="19845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7" name="F2_precision_recall_distributions_3451">
            <a:extLst>
              <a:ext uri="{FF2B5EF4-FFF2-40B4-BE49-F238E27FC236}">
                <a16:creationId xmlns:a16="http://schemas.microsoft.com/office/drawing/2014/main" id="{1363AF21-C536-4D3D-9022-D4B440BAE2DD}"/>
              </a:ext>
            </a:extLst>
          </p:cNvPr>
          <p:cNvSpPr>
            <a:spLocks noGrp="1"/>
          </p:cNvSpPr>
          <p:nvPr/>
        </p:nvSpPr>
        <p:spPr>
          <a:xfrm>
            <a:off x="6159767" y="18417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8" name="F2_precision_recall_distributions_3452">
            <a:extLst>
              <a:ext uri="{FF2B5EF4-FFF2-40B4-BE49-F238E27FC236}">
                <a16:creationId xmlns:a16="http://schemas.microsoft.com/office/drawing/2014/main" id="{6378A8D3-068E-4759-8311-9BCC82BB6EAC}"/>
              </a:ext>
            </a:extLst>
          </p:cNvPr>
          <p:cNvSpPr>
            <a:spLocks noGrp="1"/>
          </p:cNvSpPr>
          <p:nvPr/>
        </p:nvSpPr>
        <p:spPr>
          <a:xfrm>
            <a:off x="5939608" y="16266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9" name="F2_precision_recall_distributions_3453">
            <a:extLst>
              <a:ext uri="{FF2B5EF4-FFF2-40B4-BE49-F238E27FC236}">
                <a16:creationId xmlns:a16="http://schemas.microsoft.com/office/drawing/2014/main" id="{CC95109A-9A70-4974-80AF-86247F07CC51}"/>
              </a:ext>
            </a:extLst>
          </p:cNvPr>
          <p:cNvSpPr>
            <a:spLocks noGrp="1"/>
          </p:cNvSpPr>
          <p:nvPr/>
        </p:nvSpPr>
        <p:spPr>
          <a:xfrm>
            <a:off x="6045159" y="155023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0" name="F2_precision_recall_distributions_3454">
            <a:extLst>
              <a:ext uri="{FF2B5EF4-FFF2-40B4-BE49-F238E27FC236}">
                <a16:creationId xmlns:a16="http://schemas.microsoft.com/office/drawing/2014/main" id="{735D6426-4856-433E-BFE5-09BF044234A4}"/>
              </a:ext>
            </a:extLst>
          </p:cNvPr>
          <p:cNvSpPr>
            <a:spLocks noGrp="1"/>
          </p:cNvSpPr>
          <p:nvPr/>
        </p:nvSpPr>
        <p:spPr>
          <a:xfrm>
            <a:off x="5941719" y="180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1" name="F2_precision_recall_distributions_3455">
            <a:extLst>
              <a:ext uri="{FF2B5EF4-FFF2-40B4-BE49-F238E27FC236}">
                <a16:creationId xmlns:a16="http://schemas.microsoft.com/office/drawing/2014/main" id="{B80D6BEE-BED0-492C-9AFF-9E66834E4015}"/>
              </a:ext>
            </a:extLst>
          </p:cNvPr>
          <p:cNvSpPr>
            <a:spLocks noGrp="1"/>
          </p:cNvSpPr>
          <p:nvPr/>
        </p:nvSpPr>
        <p:spPr>
          <a:xfrm>
            <a:off x="6108070" y="174291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2" name="F2_precision_recall_distributions_3456">
            <a:extLst>
              <a:ext uri="{FF2B5EF4-FFF2-40B4-BE49-F238E27FC236}">
                <a16:creationId xmlns:a16="http://schemas.microsoft.com/office/drawing/2014/main" id="{0F053AC1-7A5D-46F8-AC61-9BAAE86ED1BC}"/>
              </a:ext>
            </a:extLst>
          </p:cNvPr>
          <p:cNvSpPr>
            <a:spLocks noGrp="1"/>
          </p:cNvSpPr>
          <p:nvPr/>
        </p:nvSpPr>
        <p:spPr>
          <a:xfrm>
            <a:off x="6114187" y="15585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3" name="F2_precision_recall_distributions_3457">
            <a:extLst>
              <a:ext uri="{FF2B5EF4-FFF2-40B4-BE49-F238E27FC236}">
                <a16:creationId xmlns:a16="http://schemas.microsoft.com/office/drawing/2014/main" id="{BE774E68-CF3D-4497-96B4-50C1D376AA5C}"/>
              </a:ext>
            </a:extLst>
          </p:cNvPr>
          <p:cNvSpPr>
            <a:spLocks noGrp="1"/>
          </p:cNvSpPr>
          <p:nvPr/>
        </p:nvSpPr>
        <p:spPr>
          <a:xfrm>
            <a:off x="6038649" y="20738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4" name="F2_precision_recall_distributions_3458">
            <a:extLst>
              <a:ext uri="{FF2B5EF4-FFF2-40B4-BE49-F238E27FC236}">
                <a16:creationId xmlns:a16="http://schemas.microsoft.com/office/drawing/2014/main" id="{336331B3-4BD2-44EB-A80F-21C4315C0E38}"/>
              </a:ext>
            </a:extLst>
          </p:cNvPr>
          <p:cNvSpPr>
            <a:spLocks noGrp="1"/>
          </p:cNvSpPr>
          <p:nvPr/>
        </p:nvSpPr>
        <p:spPr>
          <a:xfrm>
            <a:off x="6057954" y="15864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5" name="F2_precision_recall_distributions_3459">
            <a:extLst>
              <a:ext uri="{FF2B5EF4-FFF2-40B4-BE49-F238E27FC236}">
                <a16:creationId xmlns:a16="http://schemas.microsoft.com/office/drawing/2014/main" id="{A7B1A740-9508-425C-B592-78FF6B846016}"/>
              </a:ext>
            </a:extLst>
          </p:cNvPr>
          <p:cNvSpPr>
            <a:spLocks noGrp="1"/>
          </p:cNvSpPr>
          <p:nvPr/>
        </p:nvSpPr>
        <p:spPr>
          <a:xfrm>
            <a:off x="6077070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6" name="F2_precision_recall_distributions_3460">
            <a:extLst>
              <a:ext uri="{FF2B5EF4-FFF2-40B4-BE49-F238E27FC236}">
                <a16:creationId xmlns:a16="http://schemas.microsoft.com/office/drawing/2014/main" id="{20DCC3C1-0FF4-45DD-867D-B59BFC413F0E}"/>
              </a:ext>
            </a:extLst>
          </p:cNvPr>
          <p:cNvSpPr>
            <a:spLocks noGrp="1"/>
          </p:cNvSpPr>
          <p:nvPr/>
        </p:nvSpPr>
        <p:spPr>
          <a:xfrm>
            <a:off x="6030890" y="154558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7" name="F2_precision_recall_distributions_3461">
            <a:extLst>
              <a:ext uri="{FF2B5EF4-FFF2-40B4-BE49-F238E27FC236}">
                <a16:creationId xmlns:a16="http://schemas.microsoft.com/office/drawing/2014/main" id="{0AEF2AEF-9498-492D-A244-87A267FFA4C0}"/>
              </a:ext>
            </a:extLst>
          </p:cNvPr>
          <p:cNvSpPr>
            <a:spLocks noGrp="1"/>
          </p:cNvSpPr>
          <p:nvPr/>
        </p:nvSpPr>
        <p:spPr>
          <a:xfrm>
            <a:off x="5838402" y="19061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8" name="F2_precision_recall_distributions_3462">
            <a:extLst>
              <a:ext uri="{FF2B5EF4-FFF2-40B4-BE49-F238E27FC236}">
                <a16:creationId xmlns:a16="http://schemas.microsoft.com/office/drawing/2014/main" id="{B52D125C-4455-4ECA-9B6E-D88B0F2DDB3B}"/>
              </a:ext>
            </a:extLst>
          </p:cNvPr>
          <p:cNvSpPr>
            <a:spLocks noGrp="1"/>
          </p:cNvSpPr>
          <p:nvPr/>
        </p:nvSpPr>
        <p:spPr>
          <a:xfrm>
            <a:off x="6000578" y="17376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9" name="F2_precision_recall_distributions_3463">
            <a:extLst>
              <a:ext uri="{FF2B5EF4-FFF2-40B4-BE49-F238E27FC236}">
                <a16:creationId xmlns:a16="http://schemas.microsoft.com/office/drawing/2014/main" id="{31E79291-D57B-425F-8EDB-E8558893BBCA}"/>
              </a:ext>
            </a:extLst>
          </p:cNvPr>
          <p:cNvSpPr>
            <a:spLocks noGrp="1"/>
          </p:cNvSpPr>
          <p:nvPr/>
        </p:nvSpPr>
        <p:spPr>
          <a:xfrm>
            <a:off x="6006345" y="15606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0" name="F2_precision_recall_distributions_3464">
            <a:extLst>
              <a:ext uri="{FF2B5EF4-FFF2-40B4-BE49-F238E27FC236}">
                <a16:creationId xmlns:a16="http://schemas.microsoft.com/office/drawing/2014/main" id="{78F98BAB-FDBC-46A1-853A-552DAB070BE6}"/>
              </a:ext>
            </a:extLst>
          </p:cNvPr>
          <p:cNvSpPr>
            <a:spLocks noGrp="1"/>
          </p:cNvSpPr>
          <p:nvPr/>
        </p:nvSpPr>
        <p:spPr>
          <a:xfrm>
            <a:off x="5959495" y="183854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1" name="F2_precision_recall_distributions_3465">
            <a:extLst>
              <a:ext uri="{FF2B5EF4-FFF2-40B4-BE49-F238E27FC236}">
                <a16:creationId xmlns:a16="http://schemas.microsoft.com/office/drawing/2014/main" id="{78DF5FF1-7F1E-4972-9E2F-34F0EF5AFFCE}"/>
              </a:ext>
            </a:extLst>
          </p:cNvPr>
          <p:cNvSpPr>
            <a:spLocks noGrp="1"/>
          </p:cNvSpPr>
          <p:nvPr/>
        </p:nvSpPr>
        <p:spPr>
          <a:xfrm>
            <a:off x="6124448" y="16970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2" name="F2_precision_recall_distributions_3466">
            <a:extLst>
              <a:ext uri="{FF2B5EF4-FFF2-40B4-BE49-F238E27FC236}">
                <a16:creationId xmlns:a16="http://schemas.microsoft.com/office/drawing/2014/main" id="{746A2346-217E-4CD9-9E17-333595349798}"/>
              </a:ext>
            </a:extLst>
          </p:cNvPr>
          <p:cNvSpPr>
            <a:spLocks noGrp="1"/>
          </p:cNvSpPr>
          <p:nvPr/>
        </p:nvSpPr>
        <p:spPr>
          <a:xfrm>
            <a:off x="6122853" y="157697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3" name="F2_precision_recall_distributions_3467">
            <a:extLst>
              <a:ext uri="{FF2B5EF4-FFF2-40B4-BE49-F238E27FC236}">
                <a16:creationId xmlns:a16="http://schemas.microsoft.com/office/drawing/2014/main" id="{569F2A80-E1C4-4056-9F16-9AB8FBD5BBDE}"/>
              </a:ext>
            </a:extLst>
          </p:cNvPr>
          <p:cNvSpPr>
            <a:spLocks noGrp="1"/>
          </p:cNvSpPr>
          <p:nvPr/>
        </p:nvSpPr>
        <p:spPr>
          <a:xfrm>
            <a:off x="5993151" y="15604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4" name="F2_precision_recall_distributions_3468">
            <a:extLst>
              <a:ext uri="{FF2B5EF4-FFF2-40B4-BE49-F238E27FC236}">
                <a16:creationId xmlns:a16="http://schemas.microsoft.com/office/drawing/2014/main" id="{87413537-05DC-4994-945F-75465CA3488E}"/>
              </a:ext>
            </a:extLst>
          </p:cNvPr>
          <p:cNvSpPr>
            <a:spLocks noGrp="1"/>
          </p:cNvSpPr>
          <p:nvPr/>
        </p:nvSpPr>
        <p:spPr>
          <a:xfrm>
            <a:off x="6109566" y="21336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5" name="F2_precision_recall_distributions_3469">
            <a:extLst>
              <a:ext uri="{FF2B5EF4-FFF2-40B4-BE49-F238E27FC236}">
                <a16:creationId xmlns:a16="http://schemas.microsoft.com/office/drawing/2014/main" id="{EDFE28DC-7BBD-4E77-A167-37365A409E74}"/>
              </a:ext>
            </a:extLst>
          </p:cNvPr>
          <p:cNvSpPr>
            <a:spLocks noGrp="1"/>
          </p:cNvSpPr>
          <p:nvPr/>
        </p:nvSpPr>
        <p:spPr>
          <a:xfrm>
            <a:off x="5881775" y="18382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6" name="F2_precision_recall_distributions_3470">
            <a:extLst>
              <a:ext uri="{FF2B5EF4-FFF2-40B4-BE49-F238E27FC236}">
                <a16:creationId xmlns:a16="http://schemas.microsoft.com/office/drawing/2014/main" id="{C19D2C90-AB9B-4882-8A7C-D4A74380D942}"/>
              </a:ext>
            </a:extLst>
          </p:cNvPr>
          <p:cNvSpPr>
            <a:spLocks noGrp="1"/>
          </p:cNvSpPr>
          <p:nvPr/>
        </p:nvSpPr>
        <p:spPr>
          <a:xfrm>
            <a:off x="5889676" y="14934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7" name="F2_precision_recall_distributions_3471">
            <a:extLst>
              <a:ext uri="{FF2B5EF4-FFF2-40B4-BE49-F238E27FC236}">
                <a16:creationId xmlns:a16="http://schemas.microsoft.com/office/drawing/2014/main" id="{BA4C6C1A-A5F3-420E-BDC3-3FF1486F43F2}"/>
              </a:ext>
            </a:extLst>
          </p:cNvPr>
          <p:cNvSpPr>
            <a:spLocks noGrp="1"/>
          </p:cNvSpPr>
          <p:nvPr/>
        </p:nvSpPr>
        <p:spPr>
          <a:xfrm>
            <a:off x="5858072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8" name="F2_precision_recall_distributions_3472">
            <a:extLst>
              <a:ext uri="{FF2B5EF4-FFF2-40B4-BE49-F238E27FC236}">
                <a16:creationId xmlns:a16="http://schemas.microsoft.com/office/drawing/2014/main" id="{CB48D9A8-5AA7-4889-AC12-7700D78957C6}"/>
              </a:ext>
            </a:extLst>
          </p:cNvPr>
          <p:cNvSpPr>
            <a:spLocks noGrp="1"/>
          </p:cNvSpPr>
          <p:nvPr/>
        </p:nvSpPr>
        <p:spPr>
          <a:xfrm>
            <a:off x="6025659" y="15896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9" name="F2_precision_recall_distributions_3473">
            <a:extLst>
              <a:ext uri="{FF2B5EF4-FFF2-40B4-BE49-F238E27FC236}">
                <a16:creationId xmlns:a16="http://schemas.microsoft.com/office/drawing/2014/main" id="{018EB171-CB33-4BCF-A97D-63A7D7F8CBDB}"/>
              </a:ext>
            </a:extLst>
          </p:cNvPr>
          <p:cNvSpPr>
            <a:spLocks noGrp="1"/>
          </p:cNvSpPr>
          <p:nvPr/>
        </p:nvSpPr>
        <p:spPr>
          <a:xfrm>
            <a:off x="6098784" y="18288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0" name="F2_precision_recall_distributions_3474">
            <a:extLst>
              <a:ext uri="{FF2B5EF4-FFF2-40B4-BE49-F238E27FC236}">
                <a16:creationId xmlns:a16="http://schemas.microsoft.com/office/drawing/2014/main" id="{0DA67964-7709-4F49-9C97-647A5C0934CE}"/>
              </a:ext>
            </a:extLst>
          </p:cNvPr>
          <p:cNvSpPr>
            <a:spLocks noGrp="1"/>
          </p:cNvSpPr>
          <p:nvPr/>
        </p:nvSpPr>
        <p:spPr>
          <a:xfrm>
            <a:off x="5840727" y="22327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1" name="F2_precision_recall_distributions_3475">
            <a:extLst>
              <a:ext uri="{FF2B5EF4-FFF2-40B4-BE49-F238E27FC236}">
                <a16:creationId xmlns:a16="http://schemas.microsoft.com/office/drawing/2014/main" id="{7736D272-FADD-4176-9AF5-824697ADD886}"/>
              </a:ext>
            </a:extLst>
          </p:cNvPr>
          <p:cNvSpPr>
            <a:spLocks noGrp="1"/>
          </p:cNvSpPr>
          <p:nvPr/>
        </p:nvSpPr>
        <p:spPr>
          <a:xfrm>
            <a:off x="5920440" y="14934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2" name="F2_precision_recall_distributions_3476">
            <a:extLst>
              <a:ext uri="{FF2B5EF4-FFF2-40B4-BE49-F238E27FC236}">
                <a16:creationId xmlns:a16="http://schemas.microsoft.com/office/drawing/2014/main" id="{86E76C3A-8945-47FD-B11B-CA4F75969AA6}"/>
              </a:ext>
            </a:extLst>
          </p:cNvPr>
          <p:cNvSpPr>
            <a:spLocks noGrp="1"/>
          </p:cNvSpPr>
          <p:nvPr/>
        </p:nvSpPr>
        <p:spPr>
          <a:xfrm>
            <a:off x="6145210" y="15374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3" name="F2_precision_recall_distributions_3477">
            <a:extLst>
              <a:ext uri="{FF2B5EF4-FFF2-40B4-BE49-F238E27FC236}">
                <a16:creationId xmlns:a16="http://schemas.microsoft.com/office/drawing/2014/main" id="{220ED237-456B-4664-90CC-6F374E4F0EC2}"/>
              </a:ext>
            </a:extLst>
          </p:cNvPr>
          <p:cNvSpPr>
            <a:spLocks noGrp="1"/>
          </p:cNvSpPr>
          <p:nvPr/>
        </p:nvSpPr>
        <p:spPr>
          <a:xfrm>
            <a:off x="5813434" y="15373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4" name="F2_precision_recall_distributions_3478">
            <a:extLst>
              <a:ext uri="{FF2B5EF4-FFF2-40B4-BE49-F238E27FC236}">
                <a16:creationId xmlns:a16="http://schemas.microsoft.com/office/drawing/2014/main" id="{7BD5A25A-F8B7-46B0-B094-8B01B49C8E2F}"/>
              </a:ext>
            </a:extLst>
          </p:cNvPr>
          <p:cNvSpPr>
            <a:spLocks noGrp="1"/>
          </p:cNvSpPr>
          <p:nvPr/>
        </p:nvSpPr>
        <p:spPr>
          <a:xfrm>
            <a:off x="5910123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5" name="F2_precision_recall_distributions_3479">
            <a:extLst>
              <a:ext uri="{FF2B5EF4-FFF2-40B4-BE49-F238E27FC236}">
                <a16:creationId xmlns:a16="http://schemas.microsoft.com/office/drawing/2014/main" id="{F4DCC875-BA58-40AB-89C1-7891675D30E6}"/>
              </a:ext>
            </a:extLst>
          </p:cNvPr>
          <p:cNvSpPr>
            <a:spLocks noGrp="1"/>
          </p:cNvSpPr>
          <p:nvPr/>
        </p:nvSpPr>
        <p:spPr>
          <a:xfrm>
            <a:off x="6005104" y="14934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6" name="F2_precision_recall_distributions_3480">
            <a:extLst>
              <a:ext uri="{FF2B5EF4-FFF2-40B4-BE49-F238E27FC236}">
                <a16:creationId xmlns:a16="http://schemas.microsoft.com/office/drawing/2014/main" id="{3232A623-C9A2-47D2-A76A-8F91ED3ED3B9}"/>
              </a:ext>
            </a:extLst>
          </p:cNvPr>
          <p:cNvSpPr>
            <a:spLocks noGrp="1"/>
          </p:cNvSpPr>
          <p:nvPr/>
        </p:nvSpPr>
        <p:spPr>
          <a:xfrm>
            <a:off x="5943112" y="21314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7" name="F2_precision_recall_distributions_3481">
            <a:extLst>
              <a:ext uri="{FF2B5EF4-FFF2-40B4-BE49-F238E27FC236}">
                <a16:creationId xmlns:a16="http://schemas.microsoft.com/office/drawing/2014/main" id="{076242B6-6965-480F-AD9D-625D429FE27F}"/>
              </a:ext>
            </a:extLst>
          </p:cNvPr>
          <p:cNvSpPr>
            <a:spLocks noGrp="1"/>
          </p:cNvSpPr>
          <p:nvPr/>
        </p:nvSpPr>
        <p:spPr>
          <a:xfrm>
            <a:off x="5895712" y="22148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8" name="F2_precision_recall_distributions_3482">
            <a:extLst>
              <a:ext uri="{FF2B5EF4-FFF2-40B4-BE49-F238E27FC236}">
                <a16:creationId xmlns:a16="http://schemas.microsoft.com/office/drawing/2014/main" id="{D40EFDF4-328A-4045-917A-F0A704995661}"/>
              </a:ext>
            </a:extLst>
          </p:cNvPr>
          <p:cNvSpPr>
            <a:spLocks noGrp="1"/>
          </p:cNvSpPr>
          <p:nvPr/>
        </p:nvSpPr>
        <p:spPr>
          <a:xfrm>
            <a:off x="6025086" y="17433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9" name="F2_precision_recall_distributions_3483">
            <a:extLst>
              <a:ext uri="{FF2B5EF4-FFF2-40B4-BE49-F238E27FC236}">
                <a16:creationId xmlns:a16="http://schemas.microsoft.com/office/drawing/2014/main" id="{E3EAD277-A7E9-4727-B345-F4E1F35A9DF5}"/>
              </a:ext>
            </a:extLst>
          </p:cNvPr>
          <p:cNvSpPr>
            <a:spLocks noGrp="1"/>
          </p:cNvSpPr>
          <p:nvPr/>
        </p:nvSpPr>
        <p:spPr>
          <a:xfrm>
            <a:off x="6012632" y="15393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0" name="F2_precision_recall_distributions_3484">
            <a:extLst>
              <a:ext uri="{FF2B5EF4-FFF2-40B4-BE49-F238E27FC236}">
                <a16:creationId xmlns:a16="http://schemas.microsoft.com/office/drawing/2014/main" id="{560595DE-4CE9-4657-AEBE-4B06042B4BE3}"/>
              </a:ext>
            </a:extLst>
          </p:cNvPr>
          <p:cNvSpPr>
            <a:spLocks noGrp="1"/>
          </p:cNvSpPr>
          <p:nvPr/>
        </p:nvSpPr>
        <p:spPr>
          <a:xfrm>
            <a:off x="5809165" y="1532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1" name="F2_precision_recall_distributions_3485">
            <a:extLst>
              <a:ext uri="{FF2B5EF4-FFF2-40B4-BE49-F238E27FC236}">
                <a16:creationId xmlns:a16="http://schemas.microsoft.com/office/drawing/2014/main" id="{32015FF3-C76E-46D0-A95F-CBB414C56ADF}"/>
              </a:ext>
            </a:extLst>
          </p:cNvPr>
          <p:cNvSpPr>
            <a:spLocks noGrp="1"/>
          </p:cNvSpPr>
          <p:nvPr/>
        </p:nvSpPr>
        <p:spPr>
          <a:xfrm>
            <a:off x="6139625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2" name="F2_precision_recall_distributions_3486">
            <a:extLst>
              <a:ext uri="{FF2B5EF4-FFF2-40B4-BE49-F238E27FC236}">
                <a16:creationId xmlns:a16="http://schemas.microsoft.com/office/drawing/2014/main" id="{1CDEC762-004B-4458-9060-3DA0FDA7B7B3}"/>
              </a:ext>
            </a:extLst>
          </p:cNvPr>
          <p:cNvSpPr>
            <a:spLocks noGrp="1"/>
          </p:cNvSpPr>
          <p:nvPr/>
        </p:nvSpPr>
        <p:spPr>
          <a:xfrm>
            <a:off x="6088746" y="17879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3" name="F2_precision_recall_distributions_3487">
            <a:extLst>
              <a:ext uri="{FF2B5EF4-FFF2-40B4-BE49-F238E27FC236}">
                <a16:creationId xmlns:a16="http://schemas.microsoft.com/office/drawing/2014/main" id="{068DC7AE-19BC-4B3C-8E88-9A9D9BF04C84}"/>
              </a:ext>
            </a:extLst>
          </p:cNvPr>
          <p:cNvSpPr>
            <a:spLocks noGrp="1"/>
          </p:cNvSpPr>
          <p:nvPr/>
        </p:nvSpPr>
        <p:spPr>
          <a:xfrm>
            <a:off x="5867180" y="18570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4" name="F2_precision_recall_distributions_3488">
            <a:extLst>
              <a:ext uri="{FF2B5EF4-FFF2-40B4-BE49-F238E27FC236}">
                <a16:creationId xmlns:a16="http://schemas.microsoft.com/office/drawing/2014/main" id="{9DC21148-4309-47FD-A1FD-1B08D4EE247A}"/>
              </a:ext>
            </a:extLst>
          </p:cNvPr>
          <p:cNvSpPr>
            <a:spLocks noGrp="1"/>
          </p:cNvSpPr>
          <p:nvPr/>
        </p:nvSpPr>
        <p:spPr>
          <a:xfrm>
            <a:off x="5985892" y="15488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5" name="F2_precision_recall_distributions_3489">
            <a:extLst>
              <a:ext uri="{FF2B5EF4-FFF2-40B4-BE49-F238E27FC236}">
                <a16:creationId xmlns:a16="http://schemas.microsoft.com/office/drawing/2014/main" id="{D5DFD182-B815-4B2D-8777-1D12E05E6A86}"/>
              </a:ext>
            </a:extLst>
          </p:cNvPr>
          <p:cNvSpPr>
            <a:spLocks noGrp="1"/>
          </p:cNvSpPr>
          <p:nvPr/>
        </p:nvSpPr>
        <p:spPr>
          <a:xfrm>
            <a:off x="6163609" y="15454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6" name="F2_precision_recall_distributions_3490">
            <a:extLst>
              <a:ext uri="{FF2B5EF4-FFF2-40B4-BE49-F238E27FC236}">
                <a16:creationId xmlns:a16="http://schemas.microsoft.com/office/drawing/2014/main" id="{FE4C9BA7-6D00-4825-87A7-CA80AAB93976}"/>
              </a:ext>
            </a:extLst>
          </p:cNvPr>
          <p:cNvSpPr>
            <a:spLocks noGrp="1"/>
          </p:cNvSpPr>
          <p:nvPr/>
        </p:nvSpPr>
        <p:spPr>
          <a:xfrm>
            <a:off x="5975439" y="1628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7" name="F2_precision_recall_distributions_3491">
            <a:extLst>
              <a:ext uri="{FF2B5EF4-FFF2-40B4-BE49-F238E27FC236}">
                <a16:creationId xmlns:a16="http://schemas.microsoft.com/office/drawing/2014/main" id="{6A2B7552-7BD6-4515-8F3E-6ACCA5533202}"/>
              </a:ext>
            </a:extLst>
          </p:cNvPr>
          <p:cNvSpPr>
            <a:spLocks noGrp="1"/>
          </p:cNvSpPr>
          <p:nvPr/>
        </p:nvSpPr>
        <p:spPr>
          <a:xfrm>
            <a:off x="5939250" y="15833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8" name="F2_precision_recall_distributions_3492">
            <a:extLst>
              <a:ext uri="{FF2B5EF4-FFF2-40B4-BE49-F238E27FC236}">
                <a16:creationId xmlns:a16="http://schemas.microsoft.com/office/drawing/2014/main" id="{7176196C-8AA2-4443-A235-CD4FA0742308}"/>
              </a:ext>
            </a:extLst>
          </p:cNvPr>
          <p:cNvSpPr>
            <a:spLocks noGrp="1"/>
          </p:cNvSpPr>
          <p:nvPr/>
        </p:nvSpPr>
        <p:spPr>
          <a:xfrm>
            <a:off x="6060748" y="19868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9" name="F2_precision_recall_distributions_3493">
            <a:extLst>
              <a:ext uri="{FF2B5EF4-FFF2-40B4-BE49-F238E27FC236}">
                <a16:creationId xmlns:a16="http://schemas.microsoft.com/office/drawing/2014/main" id="{BE82AC47-73D6-4F1D-AFDD-2FEBA441D353}"/>
              </a:ext>
            </a:extLst>
          </p:cNvPr>
          <p:cNvSpPr>
            <a:spLocks noGrp="1"/>
          </p:cNvSpPr>
          <p:nvPr/>
        </p:nvSpPr>
        <p:spPr>
          <a:xfrm>
            <a:off x="6106534" y="17780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0" name="F2_precision_recall_distributions_3494">
            <a:extLst>
              <a:ext uri="{FF2B5EF4-FFF2-40B4-BE49-F238E27FC236}">
                <a16:creationId xmlns:a16="http://schemas.microsoft.com/office/drawing/2014/main" id="{F6A2734E-DAB4-4017-B09F-8C463604EDD5}"/>
              </a:ext>
            </a:extLst>
          </p:cNvPr>
          <p:cNvSpPr>
            <a:spLocks noGrp="1"/>
          </p:cNvSpPr>
          <p:nvPr/>
        </p:nvSpPr>
        <p:spPr>
          <a:xfrm>
            <a:off x="5926046" y="16767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1" name="F2_precision_recall_distributions_3495">
            <a:extLst>
              <a:ext uri="{FF2B5EF4-FFF2-40B4-BE49-F238E27FC236}">
                <a16:creationId xmlns:a16="http://schemas.microsoft.com/office/drawing/2014/main" id="{6536FB25-D68C-4776-B4F3-FDA6CAC0B07D}"/>
              </a:ext>
            </a:extLst>
          </p:cNvPr>
          <p:cNvSpPr>
            <a:spLocks noGrp="1"/>
          </p:cNvSpPr>
          <p:nvPr/>
        </p:nvSpPr>
        <p:spPr>
          <a:xfrm>
            <a:off x="5818434" y="19570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2" name="F2_precision_recall_distributions_3496">
            <a:extLst>
              <a:ext uri="{FF2B5EF4-FFF2-40B4-BE49-F238E27FC236}">
                <a16:creationId xmlns:a16="http://schemas.microsoft.com/office/drawing/2014/main" id="{0E7A384F-347C-495D-8ECF-1BFFA925CD97}"/>
              </a:ext>
            </a:extLst>
          </p:cNvPr>
          <p:cNvSpPr>
            <a:spLocks noGrp="1"/>
          </p:cNvSpPr>
          <p:nvPr/>
        </p:nvSpPr>
        <p:spPr>
          <a:xfrm>
            <a:off x="5826604" y="17936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3" name="F2_precision_recall_distributions_3497">
            <a:extLst>
              <a:ext uri="{FF2B5EF4-FFF2-40B4-BE49-F238E27FC236}">
                <a16:creationId xmlns:a16="http://schemas.microsoft.com/office/drawing/2014/main" id="{D1C2472D-2F44-42D0-AEFF-716B17073758}"/>
              </a:ext>
            </a:extLst>
          </p:cNvPr>
          <p:cNvSpPr>
            <a:spLocks noGrp="1"/>
          </p:cNvSpPr>
          <p:nvPr/>
        </p:nvSpPr>
        <p:spPr>
          <a:xfrm>
            <a:off x="6075573" y="18210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4" name="F2_precision_recall_distributions_3498">
            <a:extLst>
              <a:ext uri="{FF2B5EF4-FFF2-40B4-BE49-F238E27FC236}">
                <a16:creationId xmlns:a16="http://schemas.microsoft.com/office/drawing/2014/main" id="{9F6A6307-AF1C-4D26-BD91-B7F6BED7A2C0}"/>
              </a:ext>
            </a:extLst>
          </p:cNvPr>
          <p:cNvSpPr>
            <a:spLocks noGrp="1"/>
          </p:cNvSpPr>
          <p:nvPr/>
        </p:nvSpPr>
        <p:spPr>
          <a:xfrm>
            <a:off x="5855559" y="218011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5" name="F2_precision_recall_distributions_3499">
            <a:extLst>
              <a:ext uri="{FF2B5EF4-FFF2-40B4-BE49-F238E27FC236}">
                <a16:creationId xmlns:a16="http://schemas.microsoft.com/office/drawing/2014/main" id="{2F7652AD-06B0-423C-9B94-B50E33691FE7}"/>
              </a:ext>
            </a:extLst>
          </p:cNvPr>
          <p:cNvSpPr>
            <a:spLocks noGrp="1"/>
          </p:cNvSpPr>
          <p:nvPr/>
        </p:nvSpPr>
        <p:spPr>
          <a:xfrm>
            <a:off x="5894991" y="22227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6" name="F2_precision_recall_distributions_3500">
            <a:extLst>
              <a:ext uri="{FF2B5EF4-FFF2-40B4-BE49-F238E27FC236}">
                <a16:creationId xmlns:a16="http://schemas.microsoft.com/office/drawing/2014/main" id="{140580CB-28EB-461D-91A2-10AD4CF2794F}"/>
              </a:ext>
            </a:extLst>
          </p:cNvPr>
          <p:cNvSpPr>
            <a:spLocks noGrp="1"/>
          </p:cNvSpPr>
          <p:nvPr/>
        </p:nvSpPr>
        <p:spPr>
          <a:xfrm>
            <a:off x="5892667" y="15805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7" name="F2_precision_recall_distributions_3501">
            <a:extLst>
              <a:ext uri="{FF2B5EF4-FFF2-40B4-BE49-F238E27FC236}">
                <a16:creationId xmlns:a16="http://schemas.microsoft.com/office/drawing/2014/main" id="{E4384B02-09FE-4771-A2CB-F91F2034DEE0}"/>
              </a:ext>
            </a:extLst>
          </p:cNvPr>
          <p:cNvSpPr>
            <a:spLocks noGrp="1"/>
          </p:cNvSpPr>
          <p:nvPr/>
        </p:nvSpPr>
        <p:spPr>
          <a:xfrm>
            <a:off x="5813007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8" name="F2_precision_recall_distributions_3502">
            <a:extLst>
              <a:ext uri="{FF2B5EF4-FFF2-40B4-BE49-F238E27FC236}">
                <a16:creationId xmlns:a16="http://schemas.microsoft.com/office/drawing/2014/main" id="{B72158D5-AAC8-41F5-83E1-E0621AAD88EE}"/>
              </a:ext>
            </a:extLst>
          </p:cNvPr>
          <p:cNvSpPr>
            <a:spLocks noGrp="1"/>
          </p:cNvSpPr>
          <p:nvPr/>
        </p:nvSpPr>
        <p:spPr>
          <a:xfrm>
            <a:off x="6055185" y="1539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9" name="F2_precision_recall_distributions_3503">
            <a:extLst>
              <a:ext uri="{FF2B5EF4-FFF2-40B4-BE49-F238E27FC236}">
                <a16:creationId xmlns:a16="http://schemas.microsoft.com/office/drawing/2014/main" id="{12C3CAA8-AB55-4A18-8D3B-AFE6B18BA416}"/>
              </a:ext>
            </a:extLst>
          </p:cNvPr>
          <p:cNvSpPr>
            <a:spLocks noGrp="1"/>
          </p:cNvSpPr>
          <p:nvPr/>
        </p:nvSpPr>
        <p:spPr>
          <a:xfrm>
            <a:off x="6145008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0" name="F2_precision_recall_distributions_3504">
            <a:extLst>
              <a:ext uri="{FF2B5EF4-FFF2-40B4-BE49-F238E27FC236}">
                <a16:creationId xmlns:a16="http://schemas.microsoft.com/office/drawing/2014/main" id="{533FBF37-F078-49FB-9AD2-EA6D7C789B2C}"/>
              </a:ext>
            </a:extLst>
          </p:cNvPr>
          <p:cNvSpPr>
            <a:spLocks noGrp="1"/>
          </p:cNvSpPr>
          <p:nvPr/>
        </p:nvSpPr>
        <p:spPr>
          <a:xfrm>
            <a:off x="5836134" y="18815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1" name="F2_precision_recall_distributions_3505">
            <a:extLst>
              <a:ext uri="{FF2B5EF4-FFF2-40B4-BE49-F238E27FC236}">
                <a16:creationId xmlns:a16="http://schemas.microsoft.com/office/drawing/2014/main" id="{442B7ED8-D979-49DC-B29F-5D06C64FBB5E}"/>
              </a:ext>
            </a:extLst>
          </p:cNvPr>
          <p:cNvSpPr>
            <a:spLocks noGrp="1"/>
          </p:cNvSpPr>
          <p:nvPr/>
        </p:nvSpPr>
        <p:spPr>
          <a:xfrm>
            <a:off x="5999126" y="15738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2" name="F2_precision_recall_distributions_3506">
            <a:extLst>
              <a:ext uri="{FF2B5EF4-FFF2-40B4-BE49-F238E27FC236}">
                <a16:creationId xmlns:a16="http://schemas.microsoft.com/office/drawing/2014/main" id="{95E535B4-5A4F-4682-8C77-FAE31E0E6B41}"/>
              </a:ext>
            </a:extLst>
          </p:cNvPr>
          <p:cNvSpPr>
            <a:spLocks noGrp="1"/>
          </p:cNvSpPr>
          <p:nvPr/>
        </p:nvSpPr>
        <p:spPr>
          <a:xfrm>
            <a:off x="5930535" y="19419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3" name="F2_precision_recall_distributions_3507">
            <a:extLst>
              <a:ext uri="{FF2B5EF4-FFF2-40B4-BE49-F238E27FC236}">
                <a16:creationId xmlns:a16="http://schemas.microsoft.com/office/drawing/2014/main" id="{289E9987-AAA7-428E-8C43-984C1A8483AF}"/>
              </a:ext>
            </a:extLst>
          </p:cNvPr>
          <p:cNvSpPr>
            <a:spLocks noGrp="1"/>
          </p:cNvSpPr>
          <p:nvPr/>
        </p:nvSpPr>
        <p:spPr>
          <a:xfrm>
            <a:off x="5912584" y="1633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4" name="F2_precision_recall_distributions_3508">
            <a:extLst>
              <a:ext uri="{FF2B5EF4-FFF2-40B4-BE49-F238E27FC236}">
                <a16:creationId xmlns:a16="http://schemas.microsoft.com/office/drawing/2014/main" id="{E47F4110-288F-4C8E-8E0E-62E9241D2636}"/>
              </a:ext>
            </a:extLst>
          </p:cNvPr>
          <p:cNvSpPr>
            <a:spLocks noGrp="1"/>
          </p:cNvSpPr>
          <p:nvPr/>
        </p:nvSpPr>
        <p:spPr>
          <a:xfrm>
            <a:off x="5897134" y="15617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5" name="F2_precision_recall_distributions_3509">
            <a:extLst>
              <a:ext uri="{FF2B5EF4-FFF2-40B4-BE49-F238E27FC236}">
                <a16:creationId xmlns:a16="http://schemas.microsoft.com/office/drawing/2014/main" id="{43368F1E-8441-4DF6-9073-D66308BE7AC0}"/>
              </a:ext>
            </a:extLst>
          </p:cNvPr>
          <p:cNvSpPr>
            <a:spLocks noGrp="1"/>
          </p:cNvSpPr>
          <p:nvPr/>
        </p:nvSpPr>
        <p:spPr>
          <a:xfrm>
            <a:off x="6078490" y="15811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6" name="F2_precision_recall_distributions_3510">
            <a:extLst>
              <a:ext uri="{FF2B5EF4-FFF2-40B4-BE49-F238E27FC236}">
                <a16:creationId xmlns:a16="http://schemas.microsoft.com/office/drawing/2014/main" id="{BC759EF3-65BF-4DFA-8CAF-FFB5BC517690}"/>
              </a:ext>
            </a:extLst>
          </p:cNvPr>
          <p:cNvSpPr>
            <a:spLocks noGrp="1"/>
          </p:cNvSpPr>
          <p:nvPr/>
        </p:nvSpPr>
        <p:spPr>
          <a:xfrm>
            <a:off x="6008799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7" name="F2_precision_recall_distributions_3511">
            <a:extLst>
              <a:ext uri="{FF2B5EF4-FFF2-40B4-BE49-F238E27FC236}">
                <a16:creationId xmlns:a16="http://schemas.microsoft.com/office/drawing/2014/main" id="{2B49A1A1-456C-4D67-9A2A-F9FC5D50F0CC}"/>
              </a:ext>
            </a:extLst>
          </p:cNvPr>
          <p:cNvSpPr>
            <a:spLocks noGrp="1"/>
          </p:cNvSpPr>
          <p:nvPr/>
        </p:nvSpPr>
        <p:spPr>
          <a:xfrm>
            <a:off x="5891365" y="15862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8" name="F2_precision_recall_distributions_3512">
            <a:extLst>
              <a:ext uri="{FF2B5EF4-FFF2-40B4-BE49-F238E27FC236}">
                <a16:creationId xmlns:a16="http://schemas.microsoft.com/office/drawing/2014/main" id="{60A35334-13C0-47A3-814E-1AEA546760A0}"/>
              </a:ext>
            </a:extLst>
          </p:cNvPr>
          <p:cNvSpPr>
            <a:spLocks noGrp="1"/>
          </p:cNvSpPr>
          <p:nvPr/>
        </p:nvSpPr>
        <p:spPr>
          <a:xfrm>
            <a:off x="6007480" y="15680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9" name="F2_precision_recall_distributions_3513">
            <a:extLst>
              <a:ext uri="{FF2B5EF4-FFF2-40B4-BE49-F238E27FC236}">
                <a16:creationId xmlns:a16="http://schemas.microsoft.com/office/drawing/2014/main" id="{6CFF9BEF-86B3-4DE6-BBDB-83B94699BC95}"/>
              </a:ext>
            </a:extLst>
          </p:cNvPr>
          <p:cNvSpPr>
            <a:spLocks noGrp="1"/>
          </p:cNvSpPr>
          <p:nvPr/>
        </p:nvSpPr>
        <p:spPr>
          <a:xfrm>
            <a:off x="6127851" y="19473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0" name="F2_precision_recall_distributions_3514">
            <a:extLst>
              <a:ext uri="{FF2B5EF4-FFF2-40B4-BE49-F238E27FC236}">
                <a16:creationId xmlns:a16="http://schemas.microsoft.com/office/drawing/2014/main" id="{BC065219-99CA-4F7F-AD99-DBB34AF28D5F}"/>
              </a:ext>
            </a:extLst>
          </p:cNvPr>
          <p:cNvSpPr>
            <a:spLocks noGrp="1"/>
          </p:cNvSpPr>
          <p:nvPr/>
        </p:nvSpPr>
        <p:spPr>
          <a:xfrm>
            <a:off x="6036436" y="17010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1" name="F2_precision_recall_distributions_3515">
            <a:extLst>
              <a:ext uri="{FF2B5EF4-FFF2-40B4-BE49-F238E27FC236}">
                <a16:creationId xmlns:a16="http://schemas.microsoft.com/office/drawing/2014/main" id="{A9722818-AE71-46CD-B1EB-2909E58063D9}"/>
              </a:ext>
            </a:extLst>
          </p:cNvPr>
          <p:cNvSpPr>
            <a:spLocks noGrp="1"/>
          </p:cNvSpPr>
          <p:nvPr/>
        </p:nvSpPr>
        <p:spPr>
          <a:xfrm>
            <a:off x="5962080" y="15988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2" name="F2_precision_recall_distributions_3516">
            <a:extLst>
              <a:ext uri="{FF2B5EF4-FFF2-40B4-BE49-F238E27FC236}">
                <a16:creationId xmlns:a16="http://schemas.microsoft.com/office/drawing/2014/main" id="{4B72529D-49FD-495A-9889-BD78CB652B87}"/>
              </a:ext>
            </a:extLst>
          </p:cNvPr>
          <p:cNvSpPr>
            <a:spLocks noGrp="1"/>
          </p:cNvSpPr>
          <p:nvPr/>
        </p:nvSpPr>
        <p:spPr>
          <a:xfrm>
            <a:off x="6029255" y="15705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3" name="F2_precision_recall_distributions_3517">
            <a:extLst>
              <a:ext uri="{FF2B5EF4-FFF2-40B4-BE49-F238E27FC236}">
                <a16:creationId xmlns:a16="http://schemas.microsoft.com/office/drawing/2014/main" id="{C62A39F5-DCC7-49A5-8FD8-8BCFCA459A68}"/>
              </a:ext>
            </a:extLst>
          </p:cNvPr>
          <p:cNvSpPr>
            <a:spLocks noGrp="1"/>
          </p:cNvSpPr>
          <p:nvPr/>
        </p:nvSpPr>
        <p:spPr>
          <a:xfrm>
            <a:off x="5837224" y="19608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4" name="F2_precision_recall_distributions_3518">
            <a:extLst>
              <a:ext uri="{FF2B5EF4-FFF2-40B4-BE49-F238E27FC236}">
                <a16:creationId xmlns:a16="http://schemas.microsoft.com/office/drawing/2014/main" id="{5A5DB2B0-40D2-4BD4-92BC-D48046878E5E}"/>
              </a:ext>
            </a:extLst>
          </p:cNvPr>
          <p:cNvSpPr>
            <a:spLocks noGrp="1"/>
          </p:cNvSpPr>
          <p:nvPr/>
        </p:nvSpPr>
        <p:spPr>
          <a:xfrm>
            <a:off x="6131618" y="15563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5" name="F2_precision_recall_distributions_3519">
            <a:extLst>
              <a:ext uri="{FF2B5EF4-FFF2-40B4-BE49-F238E27FC236}">
                <a16:creationId xmlns:a16="http://schemas.microsoft.com/office/drawing/2014/main" id="{76919F60-F680-4410-A356-CACEA5005A8D}"/>
              </a:ext>
            </a:extLst>
          </p:cNvPr>
          <p:cNvSpPr>
            <a:spLocks noGrp="1"/>
          </p:cNvSpPr>
          <p:nvPr/>
        </p:nvSpPr>
        <p:spPr>
          <a:xfrm>
            <a:off x="6115276" y="17983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6" name="F2_precision_recall_distributions_3520">
            <a:extLst>
              <a:ext uri="{FF2B5EF4-FFF2-40B4-BE49-F238E27FC236}">
                <a16:creationId xmlns:a16="http://schemas.microsoft.com/office/drawing/2014/main" id="{24500832-DE55-4F22-A60A-7F01F63DD962}"/>
              </a:ext>
            </a:extLst>
          </p:cNvPr>
          <p:cNvSpPr>
            <a:spLocks noGrp="1"/>
          </p:cNvSpPr>
          <p:nvPr/>
        </p:nvSpPr>
        <p:spPr>
          <a:xfrm>
            <a:off x="6035454" y="17201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7" name="F2_precision_recall_distributions_3521">
            <a:extLst>
              <a:ext uri="{FF2B5EF4-FFF2-40B4-BE49-F238E27FC236}">
                <a16:creationId xmlns:a16="http://schemas.microsoft.com/office/drawing/2014/main" id="{84322097-4716-44A2-97BE-D07C060318B7}"/>
              </a:ext>
            </a:extLst>
          </p:cNvPr>
          <p:cNvSpPr>
            <a:spLocks noGrp="1"/>
          </p:cNvSpPr>
          <p:nvPr/>
        </p:nvSpPr>
        <p:spPr>
          <a:xfrm>
            <a:off x="5945775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8" name="F2_precision_recall_distributions_3522">
            <a:extLst>
              <a:ext uri="{FF2B5EF4-FFF2-40B4-BE49-F238E27FC236}">
                <a16:creationId xmlns:a16="http://schemas.microsoft.com/office/drawing/2014/main" id="{8D3DD825-ADDF-4382-9775-64CABB9971D5}"/>
              </a:ext>
            </a:extLst>
          </p:cNvPr>
          <p:cNvSpPr>
            <a:spLocks noGrp="1"/>
          </p:cNvSpPr>
          <p:nvPr/>
        </p:nvSpPr>
        <p:spPr>
          <a:xfrm>
            <a:off x="5808593" y="15245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9" name="F2_precision_recall_distributions_3523">
            <a:extLst>
              <a:ext uri="{FF2B5EF4-FFF2-40B4-BE49-F238E27FC236}">
                <a16:creationId xmlns:a16="http://schemas.microsoft.com/office/drawing/2014/main" id="{71DC3F7F-F541-46DD-B2B3-9F9DDFA0F6B4}"/>
              </a:ext>
            </a:extLst>
          </p:cNvPr>
          <p:cNvSpPr>
            <a:spLocks noGrp="1"/>
          </p:cNvSpPr>
          <p:nvPr/>
        </p:nvSpPr>
        <p:spPr>
          <a:xfrm>
            <a:off x="5860045" y="15813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0" name="F2_precision_recall_distributions_3524">
            <a:extLst>
              <a:ext uri="{FF2B5EF4-FFF2-40B4-BE49-F238E27FC236}">
                <a16:creationId xmlns:a16="http://schemas.microsoft.com/office/drawing/2014/main" id="{409D8D57-AD64-4258-8D6F-B2AF3BB5809A}"/>
              </a:ext>
            </a:extLst>
          </p:cNvPr>
          <p:cNvSpPr>
            <a:spLocks noGrp="1"/>
          </p:cNvSpPr>
          <p:nvPr/>
        </p:nvSpPr>
        <p:spPr>
          <a:xfrm>
            <a:off x="5889639" y="15152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1" name="F2_precision_recall_distributions_3525">
            <a:extLst>
              <a:ext uri="{FF2B5EF4-FFF2-40B4-BE49-F238E27FC236}">
                <a16:creationId xmlns:a16="http://schemas.microsoft.com/office/drawing/2014/main" id="{59904BDD-0CE1-4960-AF92-883703E4FC0B}"/>
              </a:ext>
            </a:extLst>
          </p:cNvPr>
          <p:cNvSpPr>
            <a:spLocks noGrp="1"/>
          </p:cNvSpPr>
          <p:nvPr/>
        </p:nvSpPr>
        <p:spPr>
          <a:xfrm>
            <a:off x="5879989" y="17456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2" name="F2_precision_recall_distributions_3526">
            <a:extLst>
              <a:ext uri="{FF2B5EF4-FFF2-40B4-BE49-F238E27FC236}">
                <a16:creationId xmlns:a16="http://schemas.microsoft.com/office/drawing/2014/main" id="{444250F2-BE3C-43E8-9BF0-21E9A3A351F6}"/>
              </a:ext>
            </a:extLst>
          </p:cNvPr>
          <p:cNvSpPr>
            <a:spLocks noGrp="1"/>
          </p:cNvSpPr>
          <p:nvPr/>
        </p:nvSpPr>
        <p:spPr>
          <a:xfrm>
            <a:off x="6092309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3" name="F2_precision_recall_distributions_3527">
            <a:extLst>
              <a:ext uri="{FF2B5EF4-FFF2-40B4-BE49-F238E27FC236}">
                <a16:creationId xmlns:a16="http://schemas.microsoft.com/office/drawing/2014/main" id="{5F8F15C0-4484-40AC-B727-C0B054AE0B28}"/>
              </a:ext>
            </a:extLst>
          </p:cNvPr>
          <p:cNvSpPr>
            <a:spLocks noGrp="1"/>
          </p:cNvSpPr>
          <p:nvPr/>
        </p:nvSpPr>
        <p:spPr>
          <a:xfrm>
            <a:off x="6105310" y="23069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4" name="F2_precision_recall_distributions_3528">
            <a:extLst>
              <a:ext uri="{FF2B5EF4-FFF2-40B4-BE49-F238E27FC236}">
                <a16:creationId xmlns:a16="http://schemas.microsoft.com/office/drawing/2014/main" id="{EF32DDB8-B8D2-40C9-87BD-18F06B864F14}"/>
              </a:ext>
            </a:extLst>
          </p:cNvPr>
          <p:cNvSpPr>
            <a:spLocks noGrp="1"/>
          </p:cNvSpPr>
          <p:nvPr/>
        </p:nvSpPr>
        <p:spPr>
          <a:xfrm>
            <a:off x="6063298" y="1986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5" name="F2_precision_recall_distributions_3529">
            <a:extLst>
              <a:ext uri="{FF2B5EF4-FFF2-40B4-BE49-F238E27FC236}">
                <a16:creationId xmlns:a16="http://schemas.microsoft.com/office/drawing/2014/main" id="{3C4A0C99-1296-4CE5-8627-762E606E7A70}"/>
              </a:ext>
            </a:extLst>
          </p:cNvPr>
          <p:cNvSpPr>
            <a:spLocks noGrp="1"/>
          </p:cNvSpPr>
          <p:nvPr/>
        </p:nvSpPr>
        <p:spPr>
          <a:xfrm>
            <a:off x="5942622" y="169295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6" name="F2_precision_recall_distributions_3530">
            <a:extLst>
              <a:ext uri="{FF2B5EF4-FFF2-40B4-BE49-F238E27FC236}">
                <a16:creationId xmlns:a16="http://schemas.microsoft.com/office/drawing/2014/main" id="{13E59DCF-E855-4D97-9A73-AB67AF8E7C41}"/>
              </a:ext>
            </a:extLst>
          </p:cNvPr>
          <p:cNvSpPr>
            <a:spLocks noGrp="1"/>
          </p:cNvSpPr>
          <p:nvPr/>
        </p:nvSpPr>
        <p:spPr>
          <a:xfrm>
            <a:off x="5818243" y="21217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7" name="F2_precision_recall_distributions_3531">
            <a:extLst>
              <a:ext uri="{FF2B5EF4-FFF2-40B4-BE49-F238E27FC236}">
                <a16:creationId xmlns:a16="http://schemas.microsoft.com/office/drawing/2014/main" id="{2E118946-A7A4-4C10-A8F9-1DE5AFC73DCB}"/>
              </a:ext>
            </a:extLst>
          </p:cNvPr>
          <p:cNvSpPr>
            <a:spLocks noGrp="1"/>
          </p:cNvSpPr>
          <p:nvPr/>
        </p:nvSpPr>
        <p:spPr>
          <a:xfrm>
            <a:off x="6167971" y="16457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8" name="F2_precision_recall_distributions_3532">
            <a:extLst>
              <a:ext uri="{FF2B5EF4-FFF2-40B4-BE49-F238E27FC236}">
                <a16:creationId xmlns:a16="http://schemas.microsoft.com/office/drawing/2014/main" id="{B8AB65F4-14C0-4B3F-A1DC-D14F3F165810}"/>
              </a:ext>
            </a:extLst>
          </p:cNvPr>
          <p:cNvSpPr>
            <a:spLocks noGrp="1"/>
          </p:cNvSpPr>
          <p:nvPr/>
        </p:nvSpPr>
        <p:spPr>
          <a:xfrm>
            <a:off x="5829762" y="16609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9" name="F2_precision_recall_distributions_3533">
            <a:extLst>
              <a:ext uri="{FF2B5EF4-FFF2-40B4-BE49-F238E27FC236}">
                <a16:creationId xmlns:a16="http://schemas.microsoft.com/office/drawing/2014/main" id="{96C9CB67-3655-4FFB-B377-79F866B0BC77}"/>
              </a:ext>
            </a:extLst>
          </p:cNvPr>
          <p:cNvSpPr>
            <a:spLocks noGrp="1"/>
          </p:cNvSpPr>
          <p:nvPr/>
        </p:nvSpPr>
        <p:spPr>
          <a:xfrm>
            <a:off x="6047327" y="153826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0" name="F2_precision_recall_distributions_3534">
            <a:extLst>
              <a:ext uri="{FF2B5EF4-FFF2-40B4-BE49-F238E27FC236}">
                <a16:creationId xmlns:a16="http://schemas.microsoft.com/office/drawing/2014/main" id="{F98FF11D-70B5-4493-9430-BBF9ED2CDB59}"/>
              </a:ext>
            </a:extLst>
          </p:cNvPr>
          <p:cNvSpPr>
            <a:spLocks noGrp="1"/>
          </p:cNvSpPr>
          <p:nvPr/>
        </p:nvSpPr>
        <p:spPr>
          <a:xfrm>
            <a:off x="5826473" y="16347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1" name="F2_precision_recall_distributions_3535">
            <a:extLst>
              <a:ext uri="{FF2B5EF4-FFF2-40B4-BE49-F238E27FC236}">
                <a16:creationId xmlns:a16="http://schemas.microsoft.com/office/drawing/2014/main" id="{3EFA3601-0DBE-4198-89B4-F8B04689D3FE}"/>
              </a:ext>
            </a:extLst>
          </p:cNvPr>
          <p:cNvSpPr>
            <a:spLocks noGrp="1"/>
          </p:cNvSpPr>
          <p:nvPr/>
        </p:nvSpPr>
        <p:spPr>
          <a:xfrm>
            <a:off x="5853138" y="2186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2" name="F2_precision_recall_distributions_3536">
            <a:extLst>
              <a:ext uri="{FF2B5EF4-FFF2-40B4-BE49-F238E27FC236}">
                <a16:creationId xmlns:a16="http://schemas.microsoft.com/office/drawing/2014/main" id="{320195ED-6D7A-4DE9-B7B7-4A39F9CCF682}"/>
              </a:ext>
            </a:extLst>
          </p:cNvPr>
          <p:cNvSpPr>
            <a:spLocks noGrp="1"/>
          </p:cNvSpPr>
          <p:nvPr/>
        </p:nvSpPr>
        <p:spPr>
          <a:xfrm>
            <a:off x="6095413" y="1679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3" name="F2_precision_recall_distributions_3537">
            <a:extLst>
              <a:ext uri="{FF2B5EF4-FFF2-40B4-BE49-F238E27FC236}">
                <a16:creationId xmlns:a16="http://schemas.microsoft.com/office/drawing/2014/main" id="{69667BDE-F61E-4E5B-8878-EC102C271EED}"/>
              </a:ext>
            </a:extLst>
          </p:cNvPr>
          <p:cNvSpPr>
            <a:spLocks noGrp="1"/>
          </p:cNvSpPr>
          <p:nvPr/>
        </p:nvSpPr>
        <p:spPr>
          <a:xfrm>
            <a:off x="6149157" y="22421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4" name="F2_precision_recall_distributions_3538">
            <a:extLst>
              <a:ext uri="{FF2B5EF4-FFF2-40B4-BE49-F238E27FC236}">
                <a16:creationId xmlns:a16="http://schemas.microsoft.com/office/drawing/2014/main" id="{104A7132-6DBF-4699-92B7-5E249107DF1F}"/>
              </a:ext>
            </a:extLst>
          </p:cNvPr>
          <p:cNvSpPr>
            <a:spLocks noGrp="1"/>
          </p:cNvSpPr>
          <p:nvPr/>
        </p:nvSpPr>
        <p:spPr>
          <a:xfrm>
            <a:off x="6104442" y="15361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5" name="F2_precision_recall_distributions_3539">
            <a:extLst>
              <a:ext uri="{FF2B5EF4-FFF2-40B4-BE49-F238E27FC236}">
                <a16:creationId xmlns:a16="http://schemas.microsoft.com/office/drawing/2014/main" id="{E1C7AF7D-47AA-4B3C-A007-52764BA9EEDE}"/>
              </a:ext>
            </a:extLst>
          </p:cNvPr>
          <p:cNvSpPr>
            <a:spLocks noGrp="1"/>
          </p:cNvSpPr>
          <p:nvPr/>
        </p:nvSpPr>
        <p:spPr>
          <a:xfrm>
            <a:off x="6096091" y="16359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6" name="F2_precision_recall_distributions_3540">
            <a:extLst>
              <a:ext uri="{FF2B5EF4-FFF2-40B4-BE49-F238E27FC236}">
                <a16:creationId xmlns:a16="http://schemas.microsoft.com/office/drawing/2014/main" id="{608C7DBC-8046-4A14-B7CF-8B7BFA6DC704}"/>
              </a:ext>
            </a:extLst>
          </p:cNvPr>
          <p:cNvSpPr>
            <a:spLocks noGrp="1"/>
          </p:cNvSpPr>
          <p:nvPr/>
        </p:nvSpPr>
        <p:spPr>
          <a:xfrm>
            <a:off x="6147628" y="16040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7" name="F2_precision_recall_distributions_3541">
            <a:extLst>
              <a:ext uri="{FF2B5EF4-FFF2-40B4-BE49-F238E27FC236}">
                <a16:creationId xmlns:a16="http://schemas.microsoft.com/office/drawing/2014/main" id="{7BB6431B-F3AE-41AC-BBF4-C6F79987B2DD}"/>
              </a:ext>
            </a:extLst>
          </p:cNvPr>
          <p:cNvSpPr>
            <a:spLocks noGrp="1"/>
          </p:cNvSpPr>
          <p:nvPr/>
        </p:nvSpPr>
        <p:spPr>
          <a:xfrm>
            <a:off x="5939361" y="17720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8" name="F2_precision_recall_distributions_3542">
            <a:extLst>
              <a:ext uri="{FF2B5EF4-FFF2-40B4-BE49-F238E27FC236}">
                <a16:creationId xmlns:a16="http://schemas.microsoft.com/office/drawing/2014/main" id="{567DEB44-CE9D-4373-A69C-82D1BD54C061}"/>
              </a:ext>
            </a:extLst>
          </p:cNvPr>
          <p:cNvSpPr>
            <a:spLocks noGrp="1"/>
          </p:cNvSpPr>
          <p:nvPr/>
        </p:nvSpPr>
        <p:spPr>
          <a:xfrm>
            <a:off x="6152165" y="16337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9" name="F2_precision_recall_distributions_3543">
            <a:extLst>
              <a:ext uri="{FF2B5EF4-FFF2-40B4-BE49-F238E27FC236}">
                <a16:creationId xmlns:a16="http://schemas.microsoft.com/office/drawing/2014/main" id="{1539F3D3-AB7E-4854-9A71-B6BABC2A8D48}"/>
              </a:ext>
            </a:extLst>
          </p:cNvPr>
          <p:cNvSpPr>
            <a:spLocks noGrp="1"/>
          </p:cNvSpPr>
          <p:nvPr/>
        </p:nvSpPr>
        <p:spPr>
          <a:xfrm>
            <a:off x="5998644" y="152960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0" name="F2_precision_recall_distributions_3544">
            <a:extLst>
              <a:ext uri="{FF2B5EF4-FFF2-40B4-BE49-F238E27FC236}">
                <a16:creationId xmlns:a16="http://schemas.microsoft.com/office/drawing/2014/main" id="{8078E5C8-FB84-4819-B887-1F81AF7B6951}"/>
              </a:ext>
            </a:extLst>
          </p:cNvPr>
          <p:cNvSpPr>
            <a:spLocks noGrp="1"/>
          </p:cNvSpPr>
          <p:nvPr/>
        </p:nvSpPr>
        <p:spPr>
          <a:xfrm>
            <a:off x="6064721" y="15415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1" name="F2_precision_recall_distributions_3545">
            <a:extLst>
              <a:ext uri="{FF2B5EF4-FFF2-40B4-BE49-F238E27FC236}">
                <a16:creationId xmlns:a16="http://schemas.microsoft.com/office/drawing/2014/main" id="{6BF141B8-61CD-4333-9517-C11EE29E6819}"/>
              </a:ext>
            </a:extLst>
          </p:cNvPr>
          <p:cNvSpPr>
            <a:spLocks noGrp="1"/>
          </p:cNvSpPr>
          <p:nvPr/>
        </p:nvSpPr>
        <p:spPr>
          <a:xfrm>
            <a:off x="5865892" y="18341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2" name="F2_precision_recall_distributions_3546">
            <a:extLst>
              <a:ext uri="{FF2B5EF4-FFF2-40B4-BE49-F238E27FC236}">
                <a16:creationId xmlns:a16="http://schemas.microsoft.com/office/drawing/2014/main" id="{E00F57FE-9CAC-4D08-96E9-7A80B8BAE306}"/>
              </a:ext>
            </a:extLst>
          </p:cNvPr>
          <p:cNvSpPr>
            <a:spLocks noGrp="1"/>
          </p:cNvSpPr>
          <p:nvPr/>
        </p:nvSpPr>
        <p:spPr>
          <a:xfrm>
            <a:off x="6073118" y="15582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3" name="F2_precision_recall_distributions_3547">
            <a:extLst>
              <a:ext uri="{FF2B5EF4-FFF2-40B4-BE49-F238E27FC236}">
                <a16:creationId xmlns:a16="http://schemas.microsoft.com/office/drawing/2014/main" id="{F8833149-F7F3-4C41-B9F2-77CA36AEFE92}"/>
              </a:ext>
            </a:extLst>
          </p:cNvPr>
          <p:cNvSpPr>
            <a:spLocks noGrp="1"/>
          </p:cNvSpPr>
          <p:nvPr/>
        </p:nvSpPr>
        <p:spPr>
          <a:xfrm>
            <a:off x="6058302" y="150291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4" name="F2_precision_recall_distributions_3548">
            <a:extLst>
              <a:ext uri="{FF2B5EF4-FFF2-40B4-BE49-F238E27FC236}">
                <a16:creationId xmlns:a16="http://schemas.microsoft.com/office/drawing/2014/main" id="{328A312E-B341-4336-8985-831E4D7F271F}"/>
              </a:ext>
            </a:extLst>
          </p:cNvPr>
          <p:cNvSpPr>
            <a:spLocks noGrp="1"/>
          </p:cNvSpPr>
          <p:nvPr/>
        </p:nvSpPr>
        <p:spPr>
          <a:xfrm>
            <a:off x="5817274" y="156955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5" name="F2_precision_recall_distributions_3549">
            <a:extLst>
              <a:ext uri="{FF2B5EF4-FFF2-40B4-BE49-F238E27FC236}">
                <a16:creationId xmlns:a16="http://schemas.microsoft.com/office/drawing/2014/main" id="{719E1746-B614-437B-803C-F156BD88EF61}"/>
              </a:ext>
            </a:extLst>
          </p:cNvPr>
          <p:cNvSpPr>
            <a:spLocks noGrp="1"/>
          </p:cNvSpPr>
          <p:nvPr/>
        </p:nvSpPr>
        <p:spPr>
          <a:xfrm>
            <a:off x="6135893" y="15197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6" name="F2_precision_recall_distributions_3550">
            <a:extLst>
              <a:ext uri="{FF2B5EF4-FFF2-40B4-BE49-F238E27FC236}">
                <a16:creationId xmlns:a16="http://schemas.microsoft.com/office/drawing/2014/main" id="{5BE68714-A7FE-4918-84A4-A43CAA702DE1}"/>
              </a:ext>
            </a:extLst>
          </p:cNvPr>
          <p:cNvSpPr>
            <a:spLocks noGrp="1"/>
          </p:cNvSpPr>
          <p:nvPr/>
        </p:nvSpPr>
        <p:spPr>
          <a:xfrm>
            <a:off x="5931603" y="2028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7" name="F2_precision_recall_distributions_3551">
            <a:extLst>
              <a:ext uri="{FF2B5EF4-FFF2-40B4-BE49-F238E27FC236}">
                <a16:creationId xmlns:a16="http://schemas.microsoft.com/office/drawing/2014/main" id="{B2C90FC5-ABF7-44C8-8F75-2C9C2CEABBEA}"/>
              </a:ext>
            </a:extLst>
          </p:cNvPr>
          <p:cNvSpPr>
            <a:spLocks noGrp="1"/>
          </p:cNvSpPr>
          <p:nvPr/>
        </p:nvSpPr>
        <p:spPr>
          <a:xfrm>
            <a:off x="5898246" y="189445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8" name="F2_precision_recall_distributions_3552">
            <a:extLst>
              <a:ext uri="{FF2B5EF4-FFF2-40B4-BE49-F238E27FC236}">
                <a16:creationId xmlns:a16="http://schemas.microsoft.com/office/drawing/2014/main" id="{76796D85-00AD-4432-9EA5-C4F8C62EC53A}"/>
              </a:ext>
            </a:extLst>
          </p:cNvPr>
          <p:cNvSpPr>
            <a:spLocks noGrp="1"/>
          </p:cNvSpPr>
          <p:nvPr/>
        </p:nvSpPr>
        <p:spPr>
          <a:xfrm>
            <a:off x="5982227" y="17756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9" name="F2_precision_recall_distributions_3553">
            <a:extLst>
              <a:ext uri="{FF2B5EF4-FFF2-40B4-BE49-F238E27FC236}">
                <a16:creationId xmlns:a16="http://schemas.microsoft.com/office/drawing/2014/main" id="{165F44D7-932B-4C67-95D8-AE026DAD58F0}"/>
              </a:ext>
            </a:extLst>
          </p:cNvPr>
          <p:cNvSpPr>
            <a:spLocks noGrp="1"/>
          </p:cNvSpPr>
          <p:nvPr/>
        </p:nvSpPr>
        <p:spPr>
          <a:xfrm>
            <a:off x="5852404" y="15916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0" name="F2_precision_recall_distributions_3554">
            <a:extLst>
              <a:ext uri="{FF2B5EF4-FFF2-40B4-BE49-F238E27FC236}">
                <a16:creationId xmlns:a16="http://schemas.microsoft.com/office/drawing/2014/main" id="{910FD8DC-6D7F-4C75-A026-AC04586707D6}"/>
              </a:ext>
            </a:extLst>
          </p:cNvPr>
          <p:cNvSpPr>
            <a:spLocks noGrp="1"/>
          </p:cNvSpPr>
          <p:nvPr/>
        </p:nvSpPr>
        <p:spPr>
          <a:xfrm>
            <a:off x="5859555" y="22924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1" name="F2_precision_recall_distributions_3555">
            <a:extLst>
              <a:ext uri="{FF2B5EF4-FFF2-40B4-BE49-F238E27FC236}">
                <a16:creationId xmlns:a16="http://schemas.microsoft.com/office/drawing/2014/main" id="{0EF65139-F6E5-4FF8-833A-D9DEB7486DCF}"/>
              </a:ext>
            </a:extLst>
          </p:cNvPr>
          <p:cNvSpPr>
            <a:spLocks noGrp="1"/>
          </p:cNvSpPr>
          <p:nvPr/>
        </p:nvSpPr>
        <p:spPr>
          <a:xfrm>
            <a:off x="6080774" y="17553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2" name="F2_precision_recall_distributions_3556">
            <a:extLst>
              <a:ext uri="{FF2B5EF4-FFF2-40B4-BE49-F238E27FC236}">
                <a16:creationId xmlns:a16="http://schemas.microsoft.com/office/drawing/2014/main" id="{DEADCE96-729F-4500-B6ED-A88CDD453720}"/>
              </a:ext>
            </a:extLst>
          </p:cNvPr>
          <p:cNvSpPr>
            <a:spLocks noGrp="1"/>
          </p:cNvSpPr>
          <p:nvPr/>
        </p:nvSpPr>
        <p:spPr>
          <a:xfrm>
            <a:off x="6073812" y="15748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3" name="F2_precision_recall_distributions_3557">
            <a:extLst>
              <a:ext uri="{FF2B5EF4-FFF2-40B4-BE49-F238E27FC236}">
                <a16:creationId xmlns:a16="http://schemas.microsoft.com/office/drawing/2014/main" id="{ED7F0FA6-83BB-4F0D-9E7B-890338651AF0}"/>
              </a:ext>
            </a:extLst>
          </p:cNvPr>
          <p:cNvSpPr>
            <a:spLocks noGrp="1"/>
          </p:cNvSpPr>
          <p:nvPr/>
        </p:nvSpPr>
        <p:spPr>
          <a:xfrm>
            <a:off x="6024444" y="16971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4" name="F2_precision_recall_distributions_3558">
            <a:extLst>
              <a:ext uri="{FF2B5EF4-FFF2-40B4-BE49-F238E27FC236}">
                <a16:creationId xmlns:a16="http://schemas.microsoft.com/office/drawing/2014/main" id="{B7051415-2562-4522-8B71-24AA3A09A3B7}"/>
              </a:ext>
            </a:extLst>
          </p:cNvPr>
          <p:cNvSpPr>
            <a:spLocks noGrp="1"/>
          </p:cNvSpPr>
          <p:nvPr/>
        </p:nvSpPr>
        <p:spPr>
          <a:xfrm>
            <a:off x="5849602" y="173868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5" name="F2_precision_recall_distributions_3559">
            <a:extLst>
              <a:ext uri="{FF2B5EF4-FFF2-40B4-BE49-F238E27FC236}">
                <a16:creationId xmlns:a16="http://schemas.microsoft.com/office/drawing/2014/main" id="{47BCEA7E-1CDC-423D-9233-1533BD1578DE}"/>
              </a:ext>
            </a:extLst>
          </p:cNvPr>
          <p:cNvSpPr>
            <a:spLocks noGrp="1"/>
          </p:cNvSpPr>
          <p:nvPr/>
        </p:nvSpPr>
        <p:spPr>
          <a:xfrm>
            <a:off x="5878559" y="23398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6" name="F2_precision_recall_distributions_3560">
            <a:extLst>
              <a:ext uri="{FF2B5EF4-FFF2-40B4-BE49-F238E27FC236}">
                <a16:creationId xmlns:a16="http://schemas.microsoft.com/office/drawing/2014/main" id="{8F3D5F99-F7CB-4582-A80D-49490F7658D1}"/>
              </a:ext>
            </a:extLst>
          </p:cNvPr>
          <p:cNvSpPr>
            <a:spLocks noGrp="1"/>
          </p:cNvSpPr>
          <p:nvPr/>
        </p:nvSpPr>
        <p:spPr>
          <a:xfrm>
            <a:off x="5961713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7" name="F2_precision_recall_distributions_3561">
            <a:extLst>
              <a:ext uri="{FF2B5EF4-FFF2-40B4-BE49-F238E27FC236}">
                <a16:creationId xmlns:a16="http://schemas.microsoft.com/office/drawing/2014/main" id="{6702A190-D5AD-4521-AB99-44A7352077F0}"/>
              </a:ext>
            </a:extLst>
          </p:cNvPr>
          <p:cNvSpPr>
            <a:spLocks noGrp="1"/>
          </p:cNvSpPr>
          <p:nvPr/>
        </p:nvSpPr>
        <p:spPr>
          <a:xfrm>
            <a:off x="6070243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8" name="F2_precision_recall_distributions_3562">
            <a:extLst>
              <a:ext uri="{FF2B5EF4-FFF2-40B4-BE49-F238E27FC236}">
                <a16:creationId xmlns:a16="http://schemas.microsoft.com/office/drawing/2014/main" id="{2A165594-ADF3-4F58-AEF6-7B295F1701EA}"/>
              </a:ext>
            </a:extLst>
          </p:cNvPr>
          <p:cNvSpPr>
            <a:spLocks noGrp="1"/>
          </p:cNvSpPr>
          <p:nvPr/>
        </p:nvSpPr>
        <p:spPr>
          <a:xfrm>
            <a:off x="6828430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807" y="842186"/>
                </a:lnTo>
                <a:lnTo>
                  <a:pt x="22549" y="835606"/>
                </a:lnTo>
                <a:lnTo>
                  <a:pt x="48305" y="829027"/>
                </a:lnTo>
                <a:lnTo>
                  <a:pt x="80255" y="822447"/>
                </a:lnTo>
                <a:lnTo>
                  <a:pt x="115148" y="815868"/>
                </a:lnTo>
                <a:lnTo>
                  <a:pt x="149810" y="809288"/>
                </a:lnTo>
                <a:lnTo>
                  <a:pt x="181575" y="802708"/>
                </a:lnTo>
                <a:lnTo>
                  <a:pt x="208581" y="796129"/>
                </a:lnTo>
                <a:lnTo>
                  <a:pt x="229879" y="789549"/>
                </a:lnTo>
                <a:lnTo>
                  <a:pt x="245391" y="782970"/>
                </a:lnTo>
                <a:lnTo>
                  <a:pt x="255727" y="776390"/>
                </a:lnTo>
                <a:lnTo>
                  <a:pt x="261940" y="769811"/>
                </a:lnTo>
                <a:lnTo>
                  <a:pt x="265269" y="763231"/>
                </a:lnTo>
                <a:lnTo>
                  <a:pt x="266903" y="756651"/>
                </a:lnTo>
                <a:lnTo>
                  <a:pt x="267818" y="750072"/>
                </a:lnTo>
                <a:lnTo>
                  <a:pt x="268684" y="743492"/>
                </a:lnTo>
                <a:lnTo>
                  <a:pt x="269849" y="736913"/>
                </a:lnTo>
                <a:lnTo>
                  <a:pt x="271383" y="730333"/>
                </a:lnTo>
                <a:lnTo>
                  <a:pt x="273169" y="723754"/>
                </a:lnTo>
                <a:lnTo>
                  <a:pt x="274996" y="717174"/>
                </a:lnTo>
                <a:lnTo>
                  <a:pt x="276659" y="710594"/>
                </a:lnTo>
                <a:lnTo>
                  <a:pt x="278021" y="704015"/>
                </a:lnTo>
                <a:lnTo>
                  <a:pt x="279048" y="697435"/>
                </a:lnTo>
                <a:lnTo>
                  <a:pt x="279807" y="690856"/>
                </a:lnTo>
                <a:lnTo>
                  <a:pt x="280438" y="684276"/>
                </a:lnTo>
                <a:lnTo>
                  <a:pt x="281114" y="677697"/>
                </a:lnTo>
                <a:lnTo>
                  <a:pt x="281998" y="671117"/>
                </a:lnTo>
                <a:lnTo>
                  <a:pt x="283211" y="664537"/>
                </a:lnTo>
                <a:lnTo>
                  <a:pt x="284813" y="657958"/>
                </a:lnTo>
                <a:lnTo>
                  <a:pt x="286800" y="651378"/>
                </a:lnTo>
                <a:lnTo>
                  <a:pt x="289118" y="644799"/>
                </a:lnTo>
                <a:lnTo>
                  <a:pt x="291673" y="638219"/>
                </a:lnTo>
                <a:lnTo>
                  <a:pt x="294354" y="631639"/>
                </a:lnTo>
                <a:lnTo>
                  <a:pt x="297043" y="625060"/>
                </a:lnTo>
                <a:lnTo>
                  <a:pt x="299619" y="618480"/>
                </a:lnTo>
                <a:lnTo>
                  <a:pt x="301965" y="611901"/>
                </a:lnTo>
                <a:lnTo>
                  <a:pt x="303957" y="605321"/>
                </a:lnTo>
                <a:lnTo>
                  <a:pt x="305468" y="598742"/>
                </a:lnTo>
                <a:lnTo>
                  <a:pt x="306363" y="592162"/>
                </a:lnTo>
                <a:lnTo>
                  <a:pt x="306512" y="585582"/>
                </a:lnTo>
                <a:lnTo>
                  <a:pt x="305802" y="579003"/>
                </a:lnTo>
                <a:lnTo>
                  <a:pt x="304156" y="572423"/>
                </a:lnTo>
                <a:lnTo>
                  <a:pt x="301556" y="565844"/>
                </a:lnTo>
                <a:lnTo>
                  <a:pt x="298056" y="559264"/>
                </a:lnTo>
                <a:lnTo>
                  <a:pt x="293787" y="552685"/>
                </a:lnTo>
                <a:lnTo>
                  <a:pt x="288957" y="546105"/>
                </a:lnTo>
                <a:lnTo>
                  <a:pt x="283827" y="539525"/>
                </a:lnTo>
                <a:lnTo>
                  <a:pt x="278684" y="532946"/>
                </a:lnTo>
                <a:lnTo>
                  <a:pt x="273809" y="526366"/>
                </a:lnTo>
                <a:lnTo>
                  <a:pt x="269446" y="519787"/>
                </a:lnTo>
                <a:lnTo>
                  <a:pt x="265777" y="513207"/>
                </a:lnTo>
                <a:lnTo>
                  <a:pt x="262916" y="506627"/>
                </a:lnTo>
                <a:lnTo>
                  <a:pt x="260905" y="500048"/>
                </a:lnTo>
                <a:lnTo>
                  <a:pt x="259726" y="493468"/>
                </a:lnTo>
                <a:lnTo>
                  <a:pt x="259318" y="486889"/>
                </a:lnTo>
                <a:lnTo>
                  <a:pt x="259581" y="480309"/>
                </a:lnTo>
                <a:lnTo>
                  <a:pt x="260385" y="473730"/>
                </a:lnTo>
                <a:lnTo>
                  <a:pt x="261572" y="467150"/>
                </a:lnTo>
                <a:lnTo>
                  <a:pt x="262953" y="460570"/>
                </a:lnTo>
                <a:lnTo>
                  <a:pt x="264311" y="453991"/>
                </a:lnTo>
                <a:lnTo>
                  <a:pt x="265413" y="447411"/>
                </a:lnTo>
                <a:lnTo>
                  <a:pt x="266035" y="440832"/>
                </a:lnTo>
                <a:lnTo>
                  <a:pt x="265985" y="434252"/>
                </a:lnTo>
                <a:lnTo>
                  <a:pt x="265136" y="427673"/>
                </a:lnTo>
                <a:lnTo>
                  <a:pt x="263446" y="421093"/>
                </a:lnTo>
                <a:lnTo>
                  <a:pt x="260971" y="414513"/>
                </a:lnTo>
                <a:lnTo>
                  <a:pt x="257850" y="407934"/>
                </a:lnTo>
                <a:lnTo>
                  <a:pt x="254286" y="401354"/>
                </a:lnTo>
                <a:lnTo>
                  <a:pt x="250516" y="394775"/>
                </a:lnTo>
                <a:lnTo>
                  <a:pt x="246772" y="388195"/>
                </a:lnTo>
                <a:lnTo>
                  <a:pt x="243254" y="381616"/>
                </a:lnTo>
                <a:lnTo>
                  <a:pt x="240109" y="375036"/>
                </a:lnTo>
                <a:lnTo>
                  <a:pt x="237417" y="368456"/>
                </a:lnTo>
                <a:lnTo>
                  <a:pt x="235195" y="361877"/>
                </a:lnTo>
                <a:lnTo>
                  <a:pt x="233397" y="355297"/>
                </a:lnTo>
                <a:lnTo>
                  <a:pt x="231930" y="348718"/>
                </a:lnTo>
                <a:lnTo>
                  <a:pt x="230669" y="342138"/>
                </a:lnTo>
                <a:lnTo>
                  <a:pt x="229485" y="335558"/>
                </a:lnTo>
                <a:lnTo>
                  <a:pt x="228263" y="328979"/>
                </a:lnTo>
                <a:lnTo>
                  <a:pt x="226929" y="322399"/>
                </a:lnTo>
                <a:lnTo>
                  <a:pt x="225466" y="315820"/>
                </a:lnTo>
                <a:lnTo>
                  <a:pt x="223925" y="309240"/>
                </a:lnTo>
                <a:lnTo>
                  <a:pt x="222421" y="302661"/>
                </a:lnTo>
                <a:lnTo>
                  <a:pt x="221117" y="296081"/>
                </a:lnTo>
                <a:lnTo>
                  <a:pt x="220199" y="289501"/>
                </a:lnTo>
                <a:lnTo>
                  <a:pt x="219841" y="282922"/>
                </a:lnTo>
                <a:lnTo>
                  <a:pt x="220177" y="276342"/>
                </a:lnTo>
                <a:lnTo>
                  <a:pt x="221267" y="269763"/>
                </a:lnTo>
                <a:lnTo>
                  <a:pt x="223079" y="263183"/>
                </a:lnTo>
                <a:lnTo>
                  <a:pt x="225482" y="256604"/>
                </a:lnTo>
                <a:lnTo>
                  <a:pt x="228252" y="250024"/>
                </a:lnTo>
                <a:lnTo>
                  <a:pt x="231087" y="243444"/>
                </a:lnTo>
                <a:lnTo>
                  <a:pt x="233635" y="236865"/>
                </a:lnTo>
                <a:lnTo>
                  <a:pt x="235531" y="230285"/>
                </a:lnTo>
                <a:lnTo>
                  <a:pt x="236435" y="223706"/>
                </a:lnTo>
                <a:lnTo>
                  <a:pt x="236063" y="217126"/>
                </a:lnTo>
                <a:lnTo>
                  <a:pt x="234218" y="210546"/>
                </a:lnTo>
                <a:lnTo>
                  <a:pt x="230801" y="203967"/>
                </a:lnTo>
                <a:lnTo>
                  <a:pt x="225813" y="197387"/>
                </a:lnTo>
                <a:lnTo>
                  <a:pt x="219335" y="190808"/>
                </a:lnTo>
                <a:lnTo>
                  <a:pt x="211497" y="184228"/>
                </a:lnTo>
                <a:lnTo>
                  <a:pt x="202434" y="177649"/>
                </a:lnTo>
                <a:lnTo>
                  <a:pt x="192257" y="171069"/>
                </a:lnTo>
                <a:lnTo>
                  <a:pt x="181021" y="164489"/>
                </a:lnTo>
                <a:lnTo>
                  <a:pt x="168724" y="157910"/>
                </a:lnTo>
                <a:lnTo>
                  <a:pt x="155332" y="151330"/>
                </a:lnTo>
                <a:lnTo>
                  <a:pt x="140826" y="144751"/>
                </a:lnTo>
                <a:lnTo>
                  <a:pt x="125269" y="138171"/>
                </a:lnTo>
                <a:lnTo>
                  <a:pt x="108870" y="131592"/>
                </a:lnTo>
                <a:lnTo>
                  <a:pt x="92044" y="125012"/>
                </a:lnTo>
                <a:lnTo>
                  <a:pt x="75430" y="118432"/>
                </a:lnTo>
                <a:lnTo>
                  <a:pt x="59882" y="111853"/>
                </a:lnTo>
                <a:lnTo>
                  <a:pt x="46408" y="105273"/>
                </a:lnTo>
                <a:lnTo>
                  <a:pt x="36074" y="98694"/>
                </a:lnTo>
                <a:lnTo>
                  <a:pt x="29880" y="92114"/>
                </a:lnTo>
                <a:lnTo>
                  <a:pt x="28629" y="85535"/>
                </a:lnTo>
                <a:lnTo>
                  <a:pt x="32812" y="78955"/>
                </a:lnTo>
                <a:lnTo>
                  <a:pt x="42519" y="72375"/>
                </a:lnTo>
                <a:lnTo>
                  <a:pt x="57408" y="65796"/>
                </a:lnTo>
                <a:lnTo>
                  <a:pt x="76721" y="59216"/>
                </a:lnTo>
                <a:lnTo>
                  <a:pt x="99346" y="52637"/>
                </a:lnTo>
                <a:lnTo>
                  <a:pt x="123929" y="46057"/>
                </a:lnTo>
                <a:lnTo>
                  <a:pt x="148991" y="39477"/>
                </a:lnTo>
                <a:lnTo>
                  <a:pt x="173053" y="32898"/>
                </a:lnTo>
                <a:lnTo>
                  <a:pt x="194743" y="26318"/>
                </a:lnTo>
                <a:lnTo>
                  <a:pt x="212878" y="19739"/>
                </a:lnTo>
                <a:lnTo>
                  <a:pt x="226513" y="13159"/>
                </a:lnTo>
                <a:lnTo>
                  <a:pt x="234966" y="6580"/>
                </a:lnTo>
                <a:lnTo>
                  <a:pt x="237829" y="0"/>
                </a:lnTo>
                <a:lnTo>
                  <a:pt x="437268" y="0"/>
                </a:lnTo>
                <a:lnTo>
                  <a:pt x="437268" y="0"/>
                </a:lnTo>
                <a:lnTo>
                  <a:pt x="440131" y="6580"/>
                </a:lnTo>
                <a:lnTo>
                  <a:pt x="448584" y="13159"/>
                </a:lnTo>
                <a:lnTo>
                  <a:pt x="462218" y="19739"/>
                </a:lnTo>
                <a:lnTo>
                  <a:pt x="480353" y="26318"/>
                </a:lnTo>
                <a:lnTo>
                  <a:pt x="502044" y="32898"/>
                </a:lnTo>
                <a:lnTo>
                  <a:pt x="526105" y="39477"/>
                </a:lnTo>
                <a:lnTo>
                  <a:pt x="551167" y="46057"/>
                </a:lnTo>
                <a:lnTo>
                  <a:pt x="575750" y="52637"/>
                </a:lnTo>
                <a:lnTo>
                  <a:pt x="598376" y="59216"/>
                </a:lnTo>
                <a:lnTo>
                  <a:pt x="617688" y="65796"/>
                </a:lnTo>
                <a:lnTo>
                  <a:pt x="632578" y="72375"/>
                </a:lnTo>
                <a:lnTo>
                  <a:pt x="642285" y="78955"/>
                </a:lnTo>
                <a:lnTo>
                  <a:pt x="646467" y="85535"/>
                </a:lnTo>
                <a:lnTo>
                  <a:pt x="645217" y="92114"/>
                </a:lnTo>
                <a:lnTo>
                  <a:pt x="639022" y="98694"/>
                </a:lnTo>
                <a:lnTo>
                  <a:pt x="628689" y="105273"/>
                </a:lnTo>
                <a:lnTo>
                  <a:pt x="615215" y="111853"/>
                </a:lnTo>
                <a:lnTo>
                  <a:pt x="599667" y="118432"/>
                </a:lnTo>
                <a:lnTo>
                  <a:pt x="583053" y="125012"/>
                </a:lnTo>
                <a:lnTo>
                  <a:pt x="566226" y="131592"/>
                </a:lnTo>
                <a:lnTo>
                  <a:pt x="549828" y="138171"/>
                </a:lnTo>
                <a:lnTo>
                  <a:pt x="534270" y="144751"/>
                </a:lnTo>
                <a:lnTo>
                  <a:pt x="519765" y="151330"/>
                </a:lnTo>
                <a:lnTo>
                  <a:pt x="506372" y="157910"/>
                </a:lnTo>
                <a:lnTo>
                  <a:pt x="494075" y="164489"/>
                </a:lnTo>
                <a:lnTo>
                  <a:pt x="482839" y="171069"/>
                </a:lnTo>
                <a:lnTo>
                  <a:pt x="472662" y="177649"/>
                </a:lnTo>
                <a:lnTo>
                  <a:pt x="463600" y="184228"/>
                </a:lnTo>
                <a:lnTo>
                  <a:pt x="455761" y="190808"/>
                </a:lnTo>
                <a:lnTo>
                  <a:pt x="449283" y="197387"/>
                </a:lnTo>
                <a:lnTo>
                  <a:pt x="444296" y="203967"/>
                </a:lnTo>
                <a:lnTo>
                  <a:pt x="440879" y="210546"/>
                </a:lnTo>
                <a:lnTo>
                  <a:pt x="439034" y="217126"/>
                </a:lnTo>
                <a:lnTo>
                  <a:pt x="438662" y="223706"/>
                </a:lnTo>
                <a:lnTo>
                  <a:pt x="439565" y="230285"/>
                </a:lnTo>
                <a:lnTo>
                  <a:pt x="441462" y="236865"/>
                </a:lnTo>
                <a:lnTo>
                  <a:pt x="444010" y="243444"/>
                </a:lnTo>
                <a:lnTo>
                  <a:pt x="446844" y="250024"/>
                </a:lnTo>
                <a:lnTo>
                  <a:pt x="449614" y="256604"/>
                </a:lnTo>
                <a:lnTo>
                  <a:pt x="452018" y="263183"/>
                </a:lnTo>
                <a:lnTo>
                  <a:pt x="453830" y="269763"/>
                </a:lnTo>
                <a:lnTo>
                  <a:pt x="454919" y="276342"/>
                </a:lnTo>
                <a:lnTo>
                  <a:pt x="455255" y="282922"/>
                </a:lnTo>
                <a:lnTo>
                  <a:pt x="454898" y="289501"/>
                </a:lnTo>
                <a:lnTo>
                  <a:pt x="453980" y="296081"/>
                </a:lnTo>
                <a:lnTo>
                  <a:pt x="452676" y="302661"/>
                </a:lnTo>
                <a:lnTo>
                  <a:pt x="451172" y="309240"/>
                </a:lnTo>
                <a:lnTo>
                  <a:pt x="449631" y="315820"/>
                </a:lnTo>
                <a:lnTo>
                  <a:pt x="448168" y="322399"/>
                </a:lnTo>
                <a:lnTo>
                  <a:pt x="446833" y="328979"/>
                </a:lnTo>
                <a:lnTo>
                  <a:pt x="445611" y="335558"/>
                </a:lnTo>
                <a:lnTo>
                  <a:pt x="444427" y="342138"/>
                </a:lnTo>
                <a:lnTo>
                  <a:pt x="443167" y="348718"/>
                </a:lnTo>
                <a:lnTo>
                  <a:pt x="441699" y="355297"/>
                </a:lnTo>
                <a:lnTo>
                  <a:pt x="439901" y="361877"/>
                </a:lnTo>
                <a:lnTo>
                  <a:pt x="437679" y="368456"/>
                </a:lnTo>
                <a:lnTo>
                  <a:pt x="434988" y="375036"/>
                </a:lnTo>
                <a:lnTo>
                  <a:pt x="431842" y="381616"/>
                </a:lnTo>
                <a:lnTo>
                  <a:pt x="428324" y="388195"/>
                </a:lnTo>
                <a:lnTo>
                  <a:pt x="424580" y="394775"/>
                </a:lnTo>
                <a:lnTo>
                  <a:pt x="420810" y="401354"/>
                </a:lnTo>
                <a:lnTo>
                  <a:pt x="417247" y="407934"/>
                </a:lnTo>
                <a:lnTo>
                  <a:pt x="414126" y="414513"/>
                </a:lnTo>
                <a:lnTo>
                  <a:pt x="411650" y="421093"/>
                </a:lnTo>
                <a:lnTo>
                  <a:pt x="409961" y="427673"/>
                </a:lnTo>
                <a:lnTo>
                  <a:pt x="409112" y="434252"/>
                </a:lnTo>
                <a:lnTo>
                  <a:pt x="409061" y="440832"/>
                </a:lnTo>
                <a:lnTo>
                  <a:pt x="409683" y="447411"/>
                </a:lnTo>
                <a:lnTo>
                  <a:pt x="410786" y="453991"/>
                </a:lnTo>
                <a:lnTo>
                  <a:pt x="412144" y="460570"/>
                </a:lnTo>
                <a:lnTo>
                  <a:pt x="413525" y="467150"/>
                </a:lnTo>
                <a:lnTo>
                  <a:pt x="414712" y="473730"/>
                </a:lnTo>
                <a:lnTo>
                  <a:pt x="415516" y="480309"/>
                </a:lnTo>
                <a:lnTo>
                  <a:pt x="415778" y="486889"/>
                </a:lnTo>
                <a:lnTo>
                  <a:pt x="415370" y="493468"/>
                </a:lnTo>
                <a:lnTo>
                  <a:pt x="414192" y="500048"/>
                </a:lnTo>
                <a:lnTo>
                  <a:pt x="412181" y="506627"/>
                </a:lnTo>
                <a:lnTo>
                  <a:pt x="409319" y="513207"/>
                </a:lnTo>
                <a:lnTo>
                  <a:pt x="405651" y="519787"/>
                </a:lnTo>
                <a:lnTo>
                  <a:pt x="401288" y="526366"/>
                </a:lnTo>
                <a:lnTo>
                  <a:pt x="396413" y="532946"/>
                </a:lnTo>
                <a:lnTo>
                  <a:pt x="391270" y="539525"/>
                </a:lnTo>
                <a:lnTo>
                  <a:pt x="386140" y="546105"/>
                </a:lnTo>
                <a:lnTo>
                  <a:pt x="381310" y="552685"/>
                </a:lnTo>
                <a:lnTo>
                  <a:pt x="377041" y="559264"/>
                </a:lnTo>
                <a:lnTo>
                  <a:pt x="373540" y="565844"/>
                </a:lnTo>
                <a:lnTo>
                  <a:pt x="370940" y="572423"/>
                </a:lnTo>
                <a:lnTo>
                  <a:pt x="369294" y="579003"/>
                </a:lnTo>
                <a:lnTo>
                  <a:pt x="368584" y="585582"/>
                </a:lnTo>
                <a:lnTo>
                  <a:pt x="368734" y="592162"/>
                </a:lnTo>
                <a:lnTo>
                  <a:pt x="369629" y="598742"/>
                </a:lnTo>
                <a:lnTo>
                  <a:pt x="371139" y="605321"/>
                </a:lnTo>
                <a:lnTo>
                  <a:pt x="373132" y="611901"/>
                </a:lnTo>
                <a:lnTo>
                  <a:pt x="375477" y="618480"/>
                </a:lnTo>
                <a:lnTo>
                  <a:pt x="378054" y="625060"/>
                </a:lnTo>
                <a:lnTo>
                  <a:pt x="380742" y="631639"/>
                </a:lnTo>
                <a:lnTo>
                  <a:pt x="383424" y="638219"/>
                </a:lnTo>
                <a:lnTo>
                  <a:pt x="385979" y="644799"/>
                </a:lnTo>
                <a:lnTo>
                  <a:pt x="388297" y="651378"/>
                </a:lnTo>
                <a:lnTo>
                  <a:pt x="390284" y="657958"/>
                </a:lnTo>
                <a:lnTo>
                  <a:pt x="391886" y="664537"/>
                </a:lnTo>
                <a:lnTo>
                  <a:pt x="393098" y="671117"/>
                </a:lnTo>
                <a:lnTo>
                  <a:pt x="393983" y="677697"/>
                </a:lnTo>
                <a:lnTo>
                  <a:pt x="394659" y="684276"/>
                </a:lnTo>
                <a:lnTo>
                  <a:pt x="395290" y="690856"/>
                </a:lnTo>
                <a:lnTo>
                  <a:pt x="396049" y="697435"/>
                </a:lnTo>
                <a:lnTo>
                  <a:pt x="397076" y="704015"/>
                </a:lnTo>
                <a:lnTo>
                  <a:pt x="398437" y="710594"/>
                </a:lnTo>
                <a:lnTo>
                  <a:pt x="400100" y="717174"/>
                </a:lnTo>
                <a:lnTo>
                  <a:pt x="401927" y="723754"/>
                </a:lnTo>
                <a:lnTo>
                  <a:pt x="403713" y="730333"/>
                </a:lnTo>
                <a:lnTo>
                  <a:pt x="405248" y="736913"/>
                </a:lnTo>
                <a:lnTo>
                  <a:pt x="406412" y="743492"/>
                </a:lnTo>
                <a:lnTo>
                  <a:pt x="407278" y="750072"/>
                </a:lnTo>
                <a:lnTo>
                  <a:pt x="408193" y="756651"/>
                </a:lnTo>
                <a:lnTo>
                  <a:pt x="409827" y="763231"/>
                </a:lnTo>
                <a:lnTo>
                  <a:pt x="413156" y="769811"/>
                </a:lnTo>
                <a:lnTo>
                  <a:pt x="419370" y="776390"/>
                </a:lnTo>
                <a:lnTo>
                  <a:pt x="429706" y="782970"/>
                </a:lnTo>
                <a:lnTo>
                  <a:pt x="445217" y="789549"/>
                </a:lnTo>
                <a:lnTo>
                  <a:pt x="466516" y="796129"/>
                </a:lnTo>
                <a:lnTo>
                  <a:pt x="493521" y="802708"/>
                </a:lnTo>
                <a:lnTo>
                  <a:pt x="525286" y="809288"/>
                </a:lnTo>
                <a:lnTo>
                  <a:pt x="559948" y="815868"/>
                </a:lnTo>
                <a:lnTo>
                  <a:pt x="594841" y="822447"/>
                </a:lnTo>
                <a:lnTo>
                  <a:pt x="626791" y="829027"/>
                </a:lnTo>
                <a:lnTo>
                  <a:pt x="652548" y="835606"/>
                </a:lnTo>
                <a:lnTo>
                  <a:pt x="6692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749" name="F2_precision_recall_distributions_3563">
            <a:extLst>
              <a:ext uri="{FF2B5EF4-FFF2-40B4-BE49-F238E27FC236}">
                <a16:creationId xmlns:a16="http://schemas.microsoft.com/office/drawing/2014/main" id="{4C7F9DCC-9079-4444-8067-487139BE6BA5}"/>
              </a:ext>
            </a:extLst>
          </p:cNvPr>
          <p:cNvSpPr>
            <a:spLocks noGrp="1"/>
          </p:cNvSpPr>
          <p:nvPr/>
        </p:nvSpPr>
        <p:spPr>
          <a:xfrm>
            <a:off x="7313857" y="17419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0" name="F2_precision_recall_distributions_3564">
            <a:extLst>
              <a:ext uri="{FF2B5EF4-FFF2-40B4-BE49-F238E27FC236}">
                <a16:creationId xmlns:a16="http://schemas.microsoft.com/office/drawing/2014/main" id="{C6FDD6C8-2EBF-41EB-A8EE-1C1D217DA132}"/>
              </a:ext>
            </a:extLst>
          </p:cNvPr>
          <p:cNvSpPr>
            <a:spLocks noGrp="1"/>
          </p:cNvSpPr>
          <p:nvPr/>
        </p:nvSpPr>
        <p:spPr>
          <a:xfrm>
            <a:off x="7037996" y="16102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1" name="F2_precision_recall_distributions_3565">
            <a:extLst>
              <a:ext uri="{FF2B5EF4-FFF2-40B4-BE49-F238E27FC236}">
                <a16:creationId xmlns:a16="http://schemas.microsoft.com/office/drawing/2014/main" id="{BACA7153-6AED-4DEF-9AC9-FED6375ACF47}"/>
              </a:ext>
            </a:extLst>
          </p:cNvPr>
          <p:cNvSpPr>
            <a:spLocks noGrp="1"/>
          </p:cNvSpPr>
          <p:nvPr/>
        </p:nvSpPr>
        <p:spPr>
          <a:xfrm>
            <a:off x="7333068" y="1588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2" name="F2_precision_recall_distributions_3566">
            <a:extLst>
              <a:ext uri="{FF2B5EF4-FFF2-40B4-BE49-F238E27FC236}">
                <a16:creationId xmlns:a16="http://schemas.microsoft.com/office/drawing/2014/main" id="{159F344F-1F75-45FF-9646-BD482523DED3}"/>
              </a:ext>
            </a:extLst>
          </p:cNvPr>
          <p:cNvSpPr>
            <a:spLocks noGrp="1"/>
          </p:cNvSpPr>
          <p:nvPr/>
        </p:nvSpPr>
        <p:spPr>
          <a:xfrm>
            <a:off x="6999835" y="21508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3" name="F2_precision_recall_distributions_3567">
            <a:extLst>
              <a:ext uri="{FF2B5EF4-FFF2-40B4-BE49-F238E27FC236}">
                <a16:creationId xmlns:a16="http://schemas.microsoft.com/office/drawing/2014/main" id="{C5C5D408-1358-416A-BAD7-10C84F4A5200}"/>
              </a:ext>
            </a:extLst>
          </p:cNvPr>
          <p:cNvSpPr>
            <a:spLocks noGrp="1"/>
          </p:cNvSpPr>
          <p:nvPr/>
        </p:nvSpPr>
        <p:spPr>
          <a:xfrm>
            <a:off x="7289409" y="16041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4" name="F2_precision_recall_distributions_3568">
            <a:extLst>
              <a:ext uri="{FF2B5EF4-FFF2-40B4-BE49-F238E27FC236}">
                <a16:creationId xmlns:a16="http://schemas.microsoft.com/office/drawing/2014/main" id="{97317D5B-7A01-434A-BCDC-517060C0A1A7}"/>
              </a:ext>
            </a:extLst>
          </p:cNvPr>
          <p:cNvSpPr>
            <a:spLocks noGrp="1"/>
          </p:cNvSpPr>
          <p:nvPr/>
        </p:nvSpPr>
        <p:spPr>
          <a:xfrm>
            <a:off x="7272457" y="16208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5" name="F2_precision_recall_distributions_3569">
            <a:extLst>
              <a:ext uri="{FF2B5EF4-FFF2-40B4-BE49-F238E27FC236}">
                <a16:creationId xmlns:a16="http://schemas.microsoft.com/office/drawing/2014/main" id="{F8B2506E-9B1E-481A-ADF2-86558B34C9B1}"/>
              </a:ext>
            </a:extLst>
          </p:cNvPr>
          <p:cNvSpPr>
            <a:spLocks noGrp="1"/>
          </p:cNvSpPr>
          <p:nvPr/>
        </p:nvSpPr>
        <p:spPr>
          <a:xfrm>
            <a:off x="7253660" y="159805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6" name="F2_precision_recall_distributions_3570">
            <a:extLst>
              <a:ext uri="{FF2B5EF4-FFF2-40B4-BE49-F238E27FC236}">
                <a16:creationId xmlns:a16="http://schemas.microsoft.com/office/drawing/2014/main" id="{E7DB0B92-827A-4A31-8161-97F496FFC32A}"/>
              </a:ext>
            </a:extLst>
          </p:cNvPr>
          <p:cNvSpPr>
            <a:spLocks noGrp="1"/>
          </p:cNvSpPr>
          <p:nvPr/>
        </p:nvSpPr>
        <p:spPr>
          <a:xfrm>
            <a:off x="7213225" y="15879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7" name="F2_precision_recall_distributions_3571">
            <a:extLst>
              <a:ext uri="{FF2B5EF4-FFF2-40B4-BE49-F238E27FC236}">
                <a16:creationId xmlns:a16="http://schemas.microsoft.com/office/drawing/2014/main" id="{336F5A5A-7D54-42A1-9BF8-B93B59B1255D}"/>
              </a:ext>
            </a:extLst>
          </p:cNvPr>
          <p:cNvSpPr>
            <a:spLocks noGrp="1"/>
          </p:cNvSpPr>
          <p:nvPr/>
        </p:nvSpPr>
        <p:spPr>
          <a:xfrm>
            <a:off x="7331362" y="19849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8" name="F2_precision_recall_distributions_3572">
            <a:extLst>
              <a:ext uri="{FF2B5EF4-FFF2-40B4-BE49-F238E27FC236}">
                <a16:creationId xmlns:a16="http://schemas.microsoft.com/office/drawing/2014/main" id="{B8C220B6-9FEB-44CB-A340-1097A876E30F}"/>
              </a:ext>
            </a:extLst>
          </p:cNvPr>
          <p:cNvSpPr>
            <a:spLocks noGrp="1"/>
          </p:cNvSpPr>
          <p:nvPr/>
        </p:nvSpPr>
        <p:spPr>
          <a:xfrm>
            <a:off x="7045959" y="15702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9" name="F2_precision_recall_distributions_3573">
            <a:extLst>
              <a:ext uri="{FF2B5EF4-FFF2-40B4-BE49-F238E27FC236}">
                <a16:creationId xmlns:a16="http://schemas.microsoft.com/office/drawing/2014/main" id="{EB14354C-3D2B-4412-81D4-CF97FB49D1EB}"/>
              </a:ext>
            </a:extLst>
          </p:cNvPr>
          <p:cNvSpPr>
            <a:spLocks noGrp="1"/>
          </p:cNvSpPr>
          <p:nvPr/>
        </p:nvSpPr>
        <p:spPr>
          <a:xfrm>
            <a:off x="7259247" y="18737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0" name="F2_precision_recall_distributions_3574">
            <a:extLst>
              <a:ext uri="{FF2B5EF4-FFF2-40B4-BE49-F238E27FC236}">
                <a16:creationId xmlns:a16="http://schemas.microsoft.com/office/drawing/2014/main" id="{E43669C0-9596-45D0-972A-10FBA8DB4CA3}"/>
              </a:ext>
            </a:extLst>
          </p:cNvPr>
          <p:cNvSpPr>
            <a:spLocks noGrp="1"/>
          </p:cNvSpPr>
          <p:nvPr/>
        </p:nvSpPr>
        <p:spPr>
          <a:xfrm>
            <a:off x="7026883" y="15759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1" name="F2_precision_recall_distributions_3575">
            <a:extLst>
              <a:ext uri="{FF2B5EF4-FFF2-40B4-BE49-F238E27FC236}">
                <a16:creationId xmlns:a16="http://schemas.microsoft.com/office/drawing/2014/main" id="{E2D3D0EB-0C6E-4A38-886C-11D2DBF2F962}"/>
              </a:ext>
            </a:extLst>
          </p:cNvPr>
          <p:cNvSpPr>
            <a:spLocks noGrp="1"/>
          </p:cNvSpPr>
          <p:nvPr/>
        </p:nvSpPr>
        <p:spPr>
          <a:xfrm>
            <a:off x="7135963" y="15927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2" name="F2_precision_recall_distributions_3576">
            <a:extLst>
              <a:ext uri="{FF2B5EF4-FFF2-40B4-BE49-F238E27FC236}">
                <a16:creationId xmlns:a16="http://schemas.microsoft.com/office/drawing/2014/main" id="{69013298-B4A8-4E2D-9D7D-BBCE86EF7F02}"/>
              </a:ext>
            </a:extLst>
          </p:cNvPr>
          <p:cNvSpPr>
            <a:spLocks noGrp="1"/>
          </p:cNvSpPr>
          <p:nvPr/>
        </p:nvSpPr>
        <p:spPr>
          <a:xfrm>
            <a:off x="7209737" y="190745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3" name="F2_precision_recall_distributions_3577">
            <a:extLst>
              <a:ext uri="{FF2B5EF4-FFF2-40B4-BE49-F238E27FC236}">
                <a16:creationId xmlns:a16="http://schemas.microsoft.com/office/drawing/2014/main" id="{C7CC2E3D-6CCF-4043-9349-31C34EE9219D}"/>
              </a:ext>
            </a:extLst>
          </p:cNvPr>
          <p:cNvSpPr>
            <a:spLocks noGrp="1"/>
          </p:cNvSpPr>
          <p:nvPr/>
        </p:nvSpPr>
        <p:spPr>
          <a:xfrm>
            <a:off x="7195704" y="16073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4" name="F2_precision_recall_distributions_3578">
            <a:extLst>
              <a:ext uri="{FF2B5EF4-FFF2-40B4-BE49-F238E27FC236}">
                <a16:creationId xmlns:a16="http://schemas.microsoft.com/office/drawing/2014/main" id="{0E6F051A-2F7B-4200-A799-297C5BA3047F}"/>
              </a:ext>
            </a:extLst>
          </p:cNvPr>
          <p:cNvSpPr>
            <a:spLocks noGrp="1"/>
          </p:cNvSpPr>
          <p:nvPr/>
        </p:nvSpPr>
        <p:spPr>
          <a:xfrm>
            <a:off x="6966239" y="16599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5" name="F2_precision_recall_distributions_3579">
            <a:extLst>
              <a:ext uri="{FF2B5EF4-FFF2-40B4-BE49-F238E27FC236}">
                <a16:creationId xmlns:a16="http://schemas.microsoft.com/office/drawing/2014/main" id="{1149040C-9DF5-45E2-94DF-FDCF96D2F550}"/>
              </a:ext>
            </a:extLst>
          </p:cNvPr>
          <p:cNvSpPr>
            <a:spLocks noGrp="1"/>
          </p:cNvSpPr>
          <p:nvPr/>
        </p:nvSpPr>
        <p:spPr>
          <a:xfrm>
            <a:off x="7294529" y="20193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6" name="F2_precision_recall_distributions_3580">
            <a:extLst>
              <a:ext uri="{FF2B5EF4-FFF2-40B4-BE49-F238E27FC236}">
                <a16:creationId xmlns:a16="http://schemas.microsoft.com/office/drawing/2014/main" id="{770CBB24-EDCE-427D-92AF-26EB12B4EFB0}"/>
              </a:ext>
            </a:extLst>
          </p:cNvPr>
          <p:cNvSpPr>
            <a:spLocks noGrp="1"/>
          </p:cNvSpPr>
          <p:nvPr/>
        </p:nvSpPr>
        <p:spPr>
          <a:xfrm>
            <a:off x="7003057" y="16611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7" name="F2_precision_recall_distributions_3581">
            <a:extLst>
              <a:ext uri="{FF2B5EF4-FFF2-40B4-BE49-F238E27FC236}">
                <a16:creationId xmlns:a16="http://schemas.microsoft.com/office/drawing/2014/main" id="{76DBA1A0-039B-43AE-9738-8489DAC284E9}"/>
              </a:ext>
            </a:extLst>
          </p:cNvPr>
          <p:cNvSpPr>
            <a:spLocks noGrp="1"/>
          </p:cNvSpPr>
          <p:nvPr/>
        </p:nvSpPr>
        <p:spPr>
          <a:xfrm>
            <a:off x="7194429" y="15743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8" name="F2_precision_recall_distributions_3582">
            <a:extLst>
              <a:ext uri="{FF2B5EF4-FFF2-40B4-BE49-F238E27FC236}">
                <a16:creationId xmlns:a16="http://schemas.microsoft.com/office/drawing/2014/main" id="{4DB0FDFB-4C0B-44BD-9205-6F069A1BD6F0}"/>
              </a:ext>
            </a:extLst>
          </p:cNvPr>
          <p:cNvSpPr>
            <a:spLocks noGrp="1"/>
          </p:cNvSpPr>
          <p:nvPr/>
        </p:nvSpPr>
        <p:spPr>
          <a:xfrm>
            <a:off x="7161020" y="186629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9" name="F2_precision_recall_distributions_3583">
            <a:extLst>
              <a:ext uri="{FF2B5EF4-FFF2-40B4-BE49-F238E27FC236}">
                <a16:creationId xmlns:a16="http://schemas.microsoft.com/office/drawing/2014/main" id="{1A105C16-2733-4F21-A8E4-CD3B20CA7FED}"/>
              </a:ext>
            </a:extLst>
          </p:cNvPr>
          <p:cNvSpPr>
            <a:spLocks noGrp="1"/>
          </p:cNvSpPr>
          <p:nvPr/>
        </p:nvSpPr>
        <p:spPr>
          <a:xfrm>
            <a:off x="7323083" y="22217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0" name="F2_precision_recall_distributions_3584">
            <a:extLst>
              <a:ext uri="{FF2B5EF4-FFF2-40B4-BE49-F238E27FC236}">
                <a16:creationId xmlns:a16="http://schemas.microsoft.com/office/drawing/2014/main" id="{22BAB6A7-A43A-4BF7-89F4-649B63CD7B9C}"/>
              </a:ext>
            </a:extLst>
          </p:cNvPr>
          <p:cNvSpPr>
            <a:spLocks noGrp="1"/>
          </p:cNvSpPr>
          <p:nvPr/>
        </p:nvSpPr>
        <p:spPr>
          <a:xfrm>
            <a:off x="7118660" y="179979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1" name="F2_precision_recall_distributions_3585">
            <a:extLst>
              <a:ext uri="{FF2B5EF4-FFF2-40B4-BE49-F238E27FC236}">
                <a16:creationId xmlns:a16="http://schemas.microsoft.com/office/drawing/2014/main" id="{F3BAC149-4BAA-48C0-903A-13A2957B9151}"/>
              </a:ext>
            </a:extLst>
          </p:cNvPr>
          <p:cNvSpPr>
            <a:spLocks noGrp="1"/>
          </p:cNvSpPr>
          <p:nvPr/>
        </p:nvSpPr>
        <p:spPr>
          <a:xfrm>
            <a:off x="7263887" y="19451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2" name="F2_precision_recall_distributions_3586">
            <a:extLst>
              <a:ext uri="{FF2B5EF4-FFF2-40B4-BE49-F238E27FC236}">
                <a16:creationId xmlns:a16="http://schemas.microsoft.com/office/drawing/2014/main" id="{9E669663-6E63-4CD8-85F9-FA4D6BB208C7}"/>
              </a:ext>
            </a:extLst>
          </p:cNvPr>
          <p:cNvSpPr>
            <a:spLocks noGrp="1"/>
          </p:cNvSpPr>
          <p:nvPr/>
        </p:nvSpPr>
        <p:spPr>
          <a:xfrm>
            <a:off x="7116750" y="1584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3" name="F2_precision_recall_distributions_3587">
            <a:extLst>
              <a:ext uri="{FF2B5EF4-FFF2-40B4-BE49-F238E27FC236}">
                <a16:creationId xmlns:a16="http://schemas.microsoft.com/office/drawing/2014/main" id="{EE2E33B9-68D2-4885-A125-C06AFA070C3D}"/>
              </a:ext>
            </a:extLst>
          </p:cNvPr>
          <p:cNvSpPr>
            <a:spLocks noGrp="1"/>
          </p:cNvSpPr>
          <p:nvPr/>
        </p:nvSpPr>
        <p:spPr>
          <a:xfrm>
            <a:off x="7314546" y="21618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4" name="F2_precision_recall_distributions_3588">
            <a:extLst>
              <a:ext uri="{FF2B5EF4-FFF2-40B4-BE49-F238E27FC236}">
                <a16:creationId xmlns:a16="http://schemas.microsoft.com/office/drawing/2014/main" id="{D0BE38B2-FB5A-4A71-A217-D410E45194DC}"/>
              </a:ext>
            </a:extLst>
          </p:cNvPr>
          <p:cNvSpPr>
            <a:spLocks noGrp="1"/>
          </p:cNvSpPr>
          <p:nvPr/>
        </p:nvSpPr>
        <p:spPr>
          <a:xfrm>
            <a:off x="704478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5" name="F2_precision_recall_distributions_3589">
            <a:extLst>
              <a:ext uri="{FF2B5EF4-FFF2-40B4-BE49-F238E27FC236}">
                <a16:creationId xmlns:a16="http://schemas.microsoft.com/office/drawing/2014/main" id="{81EBABB6-1427-45E4-BD8C-738B2DB27B08}"/>
              </a:ext>
            </a:extLst>
          </p:cNvPr>
          <p:cNvSpPr>
            <a:spLocks noGrp="1"/>
          </p:cNvSpPr>
          <p:nvPr/>
        </p:nvSpPr>
        <p:spPr>
          <a:xfrm>
            <a:off x="7238037" y="20024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6" name="F2_precision_recall_distributions_3590">
            <a:extLst>
              <a:ext uri="{FF2B5EF4-FFF2-40B4-BE49-F238E27FC236}">
                <a16:creationId xmlns:a16="http://schemas.microsoft.com/office/drawing/2014/main" id="{1ECD188B-B818-4E39-90F0-3B0D83437017}"/>
              </a:ext>
            </a:extLst>
          </p:cNvPr>
          <p:cNvSpPr>
            <a:spLocks noGrp="1"/>
          </p:cNvSpPr>
          <p:nvPr/>
        </p:nvSpPr>
        <p:spPr>
          <a:xfrm>
            <a:off x="7206319" y="21846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7" name="F2_precision_recall_distributions_3591">
            <a:extLst>
              <a:ext uri="{FF2B5EF4-FFF2-40B4-BE49-F238E27FC236}">
                <a16:creationId xmlns:a16="http://schemas.microsoft.com/office/drawing/2014/main" id="{5C189C48-7389-495E-B162-1A6829801E8F}"/>
              </a:ext>
            </a:extLst>
          </p:cNvPr>
          <p:cNvSpPr>
            <a:spLocks noGrp="1"/>
          </p:cNvSpPr>
          <p:nvPr/>
        </p:nvSpPr>
        <p:spPr>
          <a:xfrm>
            <a:off x="7137658" y="15748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8" name="F2_precision_recall_distributions_3592">
            <a:extLst>
              <a:ext uri="{FF2B5EF4-FFF2-40B4-BE49-F238E27FC236}">
                <a16:creationId xmlns:a16="http://schemas.microsoft.com/office/drawing/2014/main" id="{22706CC4-BB74-48E7-BA41-B273C8910187}"/>
              </a:ext>
            </a:extLst>
          </p:cNvPr>
          <p:cNvSpPr>
            <a:spLocks noGrp="1"/>
          </p:cNvSpPr>
          <p:nvPr/>
        </p:nvSpPr>
        <p:spPr>
          <a:xfrm>
            <a:off x="7304929" y="15771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9" name="F2_precision_recall_distributions_3593">
            <a:extLst>
              <a:ext uri="{FF2B5EF4-FFF2-40B4-BE49-F238E27FC236}">
                <a16:creationId xmlns:a16="http://schemas.microsoft.com/office/drawing/2014/main" id="{C0DB8A2F-38D4-4C04-9E71-A85475AA237A}"/>
              </a:ext>
            </a:extLst>
          </p:cNvPr>
          <p:cNvSpPr>
            <a:spLocks noGrp="1"/>
          </p:cNvSpPr>
          <p:nvPr/>
        </p:nvSpPr>
        <p:spPr>
          <a:xfrm>
            <a:off x="727545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0" name="F2_precision_recall_distributions_3594">
            <a:extLst>
              <a:ext uri="{FF2B5EF4-FFF2-40B4-BE49-F238E27FC236}">
                <a16:creationId xmlns:a16="http://schemas.microsoft.com/office/drawing/2014/main" id="{1BD8F04D-EFF8-4256-85CD-83780F414B6E}"/>
              </a:ext>
            </a:extLst>
          </p:cNvPr>
          <p:cNvSpPr>
            <a:spLocks noGrp="1"/>
          </p:cNvSpPr>
          <p:nvPr/>
        </p:nvSpPr>
        <p:spPr>
          <a:xfrm>
            <a:off x="7212471" y="195328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1" name="F2_precision_recall_distributions_3595">
            <a:extLst>
              <a:ext uri="{FF2B5EF4-FFF2-40B4-BE49-F238E27FC236}">
                <a16:creationId xmlns:a16="http://schemas.microsoft.com/office/drawing/2014/main" id="{F4E6E913-E51D-41E0-96D6-804D150E09A4}"/>
              </a:ext>
            </a:extLst>
          </p:cNvPr>
          <p:cNvSpPr>
            <a:spLocks noGrp="1"/>
          </p:cNvSpPr>
          <p:nvPr/>
        </p:nvSpPr>
        <p:spPr>
          <a:xfrm>
            <a:off x="7221172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2" name="F2_precision_recall_distributions_3596">
            <a:extLst>
              <a:ext uri="{FF2B5EF4-FFF2-40B4-BE49-F238E27FC236}">
                <a16:creationId xmlns:a16="http://schemas.microsoft.com/office/drawing/2014/main" id="{C20261D4-B2AA-4872-9490-4746164C3914}"/>
              </a:ext>
            </a:extLst>
          </p:cNvPr>
          <p:cNvSpPr>
            <a:spLocks noGrp="1"/>
          </p:cNvSpPr>
          <p:nvPr/>
        </p:nvSpPr>
        <p:spPr>
          <a:xfrm>
            <a:off x="7259560" y="15888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3" name="F2_precision_recall_distributions_3597">
            <a:extLst>
              <a:ext uri="{FF2B5EF4-FFF2-40B4-BE49-F238E27FC236}">
                <a16:creationId xmlns:a16="http://schemas.microsoft.com/office/drawing/2014/main" id="{854C78EB-C75B-400E-9E73-D654735488CB}"/>
              </a:ext>
            </a:extLst>
          </p:cNvPr>
          <p:cNvSpPr>
            <a:spLocks noGrp="1"/>
          </p:cNvSpPr>
          <p:nvPr/>
        </p:nvSpPr>
        <p:spPr>
          <a:xfrm>
            <a:off x="7322078" y="17835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4" name="F2_precision_recall_distributions_3598">
            <a:extLst>
              <a:ext uri="{FF2B5EF4-FFF2-40B4-BE49-F238E27FC236}">
                <a16:creationId xmlns:a16="http://schemas.microsoft.com/office/drawing/2014/main" id="{DEC54CE7-AF53-40E6-B9E6-ADD4892AEC0F}"/>
              </a:ext>
            </a:extLst>
          </p:cNvPr>
          <p:cNvSpPr>
            <a:spLocks noGrp="1"/>
          </p:cNvSpPr>
          <p:nvPr/>
        </p:nvSpPr>
        <p:spPr>
          <a:xfrm>
            <a:off x="726788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5" name="F2_precision_recall_distributions_3599">
            <a:extLst>
              <a:ext uri="{FF2B5EF4-FFF2-40B4-BE49-F238E27FC236}">
                <a16:creationId xmlns:a16="http://schemas.microsoft.com/office/drawing/2014/main" id="{93424817-2CA1-43F5-A86B-D767C86092CA}"/>
              </a:ext>
            </a:extLst>
          </p:cNvPr>
          <p:cNvSpPr>
            <a:spLocks noGrp="1"/>
          </p:cNvSpPr>
          <p:nvPr/>
        </p:nvSpPr>
        <p:spPr>
          <a:xfrm>
            <a:off x="732092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6" name="F2_precision_recall_distributions_3600">
            <a:extLst>
              <a:ext uri="{FF2B5EF4-FFF2-40B4-BE49-F238E27FC236}">
                <a16:creationId xmlns:a16="http://schemas.microsoft.com/office/drawing/2014/main" id="{25FA1F6A-34A4-4A98-8D7B-8E96407B9B4C}"/>
              </a:ext>
            </a:extLst>
          </p:cNvPr>
          <p:cNvSpPr>
            <a:spLocks noGrp="1"/>
          </p:cNvSpPr>
          <p:nvPr/>
        </p:nvSpPr>
        <p:spPr>
          <a:xfrm>
            <a:off x="7197760" y="16251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7" name="F2_precision_recall_distributions_3601">
            <a:extLst>
              <a:ext uri="{FF2B5EF4-FFF2-40B4-BE49-F238E27FC236}">
                <a16:creationId xmlns:a16="http://schemas.microsoft.com/office/drawing/2014/main" id="{6EF73282-027A-4739-B6BC-CE489165F4FA}"/>
              </a:ext>
            </a:extLst>
          </p:cNvPr>
          <p:cNvSpPr>
            <a:spLocks noGrp="1"/>
          </p:cNvSpPr>
          <p:nvPr/>
        </p:nvSpPr>
        <p:spPr>
          <a:xfrm>
            <a:off x="6974853" y="15877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8" name="F2_precision_recall_distributions_3602">
            <a:extLst>
              <a:ext uri="{FF2B5EF4-FFF2-40B4-BE49-F238E27FC236}">
                <a16:creationId xmlns:a16="http://schemas.microsoft.com/office/drawing/2014/main" id="{75C58319-3A9E-4569-9A89-ABAA56EB3551}"/>
              </a:ext>
            </a:extLst>
          </p:cNvPr>
          <p:cNvSpPr>
            <a:spLocks noGrp="1"/>
          </p:cNvSpPr>
          <p:nvPr/>
        </p:nvSpPr>
        <p:spPr>
          <a:xfrm>
            <a:off x="7318138" y="15588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9" name="F2_precision_recall_distributions_3603">
            <a:extLst>
              <a:ext uri="{FF2B5EF4-FFF2-40B4-BE49-F238E27FC236}">
                <a16:creationId xmlns:a16="http://schemas.microsoft.com/office/drawing/2014/main" id="{B3B35EC1-FBD1-4A5E-A4A2-CD41A93D7D64}"/>
              </a:ext>
            </a:extLst>
          </p:cNvPr>
          <p:cNvSpPr>
            <a:spLocks noGrp="1"/>
          </p:cNvSpPr>
          <p:nvPr/>
        </p:nvSpPr>
        <p:spPr>
          <a:xfrm>
            <a:off x="721999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0" name="F2_precision_recall_distributions_3604">
            <a:extLst>
              <a:ext uri="{FF2B5EF4-FFF2-40B4-BE49-F238E27FC236}">
                <a16:creationId xmlns:a16="http://schemas.microsoft.com/office/drawing/2014/main" id="{A6F14728-D14F-43FC-84AC-2D020A3CDFC1}"/>
              </a:ext>
            </a:extLst>
          </p:cNvPr>
          <p:cNvSpPr>
            <a:spLocks noGrp="1"/>
          </p:cNvSpPr>
          <p:nvPr/>
        </p:nvSpPr>
        <p:spPr>
          <a:xfrm>
            <a:off x="6990788" y="15847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1" name="F2_precision_recall_distributions_3605">
            <a:extLst>
              <a:ext uri="{FF2B5EF4-FFF2-40B4-BE49-F238E27FC236}">
                <a16:creationId xmlns:a16="http://schemas.microsoft.com/office/drawing/2014/main" id="{69027524-41BC-4D49-B1F0-CD8F77B37D73}"/>
              </a:ext>
            </a:extLst>
          </p:cNvPr>
          <p:cNvSpPr>
            <a:spLocks noGrp="1"/>
          </p:cNvSpPr>
          <p:nvPr/>
        </p:nvSpPr>
        <p:spPr>
          <a:xfrm>
            <a:off x="7294594" y="1617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2" name="F2_precision_recall_distributions_3606">
            <a:extLst>
              <a:ext uri="{FF2B5EF4-FFF2-40B4-BE49-F238E27FC236}">
                <a16:creationId xmlns:a16="http://schemas.microsoft.com/office/drawing/2014/main" id="{21DDFB1F-FCA3-4491-BA8A-7BE6C240565E}"/>
              </a:ext>
            </a:extLst>
          </p:cNvPr>
          <p:cNvSpPr>
            <a:spLocks noGrp="1"/>
          </p:cNvSpPr>
          <p:nvPr/>
        </p:nvSpPr>
        <p:spPr>
          <a:xfrm>
            <a:off x="7194089" y="15868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3" name="F2_precision_recall_distributions_3607">
            <a:extLst>
              <a:ext uri="{FF2B5EF4-FFF2-40B4-BE49-F238E27FC236}">
                <a16:creationId xmlns:a16="http://schemas.microsoft.com/office/drawing/2014/main" id="{1B9399DC-D333-4D96-92E0-10AFF583F20A}"/>
              </a:ext>
            </a:extLst>
          </p:cNvPr>
          <p:cNvSpPr>
            <a:spLocks noGrp="1"/>
          </p:cNvSpPr>
          <p:nvPr/>
        </p:nvSpPr>
        <p:spPr>
          <a:xfrm>
            <a:off x="6989772" y="176573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4" name="F2_precision_recall_distributions_3608">
            <a:extLst>
              <a:ext uri="{FF2B5EF4-FFF2-40B4-BE49-F238E27FC236}">
                <a16:creationId xmlns:a16="http://schemas.microsoft.com/office/drawing/2014/main" id="{36EB5835-36EF-46A5-9AEF-AC9E90FEC19D}"/>
              </a:ext>
            </a:extLst>
          </p:cNvPr>
          <p:cNvSpPr>
            <a:spLocks noGrp="1"/>
          </p:cNvSpPr>
          <p:nvPr/>
        </p:nvSpPr>
        <p:spPr>
          <a:xfrm>
            <a:off x="7202598" y="15500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5" name="F2_precision_recall_distributions_3609">
            <a:extLst>
              <a:ext uri="{FF2B5EF4-FFF2-40B4-BE49-F238E27FC236}">
                <a16:creationId xmlns:a16="http://schemas.microsoft.com/office/drawing/2014/main" id="{A340DA3F-9EF3-46A1-AF37-7521EAF3D73C}"/>
              </a:ext>
            </a:extLst>
          </p:cNvPr>
          <p:cNvSpPr>
            <a:spLocks noGrp="1"/>
          </p:cNvSpPr>
          <p:nvPr/>
        </p:nvSpPr>
        <p:spPr>
          <a:xfrm>
            <a:off x="7082459" y="19989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6" name="F2_precision_recall_distributions_3610">
            <a:extLst>
              <a:ext uri="{FF2B5EF4-FFF2-40B4-BE49-F238E27FC236}">
                <a16:creationId xmlns:a16="http://schemas.microsoft.com/office/drawing/2014/main" id="{EB67CF64-01B6-40EF-84AD-6D7DC8CE5C21}"/>
              </a:ext>
            </a:extLst>
          </p:cNvPr>
          <p:cNvSpPr>
            <a:spLocks noGrp="1"/>
          </p:cNvSpPr>
          <p:nvPr/>
        </p:nvSpPr>
        <p:spPr>
          <a:xfrm>
            <a:off x="7246673" y="20966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7" name="F2_precision_recall_distributions_3611">
            <a:extLst>
              <a:ext uri="{FF2B5EF4-FFF2-40B4-BE49-F238E27FC236}">
                <a16:creationId xmlns:a16="http://schemas.microsoft.com/office/drawing/2014/main" id="{94CEC1E9-1989-40BC-85F0-824D198B32B2}"/>
              </a:ext>
            </a:extLst>
          </p:cNvPr>
          <p:cNvSpPr>
            <a:spLocks noGrp="1"/>
          </p:cNvSpPr>
          <p:nvPr/>
        </p:nvSpPr>
        <p:spPr>
          <a:xfrm>
            <a:off x="6975635" y="17702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8" name="F2_precision_recall_distributions_3612">
            <a:extLst>
              <a:ext uri="{FF2B5EF4-FFF2-40B4-BE49-F238E27FC236}">
                <a16:creationId xmlns:a16="http://schemas.microsoft.com/office/drawing/2014/main" id="{C8EEAFE1-2BB3-4988-8D46-8255A169C115}"/>
              </a:ext>
            </a:extLst>
          </p:cNvPr>
          <p:cNvSpPr>
            <a:spLocks noGrp="1"/>
          </p:cNvSpPr>
          <p:nvPr/>
        </p:nvSpPr>
        <p:spPr>
          <a:xfrm>
            <a:off x="7078044" y="16091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9" name="F2_precision_recall_distributions_3613">
            <a:extLst>
              <a:ext uri="{FF2B5EF4-FFF2-40B4-BE49-F238E27FC236}">
                <a16:creationId xmlns:a16="http://schemas.microsoft.com/office/drawing/2014/main" id="{A1DF0E7A-3C46-4F19-A559-D945A8293EA7}"/>
              </a:ext>
            </a:extLst>
          </p:cNvPr>
          <p:cNvSpPr>
            <a:spLocks noGrp="1"/>
          </p:cNvSpPr>
          <p:nvPr/>
        </p:nvSpPr>
        <p:spPr>
          <a:xfrm>
            <a:off x="7206173" y="17871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0" name="F2_precision_recall_distributions_3614">
            <a:extLst>
              <a:ext uri="{FF2B5EF4-FFF2-40B4-BE49-F238E27FC236}">
                <a16:creationId xmlns:a16="http://schemas.microsoft.com/office/drawing/2014/main" id="{10DBBEC6-E7DC-4584-8663-3A837778C14E}"/>
              </a:ext>
            </a:extLst>
          </p:cNvPr>
          <p:cNvSpPr>
            <a:spLocks noGrp="1"/>
          </p:cNvSpPr>
          <p:nvPr/>
        </p:nvSpPr>
        <p:spPr>
          <a:xfrm>
            <a:off x="719563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1" name="F2_precision_recall_distributions_3615">
            <a:extLst>
              <a:ext uri="{FF2B5EF4-FFF2-40B4-BE49-F238E27FC236}">
                <a16:creationId xmlns:a16="http://schemas.microsoft.com/office/drawing/2014/main" id="{F6C0A13D-1BA3-4DC7-B4BA-2DEF99C8E786}"/>
              </a:ext>
            </a:extLst>
          </p:cNvPr>
          <p:cNvSpPr>
            <a:spLocks noGrp="1"/>
          </p:cNvSpPr>
          <p:nvPr/>
        </p:nvSpPr>
        <p:spPr>
          <a:xfrm>
            <a:off x="7046327" y="1719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2" name="F2_precision_recall_distributions_3616">
            <a:extLst>
              <a:ext uri="{FF2B5EF4-FFF2-40B4-BE49-F238E27FC236}">
                <a16:creationId xmlns:a16="http://schemas.microsoft.com/office/drawing/2014/main" id="{C60CA1A3-2DE3-4852-8A0D-19BC7399BF40}"/>
              </a:ext>
            </a:extLst>
          </p:cNvPr>
          <p:cNvSpPr>
            <a:spLocks noGrp="1"/>
          </p:cNvSpPr>
          <p:nvPr/>
        </p:nvSpPr>
        <p:spPr>
          <a:xfrm>
            <a:off x="7333885" y="19676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3" name="F2_precision_recall_distributions_3617">
            <a:extLst>
              <a:ext uri="{FF2B5EF4-FFF2-40B4-BE49-F238E27FC236}">
                <a16:creationId xmlns:a16="http://schemas.microsoft.com/office/drawing/2014/main" id="{C05BC2D0-4FC2-436D-B86B-292D3A2510EE}"/>
              </a:ext>
            </a:extLst>
          </p:cNvPr>
          <p:cNvSpPr>
            <a:spLocks noGrp="1"/>
          </p:cNvSpPr>
          <p:nvPr/>
        </p:nvSpPr>
        <p:spPr>
          <a:xfrm>
            <a:off x="7085063" y="19486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4" name="F2_precision_recall_distributions_3618">
            <a:extLst>
              <a:ext uri="{FF2B5EF4-FFF2-40B4-BE49-F238E27FC236}">
                <a16:creationId xmlns:a16="http://schemas.microsoft.com/office/drawing/2014/main" id="{CA6506A5-096B-4935-A9FB-FF1636DE03E9}"/>
              </a:ext>
            </a:extLst>
          </p:cNvPr>
          <p:cNvSpPr>
            <a:spLocks noGrp="1"/>
          </p:cNvSpPr>
          <p:nvPr/>
        </p:nvSpPr>
        <p:spPr>
          <a:xfrm>
            <a:off x="7092730" y="16299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5" name="F2_precision_recall_distributions_3619">
            <a:extLst>
              <a:ext uri="{FF2B5EF4-FFF2-40B4-BE49-F238E27FC236}">
                <a16:creationId xmlns:a16="http://schemas.microsoft.com/office/drawing/2014/main" id="{180D2261-DE8D-4F62-BE73-6C8F3104E82A}"/>
              </a:ext>
            </a:extLst>
          </p:cNvPr>
          <p:cNvSpPr>
            <a:spLocks noGrp="1"/>
          </p:cNvSpPr>
          <p:nvPr/>
        </p:nvSpPr>
        <p:spPr>
          <a:xfrm>
            <a:off x="7299181" y="23158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6" name="F2_precision_recall_distributions_3620">
            <a:extLst>
              <a:ext uri="{FF2B5EF4-FFF2-40B4-BE49-F238E27FC236}">
                <a16:creationId xmlns:a16="http://schemas.microsoft.com/office/drawing/2014/main" id="{A8D41F1A-65F1-4902-9191-A4D59E4A8678}"/>
              </a:ext>
            </a:extLst>
          </p:cNvPr>
          <p:cNvSpPr>
            <a:spLocks noGrp="1"/>
          </p:cNvSpPr>
          <p:nvPr/>
        </p:nvSpPr>
        <p:spPr>
          <a:xfrm>
            <a:off x="7031246" y="15427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7" name="F2_precision_recall_distributions_3621">
            <a:extLst>
              <a:ext uri="{FF2B5EF4-FFF2-40B4-BE49-F238E27FC236}">
                <a16:creationId xmlns:a16="http://schemas.microsoft.com/office/drawing/2014/main" id="{B309CDB9-D864-4DBC-8737-7B472EB09BA3}"/>
              </a:ext>
            </a:extLst>
          </p:cNvPr>
          <p:cNvSpPr>
            <a:spLocks noGrp="1"/>
          </p:cNvSpPr>
          <p:nvPr/>
        </p:nvSpPr>
        <p:spPr>
          <a:xfrm>
            <a:off x="7051969" y="17986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8" name="F2_precision_recall_distributions_3622">
            <a:extLst>
              <a:ext uri="{FF2B5EF4-FFF2-40B4-BE49-F238E27FC236}">
                <a16:creationId xmlns:a16="http://schemas.microsoft.com/office/drawing/2014/main" id="{85CF23DC-7752-4EF7-87C2-0230C3FF6417}"/>
              </a:ext>
            </a:extLst>
          </p:cNvPr>
          <p:cNvSpPr>
            <a:spLocks noGrp="1"/>
          </p:cNvSpPr>
          <p:nvPr/>
        </p:nvSpPr>
        <p:spPr>
          <a:xfrm>
            <a:off x="7156997" y="16468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9" name="F2_precision_recall_distributions_3623">
            <a:extLst>
              <a:ext uri="{FF2B5EF4-FFF2-40B4-BE49-F238E27FC236}">
                <a16:creationId xmlns:a16="http://schemas.microsoft.com/office/drawing/2014/main" id="{7DAE7BF1-F454-4605-A3D7-57A5D238FBB1}"/>
              </a:ext>
            </a:extLst>
          </p:cNvPr>
          <p:cNvSpPr>
            <a:spLocks noGrp="1"/>
          </p:cNvSpPr>
          <p:nvPr/>
        </p:nvSpPr>
        <p:spPr>
          <a:xfrm>
            <a:off x="7292706" y="16680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0" name="F2_precision_recall_distributions_3624">
            <a:extLst>
              <a:ext uri="{FF2B5EF4-FFF2-40B4-BE49-F238E27FC236}">
                <a16:creationId xmlns:a16="http://schemas.microsoft.com/office/drawing/2014/main" id="{B5ED6FE3-0D17-4820-A98C-4FDE3768DB8D}"/>
              </a:ext>
            </a:extLst>
          </p:cNvPr>
          <p:cNvSpPr>
            <a:spLocks noGrp="1"/>
          </p:cNvSpPr>
          <p:nvPr/>
        </p:nvSpPr>
        <p:spPr>
          <a:xfrm>
            <a:off x="7194196" y="15798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1" name="F2_precision_recall_distributions_3625">
            <a:extLst>
              <a:ext uri="{FF2B5EF4-FFF2-40B4-BE49-F238E27FC236}">
                <a16:creationId xmlns:a16="http://schemas.microsoft.com/office/drawing/2014/main" id="{6FD5E2C0-020D-4A01-8F0E-90D33885A3EF}"/>
              </a:ext>
            </a:extLst>
          </p:cNvPr>
          <p:cNvSpPr>
            <a:spLocks noGrp="1"/>
          </p:cNvSpPr>
          <p:nvPr/>
        </p:nvSpPr>
        <p:spPr>
          <a:xfrm>
            <a:off x="7244213" y="18350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2" name="F2_precision_recall_distributions_3626">
            <a:extLst>
              <a:ext uri="{FF2B5EF4-FFF2-40B4-BE49-F238E27FC236}">
                <a16:creationId xmlns:a16="http://schemas.microsoft.com/office/drawing/2014/main" id="{51D2FDEC-40BF-4C66-BB12-457498754A84}"/>
              </a:ext>
            </a:extLst>
          </p:cNvPr>
          <p:cNvSpPr>
            <a:spLocks noGrp="1"/>
          </p:cNvSpPr>
          <p:nvPr/>
        </p:nvSpPr>
        <p:spPr>
          <a:xfrm>
            <a:off x="7208582" y="22479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3" name="F2_precision_recall_distributions_3627">
            <a:extLst>
              <a:ext uri="{FF2B5EF4-FFF2-40B4-BE49-F238E27FC236}">
                <a16:creationId xmlns:a16="http://schemas.microsoft.com/office/drawing/2014/main" id="{445545F7-A49A-4AD6-B734-55A685DB4216}"/>
              </a:ext>
            </a:extLst>
          </p:cNvPr>
          <p:cNvSpPr>
            <a:spLocks noGrp="1"/>
          </p:cNvSpPr>
          <p:nvPr/>
        </p:nvSpPr>
        <p:spPr>
          <a:xfrm>
            <a:off x="7208213" y="22544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4" name="F2_precision_recall_distributions_3628">
            <a:extLst>
              <a:ext uri="{FF2B5EF4-FFF2-40B4-BE49-F238E27FC236}">
                <a16:creationId xmlns:a16="http://schemas.microsoft.com/office/drawing/2014/main" id="{B4D7905F-A9BF-4A89-BE22-1EA4EA55C570}"/>
              </a:ext>
            </a:extLst>
          </p:cNvPr>
          <p:cNvSpPr>
            <a:spLocks noGrp="1"/>
          </p:cNvSpPr>
          <p:nvPr/>
        </p:nvSpPr>
        <p:spPr>
          <a:xfrm>
            <a:off x="7034263" y="17714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5" name="F2_precision_recall_distributions_3629">
            <a:extLst>
              <a:ext uri="{FF2B5EF4-FFF2-40B4-BE49-F238E27FC236}">
                <a16:creationId xmlns:a16="http://schemas.microsoft.com/office/drawing/2014/main" id="{C310AAE5-D9E7-406B-A6DF-E49F02885DBC}"/>
              </a:ext>
            </a:extLst>
          </p:cNvPr>
          <p:cNvSpPr>
            <a:spLocks noGrp="1"/>
          </p:cNvSpPr>
          <p:nvPr/>
        </p:nvSpPr>
        <p:spPr>
          <a:xfrm>
            <a:off x="7030108" y="20136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6" name="F2_precision_recall_distributions_3630">
            <a:extLst>
              <a:ext uri="{FF2B5EF4-FFF2-40B4-BE49-F238E27FC236}">
                <a16:creationId xmlns:a16="http://schemas.microsoft.com/office/drawing/2014/main" id="{58D88BB1-1919-4AD9-B19E-13AAA6969F2D}"/>
              </a:ext>
            </a:extLst>
          </p:cNvPr>
          <p:cNvSpPr>
            <a:spLocks noGrp="1"/>
          </p:cNvSpPr>
          <p:nvPr/>
        </p:nvSpPr>
        <p:spPr>
          <a:xfrm>
            <a:off x="719451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7" name="F2_precision_recall_distributions_3631">
            <a:extLst>
              <a:ext uri="{FF2B5EF4-FFF2-40B4-BE49-F238E27FC236}">
                <a16:creationId xmlns:a16="http://schemas.microsoft.com/office/drawing/2014/main" id="{EDB70F89-C1D1-4B8D-A783-5A42DE3C111C}"/>
              </a:ext>
            </a:extLst>
          </p:cNvPr>
          <p:cNvSpPr>
            <a:spLocks noGrp="1"/>
          </p:cNvSpPr>
          <p:nvPr/>
        </p:nvSpPr>
        <p:spPr>
          <a:xfrm>
            <a:off x="7265219" y="18417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8" name="F2_precision_recall_distributions_3632">
            <a:extLst>
              <a:ext uri="{FF2B5EF4-FFF2-40B4-BE49-F238E27FC236}">
                <a16:creationId xmlns:a16="http://schemas.microsoft.com/office/drawing/2014/main" id="{0D1DDB95-3128-4AE0-BD79-0DE77ADA1D61}"/>
              </a:ext>
            </a:extLst>
          </p:cNvPr>
          <p:cNvSpPr>
            <a:spLocks noGrp="1"/>
          </p:cNvSpPr>
          <p:nvPr/>
        </p:nvSpPr>
        <p:spPr>
          <a:xfrm>
            <a:off x="7233980" y="17629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9" name="F2_precision_recall_distributions_3633">
            <a:extLst>
              <a:ext uri="{FF2B5EF4-FFF2-40B4-BE49-F238E27FC236}">
                <a16:creationId xmlns:a16="http://schemas.microsoft.com/office/drawing/2014/main" id="{E7D0543B-BD2F-4F01-8390-F445E6EF855B}"/>
              </a:ext>
            </a:extLst>
          </p:cNvPr>
          <p:cNvSpPr>
            <a:spLocks noGrp="1"/>
          </p:cNvSpPr>
          <p:nvPr/>
        </p:nvSpPr>
        <p:spPr>
          <a:xfrm>
            <a:off x="7242482" y="15586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0" name="F2_precision_recall_distributions_3634">
            <a:extLst>
              <a:ext uri="{FF2B5EF4-FFF2-40B4-BE49-F238E27FC236}">
                <a16:creationId xmlns:a16="http://schemas.microsoft.com/office/drawing/2014/main" id="{63EDBFCD-A3EF-4E0B-8BE4-A65B73F8535B}"/>
              </a:ext>
            </a:extLst>
          </p:cNvPr>
          <p:cNvSpPr>
            <a:spLocks noGrp="1"/>
          </p:cNvSpPr>
          <p:nvPr/>
        </p:nvSpPr>
        <p:spPr>
          <a:xfrm>
            <a:off x="7018300" y="19786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1" name="F2_precision_recall_distributions_3635">
            <a:extLst>
              <a:ext uri="{FF2B5EF4-FFF2-40B4-BE49-F238E27FC236}">
                <a16:creationId xmlns:a16="http://schemas.microsoft.com/office/drawing/2014/main" id="{177896BA-F9B0-49A2-9025-498AF11C4866}"/>
              </a:ext>
            </a:extLst>
          </p:cNvPr>
          <p:cNvSpPr>
            <a:spLocks noGrp="1"/>
          </p:cNvSpPr>
          <p:nvPr/>
        </p:nvSpPr>
        <p:spPr>
          <a:xfrm>
            <a:off x="7131461" y="178418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2" name="F2_precision_recall_distributions_3636">
            <a:extLst>
              <a:ext uri="{FF2B5EF4-FFF2-40B4-BE49-F238E27FC236}">
                <a16:creationId xmlns:a16="http://schemas.microsoft.com/office/drawing/2014/main" id="{1635E649-711E-42D7-8400-EC09AA2E8E9D}"/>
              </a:ext>
            </a:extLst>
          </p:cNvPr>
          <p:cNvSpPr>
            <a:spLocks noGrp="1"/>
          </p:cNvSpPr>
          <p:nvPr/>
        </p:nvSpPr>
        <p:spPr>
          <a:xfrm>
            <a:off x="6985776" y="18089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3" name="F2_precision_recall_distributions_3637">
            <a:extLst>
              <a:ext uri="{FF2B5EF4-FFF2-40B4-BE49-F238E27FC236}">
                <a16:creationId xmlns:a16="http://schemas.microsoft.com/office/drawing/2014/main" id="{0CAC2A59-7B65-4159-80E7-96492BB2A86C}"/>
              </a:ext>
            </a:extLst>
          </p:cNvPr>
          <p:cNvSpPr>
            <a:spLocks noGrp="1"/>
          </p:cNvSpPr>
          <p:nvPr/>
        </p:nvSpPr>
        <p:spPr>
          <a:xfrm>
            <a:off x="7225715" y="21546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4" name="F2_precision_recall_distributions_3638">
            <a:extLst>
              <a:ext uri="{FF2B5EF4-FFF2-40B4-BE49-F238E27FC236}">
                <a16:creationId xmlns:a16="http://schemas.microsoft.com/office/drawing/2014/main" id="{E6F2EC09-69F1-47BF-86EF-4A63D7EBF4E0}"/>
              </a:ext>
            </a:extLst>
          </p:cNvPr>
          <p:cNvSpPr>
            <a:spLocks noGrp="1"/>
          </p:cNvSpPr>
          <p:nvPr/>
        </p:nvSpPr>
        <p:spPr>
          <a:xfrm>
            <a:off x="7328548" y="16232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5" name="F2_precision_recall_distributions_3639">
            <a:extLst>
              <a:ext uri="{FF2B5EF4-FFF2-40B4-BE49-F238E27FC236}">
                <a16:creationId xmlns:a16="http://schemas.microsoft.com/office/drawing/2014/main" id="{B2D1F587-8D0F-4070-BF73-1976AF486A53}"/>
              </a:ext>
            </a:extLst>
          </p:cNvPr>
          <p:cNvSpPr>
            <a:spLocks noGrp="1"/>
          </p:cNvSpPr>
          <p:nvPr/>
        </p:nvSpPr>
        <p:spPr>
          <a:xfrm>
            <a:off x="709360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6" name="F2_precision_recall_distributions_3640">
            <a:extLst>
              <a:ext uri="{FF2B5EF4-FFF2-40B4-BE49-F238E27FC236}">
                <a16:creationId xmlns:a16="http://schemas.microsoft.com/office/drawing/2014/main" id="{03B4AE12-8009-4C64-9C83-F6227B03D780}"/>
              </a:ext>
            </a:extLst>
          </p:cNvPr>
          <p:cNvSpPr>
            <a:spLocks noGrp="1"/>
          </p:cNvSpPr>
          <p:nvPr/>
        </p:nvSpPr>
        <p:spPr>
          <a:xfrm>
            <a:off x="7321558" y="1536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7" name="F2_precision_recall_distributions_3641">
            <a:extLst>
              <a:ext uri="{FF2B5EF4-FFF2-40B4-BE49-F238E27FC236}">
                <a16:creationId xmlns:a16="http://schemas.microsoft.com/office/drawing/2014/main" id="{31B073E7-3B9E-4894-A335-4A9244888673}"/>
              </a:ext>
            </a:extLst>
          </p:cNvPr>
          <p:cNvSpPr>
            <a:spLocks noGrp="1"/>
          </p:cNvSpPr>
          <p:nvPr/>
        </p:nvSpPr>
        <p:spPr>
          <a:xfrm>
            <a:off x="7161006" y="19014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8" name="F2_precision_recall_distributions_3642">
            <a:extLst>
              <a:ext uri="{FF2B5EF4-FFF2-40B4-BE49-F238E27FC236}">
                <a16:creationId xmlns:a16="http://schemas.microsoft.com/office/drawing/2014/main" id="{3C12B59F-0915-443B-B64D-ABB271E37695}"/>
              </a:ext>
            </a:extLst>
          </p:cNvPr>
          <p:cNvSpPr>
            <a:spLocks noGrp="1"/>
          </p:cNvSpPr>
          <p:nvPr/>
        </p:nvSpPr>
        <p:spPr>
          <a:xfrm>
            <a:off x="7074276" y="17428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9" name="F2_precision_recall_distributions_3643">
            <a:extLst>
              <a:ext uri="{FF2B5EF4-FFF2-40B4-BE49-F238E27FC236}">
                <a16:creationId xmlns:a16="http://schemas.microsoft.com/office/drawing/2014/main" id="{4966F445-2325-42DE-B1F1-E94E39F13438}"/>
              </a:ext>
            </a:extLst>
          </p:cNvPr>
          <p:cNvSpPr>
            <a:spLocks noGrp="1"/>
          </p:cNvSpPr>
          <p:nvPr/>
        </p:nvSpPr>
        <p:spPr>
          <a:xfrm>
            <a:off x="7215119" y="15733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0" name="F2_precision_recall_distributions_3644">
            <a:extLst>
              <a:ext uri="{FF2B5EF4-FFF2-40B4-BE49-F238E27FC236}">
                <a16:creationId xmlns:a16="http://schemas.microsoft.com/office/drawing/2014/main" id="{29A89677-ECE5-4C23-9483-60511065CE6C}"/>
              </a:ext>
            </a:extLst>
          </p:cNvPr>
          <p:cNvSpPr>
            <a:spLocks noGrp="1"/>
          </p:cNvSpPr>
          <p:nvPr/>
        </p:nvSpPr>
        <p:spPr>
          <a:xfrm>
            <a:off x="7085482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1" name="F2_precision_recall_distributions_3645">
            <a:extLst>
              <a:ext uri="{FF2B5EF4-FFF2-40B4-BE49-F238E27FC236}">
                <a16:creationId xmlns:a16="http://schemas.microsoft.com/office/drawing/2014/main" id="{53250533-3DC3-4B85-9FB6-B18E92C96B56}"/>
              </a:ext>
            </a:extLst>
          </p:cNvPr>
          <p:cNvSpPr>
            <a:spLocks noGrp="1"/>
          </p:cNvSpPr>
          <p:nvPr/>
        </p:nvSpPr>
        <p:spPr>
          <a:xfrm>
            <a:off x="7227044" y="17137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2" name="F2_precision_recall_distributions_3646">
            <a:extLst>
              <a:ext uri="{FF2B5EF4-FFF2-40B4-BE49-F238E27FC236}">
                <a16:creationId xmlns:a16="http://schemas.microsoft.com/office/drawing/2014/main" id="{CF3E3E2B-6697-46B6-A4D6-54DAA38AF035}"/>
              </a:ext>
            </a:extLst>
          </p:cNvPr>
          <p:cNvSpPr>
            <a:spLocks noGrp="1"/>
          </p:cNvSpPr>
          <p:nvPr/>
        </p:nvSpPr>
        <p:spPr>
          <a:xfrm>
            <a:off x="7249536" y="15978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3" name="F2_precision_recall_distributions_3647">
            <a:extLst>
              <a:ext uri="{FF2B5EF4-FFF2-40B4-BE49-F238E27FC236}">
                <a16:creationId xmlns:a16="http://schemas.microsoft.com/office/drawing/2014/main" id="{3B283883-A7A3-490E-8EF4-0E6E1A83F927}"/>
              </a:ext>
            </a:extLst>
          </p:cNvPr>
          <p:cNvSpPr>
            <a:spLocks noGrp="1"/>
          </p:cNvSpPr>
          <p:nvPr/>
        </p:nvSpPr>
        <p:spPr>
          <a:xfrm>
            <a:off x="6971880" y="15786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4" name="F2_precision_recall_distributions_3648">
            <a:extLst>
              <a:ext uri="{FF2B5EF4-FFF2-40B4-BE49-F238E27FC236}">
                <a16:creationId xmlns:a16="http://schemas.microsoft.com/office/drawing/2014/main" id="{78D8463E-9C0A-4A06-8A26-8A3C048C5196}"/>
              </a:ext>
            </a:extLst>
          </p:cNvPr>
          <p:cNvSpPr>
            <a:spLocks noGrp="1"/>
          </p:cNvSpPr>
          <p:nvPr/>
        </p:nvSpPr>
        <p:spPr>
          <a:xfrm>
            <a:off x="6986941" y="21735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5" name="F2_precision_recall_distributions_3649">
            <a:extLst>
              <a:ext uri="{FF2B5EF4-FFF2-40B4-BE49-F238E27FC236}">
                <a16:creationId xmlns:a16="http://schemas.microsoft.com/office/drawing/2014/main" id="{1A159BCD-5287-4AD9-B7A7-FE0876F8772F}"/>
              </a:ext>
            </a:extLst>
          </p:cNvPr>
          <p:cNvSpPr>
            <a:spLocks noGrp="1"/>
          </p:cNvSpPr>
          <p:nvPr/>
        </p:nvSpPr>
        <p:spPr>
          <a:xfrm>
            <a:off x="7206414" y="185819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6" name="F2_precision_recall_distributions_3650">
            <a:extLst>
              <a:ext uri="{FF2B5EF4-FFF2-40B4-BE49-F238E27FC236}">
                <a16:creationId xmlns:a16="http://schemas.microsoft.com/office/drawing/2014/main" id="{D8C63FE7-A6E7-47FA-88E7-68F5DDB2DC39}"/>
              </a:ext>
            </a:extLst>
          </p:cNvPr>
          <p:cNvSpPr>
            <a:spLocks noGrp="1"/>
          </p:cNvSpPr>
          <p:nvPr/>
        </p:nvSpPr>
        <p:spPr>
          <a:xfrm>
            <a:off x="7017819" y="15141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7" name="F2_precision_recall_distributions_3651">
            <a:extLst>
              <a:ext uri="{FF2B5EF4-FFF2-40B4-BE49-F238E27FC236}">
                <a16:creationId xmlns:a16="http://schemas.microsoft.com/office/drawing/2014/main" id="{ADF3016C-F2FA-438C-A155-E8C671EE4281}"/>
              </a:ext>
            </a:extLst>
          </p:cNvPr>
          <p:cNvSpPr>
            <a:spLocks noGrp="1"/>
          </p:cNvSpPr>
          <p:nvPr/>
        </p:nvSpPr>
        <p:spPr>
          <a:xfrm>
            <a:off x="7151217" y="21007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8" name="F2_precision_recall_distributions_3652">
            <a:extLst>
              <a:ext uri="{FF2B5EF4-FFF2-40B4-BE49-F238E27FC236}">
                <a16:creationId xmlns:a16="http://schemas.microsoft.com/office/drawing/2014/main" id="{6756B463-0876-4F54-83E1-770D083D262D}"/>
              </a:ext>
            </a:extLst>
          </p:cNvPr>
          <p:cNvSpPr>
            <a:spLocks noGrp="1"/>
          </p:cNvSpPr>
          <p:nvPr/>
        </p:nvSpPr>
        <p:spPr>
          <a:xfrm>
            <a:off x="7226694" y="16095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9" name="F2_precision_recall_distributions_3653">
            <a:extLst>
              <a:ext uri="{FF2B5EF4-FFF2-40B4-BE49-F238E27FC236}">
                <a16:creationId xmlns:a16="http://schemas.microsoft.com/office/drawing/2014/main" id="{AF4699BD-31C5-4A7E-8622-6FA319E52ED0}"/>
              </a:ext>
            </a:extLst>
          </p:cNvPr>
          <p:cNvSpPr>
            <a:spLocks noGrp="1"/>
          </p:cNvSpPr>
          <p:nvPr/>
        </p:nvSpPr>
        <p:spPr>
          <a:xfrm>
            <a:off x="6980653" y="18790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0" name="F2_precision_recall_distributions_3654">
            <a:extLst>
              <a:ext uri="{FF2B5EF4-FFF2-40B4-BE49-F238E27FC236}">
                <a16:creationId xmlns:a16="http://schemas.microsoft.com/office/drawing/2014/main" id="{E7B804E6-77AC-4BEC-BB2F-777EEB2AA3B0}"/>
              </a:ext>
            </a:extLst>
          </p:cNvPr>
          <p:cNvSpPr>
            <a:spLocks noGrp="1"/>
          </p:cNvSpPr>
          <p:nvPr/>
        </p:nvSpPr>
        <p:spPr>
          <a:xfrm>
            <a:off x="7306719" y="22448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1" name="F2_precision_recall_distributions_3655">
            <a:extLst>
              <a:ext uri="{FF2B5EF4-FFF2-40B4-BE49-F238E27FC236}">
                <a16:creationId xmlns:a16="http://schemas.microsoft.com/office/drawing/2014/main" id="{AB0F192E-F46E-4A9E-A709-1E12B4890AAA}"/>
              </a:ext>
            </a:extLst>
          </p:cNvPr>
          <p:cNvSpPr>
            <a:spLocks noGrp="1"/>
          </p:cNvSpPr>
          <p:nvPr/>
        </p:nvSpPr>
        <p:spPr>
          <a:xfrm>
            <a:off x="7050306" y="15571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2" name="F2_precision_recall_distributions_3656">
            <a:extLst>
              <a:ext uri="{FF2B5EF4-FFF2-40B4-BE49-F238E27FC236}">
                <a16:creationId xmlns:a16="http://schemas.microsoft.com/office/drawing/2014/main" id="{FC19CD8A-A3D9-4838-A8FE-30373C1EC648}"/>
              </a:ext>
            </a:extLst>
          </p:cNvPr>
          <p:cNvSpPr>
            <a:spLocks noGrp="1"/>
          </p:cNvSpPr>
          <p:nvPr/>
        </p:nvSpPr>
        <p:spPr>
          <a:xfrm>
            <a:off x="7090806" y="16629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3" name="F2_precision_recall_distributions_3657">
            <a:extLst>
              <a:ext uri="{FF2B5EF4-FFF2-40B4-BE49-F238E27FC236}">
                <a16:creationId xmlns:a16="http://schemas.microsoft.com/office/drawing/2014/main" id="{E850B69E-3C36-4C56-AC2C-793008644EAD}"/>
              </a:ext>
            </a:extLst>
          </p:cNvPr>
          <p:cNvSpPr>
            <a:spLocks noGrp="1"/>
          </p:cNvSpPr>
          <p:nvPr/>
        </p:nvSpPr>
        <p:spPr>
          <a:xfrm>
            <a:off x="698311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4" name="F2_precision_recall_distributions_3658">
            <a:extLst>
              <a:ext uri="{FF2B5EF4-FFF2-40B4-BE49-F238E27FC236}">
                <a16:creationId xmlns:a16="http://schemas.microsoft.com/office/drawing/2014/main" id="{BDB75ECC-23A6-4B1A-A188-CE2A235D89A1}"/>
              </a:ext>
            </a:extLst>
          </p:cNvPr>
          <p:cNvSpPr>
            <a:spLocks noGrp="1"/>
          </p:cNvSpPr>
          <p:nvPr/>
        </p:nvSpPr>
        <p:spPr>
          <a:xfrm>
            <a:off x="7201272" y="18770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5" name="F2_precision_recall_distributions_3659">
            <a:extLst>
              <a:ext uri="{FF2B5EF4-FFF2-40B4-BE49-F238E27FC236}">
                <a16:creationId xmlns:a16="http://schemas.microsoft.com/office/drawing/2014/main" id="{A4A7BFE3-6BCE-445C-95DF-A833F8A17E72}"/>
              </a:ext>
            </a:extLst>
          </p:cNvPr>
          <p:cNvSpPr>
            <a:spLocks noGrp="1"/>
          </p:cNvSpPr>
          <p:nvPr/>
        </p:nvSpPr>
        <p:spPr>
          <a:xfrm>
            <a:off x="7332333" y="15359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6" name="F2_precision_recall_distributions_3660">
            <a:extLst>
              <a:ext uri="{FF2B5EF4-FFF2-40B4-BE49-F238E27FC236}">
                <a16:creationId xmlns:a16="http://schemas.microsoft.com/office/drawing/2014/main" id="{86C72A78-D134-4C98-8F25-D84225B89B61}"/>
              </a:ext>
            </a:extLst>
          </p:cNvPr>
          <p:cNvSpPr>
            <a:spLocks noGrp="1"/>
          </p:cNvSpPr>
          <p:nvPr/>
        </p:nvSpPr>
        <p:spPr>
          <a:xfrm>
            <a:off x="7098709" y="21370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7" name="F2_precision_recall_distributions_3661">
            <a:extLst>
              <a:ext uri="{FF2B5EF4-FFF2-40B4-BE49-F238E27FC236}">
                <a16:creationId xmlns:a16="http://schemas.microsoft.com/office/drawing/2014/main" id="{D218328F-6381-45A8-9B92-0E75C8798056}"/>
              </a:ext>
            </a:extLst>
          </p:cNvPr>
          <p:cNvSpPr>
            <a:spLocks noGrp="1"/>
          </p:cNvSpPr>
          <p:nvPr/>
        </p:nvSpPr>
        <p:spPr>
          <a:xfrm>
            <a:off x="731448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8" name="F2_precision_recall_distributions_3662">
            <a:extLst>
              <a:ext uri="{FF2B5EF4-FFF2-40B4-BE49-F238E27FC236}">
                <a16:creationId xmlns:a16="http://schemas.microsoft.com/office/drawing/2014/main" id="{2921B232-530E-4239-A1FE-17FDBB1CE864}"/>
              </a:ext>
            </a:extLst>
          </p:cNvPr>
          <p:cNvSpPr>
            <a:spLocks noGrp="1"/>
          </p:cNvSpPr>
          <p:nvPr/>
        </p:nvSpPr>
        <p:spPr>
          <a:xfrm>
            <a:off x="7298114" y="17963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9" name="F2_precision_recall_distributions_3663">
            <a:extLst>
              <a:ext uri="{FF2B5EF4-FFF2-40B4-BE49-F238E27FC236}">
                <a16:creationId xmlns:a16="http://schemas.microsoft.com/office/drawing/2014/main" id="{E9295B98-EA5C-4E44-A7A8-3C19D9DBE45F}"/>
              </a:ext>
            </a:extLst>
          </p:cNvPr>
          <p:cNvSpPr>
            <a:spLocks noGrp="1"/>
          </p:cNvSpPr>
          <p:nvPr/>
        </p:nvSpPr>
        <p:spPr>
          <a:xfrm>
            <a:off x="7096363" y="155546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0" name="F2_precision_recall_distributions_3664">
            <a:extLst>
              <a:ext uri="{FF2B5EF4-FFF2-40B4-BE49-F238E27FC236}">
                <a16:creationId xmlns:a16="http://schemas.microsoft.com/office/drawing/2014/main" id="{8DAC5D76-1A3E-43CD-A058-8C822CEDEDCD}"/>
              </a:ext>
            </a:extLst>
          </p:cNvPr>
          <p:cNvSpPr>
            <a:spLocks noGrp="1"/>
          </p:cNvSpPr>
          <p:nvPr/>
        </p:nvSpPr>
        <p:spPr>
          <a:xfrm>
            <a:off x="7135583" y="15609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1" name="F2_precision_recall_distributions_3665">
            <a:extLst>
              <a:ext uri="{FF2B5EF4-FFF2-40B4-BE49-F238E27FC236}">
                <a16:creationId xmlns:a16="http://schemas.microsoft.com/office/drawing/2014/main" id="{FF75D300-DAD6-45E9-8609-495C5860C6E4}"/>
              </a:ext>
            </a:extLst>
          </p:cNvPr>
          <p:cNvSpPr>
            <a:spLocks noGrp="1"/>
          </p:cNvSpPr>
          <p:nvPr/>
        </p:nvSpPr>
        <p:spPr>
          <a:xfrm>
            <a:off x="7130126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2" name="F2_precision_recall_distributions_3666">
            <a:extLst>
              <a:ext uri="{FF2B5EF4-FFF2-40B4-BE49-F238E27FC236}">
                <a16:creationId xmlns:a16="http://schemas.microsoft.com/office/drawing/2014/main" id="{8B314D99-8A5D-4D71-9AA3-9FE2DE0E4E9B}"/>
              </a:ext>
            </a:extLst>
          </p:cNvPr>
          <p:cNvSpPr>
            <a:spLocks noGrp="1"/>
          </p:cNvSpPr>
          <p:nvPr/>
        </p:nvSpPr>
        <p:spPr>
          <a:xfrm>
            <a:off x="711714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3" name="F2_precision_recall_distributions_3667">
            <a:extLst>
              <a:ext uri="{FF2B5EF4-FFF2-40B4-BE49-F238E27FC236}">
                <a16:creationId xmlns:a16="http://schemas.microsoft.com/office/drawing/2014/main" id="{EE7B1DEC-D39D-4823-8B5A-3EF492D20E89}"/>
              </a:ext>
            </a:extLst>
          </p:cNvPr>
          <p:cNvSpPr>
            <a:spLocks noGrp="1"/>
          </p:cNvSpPr>
          <p:nvPr/>
        </p:nvSpPr>
        <p:spPr>
          <a:xfrm>
            <a:off x="7241713" y="18596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4" name="F2_precision_recall_distributions_3668">
            <a:extLst>
              <a:ext uri="{FF2B5EF4-FFF2-40B4-BE49-F238E27FC236}">
                <a16:creationId xmlns:a16="http://schemas.microsoft.com/office/drawing/2014/main" id="{9E8F742D-68A4-47FE-AA04-E0B6D4A29886}"/>
              </a:ext>
            </a:extLst>
          </p:cNvPr>
          <p:cNvSpPr>
            <a:spLocks noGrp="1"/>
          </p:cNvSpPr>
          <p:nvPr/>
        </p:nvSpPr>
        <p:spPr>
          <a:xfrm>
            <a:off x="7240545" y="15544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5" name="F2_precision_recall_distributions_3669">
            <a:extLst>
              <a:ext uri="{FF2B5EF4-FFF2-40B4-BE49-F238E27FC236}">
                <a16:creationId xmlns:a16="http://schemas.microsoft.com/office/drawing/2014/main" id="{0D87537E-8ACE-43F1-9DB4-4FBB6F2BD451}"/>
              </a:ext>
            </a:extLst>
          </p:cNvPr>
          <p:cNvSpPr>
            <a:spLocks noGrp="1"/>
          </p:cNvSpPr>
          <p:nvPr/>
        </p:nvSpPr>
        <p:spPr>
          <a:xfrm>
            <a:off x="7077623" y="15564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6" name="F2_precision_recall_distributions_3670">
            <a:extLst>
              <a:ext uri="{FF2B5EF4-FFF2-40B4-BE49-F238E27FC236}">
                <a16:creationId xmlns:a16="http://schemas.microsoft.com/office/drawing/2014/main" id="{19EA43DC-6903-4E4A-B4E8-B1D0A40B1C9A}"/>
              </a:ext>
            </a:extLst>
          </p:cNvPr>
          <p:cNvSpPr>
            <a:spLocks noGrp="1"/>
          </p:cNvSpPr>
          <p:nvPr/>
        </p:nvSpPr>
        <p:spPr>
          <a:xfrm>
            <a:off x="7111787" y="16550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7" name="F2_precision_recall_distributions_3671">
            <a:extLst>
              <a:ext uri="{FF2B5EF4-FFF2-40B4-BE49-F238E27FC236}">
                <a16:creationId xmlns:a16="http://schemas.microsoft.com/office/drawing/2014/main" id="{237E3231-1A0B-41A0-ADD8-D25AF139347A}"/>
              </a:ext>
            </a:extLst>
          </p:cNvPr>
          <p:cNvSpPr>
            <a:spLocks noGrp="1"/>
          </p:cNvSpPr>
          <p:nvPr/>
        </p:nvSpPr>
        <p:spPr>
          <a:xfrm>
            <a:off x="7028739" y="15134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8" name="F2_precision_recall_distributions_3672">
            <a:extLst>
              <a:ext uri="{FF2B5EF4-FFF2-40B4-BE49-F238E27FC236}">
                <a16:creationId xmlns:a16="http://schemas.microsoft.com/office/drawing/2014/main" id="{BD2D035A-37AD-44C2-A1AD-066732958A40}"/>
              </a:ext>
            </a:extLst>
          </p:cNvPr>
          <p:cNvSpPr>
            <a:spLocks noGrp="1"/>
          </p:cNvSpPr>
          <p:nvPr/>
        </p:nvSpPr>
        <p:spPr>
          <a:xfrm>
            <a:off x="7146489" y="20275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9" name="F2_precision_recall_distributions_3673">
            <a:extLst>
              <a:ext uri="{FF2B5EF4-FFF2-40B4-BE49-F238E27FC236}">
                <a16:creationId xmlns:a16="http://schemas.microsoft.com/office/drawing/2014/main" id="{3092FF95-E80B-4AC1-B763-ED07AC9F99AB}"/>
              </a:ext>
            </a:extLst>
          </p:cNvPr>
          <p:cNvSpPr>
            <a:spLocks noGrp="1"/>
          </p:cNvSpPr>
          <p:nvPr/>
        </p:nvSpPr>
        <p:spPr>
          <a:xfrm>
            <a:off x="7254348" y="184547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0" name="F2_precision_recall_distributions_3674">
            <a:extLst>
              <a:ext uri="{FF2B5EF4-FFF2-40B4-BE49-F238E27FC236}">
                <a16:creationId xmlns:a16="http://schemas.microsoft.com/office/drawing/2014/main" id="{6CEA46A6-7EBA-421B-A8D0-33CC74B04073}"/>
              </a:ext>
            </a:extLst>
          </p:cNvPr>
          <p:cNvSpPr>
            <a:spLocks noGrp="1"/>
          </p:cNvSpPr>
          <p:nvPr/>
        </p:nvSpPr>
        <p:spPr>
          <a:xfrm>
            <a:off x="7167189" y="164780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1" name="F2_precision_recall_distributions_3675">
            <a:extLst>
              <a:ext uri="{FF2B5EF4-FFF2-40B4-BE49-F238E27FC236}">
                <a16:creationId xmlns:a16="http://schemas.microsoft.com/office/drawing/2014/main" id="{6DE6A20D-CE79-4378-9CBE-238D2A261380}"/>
              </a:ext>
            </a:extLst>
          </p:cNvPr>
          <p:cNvSpPr>
            <a:spLocks noGrp="1"/>
          </p:cNvSpPr>
          <p:nvPr/>
        </p:nvSpPr>
        <p:spPr>
          <a:xfrm>
            <a:off x="7176749" y="19495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2" name="F2_precision_recall_distributions_3676">
            <a:extLst>
              <a:ext uri="{FF2B5EF4-FFF2-40B4-BE49-F238E27FC236}">
                <a16:creationId xmlns:a16="http://schemas.microsoft.com/office/drawing/2014/main" id="{06513DB0-A1CF-4716-B1BD-1C7422C865D8}"/>
              </a:ext>
            </a:extLst>
          </p:cNvPr>
          <p:cNvSpPr>
            <a:spLocks noGrp="1"/>
          </p:cNvSpPr>
          <p:nvPr/>
        </p:nvSpPr>
        <p:spPr>
          <a:xfrm>
            <a:off x="7225160" y="17984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3" name="F2_precision_recall_distributions_3677">
            <a:extLst>
              <a:ext uri="{FF2B5EF4-FFF2-40B4-BE49-F238E27FC236}">
                <a16:creationId xmlns:a16="http://schemas.microsoft.com/office/drawing/2014/main" id="{5CAA4CBA-3B26-4937-A084-EE5AEAC44749}"/>
              </a:ext>
            </a:extLst>
          </p:cNvPr>
          <p:cNvSpPr>
            <a:spLocks noGrp="1"/>
          </p:cNvSpPr>
          <p:nvPr/>
        </p:nvSpPr>
        <p:spPr>
          <a:xfrm>
            <a:off x="7326645" y="18359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4" name="F2_precision_recall_distributions_3678">
            <a:extLst>
              <a:ext uri="{FF2B5EF4-FFF2-40B4-BE49-F238E27FC236}">
                <a16:creationId xmlns:a16="http://schemas.microsoft.com/office/drawing/2014/main" id="{1244184B-5AD2-4DDE-A1B3-70823907586C}"/>
              </a:ext>
            </a:extLst>
          </p:cNvPr>
          <p:cNvSpPr>
            <a:spLocks noGrp="1"/>
          </p:cNvSpPr>
          <p:nvPr/>
        </p:nvSpPr>
        <p:spPr>
          <a:xfrm>
            <a:off x="7121028" y="21815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5" name="F2_precision_recall_distributions_3679">
            <a:extLst>
              <a:ext uri="{FF2B5EF4-FFF2-40B4-BE49-F238E27FC236}">
                <a16:creationId xmlns:a16="http://schemas.microsoft.com/office/drawing/2014/main" id="{7F8410D7-2164-4E0E-8D89-A6D8CD55B628}"/>
              </a:ext>
            </a:extLst>
          </p:cNvPr>
          <p:cNvSpPr>
            <a:spLocks noGrp="1"/>
          </p:cNvSpPr>
          <p:nvPr/>
        </p:nvSpPr>
        <p:spPr>
          <a:xfrm>
            <a:off x="7180454" y="22526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6" name="F2_precision_recall_distributions_3680">
            <a:extLst>
              <a:ext uri="{FF2B5EF4-FFF2-40B4-BE49-F238E27FC236}">
                <a16:creationId xmlns:a16="http://schemas.microsoft.com/office/drawing/2014/main" id="{CA33F433-9978-47E1-866C-E86BF7258141}"/>
              </a:ext>
            </a:extLst>
          </p:cNvPr>
          <p:cNvSpPr>
            <a:spLocks noGrp="1"/>
          </p:cNvSpPr>
          <p:nvPr/>
        </p:nvSpPr>
        <p:spPr>
          <a:xfrm>
            <a:off x="7270967" y="16675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7" name="F2_precision_recall_distributions_3681">
            <a:extLst>
              <a:ext uri="{FF2B5EF4-FFF2-40B4-BE49-F238E27FC236}">
                <a16:creationId xmlns:a16="http://schemas.microsoft.com/office/drawing/2014/main" id="{58762C9E-3728-46B3-990D-955972B042D1}"/>
              </a:ext>
            </a:extLst>
          </p:cNvPr>
          <p:cNvSpPr>
            <a:spLocks noGrp="1"/>
          </p:cNvSpPr>
          <p:nvPr/>
        </p:nvSpPr>
        <p:spPr>
          <a:xfrm>
            <a:off x="6976436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8" name="F2_precision_recall_distributions_3682">
            <a:extLst>
              <a:ext uri="{FF2B5EF4-FFF2-40B4-BE49-F238E27FC236}">
                <a16:creationId xmlns:a16="http://schemas.microsoft.com/office/drawing/2014/main" id="{1EDFA291-805B-459D-95EB-7E1341C08B7E}"/>
              </a:ext>
            </a:extLst>
          </p:cNvPr>
          <p:cNvSpPr>
            <a:spLocks noGrp="1"/>
          </p:cNvSpPr>
          <p:nvPr/>
        </p:nvSpPr>
        <p:spPr>
          <a:xfrm>
            <a:off x="7009671" y="15448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9" name="F2_precision_recall_distributions_3683">
            <a:extLst>
              <a:ext uri="{FF2B5EF4-FFF2-40B4-BE49-F238E27FC236}">
                <a16:creationId xmlns:a16="http://schemas.microsoft.com/office/drawing/2014/main" id="{A9636CED-17D3-45D7-9BC7-71E515FD34D6}"/>
              </a:ext>
            </a:extLst>
          </p:cNvPr>
          <p:cNvSpPr>
            <a:spLocks noGrp="1"/>
          </p:cNvSpPr>
          <p:nvPr/>
        </p:nvSpPr>
        <p:spPr>
          <a:xfrm>
            <a:off x="719206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0" name="F2_precision_recall_distributions_3684">
            <a:extLst>
              <a:ext uri="{FF2B5EF4-FFF2-40B4-BE49-F238E27FC236}">
                <a16:creationId xmlns:a16="http://schemas.microsoft.com/office/drawing/2014/main" id="{FF5DCF3A-9ACF-46E1-BE3E-5777AE1609ED}"/>
              </a:ext>
            </a:extLst>
          </p:cNvPr>
          <p:cNvSpPr>
            <a:spLocks noGrp="1"/>
          </p:cNvSpPr>
          <p:nvPr/>
        </p:nvSpPr>
        <p:spPr>
          <a:xfrm>
            <a:off x="7152588" y="19010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1" name="F2_precision_recall_distributions_3685">
            <a:extLst>
              <a:ext uri="{FF2B5EF4-FFF2-40B4-BE49-F238E27FC236}">
                <a16:creationId xmlns:a16="http://schemas.microsoft.com/office/drawing/2014/main" id="{60697A75-68FF-4C83-98AF-C0D333F305ED}"/>
              </a:ext>
            </a:extLst>
          </p:cNvPr>
          <p:cNvSpPr>
            <a:spLocks noGrp="1"/>
          </p:cNvSpPr>
          <p:nvPr/>
        </p:nvSpPr>
        <p:spPr>
          <a:xfrm>
            <a:off x="6988234" y="15481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2" name="F2_precision_recall_distributions_3686">
            <a:extLst>
              <a:ext uri="{FF2B5EF4-FFF2-40B4-BE49-F238E27FC236}">
                <a16:creationId xmlns:a16="http://schemas.microsoft.com/office/drawing/2014/main" id="{B6CCF5D3-1AD1-4BC2-B8EE-7CA18AAD5205}"/>
              </a:ext>
            </a:extLst>
          </p:cNvPr>
          <p:cNvSpPr>
            <a:spLocks noGrp="1"/>
          </p:cNvSpPr>
          <p:nvPr/>
        </p:nvSpPr>
        <p:spPr>
          <a:xfrm>
            <a:off x="7216558" y="22359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3" name="F2_precision_recall_distributions_3687">
            <a:extLst>
              <a:ext uri="{FF2B5EF4-FFF2-40B4-BE49-F238E27FC236}">
                <a16:creationId xmlns:a16="http://schemas.microsoft.com/office/drawing/2014/main" id="{D73342E9-8DEC-4710-80FA-7CA8EE5CEC19}"/>
              </a:ext>
            </a:extLst>
          </p:cNvPr>
          <p:cNvSpPr>
            <a:spLocks noGrp="1"/>
          </p:cNvSpPr>
          <p:nvPr/>
        </p:nvSpPr>
        <p:spPr>
          <a:xfrm>
            <a:off x="7102337" y="16271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4" name="F2_precision_recall_distributions_3688">
            <a:extLst>
              <a:ext uri="{FF2B5EF4-FFF2-40B4-BE49-F238E27FC236}">
                <a16:creationId xmlns:a16="http://schemas.microsoft.com/office/drawing/2014/main" id="{34B1A7F5-4FB7-40F5-9733-EF3D46D343B5}"/>
              </a:ext>
            </a:extLst>
          </p:cNvPr>
          <p:cNvSpPr>
            <a:spLocks noGrp="1"/>
          </p:cNvSpPr>
          <p:nvPr/>
        </p:nvSpPr>
        <p:spPr>
          <a:xfrm>
            <a:off x="7207761" y="15617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5" name="F2_precision_recall_distributions_3689">
            <a:extLst>
              <a:ext uri="{FF2B5EF4-FFF2-40B4-BE49-F238E27FC236}">
                <a16:creationId xmlns:a16="http://schemas.microsoft.com/office/drawing/2014/main" id="{05769C0E-DD91-48A0-ADB4-A7B0AB348FC1}"/>
              </a:ext>
            </a:extLst>
          </p:cNvPr>
          <p:cNvSpPr>
            <a:spLocks noGrp="1"/>
          </p:cNvSpPr>
          <p:nvPr/>
        </p:nvSpPr>
        <p:spPr>
          <a:xfrm>
            <a:off x="7240221" y="18247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6" name="F2_precision_recall_distributions_3690">
            <a:extLst>
              <a:ext uri="{FF2B5EF4-FFF2-40B4-BE49-F238E27FC236}">
                <a16:creationId xmlns:a16="http://schemas.microsoft.com/office/drawing/2014/main" id="{CF294A97-34A2-4661-BC73-EFFE9B132782}"/>
              </a:ext>
            </a:extLst>
          </p:cNvPr>
          <p:cNvSpPr>
            <a:spLocks noGrp="1"/>
          </p:cNvSpPr>
          <p:nvPr/>
        </p:nvSpPr>
        <p:spPr>
          <a:xfrm>
            <a:off x="730083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7" name="F2_precision_recall_distributions_3691">
            <a:extLst>
              <a:ext uri="{FF2B5EF4-FFF2-40B4-BE49-F238E27FC236}">
                <a16:creationId xmlns:a16="http://schemas.microsoft.com/office/drawing/2014/main" id="{8754CB76-3EE3-4064-B976-0361BBC66B84}"/>
              </a:ext>
            </a:extLst>
          </p:cNvPr>
          <p:cNvSpPr>
            <a:spLocks noGrp="1"/>
          </p:cNvSpPr>
          <p:nvPr/>
        </p:nvSpPr>
        <p:spPr>
          <a:xfrm>
            <a:off x="7259288" y="17559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8" name="F2_precision_recall_distributions_3692">
            <a:extLst>
              <a:ext uri="{FF2B5EF4-FFF2-40B4-BE49-F238E27FC236}">
                <a16:creationId xmlns:a16="http://schemas.microsoft.com/office/drawing/2014/main" id="{1F3CF1FA-6AB4-43C9-B55E-8A005414A1D4}"/>
              </a:ext>
            </a:extLst>
          </p:cNvPr>
          <p:cNvSpPr>
            <a:spLocks noGrp="1"/>
          </p:cNvSpPr>
          <p:nvPr/>
        </p:nvSpPr>
        <p:spPr>
          <a:xfrm>
            <a:off x="6969889" y="15824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9" name="F2_precision_recall_distributions_3693">
            <a:extLst>
              <a:ext uri="{FF2B5EF4-FFF2-40B4-BE49-F238E27FC236}">
                <a16:creationId xmlns:a16="http://schemas.microsoft.com/office/drawing/2014/main" id="{FA1E5667-4D35-4257-916F-99B312E9C9F8}"/>
              </a:ext>
            </a:extLst>
          </p:cNvPr>
          <p:cNvSpPr>
            <a:spLocks noGrp="1"/>
          </p:cNvSpPr>
          <p:nvPr/>
        </p:nvSpPr>
        <p:spPr>
          <a:xfrm>
            <a:off x="7093552" y="18350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0" name="F2_precision_recall_distributions_3694">
            <a:extLst>
              <a:ext uri="{FF2B5EF4-FFF2-40B4-BE49-F238E27FC236}">
                <a16:creationId xmlns:a16="http://schemas.microsoft.com/office/drawing/2014/main" id="{F99E7D95-2E2D-43EC-B800-AE18A9D3DE66}"/>
              </a:ext>
            </a:extLst>
          </p:cNvPr>
          <p:cNvSpPr>
            <a:spLocks noGrp="1"/>
          </p:cNvSpPr>
          <p:nvPr/>
        </p:nvSpPr>
        <p:spPr>
          <a:xfrm>
            <a:off x="7238931" y="170308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1" name="F2_precision_recall_distributions_3695">
            <a:extLst>
              <a:ext uri="{FF2B5EF4-FFF2-40B4-BE49-F238E27FC236}">
                <a16:creationId xmlns:a16="http://schemas.microsoft.com/office/drawing/2014/main" id="{FDD94C71-CB6A-4CC9-B400-B7297D61AE24}"/>
              </a:ext>
            </a:extLst>
          </p:cNvPr>
          <p:cNvSpPr>
            <a:spLocks noGrp="1"/>
          </p:cNvSpPr>
          <p:nvPr/>
        </p:nvSpPr>
        <p:spPr>
          <a:xfrm>
            <a:off x="7069887" y="160998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2" name="F2_precision_recall_distributions_3696">
            <a:extLst>
              <a:ext uri="{FF2B5EF4-FFF2-40B4-BE49-F238E27FC236}">
                <a16:creationId xmlns:a16="http://schemas.microsoft.com/office/drawing/2014/main" id="{26B87CA7-9984-459E-B792-CEA4A34D2D09}"/>
              </a:ext>
            </a:extLst>
          </p:cNvPr>
          <p:cNvSpPr>
            <a:spLocks noGrp="1"/>
          </p:cNvSpPr>
          <p:nvPr/>
        </p:nvSpPr>
        <p:spPr>
          <a:xfrm>
            <a:off x="7333524" y="15708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3" name="F2_precision_recall_distributions_3697">
            <a:extLst>
              <a:ext uri="{FF2B5EF4-FFF2-40B4-BE49-F238E27FC236}">
                <a16:creationId xmlns:a16="http://schemas.microsoft.com/office/drawing/2014/main" id="{45A6A357-D612-4F50-9190-BCF067BF774A}"/>
              </a:ext>
            </a:extLst>
          </p:cNvPr>
          <p:cNvSpPr>
            <a:spLocks noGrp="1"/>
          </p:cNvSpPr>
          <p:nvPr/>
        </p:nvSpPr>
        <p:spPr>
          <a:xfrm>
            <a:off x="7258188" y="19797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4" name="F2_precision_recall_distributions_3698">
            <a:extLst>
              <a:ext uri="{FF2B5EF4-FFF2-40B4-BE49-F238E27FC236}">
                <a16:creationId xmlns:a16="http://schemas.microsoft.com/office/drawing/2014/main" id="{0C0A1F17-D2AD-43F7-AA08-C2F2FDE58EDA}"/>
              </a:ext>
            </a:extLst>
          </p:cNvPr>
          <p:cNvSpPr>
            <a:spLocks noGrp="1"/>
          </p:cNvSpPr>
          <p:nvPr/>
        </p:nvSpPr>
        <p:spPr>
          <a:xfrm>
            <a:off x="7327797" y="15595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5" name="F2_precision_recall_distributions_3699">
            <a:extLst>
              <a:ext uri="{FF2B5EF4-FFF2-40B4-BE49-F238E27FC236}">
                <a16:creationId xmlns:a16="http://schemas.microsoft.com/office/drawing/2014/main" id="{98F7F909-194F-49B0-B53C-A42ED0E46130}"/>
              </a:ext>
            </a:extLst>
          </p:cNvPr>
          <p:cNvSpPr>
            <a:spLocks noGrp="1"/>
          </p:cNvSpPr>
          <p:nvPr/>
        </p:nvSpPr>
        <p:spPr>
          <a:xfrm>
            <a:off x="7187451" y="18839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6" name="F2_precision_recall_distributions_3700">
            <a:extLst>
              <a:ext uri="{FF2B5EF4-FFF2-40B4-BE49-F238E27FC236}">
                <a16:creationId xmlns:a16="http://schemas.microsoft.com/office/drawing/2014/main" id="{7647BDEC-BE84-40E3-A317-5475B57BBF75}"/>
              </a:ext>
            </a:extLst>
          </p:cNvPr>
          <p:cNvSpPr>
            <a:spLocks noGrp="1"/>
          </p:cNvSpPr>
          <p:nvPr/>
        </p:nvSpPr>
        <p:spPr>
          <a:xfrm>
            <a:off x="7097115" y="17307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7" name="F2_precision_recall_distributions_3701">
            <a:extLst>
              <a:ext uri="{FF2B5EF4-FFF2-40B4-BE49-F238E27FC236}">
                <a16:creationId xmlns:a16="http://schemas.microsoft.com/office/drawing/2014/main" id="{9EE2450F-7D70-47C7-89F5-836F26ED716B}"/>
              </a:ext>
            </a:extLst>
          </p:cNvPr>
          <p:cNvSpPr>
            <a:spLocks noGrp="1"/>
          </p:cNvSpPr>
          <p:nvPr/>
        </p:nvSpPr>
        <p:spPr>
          <a:xfrm>
            <a:off x="730134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8" name="F2_precision_recall_distributions_3702">
            <a:extLst>
              <a:ext uri="{FF2B5EF4-FFF2-40B4-BE49-F238E27FC236}">
                <a16:creationId xmlns:a16="http://schemas.microsoft.com/office/drawing/2014/main" id="{DC4DB239-5904-4373-8ADB-7BB3C01FD6BB}"/>
              </a:ext>
            </a:extLst>
          </p:cNvPr>
          <p:cNvSpPr>
            <a:spLocks noGrp="1"/>
          </p:cNvSpPr>
          <p:nvPr/>
        </p:nvSpPr>
        <p:spPr>
          <a:xfrm>
            <a:off x="6972754" y="15659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9" name="F2_precision_recall_distributions_3703">
            <a:extLst>
              <a:ext uri="{FF2B5EF4-FFF2-40B4-BE49-F238E27FC236}">
                <a16:creationId xmlns:a16="http://schemas.microsoft.com/office/drawing/2014/main" id="{56F826C7-D753-4FFE-8BA5-2E5F3D21F4FD}"/>
              </a:ext>
            </a:extLst>
          </p:cNvPr>
          <p:cNvSpPr>
            <a:spLocks noGrp="1"/>
          </p:cNvSpPr>
          <p:nvPr/>
        </p:nvSpPr>
        <p:spPr>
          <a:xfrm>
            <a:off x="7321087" y="15726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0" name="F2_precision_recall_distributions_3704">
            <a:extLst>
              <a:ext uri="{FF2B5EF4-FFF2-40B4-BE49-F238E27FC236}">
                <a16:creationId xmlns:a16="http://schemas.microsoft.com/office/drawing/2014/main" id="{6864228E-1DB7-41E3-89DF-8F6BA6AE0E38}"/>
              </a:ext>
            </a:extLst>
          </p:cNvPr>
          <p:cNvSpPr>
            <a:spLocks noGrp="1"/>
          </p:cNvSpPr>
          <p:nvPr/>
        </p:nvSpPr>
        <p:spPr>
          <a:xfrm>
            <a:off x="719987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1" name="F2_precision_recall_distributions_3705">
            <a:extLst>
              <a:ext uri="{FF2B5EF4-FFF2-40B4-BE49-F238E27FC236}">
                <a16:creationId xmlns:a16="http://schemas.microsoft.com/office/drawing/2014/main" id="{E8036406-CDCE-4FEF-96AE-F5C7F315FBCD}"/>
              </a:ext>
            </a:extLst>
          </p:cNvPr>
          <p:cNvSpPr>
            <a:spLocks noGrp="1"/>
          </p:cNvSpPr>
          <p:nvPr/>
        </p:nvSpPr>
        <p:spPr>
          <a:xfrm>
            <a:off x="7330957" y="17541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2" name="F2_precision_recall_distributions_3706">
            <a:extLst>
              <a:ext uri="{FF2B5EF4-FFF2-40B4-BE49-F238E27FC236}">
                <a16:creationId xmlns:a16="http://schemas.microsoft.com/office/drawing/2014/main" id="{2F50A276-F71C-49FF-AB7A-CD7E06453173}"/>
              </a:ext>
            </a:extLst>
          </p:cNvPr>
          <p:cNvSpPr>
            <a:spLocks noGrp="1"/>
          </p:cNvSpPr>
          <p:nvPr/>
        </p:nvSpPr>
        <p:spPr>
          <a:xfrm>
            <a:off x="706213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3" name="F2_precision_recall_distributions_3707">
            <a:extLst>
              <a:ext uri="{FF2B5EF4-FFF2-40B4-BE49-F238E27FC236}">
                <a16:creationId xmlns:a16="http://schemas.microsoft.com/office/drawing/2014/main" id="{BE92F92A-1A2C-42E1-AFC4-EF047B50FCD5}"/>
              </a:ext>
            </a:extLst>
          </p:cNvPr>
          <p:cNvSpPr>
            <a:spLocks noGrp="1"/>
          </p:cNvSpPr>
          <p:nvPr/>
        </p:nvSpPr>
        <p:spPr>
          <a:xfrm>
            <a:off x="730621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4" name="F2_precision_recall_distributions_3708">
            <a:extLst>
              <a:ext uri="{FF2B5EF4-FFF2-40B4-BE49-F238E27FC236}">
                <a16:creationId xmlns:a16="http://schemas.microsoft.com/office/drawing/2014/main" id="{14E4CC31-B937-4F01-B74F-C0F1C9633695}"/>
              </a:ext>
            </a:extLst>
          </p:cNvPr>
          <p:cNvSpPr>
            <a:spLocks noGrp="1"/>
          </p:cNvSpPr>
          <p:nvPr/>
        </p:nvSpPr>
        <p:spPr>
          <a:xfrm>
            <a:off x="7184235" y="224701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5" name="F2_precision_recall_distributions_3709">
            <a:extLst>
              <a:ext uri="{FF2B5EF4-FFF2-40B4-BE49-F238E27FC236}">
                <a16:creationId xmlns:a16="http://schemas.microsoft.com/office/drawing/2014/main" id="{4057A7B8-BD96-4C23-B677-6BAF09BB74CA}"/>
              </a:ext>
            </a:extLst>
          </p:cNvPr>
          <p:cNvSpPr>
            <a:spLocks noGrp="1"/>
          </p:cNvSpPr>
          <p:nvPr/>
        </p:nvSpPr>
        <p:spPr>
          <a:xfrm>
            <a:off x="7301865" y="17552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6" name="F2_precision_recall_distributions_3710">
            <a:extLst>
              <a:ext uri="{FF2B5EF4-FFF2-40B4-BE49-F238E27FC236}">
                <a16:creationId xmlns:a16="http://schemas.microsoft.com/office/drawing/2014/main" id="{61D9EC50-F9B5-4A4E-9B69-A764ED57C6EF}"/>
              </a:ext>
            </a:extLst>
          </p:cNvPr>
          <p:cNvSpPr>
            <a:spLocks noGrp="1"/>
          </p:cNvSpPr>
          <p:nvPr/>
        </p:nvSpPr>
        <p:spPr>
          <a:xfrm>
            <a:off x="7042764" y="21232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7" name="F2_precision_recall_distributions_3711">
            <a:extLst>
              <a:ext uri="{FF2B5EF4-FFF2-40B4-BE49-F238E27FC236}">
                <a16:creationId xmlns:a16="http://schemas.microsoft.com/office/drawing/2014/main" id="{00FE7014-3847-45FE-82B4-72BF5A70F316}"/>
              </a:ext>
            </a:extLst>
          </p:cNvPr>
          <p:cNvSpPr>
            <a:spLocks noGrp="1"/>
          </p:cNvSpPr>
          <p:nvPr/>
        </p:nvSpPr>
        <p:spPr>
          <a:xfrm>
            <a:off x="7209301" y="17150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8" name="F2_precision_recall_distributions_3712">
            <a:extLst>
              <a:ext uri="{FF2B5EF4-FFF2-40B4-BE49-F238E27FC236}">
                <a16:creationId xmlns:a16="http://schemas.microsoft.com/office/drawing/2014/main" id="{BB988D41-3558-407A-857F-9B3DD11F34E1}"/>
              </a:ext>
            </a:extLst>
          </p:cNvPr>
          <p:cNvSpPr>
            <a:spLocks noGrp="1"/>
          </p:cNvSpPr>
          <p:nvPr/>
        </p:nvSpPr>
        <p:spPr>
          <a:xfrm>
            <a:off x="7177132" y="16656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9" name="F2_precision_recall_distributions_3713">
            <a:extLst>
              <a:ext uri="{FF2B5EF4-FFF2-40B4-BE49-F238E27FC236}">
                <a16:creationId xmlns:a16="http://schemas.microsoft.com/office/drawing/2014/main" id="{BC75537C-D1C9-491A-A4E8-B761DD50FCD9}"/>
              </a:ext>
            </a:extLst>
          </p:cNvPr>
          <p:cNvSpPr>
            <a:spLocks noGrp="1"/>
          </p:cNvSpPr>
          <p:nvPr/>
        </p:nvSpPr>
        <p:spPr>
          <a:xfrm>
            <a:off x="7152815" y="15504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0" name="F2_precision_recall_distributions_3714">
            <a:extLst>
              <a:ext uri="{FF2B5EF4-FFF2-40B4-BE49-F238E27FC236}">
                <a16:creationId xmlns:a16="http://schemas.microsoft.com/office/drawing/2014/main" id="{B7BBBADC-8F29-4D91-B28D-45303A603F16}"/>
              </a:ext>
            </a:extLst>
          </p:cNvPr>
          <p:cNvSpPr>
            <a:spLocks noGrp="1"/>
          </p:cNvSpPr>
          <p:nvPr/>
        </p:nvSpPr>
        <p:spPr>
          <a:xfrm>
            <a:off x="6981852" y="16516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1" name="F2_precision_recall_distributions_3715">
            <a:extLst>
              <a:ext uri="{FF2B5EF4-FFF2-40B4-BE49-F238E27FC236}">
                <a16:creationId xmlns:a16="http://schemas.microsoft.com/office/drawing/2014/main" id="{05047971-7FE0-456B-880C-A815A27540F9}"/>
              </a:ext>
            </a:extLst>
          </p:cNvPr>
          <p:cNvSpPr>
            <a:spLocks noGrp="1"/>
          </p:cNvSpPr>
          <p:nvPr/>
        </p:nvSpPr>
        <p:spPr>
          <a:xfrm>
            <a:off x="7050099" y="21959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2" name="F2_precision_recall_distributions_3716">
            <a:extLst>
              <a:ext uri="{FF2B5EF4-FFF2-40B4-BE49-F238E27FC236}">
                <a16:creationId xmlns:a16="http://schemas.microsoft.com/office/drawing/2014/main" id="{8BF65663-BD82-405F-89F5-84E775938A58}"/>
              </a:ext>
            </a:extLst>
          </p:cNvPr>
          <p:cNvSpPr>
            <a:spLocks noGrp="1"/>
          </p:cNvSpPr>
          <p:nvPr/>
        </p:nvSpPr>
        <p:spPr>
          <a:xfrm>
            <a:off x="7112495" y="169030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3" name="F2_precision_recall_distributions_3717">
            <a:extLst>
              <a:ext uri="{FF2B5EF4-FFF2-40B4-BE49-F238E27FC236}">
                <a16:creationId xmlns:a16="http://schemas.microsoft.com/office/drawing/2014/main" id="{12ED746D-31F3-49A6-BD80-5A775E41521E}"/>
              </a:ext>
            </a:extLst>
          </p:cNvPr>
          <p:cNvSpPr>
            <a:spLocks noGrp="1"/>
          </p:cNvSpPr>
          <p:nvPr/>
        </p:nvSpPr>
        <p:spPr>
          <a:xfrm>
            <a:off x="6989572" y="224321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4" name="F2_precision_recall_distributions_3718">
            <a:extLst>
              <a:ext uri="{FF2B5EF4-FFF2-40B4-BE49-F238E27FC236}">
                <a16:creationId xmlns:a16="http://schemas.microsoft.com/office/drawing/2014/main" id="{826A26FB-7BB7-4457-9967-DD08C03C6A27}"/>
              </a:ext>
            </a:extLst>
          </p:cNvPr>
          <p:cNvSpPr>
            <a:spLocks noGrp="1"/>
          </p:cNvSpPr>
          <p:nvPr/>
        </p:nvSpPr>
        <p:spPr>
          <a:xfrm>
            <a:off x="6986741" y="15409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5" name="F2_precision_recall_distributions_3719">
            <a:extLst>
              <a:ext uri="{FF2B5EF4-FFF2-40B4-BE49-F238E27FC236}">
                <a16:creationId xmlns:a16="http://schemas.microsoft.com/office/drawing/2014/main" id="{5C034500-0084-4B55-A039-7B0C80ACE5C2}"/>
              </a:ext>
            </a:extLst>
          </p:cNvPr>
          <p:cNvSpPr>
            <a:spLocks noGrp="1"/>
          </p:cNvSpPr>
          <p:nvPr/>
        </p:nvSpPr>
        <p:spPr>
          <a:xfrm>
            <a:off x="7217893" y="16792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6" name="F2_precision_recall_distributions_3720">
            <a:extLst>
              <a:ext uri="{FF2B5EF4-FFF2-40B4-BE49-F238E27FC236}">
                <a16:creationId xmlns:a16="http://schemas.microsoft.com/office/drawing/2014/main" id="{603CE5E0-189A-448C-9A96-597C93D1B9AC}"/>
              </a:ext>
            </a:extLst>
          </p:cNvPr>
          <p:cNvSpPr>
            <a:spLocks noGrp="1"/>
          </p:cNvSpPr>
          <p:nvPr/>
        </p:nvSpPr>
        <p:spPr>
          <a:xfrm>
            <a:off x="7277726" y="168912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7" name="F2_precision_recall_distributions_3721">
            <a:extLst>
              <a:ext uri="{FF2B5EF4-FFF2-40B4-BE49-F238E27FC236}">
                <a16:creationId xmlns:a16="http://schemas.microsoft.com/office/drawing/2014/main" id="{2475312D-BDE6-49CE-BD8E-6D130300EE22}"/>
              </a:ext>
            </a:extLst>
          </p:cNvPr>
          <p:cNvSpPr>
            <a:spLocks noGrp="1"/>
          </p:cNvSpPr>
          <p:nvPr/>
        </p:nvSpPr>
        <p:spPr>
          <a:xfrm>
            <a:off x="7190426" y="19470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8" name="F2_precision_recall_distributions_3722">
            <a:extLst>
              <a:ext uri="{FF2B5EF4-FFF2-40B4-BE49-F238E27FC236}">
                <a16:creationId xmlns:a16="http://schemas.microsoft.com/office/drawing/2014/main" id="{2B84FD30-DEB5-493F-BAE5-B7848A6212C2}"/>
              </a:ext>
            </a:extLst>
          </p:cNvPr>
          <p:cNvSpPr>
            <a:spLocks noGrp="1"/>
          </p:cNvSpPr>
          <p:nvPr/>
        </p:nvSpPr>
        <p:spPr>
          <a:xfrm>
            <a:off x="7000208" y="1643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9" name="F2_precision_recall_distributions_3723">
            <a:extLst>
              <a:ext uri="{FF2B5EF4-FFF2-40B4-BE49-F238E27FC236}">
                <a16:creationId xmlns:a16="http://schemas.microsoft.com/office/drawing/2014/main" id="{F643D6C1-CE7D-4E45-A06C-5362AE2A97F2}"/>
              </a:ext>
            </a:extLst>
          </p:cNvPr>
          <p:cNvSpPr>
            <a:spLocks noGrp="1"/>
          </p:cNvSpPr>
          <p:nvPr/>
        </p:nvSpPr>
        <p:spPr>
          <a:xfrm>
            <a:off x="7111346" y="15259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0" name="F2_precision_recall_distributions_3724">
            <a:extLst>
              <a:ext uri="{FF2B5EF4-FFF2-40B4-BE49-F238E27FC236}">
                <a16:creationId xmlns:a16="http://schemas.microsoft.com/office/drawing/2014/main" id="{4509837C-439E-4C56-B4D7-2E30490AAE15}"/>
              </a:ext>
            </a:extLst>
          </p:cNvPr>
          <p:cNvSpPr>
            <a:spLocks noGrp="1"/>
          </p:cNvSpPr>
          <p:nvPr/>
        </p:nvSpPr>
        <p:spPr>
          <a:xfrm>
            <a:off x="7093802" y="15775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1" name="F2_precision_recall_distributions_3725">
            <a:extLst>
              <a:ext uri="{FF2B5EF4-FFF2-40B4-BE49-F238E27FC236}">
                <a16:creationId xmlns:a16="http://schemas.microsoft.com/office/drawing/2014/main" id="{57C78F8B-EB29-4A3D-884C-CDBCE8A9CE0F}"/>
              </a:ext>
            </a:extLst>
          </p:cNvPr>
          <p:cNvSpPr>
            <a:spLocks noGrp="1"/>
          </p:cNvSpPr>
          <p:nvPr/>
        </p:nvSpPr>
        <p:spPr>
          <a:xfrm>
            <a:off x="7248989" y="18341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2" name="F2_precision_recall_distributions_3726">
            <a:extLst>
              <a:ext uri="{FF2B5EF4-FFF2-40B4-BE49-F238E27FC236}">
                <a16:creationId xmlns:a16="http://schemas.microsoft.com/office/drawing/2014/main" id="{70F648EF-869B-4629-8D3F-BDC2EAFA7959}"/>
              </a:ext>
            </a:extLst>
          </p:cNvPr>
          <p:cNvSpPr>
            <a:spLocks noGrp="1"/>
          </p:cNvSpPr>
          <p:nvPr/>
        </p:nvSpPr>
        <p:spPr>
          <a:xfrm>
            <a:off x="7029705" y="15649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3" name="F2_precision_recall_distributions_3727">
            <a:extLst>
              <a:ext uri="{FF2B5EF4-FFF2-40B4-BE49-F238E27FC236}">
                <a16:creationId xmlns:a16="http://schemas.microsoft.com/office/drawing/2014/main" id="{D811F9E3-B8FF-4547-B515-91AB99CC325B}"/>
              </a:ext>
            </a:extLst>
          </p:cNvPr>
          <p:cNvSpPr>
            <a:spLocks noGrp="1"/>
          </p:cNvSpPr>
          <p:nvPr/>
        </p:nvSpPr>
        <p:spPr>
          <a:xfrm>
            <a:off x="7331494" y="15877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4" name="F2_precision_recall_distributions_3728">
            <a:extLst>
              <a:ext uri="{FF2B5EF4-FFF2-40B4-BE49-F238E27FC236}">
                <a16:creationId xmlns:a16="http://schemas.microsoft.com/office/drawing/2014/main" id="{55C1A864-1D32-4348-9E1B-8593DB0F895F}"/>
              </a:ext>
            </a:extLst>
          </p:cNvPr>
          <p:cNvSpPr>
            <a:spLocks noGrp="1"/>
          </p:cNvSpPr>
          <p:nvPr/>
        </p:nvSpPr>
        <p:spPr>
          <a:xfrm>
            <a:off x="7135539" y="15787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5" name="F2_precision_recall_distributions_3729">
            <a:extLst>
              <a:ext uri="{FF2B5EF4-FFF2-40B4-BE49-F238E27FC236}">
                <a16:creationId xmlns:a16="http://schemas.microsoft.com/office/drawing/2014/main" id="{49EAE25E-170C-49D3-B303-96486755DB06}"/>
              </a:ext>
            </a:extLst>
          </p:cNvPr>
          <p:cNvSpPr>
            <a:spLocks noGrp="1"/>
          </p:cNvSpPr>
          <p:nvPr/>
        </p:nvSpPr>
        <p:spPr>
          <a:xfrm>
            <a:off x="7241356" y="16393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6" name="F2_precision_recall_distributions_3730">
            <a:extLst>
              <a:ext uri="{FF2B5EF4-FFF2-40B4-BE49-F238E27FC236}">
                <a16:creationId xmlns:a16="http://schemas.microsoft.com/office/drawing/2014/main" id="{C9E4217B-928D-4D5C-957B-878F81F8CA3E}"/>
              </a:ext>
            </a:extLst>
          </p:cNvPr>
          <p:cNvSpPr>
            <a:spLocks noGrp="1"/>
          </p:cNvSpPr>
          <p:nvPr/>
        </p:nvSpPr>
        <p:spPr>
          <a:xfrm>
            <a:off x="7000575" y="20593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7" name="F2_precision_recall_distributions_3731">
            <a:extLst>
              <a:ext uri="{FF2B5EF4-FFF2-40B4-BE49-F238E27FC236}">
                <a16:creationId xmlns:a16="http://schemas.microsoft.com/office/drawing/2014/main" id="{6AC3B951-AA23-4D39-95C9-69F31B0E039C}"/>
              </a:ext>
            </a:extLst>
          </p:cNvPr>
          <p:cNvSpPr>
            <a:spLocks noGrp="1"/>
          </p:cNvSpPr>
          <p:nvPr/>
        </p:nvSpPr>
        <p:spPr>
          <a:xfrm>
            <a:off x="7237090" y="2008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8" name="F2_precision_recall_distributions_3732">
            <a:extLst>
              <a:ext uri="{FF2B5EF4-FFF2-40B4-BE49-F238E27FC236}">
                <a16:creationId xmlns:a16="http://schemas.microsoft.com/office/drawing/2014/main" id="{8EFEFA98-ADC8-4097-8245-9C46F0F71F1C}"/>
              </a:ext>
            </a:extLst>
          </p:cNvPr>
          <p:cNvSpPr>
            <a:spLocks noGrp="1"/>
          </p:cNvSpPr>
          <p:nvPr/>
        </p:nvSpPr>
        <p:spPr>
          <a:xfrm>
            <a:off x="7281531" y="20240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9" name="F2_precision_recall_distributions_3733">
            <a:extLst>
              <a:ext uri="{FF2B5EF4-FFF2-40B4-BE49-F238E27FC236}">
                <a16:creationId xmlns:a16="http://schemas.microsoft.com/office/drawing/2014/main" id="{6CFD0639-C9D2-4DF6-A1D2-849D9487015D}"/>
              </a:ext>
            </a:extLst>
          </p:cNvPr>
          <p:cNvSpPr>
            <a:spLocks noGrp="1"/>
          </p:cNvSpPr>
          <p:nvPr/>
        </p:nvSpPr>
        <p:spPr>
          <a:xfrm>
            <a:off x="6971731" y="16138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0" name="F2_precision_recall_distributions_3734">
            <a:extLst>
              <a:ext uri="{FF2B5EF4-FFF2-40B4-BE49-F238E27FC236}">
                <a16:creationId xmlns:a16="http://schemas.microsoft.com/office/drawing/2014/main" id="{8B980469-600F-4318-B058-FC309604BEA6}"/>
              </a:ext>
            </a:extLst>
          </p:cNvPr>
          <p:cNvSpPr>
            <a:spLocks noGrp="1"/>
          </p:cNvSpPr>
          <p:nvPr/>
        </p:nvSpPr>
        <p:spPr>
          <a:xfrm>
            <a:off x="7310523" y="23148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1" name="F2_precision_recall_distributions_3735">
            <a:extLst>
              <a:ext uri="{FF2B5EF4-FFF2-40B4-BE49-F238E27FC236}">
                <a16:creationId xmlns:a16="http://schemas.microsoft.com/office/drawing/2014/main" id="{770BB314-B158-4985-9DCF-3D2399B47E4F}"/>
              </a:ext>
            </a:extLst>
          </p:cNvPr>
          <p:cNvSpPr>
            <a:spLocks noGrp="1"/>
          </p:cNvSpPr>
          <p:nvPr/>
        </p:nvSpPr>
        <p:spPr>
          <a:xfrm>
            <a:off x="7136781" y="18986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2" name="F2_precision_recall_distributions_3736">
            <a:extLst>
              <a:ext uri="{FF2B5EF4-FFF2-40B4-BE49-F238E27FC236}">
                <a16:creationId xmlns:a16="http://schemas.microsoft.com/office/drawing/2014/main" id="{B1EA4126-1C6C-49E7-93DD-790A23228EE5}"/>
              </a:ext>
            </a:extLst>
          </p:cNvPr>
          <p:cNvSpPr>
            <a:spLocks noGrp="1"/>
          </p:cNvSpPr>
          <p:nvPr/>
        </p:nvSpPr>
        <p:spPr>
          <a:xfrm>
            <a:off x="7134504" y="160275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3" name="F2_precision_recall_distributions_3737">
            <a:extLst>
              <a:ext uri="{FF2B5EF4-FFF2-40B4-BE49-F238E27FC236}">
                <a16:creationId xmlns:a16="http://schemas.microsoft.com/office/drawing/2014/main" id="{2AF4C1A2-F294-4644-9674-67C14D5D08C8}"/>
              </a:ext>
            </a:extLst>
          </p:cNvPr>
          <p:cNvSpPr>
            <a:spLocks noGrp="1"/>
          </p:cNvSpPr>
          <p:nvPr/>
        </p:nvSpPr>
        <p:spPr>
          <a:xfrm>
            <a:off x="7118441" y="17441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4" name="F2_precision_recall_distributions_3738">
            <a:extLst>
              <a:ext uri="{FF2B5EF4-FFF2-40B4-BE49-F238E27FC236}">
                <a16:creationId xmlns:a16="http://schemas.microsoft.com/office/drawing/2014/main" id="{8614D192-856A-45E8-88C7-1C19B5591446}"/>
              </a:ext>
            </a:extLst>
          </p:cNvPr>
          <p:cNvSpPr>
            <a:spLocks noGrp="1"/>
          </p:cNvSpPr>
          <p:nvPr/>
        </p:nvSpPr>
        <p:spPr>
          <a:xfrm>
            <a:off x="718215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5" name="F2_precision_recall_distributions_3739">
            <a:extLst>
              <a:ext uri="{FF2B5EF4-FFF2-40B4-BE49-F238E27FC236}">
                <a16:creationId xmlns:a16="http://schemas.microsoft.com/office/drawing/2014/main" id="{CC71AAA4-64D9-466F-8528-06038BAE643B}"/>
              </a:ext>
            </a:extLst>
          </p:cNvPr>
          <p:cNvSpPr>
            <a:spLocks noGrp="1"/>
          </p:cNvSpPr>
          <p:nvPr/>
        </p:nvSpPr>
        <p:spPr>
          <a:xfrm>
            <a:off x="7158637" y="22406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6" name="F2_precision_recall_distributions_3740">
            <a:extLst>
              <a:ext uri="{FF2B5EF4-FFF2-40B4-BE49-F238E27FC236}">
                <a16:creationId xmlns:a16="http://schemas.microsoft.com/office/drawing/2014/main" id="{1A451983-B249-4108-A6D3-8FFC649C31C2}"/>
              </a:ext>
            </a:extLst>
          </p:cNvPr>
          <p:cNvSpPr>
            <a:spLocks noGrp="1"/>
          </p:cNvSpPr>
          <p:nvPr/>
        </p:nvSpPr>
        <p:spPr>
          <a:xfrm>
            <a:off x="7097609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7" name="F2_precision_recall_distributions_3741">
            <a:extLst>
              <a:ext uri="{FF2B5EF4-FFF2-40B4-BE49-F238E27FC236}">
                <a16:creationId xmlns:a16="http://schemas.microsoft.com/office/drawing/2014/main" id="{A6336ACD-5021-4A9F-BA6F-D9F41143316C}"/>
              </a:ext>
            </a:extLst>
          </p:cNvPr>
          <p:cNvSpPr>
            <a:spLocks noGrp="1"/>
          </p:cNvSpPr>
          <p:nvPr/>
        </p:nvSpPr>
        <p:spPr>
          <a:xfrm>
            <a:off x="7117295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8" name="F2_precision_recall_distributions_3742">
            <a:extLst>
              <a:ext uri="{FF2B5EF4-FFF2-40B4-BE49-F238E27FC236}">
                <a16:creationId xmlns:a16="http://schemas.microsoft.com/office/drawing/2014/main" id="{41561739-40C7-42B9-B257-F7BDA99BF72D}"/>
              </a:ext>
            </a:extLst>
          </p:cNvPr>
          <p:cNvSpPr>
            <a:spLocks noGrp="1"/>
          </p:cNvSpPr>
          <p:nvPr/>
        </p:nvSpPr>
        <p:spPr>
          <a:xfrm>
            <a:off x="7992389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6023" y="842186"/>
                </a:lnTo>
                <a:lnTo>
                  <a:pt x="23432" y="835606"/>
                </a:lnTo>
                <a:lnTo>
                  <a:pt x="50366" y="829027"/>
                </a:lnTo>
                <a:lnTo>
                  <a:pt x="84090" y="822447"/>
                </a:lnTo>
                <a:lnTo>
                  <a:pt x="121458" y="815868"/>
                </a:lnTo>
                <a:lnTo>
                  <a:pt x="159387" y="809288"/>
                </a:lnTo>
                <a:lnTo>
                  <a:pt x="195264" y="802708"/>
                </a:lnTo>
                <a:lnTo>
                  <a:pt x="227205" y="796129"/>
                </a:lnTo>
                <a:lnTo>
                  <a:pt x="254139" y="789549"/>
                </a:lnTo>
                <a:lnTo>
                  <a:pt x="275747" y="782970"/>
                </a:lnTo>
                <a:lnTo>
                  <a:pt x="292301" y="776390"/>
                </a:lnTo>
                <a:lnTo>
                  <a:pt x="304450" y="769811"/>
                </a:lnTo>
                <a:lnTo>
                  <a:pt x="313027" y="763231"/>
                </a:lnTo>
                <a:lnTo>
                  <a:pt x="318879" y="756651"/>
                </a:lnTo>
                <a:lnTo>
                  <a:pt x="322768" y="750072"/>
                </a:lnTo>
                <a:lnTo>
                  <a:pt x="325311" y="743492"/>
                </a:lnTo>
                <a:lnTo>
                  <a:pt x="326969" y="736913"/>
                </a:lnTo>
                <a:lnTo>
                  <a:pt x="328060" y="730333"/>
                </a:lnTo>
                <a:lnTo>
                  <a:pt x="328779" y="723754"/>
                </a:lnTo>
                <a:lnTo>
                  <a:pt x="329233" y="717174"/>
                </a:lnTo>
                <a:lnTo>
                  <a:pt x="329470" y="710594"/>
                </a:lnTo>
                <a:lnTo>
                  <a:pt x="329498" y="704015"/>
                </a:lnTo>
                <a:lnTo>
                  <a:pt x="329314" y="697435"/>
                </a:lnTo>
                <a:lnTo>
                  <a:pt x="328914" y="690856"/>
                </a:lnTo>
                <a:lnTo>
                  <a:pt x="328307" y="684276"/>
                </a:lnTo>
                <a:lnTo>
                  <a:pt x="327519" y="677697"/>
                </a:lnTo>
                <a:lnTo>
                  <a:pt x="326594" y="671117"/>
                </a:lnTo>
                <a:lnTo>
                  <a:pt x="325587" y="664537"/>
                </a:lnTo>
                <a:lnTo>
                  <a:pt x="324560" y="657958"/>
                </a:lnTo>
                <a:lnTo>
                  <a:pt x="323566" y="651378"/>
                </a:lnTo>
                <a:lnTo>
                  <a:pt x="322646" y="644799"/>
                </a:lnTo>
                <a:lnTo>
                  <a:pt x="321819" y="638219"/>
                </a:lnTo>
                <a:lnTo>
                  <a:pt x="321081" y="631639"/>
                </a:lnTo>
                <a:lnTo>
                  <a:pt x="320409" y="625060"/>
                </a:lnTo>
                <a:lnTo>
                  <a:pt x="319766" y="618480"/>
                </a:lnTo>
                <a:lnTo>
                  <a:pt x="319109" y="611901"/>
                </a:lnTo>
                <a:lnTo>
                  <a:pt x="318405" y="605321"/>
                </a:lnTo>
                <a:lnTo>
                  <a:pt x="317630" y="598742"/>
                </a:lnTo>
                <a:lnTo>
                  <a:pt x="316784" y="592162"/>
                </a:lnTo>
                <a:lnTo>
                  <a:pt x="315885" y="585582"/>
                </a:lnTo>
                <a:lnTo>
                  <a:pt x="314971" y="579003"/>
                </a:lnTo>
                <a:lnTo>
                  <a:pt x="314096" y="572423"/>
                </a:lnTo>
                <a:lnTo>
                  <a:pt x="313319" y="565844"/>
                </a:lnTo>
                <a:lnTo>
                  <a:pt x="312699" y="559264"/>
                </a:lnTo>
                <a:lnTo>
                  <a:pt x="312284" y="552685"/>
                </a:lnTo>
                <a:lnTo>
                  <a:pt x="312104" y="546105"/>
                </a:lnTo>
                <a:lnTo>
                  <a:pt x="312164" y="539525"/>
                </a:lnTo>
                <a:lnTo>
                  <a:pt x="312440" y="532946"/>
                </a:lnTo>
                <a:lnTo>
                  <a:pt x="312875" y="526366"/>
                </a:lnTo>
                <a:lnTo>
                  <a:pt x="313385" y="519787"/>
                </a:lnTo>
                <a:lnTo>
                  <a:pt x="313867" y="513207"/>
                </a:lnTo>
                <a:lnTo>
                  <a:pt x="314209" y="506627"/>
                </a:lnTo>
                <a:lnTo>
                  <a:pt x="314306" y="500048"/>
                </a:lnTo>
                <a:lnTo>
                  <a:pt x="314072" y="493468"/>
                </a:lnTo>
                <a:lnTo>
                  <a:pt x="313454" y="486889"/>
                </a:lnTo>
                <a:lnTo>
                  <a:pt x="312438" y="480309"/>
                </a:lnTo>
                <a:lnTo>
                  <a:pt x="311045" y="473730"/>
                </a:lnTo>
                <a:lnTo>
                  <a:pt x="309332" y="467150"/>
                </a:lnTo>
                <a:lnTo>
                  <a:pt x="307381" y="460570"/>
                </a:lnTo>
                <a:lnTo>
                  <a:pt x="305286" y="453991"/>
                </a:lnTo>
                <a:lnTo>
                  <a:pt x="303147" y="447411"/>
                </a:lnTo>
                <a:lnTo>
                  <a:pt x="301058" y="440832"/>
                </a:lnTo>
                <a:lnTo>
                  <a:pt x="299106" y="434252"/>
                </a:lnTo>
                <a:lnTo>
                  <a:pt x="297368" y="427673"/>
                </a:lnTo>
                <a:lnTo>
                  <a:pt x="295909" y="421093"/>
                </a:lnTo>
                <a:lnTo>
                  <a:pt x="294782" y="414513"/>
                </a:lnTo>
                <a:lnTo>
                  <a:pt x="294026" y="407934"/>
                </a:lnTo>
                <a:lnTo>
                  <a:pt x="293664" y="401354"/>
                </a:lnTo>
                <a:lnTo>
                  <a:pt x="293698" y="394775"/>
                </a:lnTo>
                <a:lnTo>
                  <a:pt x="294108" y="388195"/>
                </a:lnTo>
                <a:lnTo>
                  <a:pt x="294848" y="381616"/>
                </a:lnTo>
                <a:lnTo>
                  <a:pt x="295845" y="375036"/>
                </a:lnTo>
                <a:lnTo>
                  <a:pt x="297010" y="368456"/>
                </a:lnTo>
                <a:lnTo>
                  <a:pt x="298239" y="361877"/>
                </a:lnTo>
                <a:lnTo>
                  <a:pt x="299428" y="355297"/>
                </a:lnTo>
                <a:lnTo>
                  <a:pt x="300482" y="348718"/>
                </a:lnTo>
                <a:lnTo>
                  <a:pt x="301327" y="342138"/>
                </a:lnTo>
                <a:lnTo>
                  <a:pt x="301913" y="335558"/>
                </a:lnTo>
                <a:lnTo>
                  <a:pt x="302220" y="328979"/>
                </a:lnTo>
                <a:lnTo>
                  <a:pt x="302252" y="322399"/>
                </a:lnTo>
                <a:lnTo>
                  <a:pt x="302034" y="315820"/>
                </a:lnTo>
                <a:lnTo>
                  <a:pt x="301601" y="309240"/>
                </a:lnTo>
                <a:lnTo>
                  <a:pt x="300991" y="302661"/>
                </a:lnTo>
                <a:lnTo>
                  <a:pt x="300240" y="296081"/>
                </a:lnTo>
                <a:lnTo>
                  <a:pt x="299379" y="289501"/>
                </a:lnTo>
                <a:lnTo>
                  <a:pt x="298433" y="282922"/>
                </a:lnTo>
                <a:lnTo>
                  <a:pt x="297427" y="276342"/>
                </a:lnTo>
                <a:lnTo>
                  <a:pt x="296383" y="269763"/>
                </a:lnTo>
                <a:lnTo>
                  <a:pt x="295331" y="263183"/>
                </a:lnTo>
                <a:lnTo>
                  <a:pt x="294302" y="256604"/>
                </a:lnTo>
                <a:lnTo>
                  <a:pt x="293332" y="250024"/>
                </a:lnTo>
                <a:lnTo>
                  <a:pt x="292454" y="243444"/>
                </a:lnTo>
                <a:lnTo>
                  <a:pt x="291696" y="236865"/>
                </a:lnTo>
                <a:lnTo>
                  <a:pt x="291077" y="230285"/>
                </a:lnTo>
                <a:lnTo>
                  <a:pt x="290603" y="223706"/>
                </a:lnTo>
                <a:lnTo>
                  <a:pt x="290268" y="217126"/>
                </a:lnTo>
                <a:lnTo>
                  <a:pt x="290059" y="210546"/>
                </a:lnTo>
                <a:lnTo>
                  <a:pt x="289956" y="203967"/>
                </a:lnTo>
                <a:lnTo>
                  <a:pt x="289944" y="197387"/>
                </a:lnTo>
                <a:lnTo>
                  <a:pt x="290015" y="190808"/>
                </a:lnTo>
                <a:lnTo>
                  <a:pt x="290175" y="184228"/>
                </a:lnTo>
                <a:lnTo>
                  <a:pt x="290450" y="177649"/>
                </a:lnTo>
                <a:lnTo>
                  <a:pt x="290883" y="171069"/>
                </a:lnTo>
                <a:lnTo>
                  <a:pt x="291530" y="164489"/>
                </a:lnTo>
                <a:lnTo>
                  <a:pt x="292456" y="157910"/>
                </a:lnTo>
                <a:lnTo>
                  <a:pt x="293721" y="151330"/>
                </a:lnTo>
                <a:lnTo>
                  <a:pt x="295367" y="144751"/>
                </a:lnTo>
                <a:lnTo>
                  <a:pt x="297413" y="138171"/>
                </a:lnTo>
                <a:lnTo>
                  <a:pt x="299841" y="131592"/>
                </a:lnTo>
                <a:lnTo>
                  <a:pt x="302599" y="125012"/>
                </a:lnTo>
                <a:lnTo>
                  <a:pt x="305607" y="118432"/>
                </a:lnTo>
                <a:lnTo>
                  <a:pt x="308768" y="111853"/>
                </a:lnTo>
                <a:lnTo>
                  <a:pt x="311975" y="105273"/>
                </a:lnTo>
                <a:lnTo>
                  <a:pt x="315129" y="98694"/>
                </a:lnTo>
                <a:lnTo>
                  <a:pt x="318149" y="92114"/>
                </a:lnTo>
                <a:lnTo>
                  <a:pt x="320972" y="85535"/>
                </a:lnTo>
                <a:lnTo>
                  <a:pt x="323559" y="78955"/>
                </a:lnTo>
                <a:lnTo>
                  <a:pt x="325889" y="72375"/>
                </a:lnTo>
                <a:lnTo>
                  <a:pt x="327959" y="65796"/>
                </a:lnTo>
                <a:lnTo>
                  <a:pt x="329772" y="59216"/>
                </a:lnTo>
                <a:lnTo>
                  <a:pt x="331339" y="52637"/>
                </a:lnTo>
                <a:lnTo>
                  <a:pt x="332673" y="46057"/>
                </a:lnTo>
                <a:lnTo>
                  <a:pt x="333786" y="39477"/>
                </a:lnTo>
                <a:lnTo>
                  <a:pt x="334694" y="32898"/>
                </a:lnTo>
                <a:lnTo>
                  <a:pt x="335411" y="26318"/>
                </a:lnTo>
                <a:lnTo>
                  <a:pt x="335950" y="19739"/>
                </a:lnTo>
                <a:lnTo>
                  <a:pt x="336324" y="13159"/>
                </a:lnTo>
                <a:lnTo>
                  <a:pt x="336544" y="6580"/>
                </a:lnTo>
                <a:lnTo>
                  <a:pt x="336617" y="0"/>
                </a:lnTo>
                <a:lnTo>
                  <a:pt x="338480" y="0"/>
                </a:lnTo>
                <a:lnTo>
                  <a:pt x="338480" y="0"/>
                </a:lnTo>
                <a:lnTo>
                  <a:pt x="338552" y="6580"/>
                </a:lnTo>
                <a:lnTo>
                  <a:pt x="338772" y="13159"/>
                </a:lnTo>
                <a:lnTo>
                  <a:pt x="339147" y="19739"/>
                </a:lnTo>
                <a:lnTo>
                  <a:pt x="339686" y="26318"/>
                </a:lnTo>
                <a:lnTo>
                  <a:pt x="340402" y="32898"/>
                </a:lnTo>
                <a:lnTo>
                  <a:pt x="341310" y="39477"/>
                </a:lnTo>
                <a:lnTo>
                  <a:pt x="342424" y="46057"/>
                </a:lnTo>
                <a:lnTo>
                  <a:pt x="343757" y="52637"/>
                </a:lnTo>
                <a:lnTo>
                  <a:pt x="345324" y="59216"/>
                </a:lnTo>
                <a:lnTo>
                  <a:pt x="347138" y="65796"/>
                </a:lnTo>
                <a:lnTo>
                  <a:pt x="349207" y="72375"/>
                </a:lnTo>
                <a:lnTo>
                  <a:pt x="351538" y="78955"/>
                </a:lnTo>
                <a:lnTo>
                  <a:pt x="354125" y="85535"/>
                </a:lnTo>
                <a:lnTo>
                  <a:pt x="356948" y="92114"/>
                </a:lnTo>
                <a:lnTo>
                  <a:pt x="359967" y="98694"/>
                </a:lnTo>
                <a:lnTo>
                  <a:pt x="363122" y="105273"/>
                </a:lnTo>
                <a:lnTo>
                  <a:pt x="366329" y="111853"/>
                </a:lnTo>
                <a:lnTo>
                  <a:pt x="369489" y="118432"/>
                </a:lnTo>
                <a:lnTo>
                  <a:pt x="372498" y="125012"/>
                </a:lnTo>
                <a:lnTo>
                  <a:pt x="375256" y="131592"/>
                </a:lnTo>
                <a:lnTo>
                  <a:pt x="377684" y="138171"/>
                </a:lnTo>
                <a:lnTo>
                  <a:pt x="379729" y="144751"/>
                </a:lnTo>
                <a:lnTo>
                  <a:pt x="381376" y="151330"/>
                </a:lnTo>
                <a:lnTo>
                  <a:pt x="382641" y="157910"/>
                </a:lnTo>
                <a:lnTo>
                  <a:pt x="383567" y="164489"/>
                </a:lnTo>
                <a:lnTo>
                  <a:pt x="384214" y="171069"/>
                </a:lnTo>
                <a:lnTo>
                  <a:pt x="384646" y="177649"/>
                </a:lnTo>
                <a:lnTo>
                  <a:pt x="384921" y="184228"/>
                </a:lnTo>
                <a:lnTo>
                  <a:pt x="385082" y="190808"/>
                </a:lnTo>
                <a:lnTo>
                  <a:pt x="385153" y="197387"/>
                </a:lnTo>
                <a:lnTo>
                  <a:pt x="385141" y="203967"/>
                </a:lnTo>
                <a:lnTo>
                  <a:pt x="385038" y="210546"/>
                </a:lnTo>
                <a:lnTo>
                  <a:pt x="384829" y="217126"/>
                </a:lnTo>
                <a:lnTo>
                  <a:pt x="384494" y="223706"/>
                </a:lnTo>
                <a:lnTo>
                  <a:pt x="384020" y="230285"/>
                </a:lnTo>
                <a:lnTo>
                  <a:pt x="383401" y="236865"/>
                </a:lnTo>
                <a:lnTo>
                  <a:pt x="382643" y="243444"/>
                </a:lnTo>
                <a:lnTo>
                  <a:pt x="381765" y="250024"/>
                </a:lnTo>
                <a:lnTo>
                  <a:pt x="380795" y="256604"/>
                </a:lnTo>
                <a:lnTo>
                  <a:pt x="379766" y="263183"/>
                </a:lnTo>
                <a:lnTo>
                  <a:pt x="378713" y="269763"/>
                </a:lnTo>
                <a:lnTo>
                  <a:pt x="377670" y="276342"/>
                </a:lnTo>
                <a:lnTo>
                  <a:pt x="376663" y="282922"/>
                </a:lnTo>
                <a:lnTo>
                  <a:pt x="375717" y="289501"/>
                </a:lnTo>
                <a:lnTo>
                  <a:pt x="374856" y="296081"/>
                </a:lnTo>
                <a:lnTo>
                  <a:pt x="374106" y="302661"/>
                </a:lnTo>
                <a:lnTo>
                  <a:pt x="373496" y="309240"/>
                </a:lnTo>
                <a:lnTo>
                  <a:pt x="373063" y="315820"/>
                </a:lnTo>
                <a:lnTo>
                  <a:pt x="372844" y="322399"/>
                </a:lnTo>
                <a:lnTo>
                  <a:pt x="372877" y="328979"/>
                </a:lnTo>
                <a:lnTo>
                  <a:pt x="373184" y="335558"/>
                </a:lnTo>
                <a:lnTo>
                  <a:pt x="373770" y="342138"/>
                </a:lnTo>
                <a:lnTo>
                  <a:pt x="374614" y="348718"/>
                </a:lnTo>
                <a:lnTo>
                  <a:pt x="375669" y="355297"/>
                </a:lnTo>
                <a:lnTo>
                  <a:pt x="376858" y="361877"/>
                </a:lnTo>
                <a:lnTo>
                  <a:pt x="378087" y="368456"/>
                </a:lnTo>
                <a:lnTo>
                  <a:pt x="379251" y="375036"/>
                </a:lnTo>
                <a:lnTo>
                  <a:pt x="380249" y="381616"/>
                </a:lnTo>
                <a:lnTo>
                  <a:pt x="380988" y="388195"/>
                </a:lnTo>
                <a:lnTo>
                  <a:pt x="381398" y="394775"/>
                </a:lnTo>
                <a:lnTo>
                  <a:pt x="381432" y="401354"/>
                </a:lnTo>
                <a:lnTo>
                  <a:pt x="381070" y="407934"/>
                </a:lnTo>
                <a:lnTo>
                  <a:pt x="380314" y="414513"/>
                </a:lnTo>
                <a:lnTo>
                  <a:pt x="379187" y="421093"/>
                </a:lnTo>
                <a:lnTo>
                  <a:pt x="377728" y="427673"/>
                </a:lnTo>
                <a:lnTo>
                  <a:pt x="375990" y="434252"/>
                </a:lnTo>
                <a:lnTo>
                  <a:pt x="374039" y="440832"/>
                </a:lnTo>
                <a:lnTo>
                  <a:pt x="371950" y="447411"/>
                </a:lnTo>
                <a:lnTo>
                  <a:pt x="369810" y="453991"/>
                </a:lnTo>
                <a:lnTo>
                  <a:pt x="367716" y="460570"/>
                </a:lnTo>
                <a:lnTo>
                  <a:pt x="365764" y="467150"/>
                </a:lnTo>
                <a:lnTo>
                  <a:pt x="364052" y="473730"/>
                </a:lnTo>
                <a:lnTo>
                  <a:pt x="362659" y="480309"/>
                </a:lnTo>
                <a:lnTo>
                  <a:pt x="361642" y="486889"/>
                </a:lnTo>
                <a:lnTo>
                  <a:pt x="361025" y="493468"/>
                </a:lnTo>
                <a:lnTo>
                  <a:pt x="360791" y="500048"/>
                </a:lnTo>
                <a:lnTo>
                  <a:pt x="360888" y="506627"/>
                </a:lnTo>
                <a:lnTo>
                  <a:pt x="361230" y="513207"/>
                </a:lnTo>
                <a:lnTo>
                  <a:pt x="361712" y="519787"/>
                </a:lnTo>
                <a:lnTo>
                  <a:pt x="362222" y="526366"/>
                </a:lnTo>
                <a:lnTo>
                  <a:pt x="362657" y="532946"/>
                </a:lnTo>
                <a:lnTo>
                  <a:pt x="362932" y="539525"/>
                </a:lnTo>
                <a:lnTo>
                  <a:pt x="362993" y="546105"/>
                </a:lnTo>
                <a:lnTo>
                  <a:pt x="362813" y="552685"/>
                </a:lnTo>
                <a:lnTo>
                  <a:pt x="362398" y="559264"/>
                </a:lnTo>
                <a:lnTo>
                  <a:pt x="361777" y="565844"/>
                </a:lnTo>
                <a:lnTo>
                  <a:pt x="361000" y="572423"/>
                </a:lnTo>
                <a:lnTo>
                  <a:pt x="360125" y="579003"/>
                </a:lnTo>
                <a:lnTo>
                  <a:pt x="359212" y="585582"/>
                </a:lnTo>
                <a:lnTo>
                  <a:pt x="358313" y="592162"/>
                </a:lnTo>
                <a:lnTo>
                  <a:pt x="357467" y="598742"/>
                </a:lnTo>
                <a:lnTo>
                  <a:pt x="356692" y="605321"/>
                </a:lnTo>
                <a:lnTo>
                  <a:pt x="355987" y="611901"/>
                </a:lnTo>
                <a:lnTo>
                  <a:pt x="355331" y="618480"/>
                </a:lnTo>
                <a:lnTo>
                  <a:pt x="354687" y="625060"/>
                </a:lnTo>
                <a:lnTo>
                  <a:pt x="354015" y="631639"/>
                </a:lnTo>
                <a:lnTo>
                  <a:pt x="353277" y="638219"/>
                </a:lnTo>
                <a:lnTo>
                  <a:pt x="352450" y="644799"/>
                </a:lnTo>
                <a:lnTo>
                  <a:pt x="351531" y="651378"/>
                </a:lnTo>
                <a:lnTo>
                  <a:pt x="350537" y="657958"/>
                </a:lnTo>
                <a:lnTo>
                  <a:pt x="349509" y="664537"/>
                </a:lnTo>
                <a:lnTo>
                  <a:pt x="348503" y="671117"/>
                </a:lnTo>
                <a:lnTo>
                  <a:pt x="347578" y="677697"/>
                </a:lnTo>
                <a:lnTo>
                  <a:pt x="346790" y="684276"/>
                </a:lnTo>
                <a:lnTo>
                  <a:pt x="346182" y="690856"/>
                </a:lnTo>
                <a:lnTo>
                  <a:pt x="345782" y="697435"/>
                </a:lnTo>
                <a:lnTo>
                  <a:pt x="345598" y="704015"/>
                </a:lnTo>
                <a:lnTo>
                  <a:pt x="345627" y="710594"/>
                </a:lnTo>
                <a:lnTo>
                  <a:pt x="345863" y="717174"/>
                </a:lnTo>
                <a:lnTo>
                  <a:pt x="346318" y="723754"/>
                </a:lnTo>
                <a:lnTo>
                  <a:pt x="347037" y="730333"/>
                </a:lnTo>
                <a:lnTo>
                  <a:pt x="348127" y="736913"/>
                </a:lnTo>
                <a:lnTo>
                  <a:pt x="349786" y="743492"/>
                </a:lnTo>
                <a:lnTo>
                  <a:pt x="352329" y="750072"/>
                </a:lnTo>
                <a:lnTo>
                  <a:pt x="356217" y="756651"/>
                </a:lnTo>
                <a:lnTo>
                  <a:pt x="362069" y="763231"/>
                </a:lnTo>
                <a:lnTo>
                  <a:pt x="370646" y="769811"/>
                </a:lnTo>
                <a:lnTo>
                  <a:pt x="382796" y="776390"/>
                </a:lnTo>
                <a:lnTo>
                  <a:pt x="399349" y="782970"/>
                </a:lnTo>
                <a:lnTo>
                  <a:pt x="420958" y="789549"/>
                </a:lnTo>
                <a:lnTo>
                  <a:pt x="447891" y="796129"/>
                </a:lnTo>
                <a:lnTo>
                  <a:pt x="479832" y="802708"/>
                </a:lnTo>
                <a:lnTo>
                  <a:pt x="515710" y="809288"/>
                </a:lnTo>
                <a:lnTo>
                  <a:pt x="553639" y="815868"/>
                </a:lnTo>
                <a:lnTo>
                  <a:pt x="591006" y="822447"/>
                </a:lnTo>
                <a:lnTo>
                  <a:pt x="624731" y="829027"/>
                </a:lnTo>
                <a:lnTo>
                  <a:pt x="651664" y="835606"/>
                </a:lnTo>
                <a:lnTo>
                  <a:pt x="669073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929" name="F2_precision_recall_distributions_3743">
            <a:extLst>
              <a:ext uri="{FF2B5EF4-FFF2-40B4-BE49-F238E27FC236}">
                <a16:creationId xmlns:a16="http://schemas.microsoft.com/office/drawing/2014/main" id="{9E20A9A4-64B3-4802-9557-3AFA8E0FA2B8}"/>
              </a:ext>
            </a:extLst>
          </p:cNvPr>
          <p:cNvSpPr>
            <a:spLocks noGrp="1"/>
          </p:cNvSpPr>
          <p:nvPr/>
        </p:nvSpPr>
        <p:spPr>
          <a:xfrm>
            <a:off x="827890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0" name="F2_precision_recall_distributions_3744">
            <a:extLst>
              <a:ext uri="{FF2B5EF4-FFF2-40B4-BE49-F238E27FC236}">
                <a16:creationId xmlns:a16="http://schemas.microsoft.com/office/drawing/2014/main" id="{7340EAD6-E29B-4238-9AC7-F0C0A22EA2BC}"/>
              </a:ext>
            </a:extLst>
          </p:cNvPr>
          <p:cNvSpPr>
            <a:spLocks noGrp="1"/>
          </p:cNvSpPr>
          <p:nvPr/>
        </p:nvSpPr>
        <p:spPr>
          <a:xfrm>
            <a:off x="828518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1" name="F2_precision_recall_distributions_3745">
            <a:extLst>
              <a:ext uri="{FF2B5EF4-FFF2-40B4-BE49-F238E27FC236}">
                <a16:creationId xmlns:a16="http://schemas.microsoft.com/office/drawing/2014/main" id="{E0522C90-90DE-4E78-88D9-A1491BF156FE}"/>
              </a:ext>
            </a:extLst>
          </p:cNvPr>
          <p:cNvSpPr>
            <a:spLocks noGrp="1"/>
          </p:cNvSpPr>
          <p:nvPr/>
        </p:nvSpPr>
        <p:spPr>
          <a:xfrm>
            <a:off x="8273894" y="198823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2" name="F2_precision_recall_distributions_3746">
            <a:extLst>
              <a:ext uri="{FF2B5EF4-FFF2-40B4-BE49-F238E27FC236}">
                <a16:creationId xmlns:a16="http://schemas.microsoft.com/office/drawing/2014/main" id="{C0CEA4D7-B31A-4246-B46E-7A302B0B354D}"/>
              </a:ext>
            </a:extLst>
          </p:cNvPr>
          <p:cNvSpPr>
            <a:spLocks noGrp="1"/>
          </p:cNvSpPr>
          <p:nvPr/>
        </p:nvSpPr>
        <p:spPr>
          <a:xfrm>
            <a:off x="837353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3" name="F2_precision_recall_distributions_3747">
            <a:extLst>
              <a:ext uri="{FF2B5EF4-FFF2-40B4-BE49-F238E27FC236}">
                <a16:creationId xmlns:a16="http://schemas.microsoft.com/office/drawing/2014/main" id="{D29C1788-14CB-4504-AD75-BF409ACB13C2}"/>
              </a:ext>
            </a:extLst>
          </p:cNvPr>
          <p:cNvSpPr>
            <a:spLocks noGrp="1"/>
          </p:cNvSpPr>
          <p:nvPr/>
        </p:nvSpPr>
        <p:spPr>
          <a:xfrm>
            <a:off x="8254665" y="1808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4" name="F2_precision_recall_distributions_3748">
            <a:extLst>
              <a:ext uri="{FF2B5EF4-FFF2-40B4-BE49-F238E27FC236}">
                <a16:creationId xmlns:a16="http://schemas.microsoft.com/office/drawing/2014/main" id="{4448AE86-043C-4FBE-A3C7-BEDDEF968359}"/>
              </a:ext>
            </a:extLst>
          </p:cNvPr>
          <p:cNvSpPr>
            <a:spLocks noGrp="1"/>
          </p:cNvSpPr>
          <p:nvPr/>
        </p:nvSpPr>
        <p:spPr>
          <a:xfrm>
            <a:off x="813290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5" name="F2_precision_recall_distributions_3749">
            <a:extLst>
              <a:ext uri="{FF2B5EF4-FFF2-40B4-BE49-F238E27FC236}">
                <a16:creationId xmlns:a16="http://schemas.microsoft.com/office/drawing/2014/main" id="{66DF26FF-1F29-4BBF-B4B8-F7B5FEC26387}"/>
              </a:ext>
            </a:extLst>
          </p:cNvPr>
          <p:cNvSpPr>
            <a:spLocks noGrp="1"/>
          </p:cNvSpPr>
          <p:nvPr/>
        </p:nvSpPr>
        <p:spPr>
          <a:xfrm>
            <a:off x="815151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6" name="F2_precision_recall_distributions_3750">
            <a:extLst>
              <a:ext uri="{FF2B5EF4-FFF2-40B4-BE49-F238E27FC236}">
                <a16:creationId xmlns:a16="http://schemas.microsoft.com/office/drawing/2014/main" id="{7BB8E813-A619-4FED-BFE9-A1761201B8DF}"/>
              </a:ext>
            </a:extLst>
          </p:cNvPr>
          <p:cNvSpPr>
            <a:spLocks noGrp="1"/>
          </p:cNvSpPr>
          <p:nvPr/>
        </p:nvSpPr>
        <p:spPr>
          <a:xfrm>
            <a:off x="8203595" y="15826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7" name="F2_precision_recall_distributions_3751">
            <a:extLst>
              <a:ext uri="{FF2B5EF4-FFF2-40B4-BE49-F238E27FC236}">
                <a16:creationId xmlns:a16="http://schemas.microsoft.com/office/drawing/2014/main" id="{E7692D35-56C0-4323-B9E7-9328058CB544}"/>
              </a:ext>
            </a:extLst>
          </p:cNvPr>
          <p:cNvSpPr>
            <a:spLocks noGrp="1"/>
          </p:cNvSpPr>
          <p:nvPr/>
        </p:nvSpPr>
        <p:spPr>
          <a:xfrm>
            <a:off x="832284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8" name="F2_precision_recall_distributions_3752">
            <a:extLst>
              <a:ext uri="{FF2B5EF4-FFF2-40B4-BE49-F238E27FC236}">
                <a16:creationId xmlns:a16="http://schemas.microsoft.com/office/drawing/2014/main" id="{62D4D914-BBB2-4F24-9ADA-FBD82B20D196}"/>
              </a:ext>
            </a:extLst>
          </p:cNvPr>
          <p:cNvSpPr>
            <a:spLocks noGrp="1"/>
          </p:cNvSpPr>
          <p:nvPr/>
        </p:nvSpPr>
        <p:spPr>
          <a:xfrm>
            <a:off x="8482322" y="16855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9" name="F2_precision_recall_distributions_3753">
            <a:extLst>
              <a:ext uri="{FF2B5EF4-FFF2-40B4-BE49-F238E27FC236}">
                <a16:creationId xmlns:a16="http://schemas.microsoft.com/office/drawing/2014/main" id="{C2ABD5A6-7016-4A65-B022-ACAC8E51CBB1}"/>
              </a:ext>
            </a:extLst>
          </p:cNvPr>
          <p:cNvSpPr>
            <a:spLocks noGrp="1"/>
          </p:cNvSpPr>
          <p:nvPr/>
        </p:nvSpPr>
        <p:spPr>
          <a:xfrm>
            <a:off x="8199225" y="19238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0" name="F2_precision_recall_distributions_3754">
            <a:extLst>
              <a:ext uri="{FF2B5EF4-FFF2-40B4-BE49-F238E27FC236}">
                <a16:creationId xmlns:a16="http://schemas.microsoft.com/office/drawing/2014/main" id="{A8F54898-BF78-4F00-9D41-822A30D3545C}"/>
              </a:ext>
            </a:extLst>
          </p:cNvPr>
          <p:cNvSpPr>
            <a:spLocks noGrp="1"/>
          </p:cNvSpPr>
          <p:nvPr/>
        </p:nvSpPr>
        <p:spPr>
          <a:xfrm>
            <a:off x="8479091" y="18604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1" name="F2_precision_recall_distributions_3755">
            <a:extLst>
              <a:ext uri="{FF2B5EF4-FFF2-40B4-BE49-F238E27FC236}">
                <a16:creationId xmlns:a16="http://schemas.microsoft.com/office/drawing/2014/main" id="{0362E224-AB99-49B3-8DC8-596983762759}"/>
              </a:ext>
            </a:extLst>
          </p:cNvPr>
          <p:cNvSpPr>
            <a:spLocks noGrp="1"/>
          </p:cNvSpPr>
          <p:nvPr/>
        </p:nvSpPr>
        <p:spPr>
          <a:xfrm>
            <a:off x="8411766" y="16694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2" name="F2_precision_recall_distributions_3756">
            <a:extLst>
              <a:ext uri="{FF2B5EF4-FFF2-40B4-BE49-F238E27FC236}">
                <a16:creationId xmlns:a16="http://schemas.microsoft.com/office/drawing/2014/main" id="{5A4C51C9-D919-4E65-8ECB-CE394B3205D9}"/>
              </a:ext>
            </a:extLst>
          </p:cNvPr>
          <p:cNvSpPr>
            <a:spLocks noGrp="1"/>
          </p:cNvSpPr>
          <p:nvPr/>
        </p:nvSpPr>
        <p:spPr>
          <a:xfrm>
            <a:off x="827362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3" name="F2_precision_recall_distributions_3757">
            <a:extLst>
              <a:ext uri="{FF2B5EF4-FFF2-40B4-BE49-F238E27FC236}">
                <a16:creationId xmlns:a16="http://schemas.microsoft.com/office/drawing/2014/main" id="{D4E9A3EF-653C-4FD8-9B89-3F24EF71DB53}"/>
              </a:ext>
            </a:extLst>
          </p:cNvPr>
          <p:cNvSpPr>
            <a:spLocks noGrp="1"/>
          </p:cNvSpPr>
          <p:nvPr/>
        </p:nvSpPr>
        <p:spPr>
          <a:xfrm>
            <a:off x="8209330" y="20664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4" name="F2_precision_recall_distributions_3758">
            <a:extLst>
              <a:ext uri="{FF2B5EF4-FFF2-40B4-BE49-F238E27FC236}">
                <a16:creationId xmlns:a16="http://schemas.microsoft.com/office/drawing/2014/main" id="{E2E52BDC-75A7-49B7-8BB7-367BF8CDB794}"/>
              </a:ext>
            </a:extLst>
          </p:cNvPr>
          <p:cNvSpPr>
            <a:spLocks noGrp="1"/>
          </p:cNvSpPr>
          <p:nvPr/>
        </p:nvSpPr>
        <p:spPr>
          <a:xfrm>
            <a:off x="8397840" y="16875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5" name="F2_precision_recall_distributions_3759">
            <a:extLst>
              <a:ext uri="{FF2B5EF4-FFF2-40B4-BE49-F238E27FC236}">
                <a16:creationId xmlns:a16="http://schemas.microsoft.com/office/drawing/2014/main" id="{CA6CAFD2-5F4B-4431-B360-72F44F3E445F}"/>
              </a:ext>
            </a:extLst>
          </p:cNvPr>
          <p:cNvSpPr>
            <a:spLocks noGrp="1"/>
          </p:cNvSpPr>
          <p:nvPr/>
        </p:nvSpPr>
        <p:spPr>
          <a:xfrm>
            <a:off x="83819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6" name="F2_precision_recall_distributions_3760">
            <a:extLst>
              <a:ext uri="{FF2B5EF4-FFF2-40B4-BE49-F238E27FC236}">
                <a16:creationId xmlns:a16="http://schemas.microsoft.com/office/drawing/2014/main" id="{BE551947-707F-4497-83A1-A48BCE44AB7A}"/>
              </a:ext>
            </a:extLst>
          </p:cNvPr>
          <p:cNvSpPr>
            <a:spLocks noGrp="1"/>
          </p:cNvSpPr>
          <p:nvPr/>
        </p:nvSpPr>
        <p:spPr>
          <a:xfrm>
            <a:off x="8378992" y="16345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7" name="F2_precision_recall_distributions_3761">
            <a:extLst>
              <a:ext uri="{FF2B5EF4-FFF2-40B4-BE49-F238E27FC236}">
                <a16:creationId xmlns:a16="http://schemas.microsoft.com/office/drawing/2014/main" id="{4CB58FD9-C177-4661-B1FD-59901C01A56B}"/>
              </a:ext>
            </a:extLst>
          </p:cNvPr>
          <p:cNvSpPr>
            <a:spLocks noGrp="1"/>
          </p:cNvSpPr>
          <p:nvPr/>
        </p:nvSpPr>
        <p:spPr>
          <a:xfrm>
            <a:off x="8161678" y="16066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8" name="F2_precision_recall_distributions_3762">
            <a:extLst>
              <a:ext uri="{FF2B5EF4-FFF2-40B4-BE49-F238E27FC236}">
                <a16:creationId xmlns:a16="http://schemas.microsoft.com/office/drawing/2014/main" id="{4FA8CC8C-8A4E-42B8-8FAE-BED7F8882897}"/>
              </a:ext>
            </a:extLst>
          </p:cNvPr>
          <p:cNvSpPr>
            <a:spLocks noGrp="1"/>
          </p:cNvSpPr>
          <p:nvPr/>
        </p:nvSpPr>
        <p:spPr>
          <a:xfrm>
            <a:off x="8164897" y="18483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9" name="F2_precision_recall_distributions_3763">
            <a:extLst>
              <a:ext uri="{FF2B5EF4-FFF2-40B4-BE49-F238E27FC236}">
                <a16:creationId xmlns:a16="http://schemas.microsoft.com/office/drawing/2014/main" id="{7791C77D-7C30-4F9F-9372-E14DF368F4AA}"/>
              </a:ext>
            </a:extLst>
          </p:cNvPr>
          <p:cNvSpPr>
            <a:spLocks noGrp="1"/>
          </p:cNvSpPr>
          <p:nvPr/>
        </p:nvSpPr>
        <p:spPr>
          <a:xfrm>
            <a:off x="8241020" y="19190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0" name="F2_precision_recall_distributions_3764">
            <a:extLst>
              <a:ext uri="{FF2B5EF4-FFF2-40B4-BE49-F238E27FC236}">
                <a16:creationId xmlns:a16="http://schemas.microsoft.com/office/drawing/2014/main" id="{FB509598-0367-4769-AFEF-DCF6FE892058}"/>
              </a:ext>
            </a:extLst>
          </p:cNvPr>
          <p:cNvSpPr>
            <a:spLocks noGrp="1"/>
          </p:cNvSpPr>
          <p:nvPr/>
        </p:nvSpPr>
        <p:spPr>
          <a:xfrm>
            <a:off x="839150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1" name="F2_precision_recall_distributions_3765">
            <a:extLst>
              <a:ext uri="{FF2B5EF4-FFF2-40B4-BE49-F238E27FC236}">
                <a16:creationId xmlns:a16="http://schemas.microsoft.com/office/drawing/2014/main" id="{21DF1289-41C3-46DA-8394-006A00C53BB9}"/>
              </a:ext>
            </a:extLst>
          </p:cNvPr>
          <p:cNvSpPr>
            <a:spLocks noGrp="1"/>
          </p:cNvSpPr>
          <p:nvPr/>
        </p:nvSpPr>
        <p:spPr>
          <a:xfrm>
            <a:off x="8450673" y="193219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2" name="F2_precision_recall_distributions_3766">
            <a:extLst>
              <a:ext uri="{FF2B5EF4-FFF2-40B4-BE49-F238E27FC236}">
                <a16:creationId xmlns:a16="http://schemas.microsoft.com/office/drawing/2014/main" id="{F41EE3A8-C9C8-47E7-BD77-DB1C16BB9C96}"/>
              </a:ext>
            </a:extLst>
          </p:cNvPr>
          <p:cNvSpPr>
            <a:spLocks noGrp="1"/>
          </p:cNvSpPr>
          <p:nvPr/>
        </p:nvSpPr>
        <p:spPr>
          <a:xfrm>
            <a:off x="8414375" y="17210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3" name="F2_precision_recall_distributions_3767">
            <a:extLst>
              <a:ext uri="{FF2B5EF4-FFF2-40B4-BE49-F238E27FC236}">
                <a16:creationId xmlns:a16="http://schemas.microsoft.com/office/drawing/2014/main" id="{CE3AE0F9-1E01-4D72-B95E-169E91759FD0}"/>
              </a:ext>
            </a:extLst>
          </p:cNvPr>
          <p:cNvSpPr>
            <a:spLocks noGrp="1"/>
          </p:cNvSpPr>
          <p:nvPr/>
        </p:nvSpPr>
        <p:spPr>
          <a:xfrm>
            <a:off x="835895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4" name="F2_precision_recall_distributions_3768">
            <a:extLst>
              <a:ext uri="{FF2B5EF4-FFF2-40B4-BE49-F238E27FC236}">
                <a16:creationId xmlns:a16="http://schemas.microsoft.com/office/drawing/2014/main" id="{600FA120-F75B-4716-9F16-59D4230EE9E6}"/>
              </a:ext>
            </a:extLst>
          </p:cNvPr>
          <p:cNvSpPr>
            <a:spLocks noGrp="1"/>
          </p:cNvSpPr>
          <p:nvPr/>
        </p:nvSpPr>
        <p:spPr>
          <a:xfrm>
            <a:off x="828774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5" name="F2_precision_recall_distributions_3769">
            <a:extLst>
              <a:ext uri="{FF2B5EF4-FFF2-40B4-BE49-F238E27FC236}">
                <a16:creationId xmlns:a16="http://schemas.microsoft.com/office/drawing/2014/main" id="{0D8A2059-D6AE-46E1-81D0-69C5E4958A52}"/>
              </a:ext>
            </a:extLst>
          </p:cNvPr>
          <p:cNvSpPr>
            <a:spLocks noGrp="1"/>
          </p:cNvSpPr>
          <p:nvPr/>
        </p:nvSpPr>
        <p:spPr>
          <a:xfrm>
            <a:off x="8374537" y="20009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6" name="F2_precision_recall_distributions_3770">
            <a:extLst>
              <a:ext uri="{FF2B5EF4-FFF2-40B4-BE49-F238E27FC236}">
                <a16:creationId xmlns:a16="http://schemas.microsoft.com/office/drawing/2014/main" id="{E08B5114-2F56-40E8-A1C4-084580640C47}"/>
              </a:ext>
            </a:extLst>
          </p:cNvPr>
          <p:cNvSpPr>
            <a:spLocks noGrp="1"/>
          </p:cNvSpPr>
          <p:nvPr/>
        </p:nvSpPr>
        <p:spPr>
          <a:xfrm>
            <a:off x="846137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7" name="F2_precision_recall_distributions_3771">
            <a:extLst>
              <a:ext uri="{FF2B5EF4-FFF2-40B4-BE49-F238E27FC236}">
                <a16:creationId xmlns:a16="http://schemas.microsoft.com/office/drawing/2014/main" id="{0F4E73B8-FB3D-447D-B806-B883FFC775EE}"/>
              </a:ext>
            </a:extLst>
          </p:cNvPr>
          <p:cNvSpPr>
            <a:spLocks noGrp="1"/>
          </p:cNvSpPr>
          <p:nvPr/>
        </p:nvSpPr>
        <p:spPr>
          <a:xfrm>
            <a:off x="8383134" y="16217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8" name="F2_precision_recall_distributions_3772">
            <a:extLst>
              <a:ext uri="{FF2B5EF4-FFF2-40B4-BE49-F238E27FC236}">
                <a16:creationId xmlns:a16="http://schemas.microsoft.com/office/drawing/2014/main" id="{9012CD6A-1DC2-4D9C-8094-A35824DF33C6}"/>
              </a:ext>
            </a:extLst>
          </p:cNvPr>
          <p:cNvSpPr>
            <a:spLocks noGrp="1"/>
          </p:cNvSpPr>
          <p:nvPr/>
        </p:nvSpPr>
        <p:spPr>
          <a:xfrm>
            <a:off x="8400883" y="16183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9" name="F2_precision_recall_distributions_3773">
            <a:extLst>
              <a:ext uri="{FF2B5EF4-FFF2-40B4-BE49-F238E27FC236}">
                <a16:creationId xmlns:a16="http://schemas.microsoft.com/office/drawing/2014/main" id="{5A5C7528-E72C-4DC6-B704-345EF7F5D7AD}"/>
              </a:ext>
            </a:extLst>
          </p:cNvPr>
          <p:cNvSpPr>
            <a:spLocks noGrp="1"/>
          </p:cNvSpPr>
          <p:nvPr/>
        </p:nvSpPr>
        <p:spPr>
          <a:xfrm>
            <a:off x="83000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0" name="F2_precision_recall_distributions_3774">
            <a:extLst>
              <a:ext uri="{FF2B5EF4-FFF2-40B4-BE49-F238E27FC236}">
                <a16:creationId xmlns:a16="http://schemas.microsoft.com/office/drawing/2014/main" id="{7479D08D-E701-4AB7-994D-95ADC63FD794}"/>
              </a:ext>
            </a:extLst>
          </p:cNvPr>
          <p:cNvSpPr>
            <a:spLocks noGrp="1"/>
          </p:cNvSpPr>
          <p:nvPr/>
        </p:nvSpPr>
        <p:spPr>
          <a:xfrm>
            <a:off x="8352932" y="18786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1" name="F2_precision_recall_distributions_3775">
            <a:extLst>
              <a:ext uri="{FF2B5EF4-FFF2-40B4-BE49-F238E27FC236}">
                <a16:creationId xmlns:a16="http://schemas.microsoft.com/office/drawing/2014/main" id="{5A2E7875-D7C6-4BA8-8023-BE82DB2BBF53}"/>
              </a:ext>
            </a:extLst>
          </p:cNvPr>
          <p:cNvSpPr>
            <a:spLocks noGrp="1"/>
          </p:cNvSpPr>
          <p:nvPr/>
        </p:nvSpPr>
        <p:spPr>
          <a:xfrm>
            <a:off x="838581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2" name="F2_precision_recall_distributions_3776">
            <a:extLst>
              <a:ext uri="{FF2B5EF4-FFF2-40B4-BE49-F238E27FC236}">
                <a16:creationId xmlns:a16="http://schemas.microsoft.com/office/drawing/2014/main" id="{1E059B64-6305-4A64-A806-C68DB1B4819A}"/>
              </a:ext>
            </a:extLst>
          </p:cNvPr>
          <p:cNvSpPr>
            <a:spLocks noGrp="1"/>
          </p:cNvSpPr>
          <p:nvPr/>
        </p:nvSpPr>
        <p:spPr>
          <a:xfrm>
            <a:off x="8238484" y="16183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3" name="F2_precision_recall_distributions_3777">
            <a:extLst>
              <a:ext uri="{FF2B5EF4-FFF2-40B4-BE49-F238E27FC236}">
                <a16:creationId xmlns:a16="http://schemas.microsoft.com/office/drawing/2014/main" id="{FEC9CDBD-95A5-4B5E-8E8D-94FED51921F3}"/>
              </a:ext>
            </a:extLst>
          </p:cNvPr>
          <p:cNvSpPr>
            <a:spLocks noGrp="1"/>
          </p:cNvSpPr>
          <p:nvPr/>
        </p:nvSpPr>
        <p:spPr>
          <a:xfrm>
            <a:off x="826051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4" name="F2_precision_recall_distributions_3778">
            <a:extLst>
              <a:ext uri="{FF2B5EF4-FFF2-40B4-BE49-F238E27FC236}">
                <a16:creationId xmlns:a16="http://schemas.microsoft.com/office/drawing/2014/main" id="{DE8E3ABD-ABB6-43F5-B6BA-3596F4FE7805}"/>
              </a:ext>
            </a:extLst>
          </p:cNvPr>
          <p:cNvSpPr>
            <a:spLocks noGrp="1"/>
          </p:cNvSpPr>
          <p:nvPr/>
        </p:nvSpPr>
        <p:spPr>
          <a:xfrm>
            <a:off x="846483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5" name="F2_precision_recall_distributions_3779">
            <a:extLst>
              <a:ext uri="{FF2B5EF4-FFF2-40B4-BE49-F238E27FC236}">
                <a16:creationId xmlns:a16="http://schemas.microsoft.com/office/drawing/2014/main" id="{45E9F47F-1DC9-495E-BC69-A05A2E426344}"/>
              </a:ext>
            </a:extLst>
          </p:cNvPr>
          <p:cNvSpPr>
            <a:spLocks noGrp="1"/>
          </p:cNvSpPr>
          <p:nvPr/>
        </p:nvSpPr>
        <p:spPr>
          <a:xfrm>
            <a:off x="823733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6" name="F2_precision_recall_distributions_3780">
            <a:extLst>
              <a:ext uri="{FF2B5EF4-FFF2-40B4-BE49-F238E27FC236}">
                <a16:creationId xmlns:a16="http://schemas.microsoft.com/office/drawing/2014/main" id="{88720554-8718-4FC6-96CF-57C15ECDED47}"/>
              </a:ext>
            </a:extLst>
          </p:cNvPr>
          <p:cNvSpPr>
            <a:spLocks noGrp="1"/>
          </p:cNvSpPr>
          <p:nvPr/>
        </p:nvSpPr>
        <p:spPr>
          <a:xfrm>
            <a:off x="8468661" y="16947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7" name="F2_precision_recall_distributions_3781">
            <a:extLst>
              <a:ext uri="{FF2B5EF4-FFF2-40B4-BE49-F238E27FC236}">
                <a16:creationId xmlns:a16="http://schemas.microsoft.com/office/drawing/2014/main" id="{4B2A1980-2CA2-4AF3-91A2-86D089DF1C94}"/>
              </a:ext>
            </a:extLst>
          </p:cNvPr>
          <p:cNvSpPr>
            <a:spLocks noGrp="1"/>
          </p:cNvSpPr>
          <p:nvPr/>
        </p:nvSpPr>
        <p:spPr>
          <a:xfrm>
            <a:off x="819447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8" name="F2_precision_recall_distributions_3782">
            <a:extLst>
              <a:ext uri="{FF2B5EF4-FFF2-40B4-BE49-F238E27FC236}">
                <a16:creationId xmlns:a16="http://schemas.microsoft.com/office/drawing/2014/main" id="{E5860143-0DD5-46C1-A2D2-D53D84E3CFD4}"/>
              </a:ext>
            </a:extLst>
          </p:cNvPr>
          <p:cNvSpPr>
            <a:spLocks noGrp="1"/>
          </p:cNvSpPr>
          <p:nvPr/>
        </p:nvSpPr>
        <p:spPr>
          <a:xfrm>
            <a:off x="8457396" y="17370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9" name="F2_precision_recall_distributions_3783">
            <a:extLst>
              <a:ext uri="{FF2B5EF4-FFF2-40B4-BE49-F238E27FC236}">
                <a16:creationId xmlns:a16="http://schemas.microsoft.com/office/drawing/2014/main" id="{2EFB6D1E-7570-4023-8CBF-FFE2A3A29195}"/>
              </a:ext>
            </a:extLst>
          </p:cNvPr>
          <p:cNvSpPr>
            <a:spLocks noGrp="1"/>
          </p:cNvSpPr>
          <p:nvPr/>
        </p:nvSpPr>
        <p:spPr>
          <a:xfrm>
            <a:off x="81957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0" name="F2_precision_recall_distributions_3784">
            <a:extLst>
              <a:ext uri="{FF2B5EF4-FFF2-40B4-BE49-F238E27FC236}">
                <a16:creationId xmlns:a16="http://schemas.microsoft.com/office/drawing/2014/main" id="{FEE869E6-743B-4695-A8C6-9A1D7B41DEA0}"/>
              </a:ext>
            </a:extLst>
          </p:cNvPr>
          <p:cNvSpPr>
            <a:spLocks noGrp="1"/>
          </p:cNvSpPr>
          <p:nvPr/>
        </p:nvSpPr>
        <p:spPr>
          <a:xfrm>
            <a:off x="8426758" y="16996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1" name="F2_precision_recall_distributions_3785">
            <a:extLst>
              <a:ext uri="{FF2B5EF4-FFF2-40B4-BE49-F238E27FC236}">
                <a16:creationId xmlns:a16="http://schemas.microsoft.com/office/drawing/2014/main" id="{F6C9037C-95EF-4BCC-82C6-145A6CD160B4}"/>
              </a:ext>
            </a:extLst>
          </p:cNvPr>
          <p:cNvSpPr>
            <a:spLocks noGrp="1"/>
          </p:cNvSpPr>
          <p:nvPr/>
        </p:nvSpPr>
        <p:spPr>
          <a:xfrm>
            <a:off x="839511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2" name="F2_precision_recall_distributions_3786">
            <a:extLst>
              <a:ext uri="{FF2B5EF4-FFF2-40B4-BE49-F238E27FC236}">
                <a16:creationId xmlns:a16="http://schemas.microsoft.com/office/drawing/2014/main" id="{94FF73D9-C9AF-4BA8-B547-2867AAF7D136}"/>
              </a:ext>
            </a:extLst>
          </p:cNvPr>
          <p:cNvSpPr>
            <a:spLocks noGrp="1"/>
          </p:cNvSpPr>
          <p:nvPr/>
        </p:nvSpPr>
        <p:spPr>
          <a:xfrm>
            <a:off x="827077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3" name="F2_precision_recall_distributions_3787">
            <a:extLst>
              <a:ext uri="{FF2B5EF4-FFF2-40B4-BE49-F238E27FC236}">
                <a16:creationId xmlns:a16="http://schemas.microsoft.com/office/drawing/2014/main" id="{777448EF-DEFB-44DE-BBC7-3E08987160CA}"/>
              </a:ext>
            </a:extLst>
          </p:cNvPr>
          <p:cNvSpPr>
            <a:spLocks noGrp="1"/>
          </p:cNvSpPr>
          <p:nvPr/>
        </p:nvSpPr>
        <p:spPr>
          <a:xfrm>
            <a:off x="838003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4" name="F2_precision_recall_distributions_3788">
            <a:extLst>
              <a:ext uri="{FF2B5EF4-FFF2-40B4-BE49-F238E27FC236}">
                <a16:creationId xmlns:a16="http://schemas.microsoft.com/office/drawing/2014/main" id="{A34D5422-D81F-4C34-9EB6-08220D5B461C}"/>
              </a:ext>
            </a:extLst>
          </p:cNvPr>
          <p:cNvSpPr>
            <a:spLocks noGrp="1"/>
          </p:cNvSpPr>
          <p:nvPr/>
        </p:nvSpPr>
        <p:spPr>
          <a:xfrm>
            <a:off x="820074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5" name="F2_precision_recall_distributions_3789">
            <a:extLst>
              <a:ext uri="{FF2B5EF4-FFF2-40B4-BE49-F238E27FC236}">
                <a16:creationId xmlns:a16="http://schemas.microsoft.com/office/drawing/2014/main" id="{71455F72-91C5-4480-8D18-3CA23011D08E}"/>
              </a:ext>
            </a:extLst>
          </p:cNvPr>
          <p:cNvSpPr>
            <a:spLocks noGrp="1"/>
          </p:cNvSpPr>
          <p:nvPr/>
        </p:nvSpPr>
        <p:spPr>
          <a:xfrm>
            <a:off x="8412896" y="18903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6" name="F2_precision_recall_distributions_3790">
            <a:extLst>
              <a:ext uri="{FF2B5EF4-FFF2-40B4-BE49-F238E27FC236}">
                <a16:creationId xmlns:a16="http://schemas.microsoft.com/office/drawing/2014/main" id="{AF28188A-E0CE-4FA8-9BA6-A569D15D5FCC}"/>
              </a:ext>
            </a:extLst>
          </p:cNvPr>
          <p:cNvSpPr>
            <a:spLocks noGrp="1"/>
          </p:cNvSpPr>
          <p:nvPr/>
        </p:nvSpPr>
        <p:spPr>
          <a:xfrm>
            <a:off x="823493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7" name="F2_precision_recall_distributions_3791">
            <a:extLst>
              <a:ext uri="{FF2B5EF4-FFF2-40B4-BE49-F238E27FC236}">
                <a16:creationId xmlns:a16="http://schemas.microsoft.com/office/drawing/2014/main" id="{0B4EFCBA-96B0-4331-8EA3-793DAF9F73A9}"/>
              </a:ext>
            </a:extLst>
          </p:cNvPr>
          <p:cNvSpPr>
            <a:spLocks noGrp="1"/>
          </p:cNvSpPr>
          <p:nvPr/>
        </p:nvSpPr>
        <p:spPr>
          <a:xfrm>
            <a:off x="8349422" y="17751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8" name="F2_precision_recall_distributions_3792">
            <a:extLst>
              <a:ext uri="{FF2B5EF4-FFF2-40B4-BE49-F238E27FC236}">
                <a16:creationId xmlns:a16="http://schemas.microsoft.com/office/drawing/2014/main" id="{098711DE-1BA8-411C-8424-A9AD351C57E2}"/>
              </a:ext>
            </a:extLst>
          </p:cNvPr>
          <p:cNvSpPr>
            <a:spLocks noGrp="1"/>
          </p:cNvSpPr>
          <p:nvPr/>
        </p:nvSpPr>
        <p:spPr>
          <a:xfrm>
            <a:off x="8465465" y="1882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9" name="F2_precision_recall_distributions_3793">
            <a:extLst>
              <a:ext uri="{FF2B5EF4-FFF2-40B4-BE49-F238E27FC236}">
                <a16:creationId xmlns:a16="http://schemas.microsoft.com/office/drawing/2014/main" id="{EBA9544E-E58B-496A-B4C9-7CE600F1C02B}"/>
              </a:ext>
            </a:extLst>
          </p:cNvPr>
          <p:cNvSpPr>
            <a:spLocks noGrp="1"/>
          </p:cNvSpPr>
          <p:nvPr/>
        </p:nvSpPr>
        <p:spPr>
          <a:xfrm>
            <a:off x="8403174" y="189300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0" name="F2_precision_recall_distributions_3794">
            <a:extLst>
              <a:ext uri="{FF2B5EF4-FFF2-40B4-BE49-F238E27FC236}">
                <a16:creationId xmlns:a16="http://schemas.microsoft.com/office/drawing/2014/main" id="{8F03100D-58E9-44D9-92DC-6A7920CE9B23}"/>
              </a:ext>
            </a:extLst>
          </p:cNvPr>
          <p:cNvSpPr>
            <a:spLocks noGrp="1"/>
          </p:cNvSpPr>
          <p:nvPr/>
        </p:nvSpPr>
        <p:spPr>
          <a:xfrm>
            <a:off x="822308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1" name="F2_precision_recall_distributions_3795">
            <a:extLst>
              <a:ext uri="{FF2B5EF4-FFF2-40B4-BE49-F238E27FC236}">
                <a16:creationId xmlns:a16="http://schemas.microsoft.com/office/drawing/2014/main" id="{6CFC692E-6C33-4C9B-A2DE-44B700CA0E48}"/>
              </a:ext>
            </a:extLst>
          </p:cNvPr>
          <p:cNvSpPr>
            <a:spLocks noGrp="1"/>
          </p:cNvSpPr>
          <p:nvPr/>
        </p:nvSpPr>
        <p:spPr>
          <a:xfrm>
            <a:off x="8287841" y="18759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2" name="F2_precision_recall_distributions_3796">
            <a:extLst>
              <a:ext uri="{FF2B5EF4-FFF2-40B4-BE49-F238E27FC236}">
                <a16:creationId xmlns:a16="http://schemas.microsoft.com/office/drawing/2014/main" id="{C6B294B3-6AD2-4CEB-AF89-25B7008B31CE}"/>
              </a:ext>
            </a:extLst>
          </p:cNvPr>
          <p:cNvSpPr>
            <a:spLocks noGrp="1"/>
          </p:cNvSpPr>
          <p:nvPr/>
        </p:nvSpPr>
        <p:spPr>
          <a:xfrm>
            <a:off x="8130218" y="18485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3" name="F2_precision_recall_distributions_3797">
            <a:extLst>
              <a:ext uri="{FF2B5EF4-FFF2-40B4-BE49-F238E27FC236}">
                <a16:creationId xmlns:a16="http://schemas.microsoft.com/office/drawing/2014/main" id="{FE3EA994-BBCE-4C69-9AC1-12FC97EBF021}"/>
              </a:ext>
            </a:extLst>
          </p:cNvPr>
          <p:cNvSpPr>
            <a:spLocks noGrp="1"/>
          </p:cNvSpPr>
          <p:nvPr/>
        </p:nvSpPr>
        <p:spPr>
          <a:xfrm>
            <a:off x="835116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4" name="F2_precision_recall_distributions_3798">
            <a:extLst>
              <a:ext uri="{FF2B5EF4-FFF2-40B4-BE49-F238E27FC236}">
                <a16:creationId xmlns:a16="http://schemas.microsoft.com/office/drawing/2014/main" id="{2C495CD7-63D9-404E-9FAB-4339B0C86674}"/>
              </a:ext>
            </a:extLst>
          </p:cNvPr>
          <p:cNvSpPr>
            <a:spLocks noGrp="1"/>
          </p:cNvSpPr>
          <p:nvPr/>
        </p:nvSpPr>
        <p:spPr>
          <a:xfrm>
            <a:off x="8374947" y="16458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5" name="F2_precision_recall_distributions_3799">
            <a:extLst>
              <a:ext uri="{FF2B5EF4-FFF2-40B4-BE49-F238E27FC236}">
                <a16:creationId xmlns:a16="http://schemas.microsoft.com/office/drawing/2014/main" id="{F0F59E42-3161-4A19-A0B0-1AE817330C2D}"/>
              </a:ext>
            </a:extLst>
          </p:cNvPr>
          <p:cNvSpPr>
            <a:spLocks noGrp="1"/>
          </p:cNvSpPr>
          <p:nvPr/>
        </p:nvSpPr>
        <p:spPr>
          <a:xfrm>
            <a:off x="8136392" y="18628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6" name="F2_precision_recall_distributions_3800">
            <a:extLst>
              <a:ext uri="{FF2B5EF4-FFF2-40B4-BE49-F238E27FC236}">
                <a16:creationId xmlns:a16="http://schemas.microsoft.com/office/drawing/2014/main" id="{8351B190-6AE3-49B7-91EA-076F2698EA6A}"/>
              </a:ext>
            </a:extLst>
          </p:cNvPr>
          <p:cNvSpPr>
            <a:spLocks noGrp="1"/>
          </p:cNvSpPr>
          <p:nvPr/>
        </p:nvSpPr>
        <p:spPr>
          <a:xfrm>
            <a:off x="8351939" y="17734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7" name="F2_precision_recall_distributions_3801">
            <a:extLst>
              <a:ext uri="{FF2B5EF4-FFF2-40B4-BE49-F238E27FC236}">
                <a16:creationId xmlns:a16="http://schemas.microsoft.com/office/drawing/2014/main" id="{33CA4DDB-9B87-4809-9DA2-8E0522298ED2}"/>
              </a:ext>
            </a:extLst>
          </p:cNvPr>
          <p:cNvSpPr>
            <a:spLocks noGrp="1"/>
          </p:cNvSpPr>
          <p:nvPr/>
        </p:nvSpPr>
        <p:spPr>
          <a:xfrm>
            <a:off x="8232086" y="178314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8" name="F2_precision_recall_distributions_3802">
            <a:extLst>
              <a:ext uri="{FF2B5EF4-FFF2-40B4-BE49-F238E27FC236}">
                <a16:creationId xmlns:a16="http://schemas.microsoft.com/office/drawing/2014/main" id="{F1EF7503-7413-40AE-AAE9-884798FD11A9}"/>
              </a:ext>
            </a:extLst>
          </p:cNvPr>
          <p:cNvSpPr>
            <a:spLocks noGrp="1"/>
          </p:cNvSpPr>
          <p:nvPr/>
        </p:nvSpPr>
        <p:spPr>
          <a:xfrm>
            <a:off x="8165318" y="17182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9" name="F2_precision_recall_distributions_3803">
            <a:extLst>
              <a:ext uri="{FF2B5EF4-FFF2-40B4-BE49-F238E27FC236}">
                <a16:creationId xmlns:a16="http://schemas.microsoft.com/office/drawing/2014/main" id="{EB4BC921-72A8-4F00-82C1-99C54FF46914}"/>
              </a:ext>
            </a:extLst>
          </p:cNvPr>
          <p:cNvSpPr>
            <a:spLocks noGrp="1"/>
          </p:cNvSpPr>
          <p:nvPr/>
        </p:nvSpPr>
        <p:spPr>
          <a:xfrm>
            <a:off x="8498242" y="16426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0" name="F2_precision_recall_distributions_3804">
            <a:extLst>
              <a:ext uri="{FF2B5EF4-FFF2-40B4-BE49-F238E27FC236}">
                <a16:creationId xmlns:a16="http://schemas.microsoft.com/office/drawing/2014/main" id="{FF7309F7-EA6A-46C5-ABEE-FE5730435816}"/>
              </a:ext>
            </a:extLst>
          </p:cNvPr>
          <p:cNvSpPr>
            <a:spLocks noGrp="1"/>
          </p:cNvSpPr>
          <p:nvPr/>
        </p:nvSpPr>
        <p:spPr>
          <a:xfrm>
            <a:off x="833131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1" name="F2_precision_recall_distributions_3805">
            <a:extLst>
              <a:ext uri="{FF2B5EF4-FFF2-40B4-BE49-F238E27FC236}">
                <a16:creationId xmlns:a16="http://schemas.microsoft.com/office/drawing/2014/main" id="{6A6A644E-956E-4454-9ACE-87A82225C3D1}"/>
              </a:ext>
            </a:extLst>
          </p:cNvPr>
          <p:cNvSpPr>
            <a:spLocks noGrp="1"/>
          </p:cNvSpPr>
          <p:nvPr/>
        </p:nvSpPr>
        <p:spPr>
          <a:xfrm>
            <a:off x="820828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2" name="F2_precision_recall_distributions_3806">
            <a:extLst>
              <a:ext uri="{FF2B5EF4-FFF2-40B4-BE49-F238E27FC236}">
                <a16:creationId xmlns:a16="http://schemas.microsoft.com/office/drawing/2014/main" id="{5046C5C2-2FBD-4D78-A093-89647EED8276}"/>
              </a:ext>
            </a:extLst>
          </p:cNvPr>
          <p:cNvSpPr>
            <a:spLocks noGrp="1"/>
          </p:cNvSpPr>
          <p:nvPr/>
        </p:nvSpPr>
        <p:spPr>
          <a:xfrm>
            <a:off x="83526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3" name="F2_precision_recall_distributions_3807">
            <a:extLst>
              <a:ext uri="{FF2B5EF4-FFF2-40B4-BE49-F238E27FC236}">
                <a16:creationId xmlns:a16="http://schemas.microsoft.com/office/drawing/2014/main" id="{878DB822-8B89-40E3-B457-70EBB7DA4750}"/>
              </a:ext>
            </a:extLst>
          </p:cNvPr>
          <p:cNvSpPr>
            <a:spLocks noGrp="1"/>
          </p:cNvSpPr>
          <p:nvPr/>
        </p:nvSpPr>
        <p:spPr>
          <a:xfrm>
            <a:off x="8341653" y="16478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4" name="F2_precision_recall_distributions_3808">
            <a:extLst>
              <a:ext uri="{FF2B5EF4-FFF2-40B4-BE49-F238E27FC236}">
                <a16:creationId xmlns:a16="http://schemas.microsoft.com/office/drawing/2014/main" id="{E88FE262-216A-453D-831B-936E492914BD}"/>
              </a:ext>
            </a:extLst>
          </p:cNvPr>
          <p:cNvSpPr>
            <a:spLocks noGrp="1"/>
          </p:cNvSpPr>
          <p:nvPr/>
        </p:nvSpPr>
        <p:spPr>
          <a:xfrm>
            <a:off x="848528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5" name="F2_precision_recall_distributions_3809">
            <a:extLst>
              <a:ext uri="{FF2B5EF4-FFF2-40B4-BE49-F238E27FC236}">
                <a16:creationId xmlns:a16="http://schemas.microsoft.com/office/drawing/2014/main" id="{31ACC0D3-44E9-4CA0-8B67-E1130C876AE2}"/>
              </a:ext>
            </a:extLst>
          </p:cNvPr>
          <p:cNvSpPr>
            <a:spLocks noGrp="1"/>
          </p:cNvSpPr>
          <p:nvPr/>
        </p:nvSpPr>
        <p:spPr>
          <a:xfrm>
            <a:off x="820000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6" name="F2_precision_recall_distributions_3810">
            <a:extLst>
              <a:ext uri="{FF2B5EF4-FFF2-40B4-BE49-F238E27FC236}">
                <a16:creationId xmlns:a16="http://schemas.microsoft.com/office/drawing/2014/main" id="{92B8B80D-FC6F-4F6B-B10E-EC8B90773EBB}"/>
              </a:ext>
            </a:extLst>
          </p:cNvPr>
          <p:cNvSpPr>
            <a:spLocks noGrp="1"/>
          </p:cNvSpPr>
          <p:nvPr/>
        </p:nvSpPr>
        <p:spPr>
          <a:xfrm>
            <a:off x="819363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7" name="F2_precision_recall_distributions_3811">
            <a:extLst>
              <a:ext uri="{FF2B5EF4-FFF2-40B4-BE49-F238E27FC236}">
                <a16:creationId xmlns:a16="http://schemas.microsoft.com/office/drawing/2014/main" id="{67F80C23-B4A3-4035-902F-F31E3312B169}"/>
              </a:ext>
            </a:extLst>
          </p:cNvPr>
          <p:cNvSpPr>
            <a:spLocks noGrp="1"/>
          </p:cNvSpPr>
          <p:nvPr/>
        </p:nvSpPr>
        <p:spPr>
          <a:xfrm>
            <a:off x="8330189" y="17393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8" name="F2_precision_recall_distributions_3812">
            <a:extLst>
              <a:ext uri="{FF2B5EF4-FFF2-40B4-BE49-F238E27FC236}">
                <a16:creationId xmlns:a16="http://schemas.microsoft.com/office/drawing/2014/main" id="{55C8F98E-A748-4986-828C-6FACEECBE601}"/>
              </a:ext>
            </a:extLst>
          </p:cNvPr>
          <p:cNvSpPr>
            <a:spLocks noGrp="1"/>
          </p:cNvSpPr>
          <p:nvPr/>
        </p:nvSpPr>
        <p:spPr>
          <a:xfrm>
            <a:off x="836170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9" name="F2_precision_recall_distributions_3813">
            <a:extLst>
              <a:ext uri="{FF2B5EF4-FFF2-40B4-BE49-F238E27FC236}">
                <a16:creationId xmlns:a16="http://schemas.microsoft.com/office/drawing/2014/main" id="{6AC331A5-F013-4E1C-9490-B4CFE13CA1B5}"/>
              </a:ext>
            </a:extLst>
          </p:cNvPr>
          <p:cNvSpPr>
            <a:spLocks noGrp="1"/>
          </p:cNvSpPr>
          <p:nvPr/>
        </p:nvSpPr>
        <p:spPr>
          <a:xfrm>
            <a:off x="8222001" y="16890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0" name="F2_precision_recall_distributions_3814">
            <a:extLst>
              <a:ext uri="{FF2B5EF4-FFF2-40B4-BE49-F238E27FC236}">
                <a16:creationId xmlns:a16="http://schemas.microsoft.com/office/drawing/2014/main" id="{136CCAB5-B082-4199-9B39-97E5AE27AFCE}"/>
              </a:ext>
            </a:extLst>
          </p:cNvPr>
          <p:cNvSpPr>
            <a:spLocks noGrp="1"/>
          </p:cNvSpPr>
          <p:nvPr/>
        </p:nvSpPr>
        <p:spPr>
          <a:xfrm>
            <a:off x="8499015" y="18399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1" name="F2_precision_recall_distributions_3815">
            <a:extLst>
              <a:ext uri="{FF2B5EF4-FFF2-40B4-BE49-F238E27FC236}">
                <a16:creationId xmlns:a16="http://schemas.microsoft.com/office/drawing/2014/main" id="{B6BB6CCA-DE65-4C0A-868B-5E05C36C0F45}"/>
              </a:ext>
            </a:extLst>
          </p:cNvPr>
          <p:cNvSpPr>
            <a:spLocks noGrp="1"/>
          </p:cNvSpPr>
          <p:nvPr/>
        </p:nvSpPr>
        <p:spPr>
          <a:xfrm>
            <a:off x="8400598" y="22830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2" name="F2_precision_recall_distributions_3816">
            <a:extLst>
              <a:ext uri="{FF2B5EF4-FFF2-40B4-BE49-F238E27FC236}">
                <a16:creationId xmlns:a16="http://schemas.microsoft.com/office/drawing/2014/main" id="{82ECE69A-BED4-4EA1-A01F-4CE00456DE34}"/>
              </a:ext>
            </a:extLst>
          </p:cNvPr>
          <p:cNvSpPr>
            <a:spLocks noGrp="1"/>
          </p:cNvSpPr>
          <p:nvPr/>
        </p:nvSpPr>
        <p:spPr>
          <a:xfrm>
            <a:off x="8391914" y="188372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3" name="F2_precision_recall_distributions_3817">
            <a:extLst>
              <a:ext uri="{FF2B5EF4-FFF2-40B4-BE49-F238E27FC236}">
                <a16:creationId xmlns:a16="http://schemas.microsoft.com/office/drawing/2014/main" id="{64BF92B3-98E7-42B8-A862-9E69AE8FF64C}"/>
              </a:ext>
            </a:extLst>
          </p:cNvPr>
          <p:cNvSpPr>
            <a:spLocks noGrp="1"/>
          </p:cNvSpPr>
          <p:nvPr/>
        </p:nvSpPr>
        <p:spPr>
          <a:xfrm>
            <a:off x="8445245" y="21237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4" name="F2_precision_recall_distributions_3818">
            <a:extLst>
              <a:ext uri="{FF2B5EF4-FFF2-40B4-BE49-F238E27FC236}">
                <a16:creationId xmlns:a16="http://schemas.microsoft.com/office/drawing/2014/main" id="{130483BB-5C53-41F5-9A05-7BECD1AABC90}"/>
              </a:ext>
            </a:extLst>
          </p:cNvPr>
          <p:cNvSpPr>
            <a:spLocks noGrp="1"/>
          </p:cNvSpPr>
          <p:nvPr/>
        </p:nvSpPr>
        <p:spPr>
          <a:xfrm>
            <a:off x="8364501" y="22778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5" name="F2_precision_recall_distributions_3819">
            <a:extLst>
              <a:ext uri="{FF2B5EF4-FFF2-40B4-BE49-F238E27FC236}">
                <a16:creationId xmlns:a16="http://schemas.microsoft.com/office/drawing/2014/main" id="{9FA70960-9C47-4983-9B5D-972CC3C7695E}"/>
              </a:ext>
            </a:extLst>
          </p:cNvPr>
          <p:cNvSpPr>
            <a:spLocks noGrp="1"/>
          </p:cNvSpPr>
          <p:nvPr/>
        </p:nvSpPr>
        <p:spPr>
          <a:xfrm>
            <a:off x="850109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6" name="F2_precision_recall_distributions_3820">
            <a:extLst>
              <a:ext uri="{FF2B5EF4-FFF2-40B4-BE49-F238E27FC236}">
                <a16:creationId xmlns:a16="http://schemas.microsoft.com/office/drawing/2014/main" id="{63BE1850-6887-409B-812A-DF44BF5CA76F}"/>
              </a:ext>
            </a:extLst>
          </p:cNvPr>
          <p:cNvSpPr>
            <a:spLocks noGrp="1"/>
          </p:cNvSpPr>
          <p:nvPr/>
        </p:nvSpPr>
        <p:spPr>
          <a:xfrm>
            <a:off x="8239735" y="16476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7" name="F2_precision_recall_distributions_3821">
            <a:extLst>
              <a:ext uri="{FF2B5EF4-FFF2-40B4-BE49-F238E27FC236}">
                <a16:creationId xmlns:a16="http://schemas.microsoft.com/office/drawing/2014/main" id="{79209A2E-31D4-4D2A-9DED-3848A81B0AA1}"/>
              </a:ext>
            </a:extLst>
          </p:cNvPr>
          <p:cNvSpPr>
            <a:spLocks noGrp="1"/>
          </p:cNvSpPr>
          <p:nvPr/>
        </p:nvSpPr>
        <p:spPr>
          <a:xfrm>
            <a:off x="8381925" y="23234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8" name="F2_precision_recall_distributions_3822">
            <a:extLst>
              <a:ext uri="{FF2B5EF4-FFF2-40B4-BE49-F238E27FC236}">
                <a16:creationId xmlns:a16="http://schemas.microsoft.com/office/drawing/2014/main" id="{EF24A0F7-1A7A-41B9-BB74-9E50E3E8BD1D}"/>
              </a:ext>
            </a:extLst>
          </p:cNvPr>
          <p:cNvSpPr>
            <a:spLocks noGrp="1"/>
          </p:cNvSpPr>
          <p:nvPr/>
        </p:nvSpPr>
        <p:spPr>
          <a:xfrm>
            <a:off x="8497365" y="23412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9" name="F2_precision_recall_distributions_3823">
            <a:extLst>
              <a:ext uri="{FF2B5EF4-FFF2-40B4-BE49-F238E27FC236}">
                <a16:creationId xmlns:a16="http://schemas.microsoft.com/office/drawing/2014/main" id="{52179839-65C1-4047-B745-F22889BF1D32}"/>
              </a:ext>
            </a:extLst>
          </p:cNvPr>
          <p:cNvSpPr>
            <a:spLocks noGrp="1"/>
          </p:cNvSpPr>
          <p:nvPr/>
        </p:nvSpPr>
        <p:spPr>
          <a:xfrm>
            <a:off x="8146715" y="16610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0" name="F2_precision_recall_distributions_3824">
            <a:extLst>
              <a:ext uri="{FF2B5EF4-FFF2-40B4-BE49-F238E27FC236}">
                <a16:creationId xmlns:a16="http://schemas.microsoft.com/office/drawing/2014/main" id="{513EF407-D023-45D5-8D14-5188251FCF02}"/>
              </a:ext>
            </a:extLst>
          </p:cNvPr>
          <p:cNvSpPr>
            <a:spLocks noGrp="1"/>
          </p:cNvSpPr>
          <p:nvPr/>
        </p:nvSpPr>
        <p:spPr>
          <a:xfrm>
            <a:off x="8249857" y="18200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1" name="F2_precision_recall_distributions_3825">
            <a:extLst>
              <a:ext uri="{FF2B5EF4-FFF2-40B4-BE49-F238E27FC236}">
                <a16:creationId xmlns:a16="http://schemas.microsoft.com/office/drawing/2014/main" id="{F23332A1-BB10-42AA-95F6-97F94AA42810}"/>
              </a:ext>
            </a:extLst>
          </p:cNvPr>
          <p:cNvSpPr>
            <a:spLocks noGrp="1"/>
          </p:cNvSpPr>
          <p:nvPr/>
        </p:nvSpPr>
        <p:spPr>
          <a:xfrm>
            <a:off x="8284622" y="18913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2" name="F2_precision_recall_distributions_3826">
            <a:extLst>
              <a:ext uri="{FF2B5EF4-FFF2-40B4-BE49-F238E27FC236}">
                <a16:creationId xmlns:a16="http://schemas.microsoft.com/office/drawing/2014/main" id="{62A823F2-3D8B-4808-A738-BB40D6AAF912}"/>
              </a:ext>
            </a:extLst>
          </p:cNvPr>
          <p:cNvSpPr>
            <a:spLocks noGrp="1"/>
          </p:cNvSpPr>
          <p:nvPr/>
        </p:nvSpPr>
        <p:spPr>
          <a:xfrm>
            <a:off x="840540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3" name="F2_precision_recall_distributions_3827">
            <a:extLst>
              <a:ext uri="{FF2B5EF4-FFF2-40B4-BE49-F238E27FC236}">
                <a16:creationId xmlns:a16="http://schemas.microsoft.com/office/drawing/2014/main" id="{F3D1B041-4138-478B-9079-C9F45EE1A22D}"/>
              </a:ext>
            </a:extLst>
          </p:cNvPr>
          <p:cNvSpPr>
            <a:spLocks noGrp="1"/>
          </p:cNvSpPr>
          <p:nvPr/>
        </p:nvSpPr>
        <p:spPr>
          <a:xfrm>
            <a:off x="8209766" y="16881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4" name="F2_precision_recall_distributions_3828">
            <a:extLst>
              <a:ext uri="{FF2B5EF4-FFF2-40B4-BE49-F238E27FC236}">
                <a16:creationId xmlns:a16="http://schemas.microsoft.com/office/drawing/2014/main" id="{8E2956F6-242E-4095-B172-B2D8B34FF22F}"/>
              </a:ext>
            </a:extLst>
          </p:cNvPr>
          <p:cNvSpPr>
            <a:spLocks noGrp="1"/>
          </p:cNvSpPr>
          <p:nvPr/>
        </p:nvSpPr>
        <p:spPr>
          <a:xfrm>
            <a:off x="8263856" y="16440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5" name="F2_precision_recall_distributions_3829">
            <a:extLst>
              <a:ext uri="{FF2B5EF4-FFF2-40B4-BE49-F238E27FC236}">
                <a16:creationId xmlns:a16="http://schemas.microsoft.com/office/drawing/2014/main" id="{5A03AF06-B21F-49C5-84B7-EEF26826CF40}"/>
              </a:ext>
            </a:extLst>
          </p:cNvPr>
          <p:cNvSpPr>
            <a:spLocks noGrp="1"/>
          </p:cNvSpPr>
          <p:nvPr/>
        </p:nvSpPr>
        <p:spPr>
          <a:xfrm>
            <a:off x="8294539" y="21499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6" name="F2_precision_recall_distributions_3830">
            <a:extLst>
              <a:ext uri="{FF2B5EF4-FFF2-40B4-BE49-F238E27FC236}">
                <a16:creationId xmlns:a16="http://schemas.microsoft.com/office/drawing/2014/main" id="{C8061D12-C2C6-4D73-83B4-27C909180063}"/>
              </a:ext>
            </a:extLst>
          </p:cNvPr>
          <p:cNvSpPr>
            <a:spLocks noGrp="1"/>
          </p:cNvSpPr>
          <p:nvPr/>
        </p:nvSpPr>
        <p:spPr>
          <a:xfrm>
            <a:off x="830204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7" name="F2_precision_recall_distributions_3831">
            <a:extLst>
              <a:ext uri="{FF2B5EF4-FFF2-40B4-BE49-F238E27FC236}">
                <a16:creationId xmlns:a16="http://schemas.microsoft.com/office/drawing/2014/main" id="{C4D55E83-3C3E-4A18-87BD-C16D0CC9137C}"/>
              </a:ext>
            </a:extLst>
          </p:cNvPr>
          <p:cNvSpPr>
            <a:spLocks noGrp="1"/>
          </p:cNvSpPr>
          <p:nvPr/>
        </p:nvSpPr>
        <p:spPr>
          <a:xfrm>
            <a:off x="813874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8" name="F2_precision_recall_distributions_3832">
            <a:extLst>
              <a:ext uri="{FF2B5EF4-FFF2-40B4-BE49-F238E27FC236}">
                <a16:creationId xmlns:a16="http://schemas.microsoft.com/office/drawing/2014/main" id="{70898470-D8EC-4C6B-88A7-BD08B1612377}"/>
              </a:ext>
            </a:extLst>
          </p:cNvPr>
          <p:cNvSpPr>
            <a:spLocks noGrp="1"/>
          </p:cNvSpPr>
          <p:nvPr/>
        </p:nvSpPr>
        <p:spPr>
          <a:xfrm>
            <a:off x="8254527" y="16756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9" name="F2_precision_recall_distributions_3833">
            <a:extLst>
              <a:ext uri="{FF2B5EF4-FFF2-40B4-BE49-F238E27FC236}">
                <a16:creationId xmlns:a16="http://schemas.microsoft.com/office/drawing/2014/main" id="{B3D0A3C4-EDDC-427B-A7F1-F6297C69D31A}"/>
              </a:ext>
            </a:extLst>
          </p:cNvPr>
          <p:cNvSpPr>
            <a:spLocks noGrp="1"/>
          </p:cNvSpPr>
          <p:nvPr/>
        </p:nvSpPr>
        <p:spPr>
          <a:xfrm>
            <a:off x="825033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0" name="F2_precision_recall_distributions_3834">
            <a:extLst>
              <a:ext uri="{FF2B5EF4-FFF2-40B4-BE49-F238E27FC236}">
                <a16:creationId xmlns:a16="http://schemas.microsoft.com/office/drawing/2014/main" id="{579882A3-B011-461F-847B-606FC2EB09E3}"/>
              </a:ext>
            </a:extLst>
          </p:cNvPr>
          <p:cNvSpPr>
            <a:spLocks noGrp="1"/>
          </p:cNvSpPr>
          <p:nvPr/>
        </p:nvSpPr>
        <p:spPr>
          <a:xfrm>
            <a:off x="8472178" y="22855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1" name="F2_precision_recall_distributions_3835">
            <a:extLst>
              <a:ext uri="{FF2B5EF4-FFF2-40B4-BE49-F238E27FC236}">
                <a16:creationId xmlns:a16="http://schemas.microsoft.com/office/drawing/2014/main" id="{2300ABB1-B977-4583-8A7B-8361ACB633F0}"/>
              </a:ext>
            </a:extLst>
          </p:cNvPr>
          <p:cNvSpPr>
            <a:spLocks noGrp="1"/>
          </p:cNvSpPr>
          <p:nvPr/>
        </p:nvSpPr>
        <p:spPr>
          <a:xfrm>
            <a:off x="817449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2" name="F2_precision_recall_distributions_3836">
            <a:extLst>
              <a:ext uri="{FF2B5EF4-FFF2-40B4-BE49-F238E27FC236}">
                <a16:creationId xmlns:a16="http://schemas.microsoft.com/office/drawing/2014/main" id="{0AB35BBB-90BB-4704-89ED-BD487CCA31AD}"/>
              </a:ext>
            </a:extLst>
          </p:cNvPr>
          <p:cNvSpPr>
            <a:spLocks noGrp="1"/>
          </p:cNvSpPr>
          <p:nvPr/>
        </p:nvSpPr>
        <p:spPr>
          <a:xfrm>
            <a:off x="8262807" y="21053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3" name="F2_precision_recall_distributions_3837">
            <a:extLst>
              <a:ext uri="{FF2B5EF4-FFF2-40B4-BE49-F238E27FC236}">
                <a16:creationId xmlns:a16="http://schemas.microsoft.com/office/drawing/2014/main" id="{E9AF5133-8579-4CA4-A471-9D6027DECC9D}"/>
              </a:ext>
            </a:extLst>
          </p:cNvPr>
          <p:cNvSpPr>
            <a:spLocks noGrp="1"/>
          </p:cNvSpPr>
          <p:nvPr/>
        </p:nvSpPr>
        <p:spPr>
          <a:xfrm>
            <a:off x="834313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4" name="F2_precision_recall_distributions_3838">
            <a:extLst>
              <a:ext uri="{FF2B5EF4-FFF2-40B4-BE49-F238E27FC236}">
                <a16:creationId xmlns:a16="http://schemas.microsoft.com/office/drawing/2014/main" id="{615A3428-147C-42A1-A4F3-9AE3DB321573}"/>
              </a:ext>
            </a:extLst>
          </p:cNvPr>
          <p:cNvSpPr>
            <a:spLocks noGrp="1"/>
          </p:cNvSpPr>
          <p:nvPr/>
        </p:nvSpPr>
        <p:spPr>
          <a:xfrm>
            <a:off x="8236616" y="19605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5" name="F2_precision_recall_distributions_3839">
            <a:extLst>
              <a:ext uri="{FF2B5EF4-FFF2-40B4-BE49-F238E27FC236}">
                <a16:creationId xmlns:a16="http://schemas.microsoft.com/office/drawing/2014/main" id="{A910FF72-B6AD-4D5A-AAA7-53CDFDFB58CD}"/>
              </a:ext>
            </a:extLst>
          </p:cNvPr>
          <p:cNvSpPr>
            <a:spLocks noGrp="1"/>
          </p:cNvSpPr>
          <p:nvPr/>
        </p:nvSpPr>
        <p:spPr>
          <a:xfrm>
            <a:off x="827098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6" name="F2_precision_recall_distributions_3840">
            <a:extLst>
              <a:ext uri="{FF2B5EF4-FFF2-40B4-BE49-F238E27FC236}">
                <a16:creationId xmlns:a16="http://schemas.microsoft.com/office/drawing/2014/main" id="{36094F01-3674-439B-8F25-072029428827}"/>
              </a:ext>
            </a:extLst>
          </p:cNvPr>
          <p:cNvSpPr>
            <a:spLocks noGrp="1"/>
          </p:cNvSpPr>
          <p:nvPr/>
        </p:nvSpPr>
        <p:spPr>
          <a:xfrm>
            <a:off x="8274091" y="17252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7" name="F2_precision_recall_distributions_3841">
            <a:extLst>
              <a:ext uri="{FF2B5EF4-FFF2-40B4-BE49-F238E27FC236}">
                <a16:creationId xmlns:a16="http://schemas.microsoft.com/office/drawing/2014/main" id="{B5EAC82F-9C16-4903-AEFC-7B7C5822C3DD}"/>
              </a:ext>
            </a:extLst>
          </p:cNvPr>
          <p:cNvSpPr>
            <a:spLocks noGrp="1"/>
          </p:cNvSpPr>
          <p:nvPr/>
        </p:nvSpPr>
        <p:spPr>
          <a:xfrm>
            <a:off x="8292310" y="21552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8" name="F2_precision_recall_distributions_3842">
            <a:extLst>
              <a:ext uri="{FF2B5EF4-FFF2-40B4-BE49-F238E27FC236}">
                <a16:creationId xmlns:a16="http://schemas.microsoft.com/office/drawing/2014/main" id="{0D8D2ACD-394B-4958-84BE-D9E08A4726C5}"/>
              </a:ext>
            </a:extLst>
          </p:cNvPr>
          <p:cNvSpPr>
            <a:spLocks noGrp="1"/>
          </p:cNvSpPr>
          <p:nvPr/>
        </p:nvSpPr>
        <p:spPr>
          <a:xfrm>
            <a:off x="8450619" y="17605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9" name="F2_precision_recall_distributions_3843">
            <a:extLst>
              <a:ext uri="{FF2B5EF4-FFF2-40B4-BE49-F238E27FC236}">
                <a16:creationId xmlns:a16="http://schemas.microsoft.com/office/drawing/2014/main" id="{64C9CF1D-AD52-421E-AFF8-8CB26A391E18}"/>
              </a:ext>
            </a:extLst>
          </p:cNvPr>
          <p:cNvSpPr>
            <a:spLocks noGrp="1"/>
          </p:cNvSpPr>
          <p:nvPr/>
        </p:nvSpPr>
        <p:spPr>
          <a:xfrm>
            <a:off x="8344702" y="164346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0" name="F2_precision_recall_distributions_3844">
            <a:extLst>
              <a:ext uri="{FF2B5EF4-FFF2-40B4-BE49-F238E27FC236}">
                <a16:creationId xmlns:a16="http://schemas.microsoft.com/office/drawing/2014/main" id="{8719EB16-DF4D-4A8C-80ED-1FC5F1B84BE8}"/>
              </a:ext>
            </a:extLst>
          </p:cNvPr>
          <p:cNvSpPr>
            <a:spLocks noGrp="1"/>
          </p:cNvSpPr>
          <p:nvPr/>
        </p:nvSpPr>
        <p:spPr>
          <a:xfrm>
            <a:off x="8150267" y="23366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1" name="F2_precision_recall_distributions_3845">
            <a:extLst>
              <a:ext uri="{FF2B5EF4-FFF2-40B4-BE49-F238E27FC236}">
                <a16:creationId xmlns:a16="http://schemas.microsoft.com/office/drawing/2014/main" id="{27DC231F-87B3-42BF-BC95-C02591203D1D}"/>
              </a:ext>
            </a:extLst>
          </p:cNvPr>
          <p:cNvSpPr>
            <a:spLocks noGrp="1"/>
          </p:cNvSpPr>
          <p:nvPr/>
        </p:nvSpPr>
        <p:spPr>
          <a:xfrm>
            <a:off x="848271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2" name="F2_precision_recall_distributions_3846">
            <a:extLst>
              <a:ext uri="{FF2B5EF4-FFF2-40B4-BE49-F238E27FC236}">
                <a16:creationId xmlns:a16="http://schemas.microsoft.com/office/drawing/2014/main" id="{5C981FEE-E7D4-4CA7-8BD3-9E783C824823}"/>
              </a:ext>
            </a:extLst>
          </p:cNvPr>
          <p:cNvSpPr>
            <a:spLocks noGrp="1"/>
          </p:cNvSpPr>
          <p:nvPr/>
        </p:nvSpPr>
        <p:spPr>
          <a:xfrm>
            <a:off x="8261890" y="208006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3" name="F2_precision_recall_distributions_3847">
            <a:extLst>
              <a:ext uri="{FF2B5EF4-FFF2-40B4-BE49-F238E27FC236}">
                <a16:creationId xmlns:a16="http://schemas.microsoft.com/office/drawing/2014/main" id="{C3A526F2-3C29-4F11-BA87-FDCF48BE6F98}"/>
              </a:ext>
            </a:extLst>
          </p:cNvPr>
          <p:cNvSpPr>
            <a:spLocks noGrp="1"/>
          </p:cNvSpPr>
          <p:nvPr/>
        </p:nvSpPr>
        <p:spPr>
          <a:xfrm>
            <a:off x="8233096" y="18634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4" name="F2_precision_recall_distributions_3848">
            <a:extLst>
              <a:ext uri="{FF2B5EF4-FFF2-40B4-BE49-F238E27FC236}">
                <a16:creationId xmlns:a16="http://schemas.microsoft.com/office/drawing/2014/main" id="{07475873-4137-4330-A979-6CBF2CA85F7D}"/>
              </a:ext>
            </a:extLst>
          </p:cNvPr>
          <p:cNvSpPr>
            <a:spLocks noGrp="1"/>
          </p:cNvSpPr>
          <p:nvPr/>
        </p:nvSpPr>
        <p:spPr>
          <a:xfrm>
            <a:off x="8195544" y="15610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5" name="F2_precision_recall_distributions_3849">
            <a:extLst>
              <a:ext uri="{FF2B5EF4-FFF2-40B4-BE49-F238E27FC236}">
                <a16:creationId xmlns:a16="http://schemas.microsoft.com/office/drawing/2014/main" id="{B608C43B-F6E6-4E56-BD3E-798DADF76388}"/>
              </a:ext>
            </a:extLst>
          </p:cNvPr>
          <p:cNvSpPr>
            <a:spLocks noGrp="1"/>
          </p:cNvSpPr>
          <p:nvPr/>
        </p:nvSpPr>
        <p:spPr>
          <a:xfrm>
            <a:off x="8261262" y="180595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6" name="F2_precision_recall_distributions_3850">
            <a:extLst>
              <a:ext uri="{FF2B5EF4-FFF2-40B4-BE49-F238E27FC236}">
                <a16:creationId xmlns:a16="http://schemas.microsoft.com/office/drawing/2014/main" id="{A711D0A3-0582-4B25-9D81-877BFD397ADF}"/>
              </a:ext>
            </a:extLst>
          </p:cNvPr>
          <p:cNvSpPr>
            <a:spLocks noGrp="1"/>
          </p:cNvSpPr>
          <p:nvPr/>
        </p:nvSpPr>
        <p:spPr>
          <a:xfrm>
            <a:off x="8357773" y="17044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7" name="F2_precision_recall_distributions_3851">
            <a:extLst>
              <a:ext uri="{FF2B5EF4-FFF2-40B4-BE49-F238E27FC236}">
                <a16:creationId xmlns:a16="http://schemas.microsoft.com/office/drawing/2014/main" id="{D5696761-9C9C-427D-9DC1-5D59AAE2DA57}"/>
              </a:ext>
            </a:extLst>
          </p:cNvPr>
          <p:cNvSpPr>
            <a:spLocks noGrp="1"/>
          </p:cNvSpPr>
          <p:nvPr/>
        </p:nvSpPr>
        <p:spPr>
          <a:xfrm>
            <a:off x="813695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8" name="F2_precision_recall_distributions_3852">
            <a:extLst>
              <a:ext uri="{FF2B5EF4-FFF2-40B4-BE49-F238E27FC236}">
                <a16:creationId xmlns:a16="http://schemas.microsoft.com/office/drawing/2014/main" id="{AB427F76-EFFC-4AEA-8D75-63BF0DCF597A}"/>
              </a:ext>
            </a:extLst>
          </p:cNvPr>
          <p:cNvSpPr>
            <a:spLocks noGrp="1"/>
          </p:cNvSpPr>
          <p:nvPr/>
        </p:nvSpPr>
        <p:spPr>
          <a:xfrm>
            <a:off x="8434133" y="19144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9" name="F2_precision_recall_distributions_3853">
            <a:extLst>
              <a:ext uri="{FF2B5EF4-FFF2-40B4-BE49-F238E27FC236}">
                <a16:creationId xmlns:a16="http://schemas.microsoft.com/office/drawing/2014/main" id="{B4659103-7EB0-46E0-A362-3EAC932E2EA7}"/>
              </a:ext>
            </a:extLst>
          </p:cNvPr>
          <p:cNvSpPr>
            <a:spLocks noGrp="1"/>
          </p:cNvSpPr>
          <p:nvPr/>
        </p:nvSpPr>
        <p:spPr>
          <a:xfrm>
            <a:off x="8376395" y="19028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0" name="F2_precision_recall_distributions_3854">
            <a:extLst>
              <a:ext uri="{FF2B5EF4-FFF2-40B4-BE49-F238E27FC236}">
                <a16:creationId xmlns:a16="http://schemas.microsoft.com/office/drawing/2014/main" id="{40EE437F-8A43-408B-8DE0-9F7150321663}"/>
              </a:ext>
            </a:extLst>
          </p:cNvPr>
          <p:cNvSpPr>
            <a:spLocks noGrp="1"/>
          </p:cNvSpPr>
          <p:nvPr/>
        </p:nvSpPr>
        <p:spPr>
          <a:xfrm>
            <a:off x="846291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1" name="F2_precision_recall_distributions_3855">
            <a:extLst>
              <a:ext uri="{FF2B5EF4-FFF2-40B4-BE49-F238E27FC236}">
                <a16:creationId xmlns:a16="http://schemas.microsoft.com/office/drawing/2014/main" id="{014354E5-A7E1-4589-9DCC-EE4B0379E1E6}"/>
              </a:ext>
            </a:extLst>
          </p:cNvPr>
          <p:cNvSpPr>
            <a:spLocks noGrp="1"/>
          </p:cNvSpPr>
          <p:nvPr/>
        </p:nvSpPr>
        <p:spPr>
          <a:xfrm>
            <a:off x="829834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2" name="F2_precision_recall_distributions_3856">
            <a:extLst>
              <a:ext uri="{FF2B5EF4-FFF2-40B4-BE49-F238E27FC236}">
                <a16:creationId xmlns:a16="http://schemas.microsoft.com/office/drawing/2014/main" id="{7E1927BD-0E1B-48F5-A774-8A126E86950F}"/>
              </a:ext>
            </a:extLst>
          </p:cNvPr>
          <p:cNvSpPr>
            <a:spLocks noGrp="1"/>
          </p:cNvSpPr>
          <p:nvPr/>
        </p:nvSpPr>
        <p:spPr>
          <a:xfrm>
            <a:off x="8302093" y="20243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3" name="F2_precision_recall_distributions_3857">
            <a:extLst>
              <a:ext uri="{FF2B5EF4-FFF2-40B4-BE49-F238E27FC236}">
                <a16:creationId xmlns:a16="http://schemas.microsoft.com/office/drawing/2014/main" id="{F6ADE0D8-FFF0-4736-A667-A1459339B838}"/>
              </a:ext>
            </a:extLst>
          </p:cNvPr>
          <p:cNvSpPr>
            <a:spLocks noGrp="1"/>
          </p:cNvSpPr>
          <p:nvPr/>
        </p:nvSpPr>
        <p:spPr>
          <a:xfrm>
            <a:off x="82785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4" name="F2_precision_recall_distributions_3858">
            <a:extLst>
              <a:ext uri="{FF2B5EF4-FFF2-40B4-BE49-F238E27FC236}">
                <a16:creationId xmlns:a16="http://schemas.microsoft.com/office/drawing/2014/main" id="{DCE8A34F-812A-4F50-AE76-762EB64E057C}"/>
              </a:ext>
            </a:extLst>
          </p:cNvPr>
          <p:cNvSpPr>
            <a:spLocks noGrp="1"/>
          </p:cNvSpPr>
          <p:nvPr/>
        </p:nvSpPr>
        <p:spPr>
          <a:xfrm>
            <a:off x="820911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5" name="F2_precision_recall_distributions_3859">
            <a:extLst>
              <a:ext uri="{FF2B5EF4-FFF2-40B4-BE49-F238E27FC236}">
                <a16:creationId xmlns:a16="http://schemas.microsoft.com/office/drawing/2014/main" id="{BE1EA036-F7A4-4A23-949D-D244ACF74B83}"/>
              </a:ext>
            </a:extLst>
          </p:cNvPr>
          <p:cNvSpPr>
            <a:spLocks noGrp="1"/>
          </p:cNvSpPr>
          <p:nvPr/>
        </p:nvSpPr>
        <p:spPr>
          <a:xfrm>
            <a:off x="8361318" y="22341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6" name="F2_precision_recall_distributions_3860">
            <a:extLst>
              <a:ext uri="{FF2B5EF4-FFF2-40B4-BE49-F238E27FC236}">
                <a16:creationId xmlns:a16="http://schemas.microsoft.com/office/drawing/2014/main" id="{A4A4EBBB-87F6-4D8A-BD10-4AE89CE66495}"/>
              </a:ext>
            </a:extLst>
          </p:cNvPr>
          <p:cNvSpPr>
            <a:spLocks noGrp="1"/>
          </p:cNvSpPr>
          <p:nvPr/>
        </p:nvSpPr>
        <p:spPr>
          <a:xfrm>
            <a:off x="829450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7" name="F2_precision_recall_distributions_3861">
            <a:extLst>
              <a:ext uri="{FF2B5EF4-FFF2-40B4-BE49-F238E27FC236}">
                <a16:creationId xmlns:a16="http://schemas.microsoft.com/office/drawing/2014/main" id="{0A4CAF68-C0CD-4C19-9312-8427632E8C33}"/>
              </a:ext>
            </a:extLst>
          </p:cNvPr>
          <p:cNvSpPr>
            <a:spLocks noGrp="1"/>
          </p:cNvSpPr>
          <p:nvPr/>
        </p:nvSpPr>
        <p:spPr>
          <a:xfrm>
            <a:off x="834420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8" name="F2_precision_recall_distributions_3862">
            <a:extLst>
              <a:ext uri="{FF2B5EF4-FFF2-40B4-BE49-F238E27FC236}">
                <a16:creationId xmlns:a16="http://schemas.microsoft.com/office/drawing/2014/main" id="{EE7F08BC-53F5-4A3B-8CCF-E2AFCEF29975}"/>
              </a:ext>
            </a:extLst>
          </p:cNvPr>
          <p:cNvSpPr>
            <a:spLocks noGrp="1"/>
          </p:cNvSpPr>
          <p:nvPr/>
        </p:nvSpPr>
        <p:spPr>
          <a:xfrm>
            <a:off x="8331502" y="16647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9" name="F2_precision_recall_distributions_3863">
            <a:extLst>
              <a:ext uri="{FF2B5EF4-FFF2-40B4-BE49-F238E27FC236}">
                <a16:creationId xmlns:a16="http://schemas.microsoft.com/office/drawing/2014/main" id="{B6B41FF4-7F2E-4215-9729-326AB9A0CBFF}"/>
              </a:ext>
            </a:extLst>
          </p:cNvPr>
          <p:cNvSpPr>
            <a:spLocks noGrp="1"/>
          </p:cNvSpPr>
          <p:nvPr/>
        </p:nvSpPr>
        <p:spPr>
          <a:xfrm>
            <a:off x="8195311" y="21269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0" name="F2_precision_recall_distributions_3864">
            <a:extLst>
              <a:ext uri="{FF2B5EF4-FFF2-40B4-BE49-F238E27FC236}">
                <a16:creationId xmlns:a16="http://schemas.microsoft.com/office/drawing/2014/main" id="{699C80F7-BD88-4A86-BE0D-089F4DBB717E}"/>
              </a:ext>
            </a:extLst>
          </p:cNvPr>
          <p:cNvSpPr>
            <a:spLocks noGrp="1"/>
          </p:cNvSpPr>
          <p:nvPr/>
        </p:nvSpPr>
        <p:spPr>
          <a:xfrm>
            <a:off x="8433717" y="23420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1" name="F2_precision_recall_distributions_3865">
            <a:extLst>
              <a:ext uri="{FF2B5EF4-FFF2-40B4-BE49-F238E27FC236}">
                <a16:creationId xmlns:a16="http://schemas.microsoft.com/office/drawing/2014/main" id="{44390F61-CF95-4108-A665-9C44F181429F}"/>
              </a:ext>
            </a:extLst>
          </p:cNvPr>
          <p:cNvSpPr>
            <a:spLocks noGrp="1"/>
          </p:cNvSpPr>
          <p:nvPr/>
        </p:nvSpPr>
        <p:spPr>
          <a:xfrm>
            <a:off x="8348751" y="23358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2" name="F2_precision_recall_distributions_3866">
            <a:extLst>
              <a:ext uri="{FF2B5EF4-FFF2-40B4-BE49-F238E27FC236}">
                <a16:creationId xmlns:a16="http://schemas.microsoft.com/office/drawing/2014/main" id="{7190762F-33D1-4082-9780-36268104CAB6}"/>
              </a:ext>
            </a:extLst>
          </p:cNvPr>
          <p:cNvSpPr>
            <a:spLocks noGrp="1"/>
          </p:cNvSpPr>
          <p:nvPr/>
        </p:nvSpPr>
        <p:spPr>
          <a:xfrm>
            <a:off x="8436720" y="20528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3" name="F2_precision_recall_distributions_3867">
            <a:extLst>
              <a:ext uri="{FF2B5EF4-FFF2-40B4-BE49-F238E27FC236}">
                <a16:creationId xmlns:a16="http://schemas.microsoft.com/office/drawing/2014/main" id="{7874CA31-6BFB-44C4-AE5F-271C8212A2B0}"/>
              </a:ext>
            </a:extLst>
          </p:cNvPr>
          <p:cNvSpPr>
            <a:spLocks noGrp="1"/>
          </p:cNvSpPr>
          <p:nvPr/>
        </p:nvSpPr>
        <p:spPr>
          <a:xfrm>
            <a:off x="8267979" y="21350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4" name="F2_precision_recall_distributions_3868">
            <a:extLst>
              <a:ext uri="{FF2B5EF4-FFF2-40B4-BE49-F238E27FC236}">
                <a16:creationId xmlns:a16="http://schemas.microsoft.com/office/drawing/2014/main" id="{6C4B5E7D-A7DF-4B47-A4DA-4F7987B9A28C}"/>
              </a:ext>
            </a:extLst>
          </p:cNvPr>
          <p:cNvSpPr>
            <a:spLocks noGrp="1"/>
          </p:cNvSpPr>
          <p:nvPr/>
        </p:nvSpPr>
        <p:spPr>
          <a:xfrm>
            <a:off x="838587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5" name="F2_precision_recall_distributions_3869">
            <a:extLst>
              <a:ext uri="{FF2B5EF4-FFF2-40B4-BE49-F238E27FC236}">
                <a16:creationId xmlns:a16="http://schemas.microsoft.com/office/drawing/2014/main" id="{28A90B72-5C1C-4C3F-B0D0-4001B5BAC950}"/>
              </a:ext>
            </a:extLst>
          </p:cNvPr>
          <p:cNvSpPr>
            <a:spLocks noGrp="1"/>
          </p:cNvSpPr>
          <p:nvPr/>
        </p:nvSpPr>
        <p:spPr>
          <a:xfrm>
            <a:off x="813706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6" name="F2_precision_recall_distributions_3870">
            <a:extLst>
              <a:ext uri="{FF2B5EF4-FFF2-40B4-BE49-F238E27FC236}">
                <a16:creationId xmlns:a16="http://schemas.microsoft.com/office/drawing/2014/main" id="{EECA7230-1B60-4BD8-BAF6-97098356F652}"/>
              </a:ext>
            </a:extLst>
          </p:cNvPr>
          <p:cNvSpPr>
            <a:spLocks noGrp="1"/>
          </p:cNvSpPr>
          <p:nvPr/>
        </p:nvSpPr>
        <p:spPr>
          <a:xfrm>
            <a:off x="835648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7" name="F2_precision_recall_distributions_3871">
            <a:extLst>
              <a:ext uri="{FF2B5EF4-FFF2-40B4-BE49-F238E27FC236}">
                <a16:creationId xmlns:a16="http://schemas.microsoft.com/office/drawing/2014/main" id="{D444D8A3-ADF1-445B-84D3-74B6E3E8A15C}"/>
              </a:ext>
            </a:extLst>
          </p:cNvPr>
          <p:cNvSpPr>
            <a:spLocks noGrp="1"/>
          </p:cNvSpPr>
          <p:nvPr/>
        </p:nvSpPr>
        <p:spPr>
          <a:xfrm>
            <a:off x="8161972" y="208849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8" name="F2_precision_recall_distributions_3872">
            <a:extLst>
              <a:ext uri="{FF2B5EF4-FFF2-40B4-BE49-F238E27FC236}">
                <a16:creationId xmlns:a16="http://schemas.microsoft.com/office/drawing/2014/main" id="{CA57AB53-832D-4200-B8BA-C994F4D9B9E4}"/>
              </a:ext>
            </a:extLst>
          </p:cNvPr>
          <p:cNvSpPr>
            <a:spLocks noGrp="1"/>
          </p:cNvSpPr>
          <p:nvPr/>
        </p:nvSpPr>
        <p:spPr>
          <a:xfrm>
            <a:off x="8261955" y="16882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9" name="F2_precision_recall_distributions_3873">
            <a:extLst>
              <a:ext uri="{FF2B5EF4-FFF2-40B4-BE49-F238E27FC236}">
                <a16:creationId xmlns:a16="http://schemas.microsoft.com/office/drawing/2014/main" id="{E03946CA-BFEB-4CC4-99FF-95B506BB6F91}"/>
              </a:ext>
            </a:extLst>
          </p:cNvPr>
          <p:cNvSpPr>
            <a:spLocks noGrp="1"/>
          </p:cNvSpPr>
          <p:nvPr/>
        </p:nvSpPr>
        <p:spPr>
          <a:xfrm>
            <a:off x="8297656" y="18221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0" name="F2_precision_recall_distributions_3874">
            <a:extLst>
              <a:ext uri="{FF2B5EF4-FFF2-40B4-BE49-F238E27FC236}">
                <a16:creationId xmlns:a16="http://schemas.microsoft.com/office/drawing/2014/main" id="{19A6FA01-142D-442C-A6C6-47CB2E9237BC}"/>
              </a:ext>
            </a:extLst>
          </p:cNvPr>
          <p:cNvSpPr>
            <a:spLocks noGrp="1"/>
          </p:cNvSpPr>
          <p:nvPr/>
        </p:nvSpPr>
        <p:spPr>
          <a:xfrm>
            <a:off x="8333991" y="17881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1" name="F2_precision_recall_distributions_3875">
            <a:extLst>
              <a:ext uri="{FF2B5EF4-FFF2-40B4-BE49-F238E27FC236}">
                <a16:creationId xmlns:a16="http://schemas.microsoft.com/office/drawing/2014/main" id="{7D5896C4-EB71-489F-9F50-8AF085CFAA5E}"/>
              </a:ext>
            </a:extLst>
          </p:cNvPr>
          <p:cNvSpPr>
            <a:spLocks noGrp="1"/>
          </p:cNvSpPr>
          <p:nvPr/>
        </p:nvSpPr>
        <p:spPr>
          <a:xfrm>
            <a:off x="81444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2" name="F2_precision_recall_distributions_3876">
            <a:extLst>
              <a:ext uri="{FF2B5EF4-FFF2-40B4-BE49-F238E27FC236}">
                <a16:creationId xmlns:a16="http://schemas.microsoft.com/office/drawing/2014/main" id="{1DC454DA-4E7E-4435-9706-7D6D11EC48B7}"/>
              </a:ext>
            </a:extLst>
          </p:cNvPr>
          <p:cNvSpPr>
            <a:spLocks noGrp="1"/>
          </p:cNvSpPr>
          <p:nvPr/>
        </p:nvSpPr>
        <p:spPr>
          <a:xfrm>
            <a:off x="8327256" y="16270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3" name="F2_precision_recall_distributions_3877">
            <a:extLst>
              <a:ext uri="{FF2B5EF4-FFF2-40B4-BE49-F238E27FC236}">
                <a16:creationId xmlns:a16="http://schemas.microsoft.com/office/drawing/2014/main" id="{01211073-BA2D-43F1-B178-D62AA53A6659}"/>
              </a:ext>
            </a:extLst>
          </p:cNvPr>
          <p:cNvSpPr>
            <a:spLocks noGrp="1"/>
          </p:cNvSpPr>
          <p:nvPr/>
        </p:nvSpPr>
        <p:spPr>
          <a:xfrm>
            <a:off x="8330717" y="17900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4" name="F2_precision_recall_distributions_3878">
            <a:extLst>
              <a:ext uri="{FF2B5EF4-FFF2-40B4-BE49-F238E27FC236}">
                <a16:creationId xmlns:a16="http://schemas.microsoft.com/office/drawing/2014/main" id="{D9C32E25-A1DE-4AC1-B6F2-8F27F924921C}"/>
              </a:ext>
            </a:extLst>
          </p:cNvPr>
          <p:cNvSpPr>
            <a:spLocks noGrp="1"/>
          </p:cNvSpPr>
          <p:nvPr/>
        </p:nvSpPr>
        <p:spPr>
          <a:xfrm>
            <a:off x="8500241" y="17732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5" name="F2_precision_recall_distributions_3879">
            <a:extLst>
              <a:ext uri="{FF2B5EF4-FFF2-40B4-BE49-F238E27FC236}">
                <a16:creationId xmlns:a16="http://schemas.microsoft.com/office/drawing/2014/main" id="{AFE28C0D-7E71-40AE-974B-B41D3BCD8949}"/>
              </a:ext>
            </a:extLst>
          </p:cNvPr>
          <p:cNvSpPr>
            <a:spLocks noGrp="1"/>
          </p:cNvSpPr>
          <p:nvPr/>
        </p:nvSpPr>
        <p:spPr>
          <a:xfrm>
            <a:off x="8203807" y="19348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6" name="F2_precision_recall_distributions_3880">
            <a:extLst>
              <a:ext uri="{FF2B5EF4-FFF2-40B4-BE49-F238E27FC236}">
                <a16:creationId xmlns:a16="http://schemas.microsoft.com/office/drawing/2014/main" id="{F33A1C05-1554-49D4-AC93-C4BB25E5CBE0}"/>
              </a:ext>
            </a:extLst>
          </p:cNvPr>
          <p:cNvSpPr>
            <a:spLocks noGrp="1"/>
          </p:cNvSpPr>
          <p:nvPr/>
        </p:nvSpPr>
        <p:spPr>
          <a:xfrm>
            <a:off x="8178646" y="18034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7" name="F2_precision_recall_distributions_3881">
            <a:extLst>
              <a:ext uri="{FF2B5EF4-FFF2-40B4-BE49-F238E27FC236}">
                <a16:creationId xmlns:a16="http://schemas.microsoft.com/office/drawing/2014/main" id="{F8F23A05-C39A-4A7E-A5C3-EAE963D3BB17}"/>
              </a:ext>
            </a:extLst>
          </p:cNvPr>
          <p:cNvSpPr>
            <a:spLocks noGrp="1"/>
          </p:cNvSpPr>
          <p:nvPr/>
        </p:nvSpPr>
        <p:spPr>
          <a:xfrm>
            <a:off x="8440725" y="20632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8" name="F2_precision_recall_distributions_3882">
            <a:extLst>
              <a:ext uri="{FF2B5EF4-FFF2-40B4-BE49-F238E27FC236}">
                <a16:creationId xmlns:a16="http://schemas.microsoft.com/office/drawing/2014/main" id="{CCA05108-245F-4970-9B78-9746ED089D6E}"/>
              </a:ext>
            </a:extLst>
          </p:cNvPr>
          <p:cNvSpPr>
            <a:spLocks noGrp="1"/>
          </p:cNvSpPr>
          <p:nvPr/>
        </p:nvSpPr>
        <p:spPr>
          <a:xfrm>
            <a:off x="831861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9" name="F2_precision_recall_distributions_3883">
            <a:extLst>
              <a:ext uri="{FF2B5EF4-FFF2-40B4-BE49-F238E27FC236}">
                <a16:creationId xmlns:a16="http://schemas.microsoft.com/office/drawing/2014/main" id="{33B624CD-1816-49C7-ADE2-BEFFF01E64CF}"/>
              </a:ext>
            </a:extLst>
          </p:cNvPr>
          <p:cNvSpPr>
            <a:spLocks noGrp="1"/>
          </p:cNvSpPr>
          <p:nvPr/>
        </p:nvSpPr>
        <p:spPr>
          <a:xfrm>
            <a:off x="8189765" y="17420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0" name="F2_precision_recall_distributions_3884">
            <a:extLst>
              <a:ext uri="{FF2B5EF4-FFF2-40B4-BE49-F238E27FC236}">
                <a16:creationId xmlns:a16="http://schemas.microsoft.com/office/drawing/2014/main" id="{B94B2F94-96C3-4611-905C-9ED9DC483B15}"/>
              </a:ext>
            </a:extLst>
          </p:cNvPr>
          <p:cNvSpPr>
            <a:spLocks noGrp="1"/>
          </p:cNvSpPr>
          <p:nvPr/>
        </p:nvSpPr>
        <p:spPr>
          <a:xfrm>
            <a:off x="820364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1" name="F2_precision_recall_distributions_3885">
            <a:extLst>
              <a:ext uri="{FF2B5EF4-FFF2-40B4-BE49-F238E27FC236}">
                <a16:creationId xmlns:a16="http://schemas.microsoft.com/office/drawing/2014/main" id="{916481EF-D0AA-40C0-B4EE-69A963A65D56}"/>
              </a:ext>
            </a:extLst>
          </p:cNvPr>
          <p:cNvSpPr>
            <a:spLocks noGrp="1"/>
          </p:cNvSpPr>
          <p:nvPr/>
        </p:nvSpPr>
        <p:spPr>
          <a:xfrm>
            <a:off x="8237047" y="19540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2" name="F2_precision_recall_distributions_3886">
            <a:extLst>
              <a:ext uri="{FF2B5EF4-FFF2-40B4-BE49-F238E27FC236}">
                <a16:creationId xmlns:a16="http://schemas.microsoft.com/office/drawing/2014/main" id="{C42D366C-A175-475C-9439-B01433575CC4}"/>
              </a:ext>
            </a:extLst>
          </p:cNvPr>
          <p:cNvSpPr>
            <a:spLocks noGrp="1"/>
          </p:cNvSpPr>
          <p:nvPr/>
        </p:nvSpPr>
        <p:spPr>
          <a:xfrm>
            <a:off x="847964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3" name="F2_precision_recall_distributions_3887">
            <a:extLst>
              <a:ext uri="{FF2B5EF4-FFF2-40B4-BE49-F238E27FC236}">
                <a16:creationId xmlns:a16="http://schemas.microsoft.com/office/drawing/2014/main" id="{3E12BDEC-CCE6-462F-BE5F-9B636ECE554B}"/>
              </a:ext>
            </a:extLst>
          </p:cNvPr>
          <p:cNvSpPr>
            <a:spLocks noGrp="1"/>
          </p:cNvSpPr>
          <p:nvPr/>
        </p:nvSpPr>
        <p:spPr>
          <a:xfrm>
            <a:off x="8209495" y="203691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4" name="F2_precision_recall_distributions_3888">
            <a:extLst>
              <a:ext uri="{FF2B5EF4-FFF2-40B4-BE49-F238E27FC236}">
                <a16:creationId xmlns:a16="http://schemas.microsoft.com/office/drawing/2014/main" id="{FEEBFDF3-F529-4CD5-93B2-88463AB14F76}"/>
              </a:ext>
            </a:extLst>
          </p:cNvPr>
          <p:cNvSpPr>
            <a:spLocks noGrp="1"/>
          </p:cNvSpPr>
          <p:nvPr/>
        </p:nvSpPr>
        <p:spPr>
          <a:xfrm>
            <a:off x="8472029" y="17305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5" name="F2_precision_recall_distributions_3889">
            <a:extLst>
              <a:ext uri="{FF2B5EF4-FFF2-40B4-BE49-F238E27FC236}">
                <a16:creationId xmlns:a16="http://schemas.microsoft.com/office/drawing/2014/main" id="{E365E6B5-7E47-43B6-9D54-DAC6CF3A0973}"/>
              </a:ext>
            </a:extLst>
          </p:cNvPr>
          <p:cNvSpPr>
            <a:spLocks noGrp="1"/>
          </p:cNvSpPr>
          <p:nvPr/>
        </p:nvSpPr>
        <p:spPr>
          <a:xfrm>
            <a:off x="8158636" y="17293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6" name="F2_precision_recall_distributions_3890">
            <a:extLst>
              <a:ext uri="{FF2B5EF4-FFF2-40B4-BE49-F238E27FC236}">
                <a16:creationId xmlns:a16="http://schemas.microsoft.com/office/drawing/2014/main" id="{409AAF93-C410-4672-9C44-5FFE461A7165}"/>
              </a:ext>
            </a:extLst>
          </p:cNvPr>
          <p:cNvSpPr>
            <a:spLocks noGrp="1"/>
          </p:cNvSpPr>
          <p:nvPr/>
        </p:nvSpPr>
        <p:spPr>
          <a:xfrm>
            <a:off x="8380407" y="20246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7" name="F2_precision_recall_distributions_3891">
            <a:extLst>
              <a:ext uri="{FF2B5EF4-FFF2-40B4-BE49-F238E27FC236}">
                <a16:creationId xmlns:a16="http://schemas.microsoft.com/office/drawing/2014/main" id="{FDEA3F1A-A5BB-47D8-A337-A73136BF1444}"/>
              </a:ext>
            </a:extLst>
          </p:cNvPr>
          <p:cNvSpPr>
            <a:spLocks noGrp="1"/>
          </p:cNvSpPr>
          <p:nvPr/>
        </p:nvSpPr>
        <p:spPr>
          <a:xfrm>
            <a:off x="8368523" y="175632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8" name="F2_precision_recall_distributions_3892">
            <a:extLst>
              <a:ext uri="{FF2B5EF4-FFF2-40B4-BE49-F238E27FC236}">
                <a16:creationId xmlns:a16="http://schemas.microsoft.com/office/drawing/2014/main" id="{BF363A43-804D-4BC8-8004-112F2C73B54D}"/>
              </a:ext>
            </a:extLst>
          </p:cNvPr>
          <p:cNvSpPr>
            <a:spLocks noGrp="1"/>
          </p:cNvSpPr>
          <p:nvPr/>
        </p:nvSpPr>
        <p:spPr>
          <a:xfrm>
            <a:off x="8341282" y="18180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9" name="F2_precision_recall_distributions_3893">
            <a:extLst>
              <a:ext uri="{FF2B5EF4-FFF2-40B4-BE49-F238E27FC236}">
                <a16:creationId xmlns:a16="http://schemas.microsoft.com/office/drawing/2014/main" id="{424B98EE-3CC8-4C23-9CE1-B1150288C7C3}"/>
              </a:ext>
            </a:extLst>
          </p:cNvPr>
          <p:cNvSpPr>
            <a:spLocks noGrp="1"/>
          </p:cNvSpPr>
          <p:nvPr/>
        </p:nvSpPr>
        <p:spPr>
          <a:xfrm>
            <a:off x="8349365" y="17173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0" name="F2_precision_recall_distributions_3894">
            <a:extLst>
              <a:ext uri="{FF2B5EF4-FFF2-40B4-BE49-F238E27FC236}">
                <a16:creationId xmlns:a16="http://schemas.microsoft.com/office/drawing/2014/main" id="{701A4543-85B0-4EF0-8CCE-38A541BF03B9}"/>
              </a:ext>
            </a:extLst>
          </p:cNvPr>
          <p:cNvSpPr>
            <a:spLocks noGrp="1"/>
          </p:cNvSpPr>
          <p:nvPr/>
        </p:nvSpPr>
        <p:spPr>
          <a:xfrm>
            <a:off x="822378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1" name="F2_precision_recall_distributions_3895">
            <a:extLst>
              <a:ext uri="{FF2B5EF4-FFF2-40B4-BE49-F238E27FC236}">
                <a16:creationId xmlns:a16="http://schemas.microsoft.com/office/drawing/2014/main" id="{423D6D7B-BABB-44A2-A78B-683DEB83AFE3}"/>
              </a:ext>
            </a:extLst>
          </p:cNvPr>
          <p:cNvSpPr>
            <a:spLocks noGrp="1"/>
          </p:cNvSpPr>
          <p:nvPr/>
        </p:nvSpPr>
        <p:spPr>
          <a:xfrm>
            <a:off x="844167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2" name="F2_precision_recall_distributions_3896">
            <a:extLst>
              <a:ext uri="{FF2B5EF4-FFF2-40B4-BE49-F238E27FC236}">
                <a16:creationId xmlns:a16="http://schemas.microsoft.com/office/drawing/2014/main" id="{FB0E59A7-0187-4A2E-83D9-D52A6D7E383B}"/>
              </a:ext>
            </a:extLst>
          </p:cNvPr>
          <p:cNvSpPr>
            <a:spLocks noGrp="1"/>
          </p:cNvSpPr>
          <p:nvPr/>
        </p:nvSpPr>
        <p:spPr>
          <a:xfrm>
            <a:off x="8423485" y="18674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3" name="F2_precision_recall_distributions_3897">
            <a:extLst>
              <a:ext uri="{FF2B5EF4-FFF2-40B4-BE49-F238E27FC236}">
                <a16:creationId xmlns:a16="http://schemas.microsoft.com/office/drawing/2014/main" id="{AF597F21-E118-4163-8281-22EADF0E205F}"/>
              </a:ext>
            </a:extLst>
          </p:cNvPr>
          <p:cNvSpPr>
            <a:spLocks noGrp="1"/>
          </p:cNvSpPr>
          <p:nvPr/>
        </p:nvSpPr>
        <p:spPr>
          <a:xfrm>
            <a:off x="8467358" y="20300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4" name="F2_precision_recall_distributions_3898">
            <a:extLst>
              <a:ext uri="{FF2B5EF4-FFF2-40B4-BE49-F238E27FC236}">
                <a16:creationId xmlns:a16="http://schemas.microsoft.com/office/drawing/2014/main" id="{E75515EB-17D5-4ED4-AAAE-2049A24BDE61}"/>
              </a:ext>
            </a:extLst>
          </p:cNvPr>
          <p:cNvSpPr>
            <a:spLocks noGrp="1"/>
          </p:cNvSpPr>
          <p:nvPr/>
        </p:nvSpPr>
        <p:spPr>
          <a:xfrm>
            <a:off x="840492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5" name="F2_precision_recall_distributions_3899">
            <a:extLst>
              <a:ext uri="{FF2B5EF4-FFF2-40B4-BE49-F238E27FC236}">
                <a16:creationId xmlns:a16="http://schemas.microsoft.com/office/drawing/2014/main" id="{03C9028A-2E2C-42B0-991D-BF00205BE266}"/>
              </a:ext>
            </a:extLst>
          </p:cNvPr>
          <p:cNvSpPr>
            <a:spLocks noGrp="1"/>
          </p:cNvSpPr>
          <p:nvPr/>
        </p:nvSpPr>
        <p:spPr>
          <a:xfrm>
            <a:off x="8170025" y="19059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6" name="F2_precision_recall_distributions_3900">
            <a:extLst>
              <a:ext uri="{FF2B5EF4-FFF2-40B4-BE49-F238E27FC236}">
                <a16:creationId xmlns:a16="http://schemas.microsoft.com/office/drawing/2014/main" id="{1F8B23AB-C41C-4090-B55A-481C461CC221}"/>
              </a:ext>
            </a:extLst>
          </p:cNvPr>
          <p:cNvSpPr>
            <a:spLocks noGrp="1"/>
          </p:cNvSpPr>
          <p:nvPr/>
        </p:nvSpPr>
        <p:spPr>
          <a:xfrm>
            <a:off x="8216951" y="20277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7" name="F2_precision_recall_distributions_3901">
            <a:extLst>
              <a:ext uri="{FF2B5EF4-FFF2-40B4-BE49-F238E27FC236}">
                <a16:creationId xmlns:a16="http://schemas.microsoft.com/office/drawing/2014/main" id="{F0465C54-A48B-4FAE-8139-EAC72156590B}"/>
              </a:ext>
            </a:extLst>
          </p:cNvPr>
          <p:cNvSpPr>
            <a:spLocks noGrp="1"/>
          </p:cNvSpPr>
          <p:nvPr/>
        </p:nvSpPr>
        <p:spPr>
          <a:xfrm>
            <a:off x="839208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8" name="F2_precision_recall_distributions_3902">
            <a:extLst>
              <a:ext uri="{FF2B5EF4-FFF2-40B4-BE49-F238E27FC236}">
                <a16:creationId xmlns:a16="http://schemas.microsoft.com/office/drawing/2014/main" id="{BC813332-3D87-44B7-B45B-E866E81AAD53}"/>
              </a:ext>
            </a:extLst>
          </p:cNvPr>
          <p:cNvSpPr>
            <a:spLocks noGrp="1"/>
          </p:cNvSpPr>
          <p:nvPr/>
        </p:nvSpPr>
        <p:spPr>
          <a:xfrm>
            <a:off x="8202753" y="17557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9" name="F2_precision_recall_distributions_3903">
            <a:extLst>
              <a:ext uri="{FF2B5EF4-FFF2-40B4-BE49-F238E27FC236}">
                <a16:creationId xmlns:a16="http://schemas.microsoft.com/office/drawing/2014/main" id="{5DCC1595-B397-43CB-8F59-008E2D7562BC}"/>
              </a:ext>
            </a:extLst>
          </p:cNvPr>
          <p:cNvSpPr>
            <a:spLocks noGrp="1"/>
          </p:cNvSpPr>
          <p:nvPr/>
        </p:nvSpPr>
        <p:spPr>
          <a:xfrm>
            <a:off x="8398554" y="16271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0" name="F2_precision_recall_distributions_3904">
            <a:extLst>
              <a:ext uri="{FF2B5EF4-FFF2-40B4-BE49-F238E27FC236}">
                <a16:creationId xmlns:a16="http://schemas.microsoft.com/office/drawing/2014/main" id="{24B35F92-4047-491B-B863-73EF3D4D977C}"/>
              </a:ext>
            </a:extLst>
          </p:cNvPr>
          <p:cNvSpPr>
            <a:spLocks noGrp="1"/>
          </p:cNvSpPr>
          <p:nvPr/>
        </p:nvSpPr>
        <p:spPr>
          <a:xfrm>
            <a:off x="835551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1" name="F2_precision_recall_distributions_3905">
            <a:extLst>
              <a:ext uri="{FF2B5EF4-FFF2-40B4-BE49-F238E27FC236}">
                <a16:creationId xmlns:a16="http://schemas.microsoft.com/office/drawing/2014/main" id="{95F5DFD7-A2F4-4C55-AF5C-24774293A1CD}"/>
              </a:ext>
            </a:extLst>
          </p:cNvPr>
          <p:cNvSpPr>
            <a:spLocks noGrp="1"/>
          </p:cNvSpPr>
          <p:nvPr/>
        </p:nvSpPr>
        <p:spPr>
          <a:xfrm>
            <a:off x="82897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2" name="F2_precision_recall_distributions_3906">
            <a:extLst>
              <a:ext uri="{FF2B5EF4-FFF2-40B4-BE49-F238E27FC236}">
                <a16:creationId xmlns:a16="http://schemas.microsoft.com/office/drawing/2014/main" id="{1473F00B-C06B-4586-8D2A-ACDB57B53C03}"/>
              </a:ext>
            </a:extLst>
          </p:cNvPr>
          <p:cNvSpPr>
            <a:spLocks noGrp="1"/>
          </p:cNvSpPr>
          <p:nvPr/>
        </p:nvSpPr>
        <p:spPr>
          <a:xfrm>
            <a:off x="824302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3" name="F2_precision_recall_distributions_3907">
            <a:extLst>
              <a:ext uri="{FF2B5EF4-FFF2-40B4-BE49-F238E27FC236}">
                <a16:creationId xmlns:a16="http://schemas.microsoft.com/office/drawing/2014/main" id="{AB7FE3DD-69A9-4F15-9B9A-9A697DD5C332}"/>
              </a:ext>
            </a:extLst>
          </p:cNvPr>
          <p:cNvSpPr>
            <a:spLocks noGrp="1"/>
          </p:cNvSpPr>
          <p:nvPr/>
        </p:nvSpPr>
        <p:spPr>
          <a:xfrm>
            <a:off x="823575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4" name="F2_precision_recall_distributions_3908">
            <a:extLst>
              <a:ext uri="{FF2B5EF4-FFF2-40B4-BE49-F238E27FC236}">
                <a16:creationId xmlns:a16="http://schemas.microsoft.com/office/drawing/2014/main" id="{CE8FFF08-45F0-4E8F-858B-ADB573D2F516}"/>
              </a:ext>
            </a:extLst>
          </p:cNvPr>
          <p:cNvSpPr>
            <a:spLocks noGrp="1"/>
          </p:cNvSpPr>
          <p:nvPr/>
        </p:nvSpPr>
        <p:spPr>
          <a:xfrm>
            <a:off x="8331063" y="15899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5" name="F2_precision_recall_distributions_3909">
            <a:extLst>
              <a:ext uri="{FF2B5EF4-FFF2-40B4-BE49-F238E27FC236}">
                <a16:creationId xmlns:a16="http://schemas.microsoft.com/office/drawing/2014/main" id="{B44EE00B-1231-4331-82E6-6375B55A2E07}"/>
              </a:ext>
            </a:extLst>
          </p:cNvPr>
          <p:cNvSpPr>
            <a:spLocks noGrp="1"/>
          </p:cNvSpPr>
          <p:nvPr/>
        </p:nvSpPr>
        <p:spPr>
          <a:xfrm>
            <a:off x="824700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6" name="F2_precision_recall_distributions_3910">
            <a:extLst>
              <a:ext uri="{FF2B5EF4-FFF2-40B4-BE49-F238E27FC236}">
                <a16:creationId xmlns:a16="http://schemas.microsoft.com/office/drawing/2014/main" id="{120C9BF7-CB77-4499-A9E7-2B046F68FF5C}"/>
              </a:ext>
            </a:extLst>
          </p:cNvPr>
          <p:cNvSpPr>
            <a:spLocks noGrp="1"/>
          </p:cNvSpPr>
          <p:nvPr/>
        </p:nvSpPr>
        <p:spPr>
          <a:xfrm>
            <a:off x="8191385" y="20584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7" name="F2_precision_recall_distributions_3911">
            <a:extLst>
              <a:ext uri="{FF2B5EF4-FFF2-40B4-BE49-F238E27FC236}">
                <a16:creationId xmlns:a16="http://schemas.microsoft.com/office/drawing/2014/main" id="{2CDB29AC-5B9A-4CCC-AB83-F8B2FA817020}"/>
              </a:ext>
            </a:extLst>
          </p:cNvPr>
          <p:cNvSpPr>
            <a:spLocks noGrp="1"/>
          </p:cNvSpPr>
          <p:nvPr/>
        </p:nvSpPr>
        <p:spPr>
          <a:xfrm>
            <a:off x="8465136" y="19524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8" name="F2_precision_recall_distributions_3912">
            <a:extLst>
              <a:ext uri="{FF2B5EF4-FFF2-40B4-BE49-F238E27FC236}">
                <a16:creationId xmlns:a16="http://schemas.microsoft.com/office/drawing/2014/main" id="{C0B88B5A-94B8-4DBF-B8EF-0BB9FA7318BD}"/>
              </a:ext>
            </a:extLst>
          </p:cNvPr>
          <p:cNvSpPr>
            <a:spLocks noGrp="1"/>
          </p:cNvSpPr>
          <p:nvPr/>
        </p:nvSpPr>
        <p:spPr>
          <a:xfrm>
            <a:off x="8328362" y="195109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9" name="F2_precision_recall_distributions_3913">
            <a:extLst>
              <a:ext uri="{FF2B5EF4-FFF2-40B4-BE49-F238E27FC236}">
                <a16:creationId xmlns:a16="http://schemas.microsoft.com/office/drawing/2014/main" id="{F605BD43-54EC-4276-9ABD-11BFFC93E216}"/>
              </a:ext>
            </a:extLst>
          </p:cNvPr>
          <p:cNvSpPr>
            <a:spLocks noGrp="1"/>
          </p:cNvSpPr>
          <p:nvPr/>
        </p:nvSpPr>
        <p:spPr>
          <a:xfrm>
            <a:off x="8136360" y="17341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0" name="F2_precision_recall_distributions_3914">
            <a:extLst>
              <a:ext uri="{FF2B5EF4-FFF2-40B4-BE49-F238E27FC236}">
                <a16:creationId xmlns:a16="http://schemas.microsoft.com/office/drawing/2014/main" id="{F9A1550D-F427-4B4A-8F2A-3AC2EC138616}"/>
              </a:ext>
            </a:extLst>
          </p:cNvPr>
          <p:cNvSpPr>
            <a:spLocks noGrp="1"/>
          </p:cNvSpPr>
          <p:nvPr/>
        </p:nvSpPr>
        <p:spPr>
          <a:xfrm>
            <a:off x="8144452" y="19098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1" name="F2_precision_recall_distributions_3915">
            <a:extLst>
              <a:ext uri="{FF2B5EF4-FFF2-40B4-BE49-F238E27FC236}">
                <a16:creationId xmlns:a16="http://schemas.microsoft.com/office/drawing/2014/main" id="{A0FCBD03-E8FD-4B32-A17B-1A875AD8EA4E}"/>
              </a:ext>
            </a:extLst>
          </p:cNvPr>
          <p:cNvSpPr>
            <a:spLocks noGrp="1"/>
          </p:cNvSpPr>
          <p:nvPr/>
        </p:nvSpPr>
        <p:spPr>
          <a:xfrm>
            <a:off x="8216829" y="22385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2" name="F2_precision_recall_distributions_3916">
            <a:extLst>
              <a:ext uri="{FF2B5EF4-FFF2-40B4-BE49-F238E27FC236}">
                <a16:creationId xmlns:a16="http://schemas.microsoft.com/office/drawing/2014/main" id="{8F86893C-F951-4EFF-B9C7-50EE9F6030F5}"/>
              </a:ext>
            </a:extLst>
          </p:cNvPr>
          <p:cNvSpPr>
            <a:spLocks noGrp="1"/>
          </p:cNvSpPr>
          <p:nvPr/>
        </p:nvSpPr>
        <p:spPr>
          <a:xfrm>
            <a:off x="831740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3" name="F2_precision_recall_distributions_3917">
            <a:extLst>
              <a:ext uri="{FF2B5EF4-FFF2-40B4-BE49-F238E27FC236}">
                <a16:creationId xmlns:a16="http://schemas.microsoft.com/office/drawing/2014/main" id="{D82997DE-3E60-481F-BE28-20DC546714D5}"/>
              </a:ext>
            </a:extLst>
          </p:cNvPr>
          <p:cNvSpPr>
            <a:spLocks noGrp="1"/>
          </p:cNvSpPr>
          <p:nvPr/>
        </p:nvSpPr>
        <p:spPr>
          <a:xfrm>
            <a:off x="8166342" y="20105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4" name="F2_precision_recall_distributions_3918">
            <a:extLst>
              <a:ext uri="{FF2B5EF4-FFF2-40B4-BE49-F238E27FC236}">
                <a16:creationId xmlns:a16="http://schemas.microsoft.com/office/drawing/2014/main" id="{9BD32F38-9930-4C93-A99A-6B2777780B53}"/>
              </a:ext>
            </a:extLst>
          </p:cNvPr>
          <p:cNvSpPr>
            <a:spLocks noGrp="1"/>
          </p:cNvSpPr>
          <p:nvPr/>
        </p:nvSpPr>
        <p:spPr>
          <a:xfrm>
            <a:off x="8482556" y="19183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5" name="F2_precision_recall_distributions_3919">
            <a:extLst>
              <a:ext uri="{FF2B5EF4-FFF2-40B4-BE49-F238E27FC236}">
                <a16:creationId xmlns:a16="http://schemas.microsoft.com/office/drawing/2014/main" id="{8BED28C2-41C7-4630-8E71-F67116F5196C}"/>
              </a:ext>
            </a:extLst>
          </p:cNvPr>
          <p:cNvSpPr>
            <a:spLocks noGrp="1"/>
          </p:cNvSpPr>
          <p:nvPr/>
        </p:nvSpPr>
        <p:spPr>
          <a:xfrm>
            <a:off x="8340610" y="19522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6" name="F2_precision_recall_distributions_3920">
            <a:extLst>
              <a:ext uri="{FF2B5EF4-FFF2-40B4-BE49-F238E27FC236}">
                <a16:creationId xmlns:a16="http://schemas.microsoft.com/office/drawing/2014/main" id="{4640BE19-11BF-405E-B1C0-039726F9C955}"/>
              </a:ext>
            </a:extLst>
          </p:cNvPr>
          <p:cNvSpPr>
            <a:spLocks noGrp="1"/>
          </p:cNvSpPr>
          <p:nvPr/>
        </p:nvSpPr>
        <p:spPr>
          <a:xfrm>
            <a:off x="815081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7" name="F2_precision_recall_distributions_3921">
            <a:extLst>
              <a:ext uri="{FF2B5EF4-FFF2-40B4-BE49-F238E27FC236}">
                <a16:creationId xmlns:a16="http://schemas.microsoft.com/office/drawing/2014/main" id="{4B7C2705-756C-466D-BE7C-E707D01DF066}"/>
              </a:ext>
            </a:extLst>
          </p:cNvPr>
          <p:cNvSpPr>
            <a:spLocks noGrp="1"/>
          </p:cNvSpPr>
          <p:nvPr/>
        </p:nvSpPr>
        <p:spPr>
          <a:xfrm>
            <a:off x="8407772" y="22051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8" name="F2_precision_recall_distributions_3922">
            <a:extLst>
              <a:ext uri="{FF2B5EF4-FFF2-40B4-BE49-F238E27FC236}">
                <a16:creationId xmlns:a16="http://schemas.microsoft.com/office/drawing/2014/main" id="{4EA5C9EF-67FC-477E-803D-1D0F6131CCEB}"/>
              </a:ext>
            </a:extLst>
          </p:cNvPr>
          <p:cNvSpPr>
            <a:spLocks noGrp="1"/>
          </p:cNvSpPr>
          <p:nvPr/>
        </p:nvSpPr>
        <p:spPr>
          <a:xfrm>
            <a:off x="6002018" y="1585666"/>
            <a:ext cx="191" cy="339974"/>
          </a:xfrm>
          <a:custGeom>
            <a:avLst/>
            <a:gdLst/>
            <a:ahLst/>
            <a:cxnLst/>
            <a:rect l="0" t="0" r="0" b="0"/>
            <a:pathLst>
              <a:path w="191" h="339974">
                <a:moveTo>
                  <a:pt x="0" y="33997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1109" name="F2_precision_recall_distributions_3923">
            <a:extLst>
              <a:ext uri="{FF2B5EF4-FFF2-40B4-BE49-F238E27FC236}">
                <a16:creationId xmlns:a16="http://schemas.microsoft.com/office/drawing/2014/main" id="{5F773E2B-7A6F-4E27-B1FC-E83F2418DEA3}"/>
              </a:ext>
            </a:extLst>
          </p:cNvPr>
          <p:cNvSpPr>
            <a:spLocks noGrp="1"/>
          </p:cNvSpPr>
          <p:nvPr/>
        </p:nvSpPr>
        <p:spPr>
          <a:xfrm>
            <a:off x="7165978" y="1611581"/>
            <a:ext cx="191" cy="500745"/>
          </a:xfrm>
          <a:custGeom>
            <a:avLst/>
            <a:gdLst/>
            <a:ahLst/>
            <a:cxnLst/>
            <a:rect l="0" t="0" r="0" b="0"/>
            <a:pathLst>
              <a:path w="191" h="500745">
                <a:moveTo>
                  <a:pt x="0" y="50074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1110" name="F2_precision_recall_distributions_3924">
            <a:extLst>
              <a:ext uri="{FF2B5EF4-FFF2-40B4-BE49-F238E27FC236}">
                <a16:creationId xmlns:a16="http://schemas.microsoft.com/office/drawing/2014/main" id="{13F06E0B-6306-45B4-A9D8-BCFD78A56DA2}"/>
              </a:ext>
            </a:extLst>
          </p:cNvPr>
          <p:cNvSpPr>
            <a:spLocks noGrp="1"/>
          </p:cNvSpPr>
          <p:nvPr/>
        </p:nvSpPr>
        <p:spPr>
          <a:xfrm>
            <a:off x="8329937" y="1799288"/>
            <a:ext cx="191" cy="556596"/>
          </a:xfrm>
          <a:custGeom>
            <a:avLst/>
            <a:gdLst/>
            <a:ahLst/>
            <a:cxnLst/>
            <a:rect l="0" t="0" r="0" b="0"/>
            <a:pathLst>
              <a:path w="191" h="556596">
                <a:moveTo>
                  <a:pt x="0" y="556596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1111" name="F2_precision_recall_distributions_3925">
            <a:extLst>
              <a:ext uri="{FF2B5EF4-FFF2-40B4-BE49-F238E27FC236}">
                <a16:creationId xmlns:a16="http://schemas.microsoft.com/office/drawing/2014/main" id="{383A2A9B-B606-4C6E-A229-FE700FBAB14A}"/>
              </a:ext>
            </a:extLst>
          </p:cNvPr>
          <p:cNvSpPr>
            <a:spLocks noGrp="1"/>
          </p:cNvSpPr>
          <p:nvPr/>
        </p:nvSpPr>
        <p:spPr>
          <a:xfrm>
            <a:off x="5361841" y="148590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1112" name="F2_precision_recall_distributions_3926">
            <a:extLst>
              <a:ext uri="{FF2B5EF4-FFF2-40B4-BE49-F238E27FC236}">
                <a16:creationId xmlns:a16="http://schemas.microsoft.com/office/drawing/2014/main" id="{35C7D8A5-A7F2-4404-B8AC-7458E08CF1BE}"/>
              </a:ext>
            </a:extLst>
          </p:cNvPr>
          <p:cNvSpPr>
            <a:spLocks noGrp="1"/>
          </p:cNvSpPr>
          <p:nvPr/>
        </p:nvSpPr>
        <p:spPr>
          <a:xfrm>
            <a:off x="5361841" y="236861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1113" name="text_3927">
            <a:extLst>
              <a:ext uri="{FF2B5EF4-FFF2-40B4-BE49-F238E27FC236}">
                <a16:creationId xmlns:a16="http://schemas.microsoft.com/office/drawing/2014/main" id="{F8D24875-B426-4539-A083-566E0564A69B}"/>
              </a:ext>
            </a:extLst>
          </p:cNvPr>
          <p:cNvSpPr>
            <a:spLocks noGrp="1"/>
          </p:cNvSpPr>
          <p:nvPr/>
        </p:nvSpPr>
        <p:spPr>
          <a:xfrm>
            <a:off x="5361841" y="1305172"/>
            <a:ext cx="1016651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 · Recall</a:t>
            </a:r>
          </a:p>
        </p:txBody>
      </p:sp>
      <p:sp>
        <p:nvSpPr>
          <p:cNvPr id="1114" name="F2_precision_recall_distributions_3928">
            <a:extLst>
              <a:ext uri="{FF2B5EF4-FFF2-40B4-BE49-F238E27FC236}">
                <a16:creationId xmlns:a16="http://schemas.microsoft.com/office/drawing/2014/main" id="{E677C563-E4E1-4832-A4BA-5E5D4F2B1C96}"/>
              </a:ext>
            </a:extLst>
          </p:cNvPr>
          <p:cNvSpPr>
            <a:spLocks noGrp="1"/>
          </p:cNvSpPr>
          <p:nvPr/>
        </p:nvSpPr>
        <p:spPr>
          <a:xfrm>
            <a:off x="5973977" y="166233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1115" name="F2_precision_recall_distributions_3929">
            <a:extLst>
              <a:ext uri="{FF2B5EF4-FFF2-40B4-BE49-F238E27FC236}">
                <a16:creationId xmlns:a16="http://schemas.microsoft.com/office/drawing/2014/main" id="{F4B40A91-501E-422C-8341-7216F8E78E65}"/>
              </a:ext>
            </a:extLst>
          </p:cNvPr>
          <p:cNvSpPr>
            <a:spLocks noGrp="1"/>
          </p:cNvSpPr>
          <p:nvPr/>
        </p:nvSpPr>
        <p:spPr>
          <a:xfrm>
            <a:off x="7137937" y="1757036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1116" name="F2_precision_recall_distributions_3930">
            <a:extLst>
              <a:ext uri="{FF2B5EF4-FFF2-40B4-BE49-F238E27FC236}">
                <a16:creationId xmlns:a16="http://schemas.microsoft.com/office/drawing/2014/main" id="{09905762-A86A-42B4-92F8-9FD57B8E13F2}"/>
              </a:ext>
            </a:extLst>
          </p:cNvPr>
          <p:cNvSpPr>
            <a:spLocks noGrp="1"/>
          </p:cNvSpPr>
          <p:nvPr/>
        </p:nvSpPr>
        <p:spPr>
          <a:xfrm>
            <a:off x="8301896" y="203840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1117" name="F2_precision_recall_distributions_3931">
            <a:extLst>
              <a:ext uri="{FF2B5EF4-FFF2-40B4-BE49-F238E27FC236}">
                <a16:creationId xmlns:a16="http://schemas.microsoft.com/office/drawing/2014/main" id="{2C63B4C2-834F-4CEE-A25F-DEEC048A631C}"/>
              </a:ext>
            </a:extLst>
          </p:cNvPr>
          <p:cNvSpPr>
            <a:spLocks noGrp="1"/>
          </p:cNvSpPr>
          <p:nvPr/>
        </p:nvSpPr>
        <p:spPr>
          <a:xfrm>
            <a:off x="1212325" y="285411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1118" name="F2_precision_recall_distributions_3932">
            <a:extLst>
              <a:ext uri="{FF2B5EF4-FFF2-40B4-BE49-F238E27FC236}">
                <a16:creationId xmlns:a16="http://schemas.microsoft.com/office/drawing/2014/main" id="{16B10FE1-4EDB-4882-866D-90B3E339E32F}"/>
              </a:ext>
            </a:extLst>
          </p:cNvPr>
          <p:cNvSpPr>
            <a:spLocks noGrp="1"/>
          </p:cNvSpPr>
          <p:nvPr/>
        </p:nvSpPr>
        <p:spPr>
          <a:xfrm>
            <a:off x="1212325" y="372409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119" name="F2_precision_recall_distributions_3933">
            <a:extLst>
              <a:ext uri="{FF2B5EF4-FFF2-40B4-BE49-F238E27FC236}">
                <a16:creationId xmlns:a16="http://schemas.microsoft.com/office/drawing/2014/main" id="{B3CF5CF5-2470-432F-9102-7AEF41A4F202}"/>
              </a:ext>
            </a:extLst>
          </p:cNvPr>
          <p:cNvSpPr>
            <a:spLocks noGrp="1"/>
          </p:cNvSpPr>
          <p:nvPr/>
        </p:nvSpPr>
        <p:spPr>
          <a:xfrm>
            <a:off x="1170051" y="372409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120" name="text_3934">
            <a:extLst>
              <a:ext uri="{FF2B5EF4-FFF2-40B4-BE49-F238E27FC236}">
                <a16:creationId xmlns:a16="http://schemas.microsoft.com/office/drawing/2014/main" id="{BD8A4DCF-42BE-49B8-9C10-94E17290EA93}"/>
              </a:ext>
            </a:extLst>
          </p:cNvPr>
          <p:cNvSpPr>
            <a:spLocks noGrp="1"/>
          </p:cNvSpPr>
          <p:nvPr/>
        </p:nvSpPr>
        <p:spPr>
          <a:xfrm>
            <a:off x="958091" y="367660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121" name="F2_precision_recall_distributions_3935">
            <a:extLst>
              <a:ext uri="{FF2B5EF4-FFF2-40B4-BE49-F238E27FC236}">
                <a16:creationId xmlns:a16="http://schemas.microsoft.com/office/drawing/2014/main" id="{1E7924BC-BA70-4FF2-9638-76D2D1FDF829}"/>
              </a:ext>
            </a:extLst>
          </p:cNvPr>
          <p:cNvSpPr>
            <a:spLocks noGrp="1"/>
          </p:cNvSpPr>
          <p:nvPr/>
        </p:nvSpPr>
        <p:spPr>
          <a:xfrm>
            <a:off x="1212325" y="329971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122" name="F2_precision_recall_distributions_3936">
            <a:extLst>
              <a:ext uri="{FF2B5EF4-FFF2-40B4-BE49-F238E27FC236}">
                <a16:creationId xmlns:a16="http://schemas.microsoft.com/office/drawing/2014/main" id="{517E6787-BB88-4963-BCBD-FCFD9F1E76E8}"/>
              </a:ext>
            </a:extLst>
          </p:cNvPr>
          <p:cNvSpPr>
            <a:spLocks noGrp="1"/>
          </p:cNvSpPr>
          <p:nvPr/>
        </p:nvSpPr>
        <p:spPr>
          <a:xfrm>
            <a:off x="1170051" y="329971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123" name="text_3937">
            <a:extLst>
              <a:ext uri="{FF2B5EF4-FFF2-40B4-BE49-F238E27FC236}">
                <a16:creationId xmlns:a16="http://schemas.microsoft.com/office/drawing/2014/main" id="{DDC515CE-AC1E-46A5-9D18-DE9D6D3920D3}"/>
              </a:ext>
            </a:extLst>
          </p:cNvPr>
          <p:cNvSpPr>
            <a:spLocks noGrp="1"/>
          </p:cNvSpPr>
          <p:nvPr/>
        </p:nvSpPr>
        <p:spPr>
          <a:xfrm>
            <a:off x="958091" y="325221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124" name="F2_precision_recall_distributions_3938">
            <a:extLst>
              <a:ext uri="{FF2B5EF4-FFF2-40B4-BE49-F238E27FC236}">
                <a16:creationId xmlns:a16="http://schemas.microsoft.com/office/drawing/2014/main" id="{0F598E01-82D9-4329-8F8D-27C75D5A17FA}"/>
              </a:ext>
            </a:extLst>
          </p:cNvPr>
          <p:cNvSpPr>
            <a:spLocks noGrp="1"/>
          </p:cNvSpPr>
          <p:nvPr/>
        </p:nvSpPr>
        <p:spPr>
          <a:xfrm>
            <a:off x="1212325" y="287532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125" name="F2_precision_recall_distributions_3939">
            <a:extLst>
              <a:ext uri="{FF2B5EF4-FFF2-40B4-BE49-F238E27FC236}">
                <a16:creationId xmlns:a16="http://schemas.microsoft.com/office/drawing/2014/main" id="{CD5D2340-1357-4EA6-B9CD-0CDFBAE1035B}"/>
              </a:ext>
            </a:extLst>
          </p:cNvPr>
          <p:cNvSpPr>
            <a:spLocks noGrp="1"/>
          </p:cNvSpPr>
          <p:nvPr/>
        </p:nvSpPr>
        <p:spPr>
          <a:xfrm>
            <a:off x="1170051" y="287532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126" name="text_3940">
            <a:extLst>
              <a:ext uri="{FF2B5EF4-FFF2-40B4-BE49-F238E27FC236}">
                <a16:creationId xmlns:a16="http://schemas.microsoft.com/office/drawing/2014/main" id="{AC494C31-A40C-4E2E-A3A7-F3C7E54581B5}"/>
              </a:ext>
            </a:extLst>
          </p:cNvPr>
          <p:cNvSpPr>
            <a:spLocks noGrp="1"/>
          </p:cNvSpPr>
          <p:nvPr/>
        </p:nvSpPr>
        <p:spPr>
          <a:xfrm>
            <a:off x="958091" y="282783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127" name="F2_precision_recall_distributions_3941">
            <a:extLst>
              <a:ext uri="{FF2B5EF4-FFF2-40B4-BE49-F238E27FC236}">
                <a16:creationId xmlns:a16="http://schemas.microsoft.com/office/drawing/2014/main" id="{9D331B38-E36D-4C03-A1AA-0B20F2CC98A1}"/>
              </a:ext>
            </a:extLst>
          </p:cNvPr>
          <p:cNvSpPr>
            <a:spLocks noGrp="1"/>
          </p:cNvSpPr>
          <p:nvPr/>
        </p:nvSpPr>
        <p:spPr>
          <a:xfrm>
            <a:off x="1514954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391987" y="848766"/>
                </a:moveTo>
                <a:lnTo>
                  <a:pt x="283109" y="848766"/>
                </a:lnTo>
                <a:lnTo>
                  <a:pt x="284065" y="842186"/>
                </a:lnTo>
                <a:lnTo>
                  <a:pt x="286828" y="835606"/>
                </a:lnTo>
                <a:lnTo>
                  <a:pt x="291111" y="829027"/>
                </a:lnTo>
                <a:lnTo>
                  <a:pt x="296487" y="822447"/>
                </a:lnTo>
                <a:lnTo>
                  <a:pt x="302458" y="815868"/>
                </a:lnTo>
                <a:lnTo>
                  <a:pt x="308530" y="809288"/>
                </a:lnTo>
                <a:lnTo>
                  <a:pt x="314274" y="802708"/>
                </a:lnTo>
                <a:lnTo>
                  <a:pt x="319370" y="796129"/>
                </a:lnTo>
                <a:lnTo>
                  <a:pt x="323627" y="789549"/>
                </a:lnTo>
                <a:lnTo>
                  <a:pt x="326978" y="782970"/>
                </a:lnTo>
                <a:lnTo>
                  <a:pt x="329458" y="776390"/>
                </a:lnTo>
                <a:lnTo>
                  <a:pt x="331177" y="769811"/>
                </a:lnTo>
                <a:lnTo>
                  <a:pt x="332284" y="763231"/>
                </a:lnTo>
                <a:lnTo>
                  <a:pt x="332944" y="756651"/>
                </a:lnTo>
                <a:lnTo>
                  <a:pt x="333310" y="750072"/>
                </a:lnTo>
                <a:lnTo>
                  <a:pt x="333511" y="743492"/>
                </a:lnTo>
                <a:lnTo>
                  <a:pt x="333648" y="736913"/>
                </a:lnTo>
                <a:lnTo>
                  <a:pt x="333781" y="730333"/>
                </a:lnTo>
                <a:lnTo>
                  <a:pt x="333943" y="723754"/>
                </a:lnTo>
                <a:lnTo>
                  <a:pt x="334134" y="717174"/>
                </a:lnTo>
                <a:lnTo>
                  <a:pt x="334334" y="710594"/>
                </a:lnTo>
                <a:lnTo>
                  <a:pt x="334506" y="704015"/>
                </a:lnTo>
                <a:lnTo>
                  <a:pt x="334607" y="697435"/>
                </a:lnTo>
                <a:lnTo>
                  <a:pt x="334594" y="690856"/>
                </a:lnTo>
                <a:lnTo>
                  <a:pt x="334432" y="684276"/>
                </a:lnTo>
                <a:lnTo>
                  <a:pt x="334096" y="677697"/>
                </a:lnTo>
                <a:lnTo>
                  <a:pt x="333581" y="671117"/>
                </a:lnTo>
                <a:lnTo>
                  <a:pt x="332895" y="664537"/>
                </a:lnTo>
                <a:lnTo>
                  <a:pt x="332070" y="657958"/>
                </a:lnTo>
                <a:lnTo>
                  <a:pt x="331147" y="651378"/>
                </a:lnTo>
                <a:lnTo>
                  <a:pt x="330181" y="644799"/>
                </a:lnTo>
                <a:lnTo>
                  <a:pt x="329228" y="638219"/>
                </a:lnTo>
                <a:lnTo>
                  <a:pt x="328341" y="631639"/>
                </a:lnTo>
                <a:lnTo>
                  <a:pt x="327566" y="625060"/>
                </a:lnTo>
                <a:lnTo>
                  <a:pt x="326932" y="618480"/>
                </a:lnTo>
                <a:lnTo>
                  <a:pt x="326457" y="611901"/>
                </a:lnTo>
                <a:lnTo>
                  <a:pt x="326143" y="605321"/>
                </a:lnTo>
                <a:lnTo>
                  <a:pt x="325986" y="598742"/>
                </a:lnTo>
                <a:lnTo>
                  <a:pt x="325977" y="592162"/>
                </a:lnTo>
                <a:lnTo>
                  <a:pt x="326109" y="585582"/>
                </a:lnTo>
                <a:lnTo>
                  <a:pt x="326374" y="579003"/>
                </a:lnTo>
                <a:lnTo>
                  <a:pt x="326767" y="572423"/>
                </a:lnTo>
                <a:lnTo>
                  <a:pt x="327280" y="565844"/>
                </a:lnTo>
                <a:lnTo>
                  <a:pt x="327898" y="559264"/>
                </a:lnTo>
                <a:lnTo>
                  <a:pt x="328594" y="552685"/>
                </a:lnTo>
                <a:lnTo>
                  <a:pt x="329331" y="546105"/>
                </a:lnTo>
                <a:lnTo>
                  <a:pt x="330057" y="539525"/>
                </a:lnTo>
                <a:lnTo>
                  <a:pt x="330717" y="532946"/>
                </a:lnTo>
                <a:lnTo>
                  <a:pt x="331250" y="526366"/>
                </a:lnTo>
                <a:lnTo>
                  <a:pt x="331599" y="519787"/>
                </a:lnTo>
                <a:lnTo>
                  <a:pt x="331716" y="513207"/>
                </a:lnTo>
                <a:lnTo>
                  <a:pt x="331560" y="506627"/>
                </a:lnTo>
                <a:lnTo>
                  <a:pt x="331100" y="500048"/>
                </a:lnTo>
                <a:lnTo>
                  <a:pt x="330318" y="493468"/>
                </a:lnTo>
                <a:lnTo>
                  <a:pt x="329203" y="486889"/>
                </a:lnTo>
                <a:lnTo>
                  <a:pt x="327761" y="480309"/>
                </a:lnTo>
                <a:lnTo>
                  <a:pt x="326019" y="473730"/>
                </a:lnTo>
                <a:lnTo>
                  <a:pt x="324027" y="467150"/>
                </a:lnTo>
                <a:lnTo>
                  <a:pt x="321868" y="460570"/>
                </a:lnTo>
                <a:lnTo>
                  <a:pt x="319658" y="453991"/>
                </a:lnTo>
                <a:lnTo>
                  <a:pt x="317536" y="447411"/>
                </a:lnTo>
                <a:lnTo>
                  <a:pt x="315656" y="440832"/>
                </a:lnTo>
                <a:lnTo>
                  <a:pt x="314164" y="434252"/>
                </a:lnTo>
                <a:lnTo>
                  <a:pt x="313175" y="427673"/>
                </a:lnTo>
                <a:lnTo>
                  <a:pt x="312757" y="421093"/>
                </a:lnTo>
                <a:lnTo>
                  <a:pt x="312913" y="414513"/>
                </a:lnTo>
                <a:lnTo>
                  <a:pt x="313583" y="407934"/>
                </a:lnTo>
                <a:lnTo>
                  <a:pt x="314650" y="401354"/>
                </a:lnTo>
                <a:lnTo>
                  <a:pt x="315957" y="394775"/>
                </a:lnTo>
                <a:lnTo>
                  <a:pt x="317332" y="388195"/>
                </a:lnTo>
                <a:lnTo>
                  <a:pt x="318605" y="381616"/>
                </a:lnTo>
                <a:lnTo>
                  <a:pt x="319628" y="375036"/>
                </a:lnTo>
                <a:lnTo>
                  <a:pt x="320283" y="368456"/>
                </a:lnTo>
                <a:lnTo>
                  <a:pt x="320490" y="361877"/>
                </a:lnTo>
                <a:lnTo>
                  <a:pt x="320202" y="355297"/>
                </a:lnTo>
                <a:lnTo>
                  <a:pt x="319407" y="348718"/>
                </a:lnTo>
                <a:lnTo>
                  <a:pt x="318124" y="342138"/>
                </a:lnTo>
                <a:lnTo>
                  <a:pt x="316411" y="335558"/>
                </a:lnTo>
                <a:lnTo>
                  <a:pt x="314358" y="328979"/>
                </a:lnTo>
                <a:lnTo>
                  <a:pt x="312096" y="322399"/>
                </a:lnTo>
                <a:lnTo>
                  <a:pt x="309787" y="315820"/>
                </a:lnTo>
                <a:lnTo>
                  <a:pt x="307617" y="309240"/>
                </a:lnTo>
                <a:lnTo>
                  <a:pt x="305777" y="302661"/>
                </a:lnTo>
                <a:lnTo>
                  <a:pt x="304436" y="296081"/>
                </a:lnTo>
                <a:lnTo>
                  <a:pt x="303721" y="289501"/>
                </a:lnTo>
                <a:lnTo>
                  <a:pt x="303690" y="282922"/>
                </a:lnTo>
                <a:lnTo>
                  <a:pt x="304327" y="276342"/>
                </a:lnTo>
                <a:lnTo>
                  <a:pt x="305539" y="269763"/>
                </a:lnTo>
                <a:lnTo>
                  <a:pt x="307174" y="263183"/>
                </a:lnTo>
                <a:lnTo>
                  <a:pt x="309050" y="256604"/>
                </a:lnTo>
                <a:lnTo>
                  <a:pt x="310980" y="250024"/>
                </a:lnTo>
                <a:lnTo>
                  <a:pt x="312806" y="243444"/>
                </a:lnTo>
                <a:lnTo>
                  <a:pt x="314413" y="236865"/>
                </a:lnTo>
                <a:lnTo>
                  <a:pt x="315741" y="230285"/>
                </a:lnTo>
                <a:lnTo>
                  <a:pt x="316779" y="223706"/>
                </a:lnTo>
                <a:lnTo>
                  <a:pt x="317548" y="217126"/>
                </a:lnTo>
                <a:lnTo>
                  <a:pt x="318090" y="210546"/>
                </a:lnTo>
                <a:lnTo>
                  <a:pt x="318445" y="203967"/>
                </a:lnTo>
                <a:lnTo>
                  <a:pt x="318647" y="197387"/>
                </a:lnTo>
                <a:lnTo>
                  <a:pt x="318714" y="190808"/>
                </a:lnTo>
                <a:lnTo>
                  <a:pt x="318655" y="184228"/>
                </a:lnTo>
                <a:lnTo>
                  <a:pt x="318477" y="177649"/>
                </a:lnTo>
                <a:lnTo>
                  <a:pt x="318193" y="171069"/>
                </a:lnTo>
                <a:lnTo>
                  <a:pt x="317830" y="164489"/>
                </a:lnTo>
                <a:lnTo>
                  <a:pt x="317431" y="157910"/>
                </a:lnTo>
                <a:lnTo>
                  <a:pt x="317047" y="151330"/>
                </a:lnTo>
                <a:lnTo>
                  <a:pt x="316735" y="144751"/>
                </a:lnTo>
                <a:lnTo>
                  <a:pt x="316539" y="138171"/>
                </a:lnTo>
                <a:lnTo>
                  <a:pt x="316473" y="131592"/>
                </a:lnTo>
                <a:lnTo>
                  <a:pt x="316506" y="125012"/>
                </a:lnTo>
                <a:lnTo>
                  <a:pt x="316535" y="118432"/>
                </a:lnTo>
                <a:lnTo>
                  <a:pt x="316370" y="111853"/>
                </a:lnTo>
                <a:lnTo>
                  <a:pt x="315712" y="105273"/>
                </a:lnTo>
                <a:lnTo>
                  <a:pt x="314139" y="98694"/>
                </a:lnTo>
                <a:lnTo>
                  <a:pt x="311091" y="92114"/>
                </a:lnTo>
                <a:lnTo>
                  <a:pt x="305875" y="85535"/>
                </a:lnTo>
                <a:lnTo>
                  <a:pt x="297696" y="78955"/>
                </a:lnTo>
                <a:lnTo>
                  <a:pt x="285721" y="72375"/>
                </a:lnTo>
                <a:lnTo>
                  <a:pt x="269189" y="65796"/>
                </a:lnTo>
                <a:lnTo>
                  <a:pt x="247561" y="59216"/>
                </a:lnTo>
                <a:lnTo>
                  <a:pt x="220705" y="52637"/>
                </a:lnTo>
                <a:lnTo>
                  <a:pt x="189069" y="46057"/>
                </a:lnTo>
                <a:lnTo>
                  <a:pt x="153809" y="39477"/>
                </a:lnTo>
                <a:lnTo>
                  <a:pt x="116822" y="32898"/>
                </a:lnTo>
                <a:lnTo>
                  <a:pt x="80638" y="26318"/>
                </a:lnTo>
                <a:lnTo>
                  <a:pt x="48176" y="19739"/>
                </a:lnTo>
                <a:lnTo>
                  <a:pt x="22371" y="13159"/>
                </a:lnTo>
                <a:lnTo>
                  <a:pt x="5743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353" y="6580"/>
                </a:lnTo>
                <a:lnTo>
                  <a:pt x="652726" y="13159"/>
                </a:lnTo>
                <a:lnTo>
                  <a:pt x="626920" y="19739"/>
                </a:lnTo>
                <a:lnTo>
                  <a:pt x="594459" y="26318"/>
                </a:lnTo>
                <a:lnTo>
                  <a:pt x="558275" y="32898"/>
                </a:lnTo>
                <a:lnTo>
                  <a:pt x="521287" y="39477"/>
                </a:lnTo>
                <a:lnTo>
                  <a:pt x="486027" y="46057"/>
                </a:lnTo>
                <a:lnTo>
                  <a:pt x="454391" y="52637"/>
                </a:lnTo>
                <a:lnTo>
                  <a:pt x="427536" y="59216"/>
                </a:lnTo>
                <a:lnTo>
                  <a:pt x="405908" y="65796"/>
                </a:lnTo>
                <a:lnTo>
                  <a:pt x="389375" y="72375"/>
                </a:lnTo>
                <a:lnTo>
                  <a:pt x="377401" y="78955"/>
                </a:lnTo>
                <a:lnTo>
                  <a:pt x="369222" y="85535"/>
                </a:lnTo>
                <a:lnTo>
                  <a:pt x="364006" y="92114"/>
                </a:lnTo>
                <a:lnTo>
                  <a:pt x="360957" y="98694"/>
                </a:lnTo>
                <a:lnTo>
                  <a:pt x="359384" y="105273"/>
                </a:lnTo>
                <a:lnTo>
                  <a:pt x="358727" y="111853"/>
                </a:lnTo>
                <a:lnTo>
                  <a:pt x="358562" y="118432"/>
                </a:lnTo>
                <a:lnTo>
                  <a:pt x="358591" y="125012"/>
                </a:lnTo>
                <a:lnTo>
                  <a:pt x="358623" y="131592"/>
                </a:lnTo>
                <a:lnTo>
                  <a:pt x="358558" y="138171"/>
                </a:lnTo>
                <a:lnTo>
                  <a:pt x="358362" y="144751"/>
                </a:lnTo>
                <a:lnTo>
                  <a:pt x="358050" y="151330"/>
                </a:lnTo>
                <a:lnTo>
                  <a:pt x="357666" y="157910"/>
                </a:lnTo>
                <a:lnTo>
                  <a:pt x="357266" y="164489"/>
                </a:lnTo>
                <a:lnTo>
                  <a:pt x="356903" y="171069"/>
                </a:lnTo>
                <a:lnTo>
                  <a:pt x="356620" y="177649"/>
                </a:lnTo>
                <a:lnTo>
                  <a:pt x="356442" y="184228"/>
                </a:lnTo>
                <a:lnTo>
                  <a:pt x="356383" y="190808"/>
                </a:lnTo>
                <a:lnTo>
                  <a:pt x="356450" y="197387"/>
                </a:lnTo>
                <a:lnTo>
                  <a:pt x="356651" y="203967"/>
                </a:lnTo>
                <a:lnTo>
                  <a:pt x="357007" y="210546"/>
                </a:lnTo>
                <a:lnTo>
                  <a:pt x="357548" y="217126"/>
                </a:lnTo>
                <a:lnTo>
                  <a:pt x="358318" y="223706"/>
                </a:lnTo>
                <a:lnTo>
                  <a:pt x="359355" y="230285"/>
                </a:lnTo>
                <a:lnTo>
                  <a:pt x="360683" y="236865"/>
                </a:lnTo>
                <a:lnTo>
                  <a:pt x="362291" y="243444"/>
                </a:lnTo>
                <a:lnTo>
                  <a:pt x="364116" y="250024"/>
                </a:lnTo>
                <a:lnTo>
                  <a:pt x="366047" y="256604"/>
                </a:lnTo>
                <a:lnTo>
                  <a:pt x="367922" y="263183"/>
                </a:lnTo>
                <a:lnTo>
                  <a:pt x="369558" y="269763"/>
                </a:lnTo>
                <a:lnTo>
                  <a:pt x="370770" y="276342"/>
                </a:lnTo>
                <a:lnTo>
                  <a:pt x="371406" y="282922"/>
                </a:lnTo>
                <a:lnTo>
                  <a:pt x="371376" y="289501"/>
                </a:lnTo>
                <a:lnTo>
                  <a:pt x="370660" y="296081"/>
                </a:lnTo>
                <a:lnTo>
                  <a:pt x="369320" y="302661"/>
                </a:lnTo>
                <a:lnTo>
                  <a:pt x="367480" y="309240"/>
                </a:lnTo>
                <a:lnTo>
                  <a:pt x="365310" y="315820"/>
                </a:lnTo>
                <a:lnTo>
                  <a:pt x="363001" y="322399"/>
                </a:lnTo>
                <a:lnTo>
                  <a:pt x="360738" y="328979"/>
                </a:lnTo>
                <a:lnTo>
                  <a:pt x="358686" y="335558"/>
                </a:lnTo>
                <a:lnTo>
                  <a:pt x="356972" y="342138"/>
                </a:lnTo>
                <a:lnTo>
                  <a:pt x="355690" y="348718"/>
                </a:lnTo>
                <a:lnTo>
                  <a:pt x="354894" y="355297"/>
                </a:lnTo>
                <a:lnTo>
                  <a:pt x="354606" y="361877"/>
                </a:lnTo>
                <a:lnTo>
                  <a:pt x="354813" y="368456"/>
                </a:lnTo>
                <a:lnTo>
                  <a:pt x="355469" y="375036"/>
                </a:lnTo>
                <a:lnTo>
                  <a:pt x="356492" y="381616"/>
                </a:lnTo>
                <a:lnTo>
                  <a:pt x="357765" y="388195"/>
                </a:lnTo>
                <a:lnTo>
                  <a:pt x="359140" y="394775"/>
                </a:lnTo>
                <a:lnTo>
                  <a:pt x="360447" y="401354"/>
                </a:lnTo>
                <a:lnTo>
                  <a:pt x="361514" y="407934"/>
                </a:lnTo>
                <a:lnTo>
                  <a:pt x="362183" y="414513"/>
                </a:lnTo>
                <a:lnTo>
                  <a:pt x="362339" y="421093"/>
                </a:lnTo>
                <a:lnTo>
                  <a:pt x="361921" y="427673"/>
                </a:lnTo>
                <a:lnTo>
                  <a:pt x="360933" y="434252"/>
                </a:lnTo>
                <a:lnTo>
                  <a:pt x="359440" y="440832"/>
                </a:lnTo>
                <a:lnTo>
                  <a:pt x="357561" y="447411"/>
                </a:lnTo>
                <a:lnTo>
                  <a:pt x="355439" y="453991"/>
                </a:lnTo>
                <a:lnTo>
                  <a:pt x="353228" y="460570"/>
                </a:lnTo>
                <a:lnTo>
                  <a:pt x="351070" y="467150"/>
                </a:lnTo>
                <a:lnTo>
                  <a:pt x="349078" y="473730"/>
                </a:lnTo>
                <a:lnTo>
                  <a:pt x="347335" y="480309"/>
                </a:lnTo>
                <a:lnTo>
                  <a:pt x="345894" y="486889"/>
                </a:lnTo>
                <a:lnTo>
                  <a:pt x="344779" y="493468"/>
                </a:lnTo>
                <a:lnTo>
                  <a:pt x="343996" y="500048"/>
                </a:lnTo>
                <a:lnTo>
                  <a:pt x="343537" y="506627"/>
                </a:lnTo>
                <a:lnTo>
                  <a:pt x="343380" y="513207"/>
                </a:lnTo>
                <a:lnTo>
                  <a:pt x="343497" y="519787"/>
                </a:lnTo>
                <a:lnTo>
                  <a:pt x="343847" y="526366"/>
                </a:lnTo>
                <a:lnTo>
                  <a:pt x="344380" y="532946"/>
                </a:lnTo>
                <a:lnTo>
                  <a:pt x="345039" y="539525"/>
                </a:lnTo>
                <a:lnTo>
                  <a:pt x="345766" y="546105"/>
                </a:lnTo>
                <a:lnTo>
                  <a:pt x="346502" y="552685"/>
                </a:lnTo>
                <a:lnTo>
                  <a:pt x="347198" y="559264"/>
                </a:lnTo>
                <a:lnTo>
                  <a:pt x="347816" y="565844"/>
                </a:lnTo>
                <a:lnTo>
                  <a:pt x="348329" y="572423"/>
                </a:lnTo>
                <a:lnTo>
                  <a:pt x="348723" y="579003"/>
                </a:lnTo>
                <a:lnTo>
                  <a:pt x="348988" y="585582"/>
                </a:lnTo>
                <a:lnTo>
                  <a:pt x="349119" y="592162"/>
                </a:lnTo>
                <a:lnTo>
                  <a:pt x="349111" y="598742"/>
                </a:lnTo>
                <a:lnTo>
                  <a:pt x="348954" y="605321"/>
                </a:lnTo>
                <a:lnTo>
                  <a:pt x="348640" y="611901"/>
                </a:lnTo>
                <a:lnTo>
                  <a:pt x="348164" y="618480"/>
                </a:lnTo>
                <a:lnTo>
                  <a:pt x="347530" y="625060"/>
                </a:lnTo>
                <a:lnTo>
                  <a:pt x="346755" y="631639"/>
                </a:lnTo>
                <a:lnTo>
                  <a:pt x="345869" y="638219"/>
                </a:lnTo>
                <a:lnTo>
                  <a:pt x="344916" y="644799"/>
                </a:lnTo>
                <a:lnTo>
                  <a:pt x="343950" y="651378"/>
                </a:lnTo>
                <a:lnTo>
                  <a:pt x="343027" y="657958"/>
                </a:lnTo>
                <a:lnTo>
                  <a:pt x="342201" y="664537"/>
                </a:lnTo>
                <a:lnTo>
                  <a:pt x="341516" y="671117"/>
                </a:lnTo>
                <a:lnTo>
                  <a:pt x="341000" y="677697"/>
                </a:lnTo>
                <a:lnTo>
                  <a:pt x="340665" y="684276"/>
                </a:lnTo>
                <a:lnTo>
                  <a:pt x="340502" y="690856"/>
                </a:lnTo>
                <a:lnTo>
                  <a:pt x="340490" y="697435"/>
                </a:lnTo>
                <a:lnTo>
                  <a:pt x="340591" y="704015"/>
                </a:lnTo>
                <a:lnTo>
                  <a:pt x="340763" y="710594"/>
                </a:lnTo>
                <a:lnTo>
                  <a:pt x="340962" y="717174"/>
                </a:lnTo>
                <a:lnTo>
                  <a:pt x="341153" y="723754"/>
                </a:lnTo>
                <a:lnTo>
                  <a:pt x="341315" y="730333"/>
                </a:lnTo>
                <a:lnTo>
                  <a:pt x="341449" y="736913"/>
                </a:lnTo>
                <a:lnTo>
                  <a:pt x="341585" y="743492"/>
                </a:lnTo>
                <a:lnTo>
                  <a:pt x="341787" y="750072"/>
                </a:lnTo>
                <a:lnTo>
                  <a:pt x="342153" y="756651"/>
                </a:lnTo>
                <a:lnTo>
                  <a:pt x="342812" y="763231"/>
                </a:lnTo>
                <a:lnTo>
                  <a:pt x="343920" y="769811"/>
                </a:lnTo>
                <a:lnTo>
                  <a:pt x="345638" y="776390"/>
                </a:lnTo>
                <a:lnTo>
                  <a:pt x="348118" y="782970"/>
                </a:lnTo>
                <a:lnTo>
                  <a:pt x="351469" y="789549"/>
                </a:lnTo>
                <a:lnTo>
                  <a:pt x="355727" y="796129"/>
                </a:lnTo>
                <a:lnTo>
                  <a:pt x="360823" y="802708"/>
                </a:lnTo>
                <a:lnTo>
                  <a:pt x="366567" y="809288"/>
                </a:lnTo>
                <a:lnTo>
                  <a:pt x="372639" y="815868"/>
                </a:lnTo>
                <a:lnTo>
                  <a:pt x="378610" y="822447"/>
                </a:lnTo>
                <a:lnTo>
                  <a:pt x="383985" y="829027"/>
                </a:lnTo>
                <a:lnTo>
                  <a:pt x="388268" y="835606"/>
                </a:lnTo>
                <a:lnTo>
                  <a:pt x="391032" y="842186"/>
                </a:lnTo>
                <a:lnTo>
                  <a:pt x="391987" y="848766"/>
                </a:lnTo>
                <a:lnTo>
                  <a:pt x="391987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1128" name="F2_precision_recall_distributions_3942">
            <a:extLst>
              <a:ext uri="{FF2B5EF4-FFF2-40B4-BE49-F238E27FC236}">
                <a16:creationId xmlns:a16="http://schemas.microsoft.com/office/drawing/2014/main" id="{4F33C7BA-6992-4F56-8F84-15687D2B1C46}"/>
              </a:ext>
            </a:extLst>
          </p:cNvPr>
          <p:cNvSpPr>
            <a:spLocks noGrp="1"/>
          </p:cNvSpPr>
          <p:nvPr/>
        </p:nvSpPr>
        <p:spPr>
          <a:xfrm>
            <a:off x="174382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29" name="F2_precision_recall_distributions_3943">
            <a:extLst>
              <a:ext uri="{FF2B5EF4-FFF2-40B4-BE49-F238E27FC236}">
                <a16:creationId xmlns:a16="http://schemas.microsoft.com/office/drawing/2014/main" id="{BDD3E6FC-BFBB-4CEC-ABF0-2BE86F24F224}"/>
              </a:ext>
            </a:extLst>
          </p:cNvPr>
          <p:cNvSpPr>
            <a:spLocks noGrp="1"/>
          </p:cNvSpPr>
          <p:nvPr/>
        </p:nvSpPr>
        <p:spPr>
          <a:xfrm>
            <a:off x="195645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0" name="F2_precision_recall_distributions_3944">
            <a:extLst>
              <a:ext uri="{FF2B5EF4-FFF2-40B4-BE49-F238E27FC236}">
                <a16:creationId xmlns:a16="http://schemas.microsoft.com/office/drawing/2014/main" id="{69510950-8251-45D2-9DE7-FC52B154F3DB}"/>
              </a:ext>
            </a:extLst>
          </p:cNvPr>
          <p:cNvSpPr>
            <a:spLocks noGrp="1"/>
          </p:cNvSpPr>
          <p:nvPr/>
        </p:nvSpPr>
        <p:spPr>
          <a:xfrm>
            <a:off x="176259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1" name="F2_precision_recall_distributions_3945">
            <a:extLst>
              <a:ext uri="{FF2B5EF4-FFF2-40B4-BE49-F238E27FC236}">
                <a16:creationId xmlns:a16="http://schemas.microsoft.com/office/drawing/2014/main" id="{1B5DF964-3025-4042-8D57-30A73695865C}"/>
              </a:ext>
            </a:extLst>
          </p:cNvPr>
          <p:cNvSpPr>
            <a:spLocks noGrp="1"/>
          </p:cNvSpPr>
          <p:nvPr/>
        </p:nvSpPr>
        <p:spPr>
          <a:xfrm>
            <a:off x="1761626" y="35892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2" name="F2_precision_recall_distributions_3946">
            <a:extLst>
              <a:ext uri="{FF2B5EF4-FFF2-40B4-BE49-F238E27FC236}">
                <a16:creationId xmlns:a16="http://schemas.microsoft.com/office/drawing/2014/main" id="{06DB367C-CA7E-4553-8E61-55D2E8EFADA4}"/>
              </a:ext>
            </a:extLst>
          </p:cNvPr>
          <p:cNvSpPr>
            <a:spLocks noGrp="1"/>
          </p:cNvSpPr>
          <p:nvPr/>
        </p:nvSpPr>
        <p:spPr>
          <a:xfrm>
            <a:off x="1697309" y="29922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3" name="F2_precision_recall_distributions_3947">
            <a:extLst>
              <a:ext uri="{FF2B5EF4-FFF2-40B4-BE49-F238E27FC236}">
                <a16:creationId xmlns:a16="http://schemas.microsoft.com/office/drawing/2014/main" id="{CCB1AF9A-4B9C-465E-B2FA-014214D94715}"/>
              </a:ext>
            </a:extLst>
          </p:cNvPr>
          <p:cNvSpPr>
            <a:spLocks noGrp="1"/>
          </p:cNvSpPr>
          <p:nvPr/>
        </p:nvSpPr>
        <p:spPr>
          <a:xfrm>
            <a:off x="193721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4" name="F2_precision_recall_distributions_3948">
            <a:extLst>
              <a:ext uri="{FF2B5EF4-FFF2-40B4-BE49-F238E27FC236}">
                <a16:creationId xmlns:a16="http://schemas.microsoft.com/office/drawing/2014/main" id="{52D6CBEA-2246-46B2-A917-7BF3BE416EB6}"/>
              </a:ext>
            </a:extLst>
          </p:cNvPr>
          <p:cNvSpPr>
            <a:spLocks noGrp="1"/>
          </p:cNvSpPr>
          <p:nvPr/>
        </p:nvSpPr>
        <p:spPr>
          <a:xfrm>
            <a:off x="201959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5" name="F2_precision_recall_distributions_3949">
            <a:extLst>
              <a:ext uri="{FF2B5EF4-FFF2-40B4-BE49-F238E27FC236}">
                <a16:creationId xmlns:a16="http://schemas.microsoft.com/office/drawing/2014/main" id="{69B47FCF-644F-49D9-B087-5232F7590646}"/>
              </a:ext>
            </a:extLst>
          </p:cNvPr>
          <p:cNvSpPr>
            <a:spLocks noGrp="1"/>
          </p:cNvSpPr>
          <p:nvPr/>
        </p:nvSpPr>
        <p:spPr>
          <a:xfrm>
            <a:off x="185522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6" name="F2_precision_recall_distributions_3950">
            <a:extLst>
              <a:ext uri="{FF2B5EF4-FFF2-40B4-BE49-F238E27FC236}">
                <a16:creationId xmlns:a16="http://schemas.microsoft.com/office/drawing/2014/main" id="{0983759C-84ED-472E-B507-DE9D6CA94813}"/>
              </a:ext>
            </a:extLst>
          </p:cNvPr>
          <p:cNvSpPr>
            <a:spLocks noGrp="1"/>
          </p:cNvSpPr>
          <p:nvPr/>
        </p:nvSpPr>
        <p:spPr>
          <a:xfrm>
            <a:off x="1687943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7" name="F2_precision_recall_distributions_3951">
            <a:extLst>
              <a:ext uri="{FF2B5EF4-FFF2-40B4-BE49-F238E27FC236}">
                <a16:creationId xmlns:a16="http://schemas.microsoft.com/office/drawing/2014/main" id="{5CE01E46-1DEB-4BB3-BD31-9A8BE3BF2862}"/>
              </a:ext>
            </a:extLst>
          </p:cNvPr>
          <p:cNvSpPr>
            <a:spLocks noGrp="1"/>
          </p:cNvSpPr>
          <p:nvPr/>
        </p:nvSpPr>
        <p:spPr>
          <a:xfrm>
            <a:off x="1796629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8" name="F2_precision_recall_distributions_3952">
            <a:extLst>
              <a:ext uri="{FF2B5EF4-FFF2-40B4-BE49-F238E27FC236}">
                <a16:creationId xmlns:a16="http://schemas.microsoft.com/office/drawing/2014/main" id="{5A02873F-7FBC-4A4C-9401-4FA96BC69C79}"/>
              </a:ext>
            </a:extLst>
          </p:cNvPr>
          <p:cNvSpPr>
            <a:spLocks noGrp="1"/>
          </p:cNvSpPr>
          <p:nvPr/>
        </p:nvSpPr>
        <p:spPr>
          <a:xfrm>
            <a:off x="2017816" y="32676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9" name="F2_precision_recall_distributions_3953">
            <a:extLst>
              <a:ext uri="{FF2B5EF4-FFF2-40B4-BE49-F238E27FC236}">
                <a16:creationId xmlns:a16="http://schemas.microsoft.com/office/drawing/2014/main" id="{CE3E6335-A122-44B3-ABE6-4670828F1F99}"/>
              </a:ext>
            </a:extLst>
          </p:cNvPr>
          <p:cNvSpPr>
            <a:spLocks noGrp="1"/>
          </p:cNvSpPr>
          <p:nvPr/>
        </p:nvSpPr>
        <p:spPr>
          <a:xfrm>
            <a:off x="188341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0" name="F2_precision_recall_distributions_3954">
            <a:extLst>
              <a:ext uri="{FF2B5EF4-FFF2-40B4-BE49-F238E27FC236}">
                <a16:creationId xmlns:a16="http://schemas.microsoft.com/office/drawing/2014/main" id="{FD56D1C2-8AFE-4953-ACB9-3B8E3696E4D2}"/>
              </a:ext>
            </a:extLst>
          </p:cNvPr>
          <p:cNvSpPr>
            <a:spLocks noGrp="1"/>
          </p:cNvSpPr>
          <p:nvPr/>
        </p:nvSpPr>
        <p:spPr>
          <a:xfrm>
            <a:off x="170023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1" name="F2_precision_recall_distributions_3955">
            <a:extLst>
              <a:ext uri="{FF2B5EF4-FFF2-40B4-BE49-F238E27FC236}">
                <a16:creationId xmlns:a16="http://schemas.microsoft.com/office/drawing/2014/main" id="{503AF8E2-C897-43ED-8D54-7787F53D3770}"/>
              </a:ext>
            </a:extLst>
          </p:cNvPr>
          <p:cNvSpPr>
            <a:spLocks noGrp="1"/>
          </p:cNvSpPr>
          <p:nvPr/>
        </p:nvSpPr>
        <p:spPr>
          <a:xfrm>
            <a:off x="1729649" y="29829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2" name="F2_precision_recall_distributions_3956">
            <a:extLst>
              <a:ext uri="{FF2B5EF4-FFF2-40B4-BE49-F238E27FC236}">
                <a16:creationId xmlns:a16="http://schemas.microsoft.com/office/drawing/2014/main" id="{8FC873E1-6DD0-4877-9353-75A8721FFE82}"/>
              </a:ext>
            </a:extLst>
          </p:cNvPr>
          <p:cNvSpPr>
            <a:spLocks noGrp="1"/>
          </p:cNvSpPr>
          <p:nvPr/>
        </p:nvSpPr>
        <p:spPr>
          <a:xfrm>
            <a:off x="187516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3" name="F2_precision_recall_distributions_3957">
            <a:extLst>
              <a:ext uri="{FF2B5EF4-FFF2-40B4-BE49-F238E27FC236}">
                <a16:creationId xmlns:a16="http://schemas.microsoft.com/office/drawing/2014/main" id="{09EE7971-C94B-4CA2-9589-7D82D7FCB120}"/>
              </a:ext>
            </a:extLst>
          </p:cNvPr>
          <p:cNvSpPr>
            <a:spLocks noGrp="1"/>
          </p:cNvSpPr>
          <p:nvPr/>
        </p:nvSpPr>
        <p:spPr>
          <a:xfrm>
            <a:off x="17693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4" name="F2_precision_recall_distributions_3958">
            <a:extLst>
              <a:ext uri="{FF2B5EF4-FFF2-40B4-BE49-F238E27FC236}">
                <a16:creationId xmlns:a16="http://schemas.microsoft.com/office/drawing/2014/main" id="{E578DB51-5B8C-4603-8324-567922EE7F03}"/>
              </a:ext>
            </a:extLst>
          </p:cNvPr>
          <p:cNvSpPr>
            <a:spLocks noGrp="1"/>
          </p:cNvSpPr>
          <p:nvPr/>
        </p:nvSpPr>
        <p:spPr>
          <a:xfrm>
            <a:off x="1777574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5" name="F2_precision_recall_distributions_3959">
            <a:extLst>
              <a:ext uri="{FF2B5EF4-FFF2-40B4-BE49-F238E27FC236}">
                <a16:creationId xmlns:a16="http://schemas.microsoft.com/office/drawing/2014/main" id="{59F8A770-B346-404D-8D01-F147FBD77428}"/>
              </a:ext>
            </a:extLst>
          </p:cNvPr>
          <p:cNvSpPr>
            <a:spLocks noGrp="1"/>
          </p:cNvSpPr>
          <p:nvPr/>
        </p:nvSpPr>
        <p:spPr>
          <a:xfrm>
            <a:off x="178409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6" name="F2_precision_recall_distributions_3960">
            <a:extLst>
              <a:ext uri="{FF2B5EF4-FFF2-40B4-BE49-F238E27FC236}">
                <a16:creationId xmlns:a16="http://schemas.microsoft.com/office/drawing/2014/main" id="{F813004A-F27D-48B8-B074-CC586BA19DB1}"/>
              </a:ext>
            </a:extLst>
          </p:cNvPr>
          <p:cNvSpPr>
            <a:spLocks noGrp="1"/>
          </p:cNvSpPr>
          <p:nvPr/>
        </p:nvSpPr>
        <p:spPr>
          <a:xfrm>
            <a:off x="169078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7" name="F2_precision_recall_distributions_3961">
            <a:extLst>
              <a:ext uri="{FF2B5EF4-FFF2-40B4-BE49-F238E27FC236}">
                <a16:creationId xmlns:a16="http://schemas.microsoft.com/office/drawing/2014/main" id="{14207389-3F33-49FE-AABB-D8008BCB67D2}"/>
              </a:ext>
            </a:extLst>
          </p:cNvPr>
          <p:cNvSpPr>
            <a:spLocks noGrp="1"/>
          </p:cNvSpPr>
          <p:nvPr/>
        </p:nvSpPr>
        <p:spPr>
          <a:xfrm>
            <a:off x="169016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8" name="F2_precision_recall_distributions_3962">
            <a:extLst>
              <a:ext uri="{FF2B5EF4-FFF2-40B4-BE49-F238E27FC236}">
                <a16:creationId xmlns:a16="http://schemas.microsoft.com/office/drawing/2014/main" id="{71942146-F276-4E67-BF43-5639381A987C}"/>
              </a:ext>
            </a:extLst>
          </p:cNvPr>
          <p:cNvSpPr>
            <a:spLocks noGrp="1"/>
          </p:cNvSpPr>
          <p:nvPr/>
        </p:nvSpPr>
        <p:spPr>
          <a:xfrm>
            <a:off x="1900954" y="29324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9" name="F2_precision_recall_distributions_3963">
            <a:extLst>
              <a:ext uri="{FF2B5EF4-FFF2-40B4-BE49-F238E27FC236}">
                <a16:creationId xmlns:a16="http://schemas.microsoft.com/office/drawing/2014/main" id="{01E3A068-745A-4A9A-AEB5-6EF64B52B34C}"/>
              </a:ext>
            </a:extLst>
          </p:cNvPr>
          <p:cNvSpPr>
            <a:spLocks noGrp="1"/>
          </p:cNvSpPr>
          <p:nvPr/>
        </p:nvSpPr>
        <p:spPr>
          <a:xfrm>
            <a:off x="1702800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0" name="F2_precision_recall_distributions_3964">
            <a:extLst>
              <a:ext uri="{FF2B5EF4-FFF2-40B4-BE49-F238E27FC236}">
                <a16:creationId xmlns:a16="http://schemas.microsoft.com/office/drawing/2014/main" id="{585EDD66-21E0-441C-8665-4515B4FFC29A}"/>
              </a:ext>
            </a:extLst>
          </p:cNvPr>
          <p:cNvSpPr>
            <a:spLocks noGrp="1"/>
          </p:cNvSpPr>
          <p:nvPr/>
        </p:nvSpPr>
        <p:spPr>
          <a:xfrm>
            <a:off x="173151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1" name="F2_precision_recall_distributions_3965">
            <a:extLst>
              <a:ext uri="{FF2B5EF4-FFF2-40B4-BE49-F238E27FC236}">
                <a16:creationId xmlns:a16="http://schemas.microsoft.com/office/drawing/2014/main" id="{2F0E88A7-7979-457D-970C-AC74E66939DD}"/>
              </a:ext>
            </a:extLst>
          </p:cNvPr>
          <p:cNvSpPr>
            <a:spLocks noGrp="1"/>
          </p:cNvSpPr>
          <p:nvPr/>
        </p:nvSpPr>
        <p:spPr>
          <a:xfrm>
            <a:off x="187584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2" name="F2_precision_recall_distributions_3966">
            <a:extLst>
              <a:ext uri="{FF2B5EF4-FFF2-40B4-BE49-F238E27FC236}">
                <a16:creationId xmlns:a16="http://schemas.microsoft.com/office/drawing/2014/main" id="{46F51063-17D2-473B-A1A0-E376B119CC42}"/>
              </a:ext>
            </a:extLst>
          </p:cNvPr>
          <p:cNvSpPr>
            <a:spLocks noGrp="1"/>
          </p:cNvSpPr>
          <p:nvPr/>
        </p:nvSpPr>
        <p:spPr>
          <a:xfrm>
            <a:off x="1836039" y="32012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3" name="F2_precision_recall_distributions_3967">
            <a:extLst>
              <a:ext uri="{FF2B5EF4-FFF2-40B4-BE49-F238E27FC236}">
                <a16:creationId xmlns:a16="http://schemas.microsoft.com/office/drawing/2014/main" id="{5EF12B87-66C6-4714-BBFD-E88EC307D1A6}"/>
              </a:ext>
            </a:extLst>
          </p:cNvPr>
          <p:cNvSpPr>
            <a:spLocks noGrp="1"/>
          </p:cNvSpPr>
          <p:nvPr/>
        </p:nvSpPr>
        <p:spPr>
          <a:xfrm>
            <a:off x="201559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4" name="F2_precision_recall_distributions_3968">
            <a:extLst>
              <a:ext uri="{FF2B5EF4-FFF2-40B4-BE49-F238E27FC236}">
                <a16:creationId xmlns:a16="http://schemas.microsoft.com/office/drawing/2014/main" id="{92791F96-ABF2-478A-9E82-2ED6814F7168}"/>
              </a:ext>
            </a:extLst>
          </p:cNvPr>
          <p:cNvSpPr>
            <a:spLocks noGrp="1"/>
          </p:cNvSpPr>
          <p:nvPr/>
        </p:nvSpPr>
        <p:spPr>
          <a:xfrm>
            <a:off x="1969391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5" name="F2_precision_recall_distributions_3969">
            <a:extLst>
              <a:ext uri="{FF2B5EF4-FFF2-40B4-BE49-F238E27FC236}">
                <a16:creationId xmlns:a16="http://schemas.microsoft.com/office/drawing/2014/main" id="{3982055C-CBD0-4CF3-A96F-B0483F06B4A5}"/>
              </a:ext>
            </a:extLst>
          </p:cNvPr>
          <p:cNvSpPr>
            <a:spLocks noGrp="1"/>
          </p:cNvSpPr>
          <p:nvPr/>
        </p:nvSpPr>
        <p:spPr>
          <a:xfrm>
            <a:off x="1724476" y="31703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6" name="F2_precision_recall_distributions_3970">
            <a:extLst>
              <a:ext uri="{FF2B5EF4-FFF2-40B4-BE49-F238E27FC236}">
                <a16:creationId xmlns:a16="http://schemas.microsoft.com/office/drawing/2014/main" id="{2EA29076-0C2F-4A2B-AA30-C0A691223A32}"/>
              </a:ext>
            </a:extLst>
          </p:cNvPr>
          <p:cNvSpPr>
            <a:spLocks noGrp="1"/>
          </p:cNvSpPr>
          <p:nvPr/>
        </p:nvSpPr>
        <p:spPr>
          <a:xfrm>
            <a:off x="171294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7" name="F2_precision_recall_distributions_3971">
            <a:extLst>
              <a:ext uri="{FF2B5EF4-FFF2-40B4-BE49-F238E27FC236}">
                <a16:creationId xmlns:a16="http://schemas.microsoft.com/office/drawing/2014/main" id="{F6003EE3-A62E-4577-A9DF-ED1E49108424}"/>
              </a:ext>
            </a:extLst>
          </p:cNvPr>
          <p:cNvSpPr>
            <a:spLocks noGrp="1"/>
          </p:cNvSpPr>
          <p:nvPr/>
        </p:nvSpPr>
        <p:spPr>
          <a:xfrm>
            <a:off x="182373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8" name="F2_precision_recall_distributions_3972">
            <a:extLst>
              <a:ext uri="{FF2B5EF4-FFF2-40B4-BE49-F238E27FC236}">
                <a16:creationId xmlns:a16="http://schemas.microsoft.com/office/drawing/2014/main" id="{DD9E9B7A-72DD-4227-A828-32845D5BAEF1}"/>
              </a:ext>
            </a:extLst>
          </p:cNvPr>
          <p:cNvSpPr>
            <a:spLocks noGrp="1"/>
          </p:cNvSpPr>
          <p:nvPr/>
        </p:nvSpPr>
        <p:spPr>
          <a:xfrm>
            <a:off x="168614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9" name="F2_precision_recall_distributions_3973">
            <a:extLst>
              <a:ext uri="{FF2B5EF4-FFF2-40B4-BE49-F238E27FC236}">
                <a16:creationId xmlns:a16="http://schemas.microsoft.com/office/drawing/2014/main" id="{73DF00FA-03FD-4F0E-AA6C-9EF7CA689935}"/>
              </a:ext>
            </a:extLst>
          </p:cNvPr>
          <p:cNvSpPr>
            <a:spLocks noGrp="1"/>
          </p:cNvSpPr>
          <p:nvPr/>
        </p:nvSpPr>
        <p:spPr>
          <a:xfrm>
            <a:off x="1692462" y="29829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0" name="F2_precision_recall_distributions_3974">
            <a:extLst>
              <a:ext uri="{FF2B5EF4-FFF2-40B4-BE49-F238E27FC236}">
                <a16:creationId xmlns:a16="http://schemas.microsoft.com/office/drawing/2014/main" id="{B6C6ADFD-7200-41ED-8FBF-555CDEA551E6}"/>
              </a:ext>
            </a:extLst>
          </p:cNvPr>
          <p:cNvSpPr>
            <a:spLocks noGrp="1"/>
          </p:cNvSpPr>
          <p:nvPr/>
        </p:nvSpPr>
        <p:spPr>
          <a:xfrm>
            <a:off x="194928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1" name="F2_precision_recall_distributions_3975">
            <a:extLst>
              <a:ext uri="{FF2B5EF4-FFF2-40B4-BE49-F238E27FC236}">
                <a16:creationId xmlns:a16="http://schemas.microsoft.com/office/drawing/2014/main" id="{A72B331B-8350-494F-B564-776066230DAA}"/>
              </a:ext>
            </a:extLst>
          </p:cNvPr>
          <p:cNvSpPr>
            <a:spLocks noGrp="1"/>
          </p:cNvSpPr>
          <p:nvPr/>
        </p:nvSpPr>
        <p:spPr>
          <a:xfrm>
            <a:off x="1740788" y="36043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2" name="F2_precision_recall_distributions_3976">
            <a:extLst>
              <a:ext uri="{FF2B5EF4-FFF2-40B4-BE49-F238E27FC236}">
                <a16:creationId xmlns:a16="http://schemas.microsoft.com/office/drawing/2014/main" id="{A799E6AC-FBC8-4B08-8AFD-B30F0F5F31BD}"/>
              </a:ext>
            </a:extLst>
          </p:cNvPr>
          <p:cNvSpPr>
            <a:spLocks noGrp="1"/>
          </p:cNvSpPr>
          <p:nvPr/>
        </p:nvSpPr>
        <p:spPr>
          <a:xfrm>
            <a:off x="181646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3" name="F2_precision_recall_distributions_3977">
            <a:extLst>
              <a:ext uri="{FF2B5EF4-FFF2-40B4-BE49-F238E27FC236}">
                <a16:creationId xmlns:a16="http://schemas.microsoft.com/office/drawing/2014/main" id="{C17357A8-FC89-43A6-952F-FEEC648F461A}"/>
              </a:ext>
            </a:extLst>
          </p:cNvPr>
          <p:cNvSpPr>
            <a:spLocks noGrp="1"/>
          </p:cNvSpPr>
          <p:nvPr/>
        </p:nvSpPr>
        <p:spPr>
          <a:xfrm>
            <a:off x="167215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4" name="F2_precision_recall_distributions_3978">
            <a:extLst>
              <a:ext uri="{FF2B5EF4-FFF2-40B4-BE49-F238E27FC236}">
                <a16:creationId xmlns:a16="http://schemas.microsoft.com/office/drawing/2014/main" id="{DB9F5A1F-BBF3-4BCF-A169-384D88A5B6FD}"/>
              </a:ext>
            </a:extLst>
          </p:cNvPr>
          <p:cNvSpPr>
            <a:spLocks noGrp="1"/>
          </p:cNvSpPr>
          <p:nvPr/>
        </p:nvSpPr>
        <p:spPr>
          <a:xfrm>
            <a:off x="1860815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5" name="F2_precision_recall_distributions_3979">
            <a:extLst>
              <a:ext uri="{FF2B5EF4-FFF2-40B4-BE49-F238E27FC236}">
                <a16:creationId xmlns:a16="http://schemas.microsoft.com/office/drawing/2014/main" id="{64FE876C-F77F-4350-817E-E0BCE7AB4178}"/>
              </a:ext>
            </a:extLst>
          </p:cNvPr>
          <p:cNvSpPr>
            <a:spLocks noGrp="1"/>
          </p:cNvSpPr>
          <p:nvPr/>
        </p:nvSpPr>
        <p:spPr>
          <a:xfrm>
            <a:off x="2003714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6" name="F2_precision_recall_distributions_3980">
            <a:extLst>
              <a:ext uri="{FF2B5EF4-FFF2-40B4-BE49-F238E27FC236}">
                <a16:creationId xmlns:a16="http://schemas.microsoft.com/office/drawing/2014/main" id="{B811E7E4-A712-461B-BE15-0C4BFD981639}"/>
              </a:ext>
            </a:extLst>
          </p:cNvPr>
          <p:cNvSpPr>
            <a:spLocks noGrp="1"/>
          </p:cNvSpPr>
          <p:nvPr/>
        </p:nvSpPr>
        <p:spPr>
          <a:xfrm>
            <a:off x="170532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7" name="F2_precision_recall_distributions_3981">
            <a:extLst>
              <a:ext uri="{FF2B5EF4-FFF2-40B4-BE49-F238E27FC236}">
                <a16:creationId xmlns:a16="http://schemas.microsoft.com/office/drawing/2014/main" id="{CB89D94A-6A2D-4D40-BC5C-D74F9902D141}"/>
              </a:ext>
            </a:extLst>
          </p:cNvPr>
          <p:cNvSpPr>
            <a:spLocks noGrp="1"/>
          </p:cNvSpPr>
          <p:nvPr/>
        </p:nvSpPr>
        <p:spPr>
          <a:xfrm>
            <a:off x="196914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8" name="F2_precision_recall_distributions_3982">
            <a:extLst>
              <a:ext uri="{FF2B5EF4-FFF2-40B4-BE49-F238E27FC236}">
                <a16:creationId xmlns:a16="http://schemas.microsoft.com/office/drawing/2014/main" id="{44A16FEA-EA4C-426A-90F9-8824D6F8C39C}"/>
              </a:ext>
            </a:extLst>
          </p:cNvPr>
          <p:cNvSpPr>
            <a:spLocks noGrp="1"/>
          </p:cNvSpPr>
          <p:nvPr/>
        </p:nvSpPr>
        <p:spPr>
          <a:xfrm>
            <a:off x="1927747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9" name="F2_precision_recall_distributions_3983">
            <a:extLst>
              <a:ext uri="{FF2B5EF4-FFF2-40B4-BE49-F238E27FC236}">
                <a16:creationId xmlns:a16="http://schemas.microsoft.com/office/drawing/2014/main" id="{EA242B97-7EB5-4444-9B02-F48D2BF907E4}"/>
              </a:ext>
            </a:extLst>
          </p:cNvPr>
          <p:cNvSpPr>
            <a:spLocks noGrp="1"/>
          </p:cNvSpPr>
          <p:nvPr/>
        </p:nvSpPr>
        <p:spPr>
          <a:xfrm>
            <a:off x="179698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0" name="F2_precision_recall_distributions_3984">
            <a:extLst>
              <a:ext uri="{FF2B5EF4-FFF2-40B4-BE49-F238E27FC236}">
                <a16:creationId xmlns:a16="http://schemas.microsoft.com/office/drawing/2014/main" id="{5892E494-F49F-4B7D-AD5B-43580B723B75}"/>
              </a:ext>
            </a:extLst>
          </p:cNvPr>
          <p:cNvSpPr>
            <a:spLocks noGrp="1"/>
          </p:cNvSpPr>
          <p:nvPr/>
        </p:nvSpPr>
        <p:spPr>
          <a:xfrm>
            <a:off x="189520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1" name="F2_precision_recall_distributions_3985">
            <a:extLst>
              <a:ext uri="{FF2B5EF4-FFF2-40B4-BE49-F238E27FC236}">
                <a16:creationId xmlns:a16="http://schemas.microsoft.com/office/drawing/2014/main" id="{08EB146D-0AD3-411E-AA0B-F83141F9E18D}"/>
              </a:ext>
            </a:extLst>
          </p:cNvPr>
          <p:cNvSpPr>
            <a:spLocks noGrp="1"/>
          </p:cNvSpPr>
          <p:nvPr/>
        </p:nvSpPr>
        <p:spPr>
          <a:xfrm>
            <a:off x="179937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2" name="F2_precision_recall_distributions_3986">
            <a:extLst>
              <a:ext uri="{FF2B5EF4-FFF2-40B4-BE49-F238E27FC236}">
                <a16:creationId xmlns:a16="http://schemas.microsoft.com/office/drawing/2014/main" id="{68E88C81-B085-4768-9BB1-24632A133A66}"/>
              </a:ext>
            </a:extLst>
          </p:cNvPr>
          <p:cNvSpPr>
            <a:spLocks noGrp="1"/>
          </p:cNvSpPr>
          <p:nvPr/>
        </p:nvSpPr>
        <p:spPr>
          <a:xfrm>
            <a:off x="18228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3" name="F2_precision_recall_distributions_3987">
            <a:extLst>
              <a:ext uri="{FF2B5EF4-FFF2-40B4-BE49-F238E27FC236}">
                <a16:creationId xmlns:a16="http://schemas.microsoft.com/office/drawing/2014/main" id="{1B7A817C-DA51-42E4-818A-A9EC7F52DD7C}"/>
              </a:ext>
            </a:extLst>
          </p:cNvPr>
          <p:cNvSpPr>
            <a:spLocks noGrp="1"/>
          </p:cNvSpPr>
          <p:nvPr/>
        </p:nvSpPr>
        <p:spPr>
          <a:xfrm>
            <a:off x="20040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4" name="F2_precision_recall_distributions_3988">
            <a:extLst>
              <a:ext uri="{FF2B5EF4-FFF2-40B4-BE49-F238E27FC236}">
                <a16:creationId xmlns:a16="http://schemas.microsoft.com/office/drawing/2014/main" id="{8238E839-C5C7-4DA2-909E-53C7A6238A53}"/>
              </a:ext>
            </a:extLst>
          </p:cNvPr>
          <p:cNvSpPr>
            <a:spLocks noGrp="1"/>
          </p:cNvSpPr>
          <p:nvPr/>
        </p:nvSpPr>
        <p:spPr>
          <a:xfrm>
            <a:off x="1655442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5" name="F2_precision_recall_distributions_3989">
            <a:extLst>
              <a:ext uri="{FF2B5EF4-FFF2-40B4-BE49-F238E27FC236}">
                <a16:creationId xmlns:a16="http://schemas.microsoft.com/office/drawing/2014/main" id="{9BDF5DF5-7F8C-4D38-BE91-5E98D4165ABA}"/>
              </a:ext>
            </a:extLst>
          </p:cNvPr>
          <p:cNvSpPr>
            <a:spLocks noGrp="1"/>
          </p:cNvSpPr>
          <p:nvPr/>
        </p:nvSpPr>
        <p:spPr>
          <a:xfrm>
            <a:off x="190212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6" name="F2_precision_recall_distributions_3990">
            <a:extLst>
              <a:ext uri="{FF2B5EF4-FFF2-40B4-BE49-F238E27FC236}">
                <a16:creationId xmlns:a16="http://schemas.microsoft.com/office/drawing/2014/main" id="{731C692D-D614-4FDA-AB48-7E6C948A2E11}"/>
              </a:ext>
            </a:extLst>
          </p:cNvPr>
          <p:cNvSpPr>
            <a:spLocks noGrp="1"/>
          </p:cNvSpPr>
          <p:nvPr/>
        </p:nvSpPr>
        <p:spPr>
          <a:xfrm>
            <a:off x="1831152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7" name="F2_precision_recall_distributions_3991">
            <a:extLst>
              <a:ext uri="{FF2B5EF4-FFF2-40B4-BE49-F238E27FC236}">
                <a16:creationId xmlns:a16="http://schemas.microsoft.com/office/drawing/2014/main" id="{618F58DA-07EB-427B-887D-2B789D633263}"/>
              </a:ext>
            </a:extLst>
          </p:cNvPr>
          <p:cNvSpPr>
            <a:spLocks noGrp="1"/>
          </p:cNvSpPr>
          <p:nvPr/>
        </p:nvSpPr>
        <p:spPr>
          <a:xfrm>
            <a:off x="170303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8" name="F2_precision_recall_distributions_3992">
            <a:extLst>
              <a:ext uri="{FF2B5EF4-FFF2-40B4-BE49-F238E27FC236}">
                <a16:creationId xmlns:a16="http://schemas.microsoft.com/office/drawing/2014/main" id="{CA5277B3-5111-4E0F-B53E-B69BE5E9D5CE}"/>
              </a:ext>
            </a:extLst>
          </p:cNvPr>
          <p:cNvSpPr>
            <a:spLocks noGrp="1"/>
          </p:cNvSpPr>
          <p:nvPr/>
        </p:nvSpPr>
        <p:spPr>
          <a:xfrm>
            <a:off x="190914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9" name="F2_precision_recall_distributions_3993">
            <a:extLst>
              <a:ext uri="{FF2B5EF4-FFF2-40B4-BE49-F238E27FC236}">
                <a16:creationId xmlns:a16="http://schemas.microsoft.com/office/drawing/2014/main" id="{6A7023AC-BB97-45FE-B4A3-27275733B78D}"/>
              </a:ext>
            </a:extLst>
          </p:cNvPr>
          <p:cNvSpPr>
            <a:spLocks noGrp="1"/>
          </p:cNvSpPr>
          <p:nvPr/>
        </p:nvSpPr>
        <p:spPr>
          <a:xfrm>
            <a:off x="177822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0" name="F2_precision_recall_distributions_3994">
            <a:extLst>
              <a:ext uri="{FF2B5EF4-FFF2-40B4-BE49-F238E27FC236}">
                <a16:creationId xmlns:a16="http://schemas.microsoft.com/office/drawing/2014/main" id="{7D2EE7C2-1402-473B-B602-8F648FB1E260}"/>
              </a:ext>
            </a:extLst>
          </p:cNvPr>
          <p:cNvSpPr>
            <a:spLocks noGrp="1"/>
          </p:cNvSpPr>
          <p:nvPr/>
        </p:nvSpPr>
        <p:spPr>
          <a:xfrm>
            <a:off x="1826847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1" name="F2_precision_recall_distributions_3995">
            <a:extLst>
              <a:ext uri="{FF2B5EF4-FFF2-40B4-BE49-F238E27FC236}">
                <a16:creationId xmlns:a16="http://schemas.microsoft.com/office/drawing/2014/main" id="{5A23DB5A-4C40-4C2F-B4A5-5B64369E5E52}"/>
              </a:ext>
            </a:extLst>
          </p:cNvPr>
          <p:cNvSpPr>
            <a:spLocks noGrp="1"/>
          </p:cNvSpPr>
          <p:nvPr/>
        </p:nvSpPr>
        <p:spPr>
          <a:xfrm>
            <a:off x="1913379" y="28965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2" name="F2_precision_recall_distributions_3996">
            <a:extLst>
              <a:ext uri="{FF2B5EF4-FFF2-40B4-BE49-F238E27FC236}">
                <a16:creationId xmlns:a16="http://schemas.microsoft.com/office/drawing/2014/main" id="{29E136BB-35D2-43E5-B26F-C29010119587}"/>
              </a:ext>
            </a:extLst>
          </p:cNvPr>
          <p:cNvSpPr>
            <a:spLocks noGrp="1"/>
          </p:cNvSpPr>
          <p:nvPr/>
        </p:nvSpPr>
        <p:spPr>
          <a:xfrm>
            <a:off x="1840045" y="29465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3" name="F2_precision_recall_distributions_3997">
            <a:extLst>
              <a:ext uri="{FF2B5EF4-FFF2-40B4-BE49-F238E27FC236}">
                <a16:creationId xmlns:a16="http://schemas.microsoft.com/office/drawing/2014/main" id="{8F88605D-8BB1-4283-A184-B914CEA881E6}"/>
              </a:ext>
            </a:extLst>
          </p:cNvPr>
          <p:cNvSpPr>
            <a:spLocks noGrp="1"/>
          </p:cNvSpPr>
          <p:nvPr/>
        </p:nvSpPr>
        <p:spPr>
          <a:xfrm>
            <a:off x="1982296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4" name="F2_precision_recall_distributions_3998">
            <a:extLst>
              <a:ext uri="{FF2B5EF4-FFF2-40B4-BE49-F238E27FC236}">
                <a16:creationId xmlns:a16="http://schemas.microsoft.com/office/drawing/2014/main" id="{5C4DCF02-3DA7-43B2-A5B7-59A9025F13F6}"/>
              </a:ext>
            </a:extLst>
          </p:cNvPr>
          <p:cNvSpPr>
            <a:spLocks noGrp="1"/>
          </p:cNvSpPr>
          <p:nvPr/>
        </p:nvSpPr>
        <p:spPr>
          <a:xfrm>
            <a:off x="184669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5" name="F2_precision_recall_distributions_3999">
            <a:extLst>
              <a:ext uri="{FF2B5EF4-FFF2-40B4-BE49-F238E27FC236}">
                <a16:creationId xmlns:a16="http://schemas.microsoft.com/office/drawing/2014/main" id="{5F772DF5-AD19-4B72-81D3-2B7F4F1737B9}"/>
              </a:ext>
            </a:extLst>
          </p:cNvPr>
          <p:cNvSpPr>
            <a:spLocks noGrp="1"/>
          </p:cNvSpPr>
          <p:nvPr/>
        </p:nvSpPr>
        <p:spPr>
          <a:xfrm>
            <a:off x="169178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6" name="F2_precision_recall_distributions_4000">
            <a:extLst>
              <a:ext uri="{FF2B5EF4-FFF2-40B4-BE49-F238E27FC236}">
                <a16:creationId xmlns:a16="http://schemas.microsoft.com/office/drawing/2014/main" id="{4494AD76-A9C1-42B6-B76E-120966D910E2}"/>
              </a:ext>
            </a:extLst>
          </p:cNvPr>
          <p:cNvSpPr>
            <a:spLocks noGrp="1"/>
          </p:cNvSpPr>
          <p:nvPr/>
        </p:nvSpPr>
        <p:spPr>
          <a:xfrm>
            <a:off x="1790135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7" name="F2_precision_recall_distributions_4001">
            <a:extLst>
              <a:ext uri="{FF2B5EF4-FFF2-40B4-BE49-F238E27FC236}">
                <a16:creationId xmlns:a16="http://schemas.microsoft.com/office/drawing/2014/main" id="{F8254B0F-19EA-4B8C-9B93-B19EDD04C43C}"/>
              </a:ext>
            </a:extLst>
          </p:cNvPr>
          <p:cNvSpPr>
            <a:spLocks noGrp="1"/>
          </p:cNvSpPr>
          <p:nvPr/>
        </p:nvSpPr>
        <p:spPr>
          <a:xfrm>
            <a:off x="171800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8" name="F2_precision_recall_distributions_4002">
            <a:extLst>
              <a:ext uri="{FF2B5EF4-FFF2-40B4-BE49-F238E27FC236}">
                <a16:creationId xmlns:a16="http://schemas.microsoft.com/office/drawing/2014/main" id="{FFF49564-51C1-421E-B08C-504FBDEFD854}"/>
              </a:ext>
            </a:extLst>
          </p:cNvPr>
          <p:cNvSpPr>
            <a:spLocks noGrp="1"/>
          </p:cNvSpPr>
          <p:nvPr/>
        </p:nvSpPr>
        <p:spPr>
          <a:xfrm>
            <a:off x="1897422" y="322545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9" name="F2_precision_recall_distributions_4003">
            <a:extLst>
              <a:ext uri="{FF2B5EF4-FFF2-40B4-BE49-F238E27FC236}">
                <a16:creationId xmlns:a16="http://schemas.microsoft.com/office/drawing/2014/main" id="{6E9F6B9D-6F0D-4111-8D9D-7F2AF3D181A1}"/>
              </a:ext>
            </a:extLst>
          </p:cNvPr>
          <p:cNvSpPr>
            <a:spLocks noGrp="1"/>
          </p:cNvSpPr>
          <p:nvPr/>
        </p:nvSpPr>
        <p:spPr>
          <a:xfrm>
            <a:off x="198318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0" name="F2_precision_recall_distributions_4004">
            <a:extLst>
              <a:ext uri="{FF2B5EF4-FFF2-40B4-BE49-F238E27FC236}">
                <a16:creationId xmlns:a16="http://schemas.microsoft.com/office/drawing/2014/main" id="{43F41328-67B5-4BAA-8D33-FC68894A925E}"/>
              </a:ext>
            </a:extLst>
          </p:cNvPr>
          <p:cNvSpPr>
            <a:spLocks noGrp="1"/>
          </p:cNvSpPr>
          <p:nvPr/>
        </p:nvSpPr>
        <p:spPr>
          <a:xfrm>
            <a:off x="183113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1" name="F2_precision_recall_distributions_4005">
            <a:extLst>
              <a:ext uri="{FF2B5EF4-FFF2-40B4-BE49-F238E27FC236}">
                <a16:creationId xmlns:a16="http://schemas.microsoft.com/office/drawing/2014/main" id="{AD9EE6D6-FFF7-46F5-A1E4-5E07630777C8}"/>
              </a:ext>
            </a:extLst>
          </p:cNvPr>
          <p:cNvSpPr>
            <a:spLocks noGrp="1"/>
          </p:cNvSpPr>
          <p:nvPr/>
        </p:nvSpPr>
        <p:spPr>
          <a:xfrm>
            <a:off x="187329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2" name="F2_precision_recall_distributions_4006">
            <a:extLst>
              <a:ext uri="{FF2B5EF4-FFF2-40B4-BE49-F238E27FC236}">
                <a16:creationId xmlns:a16="http://schemas.microsoft.com/office/drawing/2014/main" id="{BD93B58A-F39D-4404-AB68-C154B9977B3A}"/>
              </a:ext>
            </a:extLst>
          </p:cNvPr>
          <p:cNvSpPr>
            <a:spLocks noGrp="1"/>
          </p:cNvSpPr>
          <p:nvPr/>
        </p:nvSpPr>
        <p:spPr>
          <a:xfrm>
            <a:off x="176650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3" name="F2_precision_recall_distributions_4007">
            <a:extLst>
              <a:ext uri="{FF2B5EF4-FFF2-40B4-BE49-F238E27FC236}">
                <a16:creationId xmlns:a16="http://schemas.microsoft.com/office/drawing/2014/main" id="{593DCECC-50A7-4C3B-B066-9A8B2CD69BA1}"/>
              </a:ext>
            </a:extLst>
          </p:cNvPr>
          <p:cNvSpPr>
            <a:spLocks noGrp="1"/>
          </p:cNvSpPr>
          <p:nvPr/>
        </p:nvSpPr>
        <p:spPr>
          <a:xfrm>
            <a:off x="1747637" y="31799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4" name="F2_precision_recall_distributions_4008">
            <a:extLst>
              <a:ext uri="{FF2B5EF4-FFF2-40B4-BE49-F238E27FC236}">
                <a16:creationId xmlns:a16="http://schemas.microsoft.com/office/drawing/2014/main" id="{3D7D282D-087C-4690-A0BC-1A2981AFD480}"/>
              </a:ext>
            </a:extLst>
          </p:cNvPr>
          <p:cNvSpPr>
            <a:spLocks noGrp="1"/>
          </p:cNvSpPr>
          <p:nvPr/>
        </p:nvSpPr>
        <p:spPr>
          <a:xfrm>
            <a:off x="1931095" y="34841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5" name="F2_precision_recall_distributions_4009">
            <a:extLst>
              <a:ext uri="{FF2B5EF4-FFF2-40B4-BE49-F238E27FC236}">
                <a16:creationId xmlns:a16="http://schemas.microsoft.com/office/drawing/2014/main" id="{0E70DB01-BD37-4413-8CA2-D6DEF66D034C}"/>
              </a:ext>
            </a:extLst>
          </p:cNvPr>
          <p:cNvSpPr>
            <a:spLocks noGrp="1"/>
          </p:cNvSpPr>
          <p:nvPr/>
        </p:nvSpPr>
        <p:spPr>
          <a:xfrm>
            <a:off x="187466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6" name="F2_precision_recall_distributions_4010">
            <a:extLst>
              <a:ext uri="{FF2B5EF4-FFF2-40B4-BE49-F238E27FC236}">
                <a16:creationId xmlns:a16="http://schemas.microsoft.com/office/drawing/2014/main" id="{9CF4E77D-015B-42FE-896A-9FD0FA6205B3}"/>
              </a:ext>
            </a:extLst>
          </p:cNvPr>
          <p:cNvSpPr>
            <a:spLocks noGrp="1"/>
          </p:cNvSpPr>
          <p:nvPr/>
        </p:nvSpPr>
        <p:spPr>
          <a:xfrm>
            <a:off x="197046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7" name="F2_precision_recall_distributions_4011">
            <a:extLst>
              <a:ext uri="{FF2B5EF4-FFF2-40B4-BE49-F238E27FC236}">
                <a16:creationId xmlns:a16="http://schemas.microsoft.com/office/drawing/2014/main" id="{0AB979F5-41F5-450E-850A-01443CC179CD}"/>
              </a:ext>
            </a:extLst>
          </p:cNvPr>
          <p:cNvSpPr>
            <a:spLocks noGrp="1"/>
          </p:cNvSpPr>
          <p:nvPr/>
        </p:nvSpPr>
        <p:spPr>
          <a:xfrm>
            <a:off x="1928978" y="34871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8" name="F2_precision_recall_distributions_4012">
            <a:extLst>
              <a:ext uri="{FF2B5EF4-FFF2-40B4-BE49-F238E27FC236}">
                <a16:creationId xmlns:a16="http://schemas.microsoft.com/office/drawing/2014/main" id="{E57F7FD6-0A91-4CB4-81EC-95604538ECB3}"/>
              </a:ext>
            </a:extLst>
          </p:cNvPr>
          <p:cNvSpPr>
            <a:spLocks noGrp="1"/>
          </p:cNvSpPr>
          <p:nvPr/>
        </p:nvSpPr>
        <p:spPr>
          <a:xfrm>
            <a:off x="167970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9" name="F2_precision_recall_distributions_4013">
            <a:extLst>
              <a:ext uri="{FF2B5EF4-FFF2-40B4-BE49-F238E27FC236}">
                <a16:creationId xmlns:a16="http://schemas.microsoft.com/office/drawing/2014/main" id="{F4110196-971C-4070-B9E4-9B8EE7D60746}"/>
              </a:ext>
            </a:extLst>
          </p:cNvPr>
          <p:cNvSpPr>
            <a:spLocks noGrp="1"/>
          </p:cNvSpPr>
          <p:nvPr/>
        </p:nvSpPr>
        <p:spPr>
          <a:xfrm>
            <a:off x="2012876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0" name="F2_precision_recall_distributions_4014">
            <a:extLst>
              <a:ext uri="{FF2B5EF4-FFF2-40B4-BE49-F238E27FC236}">
                <a16:creationId xmlns:a16="http://schemas.microsoft.com/office/drawing/2014/main" id="{D3D8EC5F-BE8C-46BE-80C2-02D522B140B8}"/>
              </a:ext>
            </a:extLst>
          </p:cNvPr>
          <p:cNvSpPr>
            <a:spLocks noGrp="1"/>
          </p:cNvSpPr>
          <p:nvPr/>
        </p:nvSpPr>
        <p:spPr>
          <a:xfrm>
            <a:off x="180885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1" name="F2_precision_recall_distributions_4015">
            <a:extLst>
              <a:ext uri="{FF2B5EF4-FFF2-40B4-BE49-F238E27FC236}">
                <a16:creationId xmlns:a16="http://schemas.microsoft.com/office/drawing/2014/main" id="{76BCA7B4-2C0E-487D-9A6F-155C8160A84D}"/>
              </a:ext>
            </a:extLst>
          </p:cNvPr>
          <p:cNvSpPr>
            <a:spLocks noGrp="1"/>
          </p:cNvSpPr>
          <p:nvPr/>
        </p:nvSpPr>
        <p:spPr>
          <a:xfrm>
            <a:off x="187649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2" name="F2_precision_recall_distributions_4016">
            <a:extLst>
              <a:ext uri="{FF2B5EF4-FFF2-40B4-BE49-F238E27FC236}">
                <a16:creationId xmlns:a16="http://schemas.microsoft.com/office/drawing/2014/main" id="{99A4069B-C250-4AFB-814B-BDB985FA15FB}"/>
              </a:ext>
            </a:extLst>
          </p:cNvPr>
          <p:cNvSpPr>
            <a:spLocks noGrp="1"/>
          </p:cNvSpPr>
          <p:nvPr/>
        </p:nvSpPr>
        <p:spPr>
          <a:xfrm>
            <a:off x="1678217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3" name="F2_precision_recall_distributions_4017">
            <a:extLst>
              <a:ext uri="{FF2B5EF4-FFF2-40B4-BE49-F238E27FC236}">
                <a16:creationId xmlns:a16="http://schemas.microsoft.com/office/drawing/2014/main" id="{37BE1FBB-DB39-4324-BAD9-A0228501C935}"/>
              </a:ext>
            </a:extLst>
          </p:cNvPr>
          <p:cNvSpPr>
            <a:spLocks noGrp="1"/>
          </p:cNvSpPr>
          <p:nvPr/>
        </p:nvSpPr>
        <p:spPr>
          <a:xfrm>
            <a:off x="1985808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4" name="F2_precision_recall_distributions_4018">
            <a:extLst>
              <a:ext uri="{FF2B5EF4-FFF2-40B4-BE49-F238E27FC236}">
                <a16:creationId xmlns:a16="http://schemas.microsoft.com/office/drawing/2014/main" id="{587EBACC-0575-4FC4-873D-83D3376B6BC0}"/>
              </a:ext>
            </a:extLst>
          </p:cNvPr>
          <p:cNvSpPr>
            <a:spLocks noGrp="1"/>
          </p:cNvSpPr>
          <p:nvPr/>
        </p:nvSpPr>
        <p:spPr>
          <a:xfrm>
            <a:off x="1929437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5" name="F2_precision_recall_distributions_4019">
            <a:extLst>
              <a:ext uri="{FF2B5EF4-FFF2-40B4-BE49-F238E27FC236}">
                <a16:creationId xmlns:a16="http://schemas.microsoft.com/office/drawing/2014/main" id="{CF8A10D0-B5AC-4B2E-969F-E791EBF41E4D}"/>
              </a:ext>
            </a:extLst>
          </p:cNvPr>
          <p:cNvSpPr>
            <a:spLocks noGrp="1"/>
          </p:cNvSpPr>
          <p:nvPr/>
        </p:nvSpPr>
        <p:spPr>
          <a:xfrm>
            <a:off x="194848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6" name="F2_precision_recall_distributions_4020">
            <a:extLst>
              <a:ext uri="{FF2B5EF4-FFF2-40B4-BE49-F238E27FC236}">
                <a16:creationId xmlns:a16="http://schemas.microsoft.com/office/drawing/2014/main" id="{29BA2CFF-79F1-4DB4-A640-A87FDE41D093}"/>
              </a:ext>
            </a:extLst>
          </p:cNvPr>
          <p:cNvSpPr>
            <a:spLocks noGrp="1"/>
          </p:cNvSpPr>
          <p:nvPr/>
        </p:nvSpPr>
        <p:spPr>
          <a:xfrm>
            <a:off x="170423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7" name="F2_precision_recall_distributions_4021">
            <a:extLst>
              <a:ext uri="{FF2B5EF4-FFF2-40B4-BE49-F238E27FC236}">
                <a16:creationId xmlns:a16="http://schemas.microsoft.com/office/drawing/2014/main" id="{25881728-3590-4B72-8ED9-3B0958E69B71}"/>
              </a:ext>
            </a:extLst>
          </p:cNvPr>
          <p:cNvSpPr>
            <a:spLocks noGrp="1"/>
          </p:cNvSpPr>
          <p:nvPr/>
        </p:nvSpPr>
        <p:spPr>
          <a:xfrm>
            <a:off x="1924957" y="29677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8" name="F2_precision_recall_distributions_4022">
            <a:extLst>
              <a:ext uri="{FF2B5EF4-FFF2-40B4-BE49-F238E27FC236}">
                <a16:creationId xmlns:a16="http://schemas.microsoft.com/office/drawing/2014/main" id="{A93CA869-D7DB-4774-AB96-3A2246CF27EC}"/>
              </a:ext>
            </a:extLst>
          </p:cNvPr>
          <p:cNvSpPr>
            <a:spLocks noGrp="1"/>
          </p:cNvSpPr>
          <p:nvPr/>
        </p:nvSpPr>
        <p:spPr>
          <a:xfrm>
            <a:off x="181504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9" name="F2_precision_recall_distributions_4023">
            <a:extLst>
              <a:ext uri="{FF2B5EF4-FFF2-40B4-BE49-F238E27FC236}">
                <a16:creationId xmlns:a16="http://schemas.microsoft.com/office/drawing/2014/main" id="{77A90375-E60C-4BF7-BAB1-9CFBE4EB0C52}"/>
              </a:ext>
            </a:extLst>
          </p:cNvPr>
          <p:cNvSpPr>
            <a:spLocks noGrp="1"/>
          </p:cNvSpPr>
          <p:nvPr/>
        </p:nvSpPr>
        <p:spPr>
          <a:xfrm>
            <a:off x="165453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0" name="F2_precision_recall_distributions_4024">
            <a:extLst>
              <a:ext uri="{FF2B5EF4-FFF2-40B4-BE49-F238E27FC236}">
                <a16:creationId xmlns:a16="http://schemas.microsoft.com/office/drawing/2014/main" id="{94444FEB-1C50-4677-8526-F33475D67029}"/>
              </a:ext>
            </a:extLst>
          </p:cNvPr>
          <p:cNvSpPr>
            <a:spLocks noGrp="1"/>
          </p:cNvSpPr>
          <p:nvPr/>
        </p:nvSpPr>
        <p:spPr>
          <a:xfrm>
            <a:off x="184034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1" name="F2_precision_recall_distributions_4025">
            <a:extLst>
              <a:ext uri="{FF2B5EF4-FFF2-40B4-BE49-F238E27FC236}">
                <a16:creationId xmlns:a16="http://schemas.microsoft.com/office/drawing/2014/main" id="{EA27192F-4C29-43E4-B996-DD79D5F886E4}"/>
              </a:ext>
            </a:extLst>
          </p:cNvPr>
          <p:cNvSpPr>
            <a:spLocks noGrp="1"/>
          </p:cNvSpPr>
          <p:nvPr/>
        </p:nvSpPr>
        <p:spPr>
          <a:xfrm>
            <a:off x="19333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2" name="F2_precision_recall_distributions_4026">
            <a:extLst>
              <a:ext uri="{FF2B5EF4-FFF2-40B4-BE49-F238E27FC236}">
                <a16:creationId xmlns:a16="http://schemas.microsoft.com/office/drawing/2014/main" id="{F92CB6BD-DAFE-42A6-848C-F0957DDD1F5E}"/>
              </a:ext>
            </a:extLst>
          </p:cNvPr>
          <p:cNvSpPr>
            <a:spLocks noGrp="1"/>
          </p:cNvSpPr>
          <p:nvPr/>
        </p:nvSpPr>
        <p:spPr>
          <a:xfrm>
            <a:off x="185050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3" name="F2_precision_recall_distributions_4027">
            <a:extLst>
              <a:ext uri="{FF2B5EF4-FFF2-40B4-BE49-F238E27FC236}">
                <a16:creationId xmlns:a16="http://schemas.microsoft.com/office/drawing/2014/main" id="{D957FDB8-6C46-4FB6-8BBD-8E2292E80210}"/>
              </a:ext>
            </a:extLst>
          </p:cNvPr>
          <p:cNvSpPr>
            <a:spLocks noGrp="1"/>
          </p:cNvSpPr>
          <p:nvPr/>
        </p:nvSpPr>
        <p:spPr>
          <a:xfrm>
            <a:off x="2018381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4" name="F2_precision_recall_distributions_4028">
            <a:extLst>
              <a:ext uri="{FF2B5EF4-FFF2-40B4-BE49-F238E27FC236}">
                <a16:creationId xmlns:a16="http://schemas.microsoft.com/office/drawing/2014/main" id="{0B9F5655-CE9A-4F4F-B3C8-5B6699D04193}"/>
              </a:ext>
            </a:extLst>
          </p:cNvPr>
          <p:cNvSpPr>
            <a:spLocks noGrp="1"/>
          </p:cNvSpPr>
          <p:nvPr/>
        </p:nvSpPr>
        <p:spPr>
          <a:xfrm>
            <a:off x="1736589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5" name="F2_precision_recall_distributions_4029">
            <a:extLst>
              <a:ext uri="{FF2B5EF4-FFF2-40B4-BE49-F238E27FC236}">
                <a16:creationId xmlns:a16="http://schemas.microsoft.com/office/drawing/2014/main" id="{CA5A04A0-BEC4-4D89-94B3-229E1F3431F3}"/>
              </a:ext>
            </a:extLst>
          </p:cNvPr>
          <p:cNvSpPr>
            <a:spLocks noGrp="1"/>
          </p:cNvSpPr>
          <p:nvPr/>
        </p:nvSpPr>
        <p:spPr>
          <a:xfrm>
            <a:off x="184382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6" name="F2_precision_recall_distributions_4030">
            <a:extLst>
              <a:ext uri="{FF2B5EF4-FFF2-40B4-BE49-F238E27FC236}">
                <a16:creationId xmlns:a16="http://schemas.microsoft.com/office/drawing/2014/main" id="{CC91896A-2CA5-488C-ACAC-130A3C167969}"/>
              </a:ext>
            </a:extLst>
          </p:cNvPr>
          <p:cNvSpPr>
            <a:spLocks noGrp="1"/>
          </p:cNvSpPr>
          <p:nvPr/>
        </p:nvSpPr>
        <p:spPr>
          <a:xfrm>
            <a:off x="190689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7" name="F2_precision_recall_distributions_4031">
            <a:extLst>
              <a:ext uri="{FF2B5EF4-FFF2-40B4-BE49-F238E27FC236}">
                <a16:creationId xmlns:a16="http://schemas.microsoft.com/office/drawing/2014/main" id="{BA368459-AF21-4A4B-9EFC-43B5239A8851}"/>
              </a:ext>
            </a:extLst>
          </p:cNvPr>
          <p:cNvSpPr>
            <a:spLocks noGrp="1"/>
          </p:cNvSpPr>
          <p:nvPr/>
        </p:nvSpPr>
        <p:spPr>
          <a:xfrm>
            <a:off x="182384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8" name="F2_precision_recall_distributions_4032">
            <a:extLst>
              <a:ext uri="{FF2B5EF4-FFF2-40B4-BE49-F238E27FC236}">
                <a16:creationId xmlns:a16="http://schemas.microsoft.com/office/drawing/2014/main" id="{25D82A5A-1663-40A3-8EF6-A17EB995FEAD}"/>
              </a:ext>
            </a:extLst>
          </p:cNvPr>
          <p:cNvSpPr>
            <a:spLocks noGrp="1"/>
          </p:cNvSpPr>
          <p:nvPr/>
        </p:nvSpPr>
        <p:spPr>
          <a:xfrm>
            <a:off x="1787466" y="3247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9" name="F2_precision_recall_distributions_4033">
            <a:extLst>
              <a:ext uri="{FF2B5EF4-FFF2-40B4-BE49-F238E27FC236}">
                <a16:creationId xmlns:a16="http://schemas.microsoft.com/office/drawing/2014/main" id="{4794C0E4-9549-4197-9CF1-9629FC8D9D0D}"/>
              </a:ext>
            </a:extLst>
          </p:cNvPr>
          <p:cNvSpPr>
            <a:spLocks noGrp="1"/>
          </p:cNvSpPr>
          <p:nvPr/>
        </p:nvSpPr>
        <p:spPr>
          <a:xfrm>
            <a:off x="199436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0" name="F2_precision_recall_distributions_4034">
            <a:extLst>
              <a:ext uri="{FF2B5EF4-FFF2-40B4-BE49-F238E27FC236}">
                <a16:creationId xmlns:a16="http://schemas.microsoft.com/office/drawing/2014/main" id="{B8681371-5E24-4623-A6F9-FDC49EF30DF5}"/>
              </a:ext>
            </a:extLst>
          </p:cNvPr>
          <p:cNvSpPr>
            <a:spLocks noGrp="1"/>
          </p:cNvSpPr>
          <p:nvPr/>
        </p:nvSpPr>
        <p:spPr>
          <a:xfrm>
            <a:off x="194656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1" name="F2_precision_recall_distributions_4035">
            <a:extLst>
              <a:ext uri="{FF2B5EF4-FFF2-40B4-BE49-F238E27FC236}">
                <a16:creationId xmlns:a16="http://schemas.microsoft.com/office/drawing/2014/main" id="{37F7AC54-A226-470D-B18A-3FBBD6F90956}"/>
              </a:ext>
            </a:extLst>
          </p:cNvPr>
          <p:cNvSpPr>
            <a:spLocks noGrp="1"/>
          </p:cNvSpPr>
          <p:nvPr/>
        </p:nvSpPr>
        <p:spPr>
          <a:xfrm>
            <a:off x="197563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2" name="F2_precision_recall_distributions_4036">
            <a:extLst>
              <a:ext uri="{FF2B5EF4-FFF2-40B4-BE49-F238E27FC236}">
                <a16:creationId xmlns:a16="http://schemas.microsoft.com/office/drawing/2014/main" id="{4EF86E6B-9F04-4A53-9E4A-5548786C67CB}"/>
              </a:ext>
            </a:extLst>
          </p:cNvPr>
          <p:cNvSpPr>
            <a:spLocks noGrp="1"/>
          </p:cNvSpPr>
          <p:nvPr/>
        </p:nvSpPr>
        <p:spPr>
          <a:xfrm>
            <a:off x="18706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3" name="F2_precision_recall_distributions_4037">
            <a:extLst>
              <a:ext uri="{FF2B5EF4-FFF2-40B4-BE49-F238E27FC236}">
                <a16:creationId xmlns:a16="http://schemas.microsoft.com/office/drawing/2014/main" id="{E4FD6076-97A7-445E-B112-D67609C5D005}"/>
              </a:ext>
            </a:extLst>
          </p:cNvPr>
          <p:cNvSpPr>
            <a:spLocks noGrp="1"/>
          </p:cNvSpPr>
          <p:nvPr/>
        </p:nvSpPr>
        <p:spPr>
          <a:xfrm>
            <a:off x="1715856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4" name="F2_precision_recall_distributions_4038">
            <a:extLst>
              <a:ext uri="{FF2B5EF4-FFF2-40B4-BE49-F238E27FC236}">
                <a16:creationId xmlns:a16="http://schemas.microsoft.com/office/drawing/2014/main" id="{0697E96B-BA4B-4BB9-BC82-80788F5CBE35}"/>
              </a:ext>
            </a:extLst>
          </p:cNvPr>
          <p:cNvSpPr>
            <a:spLocks noGrp="1"/>
          </p:cNvSpPr>
          <p:nvPr/>
        </p:nvSpPr>
        <p:spPr>
          <a:xfrm>
            <a:off x="1998929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5" name="F2_precision_recall_distributions_4039">
            <a:extLst>
              <a:ext uri="{FF2B5EF4-FFF2-40B4-BE49-F238E27FC236}">
                <a16:creationId xmlns:a16="http://schemas.microsoft.com/office/drawing/2014/main" id="{F6F598A6-EF11-44C1-ABC0-92F109A29315}"/>
              </a:ext>
            </a:extLst>
          </p:cNvPr>
          <p:cNvSpPr>
            <a:spLocks noGrp="1"/>
          </p:cNvSpPr>
          <p:nvPr/>
        </p:nvSpPr>
        <p:spPr>
          <a:xfrm>
            <a:off x="201221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6" name="F2_precision_recall_distributions_4040">
            <a:extLst>
              <a:ext uri="{FF2B5EF4-FFF2-40B4-BE49-F238E27FC236}">
                <a16:creationId xmlns:a16="http://schemas.microsoft.com/office/drawing/2014/main" id="{FE9D78FF-D9A8-4FD0-89F8-34935DF3B75F}"/>
              </a:ext>
            </a:extLst>
          </p:cNvPr>
          <p:cNvSpPr>
            <a:spLocks noGrp="1"/>
          </p:cNvSpPr>
          <p:nvPr/>
        </p:nvSpPr>
        <p:spPr>
          <a:xfrm>
            <a:off x="185778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7" name="F2_precision_recall_distributions_4041">
            <a:extLst>
              <a:ext uri="{FF2B5EF4-FFF2-40B4-BE49-F238E27FC236}">
                <a16:creationId xmlns:a16="http://schemas.microsoft.com/office/drawing/2014/main" id="{F1B35815-94FF-439C-BE48-32BD4F258C34}"/>
              </a:ext>
            </a:extLst>
          </p:cNvPr>
          <p:cNvSpPr>
            <a:spLocks noGrp="1"/>
          </p:cNvSpPr>
          <p:nvPr/>
        </p:nvSpPr>
        <p:spPr>
          <a:xfrm>
            <a:off x="1938836" y="29063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8" name="F2_precision_recall_distributions_4042">
            <a:extLst>
              <a:ext uri="{FF2B5EF4-FFF2-40B4-BE49-F238E27FC236}">
                <a16:creationId xmlns:a16="http://schemas.microsoft.com/office/drawing/2014/main" id="{2EC6953A-1E7B-4281-BC74-CB7CEC198ECE}"/>
              </a:ext>
            </a:extLst>
          </p:cNvPr>
          <p:cNvSpPr>
            <a:spLocks noGrp="1"/>
          </p:cNvSpPr>
          <p:nvPr/>
        </p:nvSpPr>
        <p:spPr>
          <a:xfrm>
            <a:off x="1954367" y="29829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9" name="F2_precision_recall_distributions_4043">
            <a:extLst>
              <a:ext uri="{FF2B5EF4-FFF2-40B4-BE49-F238E27FC236}">
                <a16:creationId xmlns:a16="http://schemas.microsoft.com/office/drawing/2014/main" id="{F13C7380-2AA8-4167-9B03-12A9677B5124}"/>
              </a:ext>
            </a:extLst>
          </p:cNvPr>
          <p:cNvSpPr>
            <a:spLocks noGrp="1"/>
          </p:cNvSpPr>
          <p:nvPr/>
        </p:nvSpPr>
        <p:spPr>
          <a:xfrm>
            <a:off x="172044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0" name="F2_precision_recall_distributions_4044">
            <a:extLst>
              <a:ext uri="{FF2B5EF4-FFF2-40B4-BE49-F238E27FC236}">
                <a16:creationId xmlns:a16="http://schemas.microsoft.com/office/drawing/2014/main" id="{B4217815-6C53-4600-9732-4B0C0B1DE899}"/>
              </a:ext>
            </a:extLst>
          </p:cNvPr>
          <p:cNvSpPr>
            <a:spLocks noGrp="1"/>
          </p:cNvSpPr>
          <p:nvPr/>
        </p:nvSpPr>
        <p:spPr>
          <a:xfrm>
            <a:off x="1746777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1" name="F2_precision_recall_distributions_4045">
            <a:extLst>
              <a:ext uri="{FF2B5EF4-FFF2-40B4-BE49-F238E27FC236}">
                <a16:creationId xmlns:a16="http://schemas.microsoft.com/office/drawing/2014/main" id="{F5E9DFB9-C956-4AE3-9938-CA1C46CA2782}"/>
              </a:ext>
            </a:extLst>
          </p:cNvPr>
          <p:cNvSpPr>
            <a:spLocks noGrp="1"/>
          </p:cNvSpPr>
          <p:nvPr/>
        </p:nvSpPr>
        <p:spPr>
          <a:xfrm>
            <a:off x="1920641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2" name="F2_precision_recall_distributions_4046">
            <a:extLst>
              <a:ext uri="{FF2B5EF4-FFF2-40B4-BE49-F238E27FC236}">
                <a16:creationId xmlns:a16="http://schemas.microsoft.com/office/drawing/2014/main" id="{D04EA707-FDD6-4A04-A978-AD00DE1AC41C}"/>
              </a:ext>
            </a:extLst>
          </p:cNvPr>
          <p:cNvSpPr>
            <a:spLocks noGrp="1"/>
          </p:cNvSpPr>
          <p:nvPr/>
        </p:nvSpPr>
        <p:spPr>
          <a:xfrm>
            <a:off x="2009351" y="289313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3" name="F2_precision_recall_distributions_4047">
            <a:extLst>
              <a:ext uri="{FF2B5EF4-FFF2-40B4-BE49-F238E27FC236}">
                <a16:creationId xmlns:a16="http://schemas.microsoft.com/office/drawing/2014/main" id="{37AADFE3-77DD-408B-B1C2-DDF721EDECE2}"/>
              </a:ext>
            </a:extLst>
          </p:cNvPr>
          <p:cNvSpPr>
            <a:spLocks noGrp="1"/>
          </p:cNvSpPr>
          <p:nvPr/>
        </p:nvSpPr>
        <p:spPr>
          <a:xfrm>
            <a:off x="1935816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4" name="F2_precision_recall_distributions_4048">
            <a:extLst>
              <a:ext uri="{FF2B5EF4-FFF2-40B4-BE49-F238E27FC236}">
                <a16:creationId xmlns:a16="http://schemas.microsoft.com/office/drawing/2014/main" id="{78FC5313-A060-4FED-B326-D0FC0EB5B74A}"/>
              </a:ext>
            </a:extLst>
          </p:cNvPr>
          <p:cNvSpPr>
            <a:spLocks noGrp="1"/>
          </p:cNvSpPr>
          <p:nvPr/>
        </p:nvSpPr>
        <p:spPr>
          <a:xfrm>
            <a:off x="197104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5" name="F2_precision_recall_distributions_4049">
            <a:extLst>
              <a:ext uri="{FF2B5EF4-FFF2-40B4-BE49-F238E27FC236}">
                <a16:creationId xmlns:a16="http://schemas.microsoft.com/office/drawing/2014/main" id="{FC25078A-B906-4FDB-A138-DA7C680E9024}"/>
              </a:ext>
            </a:extLst>
          </p:cNvPr>
          <p:cNvSpPr>
            <a:spLocks noGrp="1"/>
          </p:cNvSpPr>
          <p:nvPr/>
        </p:nvSpPr>
        <p:spPr>
          <a:xfrm>
            <a:off x="1873114" y="312693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6" name="F2_precision_recall_distributions_4050">
            <a:extLst>
              <a:ext uri="{FF2B5EF4-FFF2-40B4-BE49-F238E27FC236}">
                <a16:creationId xmlns:a16="http://schemas.microsoft.com/office/drawing/2014/main" id="{05320B76-0240-4B17-89F8-E289C9E7E571}"/>
              </a:ext>
            </a:extLst>
          </p:cNvPr>
          <p:cNvSpPr>
            <a:spLocks noGrp="1"/>
          </p:cNvSpPr>
          <p:nvPr/>
        </p:nvSpPr>
        <p:spPr>
          <a:xfrm>
            <a:off x="1953621" y="34982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7" name="F2_precision_recall_distributions_4051">
            <a:extLst>
              <a:ext uri="{FF2B5EF4-FFF2-40B4-BE49-F238E27FC236}">
                <a16:creationId xmlns:a16="http://schemas.microsoft.com/office/drawing/2014/main" id="{DFECA19D-46D4-46B9-9F4D-76D6D8830814}"/>
              </a:ext>
            </a:extLst>
          </p:cNvPr>
          <p:cNvSpPr>
            <a:spLocks noGrp="1"/>
          </p:cNvSpPr>
          <p:nvPr/>
        </p:nvSpPr>
        <p:spPr>
          <a:xfrm>
            <a:off x="1809018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8" name="F2_precision_recall_distributions_4052">
            <a:extLst>
              <a:ext uri="{FF2B5EF4-FFF2-40B4-BE49-F238E27FC236}">
                <a16:creationId xmlns:a16="http://schemas.microsoft.com/office/drawing/2014/main" id="{34478CCF-ED6C-4924-8C7A-CC0D2DCD72F1}"/>
              </a:ext>
            </a:extLst>
          </p:cNvPr>
          <p:cNvSpPr>
            <a:spLocks noGrp="1"/>
          </p:cNvSpPr>
          <p:nvPr/>
        </p:nvSpPr>
        <p:spPr>
          <a:xfrm>
            <a:off x="173029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9" name="F2_precision_recall_distributions_4053">
            <a:extLst>
              <a:ext uri="{FF2B5EF4-FFF2-40B4-BE49-F238E27FC236}">
                <a16:creationId xmlns:a16="http://schemas.microsoft.com/office/drawing/2014/main" id="{96A1934D-7EAE-4F48-9E5F-FC8DD5F9D302}"/>
              </a:ext>
            </a:extLst>
          </p:cNvPr>
          <p:cNvSpPr>
            <a:spLocks noGrp="1"/>
          </p:cNvSpPr>
          <p:nvPr/>
        </p:nvSpPr>
        <p:spPr>
          <a:xfrm>
            <a:off x="1816644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0" name="F2_precision_recall_distributions_4054">
            <a:extLst>
              <a:ext uri="{FF2B5EF4-FFF2-40B4-BE49-F238E27FC236}">
                <a16:creationId xmlns:a16="http://schemas.microsoft.com/office/drawing/2014/main" id="{4043F6D6-F2CF-4100-B467-382C402F6F6A}"/>
              </a:ext>
            </a:extLst>
          </p:cNvPr>
          <p:cNvSpPr>
            <a:spLocks noGrp="1"/>
          </p:cNvSpPr>
          <p:nvPr/>
        </p:nvSpPr>
        <p:spPr>
          <a:xfrm>
            <a:off x="174548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1" name="F2_precision_recall_distributions_4055">
            <a:extLst>
              <a:ext uri="{FF2B5EF4-FFF2-40B4-BE49-F238E27FC236}">
                <a16:creationId xmlns:a16="http://schemas.microsoft.com/office/drawing/2014/main" id="{0F2B1531-644D-4679-A04C-07602E0E0454}"/>
              </a:ext>
            </a:extLst>
          </p:cNvPr>
          <p:cNvSpPr>
            <a:spLocks noGrp="1"/>
          </p:cNvSpPr>
          <p:nvPr/>
        </p:nvSpPr>
        <p:spPr>
          <a:xfrm>
            <a:off x="197908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2" name="F2_precision_recall_distributions_4056">
            <a:extLst>
              <a:ext uri="{FF2B5EF4-FFF2-40B4-BE49-F238E27FC236}">
                <a16:creationId xmlns:a16="http://schemas.microsoft.com/office/drawing/2014/main" id="{668B264B-568E-4409-B3FE-9A3C7EEF1DEE}"/>
              </a:ext>
            </a:extLst>
          </p:cNvPr>
          <p:cNvSpPr>
            <a:spLocks noGrp="1"/>
          </p:cNvSpPr>
          <p:nvPr/>
        </p:nvSpPr>
        <p:spPr>
          <a:xfrm>
            <a:off x="1998649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3" name="F2_precision_recall_distributions_4057">
            <a:extLst>
              <a:ext uri="{FF2B5EF4-FFF2-40B4-BE49-F238E27FC236}">
                <a16:creationId xmlns:a16="http://schemas.microsoft.com/office/drawing/2014/main" id="{1B432027-A22A-414D-841E-46E2F65B080E}"/>
              </a:ext>
            </a:extLst>
          </p:cNvPr>
          <p:cNvSpPr>
            <a:spLocks noGrp="1"/>
          </p:cNvSpPr>
          <p:nvPr/>
        </p:nvSpPr>
        <p:spPr>
          <a:xfrm>
            <a:off x="194254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4" name="F2_precision_recall_distributions_4058">
            <a:extLst>
              <a:ext uri="{FF2B5EF4-FFF2-40B4-BE49-F238E27FC236}">
                <a16:creationId xmlns:a16="http://schemas.microsoft.com/office/drawing/2014/main" id="{1D5233E1-EA77-4233-8073-2870DDD30857}"/>
              </a:ext>
            </a:extLst>
          </p:cNvPr>
          <p:cNvSpPr>
            <a:spLocks noGrp="1"/>
          </p:cNvSpPr>
          <p:nvPr/>
        </p:nvSpPr>
        <p:spPr>
          <a:xfrm>
            <a:off x="1711142" y="31648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5" name="F2_precision_recall_distributions_4059">
            <a:extLst>
              <a:ext uri="{FF2B5EF4-FFF2-40B4-BE49-F238E27FC236}">
                <a16:creationId xmlns:a16="http://schemas.microsoft.com/office/drawing/2014/main" id="{405A1830-12BE-4AAE-B173-1876FC67BDF4}"/>
              </a:ext>
            </a:extLst>
          </p:cNvPr>
          <p:cNvSpPr>
            <a:spLocks noGrp="1"/>
          </p:cNvSpPr>
          <p:nvPr/>
        </p:nvSpPr>
        <p:spPr>
          <a:xfrm>
            <a:off x="180488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6" name="F2_precision_recall_distributions_4060">
            <a:extLst>
              <a:ext uri="{FF2B5EF4-FFF2-40B4-BE49-F238E27FC236}">
                <a16:creationId xmlns:a16="http://schemas.microsoft.com/office/drawing/2014/main" id="{D0B5C765-B3B5-4A08-B5DC-275E13FCCB5F}"/>
              </a:ext>
            </a:extLst>
          </p:cNvPr>
          <p:cNvSpPr>
            <a:spLocks noGrp="1"/>
          </p:cNvSpPr>
          <p:nvPr/>
        </p:nvSpPr>
        <p:spPr>
          <a:xfrm>
            <a:off x="1836770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7" name="F2_precision_recall_distributions_4061">
            <a:extLst>
              <a:ext uri="{FF2B5EF4-FFF2-40B4-BE49-F238E27FC236}">
                <a16:creationId xmlns:a16="http://schemas.microsoft.com/office/drawing/2014/main" id="{22CAF561-5E43-4D74-BF84-7D7C72852291}"/>
              </a:ext>
            </a:extLst>
          </p:cNvPr>
          <p:cNvSpPr>
            <a:spLocks noGrp="1"/>
          </p:cNvSpPr>
          <p:nvPr/>
        </p:nvSpPr>
        <p:spPr>
          <a:xfrm>
            <a:off x="16680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8" name="F2_precision_recall_distributions_4062">
            <a:extLst>
              <a:ext uri="{FF2B5EF4-FFF2-40B4-BE49-F238E27FC236}">
                <a16:creationId xmlns:a16="http://schemas.microsoft.com/office/drawing/2014/main" id="{2EA5F665-2C3A-4CA3-AD98-8825BEC707C5}"/>
              </a:ext>
            </a:extLst>
          </p:cNvPr>
          <p:cNvSpPr>
            <a:spLocks noGrp="1"/>
          </p:cNvSpPr>
          <p:nvPr/>
        </p:nvSpPr>
        <p:spPr>
          <a:xfrm>
            <a:off x="1905936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9" name="F2_precision_recall_distributions_4063">
            <a:extLst>
              <a:ext uri="{FF2B5EF4-FFF2-40B4-BE49-F238E27FC236}">
                <a16:creationId xmlns:a16="http://schemas.microsoft.com/office/drawing/2014/main" id="{BB8B42E5-7DD0-401E-841A-076E0A277833}"/>
              </a:ext>
            </a:extLst>
          </p:cNvPr>
          <p:cNvSpPr>
            <a:spLocks noGrp="1"/>
          </p:cNvSpPr>
          <p:nvPr/>
        </p:nvSpPr>
        <p:spPr>
          <a:xfrm>
            <a:off x="1788204" y="30592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0" name="F2_precision_recall_distributions_4064">
            <a:extLst>
              <a:ext uri="{FF2B5EF4-FFF2-40B4-BE49-F238E27FC236}">
                <a16:creationId xmlns:a16="http://schemas.microsoft.com/office/drawing/2014/main" id="{965D739E-A60B-4B54-B0FF-8F412F0907BE}"/>
              </a:ext>
            </a:extLst>
          </p:cNvPr>
          <p:cNvSpPr>
            <a:spLocks noGrp="1"/>
          </p:cNvSpPr>
          <p:nvPr/>
        </p:nvSpPr>
        <p:spPr>
          <a:xfrm>
            <a:off x="1773577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1" name="F2_precision_recall_distributions_4065">
            <a:extLst>
              <a:ext uri="{FF2B5EF4-FFF2-40B4-BE49-F238E27FC236}">
                <a16:creationId xmlns:a16="http://schemas.microsoft.com/office/drawing/2014/main" id="{ABFFAC24-1785-41F5-A339-B67EF36976C6}"/>
              </a:ext>
            </a:extLst>
          </p:cNvPr>
          <p:cNvSpPr>
            <a:spLocks noGrp="1"/>
          </p:cNvSpPr>
          <p:nvPr/>
        </p:nvSpPr>
        <p:spPr>
          <a:xfrm>
            <a:off x="1675470" y="322545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2" name="F2_precision_recall_distributions_4066">
            <a:extLst>
              <a:ext uri="{FF2B5EF4-FFF2-40B4-BE49-F238E27FC236}">
                <a16:creationId xmlns:a16="http://schemas.microsoft.com/office/drawing/2014/main" id="{80B11508-1591-469A-8EDE-2C57D12AAD96}"/>
              </a:ext>
            </a:extLst>
          </p:cNvPr>
          <p:cNvSpPr>
            <a:spLocks noGrp="1"/>
          </p:cNvSpPr>
          <p:nvPr/>
        </p:nvSpPr>
        <p:spPr>
          <a:xfrm>
            <a:off x="180516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3" name="F2_precision_recall_distributions_4067">
            <a:extLst>
              <a:ext uri="{FF2B5EF4-FFF2-40B4-BE49-F238E27FC236}">
                <a16:creationId xmlns:a16="http://schemas.microsoft.com/office/drawing/2014/main" id="{DE60CE18-0701-4C0A-B045-4C7F07813D25}"/>
              </a:ext>
            </a:extLst>
          </p:cNvPr>
          <p:cNvSpPr>
            <a:spLocks noGrp="1"/>
          </p:cNvSpPr>
          <p:nvPr/>
        </p:nvSpPr>
        <p:spPr>
          <a:xfrm>
            <a:off x="189595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4" name="F2_precision_recall_distributions_4068">
            <a:extLst>
              <a:ext uri="{FF2B5EF4-FFF2-40B4-BE49-F238E27FC236}">
                <a16:creationId xmlns:a16="http://schemas.microsoft.com/office/drawing/2014/main" id="{C38D67C4-35EB-4C3C-B3E7-1B5CF10ADB15}"/>
              </a:ext>
            </a:extLst>
          </p:cNvPr>
          <p:cNvSpPr>
            <a:spLocks noGrp="1"/>
          </p:cNvSpPr>
          <p:nvPr/>
        </p:nvSpPr>
        <p:spPr>
          <a:xfrm>
            <a:off x="184889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5" name="F2_precision_recall_distributions_4069">
            <a:extLst>
              <a:ext uri="{FF2B5EF4-FFF2-40B4-BE49-F238E27FC236}">
                <a16:creationId xmlns:a16="http://schemas.microsoft.com/office/drawing/2014/main" id="{529D0C3C-DADB-4822-BE85-5ABE9D08B06D}"/>
              </a:ext>
            </a:extLst>
          </p:cNvPr>
          <p:cNvSpPr>
            <a:spLocks noGrp="1"/>
          </p:cNvSpPr>
          <p:nvPr/>
        </p:nvSpPr>
        <p:spPr>
          <a:xfrm>
            <a:off x="1734599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6" name="F2_precision_recall_distributions_4070">
            <a:extLst>
              <a:ext uri="{FF2B5EF4-FFF2-40B4-BE49-F238E27FC236}">
                <a16:creationId xmlns:a16="http://schemas.microsoft.com/office/drawing/2014/main" id="{D8C69F84-7ADF-44BE-80CE-87E741AB84B3}"/>
              </a:ext>
            </a:extLst>
          </p:cNvPr>
          <p:cNvSpPr>
            <a:spLocks noGrp="1"/>
          </p:cNvSpPr>
          <p:nvPr/>
        </p:nvSpPr>
        <p:spPr>
          <a:xfrm>
            <a:off x="1915960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7" name="F2_precision_recall_distributions_4071">
            <a:extLst>
              <a:ext uri="{FF2B5EF4-FFF2-40B4-BE49-F238E27FC236}">
                <a16:creationId xmlns:a16="http://schemas.microsoft.com/office/drawing/2014/main" id="{797093BE-D288-47A3-95EB-EC4A19E0ED8B}"/>
              </a:ext>
            </a:extLst>
          </p:cNvPr>
          <p:cNvSpPr>
            <a:spLocks noGrp="1"/>
          </p:cNvSpPr>
          <p:nvPr/>
        </p:nvSpPr>
        <p:spPr>
          <a:xfrm>
            <a:off x="199093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8" name="F2_precision_recall_distributions_4072">
            <a:extLst>
              <a:ext uri="{FF2B5EF4-FFF2-40B4-BE49-F238E27FC236}">
                <a16:creationId xmlns:a16="http://schemas.microsoft.com/office/drawing/2014/main" id="{75B834A4-BA7B-49F4-8EB2-A3405B485A55}"/>
              </a:ext>
            </a:extLst>
          </p:cNvPr>
          <p:cNvSpPr>
            <a:spLocks noGrp="1"/>
          </p:cNvSpPr>
          <p:nvPr/>
        </p:nvSpPr>
        <p:spPr>
          <a:xfrm>
            <a:off x="1726276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9" name="F2_precision_recall_distributions_4073">
            <a:extLst>
              <a:ext uri="{FF2B5EF4-FFF2-40B4-BE49-F238E27FC236}">
                <a16:creationId xmlns:a16="http://schemas.microsoft.com/office/drawing/2014/main" id="{9C6F6458-AE01-4659-B443-204B8974E129}"/>
              </a:ext>
            </a:extLst>
          </p:cNvPr>
          <p:cNvSpPr>
            <a:spLocks noGrp="1"/>
          </p:cNvSpPr>
          <p:nvPr/>
        </p:nvSpPr>
        <p:spPr>
          <a:xfrm>
            <a:off x="1945943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0" name="F2_precision_recall_distributions_4074">
            <a:extLst>
              <a:ext uri="{FF2B5EF4-FFF2-40B4-BE49-F238E27FC236}">
                <a16:creationId xmlns:a16="http://schemas.microsoft.com/office/drawing/2014/main" id="{6736D0B2-95EB-4B9E-8CC5-2C76C5D54AC2}"/>
              </a:ext>
            </a:extLst>
          </p:cNvPr>
          <p:cNvSpPr>
            <a:spLocks noGrp="1"/>
          </p:cNvSpPr>
          <p:nvPr/>
        </p:nvSpPr>
        <p:spPr>
          <a:xfrm>
            <a:off x="18710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1" name="F2_precision_recall_distributions_4075">
            <a:extLst>
              <a:ext uri="{FF2B5EF4-FFF2-40B4-BE49-F238E27FC236}">
                <a16:creationId xmlns:a16="http://schemas.microsoft.com/office/drawing/2014/main" id="{9B5A2712-529F-4039-9B9F-8E7AE4888058}"/>
              </a:ext>
            </a:extLst>
          </p:cNvPr>
          <p:cNvSpPr>
            <a:spLocks noGrp="1"/>
          </p:cNvSpPr>
          <p:nvPr/>
        </p:nvSpPr>
        <p:spPr>
          <a:xfrm>
            <a:off x="193759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2" name="F2_precision_recall_distributions_4076">
            <a:extLst>
              <a:ext uri="{FF2B5EF4-FFF2-40B4-BE49-F238E27FC236}">
                <a16:creationId xmlns:a16="http://schemas.microsoft.com/office/drawing/2014/main" id="{1CB0CC09-2D31-4625-B5EA-0D2F7E7C989E}"/>
              </a:ext>
            </a:extLst>
          </p:cNvPr>
          <p:cNvSpPr>
            <a:spLocks noGrp="1"/>
          </p:cNvSpPr>
          <p:nvPr/>
        </p:nvSpPr>
        <p:spPr>
          <a:xfrm>
            <a:off x="1729376" y="30931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3" name="F2_precision_recall_distributions_4077">
            <a:extLst>
              <a:ext uri="{FF2B5EF4-FFF2-40B4-BE49-F238E27FC236}">
                <a16:creationId xmlns:a16="http://schemas.microsoft.com/office/drawing/2014/main" id="{5E4DD79E-54C4-45F3-B130-F0A8BD988AC3}"/>
              </a:ext>
            </a:extLst>
          </p:cNvPr>
          <p:cNvSpPr>
            <a:spLocks noGrp="1"/>
          </p:cNvSpPr>
          <p:nvPr/>
        </p:nvSpPr>
        <p:spPr>
          <a:xfrm>
            <a:off x="189337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4" name="F2_precision_recall_distributions_4078">
            <a:extLst>
              <a:ext uri="{FF2B5EF4-FFF2-40B4-BE49-F238E27FC236}">
                <a16:creationId xmlns:a16="http://schemas.microsoft.com/office/drawing/2014/main" id="{8B577650-2EAF-42AB-9CA8-025C59812142}"/>
              </a:ext>
            </a:extLst>
          </p:cNvPr>
          <p:cNvSpPr>
            <a:spLocks noGrp="1"/>
          </p:cNvSpPr>
          <p:nvPr/>
        </p:nvSpPr>
        <p:spPr>
          <a:xfrm>
            <a:off x="170586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5" name="F2_precision_recall_distributions_4079">
            <a:extLst>
              <a:ext uri="{FF2B5EF4-FFF2-40B4-BE49-F238E27FC236}">
                <a16:creationId xmlns:a16="http://schemas.microsoft.com/office/drawing/2014/main" id="{C8BC0445-1A19-4053-8605-991D54E424DE}"/>
              </a:ext>
            </a:extLst>
          </p:cNvPr>
          <p:cNvSpPr>
            <a:spLocks noGrp="1"/>
          </p:cNvSpPr>
          <p:nvPr/>
        </p:nvSpPr>
        <p:spPr>
          <a:xfrm>
            <a:off x="18142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6" name="F2_precision_recall_distributions_4080">
            <a:extLst>
              <a:ext uri="{FF2B5EF4-FFF2-40B4-BE49-F238E27FC236}">
                <a16:creationId xmlns:a16="http://schemas.microsoft.com/office/drawing/2014/main" id="{D800133F-F6CE-415A-ABB3-77C44B9F83E8}"/>
              </a:ext>
            </a:extLst>
          </p:cNvPr>
          <p:cNvSpPr>
            <a:spLocks noGrp="1"/>
          </p:cNvSpPr>
          <p:nvPr/>
        </p:nvSpPr>
        <p:spPr>
          <a:xfrm>
            <a:off x="2024125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7" name="F2_precision_recall_distributions_4081">
            <a:extLst>
              <a:ext uri="{FF2B5EF4-FFF2-40B4-BE49-F238E27FC236}">
                <a16:creationId xmlns:a16="http://schemas.microsoft.com/office/drawing/2014/main" id="{9C81B7D6-3294-4EB0-8CA3-83E58D801204}"/>
              </a:ext>
            </a:extLst>
          </p:cNvPr>
          <p:cNvSpPr>
            <a:spLocks noGrp="1"/>
          </p:cNvSpPr>
          <p:nvPr/>
        </p:nvSpPr>
        <p:spPr>
          <a:xfrm>
            <a:off x="1709485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8" name="F2_precision_recall_distributions_4082">
            <a:extLst>
              <a:ext uri="{FF2B5EF4-FFF2-40B4-BE49-F238E27FC236}">
                <a16:creationId xmlns:a16="http://schemas.microsoft.com/office/drawing/2014/main" id="{C862BE57-95EE-4D0D-B602-C9C83717D326}"/>
              </a:ext>
            </a:extLst>
          </p:cNvPr>
          <p:cNvSpPr>
            <a:spLocks noGrp="1"/>
          </p:cNvSpPr>
          <p:nvPr/>
        </p:nvSpPr>
        <p:spPr>
          <a:xfrm>
            <a:off x="165958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9" name="F2_precision_recall_distributions_4083">
            <a:extLst>
              <a:ext uri="{FF2B5EF4-FFF2-40B4-BE49-F238E27FC236}">
                <a16:creationId xmlns:a16="http://schemas.microsoft.com/office/drawing/2014/main" id="{E30CA246-A5F1-461C-AFA6-7F21B1A24272}"/>
              </a:ext>
            </a:extLst>
          </p:cNvPr>
          <p:cNvSpPr>
            <a:spLocks noGrp="1"/>
          </p:cNvSpPr>
          <p:nvPr/>
        </p:nvSpPr>
        <p:spPr>
          <a:xfrm>
            <a:off x="188454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0" name="F2_precision_recall_distributions_4084">
            <a:extLst>
              <a:ext uri="{FF2B5EF4-FFF2-40B4-BE49-F238E27FC236}">
                <a16:creationId xmlns:a16="http://schemas.microsoft.com/office/drawing/2014/main" id="{2E822A7A-735C-4205-ABBE-FE0FF583D995}"/>
              </a:ext>
            </a:extLst>
          </p:cNvPr>
          <p:cNvSpPr>
            <a:spLocks noGrp="1"/>
          </p:cNvSpPr>
          <p:nvPr/>
        </p:nvSpPr>
        <p:spPr>
          <a:xfrm>
            <a:off x="1860812" y="33332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1" name="F2_precision_recall_distributions_4085">
            <a:extLst>
              <a:ext uri="{FF2B5EF4-FFF2-40B4-BE49-F238E27FC236}">
                <a16:creationId xmlns:a16="http://schemas.microsoft.com/office/drawing/2014/main" id="{E1142251-7F26-4B1F-A3F6-8FC752E2165D}"/>
              </a:ext>
            </a:extLst>
          </p:cNvPr>
          <p:cNvSpPr>
            <a:spLocks noGrp="1"/>
          </p:cNvSpPr>
          <p:nvPr/>
        </p:nvSpPr>
        <p:spPr>
          <a:xfrm>
            <a:off x="1978469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2" name="F2_precision_recall_distributions_4086">
            <a:extLst>
              <a:ext uri="{FF2B5EF4-FFF2-40B4-BE49-F238E27FC236}">
                <a16:creationId xmlns:a16="http://schemas.microsoft.com/office/drawing/2014/main" id="{44F2F731-8244-423D-B207-E32E3390130B}"/>
              </a:ext>
            </a:extLst>
          </p:cNvPr>
          <p:cNvSpPr>
            <a:spLocks noGrp="1"/>
          </p:cNvSpPr>
          <p:nvPr/>
        </p:nvSpPr>
        <p:spPr>
          <a:xfrm>
            <a:off x="195703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3" name="F2_precision_recall_distributions_4087">
            <a:extLst>
              <a:ext uri="{FF2B5EF4-FFF2-40B4-BE49-F238E27FC236}">
                <a16:creationId xmlns:a16="http://schemas.microsoft.com/office/drawing/2014/main" id="{AAA06B89-45D1-4E66-B4AD-DA5AD81C4ADD}"/>
              </a:ext>
            </a:extLst>
          </p:cNvPr>
          <p:cNvSpPr>
            <a:spLocks noGrp="1"/>
          </p:cNvSpPr>
          <p:nvPr/>
        </p:nvSpPr>
        <p:spPr>
          <a:xfrm>
            <a:off x="176304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4" name="F2_precision_recall_distributions_4088">
            <a:extLst>
              <a:ext uri="{FF2B5EF4-FFF2-40B4-BE49-F238E27FC236}">
                <a16:creationId xmlns:a16="http://schemas.microsoft.com/office/drawing/2014/main" id="{ABA5D38C-E985-4546-B839-3AE70084A3C1}"/>
              </a:ext>
            </a:extLst>
          </p:cNvPr>
          <p:cNvSpPr>
            <a:spLocks noGrp="1"/>
          </p:cNvSpPr>
          <p:nvPr/>
        </p:nvSpPr>
        <p:spPr>
          <a:xfrm>
            <a:off x="1823398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5" name="F2_precision_recall_distributions_4089">
            <a:extLst>
              <a:ext uri="{FF2B5EF4-FFF2-40B4-BE49-F238E27FC236}">
                <a16:creationId xmlns:a16="http://schemas.microsoft.com/office/drawing/2014/main" id="{7C677CAD-901E-49CA-BB48-01DFDF7C3C08}"/>
              </a:ext>
            </a:extLst>
          </p:cNvPr>
          <p:cNvSpPr>
            <a:spLocks noGrp="1"/>
          </p:cNvSpPr>
          <p:nvPr/>
        </p:nvSpPr>
        <p:spPr>
          <a:xfrm>
            <a:off x="1968858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6" name="F2_precision_recall_distributions_4090">
            <a:extLst>
              <a:ext uri="{FF2B5EF4-FFF2-40B4-BE49-F238E27FC236}">
                <a16:creationId xmlns:a16="http://schemas.microsoft.com/office/drawing/2014/main" id="{4ACA7CE5-E0AF-47E1-B7EA-20B5BC9404C7}"/>
              </a:ext>
            </a:extLst>
          </p:cNvPr>
          <p:cNvSpPr>
            <a:spLocks noGrp="1"/>
          </p:cNvSpPr>
          <p:nvPr/>
        </p:nvSpPr>
        <p:spPr>
          <a:xfrm>
            <a:off x="1737957" y="29269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7" name="F2_precision_recall_distributions_4091">
            <a:extLst>
              <a:ext uri="{FF2B5EF4-FFF2-40B4-BE49-F238E27FC236}">
                <a16:creationId xmlns:a16="http://schemas.microsoft.com/office/drawing/2014/main" id="{A9291925-4F06-4C13-BFA2-A00EF984D2EB}"/>
              </a:ext>
            </a:extLst>
          </p:cNvPr>
          <p:cNvSpPr>
            <a:spLocks noGrp="1"/>
          </p:cNvSpPr>
          <p:nvPr/>
        </p:nvSpPr>
        <p:spPr>
          <a:xfrm>
            <a:off x="1750535" y="30850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8" name="F2_precision_recall_distributions_4092">
            <a:extLst>
              <a:ext uri="{FF2B5EF4-FFF2-40B4-BE49-F238E27FC236}">
                <a16:creationId xmlns:a16="http://schemas.microsoft.com/office/drawing/2014/main" id="{8CBC9CF1-61EC-42C7-8876-1C52A5F3DAE4}"/>
              </a:ext>
            </a:extLst>
          </p:cNvPr>
          <p:cNvSpPr>
            <a:spLocks noGrp="1"/>
          </p:cNvSpPr>
          <p:nvPr/>
        </p:nvSpPr>
        <p:spPr>
          <a:xfrm>
            <a:off x="195262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9" name="F2_precision_recall_distributions_4093">
            <a:extLst>
              <a:ext uri="{FF2B5EF4-FFF2-40B4-BE49-F238E27FC236}">
                <a16:creationId xmlns:a16="http://schemas.microsoft.com/office/drawing/2014/main" id="{1136C8C9-2F8B-4351-8397-FBF47639067F}"/>
              </a:ext>
            </a:extLst>
          </p:cNvPr>
          <p:cNvSpPr>
            <a:spLocks noGrp="1"/>
          </p:cNvSpPr>
          <p:nvPr/>
        </p:nvSpPr>
        <p:spPr>
          <a:xfrm>
            <a:off x="179335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0" name="F2_precision_recall_distributions_4094">
            <a:extLst>
              <a:ext uri="{FF2B5EF4-FFF2-40B4-BE49-F238E27FC236}">
                <a16:creationId xmlns:a16="http://schemas.microsoft.com/office/drawing/2014/main" id="{D8636D90-786D-430D-938A-F11A1AAEB9CE}"/>
              </a:ext>
            </a:extLst>
          </p:cNvPr>
          <p:cNvSpPr>
            <a:spLocks noGrp="1"/>
          </p:cNvSpPr>
          <p:nvPr/>
        </p:nvSpPr>
        <p:spPr>
          <a:xfrm>
            <a:off x="174638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1" name="F2_precision_recall_distributions_4095">
            <a:extLst>
              <a:ext uri="{FF2B5EF4-FFF2-40B4-BE49-F238E27FC236}">
                <a16:creationId xmlns:a16="http://schemas.microsoft.com/office/drawing/2014/main" id="{45485951-06B8-44CD-B6A6-DE35D9BC2469}"/>
              </a:ext>
            </a:extLst>
          </p:cNvPr>
          <p:cNvSpPr>
            <a:spLocks noGrp="1"/>
          </p:cNvSpPr>
          <p:nvPr/>
        </p:nvSpPr>
        <p:spPr>
          <a:xfrm>
            <a:off x="2007281" y="31703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2" name="F2_precision_recall_distributions_4096">
            <a:extLst>
              <a:ext uri="{FF2B5EF4-FFF2-40B4-BE49-F238E27FC236}">
                <a16:creationId xmlns:a16="http://schemas.microsoft.com/office/drawing/2014/main" id="{F7B4D777-FB7B-4959-9046-4C9CCC4C96C2}"/>
              </a:ext>
            </a:extLst>
          </p:cNvPr>
          <p:cNvSpPr>
            <a:spLocks noGrp="1"/>
          </p:cNvSpPr>
          <p:nvPr/>
        </p:nvSpPr>
        <p:spPr>
          <a:xfrm>
            <a:off x="198798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3" name="F2_precision_recall_distributions_4097">
            <a:extLst>
              <a:ext uri="{FF2B5EF4-FFF2-40B4-BE49-F238E27FC236}">
                <a16:creationId xmlns:a16="http://schemas.microsoft.com/office/drawing/2014/main" id="{4E7FB58F-FCCD-467E-84DF-21DC1CABF251}"/>
              </a:ext>
            </a:extLst>
          </p:cNvPr>
          <p:cNvSpPr>
            <a:spLocks noGrp="1"/>
          </p:cNvSpPr>
          <p:nvPr/>
        </p:nvSpPr>
        <p:spPr>
          <a:xfrm>
            <a:off x="1777368" y="34679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4" name="F2_precision_recall_distributions_4098">
            <a:extLst>
              <a:ext uri="{FF2B5EF4-FFF2-40B4-BE49-F238E27FC236}">
                <a16:creationId xmlns:a16="http://schemas.microsoft.com/office/drawing/2014/main" id="{7F7D0409-4E03-4FA1-9C56-568C5786B87E}"/>
              </a:ext>
            </a:extLst>
          </p:cNvPr>
          <p:cNvSpPr>
            <a:spLocks noGrp="1"/>
          </p:cNvSpPr>
          <p:nvPr/>
        </p:nvSpPr>
        <p:spPr>
          <a:xfrm>
            <a:off x="1935900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5" name="F2_precision_recall_distributions_4099">
            <a:extLst>
              <a:ext uri="{FF2B5EF4-FFF2-40B4-BE49-F238E27FC236}">
                <a16:creationId xmlns:a16="http://schemas.microsoft.com/office/drawing/2014/main" id="{1D3E5521-A3BD-4B90-AA53-42AF42C66D0E}"/>
              </a:ext>
            </a:extLst>
          </p:cNvPr>
          <p:cNvSpPr>
            <a:spLocks noGrp="1"/>
          </p:cNvSpPr>
          <p:nvPr/>
        </p:nvSpPr>
        <p:spPr>
          <a:xfrm>
            <a:off x="175140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6" name="F2_precision_recall_distributions_4100">
            <a:extLst>
              <a:ext uri="{FF2B5EF4-FFF2-40B4-BE49-F238E27FC236}">
                <a16:creationId xmlns:a16="http://schemas.microsoft.com/office/drawing/2014/main" id="{52358548-A3D4-433F-8712-5810A6DB6829}"/>
              </a:ext>
            </a:extLst>
          </p:cNvPr>
          <p:cNvSpPr>
            <a:spLocks noGrp="1"/>
          </p:cNvSpPr>
          <p:nvPr/>
        </p:nvSpPr>
        <p:spPr>
          <a:xfrm>
            <a:off x="1754647" y="32012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7" name="F2_precision_recall_distributions_4101">
            <a:extLst>
              <a:ext uri="{FF2B5EF4-FFF2-40B4-BE49-F238E27FC236}">
                <a16:creationId xmlns:a16="http://schemas.microsoft.com/office/drawing/2014/main" id="{E90EAD9E-85A1-452B-960F-A190E09001A8}"/>
              </a:ext>
            </a:extLst>
          </p:cNvPr>
          <p:cNvSpPr>
            <a:spLocks noGrp="1"/>
          </p:cNvSpPr>
          <p:nvPr/>
        </p:nvSpPr>
        <p:spPr>
          <a:xfrm>
            <a:off x="1860406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8" name="F2_precision_recall_distributions_4102">
            <a:extLst>
              <a:ext uri="{FF2B5EF4-FFF2-40B4-BE49-F238E27FC236}">
                <a16:creationId xmlns:a16="http://schemas.microsoft.com/office/drawing/2014/main" id="{B95772FE-5246-46FA-B3D7-0620E7C32F33}"/>
              </a:ext>
            </a:extLst>
          </p:cNvPr>
          <p:cNvSpPr>
            <a:spLocks noGrp="1"/>
          </p:cNvSpPr>
          <p:nvPr/>
        </p:nvSpPr>
        <p:spPr>
          <a:xfrm>
            <a:off x="1750507" y="34679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9" name="F2_precision_recall_distributions_4103">
            <a:extLst>
              <a:ext uri="{FF2B5EF4-FFF2-40B4-BE49-F238E27FC236}">
                <a16:creationId xmlns:a16="http://schemas.microsoft.com/office/drawing/2014/main" id="{D86D2ED5-C8DA-4995-A4A4-03E035A6A2DD}"/>
              </a:ext>
            </a:extLst>
          </p:cNvPr>
          <p:cNvSpPr>
            <a:spLocks noGrp="1"/>
          </p:cNvSpPr>
          <p:nvPr/>
        </p:nvSpPr>
        <p:spPr>
          <a:xfrm>
            <a:off x="1935874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0" name="F2_precision_recall_distributions_4104">
            <a:extLst>
              <a:ext uri="{FF2B5EF4-FFF2-40B4-BE49-F238E27FC236}">
                <a16:creationId xmlns:a16="http://schemas.microsoft.com/office/drawing/2014/main" id="{A6B2944D-2863-4F64-9B94-F59074753545}"/>
              </a:ext>
            </a:extLst>
          </p:cNvPr>
          <p:cNvSpPr>
            <a:spLocks noGrp="1"/>
          </p:cNvSpPr>
          <p:nvPr/>
        </p:nvSpPr>
        <p:spPr>
          <a:xfrm>
            <a:off x="1809365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1" name="F2_precision_recall_distributions_4105">
            <a:extLst>
              <a:ext uri="{FF2B5EF4-FFF2-40B4-BE49-F238E27FC236}">
                <a16:creationId xmlns:a16="http://schemas.microsoft.com/office/drawing/2014/main" id="{98A73AF2-2B3E-4C82-9B25-F57D738EA209}"/>
              </a:ext>
            </a:extLst>
          </p:cNvPr>
          <p:cNvSpPr>
            <a:spLocks noGrp="1"/>
          </p:cNvSpPr>
          <p:nvPr/>
        </p:nvSpPr>
        <p:spPr>
          <a:xfrm>
            <a:off x="165420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2" name="F2_precision_recall_distributions_4106">
            <a:extLst>
              <a:ext uri="{FF2B5EF4-FFF2-40B4-BE49-F238E27FC236}">
                <a16:creationId xmlns:a16="http://schemas.microsoft.com/office/drawing/2014/main" id="{3D702501-33EC-45BF-B756-A0073046E76A}"/>
              </a:ext>
            </a:extLst>
          </p:cNvPr>
          <p:cNvSpPr>
            <a:spLocks noGrp="1"/>
          </p:cNvSpPr>
          <p:nvPr/>
        </p:nvSpPr>
        <p:spPr>
          <a:xfrm>
            <a:off x="1719008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3" name="F2_precision_recall_distributions_4107">
            <a:extLst>
              <a:ext uri="{FF2B5EF4-FFF2-40B4-BE49-F238E27FC236}">
                <a16:creationId xmlns:a16="http://schemas.microsoft.com/office/drawing/2014/main" id="{91697392-28E5-4ECC-B280-ED42AD091D63}"/>
              </a:ext>
            </a:extLst>
          </p:cNvPr>
          <p:cNvSpPr>
            <a:spLocks noGrp="1"/>
          </p:cNvSpPr>
          <p:nvPr/>
        </p:nvSpPr>
        <p:spPr>
          <a:xfrm>
            <a:off x="1721546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4" name="F2_precision_recall_distributions_4108">
            <a:extLst>
              <a:ext uri="{FF2B5EF4-FFF2-40B4-BE49-F238E27FC236}">
                <a16:creationId xmlns:a16="http://schemas.microsoft.com/office/drawing/2014/main" id="{7E41248C-2BCE-47CB-98A0-C27981EC0DF1}"/>
              </a:ext>
            </a:extLst>
          </p:cNvPr>
          <p:cNvSpPr>
            <a:spLocks noGrp="1"/>
          </p:cNvSpPr>
          <p:nvPr/>
        </p:nvSpPr>
        <p:spPr>
          <a:xfrm>
            <a:off x="1934616" y="34133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5" name="F2_precision_recall_distributions_4109">
            <a:extLst>
              <a:ext uri="{FF2B5EF4-FFF2-40B4-BE49-F238E27FC236}">
                <a16:creationId xmlns:a16="http://schemas.microsoft.com/office/drawing/2014/main" id="{D0569A2C-96C7-4201-83B1-F778854DC62E}"/>
              </a:ext>
            </a:extLst>
          </p:cNvPr>
          <p:cNvSpPr>
            <a:spLocks noGrp="1"/>
          </p:cNvSpPr>
          <p:nvPr/>
        </p:nvSpPr>
        <p:spPr>
          <a:xfrm>
            <a:off x="169140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6" name="F2_precision_recall_distributions_4110">
            <a:extLst>
              <a:ext uri="{FF2B5EF4-FFF2-40B4-BE49-F238E27FC236}">
                <a16:creationId xmlns:a16="http://schemas.microsoft.com/office/drawing/2014/main" id="{3949C665-8483-4AB8-8342-B34A18764915}"/>
              </a:ext>
            </a:extLst>
          </p:cNvPr>
          <p:cNvSpPr>
            <a:spLocks noGrp="1"/>
          </p:cNvSpPr>
          <p:nvPr/>
        </p:nvSpPr>
        <p:spPr>
          <a:xfrm>
            <a:off x="1791376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7" name="F2_precision_recall_distributions_4111">
            <a:extLst>
              <a:ext uri="{FF2B5EF4-FFF2-40B4-BE49-F238E27FC236}">
                <a16:creationId xmlns:a16="http://schemas.microsoft.com/office/drawing/2014/main" id="{D7630EF9-5709-41D9-8045-BC694074686B}"/>
              </a:ext>
            </a:extLst>
          </p:cNvPr>
          <p:cNvSpPr>
            <a:spLocks noGrp="1"/>
          </p:cNvSpPr>
          <p:nvPr/>
        </p:nvSpPr>
        <p:spPr>
          <a:xfrm>
            <a:off x="174229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8" name="F2_precision_recall_distributions_4112">
            <a:extLst>
              <a:ext uri="{FF2B5EF4-FFF2-40B4-BE49-F238E27FC236}">
                <a16:creationId xmlns:a16="http://schemas.microsoft.com/office/drawing/2014/main" id="{AB46C486-1B25-4722-938B-A34D86CB222E}"/>
              </a:ext>
            </a:extLst>
          </p:cNvPr>
          <p:cNvSpPr>
            <a:spLocks noGrp="1"/>
          </p:cNvSpPr>
          <p:nvPr/>
        </p:nvSpPr>
        <p:spPr>
          <a:xfrm>
            <a:off x="187771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9" name="F2_precision_recall_distributions_4113">
            <a:extLst>
              <a:ext uri="{FF2B5EF4-FFF2-40B4-BE49-F238E27FC236}">
                <a16:creationId xmlns:a16="http://schemas.microsoft.com/office/drawing/2014/main" id="{E71C2D7D-0360-40E4-8E02-9D204441F48B}"/>
              </a:ext>
            </a:extLst>
          </p:cNvPr>
          <p:cNvSpPr>
            <a:spLocks noGrp="1"/>
          </p:cNvSpPr>
          <p:nvPr/>
        </p:nvSpPr>
        <p:spPr>
          <a:xfrm>
            <a:off x="178996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0" name="F2_precision_recall_distributions_4114">
            <a:extLst>
              <a:ext uri="{FF2B5EF4-FFF2-40B4-BE49-F238E27FC236}">
                <a16:creationId xmlns:a16="http://schemas.microsoft.com/office/drawing/2014/main" id="{AE575CCC-4844-4ECD-A16E-61DC645870CA}"/>
              </a:ext>
            </a:extLst>
          </p:cNvPr>
          <p:cNvSpPr>
            <a:spLocks noGrp="1"/>
          </p:cNvSpPr>
          <p:nvPr/>
        </p:nvSpPr>
        <p:spPr>
          <a:xfrm>
            <a:off x="187142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1" name="F2_precision_recall_distributions_4115">
            <a:extLst>
              <a:ext uri="{FF2B5EF4-FFF2-40B4-BE49-F238E27FC236}">
                <a16:creationId xmlns:a16="http://schemas.microsoft.com/office/drawing/2014/main" id="{F7DCA181-800B-4619-91E9-5C6F8836C313}"/>
              </a:ext>
            </a:extLst>
          </p:cNvPr>
          <p:cNvSpPr>
            <a:spLocks noGrp="1"/>
          </p:cNvSpPr>
          <p:nvPr/>
        </p:nvSpPr>
        <p:spPr>
          <a:xfrm>
            <a:off x="1737094" y="29829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2" name="F2_precision_recall_distributions_4116">
            <a:extLst>
              <a:ext uri="{FF2B5EF4-FFF2-40B4-BE49-F238E27FC236}">
                <a16:creationId xmlns:a16="http://schemas.microsoft.com/office/drawing/2014/main" id="{D7B0462E-CEC5-4CDB-B15B-703825E7666A}"/>
              </a:ext>
            </a:extLst>
          </p:cNvPr>
          <p:cNvSpPr>
            <a:spLocks noGrp="1"/>
          </p:cNvSpPr>
          <p:nvPr/>
        </p:nvSpPr>
        <p:spPr>
          <a:xfrm>
            <a:off x="189383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3" name="F2_precision_recall_distributions_4117">
            <a:extLst>
              <a:ext uri="{FF2B5EF4-FFF2-40B4-BE49-F238E27FC236}">
                <a16:creationId xmlns:a16="http://schemas.microsoft.com/office/drawing/2014/main" id="{2E40FD2B-C6DF-4111-B2F6-53F21D03C7DE}"/>
              </a:ext>
            </a:extLst>
          </p:cNvPr>
          <p:cNvSpPr>
            <a:spLocks noGrp="1"/>
          </p:cNvSpPr>
          <p:nvPr/>
        </p:nvSpPr>
        <p:spPr>
          <a:xfrm>
            <a:off x="1784460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4" name="F2_precision_recall_distributions_4118">
            <a:extLst>
              <a:ext uri="{FF2B5EF4-FFF2-40B4-BE49-F238E27FC236}">
                <a16:creationId xmlns:a16="http://schemas.microsoft.com/office/drawing/2014/main" id="{0952E0F7-8F2A-4C58-9AE2-277D290DFB3B}"/>
              </a:ext>
            </a:extLst>
          </p:cNvPr>
          <p:cNvSpPr>
            <a:spLocks noGrp="1"/>
          </p:cNvSpPr>
          <p:nvPr/>
        </p:nvSpPr>
        <p:spPr>
          <a:xfrm>
            <a:off x="185048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5" name="F2_precision_recall_distributions_4119">
            <a:extLst>
              <a:ext uri="{FF2B5EF4-FFF2-40B4-BE49-F238E27FC236}">
                <a16:creationId xmlns:a16="http://schemas.microsoft.com/office/drawing/2014/main" id="{2144E026-0666-44A2-9D3B-E0F39737360E}"/>
              </a:ext>
            </a:extLst>
          </p:cNvPr>
          <p:cNvSpPr>
            <a:spLocks noGrp="1"/>
          </p:cNvSpPr>
          <p:nvPr/>
        </p:nvSpPr>
        <p:spPr>
          <a:xfrm>
            <a:off x="200268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6" name="F2_precision_recall_distributions_4120">
            <a:extLst>
              <a:ext uri="{FF2B5EF4-FFF2-40B4-BE49-F238E27FC236}">
                <a16:creationId xmlns:a16="http://schemas.microsoft.com/office/drawing/2014/main" id="{906CB78B-BA7B-423D-9494-8F224D91DB0B}"/>
              </a:ext>
            </a:extLst>
          </p:cNvPr>
          <p:cNvSpPr>
            <a:spLocks noGrp="1"/>
          </p:cNvSpPr>
          <p:nvPr/>
        </p:nvSpPr>
        <p:spPr>
          <a:xfrm>
            <a:off x="1658894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7" name="F2_precision_recall_distributions_4121">
            <a:extLst>
              <a:ext uri="{FF2B5EF4-FFF2-40B4-BE49-F238E27FC236}">
                <a16:creationId xmlns:a16="http://schemas.microsoft.com/office/drawing/2014/main" id="{40C034FC-8709-49FC-9BC6-A147004F8491}"/>
              </a:ext>
            </a:extLst>
          </p:cNvPr>
          <p:cNvSpPr>
            <a:spLocks noGrp="1"/>
          </p:cNvSpPr>
          <p:nvPr/>
        </p:nvSpPr>
        <p:spPr>
          <a:xfrm>
            <a:off x="2678914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480482" y="848766"/>
                </a:moveTo>
                <a:lnTo>
                  <a:pt x="194615" y="848766"/>
                </a:lnTo>
                <a:lnTo>
                  <a:pt x="197158" y="842186"/>
                </a:lnTo>
                <a:lnTo>
                  <a:pt x="204512" y="835606"/>
                </a:lnTo>
                <a:lnTo>
                  <a:pt x="215904" y="829027"/>
                </a:lnTo>
                <a:lnTo>
                  <a:pt x="230192" y="822447"/>
                </a:lnTo>
                <a:lnTo>
                  <a:pt x="246057" y="815868"/>
                </a:lnTo>
                <a:lnTo>
                  <a:pt x="262195" y="809288"/>
                </a:lnTo>
                <a:lnTo>
                  <a:pt x="277492" y="802708"/>
                </a:lnTo>
                <a:lnTo>
                  <a:pt x="291133" y="796129"/>
                </a:lnTo>
                <a:lnTo>
                  <a:pt x="302641" y="789549"/>
                </a:lnTo>
                <a:lnTo>
                  <a:pt x="311860" y="782970"/>
                </a:lnTo>
                <a:lnTo>
                  <a:pt x="318889" y="776390"/>
                </a:lnTo>
                <a:lnTo>
                  <a:pt x="323993" y="769811"/>
                </a:lnTo>
                <a:lnTo>
                  <a:pt x="327519" y="763231"/>
                </a:lnTo>
                <a:lnTo>
                  <a:pt x="329823" y="756651"/>
                </a:lnTo>
                <a:lnTo>
                  <a:pt x="331226" y="750072"/>
                </a:lnTo>
                <a:lnTo>
                  <a:pt x="331985" y="743492"/>
                </a:lnTo>
                <a:lnTo>
                  <a:pt x="332292" y="736913"/>
                </a:lnTo>
                <a:lnTo>
                  <a:pt x="332280" y="730333"/>
                </a:lnTo>
                <a:lnTo>
                  <a:pt x="332030" y="723754"/>
                </a:lnTo>
                <a:lnTo>
                  <a:pt x="331593" y="717174"/>
                </a:lnTo>
                <a:lnTo>
                  <a:pt x="330995" y="710594"/>
                </a:lnTo>
                <a:lnTo>
                  <a:pt x="330247" y="704015"/>
                </a:lnTo>
                <a:lnTo>
                  <a:pt x="329356" y="697435"/>
                </a:lnTo>
                <a:lnTo>
                  <a:pt x="328329" y="690856"/>
                </a:lnTo>
                <a:lnTo>
                  <a:pt x="327180" y="684276"/>
                </a:lnTo>
                <a:lnTo>
                  <a:pt x="325931" y="677697"/>
                </a:lnTo>
                <a:lnTo>
                  <a:pt x="324617" y="671117"/>
                </a:lnTo>
                <a:lnTo>
                  <a:pt x="323279" y="664537"/>
                </a:lnTo>
                <a:lnTo>
                  <a:pt x="321963" y="657958"/>
                </a:lnTo>
                <a:lnTo>
                  <a:pt x="320706" y="651378"/>
                </a:lnTo>
                <a:lnTo>
                  <a:pt x="319527" y="644799"/>
                </a:lnTo>
                <a:lnTo>
                  <a:pt x="318419" y="638219"/>
                </a:lnTo>
                <a:lnTo>
                  <a:pt x="317346" y="631639"/>
                </a:lnTo>
                <a:lnTo>
                  <a:pt x="316248" y="625060"/>
                </a:lnTo>
                <a:lnTo>
                  <a:pt x="315055" y="618480"/>
                </a:lnTo>
                <a:lnTo>
                  <a:pt x="313708" y="611901"/>
                </a:lnTo>
                <a:lnTo>
                  <a:pt x="312178" y="605321"/>
                </a:lnTo>
                <a:lnTo>
                  <a:pt x="310484" y="598742"/>
                </a:lnTo>
                <a:lnTo>
                  <a:pt x="308699" y="592162"/>
                </a:lnTo>
                <a:lnTo>
                  <a:pt x="306949" y="585582"/>
                </a:lnTo>
                <a:lnTo>
                  <a:pt x="305389" y="579003"/>
                </a:lnTo>
                <a:lnTo>
                  <a:pt x="304183" y="572423"/>
                </a:lnTo>
                <a:lnTo>
                  <a:pt x="303471" y="565844"/>
                </a:lnTo>
                <a:lnTo>
                  <a:pt x="303346" y="559264"/>
                </a:lnTo>
                <a:lnTo>
                  <a:pt x="303835" y="552685"/>
                </a:lnTo>
                <a:lnTo>
                  <a:pt x="304899" y="546105"/>
                </a:lnTo>
                <a:lnTo>
                  <a:pt x="306436" y="539525"/>
                </a:lnTo>
                <a:lnTo>
                  <a:pt x="308298" y="532946"/>
                </a:lnTo>
                <a:lnTo>
                  <a:pt x="310310" y="526366"/>
                </a:lnTo>
                <a:lnTo>
                  <a:pt x="312284" y="519787"/>
                </a:lnTo>
                <a:lnTo>
                  <a:pt x="314035" y="513207"/>
                </a:lnTo>
                <a:lnTo>
                  <a:pt x="315389" y="506627"/>
                </a:lnTo>
                <a:lnTo>
                  <a:pt x="316186" y="500048"/>
                </a:lnTo>
                <a:lnTo>
                  <a:pt x="316286" y="493468"/>
                </a:lnTo>
                <a:lnTo>
                  <a:pt x="315584" y="486889"/>
                </a:lnTo>
                <a:lnTo>
                  <a:pt x="314023" y="480309"/>
                </a:lnTo>
                <a:lnTo>
                  <a:pt x="311617" y="473730"/>
                </a:lnTo>
                <a:lnTo>
                  <a:pt x="308464" y="467150"/>
                </a:lnTo>
                <a:lnTo>
                  <a:pt x="304766" y="460570"/>
                </a:lnTo>
                <a:lnTo>
                  <a:pt x="300813" y="453991"/>
                </a:lnTo>
                <a:lnTo>
                  <a:pt x="296966" y="447411"/>
                </a:lnTo>
                <a:lnTo>
                  <a:pt x="293611" y="440832"/>
                </a:lnTo>
                <a:lnTo>
                  <a:pt x="291102" y="434252"/>
                </a:lnTo>
                <a:lnTo>
                  <a:pt x="289704" y="427673"/>
                </a:lnTo>
                <a:lnTo>
                  <a:pt x="289546" y="421093"/>
                </a:lnTo>
                <a:lnTo>
                  <a:pt x="290602" y="414513"/>
                </a:lnTo>
                <a:lnTo>
                  <a:pt x="292693" y="407934"/>
                </a:lnTo>
                <a:lnTo>
                  <a:pt x="295524" y="401354"/>
                </a:lnTo>
                <a:lnTo>
                  <a:pt x="298738" y="394775"/>
                </a:lnTo>
                <a:lnTo>
                  <a:pt x="301971" y="388195"/>
                </a:lnTo>
                <a:lnTo>
                  <a:pt x="304912" y="381616"/>
                </a:lnTo>
                <a:lnTo>
                  <a:pt x="307329" y="375036"/>
                </a:lnTo>
                <a:lnTo>
                  <a:pt x="309088" y="368456"/>
                </a:lnTo>
                <a:lnTo>
                  <a:pt x="310135" y="361877"/>
                </a:lnTo>
                <a:lnTo>
                  <a:pt x="310481" y="355297"/>
                </a:lnTo>
                <a:lnTo>
                  <a:pt x="310167" y="348718"/>
                </a:lnTo>
                <a:lnTo>
                  <a:pt x="309252" y="342138"/>
                </a:lnTo>
                <a:lnTo>
                  <a:pt x="307798" y="335558"/>
                </a:lnTo>
                <a:lnTo>
                  <a:pt x="305878" y="328979"/>
                </a:lnTo>
                <a:lnTo>
                  <a:pt x="303588" y="322399"/>
                </a:lnTo>
                <a:lnTo>
                  <a:pt x="301061" y="315820"/>
                </a:lnTo>
                <a:lnTo>
                  <a:pt x="298474" y="309240"/>
                </a:lnTo>
                <a:lnTo>
                  <a:pt x="296043" y="302661"/>
                </a:lnTo>
                <a:lnTo>
                  <a:pt x="293999" y="296081"/>
                </a:lnTo>
                <a:lnTo>
                  <a:pt x="292561" y="289501"/>
                </a:lnTo>
                <a:lnTo>
                  <a:pt x="291895" y="282922"/>
                </a:lnTo>
                <a:lnTo>
                  <a:pt x="292083" y="276342"/>
                </a:lnTo>
                <a:lnTo>
                  <a:pt x="293111" y="269763"/>
                </a:lnTo>
                <a:lnTo>
                  <a:pt x="294868" y="263183"/>
                </a:lnTo>
                <a:lnTo>
                  <a:pt x="297163" y="256604"/>
                </a:lnTo>
                <a:lnTo>
                  <a:pt x="299767" y="250024"/>
                </a:lnTo>
                <a:lnTo>
                  <a:pt x="302445" y="243444"/>
                </a:lnTo>
                <a:lnTo>
                  <a:pt x="304997" y="236865"/>
                </a:lnTo>
                <a:lnTo>
                  <a:pt x="307278" y="230285"/>
                </a:lnTo>
                <a:lnTo>
                  <a:pt x="309215" y="223706"/>
                </a:lnTo>
                <a:lnTo>
                  <a:pt x="310795" y="217126"/>
                </a:lnTo>
                <a:lnTo>
                  <a:pt x="312057" y="210546"/>
                </a:lnTo>
                <a:lnTo>
                  <a:pt x="313062" y="203967"/>
                </a:lnTo>
                <a:lnTo>
                  <a:pt x="313877" y="197387"/>
                </a:lnTo>
                <a:lnTo>
                  <a:pt x="314552" y="190808"/>
                </a:lnTo>
                <a:lnTo>
                  <a:pt x="315114" y="184228"/>
                </a:lnTo>
                <a:lnTo>
                  <a:pt x="315570" y="177649"/>
                </a:lnTo>
                <a:lnTo>
                  <a:pt x="315906" y="171069"/>
                </a:lnTo>
                <a:lnTo>
                  <a:pt x="316108" y="164489"/>
                </a:lnTo>
                <a:lnTo>
                  <a:pt x="316171" y="157910"/>
                </a:lnTo>
                <a:lnTo>
                  <a:pt x="316107" y="151330"/>
                </a:lnTo>
                <a:lnTo>
                  <a:pt x="315948" y="144751"/>
                </a:lnTo>
                <a:lnTo>
                  <a:pt x="315739" y="138171"/>
                </a:lnTo>
                <a:lnTo>
                  <a:pt x="315522" y="131592"/>
                </a:lnTo>
                <a:lnTo>
                  <a:pt x="315315" y="125012"/>
                </a:lnTo>
                <a:lnTo>
                  <a:pt x="315082" y="118432"/>
                </a:lnTo>
                <a:lnTo>
                  <a:pt x="314703" y="111853"/>
                </a:lnTo>
                <a:lnTo>
                  <a:pt x="313938" y="105273"/>
                </a:lnTo>
                <a:lnTo>
                  <a:pt x="312410" y="98694"/>
                </a:lnTo>
                <a:lnTo>
                  <a:pt x="309578" y="92114"/>
                </a:lnTo>
                <a:lnTo>
                  <a:pt x="304744" y="85535"/>
                </a:lnTo>
                <a:lnTo>
                  <a:pt x="297081" y="78955"/>
                </a:lnTo>
                <a:lnTo>
                  <a:pt x="285703" y="72375"/>
                </a:lnTo>
                <a:lnTo>
                  <a:pt x="269778" y="65796"/>
                </a:lnTo>
                <a:lnTo>
                  <a:pt x="248694" y="59216"/>
                </a:lnTo>
                <a:lnTo>
                  <a:pt x="222247" y="52637"/>
                </a:lnTo>
                <a:lnTo>
                  <a:pt x="190832" y="46057"/>
                </a:lnTo>
                <a:lnTo>
                  <a:pt x="155578" y="39477"/>
                </a:lnTo>
                <a:lnTo>
                  <a:pt x="118393" y="32898"/>
                </a:lnTo>
                <a:lnTo>
                  <a:pt x="81857" y="26318"/>
                </a:lnTo>
                <a:lnTo>
                  <a:pt x="48969" y="19739"/>
                </a:lnTo>
                <a:lnTo>
                  <a:pt x="22761" y="13159"/>
                </a:lnTo>
                <a:lnTo>
                  <a:pt x="5847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249" y="6580"/>
                </a:lnTo>
                <a:lnTo>
                  <a:pt x="652336" y="13159"/>
                </a:lnTo>
                <a:lnTo>
                  <a:pt x="626127" y="19739"/>
                </a:lnTo>
                <a:lnTo>
                  <a:pt x="593239" y="26318"/>
                </a:lnTo>
                <a:lnTo>
                  <a:pt x="556703" y="32898"/>
                </a:lnTo>
                <a:lnTo>
                  <a:pt x="519518" y="39477"/>
                </a:lnTo>
                <a:lnTo>
                  <a:pt x="484265" y="46057"/>
                </a:lnTo>
                <a:lnTo>
                  <a:pt x="452849" y="52637"/>
                </a:lnTo>
                <a:lnTo>
                  <a:pt x="426403" y="59216"/>
                </a:lnTo>
                <a:lnTo>
                  <a:pt x="405319" y="65796"/>
                </a:lnTo>
                <a:lnTo>
                  <a:pt x="389394" y="72375"/>
                </a:lnTo>
                <a:lnTo>
                  <a:pt x="378015" y="78955"/>
                </a:lnTo>
                <a:lnTo>
                  <a:pt x="370352" y="85535"/>
                </a:lnTo>
                <a:lnTo>
                  <a:pt x="365518" y="92114"/>
                </a:lnTo>
                <a:lnTo>
                  <a:pt x="362686" y="98694"/>
                </a:lnTo>
                <a:lnTo>
                  <a:pt x="361158" y="105273"/>
                </a:lnTo>
                <a:lnTo>
                  <a:pt x="360394" y="111853"/>
                </a:lnTo>
                <a:lnTo>
                  <a:pt x="360014" y="118432"/>
                </a:lnTo>
                <a:lnTo>
                  <a:pt x="359781" y="125012"/>
                </a:lnTo>
                <a:lnTo>
                  <a:pt x="359575" y="131592"/>
                </a:lnTo>
                <a:lnTo>
                  <a:pt x="359358" y="138171"/>
                </a:lnTo>
                <a:lnTo>
                  <a:pt x="359148" y="144751"/>
                </a:lnTo>
                <a:lnTo>
                  <a:pt x="358989" y="151330"/>
                </a:lnTo>
                <a:lnTo>
                  <a:pt x="358925" y="157910"/>
                </a:lnTo>
                <a:lnTo>
                  <a:pt x="358988" y="164489"/>
                </a:lnTo>
                <a:lnTo>
                  <a:pt x="359191" y="171069"/>
                </a:lnTo>
                <a:lnTo>
                  <a:pt x="359527" y="177649"/>
                </a:lnTo>
                <a:lnTo>
                  <a:pt x="359982" y="184228"/>
                </a:lnTo>
                <a:lnTo>
                  <a:pt x="360545" y="190808"/>
                </a:lnTo>
                <a:lnTo>
                  <a:pt x="361220" y="197387"/>
                </a:lnTo>
                <a:lnTo>
                  <a:pt x="362034" y="203967"/>
                </a:lnTo>
                <a:lnTo>
                  <a:pt x="363040" y="210546"/>
                </a:lnTo>
                <a:lnTo>
                  <a:pt x="364301" y="217126"/>
                </a:lnTo>
                <a:lnTo>
                  <a:pt x="365882" y="223706"/>
                </a:lnTo>
                <a:lnTo>
                  <a:pt x="367818" y="230285"/>
                </a:lnTo>
                <a:lnTo>
                  <a:pt x="370100" y="236865"/>
                </a:lnTo>
                <a:lnTo>
                  <a:pt x="372651" y="243444"/>
                </a:lnTo>
                <a:lnTo>
                  <a:pt x="375329" y="250024"/>
                </a:lnTo>
                <a:lnTo>
                  <a:pt x="377933" y="256604"/>
                </a:lnTo>
                <a:lnTo>
                  <a:pt x="380229" y="263183"/>
                </a:lnTo>
                <a:lnTo>
                  <a:pt x="381985" y="269763"/>
                </a:lnTo>
                <a:lnTo>
                  <a:pt x="383013" y="276342"/>
                </a:lnTo>
                <a:lnTo>
                  <a:pt x="383202" y="282922"/>
                </a:lnTo>
                <a:lnTo>
                  <a:pt x="382535" y="289501"/>
                </a:lnTo>
                <a:lnTo>
                  <a:pt x="381097" y="296081"/>
                </a:lnTo>
                <a:lnTo>
                  <a:pt x="379054" y="302661"/>
                </a:lnTo>
                <a:lnTo>
                  <a:pt x="376623" y="309240"/>
                </a:lnTo>
                <a:lnTo>
                  <a:pt x="374036" y="315820"/>
                </a:lnTo>
                <a:lnTo>
                  <a:pt x="371508" y="322399"/>
                </a:lnTo>
                <a:lnTo>
                  <a:pt x="369218" y="328979"/>
                </a:lnTo>
                <a:lnTo>
                  <a:pt x="367299" y="335558"/>
                </a:lnTo>
                <a:lnTo>
                  <a:pt x="365845" y="342138"/>
                </a:lnTo>
                <a:lnTo>
                  <a:pt x="364929" y="348718"/>
                </a:lnTo>
                <a:lnTo>
                  <a:pt x="364616" y="355297"/>
                </a:lnTo>
                <a:lnTo>
                  <a:pt x="364961" y="361877"/>
                </a:lnTo>
                <a:lnTo>
                  <a:pt x="366009" y="368456"/>
                </a:lnTo>
                <a:lnTo>
                  <a:pt x="367767" y="375036"/>
                </a:lnTo>
                <a:lnTo>
                  <a:pt x="370185" y="381616"/>
                </a:lnTo>
                <a:lnTo>
                  <a:pt x="373125" y="388195"/>
                </a:lnTo>
                <a:lnTo>
                  <a:pt x="376359" y="394775"/>
                </a:lnTo>
                <a:lnTo>
                  <a:pt x="379572" y="401354"/>
                </a:lnTo>
                <a:lnTo>
                  <a:pt x="382404" y="407934"/>
                </a:lnTo>
                <a:lnTo>
                  <a:pt x="384495" y="414513"/>
                </a:lnTo>
                <a:lnTo>
                  <a:pt x="385551" y="421093"/>
                </a:lnTo>
                <a:lnTo>
                  <a:pt x="385393" y="427673"/>
                </a:lnTo>
                <a:lnTo>
                  <a:pt x="383994" y="434252"/>
                </a:lnTo>
                <a:lnTo>
                  <a:pt x="381485" y="440832"/>
                </a:lnTo>
                <a:lnTo>
                  <a:pt x="378130" y="447411"/>
                </a:lnTo>
                <a:lnTo>
                  <a:pt x="374284" y="453991"/>
                </a:lnTo>
                <a:lnTo>
                  <a:pt x="370331" y="460570"/>
                </a:lnTo>
                <a:lnTo>
                  <a:pt x="366632" y="467150"/>
                </a:lnTo>
                <a:lnTo>
                  <a:pt x="363480" y="473730"/>
                </a:lnTo>
                <a:lnTo>
                  <a:pt x="361073" y="480309"/>
                </a:lnTo>
                <a:lnTo>
                  <a:pt x="359513" y="486889"/>
                </a:lnTo>
                <a:lnTo>
                  <a:pt x="358811" y="493468"/>
                </a:lnTo>
                <a:lnTo>
                  <a:pt x="358911" y="500048"/>
                </a:lnTo>
                <a:lnTo>
                  <a:pt x="359707" y="506627"/>
                </a:lnTo>
                <a:lnTo>
                  <a:pt x="361061" y="513207"/>
                </a:lnTo>
                <a:lnTo>
                  <a:pt x="362813" y="519787"/>
                </a:lnTo>
                <a:lnTo>
                  <a:pt x="364787" y="526366"/>
                </a:lnTo>
                <a:lnTo>
                  <a:pt x="366798" y="532946"/>
                </a:lnTo>
                <a:lnTo>
                  <a:pt x="368660" y="539525"/>
                </a:lnTo>
                <a:lnTo>
                  <a:pt x="370197" y="546105"/>
                </a:lnTo>
                <a:lnTo>
                  <a:pt x="371261" y="552685"/>
                </a:lnTo>
                <a:lnTo>
                  <a:pt x="371751" y="559264"/>
                </a:lnTo>
                <a:lnTo>
                  <a:pt x="371625" y="565844"/>
                </a:lnTo>
                <a:lnTo>
                  <a:pt x="370913" y="572423"/>
                </a:lnTo>
                <a:lnTo>
                  <a:pt x="369707" y="579003"/>
                </a:lnTo>
                <a:lnTo>
                  <a:pt x="368147" y="585582"/>
                </a:lnTo>
                <a:lnTo>
                  <a:pt x="366397" y="592162"/>
                </a:lnTo>
                <a:lnTo>
                  <a:pt x="364613" y="598742"/>
                </a:lnTo>
                <a:lnTo>
                  <a:pt x="362919" y="605321"/>
                </a:lnTo>
                <a:lnTo>
                  <a:pt x="361389" y="611901"/>
                </a:lnTo>
                <a:lnTo>
                  <a:pt x="360042" y="618480"/>
                </a:lnTo>
                <a:lnTo>
                  <a:pt x="358849" y="625060"/>
                </a:lnTo>
                <a:lnTo>
                  <a:pt x="357751" y="631639"/>
                </a:lnTo>
                <a:lnTo>
                  <a:pt x="356677" y="638219"/>
                </a:lnTo>
                <a:lnTo>
                  <a:pt x="355570" y="644799"/>
                </a:lnTo>
                <a:lnTo>
                  <a:pt x="354391" y="651378"/>
                </a:lnTo>
                <a:lnTo>
                  <a:pt x="353134" y="657958"/>
                </a:lnTo>
                <a:lnTo>
                  <a:pt x="351818" y="664537"/>
                </a:lnTo>
                <a:lnTo>
                  <a:pt x="350480" y="671117"/>
                </a:lnTo>
                <a:lnTo>
                  <a:pt x="349165" y="677697"/>
                </a:lnTo>
                <a:lnTo>
                  <a:pt x="347916" y="684276"/>
                </a:lnTo>
                <a:lnTo>
                  <a:pt x="346767" y="690856"/>
                </a:lnTo>
                <a:lnTo>
                  <a:pt x="345741" y="697435"/>
                </a:lnTo>
                <a:lnTo>
                  <a:pt x="344850" y="704015"/>
                </a:lnTo>
                <a:lnTo>
                  <a:pt x="344102" y="710594"/>
                </a:lnTo>
                <a:lnTo>
                  <a:pt x="343503" y="717174"/>
                </a:lnTo>
                <a:lnTo>
                  <a:pt x="343066" y="723754"/>
                </a:lnTo>
                <a:lnTo>
                  <a:pt x="342817" y="730333"/>
                </a:lnTo>
                <a:lnTo>
                  <a:pt x="342804" y="736913"/>
                </a:lnTo>
                <a:lnTo>
                  <a:pt x="343112" y="743492"/>
                </a:lnTo>
                <a:lnTo>
                  <a:pt x="343871" y="750072"/>
                </a:lnTo>
                <a:lnTo>
                  <a:pt x="345273" y="756651"/>
                </a:lnTo>
                <a:lnTo>
                  <a:pt x="347577" y="763231"/>
                </a:lnTo>
                <a:lnTo>
                  <a:pt x="351103" y="769811"/>
                </a:lnTo>
                <a:lnTo>
                  <a:pt x="356207" y="776390"/>
                </a:lnTo>
                <a:lnTo>
                  <a:pt x="363236" y="782970"/>
                </a:lnTo>
                <a:lnTo>
                  <a:pt x="372456" y="789549"/>
                </a:lnTo>
                <a:lnTo>
                  <a:pt x="383964" y="796129"/>
                </a:lnTo>
                <a:lnTo>
                  <a:pt x="397604" y="802708"/>
                </a:lnTo>
                <a:lnTo>
                  <a:pt x="412902" y="809288"/>
                </a:lnTo>
                <a:lnTo>
                  <a:pt x="429040" y="815868"/>
                </a:lnTo>
                <a:lnTo>
                  <a:pt x="444904" y="822447"/>
                </a:lnTo>
                <a:lnTo>
                  <a:pt x="459193" y="829027"/>
                </a:lnTo>
                <a:lnTo>
                  <a:pt x="470584" y="835606"/>
                </a:lnTo>
                <a:lnTo>
                  <a:pt x="477939" y="842186"/>
                </a:lnTo>
                <a:lnTo>
                  <a:pt x="480482" y="848766"/>
                </a:lnTo>
                <a:lnTo>
                  <a:pt x="480482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1308" name="F2_precision_recall_distributions_4122">
            <a:extLst>
              <a:ext uri="{FF2B5EF4-FFF2-40B4-BE49-F238E27FC236}">
                <a16:creationId xmlns:a16="http://schemas.microsoft.com/office/drawing/2014/main" id="{F0378851-1BE5-4264-9067-48CAB92A937B}"/>
              </a:ext>
            </a:extLst>
          </p:cNvPr>
          <p:cNvSpPr>
            <a:spLocks noGrp="1"/>
          </p:cNvSpPr>
          <p:nvPr/>
        </p:nvSpPr>
        <p:spPr>
          <a:xfrm>
            <a:off x="294485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9" name="F2_precision_recall_distributions_4123">
            <a:extLst>
              <a:ext uri="{FF2B5EF4-FFF2-40B4-BE49-F238E27FC236}">
                <a16:creationId xmlns:a16="http://schemas.microsoft.com/office/drawing/2014/main" id="{11D6E3E5-79F7-4F46-9AAD-2DCE459246B9}"/>
              </a:ext>
            </a:extLst>
          </p:cNvPr>
          <p:cNvSpPr>
            <a:spLocks noGrp="1"/>
          </p:cNvSpPr>
          <p:nvPr/>
        </p:nvSpPr>
        <p:spPr>
          <a:xfrm>
            <a:off x="2906068" y="29829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0" name="F2_precision_recall_distributions_4124">
            <a:extLst>
              <a:ext uri="{FF2B5EF4-FFF2-40B4-BE49-F238E27FC236}">
                <a16:creationId xmlns:a16="http://schemas.microsoft.com/office/drawing/2014/main" id="{D3EF696D-495F-4C2E-8DFF-CFCE9C495FAA}"/>
              </a:ext>
            </a:extLst>
          </p:cNvPr>
          <p:cNvSpPr>
            <a:spLocks noGrp="1"/>
          </p:cNvSpPr>
          <p:nvPr/>
        </p:nvSpPr>
        <p:spPr>
          <a:xfrm>
            <a:off x="309931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1" name="F2_precision_recall_distributions_4125">
            <a:extLst>
              <a:ext uri="{FF2B5EF4-FFF2-40B4-BE49-F238E27FC236}">
                <a16:creationId xmlns:a16="http://schemas.microsoft.com/office/drawing/2014/main" id="{7EB56A65-FDF2-48ED-9C88-15B9277A64AD}"/>
              </a:ext>
            </a:extLst>
          </p:cNvPr>
          <p:cNvSpPr>
            <a:spLocks noGrp="1"/>
          </p:cNvSpPr>
          <p:nvPr/>
        </p:nvSpPr>
        <p:spPr>
          <a:xfrm>
            <a:off x="3067477" y="36255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2" name="F2_precision_recall_distributions_4126">
            <a:extLst>
              <a:ext uri="{FF2B5EF4-FFF2-40B4-BE49-F238E27FC236}">
                <a16:creationId xmlns:a16="http://schemas.microsoft.com/office/drawing/2014/main" id="{C5704658-71C9-4B3C-BDA2-3CA36AFE8897}"/>
              </a:ext>
            </a:extLst>
          </p:cNvPr>
          <p:cNvSpPr>
            <a:spLocks noGrp="1"/>
          </p:cNvSpPr>
          <p:nvPr/>
        </p:nvSpPr>
        <p:spPr>
          <a:xfrm>
            <a:off x="2840716" y="30435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3" name="F2_precision_recall_distributions_4127">
            <a:extLst>
              <a:ext uri="{FF2B5EF4-FFF2-40B4-BE49-F238E27FC236}">
                <a16:creationId xmlns:a16="http://schemas.microsoft.com/office/drawing/2014/main" id="{C6CADFED-FCCC-4054-BC8B-54F8B14418B3}"/>
              </a:ext>
            </a:extLst>
          </p:cNvPr>
          <p:cNvSpPr>
            <a:spLocks noGrp="1"/>
          </p:cNvSpPr>
          <p:nvPr/>
        </p:nvSpPr>
        <p:spPr>
          <a:xfrm>
            <a:off x="3141782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4" name="F2_precision_recall_distributions_4128">
            <a:extLst>
              <a:ext uri="{FF2B5EF4-FFF2-40B4-BE49-F238E27FC236}">
                <a16:creationId xmlns:a16="http://schemas.microsoft.com/office/drawing/2014/main" id="{14DF75FD-6831-4DBC-9E78-0B3131AE8DDB}"/>
              </a:ext>
            </a:extLst>
          </p:cNvPr>
          <p:cNvSpPr>
            <a:spLocks noGrp="1"/>
          </p:cNvSpPr>
          <p:nvPr/>
        </p:nvSpPr>
        <p:spPr>
          <a:xfrm>
            <a:off x="306858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5" name="F2_precision_recall_distributions_4129">
            <a:extLst>
              <a:ext uri="{FF2B5EF4-FFF2-40B4-BE49-F238E27FC236}">
                <a16:creationId xmlns:a16="http://schemas.microsoft.com/office/drawing/2014/main" id="{1F9799AD-2928-4510-B142-01F9E4DCA7AA}"/>
              </a:ext>
            </a:extLst>
          </p:cNvPr>
          <p:cNvSpPr>
            <a:spLocks noGrp="1"/>
          </p:cNvSpPr>
          <p:nvPr/>
        </p:nvSpPr>
        <p:spPr>
          <a:xfrm>
            <a:off x="28277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6" name="F2_precision_recall_distributions_4130">
            <a:extLst>
              <a:ext uri="{FF2B5EF4-FFF2-40B4-BE49-F238E27FC236}">
                <a16:creationId xmlns:a16="http://schemas.microsoft.com/office/drawing/2014/main" id="{E14D80FA-EC3A-416E-8494-8C48FF18FF48}"/>
              </a:ext>
            </a:extLst>
          </p:cNvPr>
          <p:cNvSpPr>
            <a:spLocks noGrp="1"/>
          </p:cNvSpPr>
          <p:nvPr/>
        </p:nvSpPr>
        <p:spPr>
          <a:xfrm>
            <a:off x="317277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7" name="F2_precision_recall_distributions_4131">
            <a:extLst>
              <a:ext uri="{FF2B5EF4-FFF2-40B4-BE49-F238E27FC236}">
                <a16:creationId xmlns:a16="http://schemas.microsoft.com/office/drawing/2014/main" id="{F605A1BF-5253-4163-A1DC-8157CFB048ED}"/>
              </a:ext>
            </a:extLst>
          </p:cNvPr>
          <p:cNvSpPr>
            <a:spLocks noGrp="1"/>
          </p:cNvSpPr>
          <p:nvPr/>
        </p:nvSpPr>
        <p:spPr>
          <a:xfrm>
            <a:off x="292110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8" name="F2_precision_recall_distributions_4132">
            <a:extLst>
              <a:ext uri="{FF2B5EF4-FFF2-40B4-BE49-F238E27FC236}">
                <a16:creationId xmlns:a16="http://schemas.microsoft.com/office/drawing/2014/main" id="{D86F1307-BFAF-4B97-9E85-0BDFE1835C5D}"/>
              </a:ext>
            </a:extLst>
          </p:cNvPr>
          <p:cNvSpPr>
            <a:spLocks noGrp="1"/>
          </p:cNvSpPr>
          <p:nvPr/>
        </p:nvSpPr>
        <p:spPr>
          <a:xfrm>
            <a:off x="2998724" y="321842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9" name="F2_precision_recall_distributions_4133">
            <a:extLst>
              <a:ext uri="{FF2B5EF4-FFF2-40B4-BE49-F238E27FC236}">
                <a16:creationId xmlns:a16="http://schemas.microsoft.com/office/drawing/2014/main" id="{A2ED3A81-E00C-4563-8F92-81E63E9CD702}"/>
              </a:ext>
            </a:extLst>
          </p:cNvPr>
          <p:cNvSpPr>
            <a:spLocks noGrp="1"/>
          </p:cNvSpPr>
          <p:nvPr/>
        </p:nvSpPr>
        <p:spPr>
          <a:xfrm>
            <a:off x="306040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0" name="F2_precision_recall_distributions_4134">
            <a:extLst>
              <a:ext uri="{FF2B5EF4-FFF2-40B4-BE49-F238E27FC236}">
                <a16:creationId xmlns:a16="http://schemas.microsoft.com/office/drawing/2014/main" id="{1BC9A5E0-3F60-43D3-AD4E-025BF8C1B4A3}"/>
              </a:ext>
            </a:extLst>
          </p:cNvPr>
          <p:cNvSpPr>
            <a:spLocks noGrp="1"/>
          </p:cNvSpPr>
          <p:nvPr/>
        </p:nvSpPr>
        <p:spPr>
          <a:xfrm>
            <a:off x="2831103" y="335681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1" name="F2_precision_recall_distributions_4135">
            <a:extLst>
              <a:ext uri="{FF2B5EF4-FFF2-40B4-BE49-F238E27FC236}">
                <a16:creationId xmlns:a16="http://schemas.microsoft.com/office/drawing/2014/main" id="{B9FD17F0-197B-440E-ABEE-8004E364117E}"/>
              </a:ext>
            </a:extLst>
          </p:cNvPr>
          <p:cNvSpPr>
            <a:spLocks noGrp="1"/>
          </p:cNvSpPr>
          <p:nvPr/>
        </p:nvSpPr>
        <p:spPr>
          <a:xfrm>
            <a:off x="293361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2" name="F2_precision_recall_distributions_4136">
            <a:extLst>
              <a:ext uri="{FF2B5EF4-FFF2-40B4-BE49-F238E27FC236}">
                <a16:creationId xmlns:a16="http://schemas.microsoft.com/office/drawing/2014/main" id="{4B6BD88E-372A-47AA-80D2-001E18D82F7D}"/>
              </a:ext>
            </a:extLst>
          </p:cNvPr>
          <p:cNvSpPr>
            <a:spLocks noGrp="1"/>
          </p:cNvSpPr>
          <p:nvPr/>
        </p:nvSpPr>
        <p:spPr>
          <a:xfrm>
            <a:off x="299360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3" name="F2_precision_recall_distributions_4137">
            <a:extLst>
              <a:ext uri="{FF2B5EF4-FFF2-40B4-BE49-F238E27FC236}">
                <a16:creationId xmlns:a16="http://schemas.microsoft.com/office/drawing/2014/main" id="{33D16080-C551-4179-BDCD-45048B00AC5F}"/>
              </a:ext>
            </a:extLst>
          </p:cNvPr>
          <p:cNvSpPr>
            <a:spLocks noGrp="1"/>
          </p:cNvSpPr>
          <p:nvPr/>
        </p:nvSpPr>
        <p:spPr>
          <a:xfrm>
            <a:off x="295646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4" name="F2_precision_recall_distributions_4138">
            <a:extLst>
              <a:ext uri="{FF2B5EF4-FFF2-40B4-BE49-F238E27FC236}">
                <a16:creationId xmlns:a16="http://schemas.microsoft.com/office/drawing/2014/main" id="{26184F5B-C05E-41A1-AA50-1611723B3754}"/>
              </a:ext>
            </a:extLst>
          </p:cNvPr>
          <p:cNvSpPr>
            <a:spLocks noGrp="1"/>
          </p:cNvSpPr>
          <p:nvPr/>
        </p:nvSpPr>
        <p:spPr>
          <a:xfrm>
            <a:off x="283193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5" name="F2_precision_recall_distributions_4139">
            <a:extLst>
              <a:ext uri="{FF2B5EF4-FFF2-40B4-BE49-F238E27FC236}">
                <a16:creationId xmlns:a16="http://schemas.microsoft.com/office/drawing/2014/main" id="{D83400E5-49F3-456D-9E5C-41E9C9AD06C4}"/>
              </a:ext>
            </a:extLst>
          </p:cNvPr>
          <p:cNvSpPr>
            <a:spLocks noGrp="1"/>
          </p:cNvSpPr>
          <p:nvPr/>
        </p:nvSpPr>
        <p:spPr>
          <a:xfrm>
            <a:off x="299953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6" name="F2_precision_recall_distributions_4140">
            <a:extLst>
              <a:ext uri="{FF2B5EF4-FFF2-40B4-BE49-F238E27FC236}">
                <a16:creationId xmlns:a16="http://schemas.microsoft.com/office/drawing/2014/main" id="{4323D0BC-9FA9-4A55-AE68-EA6A0D211A21}"/>
              </a:ext>
            </a:extLst>
          </p:cNvPr>
          <p:cNvSpPr>
            <a:spLocks noGrp="1"/>
          </p:cNvSpPr>
          <p:nvPr/>
        </p:nvSpPr>
        <p:spPr>
          <a:xfrm>
            <a:off x="3171217" y="31269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7" name="F2_precision_recall_distributions_4141">
            <a:extLst>
              <a:ext uri="{FF2B5EF4-FFF2-40B4-BE49-F238E27FC236}">
                <a16:creationId xmlns:a16="http://schemas.microsoft.com/office/drawing/2014/main" id="{9C63806F-5DE6-4D85-9BD8-964EDC987692}"/>
              </a:ext>
            </a:extLst>
          </p:cNvPr>
          <p:cNvSpPr>
            <a:spLocks noGrp="1"/>
          </p:cNvSpPr>
          <p:nvPr/>
        </p:nvSpPr>
        <p:spPr>
          <a:xfrm>
            <a:off x="317137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8" name="F2_precision_recall_distributions_4142">
            <a:extLst>
              <a:ext uri="{FF2B5EF4-FFF2-40B4-BE49-F238E27FC236}">
                <a16:creationId xmlns:a16="http://schemas.microsoft.com/office/drawing/2014/main" id="{EADFA46B-8643-4F81-B150-BF303853AE43}"/>
              </a:ext>
            </a:extLst>
          </p:cNvPr>
          <p:cNvSpPr>
            <a:spLocks noGrp="1"/>
          </p:cNvSpPr>
          <p:nvPr/>
        </p:nvSpPr>
        <p:spPr>
          <a:xfrm>
            <a:off x="291498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9" name="F2_precision_recall_distributions_4143">
            <a:extLst>
              <a:ext uri="{FF2B5EF4-FFF2-40B4-BE49-F238E27FC236}">
                <a16:creationId xmlns:a16="http://schemas.microsoft.com/office/drawing/2014/main" id="{D659E9A4-4114-4906-B84E-6138C33D7C39}"/>
              </a:ext>
            </a:extLst>
          </p:cNvPr>
          <p:cNvSpPr>
            <a:spLocks noGrp="1"/>
          </p:cNvSpPr>
          <p:nvPr/>
        </p:nvSpPr>
        <p:spPr>
          <a:xfrm>
            <a:off x="2927363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0" name="F2_precision_recall_distributions_4144">
            <a:extLst>
              <a:ext uri="{FF2B5EF4-FFF2-40B4-BE49-F238E27FC236}">
                <a16:creationId xmlns:a16="http://schemas.microsoft.com/office/drawing/2014/main" id="{D954CBAD-505F-4574-85C4-304D712CEFE9}"/>
              </a:ext>
            </a:extLst>
          </p:cNvPr>
          <p:cNvSpPr>
            <a:spLocks noGrp="1"/>
          </p:cNvSpPr>
          <p:nvPr/>
        </p:nvSpPr>
        <p:spPr>
          <a:xfrm>
            <a:off x="303272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1" name="F2_precision_recall_distributions_4145">
            <a:extLst>
              <a:ext uri="{FF2B5EF4-FFF2-40B4-BE49-F238E27FC236}">
                <a16:creationId xmlns:a16="http://schemas.microsoft.com/office/drawing/2014/main" id="{6B2E00FE-1718-4469-A348-5B004E7D8A65}"/>
              </a:ext>
            </a:extLst>
          </p:cNvPr>
          <p:cNvSpPr>
            <a:spLocks noGrp="1"/>
          </p:cNvSpPr>
          <p:nvPr/>
        </p:nvSpPr>
        <p:spPr>
          <a:xfrm>
            <a:off x="306926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2" name="F2_precision_recall_distributions_4146">
            <a:extLst>
              <a:ext uri="{FF2B5EF4-FFF2-40B4-BE49-F238E27FC236}">
                <a16:creationId xmlns:a16="http://schemas.microsoft.com/office/drawing/2014/main" id="{80DC03C9-3E32-46A7-96A3-AE6F232F7DEE}"/>
              </a:ext>
            </a:extLst>
          </p:cNvPr>
          <p:cNvSpPr>
            <a:spLocks noGrp="1"/>
          </p:cNvSpPr>
          <p:nvPr/>
        </p:nvSpPr>
        <p:spPr>
          <a:xfrm>
            <a:off x="2906692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3" name="F2_precision_recall_distributions_4147">
            <a:extLst>
              <a:ext uri="{FF2B5EF4-FFF2-40B4-BE49-F238E27FC236}">
                <a16:creationId xmlns:a16="http://schemas.microsoft.com/office/drawing/2014/main" id="{3524BA40-88ED-4E75-8D34-B6A1DA12BC44}"/>
              </a:ext>
            </a:extLst>
          </p:cNvPr>
          <p:cNvSpPr>
            <a:spLocks noGrp="1"/>
          </p:cNvSpPr>
          <p:nvPr/>
        </p:nvSpPr>
        <p:spPr>
          <a:xfrm>
            <a:off x="296298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4" name="F2_precision_recall_distributions_4148">
            <a:extLst>
              <a:ext uri="{FF2B5EF4-FFF2-40B4-BE49-F238E27FC236}">
                <a16:creationId xmlns:a16="http://schemas.microsoft.com/office/drawing/2014/main" id="{04A1B42A-3A62-4D4D-A3E4-61AD556EDBF5}"/>
              </a:ext>
            </a:extLst>
          </p:cNvPr>
          <p:cNvSpPr>
            <a:spLocks noGrp="1"/>
          </p:cNvSpPr>
          <p:nvPr/>
        </p:nvSpPr>
        <p:spPr>
          <a:xfrm>
            <a:off x="2868773" y="33921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5" name="F2_precision_recall_distributions_4149">
            <a:extLst>
              <a:ext uri="{FF2B5EF4-FFF2-40B4-BE49-F238E27FC236}">
                <a16:creationId xmlns:a16="http://schemas.microsoft.com/office/drawing/2014/main" id="{4664BB1B-72AE-4B9E-B9E3-2DACF504C3C1}"/>
              </a:ext>
            </a:extLst>
          </p:cNvPr>
          <p:cNvSpPr>
            <a:spLocks noGrp="1"/>
          </p:cNvSpPr>
          <p:nvPr/>
        </p:nvSpPr>
        <p:spPr>
          <a:xfrm>
            <a:off x="2952262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6" name="F2_precision_recall_distributions_4150">
            <a:extLst>
              <a:ext uri="{FF2B5EF4-FFF2-40B4-BE49-F238E27FC236}">
                <a16:creationId xmlns:a16="http://schemas.microsoft.com/office/drawing/2014/main" id="{7291EB5C-7C0A-4F57-B1EE-0290C3CFBA77}"/>
              </a:ext>
            </a:extLst>
          </p:cNvPr>
          <p:cNvSpPr>
            <a:spLocks noGrp="1"/>
          </p:cNvSpPr>
          <p:nvPr/>
        </p:nvSpPr>
        <p:spPr>
          <a:xfrm>
            <a:off x="305812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7" name="F2_precision_recall_distributions_4151">
            <a:extLst>
              <a:ext uri="{FF2B5EF4-FFF2-40B4-BE49-F238E27FC236}">
                <a16:creationId xmlns:a16="http://schemas.microsoft.com/office/drawing/2014/main" id="{8E102587-F7E2-4E48-8DAB-41FFBF37C06D}"/>
              </a:ext>
            </a:extLst>
          </p:cNvPr>
          <p:cNvSpPr>
            <a:spLocks noGrp="1"/>
          </p:cNvSpPr>
          <p:nvPr/>
        </p:nvSpPr>
        <p:spPr>
          <a:xfrm>
            <a:off x="311637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8" name="F2_precision_recall_distributions_4152">
            <a:extLst>
              <a:ext uri="{FF2B5EF4-FFF2-40B4-BE49-F238E27FC236}">
                <a16:creationId xmlns:a16="http://schemas.microsoft.com/office/drawing/2014/main" id="{043329BF-A8E1-4796-87A4-6348EB1FCD72}"/>
              </a:ext>
            </a:extLst>
          </p:cNvPr>
          <p:cNvSpPr>
            <a:spLocks noGrp="1"/>
          </p:cNvSpPr>
          <p:nvPr/>
        </p:nvSpPr>
        <p:spPr>
          <a:xfrm>
            <a:off x="299111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9" name="F2_precision_recall_distributions_4153">
            <a:extLst>
              <a:ext uri="{FF2B5EF4-FFF2-40B4-BE49-F238E27FC236}">
                <a16:creationId xmlns:a16="http://schemas.microsoft.com/office/drawing/2014/main" id="{D87C1C8D-4969-440B-8943-2A617342594E}"/>
              </a:ext>
            </a:extLst>
          </p:cNvPr>
          <p:cNvSpPr>
            <a:spLocks noGrp="1"/>
          </p:cNvSpPr>
          <p:nvPr/>
        </p:nvSpPr>
        <p:spPr>
          <a:xfrm>
            <a:off x="3087763" y="32254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0" name="F2_precision_recall_distributions_4154">
            <a:extLst>
              <a:ext uri="{FF2B5EF4-FFF2-40B4-BE49-F238E27FC236}">
                <a16:creationId xmlns:a16="http://schemas.microsoft.com/office/drawing/2014/main" id="{DD5EF30F-A36B-4888-A3DD-56B7771BFFCF}"/>
              </a:ext>
            </a:extLst>
          </p:cNvPr>
          <p:cNvSpPr>
            <a:spLocks noGrp="1"/>
          </p:cNvSpPr>
          <p:nvPr/>
        </p:nvSpPr>
        <p:spPr>
          <a:xfrm>
            <a:off x="305324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1" name="F2_precision_recall_distributions_4155">
            <a:extLst>
              <a:ext uri="{FF2B5EF4-FFF2-40B4-BE49-F238E27FC236}">
                <a16:creationId xmlns:a16="http://schemas.microsoft.com/office/drawing/2014/main" id="{18FB0CE6-9DEF-44E5-A77F-7D0CBFEC1857}"/>
              </a:ext>
            </a:extLst>
          </p:cNvPr>
          <p:cNvSpPr>
            <a:spLocks noGrp="1"/>
          </p:cNvSpPr>
          <p:nvPr/>
        </p:nvSpPr>
        <p:spPr>
          <a:xfrm>
            <a:off x="3131961" y="35690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2" name="F2_precision_recall_distributions_4156">
            <a:extLst>
              <a:ext uri="{FF2B5EF4-FFF2-40B4-BE49-F238E27FC236}">
                <a16:creationId xmlns:a16="http://schemas.microsoft.com/office/drawing/2014/main" id="{D5459E28-6995-495D-9092-085C8610CD1D}"/>
              </a:ext>
            </a:extLst>
          </p:cNvPr>
          <p:cNvSpPr>
            <a:spLocks noGrp="1"/>
          </p:cNvSpPr>
          <p:nvPr/>
        </p:nvSpPr>
        <p:spPr>
          <a:xfrm>
            <a:off x="287893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3" name="F2_precision_recall_distributions_4157">
            <a:extLst>
              <a:ext uri="{FF2B5EF4-FFF2-40B4-BE49-F238E27FC236}">
                <a16:creationId xmlns:a16="http://schemas.microsoft.com/office/drawing/2014/main" id="{757453CC-E5C0-470D-96BE-88F990CDE5C9}"/>
              </a:ext>
            </a:extLst>
          </p:cNvPr>
          <p:cNvSpPr>
            <a:spLocks noGrp="1"/>
          </p:cNvSpPr>
          <p:nvPr/>
        </p:nvSpPr>
        <p:spPr>
          <a:xfrm>
            <a:off x="299399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4" name="F2_precision_recall_distributions_4158">
            <a:extLst>
              <a:ext uri="{FF2B5EF4-FFF2-40B4-BE49-F238E27FC236}">
                <a16:creationId xmlns:a16="http://schemas.microsoft.com/office/drawing/2014/main" id="{7B0EA467-241B-4FFA-927E-F22FE523B646}"/>
              </a:ext>
            </a:extLst>
          </p:cNvPr>
          <p:cNvSpPr>
            <a:spLocks noGrp="1"/>
          </p:cNvSpPr>
          <p:nvPr/>
        </p:nvSpPr>
        <p:spPr>
          <a:xfrm>
            <a:off x="283553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5" name="F2_precision_recall_distributions_4159">
            <a:extLst>
              <a:ext uri="{FF2B5EF4-FFF2-40B4-BE49-F238E27FC236}">
                <a16:creationId xmlns:a16="http://schemas.microsoft.com/office/drawing/2014/main" id="{A88F7F9D-881B-45A2-8BEF-2F3862062C3A}"/>
              </a:ext>
            </a:extLst>
          </p:cNvPr>
          <p:cNvSpPr>
            <a:spLocks noGrp="1"/>
          </p:cNvSpPr>
          <p:nvPr/>
        </p:nvSpPr>
        <p:spPr>
          <a:xfrm>
            <a:off x="310886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6" name="F2_precision_recall_distributions_4160">
            <a:extLst>
              <a:ext uri="{FF2B5EF4-FFF2-40B4-BE49-F238E27FC236}">
                <a16:creationId xmlns:a16="http://schemas.microsoft.com/office/drawing/2014/main" id="{67E48C10-8971-4BCE-BEAE-729A386F926A}"/>
              </a:ext>
            </a:extLst>
          </p:cNvPr>
          <p:cNvSpPr>
            <a:spLocks noGrp="1"/>
          </p:cNvSpPr>
          <p:nvPr/>
        </p:nvSpPr>
        <p:spPr>
          <a:xfrm>
            <a:off x="307594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7" name="F2_precision_recall_distributions_4161">
            <a:extLst>
              <a:ext uri="{FF2B5EF4-FFF2-40B4-BE49-F238E27FC236}">
                <a16:creationId xmlns:a16="http://schemas.microsoft.com/office/drawing/2014/main" id="{BBE26D33-9A3D-43E7-BAC3-97968C085DF7}"/>
              </a:ext>
            </a:extLst>
          </p:cNvPr>
          <p:cNvSpPr>
            <a:spLocks noGrp="1"/>
          </p:cNvSpPr>
          <p:nvPr/>
        </p:nvSpPr>
        <p:spPr>
          <a:xfrm>
            <a:off x="305320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8" name="F2_precision_recall_distributions_4162">
            <a:extLst>
              <a:ext uri="{FF2B5EF4-FFF2-40B4-BE49-F238E27FC236}">
                <a16:creationId xmlns:a16="http://schemas.microsoft.com/office/drawing/2014/main" id="{34476A4B-D0EE-4C78-9D64-5C615858678F}"/>
              </a:ext>
            </a:extLst>
          </p:cNvPr>
          <p:cNvSpPr>
            <a:spLocks noGrp="1"/>
          </p:cNvSpPr>
          <p:nvPr/>
        </p:nvSpPr>
        <p:spPr>
          <a:xfrm>
            <a:off x="290804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9" name="F2_precision_recall_distributions_4163">
            <a:extLst>
              <a:ext uri="{FF2B5EF4-FFF2-40B4-BE49-F238E27FC236}">
                <a16:creationId xmlns:a16="http://schemas.microsoft.com/office/drawing/2014/main" id="{7C090703-CE5C-4404-BECE-BA4A77D2CDDD}"/>
              </a:ext>
            </a:extLst>
          </p:cNvPr>
          <p:cNvSpPr>
            <a:spLocks noGrp="1"/>
          </p:cNvSpPr>
          <p:nvPr/>
        </p:nvSpPr>
        <p:spPr>
          <a:xfrm>
            <a:off x="297697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0" name="F2_precision_recall_distributions_4164">
            <a:extLst>
              <a:ext uri="{FF2B5EF4-FFF2-40B4-BE49-F238E27FC236}">
                <a16:creationId xmlns:a16="http://schemas.microsoft.com/office/drawing/2014/main" id="{EECCD812-776C-48D3-8E45-24862C4950FD}"/>
              </a:ext>
            </a:extLst>
          </p:cNvPr>
          <p:cNvSpPr>
            <a:spLocks noGrp="1"/>
          </p:cNvSpPr>
          <p:nvPr/>
        </p:nvSpPr>
        <p:spPr>
          <a:xfrm>
            <a:off x="316598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1" name="F2_precision_recall_distributions_4165">
            <a:extLst>
              <a:ext uri="{FF2B5EF4-FFF2-40B4-BE49-F238E27FC236}">
                <a16:creationId xmlns:a16="http://schemas.microsoft.com/office/drawing/2014/main" id="{43D888E4-2DE0-4942-B5E8-8BF67AABBC24}"/>
              </a:ext>
            </a:extLst>
          </p:cNvPr>
          <p:cNvSpPr>
            <a:spLocks noGrp="1"/>
          </p:cNvSpPr>
          <p:nvPr/>
        </p:nvSpPr>
        <p:spPr>
          <a:xfrm>
            <a:off x="3173899" y="31113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2" name="F2_precision_recall_distributions_4166">
            <a:extLst>
              <a:ext uri="{FF2B5EF4-FFF2-40B4-BE49-F238E27FC236}">
                <a16:creationId xmlns:a16="http://schemas.microsoft.com/office/drawing/2014/main" id="{EE8B8F4E-FF35-44A8-82D5-ADB17C0DB516}"/>
              </a:ext>
            </a:extLst>
          </p:cNvPr>
          <p:cNvSpPr>
            <a:spLocks noGrp="1"/>
          </p:cNvSpPr>
          <p:nvPr/>
        </p:nvSpPr>
        <p:spPr>
          <a:xfrm>
            <a:off x="282338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3" name="F2_precision_recall_distributions_4167">
            <a:extLst>
              <a:ext uri="{FF2B5EF4-FFF2-40B4-BE49-F238E27FC236}">
                <a16:creationId xmlns:a16="http://schemas.microsoft.com/office/drawing/2014/main" id="{DEA0F3AD-5E2E-4DDC-B6BF-0A3B09CA95BE}"/>
              </a:ext>
            </a:extLst>
          </p:cNvPr>
          <p:cNvSpPr>
            <a:spLocks noGrp="1"/>
          </p:cNvSpPr>
          <p:nvPr/>
        </p:nvSpPr>
        <p:spPr>
          <a:xfrm>
            <a:off x="3121564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4" name="F2_precision_recall_distributions_4168">
            <a:extLst>
              <a:ext uri="{FF2B5EF4-FFF2-40B4-BE49-F238E27FC236}">
                <a16:creationId xmlns:a16="http://schemas.microsoft.com/office/drawing/2014/main" id="{84843648-B5ED-47EB-A99D-D5BD101CAE87}"/>
              </a:ext>
            </a:extLst>
          </p:cNvPr>
          <p:cNvSpPr>
            <a:spLocks noGrp="1"/>
          </p:cNvSpPr>
          <p:nvPr/>
        </p:nvSpPr>
        <p:spPr>
          <a:xfrm>
            <a:off x="2984861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5" name="F2_precision_recall_distributions_4169">
            <a:extLst>
              <a:ext uri="{FF2B5EF4-FFF2-40B4-BE49-F238E27FC236}">
                <a16:creationId xmlns:a16="http://schemas.microsoft.com/office/drawing/2014/main" id="{53B09F26-3D36-4878-8030-6EA49B876837}"/>
              </a:ext>
            </a:extLst>
          </p:cNvPr>
          <p:cNvSpPr>
            <a:spLocks noGrp="1"/>
          </p:cNvSpPr>
          <p:nvPr/>
        </p:nvSpPr>
        <p:spPr>
          <a:xfrm>
            <a:off x="3165774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6" name="F2_precision_recall_distributions_4170">
            <a:extLst>
              <a:ext uri="{FF2B5EF4-FFF2-40B4-BE49-F238E27FC236}">
                <a16:creationId xmlns:a16="http://schemas.microsoft.com/office/drawing/2014/main" id="{67A3AB0B-B113-43E7-B922-476524360441}"/>
              </a:ext>
            </a:extLst>
          </p:cNvPr>
          <p:cNvSpPr>
            <a:spLocks noGrp="1"/>
          </p:cNvSpPr>
          <p:nvPr/>
        </p:nvSpPr>
        <p:spPr>
          <a:xfrm>
            <a:off x="2835489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7" name="F2_precision_recall_distributions_4171">
            <a:extLst>
              <a:ext uri="{FF2B5EF4-FFF2-40B4-BE49-F238E27FC236}">
                <a16:creationId xmlns:a16="http://schemas.microsoft.com/office/drawing/2014/main" id="{1109ADA0-34C5-4A79-BD5D-70CAFF682B32}"/>
              </a:ext>
            </a:extLst>
          </p:cNvPr>
          <p:cNvSpPr>
            <a:spLocks noGrp="1"/>
          </p:cNvSpPr>
          <p:nvPr/>
        </p:nvSpPr>
        <p:spPr>
          <a:xfrm>
            <a:off x="295178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8" name="F2_precision_recall_distributions_4172">
            <a:extLst>
              <a:ext uri="{FF2B5EF4-FFF2-40B4-BE49-F238E27FC236}">
                <a16:creationId xmlns:a16="http://schemas.microsoft.com/office/drawing/2014/main" id="{4823D8BE-660F-4D40-BDD8-AE1727EE8569}"/>
              </a:ext>
            </a:extLst>
          </p:cNvPr>
          <p:cNvSpPr>
            <a:spLocks noGrp="1"/>
          </p:cNvSpPr>
          <p:nvPr/>
        </p:nvSpPr>
        <p:spPr>
          <a:xfrm>
            <a:off x="2979613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9" name="F2_precision_recall_distributions_4173">
            <a:extLst>
              <a:ext uri="{FF2B5EF4-FFF2-40B4-BE49-F238E27FC236}">
                <a16:creationId xmlns:a16="http://schemas.microsoft.com/office/drawing/2014/main" id="{F963AA59-7EFD-4108-BF9F-97A065C4FCB3}"/>
              </a:ext>
            </a:extLst>
          </p:cNvPr>
          <p:cNvSpPr>
            <a:spLocks noGrp="1"/>
          </p:cNvSpPr>
          <p:nvPr/>
        </p:nvSpPr>
        <p:spPr>
          <a:xfrm>
            <a:off x="306829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0" name="F2_precision_recall_distributions_4174">
            <a:extLst>
              <a:ext uri="{FF2B5EF4-FFF2-40B4-BE49-F238E27FC236}">
                <a16:creationId xmlns:a16="http://schemas.microsoft.com/office/drawing/2014/main" id="{AC12C140-87DA-40FD-A284-AEDFE08F3D5A}"/>
              </a:ext>
            </a:extLst>
          </p:cNvPr>
          <p:cNvSpPr>
            <a:spLocks noGrp="1"/>
          </p:cNvSpPr>
          <p:nvPr/>
        </p:nvSpPr>
        <p:spPr>
          <a:xfrm>
            <a:off x="3176049" y="31569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1" name="F2_precision_recall_distributions_4175">
            <a:extLst>
              <a:ext uri="{FF2B5EF4-FFF2-40B4-BE49-F238E27FC236}">
                <a16:creationId xmlns:a16="http://schemas.microsoft.com/office/drawing/2014/main" id="{A9F24044-3C68-4C01-AE6E-004192357BE8}"/>
              </a:ext>
            </a:extLst>
          </p:cNvPr>
          <p:cNvSpPr>
            <a:spLocks noGrp="1"/>
          </p:cNvSpPr>
          <p:nvPr/>
        </p:nvSpPr>
        <p:spPr>
          <a:xfrm>
            <a:off x="2832919" y="29583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2" name="F2_precision_recall_distributions_4176">
            <a:extLst>
              <a:ext uri="{FF2B5EF4-FFF2-40B4-BE49-F238E27FC236}">
                <a16:creationId xmlns:a16="http://schemas.microsoft.com/office/drawing/2014/main" id="{768630D7-FE2E-469E-8ABD-B870329DB3BE}"/>
              </a:ext>
            </a:extLst>
          </p:cNvPr>
          <p:cNvSpPr>
            <a:spLocks noGrp="1"/>
          </p:cNvSpPr>
          <p:nvPr/>
        </p:nvSpPr>
        <p:spPr>
          <a:xfrm>
            <a:off x="286154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3" name="F2_precision_recall_distributions_4177">
            <a:extLst>
              <a:ext uri="{FF2B5EF4-FFF2-40B4-BE49-F238E27FC236}">
                <a16:creationId xmlns:a16="http://schemas.microsoft.com/office/drawing/2014/main" id="{973365B4-149C-4474-8D29-7AA7E844A27C}"/>
              </a:ext>
            </a:extLst>
          </p:cNvPr>
          <p:cNvSpPr>
            <a:spLocks noGrp="1"/>
          </p:cNvSpPr>
          <p:nvPr/>
        </p:nvSpPr>
        <p:spPr>
          <a:xfrm>
            <a:off x="3154343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4" name="F2_precision_recall_distributions_4178">
            <a:extLst>
              <a:ext uri="{FF2B5EF4-FFF2-40B4-BE49-F238E27FC236}">
                <a16:creationId xmlns:a16="http://schemas.microsoft.com/office/drawing/2014/main" id="{8FC6E59B-95FD-4427-AB8D-01AEF481ECDD}"/>
              </a:ext>
            </a:extLst>
          </p:cNvPr>
          <p:cNvSpPr>
            <a:spLocks noGrp="1"/>
          </p:cNvSpPr>
          <p:nvPr/>
        </p:nvSpPr>
        <p:spPr>
          <a:xfrm>
            <a:off x="286171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5" name="F2_precision_recall_distributions_4179">
            <a:extLst>
              <a:ext uri="{FF2B5EF4-FFF2-40B4-BE49-F238E27FC236}">
                <a16:creationId xmlns:a16="http://schemas.microsoft.com/office/drawing/2014/main" id="{52844523-FAE9-405D-8269-0D27481BA93B}"/>
              </a:ext>
            </a:extLst>
          </p:cNvPr>
          <p:cNvSpPr>
            <a:spLocks noGrp="1"/>
          </p:cNvSpPr>
          <p:nvPr/>
        </p:nvSpPr>
        <p:spPr>
          <a:xfrm>
            <a:off x="287936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6" name="F2_precision_recall_distributions_4180">
            <a:extLst>
              <a:ext uri="{FF2B5EF4-FFF2-40B4-BE49-F238E27FC236}">
                <a16:creationId xmlns:a16="http://schemas.microsoft.com/office/drawing/2014/main" id="{36B4C617-2E64-4E38-A796-A2CED4D4469E}"/>
              </a:ext>
            </a:extLst>
          </p:cNvPr>
          <p:cNvSpPr>
            <a:spLocks noGrp="1"/>
          </p:cNvSpPr>
          <p:nvPr/>
        </p:nvSpPr>
        <p:spPr>
          <a:xfrm>
            <a:off x="2828770" y="30503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7" name="F2_precision_recall_distributions_4181">
            <a:extLst>
              <a:ext uri="{FF2B5EF4-FFF2-40B4-BE49-F238E27FC236}">
                <a16:creationId xmlns:a16="http://schemas.microsoft.com/office/drawing/2014/main" id="{0856B669-2DA3-4109-987B-C3F6BCF1F432}"/>
              </a:ext>
            </a:extLst>
          </p:cNvPr>
          <p:cNvSpPr>
            <a:spLocks noGrp="1"/>
          </p:cNvSpPr>
          <p:nvPr/>
        </p:nvSpPr>
        <p:spPr>
          <a:xfrm>
            <a:off x="305982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8" name="F2_precision_recall_distributions_4182">
            <a:extLst>
              <a:ext uri="{FF2B5EF4-FFF2-40B4-BE49-F238E27FC236}">
                <a16:creationId xmlns:a16="http://schemas.microsoft.com/office/drawing/2014/main" id="{A0AAECBD-2D7A-40CE-996D-1CEE72B4EFFC}"/>
              </a:ext>
            </a:extLst>
          </p:cNvPr>
          <p:cNvSpPr>
            <a:spLocks noGrp="1"/>
          </p:cNvSpPr>
          <p:nvPr/>
        </p:nvSpPr>
        <p:spPr>
          <a:xfrm>
            <a:off x="3064377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9" name="F2_precision_recall_distributions_4183">
            <a:extLst>
              <a:ext uri="{FF2B5EF4-FFF2-40B4-BE49-F238E27FC236}">
                <a16:creationId xmlns:a16="http://schemas.microsoft.com/office/drawing/2014/main" id="{5FF133C8-7911-4E58-8462-B8109CA34551}"/>
              </a:ext>
            </a:extLst>
          </p:cNvPr>
          <p:cNvSpPr>
            <a:spLocks noGrp="1"/>
          </p:cNvSpPr>
          <p:nvPr/>
        </p:nvSpPr>
        <p:spPr>
          <a:xfrm>
            <a:off x="304515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0" name="F2_precision_recall_distributions_4184">
            <a:extLst>
              <a:ext uri="{FF2B5EF4-FFF2-40B4-BE49-F238E27FC236}">
                <a16:creationId xmlns:a16="http://schemas.microsoft.com/office/drawing/2014/main" id="{0CF64A08-5F87-45A7-8865-B53855EF166A}"/>
              </a:ext>
            </a:extLst>
          </p:cNvPr>
          <p:cNvSpPr>
            <a:spLocks noGrp="1"/>
          </p:cNvSpPr>
          <p:nvPr/>
        </p:nvSpPr>
        <p:spPr>
          <a:xfrm>
            <a:off x="294189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1" name="F2_precision_recall_distributions_4185">
            <a:extLst>
              <a:ext uri="{FF2B5EF4-FFF2-40B4-BE49-F238E27FC236}">
                <a16:creationId xmlns:a16="http://schemas.microsoft.com/office/drawing/2014/main" id="{1075A99C-C3C3-4220-A49B-61C377FB55AF}"/>
              </a:ext>
            </a:extLst>
          </p:cNvPr>
          <p:cNvSpPr>
            <a:spLocks noGrp="1"/>
          </p:cNvSpPr>
          <p:nvPr/>
        </p:nvSpPr>
        <p:spPr>
          <a:xfrm>
            <a:off x="288667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2" name="F2_precision_recall_distributions_4186">
            <a:extLst>
              <a:ext uri="{FF2B5EF4-FFF2-40B4-BE49-F238E27FC236}">
                <a16:creationId xmlns:a16="http://schemas.microsoft.com/office/drawing/2014/main" id="{EA93E5A7-15A6-446E-9648-7A523C74680A}"/>
              </a:ext>
            </a:extLst>
          </p:cNvPr>
          <p:cNvSpPr>
            <a:spLocks noGrp="1"/>
          </p:cNvSpPr>
          <p:nvPr/>
        </p:nvSpPr>
        <p:spPr>
          <a:xfrm>
            <a:off x="310050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3" name="F2_precision_recall_distributions_4187">
            <a:extLst>
              <a:ext uri="{FF2B5EF4-FFF2-40B4-BE49-F238E27FC236}">
                <a16:creationId xmlns:a16="http://schemas.microsoft.com/office/drawing/2014/main" id="{5B4C8476-693F-4415-AE3F-4B7379369803}"/>
              </a:ext>
            </a:extLst>
          </p:cNvPr>
          <p:cNvSpPr>
            <a:spLocks noGrp="1"/>
          </p:cNvSpPr>
          <p:nvPr/>
        </p:nvSpPr>
        <p:spPr>
          <a:xfrm>
            <a:off x="3148945" y="335681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4" name="F2_precision_recall_distributions_4188">
            <a:extLst>
              <a:ext uri="{FF2B5EF4-FFF2-40B4-BE49-F238E27FC236}">
                <a16:creationId xmlns:a16="http://schemas.microsoft.com/office/drawing/2014/main" id="{51E0127B-EDE9-497A-B635-54846EFCCDB8}"/>
              </a:ext>
            </a:extLst>
          </p:cNvPr>
          <p:cNvSpPr>
            <a:spLocks noGrp="1"/>
          </p:cNvSpPr>
          <p:nvPr/>
        </p:nvSpPr>
        <p:spPr>
          <a:xfrm>
            <a:off x="2980944" y="34452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5" name="F2_precision_recall_distributions_4189">
            <a:extLst>
              <a:ext uri="{FF2B5EF4-FFF2-40B4-BE49-F238E27FC236}">
                <a16:creationId xmlns:a16="http://schemas.microsoft.com/office/drawing/2014/main" id="{C12A2869-E91B-4CBD-AF57-EDA578BD99FD}"/>
              </a:ext>
            </a:extLst>
          </p:cNvPr>
          <p:cNvSpPr>
            <a:spLocks noGrp="1"/>
          </p:cNvSpPr>
          <p:nvPr/>
        </p:nvSpPr>
        <p:spPr>
          <a:xfrm>
            <a:off x="302972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6" name="F2_precision_recall_distributions_4190">
            <a:extLst>
              <a:ext uri="{FF2B5EF4-FFF2-40B4-BE49-F238E27FC236}">
                <a16:creationId xmlns:a16="http://schemas.microsoft.com/office/drawing/2014/main" id="{127C246D-F3F9-4964-A1F1-5764FAE15D0C}"/>
              </a:ext>
            </a:extLst>
          </p:cNvPr>
          <p:cNvSpPr>
            <a:spLocks noGrp="1"/>
          </p:cNvSpPr>
          <p:nvPr/>
        </p:nvSpPr>
        <p:spPr>
          <a:xfrm>
            <a:off x="317034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7" name="F2_precision_recall_distributions_4191">
            <a:extLst>
              <a:ext uri="{FF2B5EF4-FFF2-40B4-BE49-F238E27FC236}">
                <a16:creationId xmlns:a16="http://schemas.microsoft.com/office/drawing/2014/main" id="{B6670E36-D54F-471C-B782-F838BB0CAF44}"/>
              </a:ext>
            </a:extLst>
          </p:cNvPr>
          <p:cNvSpPr>
            <a:spLocks noGrp="1"/>
          </p:cNvSpPr>
          <p:nvPr/>
        </p:nvSpPr>
        <p:spPr>
          <a:xfrm>
            <a:off x="3038323" y="35083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8" name="F2_precision_recall_distributions_4192">
            <a:extLst>
              <a:ext uri="{FF2B5EF4-FFF2-40B4-BE49-F238E27FC236}">
                <a16:creationId xmlns:a16="http://schemas.microsoft.com/office/drawing/2014/main" id="{1DC21E5C-7447-4BD1-A18D-7B39A1987A99}"/>
              </a:ext>
            </a:extLst>
          </p:cNvPr>
          <p:cNvSpPr>
            <a:spLocks noGrp="1"/>
          </p:cNvSpPr>
          <p:nvPr/>
        </p:nvSpPr>
        <p:spPr>
          <a:xfrm>
            <a:off x="317869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9" name="F2_precision_recall_distributions_4193">
            <a:extLst>
              <a:ext uri="{FF2B5EF4-FFF2-40B4-BE49-F238E27FC236}">
                <a16:creationId xmlns:a16="http://schemas.microsoft.com/office/drawing/2014/main" id="{34FA416D-E5AE-4589-8A33-1DC066728C49}"/>
              </a:ext>
            </a:extLst>
          </p:cNvPr>
          <p:cNvSpPr>
            <a:spLocks noGrp="1"/>
          </p:cNvSpPr>
          <p:nvPr/>
        </p:nvSpPr>
        <p:spPr>
          <a:xfrm>
            <a:off x="3173093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0" name="F2_precision_recall_distributions_4194">
            <a:extLst>
              <a:ext uri="{FF2B5EF4-FFF2-40B4-BE49-F238E27FC236}">
                <a16:creationId xmlns:a16="http://schemas.microsoft.com/office/drawing/2014/main" id="{BB656E76-6929-4E55-A877-CC3AB44C34B0}"/>
              </a:ext>
            </a:extLst>
          </p:cNvPr>
          <p:cNvSpPr>
            <a:spLocks noGrp="1"/>
          </p:cNvSpPr>
          <p:nvPr/>
        </p:nvSpPr>
        <p:spPr>
          <a:xfrm>
            <a:off x="300614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1" name="F2_precision_recall_distributions_4195">
            <a:extLst>
              <a:ext uri="{FF2B5EF4-FFF2-40B4-BE49-F238E27FC236}">
                <a16:creationId xmlns:a16="http://schemas.microsoft.com/office/drawing/2014/main" id="{969DCF2D-9E50-4F58-A96B-0B64CC0A53C6}"/>
              </a:ext>
            </a:extLst>
          </p:cNvPr>
          <p:cNvSpPr>
            <a:spLocks noGrp="1"/>
          </p:cNvSpPr>
          <p:nvPr/>
        </p:nvSpPr>
        <p:spPr>
          <a:xfrm>
            <a:off x="28348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2" name="F2_precision_recall_distributions_4196">
            <a:extLst>
              <a:ext uri="{FF2B5EF4-FFF2-40B4-BE49-F238E27FC236}">
                <a16:creationId xmlns:a16="http://schemas.microsoft.com/office/drawing/2014/main" id="{03932192-03B3-44EC-9A9B-34B88BDB8C03}"/>
              </a:ext>
            </a:extLst>
          </p:cNvPr>
          <p:cNvSpPr>
            <a:spLocks noGrp="1"/>
          </p:cNvSpPr>
          <p:nvPr/>
        </p:nvSpPr>
        <p:spPr>
          <a:xfrm>
            <a:off x="3044190" y="33921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3" name="F2_precision_recall_distributions_4197">
            <a:extLst>
              <a:ext uri="{FF2B5EF4-FFF2-40B4-BE49-F238E27FC236}">
                <a16:creationId xmlns:a16="http://schemas.microsoft.com/office/drawing/2014/main" id="{7332F0D6-A062-4E7B-BF24-41A58DF3CF45}"/>
              </a:ext>
            </a:extLst>
          </p:cNvPr>
          <p:cNvSpPr>
            <a:spLocks noGrp="1"/>
          </p:cNvSpPr>
          <p:nvPr/>
        </p:nvSpPr>
        <p:spPr>
          <a:xfrm>
            <a:off x="3153801" y="34073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4" name="F2_precision_recall_distributions_4198">
            <a:extLst>
              <a:ext uri="{FF2B5EF4-FFF2-40B4-BE49-F238E27FC236}">
                <a16:creationId xmlns:a16="http://schemas.microsoft.com/office/drawing/2014/main" id="{372F51AD-81C2-4678-8BC1-BFFE7A281C53}"/>
              </a:ext>
            </a:extLst>
          </p:cNvPr>
          <p:cNvSpPr>
            <a:spLocks noGrp="1"/>
          </p:cNvSpPr>
          <p:nvPr/>
        </p:nvSpPr>
        <p:spPr>
          <a:xfrm>
            <a:off x="293191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5" name="F2_precision_recall_distributions_4199">
            <a:extLst>
              <a:ext uri="{FF2B5EF4-FFF2-40B4-BE49-F238E27FC236}">
                <a16:creationId xmlns:a16="http://schemas.microsoft.com/office/drawing/2014/main" id="{39CD9386-208B-48DA-B722-53F586920FD3}"/>
              </a:ext>
            </a:extLst>
          </p:cNvPr>
          <p:cNvSpPr>
            <a:spLocks noGrp="1"/>
          </p:cNvSpPr>
          <p:nvPr/>
        </p:nvSpPr>
        <p:spPr>
          <a:xfrm>
            <a:off x="307868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6" name="F2_precision_recall_distributions_4200">
            <a:extLst>
              <a:ext uri="{FF2B5EF4-FFF2-40B4-BE49-F238E27FC236}">
                <a16:creationId xmlns:a16="http://schemas.microsoft.com/office/drawing/2014/main" id="{02C47C7C-156A-4528-A312-D9F4E298AFA6}"/>
              </a:ext>
            </a:extLst>
          </p:cNvPr>
          <p:cNvSpPr>
            <a:spLocks noGrp="1"/>
          </p:cNvSpPr>
          <p:nvPr/>
        </p:nvSpPr>
        <p:spPr>
          <a:xfrm>
            <a:off x="317366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7" name="F2_precision_recall_distributions_4201">
            <a:extLst>
              <a:ext uri="{FF2B5EF4-FFF2-40B4-BE49-F238E27FC236}">
                <a16:creationId xmlns:a16="http://schemas.microsoft.com/office/drawing/2014/main" id="{03CC2FAD-9442-4F75-8FB4-05A086B0638E}"/>
              </a:ext>
            </a:extLst>
          </p:cNvPr>
          <p:cNvSpPr>
            <a:spLocks noGrp="1"/>
          </p:cNvSpPr>
          <p:nvPr/>
        </p:nvSpPr>
        <p:spPr>
          <a:xfrm>
            <a:off x="2898606" y="29182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8" name="F2_precision_recall_distributions_4202">
            <a:extLst>
              <a:ext uri="{FF2B5EF4-FFF2-40B4-BE49-F238E27FC236}">
                <a16:creationId xmlns:a16="http://schemas.microsoft.com/office/drawing/2014/main" id="{B1ED8B5D-ABF1-484A-85AE-644075E45F1F}"/>
              </a:ext>
            </a:extLst>
          </p:cNvPr>
          <p:cNvSpPr>
            <a:spLocks noGrp="1"/>
          </p:cNvSpPr>
          <p:nvPr/>
        </p:nvSpPr>
        <p:spPr>
          <a:xfrm>
            <a:off x="318478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9" name="F2_precision_recall_distributions_4203">
            <a:extLst>
              <a:ext uri="{FF2B5EF4-FFF2-40B4-BE49-F238E27FC236}">
                <a16:creationId xmlns:a16="http://schemas.microsoft.com/office/drawing/2014/main" id="{320EFA57-A0C0-4D9F-88C6-4D337C9D95F9}"/>
              </a:ext>
            </a:extLst>
          </p:cNvPr>
          <p:cNvSpPr>
            <a:spLocks noGrp="1"/>
          </p:cNvSpPr>
          <p:nvPr/>
        </p:nvSpPr>
        <p:spPr>
          <a:xfrm>
            <a:off x="2868775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0" name="F2_precision_recall_distributions_4204">
            <a:extLst>
              <a:ext uri="{FF2B5EF4-FFF2-40B4-BE49-F238E27FC236}">
                <a16:creationId xmlns:a16="http://schemas.microsoft.com/office/drawing/2014/main" id="{1497FA6E-6C64-4089-BF8A-EAC2A2A7A477}"/>
              </a:ext>
            </a:extLst>
          </p:cNvPr>
          <p:cNvSpPr>
            <a:spLocks noGrp="1"/>
          </p:cNvSpPr>
          <p:nvPr/>
        </p:nvSpPr>
        <p:spPr>
          <a:xfrm>
            <a:off x="298291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1" name="F2_precision_recall_distributions_4205">
            <a:extLst>
              <a:ext uri="{FF2B5EF4-FFF2-40B4-BE49-F238E27FC236}">
                <a16:creationId xmlns:a16="http://schemas.microsoft.com/office/drawing/2014/main" id="{D353AFB3-5FD0-4F45-BAFE-EC752492E23D}"/>
              </a:ext>
            </a:extLst>
          </p:cNvPr>
          <p:cNvSpPr>
            <a:spLocks noGrp="1"/>
          </p:cNvSpPr>
          <p:nvPr/>
        </p:nvSpPr>
        <p:spPr>
          <a:xfrm>
            <a:off x="294223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2" name="F2_precision_recall_distributions_4206">
            <a:extLst>
              <a:ext uri="{FF2B5EF4-FFF2-40B4-BE49-F238E27FC236}">
                <a16:creationId xmlns:a16="http://schemas.microsoft.com/office/drawing/2014/main" id="{A127D57D-D7F3-44B8-83D8-E71A80A63F6C}"/>
              </a:ext>
            </a:extLst>
          </p:cNvPr>
          <p:cNvSpPr>
            <a:spLocks noGrp="1"/>
          </p:cNvSpPr>
          <p:nvPr/>
        </p:nvSpPr>
        <p:spPr>
          <a:xfrm>
            <a:off x="305176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3" name="F2_precision_recall_distributions_4207">
            <a:extLst>
              <a:ext uri="{FF2B5EF4-FFF2-40B4-BE49-F238E27FC236}">
                <a16:creationId xmlns:a16="http://schemas.microsoft.com/office/drawing/2014/main" id="{DAA4DE47-D9C9-48F0-8561-EF29AE6ABCA2}"/>
              </a:ext>
            </a:extLst>
          </p:cNvPr>
          <p:cNvSpPr>
            <a:spLocks noGrp="1"/>
          </p:cNvSpPr>
          <p:nvPr/>
        </p:nvSpPr>
        <p:spPr>
          <a:xfrm>
            <a:off x="283398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4" name="F2_precision_recall_distributions_4208">
            <a:extLst>
              <a:ext uri="{FF2B5EF4-FFF2-40B4-BE49-F238E27FC236}">
                <a16:creationId xmlns:a16="http://schemas.microsoft.com/office/drawing/2014/main" id="{B3CC2749-8D95-4DE8-A7E5-59FC5D4753C6}"/>
              </a:ext>
            </a:extLst>
          </p:cNvPr>
          <p:cNvSpPr>
            <a:spLocks noGrp="1"/>
          </p:cNvSpPr>
          <p:nvPr/>
        </p:nvSpPr>
        <p:spPr>
          <a:xfrm>
            <a:off x="3080074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5" name="F2_precision_recall_distributions_4209">
            <a:extLst>
              <a:ext uri="{FF2B5EF4-FFF2-40B4-BE49-F238E27FC236}">
                <a16:creationId xmlns:a16="http://schemas.microsoft.com/office/drawing/2014/main" id="{B9C38776-54F5-4BEE-9983-9E21EF51F1AE}"/>
              </a:ext>
            </a:extLst>
          </p:cNvPr>
          <p:cNvSpPr>
            <a:spLocks noGrp="1"/>
          </p:cNvSpPr>
          <p:nvPr/>
        </p:nvSpPr>
        <p:spPr>
          <a:xfrm>
            <a:off x="292017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6" name="F2_precision_recall_distributions_4210">
            <a:extLst>
              <a:ext uri="{FF2B5EF4-FFF2-40B4-BE49-F238E27FC236}">
                <a16:creationId xmlns:a16="http://schemas.microsoft.com/office/drawing/2014/main" id="{5236C23C-3072-44C7-A964-FA6A1BAB0E4E}"/>
              </a:ext>
            </a:extLst>
          </p:cNvPr>
          <p:cNvSpPr>
            <a:spLocks noGrp="1"/>
          </p:cNvSpPr>
          <p:nvPr/>
        </p:nvSpPr>
        <p:spPr>
          <a:xfrm>
            <a:off x="3132394" y="354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7" name="F2_precision_recall_distributions_4211">
            <a:extLst>
              <a:ext uri="{FF2B5EF4-FFF2-40B4-BE49-F238E27FC236}">
                <a16:creationId xmlns:a16="http://schemas.microsoft.com/office/drawing/2014/main" id="{68AF751D-55B1-4D6A-A6B1-0F4A0E082816}"/>
              </a:ext>
            </a:extLst>
          </p:cNvPr>
          <p:cNvSpPr>
            <a:spLocks noGrp="1"/>
          </p:cNvSpPr>
          <p:nvPr/>
        </p:nvSpPr>
        <p:spPr>
          <a:xfrm>
            <a:off x="3125628" y="289313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8" name="F2_precision_recall_distributions_4212">
            <a:extLst>
              <a:ext uri="{FF2B5EF4-FFF2-40B4-BE49-F238E27FC236}">
                <a16:creationId xmlns:a16="http://schemas.microsoft.com/office/drawing/2014/main" id="{F91421F3-7D35-46FF-A37C-ADF483403050}"/>
              </a:ext>
            </a:extLst>
          </p:cNvPr>
          <p:cNvSpPr>
            <a:spLocks noGrp="1"/>
          </p:cNvSpPr>
          <p:nvPr/>
        </p:nvSpPr>
        <p:spPr>
          <a:xfrm>
            <a:off x="2937674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9" name="F2_precision_recall_distributions_4213">
            <a:extLst>
              <a:ext uri="{FF2B5EF4-FFF2-40B4-BE49-F238E27FC236}">
                <a16:creationId xmlns:a16="http://schemas.microsoft.com/office/drawing/2014/main" id="{F8753E6B-ECE6-445C-ABF0-F3B055B4B525}"/>
              </a:ext>
            </a:extLst>
          </p:cNvPr>
          <p:cNvSpPr>
            <a:spLocks noGrp="1"/>
          </p:cNvSpPr>
          <p:nvPr/>
        </p:nvSpPr>
        <p:spPr>
          <a:xfrm>
            <a:off x="313808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0" name="F2_precision_recall_distributions_4214">
            <a:extLst>
              <a:ext uri="{FF2B5EF4-FFF2-40B4-BE49-F238E27FC236}">
                <a16:creationId xmlns:a16="http://schemas.microsoft.com/office/drawing/2014/main" id="{F8250466-C5BE-432B-9EE9-7DB05A2F769A}"/>
              </a:ext>
            </a:extLst>
          </p:cNvPr>
          <p:cNvSpPr>
            <a:spLocks noGrp="1"/>
          </p:cNvSpPr>
          <p:nvPr/>
        </p:nvSpPr>
        <p:spPr>
          <a:xfrm>
            <a:off x="312215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1" name="F2_precision_recall_distributions_4215">
            <a:extLst>
              <a:ext uri="{FF2B5EF4-FFF2-40B4-BE49-F238E27FC236}">
                <a16:creationId xmlns:a16="http://schemas.microsoft.com/office/drawing/2014/main" id="{8C44F817-85A2-4141-BC52-BED4F35ACCF5}"/>
              </a:ext>
            </a:extLst>
          </p:cNvPr>
          <p:cNvSpPr>
            <a:spLocks noGrp="1"/>
          </p:cNvSpPr>
          <p:nvPr/>
        </p:nvSpPr>
        <p:spPr>
          <a:xfrm>
            <a:off x="297486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2" name="F2_precision_recall_distributions_4216">
            <a:extLst>
              <a:ext uri="{FF2B5EF4-FFF2-40B4-BE49-F238E27FC236}">
                <a16:creationId xmlns:a16="http://schemas.microsoft.com/office/drawing/2014/main" id="{DCFC50C8-D79E-4405-9987-2D0AB2ED4BB2}"/>
              </a:ext>
            </a:extLst>
          </p:cNvPr>
          <p:cNvSpPr>
            <a:spLocks noGrp="1"/>
          </p:cNvSpPr>
          <p:nvPr/>
        </p:nvSpPr>
        <p:spPr>
          <a:xfrm>
            <a:off x="283162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3" name="F2_precision_recall_distributions_4217">
            <a:extLst>
              <a:ext uri="{FF2B5EF4-FFF2-40B4-BE49-F238E27FC236}">
                <a16:creationId xmlns:a16="http://schemas.microsoft.com/office/drawing/2014/main" id="{3DA52603-8AA3-48B0-990A-04129BE9A16C}"/>
              </a:ext>
            </a:extLst>
          </p:cNvPr>
          <p:cNvSpPr>
            <a:spLocks noGrp="1"/>
          </p:cNvSpPr>
          <p:nvPr/>
        </p:nvSpPr>
        <p:spPr>
          <a:xfrm>
            <a:off x="2900340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4" name="F2_precision_recall_distributions_4218">
            <a:extLst>
              <a:ext uri="{FF2B5EF4-FFF2-40B4-BE49-F238E27FC236}">
                <a16:creationId xmlns:a16="http://schemas.microsoft.com/office/drawing/2014/main" id="{10373E14-50A3-42E0-B9C0-23C6A998CEFD}"/>
              </a:ext>
            </a:extLst>
          </p:cNvPr>
          <p:cNvSpPr>
            <a:spLocks noGrp="1"/>
          </p:cNvSpPr>
          <p:nvPr/>
        </p:nvSpPr>
        <p:spPr>
          <a:xfrm>
            <a:off x="2962080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5" name="F2_precision_recall_distributions_4219">
            <a:extLst>
              <a:ext uri="{FF2B5EF4-FFF2-40B4-BE49-F238E27FC236}">
                <a16:creationId xmlns:a16="http://schemas.microsoft.com/office/drawing/2014/main" id="{5AF5C291-59DF-407A-8F21-BF27E7D60810}"/>
              </a:ext>
            </a:extLst>
          </p:cNvPr>
          <p:cNvSpPr>
            <a:spLocks noGrp="1"/>
          </p:cNvSpPr>
          <p:nvPr/>
        </p:nvSpPr>
        <p:spPr>
          <a:xfrm>
            <a:off x="293723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6" name="F2_precision_recall_distributions_4220">
            <a:extLst>
              <a:ext uri="{FF2B5EF4-FFF2-40B4-BE49-F238E27FC236}">
                <a16:creationId xmlns:a16="http://schemas.microsoft.com/office/drawing/2014/main" id="{2BB6A525-0D5E-45AF-A09C-C925928DD7DD}"/>
              </a:ext>
            </a:extLst>
          </p:cNvPr>
          <p:cNvSpPr>
            <a:spLocks noGrp="1"/>
          </p:cNvSpPr>
          <p:nvPr/>
        </p:nvSpPr>
        <p:spPr>
          <a:xfrm>
            <a:off x="302428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7" name="F2_precision_recall_distributions_4221">
            <a:extLst>
              <a:ext uri="{FF2B5EF4-FFF2-40B4-BE49-F238E27FC236}">
                <a16:creationId xmlns:a16="http://schemas.microsoft.com/office/drawing/2014/main" id="{33621301-019F-419C-B2CF-4895F40A3D61}"/>
              </a:ext>
            </a:extLst>
          </p:cNvPr>
          <p:cNvSpPr>
            <a:spLocks noGrp="1"/>
          </p:cNvSpPr>
          <p:nvPr/>
        </p:nvSpPr>
        <p:spPr>
          <a:xfrm>
            <a:off x="3068012" y="29781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8" name="F2_precision_recall_distributions_4222">
            <a:extLst>
              <a:ext uri="{FF2B5EF4-FFF2-40B4-BE49-F238E27FC236}">
                <a16:creationId xmlns:a16="http://schemas.microsoft.com/office/drawing/2014/main" id="{DEBD8F47-F7C7-4AEC-B5C2-B58B1E78E549}"/>
              </a:ext>
            </a:extLst>
          </p:cNvPr>
          <p:cNvSpPr>
            <a:spLocks noGrp="1"/>
          </p:cNvSpPr>
          <p:nvPr/>
        </p:nvSpPr>
        <p:spPr>
          <a:xfrm>
            <a:off x="315513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9" name="F2_precision_recall_distributions_4223">
            <a:extLst>
              <a:ext uri="{FF2B5EF4-FFF2-40B4-BE49-F238E27FC236}">
                <a16:creationId xmlns:a16="http://schemas.microsoft.com/office/drawing/2014/main" id="{542F1F2E-DA41-4661-B17C-95AD588D26E9}"/>
              </a:ext>
            </a:extLst>
          </p:cNvPr>
          <p:cNvSpPr>
            <a:spLocks noGrp="1"/>
          </p:cNvSpPr>
          <p:nvPr/>
        </p:nvSpPr>
        <p:spPr>
          <a:xfrm>
            <a:off x="3174467" y="33709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0" name="F2_precision_recall_distributions_4224">
            <a:extLst>
              <a:ext uri="{FF2B5EF4-FFF2-40B4-BE49-F238E27FC236}">
                <a16:creationId xmlns:a16="http://schemas.microsoft.com/office/drawing/2014/main" id="{DB66E9F1-5951-46D2-8E64-126F28CFEC62}"/>
              </a:ext>
            </a:extLst>
          </p:cNvPr>
          <p:cNvSpPr>
            <a:spLocks noGrp="1"/>
          </p:cNvSpPr>
          <p:nvPr/>
        </p:nvSpPr>
        <p:spPr>
          <a:xfrm>
            <a:off x="300721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1" name="F2_precision_recall_distributions_4225">
            <a:extLst>
              <a:ext uri="{FF2B5EF4-FFF2-40B4-BE49-F238E27FC236}">
                <a16:creationId xmlns:a16="http://schemas.microsoft.com/office/drawing/2014/main" id="{F7BDA5FE-E3F4-4B89-AEE2-739A6A3B560A}"/>
              </a:ext>
            </a:extLst>
          </p:cNvPr>
          <p:cNvSpPr>
            <a:spLocks noGrp="1"/>
          </p:cNvSpPr>
          <p:nvPr/>
        </p:nvSpPr>
        <p:spPr>
          <a:xfrm>
            <a:off x="3079753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2" name="F2_precision_recall_distributions_4226">
            <a:extLst>
              <a:ext uri="{FF2B5EF4-FFF2-40B4-BE49-F238E27FC236}">
                <a16:creationId xmlns:a16="http://schemas.microsoft.com/office/drawing/2014/main" id="{227F3346-E274-4736-8CAE-9B0E8A9E6487}"/>
              </a:ext>
            </a:extLst>
          </p:cNvPr>
          <p:cNvSpPr>
            <a:spLocks noGrp="1"/>
          </p:cNvSpPr>
          <p:nvPr/>
        </p:nvSpPr>
        <p:spPr>
          <a:xfrm>
            <a:off x="3061275" y="29748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3" name="F2_precision_recall_distributions_4227">
            <a:extLst>
              <a:ext uri="{FF2B5EF4-FFF2-40B4-BE49-F238E27FC236}">
                <a16:creationId xmlns:a16="http://schemas.microsoft.com/office/drawing/2014/main" id="{79B1E99A-0BA7-4843-B761-A4708BE1CBB6}"/>
              </a:ext>
            </a:extLst>
          </p:cNvPr>
          <p:cNvSpPr>
            <a:spLocks noGrp="1"/>
          </p:cNvSpPr>
          <p:nvPr/>
        </p:nvSpPr>
        <p:spPr>
          <a:xfrm>
            <a:off x="2897950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4" name="F2_precision_recall_distributions_4228">
            <a:extLst>
              <a:ext uri="{FF2B5EF4-FFF2-40B4-BE49-F238E27FC236}">
                <a16:creationId xmlns:a16="http://schemas.microsoft.com/office/drawing/2014/main" id="{DC5B8D2C-B418-4170-AD7B-E13B1C926820}"/>
              </a:ext>
            </a:extLst>
          </p:cNvPr>
          <p:cNvSpPr>
            <a:spLocks noGrp="1"/>
          </p:cNvSpPr>
          <p:nvPr/>
        </p:nvSpPr>
        <p:spPr>
          <a:xfrm>
            <a:off x="309473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5" name="F2_precision_recall_distributions_4229">
            <a:extLst>
              <a:ext uri="{FF2B5EF4-FFF2-40B4-BE49-F238E27FC236}">
                <a16:creationId xmlns:a16="http://schemas.microsoft.com/office/drawing/2014/main" id="{BEF5B94F-4134-4302-9F15-BED47708F197}"/>
              </a:ext>
            </a:extLst>
          </p:cNvPr>
          <p:cNvSpPr>
            <a:spLocks noGrp="1"/>
          </p:cNvSpPr>
          <p:nvPr/>
        </p:nvSpPr>
        <p:spPr>
          <a:xfrm>
            <a:off x="2961499" y="31612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6" name="F2_precision_recall_distributions_4230">
            <a:extLst>
              <a:ext uri="{FF2B5EF4-FFF2-40B4-BE49-F238E27FC236}">
                <a16:creationId xmlns:a16="http://schemas.microsoft.com/office/drawing/2014/main" id="{53915F0B-5ECE-471E-B633-0AAD4B56B95F}"/>
              </a:ext>
            </a:extLst>
          </p:cNvPr>
          <p:cNvSpPr>
            <a:spLocks noGrp="1"/>
          </p:cNvSpPr>
          <p:nvPr/>
        </p:nvSpPr>
        <p:spPr>
          <a:xfrm>
            <a:off x="3006495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7" name="F2_precision_recall_distributions_4231">
            <a:extLst>
              <a:ext uri="{FF2B5EF4-FFF2-40B4-BE49-F238E27FC236}">
                <a16:creationId xmlns:a16="http://schemas.microsoft.com/office/drawing/2014/main" id="{183A65ED-8A2A-41A0-9C26-ADC83C644DFC}"/>
              </a:ext>
            </a:extLst>
          </p:cNvPr>
          <p:cNvSpPr>
            <a:spLocks noGrp="1"/>
          </p:cNvSpPr>
          <p:nvPr/>
        </p:nvSpPr>
        <p:spPr>
          <a:xfrm>
            <a:off x="2906887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8" name="F2_precision_recall_distributions_4232">
            <a:extLst>
              <a:ext uri="{FF2B5EF4-FFF2-40B4-BE49-F238E27FC236}">
                <a16:creationId xmlns:a16="http://schemas.microsoft.com/office/drawing/2014/main" id="{5E5D555E-23D3-4EFE-A81A-0A2FCD89E4ED}"/>
              </a:ext>
            </a:extLst>
          </p:cNvPr>
          <p:cNvSpPr>
            <a:spLocks noGrp="1"/>
          </p:cNvSpPr>
          <p:nvPr/>
        </p:nvSpPr>
        <p:spPr>
          <a:xfrm>
            <a:off x="2898100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9" name="F2_precision_recall_distributions_4233">
            <a:extLst>
              <a:ext uri="{FF2B5EF4-FFF2-40B4-BE49-F238E27FC236}">
                <a16:creationId xmlns:a16="http://schemas.microsoft.com/office/drawing/2014/main" id="{E6184E03-6BC1-4FD2-9125-16297303EB1E}"/>
              </a:ext>
            </a:extLst>
          </p:cNvPr>
          <p:cNvSpPr>
            <a:spLocks noGrp="1"/>
          </p:cNvSpPr>
          <p:nvPr/>
        </p:nvSpPr>
        <p:spPr>
          <a:xfrm>
            <a:off x="289695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0" name="F2_precision_recall_distributions_4234">
            <a:extLst>
              <a:ext uri="{FF2B5EF4-FFF2-40B4-BE49-F238E27FC236}">
                <a16:creationId xmlns:a16="http://schemas.microsoft.com/office/drawing/2014/main" id="{8943E4F9-9A4E-427D-90FE-F15F15B62E86}"/>
              </a:ext>
            </a:extLst>
          </p:cNvPr>
          <p:cNvSpPr>
            <a:spLocks noGrp="1"/>
          </p:cNvSpPr>
          <p:nvPr/>
        </p:nvSpPr>
        <p:spPr>
          <a:xfrm>
            <a:off x="3029454" y="295600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1" name="F2_precision_recall_distributions_4235">
            <a:extLst>
              <a:ext uri="{FF2B5EF4-FFF2-40B4-BE49-F238E27FC236}">
                <a16:creationId xmlns:a16="http://schemas.microsoft.com/office/drawing/2014/main" id="{E8FCD457-66EC-40DD-A3DC-6E0AD877B410}"/>
              </a:ext>
            </a:extLst>
          </p:cNvPr>
          <p:cNvSpPr>
            <a:spLocks noGrp="1"/>
          </p:cNvSpPr>
          <p:nvPr/>
        </p:nvSpPr>
        <p:spPr>
          <a:xfrm>
            <a:off x="316256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2" name="F2_precision_recall_distributions_4236">
            <a:extLst>
              <a:ext uri="{FF2B5EF4-FFF2-40B4-BE49-F238E27FC236}">
                <a16:creationId xmlns:a16="http://schemas.microsoft.com/office/drawing/2014/main" id="{907CEF52-3116-4BAA-A5DB-10650A462EE8}"/>
              </a:ext>
            </a:extLst>
          </p:cNvPr>
          <p:cNvSpPr>
            <a:spLocks noGrp="1"/>
          </p:cNvSpPr>
          <p:nvPr/>
        </p:nvSpPr>
        <p:spPr>
          <a:xfrm>
            <a:off x="3047683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3" name="F2_precision_recall_distributions_4237">
            <a:extLst>
              <a:ext uri="{FF2B5EF4-FFF2-40B4-BE49-F238E27FC236}">
                <a16:creationId xmlns:a16="http://schemas.microsoft.com/office/drawing/2014/main" id="{258AD400-CDBD-43D3-908F-B7A2E8119C3D}"/>
              </a:ext>
            </a:extLst>
          </p:cNvPr>
          <p:cNvSpPr>
            <a:spLocks noGrp="1"/>
          </p:cNvSpPr>
          <p:nvPr/>
        </p:nvSpPr>
        <p:spPr>
          <a:xfrm>
            <a:off x="310252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4" name="F2_precision_recall_distributions_4238">
            <a:extLst>
              <a:ext uri="{FF2B5EF4-FFF2-40B4-BE49-F238E27FC236}">
                <a16:creationId xmlns:a16="http://schemas.microsoft.com/office/drawing/2014/main" id="{C4771877-216D-4310-8D37-39F1AE98B806}"/>
              </a:ext>
            </a:extLst>
          </p:cNvPr>
          <p:cNvSpPr>
            <a:spLocks noGrp="1"/>
          </p:cNvSpPr>
          <p:nvPr/>
        </p:nvSpPr>
        <p:spPr>
          <a:xfrm>
            <a:off x="2823422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5" name="F2_precision_recall_distributions_4239">
            <a:extLst>
              <a:ext uri="{FF2B5EF4-FFF2-40B4-BE49-F238E27FC236}">
                <a16:creationId xmlns:a16="http://schemas.microsoft.com/office/drawing/2014/main" id="{7F8F8317-3533-42F5-B976-3DD74339ABF5}"/>
              </a:ext>
            </a:extLst>
          </p:cNvPr>
          <p:cNvSpPr>
            <a:spLocks noGrp="1"/>
          </p:cNvSpPr>
          <p:nvPr/>
        </p:nvSpPr>
        <p:spPr>
          <a:xfrm>
            <a:off x="288774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6" name="F2_precision_recall_distributions_4240">
            <a:extLst>
              <a:ext uri="{FF2B5EF4-FFF2-40B4-BE49-F238E27FC236}">
                <a16:creationId xmlns:a16="http://schemas.microsoft.com/office/drawing/2014/main" id="{FB618FD6-5448-4363-A3D7-B06142142969}"/>
              </a:ext>
            </a:extLst>
          </p:cNvPr>
          <p:cNvSpPr>
            <a:spLocks noGrp="1"/>
          </p:cNvSpPr>
          <p:nvPr/>
        </p:nvSpPr>
        <p:spPr>
          <a:xfrm>
            <a:off x="312551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7" name="F2_precision_recall_distributions_4241">
            <a:extLst>
              <a:ext uri="{FF2B5EF4-FFF2-40B4-BE49-F238E27FC236}">
                <a16:creationId xmlns:a16="http://schemas.microsoft.com/office/drawing/2014/main" id="{CB1D7668-B8FA-4166-86A4-49E1044BB7C0}"/>
              </a:ext>
            </a:extLst>
          </p:cNvPr>
          <p:cNvSpPr>
            <a:spLocks noGrp="1"/>
          </p:cNvSpPr>
          <p:nvPr/>
        </p:nvSpPr>
        <p:spPr>
          <a:xfrm>
            <a:off x="285156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8" name="F2_precision_recall_distributions_4242">
            <a:extLst>
              <a:ext uri="{FF2B5EF4-FFF2-40B4-BE49-F238E27FC236}">
                <a16:creationId xmlns:a16="http://schemas.microsoft.com/office/drawing/2014/main" id="{195F8220-2060-4410-AFB2-381083C9C7D0}"/>
              </a:ext>
            </a:extLst>
          </p:cNvPr>
          <p:cNvSpPr>
            <a:spLocks noGrp="1"/>
          </p:cNvSpPr>
          <p:nvPr/>
        </p:nvSpPr>
        <p:spPr>
          <a:xfrm>
            <a:off x="316396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9" name="F2_precision_recall_distributions_4243">
            <a:extLst>
              <a:ext uri="{FF2B5EF4-FFF2-40B4-BE49-F238E27FC236}">
                <a16:creationId xmlns:a16="http://schemas.microsoft.com/office/drawing/2014/main" id="{8D54359A-FC84-4ABF-AC53-D5AE3DBE9472}"/>
              </a:ext>
            </a:extLst>
          </p:cNvPr>
          <p:cNvSpPr>
            <a:spLocks noGrp="1"/>
          </p:cNvSpPr>
          <p:nvPr/>
        </p:nvSpPr>
        <p:spPr>
          <a:xfrm>
            <a:off x="3014275" y="305951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0" name="F2_precision_recall_distributions_4244">
            <a:extLst>
              <a:ext uri="{FF2B5EF4-FFF2-40B4-BE49-F238E27FC236}">
                <a16:creationId xmlns:a16="http://schemas.microsoft.com/office/drawing/2014/main" id="{E77EE8C1-A7EF-4B0A-95DB-A64C7F0807C7}"/>
              </a:ext>
            </a:extLst>
          </p:cNvPr>
          <p:cNvSpPr>
            <a:spLocks noGrp="1"/>
          </p:cNvSpPr>
          <p:nvPr/>
        </p:nvSpPr>
        <p:spPr>
          <a:xfrm>
            <a:off x="3046891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1" name="F2_precision_recall_distributions_4245">
            <a:extLst>
              <a:ext uri="{FF2B5EF4-FFF2-40B4-BE49-F238E27FC236}">
                <a16:creationId xmlns:a16="http://schemas.microsoft.com/office/drawing/2014/main" id="{D91B5FB3-1DB6-4BAF-B45B-7355898D2811}"/>
              </a:ext>
            </a:extLst>
          </p:cNvPr>
          <p:cNvSpPr>
            <a:spLocks noGrp="1"/>
          </p:cNvSpPr>
          <p:nvPr/>
        </p:nvSpPr>
        <p:spPr>
          <a:xfrm>
            <a:off x="3070687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2" name="F2_precision_recall_distributions_4246">
            <a:extLst>
              <a:ext uri="{FF2B5EF4-FFF2-40B4-BE49-F238E27FC236}">
                <a16:creationId xmlns:a16="http://schemas.microsoft.com/office/drawing/2014/main" id="{9AE14F8E-7CB0-4B1E-98CB-C85E153F2B5D}"/>
              </a:ext>
            </a:extLst>
          </p:cNvPr>
          <p:cNvSpPr>
            <a:spLocks noGrp="1"/>
          </p:cNvSpPr>
          <p:nvPr/>
        </p:nvSpPr>
        <p:spPr>
          <a:xfrm>
            <a:off x="290284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3" name="F2_precision_recall_distributions_4247">
            <a:extLst>
              <a:ext uri="{FF2B5EF4-FFF2-40B4-BE49-F238E27FC236}">
                <a16:creationId xmlns:a16="http://schemas.microsoft.com/office/drawing/2014/main" id="{1BDEC32C-FD8F-4F9C-B769-22D69D7A1E48}"/>
              </a:ext>
            </a:extLst>
          </p:cNvPr>
          <p:cNvSpPr>
            <a:spLocks noGrp="1"/>
          </p:cNvSpPr>
          <p:nvPr/>
        </p:nvSpPr>
        <p:spPr>
          <a:xfrm>
            <a:off x="284183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4" name="F2_precision_recall_distributions_4248">
            <a:extLst>
              <a:ext uri="{FF2B5EF4-FFF2-40B4-BE49-F238E27FC236}">
                <a16:creationId xmlns:a16="http://schemas.microsoft.com/office/drawing/2014/main" id="{6D2A6638-B830-4FA1-977B-D310DBEE7C84}"/>
              </a:ext>
            </a:extLst>
          </p:cNvPr>
          <p:cNvSpPr>
            <a:spLocks noGrp="1"/>
          </p:cNvSpPr>
          <p:nvPr/>
        </p:nvSpPr>
        <p:spPr>
          <a:xfrm>
            <a:off x="2829592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5" name="F2_precision_recall_distributions_4249">
            <a:extLst>
              <a:ext uri="{FF2B5EF4-FFF2-40B4-BE49-F238E27FC236}">
                <a16:creationId xmlns:a16="http://schemas.microsoft.com/office/drawing/2014/main" id="{C6550C5C-6493-4E61-9A4F-A2CD37F8A78E}"/>
              </a:ext>
            </a:extLst>
          </p:cNvPr>
          <p:cNvSpPr>
            <a:spLocks noGrp="1"/>
          </p:cNvSpPr>
          <p:nvPr/>
        </p:nvSpPr>
        <p:spPr>
          <a:xfrm>
            <a:off x="283732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6" name="F2_precision_recall_distributions_4250">
            <a:extLst>
              <a:ext uri="{FF2B5EF4-FFF2-40B4-BE49-F238E27FC236}">
                <a16:creationId xmlns:a16="http://schemas.microsoft.com/office/drawing/2014/main" id="{B440A444-2E44-4F41-B067-0F84B457FA61}"/>
              </a:ext>
            </a:extLst>
          </p:cNvPr>
          <p:cNvSpPr>
            <a:spLocks noGrp="1"/>
          </p:cNvSpPr>
          <p:nvPr/>
        </p:nvSpPr>
        <p:spPr>
          <a:xfrm>
            <a:off x="312156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7" name="F2_precision_recall_distributions_4251">
            <a:extLst>
              <a:ext uri="{FF2B5EF4-FFF2-40B4-BE49-F238E27FC236}">
                <a16:creationId xmlns:a16="http://schemas.microsoft.com/office/drawing/2014/main" id="{82455531-5570-4AB8-A6B3-FA4AE2DD99A1}"/>
              </a:ext>
            </a:extLst>
          </p:cNvPr>
          <p:cNvSpPr>
            <a:spLocks noGrp="1"/>
          </p:cNvSpPr>
          <p:nvPr/>
        </p:nvSpPr>
        <p:spPr>
          <a:xfrm>
            <a:off x="296448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8" name="F2_precision_recall_distributions_4252">
            <a:extLst>
              <a:ext uri="{FF2B5EF4-FFF2-40B4-BE49-F238E27FC236}">
                <a16:creationId xmlns:a16="http://schemas.microsoft.com/office/drawing/2014/main" id="{871D84EB-2099-40EA-9E69-4F9AFE2B1D44}"/>
              </a:ext>
            </a:extLst>
          </p:cNvPr>
          <p:cNvSpPr>
            <a:spLocks noGrp="1"/>
          </p:cNvSpPr>
          <p:nvPr/>
        </p:nvSpPr>
        <p:spPr>
          <a:xfrm>
            <a:off x="3006588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9" name="F2_precision_recall_distributions_4253">
            <a:extLst>
              <a:ext uri="{FF2B5EF4-FFF2-40B4-BE49-F238E27FC236}">
                <a16:creationId xmlns:a16="http://schemas.microsoft.com/office/drawing/2014/main" id="{83F5B7E1-C1DA-4F47-840C-2AB03762DF6C}"/>
              </a:ext>
            </a:extLst>
          </p:cNvPr>
          <p:cNvSpPr>
            <a:spLocks noGrp="1"/>
          </p:cNvSpPr>
          <p:nvPr/>
        </p:nvSpPr>
        <p:spPr>
          <a:xfrm>
            <a:off x="3182499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0" name="F2_precision_recall_distributions_4254">
            <a:extLst>
              <a:ext uri="{FF2B5EF4-FFF2-40B4-BE49-F238E27FC236}">
                <a16:creationId xmlns:a16="http://schemas.microsoft.com/office/drawing/2014/main" id="{F7CEE6FF-E36C-4C32-8CA0-B9AF9C3DF5C2}"/>
              </a:ext>
            </a:extLst>
          </p:cNvPr>
          <p:cNvSpPr>
            <a:spLocks noGrp="1"/>
          </p:cNvSpPr>
          <p:nvPr/>
        </p:nvSpPr>
        <p:spPr>
          <a:xfrm>
            <a:off x="301541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1" name="F2_precision_recall_distributions_4255">
            <a:extLst>
              <a:ext uri="{FF2B5EF4-FFF2-40B4-BE49-F238E27FC236}">
                <a16:creationId xmlns:a16="http://schemas.microsoft.com/office/drawing/2014/main" id="{46FE0263-6532-4632-9433-952E38EC07DF}"/>
              </a:ext>
            </a:extLst>
          </p:cNvPr>
          <p:cNvSpPr>
            <a:spLocks noGrp="1"/>
          </p:cNvSpPr>
          <p:nvPr/>
        </p:nvSpPr>
        <p:spPr>
          <a:xfrm>
            <a:off x="298257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2" name="F2_precision_recall_distributions_4256">
            <a:extLst>
              <a:ext uri="{FF2B5EF4-FFF2-40B4-BE49-F238E27FC236}">
                <a16:creationId xmlns:a16="http://schemas.microsoft.com/office/drawing/2014/main" id="{61FE3F70-61F6-4E19-9C36-4C4C4F09AB5F}"/>
              </a:ext>
            </a:extLst>
          </p:cNvPr>
          <p:cNvSpPr>
            <a:spLocks noGrp="1"/>
          </p:cNvSpPr>
          <p:nvPr/>
        </p:nvSpPr>
        <p:spPr>
          <a:xfrm>
            <a:off x="2904433" y="30931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3" name="F2_precision_recall_distributions_4257">
            <a:extLst>
              <a:ext uri="{FF2B5EF4-FFF2-40B4-BE49-F238E27FC236}">
                <a16:creationId xmlns:a16="http://schemas.microsoft.com/office/drawing/2014/main" id="{BDF75DB8-B750-4EA3-AF1B-A3A1A2F205B3}"/>
              </a:ext>
            </a:extLst>
          </p:cNvPr>
          <p:cNvSpPr>
            <a:spLocks noGrp="1"/>
          </p:cNvSpPr>
          <p:nvPr/>
        </p:nvSpPr>
        <p:spPr>
          <a:xfrm>
            <a:off x="2837204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4" name="F2_precision_recall_distributions_4258">
            <a:extLst>
              <a:ext uri="{FF2B5EF4-FFF2-40B4-BE49-F238E27FC236}">
                <a16:creationId xmlns:a16="http://schemas.microsoft.com/office/drawing/2014/main" id="{E047A680-BAA8-4151-BF83-47DA1D112528}"/>
              </a:ext>
            </a:extLst>
          </p:cNvPr>
          <p:cNvSpPr>
            <a:spLocks noGrp="1"/>
          </p:cNvSpPr>
          <p:nvPr/>
        </p:nvSpPr>
        <p:spPr>
          <a:xfrm>
            <a:off x="2835727" y="30314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5" name="F2_precision_recall_distributions_4259">
            <a:extLst>
              <a:ext uri="{FF2B5EF4-FFF2-40B4-BE49-F238E27FC236}">
                <a16:creationId xmlns:a16="http://schemas.microsoft.com/office/drawing/2014/main" id="{B6F50A96-7C88-4E24-8B17-8CBFF3F1C9F9}"/>
              </a:ext>
            </a:extLst>
          </p:cNvPr>
          <p:cNvSpPr>
            <a:spLocks noGrp="1"/>
          </p:cNvSpPr>
          <p:nvPr/>
        </p:nvSpPr>
        <p:spPr>
          <a:xfrm>
            <a:off x="293779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6" name="F2_precision_recall_distributions_4260">
            <a:extLst>
              <a:ext uri="{FF2B5EF4-FFF2-40B4-BE49-F238E27FC236}">
                <a16:creationId xmlns:a16="http://schemas.microsoft.com/office/drawing/2014/main" id="{35E5CCAE-EEBF-4145-AF02-D015331F287D}"/>
              </a:ext>
            </a:extLst>
          </p:cNvPr>
          <p:cNvSpPr>
            <a:spLocks noGrp="1"/>
          </p:cNvSpPr>
          <p:nvPr/>
        </p:nvSpPr>
        <p:spPr>
          <a:xfrm>
            <a:off x="293087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7" name="F2_precision_recall_distributions_4261">
            <a:extLst>
              <a:ext uri="{FF2B5EF4-FFF2-40B4-BE49-F238E27FC236}">
                <a16:creationId xmlns:a16="http://schemas.microsoft.com/office/drawing/2014/main" id="{F7B96EFD-5002-4196-B3FB-EB2B9F6CED4D}"/>
              </a:ext>
            </a:extLst>
          </p:cNvPr>
          <p:cNvSpPr>
            <a:spLocks noGrp="1"/>
          </p:cNvSpPr>
          <p:nvPr/>
        </p:nvSpPr>
        <p:spPr>
          <a:xfrm>
            <a:off x="285033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8" name="F2_precision_recall_distributions_4262">
            <a:extLst>
              <a:ext uri="{FF2B5EF4-FFF2-40B4-BE49-F238E27FC236}">
                <a16:creationId xmlns:a16="http://schemas.microsoft.com/office/drawing/2014/main" id="{68C5D712-CA37-4B84-A00E-6C7A2FA17466}"/>
              </a:ext>
            </a:extLst>
          </p:cNvPr>
          <p:cNvSpPr>
            <a:spLocks noGrp="1"/>
          </p:cNvSpPr>
          <p:nvPr/>
        </p:nvSpPr>
        <p:spPr>
          <a:xfrm>
            <a:off x="307993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9" name="F2_precision_recall_distributions_4263">
            <a:extLst>
              <a:ext uri="{FF2B5EF4-FFF2-40B4-BE49-F238E27FC236}">
                <a16:creationId xmlns:a16="http://schemas.microsoft.com/office/drawing/2014/main" id="{DD06679C-F5A4-4C08-B3E2-92D15F6DDBCE}"/>
              </a:ext>
            </a:extLst>
          </p:cNvPr>
          <p:cNvSpPr>
            <a:spLocks noGrp="1"/>
          </p:cNvSpPr>
          <p:nvPr/>
        </p:nvSpPr>
        <p:spPr>
          <a:xfrm>
            <a:off x="289091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0" name="F2_precision_recall_distributions_4264">
            <a:extLst>
              <a:ext uri="{FF2B5EF4-FFF2-40B4-BE49-F238E27FC236}">
                <a16:creationId xmlns:a16="http://schemas.microsoft.com/office/drawing/2014/main" id="{6D91E929-0E76-4BAD-A3DA-9D2885EAB868}"/>
              </a:ext>
            </a:extLst>
          </p:cNvPr>
          <p:cNvSpPr>
            <a:spLocks noGrp="1"/>
          </p:cNvSpPr>
          <p:nvPr/>
        </p:nvSpPr>
        <p:spPr>
          <a:xfrm>
            <a:off x="2847944" y="311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1" name="F2_precision_recall_distributions_4265">
            <a:extLst>
              <a:ext uri="{FF2B5EF4-FFF2-40B4-BE49-F238E27FC236}">
                <a16:creationId xmlns:a16="http://schemas.microsoft.com/office/drawing/2014/main" id="{CA32EAC2-7F63-4C8B-B24E-4649DA7A538A}"/>
              </a:ext>
            </a:extLst>
          </p:cNvPr>
          <p:cNvSpPr>
            <a:spLocks noGrp="1"/>
          </p:cNvSpPr>
          <p:nvPr/>
        </p:nvSpPr>
        <p:spPr>
          <a:xfrm>
            <a:off x="2900143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2" name="F2_precision_recall_distributions_4266">
            <a:extLst>
              <a:ext uri="{FF2B5EF4-FFF2-40B4-BE49-F238E27FC236}">
                <a16:creationId xmlns:a16="http://schemas.microsoft.com/office/drawing/2014/main" id="{620F52C5-057E-48E0-9851-FC31E6C8E42B}"/>
              </a:ext>
            </a:extLst>
          </p:cNvPr>
          <p:cNvSpPr>
            <a:spLocks noGrp="1"/>
          </p:cNvSpPr>
          <p:nvPr/>
        </p:nvSpPr>
        <p:spPr>
          <a:xfrm>
            <a:off x="2910024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3" name="F2_precision_recall_distributions_4267">
            <a:extLst>
              <a:ext uri="{FF2B5EF4-FFF2-40B4-BE49-F238E27FC236}">
                <a16:creationId xmlns:a16="http://schemas.microsoft.com/office/drawing/2014/main" id="{843B9ED6-7850-4EDE-AB13-62F1EC0C587A}"/>
              </a:ext>
            </a:extLst>
          </p:cNvPr>
          <p:cNvSpPr>
            <a:spLocks noGrp="1"/>
          </p:cNvSpPr>
          <p:nvPr/>
        </p:nvSpPr>
        <p:spPr>
          <a:xfrm>
            <a:off x="290081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4" name="F2_precision_recall_distributions_4268">
            <a:extLst>
              <a:ext uri="{FF2B5EF4-FFF2-40B4-BE49-F238E27FC236}">
                <a16:creationId xmlns:a16="http://schemas.microsoft.com/office/drawing/2014/main" id="{5141057D-3271-481B-8323-737A37E67F5E}"/>
              </a:ext>
            </a:extLst>
          </p:cNvPr>
          <p:cNvSpPr>
            <a:spLocks noGrp="1"/>
          </p:cNvSpPr>
          <p:nvPr/>
        </p:nvSpPr>
        <p:spPr>
          <a:xfrm>
            <a:off x="3117862" y="32307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5" name="F2_precision_recall_distributions_4269">
            <a:extLst>
              <a:ext uri="{FF2B5EF4-FFF2-40B4-BE49-F238E27FC236}">
                <a16:creationId xmlns:a16="http://schemas.microsoft.com/office/drawing/2014/main" id="{A1754531-D60B-4D1A-BFC7-59FF38582DD6}"/>
              </a:ext>
            </a:extLst>
          </p:cNvPr>
          <p:cNvSpPr>
            <a:spLocks noGrp="1"/>
          </p:cNvSpPr>
          <p:nvPr/>
        </p:nvSpPr>
        <p:spPr>
          <a:xfrm>
            <a:off x="2984043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6" name="F2_precision_recall_distributions_4270">
            <a:extLst>
              <a:ext uri="{FF2B5EF4-FFF2-40B4-BE49-F238E27FC236}">
                <a16:creationId xmlns:a16="http://schemas.microsoft.com/office/drawing/2014/main" id="{96A2CE4D-E7EC-494A-B9D8-EE18BD332743}"/>
              </a:ext>
            </a:extLst>
          </p:cNvPr>
          <p:cNvSpPr>
            <a:spLocks noGrp="1"/>
          </p:cNvSpPr>
          <p:nvPr/>
        </p:nvSpPr>
        <p:spPr>
          <a:xfrm>
            <a:off x="318163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7" name="F2_precision_recall_distributions_4271">
            <a:extLst>
              <a:ext uri="{FF2B5EF4-FFF2-40B4-BE49-F238E27FC236}">
                <a16:creationId xmlns:a16="http://schemas.microsoft.com/office/drawing/2014/main" id="{3F895A20-A946-4366-A869-DB6FC3E86AB1}"/>
              </a:ext>
            </a:extLst>
          </p:cNvPr>
          <p:cNvSpPr>
            <a:spLocks noGrp="1"/>
          </p:cNvSpPr>
          <p:nvPr/>
        </p:nvSpPr>
        <p:spPr>
          <a:xfrm>
            <a:off x="3067655" y="29182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8" name="F2_precision_recall_distributions_4272">
            <a:extLst>
              <a:ext uri="{FF2B5EF4-FFF2-40B4-BE49-F238E27FC236}">
                <a16:creationId xmlns:a16="http://schemas.microsoft.com/office/drawing/2014/main" id="{CAA0F1D9-6B7F-4CDC-BCAB-82A4CD878FBE}"/>
              </a:ext>
            </a:extLst>
          </p:cNvPr>
          <p:cNvSpPr>
            <a:spLocks noGrp="1"/>
          </p:cNvSpPr>
          <p:nvPr/>
        </p:nvSpPr>
        <p:spPr>
          <a:xfrm>
            <a:off x="3084114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9" name="F2_precision_recall_distributions_4273">
            <a:extLst>
              <a:ext uri="{FF2B5EF4-FFF2-40B4-BE49-F238E27FC236}">
                <a16:creationId xmlns:a16="http://schemas.microsoft.com/office/drawing/2014/main" id="{793E0674-987C-4165-A784-2F810F48C64D}"/>
              </a:ext>
            </a:extLst>
          </p:cNvPr>
          <p:cNvSpPr>
            <a:spLocks noGrp="1"/>
          </p:cNvSpPr>
          <p:nvPr/>
        </p:nvSpPr>
        <p:spPr>
          <a:xfrm>
            <a:off x="307331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0" name="F2_precision_recall_distributions_4274">
            <a:extLst>
              <a:ext uri="{FF2B5EF4-FFF2-40B4-BE49-F238E27FC236}">
                <a16:creationId xmlns:a16="http://schemas.microsoft.com/office/drawing/2014/main" id="{347B3169-A62C-45C2-AAED-D350298148EE}"/>
              </a:ext>
            </a:extLst>
          </p:cNvPr>
          <p:cNvSpPr>
            <a:spLocks noGrp="1"/>
          </p:cNvSpPr>
          <p:nvPr/>
        </p:nvSpPr>
        <p:spPr>
          <a:xfrm>
            <a:off x="314581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1" name="F2_precision_recall_distributions_4275">
            <a:extLst>
              <a:ext uri="{FF2B5EF4-FFF2-40B4-BE49-F238E27FC236}">
                <a16:creationId xmlns:a16="http://schemas.microsoft.com/office/drawing/2014/main" id="{87F275D1-50E5-463F-94E4-617C98A0948C}"/>
              </a:ext>
            </a:extLst>
          </p:cNvPr>
          <p:cNvSpPr>
            <a:spLocks noGrp="1"/>
          </p:cNvSpPr>
          <p:nvPr/>
        </p:nvSpPr>
        <p:spPr>
          <a:xfrm>
            <a:off x="3116648" y="33143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2" name="F2_precision_recall_distributions_4276">
            <a:extLst>
              <a:ext uri="{FF2B5EF4-FFF2-40B4-BE49-F238E27FC236}">
                <a16:creationId xmlns:a16="http://schemas.microsoft.com/office/drawing/2014/main" id="{E3022E3F-7210-4E30-A8B2-8FD312A5F8AA}"/>
              </a:ext>
            </a:extLst>
          </p:cNvPr>
          <p:cNvSpPr>
            <a:spLocks noGrp="1"/>
          </p:cNvSpPr>
          <p:nvPr/>
        </p:nvSpPr>
        <p:spPr>
          <a:xfrm>
            <a:off x="309100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3" name="F2_precision_recall_distributions_4277">
            <a:extLst>
              <a:ext uri="{FF2B5EF4-FFF2-40B4-BE49-F238E27FC236}">
                <a16:creationId xmlns:a16="http://schemas.microsoft.com/office/drawing/2014/main" id="{116D5EA8-9012-413E-ADE1-A1F2C1DED7C2}"/>
              </a:ext>
            </a:extLst>
          </p:cNvPr>
          <p:cNvSpPr>
            <a:spLocks noGrp="1"/>
          </p:cNvSpPr>
          <p:nvPr/>
        </p:nvSpPr>
        <p:spPr>
          <a:xfrm>
            <a:off x="3166169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4" name="F2_precision_recall_distributions_4278">
            <a:extLst>
              <a:ext uri="{FF2B5EF4-FFF2-40B4-BE49-F238E27FC236}">
                <a16:creationId xmlns:a16="http://schemas.microsoft.com/office/drawing/2014/main" id="{797C8FF4-EFEB-429D-9569-A85F7E6ED7A5}"/>
              </a:ext>
            </a:extLst>
          </p:cNvPr>
          <p:cNvSpPr>
            <a:spLocks noGrp="1"/>
          </p:cNvSpPr>
          <p:nvPr/>
        </p:nvSpPr>
        <p:spPr>
          <a:xfrm>
            <a:off x="308469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5" name="F2_precision_recall_distributions_4279">
            <a:extLst>
              <a:ext uri="{FF2B5EF4-FFF2-40B4-BE49-F238E27FC236}">
                <a16:creationId xmlns:a16="http://schemas.microsoft.com/office/drawing/2014/main" id="{714D1AA6-A752-49BF-86AF-50C1C6EC3D28}"/>
              </a:ext>
            </a:extLst>
          </p:cNvPr>
          <p:cNvSpPr>
            <a:spLocks noGrp="1"/>
          </p:cNvSpPr>
          <p:nvPr/>
        </p:nvSpPr>
        <p:spPr>
          <a:xfrm>
            <a:off x="311075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6" name="F2_precision_recall_distributions_4280">
            <a:extLst>
              <a:ext uri="{FF2B5EF4-FFF2-40B4-BE49-F238E27FC236}">
                <a16:creationId xmlns:a16="http://schemas.microsoft.com/office/drawing/2014/main" id="{7866D47B-B072-4EC4-A6C3-B61809A0AE5E}"/>
              </a:ext>
            </a:extLst>
          </p:cNvPr>
          <p:cNvSpPr>
            <a:spLocks noGrp="1"/>
          </p:cNvSpPr>
          <p:nvPr/>
        </p:nvSpPr>
        <p:spPr>
          <a:xfrm>
            <a:off x="2940480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7" name="F2_precision_recall_distributions_4281">
            <a:extLst>
              <a:ext uri="{FF2B5EF4-FFF2-40B4-BE49-F238E27FC236}">
                <a16:creationId xmlns:a16="http://schemas.microsoft.com/office/drawing/2014/main" id="{53146773-F907-4980-AD5E-0DFCFC870223}"/>
              </a:ext>
            </a:extLst>
          </p:cNvPr>
          <p:cNvSpPr>
            <a:spLocks noGrp="1"/>
          </p:cNvSpPr>
          <p:nvPr/>
        </p:nvSpPr>
        <p:spPr>
          <a:xfrm>
            <a:off x="288754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8" name="F2_precision_recall_distributions_4282">
            <a:extLst>
              <a:ext uri="{FF2B5EF4-FFF2-40B4-BE49-F238E27FC236}">
                <a16:creationId xmlns:a16="http://schemas.microsoft.com/office/drawing/2014/main" id="{4B6045A9-31CB-4CFD-9081-26B81D04EC2E}"/>
              </a:ext>
            </a:extLst>
          </p:cNvPr>
          <p:cNvSpPr>
            <a:spLocks noGrp="1"/>
          </p:cNvSpPr>
          <p:nvPr/>
        </p:nvSpPr>
        <p:spPr>
          <a:xfrm>
            <a:off x="3095967" y="34679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9" name="F2_precision_recall_distributions_4283">
            <a:extLst>
              <a:ext uri="{FF2B5EF4-FFF2-40B4-BE49-F238E27FC236}">
                <a16:creationId xmlns:a16="http://schemas.microsoft.com/office/drawing/2014/main" id="{A15B2D4C-F8FE-4F40-9898-98E393E89166}"/>
              </a:ext>
            </a:extLst>
          </p:cNvPr>
          <p:cNvSpPr>
            <a:spLocks noGrp="1"/>
          </p:cNvSpPr>
          <p:nvPr/>
        </p:nvSpPr>
        <p:spPr>
          <a:xfrm>
            <a:off x="3110183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0" name="F2_precision_recall_distributions_4284">
            <a:extLst>
              <a:ext uri="{FF2B5EF4-FFF2-40B4-BE49-F238E27FC236}">
                <a16:creationId xmlns:a16="http://schemas.microsoft.com/office/drawing/2014/main" id="{0DC96B57-3E75-4E3A-8433-9ED5083900BE}"/>
              </a:ext>
            </a:extLst>
          </p:cNvPr>
          <p:cNvSpPr>
            <a:spLocks noGrp="1"/>
          </p:cNvSpPr>
          <p:nvPr/>
        </p:nvSpPr>
        <p:spPr>
          <a:xfrm>
            <a:off x="3009540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1" name="F2_precision_recall_distributions_4285">
            <a:extLst>
              <a:ext uri="{FF2B5EF4-FFF2-40B4-BE49-F238E27FC236}">
                <a16:creationId xmlns:a16="http://schemas.microsoft.com/office/drawing/2014/main" id="{B278D09E-7345-4576-95FE-EA68E8F1D5E6}"/>
              </a:ext>
            </a:extLst>
          </p:cNvPr>
          <p:cNvSpPr>
            <a:spLocks noGrp="1"/>
          </p:cNvSpPr>
          <p:nvPr/>
        </p:nvSpPr>
        <p:spPr>
          <a:xfrm>
            <a:off x="310267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2" name="F2_precision_recall_distributions_4286">
            <a:extLst>
              <a:ext uri="{FF2B5EF4-FFF2-40B4-BE49-F238E27FC236}">
                <a16:creationId xmlns:a16="http://schemas.microsoft.com/office/drawing/2014/main" id="{199A35D0-7717-4226-A250-DB999CB7F2A0}"/>
              </a:ext>
            </a:extLst>
          </p:cNvPr>
          <p:cNvSpPr>
            <a:spLocks noGrp="1"/>
          </p:cNvSpPr>
          <p:nvPr/>
        </p:nvSpPr>
        <p:spPr>
          <a:xfrm>
            <a:off x="2883175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3" name="F2_precision_recall_distributions_4287">
            <a:extLst>
              <a:ext uri="{FF2B5EF4-FFF2-40B4-BE49-F238E27FC236}">
                <a16:creationId xmlns:a16="http://schemas.microsoft.com/office/drawing/2014/main" id="{E17161D2-42AB-44A8-8BE9-907F3F892B69}"/>
              </a:ext>
            </a:extLst>
          </p:cNvPr>
          <p:cNvSpPr>
            <a:spLocks noGrp="1"/>
          </p:cNvSpPr>
          <p:nvPr/>
        </p:nvSpPr>
        <p:spPr>
          <a:xfrm>
            <a:off x="2857794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4" name="F2_precision_recall_distributions_4288">
            <a:extLst>
              <a:ext uri="{FF2B5EF4-FFF2-40B4-BE49-F238E27FC236}">
                <a16:creationId xmlns:a16="http://schemas.microsoft.com/office/drawing/2014/main" id="{451678E5-FC82-4B3F-A0FE-5DDA0C06A24D}"/>
              </a:ext>
            </a:extLst>
          </p:cNvPr>
          <p:cNvSpPr>
            <a:spLocks noGrp="1"/>
          </p:cNvSpPr>
          <p:nvPr/>
        </p:nvSpPr>
        <p:spPr>
          <a:xfrm>
            <a:off x="2849545" y="34108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5" name="F2_precision_recall_distributions_4289">
            <a:extLst>
              <a:ext uri="{FF2B5EF4-FFF2-40B4-BE49-F238E27FC236}">
                <a16:creationId xmlns:a16="http://schemas.microsoft.com/office/drawing/2014/main" id="{14E197C7-FABB-4B25-9E73-C2FA85D797F6}"/>
              </a:ext>
            </a:extLst>
          </p:cNvPr>
          <p:cNvSpPr>
            <a:spLocks noGrp="1"/>
          </p:cNvSpPr>
          <p:nvPr/>
        </p:nvSpPr>
        <p:spPr>
          <a:xfrm>
            <a:off x="308644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6" name="F2_precision_recall_distributions_4290">
            <a:extLst>
              <a:ext uri="{FF2B5EF4-FFF2-40B4-BE49-F238E27FC236}">
                <a16:creationId xmlns:a16="http://schemas.microsoft.com/office/drawing/2014/main" id="{C7483E03-FE01-4FA9-95E9-9CFD07E2EEF3}"/>
              </a:ext>
            </a:extLst>
          </p:cNvPr>
          <p:cNvSpPr>
            <a:spLocks noGrp="1"/>
          </p:cNvSpPr>
          <p:nvPr/>
        </p:nvSpPr>
        <p:spPr>
          <a:xfrm>
            <a:off x="2826506" y="30637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7" name="F2_precision_recall_distributions_4291">
            <a:extLst>
              <a:ext uri="{FF2B5EF4-FFF2-40B4-BE49-F238E27FC236}">
                <a16:creationId xmlns:a16="http://schemas.microsoft.com/office/drawing/2014/main" id="{EEDD3BBF-C5CE-4055-922D-3F732B304889}"/>
              </a:ext>
            </a:extLst>
          </p:cNvPr>
          <p:cNvSpPr>
            <a:spLocks noGrp="1"/>
          </p:cNvSpPr>
          <p:nvPr/>
        </p:nvSpPr>
        <p:spPr>
          <a:xfrm>
            <a:off x="3129762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8" name="F2_precision_recall_distributions_4292">
            <a:extLst>
              <a:ext uri="{FF2B5EF4-FFF2-40B4-BE49-F238E27FC236}">
                <a16:creationId xmlns:a16="http://schemas.microsoft.com/office/drawing/2014/main" id="{C0FE8FEA-7241-49E5-8CBF-0C18AD06F88A}"/>
              </a:ext>
            </a:extLst>
          </p:cNvPr>
          <p:cNvSpPr>
            <a:spLocks noGrp="1"/>
          </p:cNvSpPr>
          <p:nvPr/>
        </p:nvSpPr>
        <p:spPr>
          <a:xfrm>
            <a:off x="311518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9" name="F2_precision_recall_distributions_4293">
            <a:extLst>
              <a:ext uri="{FF2B5EF4-FFF2-40B4-BE49-F238E27FC236}">
                <a16:creationId xmlns:a16="http://schemas.microsoft.com/office/drawing/2014/main" id="{F111500D-9D7E-4587-8C70-875984F01973}"/>
              </a:ext>
            </a:extLst>
          </p:cNvPr>
          <p:cNvSpPr>
            <a:spLocks noGrp="1"/>
          </p:cNvSpPr>
          <p:nvPr/>
        </p:nvSpPr>
        <p:spPr>
          <a:xfrm>
            <a:off x="296827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0" name="F2_precision_recall_distributions_4294">
            <a:extLst>
              <a:ext uri="{FF2B5EF4-FFF2-40B4-BE49-F238E27FC236}">
                <a16:creationId xmlns:a16="http://schemas.microsoft.com/office/drawing/2014/main" id="{AA3345A8-76AA-4CC5-BB30-8D4488BD7033}"/>
              </a:ext>
            </a:extLst>
          </p:cNvPr>
          <p:cNvSpPr>
            <a:spLocks noGrp="1"/>
          </p:cNvSpPr>
          <p:nvPr/>
        </p:nvSpPr>
        <p:spPr>
          <a:xfrm>
            <a:off x="3124265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1" name="F2_precision_recall_distributions_4295">
            <a:extLst>
              <a:ext uri="{FF2B5EF4-FFF2-40B4-BE49-F238E27FC236}">
                <a16:creationId xmlns:a16="http://schemas.microsoft.com/office/drawing/2014/main" id="{A727FFB2-D87F-45EE-9B3B-4C7DEB712711}"/>
              </a:ext>
            </a:extLst>
          </p:cNvPr>
          <p:cNvSpPr>
            <a:spLocks noGrp="1"/>
          </p:cNvSpPr>
          <p:nvPr/>
        </p:nvSpPr>
        <p:spPr>
          <a:xfrm>
            <a:off x="3047687" y="29829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2" name="F2_precision_recall_distributions_4296">
            <a:extLst>
              <a:ext uri="{FF2B5EF4-FFF2-40B4-BE49-F238E27FC236}">
                <a16:creationId xmlns:a16="http://schemas.microsoft.com/office/drawing/2014/main" id="{914594A3-ACA4-477A-92A0-96209B6EFE02}"/>
              </a:ext>
            </a:extLst>
          </p:cNvPr>
          <p:cNvSpPr>
            <a:spLocks noGrp="1"/>
          </p:cNvSpPr>
          <p:nvPr/>
        </p:nvSpPr>
        <p:spPr>
          <a:xfrm>
            <a:off x="2856753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3" name="F2_precision_recall_distributions_4297">
            <a:extLst>
              <a:ext uri="{FF2B5EF4-FFF2-40B4-BE49-F238E27FC236}">
                <a16:creationId xmlns:a16="http://schemas.microsoft.com/office/drawing/2014/main" id="{9118CABE-F8A1-4AAD-83B4-E86F01C02292}"/>
              </a:ext>
            </a:extLst>
          </p:cNvPr>
          <p:cNvSpPr>
            <a:spLocks noGrp="1"/>
          </p:cNvSpPr>
          <p:nvPr/>
        </p:nvSpPr>
        <p:spPr>
          <a:xfrm>
            <a:off x="317126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4" name="F2_precision_recall_distributions_4298">
            <a:extLst>
              <a:ext uri="{FF2B5EF4-FFF2-40B4-BE49-F238E27FC236}">
                <a16:creationId xmlns:a16="http://schemas.microsoft.com/office/drawing/2014/main" id="{650CCED6-CF70-42FE-A2F8-D2B0F9808BD8}"/>
              </a:ext>
            </a:extLst>
          </p:cNvPr>
          <p:cNvSpPr>
            <a:spLocks noGrp="1"/>
          </p:cNvSpPr>
          <p:nvPr/>
        </p:nvSpPr>
        <p:spPr>
          <a:xfrm>
            <a:off x="2935034" y="31269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5" name="F2_precision_recall_distributions_4299">
            <a:extLst>
              <a:ext uri="{FF2B5EF4-FFF2-40B4-BE49-F238E27FC236}">
                <a16:creationId xmlns:a16="http://schemas.microsoft.com/office/drawing/2014/main" id="{EFDC16A2-CF29-48E3-98B5-7B9EDB6458E0}"/>
              </a:ext>
            </a:extLst>
          </p:cNvPr>
          <p:cNvSpPr>
            <a:spLocks noGrp="1"/>
          </p:cNvSpPr>
          <p:nvPr/>
        </p:nvSpPr>
        <p:spPr>
          <a:xfrm>
            <a:off x="284620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6" name="F2_precision_recall_distributions_4300">
            <a:extLst>
              <a:ext uri="{FF2B5EF4-FFF2-40B4-BE49-F238E27FC236}">
                <a16:creationId xmlns:a16="http://schemas.microsoft.com/office/drawing/2014/main" id="{37C68981-96CA-418C-A007-0D75CC3DE5DE}"/>
              </a:ext>
            </a:extLst>
          </p:cNvPr>
          <p:cNvSpPr>
            <a:spLocks noGrp="1"/>
          </p:cNvSpPr>
          <p:nvPr/>
        </p:nvSpPr>
        <p:spPr>
          <a:xfrm>
            <a:off x="314962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7" name="F2_precision_recall_distributions_4301">
            <a:extLst>
              <a:ext uri="{FF2B5EF4-FFF2-40B4-BE49-F238E27FC236}">
                <a16:creationId xmlns:a16="http://schemas.microsoft.com/office/drawing/2014/main" id="{448CA80D-D0B7-41AD-9F88-B54FEAD2BC88}"/>
              </a:ext>
            </a:extLst>
          </p:cNvPr>
          <p:cNvSpPr>
            <a:spLocks noGrp="1"/>
          </p:cNvSpPr>
          <p:nvPr/>
        </p:nvSpPr>
        <p:spPr>
          <a:xfrm>
            <a:off x="3842873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108" y="842186"/>
                </a:lnTo>
                <a:lnTo>
                  <a:pt x="19948" y="835606"/>
                </a:lnTo>
                <a:lnTo>
                  <a:pt x="43145" y="829027"/>
                </a:lnTo>
                <a:lnTo>
                  <a:pt x="72648" y="822447"/>
                </a:lnTo>
                <a:lnTo>
                  <a:pt x="106031" y="815868"/>
                </a:lnTo>
                <a:lnTo>
                  <a:pt x="140826" y="809288"/>
                </a:lnTo>
                <a:lnTo>
                  <a:pt x="174822" y="802708"/>
                </a:lnTo>
                <a:lnTo>
                  <a:pt x="206274" y="796129"/>
                </a:lnTo>
                <a:lnTo>
                  <a:pt x="234014" y="789549"/>
                </a:lnTo>
                <a:lnTo>
                  <a:pt x="257454" y="782970"/>
                </a:lnTo>
                <a:lnTo>
                  <a:pt x="276507" y="776390"/>
                </a:lnTo>
                <a:lnTo>
                  <a:pt x="291457" y="769811"/>
                </a:lnTo>
                <a:lnTo>
                  <a:pt x="302823" y="763231"/>
                </a:lnTo>
                <a:lnTo>
                  <a:pt x="311224" y="756651"/>
                </a:lnTo>
                <a:lnTo>
                  <a:pt x="317287" y="750072"/>
                </a:lnTo>
                <a:lnTo>
                  <a:pt x="321574" y="743492"/>
                </a:lnTo>
                <a:lnTo>
                  <a:pt x="324560" y="736913"/>
                </a:lnTo>
                <a:lnTo>
                  <a:pt x="326616" y="730333"/>
                </a:lnTo>
                <a:lnTo>
                  <a:pt x="328026" y="723754"/>
                </a:lnTo>
                <a:lnTo>
                  <a:pt x="328997" y="717174"/>
                </a:lnTo>
                <a:lnTo>
                  <a:pt x="329681" y="710594"/>
                </a:lnTo>
                <a:lnTo>
                  <a:pt x="330184" y="704015"/>
                </a:lnTo>
                <a:lnTo>
                  <a:pt x="330587" y="697435"/>
                </a:lnTo>
                <a:lnTo>
                  <a:pt x="330945" y="690856"/>
                </a:lnTo>
                <a:lnTo>
                  <a:pt x="331300" y="684276"/>
                </a:lnTo>
                <a:lnTo>
                  <a:pt x="331677" y="677697"/>
                </a:lnTo>
                <a:lnTo>
                  <a:pt x="332089" y="671117"/>
                </a:lnTo>
                <a:lnTo>
                  <a:pt x="332541" y="664537"/>
                </a:lnTo>
                <a:lnTo>
                  <a:pt x="333025" y="657958"/>
                </a:lnTo>
                <a:lnTo>
                  <a:pt x="333525" y="651378"/>
                </a:lnTo>
                <a:lnTo>
                  <a:pt x="334022" y="644799"/>
                </a:lnTo>
                <a:lnTo>
                  <a:pt x="334494" y="638219"/>
                </a:lnTo>
                <a:lnTo>
                  <a:pt x="334922" y="631639"/>
                </a:lnTo>
                <a:lnTo>
                  <a:pt x="335289" y="625060"/>
                </a:lnTo>
                <a:lnTo>
                  <a:pt x="335587" y="618480"/>
                </a:lnTo>
                <a:lnTo>
                  <a:pt x="335815" y="611901"/>
                </a:lnTo>
                <a:lnTo>
                  <a:pt x="335980" y="605321"/>
                </a:lnTo>
                <a:lnTo>
                  <a:pt x="336094" y="598742"/>
                </a:lnTo>
                <a:lnTo>
                  <a:pt x="336173" y="592162"/>
                </a:lnTo>
                <a:lnTo>
                  <a:pt x="336235" y="585582"/>
                </a:lnTo>
                <a:lnTo>
                  <a:pt x="336293" y="579003"/>
                </a:lnTo>
                <a:lnTo>
                  <a:pt x="336361" y="572423"/>
                </a:lnTo>
                <a:lnTo>
                  <a:pt x="336444" y="565844"/>
                </a:lnTo>
                <a:lnTo>
                  <a:pt x="336544" y="559264"/>
                </a:lnTo>
                <a:lnTo>
                  <a:pt x="336659" y="552685"/>
                </a:lnTo>
                <a:lnTo>
                  <a:pt x="336784" y="546105"/>
                </a:lnTo>
                <a:lnTo>
                  <a:pt x="336911" y="539525"/>
                </a:lnTo>
                <a:lnTo>
                  <a:pt x="337033" y="532946"/>
                </a:lnTo>
                <a:lnTo>
                  <a:pt x="337145" y="526366"/>
                </a:lnTo>
                <a:lnTo>
                  <a:pt x="337242" y="519787"/>
                </a:lnTo>
                <a:lnTo>
                  <a:pt x="337322" y="513207"/>
                </a:lnTo>
                <a:lnTo>
                  <a:pt x="337384" y="506627"/>
                </a:lnTo>
                <a:lnTo>
                  <a:pt x="337428" y="500048"/>
                </a:lnTo>
                <a:lnTo>
                  <a:pt x="337456" y="493468"/>
                </a:lnTo>
                <a:lnTo>
                  <a:pt x="337468" y="486889"/>
                </a:lnTo>
                <a:lnTo>
                  <a:pt x="337464" y="480309"/>
                </a:lnTo>
                <a:lnTo>
                  <a:pt x="337445" y="473730"/>
                </a:lnTo>
                <a:lnTo>
                  <a:pt x="337410" y="467150"/>
                </a:lnTo>
                <a:lnTo>
                  <a:pt x="337358" y="460570"/>
                </a:lnTo>
                <a:lnTo>
                  <a:pt x="337288" y="453991"/>
                </a:lnTo>
                <a:lnTo>
                  <a:pt x="337200" y="447411"/>
                </a:lnTo>
                <a:lnTo>
                  <a:pt x="337097" y="440832"/>
                </a:lnTo>
                <a:lnTo>
                  <a:pt x="336981" y="434252"/>
                </a:lnTo>
                <a:lnTo>
                  <a:pt x="336859" y="427673"/>
                </a:lnTo>
                <a:lnTo>
                  <a:pt x="336739" y="421093"/>
                </a:lnTo>
                <a:lnTo>
                  <a:pt x="336629" y="414513"/>
                </a:lnTo>
                <a:lnTo>
                  <a:pt x="336539" y="407934"/>
                </a:lnTo>
                <a:lnTo>
                  <a:pt x="336477" y="401354"/>
                </a:lnTo>
                <a:lnTo>
                  <a:pt x="336450" y="394775"/>
                </a:lnTo>
                <a:lnTo>
                  <a:pt x="336459" y="388195"/>
                </a:lnTo>
                <a:lnTo>
                  <a:pt x="336503" y="381616"/>
                </a:lnTo>
                <a:lnTo>
                  <a:pt x="336579" y="375036"/>
                </a:lnTo>
                <a:lnTo>
                  <a:pt x="336678" y="368456"/>
                </a:lnTo>
                <a:lnTo>
                  <a:pt x="336791" y="361877"/>
                </a:lnTo>
                <a:lnTo>
                  <a:pt x="336909" y="355297"/>
                </a:lnTo>
                <a:lnTo>
                  <a:pt x="337020" y="348718"/>
                </a:lnTo>
                <a:lnTo>
                  <a:pt x="337118" y="342138"/>
                </a:lnTo>
                <a:lnTo>
                  <a:pt x="337196" y="335558"/>
                </a:lnTo>
                <a:lnTo>
                  <a:pt x="337248" y="328979"/>
                </a:lnTo>
                <a:lnTo>
                  <a:pt x="337273" y="322399"/>
                </a:lnTo>
                <a:lnTo>
                  <a:pt x="337268" y="315820"/>
                </a:lnTo>
                <a:lnTo>
                  <a:pt x="337234" y="309240"/>
                </a:lnTo>
                <a:lnTo>
                  <a:pt x="337174" y="302661"/>
                </a:lnTo>
                <a:lnTo>
                  <a:pt x="337089" y="296081"/>
                </a:lnTo>
                <a:lnTo>
                  <a:pt x="336986" y="289501"/>
                </a:lnTo>
                <a:lnTo>
                  <a:pt x="336871" y="282922"/>
                </a:lnTo>
                <a:lnTo>
                  <a:pt x="336754" y="276342"/>
                </a:lnTo>
                <a:lnTo>
                  <a:pt x="336644" y="269763"/>
                </a:lnTo>
                <a:lnTo>
                  <a:pt x="336552" y="263183"/>
                </a:lnTo>
                <a:lnTo>
                  <a:pt x="336485" y="256604"/>
                </a:lnTo>
                <a:lnTo>
                  <a:pt x="336452" y="250024"/>
                </a:lnTo>
                <a:lnTo>
                  <a:pt x="336455" y="243444"/>
                </a:lnTo>
                <a:lnTo>
                  <a:pt x="336494" y="236865"/>
                </a:lnTo>
                <a:lnTo>
                  <a:pt x="336565" y="230285"/>
                </a:lnTo>
                <a:lnTo>
                  <a:pt x="336663" y="223706"/>
                </a:lnTo>
                <a:lnTo>
                  <a:pt x="336777" y="217126"/>
                </a:lnTo>
                <a:lnTo>
                  <a:pt x="336899" y="210546"/>
                </a:lnTo>
                <a:lnTo>
                  <a:pt x="337019" y="203967"/>
                </a:lnTo>
                <a:lnTo>
                  <a:pt x="337132" y="197387"/>
                </a:lnTo>
                <a:lnTo>
                  <a:pt x="337232" y="190808"/>
                </a:lnTo>
                <a:lnTo>
                  <a:pt x="337316" y="184228"/>
                </a:lnTo>
                <a:lnTo>
                  <a:pt x="337383" y="177649"/>
                </a:lnTo>
                <a:lnTo>
                  <a:pt x="337435" y="171069"/>
                </a:lnTo>
                <a:lnTo>
                  <a:pt x="337473" y="164489"/>
                </a:lnTo>
                <a:lnTo>
                  <a:pt x="337500" y="157910"/>
                </a:lnTo>
                <a:lnTo>
                  <a:pt x="337518" y="151330"/>
                </a:lnTo>
                <a:lnTo>
                  <a:pt x="337529" y="144751"/>
                </a:lnTo>
                <a:lnTo>
                  <a:pt x="337535" y="138171"/>
                </a:lnTo>
                <a:lnTo>
                  <a:pt x="337537" y="131592"/>
                </a:lnTo>
                <a:lnTo>
                  <a:pt x="337535" y="125012"/>
                </a:lnTo>
                <a:lnTo>
                  <a:pt x="337528" y="118432"/>
                </a:lnTo>
                <a:lnTo>
                  <a:pt x="337515" y="111853"/>
                </a:lnTo>
                <a:lnTo>
                  <a:pt x="337490" y="105273"/>
                </a:lnTo>
                <a:lnTo>
                  <a:pt x="337451" y="98694"/>
                </a:lnTo>
                <a:lnTo>
                  <a:pt x="337389" y="92114"/>
                </a:lnTo>
                <a:lnTo>
                  <a:pt x="337297" y="85535"/>
                </a:lnTo>
                <a:lnTo>
                  <a:pt x="337165" y="78955"/>
                </a:lnTo>
                <a:lnTo>
                  <a:pt x="336982" y="72375"/>
                </a:lnTo>
                <a:lnTo>
                  <a:pt x="336740" y="65796"/>
                </a:lnTo>
                <a:lnTo>
                  <a:pt x="336434" y="59216"/>
                </a:lnTo>
                <a:lnTo>
                  <a:pt x="336061" y="52637"/>
                </a:lnTo>
                <a:lnTo>
                  <a:pt x="335631" y="46057"/>
                </a:lnTo>
                <a:lnTo>
                  <a:pt x="335159" y="39477"/>
                </a:lnTo>
                <a:lnTo>
                  <a:pt x="334669" y="32898"/>
                </a:lnTo>
                <a:lnTo>
                  <a:pt x="334195" y="26318"/>
                </a:lnTo>
                <a:lnTo>
                  <a:pt x="333772" y="19739"/>
                </a:lnTo>
                <a:lnTo>
                  <a:pt x="333438" y="13159"/>
                </a:lnTo>
                <a:lnTo>
                  <a:pt x="333224" y="6580"/>
                </a:lnTo>
                <a:lnTo>
                  <a:pt x="333150" y="0"/>
                </a:lnTo>
                <a:lnTo>
                  <a:pt x="341946" y="0"/>
                </a:lnTo>
                <a:lnTo>
                  <a:pt x="341946" y="0"/>
                </a:lnTo>
                <a:lnTo>
                  <a:pt x="341873" y="6580"/>
                </a:lnTo>
                <a:lnTo>
                  <a:pt x="341658" y="13159"/>
                </a:lnTo>
                <a:lnTo>
                  <a:pt x="341324" y="19739"/>
                </a:lnTo>
                <a:lnTo>
                  <a:pt x="340902" y="26318"/>
                </a:lnTo>
                <a:lnTo>
                  <a:pt x="340428" y="32898"/>
                </a:lnTo>
                <a:lnTo>
                  <a:pt x="339938" y="39477"/>
                </a:lnTo>
                <a:lnTo>
                  <a:pt x="339465" y="46057"/>
                </a:lnTo>
                <a:lnTo>
                  <a:pt x="339035" y="52637"/>
                </a:lnTo>
                <a:lnTo>
                  <a:pt x="338663" y="59216"/>
                </a:lnTo>
                <a:lnTo>
                  <a:pt x="338356" y="65796"/>
                </a:lnTo>
                <a:lnTo>
                  <a:pt x="338114" y="72375"/>
                </a:lnTo>
                <a:lnTo>
                  <a:pt x="337932" y="78955"/>
                </a:lnTo>
                <a:lnTo>
                  <a:pt x="337799" y="85535"/>
                </a:lnTo>
                <a:lnTo>
                  <a:pt x="337707" y="92114"/>
                </a:lnTo>
                <a:lnTo>
                  <a:pt x="337646" y="98694"/>
                </a:lnTo>
                <a:lnTo>
                  <a:pt x="337606" y="105273"/>
                </a:lnTo>
                <a:lnTo>
                  <a:pt x="337582" y="111853"/>
                </a:lnTo>
                <a:lnTo>
                  <a:pt x="337568" y="118432"/>
                </a:lnTo>
                <a:lnTo>
                  <a:pt x="337561" y="125012"/>
                </a:lnTo>
                <a:lnTo>
                  <a:pt x="337559" y="131592"/>
                </a:lnTo>
                <a:lnTo>
                  <a:pt x="337561" y="138171"/>
                </a:lnTo>
                <a:lnTo>
                  <a:pt x="337568" y="144751"/>
                </a:lnTo>
                <a:lnTo>
                  <a:pt x="337579" y="151330"/>
                </a:lnTo>
                <a:lnTo>
                  <a:pt x="337597" y="157910"/>
                </a:lnTo>
                <a:lnTo>
                  <a:pt x="337624" y="164489"/>
                </a:lnTo>
                <a:lnTo>
                  <a:pt x="337662" y="171069"/>
                </a:lnTo>
                <a:lnTo>
                  <a:pt x="337714" y="177649"/>
                </a:lnTo>
                <a:lnTo>
                  <a:pt x="337781" y="184228"/>
                </a:lnTo>
                <a:lnTo>
                  <a:pt x="337865" y="190808"/>
                </a:lnTo>
                <a:lnTo>
                  <a:pt x="337964" y="197387"/>
                </a:lnTo>
                <a:lnTo>
                  <a:pt x="338077" y="203967"/>
                </a:lnTo>
                <a:lnTo>
                  <a:pt x="338198" y="210546"/>
                </a:lnTo>
                <a:lnTo>
                  <a:pt x="338320" y="217126"/>
                </a:lnTo>
                <a:lnTo>
                  <a:pt x="338434" y="223706"/>
                </a:lnTo>
                <a:lnTo>
                  <a:pt x="338531" y="230285"/>
                </a:lnTo>
                <a:lnTo>
                  <a:pt x="338603" y="236865"/>
                </a:lnTo>
                <a:lnTo>
                  <a:pt x="338642" y="243444"/>
                </a:lnTo>
                <a:lnTo>
                  <a:pt x="338645" y="250024"/>
                </a:lnTo>
                <a:lnTo>
                  <a:pt x="338611" y="256604"/>
                </a:lnTo>
                <a:lnTo>
                  <a:pt x="338545" y="263183"/>
                </a:lnTo>
                <a:lnTo>
                  <a:pt x="338452" y="269763"/>
                </a:lnTo>
                <a:lnTo>
                  <a:pt x="338342" y="276342"/>
                </a:lnTo>
                <a:lnTo>
                  <a:pt x="338225" y="282922"/>
                </a:lnTo>
                <a:lnTo>
                  <a:pt x="338111" y="289501"/>
                </a:lnTo>
                <a:lnTo>
                  <a:pt x="338008" y="296081"/>
                </a:lnTo>
                <a:lnTo>
                  <a:pt x="337923" y="302661"/>
                </a:lnTo>
                <a:lnTo>
                  <a:pt x="337862" y="309240"/>
                </a:lnTo>
                <a:lnTo>
                  <a:pt x="337829" y="315820"/>
                </a:lnTo>
                <a:lnTo>
                  <a:pt x="337824" y="322399"/>
                </a:lnTo>
                <a:lnTo>
                  <a:pt x="337848" y="328979"/>
                </a:lnTo>
                <a:lnTo>
                  <a:pt x="337901" y="335558"/>
                </a:lnTo>
                <a:lnTo>
                  <a:pt x="337978" y="342138"/>
                </a:lnTo>
                <a:lnTo>
                  <a:pt x="338076" y="348718"/>
                </a:lnTo>
                <a:lnTo>
                  <a:pt x="338188" y="355297"/>
                </a:lnTo>
                <a:lnTo>
                  <a:pt x="338305" y="361877"/>
                </a:lnTo>
                <a:lnTo>
                  <a:pt x="338418" y="368456"/>
                </a:lnTo>
                <a:lnTo>
                  <a:pt x="338518" y="375036"/>
                </a:lnTo>
                <a:lnTo>
                  <a:pt x="338593" y="381616"/>
                </a:lnTo>
                <a:lnTo>
                  <a:pt x="338638" y="388195"/>
                </a:lnTo>
                <a:lnTo>
                  <a:pt x="338647" y="394775"/>
                </a:lnTo>
                <a:lnTo>
                  <a:pt x="338619" y="401354"/>
                </a:lnTo>
                <a:lnTo>
                  <a:pt x="338557" y="407934"/>
                </a:lnTo>
                <a:lnTo>
                  <a:pt x="338467" y="414513"/>
                </a:lnTo>
                <a:lnTo>
                  <a:pt x="338358" y="421093"/>
                </a:lnTo>
                <a:lnTo>
                  <a:pt x="338237" y="427673"/>
                </a:lnTo>
                <a:lnTo>
                  <a:pt x="338115" y="434252"/>
                </a:lnTo>
                <a:lnTo>
                  <a:pt x="338000" y="440832"/>
                </a:lnTo>
                <a:lnTo>
                  <a:pt x="337896" y="447411"/>
                </a:lnTo>
                <a:lnTo>
                  <a:pt x="337809" y="453991"/>
                </a:lnTo>
                <a:lnTo>
                  <a:pt x="337739" y="460570"/>
                </a:lnTo>
                <a:lnTo>
                  <a:pt x="337687" y="467150"/>
                </a:lnTo>
                <a:lnTo>
                  <a:pt x="337651" y="473730"/>
                </a:lnTo>
                <a:lnTo>
                  <a:pt x="337632" y="480309"/>
                </a:lnTo>
                <a:lnTo>
                  <a:pt x="337629" y="486889"/>
                </a:lnTo>
                <a:lnTo>
                  <a:pt x="337640" y="493468"/>
                </a:lnTo>
                <a:lnTo>
                  <a:pt x="337668" y="500048"/>
                </a:lnTo>
                <a:lnTo>
                  <a:pt x="337712" y="506627"/>
                </a:lnTo>
                <a:lnTo>
                  <a:pt x="337774" y="513207"/>
                </a:lnTo>
                <a:lnTo>
                  <a:pt x="337854" y="519787"/>
                </a:lnTo>
                <a:lnTo>
                  <a:pt x="337951" y="526366"/>
                </a:lnTo>
                <a:lnTo>
                  <a:pt x="338063" y="532946"/>
                </a:lnTo>
                <a:lnTo>
                  <a:pt x="338186" y="539525"/>
                </a:lnTo>
                <a:lnTo>
                  <a:pt x="338313" y="546105"/>
                </a:lnTo>
                <a:lnTo>
                  <a:pt x="338437" y="552685"/>
                </a:lnTo>
                <a:lnTo>
                  <a:pt x="338553" y="559264"/>
                </a:lnTo>
                <a:lnTo>
                  <a:pt x="338653" y="565844"/>
                </a:lnTo>
                <a:lnTo>
                  <a:pt x="338736" y="572423"/>
                </a:lnTo>
                <a:lnTo>
                  <a:pt x="338803" y="579003"/>
                </a:lnTo>
                <a:lnTo>
                  <a:pt x="338862" y="585582"/>
                </a:lnTo>
                <a:lnTo>
                  <a:pt x="338923" y="592162"/>
                </a:lnTo>
                <a:lnTo>
                  <a:pt x="339003" y="598742"/>
                </a:lnTo>
                <a:lnTo>
                  <a:pt x="339117" y="605321"/>
                </a:lnTo>
                <a:lnTo>
                  <a:pt x="339282" y="611901"/>
                </a:lnTo>
                <a:lnTo>
                  <a:pt x="339510" y="618480"/>
                </a:lnTo>
                <a:lnTo>
                  <a:pt x="339808" y="625060"/>
                </a:lnTo>
                <a:lnTo>
                  <a:pt x="340175" y="631639"/>
                </a:lnTo>
                <a:lnTo>
                  <a:pt x="340602" y="638219"/>
                </a:lnTo>
                <a:lnTo>
                  <a:pt x="341074" y="644799"/>
                </a:lnTo>
                <a:lnTo>
                  <a:pt x="341571" y="651378"/>
                </a:lnTo>
                <a:lnTo>
                  <a:pt x="342072" y="657958"/>
                </a:lnTo>
                <a:lnTo>
                  <a:pt x="342555" y="664537"/>
                </a:lnTo>
                <a:lnTo>
                  <a:pt x="343007" y="671117"/>
                </a:lnTo>
                <a:lnTo>
                  <a:pt x="343420" y="677697"/>
                </a:lnTo>
                <a:lnTo>
                  <a:pt x="343797" y="684276"/>
                </a:lnTo>
                <a:lnTo>
                  <a:pt x="344151" y="690856"/>
                </a:lnTo>
                <a:lnTo>
                  <a:pt x="344510" y="697435"/>
                </a:lnTo>
                <a:lnTo>
                  <a:pt x="344912" y="704015"/>
                </a:lnTo>
                <a:lnTo>
                  <a:pt x="345416" y="710594"/>
                </a:lnTo>
                <a:lnTo>
                  <a:pt x="346099" y="717174"/>
                </a:lnTo>
                <a:lnTo>
                  <a:pt x="347071" y="723754"/>
                </a:lnTo>
                <a:lnTo>
                  <a:pt x="348481" y="730333"/>
                </a:lnTo>
                <a:lnTo>
                  <a:pt x="350537" y="736913"/>
                </a:lnTo>
                <a:lnTo>
                  <a:pt x="353522" y="743492"/>
                </a:lnTo>
                <a:lnTo>
                  <a:pt x="357810" y="750072"/>
                </a:lnTo>
                <a:lnTo>
                  <a:pt x="363872" y="756651"/>
                </a:lnTo>
                <a:lnTo>
                  <a:pt x="372274" y="763231"/>
                </a:lnTo>
                <a:lnTo>
                  <a:pt x="383639" y="769811"/>
                </a:lnTo>
                <a:lnTo>
                  <a:pt x="398590" y="776390"/>
                </a:lnTo>
                <a:lnTo>
                  <a:pt x="417642" y="782970"/>
                </a:lnTo>
                <a:lnTo>
                  <a:pt x="441082" y="789549"/>
                </a:lnTo>
                <a:lnTo>
                  <a:pt x="468823" y="796129"/>
                </a:lnTo>
                <a:lnTo>
                  <a:pt x="500275" y="802708"/>
                </a:lnTo>
                <a:lnTo>
                  <a:pt x="534270" y="809288"/>
                </a:lnTo>
                <a:lnTo>
                  <a:pt x="569066" y="815868"/>
                </a:lnTo>
                <a:lnTo>
                  <a:pt x="602448" y="822447"/>
                </a:lnTo>
                <a:lnTo>
                  <a:pt x="631951" y="829027"/>
                </a:lnTo>
                <a:lnTo>
                  <a:pt x="655149" y="835606"/>
                </a:lnTo>
                <a:lnTo>
                  <a:pt x="6699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1488" name="F2_precision_recall_distributions_4302">
            <a:extLst>
              <a:ext uri="{FF2B5EF4-FFF2-40B4-BE49-F238E27FC236}">
                <a16:creationId xmlns:a16="http://schemas.microsoft.com/office/drawing/2014/main" id="{6E55795E-C09F-4CC1-BEE8-CD4F88BD1ED4}"/>
              </a:ext>
            </a:extLst>
          </p:cNvPr>
          <p:cNvSpPr>
            <a:spLocks noGrp="1"/>
          </p:cNvSpPr>
          <p:nvPr/>
        </p:nvSpPr>
        <p:spPr>
          <a:xfrm>
            <a:off x="403779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9" name="F2_precision_recall_distributions_4303">
            <a:extLst>
              <a:ext uri="{FF2B5EF4-FFF2-40B4-BE49-F238E27FC236}">
                <a16:creationId xmlns:a16="http://schemas.microsoft.com/office/drawing/2014/main" id="{D15B841F-08AE-4148-AAC0-5CC5EFB3FA28}"/>
              </a:ext>
            </a:extLst>
          </p:cNvPr>
          <p:cNvSpPr>
            <a:spLocks noGrp="1"/>
          </p:cNvSpPr>
          <p:nvPr/>
        </p:nvSpPr>
        <p:spPr>
          <a:xfrm>
            <a:off x="403915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0" name="F2_precision_recall_distributions_4304">
            <a:extLst>
              <a:ext uri="{FF2B5EF4-FFF2-40B4-BE49-F238E27FC236}">
                <a16:creationId xmlns:a16="http://schemas.microsoft.com/office/drawing/2014/main" id="{5AABBB22-B6F2-48B1-9F64-A5B67397DACC}"/>
              </a:ext>
            </a:extLst>
          </p:cNvPr>
          <p:cNvSpPr>
            <a:spLocks noGrp="1"/>
          </p:cNvSpPr>
          <p:nvPr/>
        </p:nvSpPr>
        <p:spPr>
          <a:xfrm>
            <a:off x="4131201" y="370558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1" name="F2_precision_recall_distributions_4305">
            <a:extLst>
              <a:ext uri="{FF2B5EF4-FFF2-40B4-BE49-F238E27FC236}">
                <a16:creationId xmlns:a16="http://schemas.microsoft.com/office/drawing/2014/main" id="{E471EFA3-6CA0-450F-A61E-404BE06B058A}"/>
              </a:ext>
            </a:extLst>
          </p:cNvPr>
          <p:cNvSpPr>
            <a:spLocks noGrp="1"/>
          </p:cNvSpPr>
          <p:nvPr/>
        </p:nvSpPr>
        <p:spPr>
          <a:xfrm>
            <a:off x="425948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2" name="F2_precision_recall_distributions_4306">
            <a:extLst>
              <a:ext uri="{FF2B5EF4-FFF2-40B4-BE49-F238E27FC236}">
                <a16:creationId xmlns:a16="http://schemas.microsoft.com/office/drawing/2014/main" id="{0CE2EE8B-350D-4F75-AB27-CBD3B82EB2D5}"/>
              </a:ext>
            </a:extLst>
          </p:cNvPr>
          <p:cNvSpPr>
            <a:spLocks noGrp="1"/>
          </p:cNvSpPr>
          <p:nvPr/>
        </p:nvSpPr>
        <p:spPr>
          <a:xfrm>
            <a:off x="4328314" y="368263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3" name="F2_precision_recall_distributions_4307">
            <a:extLst>
              <a:ext uri="{FF2B5EF4-FFF2-40B4-BE49-F238E27FC236}">
                <a16:creationId xmlns:a16="http://schemas.microsoft.com/office/drawing/2014/main" id="{EAD42738-092D-4788-8708-4DD981D5DFFE}"/>
              </a:ext>
            </a:extLst>
          </p:cNvPr>
          <p:cNvSpPr>
            <a:spLocks noGrp="1"/>
          </p:cNvSpPr>
          <p:nvPr/>
        </p:nvSpPr>
        <p:spPr>
          <a:xfrm>
            <a:off x="414761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4" name="F2_precision_recall_distributions_4308">
            <a:extLst>
              <a:ext uri="{FF2B5EF4-FFF2-40B4-BE49-F238E27FC236}">
                <a16:creationId xmlns:a16="http://schemas.microsoft.com/office/drawing/2014/main" id="{9FAD4C70-A33E-4ED8-8707-F6A8649C26B3}"/>
              </a:ext>
            </a:extLst>
          </p:cNvPr>
          <p:cNvSpPr>
            <a:spLocks noGrp="1"/>
          </p:cNvSpPr>
          <p:nvPr/>
        </p:nvSpPr>
        <p:spPr>
          <a:xfrm>
            <a:off x="423197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5" name="F2_precision_recall_distributions_4309">
            <a:extLst>
              <a:ext uri="{FF2B5EF4-FFF2-40B4-BE49-F238E27FC236}">
                <a16:creationId xmlns:a16="http://schemas.microsoft.com/office/drawing/2014/main" id="{B3234ECD-7743-4F55-A6D2-2ADE6B08EDB4}"/>
              </a:ext>
            </a:extLst>
          </p:cNvPr>
          <p:cNvSpPr>
            <a:spLocks noGrp="1"/>
          </p:cNvSpPr>
          <p:nvPr/>
        </p:nvSpPr>
        <p:spPr>
          <a:xfrm>
            <a:off x="4188085" y="36998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6" name="F2_precision_recall_distributions_4310">
            <a:extLst>
              <a:ext uri="{FF2B5EF4-FFF2-40B4-BE49-F238E27FC236}">
                <a16:creationId xmlns:a16="http://schemas.microsoft.com/office/drawing/2014/main" id="{EA6D27DA-C023-436D-BC24-574E95D6E469}"/>
              </a:ext>
            </a:extLst>
          </p:cNvPr>
          <p:cNvSpPr>
            <a:spLocks noGrp="1"/>
          </p:cNvSpPr>
          <p:nvPr/>
        </p:nvSpPr>
        <p:spPr>
          <a:xfrm>
            <a:off x="417400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7" name="F2_precision_recall_distributions_4311">
            <a:extLst>
              <a:ext uri="{FF2B5EF4-FFF2-40B4-BE49-F238E27FC236}">
                <a16:creationId xmlns:a16="http://schemas.microsoft.com/office/drawing/2014/main" id="{CEC0BB4C-3542-4E04-882A-27836161BC0F}"/>
              </a:ext>
            </a:extLst>
          </p:cNvPr>
          <p:cNvSpPr>
            <a:spLocks noGrp="1"/>
          </p:cNvSpPr>
          <p:nvPr/>
        </p:nvSpPr>
        <p:spPr>
          <a:xfrm>
            <a:off x="4324757" y="37056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8" name="F2_precision_recall_distributions_4312">
            <a:extLst>
              <a:ext uri="{FF2B5EF4-FFF2-40B4-BE49-F238E27FC236}">
                <a16:creationId xmlns:a16="http://schemas.microsoft.com/office/drawing/2014/main" id="{7C605B24-89FD-48A7-849E-6E270F36DC30}"/>
              </a:ext>
            </a:extLst>
          </p:cNvPr>
          <p:cNvSpPr>
            <a:spLocks noGrp="1"/>
          </p:cNvSpPr>
          <p:nvPr/>
        </p:nvSpPr>
        <p:spPr>
          <a:xfrm>
            <a:off x="4347020" y="32548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9" name="F2_precision_recall_distributions_4313">
            <a:extLst>
              <a:ext uri="{FF2B5EF4-FFF2-40B4-BE49-F238E27FC236}">
                <a16:creationId xmlns:a16="http://schemas.microsoft.com/office/drawing/2014/main" id="{5ECAD32E-3613-40A5-BD0E-FDCC4439093D}"/>
              </a:ext>
            </a:extLst>
          </p:cNvPr>
          <p:cNvSpPr>
            <a:spLocks noGrp="1"/>
          </p:cNvSpPr>
          <p:nvPr/>
        </p:nvSpPr>
        <p:spPr>
          <a:xfrm>
            <a:off x="4122285" y="35987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0" name="F2_precision_recall_distributions_4314">
            <a:extLst>
              <a:ext uri="{FF2B5EF4-FFF2-40B4-BE49-F238E27FC236}">
                <a16:creationId xmlns:a16="http://schemas.microsoft.com/office/drawing/2014/main" id="{DEB1E4E6-9A2F-414D-A632-2F4F7991E542}"/>
              </a:ext>
            </a:extLst>
          </p:cNvPr>
          <p:cNvSpPr>
            <a:spLocks noGrp="1"/>
          </p:cNvSpPr>
          <p:nvPr/>
        </p:nvSpPr>
        <p:spPr>
          <a:xfrm>
            <a:off x="3999002" y="37043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1" name="F2_precision_recall_distributions_4315">
            <a:extLst>
              <a:ext uri="{FF2B5EF4-FFF2-40B4-BE49-F238E27FC236}">
                <a16:creationId xmlns:a16="http://schemas.microsoft.com/office/drawing/2014/main" id="{7133B1A3-7B31-43DE-BAA7-1F8523F4CA40}"/>
              </a:ext>
            </a:extLst>
          </p:cNvPr>
          <p:cNvSpPr>
            <a:spLocks noGrp="1"/>
          </p:cNvSpPr>
          <p:nvPr/>
        </p:nvSpPr>
        <p:spPr>
          <a:xfrm>
            <a:off x="430771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2" name="F2_precision_recall_distributions_4316">
            <a:extLst>
              <a:ext uri="{FF2B5EF4-FFF2-40B4-BE49-F238E27FC236}">
                <a16:creationId xmlns:a16="http://schemas.microsoft.com/office/drawing/2014/main" id="{9EC3671B-ECF4-4C8E-82A1-35B529636190}"/>
              </a:ext>
            </a:extLst>
          </p:cNvPr>
          <p:cNvSpPr>
            <a:spLocks noGrp="1"/>
          </p:cNvSpPr>
          <p:nvPr/>
        </p:nvSpPr>
        <p:spPr>
          <a:xfrm>
            <a:off x="4291071" y="355614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3" name="F2_precision_recall_distributions_4317">
            <a:extLst>
              <a:ext uri="{FF2B5EF4-FFF2-40B4-BE49-F238E27FC236}">
                <a16:creationId xmlns:a16="http://schemas.microsoft.com/office/drawing/2014/main" id="{D4C96CBA-2F92-4205-8BD5-F442AD337CAE}"/>
              </a:ext>
            </a:extLst>
          </p:cNvPr>
          <p:cNvSpPr>
            <a:spLocks noGrp="1"/>
          </p:cNvSpPr>
          <p:nvPr/>
        </p:nvSpPr>
        <p:spPr>
          <a:xfrm>
            <a:off x="4260633" y="37005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4" name="F2_precision_recall_distributions_4318">
            <a:extLst>
              <a:ext uri="{FF2B5EF4-FFF2-40B4-BE49-F238E27FC236}">
                <a16:creationId xmlns:a16="http://schemas.microsoft.com/office/drawing/2014/main" id="{C47D4341-DE16-436F-BE55-87922C03BC19}"/>
              </a:ext>
            </a:extLst>
          </p:cNvPr>
          <p:cNvSpPr>
            <a:spLocks noGrp="1"/>
          </p:cNvSpPr>
          <p:nvPr/>
        </p:nvSpPr>
        <p:spPr>
          <a:xfrm>
            <a:off x="424495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5" name="F2_precision_recall_distributions_4319">
            <a:extLst>
              <a:ext uri="{FF2B5EF4-FFF2-40B4-BE49-F238E27FC236}">
                <a16:creationId xmlns:a16="http://schemas.microsoft.com/office/drawing/2014/main" id="{1DED89E0-B57A-4224-90FB-5EE7B2CA746F}"/>
              </a:ext>
            </a:extLst>
          </p:cNvPr>
          <p:cNvSpPr>
            <a:spLocks noGrp="1"/>
          </p:cNvSpPr>
          <p:nvPr/>
        </p:nvSpPr>
        <p:spPr>
          <a:xfrm>
            <a:off x="3988439" y="36255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6" name="F2_precision_recall_distributions_4320">
            <a:extLst>
              <a:ext uri="{FF2B5EF4-FFF2-40B4-BE49-F238E27FC236}">
                <a16:creationId xmlns:a16="http://schemas.microsoft.com/office/drawing/2014/main" id="{2474C34B-F631-4A5B-B327-E9AFEAA16E1F}"/>
              </a:ext>
            </a:extLst>
          </p:cNvPr>
          <p:cNvSpPr>
            <a:spLocks noGrp="1"/>
          </p:cNvSpPr>
          <p:nvPr/>
        </p:nvSpPr>
        <p:spPr>
          <a:xfrm>
            <a:off x="4026951" y="36875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7" name="F2_precision_recall_distributions_4321">
            <a:extLst>
              <a:ext uri="{FF2B5EF4-FFF2-40B4-BE49-F238E27FC236}">
                <a16:creationId xmlns:a16="http://schemas.microsoft.com/office/drawing/2014/main" id="{7DED5028-2AFD-4B06-8491-FB3EDCEDB799}"/>
              </a:ext>
            </a:extLst>
          </p:cNvPr>
          <p:cNvSpPr>
            <a:spLocks noGrp="1"/>
          </p:cNvSpPr>
          <p:nvPr/>
        </p:nvSpPr>
        <p:spPr>
          <a:xfrm>
            <a:off x="4323143" y="36997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8" name="F2_precision_recall_distributions_4322">
            <a:extLst>
              <a:ext uri="{FF2B5EF4-FFF2-40B4-BE49-F238E27FC236}">
                <a16:creationId xmlns:a16="http://schemas.microsoft.com/office/drawing/2014/main" id="{16C87A87-5ECD-4D8C-A59E-05F83E1743B1}"/>
              </a:ext>
            </a:extLst>
          </p:cNvPr>
          <p:cNvSpPr>
            <a:spLocks noGrp="1"/>
          </p:cNvSpPr>
          <p:nvPr/>
        </p:nvSpPr>
        <p:spPr>
          <a:xfrm>
            <a:off x="4126042" y="37060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9" name="F2_precision_recall_distributions_4323">
            <a:extLst>
              <a:ext uri="{FF2B5EF4-FFF2-40B4-BE49-F238E27FC236}">
                <a16:creationId xmlns:a16="http://schemas.microsoft.com/office/drawing/2014/main" id="{52A6E78C-FC3A-4AFC-8475-BAE3C7B59FD6}"/>
              </a:ext>
            </a:extLst>
          </p:cNvPr>
          <p:cNvSpPr>
            <a:spLocks noGrp="1"/>
          </p:cNvSpPr>
          <p:nvPr/>
        </p:nvSpPr>
        <p:spPr>
          <a:xfrm>
            <a:off x="398318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0" name="F2_precision_recall_distributions_4324">
            <a:extLst>
              <a:ext uri="{FF2B5EF4-FFF2-40B4-BE49-F238E27FC236}">
                <a16:creationId xmlns:a16="http://schemas.microsoft.com/office/drawing/2014/main" id="{899B9496-85C3-41F6-93D7-486A61402C30}"/>
              </a:ext>
            </a:extLst>
          </p:cNvPr>
          <p:cNvSpPr>
            <a:spLocks noGrp="1"/>
          </p:cNvSpPr>
          <p:nvPr/>
        </p:nvSpPr>
        <p:spPr>
          <a:xfrm>
            <a:off x="4053367" y="357988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1" name="F2_precision_recall_distributions_4325">
            <a:extLst>
              <a:ext uri="{FF2B5EF4-FFF2-40B4-BE49-F238E27FC236}">
                <a16:creationId xmlns:a16="http://schemas.microsoft.com/office/drawing/2014/main" id="{99E2D395-78C6-4161-826A-658259C58C43}"/>
              </a:ext>
            </a:extLst>
          </p:cNvPr>
          <p:cNvSpPr>
            <a:spLocks noGrp="1"/>
          </p:cNvSpPr>
          <p:nvPr/>
        </p:nvSpPr>
        <p:spPr>
          <a:xfrm>
            <a:off x="4144350" y="35259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2" name="F2_precision_recall_distributions_4326">
            <a:extLst>
              <a:ext uri="{FF2B5EF4-FFF2-40B4-BE49-F238E27FC236}">
                <a16:creationId xmlns:a16="http://schemas.microsoft.com/office/drawing/2014/main" id="{FF19C1C0-FF92-45D7-8A1B-1CB81EAFE819}"/>
              </a:ext>
            </a:extLst>
          </p:cNvPr>
          <p:cNvSpPr>
            <a:spLocks noGrp="1"/>
          </p:cNvSpPr>
          <p:nvPr/>
        </p:nvSpPr>
        <p:spPr>
          <a:xfrm>
            <a:off x="426481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3" name="F2_precision_recall_distributions_4327">
            <a:extLst>
              <a:ext uri="{FF2B5EF4-FFF2-40B4-BE49-F238E27FC236}">
                <a16:creationId xmlns:a16="http://schemas.microsoft.com/office/drawing/2014/main" id="{C8DE8CC2-D9DA-49C2-8379-3DF43C629BB5}"/>
              </a:ext>
            </a:extLst>
          </p:cNvPr>
          <p:cNvSpPr>
            <a:spLocks noGrp="1"/>
          </p:cNvSpPr>
          <p:nvPr/>
        </p:nvSpPr>
        <p:spPr>
          <a:xfrm>
            <a:off x="407604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4" name="F2_precision_recall_distributions_4328">
            <a:extLst>
              <a:ext uri="{FF2B5EF4-FFF2-40B4-BE49-F238E27FC236}">
                <a16:creationId xmlns:a16="http://schemas.microsoft.com/office/drawing/2014/main" id="{BE7B89D0-51AF-4102-A5E6-C5CD372D0D44}"/>
              </a:ext>
            </a:extLst>
          </p:cNvPr>
          <p:cNvSpPr>
            <a:spLocks noGrp="1"/>
          </p:cNvSpPr>
          <p:nvPr/>
        </p:nvSpPr>
        <p:spPr>
          <a:xfrm>
            <a:off x="4346858" y="37043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5" name="F2_precision_recall_distributions_4329">
            <a:extLst>
              <a:ext uri="{FF2B5EF4-FFF2-40B4-BE49-F238E27FC236}">
                <a16:creationId xmlns:a16="http://schemas.microsoft.com/office/drawing/2014/main" id="{5D2B18E5-44B0-4F79-8544-A73820333282}"/>
              </a:ext>
            </a:extLst>
          </p:cNvPr>
          <p:cNvSpPr>
            <a:spLocks noGrp="1"/>
          </p:cNvSpPr>
          <p:nvPr/>
        </p:nvSpPr>
        <p:spPr>
          <a:xfrm>
            <a:off x="411064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6" name="F2_precision_recall_distributions_4330">
            <a:extLst>
              <a:ext uri="{FF2B5EF4-FFF2-40B4-BE49-F238E27FC236}">
                <a16:creationId xmlns:a16="http://schemas.microsoft.com/office/drawing/2014/main" id="{D10DF49E-F40E-46DF-8407-A8DE19A0B5AC}"/>
              </a:ext>
            </a:extLst>
          </p:cNvPr>
          <p:cNvSpPr>
            <a:spLocks noGrp="1"/>
          </p:cNvSpPr>
          <p:nvPr/>
        </p:nvSpPr>
        <p:spPr>
          <a:xfrm>
            <a:off x="4030161" y="37064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7" name="F2_precision_recall_distributions_4331">
            <a:extLst>
              <a:ext uri="{FF2B5EF4-FFF2-40B4-BE49-F238E27FC236}">
                <a16:creationId xmlns:a16="http://schemas.microsoft.com/office/drawing/2014/main" id="{FCE6479B-F667-42A9-A487-C8CE794EE221}"/>
              </a:ext>
            </a:extLst>
          </p:cNvPr>
          <p:cNvSpPr>
            <a:spLocks noGrp="1"/>
          </p:cNvSpPr>
          <p:nvPr/>
        </p:nvSpPr>
        <p:spPr>
          <a:xfrm>
            <a:off x="4138300" y="365741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8" name="F2_precision_recall_distributions_4332">
            <a:extLst>
              <a:ext uri="{FF2B5EF4-FFF2-40B4-BE49-F238E27FC236}">
                <a16:creationId xmlns:a16="http://schemas.microsoft.com/office/drawing/2014/main" id="{B8ADB9D6-6CDB-4604-A519-8E66467360C9}"/>
              </a:ext>
            </a:extLst>
          </p:cNvPr>
          <p:cNvSpPr>
            <a:spLocks noGrp="1"/>
          </p:cNvSpPr>
          <p:nvPr/>
        </p:nvSpPr>
        <p:spPr>
          <a:xfrm>
            <a:off x="406485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9" name="F2_precision_recall_distributions_4333">
            <a:extLst>
              <a:ext uri="{FF2B5EF4-FFF2-40B4-BE49-F238E27FC236}">
                <a16:creationId xmlns:a16="http://schemas.microsoft.com/office/drawing/2014/main" id="{9A72FE7D-E66E-4179-BADC-020B33BF09CB}"/>
              </a:ext>
            </a:extLst>
          </p:cNvPr>
          <p:cNvSpPr>
            <a:spLocks noGrp="1"/>
          </p:cNvSpPr>
          <p:nvPr/>
        </p:nvSpPr>
        <p:spPr>
          <a:xfrm>
            <a:off x="4280054" y="36778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0" name="F2_precision_recall_distributions_4334">
            <a:extLst>
              <a:ext uri="{FF2B5EF4-FFF2-40B4-BE49-F238E27FC236}">
                <a16:creationId xmlns:a16="http://schemas.microsoft.com/office/drawing/2014/main" id="{781846C8-8534-41B9-B321-F4B539ED136B}"/>
              </a:ext>
            </a:extLst>
          </p:cNvPr>
          <p:cNvSpPr>
            <a:spLocks noGrp="1"/>
          </p:cNvSpPr>
          <p:nvPr/>
        </p:nvSpPr>
        <p:spPr>
          <a:xfrm>
            <a:off x="415344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1" name="F2_precision_recall_distributions_4335">
            <a:extLst>
              <a:ext uri="{FF2B5EF4-FFF2-40B4-BE49-F238E27FC236}">
                <a16:creationId xmlns:a16="http://schemas.microsoft.com/office/drawing/2014/main" id="{23803106-7F19-4F94-804C-AF14FEDC7BBA}"/>
              </a:ext>
            </a:extLst>
          </p:cNvPr>
          <p:cNvSpPr>
            <a:spLocks noGrp="1"/>
          </p:cNvSpPr>
          <p:nvPr/>
        </p:nvSpPr>
        <p:spPr>
          <a:xfrm>
            <a:off x="4011592" y="37100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2" name="F2_precision_recall_distributions_4336">
            <a:extLst>
              <a:ext uri="{FF2B5EF4-FFF2-40B4-BE49-F238E27FC236}">
                <a16:creationId xmlns:a16="http://schemas.microsoft.com/office/drawing/2014/main" id="{12E17C12-0BFB-4083-86D6-C00B0D126446}"/>
              </a:ext>
            </a:extLst>
          </p:cNvPr>
          <p:cNvSpPr>
            <a:spLocks noGrp="1"/>
          </p:cNvSpPr>
          <p:nvPr/>
        </p:nvSpPr>
        <p:spPr>
          <a:xfrm>
            <a:off x="406677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3" name="F2_precision_recall_distributions_4337">
            <a:extLst>
              <a:ext uri="{FF2B5EF4-FFF2-40B4-BE49-F238E27FC236}">
                <a16:creationId xmlns:a16="http://schemas.microsoft.com/office/drawing/2014/main" id="{1D891543-0B15-4E3F-90CD-C0C2BD77B01A}"/>
              </a:ext>
            </a:extLst>
          </p:cNvPr>
          <p:cNvSpPr>
            <a:spLocks noGrp="1"/>
          </p:cNvSpPr>
          <p:nvPr/>
        </p:nvSpPr>
        <p:spPr>
          <a:xfrm>
            <a:off x="402126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4" name="F2_precision_recall_distributions_4338">
            <a:extLst>
              <a:ext uri="{FF2B5EF4-FFF2-40B4-BE49-F238E27FC236}">
                <a16:creationId xmlns:a16="http://schemas.microsoft.com/office/drawing/2014/main" id="{5919D82D-1463-4EB5-A30D-FE5D2A2991B1}"/>
              </a:ext>
            </a:extLst>
          </p:cNvPr>
          <p:cNvSpPr>
            <a:spLocks noGrp="1"/>
          </p:cNvSpPr>
          <p:nvPr/>
        </p:nvSpPr>
        <p:spPr>
          <a:xfrm>
            <a:off x="410620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5" name="F2_precision_recall_distributions_4339">
            <a:extLst>
              <a:ext uri="{FF2B5EF4-FFF2-40B4-BE49-F238E27FC236}">
                <a16:creationId xmlns:a16="http://schemas.microsoft.com/office/drawing/2014/main" id="{4AE58B10-374A-4F2B-9396-83091BE084CA}"/>
              </a:ext>
            </a:extLst>
          </p:cNvPr>
          <p:cNvSpPr>
            <a:spLocks noGrp="1"/>
          </p:cNvSpPr>
          <p:nvPr/>
        </p:nvSpPr>
        <p:spPr>
          <a:xfrm>
            <a:off x="4170373" y="37085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6" name="F2_precision_recall_distributions_4340">
            <a:extLst>
              <a:ext uri="{FF2B5EF4-FFF2-40B4-BE49-F238E27FC236}">
                <a16:creationId xmlns:a16="http://schemas.microsoft.com/office/drawing/2014/main" id="{6129AA68-CAEA-4F70-AE2F-99CFBBB734C2}"/>
              </a:ext>
            </a:extLst>
          </p:cNvPr>
          <p:cNvSpPr>
            <a:spLocks noGrp="1"/>
          </p:cNvSpPr>
          <p:nvPr/>
        </p:nvSpPr>
        <p:spPr>
          <a:xfrm>
            <a:off x="401653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7" name="F2_precision_recall_distributions_4341">
            <a:extLst>
              <a:ext uri="{FF2B5EF4-FFF2-40B4-BE49-F238E27FC236}">
                <a16:creationId xmlns:a16="http://schemas.microsoft.com/office/drawing/2014/main" id="{F7BF9EBC-C417-4D80-803D-D6954297B07D}"/>
              </a:ext>
            </a:extLst>
          </p:cNvPr>
          <p:cNvSpPr>
            <a:spLocks noGrp="1"/>
          </p:cNvSpPr>
          <p:nvPr/>
        </p:nvSpPr>
        <p:spPr>
          <a:xfrm>
            <a:off x="4209834" y="369424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8" name="F2_precision_recall_distributions_4342">
            <a:extLst>
              <a:ext uri="{FF2B5EF4-FFF2-40B4-BE49-F238E27FC236}">
                <a16:creationId xmlns:a16="http://schemas.microsoft.com/office/drawing/2014/main" id="{490D9E70-8023-4B33-8E0E-592719680B25}"/>
              </a:ext>
            </a:extLst>
          </p:cNvPr>
          <p:cNvSpPr>
            <a:spLocks noGrp="1"/>
          </p:cNvSpPr>
          <p:nvPr/>
        </p:nvSpPr>
        <p:spPr>
          <a:xfrm>
            <a:off x="431466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9" name="F2_precision_recall_distributions_4343">
            <a:extLst>
              <a:ext uri="{FF2B5EF4-FFF2-40B4-BE49-F238E27FC236}">
                <a16:creationId xmlns:a16="http://schemas.microsoft.com/office/drawing/2014/main" id="{398AF4F9-F83A-4EE2-87CA-4A18C102D50F}"/>
              </a:ext>
            </a:extLst>
          </p:cNvPr>
          <p:cNvSpPr>
            <a:spLocks noGrp="1"/>
          </p:cNvSpPr>
          <p:nvPr/>
        </p:nvSpPr>
        <p:spPr>
          <a:xfrm>
            <a:off x="4163680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0" name="F2_precision_recall_distributions_4344">
            <a:extLst>
              <a:ext uri="{FF2B5EF4-FFF2-40B4-BE49-F238E27FC236}">
                <a16:creationId xmlns:a16="http://schemas.microsoft.com/office/drawing/2014/main" id="{1E725FEA-73ED-4AC9-A2C0-F7C3D4FCB3D7}"/>
              </a:ext>
            </a:extLst>
          </p:cNvPr>
          <p:cNvSpPr>
            <a:spLocks noGrp="1"/>
          </p:cNvSpPr>
          <p:nvPr/>
        </p:nvSpPr>
        <p:spPr>
          <a:xfrm>
            <a:off x="42303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1" name="F2_precision_recall_distributions_4345">
            <a:extLst>
              <a:ext uri="{FF2B5EF4-FFF2-40B4-BE49-F238E27FC236}">
                <a16:creationId xmlns:a16="http://schemas.microsoft.com/office/drawing/2014/main" id="{892B04B2-E340-4F19-AA40-BA1717568D17}"/>
              </a:ext>
            </a:extLst>
          </p:cNvPr>
          <p:cNvSpPr>
            <a:spLocks noGrp="1"/>
          </p:cNvSpPr>
          <p:nvPr/>
        </p:nvSpPr>
        <p:spPr>
          <a:xfrm>
            <a:off x="425470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2" name="F2_precision_recall_distributions_4346">
            <a:extLst>
              <a:ext uri="{FF2B5EF4-FFF2-40B4-BE49-F238E27FC236}">
                <a16:creationId xmlns:a16="http://schemas.microsoft.com/office/drawing/2014/main" id="{0CD5A328-3360-4446-934F-7D228A98F312}"/>
              </a:ext>
            </a:extLst>
          </p:cNvPr>
          <p:cNvSpPr>
            <a:spLocks noGrp="1"/>
          </p:cNvSpPr>
          <p:nvPr/>
        </p:nvSpPr>
        <p:spPr>
          <a:xfrm>
            <a:off x="432658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3" name="F2_precision_recall_distributions_4347">
            <a:extLst>
              <a:ext uri="{FF2B5EF4-FFF2-40B4-BE49-F238E27FC236}">
                <a16:creationId xmlns:a16="http://schemas.microsoft.com/office/drawing/2014/main" id="{077AD170-5210-45F7-AA77-700057F393AE}"/>
              </a:ext>
            </a:extLst>
          </p:cNvPr>
          <p:cNvSpPr>
            <a:spLocks noGrp="1"/>
          </p:cNvSpPr>
          <p:nvPr/>
        </p:nvSpPr>
        <p:spPr>
          <a:xfrm>
            <a:off x="398740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4" name="F2_precision_recall_distributions_4348">
            <a:extLst>
              <a:ext uri="{FF2B5EF4-FFF2-40B4-BE49-F238E27FC236}">
                <a16:creationId xmlns:a16="http://schemas.microsoft.com/office/drawing/2014/main" id="{AFF2A4B4-8CC8-4699-B4DF-DA41870C6488}"/>
              </a:ext>
            </a:extLst>
          </p:cNvPr>
          <p:cNvSpPr>
            <a:spLocks noGrp="1"/>
          </p:cNvSpPr>
          <p:nvPr/>
        </p:nvSpPr>
        <p:spPr>
          <a:xfrm>
            <a:off x="3991925" y="36967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5" name="F2_precision_recall_distributions_4349">
            <a:extLst>
              <a:ext uri="{FF2B5EF4-FFF2-40B4-BE49-F238E27FC236}">
                <a16:creationId xmlns:a16="http://schemas.microsoft.com/office/drawing/2014/main" id="{CA4BD5A1-F279-4477-BF52-19DCF142F86E}"/>
              </a:ext>
            </a:extLst>
          </p:cNvPr>
          <p:cNvSpPr>
            <a:spLocks noGrp="1"/>
          </p:cNvSpPr>
          <p:nvPr/>
        </p:nvSpPr>
        <p:spPr>
          <a:xfrm>
            <a:off x="427937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6" name="F2_precision_recall_distributions_4350">
            <a:extLst>
              <a:ext uri="{FF2B5EF4-FFF2-40B4-BE49-F238E27FC236}">
                <a16:creationId xmlns:a16="http://schemas.microsoft.com/office/drawing/2014/main" id="{7CDBB8C9-6A16-4268-8257-FD5D3AF67950}"/>
              </a:ext>
            </a:extLst>
          </p:cNvPr>
          <p:cNvSpPr>
            <a:spLocks noGrp="1"/>
          </p:cNvSpPr>
          <p:nvPr/>
        </p:nvSpPr>
        <p:spPr>
          <a:xfrm>
            <a:off x="4293910" y="36976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7" name="F2_precision_recall_distributions_4351">
            <a:extLst>
              <a:ext uri="{FF2B5EF4-FFF2-40B4-BE49-F238E27FC236}">
                <a16:creationId xmlns:a16="http://schemas.microsoft.com/office/drawing/2014/main" id="{03122882-F55C-4C36-A925-3632D0380680}"/>
              </a:ext>
            </a:extLst>
          </p:cNvPr>
          <p:cNvSpPr>
            <a:spLocks noGrp="1"/>
          </p:cNvSpPr>
          <p:nvPr/>
        </p:nvSpPr>
        <p:spPr>
          <a:xfrm>
            <a:off x="399495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8" name="F2_precision_recall_distributions_4352">
            <a:extLst>
              <a:ext uri="{FF2B5EF4-FFF2-40B4-BE49-F238E27FC236}">
                <a16:creationId xmlns:a16="http://schemas.microsoft.com/office/drawing/2014/main" id="{8DBE0525-0FAE-4127-9F5D-8489680D4099}"/>
              </a:ext>
            </a:extLst>
          </p:cNvPr>
          <p:cNvSpPr>
            <a:spLocks noGrp="1"/>
          </p:cNvSpPr>
          <p:nvPr/>
        </p:nvSpPr>
        <p:spPr>
          <a:xfrm>
            <a:off x="433386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9" name="F2_precision_recall_distributions_4353">
            <a:extLst>
              <a:ext uri="{FF2B5EF4-FFF2-40B4-BE49-F238E27FC236}">
                <a16:creationId xmlns:a16="http://schemas.microsoft.com/office/drawing/2014/main" id="{0A89F752-2ACC-44A4-A8B8-50AFDF62868D}"/>
              </a:ext>
            </a:extLst>
          </p:cNvPr>
          <p:cNvSpPr>
            <a:spLocks noGrp="1"/>
          </p:cNvSpPr>
          <p:nvPr/>
        </p:nvSpPr>
        <p:spPr>
          <a:xfrm>
            <a:off x="435242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0" name="F2_precision_recall_distributions_4354">
            <a:extLst>
              <a:ext uri="{FF2B5EF4-FFF2-40B4-BE49-F238E27FC236}">
                <a16:creationId xmlns:a16="http://schemas.microsoft.com/office/drawing/2014/main" id="{3E992D10-338F-4AA9-B34E-2EB90B2A65C8}"/>
              </a:ext>
            </a:extLst>
          </p:cNvPr>
          <p:cNvSpPr>
            <a:spLocks noGrp="1"/>
          </p:cNvSpPr>
          <p:nvPr/>
        </p:nvSpPr>
        <p:spPr>
          <a:xfrm>
            <a:off x="410876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1" name="F2_precision_recall_distributions_4355">
            <a:extLst>
              <a:ext uri="{FF2B5EF4-FFF2-40B4-BE49-F238E27FC236}">
                <a16:creationId xmlns:a16="http://schemas.microsoft.com/office/drawing/2014/main" id="{39D13AF6-B918-4AAA-BFC9-886E9E694BB0}"/>
              </a:ext>
            </a:extLst>
          </p:cNvPr>
          <p:cNvSpPr>
            <a:spLocks noGrp="1"/>
          </p:cNvSpPr>
          <p:nvPr/>
        </p:nvSpPr>
        <p:spPr>
          <a:xfrm>
            <a:off x="4318511" y="31089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2" name="F2_precision_recall_distributions_4356">
            <a:extLst>
              <a:ext uri="{FF2B5EF4-FFF2-40B4-BE49-F238E27FC236}">
                <a16:creationId xmlns:a16="http://schemas.microsoft.com/office/drawing/2014/main" id="{F22A994C-5875-42B2-A249-D548D1A040DC}"/>
              </a:ext>
            </a:extLst>
          </p:cNvPr>
          <p:cNvSpPr>
            <a:spLocks noGrp="1"/>
          </p:cNvSpPr>
          <p:nvPr/>
        </p:nvSpPr>
        <p:spPr>
          <a:xfrm>
            <a:off x="405818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3" name="F2_precision_recall_distributions_4357">
            <a:extLst>
              <a:ext uri="{FF2B5EF4-FFF2-40B4-BE49-F238E27FC236}">
                <a16:creationId xmlns:a16="http://schemas.microsoft.com/office/drawing/2014/main" id="{DFCFF918-7127-4E90-8FD0-A61C2E816E20}"/>
              </a:ext>
            </a:extLst>
          </p:cNvPr>
          <p:cNvSpPr>
            <a:spLocks noGrp="1"/>
          </p:cNvSpPr>
          <p:nvPr/>
        </p:nvSpPr>
        <p:spPr>
          <a:xfrm>
            <a:off x="4035801" y="370017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4" name="F2_precision_recall_distributions_4358">
            <a:extLst>
              <a:ext uri="{FF2B5EF4-FFF2-40B4-BE49-F238E27FC236}">
                <a16:creationId xmlns:a16="http://schemas.microsoft.com/office/drawing/2014/main" id="{DE7E4426-5BB5-4080-957E-79453A03F89B}"/>
              </a:ext>
            </a:extLst>
          </p:cNvPr>
          <p:cNvSpPr>
            <a:spLocks noGrp="1"/>
          </p:cNvSpPr>
          <p:nvPr/>
        </p:nvSpPr>
        <p:spPr>
          <a:xfrm>
            <a:off x="423250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5" name="F2_precision_recall_distributions_4359">
            <a:extLst>
              <a:ext uri="{FF2B5EF4-FFF2-40B4-BE49-F238E27FC236}">
                <a16:creationId xmlns:a16="http://schemas.microsoft.com/office/drawing/2014/main" id="{6D44B3D1-821D-4B70-B57F-E9F789275317}"/>
              </a:ext>
            </a:extLst>
          </p:cNvPr>
          <p:cNvSpPr>
            <a:spLocks noGrp="1"/>
          </p:cNvSpPr>
          <p:nvPr/>
        </p:nvSpPr>
        <p:spPr>
          <a:xfrm>
            <a:off x="4160139" y="36382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6" name="F2_precision_recall_distributions_4360">
            <a:extLst>
              <a:ext uri="{FF2B5EF4-FFF2-40B4-BE49-F238E27FC236}">
                <a16:creationId xmlns:a16="http://schemas.microsoft.com/office/drawing/2014/main" id="{AAA229FA-A7CD-473B-AF08-6094B08A4840}"/>
              </a:ext>
            </a:extLst>
          </p:cNvPr>
          <p:cNvSpPr>
            <a:spLocks noGrp="1"/>
          </p:cNvSpPr>
          <p:nvPr/>
        </p:nvSpPr>
        <p:spPr>
          <a:xfrm>
            <a:off x="4072609" y="36562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7" name="F2_precision_recall_distributions_4361">
            <a:extLst>
              <a:ext uri="{FF2B5EF4-FFF2-40B4-BE49-F238E27FC236}">
                <a16:creationId xmlns:a16="http://schemas.microsoft.com/office/drawing/2014/main" id="{8EDB2E6A-31AF-47B0-B2D3-C3C171240262}"/>
              </a:ext>
            </a:extLst>
          </p:cNvPr>
          <p:cNvSpPr>
            <a:spLocks noGrp="1"/>
          </p:cNvSpPr>
          <p:nvPr/>
        </p:nvSpPr>
        <p:spPr>
          <a:xfrm>
            <a:off x="4039160" y="37017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8" name="F2_precision_recall_distributions_4362">
            <a:extLst>
              <a:ext uri="{FF2B5EF4-FFF2-40B4-BE49-F238E27FC236}">
                <a16:creationId xmlns:a16="http://schemas.microsoft.com/office/drawing/2014/main" id="{9E9CAA56-37DA-4F11-BF18-FE51DF89D689}"/>
              </a:ext>
            </a:extLst>
          </p:cNvPr>
          <p:cNvSpPr>
            <a:spLocks noGrp="1"/>
          </p:cNvSpPr>
          <p:nvPr/>
        </p:nvSpPr>
        <p:spPr>
          <a:xfrm>
            <a:off x="4223046" y="369807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9" name="F2_precision_recall_distributions_4363">
            <a:extLst>
              <a:ext uri="{FF2B5EF4-FFF2-40B4-BE49-F238E27FC236}">
                <a16:creationId xmlns:a16="http://schemas.microsoft.com/office/drawing/2014/main" id="{30D41D2E-80EB-43E9-A9CB-C0150EF457C5}"/>
              </a:ext>
            </a:extLst>
          </p:cNvPr>
          <p:cNvSpPr>
            <a:spLocks noGrp="1"/>
          </p:cNvSpPr>
          <p:nvPr/>
        </p:nvSpPr>
        <p:spPr>
          <a:xfrm>
            <a:off x="399402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0" name="F2_precision_recall_distributions_4364">
            <a:extLst>
              <a:ext uri="{FF2B5EF4-FFF2-40B4-BE49-F238E27FC236}">
                <a16:creationId xmlns:a16="http://schemas.microsoft.com/office/drawing/2014/main" id="{F1FE1144-B3B3-415B-A702-817E547071BD}"/>
              </a:ext>
            </a:extLst>
          </p:cNvPr>
          <p:cNvSpPr>
            <a:spLocks noGrp="1"/>
          </p:cNvSpPr>
          <p:nvPr/>
        </p:nvSpPr>
        <p:spPr>
          <a:xfrm>
            <a:off x="401307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1" name="F2_precision_recall_distributions_4365">
            <a:extLst>
              <a:ext uri="{FF2B5EF4-FFF2-40B4-BE49-F238E27FC236}">
                <a16:creationId xmlns:a16="http://schemas.microsoft.com/office/drawing/2014/main" id="{C395CEE9-9560-4217-8D4B-D6A34B578A2B}"/>
              </a:ext>
            </a:extLst>
          </p:cNvPr>
          <p:cNvSpPr>
            <a:spLocks noGrp="1"/>
          </p:cNvSpPr>
          <p:nvPr/>
        </p:nvSpPr>
        <p:spPr>
          <a:xfrm>
            <a:off x="416495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2" name="F2_precision_recall_distributions_4366">
            <a:extLst>
              <a:ext uri="{FF2B5EF4-FFF2-40B4-BE49-F238E27FC236}">
                <a16:creationId xmlns:a16="http://schemas.microsoft.com/office/drawing/2014/main" id="{4E6C26C9-B3C3-43C5-8495-F7C4CFC39379}"/>
              </a:ext>
            </a:extLst>
          </p:cNvPr>
          <p:cNvSpPr>
            <a:spLocks noGrp="1"/>
          </p:cNvSpPr>
          <p:nvPr/>
        </p:nvSpPr>
        <p:spPr>
          <a:xfrm>
            <a:off x="4300453" y="37093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3" name="F2_precision_recall_distributions_4367">
            <a:extLst>
              <a:ext uri="{FF2B5EF4-FFF2-40B4-BE49-F238E27FC236}">
                <a16:creationId xmlns:a16="http://schemas.microsoft.com/office/drawing/2014/main" id="{31E57BFE-E459-4896-A043-31970D26EADC}"/>
              </a:ext>
            </a:extLst>
          </p:cNvPr>
          <p:cNvSpPr>
            <a:spLocks noGrp="1"/>
          </p:cNvSpPr>
          <p:nvPr/>
        </p:nvSpPr>
        <p:spPr>
          <a:xfrm>
            <a:off x="421195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4" name="F2_precision_recall_distributions_4368">
            <a:extLst>
              <a:ext uri="{FF2B5EF4-FFF2-40B4-BE49-F238E27FC236}">
                <a16:creationId xmlns:a16="http://schemas.microsoft.com/office/drawing/2014/main" id="{7C536A14-32AD-4A2B-A755-03DCD362A1DA}"/>
              </a:ext>
            </a:extLst>
          </p:cNvPr>
          <p:cNvSpPr>
            <a:spLocks noGrp="1"/>
          </p:cNvSpPr>
          <p:nvPr/>
        </p:nvSpPr>
        <p:spPr>
          <a:xfrm>
            <a:off x="407622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5" name="F2_precision_recall_distributions_4369">
            <a:extLst>
              <a:ext uri="{FF2B5EF4-FFF2-40B4-BE49-F238E27FC236}">
                <a16:creationId xmlns:a16="http://schemas.microsoft.com/office/drawing/2014/main" id="{284F1773-62C3-4BF2-A77D-75FB81BE671D}"/>
              </a:ext>
            </a:extLst>
          </p:cNvPr>
          <p:cNvSpPr>
            <a:spLocks noGrp="1"/>
          </p:cNvSpPr>
          <p:nvPr/>
        </p:nvSpPr>
        <p:spPr>
          <a:xfrm>
            <a:off x="41175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6" name="F2_precision_recall_distributions_4370">
            <a:extLst>
              <a:ext uri="{FF2B5EF4-FFF2-40B4-BE49-F238E27FC236}">
                <a16:creationId xmlns:a16="http://schemas.microsoft.com/office/drawing/2014/main" id="{2E0FCBE4-5DFC-470D-9F7E-B35BB6DFCB42}"/>
              </a:ext>
            </a:extLst>
          </p:cNvPr>
          <p:cNvSpPr>
            <a:spLocks noGrp="1"/>
          </p:cNvSpPr>
          <p:nvPr/>
        </p:nvSpPr>
        <p:spPr>
          <a:xfrm>
            <a:off x="4226076" y="36943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7" name="F2_precision_recall_distributions_4371">
            <a:extLst>
              <a:ext uri="{FF2B5EF4-FFF2-40B4-BE49-F238E27FC236}">
                <a16:creationId xmlns:a16="http://schemas.microsoft.com/office/drawing/2014/main" id="{68A1CEFA-FDA4-41B9-9AA8-B071886BF357}"/>
              </a:ext>
            </a:extLst>
          </p:cNvPr>
          <p:cNvSpPr>
            <a:spLocks noGrp="1"/>
          </p:cNvSpPr>
          <p:nvPr/>
        </p:nvSpPr>
        <p:spPr>
          <a:xfrm>
            <a:off x="409592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8" name="F2_precision_recall_distributions_4372">
            <a:extLst>
              <a:ext uri="{FF2B5EF4-FFF2-40B4-BE49-F238E27FC236}">
                <a16:creationId xmlns:a16="http://schemas.microsoft.com/office/drawing/2014/main" id="{C616F5DA-E12D-45E4-B987-50C73B56D684}"/>
              </a:ext>
            </a:extLst>
          </p:cNvPr>
          <p:cNvSpPr>
            <a:spLocks noGrp="1"/>
          </p:cNvSpPr>
          <p:nvPr/>
        </p:nvSpPr>
        <p:spPr>
          <a:xfrm>
            <a:off x="4162211" y="37090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9" name="F2_precision_recall_distributions_4373">
            <a:extLst>
              <a:ext uri="{FF2B5EF4-FFF2-40B4-BE49-F238E27FC236}">
                <a16:creationId xmlns:a16="http://schemas.microsoft.com/office/drawing/2014/main" id="{613321AD-ED05-4EA3-A3DD-7B3009186572}"/>
              </a:ext>
            </a:extLst>
          </p:cNvPr>
          <p:cNvSpPr>
            <a:spLocks noGrp="1"/>
          </p:cNvSpPr>
          <p:nvPr/>
        </p:nvSpPr>
        <p:spPr>
          <a:xfrm>
            <a:off x="4144446" y="37054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0" name="F2_precision_recall_distributions_4374">
            <a:extLst>
              <a:ext uri="{FF2B5EF4-FFF2-40B4-BE49-F238E27FC236}">
                <a16:creationId xmlns:a16="http://schemas.microsoft.com/office/drawing/2014/main" id="{CD610AB3-592E-4A28-ACE8-EBF19E2C6468}"/>
              </a:ext>
            </a:extLst>
          </p:cNvPr>
          <p:cNvSpPr>
            <a:spLocks noGrp="1"/>
          </p:cNvSpPr>
          <p:nvPr/>
        </p:nvSpPr>
        <p:spPr>
          <a:xfrm>
            <a:off x="420264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1" name="F2_precision_recall_distributions_4375">
            <a:extLst>
              <a:ext uri="{FF2B5EF4-FFF2-40B4-BE49-F238E27FC236}">
                <a16:creationId xmlns:a16="http://schemas.microsoft.com/office/drawing/2014/main" id="{F27D42B6-1AE7-49F4-B055-41CF7A30D1FF}"/>
              </a:ext>
            </a:extLst>
          </p:cNvPr>
          <p:cNvSpPr>
            <a:spLocks noGrp="1"/>
          </p:cNvSpPr>
          <p:nvPr/>
        </p:nvSpPr>
        <p:spPr>
          <a:xfrm>
            <a:off x="4329614" y="37085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2" name="F2_precision_recall_distributions_4376">
            <a:extLst>
              <a:ext uri="{FF2B5EF4-FFF2-40B4-BE49-F238E27FC236}">
                <a16:creationId xmlns:a16="http://schemas.microsoft.com/office/drawing/2014/main" id="{A6E57539-41DD-425D-92A3-28F7B02E4006}"/>
              </a:ext>
            </a:extLst>
          </p:cNvPr>
          <p:cNvSpPr>
            <a:spLocks noGrp="1"/>
          </p:cNvSpPr>
          <p:nvPr/>
        </p:nvSpPr>
        <p:spPr>
          <a:xfrm>
            <a:off x="4331415" y="37065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3" name="F2_precision_recall_distributions_4377">
            <a:extLst>
              <a:ext uri="{FF2B5EF4-FFF2-40B4-BE49-F238E27FC236}">
                <a16:creationId xmlns:a16="http://schemas.microsoft.com/office/drawing/2014/main" id="{7949B445-73B4-4A5F-84ED-7DCB04E3C15B}"/>
              </a:ext>
            </a:extLst>
          </p:cNvPr>
          <p:cNvSpPr>
            <a:spLocks noGrp="1"/>
          </p:cNvSpPr>
          <p:nvPr/>
        </p:nvSpPr>
        <p:spPr>
          <a:xfrm>
            <a:off x="3997034" y="37095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4" name="F2_precision_recall_distributions_4378">
            <a:extLst>
              <a:ext uri="{FF2B5EF4-FFF2-40B4-BE49-F238E27FC236}">
                <a16:creationId xmlns:a16="http://schemas.microsoft.com/office/drawing/2014/main" id="{5C852D59-3A7A-4573-A237-4096A1E2C6DE}"/>
              </a:ext>
            </a:extLst>
          </p:cNvPr>
          <p:cNvSpPr>
            <a:spLocks noGrp="1"/>
          </p:cNvSpPr>
          <p:nvPr/>
        </p:nvSpPr>
        <p:spPr>
          <a:xfrm>
            <a:off x="417875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5" name="F2_precision_recall_distributions_4379">
            <a:extLst>
              <a:ext uri="{FF2B5EF4-FFF2-40B4-BE49-F238E27FC236}">
                <a16:creationId xmlns:a16="http://schemas.microsoft.com/office/drawing/2014/main" id="{5DB62965-1066-4CF3-916B-ED26B7F31C3A}"/>
              </a:ext>
            </a:extLst>
          </p:cNvPr>
          <p:cNvSpPr>
            <a:spLocks noGrp="1"/>
          </p:cNvSpPr>
          <p:nvPr/>
        </p:nvSpPr>
        <p:spPr>
          <a:xfrm>
            <a:off x="4059965" y="37014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6" name="F2_precision_recall_distributions_4380">
            <a:extLst>
              <a:ext uri="{FF2B5EF4-FFF2-40B4-BE49-F238E27FC236}">
                <a16:creationId xmlns:a16="http://schemas.microsoft.com/office/drawing/2014/main" id="{F396510E-4DDB-4C0C-9184-7C54463D8490}"/>
              </a:ext>
            </a:extLst>
          </p:cNvPr>
          <p:cNvSpPr>
            <a:spLocks noGrp="1"/>
          </p:cNvSpPr>
          <p:nvPr/>
        </p:nvSpPr>
        <p:spPr>
          <a:xfrm>
            <a:off x="402389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7" name="F2_precision_recall_distributions_4381">
            <a:extLst>
              <a:ext uri="{FF2B5EF4-FFF2-40B4-BE49-F238E27FC236}">
                <a16:creationId xmlns:a16="http://schemas.microsoft.com/office/drawing/2014/main" id="{479291CE-A819-4450-A3C5-894E75CEE55C}"/>
              </a:ext>
            </a:extLst>
          </p:cNvPr>
          <p:cNvSpPr>
            <a:spLocks noGrp="1"/>
          </p:cNvSpPr>
          <p:nvPr/>
        </p:nvSpPr>
        <p:spPr>
          <a:xfrm>
            <a:off x="403913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8" name="F2_precision_recall_distributions_4382">
            <a:extLst>
              <a:ext uri="{FF2B5EF4-FFF2-40B4-BE49-F238E27FC236}">
                <a16:creationId xmlns:a16="http://schemas.microsoft.com/office/drawing/2014/main" id="{CABD3012-589B-4C94-8855-101FDD9316D5}"/>
              </a:ext>
            </a:extLst>
          </p:cNvPr>
          <p:cNvSpPr>
            <a:spLocks noGrp="1"/>
          </p:cNvSpPr>
          <p:nvPr/>
        </p:nvSpPr>
        <p:spPr>
          <a:xfrm>
            <a:off x="4200242" y="36904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9" name="F2_precision_recall_distributions_4383">
            <a:extLst>
              <a:ext uri="{FF2B5EF4-FFF2-40B4-BE49-F238E27FC236}">
                <a16:creationId xmlns:a16="http://schemas.microsoft.com/office/drawing/2014/main" id="{5198E1E5-CDAC-4769-B60A-A1C7A0C15C48}"/>
              </a:ext>
            </a:extLst>
          </p:cNvPr>
          <p:cNvSpPr>
            <a:spLocks noGrp="1"/>
          </p:cNvSpPr>
          <p:nvPr/>
        </p:nvSpPr>
        <p:spPr>
          <a:xfrm>
            <a:off x="4320267" y="37050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0" name="F2_precision_recall_distributions_4384">
            <a:extLst>
              <a:ext uri="{FF2B5EF4-FFF2-40B4-BE49-F238E27FC236}">
                <a16:creationId xmlns:a16="http://schemas.microsoft.com/office/drawing/2014/main" id="{BC0D6F5C-75EA-4116-89C7-043598E82811}"/>
              </a:ext>
            </a:extLst>
          </p:cNvPr>
          <p:cNvSpPr>
            <a:spLocks noGrp="1"/>
          </p:cNvSpPr>
          <p:nvPr/>
        </p:nvSpPr>
        <p:spPr>
          <a:xfrm>
            <a:off x="4060023" y="35259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1" name="F2_precision_recall_distributions_4385">
            <a:extLst>
              <a:ext uri="{FF2B5EF4-FFF2-40B4-BE49-F238E27FC236}">
                <a16:creationId xmlns:a16="http://schemas.microsoft.com/office/drawing/2014/main" id="{6DF9F1D3-8EAF-476C-80DB-B156DACD8A42}"/>
              </a:ext>
            </a:extLst>
          </p:cNvPr>
          <p:cNvSpPr>
            <a:spLocks noGrp="1"/>
          </p:cNvSpPr>
          <p:nvPr/>
        </p:nvSpPr>
        <p:spPr>
          <a:xfrm>
            <a:off x="402479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2" name="F2_precision_recall_distributions_4386">
            <a:extLst>
              <a:ext uri="{FF2B5EF4-FFF2-40B4-BE49-F238E27FC236}">
                <a16:creationId xmlns:a16="http://schemas.microsoft.com/office/drawing/2014/main" id="{DECA4E94-80D2-4BA8-BE9E-CB8399CF9E07}"/>
              </a:ext>
            </a:extLst>
          </p:cNvPr>
          <p:cNvSpPr>
            <a:spLocks noGrp="1"/>
          </p:cNvSpPr>
          <p:nvPr/>
        </p:nvSpPr>
        <p:spPr>
          <a:xfrm>
            <a:off x="4028306" y="36911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3" name="F2_precision_recall_distributions_4387">
            <a:extLst>
              <a:ext uri="{FF2B5EF4-FFF2-40B4-BE49-F238E27FC236}">
                <a16:creationId xmlns:a16="http://schemas.microsoft.com/office/drawing/2014/main" id="{3660EBF1-787F-41F0-B6C4-ADD7DE7F3031}"/>
              </a:ext>
            </a:extLst>
          </p:cNvPr>
          <p:cNvSpPr>
            <a:spLocks noGrp="1"/>
          </p:cNvSpPr>
          <p:nvPr/>
        </p:nvSpPr>
        <p:spPr>
          <a:xfrm>
            <a:off x="4203812" y="37037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4" name="F2_precision_recall_distributions_4388">
            <a:extLst>
              <a:ext uri="{FF2B5EF4-FFF2-40B4-BE49-F238E27FC236}">
                <a16:creationId xmlns:a16="http://schemas.microsoft.com/office/drawing/2014/main" id="{2AB3F06C-026D-4CA1-8371-6E5ECCE23FAC}"/>
              </a:ext>
            </a:extLst>
          </p:cNvPr>
          <p:cNvSpPr>
            <a:spLocks noGrp="1"/>
          </p:cNvSpPr>
          <p:nvPr/>
        </p:nvSpPr>
        <p:spPr>
          <a:xfrm>
            <a:off x="4197780" y="366053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5" name="F2_precision_recall_distributions_4389">
            <a:extLst>
              <a:ext uri="{FF2B5EF4-FFF2-40B4-BE49-F238E27FC236}">
                <a16:creationId xmlns:a16="http://schemas.microsoft.com/office/drawing/2014/main" id="{843B55BA-A641-43DB-8FC9-5053CA18275E}"/>
              </a:ext>
            </a:extLst>
          </p:cNvPr>
          <p:cNvSpPr>
            <a:spLocks noGrp="1"/>
          </p:cNvSpPr>
          <p:nvPr/>
        </p:nvSpPr>
        <p:spPr>
          <a:xfrm>
            <a:off x="432483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6" name="F2_precision_recall_distributions_4390">
            <a:extLst>
              <a:ext uri="{FF2B5EF4-FFF2-40B4-BE49-F238E27FC236}">
                <a16:creationId xmlns:a16="http://schemas.microsoft.com/office/drawing/2014/main" id="{87C33082-D0ED-49DB-A0DE-29222C97D563}"/>
              </a:ext>
            </a:extLst>
          </p:cNvPr>
          <p:cNvSpPr>
            <a:spLocks noGrp="1"/>
          </p:cNvSpPr>
          <p:nvPr/>
        </p:nvSpPr>
        <p:spPr>
          <a:xfrm>
            <a:off x="420830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7" name="F2_precision_recall_distributions_4391">
            <a:extLst>
              <a:ext uri="{FF2B5EF4-FFF2-40B4-BE49-F238E27FC236}">
                <a16:creationId xmlns:a16="http://schemas.microsoft.com/office/drawing/2014/main" id="{2C07450A-795A-41F5-9474-16ADA342955A}"/>
              </a:ext>
            </a:extLst>
          </p:cNvPr>
          <p:cNvSpPr>
            <a:spLocks noGrp="1"/>
          </p:cNvSpPr>
          <p:nvPr/>
        </p:nvSpPr>
        <p:spPr>
          <a:xfrm>
            <a:off x="4036287" y="36976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8" name="F2_precision_recall_distributions_4392">
            <a:extLst>
              <a:ext uri="{FF2B5EF4-FFF2-40B4-BE49-F238E27FC236}">
                <a16:creationId xmlns:a16="http://schemas.microsoft.com/office/drawing/2014/main" id="{ECB5B9FD-FA16-436A-80E0-FBB1980E84A2}"/>
              </a:ext>
            </a:extLst>
          </p:cNvPr>
          <p:cNvSpPr>
            <a:spLocks noGrp="1"/>
          </p:cNvSpPr>
          <p:nvPr/>
        </p:nvSpPr>
        <p:spPr>
          <a:xfrm>
            <a:off x="400038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9" name="F2_precision_recall_distributions_4393">
            <a:extLst>
              <a:ext uri="{FF2B5EF4-FFF2-40B4-BE49-F238E27FC236}">
                <a16:creationId xmlns:a16="http://schemas.microsoft.com/office/drawing/2014/main" id="{296CE83F-DE8C-41DF-A6FC-D4961EE750D3}"/>
              </a:ext>
            </a:extLst>
          </p:cNvPr>
          <p:cNvSpPr>
            <a:spLocks noGrp="1"/>
          </p:cNvSpPr>
          <p:nvPr/>
        </p:nvSpPr>
        <p:spPr>
          <a:xfrm>
            <a:off x="4068460" y="37087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0" name="F2_precision_recall_distributions_4394">
            <a:extLst>
              <a:ext uri="{FF2B5EF4-FFF2-40B4-BE49-F238E27FC236}">
                <a16:creationId xmlns:a16="http://schemas.microsoft.com/office/drawing/2014/main" id="{25AD20D5-497E-42CC-BBBE-31A1323B5193}"/>
              </a:ext>
            </a:extLst>
          </p:cNvPr>
          <p:cNvSpPr>
            <a:spLocks noGrp="1"/>
          </p:cNvSpPr>
          <p:nvPr/>
        </p:nvSpPr>
        <p:spPr>
          <a:xfrm>
            <a:off x="411107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1" name="F2_precision_recall_distributions_4395">
            <a:extLst>
              <a:ext uri="{FF2B5EF4-FFF2-40B4-BE49-F238E27FC236}">
                <a16:creationId xmlns:a16="http://schemas.microsoft.com/office/drawing/2014/main" id="{2AA71DE3-80EB-4890-BE4D-D045E9A5B87D}"/>
              </a:ext>
            </a:extLst>
          </p:cNvPr>
          <p:cNvSpPr>
            <a:spLocks noGrp="1"/>
          </p:cNvSpPr>
          <p:nvPr/>
        </p:nvSpPr>
        <p:spPr>
          <a:xfrm>
            <a:off x="4265677" y="37037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2" name="F2_precision_recall_distributions_4396">
            <a:extLst>
              <a:ext uri="{FF2B5EF4-FFF2-40B4-BE49-F238E27FC236}">
                <a16:creationId xmlns:a16="http://schemas.microsoft.com/office/drawing/2014/main" id="{79FB3885-215B-46C3-A466-BF0DCA29EEB7}"/>
              </a:ext>
            </a:extLst>
          </p:cNvPr>
          <p:cNvSpPr>
            <a:spLocks noGrp="1"/>
          </p:cNvSpPr>
          <p:nvPr/>
        </p:nvSpPr>
        <p:spPr>
          <a:xfrm>
            <a:off x="402769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3" name="F2_precision_recall_distributions_4397">
            <a:extLst>
              <a:ext uri="{FF2B5EF4-FFF2-40B4-BE49-F238E27FC236}">
                <a16:creationId xmlns:a16="http://schemas.microsoft.com/office/drawing/2014/main" id="{B8CDD48C-F5E4-4C91-B0CC-3D9E60737F3D}"/>
              </a:ext>
            </a:extLst>
          </p:cNvPr>
          <p:cNvSpPr>
            <a:spLocks noGrp="1"/>
          </p:cNvSpPr>
          <p:nvPr/>
        </p:nvSpPr>
        <p:spPr>
          <a:xfrm>
            <a:off x="4197403" y="36927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4" name="F2_precision_recall_distributions_4398">
            <a:extLst>
              <a:ext uri="{FF2B5EF4-FFF2-40B4-BE49-F238E27FC236}">
                <a16:creationId xmlns:a16="http://schemas.microsoft.com/office/drawing/2014/main" id="{957ADE55-A8C8-4B86-8D8C-CE641CC3D924}"/>
              </a:ext>
            </a:extLst>
          </p:cNvPr>
          <p:cNvSpPr>
            <a:spLocks noGrp="1"/>
          </p:cNvSpPr>
          <p:nvPr/>
        </p:nvSpPr>
        <p:spPr>
          <a:xfrm>
            <a:off x="414409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5" name="F2_precision_recall_distributions_4399">
            <a:extLst>
              <a:ext uri="{FF2B5EF4-FFF2-40B4-BE49-F238E27FC236}">
                <a16:creationId xmlns:a16="http://schemas.microsoft.com/office/drawing/2014/main" id="{251FAA2F-9C8D-4D0F-8147-D64401207775}"/>
              </a:ext>
            </a:extLst>
          </p:cNvPr>
          <p:cNvSpPr>
            <a:spLocks noGrp="1"/>
          </p:cNvSpPr>
          <p:nvPr/>
        </p:nvSpPr>
        <p:spPr>
          <a:xfrm>
            <a:off x="4047883" y="37008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6" name="F2_precision_recall_distributions_4400">
            <a:extLst>
              <a:ext uri="{FF2B5EF4-FFF2-40B4-BE49-F238E27FC236}">
                <a16:creationId xmlns:a16="http://schemas.microsoft.com/office/drawing/2014/main" id="{9122AE69-DF6C-47AB-A5AE-0445E33EFDEA}"/>
              </a:ext>
            </a:extLst>
          </p:cNvPr>
          <p:cNvSpPr>
            <a:spLocks noGrp="1"/>
          </p:cNvSpPr>
          <p:nvPr/>
        </p:nvSpPr>
        <p:spPr>
          <a:xfrm>
            <a:off x="406397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7" name="F2_precision_recall_distributions_4401">
            <a:extLst>
              <a:ext uri="{FF2B5EF4-FFF2-40B4-BE49-F238E27FC236}">
                <a16:creationId xmlns:a16="http://schemas.microsoft.com/office/drawing/2014/main" id="{31077133-8739-41FC-82FC-0C996E487A0E}"/>
              </a:ext>
            </a:extLst>
          </p:cNvPr>
          <p:cNvSpPr>
            <a:spLocks noGrp="1"/>
          </p:cNvSpPr>
          <p:nvPr/>
        </p:nvSpPr>
        <p:spPr>
          <a:xfrm>
            <a:off x="4097056" y="34388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8" name="F2_precision_recall_distributions_4402">
            <a:extLst>
              <a:ext uri="{FF2B5EF4-FFF2-40B4-BE49-F238E27FC236}">
                <a16:creationId xmlns:a16="http://schemas.microsoft.com/office/drawing/2014/main" id="{42A289FF-8EEA-45F3-84A1-CDD66D6B50F7}"/>
              </a:ext>
            </a:extLst>
          </p:cNvPr>
          <p:cNvSpPr>
            <a:spLocks noGrp="1"/>
          </p:cNvSpPr>
          <p:nvPr/>
        </p:nvSpPr>
        <p:spPr>
          <a:xfrm>
            <a:off x="4305189" y="354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9" name="F2_precision_recall_distributions_4403">
            <a:extLst>
              <a:ext uri="{FF2B5EF4-FFF2-40B4-BE49-F238E27FC236}">
                <a16:creationId xmlns:a16="http://schemas.microsoft.com/office/drawing/2014/main" id="{3F912EDE-9DA9-4140-A725-E95F26FD8272}"/>
              </a:ext>
            </a:extLst>
          </p:cNvPr>
          <p:cNvSpPr>
            <a:spLocks noGrp="1"/>
          </p:cNvSpPr>
          <p:nvPr/>
        </p:nvSpPr>
        <p:spPr>
          <a:xfrm>
            <a:off x="429284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0" name="F2_precision_recall_distributions_4404">
            <a:extLst>
              <a:ext uri="{FF2B5EF4-FFF2-40B4-BE49-F238E27FC236}">
                <a16:creationId xmlns:a16="http://schemas.microsoft.com/office/drawing/2014/main" id="{8085066D-E18D-43BB-938A-DA76D7001DCC}"/>
              </a:ext>
            </a:extLst>
          </p:cNvPr>
          <p:cNvSpPr>
            <a:spLocks noGrp="1"/>
          </p:cNvSpPr>
          <p:nvPr/>
        </p:nvSpPr>
        <p:spPr>
          <a:xfrm>
            <a:off x="418738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1" name="F2_precision_recall_distributions_4405">
            <a:extLst>
              <a:ext uri="{FF2B5EF4-FFF2-40B4-BE49-F238E27FC236}">
                <a16:creationId xmlns:a16="http://schemas.microsoft.com/office/drawing/2014/main" id="{0FF177B6-77FB-4DE1-90A3-A94F344A8E23}"/>
              </a:ext>
            </a:extLst>
          </p:cNvPr>
          <p:cNvSpPr>
            <a:spLocks noGrp="1"/>
          </p:cNvSpPr>
          <p:nvPr/>
        </p:nvSpPr>
        <p:spPr>
          <a:xfrm>
            <a:off x="4066149" y="37029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2" name="F2_precision_recall_distributions_4406">
            <a:extLst>
              <a:ext uri="{FF2B5EF4-FFF2-40B4-BE49-F238E27FC236}">
                <a16:creationId xmlns:a16="http://schemas.microsoft.com/office/drawing/2014/main" id="{F53FFC7B-B43E-4E93-809E-E4AC7F60DA87}"/>
              </a:ext>
            </a:extLst>
          </p:cNvPr>
          <p:cNvSpPr>
            <a:spLocks noGrp="1"/>
          </p:cNvSpPr>
          <p:nvPr/>
        </p:nvSpPr>
        <p:spPr>
          <a:xfrm>
            <a:off x="4219161" y="36467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3" name="F2_precision_recall_distributions_4407">
            <a:extLst>
              <a:ext uri="{FF2B5EF4-FFF2-40B4-BE49-F238E27FC236}">
                <a16:creationId xmlns:a16="http://schemas.microsoft.com/office/drawing/2014/main" id="{BA473062-ACCB-40B5-B10F-418ADF3FD3E6}"/>
              </a:ext>
            </a:extLst>
          </p:cNvPr>
          <p:cNvSpPr>
            <a:spLocks noGrp="1"/>
          </p:cNvSpPr>
          <p:nvPr/>
        </p:nvSpPr>
        <p:spPr>
          <a:xfrm>
            <a:off x="4299720" y="36917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4" name="F2_precision_recall_distributions_4408">
            <a:extLst>
              <a:ext uri="{FF2B5EF4-FFF2-40B4-BE49-F238E27FC236}">
                <a16:creationId xmlns:a16="http://schemas.microsoft.com/office/drawing/2014/main" id="{9B0CD696-079A-4855-89D6-4E5285E1AB03}"/>
              </a:ext>
            </a:extLst>
          </p:cNvPr>
          <p:cNvSpPr>
            <a:spLocks noGrp="1"/>
          </p:cNvSpPr>
          <p:nvPr/>
        </p:nvSpPr>
        <p:spPr>
          <a:xfrm>
            <a:off x="4170400" y="36913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5" name="F2_precision_recall_distributions_4409">
            <a:extLst>
              <a:ext uri="{FF2B5EF4-FFF2-40B4-BE49-F238E27FC236}">
                <a16:creationId xmlns:a16="http://schemas.microsoft.com/office/drawing/2014/main" id="{063BFD29-CCB5-4D14-982C-EAC5A3E337DA}"/>
              </a:ext>
            </a:extLst>
          </p:cNvPr>
          <p:cNvSpPr>
            <a:spLocks noGrp="1"/>
          </p:cNvSpPr>
          <p:nvPr/>
        </p:nvSpPr>
        <p:spPr>
          <a:xfrm>
            <a:off x="4055937" y="36952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6" name="F2_precision_recall_distributions_4410">
            <a:extLst>
              <a:ext uri="{FF2B5EF4-FFF2-40B4-BE49-F238E27FC236}">
                <a16:creationId xmlns:a16="http://schemas.microsoft.com/office/drawing/2014/main" id="{BD12DF22-4606-4DD3-A046-9708C534FF96}"/>
              </a:ext>
            </a:extLst>
          </p:cNvPr>
          <p:cNvSpPr>
            <a:spLocks noGrp="1"/>
          </p:cNvSpPr>
          <p:nvPr/>
        </p:nvSpPr>
        <p:spPr>
          <a:xfrm>
            <a:off x="426161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7" name="F2_precision_recall_distributions_4411">
            <a:extLst>
              <a:ext uri="{FF2B5EF4-FFF2-40B4-BE49-F238E27FC236}">
                <a16:creationId xmlns:a16="http://schemas.microsoft.com/office/drawing/2014/main" id="{8F0B3B59-0088-4766-BEBD-478ED85731E1}"/>
              </a:ext>
            </a:extLst>
          </p:cNvPr>
          <p:cNvSpPr>
            <a:spLocks noGrp="1"/>
          </p:cNvSpPr>
          <p:nvPr/>
        </p:nvSpPr>
        <p:spPr>
          <a:xfrm>
            <a:off x="4278741" y="37041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8" name="F2_precision_recall_distributions_4412">
            <a:extLst>
              <a:ext uri="{FF2B5EF4-FFF2-40B4-BE49-F238E27FC236}">
                <a16:creationId xmlns:a16="http://schemas.microsoft.com/office/drawing/2014/main" id="{84BB9D27-B500-4845-9040-6FBD71645224}"/>
              </a:ext>
            </a:extLst>
          </p:cNvPr>
          <p:cNvSpPr>
            <a:spLocks noGrp="1"/>
          </p:cNvSpPr>
          <p:nvPr/>
        </p:nvSpPr>
        <p:spPr>
          <a:xfrm>
            <a:off x="4102731" y="37026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9" name="F2_precision_recall_distributions_4413">
            <a:extLst>
              <a:ext uri="{FF2B5EF4-FFF2-40B4-BE49-F238E27FC236}">
                <a16:creationId xmlns:a16="http://schemas.microsoft.com/office/drawing/2014/main" id="{D1BF7DFA-CE20-44ED-B448-4314A0EC160E}"/>
              </a:ext>
            </a:extLst>
          </p:cNvPr>
          <p:cNvSpPr>
            <a:spLocks noGrp="1"/>
          </p:cNvSpPr>
          <p:nvPr/>
        </p:nvSpPr>
        <p:spPr>
          <a:xfrm>
            <a:off x="422105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0" name="F2_precision_recall_distributions_4414">
            <a:extLst>
              <a:ext uri="{FF2B5EF4-FFF2-40B4-BE49-F238E27FC236}">
                <a16:creationId xmlns:a16="http://schemas.microsoft.com/office/drawing/2014/main" id="{CD2F0A1A-AD48-43CF-813E-E5D27813487C}"/>
              </a:ext>
            </a:extLst>
          </p:cNvPr>
          <p:cNvSpPr>
            <a:spLocks noGrp="1"/>
          </p:cNvSpPr>
          <p:nvPr/>
        </p:nvSpPr>
        <p:spPr>
          <a:xfrm>
            <a:off x="404251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1" name="F2_precision_recall_distributions_4415">
            <a:extLst>
              <a:ext uri="{FF2B5EF4-FFF2-40B4-BE49-F238E27FC236}">
                <a16:creationId xmlns:a16="http://schemas.microsoft.com/office/drawing/2014/main" id="{7E30D78A-94AF-4355-80A2-E39B8AFE7BE7}"/>
              </a:ext>
            </a:extLst>
          </p:cNvPr>
          <p:cNvSpPr>
            <a:spLocks noGrp="1"/>
          </p:cNvSpPr>
          <p:nvPr/>
        </p:nvSpPr>
        <p:spPr>
          <a:xfrm>
            <a:off x="4294635" y="36538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2" name="F2_precision_recall_distributions_4416">
            <a:extLst>
              <a:ext uri="{FF2B5EF4-FFF2-40B4-BE49-F238E27FC236}">
                <a16:creationId xmlns:a16="http://schemas.microsoft.com/office/drawing/2014/main" id="{F5B27760-9600-4AC0-A86E-FEC5C84C2A3A}"/>
              </a:ext>
            </a:extLst>
          </p:cNvPr>
          <p:cNvSpPr>
            <a:spLocks noGrp="1"/>
          </p:cNvSpPr>
          <p:nvPr/>
        </p:nvSpPr>
        <p:spPr>
          <a:xfrm>
            <a:off x="431026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3" name="F2_precision_recall_distributions_4417">
            <a:extLst>
              <a:ext uri="{FF2B5EF4-FFF2-40B4-BE49-F238E27FC236}">
                <a16:creationId xmlns:a16="http://schemas.microsoft.com/office/drawing/2014/main" id="{E4E08968-7EA3-4E25-8BCB-C2536147C25B}"/>
              </a:ext>
            </a:extLst>
          </p:cNvPr>
          <p:cNvSpPr>
            <a:spLocks noGrp="1"/>
          </p:cNvSpPr>
          <p:nvPr/>
        </p:nvSpPr>
        <p:spPr>
          <a:xfrm>
            <a:off x="413833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4" name="F2_precision_recall_distributions_4418">
            <a:extLst>
              <a:ext uri="{FF2B5EF4-FFF2-40B4-BE49-F238E27FC236}">
                <a16:creationId xmlns:a16="http://schemas.microsoft.com/office/drawing/2014/main" id="{167B5B08-13AD-4F07-A5A3-0F3FCE04C6B6}"/>
              </a:ext>
            </a:extLst>
          </p:cNvPr>
          <p:cNvSpPr>
            <a:spLocks noGrp="1"/>
          </p:cNvSpPr>
          <p:nvPr/>
        </p:nvSpPr>
        <p:spPr>
          <a:xfrm>
            <a:off x="4219660" y="36211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5" name="F2_precision_recall_distributions_4419">
            <a:extLst>
              <a:ext uri="{FF2B5EF4-FFF2-40B4-BE49-F238E27FC236}">
                <a16:creationId xmlns:a16="http://schemas.microsoft.com/office/drawing/2014/main" id="{6B6FD6FF-3263-467E-AB9C-6CC7AEEF7F84}"/>
              </a:ext>
            </a:extLst>
          </p:cNvPr>
          <p:cNvSpPr>
            <a:spLocks noGrp="1"/>
          </p:cNvSpPr>
          <p:nvPr/>
        </p:nvSpPr>
        <p:spPr>
          <a:xfrm>
            <a:off x="417764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6" name="F2_precision_recall_distributions_4420">
            <a:extLst>
              <a:ext uri="{FF2B5EF4-FFF2-40B4-BE49-F238E27FC236}">
                <a16:creationId xmlns:a16="http://schemas.microsoft.com/office/drawing/2014/main" id="{FF7B399F-1BC2-4BCB-B707-757B2A9AE825}"/>
              </a:ext>
            </a:extLst>
          </p:cNvPr>
          <p:cNvSpPr>
            <a:spLocks noGrp="1"/>
          </p:cNvSpPr>
          <p:nvPr/>
        </p:nvSpPr>
        <p:spPr>
          <a:xfrm>
            <a:off x="428020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7" name="F2_precision_recall_distributions_4421">
            <a:extLst>
              <a:ext uri="{FF2B5EF4-FFF2-40B4-BE49-F238E27FC236}">
                <a16:creationId xmlns:a16="http://schemas.microsoft.com/office/drawing/2014/main" id="{3E2A9A68-EA31-4FAF-8A8F-B6083A56977F}"/>
              </a:ext>
            </a:extLst>
          </p:cNvPr>
          <p:cNvSpPr>
            <a:spLocks noGrp="1"/>
          </p:cNvSpPr>
          <p:nvPr/>
        </p:nvSpPr>
        <p:spPr>
          <a:xfrm>
            <a:off x="4310791" y="37047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8" name="F2_precision_recall_distributions_4422">
            <a:extLst>
              <a:ext uri="{FF2B5EF4-FFF2-40B4-BE49-F238E27FC236}">
                <a16:creationId xmlns:a16="http://schemas.microsoft.com/office/drawing/2014/main" id="{5CEA5593-A26F-41F4-A195-7677E9D96C00}"/>
              </a:ext>
            </a:extLst>
          </p:cNvPr>
          <p:cNvSpPr>
            <a:spLocks noGrp="1"/>
          </p:cNvSpPr>
          <p:nvPr/>
        </p:nvSpPr>
        <p:spPr>
          <a:xfrm>
            <a:off x="411549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9" name="F2_precision_recall_distributions_4423">
            <a:extLst>
              <a:ext uri="{FF2B5EF4-FFF2-40B4-BE49-F238E27FC236}">
                <a16:creationId xmlns:a16="http://schemas.microsoft.com/office/drawing/2014/main" id="{6649EC3B-CE29-4169-A6FB-C6971ECA0748}"/>
              </a:ext>
            </a:extLst>
          </p:cNvPr>
          <p:cNvSpPr>
            <a:spLocks noGrp="1"/>
          </p:cNvSpPr>
          <p:nvPr/>
        </p:nvSpPr>
        <p:spPr>
          <a:xfrm>
            <a:off x="409103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0" name="F2_precision_recall_distributions_4424">
            <a:extLst>
              <a:ext uri="{FF2B5EF4-FFF2-40B4-BE49-F238E27FC236}">
                <a16:creationId xmlns:a16="http://schemas.microsoft.com/office/drawing/2014/main" id="{F6862027-61EE-49CB-9F97-0D773970B5A0}"/>
              </a:ext>
            </a:extLst>
          </p:cNvPr>
          <p:cNvSpPr>
            <a:spLocks noGrp="1"/>
          </p:cNvSpPr>
          <p:nvPr/>
        </p:nvSpPr>
        <p:spPr>
          <a:xfrm>
            <a:off x="417089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1" name="F2_precision_recall_distributions_4425">
            <a:extLst>
              <a:ext uri="{FF2B5EF4-FFF2-40B4-BE49-F238E27FC236}">
                <a16:creationId xmlns:a16="http://schemas.microsoft.com/office/drawing/2014/main" id="{3BE9DFB9-F5B3-4441-BBF0-B2E90A5FEBBE}"/>
              </a:ext>
            </a:extLst>
          </p:cNvPr>
          <p:cNvSpPr>
            <a:spLocks noGrp="1"/>
          </p:cNvSpPr>
          <p:nvPr/>
        </p:nvSpPr>
        <p:spPr>
          <a:xfrm>
            <a:off x="4287016" y="36727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2" name="F2_precision_recall_distributions_4426">
            <a:extLst>
              <a:ext uri="{FF2B5EF4-FFF2-40B4-BE49-F238E27FC236}">
                <a16:creationId xmlns:a16="http://schemas.microsoft.com/office/drawing/2014/main" id="{A77FDE5F-85B6-4FF7-9891-AB9EE2E8C21B}"/>
              </a:ext>
            </a:extLst>
          </p:cNvPr>
          <p:cNvSpPr>
            <a:spLocks noGrp="1"/>
          </p:cNvSpPr>
          <p:nvPr/>
        </p:nvSpPr>
        <p:spPr>
          <a:xfrm>
            <a:off x="434846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3" name="F2_precision_recall_distributions_4427">
            <a:extLst>
              <a:ext uri="{FF2B5EF4-FFF2-40B4-BE49-F238E27FC236}">
                <a16:creationId xmlns:a16="http://schemas.microsoft.com/office/drawing/2014/main" id="{A364BC9D-8E30-4680-B470-0DD76978FED6}"/>
              </a:ext>
            </a:extLst>
          </p:cNvPr>
          <p:cNvSpPr>
            <a:spLocks noGrp="1"/>
          </p:cNvSpPr>
          <p:nvPr/>
        </p:nvSpPr>
        <p:spPr>
          <a:xfrm>
            <a:off x="429969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4" name="F2_precision_recall_distributions_4428">
            <a:extLst>
              <a:ext uri="{FF2B5EF4-FFF2-40B4-BE49-F238E27FC236}">
                <a16:creationId xmlns:a16="http://schemas.microsoft.com/office/drawing/2014/main" id="{6BAF5EAD-9E1C-462E-9CAD-B59F60DEDC2B}"/>
              </a:ext>
            </a:extLst>
          </p:cNvPr>
          <p:cNvSpPr>
            <a:spLocks noGrp="1"/>
          </p:cNvSpPr>
          <p:nvPr/>
        </p:nvSpPr>
        <p:spPr>
          <a:xfrm>
            <a:off x="424981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5" name="F2_precision_recall_distributions_4429">
            <a:extLst>
              <a:ext uri="{FF2B5EF4-FFF2-40B4-BE49-F238E27FC236}">
                <a16:creationId xmlns:a16="http://schemas.microsoft.com/office/drawing/2014/main" id="{30C18A8C-8B59-4AF6-91C4-F0741EA1132A}"/>
              </a:ext>
            </a:extLst>
          </p:cNvPr>
          <p:cNvSpPr>
            <a:spLocks noGrp="1"/>
          </p:cNvSpPr>
          <p:nvPr/>
        </p:nvSpPr>
        <p:spPr>
          <a:xfrm>
            <a:off x="416920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6" name="F2_precision_recall_distributions_4430">
            <a:extLst>
              <a:ext uri="{FF2B5EF4-FFF2-40B4-BE49-F238E27FC236}">
                <a16:creationId xmlns:a16="http://schemas.microsoft.com/office/drawing/2014/main" id="{C411B0E5-1665-44B6-A3A0-117032B5BC6B}"/>
              </a:ext>
            </a:extLst>
          </p:cNvPr>
          <p:cNvSpPr>
            <a:spLocks noGrp="1"/>
          </p:cNvSpPr>
          <p:nvPr/>
        </p:nvSpPr>
        <p:spPr>
          <a:xfrm>
            <a:off x="422663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7" name="F2_precision_recall_distributions_4431">
            <a:extLst>
              <a:ext uri="{FF2B5EF4-FFF2-40B4-BE49-F238E27FC236}">
                <a16:creationId xmlns:a16="http://schemas.microsoft.com/office/drawing/2014/main" id="{953FE711-730C-4D2A-BCFE-B59F14ED1BF7}"/>
              </a:ext>
            </a:extLst>
          </p:cNvPr>
          <p:cNvSpPr>
            <a:spLocks noGrp="1"/>
          </p:cNvSpPr>
          <p:nvPr/>
        </p:nvSpPr>
        <p:spPr>
          <a:xfrm>
            <a:off x="4125518" y="37082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8" name="F2_precision_recall_distributions_4432">
            <a:extLst>
              <a:ext uri="{FF2B5EF4-FFF2-40B4-BE49-F238E27FC236}">
                <a16:creationId xmlns:a16="http://schemas.microsoft.com/office/drawing/2014/main" id="{3C1C5FAB-C40C-43D4-9E8A-6E2E19407F76}"/>
              </a:ext>
            </a:extLst>
          </p:cNvPr>
          <p:cNvSpPr>
            <a:spLocks noGrp="1"/>
          </p:cNvSpPr>
          <p:nvPr/>
        </p:nvSpPr>
        <p:spPr>
          <a:xfrm>
            <a:off x="399689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9" name="F2_precision_recall_distributions_4433">
            <a:extLst>
              <a:ext uri="{FF2B5EF4-FFF2-40B4-BE49-F238E27FC236}">
                <a16:creationId xmlns:a16="http://schemas.microsoft.com/office/drawing/2014/main" id="{D77CE493-EDB7-4CE3-B319-A4124C3BAEC6}"/>
              </a:ext>
            </a:extLst>
          </p:cNvPr>
          <p:cNvSpPr>
            <a:spLocks noGrp="1"/>
          </p:cNvSpPr>
          <p:nvPr/>
        </p:nvSpPr>
        <p:spPr>
          <a:xfrm>
            <a:off x="4331734" y="37069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0" name="F2_precision_recall_distributions_4434">
            <a:extLst>
              <a:ext uri="{FF2B5EF4-FFF2-40B4-BE49-F238E27FC236}">
                <a16:creationId xmlns:a16="http://schemas.microsoft.com/office/drawing/2014/main" id="{814FC2E9-613A-41CC-9BAA-3E57997D4F42}"/>
              </a:ext>
            </a:extLst>
          </p:cNvPr>
          <p:cNvSpPr>
            <a:spLocks noGrp="1"/>
          </p:cNvSpPr>
          <p:nvPr/>
        </p:nvSpPr>
        <p:spPr>
          <a:xfrm>
            <a:off x="400748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1" name="F2_precision_recall_distributions_4435">
            <a:extLst>
              <a:ext uri="{FF2B5EF4-FFF2-40B4-BE49-F238E27FC236}">
                <a16:creationId xmlns:a16="http://schemas.microsoft.com/office/drawing/2014/main" id="{0F5FA718-E9F4-4431-872D-355C4CC7E1F1}"/>
              </a:ext>
            </a:extLst>
          </p:cNvPr>
          <p:cNvSpPr>
            <a:spLocks noGrp="1"/>
          </p:cNvSpPr>
          <p:nvPr/>
        </p:nvSpPr>
        <p:spPr>
          <a:xfrm>
            <a:off x="4238641" y="36927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2" name="F2_precision_recall_distributions_4436">
            <a:extLst>
              <a:ext uri="{FF2B5EF4-FFF2-40B4-BE49-F238E27FC236}">
                <a16:creationId xmlns:a16="http://schemas.microsoft.com/office/drawing/2014/main" id="{255E9B20-A3D3-4BF6-956D-4FCAA6405099}"/>
              </a:ext>
            </a:extLst>
          </p:cNvPr>
          <p:cNvSpPr>
            <a:spLocks noGrp="1"/>
          </p:cNvSpPr>
          <p:nvPr/>
        </p:nvSpPr>
        <p:spPr>
          <a:xfrm>
            <a:off x="4304334" y="367850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3" name="F2_precision_recall_distributions_4437">
            <a:extLst>
              <a:ext uri="{FF2B5EF4-FFF2-40B4-BE49-F238E27FC236}">
                <a16:creationId xmlns:a16="http://schemas.microsoft.com/office/drawing/2014/main" id="{18D9AF91-49EA-4BD8-9045-A7BAC9B7B710}"/>
              </a:ext>
            </a:extLst>
          </p:cNvPr>
          <p:cNvSpPr>
            <a:spLocks noGrp="1"/>
          </p:cNvSpPr>
          <p:nvPr/>
        </p:nvSpPr>
        <p:spPr>
          <a:xfrm>
            <a:off x="4127696" y="36333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4" name="F2_precision_recall_distributions_4438">
            <a:extLst>
              <a:ext uri="{FF2B5EF4-FFF2-40B4-BE49-F238E27FC236}">
                <a16:creationId xmlns:a16="http://schemas.microsoft.com/office/drawing/2014/main" id="{01906E1F-BC2E-4D0A-8DAB-C6A511C56601}"/>
              </a:ext>
            </a:extLst>
          </p:cNvPr>
          <p:cNvSpPr>
            <a:spLocks noGrp="1"/>
          </p:cNvSpPr>
          <p:nvPr/>
        </p:nvSpPr>
        <p:spPr>
          <a:xfrm>
            <a:off x="4285999" y="37057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5" name="F2_precision_recall_distributions_4439">
            <a:extLst>
              <a:ext uri="{FF2B5EF4-FFF2-40B4-BE49-F238E27FC236}">
                <a16:creationId xmlns:a16="http://schemas.microsoft.com/office/drawing/2014/main" id="{2A30AB82-4E7B-46A1-8F2B-B4F0E14353CC}"/>
              </a:ext>
            </a:extLst>
          </p:cNvPr>
          <p:cNvSpPr>
            <a:spLocks noGrp="1"/>
          </p:cNvSpPr>
          <p:nvPr/>
        </p:nvSpPr>
        <p:spPr>
          <a:xfrm>
            <a:off x="4041322" y="370826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6" name="F2_precision_recall_distributions_4440">
            <a:extLst>
              <a:ext uri="{FF2B5EF4-FFF2-40B4-BE49-F238E27FC236}">
                <a16:creationId xmlns:a16="http://schemas.microsoft.com/office/drawing/2014/main" id="{CFEFC970-1C7E-4EBB-ABC2-FFA34782D376}"/>
              </a:ext>
            </a:extLst>
          </p:cNvPr>
          <p:cNvSpPr>
            <a:spLocks noGrp="1"/>
          </p:cNvSpPr>
          <p:nvPr/>
        </p:nvSpPr>
        <p:spPr>
          <a:xfrm>
            <a:off x="4133379" y="36700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7" name="F2_precision_recall_distributions_4441">
            <a:extLst>
              <a:ext uri="{FF2B5EF4-FFF2-40B4-BE49-F238E27FC236}">
                <a16:creationId xmlns:a16="http://schemas.microsoft.com/office/drawing/2014/main" id="{D5A747B3-8863-45D5-9F85-5AD05CD6ADE3}"/>
              </a:ext>
            </a:extLst>
          </p:cNvPr>
          <p:cNvSpPr>
            <a:spLocks noGrp="1"/>
          </p:cNvSpPr>
          <p:nvPr/>
        </p:nvSpPr>
        <p:spPr>
          <a:xfrm>
            <a:off x="433268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8" name="F2_precision_recall_distributions_4442">
            <a:extLst>
              <a:ext uri="{FF2B5EF4-FFF2-40B4-BE49-F238E27FC236}">
                <a16:creationId xmlns:a16="http://schemas.microsoft.com/office/drawing/2014/main" id="{049EB357-708E-4FD4-8BD3-C392DABC4186}"/>
              </a:ext>
            </a:extLst>
          </p:cNvPr>
          <p:cNvSpPr>
            <a:spLocks noGrp="1"/>
          </p:cNvSpPr>
          <p:nvPr/>
        </p:nvSpPr>
        <p:spPr>
          <a:xfrm>
            <a:off x="4186975" y="36649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9" name="F2_precision_recall_distributions_4443">
            <a:extLst>
              <a:ext uri="{FF2B5EF4-FFF2-40B4-BE49-F238E27FC236}">
                <a16:creationId xmlns:a16="http://schemas.microsoft.com/office/drawing/2014/main" id="{1EEEEB84-9882-4238-A591-1F18735D3731}"/>
              </a:ext>
            </a:extLst>
          </p:cNvPr>
          <p:cNvSpPr>
            <a:spLocks noGrp="1"/>
          </p:cNvSpPr>
          <p:nvPr/>
        </p:nvSpPr>
        <p:spPr>
          <a:xfrm>
            <a:off x="432262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0" name="F2_precision_recall_distributions_4444">
            <a:extLst>
              <a:ext uri="{FF2B5EF4-FFF2-40B4-BE49-F238E27FC236}">
                <a16:creationId xmlns:a16="http://schemas.microsoft.com/office/drawing/2014/main" id="{AF3202CD-A569-4CE9-BB55-42C10335F5C9}"/>
              </a:ext>
            </a:extLst>
          </p:cNvPr>
          <p:cNvSpPr>
            <a:spLocks noGrp="1"/>
          </p:cNvSpPr>
          <p:nvPr/>
        </p:nvSpPr>
        <p:spPr>
          <a:xfrm>
            <a:off x="424338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1" name="F2_precision_recall_distributions_4445">
            <a:extLst>
              <a:ext uri="{FF2B5EF4-FFF2-40B4-BE49-F238E27FC236}">
                <a16:creationId xmlns:a16="http://schemas.microsoft.com/office/drawing/2014/main" id="{924593D1-988C-449B-8914-479203193EFE}"/>
              </a:ext>
            </a:extLst>
          </p:cNvPr>
          <p:cNvSpPr>
            <a:spLocks noGrp="1"/>
          </p:cNvSpPr>
          <p:nvPr/>
        </p:nvSpPr>
        <p:spPr>
          <a:xfrm>
            <a:off x="427081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2" name="F2_precision_recall_distributions_4446">
            <a:extLst>
              <a:ext uri="{FF2B5EF4-FFF2-40B4-BE49-F238E27FC236}">
                <a16:creationId xmlns:a16="http://schemas.microsoft.com/office/drawing/2014/main" id="{EF4DCA05-097F-48EA-ACD9-D2F942E61F2E}"/>
              </a:ext>
            </a:extLst>
          </p:cNvPr>
          <p:cNvSpPr>
            <a:spLocks noGrp="1"/>
          </p:cNvSpPr>
          <p:nvPr/>
        </p:nvSpPr>
        <p:spPr>
          <a:xfrm>
            <a:off x="4236167" y="369847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3" name="F2_precision_recall_distributions_4447">
            <a:extLst>
              <a:ext uri="{FF2B5EF4-FFF2-40B4-BE49-F238E27FC236}">
                <a16:creationId xmlns:a16="http://schemas.microsoft.com/office/drawing/2014/main" id="{FBD026CC-E089-4698-848C-952D3F102F72}"/>
              </a:ext>
            </a:extLst>
          </p:cNvPr>
          <p:cNvSpPr>
            <a:spLocks noGrp="1"/>
          </p:cNvSpPr>
          <p:nvPr/>
        </p:nvSpPr>
        <p:spPr>
          <a:xfrm>
            <a:off x="415813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4" name="F2_precision_recall_distributions_4448">
            <a:extLst>
              <a:ext uri="{FF2B5EF4-FFF2-40B4-BE49-F238E27FC236}">
                <a16:creationId xmlns:a16="http://schemas.microsoft.com/office/drawing/2014/main" id="{A78BE600-2339-4588-8CE0-77F45214CF31}"/>
              </a:ext>
            </a:extLst>
          </p:cNvPr>
          <p:cNvSpPr>
            <a:spLocks noGrp="1"/>
          </p:cNvSpPr>
          <p:nvPr/>
        </p:nvSpPr>
        <p:spPr>
          <a:xfrm>
            <a:off x="4250903" y="36866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5" name="F2_precision_recall_distributions_4449">
            <a:extLst>
              <a:ext uri="{FF2B5EF4-FFF2-40B4-BE49-F238E27FC236}">
                <a16:creationId xmlns:a16="http://schemas.microsoft.com/office/drawing/2014/main" id="{021D0ED0-E394-4642-9E83-BAB0CD1074A2}"/>
              </a:ext>
            </a:extLst>
          </p:cNvPr>
          <p:cNvSpPr>
            <a:spLocks noGrp="1"/>
          </p:cNvSpPr>
          <p:nvPr/>
        </p:nvSpPr>
        <p:spPr>
          <a:xfrm>
            <a:off x="4327964" y="37003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6" name="F2_precision_recall_distributions_4450">
            <a:extLst>
              <a:ext uri="{FF2B5EF4-FFF2-40B4-BE49-F238E27FC236}">
                <a16:creationId xmlns:a16="http://schemas.microsoft.com/office/drawing/2014/main" id="{4CBCB483-F163-40A7-BD34-AB53EA1E61C8}"/>
              </a:ext>
            </a:extLst>
          </p:cNvPr>
          <p:cNvSpPr>
            <a:spLocks noGrp="1"/>
          </p:cNvSpPr>
          <p:nvPr/>
        </p:nvSpPr>
        <p:spPr>
          <a:xfrm>
            <a:off x="4260274" y="37050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7" name="F2_precision_recall_distributions_4451">
            <a:extLst>
              <a:ext uri="{FF2B5EF4-FFF2-40B4-BE49-F238E27FC236}">
                <a16:creationId xmlns:a16="http://schemas.microsoft.com/office/drawing/2014/main" id="{632FBD77-BD43-457E-9D99-1731A67106FF}"/>
              </a:ext>
            </a:extLst>
          </p:cNvPr>
          <p:cNvSpPr>
            <a:spLocks noGrp="1"/>
          </p:cNvSpPr>
          <p:nvPr/>
        </p:nvSpPr>
        <p:spPr>
          <a:xfrm>
            <a:off x="4310829" y="37026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8" name="F2_precision_recall_distributions_4452">
            <a:extLst>
              <a:ext uri="{FF2B5EF4-FFF2-40B4-BE49-F238E27FC236}">
                <a16:creationId xmlns:a16="http://schemas.microsoft.com/office/drawing/2014/main" id="{F4CCE858-64F8-4389-B5E6-25BAA9611887}"/>
              </a:ext>
            </a:extLst>
          </p:cNvPr>
          <p:cNvSpPr>
            <a:spLocks noGrp="1"/>
          </p:cNvSpPr>
          <p:nvPr/>
        </p:nvSpPr>
        <p:spPr>
          <a:xfrm>
            <a:off x="4252318" y="37089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9" name="F2_precision_recall_distributions_4453">
            <a:extLst>
              <a:ext uri="{FF2B5EF4-FFF2-40B4-BE49-F238E27FC236}">
                <a16:creationId xmlns:a16="http://schemas.microsoft.com/office/drawing/2014/main" id="{71C01059-79AF-46B7-8013-4F61B5DA506C}"/>
              </a:ext>
            </a:extLst>
          </p:cNvPr>
          <p:cNvSpPr>
            <a:spLocks noGrp="1"/>
          </p:cNvSpPr>
          <p:nvPr/>
        </p:nvSpPr>
        <p:spPr>
          <a:xfrm>
            <a:off x="433008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0" name="F2_precision_recall_distributions_4454">
            <a:extLst>
              <a:ext uri="{FF2B5EF4-FFF2-40B4-BE49-F238E27FC236}">
                <a16:creationId xmlns:a16="http://schemas.microsoft.com/office/drawing/2014/main" id="{5C5D2292-6336-477B-8A6C-47C8B1E697FE}"/>
              </a:ext>
            </a:extLst>
          </p:cNvPr>
          <p:cNvSpPr>
            <a:spLocks noGrp="1"/>
          </p:cNvSpPr>
          <p:nvPr/>
        </p:nvSpPr>
        <p:spPr>
          <a:xfrm>
            <a:off x="405779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1" name="F2_precision_recall_distributions_4455">
            <a:extLst>
              <a:ext uri="{FF2B5EF4-FFF2-40B4-BE49-F238E27FC236}">
                <a16:creationId xmlns:a16="http://schemas.microsoft.com/office/drawing/2014/main" id="{385C9FA6-322C-4921-AFBF-54A632B0B075}"/>
              </a:ext>
            </a:extLst>
          </p:cNvPr>
          <p:cNvSpPr>
            <a:spLocks noGrp="1"/>
          </p:cNvSpPr>
          <p:nvPr/>
        </p:nvSpPr>
        <p:spPr>
          <a:xfrm>
            <a:off x="4329294" y="370137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2" name="F2_precision_recall_distributions_4456">
            <a:extLst>
              <a:ext uri="{FF2B5EF4-FFF2-40B4-BE49-F238E27FC236}">
                <a16:creationId xmlns:a16="http://schemas.microsoft.com/office/drawing/2014/main" id="{3AF2EB7B-CE89-4EDE-9F07-23B99DFDECB5}"/>
              </a:ext>
            </a:extLst>
          </p:cNvPr>
          <p:cNvSpPr>
            <a:spLocks noGrp="1"/>
          </p:cNvSpPr>
          <p:nvPr/>
        </p:nvSpPr>
        <p:spPr>
          <a:xfrm>
            <a:off x="420222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3" name="F2_precision_recall_distributions_4457">
            <a:extLst>
              <a:ext uri="{FF2B5EF4-FFF2-40B4-BE49-F238E27FC236}">
                <a16:creationId xmlns:a16="http://schemas.microsoft.com/office/drawing/2014/main" id="{3688DA09-A38E-45B0-8658-C54380A6062C}"/>
              </a:ext>
            </a:extLst>
          </p:cNvPr>
          <p:cNvSpPr>
            <a:spLocks noGrp="1"/>
          </p:cNvSpPr>
          <p:nvPr/>
        </p:nvSpPr>
        <p:spPr>
          <a:xfrm>
            <a:off x="425118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4" name="F2_precision_recall_distributions_4458">
            <a:extLst>
              <a:ext uri="{FF2B5EF4-FFF2-40B4-BE49-F238E27FC236}">
                <a16:creationId xmlns:a16="http://schemas.microsoft.com/office/drawing/2014/main" id="{16DDA20B-F412-4A19-B633-11221C6D7C2E}"/>
              </a:ext>
            </a:extLst>
          </p:cNvPr>
          <p:cNvSpPr>
            <a:spLocks noGrp="1"/>
          </p:cNvSpPr>
          <p:nvPr/>
        </p:nvSpPr>
        <p:spPr>
          <a:xfrm>
            <a:off x="4061482" y="37079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5" name="F2_precision_recall_distributions_4459">
            <a:extLst>
              <a:ext uri="{FF2B5EF4-FFF2-40B4-BE49-F238E27FC236}">
                <a16:creationId xmlns:a16="http://schemas.microsoft.com/office/drawing/2014/main" id="{AB25CD0C-468A-4AB9-ABD8-6D6116BDDB00}"/>
              </a:ext>
            </a:extLst>
          </p:cNvPr>
          <p:cNvSpPr>
            <a:spLocks noGrp="1"/>
          </p:cNvSpPr>
          <p:nvPr/>
        </p:nvSpPr>
        <p:spPr>
          <a:xfrm>
            <a:off x="4022820" y="370214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6" name="F2_precision_recall_distributions_4460">
            <a:extLst>
              <a:ext uri="{FF2B5EF4-FFF2-40B4-BE49-F238E27FC236}">
                <a16:creationId xmlns:a16="http://schemas.microsoft.com/office/drawing/2014/main" id="{4718366D-9ABE-48DB-8FF5-CBE1621EB16F}"/>
              </a:ext>
            </a:extLst>
          </p:cNvPr>
          <p:cNvSpPr>
            <a:spLocks noGrp="1"/>
          </p:cNvSpPr>
          <p:nvPr/>
        </p:nvSpPr>
        <p:spPr>
          <a:xfrm>
            <a:off x="422581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7" name="F2_precision_recall_distributions_4461">
            <a:extLst>
              <a:ext uri="{FF2B5EF4-FFF2-40B4-BE49-F238E27FC236}">
                <a16:creationId xmlns:a16="http://schemas.microsoft.com/office/drawing/2014/main" id="{A25B90F7-1258-4FEB-9E54-000A306A7ADE}"/>
              </a:ext>
            </a:extLst>
          </p:cNvPr>
          <p:cNvSpPr>
            <a:spLocks noGrp="1"/>
          </p:cNvSpPr>
          <p:nvPr/>
        </p:nvSpPr>
        <p:spPr>
          <a:xfrm>
            <a:off x="4037794" y="37066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8" name="F2_precision_recall_distributions_4462">
            <a:extLst>
              <a:ext uri="{FF2B5EF4-FFF2-40B4-BE49-F238E27FC236}">
                <a16:creationId xmlns:a16="http://schemas.microsoft.com/office/drawing/2014/main" id="{941D5111-9D13-48BD-814F-E73588234237}"/>
              </a:ext>
            </a:extLst>
          </p:cNvPr>
          <p:cNvSpPr>
            <a:spLocks noGrp="1"/>
          </p:cNvSpPr>
          <p:nvPr/>
        </p:nvSpPr>
        <p:spPr>
          <a:xfrm>
            <a:off x="4238033" y="36939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9" name="F2_precision_recall_distributions_4463">
            <a:extLst>
              <a:ext uri="{FF2B5EF4-FFF2-40B4-BE49-F238E27FC236}">
                <a16:creationId xmlns:a16="http://schemas.microsoft.com/office/drawing/2014/main" id="{9606EFC8-D902-414D-97AE-1E1AC8F5CA29}"/>
              </a:ext>
            </a:extLst>
          </p:cNvPr>
          <p:cNvSpPr>
            <a:spLocks noGrp="1"/>
          </p:cNvSpPr>
          <p:nvPr/>
        </p:nvSpPr>
        <p:spPr>
          <a:xfrm>
            <a:off x="429833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0" name="F2_precision_recall_distributions_4464">
            <a:extLst>
              <a:ext uri="{FF2B5EF4-FFF2-40B4-BE49-F238E27FC236}">
                <a16:creationId xmlns:a16="http://schemas.microsoft.com/office/drawing/2014/main" id="{F4B2438D-63B9-4C8A-B034-706040F45492}"/>
              </a:ext>
            </a:extLst>
          </p:cNvPr>
          <p:cNvSpPr>
            <a:spLocks noGrp="1"/>
          </p:cNvSpPr>
          <p:nvPr/>
        </p:nvSpPr>
        <p:spPr>
          <a:xfrm>
            <a:off x="399067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1" name="F2_precision_recall_distributions_4465">
            <a:extLst>
              <a:ext uri="{FF2B5EF4-FFF2-40B4-BE49-F238E27FC236}">
                <a16:creationId xmlns:a16="http://schemas.microsoft.com/office/drawing/2014/main" id="{4D70DC01-AB46-42FD-84D4-6017F68A8426}"/>
              </a:ext>
            </a:extLst>
          </p:cNvPr>
          <p:cNvSpPr>
            <a:spLocks noGrp="1"/>
          </p:cNvSpPr>
          <p:nvPr/>
        </p:nvSpPr>
        <p:spPr>
          <a:xfrm>
            <a:off x="424349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2" name="F2_precision_recall_distributions_4466">
            <a:extLst>
              <a:ext uri="{FF2B5EF4-FFF2-40B4-BE49-F238E27FC236}">
                <a16:creationId xmlns:a16="http://schemas.microsoft.com/office/drawing/2014/main" id="{44368F99-3CF4-4C1C-9919-FF8E34438FA6}"/>
              </a:ext>
            </a:extLst>
          </p:cNvPr>
          <p:cNvSpPr>
            <a:spLocks noGrp="1"/>
          </p:cNvSpPr>
          <p:nvPr/>
        </p:nvSpPr>
        <p:spPr>
          <a:xfrm>
            <a:off x="426601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3" name="F2_precision_recall_distributions_4467">
            <a:extLst>
              <a:ext uri="{FF2B5EF4-FFF2-40B4-BE49-F238E27FC236}">
                <a16:creationId xmlns:a16="http://schemas.microsoft.com/office/drawing/2014/main" id="{B529715D-4266-4013-BEB7-972AEEF0B44D}"/>
              </a:ext>
            </a:extLst>
          </p:cNvPr>
          <p:cNvSpPr>
            <a:spLocks noGrp="1"/>
          </p:cNvSpPr>
          <p:nvPr/>
        </p:nvSpPr>
        <p:spPr>
          <a:xfrm>
            <a:off x="4064043" y="369974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4" name="F2_precision_recall_distributions_4468">
            <a:extLst>
              <a:ext uri="{FF2B5EF4-FFF2-40B4-BE49-F238E27FC236}">
                <a16:creationId xmlns:a16="http://schemas.microsoft.com/office/drawing/2014/main" id="{B6C2781D-A6C6-4903-93A0-6C666C57653D}"/>
              </a:ext>
            </a:extLst>
          </p:cNvPr>
          <p:cNvSpPr>
            <a:spLocks noGrp="1"/>
          </p:cNvSpPr>
          <p:nvPr/>
        </p:nvSpPr>
        <p:spPr>
          <a:xfrm>
            <a:off x="405542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5" name="F2_precision_recall_distributions_4469">
            <a:extLst>
              <a:ext uri="{FF2B5EF4-FFF2-40B4-BE49-F238E27FC236}">
                <a16:creationId xmlns:a16="http://schemas.microsoft.com/office/drawing/2014/main" id="{1DA88C13-6C35-40D1-BC63-6E1886992D50}"/>
              </a:ext>
            </a:extLst>
          </p:cNvPr>
          <p:cNvSpPr>
            <a:spLocks noGrp="1"/>
          </p:cNvSpPr>
          <p:nvPr/>
        </p:nvSpPr>
        <p:spPr>
          <a:xfrm>
            <a:off x="4212241" y="36843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6" name="F2_precision_recall_distributions_4470">
            <a:extLst>
              <a:ext uri="{FF2B5EF4-FFF2-40B4-BE49-F238E27FC236}">
                <a16:creationId xmlns:a16="http://schemas.microsoft.com/office/drawing/2014/main" id="{85B73967-AF5B-43B5-BBCC-9669F689D863}"/>
              </a:ext>
            </a:extLst>
          </p:cNvPr>
          <p:cNvSpPr>
            <a:spLocks noGrp="1"/>
          </p:cNvSpPr>
          <p:nvPr/>
        </p:nvSpPr>
        <p:spPr>
          <a:xfrm>
            <a:off x="4092953" y="37080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7" name="F2_precision_recall_distributions_4471">
            <a:extLst>
              <a:ext uri="{FF2B5EF4-FFF2-40B4-BE49-F238E27FC236}">
                <a16:creationId xmlns:a16="http://schemas.microsoft.com/office/drawing/2014/main" id="{269088A2-5339-4511-BC09-957C9FED81B0}"/>
              </a:ext>
            </a:extLst>
          </p:cNvPr>
          <p:cNvSpPr>
            <a:spLocks noGrp="1"/>
          </p:cNvSpPr>
          <p:nvPr/>
        </p:nvSpPr>
        <p:spPr>
          <a:xfrm>
            <a:off x="4053787" y="36956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8" name="F2_precision_recall_distributions_4472">
            <a:extLst>
              <a:ext uri="{FF2B5EF4-FFF2-40B4-BE49-F238E27FC236}">
                <a16:creationId xmlns:a16="http://schemas.microsoft.com/office/drawing/2014/main" id="{C0834ED8-67BE-4330-AFD2-9DB970878AE2}"/>
              </a:ext>
            </a:extLst>
          </p:cNvPr>
          <p:cNvSpPr>
            <a:spLocks noGrp="1"/>
          </p:cNvSpPr>
          <p:nvPr/>
        </p:nvSpPr>
        <p:spPr>
          <a:xfrm>
            <a:off x="3988584" y="36938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9" name="F2_precision_recall_distributions_4473">
            <a:extLst>
              <a:ext uri="{FF2B5EF4-FFF2-40B4-BE49-F238E27FC236}">
                <a16:creationId xmlns:a16="http://schemas.microsoft.com/office/drawing/2014/main" id="{71835860-0412-4319-A40C-7F1C77A71D4F}"/>
              </a:ext>
            </a:extLst>
          </p:cNvPr>
          <p:cNvSpPr>
            <a:spLocks noGrp="1"/>
          </p:cNvSpPr>
          <p:nvPr/>
        </p:nvSpPr>
        <p:spPr>
          <a:xfrm>
            <a:off x="4270184" y="36420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0" name="F2_precision_recall_distributions_4474">
            <a:extLst>
              <a:ext uri="{FF2B5EF4-FFF2-40B4-BE49-F238E27FC236}">
                <a16:creationId xmlns:a16="http://schemas.microsoft.com/office/drawing/2014/main" id="{DFBB99A9-762E-4A1E-9A62-A64A9D8E01C9}"/>
              </a:ext>
            </a:extLst>
          </p:cNvPr>
          <p:cNvSpPr>
            <a:spLocks noGrp="1"/>
          </p:cNvSpPr>
          <p:nvPr/>
        </p:nvSpPr>
        <p:spPr>
          <a:xfrm>
            <a:off x="4122371" y="37002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1" name="F2_precision_recall_distributions_4475">
            <a:extLst>
              <a:ext uri="{FF2B5EF4-FFF2-40B4-BE49-F238E27FC236}">
                <a16:creationId xmlns:a16="http://schemas.microsoft.com/office/drawing/2014/main" id="{EC7BF75C-B417-4F2A-A3B9-4B9F2FC0A728}"/>
              </a:ext>
            </a:extLst>
          </p:cNvPr>
          <p:cNvSpPr>
            <a:spLocks noGrp="1"/>
          </p:cNvSpPr>
          <p:nvPr/>
        </p:nvSpPr>
        <p:spPr>
          <a:xfrm>
            <a:off x="413192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2" name="F2_precision_recall_distributions_4476">
            <a:extLst>
              <a:ext uri="{FF2B5EF4-FFF2-40B4-BE49-F238E27FC236}">
                <a16:creationId xmlns:a16="http://schemas.microsoft.com/office/drawing/2014/main" id="{5C3F4B94-95B8-4BD9-87D5-6A7523D88440}"/>
              </a:ext>
            </a:extLst>
          </p:cNvPr>
          <p:cNvSpPr>
            <a:spLocks noGrp="1"/>
          </p:cNvSpPr>
          <p:nvPr/>
        </p:nvSpPr>
        <p:spPr>
          <a:xfrm>
            <a:off x="4178860" y="37054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3" name="F2_precision_recall_distributions_4477">
            <a:extLst>
              <a:ext uri="{FF2B5EF4-FFF2-40B4-BE49-F238E27FC236}">
                <a16:creationId xmlns:a16="http://schemas.microsoft.com/office/drawing/2014/main" id="{57DC6513-A626-4308-8511-FA5CDBB1C674}"/>
              </a:ext>
            </a:extLst>
          </p:cNvPr>
          <p:cNvSpPr>
            <a:spLocks noGrp="1"/>
          </p:cNvSpPr>
          <p:nvPr/>
        </p:nvSpPr>
        <p:spPr>
          <a:xfrm>
            <a:off x="4183496" y="37099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4" name="F2_precision_recall_distributions_4478">
            <a:extLst>
              <a:ext uri="{FF2B5EF4-FFF2-40B4-BE49-F238E27FC236}">
                <a16:creationId xmlns:a16="http://schemas.microsoft.com/office/drawing/2014/main" id="{E8D8488B-9E84-4BC9-A05D-C0231BB62AA9}"/>
              </a:ext>
            </a:extLst>
          </p:cNvPr>
          <p:cNvSpPr>
            <a:spLocks noGrp="1"/>
          </p:cNvSpPr>
          <p:nvPr/>
        </p:nvSpPr>
        <p:spPr>
          <a:xfrm>
            <a:off x="4314067" y="35786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5" name="F2_precision_recall_distributions_4479">
            <a:extLst>
              <a:ext uri="{FF2B5EF4-FFF2-40B4-BE49-F238E27FC236}">
                <a16:creationId xmlns:a16="http://schemas.microsoft.com/office/drawing/2014/main" id="{B5135CF0-6C37-491C-8C19-5B1902C78521}"/>
              </a:ext>
            </a:extLst>
          </p:cNvPr>
          <p:cNvSpPr>
            <a:spLocks noGrp="1"/>
          </p:cNvSpPr>
          <p:nvPr/>
        </p:nvSpPr>
        <p:spPr>
          <a:xfrm>
            <a:off x="404846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6" name="F2_precision_recall_distributions_4480">
            <a:extLst>
              <a:ext uri="{FF2B5EF4-FFF2-40B4-BE49-F238E27FC236}">
                <a16:creationId xmlns:a16="http://schemas.microsoft.com/office/drawing/2014/main" id="{EA4B7C32-EAB7-490F-91AC-57AAAB19FB3F}"/>
              </a:ext>
            </a:extLst>
          </p:cNvPr>
          <p:cNvSpPr>
            <a:spLocks noGrp="1"/>
          </p:cNvSpPr>
          <p:nvPr/>
        </p:nvSpPr>
        <p:spPr>
          <a:xfrm>
            <a:off x="4139342" y="36902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7" name="F2_precision_recall_distributions_4481">
            <a:extLst>
              <a:ext uri="{FF2B5EF4-FFF2-40B4-BE49-F238E27FC236}">
                <a16:creationId xmlns:a16="http://schemas.microsoft.com/office/drawing/2014/main" id="{2CFFB638-30EA-491B-B828-8923387CE9D0}"/>
              </a:ext>
            </a:extLst>
          </p:cNvPr>
          <p:cNvSpPr>
            <a:spLocks noGrp="1"/>
          </p:cNvSpPr>
          <p:nvPr/>
        </p:nvSpPr>
        <p:spPr>
          <a:xfrm>
            <a:off x="1852503" y="2875329"/>
            <a:ext cx="191" cy="328897"/>
          </a:xfrm>
          <a:custGeom>
            <a:avLst/>
            <a:gdLst/>
            <a:ahLst/>
            <a:cxnLst/>
            <a:rect l="0" t="0" r="0" b="0"/>
            <a:pathLst>
              <a:path w="191" h="328897">
                <a:moveTo>
                  <a:pt x="0" y="328897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1668" name="F2_precision_recall_distributions_4482">
            <a:extLst>
              <a:ext uri="{FF2B5EF4-FFF2-40B4-BE49-F238E27FC236}">
                <a16:creationId xmlns:a16="http://schemas.microsoft.com/office/drawing/2014/main" id="{2C9C3F7E-174D-4DC3-B23A-C143B6DE2415}"/>
              </a:ext>
            </a:extLst>
          </p:cNvPr>
          <p:cNvSpPr>
            <a:spLocks noGrp="1"/>
          </p:cNvSpPr>
          <p:nvPr/>
        </p:nvSpPr>
        <p:spPr>
          <a:xfrm>
            <a:off x="3016462" y="2875329"/>
            <a:ext cx="191" cy="565844"/>
          </a:xfrm>
          <a:custGeom>
            <a:avLst/>
            <a:gdLst/>
            <a:ahLst/>
            <a:cxnLst/>
            <a:rect l="0" t="0" r="0" b="0"/>
            <a:pathLst>
              <a:path w="191" h="565844">
                <a:moveTo>
                  <a:pt x="0" y="56584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1669" name="F2_precision_recall_distributions_4483">
            <a:extLst>
              <a:ext uri="{FF2B5EF4-FFF2-40B4-BE49-F238E27FC236}">
                <a16:creationId xmlns:a16="http://schemas.microsoft.com/office/drawing/2014/main" id="{9464F060-612E-4E60-8607-86AF85517B5D}"/>
              </a:ext>
            </a:extLst>
          </p:cNvPr>
          <p:cNvSpPr>
            <a:spLocks noGrp="1"/>
          </p:cNvSpPr>
          <p:nvPr/>
        </p:nvSpPr>
        <p:spPr>
          <a:xfrm>
            <a:off x="4180422" y="3710792"/>
            <a:ext cx="191" cy="13303"/>
          </a:xfrm>
          <a:custGeom>
            <a:avLst/>
            <a:gdLst/>
            <a:ahLst/>
            <a:cxnLst/>
            <a:rect l="0" t="0" r="0" b="0"/>
            <a:pathLst>
              <a:path w="191" h="13303">
                <a:moveTo>
                  <a:pt x="0" y="1330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1670" name="F2_precision_recall_distributions_4484">
            <a:extLst>
              <a:ext uri="{FF2B5EF4-FFF2-40B4-BE49-F238E27FC236}">
                <a16:creationId xmlns:a16="http://schemas.microsoft.com/office/drawing/2014/main" id="{7FCEA50F-27B1-428E-8E78-399B15DC4073}"/>
              </a:ext>
            </a:extLst>
          </p:cNvPr>
          <p:cNvSpPr>
            <a:spLocks noGrp="1"/>
          </p:cNvSpPr>
          <p:nvPr/>
        </p:nvSpPr>
        <p:spPr>
          <a:xfrm>
            <a:off x="1212325" y="285411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1671" name="F2_precision_recall_distributions_4485">
            <a:extLst>
              <a:ext uri="{FF2B5EF4-FFF2-40B4-BE49-F238E27FC236}">
                <a16:creationId xmlns:a16="http://schemas.microsoft.com/office/drawing/2014/main" id="{797722A5-1E36-4B48-9173-82F35C4AB851}"/>
              </a:ext>
            </a:extLst>
          </p:cNvPr>
          <p:cNvSpPr>
            <a:spLocks noGrp="1"/>
          </p:cNvSpPr>
          <p:nvPr/>
        </p:nvSpPr>
        <p:spPr>
          <a:xfrm>
            <a:off x="1212325" y="373682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1672" name="text_4486">
            <a:extLst>
              <a:ext uri="{FF2B5EF4-FFF2-40B4-BE49-F238E27FC236}">
                <a16:creationId xmlns:a16="http://schemas.microsoft.com/office/drawing/2014/main" id="{4E4FFFA7-82B2-4447-BA55-41CE3CA7E732}"/>
              </a:ext>
            </a:extLst>
          </p:cNvPr>
          <p:cNvSpPr>
            <a:spLocks noGrp="1"/>
          </p:cNvSpPr>
          <p:nvPr/>
        </p:nvSpPr>
        <p:spPr>
          <a:xfrm>
            <a:off x="1212325" y="2673382"/>
            <a:ext cx="1649619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Coverage, τ = 0.3 · Precision</a:t>
            </a:r>
          </a:p>
        </p:txBody>
      </p:sp>
      <p:sp>
        <p:nvSpPr>
          <p:cNvPr id="1673" name="F2_precision_recall_distributions_4487">
            <a:extLst>
              <a:ext uri="{FF2B5EF4-FFF2-40B4-BE49-F238E27FC236}">
                <a16:creationId xmlns:a16="http://schemas.microsoft.com/office/drawing/2014/main" id="{CD908E4A-AEBD-496D-9023-85B29B11E48A}"/>
              </a:ext>
            </a:extLst>
          </p:cNvPr>
          <p:cNvSpPr>
            <a:spLocks noGrp="1"/>
          </p:cNvSpPr>
          <p:nvPr/>
        </p:nvSpPr>
        <p:spPr>
          <a:xfrm>
            <a:off x="1824461" y="2847288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1674" name="F2_precision_recall_distributions_4488">
            <a:extLst>
              <a:ext uri="{FF2B5EF4-FFF2-40B4-BE49-F238E27FC236}">
                <a16:creationId xmlns:a16="http://schemas.microsoft.com/office/drawing/2014/main" id="{8B5C8AA9-946E-417D-967F-B47F65CFE6ED}"/>
              </a:ext>
            </a:extLst>
          </p:cNvPr>
          <p:cNvSpPr>
            <a:spLocks noGrp="1"/>
          </p:cNvSpPr>
          <p:nvPr/>
        </p:nvSpPr>
        <p:spPr>
          <a:xfrm>
            <a:off x="2988421" y="3130210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1675" name="F2_precision_recall_distributions_4489">
            <a:extLst>
              <a:ext uri="{FF2B5EF4-FFF2-40B4-BE49-F238E27FC236}">
                <a16:creationId xmlns:a16="http://schemas.microsoft.com/office/drawing/2014/main" id="{625FBA0F-4A2B-4987-A2B4-7E118ED8BF3B}"/>
              </a:ext>
            </a:extLst>
          </p:cNvPr>
          <p:cNvSpPr>
            <a:spLocks noGrp="1"/>
          </p:cNvSpPr>
          <p:nvPr/>
        </p:nvSpPr>
        <p:spPr>
          <a:xfrm>
            <a:off x="4152380" y="3694577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1676" name="F2_precision_recall_distributions_4490">
            <a:extLst>
              <a:ext uri="{FF2B5EF4-FFF2-40B4-BE49-F238E27FC236}">
                <a16:creationId xmlns:a16="http://schemas.microsoft.com/office/drawing/2014/main" id="{1251E807-C416-470E-8334-85F3B7AD9B86}"/>
              </a:ext>
            </a:extLst>
          </p:cNvPr>
          <p:cNvSpPr>
            <a:spLocks noGrp="1"/>
          </p:cNvSpPr>
          <p:nvPr/>
        </p:nvSpPr>
        <p:spPr>
          <a:xfrm>
            <a:off x="5361841" y="285411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1677" name="F2_precision_recall_distributions_4491">
            <a:extLst>
              <a:ext uri="{FF2B5EF4-FFF2-40B4-BE49-F238E27FC236}">
                <a16:creationId xmlns:a16="http://schemas.microsoft.com/office/drawing/2014/main" id="{469CC614-CB06-4A66-9DE9-9660C6D38259}"/>
              </a:ext>
            </a:extLst>
          </p:cNvPr>
          <p:cNvSpPr>
            <a:spLocks noGrp="1"/>
          </p:cNvSpPr>
          <p:nvPr/>
        </p:nvSpPr>
        <p:spPr>
          <a:xfrm>
            <a:off x="5361841" y="372409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678" name="F2_precision_recall_distributions_4492">
            <a:extLst>
              <a:ext uri="{FF2B5EF4-FFF2-40B4-BE49-F238E27FC236}">
                <a16:creationId xmlns:a16="http://schemas.microsoft.com/office/drawing/2014/main" id="{E5BAEECE-1BDB-4E86-A916-922105E0A638}"/>
              </a:ext>
            </a:extLst>
          </p:cNvPr>
          <p:cNvSpPr>
            <a:spLocks noGrp="1"/>
          </p:cNvSpPr>
          <p:nvPr/>
        </p:nvSpPr>
        <p:spPr>
          <a:xfrm>
            <a:off x="5319567" y="372409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679" name="F2_precision_recall_distributions_4493">
            <a:extLst>
              <a:ext uri="{FF2B5EF4-FFF2-40B4-BE49-F238E27FC236}">
                <a16:creationId xmlns:a16="http://schemas.microsoft.com/office/drawing/2014/main" id="{8146E88F-0CA8-4BCE-A5F3-32D9C3B9BE1E}"/>
              </a:ext>
            </a:extLst>
          </p:cNvPr>
          <p:cNvSpPr>
            <a:spLocks noGrp="1"/>
          </p:cNvSpPr>
          <p:nvPr/>
        </p:nvSpPr>
        <p:spPr>
          <a:xfrm>
            <a:off x="5361841" y="329971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680" name="F2_precision_recall_distributions_4494">
            <a:extLst>
              <a:ext uri="{FF2B5EF4-FFF2-40B4-BE49-F238E27FC236}">
                <a16:creationId xmlns:a16="http://schemas.microsoft.com/office/drawing/2014/main" id="{CFE30094-657E-4539-A0EE-262316C4812D}"/>
              </a:ext>
            </a:extLst>
          </p:cNvPr>
          <p:cNvSpPr>
            <a:spLocks noGrp="1"/>
          </p:cNvSpPr>
          <p:nvPr/>
        </p:nvSpPr>
        <p:spPr>
          <a:xfrm>
            <a:off x="5319567" y="329971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681" name="F2_precision_recall_distributions_4495">
            <a:extLst>
              <a:ext uri="{FF2B5EF4-FFF2-40B4-BE49-F238E27FC236}">
                <a16:creationId xmlns:a16="http://schemas.microsoft.com/office/drawing/2014/main" id="{1055B0FF-635A-4D78-877A-483A57B0424A}"/>
              </a:ext>
            </a:extLst>
          </p:cNvPr>
          <p:cNvSpPr>
            <a:spLocks noGrp="1"/>
          </p:cNvSpPr>
          <p:nvPr/>
        </p:nvSpPr>
        <p:spPr>
          <a:xfrm>
            <a:off x="5361841" y="287532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682" name="F2_precision_recall_distributions_4496">
            <a:extLst>
              <a:ext uri="{FF2B5EF4-FFF2-40B4-BE49-F238E27FC236}">
                <a16:creationId xmlns:a16="http://schemas.microsoft.com/office/drawing/2014/main" id="{D6840066-3229-4C11-B6D6-421747AE63EB}"/>
              </a:ext>
            </a:extLst>
          </p:cNvPr>
          <p:cNvSpPr>
            <a:spLocks noGrp="1"/>
          </p:cNvSpPr>
          <p:nvPr/>
        </p:nvSpPr>
        <p:spPr>
          <a:xfrm>
            <a:off x="5319567" y="287532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683" name="F2_precision_recall_distributions_4497">
            <a:extLst>
              <a:ext uri="{FF2B5EF4-FFF2-40B4-BE49-F238E27FC236}">
                <a16:creationId xmlns:a16="http://schemas.microsoft.com/office/drawing/2014/main" id="{90632336-328F-4945-963B-C398E3478F8B}"/>
              </a:ext>
            </a:extLst>
          </p:cNvPr>
          <p:cNvSpPr>
            <a:spLocks noGrp="1"/>
          </p:cNvSpPr>
          <p:nvPr/>
        </p:nvSpPr>
        <p:spPr>
          <a:xfrm>
            <a:off x="5664470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407414" y="848766"/>
                </a:moveTo>
                <a:lnTo>
                  <a:pt x="267683" y="848766"/>
                </a:lnTo>
                <a:lnTo>
                  <a:pt x="268734" y="842186"/>
                </a:lnTo>
                <a:lnTo>
                  <a:pt x="271776" y="835606"/>
                </a:lnTo>
                <a:lnTo>
                  <a:pt x="276494" y="829027"/>
                </a:lnTo>
                <a:lnTo>
                  <a:pt x="282424" y="822447"/>
                </a:lnTo>
                <a:lnTo>
                  <a:pt x="289029" y="815868"/>
                </a:lnTo>
                <a:lnTo>
                  <a:pt x="295779" y="809288"/>
                </a:lnTo>
                <a:lnTo>
                  <a:pt x="302220" y="802708"/>
                </a:lnTo>
                <a:lnTo>
                  <a:pt x="308023" y="796129"/>
                </a:lnTo>
                <a:lnTo>
                  <a:pt x="312996" y="789549"/>
                </a:lnTo>
                <a:lnTo>
                  <a:pt x="317080" y="782970"/>
                </a:lnTo>
                <a:lnTo>
                  <a:pt x="320321" y="776390"/>
                </a:lnTo>
                <a:lnTo>
                  <a:pt x="322836" y="769811"/>
                </a:lnTo>
                <a:lnTo>
                  <a:pt x="324775" y="763231"/>
                </a:lnTo>
                <a:lnTo>
                  <a:pt x="326290" y="756651"/>
                </a:lnTo>
                <a:lnTo>
                  <a:pt x="327513" y="750072"/>
                </a:lnTo>
                <a:lnTo>
                  <a:pt x="328545" y="743492"/>
                </a:lnTo>
                <a:lnTo>
                  <a:pt x="329449" y="736913"/>
                </a:lnTo>
                <a:lnTo>
                  <a:pt x="330253" y="730333"/>
                </a:lnTo>
                <a:lnTo>
                  <a:pt x="330959" y="723754"/>
                </a:lnTo>
                <a:lnTo>
                  <a:pt x="331544" y="717174"/>
                </a:lnTo>
                <a:lnTo>
                  <a:pt x="331978" y="710594"/>
                </a:lnTo>
                <a:lnTo>
                  <a:pt x="332225" y="704015"/>
                </a:lnTo>
                <a:lnTo>
                  <a:pt x="332260" y="697435"/>
                </a:lnTo>
                <a:lnTo>
                  <a:pt x="332068" y="690856"/>
                </a:lnTo>
                <a:lnTo>
                  <a:pt x="331655" y="684276"/>
                </a:lnTo>
                <a:lnTo>
                  <a:pt x="331044" y="677697"/>
                </a:lnTo>
                <a:lnTo>
                  <a:pt x="330278" y="671117"/>
                </a:lnTo>
                <a:lnTo>
                  <a:pt x="329414" y="664537"/>
                </a:lnTo>
                <a:lnTo>
                  <a:pt x="328514" y="657958"/>
                </a:lnTo>
                <a:lnTo>
                  <a:pt x="327637" y="651378"/>
                </a:lnTo>
                <a:lnTo>
                  <a:pt x="326832" y="644799"/>
                </a:lnTo>
                <a:lnTo>
                  <a:pt x="326132" y="638219"/>
                </a:lnTo>
                <a:lnTo>
                  <a:pt x="325546" y="631639"/>
                </a:lnTo>
                <a:lnTo>
                  <a:pt x="325067" y="625060"/>
                </a:lnTo>
                <a:lnTo>
                  <a:pt x="324674" y="618480"/>
                </a:lnTo>
                <a:lnTo>
                  <a:pt x="324342" y="611901"/>
                </a:lnTo>
                <a:lnTo>
                  <a:pt x="324051" y="605321"/>
                </a:lnTo>
                <a:lnTo>
                  <a:pt x="323798" y="598742"/>
                </a:lnTo>
                <a:lnTo>
                  <a:pt x="323591" y="592162"/>
                </a:lnTo>
                <a:lnTo>
                  <a:pt x="323456" y="585582"/>
                </a:lnTo>
                <a:lnTo>
                  <a:pt x="323423" y="579003"/>
                </a:lnTo>
                <a:lnTo>
                  <a:pt x="323518" y="572423"/>
                </a:lnTo>
                <a:lnTo>
                  <a:pt x="323749" y="565844"/>
                </a:lnTo>
                <a:lnTo>
                  <a:pt x="324102" y="559264"/>
                </a:lnTo>
                <a:lnTo>
                  <a:pt x="324533" y="552685"/>
                </a:lnTo>
                <a:lnTo>
                  <a:pt x="324977" y="546105"/>
                </a:lnTo>
                <a:lnTo>
                  <a:pt x="325357" y="539525"/>
                </a:lnTo>
                <a:lnTo>
                  <a:pt x="325591" y="532946"/>
                </a:lnTo>
                <a:lnTo>
                  <a:pt x="325612" y="526366"/>
                </a:lnTo>
                <a:lnTo>
                  <a:pt x="325367" y="519787"/>
                </a:lnTo>
                <a:lnTo>
                  <a:pt x="324825" y="513207"/>
                </a:lnTo>
                <a:lnTo>
                  <a:pt x="323973" y="506627"/>
                </a:lnTo>
                <a:lnTo>
                  <a:pt x="322804" y="500048"/>
                </a:lnTo>
                <a:lnTo>
                  <a:pt x="321316" y="493468"/>
                </a:lnTo>
                <a:lnTo>
                  <a:pt x="319509" y="486889"/>
                </a:lnTo>
                <a:lnTo>
                  <a:pt x="317386" y="480309"/>
                </a:lnTo>
                <a:lnTo>
                  <a:pt x="314969" y="473730"/>
                </a:lnTo>
                <a:lnTo>
                  <a:pt x="312306" y="467150"/>
                </a:lnTo>
                <a:lnTo>
                  <a:pt x="309492" y="460570"/>
                </a:lnTo>
                <a:lnTo>
                  <a:pt x="306670" y="453991"/>
                </a:lnTo>
                <a:lnTo>
                  <a:pt x="304025" y="447411"/>
                </a:lnTo>
                <a:lnTo>
                  <a:pt x="301770" y="440832"/>
                </a:lnTo>
                <a:lnTo>
                  <a:pt x="300109" y="434252"/>
                </a:lnTo>
                <a:lnTo>
                  <a:pt x="299205" y="427673"/>
                </a:lnTo>
                <a:lnTo>
                  <a:pt x="299152" y="421093"/>
                </a:lnTo>
                <a:lnTo>
                  <a:pt x="299950" y="414513"/>
                </a:lnTo>
                <a:lnTo>
                  <a:pt x="301506" y="407934"/>
                </a:lnTo>
                <a:lnTo>
                  <a:pt x="303648" y="401354"/>
                </a:lnTo>
                <a:lnTo>
                  <a:pt x="306157" y="394775"/>
                </a:lnTo>
                <a:lnTo>
                  <a:pt x="308796" y="388195"/>
                </a:lnTo>
                <a:lnTo>
                  <a:pt x="311349" y="381616"/>
                </a:lnTo>
                <a:lnTo>
                  <a:pt x="313638" y="375036"/>
                </a:lnTo>
                <a:lnTo>
                  <a:pt x="315541" y="368456"/>
                </a:lnTo>
                <a:lnTo>
                  <a:pt x="316984" y="361877"/>
                </a:lnTo>
                <a:lnTo>
                  <a:pt x="317935" y="355297"/>
                </a:lnTo>
                <a:lnTo>
                  <a:pt x="318394" y="348718"/>
                </a:lnTo>
                <a:lnTo>
                  <a:pt x="318378" y="342138"/>
                </a:lnTo>
                <a:lnTo>
                  <a:pt x="317922" y="335558"/>
                </a:lnTo>
                <a:lnTo>
                  <a:pt x="317080" y="328979"/>
                </a:lnTo>
                <a:lnTo>
                  <a:pt x="315927" y="322399"/>
                </a:lnTo>
                <a:lnTo>
                  <a:pt x="314564" y="315820"/>
                </a:lnTo>
                <a:lnTo>
                  <a:pt x="313122" y="309240"/>
                </a:lnTo>
                <a:lnTo>
                  <a:pt x="311745" y="302661"/>
                </a:lnTo>
                <a:lnTo>
                  <a:pt x="310581" y="296081"/>
                </a:lnTo>
                <a:lnTo>
                  <a:pt x="309753" y="289501"/>
                </a:lnTo>
                <a:lnTo>
                  <a:pt x="309340" y="282922"/>
                </a:lnTo>
                <a:lnTo>
                  <a:pt x="309360" y="276342"/>
                </a:lnTo>
                <a:lnTo>
                  <a:pt x="309761" y="269763"/>
                </a:lnTo>
                <a:lnTo>
                  <a:pt x="310435" y="263183"/>
                </a:lnTo>
                <a:lnTo>
                  <a:pt x="311236" y="256604"/>
                </a:lnTo>
                <a:lnTo>
                  <a:pt x="312008" y="250024"/>
                </a:lnTo>
                <a:lnTo>
                  <a:pt x="312622" y="243444"/>
                </a:lnTo>
                <a:lnTo>
                  <a:pt x="312996" y="236865"/>
                </a:lnTo>
                <a:lnTo>
                  <a:pt x="313109" y="230285"/>
                </a:lnTo>
                <a:lnTo>
                  <a:pt x="313003" y="223706"/>
                </a:lnTo>
                <a:lnTo>
                  <a:pt x="312761" y="217126"/>
                </a:lnTo>
                <a:lnTo>
                  <a:pt x="312495" y="210546"/>
                </a:lnTo>
                <a:lnTo>
                  <a:pt x="312314" y="203967"/>
                </a:lnTo>
                <a:lnTo>
                  <a:pt x="312304" y="197387"/>
                </a:lnTo>
                <a:lnTo>
                  <a:pt x="312521" y="190808"/>
                </a:lnTo>
                <a:lnTo>
                  <a:pt x="312982" y="184228"/>
                </a:lnTo>
                <a:lnTo>
                  <a:pt x="313672" y="177649"/>
                </a:lnTo>
                <a:lnTo>
                  <a:pt x="314558" y="171069"/>
                </a:lnTo>
                <a:lnTo>
                  <a:pt x="315594" y="164489"/>
                </a:lnTo>
                <a:lnTo>
                  <a:pt x="316740" y="157910"/>
                </a:lnTo>
                <a:lnTo>
                  <a:pt x="317957" y="151330"/>
                </a:lnTo>
                <a:lnTo>
                  <a:pt x="319218" y="144751"/>
                </a:lnTo>
                <a:lnTo>
                  <a:pt x="320493" y="138171"/>
                </a:lnTo>
                <a:lnTo>
                  <a:pt x="321742" y="131592"/>
                </a:lnTo>
                <a:lnTo>
                  <a:pt x="322900" y="125012"/>
                </a:lnTo>
                <a:lnTo>
                  <a:pt x="323858" y="118432"/>
                </a:lnTo>
                <a:lnTo>
                  <a:pt x="324436" y="111853"/>
                </a:lnTo>
                <a:lnTo>
                  <a:pt x="324362" y="105273"/>
                </a:lnTo>
                <a:lnTo>
                  <a:pt x="323241" y="98694"/>
                </a:lnTo>
                <a:lnTo>
                  <a:pt x="320536" y="92114"/>
                </a:lnTo>
                <a:lnTo>
                  <a:pt x="315565" y="85535"/>
                </a:lnTo>
                <a:lnTo>
                  <a:pt x="307521" y="78955"/>
                </a:lnTo>
                <a:lnTo>
                  <a:pt x="295542" y="72375"/>
                </a:lnTo>
                <a:lnTo>
                  <a:pt x="278820" y="65796"/>
                </a:lnTo>
                <a:lnTo>
                  <a:pt x="256771" y="59216"/>
                </a:lnTo>
                <a:lnTo>
                  <a:pt x="229225" y="52637"/>
                </a:lnTo>
                <a:lnTo>
                  <a:pt x="196619" y="46057"/>
                </a:lnTo>
                <a:lnTo>
                  <a:pt x="160139" y="39477"/>
                </a:lnTo>
                <a:lnTo>
                  <a:pt x="121756" y="32898"/>
                </a:lnTo>
                <a:lnTo>
                  <a:pt x="84117" y="26318"/>
                </a:lnTo>
                <a:lnTo>
                  <a:pt x="50290" y="19739"/>
                </a:lnTo>
                <a:lnTo>
                  <a:pt x="23364" y="13159"/>
                </a:lnTo>
                <a:lnTo>
                  <a:pt x="6000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096" y="6580"/>
                </a:lnTo>
                <a:lnTo>
                  <a:pt x="651733" y="13159"/>
                </a:lnTo>
                <a:lnTo>
                  <a:pt x="624807" y="19739"/>
                </a:lnTo>
                <a:lnTo>
                  <a:pt x="590979" y="26318"/>
                </a:lnTo>
                <a:lnTo>
                  <a:pt x="553341" y="32898"/>
                </a:lnTo>
                <a:lnTo>
                  <a:pt x="514957" y="39477"/>
                </a:lnTo>
                <a:lnTo>
                  <a:pt x="478477" y="46057"/>
                </a:lnTo>
                <a:lnTo>
                  <a:pt x="445872" y="52637"/>
                </a:lnTo>
                <a:lnTo>
                  <a:pt x="418326" y="59216"/>
                </a:lnTo>
                <a:lnTo>
                  <a:pt x="396277" y="65796"/>
                </a:lnTo>
                <a:lnTo>
                  <a:pt x="379555" y="72375"/>
                </a:lnTo>
                <a:lnTo>
                  <a:pt x="367575" y="78955"/>
                </a:lnTo>
                <a:lnTo>
                  <a:pt x="359531" y="85535"/>
                </a:lnTo>
                <a:lnTo>
                  <a:pt x="354560" y="92114"/>
                </a:lnTo>
                <a:lnTo>
                  <a:pt x="351855" y="98694"/>
                </a:lnTo>
                <a:lnTo>
                  <a:pt x="350734" y="105273"/>
                </a:lnTo>
                <a:lnTo>
                  <a:pt x="350660" y="111853"/>
                </a:lnTo>
                <a:lnTo>
                  <a:pt x="351239" y="118432"/>
                </a:lnTo>
                <a:lnTo>
                  <a:pt x="352197" y="125012"/>
                </a:lnTo>
                <a:lnTo>
                  <a:pt x="353355" y="131592"/>
                </a:lnTo>
                <a:lnTo>
                  <a:pt x="354604" y="138171"/>
                </a:lnTo>
                <a:lnTo>
                  <a:pt x="355878" y="144751"/>
                </a:lnTo>
                <a:lnTo>
                  <a:pt x="357139" y="151330"/>
                </a:lnTo>
                <a:lnTo>
                  <a:pt x="358357" y="157910"/>
                </a:lnTo>
                <a:lnTo>
                  <a:pt x="359502" y="164489"/>
                </a:lnTo>
                <a:lnTo>
                  <a:pt x="360539" y="171069"/>
                </a:lnTo>
                <a:lnTo>
                  <a:pt x="361424" y="177649"/>
                </a:lnTo>
                <a:lnTo>
                  <a:pt x="362115" y="184228"/>
                </a:lnTo>
                <a:lnTo>
                  <a:pt x="362576" y="190808"/>
                </a:lnTo>
                <a:lnTo>
                  <a:pt x="362792" y="197387"/>
                </a:lnTo>
                <a:lnTo>
                  <a:pt x="362783" y="203967"/>
                </a:lnTo>
                <a:lnTo>
                  <a:pt x="362601" y="210546"/>
                </a:lnTo>
                <a:lnTo>
                  <a:pt x="362335" y="217126"/>
                </a:lnTo>
                <a:lnTo>
                  <a:pt x="362094" y="223706"/>
                </a:lnTo>
                <a:lnTo>
                  <a:pt x="361987" y="230285"/>
                </a:lnTo>
                <a:lnTo>
                  <a:pt x="362101" y="236865"/>
                </a:lnTo>
                <a:lnTo>
                  <a:pt x="362475" y="243444"/>
                </a:lnTo>
                <a:lnTo>
                  <a:pt x="363089" y="250024"/>
                </a:lnTo>
                <a:lnTo>
                  <a:pt x="363861" y="256604"/>
                </a:lnTo>
                <a:lnTo>
                  <a:pt x="364661" y="263183"/>
                </a:lnTo>
                <a:lnTo>
                  <a:pt x="365335" y="269763"/>
                </a:lnTo>
                <a:lnTo>
                  <a:pt x="365737" y="276342"/>
                </a:lnTo>
                <a:lnTo>
                  <a:pt x="365757" y="282922"/>
                </a:lnTo>
                <a:lnTo>
                  <a:pt x="365344" y="289501"/>
                </a:lnTo>
                <a:lnTo>
                  <a:pt x="364516" y="296081"/>
                </a:lnTo>
                <a:lnTo>
                  <a:pt x="363351" y="302661"/>
                </a:lnTo>
                <a:lnTo>
                  <a:pt x="361975" y="309240"/>
                </a:lnTo>
                <a:lnTo>
                  <a:pt x="360532" y="315820"/>
                </a:lnTo>
                <a:lnTo>
                  <a:pt x="359170" y="322399"/>
                </a:lnTo>
                <a:lnTo>
                  <a:pt x="358016" y="328979"/>
                </a:lnTo>
                <a:lnTo>
                  <a:pt x="357174" y="335558"/>
                </a:lnTo>
                <a:lnTo>
                  <a:pt x="356719" y="342138"/>
                </a:lnTo>
                <a:lnTo>
                  <a:pt x="356703" y="348718"/>
                </a:lnTo>
                <a:lnTo>
                  <a:pt x="357161" y="355297"/>
                </a:lnTo>
                <a:lnTo>
                  <a:pt x="358112" y="361877"/>
                </a:lnTo>
                <a:lnTo>
                  <a:pt x="359555" y="368456"/>
                </a:lnTo>
                <a:lnTo>
                  <a:pt x="361458" y="375036"/>
                </a:lnTo>
                <a:lnTo>
                  <a:pt x="363748" y="381616"/>
                </a:lnTo>
                <a:lnTo>
                  <a:pt x="366301" y="388195"/>
                </a:lnTo>
                <a:lnTo>
                  <a:pt x="368940" y="394775"/>
                </a:lnTo>
                <a:lnTo>
                  <a:pt x="371449" y="401354"/>
                </a:lnTo>
                <a:lnTo>
                  <a:pt x="373591" y="407934"/>
                </a:lnTo>
                <a:lnTo>
                  <a:pt x="375147" y="414513"/>
                </a:lnTo>
                <a:lnTo>
                  <a:pt x="375944" y="421093"/>
                </a:lnTo>
                <a:lnTo>
                  <a:pt x="375891" y="427673"/>
                </a:lnTo>
                <a:lnTo>
                  <a:pt x="374988" y="434252"/>
                </a:lnTo>
                <a:lnTo>
                  <a:pt x="373327" y="440832"/>
                </a:lnTo>
                <a:lnTo>
                  <a:pt x="371071" y="447411"/>
                </a:lnTo>
                <a:lnTo>
                  <a:pt x="368427" y="453991"/>
                </a:lnTo>
                <a:lnTo>
                  <a:pt x="365605" y="460570"/>
                </a:lnTo>
                <a:lnTo>
                  <a:pt x="362791" y="467150"/>
                </a:lnTo>
                <a:lnTo>
                  <a:pt x="360128" y="473730"/>
                </a:lnTo>
                <a:lnTo>
                  <a:pt x="357710" y="480309"/>
                </a:lnTo>
                <a:lnTo>
                  <a:pt x="355588" y="486889"/>
                </a:lnTo>
                <a:lnTo>
                  <a:pt x="353781" y="493468"/>
                </a:lnTo>
                <a:lnTo>
                  <a:pt x="352293" y="500048"/>
                </a:lnTo>
                <a:lnTo>
                  <a:pt x="351124" y="506627"/>
                </a:lnTo>
                <a:lnTo>
                  <a:pt x="350271" y="513207"/>
                </a:lnTo>
                <a:lnTo>
                  <a:pt x="349730" y="519787"/>
                </a:lnTo>
                <a:lnTo>
                  <a:pt x="349485" y="526366"/>
                </a:lnTo>
                <a:lnTo>
                  <a:pt x="349505" y="532946"/>
                </a:lnTo>
                <a:lnTo>
                  <a:pt x="349740" y="539525"/>
                </a:lnTo>
                <a:lnTo>
                  <a:pt x="350119" y="546105"/>
                </a:lnTo>
                <a:lnTo>
                  <a:pt x="350564" y="552685"/>
                </a:lnTo>
                <a:lnTo>
                  <a:pt x="350995" y="559264"/>
                </a:lnTo>
                <a:lnTo>
                  <a:pt x="351348" y="565844"/>
                </a:lnTo>
                <a:lnTo>
                  <a:pt x="351579" y="572423"/>
                </a:lnTo>
                <a:lnTo>
                  <a:pt x="351674" y="579003"/>
                </a:lnTo>
                <a:lnTo>
                  <a:pt x="351641" y="585582"/>
                </a:lnTo>
                <a:lnTo>
                  <a:pt x="351506" y="592162"/>
                </a:lnTo>
                <a:lnTo>
                  <a:pt x="351299" y="598742"/>
                </a:lnTo>
                <a:lnTo>
                  <a:pt x="351045" y="605321"/>
                </a:lnTo>
                <a:lnTo>
                  <a:pt x="350755" y="611901"/>
                </a:lnTo>
                <a:lnTo>
                  <a:pt x="350423" y="618480"/>
                </a:lnTo>
                <a:lnTo>
                  <a:pt x="350030" y="625060"/>
                </a:lnTo>
                <a:lnTo>
                  <a:pt x="349551" y="631639"/>
                </a:lnTo>
                <a:lnTo>
                  <a:pt x="348965" y="638219"/>
                </a:lnTo>
                <a:lnTo>
                  <a:pt x="348264" y="644799"/>
                </a:lnTo>
                <a:lnTo>
                  <a:pt x="347460" y="651378"/>
                </a:lnTo>
                <a:lnTo>
                  <a:pt x="346583" y="657958"/>
                </a:lnTo>
                <a:lnTo>
                  <a:pt x="345682" y="664537"/>
                </a:lnTo>
                <a:lnTo>
                  <a:pt x="344818" y="671117"/>
                </a:lnTo>
                <a:lnTo>
                  <a:pt x="344053" y="677697"/>
                </a:lnTo>
                <a:lnTo>
                  <a:pt x="343442" y="684276"/>
                </a:lnTo>
                <a:lnTo>
                  <a:pt x="343029" y="690856"/>
                </a:lnTo>
                <a:lnTo>
                  <a:pt x="342837" y="697435"/>
                </a:lnTo>
                <a:lnTo>
                  <a:pt x="342871" y="704015"/>
                </a:lnTo>
                <a:lnTo>
                  <a:pt x="343119" y="710594"/>
                </a:lnTo>
                <a:lnTo>
                  <a:pt x="343552" y="717174"/>
                </a:lnTo>
                <a:lnTo>
                  <a:pt x="344138" y="723754"/>
                </a:lnTo>
                <a:lnTo>
                  <a:pt x="344843" y="730333"/>
                </a:lnTo>
                <a:lnTo>
                  <a:pt x="345648" y="736913"/>
                </a:lnTo>
                <a:lnTo>
                  <a:pt x="346552" y="743492"/>
                </a:lnTo>
                <a:lnTo>
                  <a:pt x="347584" y="750072"/>
                </a:lnTo>
                <a:lnTo>
                  <a:pt x="348807" y="756651"/>
                </a:lnTo>
                <a:lnTo>
                  <a:pt x="350321" y="763231"/>
                </a:lnTo>
                <a:lnTo>
                  <a:pt x="352260" y="769811"/>
                </a:lnTo>
                <a:lnTo>
                  <a:pt x="354775" y="776390"/>
                </a:lnTo>
                <a:lnTo>
                  <a:pt x="358017" y="782970"/>
                </a:lnTo>
                <a:lnTo>
                  <a:pt x="362100" y="789549"/>
                </a:lnTo>
                <a:lnTo>
                  <a:pt x="367073" y="796129"/>
                </a:lnTo>
                <a:lnTo>
                  <a:pt x="372876" y="802708"/>
                </a:lnTo>
                <a:lnTo>
                  <a:pt x="379318" y="809288"/>
                </a:lnTo>
                <a:lnTo>
                  <a:pt x="386068" y="815868"/>
                </a:lnTo>
                <a:lnTo>
                  <a:pt x="392673" y="822447"/>
                </a:lnTo>
                <a:lnTo>
                  <a:pt x="398603" y="829027"/>
                </a:lnTo>
                <a:lnTo>
                  <a:pt x="403321" y="835606"/>
                </a:lnTo>
                <a:lnTo>
                  <a:pt x="406363" y="842186"/>
                </a:lnTo>
                <a:lnTo>
                  <a:pt x="407414" y="848766"/>
                </a:lnTo>
                <a:lnTo>
                  <a:pt x="407414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1684" name="F2_precision_recall_distributions_4498">
            <a:extLst>
              <a:ext uri="{FF2B5EF4-FFF2-40B4-BE49-F238E27FC236}">
                <a16:creationId xmlns:a16="http://schemas.microsoft.com/office/drawing/2014/main" id="{D790B1B8-00A2-4520-852D-B86BDA61B792}"/>
              </a:ext>
            </a:extLst>
          </p:cNvPr>
          <p:cNvSpPr>
            <a:spLocks noGrp="1"/>
          </p:cNvSpPr>
          <p:nvPr/>
        </p:nvSpPr>
        <p:spPr>
          <a:xfrm>
            <a:off x="587763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5" name="F2_precision_recall_distributions_4499">
            <a:extLst>
              <a:ext uri="{FF2B5EF4-FFF2-40B4-BE49-F238E27FC236}">
                <a16:creationId xmlns:a16="http://schemas.microsoft.com/office/drawing/2014/main" id="{A742E29C-1ADD-46D7-AFCA-0B06028CE138}"/>
              </a:ext>
            </a:extLst>
          </p:cNvPr>
          <p:cNvSpPr>
            <a:spLocks noGrp="1"/>
          </p:cNvSpPr>
          <p:nvPr/>
        </p:nvSpPr>
        <p:spPr>
          <a:xfrm>
            <a:off x="615920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6" name="F2_precision_recall_distributions_4500">
            <a:extLst>
              <a:ext uri="{FF2B5EF4-FFF2-40B4-BE49-F238E27FC236}">
                <a16:creationId xmlns:a16="http://schemas.microsoft.com/office/drawing/2014/main" id="{33D77CF0-88A6-496C-A32E-008E34CF3DD9}"/>
              </a:ext>
            </a:extLst>
          </p:cNvPr>
          <p:cNvSpPr>
            <a:spLocks noGrp="1"/>
          </p:cNvSpPr>
          <p:nvPr/>
        </p:nvSpPr>
        <p:spPr>
          <a:xfrm>
            <a:off x="612151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7" name="F2_precision_recall_distributions_4501">
            <a:extLst>
              <a:ext uri="{FF2B5EF4-FFF2-40B4-BE49-F238E27FC236}">
                <a16:creationId xmlns:a16="http://schemas.microsoft.com/office/drawing/2014/main" id="{F371176E-F31C-4714-ADED-330C0282A473}"/>
              </a:ext>
            </a:extLst>
          </p:cNvPr>
          <p:cNvSpPr>
            <a:spLocks noGrp="1"/>
          </p:cNvSpPr>
          <p:nvPr/>
        </p:nvSpPr>
        <p:spPr>
          <a:xfrm>
            <a:off x="6004314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8" name="F2_precision_recall_distributions_4502">
            <a:extLst>
              <a:ext uri="{FF2B5EF4-FFF2-40B4-BE49-F238E27FC236}">
                <a16:creationId xmlns:a16="http://schemas.microsoft.com/office/drawing/2014/main" id="{A78FDADA-A1FD-472B-ADCC-E460613DEBEE}"/>
              </a:ext>
            </a:extLst>
          </p:cNvPr>
          <p:cNvSpPr>
            <a:spLocks noGrp="1"/>
          </p:cNvSpPr>
          <p:nvPr/>
        </p:nvSpPr>
        <p:spPr>
          <a:xfrm>
            <a:off x="6044576" y="321907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9" name="F2_precision_recall_distributions_4503">
            <a:extLst>
              <a:ext uri="{FF2B5EF4-FFF2-40B4-BE49-F238E27FC236}">
                <a16:creationId xmlns:a16="http://schemas.microsoft.com/office/drawing/2014/main" id="{CFE324FE-84C8-41C6-ADDE-5A0D5DA674B4}"/>
              </a:ext>
            </a:extLst>
          </p:cNvPr>
          <p:cNvSpPr>
            <a:spLocks noGrp="1"/>
          </p:cNvSpPr>
          <p:nvPr/>
        </p:nvSpPr>
        <p:spPr>
          <a:xfrm>
            <a:off x="60246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0" name="F2_precision_recall_distributions_4504">
            <a:extLst>
              <a:ext uri="{FF2B5EF4-FFF2-40B4-BE49-F238E27FC236}">
                <a16:creationId xmlns:a16="http://schemas.microsoft.com/office/drawing/2014/main" id="{04BB4238-B9DD-41CB-999A-F2734A8BCDE2}"/>
              </a:ext>
            </a:extLst>
          </p:cNvPr>
          <p:cNvSpPr>
            <a:spLocks noGrp="1"/>
          </p:cNvSpPr>
          <p:nvPr/>
        </p:nvSpPr>
        <p:spPr>
          <a:xfrm>
            <a:off x="604891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1" name="F2_precision_recall_distributions_4505">
            <a:extLst>
              <a:ext uri="{FF2B5EF4-FFF2-40B4-BE49-F238E27FC236}">
                <a16:creationId xmlns:a16="http://schemas.microsoft.com/office/drawing/2014/main" id="{9D8441C4-984F-415E-A2E6-9EA60CBF6B5D}"/>
              </a:ext>
            </a:extLst>
          </p:cNvPr>
          <p:cNvSpPr>
            <a:spLocks noGrp="1"/>
          </p:cNvSpPr>
          <p:nvPr/>
        </p:nvSpPr>
        <p:spPr>
          <a:xfrm>
            <a:off x="608384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2" name="F2_precision_recall_distributions_4506">
            <a:extLst>
              <a:ext uri="{FF2B5EF4-FFF2-40B4-BE49-F238E27FC236}">
                <a16:creationId xmlns:a16="http://schemas.microsoft.com/office/drawing/2014/main" id="{EBE67576-79D8-47E9-95B7-A4B97256D055}"/>
              </a:ext>
            </a:extLst>
          </p:cNvPr>
          <p:cNvSpPr>
            <a:spLocks noGrp="1"/>
          </p:cNvSpPr>
          <p:nvPr/>
        </p:nvSpPr>
        <p:spPr>
          <a:xfrm>
            <a:off x="5923483" y="3257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3" name="F2_precision_recall_distributions_4507">
            <a:extLst>
              <a:ext uri="{FF2B5EF4-FFF2-40B4-BE49-F238E27FC236}">
                <a16:creationId xmlns:a16="http://schemas.microsoft.com/office/drawing/2014/main" id="{6202C82E-F028-4D77-8CEB-97D7C60E53C0}"/>
              </a:ext>
            </a:extLst>
          </p:cNvPr>
          <p:cNvSpPr>
            <a:spLocks noGrp="1"/>
          </p:cNvSpPr>
          <p:nvPr/>
        </p:nvSpPr>
        <p:spPr>
          <a:xfrm>
            <a:off x="593094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4" name="F2_precision_recall_distributions_4508">
            <a:extLst>
              <a:ext uri="{FF2B5EF4-FFF2-40B4-BE49-F238E27FC236}">
                <a16:creationId xmlns:a16="http://schemas.microsoft.com/office/drawing/2014/main" id="{85C790A3-4C14-4C66-BDBC-6FCD17106592}"/>
              </a:ext>
            </a:extLst>
          </p:cNvPr>
          <p:cNvSpPr>
            <a:spLocks noGrp="1"/>
          </p:cNvSpPr>
          <p:nvPr/>
        </p:nvSpPr>
        <p:spPr>
          <a:xfrm>
            <a:off x="5981781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5" name="F2_precision_recall_distributions_4509">
            <a:extLst>
              <a:ext uri="{FF2B5EF4-FFF2-40B4-BE49-F238E27FC236}">
                <a16:creationId xmlns:a16="http://schemas.microsoft.com/office/drawing/2014/main" id="{E99A09FF-471E-48FD-B185-CF85C760D5BF}"/>
              </a:ext>
            </a:extLst>
          </p:cNvPr>
          <p:cNvSpPr>
            <a:spLocks noGrp="1"/>
          </p:cNvSpPr>
          <p:nvPr/>
        </p:nvSpPr>
        <p:spPr>
          <a:xfrm>
            <a:off x="583911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6" name="F2_precision_recall_distributions_4510">
            <a:extLst>
              <a:ext uri="{FF2B5EF4-FFF2-40B4-BE49-F238E27FC236}">
                <a16:creationId xmlns:a16="http://schemas.microsoft.com/office/drawing/2014/main" id="{A95F1300-4B05-4B55-B9BB-82CBD7BDC2A4}"/>
              </a:ext>
            </a:extLst>
          </p:cNvPr>
          <p:cNvSpPr>
            <a:spLocks noGrp="1"/>
          </p:cNvSpPr>
          <p:nvPr/>
        </p:nvSpPr>
        <p:spPr>
          <a:xfrm>
            <a:off x="590820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7" name="F2_precision_recall_distributions_4511">
            <a:extLst>
              <a:ext uri="{FF2B5EF4-FFF2-40B4-BE49-F238E27FC236}">
                <a16:creationId xmlns:a16="http://schemas.microsoft.com/office/drawing/2014/main" id="{5F006E1B-B3D4-4155-8A5C-E8EF0AF92AED}"/>
              </a:ext>
            </a:extLst>
          </p:cNvPr>
          <p:cNvSpPr>
            <a:spLocks noGrp="1"/>
          </p:cNvSpPr>
          <p:nvPr/>
        </p:nvSpPr>
        <p:spPr>
          <a:xfrm>
            <a:off x="5842479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8" name="F2_precision_recall_distributions_4512">
            <a:extLst>
              <a:ext uri="{FF2B5EF4-FFF2-40B4-BE49-F238E27FC236}">
                <a16:creationId xmlns:a16="http://schemas.microsoft.com/office/drawing/2014/main" id="{BF60C43D-EDF2-46CF-84F5-58FF3FBFF90A}"/>
              </a:ext>
            </a:extLst>
          </p:cNvPr>
          <p:cNvSpPr>
            <a:spLocks noGrp="1"/>
          </p:cNvSpPr>
          <p:nvPr/>
        </p:nvSpPr>
        <p:spPr>
          <a:xfrm>
            <a:off x="6068585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9" name="F2_precision_recall_distributions_4513">
            <a:extLst>
              <a:ext uri="{FF2B5EF4-FFF2-40B4-BE49-F238E27FC236}">
                <a16:creationId xmlns:a16="http://schemas.microsoft.com/office/drawing/2014/main" id="{4080F266-E565-4907-9AEA-F8CD18FE81A6}"/>
              </a:ext>
            </a:extLst>
          </p:cNvPr>
          <p:cNvSpPr>
            <a:spLocks noGrp="1"/>
          </p:cNvSpPr>
          <p:nvPr/>
        </p:nvSpPr>
        <p:spPr>
          <a:xfrm>
            <a:off x="5802273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0" name="F2_precision_recall_distributions_4514">
            <a:extLst>
              <a:ext uri="{FF2B5EF4-FFF2-40B4-BE49-F238E27FC236}">
                <a16:creationId xmlns:a16="http://schemas.microsoft.com/office/drawing/2014/main" id="{404DF7E2-3C2A-4735-8C37-D8EF0EAA6B2D}"/>
              </a:ext>
            </a:extLst>
          </p:cNvPr>
          <p:cNvSpPr>
            <a:spLocks noGrp="1"/>
          </p:cNvSpPr>
          <p:nvPr/>
        </p:nvSpPr>
        <p:spPr>
          <a:xfrm>
            <a:off x="603180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1" name="F2_precision_recall_distributions_4515">
            <a:extLst>
              <a:ext uri="{FF2B5EF4-FFF2-40B4-BE49-F238E27FC236}">
                <a16:creationId xmlns:a16="http://schemas.microsoft.com/office/drawing/2014/main" id="{B8E57FC4-203F-44FD-A3B0-2D629D214E2C}"/>
              </a:ext>
            </a:extLst>
          </p:cNvPr>
          <p:cNvSpPr>
            <a:spLocks noGrp="1"/>
          </p:cNvSpPr>
          <p:nvPr/>
        </p:nvSpPr>
        <p:spPr>
          <a:xfrm>
            <a:off x="597917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2" name="F2_precision_recall_distributions_4516">
            <a:extLst>
              <a:ext uri="{FF2B5EF4-FFF2-40B4-BE49-F238E27FC236}">
                <a16:creationId xmlns:a16="http://schemas.microsoft.com/office/drawing/2014/main" id="{2C91CF9B-DCF1-4D02-84FB-FBFC4DE8B7FE}"/>
              </a:ext>
            </a:extLst>
          </p:cNvPr>
          <p:cNvSpPr>
            <a:spLocks noGrp="1"/>
          </p:cNvSpPr>
          <p:nvPr/>
        </p:nvSpPr>
        <p:spPr>
          <a:xfrm>
            <a:off x="598377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3" name="F2_precision_recall_distributions_4517">
            <a:extLst>
              <a:ext uri="{FF2B5EF4-FFF2-40B4-BE49-F238E27FC236}">
                <a16:creationId xmlns:a16="http://schemas.microsoft.com/office/drawing/2014/main" id="{BA4DAAA4-4AD8-4F7E-A09A-5FBFC6BFD54F}"/>
              </a:ext>
            </a:extLst>
          </p:cNvPr>
          <p:cNvSpPr>
            <a:spLocks noGrp="1"/>
          </p:cNvSpPr>
          <p:nvPr/>
        </p:nvSpPr>
        <p:spPr>
          <a:xfrm>
            <a:off x="581471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4" name="F2_precision_recall_distributions_4518">
            <a:extLst>
              <a:ext uri="{FF2B5EF4-FFF2-40B4-BE49-F238E27FC236}">
                <a16:creationId xmlns:a16="http://schemas.microsoft.com/office/drawing/2014/main" id="{E0FDCCF8-13D1-4CBC-BD00-7A8525931554}"/>
              </a:ext>
            </a:extLst>
          </p:cNvPr>
          <p:cNvSpPr>
            <a:spLocks noGrp="1"/>
          </p:cNvSpPr>
          <p:nvPr/>
        </p:nvSpPr>
        <p:spPr>
          <a:xfrm>
            <a:off x="6173053" y="31917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5" name="F2_precision_recall_distributions_4519">
            <a:extLst>
              <a:ext uri="{FF2B5EF4-FFF2-40B4-BE49-F238E27FC236}">
                <a16:creationId xmlns:a16="http://schemas.microsoft.com/office/drawing/2014/main" id="{99944133-6E33-4292-8D34-515EDE63C781}"/>
              </a:ext>
            </a:extLst>
          </p:cNvPr>
          <p:cNvSpPr>
            <a:spLocks noGrp="1"/>
          </p:cNvSpPr>
          <p:nvPr/>
        </p:nvSpPr>
        <p:spPr>
          <a:xfrm>
            <a:off x="591809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6" name="F2_precision_recall_distributions_4520">
            <a:extLst>
              <a:ext uri="{FF2B5EF4-FFF2-40B4-BE49-F238E27FC236}">
                <a16:creationId xmlns:a16="http://schemas.microsoft.com/office/drawing/2014/main" id="{78C04E55-74A7-49EE-8567-AC3E1CDCC493}"/>
              </a:ext>
            </a:extLst>
          </p:cNvPr>
          <p:cNvSpPr>
            <a:spLocks noGrp="1"/>
          </p:cNvSpPr>
          <p:nvPr/>
        </p:nvSpPr>
        <p:spPr>
          <a:xfrm>
            <a:off x="5837862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7" name="F2_precision_recall_distributions_4521">
            <a:extLst>
              <a:ext uri="{FF2B5EF4-FFF2-40B4-BE49-F238E27FC236}">
                <a16:creationId xmlns:a16="http://schemas.microsoft.com/office/drawing/2014/main" id="{1EFFF5C4-D6D1-4EB8-A15F-204034FD5222}"/>
              </a:ext>
            </a:extLst>
          </p:cNvPr>
          <p:cNvSpPr>
            <a:spLocks noGrp="1"/>
          </p:cNvSpPr>
          <p:nvPr/>
        </p:nvSpPr>
        <p:spPr>
          <a:xfrm>
            <a:off x="6050964" y="31799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8" name="F2_precision_recall_distributions_4522">
            <a:extLst>
              <a:ext uri="{FF2B5EF4-FFF2-40B4-BE49-F238E27FC236}">
                <a16:creationId xmlns:a16="http://schemas.microsoft.com/office/drawing/2014/main" id="{5371BCDE-2293-4A49-B2E9-77E670C83D8E}"/>
              </a:ext>
            </a:extLst>
          </p:cNvPr>
          <p:cNvSpPr>
            <a:spLocks noGrp="1"/>
          </p:cNvSpPr>
          <p:nvPr/>
        </p:nvSpPr>
        <p:spPr>
          <a:xfrm>
            <a:off x="5968797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9" name="F2_precision_recall_distributions_4523">
            <a:extLst>
              <a:ext uri="{FF2B5EF4-FFF2-40B4-BE49-F238E27FC236}">
                <a16:creationId xmlns:a16="http://schemas.microsoft.com/office/drawing/2014/main" id="{682716B5-083A-4EEF-B735-94F947B04DA4}"/>
              </a:ext>
            </a:extLst>
          </p:cNvPr>
          <p:cNvSpPr>
            <a:spLocks noGrp="1"/>
          </p:cNvSpPr>
          <p:nvPr/>
        </p:nvSpPr>
        <p:spPr>
          <a:xfrm>
            <a:off x="596519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0" name="F2_precision_recall_distributions_4524">
            <a:extLst>
              <a:ext uri="{FF2B5EF4-FFF2-40B4-BE49-F238E27FC236}">
                <a16:creationId xmlns:a16="http://schemas.microsoft.com/office/drawing/2014/main" id="{50C8E13C-D4FB-4871-8D8C-321976CF6AD1}"/>
              </a:ext>
            </a:extLst>
          </p:cNvPr>
          <p:cNvSpPr>
            <a:spLocks noGrp="1"/>
          </p:cNvSpPr>
          <p:nvPr/>
        </p:nvSpPr>
        <p:spPr>
          <a:xfrm>
            <a:off x="5922038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1" name="F2_precision_recall_distributions_4525">
            <a:extLst>
              <a:ext uri="{FF2B5EF4-FFF2-40B4-BE49-F238E27FC236}">
                <a16:creationId xmlns:a16="http://schemas.microsoft.com/office/drawing/2014/main" id="{1F0C7963-61E6-42CD-86F4-1307F47070C0}"/>
              </a:ext>
            </a:extLst>
          </p:cNvPr>
          <p:cNvSpPr>
            <a:spLocks noGrp="1"/>
          </p:cNvSpPr>
          <p:nvPr/>
        </p:nvSpPr>
        <p:spPr>
          <a:xfrm>
            <a:off x="5919130" y="34819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2" name="F2_precision_recall_distributions_4526">
            <a:extLst>
              <a:ext uri="{FF2B5EF4-FFF2-40B4-BE49-F238E27FC236}">
                <a16:creationId xmlns:a16="http://schemas.microsoft.com/office/drawing/2014/main" id="{F945FF7C-7495-430D-874B-86B188A6D96C}"/>
              </a:ext>
            </a:extLst>
          </p:cNvPr>
          <p:cNvSpPr>
            <a:spLocks noGrp="1"/>
          </p:cNvSpPr>
          <p:nvPr/>
        </p:nvSpPr>
        <p:spPr>
          <a:xfrm>
            <a:off x="5850171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3" name="F2_precision_recall_distributions_4527">
            <a:extLst>
              <a:ext uri="{FF2B5EF4-FFF2-40B4-BE49-F238E27FC236}">
                <a16:creationId xmlns:a16="http://schemas.microsoft.com/office/drawing/2014/main" id="{CEA501E8-3956-4104-91B3-D0C02B8D749E}"/>
              </a:ext>
            </a:extLst>
          </p:cNvPr>
          <p:cNvSpPr>
            <a:spLocks noGrp="1"/>
          </p:cNvSpPr>
          <p:nvPr/>
        </p:nvSpPr>
        <p:spPr>
          <a:xfrm>
            <a:off x="611814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4" name="F2_precision_recall_distributions_4528">
            <a:extLst>
              <a:ext uri="{FF2B5EF4-FFF2-40B4-BE49-F238E27FC236}">
                <a16:creationId xmlns:a16="http://schemas.microsoft.com/office/drawing/2014/main" id="{5BECF2B3-9879-401D-9905-48CDC05DDB1E}"/>
              </a:ext>
            </a:extLst>
          </p:cNvPr>
          <p:cNvSpPr>
            <a:spLocks noGrp="1"/>
          </p:cNvSpPr>
          <p:nvPr/>
        </p:nvSpPr>
        <p:spPr>
          <a:xfrm>
            <a:off x="613305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5" name="F2_precision_recall_distributions_4529">
            <a:extLst>
              <a:ext uri="{FF2B5EF4-FFF2-40B4-BE49-F238E27FC236}">
                <a16:creationId xmlns:a16="http://schemas.microsoft.com/office/drawing/2014/main" id="{24300E62-FBB0-412C-91A0-807A2FCA5191}"/>
              </a:ext>
            </a:extLst>
          </p:cNvPr>
          <p:cNvSpPr>
            <a:spLocks noGrp="1"/>
          </p:cNvSpPr>
          <p:nvPr/>
        </p:nvSpPr>
        <p:spPr>
          <a:xfrm>
            <a:off x="5832966" y="33187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6" name="F2_precision_recall_distributions_4530">
            <a:extLst>
              <a:ext uri="{FF2B5EF4-FFF2-40B4-BE49-F238E27FC236}">
                <a16:creationId xmlns:a16="http://schemas.microsoft.com/office/drawing/2014/main" id="{49F32F00-CDE6-489A-88B1-78CD7F35EC34}"/>
              </a:ext>
            </a:extLst>
          </p:cNvPr>
          <p:cNvSpPr>
            <a:spLocks noGrp="1"/>
          </p:cNvSpPr>
          <p:nvPr/>
        </p:nvSpPr>
        <p:spPr>
          <a:xfrm>
            <a:off x="607546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7" name="F2_precision_recall_distributions_4531">
            <a:extLst>
              <a:ext uri="{FF2B5EF4-FFF2-40B4-BE49-F238E27FC236}">
                <a16:creationId xmlns:a16="http://schemas.microsoft.com/office/drawing/2014/main" id="{B48B5976-FDF8-4808-8922-191DB68EEAE3}"/>
              </a:ext>
            </a:extLst>
          </p:cNvPr>
          <p:cNvSpPr>
            <a:spLocks noGrp="1"/>
          </p:cNvSpPr>
          <p:nvPr/>
        </p:nvSpPr>
        <p:spPr>
          <a:xfrm>
            <a:off x="609601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8" name="F2_precision_recall_distributions_4532">
            <a:extLst>
              <a:ext uri="{FF2B5EF4-FFF2-40B4-BE49-F238E27FC236}">
                <a16:creationId xmlns:a16="http://schemas.microsoft.com/office/drawing/2014/main" id="{C9010DFD-E254-4EA0-800A-9308D3ABEA51}"/>
              </a:ext>
            </a:extLst>
          </p:cNvPr>
          <p:cNvSpPr>
            <a:spLocks noGrp="1"/>
          </p:cNvSpPr>
          <p:nvPr/>
        </p:nvSpPr>
        <p:spPr>
          <a:xfrm>
            <a:off x="61480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9" name="F2_precision_recall_distributions_4533">
            <a:extLst>
              <a:ext uri="{FF2B5EF4-FFF2-40B4-BE49-F238E27FC236}">
                <a16:creationId xmlns:a16="http://schemas.microsoft.com/office/drawing/2014/main" id="{048E496A-5B43-4E09-96CD-D9280BDC5543}"/>
              </a:ext>
            </a:extLst>
          </p:cNvPr>
          <p:cNvSpPr>
            <a:spLocks noGrp="1"/>
          </p:cNvSpPr>
          <p:nvPr/>
        </p:nvSpPr>
        <p:spPr>
          <a:xfrm>
            <a:off x="5865236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0" name="F2_precision_recall_distributions_4534">
            <a:extLst>
              <a:ext uri="{FF2B5EF4-FFF2-40B4-BE49-F238E27FC236}">
                <a16:creationId xmlns:a16="http://schemas.microsoft.com/office/drawing/2014/main" id="{4DB35068-D218-4F1E-9208-7D82EDDF95BF}"/>
              </a:ext>
            </a:extLst>
          </p:cNvPr>
          <p:cNvSpPr>
            <a:spLocks noGrp="1"/>
          </p:cNvSpPr>
          <p:nvPr/>
        </p:nvSpPr>
        <p:spPr>
          <a:xfrm>
            <a:off x="586460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1" name="F2_precision_recall_distributions_4535">
            <a:extLst>
              <a:ext uri="{FF2B5EF4-FFF2-40B4-BE49-F238E27FC236}">
                <a16:creationId xmlns:a16="http://schemas.microsoft.com/office/drawing/2014/main" id="{1FEB4BF7-46B8-45E8-BEC0-24B53E93EC09}"/>
              </a:ext>
            </a:extLst>
          </p:cNvPr>
          <p:cNvSpPr>
            <a:spLocks noGrp="1"/>
          </p:cNvSpPr>
          <p:nvPr/>
        </p:nvSpPr>
        <p:spPr>
          <a:xfrm>
            <a:off x="606048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2" name="F2_precision_recall_distributions_4536">
            <a:extLst>
              <a:ext uri="{FF2B5EF4-FFF2-40B4-BE49-F238E27FC236}">
                <a16:creationId xmlns:a16="http://schemas.microsoft.com/office/drawing/2014/main" id="{1AB434AA-0160-4B8B-AF71-960B499A2ACE}"/>
              </a:ext>
            </a:extLst>
          </p:cNvPr>
          <p:cNvSpPr>
            <a:spLocks noGrp="1"/>
          </p:cNvSpPr>
          <p:nvPr/>
        </p:nvSpPr>
        <p:spPr>
          <a:xfrm>
            <a:off x="616267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3" name="F2_precision_recall_distributions_4537">
            <a:extLst>
              <a:ext uri="{FF2B5EF4-FFF2-40B4-BE49-F238E27FC236}">
                <a16:creationId xmlns:a16="http://schemas.microsoft.com/office/drawing/2014/main" id="{BCFD620D-DEE3-4BF9-BECA-EC1BFF701F3B}"/>
              </a:ext>
            </a:extLst>
          </p:cNvPr>
          <p:cNvSpPr>
            <a:spLocks noGrp="1"/>
          </p:cNvSpPr>
          <p:nvPr/>
        </p:nvSpPr>
        <p:spPr>
          <a:xfrm>
            <a:off x="611486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4" name="F2_precision_recall_distributions_4538">
            <a:extLst>
              <a:ext uri="{FF2B5EF4-FFF2-40B4-BE49-F238E27FC236}">
                <a16:creationId xmlns:a16="http://schemas.microsoft.com/office/drawing/2014/main" id="{8949353A-212D-4474-8846-322DB989133B}"/>
              </a:ext>
            </a:extLst>
          </p:cNvPr>
          <p:cNvSpPr>
            <a:spLocks noGrp="1"/>
          </p:cNvSpPr>
          <p:nvPr/>
        </p:nvSpPr>
        <p:spPr>
          <a:xfrm>
            <a:off x="5804716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5" name="F2_precision_recall_distributions_4539">
            <a:extLst>
              <a:ext uri="{FF2B5EF4-FFF2-40B4-BE49-F238E27FC236}">
                <a16:creationId xmlns:a16="http://schemas.microsoft.com/office/drawing/2014/main" id="{A3578AE3-2699-48C3-848F-0E3490E10C4A}"/>
              </a:ext>
            </a:extLst>
          </p:cNvPr>
          <p:cNvSpPr>
            <a:spLocks noGrp="1"/>
          </p:cNvSpPr>
          <p:nvPr/>
        </p:nvSpPr>
        <p:spPr>
          <a:xfrm>
            <a:off x="5824789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6" name="F2_precision_recall_distributions_4540">
            <a:extLst>
              <a:ext uri="{FF2B5EF4-FFF2-40B4-BE49-F238E27FC236}">
                <a16:creationId xmlns:a16="http://schemas.microsoft.com/office/drawing/2014/main" id="{B5454E82-84C1-4384-BAC7-2690E31FDB1E}"/>
              </a:ext>
            </a:extLst>
          </p:cNvPr>
          <p:cNvSpPr>
            <a:spLocks noGrp="1"/>
          </p:cNvSpPr>
          <p:nvPr/>
        </p:nvSpPr>
        <p:spPr>
          <a:xfrm>
            <a:off x="613402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7" name="F2_precision_recall_distributions_4541">
            <a:extLst>
              <a:ext uri="{FF2B5EF4-FFF2-40B4-BE49-F238E27FC236}">
                <a16:creationId xmlns:a16="http://schemas.microsoft.com/office/drawing/2014/main" id="{8BC24BFF-4DD0-40D2-92DA-26BCBFA9BC71}"/>
              </a:ext>
            </a:extLst>
          </p:cNvPr>
          <p:cNvSpPr>
            <a:spLocks noGrp="1"/>
          </p:cNvSpPr>
          <p:nvPr/>
        </p:nvSpPr>
        <p:spPr>
          <a:xfrm>
            <a:off x="600172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8" name="F2_precision_recall_distributions_4542">
            <a:extLst>
              <a:ext uri="{FF2B5EF4-FFF2-40B4-BE49-F238E27FC236}">
                <a16:creationId xmlns:a16="http://schemas.microsoft.com/office/drawing/2014/main" id="{DA63355D-99DE-4135-A8E7-910BEF9865CF}"/>
              </a:ext>
            </a:extLst>
          </p:cNvPr>
          <p:cNvSpPr>
            <a:spLocks noGrp="1"/>
          </p:cNvSpPr>
          <p:nvPr/>
        </p:nvSpPr>
        <p:spPr>
          <a:xfrm>
            <a:off x="596867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9" name="F2_precision_recall_distributions_4543">
            <a:extLst>
              <a:ext uri="{FF2B5EF4-FFF2-40B4-BE49-F238E27FC236}">
                <a16:creationId xmlns:a16="http://schemas.microsoft.com/office/drawing/2014/main" id="{1A4F8EC0-E36B-45CB-A541-5DF8DADE463A}"/>
              </a:ext>
            </a:extLst>
          </p:cNvPr>
          <p:cNvSpPr>
            <a:spLocks noGrp="1"/>
          </p:cNvSpPr>
          <p:nvPr/>
        </p:nvSpPr>
        <p:spPr>
          <a:xfrm>
            <a:off x="611656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0" name="F2_precision_recall_distributions_4544">
            <a:extLst>
              <a:ext uri="{FF2B5EF4-FFF2-40B4-BE49-F238E27FC236}">
                <a16:creationId xmlns:a16="http://schemas.microsoft.com/office/drawing/2014/main" id="{570CBC95-50D6-429C-9DC5-C52920CBD886}"/>
              </a:ext>
            </a:extLst>
          </p:cNvPr>
          <p:cNvSpPr>
            <a:spLocks noGrp="1"/>
          </p:cNvSpPr>
          <p:nvPr/>
        </p:nvSpPr>
        <p:spPr>
          <a:xfrm>
            <a:off x="5838965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1" name="F2_precision_recall_distributions_4545">
            <a:extLst>
              <a:ext uri="{FF2B5EF4-FFF2-40B4-BE49-F238E27FC236}">
                <a16:creationId xmlns:a16="http://schemas.microsoft.com/office/drawing/2014/main" id="{EF464511-EB31-4707-BC55-EAD3094BB3C1}"/>
              </a:ext>
            </a:extLst>
          </p:cNvPr>
          <p:cNvSpPr>
            <a:spLocks noGrp="1"/>
          </p:cNvSpPr>
          <p:nvPr/>
        </p:nvSpPr>
        <p:spPr>
          <a:xfrm>
            <a:off x="614445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2" name="F2_precision_recall_distributions_4546">
            <a:extLst>
              <a:ext uri="{FF2B5EF4-FFF2-40B4-BE49-F238E27FC236}">
                <a16:creationId xmlns:a16="http://schemas.microsoft.com/office/drawing/2014/main" id="{DA51CC89-1EA5-4406-B63B-764E6F3954AD}"/>
              </a:ext>
            </a:extLst>
          </p:cNvPr>
          <p:cNvSpPr>
            <a:spLocks noGrp="1"/>
          </p:cNvSpPr>
          <p:nvPr/>
        </p:nvSpPr>
        <p:spPr>
          <a:xfrm>
            <a:off x="605310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3" name="F2_precision_recall_distributions_4547">
            <a:extLst>
              <a:ext uri="{FF2B5EF4-FFF2-40B4-BE49-F238E27FC236}">
                <a16:creationId xmlns:a16="http://schemas.microsoft.com/office/drawing/2014/main" id="{33307B2B-3537-4D8F-A966-785EE3B01487}"/>
              </a:ext>
            </a:extLst>
          </p:cNvPr>
          <p:cNvSpPr>
            <a:spLocks noGrp="1"/>
          </p:cNvSpPr>
          <p:nvPr/>
        </p:nvSpPr>
        <p:spPr>
          <a:xfrm>
            <a:off x="5967042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4" name="F2_precision_recall_distributions_4548">
            <a:extLst>
              <a:ext uri="{FF2B5EF4-FFF2-40B4-BE49-F238E27FC236}">
                <a16:creationId xmlns:a16="http://schemas.microsoft.com/office/drawing/2014/main" id="{36C4F0ED-0633-4081-9E6B-A514DDF6E64F}"/>
              </a:ext>
            </a:extLst>
          </p:cNvPr>
          <p:cNvSpPr>
            <a:spLocks noGrp="1"/>
          </p:cNvSpPr>
          <p:nvPr/>
        </p:nvSpPr>
        <p:spPr>
          <a:xfrm>
            <a:off x="6049952" y="29677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5" name="F2_precision_recall_distributions_4549">
            <a:extLst>
              <a:ext uri="{FF2B5EF4-FFF2-40B4-BE49-F238E27FC236}">
                <a16:creationId xmlns:a16="http://schemas.microsoft.com/office/drawing/2014/main" id="{ADD39DDA-8E35-4A29-B1E4-1866CA9FF25D}"/>
              </a:ext>
            </a:extLst>
          </p:cNvPr>
          <p:cNvSpPr>
            <a:spLocks noGrp="1"/>
          </p:cNvSpPr>
          <p:nvPr/>
        </p:nvSpPr>
        <p:spPr>
          <a:xfrm>
            <a:off x="612454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6" name="F2_precision_recall_distributions_4550">
            <a:extLst>
              <a:ext uri="{FF2B5EF4-FFF2-40B4-BE49-F238E27FC236}">
                <a16:creationId xmlns:a16="http://schemas.microsoft.com/office/drawing/2014/main" id="{968F1374-1D16-49B6-BE6A-A1891CD7C5EF}"/>
              </a:ext>
            </a:extLst>
          </p:cNvPr>
          <p:cNvSpPr>
            <a:spLocks noGrp="1"/>
          </p:cNvSpPr>
          <p:nvPr/>
        </p:nvSpPr>
        <p:spPr>
          <a:xfrm>
            <a:off x="612294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7" name="F2_precision_recall_distributions_4551">
            <a:extLst>
              <a:ext uri="{FF2B5EF4-FFF2-40B4-BE49-F238E27FC236}">
                <a16:creationId xmlns:a16="http://schemas.microsoft.com/office/drawing/2014/main" id="{8FAE46F2-A1BF-4195-9BD3-64CDBD58CDCA}"/>
              </a:ext>
            </a:extLst>
          </p:cNvPr>
          <p:cNvSpPr>
            <a:spLocks noGrp="1"/>
          </p:cNvSpPr>
          <p:nvPr/>
        </p:nvSpPr>
        <p:spPr>
          <a:xfrm>
            <a:off x="5932496" y="3062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8" name="F2_precision_recall_distributions_4552">
            <a:extLst>
              <a:ext uri="{FF2B5EF4-FFF2-40B4-BE49-F238E27FC236}">
                <a16:creationId xmlns:a16="http://schemas.microsoft.com/office/drawing/2014/main" id="{462304B3-4ADD-4B00-AB0E-EF8D2E9BCE0D}"/>
              </a:ext>
            </a:extLst>
          </p:cNvPr>
          <p:cNvSpPr>
            <a:spLocks noGrp="1"/>
          </p:cNvSpPr>
          <p:nvPr/>
        </p:nvSpPr>
        <p:spPr>
          <a:xfrm>
            <a:off x="5975149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9" name="F2_precision_recall_distributions_4553">
            <a:extLst>
              <a:ext uri="{FF2B5EF4-FFF2-40B4-BE49-F238E27FC236}">
                <a16:creationId xmlns:a16="http://schemas.microsoft.com/office/drawing/2014/main" id="{5C69F9AA-D450-421C-B301-E6E61AB483B4}"/>
              </a:ext>
            </a:extLst>
          </p:cNvPr>
          <p:cNvSpPr>
            <a:spLocks noGrp="1"/>
          </p:cNvSpPr>
          <p:nvPr/>
        </p:nvSpPr>
        <p:spPr>
          <a:xfrm>
            <a:off x="605957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0" name="F2_precision_recall_distributions_4554">
            <a:extLst>
              <a:ext uri="{FF2B5EF4-FFF2-40B4-BE49-F238E27FC236}">
                <a16:creationId xmlns:a16="http://schemas.microsoft.com/office/drawing/2014/main" id="{23C299BE-B153-4962-8906-6077E00A1325}"/>
              </a:ext>
            </a:extLst>
          </p:cNvPr>
          <p:cNvSpPr>
            <a:spLocks noGrp="1"/>
          </p:cNvSpPr>
          <p:nvPr/>
        </p:nvSpPr>
        <p:spPr>
          <a:xfrm>
            <a:off x="5928336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1" name="F2_precision_recall_distributions_4555">
            <a:extLst>
              <a:ext uri="{FF2B5EF4-FFF2-40B4-BE49-F238E27FC236}">
                <a16:creationId xmlns:a16="http://schemas.microsoft.com/office/drawing/2014/main" id="{69A44BA6-CE7A-4600-926C-69D075450EC0}"/>
              </a:ext>
            </a:extLst>
          </p:cNvPr>
          <p:cNvSpPr>
            <a:spLocks noGrp="1"/>
          </p:cNvSpPr>
          <p:nvPr/>
        </p:nvSpPr>
        <p:spPr>
          <a:xfrm>
            <a:off x="595082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2" name="F2_precision_recall_distributions_4556">
            <a:extLst>
              <a:ext uri="{FF2B5EF4-FFF2-40B4-BE49-F238E27FC236}">
                <a16:creationId xmlns:a16="http://schemas.microsoft.com/office/drawing/2014/main" id="{9DD20858-3542-45F6-81A1-E75CA3EA6E76}"/>
              </a:ext>
            </a:extLst>
          </p:cNvPr>
          <p:cNvSpPr>
            <a:spLocks noGrp="1"/>
          </p:cNvSpPr>
          <p:nvPr/>
        </p:nvSpPr>
        <p:spPr>
          <a:xfrm>
            <a:off x="6021912" y="36830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3" name="F2_precision_recall_distributions_4557">
            <a:extLst>
              <a:ext uri="{FF2B5EF4-FFF2-40B4-BE49-F238E27FC236}">
                <a16:creationId xmlns:a16="http://schemas.microsoft.com/office/drawing/2014/main" id="{7B606A8D-C44D-49BD-B90F-20A931850C72}"/>
              </a:ext>
            </a:extLst>
          </p:cNvPr>
          <p:cNvSpPr>
            <a:spLocks noGrp="1"/>
          </p:cNvSpPr>
          <p:nvPr/>
        </p:nvSpPr>
        <p:spPr>
          <a:xfrm>
            <a:off x="5813264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4" name="F2_precision_recall_distributions_4558">
            <a:extLst>
              <a:ext uri="{FF2B5EF4-FFF2-40B4-BE49-F238E27FC236}">
                <a16:creationId xmlns:a16="http://schemas.microsoft.com/office/drawing/2014/main" id="{CF306D91-633E-4219-92A7-BFF6EDEBF802}"/>
              </a:ext>
            </a:extLst>
          </p:cNvPr>
          <p:cNvSpPr>
            <a:spLocks noGrp="1"/>
          </p:cNvSpPr>
          <p:nvPr/>
        </p:nvSpPr>
        <p:spPr>
          <a:xfrm>
            <a:off x="591677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5" name="F2_precision_recall_distributions_4559">
            <a:extLst>
              <a:ext uri="{FF2B5EF4-FFF2-40B4-BE49-F238E27FC236}">
                <a16:creationId xmlns:a16="http://schemas.microsoft.com/office/drawing/2014/main" id="{A5D44E6E-8100-4626-A3B0-B1F44EB3CD6E}"/>
              </a:ext>
            </a:extLst>
          </p:cNvPr>
          <p:cNvSpPr>
            <a:spLocks noGrp="1"/>
          </p:cNvSpPr>
          <p:nvPr/>
        </p:nvSpPr>
        <p:spPr>
          <a:xfrm>
            <a:off x="603597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6" name="F2_precision_recall_distributions_4560">
            <a:extLst>
              <a:ext uri="{FF2B5EF4-FFF2-40B4-BE49-F238E27FC236}">
                <a16:creationId xmlns:a16="http://schemas.microsoft.com/office/drawing/2014/main" id="{B6227B5F-FEC2-420A-81AB-508C98515B2D}"/>
              </a:ext>
            </a:extLst>
          </p:cNvPr>
          <p:cNvSpPr>
            <a:spLocks noGrp="1"/>
          </p:cNvSpPr>
          <p:nvPr/>
        </p:nvSpPr>
        <p:spPr>
          <a:xfrm>
            <a:off x="584305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7" name="F2_precision_recall_distributions_4561">
            <a:extLst>
              <a:ext uri="{FF2B5EF4-FFF2-40B4-BE49-F238E27FC236}">
                <a16:creationId xmlns:a16="http://schemas.microsoft.com/office/drawing/2014/main" id="{6885E03E-AEEA-4F6C-98F1-40A9B1DBCC0E}"/>
              </a:ext>
            </a:extLst>
          </p:cNvPr>
          <p:cNvSpPr>
            <a:spLocks noGrp="1"/>
          </p:cNvSpPr>
          <p:nvPr/>
        </p:nvSpPr>
        <p:spPr>
          <a:xfrm>
            <a:off x="589783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8" name="F2_precision_recall_distributions_4562">
            <a:extLst>
              <a:ext uri="{FF2B5EF4-FFF2-40B4-BE49-F238E27FC236}">
                <a16:creationId xmlns:a16="http://schemas.microsoft.com/office/drawing/2014/main" id="{89FC1DDA-5B0C-4CDB-93E5-F2A215D86057}"/>
              </a:ext>
            </a:extLst>
          </p:cNvPr>
          <p:cNvSpPr>
            <a:spLocks noGrp="1"/>
          </p:cNvSpPr>
          <p:nvPr/>
        </p:nvSpPr>
        <p:spPr>
          <a:xfrm>
            <a:off x="587745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9" name="F2_precision_recall_distributions_4563">
            <a:extLst>
              <a:ext uri="{FF2B5EF4-FFF2-40B4-BE49-F238E27FC236}">
                <a16:creationId xmlns:a16="http://schemas.microsoft.com/office/drawing/2014/main" id="{7807A1E6-3933-4107-AB4F-F349C41FA4C8}"/>
              </a:ext>
            </a:extLst>
          </p:cNvPr>
          <p:cNvSpPr>
            <a:spLocks noGrp="1"/>
          </p:cNvSpPr>
          <p:nvPr/>
        </p:nvSpPr>
        <p:spPr>
          <a:xfrm>
            <a:off x="5812547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0" name="F2_precision_recall_distributions_4564">
            <a:extLst>
              <a:ext uri="{FF2B5EF4-FFF2-40B4-BE49-F238E27FC236}">
                <a16:creationId xmlns:a16="http://schemas.microsoft.com/office/drawing/2014/main" id="{219E8105-0C03-4B8A-9829-FABEE937840B}"/>
              </a:ext>
            </a:extLst>
          </p:cNvPr>
          <p:cNvSpPr>
            <a:spLocks noGrp="1"/>
          </p:cNvSpPr>
          <p:nvPr/>
        </p:nvSpPr>
        <p:spPr>
          <a:xfrm>
            <a:off x="6061770" y="322545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1" name="F2_precision_recall_distributions_4565">
            <a:extLst>
              <a:ext uri="{FF2B5EF4-FFF2-40B4-BE49-F238E27FC236}">
                <a16:creationId xmlns:a16="http://schemas.microsoft.com/office/drawing/2014/main" id="{28FA435E-AFE5-43E4-971D-91E37A564F29}"/>
              </a:ext>
            </a:extLst>
          </p:cNvPr>
          <p:cNvSpPr>
            <a:spLocks noGrp="1"/>
          </p:cNvSpPr>
          <p:nvPr/>
        </p:nvSpPr>
        <p:spPr>
          <a:xfrm>
            <a:off x="6167419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2" name="F2_precision_recall_distributions_4566">
            <a:extLst>
              <a:ext uri="{FF2B5EF4-FFF2-40B4-BE49-F238E27FC236}">
                <a16:creationId xmlns:a16="http://schemas.microsoft.com/office/drawing/2014/main" id="{E798DA71-392E-4FFB-A469-13D776698853}"/>
              </a:ext>
            </a:extLst>
          </p:cNvPr>
          <p:cNvSpPr>
            <a:spLocks noGrp="1"/>
          </p:cNvSpPr>
          <p:nvPr/>
        </p:nvSpPr>
        <p:spPr>
          <a:xfrm>
            <a:off x="615099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3" name="F2_precision_recall_distributions_4567">
            <a:extLst>
              <a:ext uri="{FF2B5EF4-FFF2-40B4-BE49-F238E27FC236}">
                <a16:creationId xmlns:a16="http://schemas.microsoft.com/office/drawing/2014/main" id="{061B1778-02A2-412D-98F3-E1382BF3FA9D}"/>
              </a:ext>
            </a:extLst>
          </p:cNvPr>
          <p:cNvSpPr>
            <a:spLocks noGrp="1"/>
          </p:cNvSpPr>
          <p:nvPr/>
        </p:nvSpPr>
        <p:spPr>
          <a:xfrm>
            <a:off x="594252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4" name="F2_precision_recall_distributions_4568">
            <a:extLst>
              <a:ext uri="{FF2B5EF4-FFF2-40B4-BE49-F238E27FC236}">
                <a16:creationId xmlns:a16="http://schemas.microsoft.com/office/drawing/2014/main" id="{2558D489-C4E2-4367-97A4-0EBBF074C054}"/>
              </a:ext>
            </a:extLst>
          </p:cNvPr>
          <p:cNvSpPr>
            <a:spLocks noGrp="1"/>
          </p:cNvSpPr>
          <p:nvPr/>
        </p:nvSpPr>
        <p:spPr>
          <a:xfrm>
            <a:off x="5981514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5" name="F2_precision_recall_distributions_4569">
            <a:extLst>
              <a:ext uri="{FF2B5EF4-FFF2-40B4-BE49-F238E27FC236}">
                <a16:creationId xmlns:a16="http://schemas.microsoft.com/office/drawing/2014/main" id="{4DDC1966-30CC-42CE-B564-1251EF22B07F}"/>
              </a:ext>
            </a:extLst>
          </p:cNvPr>
          <p:cNvSpPr>
            <a:spLocks noGrp="1"/>
          </p:cNvSpPr>
          <p:nvPr/>
        </p:nvSpPr>
        <p:spPr>
          <a:xfrm>
            <a:off x="603154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6" name="F2_precision_recall_distributions_4570">
            <a:extLst>
              <a:ext uri="{FF2B5EF4-FFF2-40B4-BE49-F238E27FC236}">
                <a16:creationId xmlns:a16="http://schemas.microsoft.com/office/drawing/2014/main" id="{42B21D51-7480-486A-8DB8-1B55EEC93720}"/>
              </a:ext>
            </a:extLst>
          </p:cNvPr>
          <p:cNvSpPr>
            <a:spLocks noGrp="1"/>
          </p:cNvSpPr>
          <p:nvPr/>
        </p:nvSpPr>
        <p:spPr>
          <a:xfrm>
            <a:off x="6145655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7" name="F2_precision_recall_distributions_4571">
            <a:extLst>
              <a:ext uri="{FF2B5EF4-FFF2-40B4-BE49-F238E27FC236}">
                <a16:creationId xmlns:a16="http://schemas.microsoft.com/office/drawing/2014/main" id="{6669EAA9-5087-495A-8890-B16161827A21}"/>
              </a:ext>
            </a:extLst>
          </p:cNvPr>
          <p:cNvSpPr>
            <a:spLocks noGrp="1"/>
          </p:cNvSpPr>
          <p:nvPr/>
        </p:nvSpPr>
        <p:spPr>
          <a:xfrm>
            <a:off x="585699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8" name="F2_precision_recall_distributions_4572">
            <a:extLst>
              <a:ext uri="{FF2B5EF4-FFF2-40B4-BE49-F238E27FC236}">
                <a16:creationId xmlns:a16="http://schemas.microsoft.com/office/drawing/2014/main" id="{38EB2EE1-5CD4-433B-9DC9-2F44C4C5C6AF}"/>
              </a:ext>
            </a:extLst>
          </p:cNvPr>
          <p:cNvSpPr>
            <a:spLocks noGrp="1"/>
          </p:cNvSpPr>
          <p:nvPr/>
        </p:nvSpPr>
        <p:spPr>
          <a:xfrm>
            <a:off x="5844955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9" name="F2_precision_recall_distributions_4573">
            <a:extLst>
              <a:ext uri="{FF2B5EF4-FFF2-40B4-BE49-F238E27FC236}">
                <a16:creationId xmlns:a16="http://schemas.microsoft.com/office/drawing/2014/main" id="{D13BB77D-D22A-49A8-B788-F2462B25F0E6}"/>
              </a:ext>
            </a:extLst>
          </p:cNvPr>
          <p:cNvSpPr>
            <a:spLocks noGrp="1"/>
          </p:cNvSpPr>
          <p:nvPr/>
        </p:nvSpPr>
        <p:spPr>
          <a:xfrm>
            <a:off x="614042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0" name="F2_precision_recall_distributions_4574">
            <a:extLst>
              <a:ext uri="{FF2B5EF4-FFF2-40B4-BE49-F238E27FC236}">
                <a16:creationId xmlns:a16="http://schemas.microsoft.com/office/drawing/2014/main" id="{59D497B6-FADC-4EC8-8F62-4F799A866D40}"/>
              </a:ext>
            </a:extLst>
          </p:cNvPr>
          <p:cNvSpPr>
            <a:spLocks noGrp="1"/>
          </p:cNvSpPr>
          <p:nvPr/>
        </p:nvSpPr>
        <p:spPr>
          <a:xfrm>
            <a:off x="5928385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1" name="F2_precision_recall_distributions_4575">
            <a:extLst>
              <a:ext uri="{FF2B5EF4-FFF2-40B4-BE49-F238E27FC236}">
                <a16:creationId xmlns:a16="http://schemas.microsoft.com/office/drawing/2014/main" id="{523F6F7E-FB12-4AB0-AA59-2711A1D6704A}"/>
              </a:ext>
            </a:extLst>
          </p:cNvPr>
          <p:cNvSpPr>
            <a:spLocks noGrp="1"/>
          </p:cNvSpPr>
          <p:nvPr/>
        </p:nvSpPr>
        <p:spPr>
          <a:xfrm>
            <a:off x="6080015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2" name="F2_precision_recall_distributions_4576">
            <a:extLst>
              <a:ext uri="{FF2B5EF4-FFF2-40B4-BE49-F238E27FC236}">
                <a16:creationId xmlns:a16="http://schemas.microsoft.com/office/drawing/2014/main" id="{6E6AE0FB-B2C5-444B-A153-BB4BAAA55662}"/>
              </a:ext>
            </a:extLst>
          </p:cNvPr>
          <p:cNvSpPr>
            <a:spLocks noGrp="1"/>
          </p:cNvSpPr>
          <p:nvPr/>
        </p:nvSpPr>
        <p:spPr>
          <a:xfrm>
            <a:off x="5817692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3" name="F2_precision_recall_distributions_4577">
            <a:extLst>
              <a:ext uri="{FF2B5EF4-FFF2-40B4-BE49-F238E27FC236}">
                <a16:creationId xmlns:a16="http://schemas.microsoft.com/office/drawing/2014/main" id="{5DD6EFF5-6928-4B92-A8E7-5440E7CC12BD}"/>
              </a:ext>
            </a:extLst>
          </p:cNvPr>
          <p:cNvSpPr>
            <a:spLocks noGrp="1"/>
          </p:cNvSpPr>
          <p:nvPr/>
        </p:nvSpPr>
        <p:spPr>
          <a:xfrm>
            <a:off x="6163046" y="30503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4" name="F2_precision_recall_distributions_4578">
            <a:extLst>
              <a:ext uri="{FF2B5EF4-FFF2-40B4-BE49-F238E27FC236}">
                <a16:creationId xmlns:a16="http://schemas.microsoft.com/office/drawing/2014/main" id="{7FE0FA36-EDD8-4124-A4C2-974C3FDAEC97}"/>
              </a:ext>
            </a:extLst>
          </p:cNvPr>
          <p:cNvSpPr>
            <a:spLocks noGrp="1"/>
          </p:cNvSpPr>
          <p:nvPr/>
        </p:nvSpPr>
        <p:spPr>
          <a:xfrm>
            <a:off x="6049631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5" name="F2_precision_recall_distributions_4579">
            <a:extLst>
              <a:ext uri="{FF2B5EF4-FFF2-40B4-BE49-F238E27FC236}">
                <a16:creationId xmlns:a16="http://schemas.microsoft.com/office/drawing/2014/main" id="{31ED5F9B-7E5F-44CE-9E19-A356A4CBDBA3}"/>
              </a:ext>
            </a:extLst>
          </p:cNvPr>
          <p:cNvSpPr>
            <a:spLocks noGrp="1"/>
          </p:cNvSpPr>
          <p:nvPr/>
        </p:nvSpPr>
        <p:spPr>
          <a:xfrm>
            <a:off x="5868095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6" name="F2_precision_recall_distributions_4580">
            <a:extLst>
              <a:ext uri="{FF2B5EF4-FFF2-40B4-BE49-F238E27FC236}">
                <a16:creationId xmlns:a16="http://schemas.microsoft.com/office/drawing/2014/main" id="{B1375B82-1CFA-4FDB-8FB8-C10FB1D08549}"/>
              </a:ext>
            </a:extLst>
          </p:cNvPr>
          <p:cNvSpPr>
            <a:spLocks noGrp="1"/>
          </p:cNvSpPr>
          <p:nvPr/>
        </p:nvSpPr>
        <p:spPr>
          <a:xfrm>
            <a:off x="611772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7" name="F2_precision_recall_distributions_4581">
            <a:extLst>
              <a:ext uri="{FF2B5EF4-FFF2-40B4-BE49-F238E27FC236}">
                <a16:creationId xmlns:a16="http://schemas.microsoft.com/office/drawing/2014/main" id="{0032A7C8-034C-47F0-AA29-31F4F53370BF}"/>
              </a:ext>
            </a:extLst>
          </p:cNvPr>
          <p:cNvSpPr>
            <a:spLocks noGrp="1"/>
          </p:cNvSpPr>
          <p:nvPr/>
        </p:nvSpPr>
        <p:spPr>
          <a:xfrm>
            <a:off x="596426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8" name="F2_precision_recall_distributions_4582">
            <a:extLst>
              <a:ext uri="{FF2B5EF4-FFF2-40B4-BE49-F238E27FC236}">
                <a16:creationId xmlns:a16="http://schemas.microsoft.com/office/drawing/2014/main" id="{8C45A324-9D11-4E2B-AF47-6C759F76578D}"/>
              </a:ext>
            </a:extLst>
          </p:cNvPr>
          <p:cNvSpPr>
            <a:spLocks noGrp="1"/>
          </p:cNvSpPr>
          <p:nvPr/>
        </p:nvSpPr>
        <p:spPr>
          <a:xfrm>
            <a:off x="612952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9" name="F2_precision_recall_distributions_4583">
            <a:extLst>
              <a:ext uri="{FF2B5EF4-FFF2-40B4-BE49-F238E27FC236}">
                <a16:creationId xmlns:a16="http://schemas.microsoft.com/office/drawing/2014/main" id="{232CF176-3D81-4068-A916-E8E8B19FFCA5}"/>
              </a:ext>
            </a:extLst>
          </p:cNvPr>
          <p:cNvSpPr>
            <a:spLocks noGrp="1"/>
          </p:cNvSpPr>
          <p:nvPr/>
        </p:nvSpPr>
        <p:spPr>
          <a:xfrm>
            <a:off x="5971692" y="36125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0" name="F2_precision_recall_distributions_4584">
            <a:extLst>
              <a:ext uri="{FF2B5EF4-FFF2-40B4-BE49-F238E27FC236}">
                <a16:creationId xmlns:a16="http://schemas.microsoft.com/office/drawing/2014/main" id="{A76E2A3D-1C6F-42DC-AD59-B2E8F21B4501}"/>
              </a:ext>
            </a:extLst>
          </p:cNvPr>
          <p:cNvSpPr>
            <a:spLocks noGrp="1"/>
          </p:cNvSpPr>
          <p:nvPr/>
        </p:nvSpPr>
        <p:spPr>
          <a:xfrm>
            <a:off x="5934754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1" name="F2_precision_recall_distributions_4585">
            <a:extLst>
              <a:ext uri="{FF2B5EF4-FFF2-40B4-BE49-F238E27FC236}">
                <a16:creationId xmlns:a16="http://schemas.microsoft.com/office/drawing/2014/main" id="{D22F63B6-24DC-4730-9CA6-96ADB8E20E97}"/>
              </a:ext>
            </a:extLst>
          </p:cNvPr>
          <p:cNvSpPr>
            <a:spLocks noGrp="1"/>
          </p:cNvSpPr>
          <p:nvPr/>
        </p:nvSpPr>
        <p:spPr>
          <a:xfrm>
            <a:off x="581199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2" name="F2_precision_recall_distributions_4586">
            <a:extLst>
              <a:ext uri="{FF2B5EF4-FFF2-40B4-BE49-F238E27FC236}">
                <a16:creationId xmlns:a16="http://schemas.microsoft.com/office/drawing/2014/main" id="{BC783C23-EF27-41B6-B817-DC587D471F66}"/>
              </a:ext>
            </a:extLst>
          </p:cNvPr>
          <p:cNvSpPr>
            <a:spLocks noGrp="1"/>
          </p:cNvSpPr>
          <p:nvPr/>
        </p:nvSpPr>
        <p:spPr>
          <a:xfrm>
            <a:off x="6142209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3" name="F2_precision_recall_distributions_4587">
            <a:extLst>
              <a:ext uri="{FF2B5EF4-FFF2-40B4-BE49-F238E27FC236}">
                <a16:creationId xmlns:a16="http://schemas.microsoft.com/office/drawing/2014/main" id="{481F79B8-FD89-4E57-8F72-90AF0B4A6E50}"/>
              </a:ext>
            </a:extLst>
          </p:cNvPr>
          <p:cNvSpPr>
            <a:spLocks noGrp="1"/>
          </p:cNvSpPr>
          <p:nvPr/>
        </p:nvSpPr>
        <p:spPr>
          <a:xfrm>
            <a:off x="612925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4" name="F2_precision_recall_distributions_4588">
            <a:extLst>
              <a:ext uri="{FF2B5EF4-FFF2-40B4-BE49-F238E27FC236}">
                <a16:creationId xmlns:a16="http://schemas.microsoft.com/office/drawing/2014/main" id="{265E819A-18C9-4CF8-ACA3-4C52F289CA62}"/>
              </a:ext>
            </a:extLst>
          </p:cNvPr>
          <p:cNvSpPr>
            <a:spLocks noGrp="1"/>
          </p:cNvSpPr>
          <p:nvPr/>
        </p:nvSpPr>
        <p:spPr>
          <a:xfrm>
            <a:off x="5997766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5" name="F2_precision_recall_distributions_4589">
            <a:extLst>
              <a:ext uri="{FF2B5EF4-FFF2-40B4-BE49-F238E27FC236}">
                <a16:creationId xmlns:a16="http://schemas.microsoft.com/office/drawing/2014/main" id="{F8336BCB-E09E-4461-8BBA-3DD0CDF0CF33}"/>
              </a:ext>
            </a:extLst>
          </p:cNvPr>
          <p:cNvSpPr>
            <a:spLocks noGrp="1"/>
          </p:cNvSpPr>
          <p:nvPr/>
        </p:nvSpPr>
        <p:spPr>
          <a:xfrm>
            <a:off x="6080777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6" name="F2_precision_recall_distributions_4590">
            <a:extLst>
              <a:ext uri="{FF2B5EF4-FFF2-40B4-BE49-F238E27FC236}">
                <a16:creationId xmlns:a16="http://schemas.microsoft.com/office/drawing/2014/main" id="{D7D912C6-8FEE-4A39-A83F-5EAAAF891DEF}"/>
              </a:ext>
            </a:extLst>
          </p:cNvPr>
          <p:cNvSpPr>
            <a:spLocks noGrp="1"/>
          </p:cNvSpPr>
          <p:nvPr/>
        </p:nvSpPr>
        <p:spPr>
          <a:xfrm>
            <a:off x="591295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7" name="F2_precision_recall_distributions_4591">
            <a:extLst>
              <a:ext uri="{FF2B5EF4-FFF2-40B4-BE49-F238E27FC236}">
                <a16:creationId xmlns:a16="http://schemas.microsoft.com/office/drawing/2014/main" id="{D96FC6DB-C145-499F-8194-12EA4D4BAFD2}"/>
              </a:ext>
            </a:extLst>
          </p:cNvPr>
          <p:cNvSpPr>
            <a:spLocks noGrp="1"/>
          </p:cNvSpPr>
          <p:nvPr/>
        </p:nvSpPr>
        <p:spPr>
          <a:xfrm>
            <a:off x="608422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8" name="F2_precision_recall_distributions_4592">
            <a:extLst>
              <a:ext uri="{FF2B5EF4-FFF2-40B4-BE49-F238E27FC236}">
                <a16:creationId xmlns:a16="http://schemas.microsoft.com/office/drawing/2014/main" id="{C5932D67-36C3-42E4-A123-12BE367215CE}"/>
              </a:ext>
            </a:extLst>
          </p:cNvPr>
          <p:cNvSpPr>
            <a:spLocks noGrp="1"/>
          </p:cNvSpPr>
          <p:nvPr/>
        </p:nvSpPr>
        <p:spPr>
          <a:xfrm>
            <a:off x="601916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9" name="F2_precision_recall_distributions_4593">
            <a:extLst>
              <a:ext uri="{FF2B5EF4-FFF2-40B4-BE49-F238E27FC236}">
                <a16:creationId xmlns:a16="http://schemas.microsoft.com/office/drawing/2014/main" id="{06E4525B-4983-4EEC-96B2-5E1269C8D756}"/>
              </a:ext>
            </a:extLst>
          </p:cNvPr>
          <p:cNvSpPr>
            <a:spLocks noGrp="1"/>
          </p:cNvSpPr>
          <p:nvPr/>
        </p:nvSpPr>
        <p:spPr>
          <a:xfrm>
            <a:off x="587285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0" name="F2_precision_recall_distributions_4594">
            <a:extLst>
              <a:ext uri="{FF2B5EF4-FFF2-40B4-BE49-F238E27FC236}">
                <a16:creationId xmlns:a16="http://schemas.microsoft.com/office/drawing/2014/main" id="{7DBA1EB0-40AC-4D41-86B4-1099679D191F}"/>
              </a:ext>
            </a:extLst>
          </p:cNvPr>
          <p:cNvSpPr>
            <a:spLocks noGrp="1"/>
          </p:cNvSpPr>
          <p:nvPr/>
        </p:nvSpPr>
        <p:spPr>
          <a:xfrm>
            <a:off x="587078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1" name="F2_precision_recall_distributions_4595">
            <a:extLst>
              <a:ext uri="{FF2B5EF4-FFF2-40B4-BE49-F238E27FC236}">
                <a16:creationId xmlns:a16="http://schemas.microsoft.com/office/drawing/2014/main" id="{D8264194-F085-4315-857D-3DA65221A9C0}"/>
              </a:ext>
            </a:extLst>
          </p:cNvPr>
          <p:cNvSpPr>
            <a:spLocks noGrp="1"/>
          </p:cNvSpPr>
          <p:nvPr/>
        </p:nvSpPr>
        <p:spPr>
          <a:xfrm>
            <a:off x="6120028" y="34982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2" name="F2_precision_recall_distributions_4596">
            <a:extLst>
              <a:ext uri="{FF2B5EF4-FFF2-40B4-BE49-F238E27FC236}">
                <a16:creationId xmlns:a16="http://schemas.microsoft.com/office/drawing/2014/main" id="{8834694F-7827-494B-AFC8-E190F679EDCE}"/>
              </a:ext>
            </a:extLst>
          </p:cNvPr>
          <p:cNvSpPr>
            <a:spLocks noGrp="1"/>
          </p:cNvSpPr>
          <p:nvPr/>
        </p:nvSpPr>
        <p:spPr>
          <a:xfrm>
            <a:off x="6088538" y="35892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3" name="F2_precision_recall_distributions_4597">
            <a:extLst>
              <a:ext uri="{FF2B5EF4-FFF2-40B4-BE49-F238E27FC236}">
                <a16:creationId xmlns:a16="http://schemas.microsoft.com/office/drawing/2014/main" id="{F2497BB4-5E9F-4EB0-95AA-169C08758C6D}"/>
              </a:ext>
            </a:extLst>
          </p:cNvPr>
          <p:cNvSpPr>
            <a:spLocks noGrp="1"/>
          </p:cNvSpPr>
          <p:nvPr/>
        </p:nvSpPr>
        <p:spPr>
          <a:xfrm>
            <a:off x="6149911" y="30462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4" name="F2_precision_recall_distributions_4598">
            <a:extLst>
              <a:ext uri="{FF2B5EF4-FFF2-40B4-BE49-F238E27FC236}">
                <a16:creationId xmlns:a16="http://schemas.microsoft.com/office/drawing/2014/main" id="{FE653D64-7F09-4EC0-80D0-8018B0E41876}"/>
              </a:ext>
            </a:extLst>
          </p:cNvPr>
          <p:cNvSpPr>
            <a:spLocks noGrp="1"/>
          </p:cNvSpPr>
          <p:nvPr/>
        </p:nvSpPr>
        <p:spPr>
          <a:xfrm>
            <a:off x="5841943" y="30503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5" name="F2_precision_recall_distributions_4599">
            <a:extLst>
              <a:ext uri="{FF2B5EF4-FFF2-40B4-BE49-F238E27FC236}">
                <a16:creationId xmlns:a16="http://schemas.microsoft.com/office/drawing/2014/main" id="{8EC81037-CF88-42A0-BE37-91F10B3892E8}"/>
              </a:ext>
            </a:extLst>
          </p:cNvPr>
          <p:cNvSpPr>
            <a:spLocks noGrp="1"/>
          </p:cNvSpPr>
          <p:nvPr/>
        </p:nvSpPr>
        <p:spPr>
          <a:xfrm>
            <a:off x="592689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6" name="F2_precision_recall_distributions_4600">
            <a:extLst>
              <a:ext uri="{FF2B5EF4-FFF2-40B4-BE49-F238E27FC236}">
                <a16:creationId xmlns:a16="http://schemas.microsoft.com/office/drawing/2014/main" id="{D96BA8E9-2112-439D-A83F-3672EFEDA848}"/>
              </a:ext>
            </a:extLst>
          </p:cNvPr>
          <p:cNvSpPr>
            <a:spLocks noGrp="1"/>
          </p:cNvSpPr>
          <p:nvPr/>
        </p:nvSpPr>
        <p:spPr>
          <a:xfrm>
            <a:off x="5930860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7" name="F2_precision_recall_distributions_4601">
            <a:extLst>
              <a:ext uri="{FF2B5EF4-FFF2-40B4-BE49-F238E27FC236}">
                <a16:creationId xmlns:a16="http://schemas.microsoft.com/office/drawing/2014/main" id="{295C2918-E18F-4390-9373-EDC26518AA66}"/>
              </a:ext>
            </a:extLst>
          </p:cNvPr>
          <p:cNvSpPr>
            <a:spLocks noGrp="1"/>
          </p:cNvSpPr>
          <p:nvPr/>
        </p:nvSpPr>
        <p:spPr>
          <a:xfrm>
            <a:off x="593058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8" name="F2_precision_recall_distributions_4602">
            <a:extLst>
              <a:ext uri="{FF2B5EF4-FFF2-40B4-BE49-F238E27FC236}">
                <a16:creationId xmlns:a16="http://schemas.microsoft.com/office/drawing/2014/main" id="{546B865D-6DD9-4BEA-B7D7-A705EB922D4A}"/>
              </a:ext>
            </a:extLst>
          </p:cNvPr>
          <p:cNvSpPr>
            <a:spLocks noGrp="1"/>
          </p:cNvSpPr>
          <p:nvPr/>
        </p:nvSpPr>
        <p:spPr>
          <a:xfrm>
            <a:off x="597058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9" name="F2_precision_recall_distributions_4603">
            <a:extLst>
              <a:ext uri="{FF2B5EF4-FFF2-40B4-BE49-F238E27FC236}">
                <a16:creationId xmlns:a16="http://schemas.microsoft.com/office/drawing/2014/main" id="{2F7FA54D-6463-4A5F-AE4E-2B9F5696CC99}"/>
              </a:ext>
            </a:extLst>
          </p:cNvPr>
          <p:cNvSpPr>
            <a:spLocks noGrp="1"/>
          </p:cNvSpPr>
          <p:nvPr/>
        </p:nvSpPr>
        <p:spPr>
          <a:xfrm>
            <a:off x="583889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0" name="F2_precision_recall_distributions_4604">
            <a:extLst>
              <a:ext uri="{FF2B5EF4-FFF2-40B4-BE49-F238E27FC236}">
                <a16:creationId xmlns:a16="http://schemas.microsoft.com/office/drawing/2014/main" id="{37FF4FA2-664C-40B4-82D3-B713EE91B2CA}"/>
              </a:ext>
            </a:extLst>
          </p:cNvPr>
          <p:cNvSpPr>
            <a:spLocks noGrp="1"/>
          </p:cNvSpPr>
          <p:nvPr/>
        </p:nvSpPr>
        <p:spPr>
          <a:xfrm>
            <a:off x="6053578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1" name="F2_precision_recall_distributions_4605">
            <a:extLst>
              <a:ext uri="{FF2B5EF4-FFF2-40B4-BE49-F238E27FC236}">
                <a16:creationId xmlns:a16="http://schemas.microsoft.com/office/drawing/2014/main" id="{2C337227-2E52-461D-ABE3-B99C1F757DF6}"/>
              </a:ext>
            </a:extLst>
          </p:cNvPr>
          <p:cNvSpPr>
            <a:spLocks noGrp="1"/>
          </p:cNvSpPr>
          <p:nvPr/>
        </p:nvSpPr>
        <p:spPr>
          <a:xfrm>
            <a:off x="5806868" y="324364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2" name="F2_precision_recall_distributions_4606">
            <a:extLst>
              <a:ext uri="{FF2B5EF4-FFF2-40B4-BE49-F238E27FC236}">
                <a16:creationId xmlns:a16="http://schemas.microsoft.com/office/drawing/2014/main" id="{C7FE4E24-B2AD-424E-AB63-8F764D059A37}"/>
              </a:ext>
            </a:extLst>
          </p:cNvPr>
          <p:cNvSpPr>
            <a:spLocks noGrp="1"/>
          </p:cNvSpPr>
          <p:nvPr/>
        </p:nvSpPr>
        <p:spPr>
          <a:xfrm>
            <a:off x="596905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3" name="F2_precision_recall_distributions_4607">
            <a:extLst>
              <a:ext uri="{FF2B5EF4-FFF2-40B4-BE49-F238E27FC236}">
                <a16:creationId xmlns:a16="http://schemas.microsoft.com/office/drawing/2014/main" id="{5F1EF9D6-2810-418D-B93B-D5267ACC0B75}"/>
              </a:ext>
            </a:extLst>
          </p:cNvPr>
          <p:cNvSpPr>
            <a:spLocks noGrp="1"/>
          </p:cNvSpPr>
          <p:nvPr/>
        </p:nvSpPr>
        <p:spPr>
          <a:xfrm>
            <a:off x="587066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4" name="F2_precision_recall_distributions_4608">
            <a:extLst>
              <a:ext uri="{FF2B5EF4-FFF2-40B4-BE49-F238E27FC236}">
                <a16:creationId xmlns:a16="http://schemas.microsoft.com/office/drawing/2014/main" id="{D56802E5-033B-4F6D-AC04-9F801E47AC4E}"/>
              </a:ext>
            </a:extLst>
          </p:cNvPr>
          <p:cNvSpPr>
            <a:spLocks noGrp="1"/>
          </p:cNvSpPr>
          <p:nvPr/>
        </p:nvSpPr>
        <p:spPr>
          <a:xfrm>
            <a:off x="583540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5" name="F2_precision_recall_distributions_4609">
            <a:extLst>
              <a:ext uri="{FF2B5EF4-FFF2-40B4-BE49-F238E27FC236}">
                <a16:creationId xmlns:a16="http://schemas.microsoft.com/office/drawing/2014/main" id="{01D0B032-AD66-43CB-93B3-9693E39CCFCE}"/>
              </a:ext>
            </a:extLst>
          </p:cNvPr>
          <p:cNvSpPr>
            <a:spLocks noGrp="1"/>
          </p:cNvSpPr>
          <p:nvPr/>
        </p:nvSpPr>
        <p:spPr>
          <a:xfrm>
            <a:off x="609200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6" name="F2_precision_recall_distributions_4610">
            <a:extLst>
              <a:ext uri="{FF2B5EF4-FFF2-40B4-BE49-F238E27FC236}">
                <a16:creationId xmlns:a16="http://schemas.microsoft.com/office/drawing/2014/main" id="{4D3552C4-8AAA-4406-A7D6-003529A0FE5E}"/>
              </a:ext>
            </a:extLst>
          </p:cNvPr>
          <p:cNvSpPr>
            <a:spLocks noGrp="1"/>
          </p:cNvSpPr>
          <p:nvPr/>
        </p:nvSpPr>
        <p:spPr>
          <a:xfrm>
            <a:off x="5953626" y="32207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7" name="F2_precision_recall_distributions_4611">
            <a:extLst>
              <a:ext uri="{FF2B5EF4-FFF2-40B4-BE49-F238E27FC236}">
                <a16:creationId xmlns:a16="http://schemas.microsoft.com/office/drawing/2014/main" id="{0F6A504F-B7A6-432B-962D-229098721744}"/>
              </a:ext>
            </a:extLst>
          </p:cNvPr>
          <p:cNvSpPr>
            <a:spLocks noGrp="1"/>
          </p:cNvSpPr>
          <p:nvPr/>
        </p:nvSpPr>
        <p:spPr>
          <a:xfrm>
            <a:off x="6111631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8" name="F2_precision_recall_distributions_4612">
            <a:extLst>
              <a:ext uri="{FF2B5EF4-FFF2-40B4-BE49-F238E27FC236}">
                <a16:creationId xmlns:a16="http://schemas.microsoft.com/office/drawing/2014/main" id="{7D997F1B-76EE-40C4-B2BB-ED5D347F45F4}"/>
              </a:ext>
            </a:extLst>
          </p:cNvPr>
          <p:cNvSpPr>
            <a:spLocks noGrp="1"/>
          </p:cNvSpPr>
          <p:nvPr/>
        </p:nvSpPr>
        <p:spPr>
          <a:xfrm>
            <a:off x="5894746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9" name="F2_precision_recall_distributions_4613">
            <a:extLst>
              <a:ext uri="{FF2B5EF4-FFF2-40B4-BE49-F238E27FC236}">
                <a16:creationId xmlns:a16="http://schemas.microsoft.com/office/drawing/2014/main" id="{595AEFD4-9DA8-436E-9C60-438EAF0E0E49}"/>
              </a:ext>
            </a:extLst>
          </p:cNvPr>
          <p:cNvSpPr>
            <a:spLocks noGrp="1"/>
          </p:cNvSpPr>
          <p:nvPr/>
        </p:nvSpPr>
        <p:spPr>
          <a:xfrm>
            <a:off x="5977294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0" name="F2_precision_recall_distributions_4614">
            <a:extLst>
              <a:ext uri="{FF2B5EF4-FFF2-40B4-BE49-F238E27FC236}">
                <a16:creationId xmlns:a16="http://schemas.microsoft.com/office/drawing/2014/main" id="{B0E31B58-614E-4AFF-86EB-B06261337FCB}"/>
              </a:ext>
            </a:extLst>
          </p:cNvPr>
          <p:cNvSpPr>
            <a:spLocks noGrp="1"/>
          </p:cNvSpPr>
          <p:nvPr/>
        </p:nvSpPr>
        <p:spPr>
          <a:xfrm>
            <a:off x="5886468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1" name="F2_precision_recall_distributions_4615">
            <a:extLst>
              <a:ext uri="{FF2B5EF4-FFF2-40B4-BE49-F238E27FC236}">
                <a16:creationId xmlns:a16="http://schemas.microsoft.com/office/drawing/2014/main" id="{D72CA19C-87E0-441D-A46A-A54B9B6A697E}"/>
              </a:ext>
            </a:extLst>
          </p:cNvPr>
          <p:cNvSpPr>
            <a:spLocks noGrp="1"/>
          </p:cNvSpPr>
          <p:nvPr/>
        </p:nvSpPr>
        <p:spPr>
          <a:xfrm>
            <a:off x="581135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2" name="F2_precision_recall_distributions_4616">
            <a:extLst>
              <a:ext uri="{FF2B5EF4-FFF2-40B4-BE49-F238E27FC236}">
                <a16:creationId xmlns:a16="http://schemas.microsoft.com/office/drawing/2014/main" id="{B61B6AA4-2AB0-4E81-AF92-0BD55FC972D6}"/>
              </a:ext>
            </a:extLst>
          </p:cNvPr>
          <p:cNvSpPr>
            <a:spLocks noGrp="1"/>
          </p:cNvSpPr>
          <p:nvPr/>
        </p:nvSpPr>
        <p:spPr>
          <a:xfrm>
            <a:off x="616279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3" name="F2_precision_recall_distributions_4617">
            <a:extLst>
              <a:ext uri="{FF2B5EF4-FFF2-40B4-BE49-F238E27FC236}">
                <a16:creationId xmlns:a16="http://schemas.microsoft.com/office/drawing/2014/main" id="{EF4F6B68-59CD-45DA-83FB-B909892DA911}"/>
              </a:ext>
            </a:extLst>
          </p:cNvPr>
          <p:cNvSpPr>
            <a:spLocks noGrp="1"/>
          </p:cNvSpPr>
          <p:nvPr/>
        </p:nvSpPr>
        <p:spPr>
          <a:xfrm>
            <a:off x="5961337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4" name="F2_precision_recall_distributions_4618">
            <a:extLst>
              <a:ext uri="{FF2B5EF4-FFF2-40B4-BE49-F238E27FC236}">
                <a16:creationId xmlns:a16="http://schemas.microsoft.com/office/drawing/2014/main" id="{927FA854-C956-4F79-8837-0D6FB26D4D84}"/>
              </a:ext>
            </a:extLst>
          </p:cNvPr>
          <p:cNvSpPr>
            <a:spLocks noGrp="1"/>
          </p:cNvSpPr>
          <p:nvPr/>
        </p:nvSpPr>
        <p:spPr>
          <a:xfrm>
            <a:off x="615370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5" name="F2_precision_recall_distributions_4619">
            <a:extLst>
              <a:ext uri="{FF2B5EF4-FFF2-40B4-BE49-F238E27FC236}">
                <a16:creationId xmlns:a16="http://schemas.microsoft.com/office/drawing/2014/main" id="{5D7F51E9-DE61-426C-9C7E-CC67E4F13A9F}"/>
              </a:ext>
            </a:extLst>
          </p:cNvPr>
          <p:cNvSpPr>
            <a:spLocks noGrp="1"/>
          </p:cNvSpPr>
          <p:nvPr/>
        </p:nvSpPr>
        <p:spPr>
          <a:xfrm>
            <a:off x="5837930" y="31310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6" name="F2_precision_recall_distributions_4620">
            <a:extLst>
              <a:ext uri="{FF2B5EF4-FFF2-40B4-BE49-F238E27FC236}">
                <a16:creationId xmlns:a16="http://schemas.microsoft.com/office/drawing/2014/main" id="{434D30C5-1E77-4FF7-A7A7-DF37D0BF04E8}"/>
              </a:ext>
            </a:extLst>
          </p:cNvPr>
          <p:cNvSpPr>
            <a:spLocks noGrp="1"/>
          </p:cNvSpPr>
          <p:nvPr/>
        </p:nvSpPr>
        <p:spPr>
          <a:xfrm>
            <a:off x="599970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7" name="F2_precision_recall_distributions_4621">
            <a:extLst>
              <a:ext uri="{FF2B5EF4-FFF2-40B4-BE49-F238E27FC236}">
                <a16:creationId xmlns:a16="http://schemas.microsoft.com/office/drawing/2014/main" id="{A2C1F7BF-B38D-40C2-BC74-EF1D0A4DBCAD}"/>
              </a:ext>
            </a:extLst>
          </p:cNvPr>
          <p:cNvSpPr>
            <a:spLocks noGrp="1"/>
          </p:cNvSpPr>
          <p:nvPr/>
        </p:nvSpPr>
        <p:spPr>
          <a:xfrm>
            <a:off x="5954860" y="34982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8" name="F2_precision_recall_distributions_4622">
            <a:extLst>
              <a:ext uri="{FF2B5EF4-FFF2-40B4-BE49-F238E27FC236}">
                <a16:creationId xmlns:a16="http://schemas.microsoft.com/office/drawing/2014/main" id="{B6FE450B-826F-4D8E-AC9A-1995C870862D}"/>
              </a:ext>
            </a:extLst>
          </p:cNvPr>
          <p:cNvSpPr>
            <a:spLocks noGrp="1"/>
          </p:cNvSpPr>
          <p:nvPr/>
        </p:nvSpPr>
        <p:spPr>
          <a:xfrm>
            <a:off x="600944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9" name="F2_precision_recall_distributions_4623">
            <a:extLst>
              <a:ext uri="{FF2B5EF4-FFF2-40B4-BE49-F238E27FC236}">
                <a16:creationId xmlns:a16="http://schemas.microsoft.com/office/drawing/2014/main" id="{E40EA49F-E9EA-4A42-A78E-3193C5D25F79}"/>
              </a:ext>
            </a:extLst>
          </p:cNvPr>
          <p:cNvSpPr>
            <a:spLocks noGrp="1"/>
          </p:cNvSpPr>
          <p:nvPr/>
        </p:nvSpPr>
        <p:spPr>
          <a:xfrm>
            <a:off x="61463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0" name="F2_precision_recall_distributions_4624">
            <a:extLst>
              <a:ext uri="{FF2B5EF4-FFF2-40B4-BE49-F238E27FC236}">
                <a16:creationId xmlns:a16="http://schemas.microsoft.com/office/drawing/2014/main" id="{9BD4D23C-3522-4582-A7F1-BA2C3B5ACA9A}"/>
              </a:ext>
            </a:extLst>
          </p:cNvPr>
          <p:cNvSpPr>
            <a:spLocks noGrp="1"/>
          </p:cNvSpPr>
          <p:nvPr/>
        </p:nvSpPr>
        <p:spPr>
          <a:xfrm>
            <a:off x="611161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1" name="F2_precision_recall_distributions_4625">
            <a:extLst>
              <a:ext uri="{FF2B5EF4-FFF2-40B4-BE49-F238E27FC236}">
                <a16:creationId xmlns:a16="http://schemas.microsoft.com/office/drawing/2014/main" id="{D8838C5A-C21D-4FF4-9B31-11613A30619E}"/>
              </a:ext>
            </a:extLst>
          </p:cNvPr>
          <p:cNvSpPr>
            <a:spLocks noGrp="1"/>
          </p:cNvSpPr>
          <p:nvPr/>
        </p:nvSpPr>
        <p:spPr>
          <a:xfrm>
            <a:off x="587007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2" name="F2_precision_recall_distributions_4626">
            <a:extLst>
              <a:ext uri="{FF2B5EF4-FFF2-40B4-BE49-F238E27FC236}">
                <a16:creationId xmlns:a16="http://schemas.microsoft.com/office/drawing/2014/main" id="{6AB0DCB2-5101-49F3-83BE-12D5EF464140}"/>
              </a:ext>
            </a:extLst>
          </p:cNvPr>
          <p:cNvSpPr>
            <a:spLocks noGrp="1"/>
          </p:cNvSpPr>
          <p:nvPr/>
        </p:nvSpPr>
        <p:spPr>
          <a:xfrm>
            <a:off x="599521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3" name="F2_precision_recall_distributions_4627">
            <a:extLst>
              <a:ext uri="{FF2B5EF4-FFF2-40B4-BE49-F238E27FC236}">
                <a16:creationId xmlns:a16="http://schemas.microsoft.com/office/drawing/2014/main" id="{B2598814-1670-42EE-BA79-A7A7B836FB21}"/>
              </a:ext>
            </a:extLst>
          </p:cNvPr>
          <p:cNvSpPr>
            <a:spLocks noGrp="1"/>
          </p:cNvSpPr>
          <p:nvPr/>
        </p:nvSpPr>
        <p:spPr>
          <a:xfrm>
            <a:off x="5956710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4" name="F2_precision_recall_distributions_4628">
            <a:extLst>
              <a:ext uri="{FF2B5EF4-FFF2-40B4-BE49-F238E27FC236}">
                <a16:creationId xmlns:a16="http://schemas.microsoft.com/office/drawing/2014/main" id="{B1947ECE-22A7-40C7-B496-EDE160CA431F}"/>
              </a:ext>
            </a:extLst>
          </p:cNvPr>
          <p:cNvSpPr>
            <a:spLocks noGrp="1"/>
          </p:cNvSpPr>
          <p:nvPr/>
        </p:nvSpPr>
        <p:spPr>
          <a:xfrm>
            <a:off x="6124308" y="364983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5" name="F2_precision_recall_distributions_4629">
            <a:extLst>
              <a:ext uri="{FF2B5EF4-FFF2-40B4-BE49-F238E27FC236}">
                <a16:creationId xmlns:a16="http://schemas.microsoft.com/office/drawing/2014/main" id="{DDA0205C-14B5-4EDE-AFDE-9A1F7EE4A654}"/>
              </a:ext>
            </a:extLst>
          </p:cNvPr>
          <p:cNvSpPr>
            <a:spLocks noGrp="1"/>
          </p:cNvSpPr>
          <p:nvPr/>
        </p:nvSpPr>
        <p:spPr>
          <a:xfrm>
            <a:off x="6059318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6" name="F2_precision_recall_distributions_4630">
            <a:extLst>
              <a:ext uri="{FF2B5EF4-FFF2-40B4-BE49-F238E27FC236}">
                <a16:creationId xmlns:a16="http://schemas.microsoft.com/office/drawing/2014/main" id="{DBE93562-0F41-4C0B-A0CC-2E5BEA385D61}"/>
              </a:ext>
            </a:extLst>
          </p:cNvPr>
          <p:cNvSpPr>
            <a:spLocks noGrp="1"/>
          </p:cNvSpPr>
          <p:nvPr/>
        </p:nvSpPr>
        <p:spPr>
          <a:xfrm>
            <a:off x="598382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7" name="F2_precision_recall_distributions_4631">
            <a:extLst>
              <a:ext uri="{FF2B5EF4-FFF2-40B4-BE49-F238E27FC236}">
                <a16:creationId xmlns:a16="http://schemas.microsoft.com/office/drawing/2014/main" id="{A32B7B92-349A-4951-A163-751642031773}"/>
              </a:ext>
            </a:extLst>
          </p:cNvPr>
          <p:cNvSpPr>
            <a:spLocks noGrp="1"/>
          </p:cNvSpPr>
          <p:nvPr/>
        </p:nvSpPr>
        <p:spPr>
          <a:xfrm>
            <a:off x="5963713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8" name="F2_precision_recall_distributions_4632">
            <a:extLst>
              <a:ext uri="{FF2B5EF4-FFF2-40B4-BE49-F238E27FC236}">
                <a16:creationId xmlns:a16="http://schemas.microsoft.com/office/drawing/2014/main" id="{CB4F8B89-58C5-41C4-B443-6CD162EB1FCB}"/>
              </a:ext>
            </a:extLst>
          </p:cNvPr>
          <p:cNvSpPr>
            <a:spLocks noGrp="1"/>
          </p:cNvSpPr>
          <p:nvPr/>
        </p:nvSpPr>
        <p:spPr>
          <a:xfrm>
            <a:off x="6164922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9" name="F2_precision_recall_distributions_4633">
            <a:extLst>
              <a:ext uri="{FF2B5EF4-FFF2-40B4-BE49-F238E27FC236}">
                <a16:creationId xmlns:a16="http://schemas.microsoft.com/office/drawing/2014/main" id="{C45053E0-DACC-4870-A10D-48A5A50D5D77}"/>
              </a:ext>
            </a:extLst>
          </p:cNvPr>
          <p:cNvSpPr>
            <a:spLocks noGrp="1"/>
          </p:cNvSpPr>
          <p:nvPr/>
        </p:nvSpPr>
        <p:spPr>
          <a:xfrm>
            <a:off x="610049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0" name="F2_precision_recall_distributions_4634">
            <a:extLst>
              <a:ext uri="{FF2B5EF4-FFF2-40B4-BE49-F238E27FC236}">
                <a16:creationId xmlns:a16="http://schemas.microsoft.com/office/drawing/2014/main" id="{34F048A5-C838-43EE-B64D-0182B109A3D0}"/>
              </a:ext>
            </a:extLst>
          </p:cNvPr>
          <p:cNvSpPr>
            <a:spLocks noGrp="1"/>
          </p:cNvSpPr>
          <p:nvPr/>
        </p:nvSpPr>
        <p:spPr>
          <a:xfrm>
            <a:off x="5921759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1" name="F2_precision_recall_distributions_4635">
            <a:extLst>
              <a:ext uri="{FF2B5EF4-FFF2-40B4-BE49-F238E27FC236}">
                <a16:creationId xmlns:a16="http://schemas.microsoft.com/office/drawing/2014/main" id="{7461C709-35B4-407C-A7E8-C0D695D51025}"/>
              </a:ext>
            </a:extLst>
          </p:cNvPr>
          <p:cNvSpPr>
            <a:spLocks noGrp="1"/>
          </p:cNvSpPr>
          <p:nvPr/>
        </p:nvSpPr>
        <p:spPr>
          <a:xfrm>
            <a:off x="6067821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2" name="F2_precision_recall_distributions_4636">
            <a:extLst>
              <a:ext uri="{FF2B5EF4-FFF2-40B4-BE49-F238E27FC236}">
                <a16:creationId xmlns:a16="http://schemas.microsoft.com/office/drawing/2014/main" id="{706905E8-02AD-4ACC-BF1D-E5FF47B3ADE7}"/>
              </a:ext>
            </a:extLst>
          </p:cNvPr>
          <p:cNvSpPr>
            <a:spLocks noGrp="1"/>
          </p:cNvSpPr>
          <p:nvPr/>
        </p:nvSpPr>
        <p:spPr>
          <a:xfrm>
            <a:off x="5858980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3" name="F2_precision_recall_distributions_4637">
            <a:extLst>
              <a:ext uri="{FF2B5EF4-FFF2-40B4-BE49-F238E27FC236}">
                <a16:creationId xmlns:a16="http://schemas.microsoft.com/office/drawing/2014/main" id="{C32E376A-BADB-4863-A96B-B6B4501B19E4}"/>
              </a:ext>
            </a:extLst>
          </p:cNvPr>
          <p:cNvSpPr>
            <a:spLocks noGrp="1"/>
          </p:cNvSpPr>
          <p:nvPr/>
        </p:nvSpPr>
        <p:spPr>
          <a:xfrm>
            <a:off x="617177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4" name="F2_precision_recall_distributions_4638">
            <a:extLst>
              <a:ext uri="{FF2B5EF4-FFF2-40B4-BE49-F238E27FC236}">
                <a16:creationId xmlns:a16="http://schemas.microsoft.com/office/drawing/2014/main" id="{C5A8BDAD-E199-41ED-85C0-95A902437562}"/>
              </a:ext>
            </a:extLst>
          </p:cNvPr>
          <p:cNvSpPr>
            <a:spLocks noGrp="1"/>
          </p:cNvSpPr>
          <p:nvPr/>
        </p:nvSpPr>
        <p:spPr>
          <a:xfrm>
            <a:off x="5923585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5" name="F2_precision_recall_distributions_4639">
            <a:extLst>
              <a:ext uri="{FF2B5EF4-FFF2-40B4-BE49-F238E27FC236}">
                <a16:creationId xmlns:a16="http://schemas.microsoft.com/office/drawing/2014/main" id="{F6508C72-118B-47CD-96C3-0D6C3C60C977}"/>
              </a:ext>
            </a:extLst>
          </p:cNvPr>
          <p:cNvSpPr>
            <a:spLocks noGrp="1"/>
          </p:cNvSpPr>
          <p:nvPr/>
        </p:nvSpPr>
        <p:spPr>
          <a:xfrm>
            <a:off x="586134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6" name="F2_precision_recall_distributions_4640">
            <a:extLst>
              <a:ext uri="{FF2B5EF4-FFF2-40B4-BE49-F238E27FC236}">
                <a16:creationId xmlns:a16="http://schemas.microsoft.com/office/drawing/2014/main" id="{D6DF117D-41A7-4138-B611-E7D68ACC436B}"/>
              </a:ext>
            </a:extLst>
          </p:cNvPr>
          <p:cNvSpPr>
            <a:spLocks noGrp="1"/>
          </p:cNvSpPr>
          <p:nvPr/>
        </p:nvSpPr>
        <p:spPr>
          <a:xfrm>
            <a:off x="6057902" y="35218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7" name="F2_precision_recall_distributions_4641">
            <a:extLst>
              <a:ext uri="{FF2B5EF4-FFF2-40B4-BE49-F238E27FC236}">
                <a16:creationId xmlns:a16="http://schemas.microsoft.com/office/drawing/2014/main" id="{D5C9AE08-8CC8-434B-84AB-705C461974E5}"/>
              </a:ext>
            </a:extLst>
          </p:cNvPr>
          <p:cNvSpPr>
            <a:spLocks noGrp="1"/>
          </p:cNvSpPr>
          <p:nvPr/>
        </p:nvSpPr>
        <p:spPr>
          <a:xfrm>
            <a:off x="597778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8" name="F2_precision_recall_distributions_4642">
            <a:extLst>
              <a:ext uri="{FF2B5EF4-FFF2-40B4-BE49-F238E27FC236}">
                <a16:creationId xmlns:a16="http://schemas.microsoft.com/office/drawing/2014/main" id="{57762B23-C44C-43C9-8CA8-6BB3E699B875}"/>
              </a:ext>
            </a:extLst>
          </p:cNvPr>
          <p:cNvSpPr>
            <a:spLocks noGrp="1"/>
          </p:cNvSpPr>
          <p:nvPr/>
        </p:nvSpPr>
        <p:spPr>
          <a:xfrm>
            <a:off x="5833605" y="36680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9" name="F2_precision_recall_distributions_4643">
            <a:extLst>
              <a:ext uri="{FF2B5EF4-FFF2-40B4-BE49-F238E27FC236}">
                <a16:creationId xmlns:a16="http://schemas.microsoft.com/office/drawing/2014/main" id="{85DA34A5-0D1E-446D-BEAF-D6C56EB47DB8}"/>
              </a:ext>
            </a:extLst>
          </p:cNvPr>
          <p:cNvSpPr>
            <a:spLocks noGrp="1"/>
          </p:cNvSpPr>
          <p:nvPr/>
        </p:nvSpPr>
        <p:spPr>
          <a:xfrm>
            <a:off x="6009238" y="345583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0" name="F2_precision_recall_distributions_4644">
            <a:extLst>
              <a:ext uri="{FF2B5EF4-FFF2-40B4-BE49-F238E27FC236}">
                <a16:creationId xmlns:a16="http://schemas.microsoft.com/office/drawing/2014/main" id="{BFF4D634-E429-4979-9626-30BF2C9F42D9}"/>
              </a:ext>
            </a:extLst>
          </p:cNvPr>
          <p:cNvSpPr>
            <a:spLocks noGrp="1"/>
          </p:cNvSpPr>
          <p:nvPr/>
        </p:nvSpPr>
        <p:spPr>
          <a:xfrm>
            <a:off x="6001756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1" name="F2_precision_recall_distributions_4645">
            <a:extLst>
              <a:ext uri="{FF2B5EF4-FFF2-40B4-BE49-F238E27FC236}">
                <a16:creationId xmlns:a16="http://schemas.microsoft.com/office/drawing/2014/main" id="{C824EE64-3E2D-437B-B83B-62077BDC3D06}"/>
              </a:ext>
            </a:extLst>
          </p:cNvPr>
          <p:cNvSpPr>
            <a:spLocks noGrp="1"/>
          </p:cNvSpPr>
          <p:nvPr/>
        </p:nvSpPr>
        <p:spPr>
          <a:xfrm>
            <a:off x="615832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2" name="F2_precision_recall_distributions_4646">
            <a:extLst>
              <a:ext uri="{FF2B5EF4-FFF2-40B4-BE49-F238E27FC236}">
                <a16:creationId xmlns:a16="http://schemas.microsoft.com/office/drawing/2014/main" id="{55E9D901-10EF-4179-9BDA-1A521DBA0D39}"/>
              </a:ext>
            </a:extLst>
          </p:cNvPr>
          <p:cNvSpPr>
            <a:spLocks noGrp="1"/>
          </p:cNvSpPr>
          <p:nvPr/>
        </p:nvSpPr>
        <p:spPr>
          <a:xfrm>
            <a:off x="593025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3" name="F2_precision_recall_distributions_4647">
            <a:extLst>
              <a:ext uri="{FF2B5EF4-FFF2-40B4-BE49-F238E27FC236}">
                <a16:creationId xmlns:a16="http://schemas.microsoft.com/office/drawing/2014/main" id="{0EDEDB82-7D21-43B5-A27B-E37FCB4992CA}"/>
              </a:ext>
            </a:extLst>
          </p:cNvPr>
          <p:cNvSpPr>
            <a:spLocks noGrp="1"/>
          </p:cNvSpPr>
          <p:nvPr/>
        </p:nvSpPr>
        <p:spPr>
          <a:xfrm>
            <a:off x="605432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4" name="F2_precision_recall_distributions_4648">
            <a:extLst>
              <a:ext uri="{FF2B5EF4-FFF2-40B4-BE49-F238E27FC236}">
                <a16:creationId xmlns:a16="http://schemas.microsoft.com/office/drawing/2014/main" id="{0F83E4C4-4EA4-44BE-96F3-4601DB727FBC}"/>
              </a:ext>
            </a:extLst>
          </p:cNvPr>
          <p:cNvSpPr>
            <a:spLocks noGrp="1"/>
          </p:cNvSpPr>
          <p:nvPr/>
        </p:nvSpPr>
        <p:spPr>
          <a:xfrm>
            <a:off x="5916631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5" name="F2_precision_recall_distributions_4649">
            <a:extLst>
              <a:ext uri="{FF2B5EF4-FFF2-40B4-BE49-F238E27FC236}">
                <a16:creationId xmlns:a16="http://schemas.microsoft.com/office/drawing/2014/main" id="{E6A0309D-5845-4060-8CEC-E5AD89A89058}"/>
              </a:ext>
            </a:extLst>
          </p:cNvPr>
          <p:cNvSpPr>
            <a:spLocks noGrp="1"/>
          </p:cNvSpPr>
          <p:nvPr/>
        </p:nvSpPr>
        <p:spPr>
          <a:xfrm>
            <a:off x="612838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6" name="F2_precision_recall_distributions_4650">
            <a:extLst>
              <a:ext uri="{FF2B5EF4-FFF2-40B4-BE49-F238E27FC236}">
                <a16:creationId xmlns:a16="http://schemas.microsoft.com/office/drawing/2014/main" id="{5A688089-572D-4977-8A3A-3051B81E6B15}"/>
              </a:ext>
            </a:extLst>
          </p:cNvPr>
          <p:cNvSpPr>
            <a:spLocks noGrp="1"/>
          </p:cNvSpPr>
          <p:nvPr/>
        </p:nvSpPr>
        <p:spPr>
          <a:xfrm>
            <a:off x="6161384" y="34982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7" name="F2_precision_recall_distributions_4651">
            <a:extLst>
              <a:ext uri="{FF2B5EF4-FFF2-40B4-BE49-F238E27FC236}">
                <a16:creationId xmlns:a16="http://schemas.microsoft.com/office/drawing/2014/main" id="{B3F1DB88-2B6A-4250-850F-793CE929A3C5}"/>
              </a:ext>
            </a:extLst>
          </p:cNvPr>
          <p:cNvSpPr>
            <a:spLocks noGrp="1"/>
          </p:cNvSpPr>
          <p:nvPr/>
        </p:nvSpPr>
        <p:spPr>
          <a:xfrm>
            <a:off x="5974340" y="29677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8" name="F2_precision_recall_distributions_4652">
            <a:extLst>
              <a:ext uri="{FF2B5EF4-FFF2-40B4-BE49-F238E27FC236}">
                <a16:creationId xmlns:a16="http://schemas.microsoft.com/office/drawing/2014/main" id="{D48BFCAE-2E5C-40F6-B4B6-C4BD75C09A39}"/>
              </a:ext>
            </a:extLst>
          </p:cNvPr>
          <p:cNvSpPr>
            <a:spLocks noGrp="1"/>
          </p:cNvSpPr>
          <p:nvPr/>
        </p:nvSpPr>
        <p:spPr>
          <a:xfrm>
            <a:off x="6100928" y="361615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9" name="F2_precision_recall_distributions_4653">
            <a:extLst>
              <a:ext uri="{FF2B5EF4-FFF2-40B4-BE49-F238E27FC236}">
                <a16:creationId xmlns:a16="http://schemas.microsoft.com/office/drawing/2014/main" id="{723EC282-68C3-4E44-849D-F57037C7F646}"/>
              </a:ext>
            </a:extLst>
          </p:cNvPr>
          <p:cNvSpPr>
            <a:spLocks noGrp="1"/>
          </p:cNvSpPr>
          <p:nvPr/>
        </p:nvSpPr>
        <p:spPr>
          <a:xfrm>
            <a:off x="596195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0" name="F2_precision_recall_distributions_4654">
            <a:extLst>
              <a:ext uri="{FF2B5EF4-FFF2-40B4-BE49-F238E27FC236}">
                <a16:creationId xmlns:a16="http://schemas.microsoft.com/office/drawing/2014/main" id="{50F5218A-DEE0-4644-BBBC-239BD84FB710}"/>
              </a:ext>
            </a:extLst>
          </p:cNvPr>
          <p:cNvSpPr>
            <a:spLocks noGrp="1"/>
          </p:cNvSpPr>
          <p:nvPr/>
        </p:nvSpPr>
        <p:spPr>
          <a:xfrm>
            <a:off x="613579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1" name="F2_precision_recall_distributions_4655">
            <a:extLst>
              <a:ext uri="{FF2B5EF4-FFF2-40B4-BE49-F238E27FC236}">
                <a16:creationId xmlns:a16="http://schemas.microsoft.com/office/drawing/2014/main" id="{E395E52E-7624-45E8-9026-04F5501DDFCD}"/>
              </a:ext>
            </a:extLst>
          </p:cNvPr>
          <p:cNvSpPr>
            <a:spLocks noGrp="1"/>
          </p:cNvSpPr>
          <p:nvPr/>
        </p:nvSpPr>
        <p:spPr>
          <a:xfrm>
            <a:off x="6080770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2" name="F2_precision_recall_distributions_4656">
            <a:extLst>
              <a:ext uri="{FF2B5EF4-FFF2-40B4-BE49-F238E27FC236}">
                <a16:creationId xmlns:a16="http://schemas.microsoft.com/office/drawing/2014/main" id="{929A9268-C1F2-4D08-BEDE-1ACFA64B23F3}"/>
              </a:ext>
            </a:extLst>
          </p:cNvPr>
          <p:cNvSpPr>
            <a:spLocks noGrp="1"/>
          </p:cNvSpPr>
          <p:nvPr/>
        </p:nvSpPr>
        <p:spPr>
          <a:xfrm>
            <a:off x="591017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3" name="F2_precision_recall_distributions_4657">
            <a:extLst>
              <a:ext uri="{FF2B5EF4-FFF2-40B4-BE49-F238E27FC236}">
                <a16:creationId xmlns:a16="http://schemas.microsoft.com/office/drawing/2014/main" id="{CB6F91A9-88AA-4149-8DEE-EB251855D2DF}"/>
              </a:ext>
            </a:extLst>
          </p:cNvPr>
          <p:cNvSpPr>
            <a:spLocks noGrp="1"/>
          </p:cNvSpPr>
          <p:nvPr/>
        </p:nvSpPr>
        <p:spPr>
          <a:xfrm>
            <a:off x="6119632" y="33709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4" name="F2_precision_recall_distributions_4658">
            <a:extLst>
              <a:ext uri="{FF2B5EF4-FFF2-40B4-BE49-F238E27FC236}">
                <a16:creationId xmlns:a16="http://schemas.microsoft.com/office/drawing/2014/main" id="{F752FD23-8EF8-4119-8A45-D727660B50A4}"/>
              </a:ext>
            </a:extLst>
          </p:cNvPr>
          <p:cNvSpPr>
            <a:spLocks noGrp="1"/>
          </p:cNvSpPr>
          <p:nvPr/>
        </p:nvSpPr>
        <p:spPr>
          <a:xfrm>
            <a:off x="615486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5" name="F2_precision_recall_distributions_4659">
            <a:extLst>
              <a:ext uri="{FF2B5EF4-FFF2-40B4-BE49-F238E27FC236}">
                <a16:creationId xmlns:a16="http://schemas.microsoft.com/office/drawing/2014/main" id="{8FED716E-8E94-45BE-BFA8-BD55082CC7B1}"/>
              </a:ext>
            </a:extLst>
          </p:cNvPr>
          <p:cNvSpPr>
            <a:spLocks noGrp="1"/>
          </p:cNvSpPr>
          <p:nvPr/>
        </p:nvSpPr>
        <p:spPr>
          <a:xfrm>
            <a:off x="596808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6" name="F2_precision_recall_distributions_4660">
            <a:extLst>
              <a:ext uri="{FF2B5EF4-FFF2-40B4-BE49-F238E27FC236}">
                <a16:creationId xmlns:a16="http://schemas.microsoft.com/office/drawing/2014/main" id="{925A14D4-EAC9-4A02-80AA-82F19E9EBAEF}"/>
              </a:ext>
            </a:extLst>
          </p:cNvPr>
          <p:cNvSpPr>
            <a:spLocks noGrp="1"/>
          </p:cNvSpPr>
          <p:nvPr/>
        </p:nvSpPr>
        <p:spPr>
          <a:xfrm>
            <a:off x="5823869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7" name="F2_precision_recall_distributions_4661">
            <a:extLst>
              <a:ext uri="{FF2B5EF4-FFF2-40B4-BE49-F238E27FC236}">
                <a16:creationId xmlns:a16="http://schemas.microsoft.com/office/drawing/2014/main" id="{7D061A46-EBE9-4B46-8440-1A2AEB448906}"/>
              </a:ext>
            </a:extLst>
          </p:cNvPr>
          <p:cNvSpPr>
            <a:spLocks noGrp="1"/>
          </p:cNvSpPr>
          <p:nvPr/>
        </p:nvSpPr>
        <p:spPr>
          <a:xfrm>
            <a:off x="596787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8" name="F2_precision_recall_distributions_4662">
            <a:extLst>
              <a:ext uri="{FF2B5EF4-FFF2-40B4-BE49-F238E27FC236}">
                <a16:creationId xmlns:a16="http://schemas.microsoft.com/office/drawing/2014/main" id="{DC7DA4A8-62C1-4745-8F51-BFB6E3E02EFB}"/>
              </a:ext>
            </a:extLst>
          </p:cNvPr>
          <p:cNvSpPr>
            <a:spLocks noGrp="1"/>
          </p:cNvSpPr>
          <p:nvPr/>
        </p:nvSpPr>
        <p:spPr>
          <a:xfrm>
            <a:off x="601498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9" name="F2_precision_recall_distributions_4663">
            <a:extLst>
              <a:ext uri="{FF2B5EF4-FFF2-40B4-BE49-F238E27FC236}">
                <a16:creationId xmlns:a16="http://schemas.microsoft.com/office/drawing/2014/main" id="{88087336-8A0F-40F7-8375-8ED54963F395}"/>
              </a:ext>
            </a:extLst>
          </p:cNvPr>
          <p:cNvSpPr>
            <a:spLocks noGrp="1"/>
          </p:cNvSpPr>
          <p:nvPr/>
        </p:nvSpPr>
        <p:spPr>
          <a:xfrm>
            <a:off x="5933216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0" name="F2_precision_recall_distributions_4664">
            <a:extLst>
              <a:ext uri="{FF2B5EF4-FFF2-40B4-BE49-F238E27FC236}">
                <a16:creationId xmlns:a16="http://schemas.microsoft.com/office/drawing/2014/main" id="{053ED18A-A73F-4093-BA74-E0B2DF693814}"/>
              </a:ext>
            </a:extLst>
          </p:cNvPr>
          <p:cNvSpPr>
            <a:spLocks noGrp="1"/>
          </p:cNvSpPr>
          <p:nvPr/>
        </p:nvSpPr>
        <p:spPr>
          <a:xfrm>
            <a:off x="603316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1" name="F2_precision_recall_distributions_4665">
            <a:extLst>
              <a:ext uri="{FF2B5EF4-FFF2-40B4-BE49-F238E27FC236}">
                <a16:creationId xmlns:a16="http://schemas.microsoft.com/office/drawing/2014/main" id="{FC4A322C-39A9-41ED-9799-BEABDD2E561F}"/>
              </a:ext>
            </a:extLst>
          </p:cNvPr>
          <p:cNvSpPr>
            <a:spLocks noGrp="1"/>
          </p:cNvSpPr>
          <p:nvPr/>
        </p:nvSpPr>
        <p:spPr>
          <a:xfrm>
            <a:off x="591678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2" name="F2_precision_recall_distributions_4666">
            <a:extLst>
              <a:ext uri="{FF2B5EF4-FFF2-40B4-BE49-F238E27FC236}">
                <a16:creationId xmlns:a16="http://schemas.microsoft.com/office/drawing/2014/main" id="{32175DAE-0345-4A30-AF4A-6E32A0DF9931}"/>
              </a:ext>
            </a:extLst>
          </p:cNvPr>
          <p:cNvSpPr>
            <a:spLocks noGrp="1"/>
          </p:cNvSpPr>
          <p:nvPr/>
        </p:nvSpPr>
        <p:spPr>
          <a:xfrm>
            <a:off x="5823146" y="31251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3" name="F2_precision_recall_distributions_4667">
            <a:extLst>
              <a:ext uri="{FF2B5EF4-FFF2-40B4-BE49-F238E27FC236}">
                <a16:creationId xmlns:a16="http://schemas.microsoft.com/office/drawing/2014/main" id="{05D3C291-58C3-4279-91BC-EEC788DBAB2F}"/>
              </a:ext>
            </a:extLst>
          </p:cNvPr>
          <p:cNvSpPr>
            <a:spLocks noGrp="1"/>
          </p:cNvSpPr>
          <p:nvPr/>
        </p:nvSpPr>
        <p:spPr>
          <a:xfrm>
            <a:off x="5942896" y="32012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4" name="F2_precision_recall_distributions_4668">
            <a:extLst>
              <a:ext uri="{FF2B5EF4-FFF2-40B4-BE49-F238E27FC236}">
                <a16:creationId xmlns:a16="http://schemas.microsoft.com/office/drawing/2014/main" id="{A8901206-74FE-4390-9C0D-B6A4B8583125}"/>
              </a:ext>
            </a:extLst>
          </p:cNvPr>
          <p:cNvSpPr>
            <a:spLocks noGrp="1"/>
          </p:cNvSpPr>
          <p:nvPr/>
        </p:nvSpPr>
        <p:spPr>
          <a:xfrm>
            <a:off x="598090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5" name="F2_precision_recall_distributions_4669">
            <a:extLst>
              <a:ext uri="{FF2B5EF4-FFF2-40B4-BE49-F238E27FC236}">
                <a16:creationId xmlns:a16="http://schemas.microsoft.com/office/drawing/2014/main" id="{205D6974-BC6B-464E-BDD9-2043C173A324}"/>
              </a:ext>
            </a:extLst>
          </p:cNvPr>
          <p:cNvSpPr>
            <a:spLocks noGrp="1"/>
          </p:cNvSpPr>
          <p:nvPr/>
        </p:nvSpPr>
        <p:spPr>
          <a:xfrm>
            <a:off x="5874518" y="36408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6" name="F2_precision_recall_distributions_4670">
            <a:extLst>
              <a:ext uri="{FF2B5EF4-FFF2-40B4-BE49-F238E27FC236}">
                <a16:creationId xmlns:a16="http://schemas.microsoft.com/office/drawing/2014/main" id="{121A2AC4-32FA-4C5F-9F4F-489C00C78D7C}"/>
              </a:ext>
            </a:extLst>
          </p:cNvPr>
          <p:cNvSpPr>
            <a:spLocks noGrp="1"/>
          </p:cNvSpPr>
          <p:nvPr/>
        </p:nvSpPr>
        <p:spPr>
          <a:xfrm>
            <a:off x="6077707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7" name="F2_precision_recall_distributions_4671">
            <a:extLst>
              <a:ext uri="{FF2B5EF4-FFF2-40B4-BE49-F238E27FC236}">
                <a16:creationId xmlns:a16="http://schemas.microsoft.com/office/drawing/2014/main" id="{63C17246-65EB-4B35-945B-B549F7F3F35F}"/>
              </a:ext>
            </a:extLst>
          </p:cNvPr>
          <p:cNvSpPr>
            <a:spLocks noGrp="1"/>
          </p:cNvSpPr>
          <p:nvPr/>
        </p:nvSpPr>
        <p:spPr>
          <a:xfrm>
            <a:off x="612710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8" name="F2_precision_recall_distributions_4672">
            <a:extLst>
              <a:ext uri="{FF2B5EF4-FFF2-40B4-BE49-F238E27FC236}">
                <a16:creationId xmlns:a16="http://schemas.microsoft.com/office/drawing/2014/main" id="{A314954C-57DA-4C30-9866-2E6C3EBA2772}"/>
              </a:ext>
            </a:extLst>
          </p:cNvPr>
          <p:cNvSpPr>
            <a:spLocks noGrp="1"/>
          </p:cNvSpPr>
          <p:nvPr/>
        </p:nvSpPr>
        <p:spPr>
          <a:xfrm>
            <a:off x="580785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9" name="F2_precision_recall_distributions_4673">
            <a:extLst>
              <a:ext uri="{FF2B5EF4-FFF2-40B4-BE49-F238E27FC236}">
                <a16:creationId xmlns:a16="http://schemas.microsoft.com/office/drawing/2014/main" id="{81394DFB-9F8A-429D-859E-B1443DB2C66E}"/>
              </a:ext>
            </a:extLst>
          </p:cNvPr>
          <p:cNvSpPr>
            <a:spLocks noGrp="1"/>
          </p:cNvSpPr>
          <p:nvPr/>
        </p:nvSpPr>
        <p:spPr>
          <a:xfrm>
            <a:off x="59218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0" name="F2_precision_recall_distributions_4674">
            <a:extLst>
              <a:ext uri="{FF2B5EF4-FFF2-40B4-BE49-F238E27FC236}">
                <a16:creationId xmlns:a16="http://schemas.microsoft.com/office/drawing/2014/main" id="{48DDDBCB-3AD2-47AB-A73C-B29483801C68}"/>
              </a:ext>
            </a:extLst>
          </p:cNvPr>
          <p:cNvSpPr>
            <a:spLocks noGrp="1"/>
          </p:cNvSpPr>
          <p:nvPr/>
        </p:nvSpPr>
        <p:spPr>
          <a:xfrm>
            <a:off x="5950395" y="37067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1" name="F2_precision_recall_distributions_4675">
            <a:extLst>
              <a:ext uri="{FF2B5EF4-FFF2-40B4-BE49-F238E27FC236}">
                <a16:creationId xmlns:a16="http://schemas.microsoft.com/office/drawing/2014/main" id="{B532A6B3-34C1-45F7-9B18-3CED2FEFB1F1}"/>
              </a:ext>
            </a:extLst>
          </p:cNvPr>
          <p:cNvSpPr>
            <a:spLocks noGrp="1"/>
          </p:cNvSpPr>
          <p:nvPr/>
        </p:nvSpPr>
        <p:spPr>
          <a:xfrm>
            <a:off x="589502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2" name="F2_precision_recall_distributions_4676">
            <a:extLst>
              <a:ext uri="{FF2B5EF4-FFF2-40B4-BE49-F238E27FC236}">
                <a16:creationId xmlns:a16="http://schemas.microsoft.com/office/drawing/2014/main" id="{63EE60A9-4EB0-4DE0-9991-76397FE78E9B}"/>
              </a:ext>
            </a:extLst>
          </p:cNvPr>
          <p:cNvSpPr>
            <a:spLocks noGrp="1"/>
          </p:cNvSpPr>
          <p:nvPr/>
        </p:nvSpPr>
        <p:spPr>
          <a:xfrm>
            <a:off x="605411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3" name="F2_precision_recall_distributions_4677">
            <a:extLst>
              <a:ext uri="{FF2B5EF4-FFF2-40B4-BE49-F238E27FC236}">
                <a16:creationId xmlns:a16="http://schemas.microsoft.com/office/drawing/2014/main" id="{E5C3DBC8-4217-421B-A489-6FD7F0A6F896}"/>
              </a:ext>
            </a:extLst>
          </p:cNvPr>
          <p:cNvSpPr>
            <a:spLocks noGrp="1"/>
          </p:cNvSpPr>
          <p:nvPr/>
        </p:nvSpPr>
        <p:spPr>
          <a:xfrm>
            <a:off x="6828430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01817" y="848766"/>
                </a:moveTo>
                <a:lnTo>
                  <a:pt x="173280" y="848766"/>
                </a:lnTo>
                <a:lnTo>
                  <a:pt x="176112" y="842186"/>
                </a:lnTo>
                <a:lnTo>
                  <a:pt x="184306" y="835606"/>
                </a:lnTo>
                <a:lnTo>
                  <a:pt x="197004" y="829027"/>
                </a:lnTo>
                <a:lnTo>
                  <a:pt x="212939" y="822447"/>
                </a:lnTo>
                <a:lnTo>
                  <a:pt x="230645" y="815868"/>
                </a:lnTo>
                <a:lnTo>
                  <a:pt x="248669" y="809288"/>
                </a:lnTo>
                <a:lnTo>
                  <a:pt x="265762" y="802708"/>
                </a:lnTo>
                <a:lnTo>
                  <a:pt x="280999" y="796129"/>
                </a:lnTo>
                <a:lnTo>
                  <a:pt x="293830" y="789549"/>
                </a:lnTo>
                <a:lnTo>
                  <a:pt x="304059" y="782970"/>
                </a:lnTo>
                <a:lnTo>
                  <a:pt x="311776" y="776390"/>
                </a:lnTo>
                <a:lnTo>
                  <a:pt x="317265" y="769811"/>
                </a:lnTo>
                <a:lnTo>
                  <a:pt x="320914" y="763231"/>
                </a:lnTo>
                <a:lnTo>
                  <a:pt x="323138" y="756651"/>
                </a:lnTo>
                <a:lnTo>
                  <a:pt x="324327" y="750072"/>
                </a:lnTo>
                <a:lnTo>
                  <a:pt x="324816" y="743492"/>
                </a:lnTo>
                <a:lnTo>
                  <a:pt x="324872" y="736913"/>
                </a:lnTo>
                <a:lnTo>
                  <a:pt x="324694" y="730333"/>
                </a:lnTo>
                <a:lnTo>
                  <a:pt x="324420" y="723754"/>
                </a:lnTo>
                <a:lnTo>
                  <a:pt x="324130" y="717174"/>
                </a:lnTo>
                <a:lnTo>
                  <a:pt x="323854" y="710594"/>
                </a:lnTo>
                <a:lnTo>
                  <a:pt x="323587" y="704015"/>
                </a:lnTo>
                <a:lnTo>
                  <a:pt x="323294" y="697435"/>
                </a:lnTo>
                <a:lnTo>
                  <a:pt x="322925" y="690856"/>
                </a:lnTo>
                <a:lnTo>
                  <a:pt x="322433" y="684276"/>
                </a:lnTo>
                <a:lnTo>
                  <a:pt x="321782" y="677697"/>
                </a:lnTo>
                <a:lnTo>
                  <a:pt x="320963" y="671117"/>
                </a:lnTo>
                <a:lnTo>
                  <a:pt x="319997" y="664537"/>
                </a:lnTo>
                <a:lnTo>
                  <a:pt x="318932" y="657958"/>
                </a:lnTo>
                <a:lnTo>
                  <a:pt x="317836" y="651378"/>
                </a:lnTo>
                <a:lnTo>
                  <a:pt x="316784" y="644799"/>
                </a:lnTo>
                <a:lnTo>
                  <a:pt x="315840" y="638219"/>
                </a:lnTo>
                <a:lnTo>
                  <a:pt x="315054" y="631639"/>
                </a:lnTo>
                <a:lnTo>
                  <a:pt x="314446" y="625060"/>
                </a:lnTo>
                <a:lnTo>
                  <a:pt x="314016" y="618480"/>
                </a:lnTo>
                <a:lnTo>
                  <a:pt x="313745" y="611901"/>
                </a:lnTo>
                <a:lnTo>
                  <a:pt x="313607" y="605321"/>
                </a:lnTo>
                <a:lnTo>
                  <a:pt x="313581" y="598742"/>
                </a:lnTo>
                <a:lnTo>
                  <a:pt x="313656" y="592162"/>
                </a:lnTo>
                <a:lnTo>
                  <a:pt x="313834" y="585582"/>
                </a:lnTo>
                <a:lnTo>
                  <a:pt x="314124" y="579003"/>
                </a:lnTo>
                <a:lnTo>
                  <a:pt x="314533" y="572423"/>
                </a:lnTo>
                <a:lnTo>
                  <a:pt x="315060" y="565844"/>
                </a:lnTo>
                <a:lnTo>
                  <a:pt x="315686" y="559264"/>
                </a:lnTo>
                <a:lnTo>
                  <a:pt x="316372" y="552685"/>
                </a:lnTo>
                <a:lnTo>
                  <a:pt x="317067" y="546105"/>
                </a:lnTo>
                <a:lnTo>
                  <a:pt x="317708" y="539525"/>
                </a:lnTo>
                <a:lnTo>
                  <a:pt x="318233" y="532946"/>
                </a:lnTo>
                <a:lnTo>
                  <a:pt x="318579" y="526366"/>
                </a:lnTo>
                <a:lnTo>
                  <a:pt x="318687" y="519787"/>
                </a:lnTo>
                <a:lnTo>
                  <a:pt x="318489" y="513207"/>
                </a:lnTo>
                <a:lnTo>
                  <a:pt x="317906" y="506627"/>
                </a:lnTo>
                <a:lnTo>
                  <a:pt x="316841" y="500048"/>
                </a:lnTo>
                <a:lnTo>
                  <a:pt x="315184" y="493468"/>
                </a:lnTo>
                <a:lnTo>
                  <a:pt x="312823" y="486889"/>
                </a:lnTo>
                <a:lnTo>
                  <a:pt x="309679" y="480309"/>
                </a:lnTo>
                <a:lnTo>
                  <a:pt x="305733" y="473730"/>
                </a:lnTo>
                <a:lnTo>
                  <a:pt x="301064" y="467150"/>
                </a:lnTo>
                <a:lnTo>
                  <a:pt x="295871" y="460570"/>
                </a:lnTo>
                <a:lnTo>
                  <a:pt x="290479" y="453991"/>
                </a:lnTo>
                <a:lnTo>
                  <a:pt x="285306" y="447411"/>
                </a:lnTo>
                <a:lnTo>
                  <a:pt x="280822" y="440832"/>
                </a:lnTo>
                <a:lnTo>
                  <a:pt x="277471" y="434252"/>
                </a:lnTo>
                <a:lnTo>
                  <a:pt x="275600" y="427673"/>
                </a:lnTo>
                <a:lnTo>
                  <a:pt x="275398" y="421093"/>
                </a:lnTo>
                <a:lnTo>
                  <a:pt x="276859" y="414513"/>
                </a:lnTo>
                <a:lnTo>
                  <a:pt x="279783" y="407934"/>
                </a:lnTo>
                <a:lnTo>
                  <a:pt x="283811" y="401354"/>
                </a:lnTo>
                <a:lnTo>
                  <a:pt x="288484" y="394775"/>
                </a:lnTo>
                <a:lnTo>
                  <a:pt x="293313" y="388195"/>
                </a:lnTo>
                <a:lnTo>
                  <a:pt x="297847" y="381616"/>
                </a:lnTo>
                <a:lnTo>
                  <a:pt x="301716" y="375036"/>
                </a:lnTo>
                <a:lnTo>
                  <a:pt x="304660" y="368456"/>
                </a:lnTo>
                <a:lnTo>
                  <a:pt x="306528" y="361877"/>
                </a:lnTo>
                <a:lnTo>
                  <a:pt x="307268" y="355297"/>
                </a:lnTo>
                <a:lnTo>
                  <a:pt x="306910" y="348718"/>
                </a:lnTo>
                <a:lnTo>
                  <a:pt x="305543" y="342138"/>
                </a:lnTo>
                <a:lnTo>
                  <a:pt x="303310" y="335558"/>
                </a:lnTo>
                <a:lnTo>
                  <a:pt x="300401" y="328979"/>
                </a:lnTo>
                <a:lnTo>
                  <a:pt x="297055" y="322399"/>
                </a:lnTo>
                <a:lnTo>
                  <a:pt x="293549" y="315820"/>
                </a:lnTo>
                <a:lnTo>
                  <a:pt x="290193" y="309240"/>
                </a:lnTo>
                <a:lnTo>
                  <a:pt x="287296" y="302661"/>
                </a:lnTo>
                <a:lnTo>
                  <a:pt x="285136" y="296081"/>
                </a:lnTo>
                <a:lnTo>
                  <a:pt x="283920" y="289501"/>
                </a:lnTo>
                <a:lnTo>
                  <a:pt x="283750" y="282922"/>
                </a:lnTo>
                <a:lnTo>
                  <a:pt x="284601" y="276342"/>
                </a:lnTo>
                <a:lnTo>
                  <a:pt x="286330" y="269763"/>
                </a:lnTo>
                <a:lnTo>
                  <a:pt x="288700" y="263183"/>
                </a:lnTo>
                <a:lnTo>
                  <a:pt x="291423" y="256604"/>
                </a:lnTo>
                <a:lnTo>
                  <a:pt x="294215" y="250024"/>
                </a:lnTo>
                <a:lnTo>
                  <a:pt x="296840" y="243444"/>
                </a:lnTo>
                <a:lnTo>
                  <a:pt x="299148" y="236865"/>
                </a:lnTo>
                <a:lnTo>
                  <a:pt x="301081" y="230285"/>
                </a:lnTo>
                <a:lnTo>
                  <a:pt x="302665" y="223706"/>
                </a:lnTo>
                <a:lnTo>
                  <a:pt x="303984" y="217126"/>
                </a:lnTo>
                <a:lnTo>
                  <a:pt x="305141" y="210546"/>
                </a:lnTo>
                <a:lnTo>
                  <a:pt x="306233" y="203967"/>
                </a:lnTo>
                <a:lnTo>
                  <a:pt x="307321" y="197387"/>
                </a:lnTo>
                <a:lnTo>
                  <a:pt x="308430" y="190808"/>
                </a:lnTo>
                <a:lnTo>
                  <a:pt x="309548" y="184228"/>
                </a:lnTo>
                <a:lnTo>
                  <a:pt x="310647" y="177649"/>
                </a:lnTo>
                <a:lnTo>
                  <a:pt x="311695" y="171069"/>
                </a:lnTo>
                <a:lnTo>
                  <a:pt x="312677" y="164489"/>
                </a:lnTo>
                <a:lnTo>
                  <a:pt x="313599" y="157910"/>
                </a:lnTo>
                <a:lnTo>
                  <a:pt x="314487" y="151330"/>
                </a:lnTo>
                <a:lnTo>
                  <a:pt x="315375" y="144751"/>
                </a:lnTo>
                <a:lnTo>
                  <a:pt x="316292" y="138171"/>
                </a:lnTo>
                <a:lnTo>
                  <a:pt x="317239" y="131592"/>
                </a:lnTo>
                <a:lnTo>
                  <a:pt x="318173" y="125012"/>
                </a:lnTo>
                <a:lnTo>
                  <a:pt x="318985" y="118432"/>
                </a:lnTo>
                <a:lnTo>
                  <a:pt x="319487" y="111853"/>
                </a:lnTo>
                <a:lnTo>
                  <a:pt x="319389" y="105273"/>
                </a:lnTo>
                <a:lnTo>
                  <a:pt x="318286" y="98694"/>
                </a:lnTo>
                <a:lnTo>
                  <a:pt x="315640" y="92114"/>
                </a:lnTo>
                <a:lnTo>
                  <a:pt x="310780" y="85535"/>
                </a:lnTo>
                <a:lnTo>
                  <a:pt x="302919" y="78955"/>
                </a:lnTo>
                <a:lnTo>
                  <a:pt x="291214" y="72375"/>
                </a:lnTo>
                <a:lnTo>
                  <a:pt x="274872" y="65796"/>
                </a:lnTo>
                <a:lnTo>
                  <a:pt x="253302" y="59216"/>
                </a:lnTo>
                <a:lnTo>
                  <a:pt x="226314" y="52637"/>
                </a:lnTo>
                <a:lnTo>
                  <a:pt x="194305" y="46057"/>
                </a:lnTo>
                <a:lnTo>
                  <a:pt x="158414" y="39477"/>
                </a:lnTo>
                <a:lnTo>
                  <a:pt x="120564" y="32898"/>
                </a:lnTo>
                <a:lnTo>
                  <a:pt x="83371" y="26318"/>
                </a:lnTo>
                <a:lnTo>
                  <a:pt x="49883" y="19739"/>
                </a:lnTo>
                <a:lnTo>
                  <a:pt x="23189" y="13159"/>
                </a:lnTo>
                <a:lnTo>
                  <a:pt x="5958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139" y="6580"/>
                </a:lnTo>
                <a:lnTo>
                  <a:pt x="651907" y="13159"/>
                </a:lnTo>
                <a:lnTo>
                  <a:pt x="625213" y="19739"/>
                </a:lnTo>
                <a:lnTo>
                  <a:pt x="591725" y="26318"/>
                </a:lnTo>
                <a:lnTo>
                  <a:pt x="554533" y="32898"/>
                </a:lnTo>
                <a:lnTo>
                  <a:pt x="516683" y="39477"/>
                </a:lnTo>
                <a:lnTo>
                  <a:pt x="480791" y="46057"/>
                </a:lnTo>
                <a:lnTo>
                  <a:pt x="448783" y="52637"/>
                </a:lnTo>
                <a:lnTo>
                  <a:pt x="421794" y="59216"/>
                </a:lnTo>
                <a:lnTo>
                  <a:pt x="400225" y="65796"/>
                </a:lnTo>
                <a:lnTo>
                  <a:pt x="383882" y="72375"/>
                </a:lnTo>
                <a:lnTo>
                  <a:pt x="372178" y="78955"/>
                </a:lnTo>
                <a:lnTo>
                  <a:pt x="364317" y="85535"/>
                </a:lnTo>
                <a:lnTo>
                  <a:pt x="359457" y="92114"/>
                </a:lnTo>
                <a:lnTo>
                  <a:pt x="356811" y="98694"/>
                </a:lnTo>
                <a:lnTo>
                  <a:pt x="355707" y="105273"/>
                </a:lnTo>
                <a:lnTo>
                  <a:pt x="355609" y="111853"/>
                </a:lnTo>
                <a:lnTo>
                  <a:pt x="356111" y="118432"/>
                </a:lnTo>
                <a:lnTo>
                  <a:pt x="356924" y="125012"/>
                </a:lnTo>
                <a:lnTo>
                  <a:pt x="357858" y="131592"/>
                </a:lnTo>
                <a:lnTo>
                  <a:pt x="358805" y="138171"/>
                </a:lnTo>
                <a:lnTo>
                  <a:pt x="359722" y="144751"/>
                </a:lnTo>
                <a:lnTo>
                  <a:pt x="360610" y="151330"/>
                </a:lnTo>
                <a:lnTo>
                  <a:pt x="361497" y="157910"/>
                </a:lnTo>
                <a:lnTo>
                  <a:pt x="362419" y="164489"/>
                </a:lnTo>
                <a:lnTo>
                  <a:pt x="363401" y="171069"/>
                </a:lnTo>
                <a:lnTo>
                  <a:pt x="364450" y="177649"/>
                </a:lnTo>
                <a:lnTo>
                  <a:pt x="365549" y="184228"/>
                </a:lnTo>
                <a:lnTo>
                  <a:pt x="366667" y="190808"/>
                </a:lnTo>
                <a:lnTo>
                  <a:pt x="367776" y="197387"/>
                </a:lnTo>
                <a:lnTo>
                  <a:pt x="368864" y="203967"/>
                </a:lnTo>
                <a:lnTo>
                  <a:pt x="369955" y="210546"/>
                </a:lnTo>
                <a:lnTo>
                  <a:pt x="371113" y="217126"/>
                </a:lnTo>
                <a:lnTo>
                  <a:pt x="372431" y="223706"/>
                </a:lnTo>
                <a:lnTo>
                  <a:pt x="374015" y="230285"/>
                </a:lnTo>
                <a:lnTo>
                  <a:pt x="375948" y="236865"/>
                </a:lnTo>
                <a:lnTo>
                  <a:pt x="378256" y="243444"/>
                </a:lnTo>
                <a:lnTo>
                  <a:pt x="380882" y="250024"/>
                </a:lnTo>
                <a:lnTo>
                  <a:pt x="383673" y="256604"/>
                </a:lnTo>
                <a:lnTo>
                  <a:pt x="386396" y="263183"/>
                </a:lnTo>
                <a:lnTo>
                  <a:pt x="388766" y="269763"/>
                </a:lnTo>
                <a:lnTo>
                  <a:pt x="390496" y="276342"/>
                </a:lnTo>
                <a:lnTo>
                  <a:pt x="391347" y="282922"/>
                </a:lnTo>
                <a:lnTo>
                  <a:pt x="391176" y="289501"/>
                </a:lnTo>
                <a:lnTo>
                  <a:pt x="389960" y="296081"/>
                </a:lnTo>
                <a:lnTo>
                  <a:pt x="387801" y="302661"/>
                </a:lnTo>
                <a:lnTo>
                  <a:pt x="384904" y="309240"/>
                </a:lnTo>
                <a:lnTo>
                  <a:pt x="381547" y="315820"/>
                </a:lnTo>
                <a:lnTo>
                  <a:pt x="378042" y="322399"/>
                </a:lnTo>
                <a:lnTo>
                  <a:pt x="374695" y="328979"/>
                </a:lnTo>
                <a:lnTo>
                  <a:pt x="371787" y="335558"/>
                </a:lnTo>
                <a:lnTo>
                  <a:pt x="369554" y="342138"/>
                </a:lnTo>
                <a:lnTo>
                  <a:pt x="368187" y="348718"/>
                </a:lnTo>
                <a:lnTo>
                  <a:pt x="367828" y="355297"/>
                </a:lnTo>
                <a:lnTo>
                  <a:pt x="368569" y="361877"/>
                </a:lnTo>
                <a:lnTo>
                  <a:pt x="370437" y="368456"/>
                </a:lnTo>
                <a:lnTo>
                  <a:pt x="373380" y="375036"/>
                </a:lnTo>
                <a:lnTo>
                  <a:pt x="377249" y="381616"/>
                </a:lnTo>
                <a:lnTo>
                  <a:pt x="381783" y="388195"/>
                </a:lnTo>
                <a:lnTo>
                  <a:pt x="386613" y="394775"/>
                </a:lnTo>
                <a:lnTo>
                  <a:pt x="391285" y="401354"/>
                </a:lnTo>
                <a:lnTo>
                  <a:pt x="395313" y="407934"/>
                </a:lnTo>
                <a:lnTo>
                  <a:pt x="398238" y="414513"/>
                </a:lnTo>
                <a:lnTo>
                  <a:pt x="399699" y="421093"/>
                </a:lnTo>
                <a:lnTo>
                  <a:pt x="399497" y="427673"/>
                </a:lnTo>
                <a:lnTo>
                  <a:pt x="397626" y="434252"/>
                </a:lnTo>
                <a:lnTo>
                  <a:pt x="394274" y="440832"/>
                </a:lnTo>
                <a:lnTo>
                  <a:pt x="389790" y="447411"/>
                </a:lnTo>
                <a:lnTo>
                  <a:pt x="384618" y="453991"/>
                </a:lnTo>
                <a:lnTo>
                  <a:pt x="379225" y="460570"/>
                </a:lnTo>
                <a:lnTo>
                  <a:pt x="374033" y="467150"/>
                </a:lnTo>
                <a:lnTo>
                  <a:pt x="369364" y="473730"/>
                </a:lnTo>
                <a:lnTo>
                  <a:pt x="365417" y="480309"/>
                </a:lnTo>
                <a:lnTo>
                  <a:pt x="362273" y="486889"/>
                </a:lnTo>
                <a:lnTo>
                  <a:pt x="359913" y="493468"/>
                </a:lnTo>
                <a:lnTo>
                  <a:pt x="358255" y="500048"/>
                </a:lnTo>
                <a:lnTo>
                  <a:pt x="357190" y="506627"/>
                </a:lnTo>
                <a:lnTo>
                  <a:pt x="356608" y="513207"/>
                </a:lnTo>
                <a:lnTo>
                  <a:pt x="356410" y="519787"/>
                </a:lnTo>
                <a:lnTo>
                  <a:pt x="356517" y="526366"/>
                </a:lnTo>
                <a:lnTo>
                  <a:pt x="356864" y="532946"/>
                </a:lnTo>
                <a:lnTo>
                  <a:pt x="357388" y="539525"/>
                </a:lnTo>
                <a:lnTo>
                  <a:pt x="358030" y="546105"/>
                </a:lnTo>
                <a:lnTo>
                  <a:pt x="358724" y="552685"/>
                </a:lnTo>
                <a:lnTo>
                  <a:pt x="359411" y="559264"/>
                </a:lnTo>
                <a:lnTo>
                  <a:pt x="360036" y="565844"/>
                </a:lnTo>
                <a:lnTo>
                  <a:pt x="360563" y="572423"/>
                </a:lnTo>
                <a:lnTo>
                  <a:pt x="360973" y="579003"/>
                </a:lnTo>
                <a:lnTo>
                  <a:pt x="361262" y="585582"/>
                </a:lnTo>
                <a:lnTo>
                  <a:pt x="361440" y="592162"/>
                </a:lnTo>
                <a:lnTo>
                  <a:pt x="361516" y="598742"/>
                </a:lnTo>
                <a:lnTo>
                  <a:pt x="361490" y="605321"/>
                </a:lnTo>
                <a:lnTo>
                  <a:pt x="361352" y="611901"/>
                </a:lnTo>
                <a:lnTo>
                  <a:pt x="361080" y="618480"/>
                </a:lnTo>
                <a:lnTo>
                  <a:pt x="360650" y="625060"/>
                </a:lnTo>
                <a:lnTo>
                  <a:pt x="360043" y="631639"/>
                </a:lnTo>
                <a:lnTo>
                  <a:pt x="359256" y="638219"/>
                </a:lnTo>
                <a:lnTo>
                  <a:pt x="358313" y="644799"/>
                </a:lnTo>
                <a:lnTo>
                  <a:pt x="357260" y="651378"/>
                </a:lnTo>
                <a:lnTo>
                  <a:pt x="356164" y="657958"/>
                </a:lnTo>
                <a:lnTo>
                  <a:pt x="355099" y="664537"/>
                </a:lnTo>
                <a:lnTo>
                  <a:pt x="354133" y="671117"/>
                </a:lnTo>
                <a:lnTo>
                  <a:pt x="353315" y="677697"/>
                </a:lnTo>
                <a:lnTo>
                  <a:pt x="352664" y="684276"/>
                </a:lnTo>
                <a:lnTo>
                  <a:pt x="352171" y="690856"/>
                </a:lnTo>
                <a:lnTo>
                  <a:pt x="351802" y="697435"/>
                </a:lnTo>
                <a:lnTo>
                  <a:pt x="351509" y="704015"/>
                </a:lnTo>
                <a:lnTo>
                  <a:pt x="351242" y="710594"/>
                </a:lnTo>
                <a:lnTo>
                  <a:pt x="350967" y="717174"/>
                </a:lnTo>
                <a:lnTo>
                  <a:pt x="350676" y="723754"/>
                </a:lnTo>
                <a:lnTo>
                  <a:pt x="350402" y="730333"/>
                </a:lnTo>
                <a:lnTo>
                  <a:pt x="350225" y="736913"/>
                </a:lnTo>
                <a:lnTo>
                  <a:pt x="350281" y="743492"/>
                </a:lnTo>
                <a:lnTo>
                  <a:pt x="350769" y="750072"/>
                </a:lnTo>
                <a:lnTo>
                  <a:pt x="351958" y="756651"/>
                </a:lnTo>
                <a:lnTo>
                  <a:pt x="354183" y="763231"/>
                </a:lnTo>
                <a:lnTo>
                  <a:pt x="357832" y="769811"/>
                </a:lnTo>
                <a:lnTo>
                  <a:pt x="363321" y="776390"/>
                </a:lnTo>
                <a:lnTo>
                  <a:pt x="371038" y="782970"/>
                </a:lnTo>
                <a:lnTo>
                  <a:pt x="381267" y="789549"/>
                </a:lnTo>
                <a:lnTo>
                  <a:pt x="394097" y="796129"/>
                </a:lnTo>
                <a:lnTo>
                  <a:pt x="409334" y="802708"/>
                </a:lnTo>
                <a:lnTo>
                  <a:pt x="426427" y="809288"/>
                </a:lnTo>
                <a:lnTo>
                  <a:pt x="444452" y="815868"/>
                </a:lnTo>
                <a:lnTo>
                  <a:pt x="462157" y="822447"/>
                </a:lnTo>
                <a:lnTo>
                  <a:pt x="478093" y="829027"/>
                </a:lnTo>
                <a:lnTo>
                  <a:pt x="490790" y="835606"/>
                </a:lnTo>
                <a:lnTo>
                  <a:pt x="498984" y="842186"/>
                </a:lnTo>
                <a:lnTo>
                  <a:pt x="501817" y="848766"/>
                </a:lnTo>
                <a:lnTo>
                  <a:pt x="50181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1864" name="F2_precision_recall_distributions_4678">
            <a:extLst>
              <a:ext uri="{FF2B5EF4-FFF2-40B4-BE49-F238E27FC236}">
                <a16:creationId xmlns:a16="http://schemas.microsoft.com/office/drawing/2014/main" id="{9D8B3A25-F442-46F8-AC22-3ED755BDEAF4}"/>
              </a:ext>
            </a:extLst>
          </p:cNvPr>
          <p:cNvSpPr>
            <a:spLocks noGrp="1"/>
          </p:cNvSpPr>
          <p:nvPr/>
        </p:nvSpPr>
        <p:spPr>
          <a:xfrm>
            <a:off x="733663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5" name="F2_precision_recall_distributions_4679">
            <a:extLst>
              <a:ext uri="{FF2B5EF4-FFF2-40B4-BE49-F238E27FC236}">
                <a16:creationId xmlns:a16="http://schemas.microsoft.com/office/drawing/2014/main" id="{DA6A4D3B-D01C-4A20-958D-C1D6D30935AE}"/>
              </a:ext>
            </a:extLst>
          </p:cNvPr>
          <p:cNvSpPr>
            <a:spLocks noGrp="1"/>
          </p:cNvSpPr>
          <p:nvPr/>
        </p:nvSpPr>
        <p:spPr>
          <a:xfrm>
            <a:off x="706445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6" name="F2_precision_recall_distributions_4680">
            <a:extLst>
              <a:ext uri="{FF2B5EF4-FFF2-40B4-BE49-F238E27FC236}">
                <a16:creationId xmlns:a16="http://schemas.microsoft.com/office/drawing/2014/main" id="{AA954F45-6DE1-45C6-9B48-BBE00C760DF0}"/>
              </a:ext>
            </a:extLst>
          </p:cNvPr>
          <p:cNvSpPr>
            <a:spLocks noGrp="1"/>
          </p:cNvSpPr>
          <p:nvPr/>
        </p:nvSpPr>
        <p:spPr>
          <a:xfrm>
            <a:off x="729039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7" name="F2_precision_recall_distributions_4681">
            <a:extLst>
              <a:ext uri="{FF2B5EF4-FFF2-40B4-BE49-F238E27FC236}">
                <a16:creationId xmlns:a16="http://schemas.microsoft.com/office/drawing/2014/main" id="{8D80D021-37C2-4A83-A5D1-D75EC5E1799C}"/>
              </a:ext>
            </a:extLst>
          </p:cNvPr>
          <p:cNvSpPr>
            <a:spLocks noGrp="1"/>
          </p:cNvSpPr>
          <p:nvPr/>
        </p:nvSpPr>
        <p:spPr>
          <a:xfrm>
            <a:off x="7216956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8" name="F2_precision_recall_distributions_4682">
            <a:extLst>
              <a:ext uri="{FF2B5EF4-FFF2-40B4-BE49-F238E27FC236}">
                <a16:creationId xmlns:a16="http://schemas.microsoft.com/office/drawing/2014/main" id="{5DC949C4-BC13-44C9-AF8D-A6544BC2BE1B}"/>
              </a:ext>
            </a:extLst>
          </p:cNvPr>
          <p:cNvSpPr>
            <a:spLocks noGrp="1"/>
          </p:cNvSpPr>
          <p:nvPr/>
        </p:nvSpPr>
        <p:spPr>
          <a:xfrm>
            <a:off x="7139480" y="32190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9" name="F2_precision_recall_distributions_4683">
            <a:extLst>
              <a:ext uri="{FF2B5EF4-FFF2-40B4-BE49-F238E27FC236}">
                <a16:creationId xmlns:a16="http://schemas.microsoft.com/office/drawing/2014/main" id="{09AA0D4F-CB44-4207-869D-EF00CA259488}"/>
              </a:ext>
            </a:extLst>
          </p:cNvPr>
          <p:cNvSpPr>
            <a:spLocks noGrp="1"/>
          </p:cNvSpPr>
          <p:nvPr/>
        </p:nvSpPr>
        <p:spPr>
          <a:xfrm>
            <a:off x="731692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0" name="F2_precision_recall_distributions_4684">
            <a:extLst>
              <a:ext uri="{FF2B5EF4-FFF2-40B4-BE49-F238E27FC236}">
                <a16:creationId xmlns:a16="http://schemas.microsoft.com/office/drawing/2014/main" id="{63604FFB-4AD3-4EFC-8927-B8A05ABB478D}"/>
              </a:ext>
            </a:extLst>
          </p:cNvPr>
          <p:cNvSpPr>
            <a:spLocks noGrp="1"/>
          </p:cNvSpPr>
          <p:nvPr/>
        </p:nvSpPr>
        <p:spPr>
          <a:xfrm>
            <a:off x="70404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1" name="F2_precision_recall_distributions_4685">
            <a:extLst>
              <a:ext uri="{FF2B5EF4-FFF2-40B4-BE49-F238E27FC236}">
                <a16:creationId xmlns:a16="http://schemas.microsoft.com/office/drawing/2014/main" id="{9F0A2AAA-0AEF-48A2-AD94-3D3183E14650}"/>
              </a:ext>
            </a:extLst>
          </p:cNvPr>
          <p:cNvSpPr>
            <a:spLocks noGrp="1"/>
          </p:cNvSpPr>
          <p:nvPr/>
        </p:nvSpPr>
        <p:spPr>
          <a:xfrm>
            <a:off x="721360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2" name="F2_precision_recall_distributions_4686">
            <a:extLst>
              <a:ext uri="{FF2B5EF4-FFF2-40B4-BE49-F238E27FC236}">
                <a16:creationId xmlns:a16="http://schemas.microsoft.com/office/drawing/2014/main" id="{F7ACC4B7-D275-4FD0-BEE9-72BD3A6D8661}"/>
              </a:ext>
            </a:extLst>
          </p:cNvPr>
          <p:cNvSpPr>
            <a:spLocks noGrp="1"/>
          </p:cNvSpPr>
          <p:nvPr/>
        </p:nvSpPr>
        <p:spPr>
          <a:xfrm>
            <a:off x="7029548" y="33709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3" name="F2_precision_recall_distributions_4687">
            <a:extLst>
              <a:ext uri="{FF2B5EF4-FFF2-40B4-BE49-F238E27FC236}">
                <a16:creationId xmlns:a16="http://schemas.microsoft.com/office/drawing/2014/main" id="{A4C03A5C-BA68-43B5-A017-2A2C16DBE988}"/>
              </a:ext>
            </a:extLst>
          </p:cNvPr>
          <p:cNvSpPr>
            <a:spLocks noGrp="1"/>
          </p:cNvSpPr>
          <p:nvPr/>
        </p:nvSpPr>
        <p:spPr>
          <a:xfrm>
            <a:off x="707944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4" name="F2_precision_recall_distributions_4688">
            <a:extLst>
              <a:ext uri="{FF2B5EF4-FFF2-40B4-BE49-F238E27FC236}">
                <a16:creationId xmlns:a16="http://schemas.microsoft.com/office/drawing/2014/main" id="{41649650-2309-4AF8-BA8C-D02BDD620292}"/>
              </a:ext>
            </a:extLst>
          </p:cNvPr>
          <p:cNvSpPr>
            <a:spLocks noGrp="1"/>
          </p:cNvSpPr>
          <p:nvPr/>
        </p:nvSpPr>
        <p:spPr>
          <a:xfrm>
            <a:off x="7308542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5" name="F2_precision_recall_distributions_4689">
            <a:extLst>
              <a:ext uri="{FF2B5EF4-FFF2-40B4-BE49-F238E27FC236}">
                <a16:creationId xmlns:a16="http://schemas.microsoft.com/office/drawing/2014/main" id="{D94144ED-BAA5-4D2A-B1C5-E4249AC9EC5D}"/>
              </a:ext>
            </a:extLst>
          </p:cNvPr>
          <p:cNvSpPr>
            <a:spLocks noGrp="1"/>
          </p:cNvSpPr>
          <p:nvPr/>
        </p:nvSpPr>
        <p:spPr>
          <a:xfrm>
            <a:off x="711047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6" name="F2_precision_recall_distributions_4690">
            <a:extLst>
              <a:ext uri="{FF2B5EF4-FFF2-40B4-BE49-F238E27FC236}">
                <a16:creationId xmlns:a16="http://schemas.microsoft.com/office/drawing/2014/main" id="{102D5004-98E6-45B3-9519-AADCE642E325}"/>
              </a:ext>
            </a:extLst>
          </p:cNvPr>
          <p:cNvSpPr>
            <a:spLocks noGrp="1"/>
          </p:cNvSpPr>
          <p:nvPr/>
        </p:nvSpPr>
        <p:spPr>
          <a:xfrm>
            <a:off x="718271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7" name="F2_precision_recall_distributions_4691">
            <a:extLst>
              <a:ext uri="{FF2B5EF4-FFF2-40B4-BE49-F238E27FC236}">
                <a16:creationId xmlns:a16="http://schemas.microsoft.com/office/drawing/2014/main" id="{E747D16D-7C19-4182-B914-F70F1665FB97}"/>
              </a:ext>
            </a:extLst>
          </p:cNvPr>
          <p:cNvSpPr>
            <a:spLocks noGrp="1"/>
          </p:cNvSpPr>
          <p:nvPr/>
        </p:nvSpPr>
        <p:spPr>
          <a:xfrm>
            <a:off x="7332131" y="31799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8" name="F2_precision_recall_distributions_4692">
            <a:extLst>
              <a:ext uri="{FF2B5EF4-FFF2-40B4-BE49-F238E27FC236}">
                <a16:creationId xmlns:a16="http://schemas.microsoft.com/office/drawing/2014/main" id="{5335008D-B8B4-4039-9529-82709F4590D3}"/>
              </a:ext>
            </a:extLst>
          </p:cNvPr>
          <p:cNvSpPr>
            <a:spLocks noGrp="1"/>
          </p:cNvSpPr>
          <p:nvPr/>
        </p:nvSpPr>
        <p:spPr>
          <a:xfrm>
            <a:off x="7108941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9" name="F2_precision_recall_distributions_4693">
            <a:extLst>
              <a:ext uri="{FF2B5EF4-FFF2-40B4-BE49-F238E27FC236}">
                <a16:creationId xmlns:a16="http://schemas.microsoft.com/office/drawing/2014/main" id="{9B6716FD-1CCB-4D2A-B9D8-18F1454A833E}"/>
              </a:ext>
            </a:extLst>
          </p:cNvPr>
          <p:cNvSpPr>
            <a:spLocks noGrp="1"/>
          </p:cNvSpPr>
          <p:nvPr/>
        </p:nvSpPr>
        <p:spPr>
          <a:xfrm>
            <a:off x="7332561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0" name="F2_precision_recall_distributions_4694">
            <a:extLst>
              <a:ext uri="{FF2B5EF4-FFF2-40B4-BE49-F238E27FC236}">
                <a16:creationId xmlns:a16="http://schemas.microsoft.com/office/drawing/2014/main" id="{4D65D09B-EB40-4C68-82A9-277E70726661}"/>
              </a:ext>
            </a:extLst>
          </p:cNvPr>
          <p:cNvSpPr>
            <a:spLocks noGrp="1"/>
          </p:cNvSpPr>
          <p:nvPr/>
        </p:nvSpPr>
        <p:spPr>
          <a:xfrm>
            <a:off x="707474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1" name="F2_precision_recall_distributions_4695">
            <a:extLst>
              <a:ext uri="{FF2B5EF4-FFF2-40B4-BE49-F238E27FC236}">
                <a16:creationId xmlns:a16="http://schemas.microsoft.com/office/drawing/2014/main" id="{EAE8942D-CB45-457E-9B80-8241F2B20D82}"/>
              </a:ext>
            </a:extLst>
          </p:cNvPr>
          <p:cNvSpPr>
            <a:spLocks noGrp="1"/>
          </p:cNvSpPr>
          <p:nvPr/>
        </p:nvSpPr>
        <p:spPr>
          <a:xfrm>
            <a:off x="704362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2" name="F2_precision_recall_distributions_4696">
            <a:extLst>
              <a:ext uri="{FF2B5EF4-FFF2-40B4-BE49-F238E27FC236}">
                <a16:creationId xmlns:a16="http://schemas.microsoft.com/office/drawing/2014/main" id="{AEC83196-363D-4FF5-81E0-E7EB04165409}"/>
              </a:ext>
            </a:extLst>
          </p:cNvPr>
          <p:cNvSpPr>
            <a:spLocks noGrp="1"/>
          </p:cNvSpPr>
          <p:nvPr/>
        </p:nvSpPr>
        <p:spPr>
          <a:xfrm>
            <a:off x="720136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3" name="F2_precision_recall_distributions_4697">
            <a:extLst>
              <a:ext uri="{FF2B5EF4-FFF2-40B4-BE49-F238E27FC236}">
                <a16:creationId xmlns:a16="http://schemas.microsoft.com/office/drawing/2014/main" id="{FECBDE16-1087-405E-B5B7-BCF64264ED18}"/>
              </a:ext>
            </a:extLst>
          </p:cNvPr>
          <p:cNvSpPr>
            <a:spLocks noGrp="1"/>
          </p:cNvSpPr>
          <p:nvPr/>
        </p:nvSpPr>
        <p:spPr>
          <a:xfrm>
            <a:off x="7337868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4" name="F2_precision_recall_distributions_4698">
            <a:extLst>
              <a:ext uri="{FF2B5EF4-FFF2-40B4-BE49-F238E27FC236}">
                <a16:creationId xmlns:a16="http://schemas.microsoft.com/office/drawing/2014/main" id="{825D974E-15E6-4B82-8E7C-AE2032B1CFAD}"/>
              </a:ext>
            </a:extLst>
          </p:cNvPr>
          <p:cNvSpPr>
            <a:spLocks noGrp="1"/>
          </p:cNvSpPr>
          <p:nvPr/>
        </p:nvSpPr>
        <p:spPr>
          <a:xfrm>
            <a:off x="7298844" y="34746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5" name="F2_precision_recall_distributions_4699">
            <a:extLst>
              <a:ext uri="{FF2B5EF4-FFF2-40B4-BE49-F238E27FC236}">
                <a16:creationId xmlns:a16="http://schemas.microsoft.com/office/drawing/2014/main" id="{D8627550-9061-42A9-B424-03B526D684E8}"/>
              </a:ext>
            </a:extLst>
          </p:cNvPr>
          <p:cNvSpPr>
            <a:spLocks noGrp="1"/>
          </p:cNvSpPr>
          <p:nvPr/>
        </p:nvSpPr>
        <p:spPr>
          <a:xfrm>
            <a:off x="7100664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6" name="F2_precision_recall_distributions_4700">
            <a:extLst>
              <a:ext uri="{FF2B5EF4-FFF2-40B4-BE49-F238E27FC236}">
                <a16:creationId xmlns:a16="http://schemas.microsoft.com/office/drawing/2014/main" id="{6434587F-726C-4154-BC1C-A8638B64703D}"/>
              </a:ext>
            </a:extLst>
          </p:cNvPr>
          <p:cNvSpPr>
            <a:spLocks noGrp="1"/>
          </p:cNvSpPr>
          <p:nvPr/>
        </p:nvSpPr>
        <p:spPr>
          <a:xfrm>
            <a:off x="7053277" y="30314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7" name="F2_precision_recall_distributions_4701">
            <a:extLst>
              <a:ext uri="{FF2B5EF4-FFF2-40B4-BE49-F238E27FC236}">
                <a16:creationId xmlns:a16="http://schemas.microsoft.com/office/drawing/2014/main" id="{A305A448-990E-4ED0-BB5A-732793626008}"/>
              </a:ext>
            </a:extLst>
          </p:cNvPr>
          <p:cNvSpPr>
            <a:spLocks noGrp="1"/>
          </p:cNvSpPr>
          <p:nvPr/>
        </p:nvSpPr>
        <p:spPr>
          <a:xfrm>
            <a:off x="7102295" y="31799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8" name="F2_precision_recall_distributions_4702">
            <a:extLst>
              <a:ext uri="{FF2B5EF4-FFF2-40B4-BE49-F238E27FC236}">
                <a16:creationId xmlns:a16="http://schemas.microsoft.com/office/drawing/2014/main" id="{94A38A2C-60D4-4215-BBB2-39CBC9CB23BA}"/>
              </a:ext>
            </a:extLst>
          </p:cNvPr>
          <p:cNvSpPr>
            <a:spLocks noGrp="1"/>
          </p:cNvSpPr>
          <p:nvPr/>
        </p:nvSpPr>
        <p:spPr>
          <a:xfrm>
            <a:off x="7022719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9" name="F2_precision_recall_distributions_4703">
            <a:extLst>
              <a:ext uri="{FF2B5EF4-FFF2-40B4-BE49-F238E27FC236}">
                <a16:creationId xmlns:a16="http://schemas.microsoft.com/office/drawing/2014/main" id="{D1103868-FEF2-4B4F-A3D0-0611CE7DAD91}"/>
              </a:ext>
            </a:extLst>
          </p:cNvPr>
          <p:cNvSpPr>
            <a:spLocks noGrp="1"/>
          </p:cNvSpPr>
          <p:nvPr/>
        </p:nvSpPr>
        <p:spPr>
          <a:xfrm>
            <a:off x="703486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0" name="F2_precision_recall_distributions_4704">
            <a:extLst>
              <a:ext uri="{FF2B5EF4-FFF2-40B4-BE49-F238E27FC236}">
                <a16:creationId xmlns:a16="http://schemas.microsoft.com/office/drawing/2014/main" id="{50B3556F-34DE-405A-B21D-C2E033EAD94D}"/>
              </a:ext>
            </a:extLst>
          </p:cNvPr>
          <p:cNvSpPr>
            <a:spLocks noGrp="1"/>
          </p:cNvSpPr>
          <p:nvPr/>
        </p:nvSpPr>
        <p:spPr>
          <a:xfrm>
            <a:off x="727577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1" name="F2_precision_recall_distributions_4705">
            <a:extLst>
              <a:ext uri="{FF2B5EF4-FFF2-40B4-BE49-F238E27FC236}">
                <a16:creationId xmlns:a16="http://schemas.microsoft.com/office/drawing/2014/main" id="{939D5950-C1B8-4398-87F3-40BFCDA53282}"/>
              </a:ext>
            </a:extLst>
          </p:cNvPr>
          <p:cNvSpPr>
            <a:spLocks noGrp="1"/>
          </p:cNvSpPr>
          <p:nvPr/>
        </p:nvSpPr>
        <p:spPr>
          <a:xfrm>
            <a:off x="6978247" y="35145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2" name="F2_precision_recall_distributions_4706">
            <a:extLst>
              <a:ext uri="{FF2B5EF4-FFF2-40B4-BE49-F238E27FC236}">
                <a16:creationId xmlns:a16="http://schemas.microsoft.com/office/drawing/2014/main" id="{29E0CFAD-D228-4B07-8057-3BE735C76747}"/>
              </a:ext>
            </a:extLst>
          </p:cNvPr>
          <p:cNvSpPr>
            <a:spLocks noGrp="1"/>
          </p:cNvSpPr>
          <p:nvPr/>
        </p:nvSpPr>
        <p:spPr>
          <a:xfrm>
            <a:off x="7156053" y="33467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3" name="F2_precision_recall_distributions_4707">
            <a:extLst>
              <a:ext uri="{FF2B5EF4-FFF2-40B4-BE49-F238E27FC236}">
                <a16:creationId xmlns:a16="http://schemas.microsoft.com/office/drawing/2014/main" id="{1A6D5A6A-1F9A-4B2C-951E-4808A95B9B53}"/>
              </a:ext>
            </a:extLst>
          </p:cNvPr>
          <p:cNvSpPr>
            <a:spLocks noGrp="1"/>
          </p:cNvSpPr>
          <p:nvPr/>
        </p:nvSpPr>
        <p:spPr>
          <a:xfrm>
            <a:off x="705014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4" name="F2_precision_recall_distributions_4708">
            <a:extLst>
              <a:ext uri="{FF2B5EF4-FFF2-40B4-BE49-F238E27FC236}">
                <a16:creationId xmlns:a16="http://schemas.microsoft.com/office/drawing/2014/main" id="{38DE3C08-D4F7-4523-B899-BE71F39078B4}"/>
              </a:ext>
            </a:extLst>
          </p:cNvPr>
          <p:cNvSpPr>
            <a:spLocks noGrp="1"/>
          </p:cNvSpPr>
          <p:nvPr/>
        </p:nvSpPr>
        <p:spPr>
          <a:xfrm>
            <a:off x="728303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5" name="F2_precision_recall_distributions_4709">
            <a:extLst>
              <a:ext uri="{FF2B5EF4-FFF2-40B4-BE49-F238E27FC236}">
                <a16:creationId xmlns:a16="http://schemas.microsoft.com/office/drawing/2014/main" id="{E64A4B5A-D6D5-4AEE-89EF-52E03434C25D}"/>
              </a:ext>
            </a:extLst>
          </p:cNvPr>
          <p:cNvSpPr>
            <a:spLocks noGrp="1"/>
          </p:cNvSpPr>
          <p:nvPr/>
        </p:nvSpPr>
        <p:spPr>
          <a:xfrm>
            <a:off x="7008901" y="35798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6" name="F2_precision_recall_distributions_4710">
            <a:extLst>
              <a:ext uri="{FF2B5EF4-FFF2-40B4-BE49-F238E27FC236}">
                <a16:creationId xmlns:a16="http://schemas.microsoft.com/office/drawing/2014/main" id="{232775B3-2AE7-4905-A58A-2C840070B129}"/>
              </a:ext>
            </a:extLst>
          </p:cNvPr>
          <p:cNvSpPr>
            <a:spLocks noGrp="1"/>
          </p:cNvSpPr>
          <p:nvPr/>
        </p:nvSpPr>
        <p:spPr>
          <a:xfrm>
            <a:off x="709296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7" name="F2_precision_recall_distributions_4711">
            <a:extLst>
              <a:ext uri="{FF2B5EF4-FFF2-40B4-BE49-F238E27FC236}">
                <a16:creationId xmlns:a16="http://schemas.microsoft.com/office/drawing/2014/main" id="{4B2D0E02-34B1-49AE-8356-56BCE3E4EE5B}"/>
              </a:ext>
            </a:extLst>
          </p:cNvPr>
          <p:cNvSpPr>
            <a:spLocks noGrp="1"/>
          </p:cNvSpPr>
          <p:nvPr/>
        </p:nvSpPr>
        <p:spPr>
          <a:xfrm>
            <a:off x="710897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8" name="F2_precision_recall_distributions_4712">
            <a:extLst>
              <a:ext uri="{FF2B5EF4-FFF2-40B4-BE49-F238E27FC236}">
                <a16:creationId xmlns:a16="http://schemas.microsoft.com/office/drawing/2014/main" id="{558F60FD-4B9F-4CD4-A48E-ADE09E189260}"/>
              </a:ext>
            </a:extLst>
          </p:cNvPr>
          <p:cNvSpPr>
            <a:spLocks noGrp="1"/>
          </p:cNvSpPr>
          <p:nvPr/>
        </p:nvSpPr>
        <p:spPr>
          <a:xfrm>
            <a:off x="728972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9" name="F2_precision_recall_distributions_4713">
            <a:extLst>
              <a:ext uri="{FF2B5EF4-FFF2-40B4-BE49-F238E27FC236}">
                <a16:creationId xmlns:a16="http://schemas.microsoft.com/office/drawing/2014/main" id="{B9E96C65-DEC1-425C-96E2-C40BF983AEF7}"/>
              </a:ext>
            </a:extLst>
          </p:cNvPr>
          <p:cNvSpPr>
            <a:spLocks noGrp="1"/>
          </p:cNvSpPr>
          <p:nvPr/>
        </p:nvSpPr>
        <p:spPr>
          <a:xfrm>
            <a:off x="720716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0" name="F2_precision_recall_distributions_4714">
            <a:extLst>
              <a:ext uri="{FF2B5EF4-FFF2-40B4-BE49-F238E27FC236}">
                <a16:creationId xmlns:a16="http://schemas.microsoft.com/office/drawing/2014/main" id="{8B2F92FD-E78C-4A36-AAAF-99C5E1BAE083}"/>
              </a:ext>
            </a:extLst>
          </p:cNvPr>
          <p:cNvSpPr>
            <a:spLocks noGrp="1"/>
          </p:cNvSpPr>
          <p:nvPr/>
        </p:nvSpPr>
        <p:spPr>
          <a:xfrm>
            <a:off x="703983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1" name="F2_precision_recall_distributions_4715">
            <a:extLst>
              <a:ext uri="{FF2B5EF4-FFF2-40B4-BE49-F238E27FC236}">
                <a16:creationId xmlns:a16="http://schemas.microsoft.com/office/drawing/2014/main" id="{06634A48-C888-4741-972F-BF0F8D679FBB}"/>
              </a:ext>
            </a:extLst>
          </p:cNvPr>
          <p:cNvSpPr>
            <a:spLocks noGrp="1"/>
          </p:cNvSpPr>
          <p:nvPr/>
        </p:nvSpPr>
        <p:spPr>
          <a:xfrm>
            <a:off x="724506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2" name="F2_precision_recall_distributions_4716">
            <a:extLst>
              <a:ext uri="{FF2B5EF4-FFF2-40B4-BE49-F238E27FC236}">
                <a16:creationId xmlns:a16="http://schemas.microsoft.com/office/drawing/2014/main" id="{F45BFBA5-9C0F-4049-B208-5FE8859D6E76}"/>
              </a:ext>
            </a:extLst>
          </p:cNvPr>
          <p:cNvSpPr>
            <a:spLocks noGrp="1"/>
          </p:cNvSpPr>
          <p:nvPr/>
        </p:nvSpPr>
        <p:spPr>
          <a:xfrm>
            <a:off x="701539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3" name="F2_precision_recall_distributions_4717">
            <a:extLst>
              <a:ext uri="{FF2B5EF4-FFF2-40B4-BE49-F238E27FC236}">
                <a16:creationId xmlns:a16="http://schemas.microsoft.com/office/drawing/2014/main" id="{A8CA4E4E-41FC-4CA4-97FC-DC54430F5B50}"/>
              </a:ext>
            </a:extLst>
          </p:cNvPr>
          <p:cNvSpPr>
            <a:spLocks noGrp="1"/>
          </p:cNvSpPr>
          <p:nvPr/>
        </p:nvSpPr>
        <p:spPr>
          <a:xfrm>
            <a:off x="709611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4" name="F2_precision_recall_distributions_4718">
            <a:extLst>
              <a:ext uri="{FF2B5EF4-FFF2-40B4-BE49-F238E27FC236}">
                <a16:creationId xmlns:a16="http://schemas.microsoft.com/office/drawing/2014/main" id="{0762A0BC-8CA1-4D06-8B2B-91CA3B919E4D}"/>
              </a:ext>
            </a:extLst>
          </p:cNvPr>
          <p:cNvSpPr>
            <a:spLocks noGrp="1"/>
          </p:cNvSpPr>
          <p:nvPr/>
        </p:nvSpPr>
        <p:spPr>
          <a:xfrm>
            <a:off x="721307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5" name="F2_precision_recall_distributions_4719">
            <a:extLst>
              <a:ext uri="{FF2B5EF4-FFF2-40B4-BE49-F238E27FC236}">
                <a16:creationId xmlns:a16="http://schemas.microsoft.com/office/drawing/2014/main" id="{E7F8ADE4-6A24-4A09-8EFF-D1EA7721277A}"/>
              </a:ext>
            </a:extLst>
          </p:cNvPr>
          <p:cNvSpPr>
            <a:spLocks noGrp="1"/>
          </p:cNvSpPr>
          <p:nvPr/>
        </p:nvSpPr>
        <p:spPr>
          <a:xfrm>
            <a:off x="7031532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6" name="F2_precision_recall_distributions_4720">
            <a:extLst>
              <a:ext uri="{FF2B5EF4-FFF2-40B4-BE49-F238E27FC236}">
                <a16:creationId xmlns:a16="http://schemas.microsoft.com/office/drawing/2014/main" id="{E895BB25-26A8-42CF-A1B4-291CE9DFB0FF}"/>
              </a:ext>
            </a:extLst>
          </p:cNvPr>
          <p:cNvSpPr>
            <a:spLocks noGrp="1"/>
          </p:cNvSpPr>
          <p:nvPr/>
        </p:nvSpPr>
        <p:spPr>
          <a:xfrm>
            <a:off x="702477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7" name="F2_precision_recall_distributions_4721">
            <a:extLst>
              <a:ext uri="{FF2B5EF4-FFF2-40B4-BE49-F238E27FC236}">
                <a16:creationId xmlns:a16="http://schemas.microsoft.com/office/drawing/2014/main" id="{1663A2F5-FE24-4DD0-A291-C1BA87DEE27A}"/>
              </a:ext>
            </a:extLst>
          </p:cNvPr>
          <p:cNvSpPr>
            <a:spLocks noGrp="1"/>
          </p:cNvSpPr>
          <p:nvPr/>
        </p:nvSpPr>
        <p:spPr>
          <a:xfrm>
            <a:off x="701341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8" name="F2_precision_recall_distributions_4722">
            <a:extLst>
              <a:ext uri="{FF2B5EF4-FFF2-40B4-BE49-F238E27FC236}">
                <a16:creationId xmlns:a16="http://schemas.microsoft.com/office/drawing/2014/main" id="{79F73942-63EE-471D-ADB1-B6C6BB9C1143}"/>
              </a:ext>
            </a:extLst>
          </p:cNvPr>
          <p:cNvSpPr>
            <a:spLocks noGrp="1"/>
          </p:cNvSpPr>
          <p:nvPr/>
        </p:nvSpPr>
        <p:spPr>
          <a:xfrm>
            <a:off x="705205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9" name="F2_precision_recall_distributions_4723">
            <a:extLst>
              <a:ext uri="{FF2B5EF4-FFF2-40B4-BE49-F238E27FC236}">
                <a16:creationId xmlns:a16="http://schemas.microsoft.com/office/drawing/2014/main" id="{C6967A57-83AC-415A-BFBA-6AAED7CB77A0}"/>
              </a:ext>
            </a:extLst>
          </p:cNvPr>
          <p:cNvSpPr>
            <a:spLocks noGrp="1"/>
          </p:cNvSpPr>
          <p:nvPr/>
        </p:nvSpPr>
        <p:spPr>
          <a:xfrm>
            <a:off x="729034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0" name="F2_precision_recall_distributions_4724">
            <a:extLst>
              <a:ext uri="{FF2B5EF4-FFF2-40B4-BE49-F238E27FC236}">
                <a16:creationId xmlns:a16="http://schemas.microsoft.com/office/drawing/2014/main" id="{56886C40-2739-4324-82BD-41D81351734E}"/>
              </a:ext>
            </a:extLst>
          </p:cNvPr>
          <p:cNvSpPr>
            <a:spLocks noGrp="1"/>
          </p:cNvSpPr>
          <p:nvPr/>
        </p:nvSpPr>
        <p:spPr>
          <a:xfrm>
            <a:off x="7255983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1" name="F2_precision_recall_distributions_4725">
            <a:extLst>
              <a:ext uri="{FF2B5EF4-FFF2-40B4-BE49-F238E27FC236}">
                <a16:creationId xmlns:a16="http://schemas.microsoft.com/office/drawing/2014/main" id="{C0D4196E-26D6-4580-8A44-C91A555B2606}"/>
              </a:ext>
            </a:extLst>
          </p:cNvPr>
          <p:cNvSpPr>
            <a:spLocks noGrp="1"/>
          </p:cNvSpPr>
          <p:nvPr/>
        </p:nvSpPr>
        <p:spPr>
          <a:xfrm>
            <a:off x="7013510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2" name="F2_precision_recall_distributions_4726">
            <a:extLst>
              <a:ext uri="{FF2B5EF4-FFF2-40B4-BE49-F238E27FC236}">
                <a16:creationId xmlns:a16="http://schemas.microsoft.com/office/drawing/2014/main" id="{A596650B-F68B-4DC9-AD45-5A850429FCBD}"/>
              </a:ext>
            </a:extLst>
          </p:cNvPr>
          <p:cNvSpPr>
            <a:spLocks noGrp="1"/>
          </p:cNvSpPr>
          <p:nvPr/>
        </p:nvSpPr>
        <p:spPr>
          <a:xfrm>
            <a:off x="702150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3" name="F2_precision_recall_distributions_4727">
            <a:extLst>
              <a:ext uri="{FF2B5EF4-FFF2-40B4-BE49-F238E27FC236}">
                <a16:creationId xmlns:a16="http://schemas.microsoft.com/office/drawing/2014/main" id="{504C6899-486D-4E38-8DF9-EDA9673C5EF6}"/>
              </a:ext>
            </a:extLst>
          </p:cNvPr>
          <p:cNvSpPr>
            <a:spLocks noGrp="1"/>
          </p:cNvSpPr>
          <p:nvPr/>
        </p:nvSpPr>
        <p:spPr>
          <a:xfrm>
            <a:off x="7103431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4" name="F2_precision_recall_distributions_4728">
            <a:extLst>
              <a:ext uri="{FF2B5EF4-FFF2-40B4-BE49-F238E27FC236}">
                <a16:creationId xmlns:a16="http://schemas.microsoft.com/office/drawing/2014/main" id="{448E309B-A242-479A-AF16-C87734348ED7}"/>
              </a:ext>
            </a:extLst>
          </p:cNvPr>
          <p:cNvSpPr>
            <a:spLocks noGrp="1"/>
          </p:cNvSpPr>
          <p:nvPr/>
        </p:nvSpPr>
        <p:spPr>
          <a:xfrm>
            <a:off x="719070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5" name="F2_precision_recall_distributions_4729">
            <a:extLst>
              <a:ext uri="{FF2B5EF4-FFF2-40B4-BE49-F238E27FC236}">
                <a16:creationId xmlns:a16="http://schemas.microsoft.com/office/drawing/2014/main" id="{D55E01AE-4A45-4AB3-8C5E-0FCA86CB98A9}"/>
              </a:ext>
            </a:extLst>
          </p:cNvPr>
          <p:cNvSpPr>
            <a:spLocks noGrp="1"/>
          </p:cNvSpPr>
          <p:nvPr/>
        </p:nvSpPr>
        <p:spPr>
          <a:xfrm>
            <a:off x="7030483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6" name="F2_precision_recall_distributions_4730">
            <a:extLst>
              <a:ext uri="{FF2B5EF4-FFF2-40B4-BE49-F238E27FC236}">
                <a16:creationId xmlns:a16="http://schemas.microsoft.com/office/drawing/2014/main" id="{F9A6B2BB-0189-41C9-8760-C2BCFF401D58}"/>
              </a:ext>
            </a:extLst>
          </p:cNvPr>
          <p:cNvSpPr>
            <a:spLocks noGrp="1"/>
          </p:cNvSpPr>
          <p:nvPr/>
        </p:nvSpPr>
        <p:spPr>
          <a:xfrm>
            <a:off x="7252754" y="29147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7" name="F2_precision_recall_distributions_4731">
            <a:extLst>
              <a:ext uri="{FF2B5EF4-FFF2-40B4-BE49-F238E27FC236}">
                <a16:creationId xmlns:a16="http://schemas.microsoft.com/office/drawing/2014/main" id="{C5BD05AD-C8BD-4A93-BEF7-63C37BC14B4F}"/>
              </a:ext>
            </a:extLst>
          </p:cNvPr>
          <p:cNvSpPr>
            <a:spLocks noGrp="1"/>
          </p:cNvSpPr>
          <p:nvPr/>
        </p:nvSpPr>
        <p:spPr>
          <a:xfrm>
            <a:off x="7199513" y="30716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8" name="F2_precision_recall_distributions_4732">
            <a:extLst>
              <a:ext uri="{FF2B5EF4-FFF2-40B4-BE49-F238E27FC236}">
                <a16:creationId xmlns:a16="http://schemas.microsoft.com/office/drawing/2014/main" id="{79C21820-60C3-4BC5-8A85-C7F42D56C680}"/>
              </a:ext>
            </a:extLst>
          </p:cNvPr>
          <p:cNvSpPr>
            <a:spLocks noGrp="1"/>
          </p:cNvSpPr>
          <p:nvPr/>
        </p:nvSpPr>
        <p:spPr>
          <a:xfrm>
            <a:off x="7209755" y="33062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9" name="F2_precision_recall_distributions_4733">
            <a:extLst>
              <a:ext uri="{FF2B5EF4-FFF2-40B4-BE49-F238E27FC236}">
                <a16:creationId xmlns:a16="http://schemas.microsoft.com/office/drawing/2014/main" id="{09D2777D-7FDF-4346-9DA4-5071B80B5E97}"/>
              </a:ext>
            </a:extLst>
          </p:cNvPr>
          <p:cNvSpPr>
            <a:spLocks noGrp="1"/>
          </p:cNvSpPr>
          <p:nvPr/>
        </p:nvSpPr>
        <p:spPr>
          <a:xfrm>
            <a:off x="699393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0" name="F2_precision_recall_distributions_4734">
            <a:extLst>
              <a:ext uri="{FF2B5EF4-FFF2-40B4-BE49-F238E27FC236}">
                <a16:creationId xmlns:a16="http://schemas.microsoft.com/office/drawing/2014/main" id="{DE32C5E1-090B-464F-A7C3-1E1BFB3954E0}"/>
              </a:ext>
            </a:extLst>
          </p:cNvPr>
          <p:cNvSpPr>
            <a:spLocks noGrp="1"/>
          </p:cNvSpPr>
          <p:nvPr/>
        </p:nvSpPr>
        <p:spPr>
          <a:xfrm>
            <a:off x="7109067" y="34679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1" name="F2_precision_recall_distributions_4735">
            <a:extLst>
              <a:ext uri="{FF2B5EF4-FFF2-40B4-BE49-F238E27FC236}">
                <a16:creationId xmlns:a16="http://schemas.microsoft.com/office/drawing/2014/main" id="{237DF2A0-D44A-4A6B-A4F2-8E94B195D839}"/>
              </a:ext>
            </a:extLst>
          </p:cNvPr>
          <p:cNvSpPr>
            <a:spLocks noGrp="1"/>
          </p:cNvSpPr>
          <p:nvPr/>
        </p:nvSpPr>
        <p:spPr>
          <a:xfrm>
            <a:off x="720667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2" name="F2_precision_recall_distributions_4736">
            <a:extLst>
              <a:ext uri="{FF2B5EF4-FFF2-40B4-BE49-F238E27FC236}">
                <a16:creationId xmlns:a16="http://schemas.microsoft.com/office/drawing/2014/main" id="{CDC41423-0842-410F-A4B4-6D1358FFA791}"/>
              </a:ext>
            </a:extLst>
          </p:cNvPr>
          <p:cNvSpPr>
            <a:spLocks noGrp="1"/>
          </p:cNvSpPr>
          <p:nvPr/>
        </p:nvSpPr>
        <p:spPr>
          <a:xfrm>
            <a:off x="7182102" y="36865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3" name="F2_precision_recall_distributions_4737">
            <a:extLst>
              <a:ext uri="{FF2B5EF4-FFF2-40B4-BE49-F238E27FC236}">
                <a16:creationId xmlns:a16="http://schemas.microsoft.com/office/drawing/2014/main" id="{3AFE315F-D6B4-42F3-AD4B-0AC20FC08509}"/>
              </a:ext>
            </a:extLst>
          </p:cNvPr>
          <p:cNvSpPr>
            <a:spLocks noGrp="1"/>
          </p:cNvSpPr>
          <p:nvPr/>
        </p:nvSpPr>
        <p:spPr>
          <a:xfrm>
            <a:off x="7248448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4" name="F2_precision_recall_distributions_4738">
            <a:extLst>
              <a:ext uri="{FF2B5EF4-FFF2-40B4-BE49-F238E27FC236}">
                <a16:creationId xmlns:a16="http://schemas.microsoft.com/office/drawing/2014/main" id="{36382F00-1AC7-43A8-8DC0-980923DB56EA}"/>
              </a:ext>
            </a:extLst>
          </p:cNvPr>
          <p:cNvSpPr>
            <a:spLocks noGrp="1"/>
          </p:cNvSpPr>
          <p:nvPr/>
        </p:nvSpPr>
        <p:spPr>
          <a:xfrm>
            <a:off x="732903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5" name="F2_precision_recall_distributions_4739">
            <a:extLst>
              <a:ext uri="{FF2B5EF4-FFF2-40B4-BE49-F238E27FC236}">
                <a16:creationId xmlns:a16="http://schemas.microsoft.com/office/drawing/2014/main" id="{43DB8E57-C848-4B52-93E4-06D09A6C8D68}"/>
              </a:ext>
            </a:extLst>
          </p:cNvPr>
          <p:cNvSpPr>
            <a:spLocks noGrp="1"/>
          </p:cNvSpPr>
          <p:nvPr/>
        </p:nvSpPr>
        <p:spPr>
          <a:xfrm>
            <a:off x="727090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6" name="F2_precision_recall_distributions_4740">
            <a:extLst>
              <a:ext uri="{FF2B5EF4-FFF2-40B4-BE49-F238E27FC236}">
                <a16:creationId xmlns:a16="http://schemas.microsoft.com/office/drawing/2014/main" id="{7CA71330-44C4-41C0-BA3E-B2DA1EDD0748}"/>
              </a:ext>
            </a:extLst>
          </p:cNvPr>
          <p:cNvSpPr>
            <a:spLocks noGrp="1"/>
          </p:cNvSpPr>
          <p:nvPr/>
        </p:nvSpPr>
        <p:spPr>
          <a:xfrm>
            <a:off x="705501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7" name="F2_precision_recall_distributions_4741">
            <a:extLst>
              <a:ext uri="{FF2B5EF4-FFF2-40B4-BE49-F238E27FC236}">
                <a16:creationId xmlns:a16="http://schemas.microsoft.com/office/drawing/2014/main" id="{27FA3136-5207-44FE-8E97-BB0B6D1A9C0D}"/>
              </a:ext>
            </a:extLst>
          </p:cNvPr>
          <p:cNvSpPr>
            <a:spLocks noGrp="1"/>
          </p:cNvSpPr>
          <p:nvPr/>
        </p:nvSpPr>
        <p:spPr>
          <a:xfrm>
            <a:off x="7174800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8" name="F2_precision_recall_distributions_4742">
            <a:extLst>
              <a:ext uri="{FF2B5EF4-FFF2-40B4-BE49-F238E27FC236}">
                <a16:creationId xmlns:a16="http://schemas.microsoft.com/office/drawing/2014/main" id="{75EB5CF3-57EB-42ED-B8BA-8DB9387642BB}"/>
              </a:ext>
            </a:extLst>
          </p:cNvPr>
          <p:cNvSpPr>
            <a:spLocks noGrp="1"/>
          </p:cNvSpPr>
          <p:nvPr/>
        </p:nvSpPr>
        <p:spPr>
          <a:xfrm>
            <a:off x="7061894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9" name="F2_precision_recall_distributions_4743">
            <a:extLst>
              <a:ext uri="{FF2B5EF4-FFF2-40B4-BE49-F238E27FC236}">
                <a16:creationId xmlns:a16="http://schemas.microsoft.com/office/drawing/2014/main" id="{3E619F73-4EC6-442F-B06B-94BDA250D1A0}"/>
              </a:ext>
            </a:extLst>
          </p:cNvPr>
          <p:cNvSpPr>
            <a:spLocks noGrp="1"/>
          </p:cNvSpPr>
          <p:nvPr/>
        </p:nvSpPr>
        <p:spPr>
          <a:xfrm>
            <a:off x="7096563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0" name="F2_precision_recall_distributions_4744">
            <a:extLst>
              <a:ext uri="{FF2B5EF4-FFF2-40B4-BE49-F238E27FC236}">
                <a16:creationId xmlns:a16="http://schemas.microsoft.com/office/drawing/2014/main" id="{1AD364D6-8345-4F57-9C22-CFEECD23AAC4}"/>
              </a:ext>
            </a:extLst>
          </p:cNvPr>
          <p:cNvSpPr>
            <a:spLocks noGrp="1"/>
          </p:cNvSpPr>
          <p:nvPr/>
        </p:nvSpPr>
        <p:spPr>
          <a:xfrm>
            <a:off x="6972235" y="31042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1" name="F2_precision_recall_distributions_4745">
            <a:extLst>
              <a:ext uri="{FF2B5EF4-FFF2-40B4-BE49-F238E27FC236}">
                <a16:creationId xmlns:a16="http://schemas.microsoft.com/office/drawing/2014/main" id="{3AF9A30E-40D3-4DE5-A04B-34996518E504}"/>
              </a:ext>
            </a:extLst>
          </p:cNvPr>
          <p:cNvSpPr>
            <a:spLocks noGrp="1"/>
          </p:cNvSpPr>
          <p:nvPr/>
        </p:nvSpPr>
        <p:spPr>
          <a:xfrm>
            <a:off x="719117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2" name="F2_precision_recall_distributions_4746">
            <a:extLst>
              <a:ext uri="{FF2B5EF4-FFF2-40B4-BE49-F238E27FC236}">
                <a16:creationId xmlns:a16="http://schemas.microsoft.com/office/drawing/2014/main" id="{96EF04FF-3E77-4B40-A25F-70DC56033C34}"/>
              </a:ext>
            </a:extLst>
          </p:cNvPr>
          <p:cNvSpPr>
            <a:spLocks noGrp="1"/>
          </p:cNvSpPr>
          <p:nvPr/>
        </p:nvSpPr>
        <p:spPr>
          <a:xfrm>
            <a:off x="700264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3" name="F2_precision_recall_distributions_4747">
            <a:extLst>
              <a:ext uri="{FF2B5EF4-FFF2-40B4-BE49-F238E27FC236}">
                <a16:creationId xmlns:a16="http://schemas.microsoft.com/office/drawing/2014/main" id="{CC1146F5-A869-4FCB-8152-7037C6FEE23C}"/>
              </a:ext>
            </a:extLst>
          </p:cNvPr>
          <p:cNvSpPr>
            <a:spLocks noGrp="1"/>
          </p:cNvSpPr>
          <p:nvPr/>
        </p:nvSpPr>
        <p:spPr>
          <a:xfrm>
            <a:off x="7221592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4" name="F2_precision_recall_distributions_4748">
            <a:extLst>
              <a:ext uri="{FF2B5EF4-FFF2-40B4-BE49-F238E27FC236}">
                <a16:creationId xmlns:a16="http://schemas.microsoft.com/office/drawing/2014/main" id="{3A8D478F-4E12-4F9F-930E-4438F2436592}"/>
              </a:ext>
            </a:extLst>
          </p:cNvPr>
          <p:cNvSpPr>
            <a:spLocks noGrp="1"/>
          </p:cNvSpPr>
          <p:nvPr/>
        </p:nvSpPr>
        <p:spPr>
          <a:xfrm>
            <a:off x="7027634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5" name="F2_precision_recall_distributions_4749">
            <a:extLst>
              <a:ext uri="{FF2B5EF4-FFF2-40B4-BE49-F238E27FC236}">
                <a16:creationId xmlns:a16="http://schemas.microsoft.com/office/drawing/2014/main" id="{E54A58C4-81EE-427D-8337-BA59A396659B}"/>
              </a:ext>
            </a:extLst>
          </p:cNvPr>
          <p:cNvSpPr>
            <a:spLocks noGrp="1"/>
          </p:cNvSpPr>
          <p:nvPr/>
        </p:nvSpPr>
        <p:spPr>
          <a:xfrm>
            <a:off x="7206949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6" name="F2_precision_recall_distributions_4750">
            <a:extLst>
              <a:ext uri="{FF2B5EF4-FFF2-40B4-BE49-F238E27FC236}">
                <a16:creationId xmlns:a16="http://schemas.microsoft.com/office/drawing/2014/main" id="{0FF860B5-3192-4BAD-AC67-DB2F041689E9}"/>
              </a:ext>
            </a:extLst>
          </p:cNvPr>
          <p:cNvSpPr>
            <a:spLocks noGrp="1"/>
          </p:cNvSpPr>
          <p:nvPr/>
        </p:nvSpPr>
        <p:spPr>
          <a:xfrm>
            <a:off x="7120599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7" name="F2_precision_recall_distributions_4751">
            <a:extLst>
              <a:ext uri="{FF2B5EF4-FFF2-40B4-BE49-F238E27FC236}">
                <a16:creationId xmlns:a16="http://schemas.microsoft.com/office/drawing/2014/main" id="{82702B92-CAB7-4F57-B425-914EF6B400EB}"/>
              </a:ext>
            </a:extLst>
          </p:cNvPr>
          <p:cNvSpPr>
            <a:spLocks noGrp="1"/>
          </p:cNvSpPr>
          <p:nvPr/>
        </p:nvSpPr>
        <p:spPr>
          <a:xfrm>
            <a:off x="7134423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8" name="F2_precision_recall_distributions_4752">
            <a:extLst>
              <a:ext uri="{FF2B5EF4-FFF2-40B4-BE49-F238E27FC236}">
                <a16:creationId xmlns:a16="http://schemas.microsoft.com/office/drawing/2014/main" id="{CF4C9215-4332-4542-9CFF-CDBFB51EA499}"/>
              </a:ext>
            </a:extLst>
          </p:cNvPr>
          <p:cNvSpPr>
            <a:spLocks noGrp="1"/>
          </p:cNvSpPr>
          <p:nvPr/>
        </p:nvSpPr>
        <p:spPr>
          <a:xfrm>
            <a:off x="7085473" y="345583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9" name="F2_precision_recall_distributions_4753">
            <a:extLst>
              <a:ext uri="{FF2B5EF4-FFF2-40B4-BE49-F238E27FC236}">
                <a16:creationId xmlns:a16="http://schemas.microsoft.com/office/drawing/2014/main" id="{146C496B-5B56-445F-84AA-F178DEEC01BE}"/>
              </a:ext>
            </a:extLst>
          </p:cNvPr>
          <p:cNvSpPr>
            <a:spLocks noGrp="1"/>
          </p:cNvSpPr>
          <p:nvPr/>
        </p:nvSpPr>
        <p:spPr>
          <a:xfrm>
            <a:off x="7270960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0" name="F2_precision_recall_distributions_4754">
            <a:extLst>
              <a:ext uri="{FF2B5EF4-FFF2-40B4-BE49-F238E27FC236}">
                <a16:creationId xmlns:a16="http://schemas.microsoft.com/office/drawing/2014/main" id="{21A0BA9E-F1F5-42D8-92B6-B2BF376964AE}"/>
              </a:ext>
            </a:extLst>
          </p:cNvPr>
          <p:cNvSpPr>
            <a:spLocks noGrp="1"/>
          </p:cNvSpPr>
          <p:nvPr/>
        </p:nvSpPr>
        <p:spPr>
          <a:xfrm>
            <a:off x="721916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1" name="F2_precision_recall_distributions_4755">
            <a:extLst>
              <a:ext uri="{FF2B5EF4-FFF2-40B4-BE49-F238E27FC236}">
                <a16:creationId xmlns:a16="http://schemas.microsoft.com/office/drawing/2014/main" id="{EC1A02CB-5EB2-43A7-8953-31B4E9AF24A1}"/>
              </a:ext>
            </a:extLst>
          </p:cNvPr>
          <p:cNvSpPr>
            <a:spLocks noGrp="1"/>
          </p:cNvSpPr>
          <p:nvPr/>
        </p:nvSpPr>
        <p:spPr>
          <a:xfrm>
            <a:off x="7240783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2" name="F2_precision_recall_distributions_4756">
            <a:extLst>
              <a:ext uri="{FF2B5EF4-FFF2-40B4-BE49-F238E27FC236}">
                <a16:creationId xmlns:a16="http://schemas.microsoft.com/office/drawing/2014/main" id="{0CAEB17A-2011-4DAC-ACE8-52D0066CCEAC}"/>
              </a:ext>
            </a:extLst>
          </p:cNvPr>
          <p:cNvSpPr>
            <a:spLocks noGrp="1"/>
          </p:cNvSpPr>
          <p:nvPr/>
        </p:nvSpPr>
        <p:spPr>
          <a:xfrm>
            <a:off x="7332800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3" name="F2_precision_recall_distributions_4757">
            <a:extLst>
              <a:ext uri="{FF2B5EF4-FFF2-40B4-BE49-F238E27FC236}">
                <a16:creationId xmlns:a16="http://schemas.microsoft.com/office/drawing/2014/main" id="{CD6ADC6E-875A-49CE-8985-324AE2D3665C}"/>
              </a:ext>
            </a:extLst>
          </p:cNvPr>
          <p:cNvSpPr>
            <a:spLocks noGrp="1"/>
          </p:cNvSpPr>
          <p:nvPr/>
        </p:nvSpPr>
        <p:spPr>
          <a:xfrm>
            <a:off x="7127198" y="30503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4" name="F2_precision_recall_distributions_4758">
            <a:extLst>
              <a:ext uri="{FF2B5EF4-FFF2-40B4-BE49-F238E27FC236}">
                <a16:creationId xmlns:a16="http://schemas.microsoft.com/office/drawing/2014/main" id="{2A0E6493-D381-4C86-B3B7-2CF7CACD85A1}"/>
              </a:ext>
            </a:extLst>
          </p:cNvPr>
          <p:cNvSpPr>
            <a:spLocks noGrp="1"/>
          </p:cNvSpPr>
          <p:nvPr/>
        </p:nvSpPr>
        <p:spPr>
          <a:xfrm>
            <a:off x="7232836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5" name="F2_precision_recall_distributions_4759">
            <a:extLst>
              <a:ext uri="{FF2B5EF4-FFF2-40B4-BE49-F238E27FC236}">
                <a16:creationId xmlns:a16="http://schemas.microsoft.com/office/drawing/2014/main" id="{3F0693EC-84A9-4518-A632-348287D807CA}"/>
              </a:ext>
            </a:extLst>
          </p:cNvPr>
          <p:cNvSpPr>
            <a:spLocks noGrp="1"/>
          </p:cNvSpPr>
          <p:nvPr/>
        </p:nvSpPr>
        <p:spPr>
          <a:xfrm>
            <a:off x="697090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6" name="F2_precision_recall_distributions_4760">
            <a:extLst>
              <a:ext uri="{FF2B5EF4-FFF2-40B4-BE49-F238E27FC236}">
                <a16:creationId xmlns:a16="http://schemas.microsoft.com/office/drawing/2014/main" id="{C0BDAC19-5B55-4003-BA79-62D723E9578A}"/>
              </a:ext>
            </a:extLst>
          </p:cNvPr>
          <p:cNvSpPr>
            <a:spLocks noGrp="1"/>
          </p:cNvSpPr>
          <p:nvPr/>
        </p:nvSpPr>
        <p:spPr>
          <a:xfrm>
            <a:off x="699181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7" name="F2_precision_recall_distributions_4761">
            <a:extLst>
              <a:ext uri="{FF2B5EF4-FFF2-40B4-BE49-F238E27FC236}">
                <a16:creationId xmlns:a16="http://schemas.microsoft.com/office/drawing/2014/main" id="{E1B78752-7C76-4CD7-B9EA-66C617A7C5FB}"/>
              </a:ext>
            </a:extLst>
          </p:cNvPr>
          <p:cNvSpPr>
            <a:spLocks noGrp="1"/>
          </p:cNvSpPr>
          <p:nvPr/>
        </p:nvSpPr>
        <p:spPr>
          <a:xfrm>
            <a:off x="712596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8" name="F2_precision_recall_distributions_4762">
            <a:extLst>
              <a:ext uri="{FF2B5EF4-FFF2-40B4-BE49-F238E27FC236}">
                <a16:creationId xmlns:a16="http://schemas.microsoft.com/office/drawing/2014/main" id="{9D58000F-30D8-4E3A-B8AC-17F11D364745}"/>
              </a:ext>
            </a:extLst>
          </p:cNvPr>
          <p:cNvSpPr>
            <a:spLocks noGrp="1"/>
          </p:cNvSpPr>
          <p:nvPr/>
        </p:nvSpPr>
        <p:spPr>
          <a:xfrm>
            <a:off x="710412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9" name="F2_precision_recall_distributions_4763">
            <a:extLst>
              <a:ext uri="{FF2B5EF4-FFF2-40B4-BE49-F238E27FC236}">
                <a16:creationId xmlns:a16="http://schemas.microsoft.com/office/drawing/2014/main" id="{B499AEB6-8D69-4890-829A-C1243D58F802}"/>
              </a:ext>
            </a:extLst>
          </p:cNvPr>
          <p:cNvSpPr>
            <a:spLocks noGrp="1"/>
          </p:cNvSpPr>
          <p:nvPr/>
        </p:nvSpPr>
        <p:spPr>
          <a:xfrm>
            <a:off x="7281767" y="36451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0" name="F2_precision_recall_distributions_4764">
            <a:extLst>
              <a:ext uri="{FF2B5EF4-FFF2-40B4-BE49-F238E27FC236}">
                <a16:creationId xmlns:a16="http://schemas.microsoft.com/office/drawing/2014/main" id="{D9182F79-5FFB-4B94-A6DC-B5378F36FF9F}"/>
              </a:ext>
            </a:extLst>
          </p:cNvPr>
          <p:cNvSpPr>
            <a:spLocks noGrp="1"/>
          </p:cNvSpPr>
          <p:nvPr/>
        </p:nvSpPr>
        <p:spPr>
          <a:xfrm>
            <a:off x="7151708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1" name="F2_precision_recall_distributions_4765">
            <a:extLst>
              <a:ext uri="{FF2B5EF4-FFF2-40B4-BE49-F238E27FC236}">
                <a16:creationId xmlns:a16="http://schemas.microsoft.com/office/drawing/2014/main" id="{361CDA89-13EA-4144-BF4B-4163A50900EC}"/>
              </a:ext>
            </a:extLst>
          </p:cNvPr>
          <p:cNvSpPr>
            <a:spLocks noGrp="1"/>
          </p:cNvSpPr>
          <p:nvPr/>
        </p:nvSpPr>
        <p:spPr>
          <a:xfrm>
            <a:off x="712273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2" name="F2_precision_recall_distributions_4766">
            <a:extLst>
              <a:ext uri="{FF2B5EF4-FFF2-40B4-BE49-F238E27FC236}">
                <a16:creationId xmlns:a16="http://schemas.microsoft.com/office/drawing/2014/main" id="{FC86F8F5-4579-450B-BE91-C328C2A163A2}"/>
              </a:ext>
            </a:extLst>
          </p:cNvPr>
          <p:cNvSpPr>
            <a:spLocks noGrp="1"/>
          </p:cNvSpPr>
          <p:nvPr/>
        </p:nvSpPr>
        <p:spPr>
          <a:xfrm>
            <a:off x="7211740" y="32153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3" name="F2_precision_recall_distributions_4767">
            <a:extLst>
              <a:ext uri="{FF2B5EF4-FFF2-40B4-BE49-F238E27FC236}">
                <a16:creationId xmlns:a16="http://schemas.microsoft.com/office/drawing/2014/main" id="{FC83D2D9-AAAC-4D81-B5C5-ED0654C14E3A}"/>
              </a:ext>
            </a:extLst>
          </p:cNvPr>
          <p:cNvSpPr>
            <a:spLocks noGrp="1"/>
          </p:cNvSpPr>
          <p:nvPr/>
        </p:nvSpPr>
        <p:spPr>
          <a:xfrm>
            <a:off x="700541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4" name="F2_precision_recall_distributions_4768">
            <a:extLst>
              <a:ext uri="{FF2B5EF4-FFF2-40B4-BE49-F238E27FC236}">
                <a16:creationId xmlns:a16="http://schemas.microsoft.com/office/drawing/2014/main" id="{6FC5C98A-5739-48BE-AEFD-3FCD10E225CA}"/>
              </a:ext>
            </a:extLst>
          </p:cNvPr>
          <p:cNvSpPr>
            <a:spLocks noGrp="1"/>
          </p:cNvSpPr>
          <p:nvPr/>
        </p:nvSpPr>
        <p:spPr>
          <a:xfrm>
            <a:off x="709537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5" name="F2_precision_recall_distributions_4769">
            <a:extLst>
              <a:ext uri="{FF2B5EF4-FFF2-40B4-BE49-F238E27FC236}">
                <a16:creationId xmlns:a16="http://schemas.microsoft.com/office/drawing/2014/main" id="{9852422E-D4BE-4545-A283-49151FEA6642}"/>
              </a:ext>
            </a:extLst>
          </p:cNvPr>
          <p:cNvSpPr>
            <a:spLocks noGrp="1"/>
          </p:cNvSpPr>
          <p:nvPr/>
        </p:nvSpPr>
        <p:spPr>
          <a:xfrm>
            <a:off x="7280310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6" name="F2_precision_recall_distributions_4770">
            <a:extLst>
              <a:ext uri="{FF2B5EF4-FFF2-40B4-BE49-F238E27FC236}">
                <a16:creationId xmlns:a16="http://schemas.microsoft.com/office/drawing/2014/main" id="{0F4C6E77-1600-42BE-88C5-6C52A3DE46AA}"/>
              </a:ext>
            </a:extLst>
          </p:cNvPr>
          <p:cNvSpPr>
            <a:spLocks noGrp="1"/>
          </p:cNvSpPr>
          <p:nvPr/>
        </p:nvSpPr>
        <p:spPr>
          <a:xfrm>
            <a:off x="704885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7" name="F2_precision_recall_distributions_4771">
            <a:extLst>
              <a:ext uri="{FF2B5EF4-FFF2-40B4-BE49-F238E27FC236}">
                <a16:creationId xmlns:a16="http://schemas.microsoft.com/office/drawing/2014/main" id="{18E06565-92EB-49E8-83DC-A346F4E13FA4}"/>
              </a:ext>
            </a:extLst>
          </p:cNvPr>
          <p:cNvSpPr>
            <a:spLocks noGrp="1"/>
          </p:cNvSpPr>
          <p:nvPr/>
        </p:nvSpPr>
        <p:spPr>
          <a:xfrm>
            <a:off x="7313696" y="293242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8" name="F2_precision_recall_distributions_4772">
            <a:extLst>
              <a:ext uri="{FF2B5EF4-FFF2-40B4-BE49-F238E27FC236}">
                <a16:creationId xmlns:a16="http://schemas.microsoft.com/office/drawing/2014/main" id="{B7A44719-66F4-439E-BD2F-DFED6502B58F}"/>
              </a:ext>
            </a:extLst>
          </p:cNvPr>
          <p:cNvSpPr>
            <a:spLocks noGrp="1"/>
          </p:cNvSpPr>
          <p:nvPr/>
        </p:nvSpPr>
        <p:spPr>
          <a:xfrm>
            <a:off x="722434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9" name="F2_precision_recall_distributions_4773">
            <a:extLst>
              <a:ext uri="{FF2B5EF4-FFF2-40B4-BE49-F238E27FC236}">
                <a16:creationId xmlns:a16="http://schemas.microsoft.com/office/drawing/2014/main" id="{0C14E5E3-D959-4BC7-B366-F32B0D5BFC3D}"/>
              </a:ext>
            </a:extLst>
          </p:cNvPr>
          <p:cNvSpPr>
            <a:spLocks noGrp="1"/>
          </p:cNvSpPr>
          <p:nvPr/>
        </p:nvSpPr>
        <p:spPr>
          <a:xfrm>
            <a:off x="7316713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0" name="F2_precision_recall_distributions_4774">
            <a:extLst>
              <a:ext uri="{FF2B5EF4-FFF2-40B4-BE49-F238E27FC236}">
                <a16:creationId xmlns:a16="http://schemas.microsoft.com/office/drawing/2014/main" id="{D46B1E83-0AA3-41A7-94A7-28A0297A84C9}"/>
              </a:ext>
            </a:extLst>
          </p:cNvPr>
          <p:cNvSpPr>
            <a:spLocks noGrp="1"/>
          </p:cNvSpPr>
          <p:nvPr/>
        </p:nvSpPr>
        <p:spPr>
          <a:xfrm>
            <a:off x="708897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1" name="F2_precision_recall_distributions_4775">
            <a:extLst>
              <a:ext uri="{FF2B5EF4-FFF2-40B4-BE49-F238E27FC236}">
                <a16:creationId xmlns:a16="http://schemas.microsoft.com/office/drawing/2014/main" id="{F6094C2A-011D-4A86-8C3B-66A6AE0D61D9}"/>
              </a:ext>
            </a:extLst>
          </p:cNvPr>
          <p:cNvSpPr>
            <a:spLocks noGrp="1"/>
          </p:cNvSpPr>
          <p:nvPr/>
        </p:nvSpPr>
        <p:spPr>
          <a:xfrm>
            <a:off x="7260316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2" name="F2_precision_recall_distributions_4776">
            <a:extLst>
              <a:ext uri="{FF2B5EF4-FFF2-40B4-BE49-F238E27FC236}">
                <a16:creationId xmlns:a16="http://schemas.microsoft.com/office/drawing/2014/main" id="{92836364-9752-4F63-802E-6B0785102BDD}"/>
              </a:ext>
            </a:extLst>
          </p:cNvPr>
          <p:cNvSpPr>
            <a:spLocks noGrp="1"/>
          </p:cNvSpPr>
          <p:nvPr/>
        </p:nvSpPr>
        <p:spPr>
          <a:xfrm>
            <a:off x="726829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3" name="F2_precision_recall_distributions_4777">
            <a:extLst>
              <a:ext uri="{FF2B5EF4-FFF2-40B4-BE49-F238E27FC236}">
                <a16:creationId xmlns:a16="http://schemas.microsoft.com/office/drawing/2014/main" id="{45B8E50D-76B6-4AF7-89BA-7BFF2482F33A}"/>
              </a:ext>
            </a:extLst>
          </p:cNvPr>
          <p:cNvSpPr>
            <a:spLocks noGrp="1"/>
          </p:cNvSpPr>
          <p:nvPr/>
        </p:nvSpPr>
        <p:spPr>
          <a:xfrm>
            <a:off x="7008300" y="31692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4" name="F2_precision_recall_distributions_4778">
            <a:extLst>
              <a:ext uri="{FF2B5EF4-FFF2-40B4-BE49-F238E27FC236}">
                <a16:creationId xmlns:a16="http://schemas.microsoft.com/office/drawing/2014/main" id="{53D16047-FB4D-4B99-B8F4-2AF677A3CBA9}"/>
              </a:ext>
            </a:extLst>
          </p:cNvPr>
          <p:cNvSpPr>
            <a:spLocks noGrp="1"/>
          </p:cNvSpPr>
          <p:nvPr/>
        </p:nvSpPr>
        <p:spPr>
          <a:xfrm>
            <a:off x="6986599" y="30503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5" name="F2_precision_recall_distributions_4779">
            <a:extLst>
              <a:ext uri="{FF2B5EF4-FFF2-40B4-BE49-F238E27FC236}">
                <a16:creationId xmlns:a16="http://schemas.microsoft.com/office/drawing/2014/main" id="{6D2461D3-8B2C-4196-AC66-F5E44FA5F8D5}"/>
              </a:ext>
            </a:extLst>
          </p:cNvPr>
          <p:cNvSpPr>
            <a:spLocks noGrp="1"/>
          </p:cNvSpPr>
          <p:nvPr/>
        </p:nvSpPr>
        <p:spPr>
          <a:xfrm>
            <a:off x="7319768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6" name="F2_precision_recall_distributions_4780">
            <a:extLst>
              <a:ext uri="{FF2B5EF4-FFF2-40B4-BE49-F238E27FC236}">
                <a16:creationId xmlns:a16="http://schemas.microsoft.com/office/drawing/2014/main" id="{B54ECF47-3999-4D1F-BE32-40EE4723A459}"/>
              </a:ext>
            </a:extLst>
          </p:cNvPr>
          <p:cNvSpPr>
            <a:spLocks noGrp="1"/>
          </p:cNvSpPr>
          <p:nvPr/>
        </p:nvSpPr>
        <p:spPr>
          <a:xfrm>
            <a:off x="730365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7" name="F2_precision_recall_distributions_4781">
            <a:extLst>
              <a:ext uri="{FF2B5EF4-FFF2-40B4-BE49-F238E27FC236}">
                <a16:creationId xmlns:a16="http://schemas.microsoft.com/office/drawing/2014/main" id="{AC42105D-2D05-465E-BFCA-5B54BA5DFE76}"/>
              </a:ext>
            </a:extLst>
          </p:cNvPr>
          <p:cNvSpPr>
            <a:spLocks noGrp="1"/>
          </p:cNvSpPr>
          <p:nvPr/>
        </p:nvSpPr>
        <p:spPr>
          <a:xfrm>
            <a:off x="718063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8" name="F2_precision_recall_distributions_4782">
            <a:extLst>
              <a:ext uri="{FF2B5EF4-FFF2-40B4-BE49-F238E27FC236}">
                <a16:creationId xmlns:a16="http://schemas.microsoft.com/office/drawing/2014/main" id="{23A28467-9AF3-45E4-B034-6EA3383CF35B}"/>
              </a:ext>
            </a:extLst>
          </p:cNvPr>
          <p:cNvSpPr>
            <a:spLocks noGrp="1"/>
          </p:cNvSpPr>
          <p:nvPr/>
        </p:nvSpPr>
        <p:spPr>
          <a:xfrm>
            <a:off x="715757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9" name="F2_precision_recall_distributions_4783">
            <a:extLst>
              <a:ext uri="{FF2B5EF4-FFF2-40B4-BE49-F238E27FC236}">
                <a16:creationId xmlns:a16="http://schemas.microsoft.com/office/drawing/2014/main" id="{424D6FB6-83FC-42AC-8EA8-D9016824C648}"/>
              </a:ext>
            </a:extLst>
          </p:cNvPr>
          <p:cNvSpPr>
            <a:spLocks noGrp="1"/>
          </p:cNvSpPr>
          <p:nvPr/>
        </p:nvSpPr>
        <p:spPr>
          <a:xfrm>
            <a:off x="729585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0" name="F2_precision_recall_distributions_4784">
            <a:extLst>
              <a:ext uri="{FF2B5EF4-FFF2-40B4-BE49-F238E27FC236}">
                <a16:creationId xmlns:a16="http://schemas.microsoft.com/office/drawing/2014/main" id="{C9955D39-414B-4780-84F6-01313159D13B}"/>
              </a:ext>
            </a:extLst>
          </p:cNvPr>
          <p:cNvSpPr>
            <a:spLocks noGrp="1"/>
          </p:cNvSpPr>
          <p:nvPr/>
        </p:nvSpPr>
        <p:spPr>
          <a:xfrm>
            <a:off x="7239506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1" name="F2_precision_recall_distributions_4785">
            <a:extLst>
              <a:ext uri="{FF2B5EF4-FFF2-40B4-BE49-F238E27FC236}">
                <a16:creationId xmlns:a16="http://schemas.microsoft.com/office/drawing/2014/main" id="{EFC85F66-E9D5-49B2-BE9F-D80B94FBA585}"/>
              </a:ext>
            </a:extLst>
          </p:cNvPr>
          <p:cNvSpPr>
            <a:spLocks noGrp="1"/>
          </p:cNvSpPr>
          <p:nvPr/>
        </p:nvSpPr>
        <p:spPr>
          <a:xfrm>
            <a:off x="7004393" y="32436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2" name="F2_precision_recall_distributions_4786">
            <a:extLst>
              <a:ext uri="{FF2B5EF4-FFF2-40B4-BE49-F238E27FC236}">
                <a16:creationId xmlns:a16="http://schemas.microsoft.com/office/drawing/2014/main" id="{423A2D40-B89A-4B0A-BF85-443AAD42CEB1}"/>
              </a:ext>
            </a:extLst>
          </p:cNvPr>
          <p:cNvSpPr>
            <a:spLocks noGrp="1"/>
          </p:cNvSpPr>
          <p:nvPr/>
        </p:nvSpPr>
        <p:spPr>
          <a:xfrm>
            <a:off x="701495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3" name="F2_precision_recall_distributions_4787">
            <a:extLst>
              <a:ext uri="{FF2B5EF4-FFF2-40B4-BE49-F238E27FC236}">
                <a16:creationId xmlns:a16="http://schemas.microsoft.com/office/drawing/2014/main" id="{9101C0C4-FDDC-43CE-A859-64FD2BF25E16}"/>
              </a:ext>
            </a:extLst>
          </p:cNvPr>
          <p:cNvSpPr>
            <a:spLocks noGrp="1"/>
          </p:cNvSpPr>
          <p:nvPr/>
        </p:nvSpPr>
        <p:spPr>
          <a:xfrm>
            <a:off x="698625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4" name="F2_precision_recall_distributions_4788">
            <a:extLst>
              <a:ext uri="{FF2B5EF4-FFF2-40B4-BE49-F238E27FC236}">
                <a16:creationId xmlns:a16="http://schemas.microsoft.com/office/drawing/2014/main" id="{1C640B98-C848-4900-85A4-D6EC219A972A}"/>
              </a:ext>
            </a:extLst>
          </p:cNvPr>
          <p:cNvSpPr>
            <a:spLocks noGrp="1"/>
          </p:cNvSpPr>
          <p:nvPr/>
        </p:nvSpPr>
        <p:spPr>
          <a:xfrm>
            <a:off x="71513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5" name="F2_precision_recall_distributions_4789">
            <a:extLst>
              <a:ext uri="{FF2B5EF4-FFF2-40B4-BE49-F238E27FC236}">
                <a16:creationId xmlns:a16="http://schemas.microsoft.com/office/drawing/2014/main" id="{5A316FF5-12EF-4118-8672-C448FE0305EE}"/>
              </a:ext>
            </a:extLst>
          </p:cNvPr>
          <p:cNvSpPr>
            <a:spLocks noGrp="1"/>
          </p:cNvSpPr>
          <p:nvPr/>
        </p:nvSpPr>
        <p:spPr>
          <a:xfrm>
            <a:off x="725958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6" name="F2_precision_recall_distributions_4790">
            <a:extLst>
              <a:ext uri="{FF2B5EF4-FFF2-40B4-BE49-F238E27FC236}">
                <a16:creationId xmlns:a16="http://schemas.microsoft.com/office/drawing/2014/main" id="{AA3005EE-CA71-4DD6-8F40-9C9A53EAD022}"/>
              </a:ext>
            </a:extLst>
          </p:cNvPr>
          <p:cNvSpPr>
            <a:spLocks noGrp="1"/>
          </p:cNvSpPr>
          <p:nvPr/>
        </p:nvSpPr>
        <p:spPr>
          <a:xfrm>
            <a:off x="7311055" y="31881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7" name="F2_precision_recall_distributions_4791">
            <a:extLst>
              <a:ext uri="{FF2B5EF4-FFF2-40B4-BE49-F238E27FC236}">
                <a16:creationId xmlns:a16="http://schemas.microsoft.com/office/drawing/2014/main" id="{727389E0-7666-464D-98DF-602FA9A02750}"/>
              </a:ext>
            </a:extLst>
          </p:cNvPr>
          <p:cNvSpPr>
            <a:spLocks noGrp="1"/>
          </p:cNvSpPr>
          <p:nvPr/>
        </p:nvSpPr>
        <p:spPr>
          <a:xfrm>
            <a:off x="6970784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8" name="F2_precision_recall_distributions_4792">
            <a:extLst>
              <a:ext uri="{FF2B5EF4-FFF2-40B4-BE49-F238E27FC236}">
                <a16:creationId xmlns:a16="http://schemas.microsoft.com/office/drawing/2014/main" id="{C8D13831-BE5D-4D73-8605-138E9946EC4E}"/>
              </a:ext>
            </a:extLst>
          </p:cNvPr>
          <p:cNvSpPr>
            <a:spLocks noGrp="1"/>
          </p:cNvSpPr>
          <p:nvPr/>
        </p:nvSpPr>
        <p:spPr>
          <a:xfrm>
            <a:off x="7213031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9" name="F2_precision_recall_distributions_4793">
            <a:extLst>
              <a:ext uri="{FF2B5EF4-FFF2-40B4-BE49-F238E27FC236}">
                <a16:creationId xmlns:a16="http://schemas.microsoft.com/office/drawing/2014/main" id="{2E736F2C-3970-4022-86EC-6F8E7423B5D5}"/>
              </a:ext>
            </a:extLst>
          </p:cNvPr>
          <p:cNvSpPr>
            <a:spLocks noGrp="1"/>
          </p:cNvSpPr>
          <p:nvPr/>
        </p:nvSpPr>
        <p:spPr>
          <a:xfrm>
            <a:off x="707737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0" name="F2_precision_recall_distributions_4794">
            <a:extLst>
              <a:ext uri="{FF2B5EF4-FFF2-40B4-BE49-F238E27FC236}">
                <a16:creationId xmlns:a16="http://schemas.microsoft.com/office/drawing/2014/main" id="{C946E6FF-A3A3-4D9F-A6B8-AA616EB3264B}"/>
              </a:ext>
            </a:extLst>
          </p:cNvPr>
          <p:cNvSpPr>
            <a:spLocks noGrp="1"/>
          </p:cNvSpPr>
          <p:nvPr/>
        </p:nvSpPr>
        <p:spPr>
          <a:xfrm>
            <a:off x="724511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1" name="F2_precision_recall_distributions_4795">
            <a:extLst>
              <a:ext uri="{FF2B5EF4-FFF2-40B4-BE49-F238E27FC236}">
                <a16:creationId xmlns:a16="http://schemas.microsoft.com/office/drawing/2014/main" id="{B114749C-CE39-46A7-A473-15F76F11E59D}"/>
              </a:ext>
            </a:extLst>
          </p:cNvPr>
          <p:cNvSpPr>
            <a:spLocks noGrp="1"/>
          </p:cNvSpPr>
          <p:nvPr/>
        </p:nvSpPr>
        <p:spPr>
          <a:xfrm>
            <a:off x="726901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2" name="F2_precision_recall_distributions_4796">
            <a:extLst>
              <a:ext uri="{FF2B5EF4-FFF2-40B4-BE49-F238E27FC236}">
                <a16:creationId xmlns:a16="http://schemas.microsoft.com/office/drawing/2014/main" id="{635285D6-57C5-4D8E-AB97-F7D17AF6AD8E}"/>
              </a:ext>
            </a:extLst>
          </p:cNvPr>
          <p:cNvSpPr>
            <a:spLocks noGrp="1"/>
          </p:cNvSpPr>
          <p:nvPr/>
        </p:nvSpPr>
        <p:spPr>
          <a:xfrm>
            <a:off x="702005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3" name="F2_precision_recall_distributions_4797">
            <a:extLst>
              <a:ext uri="{FF2B5EF4-FFF2-40B4-BE49-F238E27FC236}">
                <a16:creationId xmlns:a16="http://schemas.microsoft.com/office/drawing/2014/main" id="{5287AACF-CC09-4E23-8E48-CAF1A8449D77}"/>
              </a:ext>
            </a:extLst>
          </p:cNvPr>
          <p:cNvSpPr>
            <a:spLocks noGrp="1"/>
          </p:cNvSpPr>
          <p:nvPr/>
        </p:nvSpPr>
        <p:spPr>
          <a:xfrm>
            <a:off x="7191351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4" name="F2_precision_recall_distributions_4798">
            <a:extLst>
              <a:ext uri="{FF2B5EF4-FFF2-40B4-BE49-F238E27FC236}">
                <a16:creationId xmlns:a16="http://schemas.microsoft.com/office/drawing/2014/main" id="{E0FB12B4-5F2D-4EAD-ADA5-DA279DCD561D}"/>
              </a:ext>
            </a:extLst>
          </p:cNvPr>
          <p:cNvSpPr>
            <a:spLocks noGrp="1"/>
          </p:cNvSpPr>
          <p:nvPr/>
        </p:nvSpPr>
        <p:spPr>
          <a:xfrm>
            <a:off x="708516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5" name="F2_precision_recall_distributions_4799">
            <a:extLst>
              <a:ext uri="{FF2B5EF4-FFF2-40B4-BE49-F238E27FC236}">
                <a16:creationId xmlns:a16="http://schemas.microsoft.com/office/drawing/2014/main" id="{2ECA1B7C-DB54-4EC0-A96E-B27320F901DF}"/>
              </a:ext>
            </a:extLst>
          </p:cNvPr>
          <p:cNvSpPr>
            <a:spLocks noGrp="1"/>
          </p:cNvSpPr>
          <p:nvPr/>
        </p:nvSpPr>
        <p:spPr>
          <a:xfrm>
            <a:off x="7148920" y="31476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6" name="F2_precision_recall_distributions_4800">
            <a:extLst>
              <a:ext uri="{FF2B5EF4-FFF2-40B4-BE49-F238E27FC236}">
                <a16:creationId xmlns:a16="http://schemas.microsoft.com/office/drawing/2014/main" id="{94A46074-21EB-4260-A1DD-C2E254A3CF79}"/>
              </a:ext>
            </a:extLst>
          </p:cNvPr>
          <p:cNvSpPr>
            <a:spLocks noGrp="1"/>
          </p:cNvSpPr>
          <p:nvPr/>
        </p:nvSpPr>
        <p:spPr>
          <a:xfrm>
            <a:off x="723588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7" name="F2_precision_recall_distributions_4801">
            <a:extLst>
              <a:ext uri="{FF2B5EF4-FFF2-40B4-BE49-F238E27FC236}">
                <a16:creationId xmlns:a16="http://schemas.microsoft.com/office/drawing/2014/main" id="{19F12CF6-42ED-4C76-98FE-93DF70B63F2A}"/>
              </a:ext>
            </a:extLst>
          </p:cNvPr>
          <p:cNvSpPr>
            <a:spLocks noGrp="1"/>
          </p:cNvSpPr>
          <p:nvPr/>
        </p:nvSpPr>
        <p:spPr>
          <a:xfrm>
            <a:off x="7276920" y="35513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8" name="F2_precision_recall_distributions_4802">
            <a:extLst>
              <a:ext uri="{FF2B5EF4-FFF2-40B4-BE49-F238E27FC236}">
                <a16:creationId xmlns:a16="http://schemas.microsoft.com/office/drawing/2014/main" id="{F046FFD7-7C97-42E6-A6C3-AAB2E92088CB}"/>
              </a:ext>
            </a:extLst>
          </p:cNvPr>
          <p:cNvSpPr>
            <a:spLocks noGrp="1"/>
          </p:cNvSpPr>
          <p:nvPr/>
        </p:nvSpPr>
        <p:spPr>
          <a:xfrm>
            <a:off x="700997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9" name="F2_precision_recall_distributions_4803">
            <a:extLst>
              <a:ext uri="{FF2B5EF4-FFF2-40B4-BE49-F238E27FC236}">
                <a16:creationId xmlns:a16="http://schemas.microsoft.com/office/drawing/2014/main" id="{05D0A074-A5B7-4606-9B45-6F27150D9B3F}"/>
              </a:ext>
            </a:extLst>
          </p:cNvPr>
          <p:cNvSpPr>
            <a:spLocks noGrp="1"/>
          </p:cNvSpPr>
          <p:nvPr/>
        </p:nvSpPr>
        <p:spPr>
          <a:xfrm>
            <a:off x="721959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0" name="F2_precision_recall_distributions_4804">
            <a:extLst>
              <a:ext uri="{FF2B5EF4-FFF2-40B4-BE49-F238E27FC236}">
                <a16:creationId xmlns:a16="http://schemas.microsoft.com/office/drawing/2014/main" id="{9E2A95F2-4DB7-47CA-8859-96CD200CC3C7}"/>
              </a:ext>
            </a:extLst>
          </p:cNvPr>
          <p:cNvSpPr>
            <a:spLocks noGrp="1"/>
          </p:cNvSpPr>
          <p:nvPr/>
        </p:nvSpPr>
        <p:spPr>
          <a:xfrm>
            <a:off x="7207536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1" name="F2_precision_recall_distributions_4805">
            <a:extLst>
              <a:ext uri="{FF2B5EF4-FFF2-40B4-BE49-F238E27FC236}">
                <a16:creationId xmlns:a16="http://schemas.microsoft.com/office/drawing/2014/main" id="{8BA56630-5DA9-4061-9950-1D484E047653}"/>
              </a:ext>
            </a:extLst>
          </p:cNvPr>
          <p:cNvSpPr>
            <a:spLocks noGrp="1"/>
          </p:cNvSpPr>
          <p:nvPr/>
        </p:nvSpPr>
        <p:spPr>
          <a:xfrm>
            <a:off x="7326635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2" name="F2_precision_recall_distributions_4806">
            <a:extLst>
              <a:ext uri="{FF2B5EF4-FFF2-40B4-BE49-F238E27FC236}">
                <a16:creationId xmlns:a16="http://schemas.microsoft.com/office/drawing/2014/main" id="{8660EFD7-9C62-4352-9E9E-3620D428EEFA}"/>
              </a:ext>
            </a:extLst>
          </p:cNvPr>
          <p:cNvSpPr>
            <a:spLocks noGrp="1"/>
          </p:cNvSpPr>
          <p:nvPr/>
        </p:nvSpPr>
        <p:spPr>
          <a:xfrm>
            <a:off x="712677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3" name="F2_precision_recall_distributions_4807">
            <a:extLst>
              <a:ext uri="{FF2B5EF4-FFF2-40B4-BE49-F238E27FC236}">
                <a16:creationId xmlns:a16="http://schemas.microsoft.com/office/drawing/2014/main" id="{2D881FAB-E850-467C-A0A7-D5D4CA892724}"/>
              </a:ext>
            </a:extLst>
          </p:cNvPr>
          <p:cNvSpPr>
            <a:spLocks noGrp="1"/>
          </p:cNvSpPr>
          <p:nvPr/>
        </p:nvSpPr>
        <p:spPr>
          <a:xfrm>
            <a:off x="725587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4" name="F2_precision_recall_distributions_4808">
            <a:extLst>
              <a:ext uri="{FF2B5EF4-FFF2-40B4-BE49-F238E27FC236}">
                <a16:creationId xmlns:a16="http://schemas.microsoft.com/office/drawing/2014/main" id="{52C171E5-E1B4-4433-816F-57A009F6D96B}"/>
              </a:ext>
            </a:extLst>
          </p:cNvPr>
          <p:cNvSpPr>
            <a:spLocks noGrp="1"/>
          </p:cNvSpPr>
          <p:nvPr/>
        </p:nvSpPr>
        <p:spPr>
          <a:xfrm>
            <a:off x="710916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5" name="F2_precision_recall_distributions_4809">
            <a:extLst>
              <a:ext uri="{FF2B5EF4-FFF2-40B4-BE49-F238E27FC236}">
                <a16:creationId xmlns:a16="http://schemas.microsoft.com/office/drawing/2014/main" id="{001AFC9D-E261-4A2A-B28C-39886AC91CD9}"/>
              </a:ext>
            </a:extLst>
          </p:cNvPr>
          <p:cNvSpPr>
            <a:spLocks noGrp="1"/>
          </p:cNvSpPr>
          <p:nvPr/>
        </p:nvSpPr>
        <p:spPr>
          <a:xfrm>
            <a:off x="7284810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6" name="F2_precision_recall_distributions_4810">
            <a:extLst>
              <a:ext uri="{FF2B5EF4-FFF2-40B4-BE49-F238E27FC236}">
                <a16:creationId xmlns:a16="http://schemas.microsoft.com/office/drawing/2014/main" id="{958A2067-943B-4C10-A2CB-F653EC0819F2}"/>
              </a:ext>
            </a:extLst>
          </p:cNvPr>
          <p:cNvSpPr>
            <a:spLocks noGrp="1"/>
          </p:cNvSpPr>
          <p:nvPr/>
        </p:nvSpPr>
        <p:spPr>
          <a:xfrm>
            <a:off x="700891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7" name="F2_precision_recall_distributions_4811">
            <a:extLst>
              <a:ext uri="{FF2B5EF4-FFF2-40B4-BE49-F238E27FC236}">
                <a16:creationId xmlns:a16="http://schemas.microsoft.com/office/drawing/2014/main" id="{F7497650-6C5C-43C8-A512-518436968F5F}"/>
              </a:ext>
            </a:extLst>
          </p:cNvPr>
          <p:cNvSpPr>
            <a:spLocks noGrp="1"/>
          </p:cNvSpPr>
          <p:nvPr/>
        </p:nvSpPr>
        <p:spPr>
          <a:xfrm>
            <a:off x="7054840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8" name="F2_precision_recall_distributions_4812">
            <a:extLst>
              <a:ext uri="{FF2B5EF4-FFF2-40B4-BE49-F238E27FC236}">
                <a16:creationId xmlns:a16="http://schemas.microsoft.com/office/drawing/2014/main" id="{39AA5571-2358-492E-ADA0-040C3479E068}"/>
              </a:ext>
            </a:extLst>
          </p:cNvPr>
          <p:cNvSpPr>
            <a:spLocks noGrp="1"/>
          </p:cNvSpPr>
          <p:nvPr/>
        </p:nvSpPr>
        <p:spPr>
          <a:xfrm>
            <a:off x="6999036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9" name="F2_precision_recall_distributions_4813">
            <a:extLst>
              <a:ext uri="{FF2B5EF4-FFF2-40B4-BE49-F238E27FC236}">
                <a16:creationId xmlns:a16="http://schemas.microsoft.com/office/drawing/2014/main" id="{B2CCC145-F140-440E-830D-060EE0C495FE}"/>
              </a:ext>
            </a:extLst>
          </p:cNvPr>
          <p:cNvSpPr>
            <a:spLocks noGrp="1"/>
          </p:cNvSpPr>
          <p:nvPr/>
        </p:nvSpPr>
        <p:spPr>
          <a:xfrm>
            <a:off x="722360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0" name="F2_precision_recall_distributions_4814">
            <a:extLst>
              <a:ext uri="{FF2B5EF4-FFF2-40B4-BE49-F238E27FC236}">
                <a16:creationId xmlns:a16="http://schemas.microsoft.com/office/drawing/2014/main" id="{AD29B369-208F-4C49-AFCC-9735293BA753}"/>
              </a:ext>
            </a:extLst>
          </p:cNvPr>
          <p:cNvSpPr>
            <a:spLocks noGrp="1"/>
          </p:cNvSpPr>
          <p:nvPr/>
        </p:nvSpPr>
        <p:spPr>
          <a:xfrm>
            <a:off x="7298973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1" name="F2_precision_recall_distributions_4815">
            <a:extLst>
              <a:ext uri="{FF2B5EF4-FFF2-40B4-BE49-F238E27FC236}">
                <a16:creationId xmlns:a16="http://schemas.microsoft.com/office/drawing/2014/main" id="{76766D8B-D4BA-40AE-B615-BE8AD2365ED2}"/>
              </a:ext>
            </a:extLst>
          </p:cNvPr>
          <p:cNvSpPr>
            <a:spLocks noGrp="1"/>
          </p:cNvSpPr>
          <p:nvPr/>
        </p:nvSpPr>
        <p:spPr>
          <a:xfrm>
            <a:off x="7040440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2" name="F2_precision_recall_distributions_4816">
            <a:extLst>
              <a:ext uri="{FF2B5EF4-FFF2-40B4-BE49-F238E27FC236}">
                <a16:creationId xmlns:a16="http://schemas.microsoft.com/office/drawing/2014/main" id="{A3C28231-668A-480B-BB3F-963073402271}"/>
              </a:ext>
            </a:extLst>
          </p:cNvPr>
          <p:cNvSpPr>
            <a:spLocks noGrp="1"/>
          </p:cNvSpPr>
          <p:nvPr/>
        </p:nvSpPr>
        <p:spPr>
          <a:xfrm>
            <a:off x="720318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3" name="F2_precision_recall_distributions_4817">
            <a:extLst>
              <a:ext uri="{FF2B5EF4-FFF2-40B4-BE49-F238E27FC236}">
                <a16:creationId xmlns:a16="http://schemas.microsoft.com/office/drawing/2014/main" id="{9286DAB2-80FD-4A59-A105-CC25A8B80376}"/>
              </a:ext>
            </a:extLst>
          </p:cNvPr>
          <p:cNvSpPr>
            <a:spLocks noGrp="1"/>
          </p:cNvSpPr>
          <p:nvPr/>
        </p:nvSpPr>
        <p:spPr>
          <a:xfrm>
            <a:off x="71740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4" name="F2_precision_recall_distributions_4818">
            <a:extLst>
              <a:ext uri="{FF2B5EF4-FFF2-40B4-BE49-F238E27FC236}">
                <a16:creationId xmlns:a16="http://schemas.microsoft.com/office/drawing/2014/main" id="{8F8C3A5E-FA51-42D2-99DA-030AD0439F42}"/>
              </a:ext>
            </a:extLst>
          </p:cNvPr>
          <p:cNvSpPr>
            <a:spLocks noGrp="1"/>
          </p:cNvSpPr>
          <p:nvPr/>
        </p:nvSpPr>
        <p:spPr>
          <a:xfrm>
            <a:off x="7049046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5" name="F2_precision_recall_distributions_4819">
            <a:extLst>
              <a:ext uri="{FF2B5EF4-FFF2-40B4-BE49-F238E27FC236}">
                <a16:creationId xmlns:a16="http://schemas.microsoft.com/office/drawing/2014/main" id="{5B500F1F-708B-4C3A-AA73-67F91E0003CF}"/>
              </a:ext>
            </a:extLst>
          </p:cNvPr>
          <p:cNvSpPr>
            <a:spLocks noGrp="1"/>
          </p:cNvSpPr>
          <p:nvPr/>
        </p:nvSpPr>
        <p:spPr>
          <a:xfrm>
            <a:off x="713878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6" name="F2_precision_recall_distributions_4820">
            <a:extLst>
              <a:ext uri="{FF2B5EF4-FFF2-40B4-BE49-F238E27FC236}">
                <a16:creationId xmlns:a16="http://schemas.microsoft.com/office/drawing/2014/main" id="{96018C79-E5F4-47D4-8343-52B46FED5B57}"/>
              </a:ext>
            </a:extLst>
          </p:cNvPr>
          <p:cNvSpPr>
            <a:spLocks noGrp="1"/>
          </p:cNvSpPr>
          <p:nvPr/>
        </p:nvSpPr>
        <p:spPr>
          <a:xfrm>
            <a:off x="7269508" y="33803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7" name="F2_precision_recall_distributions_4821">
            <a:extLst>
              <a:ext uri="{FF2B5EF4-FFF2-40B4-BE49-F238E27FC236}">
                <a16:creationId xmlns:a16="http://schemas.microsoft.com/office/drawing/2014/main" id="{19546E51-4A68-43D6-A626-D5B2A0F9BE7A}"/>
              </a:ext>
            </a:extLst>
          </p:cNvPr>
          <p:cNvSpPr>
            <a:spLocks noGrp="1"/>
          </p:cNvSpPr>
          <p:nvPr/>
        </p:nvSpPr>
        <p:spPr>
          <a:xfrm>
            <a:off x="7299485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8" name="F2_precision_recall_distributions_4822">
            <a:extLst>
              <a:ext uri="{FF2B5EF4-FFF2-40B4-BE49-F238E27FC236}">
                <a16:creationId xmlns:a16="http://schemas.microsoft.com/office/drawing/2014/main" id="{815BB236-F81D-4B2F-A399-9A9159ABCB61}"/>
              </a:ext>
            </a:extLst>
          </p:cNvPr>
          <p:cNvSpPr>
            <a:spLocks noGrp="1"/>
          </p:cNvSpPr>
          <p:nvPr/>
        </p:nvSpPr>
        <p:spPr>
          <a:xfrm>
            <a:off x="730778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9" name="F2_precision_recall_distributions_4823">
            <a:extLst>
              <a:ext uri="{FF2B5EF4-FFF2-40B4-BE49-F238E27FC236}">
                <a16:creationId xmlns:a16="http://schemas.microsoft.com/office/drawing/2014/main" id="{36A5F31C-0C78-4ECD-AFA3-B57E17CC7ACF}"/>
              </a:ext>
            </a:extLst>
          </p:cNvPr>
          <p:cNvSpPr>
            <a:spLocks noGrp="1"/>
          </p:cNvSpPr>
          <p:nvPr/>
        </p:nvSpPr>
        <p:spPr>
          <a:xfrm>
            <a:off x="7193365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0" name="F2_precision_recall_distributions_4824">
            <a:extLst>
              <a:ext uri="{FF2B5EF4-FFF2-40B4-BE49-F238E27FC236}">
                <a16:creationId xmlns:a16="http://schemas.microsoft.com/office/drawing/2014/main" id="{5F83953D-778F-4C79-B839-3FAC38809329}"/>
              </a:ext>
            </a:extLst>
          </p:cNvPr>
          <p:cNvSpPr>
            <a:spLocks noGrp="1"/>
          </p:cNvSpPr>
          <p:nvPr/>
        </p:nvSpPr>
        <p:spPr>
          <a:xfrm>
            <a:off x="7334921" y="30974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1" name="F2_precision_recall_distributions_4825">
            <a:extLst>
              <a:ext uri="{FF2B5EF4-FFF2-40B4-BE49-F238E27FC236}">
                <a16:creationId xmlns:a16="http://schemas.microsoft.com/office/drawing/2014/main" id="{12CD9CCA-7AD0-4B91-96E9-490E3C232DA5}"/>
              </a:ext>
            </a:extLst>
          </p:cNvPr>
          <p:cNvSpPr>
            <a:spLocks noGrp="1"/>
          </p:cNvSpPr>
          <p:nvPr/>
        </p:nvSpPr>
        <p:spPr>
          <a:xfrm>
            <a:off x="698745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2" name="F2_precision_recall_distributions_4826">
            <a:extLst>
              <a:ext uri="{FF2B5EF4-FFF2-40B4-BE49-F238E27FC236}">
                <a16:creationId xmlns:a16="http://schemas.microsoft.com/office/drawing/2014/main" id="{41D4E5E4-E226-43B3-9D62-D45C703657C7}"/>
              </a:ext>
            </a:extLst>
          </p:cNvPr>
          <p:cNvSpPr>
            <a:spLocks noGrp="1"/>
          </p:cNvSpPr>
          <p:nvPr/>
        </p:nvSpPr>
        <p:spPr>
          <a:xfrm>
            <a:off x="706124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3" name="F2_precision_recall_distributions_4827">
            <a:extLst>
              <a:ext uri="{FF2B5EF4-FFF2-40B4-BE49-F238E27FC236}">
                <a16:creationId xmlns:a16="http://schemas.microsoft.com/office/drawing/2014/main" id="{F4F7BEC9-98F8-4A08-A345-DCA979713C01}"/>
              </a:ext>
            </a:extLst>
          </p:cNvPr>
          <p:cNvSpPr>
            <a:spLocks noGrp="1"/>
          </p:cNvSpPr>
          <p:nvPr/>
        </p:nvSpPr>
        <p:spPr>
          <a:xfrm>
            <a:off x="697722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4" name="F2_precision_recall_distributions_4828">
            <a:extLst>
              <a:ext uri="{FF2B5EF4-FFF2-40B4-BE49-F238E27FC236}">
                <a16:creationId xmlns:a16="http://schemas.microsoft.com/office/drawing/2014/main" id="{77DA888F-97AD-43DA-9821-E963E8BA8EB2}"/>
              </a:ext>
            </a:extLst>
          </p:cNvPr>
          <p:cNvSpPr>
            <a:spLocks noGrp="1"/>
          </p:cNvSpPr>
          <p:nvPr/>
        </p:nvSpPr>
        <p:spPr>
          <a:xfrm>
            <a:off x="6976903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5" name="F2_precision_recall_distributions_4829">
            <a:extLst>
              <a:ext uri="{FF2B5EF4-FFF2-40B4-BE49-F238E27FC236}">
                <a16:creationId xmlns:a16="http://schemas.microsoft.com/office/drawing/2014/main" id="{3F6BF6DA-73B7-4F3F-8B01-0E01722BDD86}"/>
              </a:ext>
            </a:extLst>
          </p:cNvPr>
          <p:cNvSpPr>
            <a:spLocks noGrp="1"/>
          </p:cNvSpPr>
          <p:nvPr/>
        </p:nvSpPr>
        <p:spPr>
          <a:xfrm>
            <a:off x="714174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6" name="F2_precision_recall_distributions_4830">
            <a:extLst>
              <a:ext uri="{FF2B5EF4-FFF2-40B4-BE49-F238E27FC236}">
                <a16:creationId xmlns:a16="http://schemas.microsoft.com/office/drawing/2014/main" id="{EEA6BE35-2EA7-4975-9D0E-209D83E553FF}"/>
              </a:ext>
            </a:extLst>
          </p:cNvPr>
          <p:cNvSpPr>
            <a:spLocks noGrp="1"/>
          </p:cNvSpPr>
          <p:nvPr/>
        </p:nvSpPr>
        <p:spPr>
          <a:xfrm>
            <a:off x="7002869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7" name="F2_precision_recall_distributions_4831">
            <a:extLst>
              <a:ext uri="{FF2B5EF4-FFF2-40B4-BE49-F238E27FC236}">
                <a16:creationId xmlns:a16="http://schemas.microsoft.com/office/drawing/2014/main" id="{63E639A2-DE77-42F6-B2FE-7EEE2F36EDBC}"/>
              </a:ext>
            </a:extLst>
          </p:cNvPr>
          <p:cNvSpPr>
            <a:spLocks noGrp="1"/>
          </p:cNvSpPr>
          <p:nvPr/>
        </p:nvSpPr>
        <p:spPr>
          <a:xfrm>
            <a:off x="7189863" y="29677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8" name="F2_precision_recall_distributions_4832">
            <a:extLst>
              <a:ext uri="{FF2B5EF4-FFF2-40B4-BE49-F238E27FC236}">
                <a16:creationId xmlns:a16="http://schemas.microsoft.com/office/drawing/2014/main" id="{D2C9EBA9-8C4D-4FDF-8D6A-DB87FFCDCBBD}"/>
              </a:ext>
            </a:extLst>
          </p:cNvPr>
          <p:cNvSpPr>
            <a:spLocks noGrp="1"/>
          </p:cNvSpPr>
          <p:nvPr/>
        </p:nvSpPr>
        <p:spPr>
          <a:xfrm>
            <a:off x="7019542" y="361615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9" name="F2_precision_recall_distributions_4833">
            <a:extLst>
              <a:ext uri="{FF2B5EF4-FFF2-40B4-BE49-F238E27FC236}">
                <a16:creationId xmlns:a16="http://schemas.microsoft.com/office/drawing/2014/main" id="{BDEA97AA-5EC1-4CD9-951C-E06432FDD40C}"/>
              </a:ext>
            </a:extLst>
          </p:cNvPr>
          <p:cNvSpPr>
            <a:spLocks noGrp="1"/>
          </p:cNvSpPr>
          <p:nvPr/>
        </p:nvSpPr>
        <p:spPr>
          <a:xfrm>
            <a:off x="704820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0" name="F2_precision_recall_distributions_4834">
            <a:extLst>
              <a:ext uri="{FF2B5EF4-FFF2-40B4-BE49-F238E27FC236}">
                <a16:creationId xmlns:a16="http://schemas.microsoft.com/office/drawing/2014/main" id="{8F20477B-AE5A-42CC-8361-EC4C8F1581F7}"/>
              </a:ext>
            </a:extLst>
          </p:cNvPr>
          <p:cNvSpPr>
            <a:spLocks noGrp="1"/>
          </p:cNvSpPr>
          <p:nvPr/>
        </p:nvSpPr>
        <p:spPr>
          <a:xfrm>
            <a:off x="71747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1" name="F2_precision_recall_distributions_4835">
            <a:extLst>
              <a:ext uri="{FF2B5EF4-FFF2-40B4-BE49-F238E27FC236}">
                <a16:creationId xmlns:a16="http://schemas.microsoft.com/office/drawing/2014/main" id="{917EFE3A-5662-4399-BA0D-E399CF2B4108}"/>
              </a:ext>
            </a:extLst>
          </p:cNvPr>
          <p:cNvSpPr>
            <a:spLocks noGrp="1"/>
          </p:cNvSpPr>
          <p:nvPr/>
        </p:nvSpPr>
        <p:spPr>
          <a:xfrm>
            <a:off x="7156719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2" name="F2_precision_recall_distributions_4836">
            <a:extLst>
              <a:ext uri="{FF2B5EF4-FFF2-40B4-BE49-F238E27FC236}">
                <a16:creationId xmlns:a16="http://schemas.microsoft.com/office/drawing/2014/main" id="{338AC303-EF52-4714-9295-C5318E22C09B}"/>
              </a:ext>
            </a:extLst>
          </p:cNvPr>
          <p:cNvSpPr>
            <a:spLocks noGrp="1"/>
          </p:cNvSpPr>
          <p:nvPr/>
        </p:nvSpPr>
        <p:spPr>
          <a:xfrm>
            <a:off x="7069916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3" name="F2_precision_recall_distributions_4837">
            <a:extLst>
              <a:ext uri="{FF2B5EF4-FFF2-40B4-BE49-F238E27FC236}">
                <a16:creationId xmlns:a16="http://schemas.microsoft.com/office/drawing/2014/main" id="{7CC7E63F-C682-4D8A-83FE-7CC4FFE7FD3B}"/>
              </a:ext>
            </a:extLst>
          </p:cNvPr>
          <p:cNvSpPr>
            <a:spLocks noGrp="1"/>
          </p:cNvSpPr>
          <p:nvPr/>
        </p:nvSpPr>
        <p:spPr>
          <a:xfrm>
            <a:off x="7171940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4" name="F2_precision_recall_distributions_4838">
            <a:extLst>
              <a:ext uri="{FF2B5EF4-FFF2-40B4-BE49-F238E27FC236}">
                <a16:creationId xmlns:a16="http://schemas.microsoft.com/office/drawing/2014/main" id="{0EEDEBAE-4F3B-45A7-B89F-3D7D02E9DE22}"/>
              </a:ext>
            </a:extLst>
          </p:cNvPr>
          <p:cNvSpPr>
            <a:spLocks noGrp="1"/>
          </p:cNvSpPr>
          <p:nvPr/>
        </p:nvSpPr>
        <p:spPr>
          <a:xfrm>
            <a:off x="726503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5" name="F2_precision_recall_distributions_4839">
            <a:extLst>
              <a:ext uri="{FF2B5EF4-FFF2-40B4-BE49-F238E27FC236}">
                <a16:creationId xmlns:a16="http://schemas.microsoft.com/office/drawing/2014/main" id="{97D26E0F-2AFB-493C-9B70-7524CBFD8A16}"/>
              </a:ext>
            </a:extLst>
          </p:cNvPr>
          <p:cNvSpPr>
            <a:spLocks noGrp="1"/>
          </p:cNvSpPr>
          <p:nvPr/>
        </p:nvSpPr>
        <p:spPr>
          <a:xfrm>
            <a:off x="707516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6" name="F2_precision_recall_distributions_4840">
            <a:extLst>
              <a:ext uri="{FF2B5EF4-FFF2-40B4-BE49-F238E27FC236}">
                <a16:creationId xmlns:a16="http://schemas.microsoft.com/office/drawing/2014/main" id="{9DDAC1FD-1297-4ED6-AEA8-4D034595027A}"/>
              </a:ext>
            </a:extLst>
          </p:cNvPr>
          <p:cNvSpPr>
            <a:spLocks noGrp="1"/>
          </p:cNvSpPr>
          <p:nvPr/>
        </p:nvSpPr>
        <p:spPr>
          <a:xfrm>
            <a:off x="7231075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7" name="F2_precision_recall_distributions_4841">
            <a:extLst>
              <a:ext uri="{FF2B5EF4-FFF2-40B4-BE49-F238E27FC236}">
                <a16:creationId xmlns:a16="http://schemas.microsoft.com/office/drawing/2014/main" id="{8EC4B19A-CE15-4308-BA16-A4A3A391D293}"/>
              </a:ext>
            </a:extLst>
          </p:cNvPr>
          <p:cNvSpPr>
            <a:spLocks noGrp="1"/>
          </p:cNvSpPr>
          <p:nvPr/>
        </p:nvSpPr>
        <p:spPr>
          <a:xfrm>
            <a:off x="703461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8" name="F2_precision_recall_distributions_4842">
            <a:extLst>
              <a:ext uri="{FF2B5EF4-FFF2-40B4-BE49-F238E27FC236}">
                <a16:creationId xmlns:a16="http://schemas.microsoft.com/office/drawing/2014/main" id="{9A47F722-F277-436A-8417-C56A76B6672C}"/>
              </a:ext>
            </a:extLst>
          </p:cNvPr>
          <p:cNvSpPr>
            <a:spLocks noGrp="1"/>
          </p:cNvSpPr>
          <p:nvPr/>
        </p:nvSpPr>
        <p:spPr>
          <a:xfrm>
            <a:off x="707792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9" name="F2_precision_recall_distributions_4843">
            <a:extLst>
              <a:ext uri="{FF2B5EF4-FFF2-40B4-BE49-F238E27FC236}">
                <a16:creationId xmlns:a16="http://schemas.microsoft.com/office/drawing/2014/main" id="{25BA0240-DCC1-4D80-9A86-F0AA06F92604}"/>
              </a:ext>
            </a:extLst>
          </p:cNvPr>
          <p:cNvSpPr>
            <a:spLocks noGrp="1"/>
          </p:cNvSpPr>
          <p:nvPr/>
        </p:nvSpPr>
        <p:spPr>
          <a:xfrm>
            <a:off x="7200722" y="33467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0" name="F2_precision_recall_distributions_4844">
            <a:extLst>
              <a:ext uri="{FF2B5EF4-FFF2-40B4-BE49-F238E27FC236}">
                <a16:creationId xmlns:a16="http://schemas.microsoft.com/office/drawing/2014/main" id="{579F0E7D-C713-4748-9053-766781AA530F}"/>
              </a:ext>
            </a:extLst>
          </p:cNvPr>
          <p:cNvSpPr>
            <a:spLocks noGrp="1"/>
          </p:cNvSpPr>
          <p:nvPr/>
        </p:nvSpPr>
        <p:spPr>
          <a:xfrm>
            <a:off x="7204162" y="29829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1" name="F2_precision_recall_distributions_4845">
            <a:extLst>
              <a:ext uri="{FF2B5EF4-FFF2-40B4-BE49-F238E27FC236}">
                <a16:creationId xmlns:a16="http://schemas.microsoft.com/office/drawing/2014/main" id="{B1A6A934-E47D-4581-A113-D248B1CC46B7}"/>
              </a:ext>
            </a:extLst>
          </p:cNvPr>
          <p:cNvSpPr>
            <a:spLocks noGrp="1"/>
          </p:cNvSpPr>
          <p:nvPr/>
        </p:nvSpPr>
        <p:spPr>
          <a:xfrm>
            <a:off x="711810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2" name="F2_precision_recall_distributions_4846">
            <a:extLst>
              <a:ext uri="{FF2B5EF4-FFF2-40B4-BE49-F238E27FC236}">
                <a16:creationId xmlns:a16="http://schemas.microsoft.com/office/drawing/2014/main" id="{CF2418D6-3CFA-4E8B-8166-B21BB16C5C91}"/>
              </a:ext>
            </a:extLst>
          </p:cNvPr>
          <p:cNvSpPr>
            <a:spLocks noGrp="1"/>
          </p:cNvSpPr>
          <p:nvPr/>
        </p:nvSpPr>
        <p:spPr>
          <a:xfrm>
            <a:off x="7251115" y="32421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3" name="F2_precision_recall_distributions_4847">
            <a:extLst>
              <a:ext uri="{FF2B5EF4-FFF2-40B4-BE49-F238E27FC236}">
                <a16:creationId xmlns:a16="http://schemas.microsoft.com/office/drawing/2014/main" id="{22578762-18DA-4116-9D3D-32782B1220CB}"/>
              </a:ext>
            </a:extLst>
          </p:cNvPr>
          <p:cNvSpPr>
            <a:spLocks noGrp="1"/>
          </p:cNvSpPr>
          <p:nvPr/>
        </p:nvSpPr>
        <p:spPr>
          <a:xfrm>
            <a:off x="7230108" y="33709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4" name="F2_precision_recall_distributions_4848">
            <a:extLst>
              <a:ext uri="{FF2B5EF4-FFF2-40B4-BE49-F238E27FC236}">
                <a16:creationId xmlns:a16="http://schemas.microsoft.com/office/drawing/2014/main" id="{181A45FB-9604-4C36-B279-0F9AFF91FB4A}"/>
              </a:ext>
            </a:extLst>
          </p:cNvPr>
          <p:cNvSpPr>
            <a:spLocks noGrp="1"/>
          </p:cNvSpPr>
          <p:nvPr/>
        </p:nvSpPr>
        <p:spPr>
          <a:xfrm>
            <a:off x="724374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5" name="F2_precision_recall_distributions_4849">
            <a:extLst>
              <a:ext uri="{FF2B5EF4-FFF2-40B4-BE49-F238E27FC236}">
                <a16:creationId xmlns:a16="http://schemas.microsoft.com/office/drawing/2014/main" id="{889D7B8D-CE51-4EBD-8EFF-501675F13A8F}"/>
              </a:ext>
            </a:extLst>
          </p:cNvPr>
          <p:cNvSpPr>
            <a:spLocks noGrp="1"/>
          </p:cNvSpPr>
          <p:nvPr/>
        </p:nvSpPr>
        <p:spPr>
          <a:xfrm>
            <a:off x="7255192" y="36965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6" name="F2_precision_recall_distributions_4850">
            <a:extLst>
              <a:ext uri="{FF2B5EF4-FFF2-40B4-BE49-F238E27FC236}">
                <a16:creationId xmlns:a16="http://schemas.microsoft.com/office/drawing/2014/main" id="{A6B6D218-BB2E-41F1-8C77-DC5B307A9186}"/>
              </a:ext>
            </a:extLst>
          </p:cNvPr>
          <p:cNvSpPr>
            <a:spLocks noGrp="1"/>
          </p:cNvSpPr>
          <p:nvPr/>
        </p:nvSpPr>
        <p:spPr>
          <a:xfrm>
            <a:off x="7026232" y="35690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7" name="F2_precision_recall_distributions_4851">
            <a:extLst>
              <a:ext uri="{FF2B5EF4-FFF2-40B4-BE49-F238E27FC236}">
                <a16:creationId xmlns:a16="http://schemas.microsoft.com/office/drawing/2014/main" id="{28DDFD4B-2440-4531-9EED-FDD336D32E71}"/>
              </a:ext>
            </a:extLst>
          </p:cNvPr>
          <p:cNvSpPr>
            <a:spLocks noGrp="1"/>
          </p:cNvSpPr>
          <p:nvPr/>
        </p:nvSpPr>
        <p:spPr>
          <a:xfrm>
            <a:off x="699053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8" name="F2_precision_recall_distributions_4852">
            <a:extLst>
              <a:ext uri="{FF2B5EF4-FFF2-40B4-BE49-F238E27FC236}">
                <a16:creationId xmlns:a16="http://schemas.microsoft.com/office/drawing/2014/main" id="{E1452C47-B5C9-4681-9837-84481ED383D1}"/>
              </a:ext>
            </a:extLst>
          </p:cNvPr>
          <p:cNvSpPr>
            <a:spLocks noGrp="1"/>
          </p:cNvSpPr>
          <p:nvPr/>
        </p:nvSpPr>
        <p:spPr>
          <a:xfrm>
            <a:off x="718491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9" name="F2_precision_recall_distributions_4853">
            <a:extLst>
              <a:ext uri="{FF2B5EF4-FFF2-40B4-BE49-F238E27FC236}">
                <a16:creationId xmlns:a16="http://schemas.microsoft.com/office/drawing/2014/main" id="{DD971919-C953-476B-B5F1-FA04AEF6651D}"/>
              </a:ext>
            </a:extLst>
          </p:cNvPr>
          <p:cNvSpPr>
            <a:spLocks noGrp="1"/>
          </p:cNvSpPr>
          <p:nvPr/>
        </p:nvSpPr>
        <p:spPr>
          <a:xfrm>
            <a:off x="716901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0" name="F2_precision_recall_distributions_4854">
            <a:extLst>
              <a:ext uri="{FF2B5EF4-FFF2-40B4-BE49-F238E27FC236}">
                <a16:creationId xmlns:a16="http://schemas.microsoft.com/office/drawing/2014/main" id="{D3EA1AE4-5AD9-4535-BE53-0F7E2F051659}"/>
              </a:ext>
            </a:extLst>
          </p:cNvPr>
          <p:cNvSpPr>
            <a:spLocks noGrp="1"/>
          </p:cNvSpPr>
          <p:nvPr/>
        </p:nvSpPr>
        <p:spPr>
          <a:xfrm>
            <a:off x="6981214" y="35855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1" name="F2_precision_recall_distributions_4855">
            <a:extLst>
              <a:ext uri="{FF2B5EF4-FFF2-40B4-BE49-F238E27FC236}">
                <a16:creationId xmlns:a16="http://schemas.microsoft.com/office/drawing/2014/main" id="{D0AB7BD1-2868-472A-878D-566E989DB73F}"/>
              </a:ext>
            </a:extLst>
          </p:cNvPr>
          <p:cNvSpPr>
            <a:spLocks noGrp="1"/>
          </p:cNvSpPr>
          <p:nvPr/>
        </p:nvSpPr>
        <p:spPr>
          <a:xfrm>
            <a:off x="731478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2" name="F2_precision_recall_distributions_4856">
            <a:extLst>
              <a:ext uri="{FF2B5EF4-FFF2-40B4-BE49-F238E27FC236}">
                <a16:creationId xmlns:a16="http://schemas.microsoft.com/office/drawing/2014/main" id="{1D90372F-6C33-4A25-A226-E543185DCC75}"/>
              </a:ext>
            </a:extLst>
          </p:cNvPr>
          <p:cNvSpPr>
            <a:spLocks noGrp="1"/>
          </p:cNvSpPr>
          <p:nvPr/>
        </p:nvSpPr>
        <p:spPr>
          <a:xfrm>
            <a:off x="698858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3" name="F2_precision_recall_distributions_4857">
            <a:extLst>
              <a:ext uri="{FF2B5EF4-FFF2-40B4-BE49-F238E27FC236}">
                <a16:creationId xmlns:a16="http://schemas.microsoft.com/office/drawing/2014/main" id="{E87343B3-0CCC-47D4-8D9B-739E174DDEC8}"/>
              </a:ext>
            </a:extLst>
          </p:cNvPr>
          <p:cNvSpPr>
            <a:spLocks noGrp="1"/>
          </p:cNvSpPr>
          <p:nvPr/>
        </p:nvSpPr>
        <p:spPr>
          <a:xfrm>
            <a:off x="7992389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869" y="842186"/>
                </a:lnTo>
                <a:lnTo>
                  <a:pt x="22860" y="835606"/>
                </a:lnTo>
                <a:lnTo>
                  <a:pt x="49233" y="829027"/>
                </a:lnTo>
                <a:lnTo>
                  <a:pt x="82412" y="822447"/>
                </a:lnTo>
                <a:lnTo>
                  <a:pt x="119397" y="815868"/>
                </a:lnTo>
                <a:lnTo>
                  <a:pt x="157203" y="809288"/>
                </a:lnTo>
                <a:lnTo>
                  <a:pt x="193238" y="802708"/>
                </a:lnTo>
                <a:lnTo>
                  <a:pt x="225556" y="796129"/>
                </a:lnTo>
                <a:lnTo>
                  <a:pt x="252969" y="789549"/>
                </a:lnTo>
                <a:lnTo>
                  <a:pt x="275016" y="782970"/>
                </a:lnTo>
                <a:lnTo>
                  <a:pt x="291831" y="776390"/>
                </a:lnTo>
                <a:lnTo>
                  <a:pt x="303968" y="769811"/>
                </a:lnTo>
                <a:lnTo>
                  <a:pt x="312213" y="763231"/>
                </a:lnTo>
                <a:lnTo>
                  <a:pt x="317427" y="756651"/>
                </a:lnTo>
                <a:lnTo>
                  <a:pt x="320434" y="750072"/>
                </a:lnTo>
                <a:lnTo>
                  <a:pt x="321952" y="743492"/>
                </a:lnTo>
                <a:lnTo>
                  <a:pt x="322564" y="736913"/>
                </a:lnTo>
                <a:lnTo>
                  <a:pt x="322713" y="730333"/>
                </a:lnTo>
                <a:lnTo>
                  <a:pt x="322714" y="723754"/>
                </a:lnTo>
                <a:lnTo>
                  <a:pt x="322770" y="717174"/>
                </a:lnTo>
                <a:lnTo>
                  <a:pt x="322990" y="710594"/>
                </a:lnTo>
                <a:lnTo>
                  <a:pt x="323410" y="704015"/>
                </a:lnTo>
                <a:lnTo>
                  <a:pt x="324011" y="697435"/>
                </a:lnTo>
                <a:lnTo>
                  <a:pt x="324736" y="690856"/>
                </a:lnTo>
                <a:lnTo>
                  <a:pt x="325508" y="684276"/>
                </a:lnTo>
                <a:lnTo>
                  <a:pt x="326245" y="677697"/>
                </a:lnTo>
                <a:lnTo>
                  <a:pt x="326869" y="671117"/>
                </a:lnTo>
                <a:lnTo>
                  <a:pt x="327313" y="664537"/>
                </a:lnTo>
                <a:lnTo>
                  <a:pt x="327524" y="657958"/>
                </a:lnTo>
                <a:lnTo>
                  <a:pt x="327461" y="651378"/>
                </a:lnTo>
                <a:lnTo>
                  <a:pt x="327091" y="644799"/>
                </a:lnTo>
                <a:lnTo>
                  <a:pt x="326389" y="638219"/>
                </a:lnTo>
                <a:lnTo>
                  <a:pt x="325334" y="631639"/>
                </a:lnTo>
                <a:lnTo>
                  <a:pt x="323918" y="625060"/>
                </a:lnTo>
                <a:lnTo>
                  <a:pt x="322150" y="618480"/>
                </a:lnTo>
                <a:lnTo>
                  <a:pt x="320069" y="611901"/>
                </a:lnTo>
                <a:lnTo>
                  <a:pt x="317750" y="605321"/>
                </a:lnTo>
                <a:lnTo>
                  <a:pt x="315313" y="598742"/>
                </a:lnTo>
                <a:lnTo>
                  <a:pt x="312916" y="592162"/>
                </a:lnTo>
                <a:lnTo>
                  <a:pt x="310742" y="585582"/>
                </a:lnTo>
                <a:lnTo>
                  <a:pt x="308979" y="579003"/>
                </a:lnTo>
                <a:lnTo>
                  <a:pt x="307795" y="572423"/>
                </a:lnTo>
                <a:lnTo>
                  <a:pt x="307305" y="565844"/>
                </a:lnTo>
                <a:lnTo>
                  <a:pt x="307557" y="559264"/>
                </a:lnTo>
                <a:lnTo>
                  <a:pt x="308522" y="552685"/>
                </a:lnTo>
                <a:lnTo>
                  <a:pt x="310093" y="546105"/>
                </a:lnTo>
                <a:lnTo>
                  <a:pt x="312103" y="539525"/>
                </a:lnTo>
                <a:lnTo>
                  <a:pt x="314348" y="532946"/>
                </a:lnTo>
                <a:lnTo>
                  <a:pt x="316615" y="526366"/>
                </a:lnTo>
                <a:lnTo>
                  <a:pt x="318697" y="519787"/>
                </a:lnTo>
                <a:lnTo>
                  <a:pt x="320416" y="513207"/>
                </a:lnTo>
                <a:lnTo>
                  <a:pt x="321625" y="506627"/>
                </a:lnTo>
                <a:lnTo>
                  <a:pt x="322209" y="500048"/>
                </a:lnTo>
                <a:lnTo>
                  <a:pt x="322087" y="493468"/>
                </a:lnTo>
                <a:lnTo>
                  <a:pt x="321211" y="486889"/>
                </a:lnTo>
                <a:lnTo>
                  <a:pt x="319571" y="480309"/>
                </a:lnTo>
                <a:lnTo>
                  <a:pt x="317210" y="473730"/>
                </a:lnTo>
                <a:lnTo>
                  <a:pt x="314233" y="467150"/>
                </a:lnTo>
                <a:lnTo>
                  <a:pt x="310819" y="460570"/>
                </a:lnTo>
                <a:lnTo>
                  <a:pt x="307220" y="453991"/>
                </a:lnTo>
                <a:lnTo>
                  <a:pt x="303745" y="447411"/>
                </a:lnTo>
                <a:lnTo>
                  <a:pt x="300731" y="440832"/>
                </a:lnTo>
                <a:lnTo>
                  <a:pt x="298496" y="434252"/>
                </a:lnTo>
                <a:lnTo>
                  <a:pt x="297293" y="427673"/>
                </a:lnTo>
                <a:lnTo>
                  <a:pt x="297268" y="421093"/>
                </a:lnTo>
                <a:lnTo>
                  <a:pt x="298437" y="414513"/>
                </a:lnTo>
                <a:lnTo>
                  <a:pt x="300678" y="407934"/>
                </a:lnTo>
                <a:lnTo>
                  <a:pt x="303757" y="401354"/>
                </a:lnTo>
                <a:lnTo>
                  <a:pt x="307363" y="394775"/>
                </a:lnTo>
                <a:lnTo>
                  <a:pt x="311160" y="388195"/>
                </a:lnTo>
                <a:lnTo>
                  <a:pt x="314835" y="381616"/>
                </a:lnTo>
                <a:lnTo>
                  <a:pt x="318136" y="375036"/>
                </a:lnTo>
                <a:lnTo>
                  <a:pt x="320897" y="368456"/>
                </a:lnTo>
                <a:lnTo>
                  <a:pt x="323041" y="361877"/>
                </a:lnTo>
                <a:lnTo>
                  <a:pt x="324572" y="355297"/>
                </a:lnTo>
                <a:lnTo>
                  <a:pt x="325559" y="348718"/>
                </a:lnTo>
                <a:lnTo>
                  <a:pt x="326110" y="342138"/>
                </a:lnTo>
                <a:lnTo>
                  <a:pt x="326348" y="335558"/>
                </a:lnTo>
                <a:lnTo>
                  <a:pt x="326398" y="328979"/>
                </a:lnTo>
                <a:lnTo>
                  <a:pt x="326371" y="322399"/>
                </a:lnTo>
                <a:lnTo>
                  <a:pt x="326353" y="315820"/>
                </a:lnTo>
                <a:lnTo>
                  <a:pt x="326406" y="309240"/>
                </a:lnTo>
                <a:lnTo>
                  <a:pt x="326562" y="302661"/>
                </a:lnTo>
                <a:lnTo>
                  <a:pt x="326825" y="296081"/>
                </a:lnTo>
                <a:lnTo>
                  <a:pt x="327172" y="289501"/>
                </a:lnTo>
                <a:lnTo>
                  <a:pt x="327557" y="282922"/>
                </a:lnTo>
                <a:lnTo>
                  <a:pt x="327917" y="276342"/>
                </a:lnTo>
                <a:lnTo>
                  <a:pt x="328183" y="269763"/>
                </a:lnTo>
                <a:lnTo>
                  <a:pt x="328283" y="263183"/>
                </a:lnTo>
                <a:lnTo>
                  <a:pt x="328161" y="256604"/>
                </a:lnTo>
                <a:lnTo>
                  <a:pt x="327783" y="250024"/>
                </a:lnTo>
                <a:lnTo>
                  <a:pt x="327142" y="243444"/>
                </a:lnTo>
                <a:lnTo>
                  <a:pt x="326267" y="236865"/>
                </a:lnTo>
                <a:lnTo>
                  <a:pt x="325215" y="230285"/>
                </a:lnTo>
                <a:lnTo>
                  <a:pt x="324066" y="223706"/>
                </a:lnTo>
                <a:lnTo>
                  <a:pt x="322914" y="217126"/>
                </a:lnTo>
                <a:lnTo>
                  <a:pt x="321850" y="210546"/>
                </a:lnTo>
                <a:lnTo>
                  <a:pt x="320954" y="203967"/>
                </a:lnTo>
                <a:lnTo>
                  <a:pt x="320281" y="197387"/>
                </a:lnTo>
                <a:lnTo>
                  <a:pt x="319861" y="190808"/>
                </a:lnTo>
                <a:lnTo>
                  <a:pt x="319694" y="184228"/>
                </a:lnTo>
                <a:lnTo>
                  <a:pt x="319759" y="177649"/>
                </a:lnTo>
                <a:lnTo>
                  <a:pt x="320017" y="171069"/>
                </a:lnTo>
                <a:lnTo>
                  <a:pt x="320429" y="164489"/>
                </a:lnTo>
                <a:lnTo>
                  <a:pt x="320958" y="157910"/>
                </a:lnTo>
                <a:lnTo>
                  <a:pt x="321575" y="151330"/>
                </a:lnTo>
                <a:lnTo>
                  <a:pt x="322269" y="144751"/>
                </a:lnTo>
                <a:lnTo>
                  <a:pt x="323035" y="138171"/>
                </a:lnTo>
                <a:lnTo>
                  <a:pt x="323870" y="131592"/>
                </a:lnTo>
                <a:lnTo>
                  <a:pt x="324770" y="125012"/>
                </a:lnTo>
                <a:lnTo>
                  <a:pt x="325707" y="118432"/>
                </a:lnTo>
                <a:lnTo>
                  <a:pt x="326629" y="111853"/>
                </a:lnTo>
                <a:lnTo>
                  <a:pt x="327448" y="105273"/>
                </a:lnTo>
                <a:lnTo>
                  <a:pt x="328032" y="98694"/>
                </a:lnTo>
                <a:lnTo>
                  <a:pt x="328207" y="92114"/>
                </a:lnTo>
                <a:lnTo>
                  <a:pt x="327763" y="85535"/>
                </a:lnTo>
                <a:lnTo>
                  <a:pt x="326460" y="78955"/>
                </a:lnTo>
                <a:lnTo>
                  <a:pt x="324056" y="72375"/>
                </a:lnTo>
                <a:lnTo>
                  <a:pt x="320336" y="65796"/>
                </a:lnTo>
                <a:lnTo>
                  <a:pt x="315152" y="59216"/>
                </a:lnTo>
                <a:lnTo>
                  <a:pt x="308472" y="52637"/>
                </a:lnTo>
                <a:lnTo>
                  <a:pt x="300428" y="46057"/>
                </a:lnTo>
                <a:lnTo>
                  <a:pt x="291340" y="39477"/>
                </a:lnTo>
                <a:lnTo>
                  <a:pt x="281728" y="32898"/>
                </a:lnTo>
                <a:lnTo>
                  <a:pt x="272276" y="26318"/>
                </a:lnTo>
                <a:lnTo>
                  <a:pt x="263770" y="19739"/>
                </a:lnTo>
                <a:lnTo>
                  <a:pt x="256995" y="13159"/>
                </a:lnTo>
                <a:lnTo>
                  <a:pt x="252626" y="6580"/>
                </a:lnTo>
                <a:lnTo>
                  <a:pt x="251116" y="0"/>
                </a:lnTo>
                <a:lnTo>
                  <a:pt x="423981" y="0"/>
                </a:lnTo>
                <a:lnTo>
                  <a:pt x="423981" y="0"/>
                </a:lnTo>
                <a:lnTo>
                  <a:pt x="422471" y="6580"/>
                </a:lnTo>
                <a:lnTo>
                  <a:pt x="418101" y="13159"/>
                </a:lnTo>
                <a:lnTo>
                  <a:pt x="411327" y="19739"/>
                </a:lnTo>
                <a:lnTo>
                  <a:pt x="402821" y="26318"/>
                </a:lnTo>
                <a:lnTo>
                  <a:pt x="393369" y="32898"/>
                </a:lnTo>
                <a:lnTo>
                  <a:pt x="383756" y="39477"/>
                </a:lnTo>
                <a:lnTo>
                  <a:pt x="374668" y="46057"/>
                </a:lnTo>
                <a:lnTo>
                  <a:pt x="366624" y="52637"/>
                </a:lnTo>
                <a:lnTo>
                  <a:pt x="359945" y="59216"/>
                </a:lnTo>
                <a:lnTo>
                  <a:pt x="354761" y="65796"/>
                </a:lnTo>
                <a:lnTo>
                  <a:pt x="351040" y="72375"/>
                </a:lnTo>
                <a:lnTo>
                  <a:pt x="348637" y="78955"/>
                </a:lnTo>
                <a:lnTo>
                  <a:pt x="347334" y="85535"/>
                </a:lnTo>
                <a:lnTo>
                  <a:pt x="346889" y="92114"/>
                </a:lnTo>
                <a:lnTo>
                  <a:pt x="347065" y="98694"/>
                </a:lnTo>
                <a:lnTo>
                  <a:pt x="347649" y="105273"/>
                </a:lnTo>
                <a:lnTo>
                  <a:pt x="348467" y="111853"/>
                </a:lnTo>
                <a:lnTo>
                  <a:pt x="349390" y="118432"/>
                </a:lnTo>
                <a:lnTo>
                  <a:pt x="350327" y="125012"/>
                </a:lnTo>
                <a:lnTo>
                  <a:pt x="351226" y="131592"/>
                </a:lnTo>
                <a:lnTo>
                  <a:pt x="352062" y="138171"/>
                </a:lnTo>
                <a:lnTo>
                  <a:pt x="352827" y="144751"/>
                </a:lnTo>
                <a:lnTo>
                  <a:pt x="353521" y="151330"/>
                </a:lnTo>
                <a:lnTo>
                  <a:pt x="354139" y="157910"/>
                </a:lnTo>
                <a:lnTo>
                  <a:pt x="354667" y="164489"/>
                </a:lnTo>
                <a:lnTo>
                  <a:pt x="355079" y="171069"/>
                </a:lnTo>
                <a:lnTo>
                  <a:pt x="355338" y="177649"/>
                </a:lnTo>
                <a:lnTo>
                  <a:pt x="355402" y="184228"/>
                </a:lnTo>
                <a:lnTo>
                  <a:pt x="355235" y="190808"/>
                </a:lnTo>
                <a:lnTo>
                  <a:pt x="354815" y="197387"/>
                </a:lnTo>
                <a:lnTo>
                  <a:pt x="354143" y="203967"/>
                </a:lnTo>
                <a:lnTo>
                  <a:pt x="353246" y="210546"/>
                </a:lnTo>
                <a:lnTo>
                  <a:pt x="352183" y="217126"/>
                </a:lnTo>
                <a:lnTo>
                  <a:pt x="351031" y="223706"/>
                </a:lnTo>
                <a:lnTo>
                  <a:pt x="349882" y="230285"/>
                </a:lnTo>
                <a:lnTo>
                  <a:pt x="348829" y="236865"/>
                </a:lnTo>
                <a:lnTo>
                  <a:pt x="347954" y="243444"/>
                </a:lnTo>
                <a:lnTo>
                  <a:pt x="347314" y="250024"/>
                </a:lnTo>
                <a:lnTo>
                  <a:pt x="346935" y="256604"/>
                </a:lnTo>
                <a:lnTo>
                  <a:pt x="346814" y="263183"/>
                </a:lnTo>
                <a:lnTo>
                  <a:pt x="346914" y="269763"/>
                </a:lnTo>
                <a:lnTo>
                  <a:pt x="347179" y="276342"/>
                </a:lnTo>
                <a:lnTo>
                  <a:pt x="347540" y="282922"/>
                </a:lnTo>
                <a:lnTo>
                  <a:pt x="347925" y="289501"/>
                </a:lnTo>
                <a:lnTo>
                  <a:pt x="348271" y="296081"/>
                </a:lnTo>
                <a:lnTo>
                  <a:pt x="348534" y="302661"/>
                </a:lnTo>
                <a:lnTo>
                  <a:pt x="348690" y="309240"/>
                </a:lnTo>
                <a:lnTo>
                  <a:pt x="348743" y="315820"/>
                </a:lnTo>
                <a:lnTo>
                  <a:pt x="348726" y="322399"/>
                </a:lnTo>
                <a:lnTo>
                  <a:pt x="348698" y="328979"/>
                </a:lnTo>
                <a:lnTo>
                  <a:pt x="348749" y="335558"/>
                </a:lnTo>
                <a:lnTo>
                  <a:pt x="348987" y="342138"/>
                </a:lnTo>
                <a:lnTo>
                  <a:pt x="349537" y="348718"/>
                </a:lnTo>
                <a:lnTo>
                  <a:pt x="350524" y="355297"/>
                </a:lnTo>
                <a:lnTo>
                  <a:pt x="352056" y="361877"/>
                </a:lnTo>
                <a:lnTo>
                  <a:pt x="354200" y="368456"/>
                </a:lnTo>
                <a:lnTo>
                  <a:pt x="356960" y="375036"/>
                </a:lnTo>
                <a:lnTo>
                  <a:pt x="360261" y="381616"/>
                </a:lnTo>
                <a:lnTo>
                  <a:pt x="363936" y="388195"/>
                </a:lnTo>
                <a:lnTo>
                  <a:pt x="367733" y="394775"/>
                </a:lnTo>
                <a:lnTo>
                  <a:pt x="371339" y="401354"/>
                </a:lnTo>
                <a:lnTo>
                  <a:pt x="374418" y="407934"/>
                </a:lnTo>
                <a:lnTo>
                  <a:pt x="376660" y="414513"/>
                </a:lnTo>
                <a:lnTo>
                  <a:pt x="377828" y="421093"/>
                </a:lnTo>
                <a:lnTo>
                  <a:pt x="377804" y="427673"/>
                </a:lnTo>
                <a:lnTo>
                  <a:pt x="376601" y="434252"/>
                </a:lnTo>
                <a:lnTo>
                  <a:pt x="374365" y="440832"/>
                </a:lnTo>
                <a:lnTo>
                  <a:pt x="371351" y="447411"/>
                </a:lnTo>
                <a:lnTo>
                  <a:pt x="367877" y="453991"/>
                </a:lnTo>
                <a:lnTo>
                  <a:pt x="364278" y="460570"/>
                </a:lnTo>
                <a:lnTo>
                  <a:pt x="360864" y="467150"/>
                </a:lnTo>
                <a:lnTo>
                  <a:pt x="357887" y="473730"/>
                </a:lnTo>
                <a:lnTo>
                  <a:pt x="355525" y="480309"/>
                </a:lnTo>
                <a:lnTo>
                  <a:pt x="353886" y="486889"/>
                </a:lnTo>
                <a:lnTo>
                  <a:pt x="353009" y="493468"/>
                </a:lnTo>
                <a:lnTo>
                  <a:pt x="352887" y="500048"/>
                </a:lnTo>
                <a:lnTo>
                  <a:pt x="353471" y="506627"/>
                </a:lnTo>
                <a:lnTo>
                  <a:pt x="354680" y="513207"/>
                </a:lnTo>
                <a:lnTo>
                  <a:pt x="356399" y="519787"/>
                </a:lnTo>
                <a:lnTo>
                  <a:pt x="358482" y="526366"/>
                </a:lnTo>
                <a:lnTo>
                  <a:pt x="360748" y="532946"/>
                </a:lnTo>
                <a:lnTo>
                  <a:pt x="362994" y="539525"/>
                </a:lnTo>
                <a:lnTo>
                  <a:pt x="365004" y="546105"/>
                </a:lnTo>
                <a:lnTo>
                  <a:pt x="366574" y="552685"/>
                </a:lnTo>
                <a:lnTo>
                  <a:pt x="367539" y="559264"/>
                </a:lnTo>
                <a:lnTo>
                  <a:pt x="367792" y="565844"/>
                </a:lnTo>
                <a:lnTo>
                  <a:pt x="367302" y="572423"/>
                </a:lnTo>
                <a:lnTo>
                  <a:pt x="366117" y="579003"/>
                </a:lnTo>
                <a:lnTo>
                  <a:pt x="364355" y="585582"/>
                </a:lnTo>
                <a:lnTo>
                  <a:pt x="362181" y="592162"/>
                </a:lnTo>
                <a:lnTo>
                  <a:pt x="359783" y="598742"/>
                </a:lnTo>
                <a:lnTo>
                  <a:pt x="357347" y="605321"/>
                </a:lnTo>
                <a:lnTo>
                  <a:pt x="355028" y="611901"/>
                </a:lnTo>
                <a:lnTo>
                  <a:pt x="352946" y="618480"/>
                </a:lnTo>
                <a:lnTo>
                  <a:pt x="351178" y="625060"/>
                </a:lnTo>
                <a:lnTo>
                  <a:pt x="349762" y="631639"/>
                </a:lnTo>
                <a:lnTo>
                  <a:pt x="348707" y="638219"/>
                </a:lnTo>
                <a:lnTo>
                  <a:pt x="348005" y="644799"/>
                </a:lnTo>
                <a:lnTo>
                  <a:pt x="347636" y="651378"/>
                </a:lnTo>
                <a:lnTo>
                  <a:pt x="347573" y="657958"/>
                </a:lnTo>
                <a:lnTo>
                  <a:pt x="347784" y="664537"/>
                </a:lnTo>
                <a:lnTo>
                  <a:pt x="348228" y="671117"/>
                </a:lnTo>
                <a:lnTo>
                  <a:pt x="348851" y="677697"/>
                </a:lnTo>
                <a:lnTo>
                  <a:pt x="349588" y="684276"/>
                </a:lnTo>
                <a:lnTo>
                  <a:pt x="350361" y="690856"/>
                </a:lnTo>
                <a:lnTo>
                  <a:pt x="351086" y="697435"/>
                </a:lnTo>
                <a:lnTo>
                  <a:pt x="351687" y="704015"/>
                </a:lnTo>
                <a:lnTo>
                  <a:pt x="352107" y="710594"/>
                </a:lnTo>
                <a:lnTo>
                  <a:pt x="352327" y="717174"/>
                </a:lnTo>
                <a:lnTo>
                  <a:pt x="352383" y="723754"/>
                </a:lnTo>
                <a:lnTo>
                  <a:pt x="352384" y="730333"/>
                </a:lnTo>
                <a:lnTo>
                  <a:pt x="352533" y="736913"/>
                </a:lnTo>
                <a:lnTo>
                  <a:pt x="353145" y="743492"/>
                </a:lnTo>
                <a:lnTo>
                  <a:pt x="354662" y="750072"/>
                </a:lnTo>
                <a:lnTo>
                  <a:pt x="357669" y="756651"/>
                </a:lnTo>
                <a:lnTo>
                  <a:pt x="362883" y="763231"/>
                </a:lnTo>
                <a:lnTo>
                  <a:pt x="371128" y="769811"/>
                </a:lnTo>
                <a:lnTo>
                  <a:pt x="383266" y="776390"/>
                </a:lnTo>
                <a:lnTo>
                  <a:pt x="400081" y="782970"/>
                </a:lnTo>
                <a:lnTo>
                  <a:pt x="422127" y="789549"/>
                </a:lnTo>
                <a:lnTo>
                  <a:pt x="449541" y="796129"/>
                </a:lnTo>
                <a:lnTo>
                  <a:pt x="481859" y="802708"/>
                </a:lnTo>
                <a:lnTo>
                  <a:pt x="517893" y="809288"/>
                </a:lnTo>
                <a:lnTo>
                  <a:pt x="555700" y="815868"/>
                </a:lnTo>
                <a:lnTo>
                  <a:pt x="592685" y="822447"/>
                </a:lnTo>
                <a:lnTo>
                  <a:pt x="625863" y="829027"/>
                </a:lnTo>
                <a:lnTo>
                  <a:pt x="652236" y="835606"/>
                </a:lnTo>
                <a:lnTo>
                  <a:pt x="669227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2044" name="F2_precision_recall_distributions_4858">
            <a:extLst>
              <a:ext uri="{FF2B5EF4-FFF2-40B4-BE49-F238E27FC236}">
                <a16:creationId xmlns:a16="http://schemas.microsoft.com/office/drawing/2014/main" id="{91D0D6CC-2781-4FBE-A674-AB483E953AD5}"/>
              </a:ext>
            </a:extLst>
          </p:cNvPr>
          <p:cNvSpPr>
            <a:spLocks noGrp="1"/>
          </p:cNvSpPr>
          <p:nvPr/>
        </p:nvSpPr>
        <p:spPr>
          <a:xfrm>
            <a:off x="834606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5" name="F2_precision_recall_distributions_4859">
            <a:extLst>
              <a:ext uri="{FF2B5EF4-FFF2-40B4-BE49-F238E27FC236}">
                <a16:creationId xmlns:a16="http://schemas.microsoft.com/office/drawing/2014/main" id="{CC0F3269-402F-4A5C-9882-E7F07FB6DAF1}"/>
              </a:ext>
            </a:extLst>
          </p:cNvPr>
          <p:cNvSpPr>
            <a:spLocks noGrp="1"/>
          </p:cNvSpPr>
          <p:nvPr/>
        </p:nvSpPr>
        <p:spPr>
          <a:xfrm>
            <a:off x="832831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6" name="F2_precision_recall_distributions_4860">
            <a:extLst>
              <a:ext uri="{FF2B5EF4-FFF2-40B4-BE49-F238E27FC236}">
                <a16:creationId xmlns:a16="http://schemas.microsoft.com/office/drawing/2014/main" id="{2DDD73A2-2C3B-48BA-9196-C21FCA0FE3F6}"/>
              </a:ext>
            </a:extLst>
          </p:cNvPr>
          <p:cNvSpPr>
            <a:spLocks noGrp="1"/>
          </p:cNvSpPr>
          <p:nvPr/>
        </p:nvSpPr>
        <p:spPr>
          <a:xfrm>
            <a:off x="8131241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7" name="F2_precision_recall_distributions_4861">
            <a:extLst>
              <a:ext uri="{FF2B5EF4-FFF2-40B4-BE49-F238E27FC236}">
                <a16:creationId xmlns:a16="http://schemas.microsoft.com/office/drawing/2014/main" id="{2F8BE5B0-07C7-4DAD-A288-9A5EA578CB60}"/>
              </a:ext>
            </a:extLst>
          </p:cNvPr>
          <p:cNvSpPr>
            <a:spLocks noGrp="1"/>
          </p:cNvSpPr>
          <p:nvPr/>
        </p:nvSpPr>
        <p:spPr>
          <a:xfrm>
            <a:off x="822261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8" name="F2_precision_recall_distributions_4862">
            <a:extLst>
              <a:ext uri="{FF2B5EF4-FFF2-40B4-BE49-F238E27FC236}">
                <a16:creationId xmlns:a16="http://schemas.microsoft.com/office/drawing/2014/main" id="{5E3D4B4C-6490-4B2D-AB2D-D86DE68F7AB4}"/>
              </a:ext>
            </a:extLst>
          </p:cNvPr>
          <p:cNvSpPr>
            <a:spLocks noGrp="1"/>
          </p:cNvSpPr>
          <p:nvPr/>
        </p:nvSpPr>
        <p:spPr>
          <a:xfrm>
            <a:off x="8271266" y="326374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9" name="F2_precision_recall_distributions_4863">
            <a:extLst>
              <a:ext uri="{FF2B5EF4-FFF2-40B4-BE49-F238E27FC236}">
                <a16:creationId xmlns:a16="http://schemas.microsoft.com/office/drawing/2014/main" id="{1DD4FA17-486C-44EE-A0AB-FC94F4DFDD6C}"/>
              </a:ext>
            </a:extLst>
          </p:cNvPr>
          <p:cNvSpPr>
            <a:spLocks noGrp="1"/>
          </p:cNvSpPr>
          <p:nvPr/>
        </p:nvSpPr>
        <p:spPr>
          <a:xfrm>
            <a:off x="833367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0" name="F2_precision_recall_distributions_4864">
            <a:extLst>
              <a:ext uri="{FF2B5EF4-FFF2-40B4-BE49-F238E27FC236}">
                <a16:creationId xmlns:a16="http://schemas.microsoft.com/office/drawing/2014/main" id="{249B43EE-E114-4E0A-B530-F6058EFB3A71}"/>
              </a:ext>
            </a:extLst>
          </p:cNvPr>
          <p:cNvSpPr>
            <a:spLocks noGrp="1"/>
          </p:cNvSpPr>
          <p:nvPr/>
        </p:nvSpPr>
        <p:spPr>
          <a:xfrm>
            <a:off x="827335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1" name="F2_precision_recall_distributions_4865">
            <a:extLst>
              <a:ext uri="{FF2B5EF4-FFF2-40B4-BE49-F238E27FC236}">
                <a16:creationId xmlns:a16="http://schemas.microsoft.com/office/drawing/2014/main" id="{6E695C61-6E4F-4A0F-99EB-6C0DE9061E1E}"/>
              </a:ext>
            </a:extLst>
          </p:cNvPr>
          <p:cNvSpPr>
            <a:spLocks noGrp="1"/>
          </p:cNvSpPr>
          <p:nvPr/>
        </p:nvSpPr>
        <p:spPr>
          <a:xfrm>
            <a:off x="8413101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2" name="F2_precision_recall_distributions_4866">
            <a:extLst>
              <a:ext uri="{FF2B5EF4-FFF2-40B4-BE49-F238E27FC236}">
                <a16:creationId xmlns:a16="http://schemas.microsoft.com/office/drawing/2014/main" id="{3826D362-B649-4F15-A1C9-1BBFB50C951C}"/>
              </a:ext>
            </a:extLst>
          </p:cNvPr>
          <p:cNvSpPr>
            <a:spLocks noGrp="1"/>
          </p:cNvSpPr>
          <p:nvPr/>
        </p:nvSpPr>
        <p:spPr>
          <a:xfrm>
            <a:off x="847835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3" name="F2_precision_recall_distributions_4867">
            <a:extLst>
              <a:ext uri="{FF2B5EF4-FFF2-40B4-BE49-F238E27FC236}">
                <a16:creationId xmlns:a16="http://schemas.microsoft.com/office/drawing/2014/main" id="{542DD7DE-0478-4D79-8CF4-89DCDB6BE5FE}"/>
              </a:ext>
            </a:extLst>
          </p:cNvPr>
          <p:cNvSpPr>
            <a:spLocks noGrp="1"/>
          </p:cNvSpPr>
          <p:nvPr/>
        </p:nvSpPr>
        <p:spPr>
          <a:xfrm>
            <a:off x="8293559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4" name="F2_precision_recall_distributions_4868">
            <a:extLst>
              <a:ext uri="{FF2B5EF4-FFF2-40B4-BE49-F238E27FC236}">
                <a16:creationId xmlns:a16="http://schemas.microsoft.com/office/drawing/2014/main" id="{CC032031-3388-4014-9C6C-311245E04404}"/>
              </a:ext>
            </a:extLst>
          </p:cNvPr>
          <p:cNvSpPr>
            <a:spLocks noGrp="1"/>
          </p:cNvSpPr>
          <p:nvPr/>
        </p:nvSpPr>
        <p:spPr>
          <a:xfrm>
            <a:off x="8165179" y="29890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5" name="F2_precision_recall_distributions_4869">
            <a:extLst>
              <a:ext uri="{FF2B5EF4-FFF2-40B4-BE49-F238E27FC236}">
                <a16:creationId xmlns:a16="http://schemas.microsoft.com/office/drawing/2014/main" id="{04148B15-4CDD-4DF2-9A12-43D26E6F078C}"/>
              </a:ext>
            </a:extLst>
          </p:cNvPr>
          <p:cNvSpPr>
            <a:spLocks noGrp="1"/>
          </p:cNvSpPr>
          <p:nvPr/>
        </p:nvSpPr>
        <p:spPr>
          <a:xfrm>
            <a:off x="8391620" y="30031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6" name="F2_precision_recall_distributions_4870">
            <a:extLst>
              <a:ext uri="{FF2B5EF4-FFF2-40B4-BE49-F238E27FC236}">
                <a16:creationId xmlns:a16="http://schemas.microsoft.com/office/drawing/2014/main" id="{02BF2264-EE3F-456A-A911-DA7135A4786C}"/>
              </a:ext>
            </a:extLst>
          </p:cNvPr>
          <p:cNvSpPr>
            <a:spLocks noGrp="1"/>
          </p:cNvSpPr>
          <p:nvPr/>
        </p:nvSpPr>
        <p:spPr>
          <a:xfrm>
            <a:off x="8393653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7" name="F2_precision_recall_distributions_4871">
            <a:extLst>
              <a:ext uri="{FF2B5EF4-FFF2-40B4-BE49-F238E27FC236}">
                <a16:creationId xmlns:a16="http://schemas.microsoft.com/office/drawing/2014/main" id="{05EF3B2B-9C21-447A-A3B5-07163620E6C1}"/>
              </a:ext>
            </a:extLst>
          </p:cNvPr>
          <p:cNvSpPr>
            <a:spLocks noGrp="1"/>
          </p:cNvSpPr>
          <p:nvPr/>
        </p:nvSpPr>
        <p:spPr>
          <a:xfrm>
            <a:off x="820845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8" name="F2_precision_recall_distributions_4872">
            <a:extLst>
              <a:ext uri="{FF2B5EF4-FFF2-40B4-BE49-F238E27FC236}">
                <a16:creationId xmlns:a16="http://schemas.microsoft.com/office/drawing/2014/main" id="{18496594-6B9D-4E18-96E0-DD1512FD31CC}"/>
              </a:ext>
            </a:extLst>
          </p:cNvPr>
          <p:cNvSpPr>
            <a:spLocks noGrp="1"/>
          </p:cNvSpPr>
          <p:nvPr/>
        </p:nvSpPr>
        <p:spPr>
          <a:xfrm>
            <a:off x="8218012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9" name="F2_precision_recall_distributions_4873">
            <a:extLst>
              <a:ext uri="{FF2B5EF4-FFF2-40B4-BE49-F238E27FC236}">
                <a16:creationId xmlns:a16="http://schemas.microsoft.com/office/drawing/2014/main" id="{0446180B-B231-4156-9F4A-FAE88453D9C2}"/>
              </a:ext>
            </a:extLst>
          </p:cNvPr>
          <p:cNvSpPr>
            <a:spLocks noGrp="1"/>
          </p:cNvSpPr>
          <p:nvPr/>
        </p:nvSpPr>
        <p:spPr>
          <a:xfrm>
            <a:off x="8320111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0" name="F2_precision_recall_distributions_4874">
            <a:extLst>
              <a:ext uri="{FF2B5EF4-FFF2-40B4-BE49-F238E27FC236}">
                <a16:creationId xmlns:a16="http://schemas.microsoft.com/office/drawing/2014/main" id="{B48A69A5-F75E-46EF-867C-CEA577703917}"/>
              </a:ext>
            </a:extLst>
          </p:cNvPr>
          <p:cNvSpPr>
            <a:spLocks noGrp="1"/>
          </p:cNvSpPr>
          <p:nvPr/>
        </p:nvSpPr>
        <p:spPr>
          <a:xfrm>
            <a:off x="829573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1" name="F2_precision_recall_distributions_4875">
            <a:extLst>
              <a:ext uri="{FF2B5EF4-FFF2-40B4-BE49-F238E27FC236}">
                <a16:creationId xmlns:a16="http://schemas.microsoft.com/office/drawing/2014/main" id="{E35561C4-68A6-440E-BA7A-D867FF62EE13}"/>
              </a:ext>
            </a:extLst>
          </p:cNvPr>
          <p:cNvSpPr>
            <a:spLocks noGrp="1"/>
          </p:cNvSpPr>
          <p:nvPr/>
        </p:nvSpPr>
        <p:spPr>
          <a:xfrm>
            <a:off x="8406887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2" name="F2_precision_recall_distributions_4876">
            <a:extLst>
              <a:ext uri="{FF2B5EF4-FFF2-40B4-BE49-F238E27FC236}">
                <a16:creationId xmlns:a16="http://schemas.microsoft.com/office/drawing/2014/main" id="{EACDA5D4-0950-45D9-85B3-14C6DBA683DB}"/>
              </a:ext>
            </a:extLst>
          </p:cNvPr>
          <p:cNvSpPr>
            <a:spLocks noGrp="1"/>
          </p:cNvSpPr>
          <p:nvPr/>
        </p:nvSpPr>
        <p:spPr>
          <a:xfrm>
            <a:off x="8335792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3" name="F2_precision_recall_distributions_4877">
            <a:extLst>
              <a:ext uri="{FF2B5EF4-FFF2-40B4-BE49-F238E27FC236}">
                <a16:creationId xmlns:a16="http://schemas.microsoft.com/office/drawing/2014/main" id="{E615F9F6-544B-4741-BFBA-6E16616716F2}"/>
              </a:ext>
            </a:extLst>
          </p:cNvPr>
          <p:cNvSpPr>
            <a:spLocks noGrp="1"/>
          </p:cNvSpPr>
          <p:nvPr/>
        </p:nvSpPr>
        <p:spPr>
          <a:xfrm>
            <a:off x="8161165" y="29677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4" name="F2_precision_recall_distributions_4878">
            <a:extLst>
              <a:ext uri="{FF2B5EF4-FFF2-40B4-BE49-F238E27FC236}">
                <a16:creationId xmlns:a16="http://schemas.microsoft.com/office/drawing/2014/main" id="{0985F054-0254-40BF-9F50-B1FCD7562FDC}"/>
              </a:ext>
            </a:extLst>
          </p:cNvPr>
          <p:cNvSpPr>
            <a:spLocks noGrp="1"/>
          </p:cNvSpPr>
          <p:nvPr/>
        </p:nvSpPr>
        <p:spPr>
          <a:xfrm>
            <a:off x="8472238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5" name="F2_precision_recall_distributions_4879">
            <a:extLst>
              <a:ext uri="{FF2B5EF4-FFF2-40B4-BE49-F238E27FC236}">
                <a16:creationId xmlns:a16="http://schemas.microsoft.com/office/drawing/2014/main" id="{12B06D94-5144-4928-9D9E-5805EF72A218}"/>
              </a:ext>
            </a:extLst>
          </p:cNvPr>
          <p:cNvSpPr>
            <a:spLocks noGrp="1"/>
          </p:cNvSpPr>
          <p:nvPr/>
        </p:nvSpPr>
        <p:spPr>
          <a:xfrm>
            <a:off x="830415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6" name="F2_precision_recall_distributions_4880">
            <a:extLst>
              <a:ext uri="{FF2B5EF4-FFF2-40B4-BE49-F238E27FC236}">
                <a16:creationId xmlns:a16="http://schemas.microsoft.com/office/drawing/2014/main" id="{71330FB5-D6F3-4C21-99CC-8E80D45D7EDA}"/>
              </a:ext>
            </a:extLst>
          </p:cNvPr>
          <p:cNvSpPr>
            <a:spLocks noGrp="1"/>
          </p:cNvSpPr>
          <p:nvPr/>
        </p:nvSpPr>
        <p:spPr>
          <a:xfrm>
            <a:off x="8483305" y="30314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7" name="F2_precision_recall_distributions_4881">
            <a:extLst>
              <a:ext uri="{FF2B5EF4-FFF2-40B4-BE49-F238E27FC236}">
                <a16:creationId xmlns:a16="http://schemas.microsoft.com/office/drawing/2014/main" id="{05C305B7-2E88-4BFB-8934-AE86F0540A33}"/>
              </a:ext>
            </a:extLst>
          </p:cNvPr>
          <p:cNvSpPr>
            <a:spLocks noGrp="1"/>
          </p:cNvSpPr>
          <p:nvPr/>
        </p:nvSpPr>
        <p:spPr>
          <a:xfrm>
            <a:off x="8395399" y="317998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8" name="F2_precision_recall_distributions_4882">
            <a:extLst>
              <a:ext uri="{FF2B5EF4-FFF2-40B4-BE49-F238E27FC236}">
                <a16:creationId xmlns:a16="http://schemas.microsoft.com/office/drawing/2014/main" id="{7DFFCB51-43DD-4EFA-A2D2-347408243FB7}"/>
              </a:ext>
            </a:extLst>
          </p:cNvPr>
          <p:cNvSpPr>
            <a:spLocks noGrp="1"/>
          </p:cNvSpPr>
          <p:nvPr/>
        </p:nvSpPr>
        <p:spPr>
          <a:xfrm>
            <a:off x="817761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9" name="F2_precision_recall_distributions_4883">
            <a:extLst>
              <a:ext uri="{FF2B5EF4-FFF2-40B4-BE49-F238E27FC236}">
                <a16:creationId xmlns:a16="http://schemas.microsoft.com/office/drawing/2014/main" id="{1D848FE5-FECE-49EB-B4AE-C4A8AF77C4EC}"/>
              </a:ext>
            </a:extLst>
          </p:cNvPr>
          <p:cNvSpPr>
            <a:spLocks noGrp="1"/>
          </p:cNvSpPr>
          <p:nvPr/>
        </p:nvSpPr>
        <p:spPr>
          <a:xfrm>
            <a:off x="823319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0" name="F2_precision_recall_distributions_4884">
            <a:extLst>
              <a:ext uri="{FF2B5EF4-FFF2-40B4-BE49-F238E27FC236}">
                <a16:creationId xmlns:a16="http://schemas.microsoft.com/office/drawing/2014/main" id="{CD52101E-9A52-434D-9C6E-26C6D0FBE8C4}"/>
              </a:ext>
            </a:extLst>
          </p:cNvPr>
          <p:cNvSpPr>
            <a:spLocks noGrp="1"/>
          </p:cNvSpPr>
          <p:nvPr/>
        </p:nvSpPr>
        <p:spPr>
          <a:xfrm>
            <a:off x="8321957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1" name="F2_precision_recall_distributions_4885">
            <a:extLst>
              <a:ext uri="{FF2B5EF4-FFF2-40B4-BE49-F238E27FC236}">
                <a16:creationId xmlns:a16="http://schemas.microsoft.com/office/drawing/2014/main" id="{F1D633D9-BE9D-4765-8F03-A0EE03355BB9}"/>
              </a:ext>
            </a:extLst>
          </p:cNvPr>
          <p:cNvSpPr>
            <a:spLocks noGrp="1"/>
          </p:cNvSpPr>
          <p:nvPr/>
        </p:nvSpPr>
        <p:spPr>
          <a:xfrm>
            <a:off x="816800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2" name="F2_precision_recall_distributions_4886">
            <a:extLst>
              <a:ext uri="{FF2B5EF4-FFF2-40B4-BE49-F238E27FC236}">
                <a16:creationId xmlns:a16="http://schemas.microsoft.com/office/drawing/2014/main" id="{58CF50BB-47F2-4122-A7F5-17B6773DBC63}"/>
              </a:ext>
            </a:extLst>
          </p:cNvPr>
          <p:cNvSpPr>
            <a:spLocks noGrp="1"/>
          </p:cNvSpPr>
          <p:nvPr/>
        </p:nvSpPr>
        <p:spPr>
          <a:xfrm>
            <a:off x="8357431" y="35892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3" name="F2_precision_recall_distributions_4887">
            <a:extLst>
              <a:ext uri="{FF2B5EF4-FFF2-40B4-BE49-F238E27FC236}">
                <a16:creationId xmlns:a16="http://schemas.microsoft.com/office/drawing/2014/main" id="{D0B8F05C-564E-4D97-B8CF-26E648BE3650}"/>
              </a:ext>
            </a:extLst>
          </p:cNvPr>
          <p:cNvSpPr>
            <a:spLocks noGrp="1"/>
          </p:cNvSpPr>
          <p:nvPr/>
        </p:nvSpPr>
        <p:spPr>
          <a:xfrm>
            <a:off x="8343589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4" name="F2_precision_recall_distributions_4888">
            <a:extLst>
              <a:ext uri="{FF2B5EF4-FFF2-40B4-BE49-F238E27FC236}">
                <a16:creationId xmlns:a16="http://schemas.microsoft.com/office/drawing/2014/main" id="{A41E1262-4D31-4BBB-8ADE-89A793441309}"/>
              </a:ext>
            </a:extLst>
          </p:cNvPr>
          <p:cNvSpPr>
            <a:spLocks noGrp="1"/>
          </p:cNvSpPr>
          <p:nvPr/>
        </p:nvSpPr>
        <p:spPr>
          <a:xfrm>
            <a:off x="838887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5" name="F2_precision_recall_distributions_4889">
            <a:extLst>
              <a:ext uri="{FF2B5EF4-FFF2-40B4-BE49-F238E27FC236}">
                <a16:creationId xmlns:a16="http://schemas.microsoft.com/office/drawing/2014/main" id="{11885BDA-1587-4221-AAAC-28E54C1C403B}"/>
              </a:ext>
            </a:extLst>
          </p:cNvPr>
          <p:cNvSpPr>
            <a:spLocks noGrp="1"/>
          </p:cNvSpPr>
          <p:nvPr/>
        </p:nvSpPr>
        <p:spPr>
          <a:xfrm>
            <a:off x="8250480" y="357988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6" name="F2_precision_recall_distributions_4890">
            <a:extLst>
              <a:ext uri="{FF2B5EF4-FFF2-40B4-BE49-F238E27FC236}">
                <a16:creationId xmlns:a16="http://schemas.microsoft.com/office/drawing/2014/main" id="{3AADBB9E-4BDA-4D28-9A6D-139D987C3495}"/>
              </a:ext>
            </a:extLst>
          </p:cNvPr>
          <p:cNvSpPr>
            <a:spLocks noGrp="1"/>
          </p:cNvSpPr>
          <p:nvPr/>
        </p:nvSpPr>
        <p:spPr>
          <a:xfrm>
            <a:off x="842782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7" name="F2_precision_recall_distributions_4891">
            <a:extLst>
              <a:ext uri="{FF2B5EF4-FFF2-40B4-BE49-F238E27FC236}">
                <a16:creationId xmlns:a16="http://schemas.microsoft.com/office/drawing/2014/main" id="{00764961-9E84-447D-A821-76E83DA095A5}"/>
              </a:ext>
            </a:extLst>
          </p:cNvPr>
          <p:cNvSpPr>
            <a:spLocks noGrp="1"/>
          </p:cNvSpPr>
          <p:nvPr/>
        </p:nvSpPr>
        <p:spPr>
          <a:xfrm>
            <a:off x="8441019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8" name="F2_precision_recall_distributions_4892">
            <a:extLst>
              <a:ext uri="{FF2B5EF4-FFF2-40B4-BE49-F238E27FC236}">
                <a16:creationId xmlns:a16="http://schemas.microsoft.com/office/drawing/2014/main" id="{282C18FE-048A-411D-A64C-99D437A14EC3}"/>
              </a:ext>
            </a:extLst>
          </p:cNvPr>
          <p:cNvSpPr>
            <a:spLocks noGrp="1"/>
          </p:cNvSpPr>
          <p:nvPr/>
        </p:nvSpPr>
        <p:spPr>
          <a:xfrm>
            <a:off x="83643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9" name="F2_precision_recall_distributions_4893">
            <a:extLst>
              <a:ext uri="{FF2B5EF4-FFF2-40B4-BE49-F238E27FC236}">
                <a16:creationId xmlns:a16="http://schemas.microsoft.com/office/drawing/2014/main" id="{FD0C86C8-CA4D-497C-89D1-8F5995938E44}"/>
              </a:ext>
            </a:extLst>
          </p:cNvPr>
          <p:cNvSpPr>
            <a:spLocks noGrp="1"/>
          </p:cNvSpPr>
          <p:nvPr/>
        </p:nvSpPr>
        <p:spPr>
          <a:xfrm>
            <a:off x="831704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0" name="F2_precision_recall_distributions_4894">
            <a:extLst>
              <a:ext uri="{FF2B5EF4-FFF2-40B4-BE49-F238E27FC236}">
                <a16:creationId xmlns:a16="http://schemas.microsoft.com/office/drawing/2014/main" id="{FB6874F2-69D6-4AF6-A3FF-7D094DD1C824}"/>
              </a:ext>
            </a:extLst>
          </p:cNvPr>
          <p:cNvSpPr>
            <a:spLocks noGrp="1"/>
          </p:cNvSpPr>
          <p:nvPr/>
        </p:nvSpPr>
        <p:spPr>
          <a:xfrm>
            <a:off x="839536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1" name="F2_precision_recall_distributions_4895">
            <a:extLst>
              <a:ext uri="{FF2B5EF4-FFF2-40B4-BE49-F238E27FC236}">
                <a16:creationId xmlns:a16="http://schemas.microsoft.com/office/drawing/2014/main" id="{A7CC5629-A046-48CF-A2D0-3366CA4856EC}"/>
              </a:ext>
            </a:extLst>
          </p:cNvPr>
          <p:cNvSpPr>
            <a:spLocks noGrp="1"/>
          </p:cNvSpPr>
          <p:nvPr/>
        </p:nvSpPr>
        <p:spPr>
          <a:xfrm>
            <a:off x="8498995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2" name="F2_precision_recall_distributions_4896">
            <a:extLst>
              <a:ext uri="{FF2B5EF4-FFF2-40B4-BE49-F238E27FC236}">
                <a16:creationId xmlns:a16="http://schemas.microsoft.com/office/drawing/2014/main" id="{E32FEAB4-8A57-470D-B410-702AC206B288}"/>
              </a:ext>
            </a:extLst>
          </p:cNvPr>
          <p:cNvSpPr>
            <a:spLocks noGrp="1"/>
          </p:cNvSpPr>
          <p:nvPr/>
        </p:nvSpPr>
        <p:spPr>
          <a:xfrm>
            <a:off x="849085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3" name="F2_precision_recall_distributions_4897">
            <a:extLst>
              <a:ext uri="{FF2B5EF4-FFF2-40B4-BE49-F238E27FC236}">
                <a16:creationId xmlns:a16="http://schemas.microsoft.com/office/drawing/2014/main" id="{ECF6E6C7-3076-40B8-A7B1-BC67143BAE34}"/>
              </a:ext>
            </a:extLst>
          </p:cNvPr>
          <p:cNvSpPr>
            <a:spLocks noGrp="1"/>
          </p:cNvSpPr>
          <p:nvPr/>
        </p:nvSpPr>
        <p:spPr>
          <a:xfrm>
            <a:off x="8293992" y="33921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4" name="F2_precision_recall_distributions_4898">
            <a:extLst>
              <a:ext uri="{FF2B5EF4-FFF2-40B4-BE49-F238E27FC236}">
                <a16:creationId xmlns:a16="http://schemas.microsoft.com/office/drawing/2014/main" id="{19B27B59-D032-4A1C-BA92-810A0C9D4CF7}"/>
              </a:ext>
            </a:extLst>
          </p:cNvPr>
          <p:cNvSpPr>
            <a:spLocks noGrp="1"/>
          </p:cNvSpPr>
          <p:nvPr/>
        </p:nvSpPr>
        <p:spPr>
          <a:xfrm>
            <a:off x="824928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5" name="F2_precision_recall_distributions_4899">
            <a:extLst>
              <a:ext uri="{FF2B5EF4-FFF2-40B4-BE49-F238E27FC236}">
                <a16:creationId xmlns:a16="http://schemas.microsoft.com/office/drawing/2014/main" id="{B50D28F9-0136-4729-A74B-CD5FB05572D3}"/>
              </a:ext>
            </a:extLst>
          </p:cNvPr>
          <p:cNvSpPr>
            <a:spLocks noGrp="1"/>
          </p:cNvSpPr>
          <p:nvPr/>
        </p:nvSpPr>
        <p:spPr>
          <a:xfrm>
            <a:off x="8179747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6" name="F2_precision_recall_distributions_4900">
            <a:extLst>
              <a:ext uri="{FF2B5EF4-FFF2-40B4-BE49-F238E27FC236}">
                <a16:creationId xmlns:a16="http://schemas.microsoft.com/office/drawing/2014/main" id="{48B4BBE4-39F5-41EB-B3E7-98DB0FA37FC9}"/>
              </a:ext>
            </a:extLst>
          </p:cNvPr>
          <p:cNvSpPr>
            <a:spLocks noGrp="1"/>
          </p:cNvSpPr>
          <p:nvPr/>
        </p:nvSpPr>
        <p:spPr>
          <a:xfrm>
            <a:off x="831906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7" name="F2_precision_recall_distributions_4901">
            <a:extLst>
              <a:ext uri="{FF2B5EF4-FFF2-40B4-BE49-F238E27FC236}">
                <a16:creationId xmlns:a16="http://schemas.microsoft.com/office/drawing/2014/main" id="{4B02DF7F-972A-4A75-BE50-6FBE57CA487F}"/>
              </a:ext>
            </a:extLst>
          </p:cNvPr>
          <p:cNvSpPr>
            <a:spLocks noGrp="1"/>
          </p:cNvSpPr>
          <p:nvPr/>
        </p:nvSpPr>
        <p:spPr>
          <a:xfrm>
            <a:off x="842432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8" name="F2_precision_recall_distributions_4902">
            <a:extLst>
              <a:ext uri="{FF2B5EF4-FFF2-40B4-BE49-F238E27FC236}">
                <a16:creationId xmlns:a16="http://schemas.microsoft.com/office/drawing/2014/main" id="{54983F7F-A4FE-486F-918E-57A6A2F91451}"/>
              </a:ext>
            </a:extLst>
          </p:cNvPr>
          <p:cNvSpPr>
            <a:spLocks noGrp="1"/>
          </p:cNvSpPr>
          <p:nvPr/>
        </p:nvSpPr>
        <p:spPr>
          <a:xfrm>
            <a:off x="84683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9" name="F2_precision_recall_distributions_4903">
            <a:extLst>
              <a:ext uri="{FF2B5EF4-FFF2-40B4-BE49-F238E27FC236}">
                <a16:creationId xmlns:a16="http://schemas.microsoft.com/office/drawing/2014/main" id="{619E7BE8-0EAC-4303-9B28-E536D2ECAB90}"/>
              </a:ext>
            </a:extLst>
          </p:cNvPr>
          <p:cNvSpPr>
            <a:spLocks noGrp="1"/>
          </p:cNvSpPr>
          <p:nvPr/>
        </p:nvSpPr>
        <p:spPr>
          <a:xfrm>
            <a:off x="842443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0" name="F2_precision_recall_distributions_4904">
            <a:extLst>
              <a:ext uri="{FF2B5EF4-FFF2-40B4-BE49-F238E27FC236}">
                <a16:creationId xmlns:a16="http://schemas.microsoft.com/office/drawing/2014/main" id="{CDCC8E8D-AAD9-4127-B510-CC5F20F25F22}"/>
              </a:ext>
            </a:extLst>
          </p:cNvPr>
          <p:cNvSpPr>
            <a:spLocks noGrp="1"/>
          </p:cNvSpPr>
          <p:nvPr/>
        </p:nvSpPr>
        <p:spPr>
          <a:xfrm>
            <a:off x="8347235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1" name="F2_precision_recall_distributions_4905">
            <a:extLst>
              <a:ext uri="{FF2B5EF4-FFF2-40B4-BE49-F238E27FC236}">
                <a16:creationId xmlns:a16="http://schemas.microsoft.com/office/drawing/2014/main" id="{708DC6EE-64DD-478A-A65F-DF5B2A2F4E67}"/>
              </a:ext>
            </a:extLst>
          </p:cNvPr>
          <p:cNvSpPr>
            <a:spLocks noGrp="1"/>
          </p:cNvSpPr>
          <p:nvPr/>
        </p:nvSpPr>
        <p:spPr>
          <a:xfrm>
            <a:off x="837344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2" name="F2_precision_recall_distributions_4906">
            <a:extLst>
              <a:ext uri="{FF2B5EF4-FFF2-40B4-BE49-F238E27FC236}">
                <a16:creationId xmlns:a16="http://schemas.microsoft.com/office/drawing/2014/main" id="{E3740F35-2BCA-4715-8A5B-328A26E2D57D}"/>
              </a:ext>
            </a:extLst>
          </p:cNvPr>
          <p:cNvSpPr>
            <a:spLocks noGrp="1"/>
          </p:cNvSpPr>
          <p:nvPr/>
        </p:nvSpPr>
        <p:spPr>
          <a:xfrm>
            <a:off x="8194352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3" name="F2_precision_recall_distributions_4907">
            <a:extLst>
              <a:ext uri="{FF2B5EF4-FFF2-40B4-BE49-F238E27FC236}">
                <a16:creationId xmlns:a16="http://schemas.microsoft.com/office/drawing/2014/main" id="{70C70C36-9156-485C-889A-7D565618C384}"/>
              </a:ext>
            </a:extLst>
          </p:cNvPr>
          <p:cNvSpPr>
            <a:spLocks noGrp="1"/>
          </p:cNvSpPr>
          <p:nvPr/>
        </p:nvSpPr>
        <p:spPr>
          <a:xfrm>
            <a:off x="8465090" y="34982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4" name="F2_precision_recall_distributions_4908">
            <a:extLst>
              <a:ext uri="{FF2B5EF4-FFF2-40B4-BE49-F238E27FC236}">
                <a16:creationId xmlns:a16="http://schemas.microsoft.com/office/drawing/2014/main" id="{370ED32F-4EC8-43E0-81F1-B7A0F7DCF63B}"/>
              </a:ext>
            </a:extLst>
          </p:cNvPr>
          <p:cNvSpPr>
            <a:spLocks noGrp="1"/>
          </p:cNvSpPr>
          <p:nvPr/>
        </p:nvSpPr>
        <p:spPr>
          <a:xfrm>
            <a:off x="833652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5" name="F2_precision_recall_distributions_4909">
            <a:extLst>
              <a:ext uri="{FF2B5EF4-FFF2-40B4-BE49-F238E27FC236}">
                <a16:creationId xmlns:a16="http://schemas.microsoft.com/office/drawing/2014/main" id="{E438FFEE-E183-42CE-A209-AD3307624467}"/>
              </a:ext>
            </a:extLst>
          </p:cNvPr>
          <p:cNvSpPr>
            <a:spLocks noGrp="1"/>
          </p:cNvSpPr>
          <p:nvPr/>
        </p:nvSpPr>
        <p:spPr>
          <a:xfrm>
            <a:off x="817781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6" name="F2_precision_recall_distributions_4910">
            <a:extLst>
              <a:ext uri="{FF2B5EF4-FFF2-40B4-BE49-F238E27FC236}">
                <a16:creationId xmlns:a16="http://schemas.microsoft.com/office/drawing/2014/main" id="{5B04E731-EBC9-4F0D-9668-ED9F4FD4BA94}"/>
              </a:ext>
            </a:extLst>
          </p:cNvPr>
          <p:cNvSpPr>
            <a:spLocks noGrp="1"/>
          </p:cNvSpPr>
          <p:nvPr/>
        </p:nvSpPr>
        <p:spPr>
          <a:xfrm>
            <a:off x="814668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7" name="F2_precision_recall_distributions_4911">
            <a:extLst>
              <a:ext uri="{FF2B5EF4-FFF2-40B4-BE49-F238E27FC236}">
                <a16:creationId xmlns:a16="http://schemas.microsoft.com/office/drawing/2014/main" id="{AEFAC2EF-9DA2-4070-B508-5A71698D62C7}"/>
              </a:ext>
            </a:extLst>
          </p:cNvPr>
          <p:cNvSpPr>
            <a:spLocks noGrp="1"/>
          </p:cNvSpPr>
          <p:nvPr/>
        </p:nvSpPr>
        <p:spPr>
          <a:xfrm>
            <a:off x="8489662" y="30442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8" name="F2_precision_recall_distributions_4912">
            <a:extLst>
              <a:ext uri="{FF2B5EF4-FFF2-40B4-BE49-F238E27FC236}">
                <a16:creationId xmlns:a16="http://schemas.microsoft.com/office/drawing/2014/main" id="{E6BECC57-0921-4FF8-AE9D-A1BE0DBFABBE}"/>
              </a:ext>
            </a:extLst>
          </p:cNvPr>
          <p:cNvSpPr>
            <a:spLocks noGrp="1"/>
          </p:cNvSpPr>
          <p:nvPr/>
        </p:nvSpPr>
        <p:spPr>
          <a:xfrm>
            <a:off x="817536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9" name="F2_precision_recall_distributions_4913">
            <a:extLst>
              <a:ext uri="{FF2B5EF4-FFF2-40B4-BE49-F238E27FC236}">
                <a16:creationId xmlns:a16="http://schemas.microsoft.com/office/drawing/2014/main" id="{F79B37AF-0E0F-4DEF-A9DD-90DBDE279CE2}"/>
              </a:ext>
            </a:extLst>
          </p:cNvPr>
          <p:cNvSpPr>
            <a:spLocks noGrp="1"/>
          </p:cNvSpPr>
          <p:nvPr/>
        </p:nvSpPr>
        <p:spPr>
          <a:xfrm>
            <a:off x="8195950" y="31446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0" name="F2_precision_recall_distributions_4914">
            <a:extLst>
              <a:ext uri="{FF2B5EF4-FFF2-40B4-BE49-F238E27FC236}">
                <a16:creationId xmlns:a16="http://schemas.microsoft.com/office/drawing/2014/main" id="{4645442C-FB34-4F0D-9FC5-B284E1E5759D}"/>
              </a:ext>
            </a:extLst>
          </p:cNvPr>
          <p:cNvSpPr>
            <a:spLocks noGrp="1"/>
          </p:cNvSpPr>
          <p:nvPr/>
        </p:nvSpPr>
        <p:spPr>
          <a:xfrm>
            <a:off x="833675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1" name="F2_precision_recall_distributions_4915">
            <a:extLst>
              <a:ext uri="{FF2B5EF4-FFF2-40B4-BE49-F238E27FC236}">
                <a16:creationId xmlns:a16="http://schemas.microsoft.com/office/drawing/2014/main" id="{F4ADBE80-FDBF-48C3-A2C3-B994E8FA082E}"/>
              </a:ext>
            </a:extLst>
          </p:cNvPr>
          <p:cNvSpPr>
            <a:spLocks noGrp="1"/>
          </p:cNvSpPr>
          <p:nvPr/>
        </p:nvSpPr>
        <p:spPr>
          <a:xfrm>
            <a:off x="8158706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2" name="F2_precision_recall_distributions_4916">
            <a:extLst>
              <a:ext uri="{FF2B5EF4-FFF2-40B4-BE49-F238E27FC236}">
                <a16:creationId xmlns:a16="http://schemas.microsoft.com/office/drawing/2014/main" id="{D25F0C36-CC95-4B5E-A16E-40F68DE4C1E5}"/>
              </a:ext>
            </a:extLst>
          </p:cNvPr>
          <p:cNvSpPr>
            <a:spLocks noGrp="1"/>
          </p:cNvSpPr>
          <p:nvPr/>
        </p:nvSpPr>
        <p:spPr>
          <a:xfrm>
            <a:off x="8496916" y="36899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3" name="F2_precision_recall_distributions_4917">
            <a:extLst>
              <a:ext uri="{FF2B5EF4-FFF2-40B4-BE49-F238E27FC236}">
                <a16:creationId xmlns:a16="http://schemas.microsoft.com/office/drawing/2014/main" id="{4EFAC38F-DDF1-4925-92E2-EC7FB5402716}"/>
              </a:ext>
            </a:extLst>
          </p:cNvPr>
          <p:cNvSpPr>
            <a:spLocks noGrp="1"/>
          </p:cNvSpPr>
          <p:nvPr/>
        </p:nvSpPr>
        <p:spPr>
          <a:xfrm>
            <a:off x="8279992" y="31446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4" name="F2_precision_recall_distributions_4918">
            <a:extLst>
              <a:ext uri="{FF2B5EF4-FFF2-40B4-BE49-F238E27FC236}">
                <a16:creationId xmlns:a16="http://schemas.microsoft.com/office/drawing/2014/main" id="{A97D8BA1-4AE9-438F-84A3-F06ABEC7F3E4}"/>
              </a:ext>
            </a:extLst>
          </p:cNvPr>
          <p:cNvSpPr>
            <a:spLocks noGrp="1"/>
          </p:cNvSpPr>
          <p:nvPr/>
        </p:nvSpPr>
        <p:spPr>
          <a:xfrm>
            <a:off x="8415562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5" name="F2_precision_recall_distributions_4919">
            <a:extLst>
              <a:ext uri="{FF2B5EF4-FFF2-40B4-BE49-F238E27FC236}">
                <a16:creationId xmlns:a16="http://schemas.microsoft.com/office/drawing/2014/main" id="{3539A439-56F2-4CAC-826E-A342BA623D5E}"/>
              </a:ext>
            </a:extLst>
          </p:cNvPr>
          <p:cNvSpPr>
            <a:spLocks noGrp="1"/>
          </p:cNvSpPr>
          <p:nvPr/>
        </p:nvSpPr>
        <p:spPr>
          <a:xfrm>
            <a:off x="826544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6" name="F2_precision_recall_distributions_4920">
            <a:extLst>
              <a:ext uri="{FF2B5EF4-FFF2-40B4-BE49-F238E27FC236}">
                <a16:creationId xmlns:a16="http://schemas.microsoft.com/office/drawing/2014/main" id="{E6E8408F-F71E-41AF-9C70-1FC74D1375C7}"/>
              </a:ext>
            </a:extLst>
          </p:cNvPr>
          <p:cNvSpPr>
            <a:spLocks noGrp="1"/>
          </p:cNvSpPr>
          <p:nvPr/>
        </p:nvSpPr>
        <p:spPr>
          <a:xfrm>
            <a:off x="843990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7" name="F2_precision_recall_distributions_4921">
            <a:extLst>
              <a:ext uri="{FF2B5EF4-FFF2-40B4-BE49-F238E27FC236}">
                <a16:creationId xmlns:a16="http://schemas.microsoft.com/office/drawing/2014/main" id="{8EE8951F-0A0A-4F42-8FA9-133261024077}"/>
              </a:ext>
            </a:extLst>
          </p:cNvPr>
          <p:cNvSpPr>
            <a:spLocks noGrp="1"/>
          </p:cNvSpPr>
          <p:nvPr/>
        </p:nvSpPr>
        <p:spPr>
          <a:xfrm>
            <a:off x="840987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8" name="F2_precision_recall_distributions_4922">
            <a:extLst>
              <a:ext uri="{FF2B5EF4-FFF2-40B4-BE49-F238E27FC236}">
                <a16:creationId xmlns:a16="http://schemas.microsoft.com/office/drawing/2014/main" id="{912E4FB7-DC5C-4C7D-A3C5-EB55C31CD285}"/>
              </a:ext>
            </a:extLst>
          </p:cNvPr>
          <p:cNvSpPr>
            <a:spLocks noGrp="1"/>
          </p:cNvSpPr>
          <p:nvPr/>
        </p:nvSpPr>
        <p:spPr>
          <a:xfrm>
            <a:off x="829818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9" name="F2_precision_recall_distributions_4923">
            <a:extLst>
              <a:ext uri="{FF2B5EF4-FFF2-40B4-BE49-F238E27FC236}">
                <a16:creationId xmlns:a16="http://schemas.microsoft.com/office/drawing/2014/main" id="{87366994-D2EC-4A75-9797-0F28C2E94244}"/>
              </a:ext>
            </a:extLst>
          </p:cNvPr>
          <p:cNvSpPr>
            <a:spLocks noGrp="1"/>
          </p:cNvSpPr>
          <p:nvPr/>
        </p:nvSpPr>
        <p:spPr>
          <a:xfrm>
            <a:off x="814157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0" name="F2_precision_recall_distributions_4924">
            <a:extLst>
              <a:ext uri="{FF2B5EF4-FFF2-40B4-BE49-F238E27FC236}">
                <a16:creationId xmlns:a16="http://schemas.microsoft.com/office/drawing/2014/main" id="{CA31335A-9435-40FC-9895-AF7A54AAEE38}"/>
              </a:ext>
            </a:extLst>
          </p:cNvPr>
          <p:cNvSpPr>
            <a:spLocks noGrp="1"/>
          </p:cNvSpPr>
          <p:nvPr/>
        </p:nvSpPr>
        <p:spPr>
          <a:xfrm>
            <a:off x="826057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1" name="F2_precision_recall_distributions_4925">
            <a:extLst>
              <a:ext uri="{FF2B5EF4-FFF2-40B4-BE49-F238E27FC236}">
                <a16:creationId xmlns:a16="http://schemas.microsoft.com/office/drawing/2014/main" id="{5B857267-D3B9-469C-BB21-CB0BE95AA52C}"/>
              </a:ext>
            </a:extLst>
          </p:cNvPr>
          <p:cNvSpPr>
            <a:spLocks noGrp="1"/>
          </p:cNvSpPr>
          <p:nvPr/>
        </p:nvSpPr>
        <p:spPr>
          <a:xfrm>
            <a:off x="834381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2" name="F2_precision_recall_distributions_4926">
            <a:extLst>
              <a:ext uri="{FF2B5EF4-FFF2-40B4-BE49-F238E27FC236}">
                <a16:creationId xmlns:a16="http://schemas.microsoft.com/office/drawing/2014/main" id="{00501A8C-4E53-4D9F-A11B-DA5B12E78BFC}"/>
              </a:ext>
            </a:extLst>
          </p:cNvPr>
          <p:cNvSpPr>
            <a:spLocks noGrp="1"/>
          </p:cNvSpPr>
          <p:nvPr/>
        </p:nvSpPr>
        <p:spPr>
          <a:xfrm>
            <a:off x="8285636" y="33467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3" name="F2_precision_recall_distributions_4927">
            <a:extLst>
              <a:ext uri="{FF2B5EF4-FFF2-40B4-BE49-F238E27FC236}">
                <a16:creationId xmlns:a16="http://schemas.microsoft.com/office/drawing/2014/main" id="{CDD3BD2A-C3B1-4BA5-97DE-79777F1F897F}"/>
              </a:ext>
            </a:extLst>
          </p:cNvPr>
          <p:cNvSpPr>
            <a:spLocks noGrp="1"/>
          </p:cNvSpPr>
          <p:nvPr/>
        </p:nvSpPr>
        <p:spPr>
          <a:xfrm>
            <a:off x="825103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4" name="F2_precision_recall_distributions_4928">
            <a:extLst>
              <a:ext uri="{FF2B5EF4-FFF2-40B4-BE49-F238E27FC236}">
                <a16:creationId xmlns:a16="http://schemas.microsoft.com/office/drawing/2014/main" id="{9D8C125D-F49E-4C65-AAC2-6C0E9015E614}"/>
              </a:ext>
            </a:extLst>
          </p:cNvPr>
          <p:cNvSpPr>
            <a:spLocks noGrp="1"/>
          </p:cNvSpPr>
          <p:nvPr/>
        </p:nvSpPr>
        <p:spPr>
          <a:xfrm>
            <a:off x="8253285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5" name="F2_precision_recall_distributions_4929">
            <a:extLst>
              <a:ext uri="{FF2B5EF4-FFF2-40B4-BE49-F238E27FC236}">
                <a16:creationId xmlns:a16="http://schemas.microsoft.com/office/drawing/2014/main" id="{DBC3F8F1-5018-4881-8A23-4AA95D22E20A}"/>
              </a:ext>
            </a:extLst>
          </p:cNvPr>
          <p:cNvSpPr>
            <a:spLocks noGrp="1"/>
          </p:cNvSpPr>
          <p:nvPr/>
        </p:nvSpPr>
        <p:spPr>
          <a:xfrm>
            <a:off x="8325995" y="30738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6" name="F2_precision_recall_distributions_4930">
            <a:extLst>
              <a:ext uri="{FF2B5EF4-FFF2-40B4-BE49-F238E27FC236}">
                <a16:creationId xmlns:a16="http://schemas.microsoft.com/office/drawing/2014/main" id="{8541B79C-0BB5-430F-AF97-A32EBAB9BA6D}"/>
              </a:ext>
            </a:extLst>
          </p:cNvPr>
          <p:cNvSpPr>
            <a:spLocks noGrp="1"/>
          </p:cNvSpPr>
          <p:nvPr/>
        </p:nvSpPr>
        <p:spPr>
          <a:xfrm>
            <a:off x="818626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7" name="F2_precision_recall_distributions_4931">
            <a:extLst>
              <a:ext uri="{FF2B5EF4-FFF2-40B4-BE49-F238E27FC236}">
                <a16:creationId xmlns:a16="http://schemas.microsoft.com/office/drawing/2014/main" id="{6F2C1B89-2D32-4EEE-944D-9D3D92D48D15}"/>
              </a:ext>
            </a:extLst>
          </p:cNvPr>
          <p:cNvSpPr>
            <a:spLocks noGrp="1"/>
          </p:cNvSpPr>
          <p:nvPr/>
        </p:nvSpPr>
        <p:spPr>
          <a:xfrm>
            <a:off x="8331231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8" name="F2_precision_recall_distributions_4932">
            <a:extLst>
              <a:ext uri="{FF2B5EF4-FFF2-40B4-BE49-F238E27FC236}">
                <a16:creationId xmlns:a16="http://schemas.microsoft.com/office/drawing/2014/main" id="{F1736194-7423-4003-90E7-4A9C3ED99160}"/>
              </a:ext>
            </a:extLst>
          </p:cNvPr>
          <p:cNvSpPr>
            <a:spLocks noGrp="1"/>
          </p:cNvSpPr>
          <p:nvPr/>
        </p:nvSpPr>
        <p:spPr>
          <a:xfrm>
            <a:off x="8501681" y="33709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9" name="F2_precision_recall_distributions_4933">
            <a:extLst>
              <a:ext uri="{FF2B5EF4-FFF2-40B4-BE49-F238E27FC236}">
                <a16:creationId xmlns:a16="http://schemas.microsoft.com/office/drawing/2014/main" id="{478BD53C-430D-4471-974C-E079355D488A}"/>
              </a:ext>
            </a:extLst>
          </p:cNvPr>
          <p:cNvSpPr>
            <a:spLocks noGrp="1"/>
          </p:cNvSpPr>
          <p:nvPr/>
        </p:nvSpPr>
        <p:spPr>
          <a:xfrm>
            <a:off x="8139940" y="35690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0" name="F2_precision_recall_distributions_4934">
            <a:extLst>
              <a:ext uri="{FF2B5EF4-FFF2-40B4-BE49-F238E27FC236}">
                <a16:creationId xmlns:a16="http://schemas.microsoft.com/office/drawing/2014/main" id="{0B2EE20B-D99E-444D-AF86-5C4017ABD71B}"/>
              </a:ext>
            </a:extLst>
          </p:cNvPr>
          <p:cNvSpPr>
            <a:spLocks noGrp="1"/>
          </p:cNvSpPr>
          <p:nvPr/>
        </p:nvSpPr>
        <p:spPr>
          <a:xfrm>
            <a:off x="825111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1" name="F2_precision_recall_distributions_4935">
            <a:extLst>
              <a:ext uri="{FF2B5EF4-FFF2-40B4-BE49-F238E27FC236}">
                <a16:creationId xmlns:a16="http://schemas.microsoft.com/office/drawing/2014/main" id="{D461BA71-8DE7-4397-BC2A-56FCA2F46913}"/>
              </a:ext>
            </a:extLst>
          </p:cNvPr>
          <p:cNvSpPr>
            <a:spLocks noGrp="1"/>
          </p:cNvSpPr>
          <p:nvPr/>
        </p:nvSpPr>
        <p:spPr>
          <a:xfrm>
            <a:off x="8357144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2" name="F2_precision_recall_distributions_4936">
            <a:extLst>
              <a:ext uri="{FF2B5EF4-FFF2-40B4-BE49-F238E27FC236}">
                <a16:creationId xmlns:a16="http://schemas.microsoft.com/office/drawing/2014/main" id="{182D2883-2BF9-4E03-BEF9-7746C83B914E}"/>
              </a:ext>
            </a:extLst>
          </p:cNvPr>
          <p:cNvSpPr>
            <a:spLocks noGrp="1"/>
          </p:cNvSpPr>
          <p:nvPr/>
        </p:nvSpPr>
        <p:spPr>
          <a:xfrm>
            <a:off x="848992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3" name="F2_precision_recall_distributions_4937">
            <a:extLst>
              <a:ext uri="{FF2B5EF4-FFF2-40B4-BE49-F238E27FC236}">
                <a16:creationId xmlns:a16="http://schemas.microsoft.com/office/drawing/2014/main" id="{2C594106-5F27-4079-876C-E829172DC1B1}"/>
              </a:ext>
            </a:extLst>
          </p:cNvPr>
          <p:cNvSpPr>
            <a:spLocks noGrp="1"/>
          </p:cNvSpPr>
          <p:nvPr/>
        </p:nvSpPr>
        <p:spPr>
          <a:xfrm>
            <a:off x="841243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4" name="F2_precision_recall_distributions_4938">
            <a:extLst>
              <a:ext uri="{FF2B5EF4-FFF2-40B4-BE49-F238E27FC236}">
                <a16:creationId xmlns:a16="http://schemas.microsoft.com/office/drawing/2014/main" id="{059EDB46-5313-4A03-B04E-F9A1D33D7909}"/>
              </a:ext>
            </a:extLst>
          </p:cNvPr>
          <p:cNvSpPr>
            <a:spLocks noGrp="1"/>
          </p:cNvSpPr>
          <p:nvPr/>
        </p:nvSpPr>
        <p:spPr>
          <a:xfrm>
            <a:off x="8240425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5" name="F2_precision_recall_distributions_4939">
            <a:extLst>
              <a:ext uri="{FF2B5EF4-FFF2-40B4-BE49-F238E27FC236}">
                <a16:creationId xmlns:a16="http://schemas.microsoft.com/office/drawing/2014/main" id="{D6F6F7A6-D167-443F-8805-291B969C1C23}"/>
              </a:ext>
            </a:extLst>
          </p:cNvPr>
          <p:cNvSpPr>
            <a:spLocks noGrp="1"/>
          </p:cNvSpPr>
          <p:nvPr/>
        </p:nvSpPr>
        <p:spPr>
          <a:xfrm>
            <a:off x="8136889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6" name="F2_precision_recall_distributions_4940">
            <a:extLst>
              <a:ext uri="{FF2B5EF4-FFF2-40B4-BE49-F238E27FC236}">
                <a16:creationId xmlns:a16="http://schemas.microsoft.com/office/drawing/2014/main" id="{094E8725-2CE6-419D-B2A4-85698CA28C12}"/>
              </a:ext>
            </a:extLst>
          </p:cNvPr>
          <p:cNvSpPr>
            <a:spLocks noGrp="1"/>
          </p:cNvSpPr>
          <p:nvPr/>
        </p:nvSpPr>
        <p:spPr>
          <a:xfrm>
            <a:off x="8370364" y="29829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7" name="F2_precision_recall_distributions_4941">
            <a:extLst>
              <a:ext uri="{FF2B5EF4-FFF2-40B4-BE49-F238E27FC236}">
                <a16:creationId xmlns:a16="http://schemas.microsoft.com/office/drawing/2014/main" id="{4D758EF7-A9BB-4891-BAFF-E30323EA0281}"/>
              </a:ext>
            </a:extLst>
          </p:cNvPr>
          <p:cNvSpPr>
            <a:spLocks noGrp="1"/>
          </p:cNvSpPr>
          <p:nvPr/>
        </p:nvSpPr>
        <p:spPr>
          <a:xfrm>
            <a:off x="816236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8" name="F2_precision_recall_distributions_4942">
            <a:extLst>
              <a:ext uri="{FF2B5EF4-FFF2-40B4-BE49-F238E27FC236}">
                <a16:creationId xmlns:a16="http://schemas.microsoft.com/office/drawing/2014/main" id="{678D0B25-C982-4984-8AEC-C3B9F0BECC1D}"/>
              </a:ext>
            </a:extLst>
          </p:cNvPr>
          <p:cNvSpPr>
            <a:spLocks noGrp="1"/>
          </p:cNvSpPr>
          <p:nvPr/>
        </p:nvSpPr>
        <p:spPr>
          <a:xfrm>
            <a:off x="8219431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9" name="F2_precision_recall_distributions_4943">
            <a:extLst>
              <a:ext uri="{FF2B5EF4-FFF2-40B4-BE49-F238E27FC236}">
                <a16:creationId xmlns:a16="http://schemas.microsoft.com/office/drawing/2014/main" id="{E85973D2-A83E-4A53-9BDC-30038977BFFD}"/>
              </a:ext>
            </a:extLst>
          </p:cNvPr>
          <p:cNvSpPr>
            <a:spLocks noGrp="1"/>
          </p:cNvSpPr>
          <p:nvPr/>
        </p:nvSpPr>
        <p:spPr>
          <a:xfrm>
            <a:off x="8198567" y="34166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0" name="F2_precision_recall_distributions_4944">
            <a:extLst>
              <a:ext uri="{FF2B5EF4-FFF2-40B4-BE49-F238E27FC236}">
                <a16:creationId xmlns:a16="http://schemas.microsoft.com/office/drawing/2014/main" id="{F8D5DA81-804B-4031-9D19-D392755C8E01}"/>
              </a:ext>
            </a:extLst>
          </p:cNvPr>
          <p:cNvSpPr>
            <a:spLocks noGrp="1"/>
          </p:cNvSpPr>
          <p:nvPr/>
        </p:nvSpPr>
        <p:spPr>
          <a:xfrm>
            <a:off x="8486491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1" name="F2_precision_recall_distributions_4945">
            <a:extLst>
              <a:ext uri="{FF2B5EF4-FFF2-40B4-BE49-F238E27FC236}">
                <a16:creationId xmlns:a16="http://schemas.microsoft.com/office/drawing/2014/main" id="{D2CB58FC-A74D-4D2B-BC28-502BC6D81B97}"/>
              </a:ext>
            </a:extLst>
          </p:cNvPr>
          <p:cNvSpPr>
            <a:spLocks noGrp="1"/>
          </p:cNvSpPr>
          <p:nvPr/>
        </p:nvSpPr>
        <p:spPr>
          <a:xfrm>
            <a:off x="849236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2" name="F2_precision_recall_distributions_4946">
            <a:extLst>
              <a:ext uri="{FF2B5EF4-FFF2-40B4-BE49-F238E27FC236}">
                <a16:creationId xmlns:a16="http://schemas.microsoft.com/office/drawing/2014/main" id="{0B8CB5E8-51BE-4CBE-958E-A9BF4738FCE7}"/>
              </a:ext>
            </a:extLst>
          </p:cNvPr>
          <p:cNvSpPr>
            <a:spLocks noGrp="1"/>
          </p:cNvSpPr>
          <p:nvPr/>
        </p:nvSpPr>
        <p:spPr>
          <a:xfrm>
            <a:off x="843645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3" name="F2_precision_recall_distributions_4947">
            <a:extLst>
              <a:ext uri="{FF2B5EF4-FFF2-40B4-BE49-F238E27FC236}">
                <a16:creationId xmlns:a16="http://schemas.microsoft.com/office/drawing/2014/main" id="{01341D55-4D26-49A2-AAE8-084229A73F91}"/>
              </a:ext>
            </a:extLst>
          </p:cNvPr>
          <p:cNvSpPr>
            <a:spLocks noGrp="1"/>
          </p:cNvSpPr>
          <p:nvPr/>
        </p:nvSpPr>
        <p:spPr>
          <a:xfrm>
            <a:off x="8187669" y="28725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4" name="F2_precision_recall_distributions_4948">
            <a:extLst>
              <a:ext uri="{FF2B5EF4-FFF2-40B4-BE49-F238E27FC236}">
                <a16:creationId xmlns:a16="http://schemas.microsoft.com/office/drawing/2014/main" id="{D8773740-9058-4DA1-84E9-83473EB860D0}"/>
              </a:ext>
            </a:extLst>
          </p:cNvPr>
          <p:cNvSpPr>
            <a:spLocks noGrp="1"/>
          </p:cNvSpPr>
          <p:nvPr/>
        </p:nvSpPr>
        <p:spPr>
          <a:xfrm>
            <a:off x="840903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5" name="F2_precision_recall_distributions_4949">
            <a:extLst>
              <a:ext uri="{FF2B5EF4-FFF2-40B4-BE49-F238E27FC236}">
                <a16:creationId xmlns:a16="http://schemas.microsoft.com/office/drawing/2014/main" id="{5F5B7EB8-0FE6-40DD-8306-B069D4E0D605}"/>
              </a:ext>
            </a:extLst>
          </p:cNvPr>
          <p:cNvSpPr>
            <a:spLocks noGrp="1"/>
          </p:cNvSpPr>
          <p:nvPr/>
        </p:nvSpPr>
        <p:spPr>
          <a:xfrm>
            <a:off x="8377082" y="36868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6" name="F2_precision_recall_distributions_4950">
            <a:extLst>
              <a:ext uri="{FF2B5EF4-FFF2-40B4-BE49-F238E27FC236}">
                <a16:creationId xmlns:a16="http://schemas.microsoft.com/office/drawing/2014/main" id="{5C21C800-5068-4EE3-B45D-FBE13FC8DA01}"/>
              </a:ext>
            </a:extLst>
          </p:cNvPr>
          <p:cNvSpPr>
            <a:spLocks noGrp="1"/>
          </p:cNvSpPr>
          <p:nvPr/>
        </p:nvSpPr>
        <p:spPr>
          <a:xfrm>
            <a:off x="840425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7" name="F2_precision_recall_distributions_4951">
            <a:extLst>
              <a:ext uri="{FF2B5EF4-FFF2-40B4-BE49-F238E27FC236}">
                <a16:creationId xmlns:a16="http://schemas.microsoft.com/office/drawing/2014/main" id="{D79B3990-4706-47A5-8EAA-356584E67455}"/>
              </a:ext>
            </a:extLst>
          </p:cNvPr>
          <p:cNvSpPr>
            <a:spLocks noGrp="1"/>
          </p:cNvSpPr>
          <p:nvPr/>
        </p:nvSpPr>
        <p:spPr>
          <a:xfrm>
            <a:off x="8349765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8" name="F2_precision_recall_distributions_4952">
            <a:extLst>
              <a:ext uri="{FF2B5EF4-FFF2-40B4-BE49-F238E27FC236}">
                <a16:creationId xmlns:a16="http://schemas.microsoft.com/office/drawing/2014/main" id="{1FCB85F5-9C20-462B-8B62-BCCBB068771E}"/>
              </a:ext>
            </a:extLst>
          </p:cNvPr>
          <p:cNvSpPr>
            <a:spLocks noGrp="1"/>
          </p:cNvSpPr>
          <p:nvPr/>
        </p:nvSpPr>
        <p:spPr>
          <a:xfrm>
            <a:off x="814108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9" name="F2_precision_recall_distributions_4953">
            <a:extLst>
              <a:ext uri="{FF2B5EF4-FFF2-40B4-BE49-F238E27FC236}">
                <a16:creationId xmlns:a16="http://schemas.microsoft.com/office/drawing/2014/main" id="{FE3B3B45-BAD4-4500-9DEB-C4A000BAA53C}"/>
              </a:ext>
            </a:extLst>
          </p:cNvPr>
          <p:cNvSpPr>
            <a:spLocks noGrp="1"/>
          </p:cNvSpPr>
          <p:nvPr/>
        </p:nvSpPr>
        <p:spPr>
          <a:xfrm>
            <a:off x="8487680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0" name="F2_precision_recall_distributions_4954">
            <a:extLst>
              <a:ext uri="{FF2B5EF4-FFF2-40B4-BE49-F238E27FC236}">
                <a16:creationId xmlns:a16="http://schemas.microsoft.com/office/drawing/2014/main" id="{971BB488-45EF-4BDC-BFD1-45A032B6085D}"/>
              </a:ext>
            </a:extLst>
          </p:cNvPr>
          <p:cNvSpPr>
            <a:spLocks noGrp="1"/>
          </p:cNvSpPr>
          <p:nvPr/>
        </p:nvSpPr>
        <p:spPr>
          <a:xfrm>
            <a:off x="819419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1" name="F2_precision_recall_distributions_4955">
            <a:extLst>
              <a:ext uri="{FF2B5EF4-FFF2-40B4-BE49-F238E27FC236}">
                <a16:creationId xmlns:a16="http://schemas.microsoft.com/office/drawing/2014/main" id="{93B2F989-6CC8-4605-BE32-D0A53BF8684C}"/>
              </a:ext>
            </a:extLst>
          </p:cNvPr>
          <p:cNvSpPr>
            <a:spLocks noGrp="1"/>
          </p:cNvSpPr>
          <p:nvPr/>
        </p:nvSpPr>
        <p:spPr>
          <a:xfrm>
            <a:off x="8315893" y="30738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2" name="F2_precision_recall_distributions_4956">
            <a:extLst>
              <a:ext uri="{FF2B5EF4-FFF2-40B4-BE49-F238E27FC236}">
                <a16:creationId xmlns:a16="http://schemas.microsoft.com/office/drawing/2014/main" id="{EA0F8AB7-6FB4-4456-A1A1-CE6A876D3B13}"/>
              </a:ext>
            </a:extLst>
          </p:cNvPr>
          <p:cNvSpPr>
            <a:spLocks noGrp="1"/>
          </p:cNvSpPr>
          <p:nvPr/>
        </p:nvSpPr>
        <p:spPr>
          <a:xfrm>
            <a:off x="828849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3" name="F2_precision_recall_distributions_4957">
            <a:extLst>
              <a:ext uri="{FF2B5EF4-FFF2-40B4-BE49-F238E27FC236}">
                <a16:creationId xmlns:a16="http://schemas.microsoft.com/office/drawing/2014/main" id="{90DA2435-4E32-4F41-9DD0-3AF2C03C222B}"/>
              </a:ext>
            </a:extLst>
          </p:cNvPr>
          <p:cNvSpPr>
            <a:spLocks noGrp="1"/>
          </p:cNvSpPr>
          <p:nvPr/>
        </p:nvSpPr>
        <p:spPr>
          <a:xfrm>
            <a:off x="8304712" y="321842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4" name="F2_precision_recall_distributions_4958">
            <a:extLst>
              <a:ext uri="{FF2B5EF4-FFF2-40B4-BE49-F238E27FC236}">
                <a16:creationId xmlns:a16="http://schemas.microsoft.com/office/drawing/2014/main" id="{5D30A6C9-E066-40D3-A757-1E87B554C661}"/>
              </a:ext>
            </a:extLst>
          </p:cNvPr>
          <p:cNvSpPr>
            <a:spLocks noGrp="1"/>
          </p:cNvSpPr>
          <p:nvPr/>
        </p:nvSpPr>
        <p:spPr>
          <a:xfrm>
            <a:off x="8359254" y="30503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5" name="F2_precision_recall_distributions_4959">
            <a:extLst>
              <a:ext uri="{FF2B5EF4-FFF2-40B4-BE49-F238E27FC236}">
                <a16:creationId xmlns:a16="http://schemas.microsoft.com/office/drawing/2014/main" id="{F5A9D1B0-AF44-4D78-B821-B077F464A8C5}"/>
              </a:ext>
            </a:extLst>
          </p:cNvPr>
          <p:cNvSpPr>
            <a:spLocks noGrp="1"/>
          </p:cNvSpPr>
          <p:nvPr/>
        </p:nvSpPr>
        <p:spPr>
          <a:xfrm>
            <a:off x="834531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6" name="F2_precision_recall_distributions_4960">
            <a:extLst>
              <a:ext uri="{FF2B5EF4-FFF2-40B4-BE49-F238E27FC236}">
                <a16:creationId xmlns:a16="http://schemas.microsoft.com/office/drawing/2014/main" id="{A21DFE9F-F409-4526-BD9D-9A5B637C6A14}"/>
              </a:ext>
            </a:extLst>
          </p:cNvPr>
          <p:cNvSpPr>
            <a:spLocks noGrp="1"/>
          </p:cNvSpPr>
          <p:nvPr/>
        </p:nvSpPr>
        <p:spPr>
          <a:xfrm>
            <a:off x="845928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7" name="F2_precision_recall_distributions_4961">
            <a:extLst>
              <a:ext uri="{FF2B5EF4-FFF2-40B4-BE49-F238E27FC236}">
                <a16:creationId xmlns:a16="http://schemas.microsoft.com/office/drawing/2014/main" id="{403ED5DB-26D3-4B25-A706-AD8032035C66}"/>
              </a:ext>
            </a:extLst>
          </p:cNvPr>
          <p:cNvSpPr>
            <a:spLocks noGrp="1"/>
          </p:cNvSpPr>
          <p:nvPr/>
        </p:nvSpPr>
        <p:spPr>
          <a:xfrm>
            <a:off x="8365779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8" name="F2_precision_recall_distributions_4962">
            <a:extLst>
              <a:ext uri="{FF2B5EF4-FFF2-40B4-BE49-F238E27FC236}">
                <a16:creationId xmlns:a16="http://schemas.microsoft.com/office/drawing/2014/main" id="{084A9B03-9718-4C77-92A5-B241E53181F2}"/>
              </a:ext>
            </a:extLst>
          </p:cNvPr>
          <p:cNvSpPr>
            <a:spLocks noGrp="1"/>
          </p:cNvSpPr>
          <p:nvPr/>
        </p:nvSpPr>
        <p:spPr>
          <a:xfrm>
            <a:off x="8440608" y="29922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9" name="F2_precision_recall_distributions_4963">
            <a:extLst>
              <a:ext uri="{FF2B5EF4-FFF2-40B4-BE49-F238E27FC236}">
                <a16:creationId xmlns:a16="http://schemas.microsoft.com/office/drawing/2014/main" id="{7522CC94-45DD-417F-9C71-29340A00F8EF}"/>
              </a:ext>
            </a:extLst>
          </p:cNvPr>
          <p:cNvSpPr>
            <a:spLocks noGrp="1"/>
          </p:cNvSpPr>
          <p:nvPr/>
        </p:nvSpPr>
        <p:spPr>
          <a:xfrm>
            <a:off x="8322506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0" name="F2_precision_recall_distributions_4964">
            <a:extLst>
              <a:ext uri="{FF2B5EF4-FFF2-40B4-BE49-F238E27FC236}">
                <a16:creationId xmlns:a16="http://schemas.microsoft.com/office/drawing/2014/main" id="{9D98C596-E05F-49B8-9FF2-C73680E60625}"/>
              </a:ext>
            </a:extLst>
          </p:cNvPr>
          <p:cNvSpPr>
            <a:spLocks noGrp="1"/>
          </p:cNvSpPr>
          <p:nvPr/>
        </p:nvSpPr>
        <p:spPr>
          <a:xfrm>
            <a:off x="8353314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1" name="F2_precision_recall_distributions_4965">
            <a:extLst>
              <a:ext uri="{FF2B5EF4-FFF2-40B4-BE49-F238E27FC236}">
                <a16:creationId xmlns:a16="http://schemas.microsoft.com/office/drawing/2014/main" id="{8119EB95-B9AF-4FC0-8B20-34715206819A}"/>
              </a:ext>
            </a:extLst>
          </p:cNvPr>
          <p:cNvSpPr>
            <a:spLocks noGrp="1"/>
          </p:cNvSpPr>
          <p:nvPr/>
        </p:nvSpPr>
        <p:spPr>
          <a:xfrm>
            <a:off x="8143015" y="34133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2" name="F2_precision_recall_distributions_4966">
            <a:extLst>
              <a:ext uri="{FF2B5EF4-FFF2-40B4-BE49-F238E27FC236}">
                <a16:creationId xmlns:a16="http://schemas.microsoft.com/office/drawing/2014/main" id="{B0085F31-9EBB-4070-A83A-36CEE413B085}"/>
              </a:ext>
            </a:extLst>
          </p:cNvPr>
          <p:cNvSpPr>
            <a:spLocks noGrp="1"/>
          </p:cNvSpPr>
          <p:nvPr/>
        </p:nvSpPr>
        <p:spPr>
          <a:xfrm>
            <a:off x="81872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3" name="F2_precision_recall_distributions_4967">
            <a:extLst>
              <a:ext uri="{FF2B5EF4-FFF2-40B4-BE49-F238E27FC236}">
                <a16:creationId xmlns:a16="http://schemas.microsoft.com/office/drawing/2014/main" id="{4BFA43AE-30BB-420C-9DF0-A59DBE4E58DF}"/>
              </a:ext>
            </a:extLst>
          </p:cNvPr>
          <p:cNvSpPr>
            <a:spLocks noGrp="1"/>
          </p:cNvSpPr>
          <p:nvPr/>
        </p:nvSpPr>
        <p:spPr>
          <a:xfrm>
            <a:off x="8169231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4" name="F2_precision_recall_distributions_4968">
            <a:extLst>
              <a:ext uri="{FF2B5EF4-FFF2-40B4-BE49-F238E27FC236}">
                <a16:creationId xmlns:a16="http://schemas.microsoft.com/office/drawing/2014/main" id="{C5E43EDE-AB68-4D84-B244-89DA70D4D239}"/>
              </a:ext>
            </a:extLst>
          </p:cNvPr>
          <p:cNvSpPr>
            <a:spLocks noGrp="1"/>
          </p:cNvSpPr>
          <p:nvPr/>
        </p:nvSpPr>
        <p:spPr>
          <a:xfrm>
            <a:off x="8244191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5" name="F2_precision_recall_distributions_4969">
            <a:extLst>
              <a:ext uri="{FF2B5EF4-FFF2-40B4-BE49-F238E27FC236}">
                <a16:creationId xmlns:a16="http://schemas.microsoft.com/office/drawing/2014/main" id="{26815875-807D-4DA5-9392-7B32B3E9D02A}"/>
              </a:ext>
            </a:extLst>
          </p:cNvPr>
          <p:cNvSpPr>
            <a:spLocks noGrp="1"/>
          </p:cNvSpPr>
          <p:nvPr/>
        </p:nvSpPr>
        <p:spPr>
          <a:xfrm>
            <a:off x="837650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6" name="F2_precision_recall_distributions_4970">
            <a:extLst>
              <a:ext uri="{FF2B5EF4-FFF2-40B4-BE49-F238E27FC236}">
                <a16:creationId xmlns:a16="http://schemas.microsoft.com/office/drawing/2014/main" id="{526D45A4-9C00-4753-B3C2-82F615AF60BC}"/>
              </a:ext>
            </a:extLst>
          </p:cNvPr>
          <p:cNvSpPr>
            <a:spLocks noGrp="1"/>
          </p:cNvSpPr>
          <p:nvPr/>
        </p:nvSpPr>
        <p:spPr>
          <a:xfrm>
            <a:off x="816035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7" name="F2_precision_recall_distributions_4971">
            <a:extLst>
              <a:ext uri="{FF2B5EF4-FFF2-40B4-BE49-F238E27FC236}">
                <a16:creationId xmlns:a16="http://schemas.microsoft.com/office/drawing/2014/main" id="{3CF68C36-CBA5-48AC-9B4F-76C32FBEFD46}"/>
              </a:ext>
            </a:extLst>
          </p:cNvPr>
          <p:cNvSpPr>
            <a:spLocks noGrp="1"/>
          </p:cNvSpPr>
          <p:nvPr/>
        </p:nvSpPr>
        <p:spPr>
          <a:xfrm>
            <a:off x="8411776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8" name="F2_precision_recall_distributions_4972">
            <a:extLst>
              <a:ext uri="{FF2B5EF4-FFF2-40B4-BE49-F238E27FC236}">
                <a16:creationId xmlns:a16="http://schemas.microsoft.com/office/drawing/2014/main" id="{CB01FD56-08C0-4059-B2E7-52F32BC7B287}"/>
              </a:ext>
            </a:extLst>
          </p:cNvPr>
          <p:cNvSpPr>
            <a:spLocks noGrp="1"/>
          </p:cNvSpPr>
          <p:nvPr/>
        </p:nvSpPr>
        <p:spPr>
          <a:xfrm>
            <a:off x="834540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9" name="F2_precision_recall_distributions_4973">
            <a:extLst>
              <a:ext uri="{FF2B5EF4-FFF2-40B4-BE49-F238E27FC236}">
                <a16:creationId xmlns:a16="http://schemas.microsoft.com/office/drawing/2014/main" id="{B0E04781-888E-4044-8F13-391E171443D1}"/>
              </a:ext>
            </a:extLst>
          </p:cNvPr>
          <p:cNvSpPr>
            <a:spLocks noGrp="1"/>
          </p:cNvSpPr>
          <p:nvPr/>
        </p:nvSpPr>
        <p:spPr>
          <a:xfrm>
            <a:off x="821799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0" name="F2_precision_recall_distributions_4974">
            <a:extLst>
              <a:ext uri="{FF2B5EF4-FFF2-40B4-BE49-F238E27FC236}">
                <a16:creationId xmlns:a16="http://schemas.microsoft.com/office/drawing/2014/main" id="{E878DDE0-9E36-4664-BB6D-9CE5156A0D7F}"/>
              </a:ext>
            </a:extLst>
          </p:cNvPr>
          <p:cNvSpPr>
            <a:spLocks noGrp="1"/>
          </p:cNvSpPr>
          <p:nvPr/>
        </p:nvSpPr>
        <p:spPr>
          <a:xfrm>
            <a:off x="8254898" y="35690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1" name="F2_precision_recall_distributions_4975">
            <a:extLst>
              <a:ext uri="{FF2B5EF4-FFF2-40B4-BE49-F238E27FC236}">
                <a16:creationId xmlns:a16="http://schemas.microsoft.com/office/drawing/2014/main" id="{1C4274A6-458D-4D0F-BB3A-804A013D82CF}"/>
              </a:ext>
            </a:extLst>
          </p:cNvPr>
          <p:cNvSpPr>
            <a:spLocks noGrp="1"/>
          </p:cNvSpPr>
          <p:nvPr/>
        </p:nvSpPr>
        <p:spPr>
          <a:xfrm>
            <a:off x="816736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2" name="F2_precision_recall_distributions_4976">
            <a:extLst>
              <a:ext uri="{FF2B5EF4-FFF2-40B4-BE49-F238E27FC236}">
                <a16:creationId xmlns:a16="http://schemas.microsoft.com/office/drawing/2014/main" id="{76913975-495F-4315-92B7-0183EFA2C3BE}"/>
              </a:ext>
            </a:extLst>
          </p:cNvPr>
          <p:cNvSpPr>
            <a:spLocks noGrp="1"/>
          </p:cNvSpPr>
          <p:nvPr/>
        </p:nvSpPr>
        <p:spPr>
          <a:xfrm>
            <a:off x="820120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3" name="F2_precision_recall_distributions_4977">
            <a:extLst>
              <a:ext uri="{FF2B5EF4-FFF2-40B4-BE49-F238E27FC236}">
                <a16:creationId xmlns:a16="http://schemas.microsoft.com/office/drawing/2014/main" id="{744BE864-13C8-483E-ADFB-323821F359E0}"/>
              </a:ext>
            </a:extLst>
          </p:cNvPr>
          <p:cNvSpPr>
            <a:spLocks noGrp="1"/>
          </p:cNvSpPr>
          <p:nvPr/>
        </p:nvSpPr>
        <p:spPr>
          <a:xfrm>
            <a:off x="8484119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4" name="F2_precision_recall_distributions_4978">
            <a:extLst>
              <a:ext uri="{FF2B5EF4-FFF2-40B4-BE49-F238E27FC236}">
                <a16:creationId xmlns:a16="http://schemas.microsoft.com/office/drawing/2014/main" id="{3DD898B0-FD99-4A6F-A437-DB4EBD85A62D}"/>
              </a:ext>
            </a:extLst>
          </p:cNvPr>
          <p:cNvSpPr>
            <a:spLocks noGrp="1"/>
          </p:cNvSpPr>
          <p:nvPr/>
        </p:nvSpPr>
        <p:spPr>
          <a:xfrm>
            <a:off x="821873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5" name="F2_precision_recall_distributions_4979">
            <a:extLst>
              <a:ext uri="{FF2B5EF4-FFF2-40B4-BE49-F238E27FC236}">
                <a16:creationId xmlns:a16="http://schemas.microsoft.com/office/drawing/2014/main" id="{5CFC372E-E3FB-43CE-A80D-56CE6E485A1C}"/>
              </a:ext>
            </a:extLst>
          </p:cNvPr>
          <p:cNvSpPr>
            <a:spLocks noGrp="1"/>
          </p:cNvSpPr>
          <p:nvPr/>
        </p:nvSpPr>
        <p:spPr>
          <a:xfrm>
            <a:off x="820474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6" name="F2_precision_recall_distributions_4980">
            <a:extLst>
              <a:ext uri="{FF2B5EF4-FFF2-40B4-BE49-F238E27FC236}">
                <a16:creationId xmlns:a16="http://schemas.microsoft.com/office/drawing/2014/main" id="{7AE73184-10AC-4DBE-A08F-03C3A3D81AB3}"/>
              </a:ext>
            </a:extLst>
          </p:cNvPr>
          <p:cNvSpPr>
            <a:spLocks noGrp="1"/>
          </p:cNvSpPr>
          <p:nvPr/>
        </p:nvSpPr>
        <p:spPr>
          <a:xfrm>
            <a:off x="827448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7" name="F2_precision_recall_distributions_4981">
            <a:extLst>
              <a:ext uri="{FF2B5EF4-FFF2-40B4-BE49-F238E27FC236}">
                <a16:creationId xmlns:a16="http://schemas.microsoft.com/office/drawing/2014/main" id="{28018616-68A6-4A24-A9AB-9EDEDE8F24AE}"/>
              </a:ext>
            </a:extLst>
          </p:cNvPr>
          <p:cNvSpPr>
            <a:spLocks noGrp="1"/>
          </p:cNvSpPr>
          <p:nvPr/>
        </p:nvSpPr>
        <p:spPr>
          <a:xfrm>
            <a:off x="8136240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8" name="F2_precision_recall_distributions_4982">
            <a:extLst>
              <a:ext uri="{FF2B5EF4-FFF2-40B4-BE49-F238E27FC236}">
                <a16:creationId xmlns:a16="http://schemas.microsoft.com/office/drawing/2014/main" id="{A51A7C3F-E179-49D7-B57A-C7E36F27CFF2}"/>
              </a:ext>
            </a:extLst>
          </p:cNvPr>
          <p:cNvSpPr>
            <a:spLocks noGrp="1"/>
          </p:cNvSpPr>
          <p:nvPr/>
        </p:nvSpPr>
        <p:spPr>
          <a:xfrm>
            <a:off x="823671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9" name="F2_precision_recall_distributions_4983">
            <a:extLst>
              <a:ext uri="{FF2B5EF4-FFF2-40B4-BE49-F238E27FC236}">
                <a16:creationId xmlns:a16="http://schemas.microsoft.com/office/drawing/2014/main" id="{CC926E3B-D32B-4CB6-AB7D-5AF829BF3082}"/>
              </a:ext>
            </a:extLst>
          </p:cNvPr>
          <p:cNvSpPr>
            <a:spLocks noGrp="1"/>
          </p:cNvSpPr>
          <p:nvPr/>
        </p:nvSpPr>
        <p:spPr>
          <a:xfrm>
            <a:off x="821607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0" name="F2_precision_recall_distributions_4984">
            <a:extLst>
              <a:ext uri="{FF2B5EF4-FFF2-40B4-BE49-F238E27FC236}">
                <a16:creationId xmlns:a16="http://schemas.microsoft.com/office/drawing/2014/main" id="{30A4608B-AC1C-47E6-9030-F59EBF88EB19}"/>
              </a:ext>
            </a:extLst>
          </p:cNvPr>
          <p:cNvSpPr>
            <a:spLocks noGrp="1"/>
          </p:cNvSpPr>
          <p:nvPr/>
        </p:nvSpPr>
        <p:spPr>
          <a:xfrm>
            <a:off x="842634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1" name="F2_precision_recall_distributions_4985">
            <a:extLst>
              <a:ext uri="{FF2B5EF4-FFF2-40B4-BE49-F238E27FC236}">
                <a16:creationId xmlns:a16="http://schemas.microsoft.com/office/drawing/2014/main" id="{03E2D40F-F437-4F65-8F5F-F48094B86769}"/>
              </a:ext>
            </a:extLst>
          </p:cNvPr>
          <p:cNvSpPr>
            <a:spLocks noGrp="1"/>
          </p:cNvSpPr>
          <p:nvPr/>
        </p:nvSpPr>
        <p:spPr>
          <a:xfrm>
            <a:off x="816706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2" name="F2_precision_recall_distributions_4986">
            <a:extLst>
              <a:ext uri="{FF2B5EF4-FFF2-40B4-BE49-F238E27FC236}">
                <a16:creationId xmlns:a16="http://schemas.microsoft.com/office/drawing/2014/main" id="{4A860170-F351-4476-A94C-FD153B82C6AC}"/>
              </a:ext>
            </a:extLst>
          </p:cNvPr>
          <p:cNvSpPr>
            <a:spLocks noGrp="1"/>
          </p:cNvSpPr>
          <p:nvPr/>
        </p:nvSpPr>
        <p:spPr>
          <a:xfrm>
            <a:off x="814414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3" name="F2_precision_recall_distributions_4987">
            <a:extLst>
              <a:ext uri="{FF2B5EF4-FFF2-40B4-BE49-F238E27FC236}">
                <a16:creationId xmlns:a16="http://schemas.microsoft.com/office/drawing/2014/main" id="{0153D885-108C-4A5D-AA64-CEF28FA33918}"/>
              </a:ext>
            </a:extLst>
          </p:cNvPr>
          <p:cNvSpPr>
            <a:spLocks noGrp="1"/>
          </p:cNvSpPr>
          <p:nvPr/>
        </p:nvSpPr>
        <p:spPr>
          <a:xfrm>
            <a:off x="8413952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4" name="F2_precision_recall_distributions_4988">
            <a:extLst>
              <a:ext uri="{FF2B5EF4-FFF2-40B4-BE49-F238E27FC236}">
                <a16:creationId xmlns:a16="http://schemas.microsoft.com/office/drawing/2014/main" id="{BCBE5031-CE54-4433-97CA-08DF0B1C2A44}"/>
              </a:ext>
            </a:extLst>
          </p:cNvPr>
          <p:cNvSpPr>
            <a:spLocks noGrp="1"/>
          </p:cNvSpPr>
          <p:nvPr/>
        </p:nvSpPr>
        <p:spPr>
          <a:xfrm>
            <a:off x="843354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5" name="F2_precision_recall_distributions_4989">
            <a:extLst>
              <a:ext uri="{FF2B5EF4-FFF2-40B4-BE49-F238E27FC236}">
                <a16:creationId xmlns:a16="http://schemas.microsoft.com/office/drawing/2014/main" id="{47C452E3-94A6-46E4-BFB1-05B8E5972C8B}"/>
              </a:ext>
            </a:extLst>
          </p:cNvPr>
          <p:cNvSpPr>
            <a:spLocks noGrp="1"/>
          </p:cNvSpPr>
          <p:nvPr/>
        </p:nvSpPr>
        <p:spPr>
          <a:xfrm>
            <a:off x="8160984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6" name="F2_precision_recall_distributions_4990">
            <a:extLst>
              <a:ext uri="{FF2B5EF4-FFF2-40B4-BE49-F238E27FC236}">
                <a16:creationId xmlns:a16="http://schemas.microsoft.com/office/drawing/2014/main" id="{DEF0B4CB-773E-4C79-AFAB-6127ACC239DB}"/>
              </a:ext>
            </a:extLst>
          </p:cNvPr>
          <p:cNvSpPr>
            <a:spLocks noGrp="1"/>
          </p:cNvSpPr>
          <p:nvPr/>
        </p:nvSpPr>
        <p:spPr>
          <a:xfrm>
            <a:off x="841171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7" name="F2_precision_recall_distributions_4991">
            <a:extLst>
              <a:ext uri="{FF2B5EF4-FFF2-40B4-BE49-F238E27FC236}">
                <a16:creationId xmlns:a16="http://schemas.microsoft.com/office/drawing/2014/main" id="{3D995F1A-DED5-4759-A7C2-38EB0C3200A2}"/>
              </a:ext>
            </a:extLst>
          </p:cNvPr>
          <p:cNvSpPr>
            <a:spLocks noGrp="1"/>
          </p:cNvSpPr>
          <p:nvPr/>
        </p:nvSpPr>
        <p:spPr>
          <a:xfrm>
            <a:off x="8135206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8" name="F2_precision_recall_distributions_4992">
            <a:extLst>
              <a:ext uri="{FF2B5EF4-FFF2-40B4-BE49-F238E27FC236}">
                <a16:creationId xmlns:a16="http://schemas.microsoft.com/office/drawing/2014/main" id="{E484106A-5EB2-4F15-9A47-6C5B3E6B2F15}"/>
              </a:ext>
            </a:extLst>
          </p:cNvPr>
          <p:cNvSpPr>
            <a:spLocks noGrp="1"/>
          </p:cNvSpPr>
          <p:nvPr/>
        </p:nvSpPr>
        <p:spPr>
          <a:xfrm>
            <a:off x="8276313" y="30738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9" name="F2_precision_recall_distributions_4993">
            <a:extLst>
              <a:ext uri="{FF2B5EF4-FFF2-40B4-BE49-F238E27FC236}">
                <a16:creationId xmlns:a16="http://schemas.microsoft.com/office/drawing/2014/main" id="{D64A0A8D-B881-4317-AD8C-B6559D4EF9D9}"/>
              </a:ext>
            </a:extLst>
          </p:cNvPr>
          <p:cNvSpPr>
            <a:spLocks noGrp="1"/>
          </p:cNvSpPr>
          <p:nvPr/>
        </p:nvSpPr>
        <p:spPr>
          <a:xfrm>
            <a:off x="832789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0" name="F2_precision_recall_distributions_4994">
            <a:extLst>
              <a:ext uri="{FF2B5EF4-FFF2-40B4-BE49-F238E27FC236}">
                <a16:creationId xmlns:a16="http://schemas.microsoft.com/office/drawing/2014/main" id="{8185BE6F-545C-4154-A370-7D9221DE9A7C}"/>
              </a:ext>
            </a:extLst>
          </p:cNvPr>
          <p:cNvSpPr>
            <a:spLocks noGrp="1"/>
          </p:cNvSpPr>
          <p:nvPr/>
        </p:nvSpPr>
        <p:spPr>
          <a:xfrm>
            <a:off x="8259783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1" name="F2_precision_recall_distributions_4995">
            <a:extLst>
              <a:ext uri="{FF2B5EF4-FFF2-40B4-BE49-F238E27FC236}">
                <a16:creationId xmlns:a16="http://schemas.microsoft.com/office/drawing/2014/main" id="{45E4859C-8C4D-4CC8-9B62-AB225CCB978B}"/>
              </a:ext>
            </a:extLst>
          </p:cNvPr>
          <p:cNvSpPr>
            <a:spLocks noGrp="1"/>
          </p:cNvSpPr>
          <p:nvPr/>
        </p:nvSpPr>
        <p:spPr>
          <a:xfrm>
            <a:off x="8174740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2" name="F2_precision_recall_distributions_4996">
            <a:extLst>
              <a:ext uri="{FF2B5EF4-FFF2-40B4-BE49-F238E27FC236}">
                <a16:creationId xmlns:a16="http://schemas.microsoft.com/office/drawing/2014/main" id="{0C05D357-57D3-41BE-920D-9E6AC8DDE017}"/>
              </a:ext>
            </a:extLst>
          </p:cNvPr>
          <p:cNvSpPr>
            <a:spLocks noGrp="1"/>
          </p:cNvSpPr>
          <p:nvPr/>
        </p:nvSpPr>
        <p:spPr>
          <a:xfrm>
            <a:off x="8342576" y="36043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3" name="F2_precision_recall_distributions_4997">
            <a:extLst>
              <a:ext uri="{FF2B5EF4-FFF2-40B4-BE49-F238E27FC236}">
                <a16:creationId xmlns:a16="http://schemas.microsoft.com/office/drawing/2014/main" id="{8E5980E5-077A-4361-83CA-D820D504ADE7}"/>
              </a:ext>
            </a:extLst>
          </p:cNvPr>
          <p:cNvSpPr>
            <a:spLocks noGrp="1"/>
          </p:cNvSpPr>
          <p:nvPr/>
        </p:nvSpPr>
        <p:spPr>
          <a:xfrm>
            <a:off x="817434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4" name="F2_precision_recall_distributions_4998">
            <a:extLst>
              <a:ext uri="{FF2B5EF4-FFF2-40B4-BE49-F238E27FC236}">
                <a16:creationId xmlns:a16="http://schemas.microsoft.com/office/drawing/2014/main" id="{26FB7DF0-47BC-4B9A-92AB-4BCDBBF6511A}"/>
              </a:ext>
            </a:extLst>
          </p:cNvPr>
          <p:cNvSpPr>
            <a:spLocks noGrp="1"/>
          </p:cNvSpPr>
          <p:nvPr/>
        </p:nvSpPr>
        <p:spPr>
          <a:xfrm>
            <a:off x="8501581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5" name="F2_precision_recall_distributions_4999">
            <a:extLst>
              <a:ext uri="{FF2B5EF4-FFF2-40B4-BE49-F238E27FC236}">
                <a16:creationId xmlns:a16="http://schemas.microsoft.com/office/drawing/2014/main" id="{BC313813-C33D-4229-BE17-211A62ED6C93}"/>
              </a:ext>
            </a:extLst>
          </p:cNvPr>
          <p:cNvSpPr>
            <a:spLocks noGrp="1"/>
          </p:cNvSpPr>
          <p:nvPr/>
        </p:nvSpPr>
        <p:spPr>
          <a:xfrm>
            <a:off x="839354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6" name="F2_precision_recall_distributions_5000">
            <a:extLst>
              <a:ext uri="{FF2B5EF4-FFF2-40B4-BE49-F238E27FC236}">
                <a16:creationId xmlns:a16="http://schemas.microsoft.com/office/drawing/2014/main" id="{B9CB3589-3389-4F65-9ABE-4DCE48680BD3}"/>
              </a:ext>
            </a:extLst>
          </p:cNvPr>
          <p:cNvSpPr>
            <a:spLocks noGrp="1"/>
          </p:cNvSpPr>
          <p:nvPr/>
        </p:nvSpPr>
        <p:spPr>
          <a:xfrm>
            <a:off x="826348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7" name="F2_precision_recall_distributions_5001">
            <a:extLst>
              <a:ext uri="{FF2B5EF4-FFF2-40B4-BE49-F238E27FC236}">
                <a16:creationId xmlns:a16="http://schemas.microsoft.com/office/drawing/2014/main" id="{CA197703-F965-44CD-8139-7353D731B223}"/>
              </a:ext>
            </a:extLst>
          </p:cNvPr>
          <p:cNvSpPr>
            <a:spLocks noGrp="1"/>
          </p:cNvSpPr>
          <p:nvPr/>
        </p:nvSpPr>
        <p:spPr>
          <a:xfrm>
            <a:off x="829940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8" name="F2_precision_recall_distributions_5002">
            <a:extLst>
              <a:ext uri="{FF2B5EF4-FFF2-40B4-BE49-F238E27FC236}">
                <a16:creationId xmlns:a16="http://schemas.microsoft.com/office/drawing/2014/main" id="{1229C56D-0970-4E42-A48C-3C084416D42E}"/>
              </a:ext>
            </a:extLst>
          </p:cNvPr>
          <p:cNvSpPr>
            <a:spLocks noGrp="1"/>
          </p:cNvSpPr>
          <p:nvPr/>
        </p:nvSpPr>
        <p:spPr>
          <a:xfrm>
            <a:off x="8396558" y="34558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9" name="F2_precision_recall_distributions_5003">
            <a:extLst>
              <a:ext uri="{FF2B5EF4-FFF2-40B4-BE49-F238E27FC236}">
                <a16:creationId xmlns:a16="http://schemas.microsoft.com/office/drawing/2014/main" id="{E9339D82-3538-4338-A5C5-2BADAA2F86F8}"/>
              </a:ext>
            </a:extLst>
          </p:cNvPr>
          <p:cNvSpPr>
            <a:spLocks noGrp="1"/>
          </p:cNvSpPr>
          <p:nvPr/>
        </p:nvSpPr>
        <p:spPr>
          <a:xfrm>
            <a:off x="824179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0" name="F2_precision_recall_distributions_5004">
            <a:extLst>
              <a:ext uri="{FF2B5EF4-FFF2-40B4-BE49-F238E27FC236}">
                <a16:creationId xmlns:a16="http://schemas.microsoft.com/office/drawing/2014/main" id="{74819684-B8C1-43A6-A97A-767AFF119A57}"/>
              </a:ext>
            </a:extLst>
          </p:cNvPr>
          <p:cNvSpPr>
            <a:spLocks noGrp="1"/>
          </p:cNvSpPr>
          <p:nvPr/>
        </p:nvSpPr>
        <p:spPr>
          <a:xfrm>
            <a:off x="8308055" y="30503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1" name="F2_precision_recall_distributions_5005">
            <a:extLst>
              <a:ext uri="{FF2B5EF4-FFF2-40B4-BE49-F238E27FC236}">
                <a16:creationId xmlns:a16="http://schemas.microsoft.com/office/drawing/2014/main" id="{222ADD27-3EFC-4185-8FDB-9B301BAA4293}"/>
              </a:ext>
            </a:extLst>
          </p:cNvPr>
          <p:cNvSpPr>
            <a:spLocks noGrp="1"/>
          </p:cNvSpPr>
          <p:nvPr/>
        </p:nvSpPr>
        <p:spPr>
          <a:xfrm>
            <a:off x="8408010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2" name="F2_precision_recall_distributions_5006">
            <a:extLst>
              <a:ext uri="{FF2B5EF4-FFF2-40B4-BE49-F238E27FC236}">
                <a16:creationId xmlns:a16="http://schemas.microsoft.com/office/drawing/2014/main" id="{8235B076-22A2-437A-AEDA-D1F11BBB0B4F}"/>
              </a:ext>
            </a:extLst>
          </p:cNvPr>
          <p:cNvSpPr>
            <a:spLocks noGrp="1"/>
          </p:cNvSpPr>
          <p:nvPr/>
        </p:nvSpPr>
        <p:spPr>
          <a:xfrm>
            <a:off x="8480088" y="30738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3" name="F2_precision_recall_distributions_5007">
            <a:extLst>
              <a:ext uri="{FF2B5EF4-FFF2-40B4-BE49-F238E27FC236}">
                <a16:creationId xmlns:a16="http://schemas.microsoft.com/office/drawing/2014/main" id="{399D9C97-9D09-4A2B-A372-A677B451B12D}"/>
              </a:ext>
            </a:extLst>
          </p:cNvPr>
          <p:cNvSpPr>
            <a:spLocks noGrp="1"/>
          </p:cNvSpPr>
          <p:nvPr/>
        </p:nvSpPr>
        <p:spPr>
          <a:xfrm>
            <a:off x="8378236" y="34679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4" name="F2_precision_recall_distributions_5008">
            <a:extLst>
              <a:ext uri="{FF2B5EF4-FFF2-40B4-BE49-F238E27FC236}">
                <a16:creationId xmlns:a16="http://schemas.microsoft.com/office/drawing/2014/main" id="{DB37447F-D034-4A5F-B5E8-12EC72DF0C45}"/>
              </a:ext>
            </a:extLst>
          </p:cNvPr>
          <p:cNvSpPr>
            <a:spLocks noGrp="1"/>
          </p:cNvSpPr>
          <p:nvPr/>
        </p:nvSpPr>
        <p:spPr>
          <a:xfrm>
            <a:off x="8162396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5" name="F2_precision_recall_distributions_5009">
            <a:extLst>
              <a:ext uri="{FF2B5EF4-FFF2-40B4-BE49-F238E27FC236}">
                <a16:creationId xmlns:a16="http://schemas.microsoft.com/office/drawing/2014/main" id="{FCA50A33-AA80-4E22-BC3B-CAB21CE8828B}"/>
              </a:ext>
            </a:extLst>
          </p:cNvPr>
          <p:cNvSpPr>
            <a:spLocks noGrp="1"/>
          </p:cNvSpPr>
          <p:nvPr/>
        </p:nvSpPr>
        <p:spPr>
          <a:xfrm>
            <a:off x="825242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6" name="F2_precision_recall_distributions_5010">
            <a:extLst>
              <a:ext uri="{FF2B5EF4-FFF2-40B4-BE49-F238E27FC236}">
                <a16:creationId xmlns:a16="http://schemas.microsoft.com/office/drawing/2014/main" id="{E9ADA28F-DBDF-45CE-8A45-BED475F09041}"/>
              </a:ext>
            </a:extLst>
          </p:cNvPr>
          <p:cNvSpPr>
            <a:spLocks noGrp="1"/>
          </p:cNvSpPr>
          <p:nvPr/>
        </p:nvSpPr>
        <p:spPr>
          <a:xfrm>
            <a:off x="842694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7" name="F2_precision_recall_distributions_5011">
            <a:extLst>
              <a:ext uri="{FF2B5EF4-FFF2-40B4-BE49-F238E27FC236}">
                <a16:creationId xmlns:a16="http://schemas.microsoft.com/office/drawing/2014/main" id="{31EBB4E9-A2CC-4ADF-9386-101121BB8B43}"/>
              </a:ext>
            </a:extLst>
          </p:cNvPr>
          <p:cNvSpPr>
            <a:spLocks noGrp="1"/>
          </p:cNvSpPr>
          <p:nvPr/>
        </p:nvSpPr>
        <p:spPr>
          <a:xfrm>
            <a:off x="8279976" y="317998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8" name="F2_precision_recall_distributions_5012">
            <a:extLst>
              <a:ext uri="{FF2B5EF4-FFF2-40B4-BE49-F238E27FC236}">
                <a16:creationId xmlns:a16="http://schemas.microsoft.com/office/drawing/2014/main" id="{4253EAD9-532E-4BEF-8C9E-D6B2616E9209}"/>
              </a:ext>
            </a:extLst>
          </p:cNvPr>
          <p:cNvSpPr>
            <a:spLocks noGrp="1"/>
          </p:cNvSpPr>
          <p:nvPr/>
        </p:nvSpPr>
        <p:spPr>
          <a:xfrm>
            <a:off x="830912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9" name="F2_precision_recall_distributions_5013">
            <a:extLst>
              <a:ext uri="{FF2B5EF4-FFF2-40B4-BE49-F238E27FC236}">
                <a16:creationId xmlns:a16="http://schemas.microsoft.com/office/drawing/2014/main" id="{344B6105-D6F4-420B-98FD-36E56F0D9718}"/>
              </a:ext>
            </a:extLst>
          </p:cNvPr>
          <p:cNvSpPr>
            <a:spLocks noGrp="1"/>
          </p:cNvSpPr>
          <p:nvPr/>
        </p:nvSpPr>
        <p:spPr>
          <a:xfrm>
            <a:off x="831687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0" name="F2_precision_recall_distributions_5014">
            <a:extLst>
              <a:ext uri="{FF2B5EF4-FFF2-40B4-BE49-F238E27FC236}">
                <a16:creationId xmlns:a16="http://schemas.microsoft.com/office/drawing/2014/main" id="{71A33D2D-2A20-4DE3-B0AB-35EA0C9D715B}"/>
              </a:ext>
            </a:extLst>
          </p:cNvPr>
          <p:cNvSpPr>
            <a:spLocks noGrp="1"/>
          </p:cNvSpPr>
          <p:nvPr/>
        </p:nvSpPr>
        <p:spPr>
          <a:xfrm>
            <a:off x="8166494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1" name="F2_precision_recall_distributions_5015">
            <a:extLst>
              <a:ext uri="{FF2B5EF4-FFF2-40B4-BE49-F238E27FC236}">
                <a16:creationId xmlns:a16="http://schemas.microsoft.com/office/drawing/2014/main" id="{99B9DD19-5D21-45D5-B2C3-14EC70BC9735}"/>
              </a:ext>
            </a:extLst>
          </p:cNvPr>
          <p:cNvSpPr>
            <a:spLocks noGrp="1"/>
          </p:cNvSpPr>
          <p:nvPr/>
        </p:nvSpPr>
        <p:spPr>
          <a:xfrm>
            <a:off x="8334221" y="34982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2" name="F2_precision_recall_distributions_5016">
            <a:extLst>
              <a:ext uri="{FF2B5EF4-FFF2-40B4-BE49-F238E27FC236}">
                <a16:creationId xmlns:a16="http://schemas.microsoft.com/office/drawing/2014/main" id="{F65D378F-FDD9-4BFD-99D0-4F65658EF7E5}"/>
              </a:ext>
            </a:extLst>
          </p:cNvPr>
          <p:cNvSpPr>
            <a:spLocks noGrp="1"/>
          </p:cNvSpPr>
          <p:nvPr/>
        </p:nvSpPr>
        <p:spPr>
          <a:xfrm>
            <a:off x="826505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3" name="F2_precision_recall_distributions_5017">
            <a:extLst>
              <a:ext uri="{FF2B5EF4-FFF2-40B4-BE49-F238E27FC236}">
                <a16:creationId xmlns:a16="http://schemas.microsoft.com/office/drawing/2014/main" id="{191BC6E6-B2BB-4D12-A463-6EFFF47D6EE1}"/>
              </a:ext>
            </a:extLst>
          </p:cNvPr>
          <p:cNvSpPr>
            <a:spLocks noGrp="1"/>
          </p:cNvSpPr>
          <p:nvPr/>
        </p:nvSpPr>
        <p:spPr>
          <a:xfrm>
            <a:off x="8502472" y="30314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4" name="F2_precision_recall_distributions_5018">
            <a:extLst>
              <a:ext uri="{FF2B5EF4-FFF2-40B4-BE49-F238E27FC236}">
                <a16:creationId xmlns:a16="http://schemas.microsoft.com/office/drawing/2014/main" id="{160E6D2B-6C9C-4274-A40D-0E36E7973B15}"/>
              </a:ext>
            </a:extLst>
          </p:cNvPr>
          <p:cNvSpPr>
            <a:spLocks noGrp="1"/>
          </p:cNvSpPr>
          <p:nvPr/>
        </p:nvSpPr>
        <p:spPr>
          <a:xfrm>
            <a:off x="842825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5" name="F2_precision_recall_distributions_5019">
            <a:extLst>
              <a:ext uri="{FF2B5EF4-FFF2-40B4-BE49-F238E27FC236}">
                <a16:creationId xmlns:a16="http://schemas.microsoft.com/office/drawing/2014/main" id="{F9B634EB-EF8E-4C38-A219-FEF0FFF8EC91}"/>
              </a:ext>
            </a:extLst>
          </p:cNvPr>
          <p:cNvSpPr>
            <a:spLocks noGrp="1"/>
          </p:cNvSpPr>
          <p:nvPr/>
        </p:nvSpPr>
        <p:spPr>
          <a:xfrm>
            <a:off x="837942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6" name="F2_precision_recall_distributions_5020">
            <a:extLst>
              <a:ext uri="{FF2B5EF4-FFF2-40B4-BE49-F238E27FC236}">
                <a16:creationId xmlns:a16="http://schemas.microsoft.com/office/drawing/2014/main" id="{53DF5274-B0BE-4C8E-8A7D-CC8F77687637}"/>
              </a:ext>
            </a:extLst>
          </p:cNvPr>
          <p:cNvSpPr>
            <a:spLocks noGrp="1"/>
          </p:cNvSpPr>
          <p:nvPr/>
        </p:nvSpPr>
        <p:spPr>
          <a:xfrm>
            <a:off x="823665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7" name="F2_precision_recall_distributions_5021">
            <a:extLst>
              <a:ext uri="{FF2B5EF4-FFF2-40B4-BE49-F238E27FC236}">
                <a16:creationId xmlns:a16="http://schemas.microsoft.com/office/drawing/2014/main" id="{59D07ADE-272A-4EDA-8F1B-7A4138990379}"/>
              </a:ext>
            </a:extLst>
          </p:cNvPr>
          <p:cNvSpPr>
            <a:spLocks noGrp="1"/>
          </p:cNvSpPr>
          <p:nvPr/>
        </p:nvSpPr>
        <p:spPr>
          <a:xfrm>
            <a:off x="840515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8" name="F2_precision_recall_distributions_5022">
            <a:extLst>
              <a:ext uri="{FF2B5EF4-FFF2-40B4-BE49-F238E27FC236}">
                <a16:creationId xmlns:a16="http://schemas.microsoft.com/office/drawing/2014/main" id="{7F5E4314-4D06-45B7-99FF-095C4B868696}"/>
              </a:ext>
            </a:extLst>
          </p:cNvPr>
          <p:cNvSpPr>
            <a:spLocks noGrp="1"/>
          </p:cNvSpPr>
          <p:nvPr/>
        </p:nvSpPr>
        <p:spPr>
          <a:xfrm>
            <a:off x="834660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9" name="F2_precision_recall_distributions_5023">
            <a:extLst>
              <a:ext uri="{FF2B5EF4-FFF2-40B4-BE49-F238E27FC236}">
                <a16:creationId xmlns:a16="http://schemas.microsoft.com/office/drawing/2014/main" id="{DACCACE2-C91E-4C0E-A8A1-34054B6D1D8F}"/>
              </a:ext>
            </a:extLst>
          </p:cNvPr>
          <p:cNvSpPr>
            <a:spLocks noGrp="1"/>
          </p:cNvSpPr>
          <p:nvPr/>
        </p:nvSpPr>
        <p:spPr>
          <a:xfrm>
            <a:off x="8425534" y="33467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0" name="F2_precision_recall_distributions_5024">
            <a:extLst>
              <a:ext uri="{FF2B5EF4-FFF2-40B4-BE49-F238E27FC236}">
                <a16:creationId xmlns:a16="http://schemas.microsoft.com/office/drawing/2014/main" id="{3CACAA8F-20D6-4252-BFCE-ABE521A3DAAD}"/>
              </a:ext>
            </a:extLst>
          </p:cNvPr>
          <p:cNvSpPr>
            <a:spLocks noGrp="1"/>
          </p:cNvSpPr>
          <p:nvPr/>
        </p:nvSpPr>
        <p:spPr>
          <a:xfrm>
            <a:off x="842668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1" name="F2_precision_recall_distributions_5025">
            <a:extLst>
              <a:ext uri="{FF2B5EF4-FFF2-40B4-BE49-F238E27FC236}">
                <a16:creationId xmlns:a16="http://schemas.microsoft.com/office/drawing/2014/main" id="{89D458DD-EA71-4180-A075-2E586EB1EB29}"/>
              </a:ext>
            </a:extLst>
          </p:cNvPr>
          <p:cNvSpPr>
            <a:spLocks noGrp="1"/>
          </p:cNvSpPr>
          <p:nvPr/>
        </p:nvSpPr>
        <p:spPr>
          <a:xfrm>
            <a:off x="8361249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2" name="F2_precision_recall_distributions_5026">
            <a:extLst>
              <a:ext uri="{FF2B5EF4-FFF2-40B4-BE49-F238E27FC236}">
                <a16:creationId xmlns:a16="http://schemas.microsoft.com/office/drawing/2014/main" id="{7888C623-41CC-4D35-BF02-ECB5E5112166}"/>
              </a:ext>
            </a:extLst>
          </p:cNvPr>
          <p:cNvSpPr>
            <a:spLocks noGrp="1"/>
          </p:cNvSpPr>
          <p:nvPr/>
        </p:nvSpPr>
        <p:spPr>
          <a:xfrm>
            <a:off x="8285855" y="35348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3" name="F2_precision_recall_distributions_5027">
            <a:extLst>
              <a:ext uri="{FF2B5EF4-FFF2-40B4-BE49-F238E27FC236}">
                <a16:creationId xmlns:a16="http://schemas.microsoft.com/office/drawing/2014/main" id="{E8581D33-CC5A-4E40-97C6-E1D283C320D3}"/>
              </a:ext>
            </a:extLst>
          </p:cNvPr>
          <p:cNvSpPr>
            <a:spLocks noGrp="1"/>
          </p:cNvSpPr>
          <p:nvPr/>
        </p:nvSpPr>
        <p:spPr>
          <a:xfrm>
            <a:off x="8354040" y="32012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4" name="F2_precision_recall_distributions_5028">
            <a:extLst>
              <a:ext uri="{FF2B5EF4-FFF2-40B4-BE49-F238E27FC236}">
                <a16:creationId xmlns:a16="http://schemas.microsoft.com/office/drawing/2014/main" id="{B1DBCBCE-2243-440B-A1FE-5B60BAFED3F3}"/>
              </a:ext>
            </a:extLst>
          </p:cNvPr>
          <p:cNvSpPr>
            <a:spLocks noGrp="1"/>
          </p:cNvSpPr>
          <p:nvPr/>
        </p:nvSpPr>
        <p:spPr>
          <a:xfrm>
            <a:off x="820781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5" name="F2_precision_recall_distributions_5029">
            <a:extLst>
              <a:ext uri="{FF2B5EF4-FFF2-40B4-BE49-F238E27FC236}">
                <a16:creationId xmlns:a16="http://schemas.microsoft.com/office/drawing/2014/main" id="{98F3C634-1FD8-41D6-9B00-47578158A2FC}"/>
              </a:ext>
            </a:extLst>
          </p:cNvPr>
          <p:cNvSpPr>
            <a:spLocks noGrp="1"/>
          </p:cNvSpPr>
          <p:nvPr/>
        </p:nvSpPr>
        <p:spPr>
          <a:xfrm>
            <a:off x="8195926" y="36408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6" name="F2_precision_recall_distributions_5030">
            <a:extLst>
              <a:ext uri="{FF2B5EF4-FFF2-40B4-BE49-F238E27FC236}">
                <a16:creationId xmlns:a16="http://schemas.microsoft.com/office/drawing/2014/main" id="{63E80E4F-FA3A-49EB-8D65-8625477D92CB}"/>
              </a:ext>
            </a:extLst>
          </p:cNvPr>
          <p:cNvSpPr>
            <a:spLocks noGrp="1"/>
          </p:cNvSpPr>
          <p:nvPr/>
        </p:nvSpPr>
        <p:spPr>
          <a:xfrm>
            <a:off x="8165165" y="35690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7" name="F2_precision_recall_distributions_5031">
            <a:extLst>
              <a:ext uri="{FF2B5EF4-FFF2-40B4-BE49-F238E27FC236}">
                <a16:creationId xmlns:a16="http://schemas.microsoft.com/office/drawing/2014/main" id="{1F9A4955-41C8-48EB-8B53-D113FA47909B}"/>
              </a:ext>
            </a:extLst>
          </p:cNvPr>
          <p:cNvSpPr>
            <a:spLocks noGrp="1"/>
          </p:cNvSpPr>
          <p:nvPr/>
        </p:nvSpPr>
        <p:spPr>
          <a:xfrm>
            <a:off x="843810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8" name="F2_precision_recall_distributions_5032">
            <a:extLst>
              <a:ext uri="{FF2B5EF4-FFF2-40B4-BE49-F238E27FC236}">
                <a16:creationId xmlns:a16="http://schemas.microsoft.com/office/drawing/2014/main" id="{DD05EC0E-B25E-4FD6-82E8-1B2D9E198AA8}"/>
              </a:ext>
            </a:extLst>
          </p:cNvPr>
          <p:cNvSpPr>
            <a:spLocks noGrp="1"/>
          </p:cNvSpPr>
          <p:nvPr/>
        </p:nvSpPr>
        <p:spPr>
          <a:xfrm>
            <a:off x="8453904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9" name="F2_precision_recall_distributions_5033">
            <a:extLst>
              <a:ext uri="{FF2B5EF4-FFF2-40B4-BE49-F238E27FC236}">
                <a16:creationId xmlns:a16="http://schemas.microsoft.com/office/drawing/2014/main" id="{A6C34166-2511-48B7-9D42-09AAF3243686}"/>
              </a:ext>
            </a:extLst>
          </p:cNvPr>
          <p:cNvSpPr>
            <a:spLocks noGrp="1"/>
          </p:cNvSpPr>
          <p:nvPr/>
        </p:nvSpPr>
        <p:spPr>
          <a:xfrm>
            <a:off x="8169968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0" name="F2_precision_recall_distributions_5034">
            <a:extLst>
              <a:ext uri="{FF2B5EF4-FFF2-40B4-BE49-F238E27FC236}">
                <a16:creationId xmlns:a16="http://schemas.microsoft.com/office/drawing/2014/main" id="{F50B3F47-C044-4800-A5FE-045DDBCF2609}"/>
              </a:ext>
            </a:extLst>
          </p:cNvPr>
          <p:cNvSpPr>
            <a:spLocks noGrp="1"/>
          </p:cNvSpPr>
          <p:nvPr/>
        </p:nvSpPr>
        <p:spPr>
          <a:xfrm>
            <a:off x="8340691" y="31593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1" name="F2_precision_recall_distributions_5035">
            <a:extLst>
              <a:ext uri="{FF2B5EF4-FFF2-40B4-BE49-F238E27FC236}">
                <a16:creationId xmlns:a16="http://schemas.microsoft.com/office/drawing/2014/main" id="{5D16167F-7246-4CDD-82CC-F36C9B0D4648}"/>
              </a:ext>
            </a:extLst>
          </p:cNvPr>
          <p:cNvSpPr>
            <a:spLocks noGrp="1"/>
          </p:cNvSpPr>
          <p:nvPr/>
        </p:nvSpPr>
        <p:spPr>
          <a:xfrm>
            <a:off x="836818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2" name="F2_precision_recall_distributions_5036">
            <a:extLst>
              <a:ext uri="{FF2B5EF4-FFF2-40B4-BE49-F238E27FC236}">
                <a16:creationId xmlns:a16="http://schemas.microsoft.com/office/drawing/2014/main" id="{5DEE96C3-7705-4837-8F2D-A81AAF2F843C}"/>
              </a:ext>
            </a:extLst>
          </p:cNvPr>
          <p:cNvSpPr>
            <a:spLocks noGrp="1"/>
          </p:cNvSpPr>
          <p:nvPr/>
        </p:nvSpPr>
        <p:spPr>
          <a:xfrm>
            <a:off x="8423436" y="35892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3" name="F2_precision_recall_distributions_5037">
            <a:extLst>
              <a:ext uri="{FF2B5EF4-FFF2-40B4-BE49-F238E27FC236}">
                <a16:creationId xmlns:a16="http://schemas.microsoft.com/office/drawing/2014/main" id="{44209558-E0CA-4C62-BB57-8072DFDEBDBF}"/>
              </a:ext>
            </a:extLst>
          </p:cNvPr>
          <p:cNvSpPr>
            <a:spLocks noGrp="1"/>
          </p:cNvSpPr>
          <p:nvPr/>
        </p:nvSpPr>
        <p:spPr>
          <a:xfrm>
            <a:off x="6002018" y="2875329"/>
            <a:ext cx="191" cy="424383"/>
          </a:xfrm>
          <a:custGeom>
            <a:avLst/>
            <a:gdLst/>
            <a:ahLst/>
            <a:cxnLst/>
            <a:rect l="0" t="0" r="0" b="0"/>
            <a:pathLst>
              <a:path w="191" h="424383">
                <a:moveTo>
                  <a:pt x="0" y="42438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2224" name="F2_precision_recall_distributions_5038">
            <a:extLst>
              <a:ext uri="{FF2B5EF4-FFF2-40B4-BE49-F238E27FC236}">
                <a16:creationId xmlns:a16="http://schemas.microsoft.com/office/drawing/2014/main" id="{868A9398-8A12-4868-A15B-6F82A1676ECD}"/>
              </a:ext>
            </a:extLst>
          </p:cNvPr>
          <p:cNvSpPr>
            <a:spLocks noGrp="1"/>
          </p:cNvSpPr>
          <p:nvPr/>
        </p:nvSpPr>
        <p:spPr>
          <a:xfrm>
            <a:off x="7165978" y="2875329"/>
            <a:ext cx="191" cy="565844"/>
          </a:xfrm>
          <a:custGeom>
            <a:avLst/>
            <a:gdLst/>
            <a:ahLst/>
            <a:cxnLst/>
            <a:rect l="0" t="0" r="0" b="0"/>
            <a:pathLst>
              <a:path w="191" h="565844">
                <a:moveTo>
                  <a:pt x="0" y="56584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2225" name="F2_precision_recall_distributions_5039">
            <a:extLst>
              <a:ext uri="{FF2B5EF4-FFF2-40B4-BE49-F238E27FC236}">
                <a16:creationId xmlns:a16="http://schemas.microsoft.com/office/drawing/2014/main" id="{93072295-152A-4475-BBC3-467E61757B48}"/>
              </a:ext>
            </a:extLst>
          </p:cNvPr>
          <p:cNvSpPr>
            <a:spLocks noGrp="1"/>
          </p:cNvSpPr>
          <p:nvPr/>
        </p:nvSpPr>
        <p:spPr>
          <a:xfrm>
            <a:off x="8329937" y="3299712"/>
            <a:ext cx="191" cy="424383"/>
          </a:xfrm>
          <a:custGeom>
            <a:avLst/>
            <a:gdLst/>
            <a:ahLst/>
            <a:cxnLst/>
            <a:rect l="0" t="0" r="0" b="0"/>
            <a:pathLst>
              <a:path w="191" h="424383">
                <a:moveTo>
                  <a:pt x="0" y="42438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2226" name="F2_precision_recall_distributions_5040">
            <a:extLst>
              <a:ext uri="{FF2B5EF4-FFF2-40B4-BE49-F238E27FC236}">
                <a16:creationId xmlns:a16="http://schemas.microsoft.com/office/drawing/2014/main" id="{FA29E62B-2DC7-4DE4-A165-0AF72276354D}"/>
              </a:ext>
            </a:extLst>
          </p:cNvPr>
          <p:cNvSpPr>
            <a:spLocks noGrp="1"/>
          </p:cNvSpPr>
          <p:nvPr/>
        </p:nvSpPr>
        <p:spPr>
          <a:xfrm>
            <a:off x="5361841" y="285411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2227" name="F2_precision_recall_distributions_5041">
            <a:extLst>
              <a:ext uri="{FF2B5EF4-FFF2-40B4-BE49-F238E27FC236}">
                <a16:creationId xmlns:a16="http://schemas.microsoft.com/office/drawing/2014/main" id="{41FAB208-20F6-4F18-85C1-A7ECC359B183}"/>
              </a:ext>
            </a:extLst>
          </p:cNvPr>
          <p:cNvSpPr>
            <a:spLocks noGrp="1"/>
          </p:cNvSpPr>
          <p:nvPr/>
        </p:nvSpPr>
        <p:spPr>
          <a:xfrm>
            <a:off x="5361841" y="373682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2228" name="text_5042">
            <a:extLst>
              <a:ext uri="{FF2B5EF4-FFF2-40B4-BE49-F238E27FC236}">
                <a16:creationId xmlns:a16="http://schemas.microsoft.com/office/drawing/2014/main" id="{14D9307A-DFC4-4F35-8F52-5744CECDF5EF}"/>
              </a:ext>
            </a:extLst>
          </p:cNvPr>
          <p:cNvSpPr>
            <a:spLocks noGrp="1"/>
          </p:cNvSpPr>
          <p:nvPr/>
        </p:nvSpPr>
        <p:spPr>
          <a:xfrm>
            <a:off x="5361841" y="2673382"/>
            <a:ext cx="1460179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Coverage, τ = 0.3 · Recall</a:t>
            </a:r>
          </a:p>
        </p:txBody>
      </p:sp>
      <p:sp>
        <p:nvSpPr>
          <p:cNvPr id="2229" name="F2_precision_recall_distributions_5043">
            <a:extLst>
              <a:ext uri="{FF2B5EF4-FFF2-40B4-BE49-F238E27FC236}">
                <a16:creationId xmlns:a16="http://schemas.microsoft.com/office/drawing/2014/main" id="{12C5C6AD-79D3-4D00-8E95-91759BE74A76}"/>
              </a:ext>
            </a:extLst>
          </p:cNvPr>
          <p:cNvSpPr>
            <a:spLocks noGrp="1"/>
          </p:cNvSpPr>
          <p:nvPr/>
        </p:nvSpPr>
        <p:spPr>
          <a:xfrm>
            <a:off x="5973977" y="2988749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2230" name="F2_precision_recall_distributions_5044">
            <a:extLst>
              <a:ext uri="{FF2B5EF4-FFF2-40B4-BE49-F238E27FC236}">
                <a16:creationId xmlns:a16="http://schemas.microsoft.com/office/drawing/2014/main" id="{60EE6B68-1829-41A0-9CD3-5FD6C0DB3629}"/>
              </a:ext>
            </a:extLst>
          </p:cNvPr>
          <p:cNvSpPr>
            <a:spLocks noGrp="1"/>
          </p:cNvSpPr>
          <p:nvPr/>
        </p:nvSpPr>
        <p:spPr>
          <a:xfrm>
            <a:off x="7137937" y="3130210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2231" name="F2_precision_recall_distributions_5045">
            <a:extLst>
              <a:ext uri="{FF2B5EF4-FFF2-40B4-BE49-F238E27FC236}">
                <a16:creationId xmlns:a16="http://schemas.microsoft.com/office/drawing/2014/main" id="{8C64D1AD-5823-4FD0-A14F-0A1221299923}"/>
              </a:ext>
            </a:extLst>
          </p:cNvPr>
          <p:cNvSpPr>
            <a:spLocks noGrp="1"/>
          </p:cNvSpPr>
          <p:nvPr/>
        </p:nvSpPr>
        <p:spPr>
          <a:xfrm>
            <a:off x="8301896" y="357480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2232" name="F2_precision_recall_distributions_5046">
            <a:extLst>
              <a:ext uri="{FF2B5EF4-FFF2-40B4-BE49-F238E27FC236}">
                <a16:creationId xmlns:a16="http://schemas.microsoft.com/office/drawing/2014/main" id="{1DA8E4AB-6D68-4D75-98D2-C1585DB98BD3}"/>
              </a:ext>
            </a:extLst>
          </p:cNvPr>
          <p:cNvSpPr>
            <a:spLocks noGrp="1"/>
          </p:cNvSpPr>
          <p:nvPr/>
        </p:nvSpPr>
        <p:spPr>
          <a:xfrm>
            <a:off x="1212325" y="422232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233" name="F2_precision_recall_distributions_5047">
            <a:extLst>
              <a:ext uri="{FF2B5EF4-FFF2-40B4-BE49-F238E27FC236}">
                <a16:creationId xmlns:a16="http://schemas.microsoft.com/office/drawing/2014/main" id="{0A39D68A-F91E-49D1-BAB4-50BED1EFF507}"/>
              </a:ext>
            </a:extLst>
          </p:cNvPr>
          <p:cNvSpPr>
            <a:spLocks noGrp="1"/>
          </p:cNvSpPr>
          <p:nvPr/>
        </p:nvSpPr>
        <p:spPr>
          <a:xfrm>
            <a:off x="1212325" y="509230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234" name="F2_precision_recall_distributions_5048">
            <a:extLst>
              <a:ext uri="{FF2B5EF4-FFF2-40B4-BE49-F238E27FC236}">
                <a16:creationId xmlns:a16="http://schemas.microsoft.com/office/drawing/2014/main" id="{E5DD29C3-3810-49F1-9D5B-E40BE7EF4AFA}"/>
              </a:ext>
            </a:extLst>
          </p:cNvPr>
          <p:cNvSpPr>
            <a:spLocks noGrp="1"/>
          </p:cNvSpPr>
          <p:nvPr/>
        </p:nvSpPr>
        <p:spPr>
          <a:xfrm>
            <a:off x="1170051" y="509230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235" name="text_5049">
            <a:extLst>
              <a:ext uri="{FF2B5EF4-FFF2-40B4-BE49-F238E27FC236}">
                <a16:creationId xmlns:a16="http://schemas.microsoft.com/office/drawing/2014/main" id="{7D973726-FA8A-46C6-A0DD-DD094F38DE7D}"/>
              </a:ext>
            </a:extLst>
          </p:cNvPr>
          <p:cNvSpPr>
            <a:spLocks noGrp="1"/>
          </p:cNvSpPr>
          <p:nvPr/>
        </p:nvSpPr>
        <p:spPr>
          <a:xfrm>
            <a:off x="958091" y="504481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236" name="F2_precision_recall_distributions_5050">
            <a:extLst>
              <a:ext uri="{FF2B5EF4-FFF2-40B4-BE49-F238E27FC236}">
                <a16:creationId xmlns:a16="http://schemas.microsoft.com/office/drawing/2014/main" id="{A901D1AD-CFF8-4372-B4A8-BEB05E980FDA}"/>
              </a:ext>
            </a:extLst>
          </p:cNvPr>
          <p:cNvSpPr>
            <a:spLocks noGrp="1"/>
          </p:cNvSpPr>
          <p:nvPr/>
        </p:nvSpPr>
        <p:spPr>
          <a:xfrm>
            <a:off x="1212325" y="466792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237" name="F2_precision_recall_distributions_5051">
            <a:extLst>
              <a:ext uri="{FF2B5EF4-FFF2-40B4-BE49-F238E27FC236}">
                <a16:creationId xmlns:a16="http://schemas.microsoft.com/office/drawing/2014/main" id="{9047F6DA-01EB-4BA9-8563-A8F74B9AC1BA}"/>
              </a:ext>
            </a:extLst>
          </p:cNvPr>
          <p:cNvSpPr>
            <a:spLocks noGrp="1"/>
          </p:cNvSpPr>
          <p:nvPr/>
        </p:nvSpPr>
        <p:spPr>
          <a:xfrm>
            <a:off x="1170051" y="466792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238" name="text_5052">
            <a:extLst>
              <a:ext uri="{FF2B5EF4-FFF2-40B4-BE49-F238E27FC236}">
                <a16:creationId xmlns:a16="http://schemas.microsoft.com/office/drawing/2014/main" id="{4646516E-C649-4E89-8897-21DC79170D5F}"/>
              </a:ext>
            </a:extLst>
          </p:cNvPr>
          <p:cNvSpPr>
            <a:spLocks noGrp="1"/>
          </p:cNvSpPr>
          <p:nvPr/>
        </p:nvSpPr>
        <p:spPr>
          <a:xfrm>
            <a:off x="958091" y="462042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2239" name="F2_precision_recall_distributions_5053">
            <a:extLst>
              <a:ext uri="{FF2B5EF4-FFF2-40B4-BE49-F238E27FC236}">
                <a16:creationId xmlns:a16="http://schemas.microsoft.com/office/drawing/2014/main" id="{C8C110AF-CCFB-4960-98D8-894632E5CB9F}"/>
              </a:ext>
            </a:extLst>
          </p:cNvPr>
          <p:cNvSpPr>
            <a:spLocks noGrp="1"/>
          </p:cNvSpPr>
          <p:nvPr/>
        </p:nvSpPr>
        <p:spPr>
          <a:xfrm>
            <a:off x="1212325" y="424353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240" name="F2_precision_recall_distributions_5054">
            <a:extLst>
              <a:ext uri="{FF2B5EF4-FFF2-40B4-BE49-F238E27FC236}">
                <a16:creationId xmlns:a16="http://schemas.microsoft.com/office/drawing/2014/main" id="{D03076E6-EBD4-4604-824A-C3C497A2F5B5}"/>
              </a:ext>
            </a:extLst>
          </p:cNvPr>
          <p:cNvSpPr>
            <a:spLocks noGrp="1"/>
          </p:cNvSpPr>
          <p:nvPr/>
        </p:nvSpPr>
        <p:spPr>
          <a:xfrm>
            <a:off x="1170051" y="424353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241" name="text_5055">
            <a:extLst>
              <a:ext uri="{FF2B5EF4-FFF2-40B4-BE49-F238E27FC236}">
                <a16:creationId xmlns:a16="http://schemas.microsoft.com/office/drawing/2014/main" id="{F9E6D79B-C44B-4A45-B9ED-AAD919A6682A}"/>
              </a:ext>
            </a:extLst>
          </p:cNvPr>
          <p:cNvSpPr>
            <a:spLocks noGrp="1"/>
          </p:cNvSpPr>
          <p:nvPr/>
        </p:nvSpPr>
        <p:spPr>
          <a:xfrm>
            <a:off x="958091" y="419604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2242" name="F2_precision_recall_distributions_5056">
            <a:extLst>
              <a:ext uri="{FF2B5EF4-FFF2-40B4-BE49-F238E27FC236}">
                <a16:creationId xmlns:a16="http://schemas.microsoft.com/office/drawing/2014/main" id="{0FA6A129-2D9A-4F2A-86FE-3A65FBEE0AA2}"/>
              </a:ext>
            </a:extLst>
          </p:cNvPr>
          <p:cNvSpPr>
            <a:spLocks noGrp="1"/>
          </p:cNvSpPr>
          <p:nvPr/>
        </p:nvSpPr>
        <p:spPr>
          <a:xfrm>
            <a:off x="1514954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391987" y="848766"/>
                </a:moveTo>
                <a:lnTo>
                  <a:pt x="283109" y="848766"/>
                </a:lnTo>
                <a:lnTo>
                  <a:pt x="284065" y="842186"/>
                </a:lnTo>
                <a:lnTo>
                  <a:pt x="286828" y="835606"/>
                </a:lnTo>
                <a:lnTo>
                  <a:pt x="291111" y="829027"/>
                </a:lnTo>
                <a:lnTo>
                  <a:pt x="296487" y="822447"/>
                </a:lnTo>
                <a:lnTo>
                  <a:pt x="302458" y="815868"/>
                </a:lnTo>
                <a:lnTo>
                  <a:pt x="308530" y="809288"/>
                </a:lnTo>
                <a:lnTo>
                  <a:pt x="314274" y="802708"/>
                </a:lnTo>
                <a:lnTo>
                  <a:pt x="319370" y="796129"/>
                </a:lnTo>
                <a:lnTo>
                  <a:pt x="323627" y="789549"/>
                </a:lnTo>
                <a:lnTo>
                  <a:pt x="326978" y="782970"/>
                </a:lnTo>
                <a:lnTo>
                  <a:pt x="329458" y="776390"/>
                </a:lnTo>
                <a:lnTo>
                  <a:pt x="331177" y="769811"/>
                </a:lnTo>
                <a:lnTo>
                  <a:pt x="332284" y="763231"/>
                </a:lnTo>
                <a:lnTo>
                  <a:pt x="332944" y="756651"/>
                </a:lnTo>
                <a:lnTo>
                  <a:pt x="333310" y="750072"/>
                </a:lnTo>
                <a:lnTo>
                  <a:pt x="333511" y="743492"/>
                </a:lnTo>
                <a:lnTo>
                  <a:pt x="333648" y="736913"/>
                </a:lnTo>
                <a:lnTo>
                  <a:pt x="333781" y="730333"/>
                </a:lnTo>
                <a:lnTo>
                  <a:pt x="333943" y="723754"/>
                </a:lnTo>
                <a:lnTo>
                  <a:pt x="334134" y="717174"/>
                </a:lnTo>
                <a:lnTo>
                  <a:pt x="334334" y="710594"/>
                </a:lnTo>
                <a:lnTo>
                  <a:pt x="334506" y="704015"/>
                </a:lnTo>
                <a:lnTo>
                  <a:pt x="334607" y="697435"/>
                </a:lnTo>
                <a:lnTo>
                  <a:pt x="334594" y="690856"/>
                </a:lnTo>
                <a:lnTo>
                  <a:pt x="334432" y="684276"/>
                </a:lnTo>
                <a:lnTo>
                  <a:pt x="334096" y="677697"/>
                </a:lnTo>
                <a:lnTo>
                  <a:pt x="333581" y="671117"/>
                </a:lnTo>
                <a:lnTo>
                  <a:pt x="332895" y="664537"/>
                </a:lnTo>
                <a:lnTo>
                  <a:pt x="332070" y="657958"/>
                </a:lnTo>
                <a:lnTo>
                  <a:pt x="331147" y="651378"/>
                </a:lnTo>
                <a:lnTo>
                  <a:pt x="330181" y="644799"/>
                </a:lnTo>
                <a:lnTo>
                  <a:pt x="329228" y="638219"/>
                </a:lnTo>
                <a:lnTo>
                  <a:pt x="328341" y="631639"/>
                </a:lnTo>
                <a:lnTo>
                  <a:pt x="327566" y="625060"/>
                </a:lnTo>
                <a:lnTo>
                  <a:pt x="326932" y="618480"/>
                </a:lnTo>
                <a:lnTo>
                  <a:pt x="326457" y="611901"/>
                </a:lnTo>
                <a:lnTo>
                  <a:pt x="326143" y="605321"/>
                </a:lnTo>
                <a:lnTo>
                  <a:pt x="325986" y="598742"/>
                </a:lnTo>
                <a:lnTo>
                  <a:pt x="325977" y="592162"/>
                </a:lnTo>
                <a:lnTo>
                  <a:pt x="326109" y="585582"/>
                </a:lnTo>
                <a:lnTo>
                  <a:pt x="326374" y="579003"/>
                </a:lnTo>
                <a:lnTo>
                  <a:pt x="326767" y="572423"/>
                </a:lnTo>
                <a:lnTo>
                  <a:pt x="327280" y="565844"/>
                </a:lnTo>
                <a:lnTo>
                  <a:pt x="327898" y="559264"/>
                </a:lnTo>
                <a:lnTo>
                  <a:pt x="328594" y="552685"/>
                </a:lnTo>
                <a:lnTo>
                  <a:pt x="329331" y="546105"/>
                </a:lnTo>
                <a:lnTo>
                  <a:pt x="330057" y="539525"/>
                </a:lnTo>
                <a:lnTo>
                  <a:pt x="330717" y="532946"/>
                </a:lnTo>
                <a:lnTo>
                  <a:pt x="331250" y="526366"/>
                </a:lnTo>
                <a:lnTo>
                  <a:pt x="331599" y="519787"/>
                </a:lnTo>
                <a:lnTo>
                  <a:pt x="331716" y="513207"/>
                </a:lnTo>
                <a:lnTo>
                  <a:pt x="331560" y="506627"/>
                </a:lnTo>
                <a:lnTo>
                  <a:pt x="331100" y="500048"/>
                </a:lnTo>
                <a:lnTo>
                  <a:pt x="330318" y="493468"/>
                </a:lnTo>
                <a:lnTo>
                  <a:pt x="329203" y="486889"/>
                </a:lnTo>
                <a:lnTo>
                  <a:pt x="327761" y="480309"/>
                </a:lnTo>
                <a:lnTo>
                  <a:pt x="326019" y="473730"/>
                </a:lnTo>
                <a:lnTo>
                  <a:pt x="324027" y="467150"/>
                </a:lnTo>
                <a:lnTo>
                  <a:pt x="321868" y="460570"/>
                </a:lnTo>
                <a:lnTo>
                  <a:pt x="319658" y="453991"/>
                </a:lnTo>
                <a:lnTo>
                  <a:pt x="317536" y="447411"/>
                </a:lnTo>
                <a:lnTo>
                  <a:pt x="315656" y="440832"/>
                </a:lnTo>
                <a:lnTo>
                  <a:pt x="314164" y="434252"/>
                </a:lnTo>
                <a:lnTo>
                  <a:pt x="313175" y="427673"/>
                </a:lnTo>
                <a:lnTo>
                  <a:pt x="312757" y="421093"/>
                </a:lnTo>
                <a:lnTo>
                  <a:pt x="312913" y="414513"/>
                </a:lnTo>
                <a:lnTo>
                  <a:pt x="313583" y="407934"/>
                </a:lnTo>
                <a:lnTo>
                  <a:pt x="314650" y="401354"/>
                </a:lnTo>
                <a:lnTo>
                  <a:pt x="315957" y="394775"/>
                </a:lnTo>
                <a:lnTo>
                  <a:pt x="317332" y="388195"/>
                </a:lnTo>
                <a:lnTo>
                  <a:pt x="318605" y="381616"/>
                </a:lnTo>
                <a:lnTo>
                  <a:pt x="319628" y="375036"/>
                </a:lnTo>
                <a:lnTo>
                  <a:pt x="320283" y="368456"/>
                </a:lnTo>
                <a:lnTo>
                  <a:pt x="320490" y="361877"/>
                </a:lnTo>
                <a:lnTo>
                  <a:pt x="320202" y="355297"/>
                </a:lnTo>
                <a:lnTo>
                  <a:pt x="319407" y="348718"/>
                </a:lnTo>
                <a:lnTo>
                  <a:pt x="318124" y="342138"/>
                </a:lnTo>
                <a:lnTo>
                  <a:pt x="316411" y="335558"/>
                </a:lnTo>
                <a:lnTo>
                  <a:pt x="314358" y="328979"/>
                </a:lnTo>
                <a:lnTo>
                  <a:pt x="312096" y="322399"/>
                </a:lnTo>
                <a:lnTo>
                  <a:pt x="309787" y="315820"/>
                </a:lnTo>
                <a:lnTo>
                  <a:pt x="307617" y="309240"/>
                </a:lnTo>
                <a:lnTo>
                  <a:pt x="305777" y="302661"/>
                </a:lnTo>
                <a:lnTo>
                  <a:pt x="304436" y="296081"/>
                </a:lnTo>
                <a:lnTo>
                  <a:pt x="303721" y="289501"/>
                </a:lnTo>
                <a:lnTo>
                  <a:pt x="303690" y="282922"/>
                </a:lnTo>
                <a:lnTo>
                  <a:pt x="304327" y="276342"/>
                </a:lnTo>
                <a:lnTo>
                  <a:pt x="305539" y="269763"/>
                </a:lnTo>
                <a:lnTo>
                  <a:pt x="307174" y="263183"/>
                </a:lnTo>
                <a:lnTo>
                  <a:pt x="309050" y="256604"/>
                </a:lnTo>
                <a:lnTo>
                  <a:pt x="310980" y="250024"/>
                </a:lnTo>
                <a:lnTo>
                  <a:pt x="312806" y="243444"/>
                </a:lnTo>
                <a:lnTo>
                  <a:pt x="314413" y="236865"/>
                </a:lnTo>
                <a:lnTo>
                  <a:pt x="315741" y="230285"/>
                </a:lnTo>
                <a:lnTo>
                  <a:pt x="316779" y="223706"/>
                </a:lnTo>
                <a:lnTo>
                  <a:pt x="317548" y="217126"/>
                </a:lnTo>
                <a:lnTo>
                  <a:pt x="318090" y="210546"/>
                </a:lnTo>
                <a:lnTo>
                  <a:pt x="318445" y="203967"/>
                </a:lnTo>
                <a:lnTo>
                  <a:pt x="318647" y="197387"/>
                </a:lnTo>
                <a:lnTo>
                  <a:pt x="318714" y="190808"/>
                </a:lnTo>
                <a:lnTo>
                  <a:pt x="318655" y="184228"/>
                </a:lnTo>
                <a:lnTo>
                  <a:pt x="318477" y="177649"/>
                </a:lnTo>
                <a:lnTo>
                  <a:pt x="318193" y="171069"/>
                </a:lnTo>
                <a:lnTo>
                  <a:pt x="317830" y="164489"/>
                </a:lnTo>
                <a:lnTo>
                  <a:pt x="317431" y="157910"/>
                </a:lnTo>
                <a:lnTo>
                  <a:pt x="317047" y="151330"/>
                </a:lnTo>
                <a:lnTo>
                  <a:pt x="316735" y="144751"/>
                </a:lnTo>
                <a:lnTo>
                  <a:pt x="316539" y="138171"/>
                </a:lnTo>
                <a:lnTo>
                  <a:pt x="316473" y="131592"/>
                </a:lnTo>
                <a:lnTo>
                  <a:pt x="316506" y="125012"/>
                </a:lnTo>
                <a:lnTo>
                  <a:pt x="316535" y="118432"/>
                </a:lnTo>
                <a:lnTo>
                  <a:pt x="316370" y="111853"/>
                </a:lnTo>
                <a:lnTo>
                  <a:pt x="315712" y="105273"/>
                </a:lnTo>
                <a:lnTo>
                  <a:pt x="314139" y="98694"/>
                </a:lnTo>
                <a:lnTo>
                  <a:pt x="311091" y="92114"/>
                </a:lnTo>
                <a:lnTo>
                  <a:pt x="305875" y="85535"/>
                </a:lnTo>
                <a:lnTo>
                  <a:pt x="297696" y="78955"/>
                </a:lnTo>
                <a:lnTo>
                  <a:pt x="285721" y="72375"/>
                </a:lnTo>
                <a:lnTo>
                  <a:pt x="269189" y="65796"/>
                </a:lnTo>
                <a:lnTo>
                  <a:pt x="247561" y="59216"/>
                </a:lnTo>
                <a:lnTo>
                  <a:pt x="220705" y="52637"/>
                </a:lnTo>
                <a:lnTo>
                  <a:pt x="189069" y="46057"/>
                </a:lnTo>
                <a:lnTo>
                  <a:pt x="153809" y="39477"/>
                </a:lnTo>
                <a:lnTo>
                  <a:pt x="116822" y="32898"/>
                </a:lnTo>
                <a:lnTo>
                  <a:pt x="80638" y="26318"/>
                </a:lnTo>
                <a:lnTo>
                  <a:pt x="48176" y="19739"/>
                </a:lnTo>
                <a:lnTo>
                  <a:pt x="22371" y="13159"/>
                </a:lnTo>
                <a:lnTo>
                  <a:pt x="5743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353" y="6580"/>
                </a:lnTo>
                <a:lnTo>
                  <a:pt x="652726" y="13159"/>
                </a:lnTo>
                <a:lnTo>
                  <a:pt x="626920" y="19739"/>
                </a:lnTo>
                <a:lnTo>
                  <a:pt x="594459" y="26318"/>
                </a:lnTo>
                <a:lnTo>
                  <a:pt x="558275" y="32898"/>
                </a:lnTo>
                <a:lnTo>
                  <a:pt x="521287" y="39477"/>
                </a:lnTo>
                <a:lnTo>
                  <a:pt x="486027" y="46057"/>
                </a:lnTo>
                <a:lnTo>
                  <a:pt x="454391" y="52637"/>
                </a:lnTo>
                <a:lnTo>
                  <a:pt x="427536" y="59216"/>
                </a:lnTo>
                <a:lnTo>
                  <a:pt x="405908" y="65796"/>
                </a:lnTo>
                <a:lnTo>
                  <a:pt x="389375" y="72375"/>
                </a:lnTo>
                <a:lnTo>
                  <a:pt x="377401" y="78955"/>
                </a:lnTo>
                <a:lnTo>
                  <a:pt x="369222" y="85535"/>
                </a:lnTo>
                <a:lnTo>
                  <a:pt x="364006" y="92114"/>
                </a:lnTo>
                <a:lnTo>
                  <a:pt x="360957" y="98694"/>
                </a:lnTo>
                <a:lnTo>
                  <a:pt x="359384" y="105273"/>
                </a:lnTo>
                <a:lnTo>
                  <a:pt x="358727" y="111853"/>
                </a:lnTo>
                <a:lnTo>
                  <a:pt x="358562" y="118432"/>
                </a:lnTo>
                <a:lnTo>
                  <a:pt x="358591" y="125012"/>
                </a:lnTo>
                <a:lnTo>
                  <a:pt x="358623" y="131592"/>
                </a:lnTo>
                <a:lnTo>
                  <a:pt x="358558" y="138171"/>
                </a:lnTo>
                <a:lnTo>
                  <a:pt x="358362" y="144751"/>
                </a:lnTo>
                <a:lnTo>
                  <a:pt x="358050" y="151330"/>
                </a:lnTo>
                <a:lnTo>
                  <a:pt x="357666" y="157910"/>
                </a:lnTo>
                <a:lnTo>
                  <a:pt x="357266" y="164489"/>
                </a:lnTo>
                <a:lnTo>
                  <a:pt x="356903" y="171069"/>
                </a:lnTo>
                <a:lnTo>
                  <a:pt x="356620" y="177649"/>
                </a:lnTo>
                <a:lnTo>
                  <a:pt x="356442" y="184228"/>
                </a:lnTo>
                <a:lnTo>
                  <a:pt x="356383" y="190808"/>
                </a:lnTo>
                <a:lnTo>
                  <a:pt x="356450" y="197387"/>
                </a:lnTo>
                <a:lnTo>
                  <a:pt x="356651" y="203967"/>
                </a:lnTo>
                <a:lnTo>
                  <a:pt x="357007" y="210546"/>
                </a:lnTo>
                <a:lnTo>
                  <a:pt x="357548" y="217126"/>
                </a:lnTo>
                <a:lnTo>
                  <a:pt x="358318" y="223706"/>
                </a:lnTo>
                <a:lnTo>
                  <a:pt x="359355" y="230285"/>
                </a:lnTo>
                <a:lnTo>
                  <a:pt x="360683" y="236865"/>
                </a:lnTo>
                <a:lnTo>
                  <a:pt x="362291" y="243444"/>
                </a:lnTo>
                <a:lnTo>
                  <a:pt x="364116" y="250024"/>
                </a:lnTo>
                <a:lnTo>
                  <a:pt x="366047" y="256604"/>
                </a:lnTo>
                <a:lnTo>
                  <a:pt x="367922" y="263183"/>
                </a:lnTo>
                <a:lnTo>
                  <a:pt x="369558" y="269763"/>
                </a:lnTo>
                <a:lnTo>
                  <a:pt x="370770" y="276342"/>
                </a:lnTo>
                <a:lnTo>
                  <a:pt x="371406" y="282922"/>
                </a:lnTo>
                <a:lnTo>
                  <a:pt x="371376" y="289501"/>
                </a:lnTo>
                <a:lnTo>
                  <a:pt x="370660" y="296081"/>
                </a:lnTo>
                <a:lnTo>
                  <a:pt x="369320" y="302661"/>
                </a:lnTo>
                <a:lnTo>
                  <a:pt x="367480" y="309240"/>
                </a:lnTo>
                <a:lnTo>
                  <a:pt x="365310" y="315820"/>
                </a:lnTo>
                <a:lnTo>
                  <a:pt x="363001" y="322399"/>
                </a:lnTo>
                <a:lnTo>
                  <a:pt x="360738" y="328979"/>
                </a:lnTo>
                <a:lnTo>
                  <a:pt x="358686" y="335558"/>
                </a:lnTo>
                <a:lnTo>
                  <a:pt x="356972" y="342138"/>
                </a:lnTo>
                <a:lnTo>
                  <a:pt x="355690" y="348718"/>
                </a:lnTo>
                <a:lnTo>
                  <a:pt x="354894" y="355297"/>
                </a:lnTo>
                <a:lnTo>
                  <a:pt x="354606" y="361877"/>
                </a:lnTo>
                <a:lnTo>
                  <a:pt x="354813" y="368456"/>
                </a:lnTo>
                <a:lnTo>
                  <a:pt x="355469" y="375036"/>
                </a:lnTo>
                <a:lnTo>
                  <a:pt x="356492" y="381616"/>
                </a:lnTo>
                <a:lnTo>
                  <a:pt x="357765" y="388195"/>
                </a:lnTo>
                <a:lnTo>
                  <a:pt x="359140" y="394775"/>
                </a:lnTo>
                <a:lnTo>
                  <a:pt x="360447" y="401354"/>
                </a:lnTo>
                <a:lnTo>
                  <a:pt x="361514" y="407934"/>
                </a:lnTo>
                <a:lnTo>
                  <a:pt x="362183" y="414513"/>
                </a:lnTo>
                <a:lnTo>
                  <a:pt x="362339" y="421093"/>
                </a:lnTo>
                <a:lnTo>
                  <a:pt x="361921" y="427673"/>
                </a:lnTo>
                <a:lnTo>
                  <a:pt x="360933" y="434252"/>
                </a:lnTo>
                <a:lnTo>
                  <a:pt x="359440" y="440832"/>
                </a:lnTo>
                <a:lnTo>
                  <a:pt x="357561" y="447411"/>
                </a:lnTo>
                <a:lnTo>
                  <a:pt x="355439" y="453991"/>
                </a:lnTo>
                <a:lnTo>
                  <a:pt x="353228" y="460570"/>
                </a:lnTo>
                <a:lnTo>
                  <a:pt x="351070" y="467150"/>
                </a:lnTo>
                <a:lnTo>
                  <a:pt x="349078" y="473730"/>
                </a:lnTo>
                <a:lnTo>
                  <a:pt x="347335" y="480309"/>
                </a:lnTo>
                <a:lnTo>
                  <a:pt x="345894" y="486889"/>
                </a:lnTo>
                <a:lnTo>
                  <a:pt x="344779" y="493468"/>
                </a:lnTo>
                <a:lnTo>
                  <a:pt x="343996" y="500048"/>
                </a:lnTo>
                <a:lnTo>
                  <a:pt x="343537" y="506627"/>
                </a:lnTo>
                <a:lnTo>
                  <a:pt x="343380" y="513207"/>
                </a:lnTo>
                <a:lnTo>
                  <a:pt x="343497" y="519787"/>
                </a:lnTo>
                <a:lnTo>
                  <a:pt x="343847" y="526366"/>
                </a:lnTo>
                <a:lnTo>
                  <a:pt x="344380" y="532946"/>
                </a:lnTo>
                <a:lnTo>
                  <a:pt x="345039" y="539525"/>
                </a:lnTo>
                <a:lnTo>
                  <a:pt x="345766" y="546105"/>
                </a:lnTo>
                <a:lnTo>
                  <a:pt x="346502" y="552685"/>
                </a:lnTo>
                <a:lnTo>
                  <a:pt x="347198" y="559264"/>
                </a:lnTo>
                <a:lnTo>
                  <a:pt x="347816" y="565844"/>
                </a:lnTo>
                <a:lnTo>
                  <a:pt x="348329" y="572423"/>
                </a:lnTo>
                <a:lnTo>
                  <a:pt x="348723" y="579003"/>
                </a:lnTo>
                <a:lnTo>
                  <a:pt x="348988" y="585582"/>
                </a:lnTo>
                <a:lnTo>
                  <a:pt x="349119" y="592162"/>
                </a:lnTo>
                <a:lnTo>
                  <a:pt x="349111" y="598742"/>
                </a:lnTo>
                <a:lnTo>
                  <a:pt x="348954" y="605321"/>
                </a:lnTo>
                <a:lnTo>
                  <a:pt x="348640" y="611901"/>
                </a:lnTo>
                <a:lnTo>
                  <a:pt x="348164" y="618480"/>
                </a:lnTo>
                <a:lnTo>
                  <a:pt x="347530" y="625060"/>
                </a:lnTo>
                <a:lnTo>
                  <a:pt x="346755" y="631639"/>
                </a:lnTo>
                <a:lnTo>
                  <a:pt x="345869" y="638219"/>
                </a:lnTo>
                <a:lnTo>
                  <a:pt x="344916" y="644799"/>
                </a:lnTo>
                <a:lnTo>
                  <a:pt x="343950" y="651378"/>
                </a:lnTo>
                <a:lnTo>
                  <a:pt x="343027" y="657958"/>
                </a:lnTo>
                <a:lnTo>
                  <a:pt x="342201" y="664537"/>
                </a:lnTo>
                <a:lnTo>
                  <a:pt x="341516" y="671117"/>
                </a:lnTo>
                <a:lnTo>
                  <a:pt x="341000" y="677697"/>
                </a:lnTo>
                <a:lnTo>
                  <a:pt x="340665" y="684276"/>
                </a:lnTo>
                <a:lnTo>
                  <a:pt x="340502" y="690856"/>
                </a:lnTo>
                <a:lnTo>
                  <a:pt x="340490" y="697435"/>
                </a:lnTo>
                <a:lnTo>
                  <a:pt x="340591" y="704015"/>
                </a:lnTo>
                <a:lnTo>
                  <a:pt x="340763" y="710594"/>
                </a:lnTo>
                <a:lnTo>
                  <a:pt x="340962" y="717174"/>
                </a:lnTo>
                <a:lnTo>
                  <a:pt x="341153" y="723754"/>
                </a:lnTo>
                <a:lnTo>
                  <a:pt x="341315" y="730333"/>
                </a:lnTo>
                <a:lnTo>
                  <a:pt x="341449" y="736913"/>
                </a:lnTo>
                <a:lnTo>
                  <a:pt x="341585" y="743492"/>
                </a:lnTo>
                <a:lnTo>
                  <a:pt x="341787" y="750072"/>
                </a:lnTo>
                <a:lnTo>
                  <a:pt x="342153" y="756651"/>
                </a:lnTo>
                <a:lnTo>
                  <a:pt x="342812" y="763231"/>
                </a:lnTo>
                <a:lnTo>
                  <a:pt x="343920" y="769811"/>
                </a:lnTo>
                <a:lnTo>
                  <a:pt x="345638" y="776390"/>
                </a:lnTo>
                <a:lnTo>
                  <a:pt x="348118" y="782970"/>
                </a:lnTo>
                <a:lnTo>
                  <a:pt x="351469" y="789549"/>
                </a:lnTo>
                <a:lnTo>
                  <a:pt x="355727" y="796129"/>
                </a:lnTo>
                <a:lnTo>
                  <a:pt x="360823" y="802708"/>
                </a:lnTo>
                <a:lnTo>
                  <a:pt x="366567" y="809288"/>
                </a:lnTo>
                <a:lnTo>
                  <a:pt x="372639" y="815868"/>
                </a:lnTo>
                <a:lnTo>
                  <a:pt x="378610" y="822447"/>
                </a:lnTo>
                <a:lnTo>
                  <a:pt x="383985" y="829027"/>
                </a:lnTo>
                <a:lnTo>
                  <a:pt x="388268" y="835606"/>
                </a:lnTo>
                <a:lnTo>
                  <a:pt x="391032" y="842186"/>
                </a:lnTo>
                <a:lnTo>
                  <a:pt x="391987" y="848766"/>
                </a:lnTo>
                <a:lnTo>
                  <a:pt x="391987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2243" name="F2_precision_recall_distributions_5057">
            <a:extLst>
              <a:ext uri="{FF2B5EF4-FFF2-40B4-BE49-F238E27FC236}">
                <a16:creationId xmlns:a16="http://schemas.microsoft.com/office/drawing/2014/main" id="{F3DF5397-31D6-4DAF-8EBD-5D9836CAF08A}"/>
              </a:ext>
            </a:extLst>
          </p:cNvPr>
          <p:cNvSpPr>
            <a:spLocks noGrp="1"/>
          </p:cNvSpPr>
          <p:nvPr/>
        </p:nvSpPr>
        <p:spPr>
          <a:xfrm>
            <a:off x="194235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4" name="F2_precision_recall_distributions_5058">
            <a:extLst>
              <a:ext uri="{FF2B5EF4-FFF2-40B4-BE49-F238E27FC236}">
                <a16:creationId xmlns:a16="http://schemas.microsoft.com/office/drawing/2014/main" id="{4B1BC5F6-320B-47AB-89EA-51033A788B40}"/>
              </a:ext>
            </a:extLst>
          </p:cNvPr>
          <p:cNvSpPr>
            <a:spLocks noGrp="1"/>
          </p:cNvSpPr>
          <p:nvPr/>
        </p:nvSpPr>
        <p:spPr>
          <a:xfrm>
            <a:off x="173579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5" name="F2_precision_recall_distributions_5059">
            <a:extLst>
              <a:ext uri="{FF2B5EF4-FFF2-40B4-BE49-F238E27FC236}">
                <a16:creationId xmlns:a16="http://schemas.microsoft.com/office/drawing/2014/main" id="{8624C18A-CC74-4886-AE5F-EE9613AA3531}"/>
              </a:ext>
            </a:extLst>
          </p:cNvPr>
          <p:cNvSpPr>
            <a:spLocks noGrp="1"/>
          </p:cNvSpPr>
          <p:nvPr/>
        </p:nvSpPr>
        <p:spPr>
          <a:xfrm>
            <a:off x="167990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6" name="F2_precision_recall_distributions_5060">
            <a:extLst>
              <a:ext uri="{FF2B5EF4-FFF2-40B4-BE49-F238E27FC236}">
                <a16:creationId xmlns:a16="http://schemas.microsoft.com/office/drawing/2014/main" id="{587C1BC3-8481-4D06-8A02-E149EB6FB53E}"/>
              </a:ext>
            </a:extLst>
          </p:cNvPr>
          <p:cNvSpPr>
            <a:spLocks noGrp="1"/>
          </p:cNvSpPr>
          <p:nvPr/>
        </p:nvSpPr>
        <p:spPr>
          <a:xfrm>
            <a:off x="1890761" y="49574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7" name="F2_precision_recall_distributions_5061">
            <a:extLst>
              <a:ext uri="{FF2B5EF4-FFF2-40B4-BE49-F238E27FC236}">
                <a16:creationId xmlns:a16="http://schemas.microsoft.com/office/drawing/2014/main" id="{1D52D178-C6B0-4395-845D-2D8C32485722}"/>
              </a:ext>
            </a:extLst>
          </p:cNvPr>
          <p:cNvSpPr>
            <a:spLocks noGrp="1"/>
          </p:cNvSpPr>
          <p:nvPr/>
        </p:nvSpPr>
        <p:spPr>
          <a:xfrm>
            <a:off x="1823031" y="43604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8" name="F2_precision_recall_distributions_5062">
            <a:extLst>
              <a:ext uri="{FF2B5EF4-FFF2-40B4-BE49-F238E27FC236}">
                <a16:creationId xmlns:a16="http://schemas.microsoft.com/office/drawing/2014/main" id="{7AF5C7CF-88F2-4989-B7DA-36F8E388DBEA}"/>
              </a:ext>
            </a:extLst>
          </p:cNvPr>
          <p:cNvSpPr>
            <a:spLocks noGrp="1"/>
          </p:cNvSpPr>
          <p:nvPr/>
        </p:nvSpPr>
        <p:spPr>
          <a:xfrm>
            <a:off x="174607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9" name="F2_precision_recall_distributions_5063">
            <a:extLst>
              <a:ext uri="{FF2B5EF4-FFF2-40B4-BE49-F238E27FC236}">
                <a16:creationId xmlns:a16="http://schemas.microsoft.com/office/drawing/2014/main" id="{75BC124C-F38F-4BDB-893E-4AA6F8100D70}"/>
              </a:ext>
            </a:extLst>
          </p:cNvPr>
          <p:cNvSpPr>
            <a:spLocks noGrp="1"/>
          </p:cNvSpPr>
          <p:nvPr/>
        </p:nvSpPr>
        <p:spPr>
          <a:xfrm>
            <a:off x="200803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0" name="F2_precision_recall_distributions_5064">
            <a:extLst>
              <a:ext uri="{FF2B5EF4-FFF2-40B4-BE49-F238E27FC236}">
                <a16:creationId xmlns:a16="http://schemas.microsoft.com/office/drawing/2014/main" id="{2C6850DD-0120-477F-906A-308911D50B68}"/>
              </a:ext>
            </a:extLst>
          </p:cNvPr>
          <p:cNvSpPr>
            <a:spLocks noGrp="1"/>
          </p:cNvSpPr>
          <p:nvPr/>
        </p:nvSpPr>
        <p:spPr>
          <a:xfrm>
            <a:off x="200953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1" name="F2_precision_recall_distributions_5065">
            <a:extLst>
              <a:ext uri="{FF2B5EF4-FFF2-40B4-BE49-F238E27FC236}">
                <a16:creationId xmlns:a16="http://schemas.microsoft.com/office/drawing/2014/main" id="{538B705A-43FB-40EB-B06B-66B674726F2B}"/>
              </a:ext>
            </a:extLst>
          </p:cNvPr>
          <p:cNvSpPr>
            <a:spLocks noGrp="1"/>
          </p:cNvSpPr>
          <p:nvPr/>
        </p:nvSpPr>
        <p:spPr>
          <a:xfrm>
            <a:off x="1927996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2" name="F2_precision_recall_distributions_5066">
            <a:extLst>
              <a:ext uri="{FF2B5EF4-FFF2-40B4-BE49-F238E27FC236}">
                <a16:creationId xmlns:a16="http://schemas.microsoft.com/office/drawing/2014/main" id="{70466374-C064-48EE-8276-70A26C0116E5}"/>
              </a:ext>
            </a:extLst>
          </p:cNvPr>
          <p:cNvSpPr>
            <a:spLocks noGrp="1"/>
          </p:cNvSpPr>
          <p:nvPr/>
        </p:nvSpPr>
        <p:spPr>
          <a:xfrm>
            <a:off x="1743546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3" name="F2_precision_recall_distributions_5067">
            <a:extLst>
              <a:ext uri="{FF2B5EF4-FFF2-40B4-BE49-F238E27FC236}">
                <a16:creationId xmlns:a16="http://schemas.microsoft.com/office/drawing/2014/main" id="{4B3ECB2C-091C-4AE9-A991-2E83E4845E67}"/>
              </a:ext>
            </a:extLst>
          </p:cNvPr>
          <p:cNvSpPr>
            <a:spLocks noGrp="1"/>
          </p:cNvSpPr>
          <p:nvPr/>
        </p:nvSpPr>
        <p:spPr>
          <a:xfrm>
            <a:off x="2022907" y="46358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4" name="F2_precision_recall_distributions_5068">
            <a:extLst>
              <a:ext uri="{FF2B5EF4-FFF2-40B4-BE49-F238E27FC236}">
                <a16:creationId xmlns:a16="http://schemas.microsoft.com/office/drawing/2014/main" id="{2C671E05-B0BB-4F98-A1C4-2F676EAB0D71}"/>
              </a:ext>
            </a:extLst>
          </p:cNvPr>
          <p:cNvSpPr>
            <a:spLocks noGrp="1"/>
          </p:cNvSpPr>
          <p:nvPr/>
        </p:nvSpPr>
        <p:spPr>
          <a:xfrm>
            <a:off x="199890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5" name="F2_precision_recall_distributions_5069">
            <a:extLst>
              <a:ext uri="{FF2B5EF4-FFF2-40B4-BE49-F238E27FC236}">
                <a16:creationId xmlns:a16="http://schemas.microsoft.com/office/drawing/2014/main" id="{C64F8DF4-7557-4A8D-964D-BE5A70B64622}"/>
              </a:ext>
            </a:extLst>
          </p:cNvPr>
          <p:cNvSpPr>
            <a:spLocks noGrp="1"/>
          </p:cNvSpPr>
          <p:nvPr/>
        </p:nvSpPr>
        <p:spPr>
          <a:xfrm>
            <a:off x="200916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6" name="F2_precision_recall_distributions_5070">
            <a:extLst>
              <a:ext uri="{FF2B5EF4-FFF2-40B4-BE49-F238E27FC236}">
                <a16:creationId xmlns:a16="http://schemas.microsoft.com/office/drawing/2014/main" id="{8002D01C-008E-470B-A4F7-ABDC02BFD780}"/>
              </a:ext>
            </a:extLst>
          </p:cNvPr>
          <p:cNvSpPr>
            <a:spLocks noGrp="1"/>
          </p:cNvSpPr>
          <p:nvPr/>
        </p:nvSpPr>
        <p:spPr>
          <a:xfrm>
            <a:off x="1933552" y="43511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7" name="F2_precision_recall_distributions_5071">
            <a:extLst>
              <a:ext uri="{FF2B5EF4-FFF2-40B4-BE49-F238E27FC236}">
                <a16:creationId xmlns:a16="http://schemas.microsoft.com/office/drawing/2014/main" id="{3BE60C73-2DFB-4CD6-A592-ECB5219F08D8}"/>
              </a:ext>
            </a:extLst>
          </p:cNvPr>
          <p:cNvSpPr>
            <a:spLocks noGrp="1"/>
          </p:cNvSpPr>
          <p:nvPr/>
        </p:nvSpPr>
        <p:spPr>
          <a:xfrm>
            <a:off x="196562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8" name="F2_precision_recall_distributions_5072">
            <a:extLst>
              <a:ext uri="{FF2B5EF4-FFF2-40B4-BE49-F238E27FC236}">
                <a16:creationId xmlns:a16="http://schemas.microsoft.com/office/drawing/2014/main" id="{3B848FD9-E305-41E0-A775-059A73103588}"/>
              </a:ext>
            </a:extLst>
          </p:cNvPr>
          <p:cNvSpPr>
            <a:spLocks noGrp="1"/>
          </p:cNvSpPr>
          <p:nvPr/>
        </p:nvSpPr>
        <p:spPr>
          <a:xfrm>
            <a:off x="179873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9" name="F2_precision_recall_distributions_5073">
            <a:extLst>
              <a:ext uri="{FF2B5EF4-FFF2-40B4-BE49-F238E27FC236}">
                <a16:creationId xmlns:a16="http://schemas.microsoft.com/office/drawing/2014/main" id="{0D1D5D25-A7C9-46F7-8DA1-0AA79C69CFE5}"/>
              </a:ext>
            </a:extLst>
          </p:cNvPr>
          <p:cNvSpPr>
            <a:spLocks noGrp="1"/>
          </p:cNvSpPr>
          <p:nvPr/>
        </p:nvSpPr>
        <p:spPr>
          <a:xfrm>
            <a:off x="167864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0" name="F2_precision_recall_distributions_5074">
            <a:extLst>
              <a:ext uri="{FF2B5EF4-FFF2-40B4-BE49-F238E27FC236}">
                <a16:creationId xmlns:a16="http://schemas.microsoft.com/office/drawing/2014/main" id="{71BEB3C6-9DE9-4F07-B34E-B60E8019515F}"/>
              </a:ext>
            </a:extLst>
          </p:cNvPr>
          <p:cNvSpPr>
            <a:spLocks noGrp="1"/>
          </p:cNvSpPr>
          <p:nvPr/>
        </p:nvSpPr>
        <p:spPr>
          <a:xfrm>
            <a:off x="176816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1" name="F2_precision_recall_distributions_5075">
            <a:extLst>
              <a:ext uri="{FF2B5EF4-FFF2-40B4-BE49-F238E27FC236}">
                <a16:creationId xmlns:a16="http://schemas.microsoft.com/office/drawing/2014/main" id="{DF307AB9-A04B-4875-B019-FE20796C602F}"/>
              </a:ext>
            </a:extLst>
          </p:cNvPr>
          <p:cNvSpPr>
            <a:spLocks noGrp="1"/>
          </p:cNvSpPr>
          <p:nvPr/>
        </p:nvSpPr>
        <p:spPr>
          <a:xfrm>
            <a:off x="190186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2" name="F2_precision_recall_distributions_5076">
            <a:extLst>
              <a:ext uri="{FF2B5EF4-FFF2-40B4-BE49-F238E27FC236}">
                <a16:creationId xmlns:a16="http://schemas.microsoft.com/office/drawing/2014/main" id="{1F0C1979-4602-415B-A024-376627C68442}"/>
              </a:ext>
            </a:extLst>
          </p:cNvPr>
          <p:cNvSpPr>
            <a:spLocks noGrp="1"/>
          </p:cNvSpPr>
          <p:nvPr/>
        </p:nvSpPr>
        <p:spPr>
          <a:xfrm>
            <a:off x="170263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3" name="F2_precision_recall_distributions_5077">
            <a:extLst>
              <a:ext uri="{FF2B5EF4-FFF2-40B4-BE49-F238E27FC236}">
                <a16:creationId xmlns:a16="http://schemas.microsoft.com/office/drawing/2014/main" id="{D169E297-F1CE-4F52-BDB7-1F2D78857A12}"/>
              </a:ext>
            </a:extLst>
          </p:cNvPr>
          <p:cNvSpPr>
            <a:spLocks noGrp="1"/>
          </p:cNvSpPr>
          <p:nvPr/>
        </p:nvSpPr>
        <p:spPr>
          <a:xfrm>
            <a:off x="2001877" y="43006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4" name="F2_precision_recall_distributions_5078">
            <a:extLst>
              <a:ext uri="{FF2B5EF4-FFF2-40B4-BE49-F238E27FC236}">
                <a16:creationId xmlns:a16="http://schemas.microsoft.com/office/drawing/2014/main" id="{BE2665CE-23CA-4303-983E-A0BA3234FFB0}"/>
              </a:ext>
            </a:extLst>
          </p:cNvPr>
          <p:cNvSpPr>
            <a:spLocks noGrp="1"/>
          </p:cNvSpPr>
          <p:nvPr/>
        </p:nvSpPr>
        <p:spPr>
          <a:xfrm>
            <a:off x="1804447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5" name="F2_precision_recall_distributions_5079">
            <a:extLst>
              <a:ext uri="{FF2B5EF4-FFF2-40B4-BE49-F238E27FC236}">
                <a16:creationId xmlns:a16="http://schemas.microsoft.com/office/drawing/2014/main" id="{B90A6F1A-0A7C-4C05-A7A9-2F6D3D3011B1}"/>
              </a:ext>
            </a:extLst>
          </p:cNvPr>
          <p:cNvSpPr>
            <a:spLocks noGrp="1"/>
          </p:cNvSpPr>
          <p:nvPr/>
        </p:nvSpPr>
        <p:spPr>
          <a:xfrm>
            <a:off x="193203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6" name="F2_precision_recall_distributions_5080">
            <a:extLst>
              <a:ext uri="{FF2B5EF4-FFF2-40B4-BE49-F238E27FC236}">
                <a16:creationId xmlns:a16="http://schemas.microsoft.com/office/drawing/2014/main" id="{3040E6E4-1232-4303-A8DB-12BE55683CC2}"/>
              </a:ext>
            </a:extLst>
          </p:cNvPr>
          <p:cNvSpPr>
            <a:spLocks noGrp="1"/>
          </p:cNvSpPr>
          <p:nvPr/>
        </p:nvSpPr>
        <p:spPr>
          <a:xfrm>
            <a:off x="184124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7" name="F2_precision_recall_distributions_5081">
            <a:extLst>
              <a:ext uri="{FF2B5EF4-FFF2-40B4-BE49-F238E27FC236}">
                <a16:creationId xmlns:a16="http://schemas.microsoft.com/office/drawing/2014/main" id="{4C4AE6FB-EC77-4725-91D6-CF0F4B75EEA6}"/>
              </a:ext>
            </a:extLst>
          </p:cNvPr>
          <p:cNvSpPr>
            <a:spLocks noGrp="1"/>
          </p:cNvSpPr>
          <p:nvPr/>
        </p:nvSpPr>
        <p:spPr>
          <a:xfrm>
            <a:off x="1787326" y="45694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8" name="F2_precision_recall_distributions_5082">
            <a:extLst>
              <a:ext uri="{FF2B5EF4-FFF2-40B4-BE49-F238E27FC236}">
                <a16:creationId xmlns:a16="http://schemas.microsoft.com/office/drawing/2014/main" id="{F33C46AE-2E0F-40F0-88CB-9D420F771236}"/>
              </a:ext>
            </a:extLst>
          </p:cNvPr>
          <p:cNvSpPr>
            <a:spLocks noGrp="1"/>
          </p:cNvSpPr>
          <p:nvPr/>
        </p:nvSpPr>
        <p:spPr>
          <a:xfrm>
            <a:off x="195165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9" name="F2_precision_recall_distributions_5083">
            <a:extLst>
              <a:ext uri="{FF2B5EF4-FFF2-40B4-BE49-F238E27FC236}">
                <a16:creationId xmlns:a16="http://schemas.microsoft.com/office/drawing/2014/main" id="{E59EE4A0-77C5-4557-9166-032B1EE46908}"/>
              </a:ext>
            </a:extLst>
          </p:cNvPr>
          <p:cNvSpPr>
            <a:spLocks noGrp="1"/>
          </p:cNvSpPr>
          <p:nvPr/>
        </p:nvSpPr>
        <p:spPr>
          <a:xfrm>
            <a:off x="1880325" y="47149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0" name="F2_precision_recall_distributions_5084">
            <a:extLst>
              <a:ext uri="{FF2B5EF4-FFF2-40B4-BE49-F238E27FC236}">
                <a16:creationId xmlns:a16="http://schemas.microsoft.com/office/drawing/2014/main" id="{5A6799A5-5493-49EB-87CD-49823AC1B240}"/>
              </a:ext>
            </a:extLst>
          </p:cNvPr>
          <p:cNvSpPr>
            <a:spLocks noGrp="1"/>
          </p:cNvSpPr>
          <p:nvPr/>
        </p:nvSpPr>
        <p:spPr>
          <a:xfrm>
            <a:off x="1978882" y="45385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1" name="F2_precision_recall_distributions_5085">
            <a:extLst>
              <a:ext uri="{FF2B5EF4-FFF2-40B4-BE49-F238E27FC236}">
                <a16:creationId xmlns:a16="http://schemas.microsoft.com/office/drawing/2014/main" id="{1B6DCBA7-6D98-43AD-885D-972B97BD3D94}"/>
              </a:ext>
            </a:extLst>
          </p:cNvPr>
          <p:cNvSpPr>
            <a:spLocks noGrp="1"/>
          </p:cNvSpPr>
          <p:nvPr/>
        </p:nvSpPr>
        <p:spPr>
          <a:xfrm>
            <a:off x="17798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2" name="F2_precision_recall_distributions_5086">
            <a:extLst>
              <a:ext uri="{FF2B5EF4-FFF2-40B4-BE49-F238E27FC236}">
                <a16:creationId xmlns:a16="http://schemas.microsoft.com/office/drawing/2014/main" id="{8CC17137-6EE6-42B1-8324-D552FD2745A2}"/>
              </a:ext>
            </a:extLst>
          </p:cNvPr>
          <p:cNvSpPr>
            <a:spLocks noGrp="1"/>
          </p:cNvSpPr>
          <p:nvPr/>
        </p:nvSpPr>
        <p:spPr>
          <a:xfrm>
            <a:off x="199590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3" name="F2_precision_recall_distributions_5087">
            <a:extLst>
              <a:ext uri="{FF2B5EF4-FFF2-40B4-BE49-F238E27FC236}">
                <a16:creationId xmlns:a16="http://schemas.microsoft.com/office/drawing/2014/main" id="{4271D3C7-8D91-439D-9CC5-0AB61C04240F}"/>
              </a:ext>
            </a:extLst>
          </p:cNvPr>
          <p:cNvSpPr>
            <a:spLocks noGrp="1"/>
          </p:cNvSpPr>
          <p:nvPr/>
        </p:nvSpPr>
        <p:spPr>
          <a:xfrm>
            <a:off x="16786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4" name="F2_precision_recall_distributions_5088">
            <a:extLst>
              <a:ext uri="{FF2B5EF4-FFF2-40B4-BE49-F238E27FC236}">
                <a16:creationId xmlns:a16="http://schemas.microsoft.com/office/drawing/2014/main" id="{B88EC5B5-4ED9-4A45-AEB4-19FF9D9F5754}"/>
              </a:ext>
            </a:extLst>
          </p:cNvPr>
          <p:cNvSpPr>
            <a:spLocks noGrp="1"/>
          </p:cNvSpPr>
          <p:nvPr/>
        </p:nvSpPr>
        <p:spPr>
          <a:xfrm>
            <a:off x="1729862" y="43511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5" name="F2_precision_recall_distributions_5089">
            <a:extLst>
              <a:ext uri="{FF2B5EF4-FFF2-40B4-BE49-F238E27FC236}">
                <a16:creationId xmlns:a16="http://schemas.microsoft.com/office/drawing/2014/main" id="{688B39D8-652A-4BED-B796-F9C1B12C2086}"/>
              </a:ext>
            </a:extLst>
          </p:cNvPr>
          <p:cNvSpPr>
            <a:spLocks noGrp="1"/>
          </p:cNvSpPr>
          <p:nvPr/>
        </p:nvSpPr>
        <p:spPr>
          <a:xfrm>
            <a:off x="1935802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6" name="F2_precision_recall_distributions_5090">
            <a:extLst>
              <a:ext uri="{FF2B5EF4-FFF2-40B4-BE49-F238E27FC236}">
                <a16:creationId xmlns:a16="http://schemas.microsoft.com/office/drawing/2014/main" id="{2D9ECC83-12FD-4EAF-BD5F-F7F1F7288068}"/>
              </a:ext>
            </a:extLst>
          </p:cNvPr>
          <p:cNvSpPr>
            <a:spLocks noGrp="1"/>
          </p:cNvSpPr>
          <p:nvPr/>
        </p:nvSpPr>
        <p:spPr>
          <a:xfrm>
            <a:off x="1918104" y="49725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7" name="F2_precision_recall_distributions_5091">
            <a:extLst>
              <a:ext uri="{FF2B5EF4-FFF2-40B4-BE49-F238E27FC236}">
                <a16:creationId xmlns:a16="http://schemas.microsoft.com/office/drawing/2014/main" id="{50B64AE9-48AC-4483-B7FC-8F56FD6BC609}"/>
              </a:ext>
            </a:extLst>
          </p:cNvPr>
          <p:cNvSpPr>
            <a:spLocks noGrp="1"/>
          </p:cNvSpPr>
          <p:nvPr/>
        </p:nvSpPr>
        <p:spPr>
          <a:xfrm>
            <a:off x="178228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8" name="F2_precision_recall_distributions_5092">
            <a:extLst>
              <a:ext uri="{FF2B5EF4-FFF2-40B4-BE49-F238E27FC236}">
                <a16:creationId xmlns:a16="http://schemas.microsoft.com/office/drawing/2014/main" id="{A236791C-4158-4CCD-8A3B-EB003A9FC218}"/>
              </a:ext>
            </a:extLst>
          </p:cNvPr>
          <p:cNvSpPr>
            <a:spLocks noGrp="1"/>
          </p:cNvSpPr>
          <p:nvPr/>
        </p:nvSpPr>
        <p:spPr>
          <a:xfrm>
            <a:off x="170253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9" name="F2_precision_recall_distributions_5093">
            <a:extLst>
              <a:ext uri="{FF2B5EF4-FFF2-40B4-BE49-F238E27FC236}">
                <a16:creationId xmlns:a16="http://schemas.microsoft.com/office/drawing/2014/main" id="{65D8306B-5B93-463B-9B57-AE42009D9BBB}"/>
              </a:ext>
            </a:extLst>
          </p:cNvPr>
          <p:cNvSpPr>
            <a:spLocks noGrp="1"/>
          </p:cNvSpPr>
          <p:nvPr/>
        </p:nvSpPr>
        <p:spPr>
          <a:xfrm>
            <a:off x="1863805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0" name="F2_precision_recall_distributions_5094">
            <a:extLst>
              <a:ext uri="{FF2B5EF4-FFF2-40B4-BE49-F238E27FC236}">
                <a16:creationId xmlns:a16="http://schemas.microsoft.com/office/drawing/2014/main" id="{1CB37444-4294-4EFB-8464-C8C65BEA098A}"/>
              </a:ext>
            </a:extLst>
          </p:cNvPr>
          <p:cNvSpPr>
            <a:spLocks noGrp="1"/>
          </p:cNvSpPr>
          <p:nvPr/>
        </p:nvSpPr>
        <p:spPr>
          <a:xfrm>
            <a:off x="2021527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1" name="F2_precision_recall_distributions_5095">
            <a:extLst>
              <a:ext uri="{FF2B5EF4-FFF2-40B4-BE49-F238E27FC236}">
                <a16:creationId xmlns:a16="http://schemas.microsoft.com/office/drawing/2014/main" id="{A9315E97-5894-4F24-9ABC-B747483FA258}"/>
              </a:ext>
            </a:extLst>
          </p:cNvPr>
          <p:cNvSpPr>
            <a:spLocks noGrp="1"/>
          </p:cNvSpPr>
          <p:nvPr/>
        </p:nvSpPr>
        <p:spPr>
          <a:xfrm>
            <a:off x="17494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2" name="F2_precision_recall_distributions_5096">
            <a:extLst>
              <a:ext uri="{FF2B5EF4-FFF2-40B4-BE49-F238E27FC236}">
                <a16:creationId xmlns:a16="http://schemas.microsoft.com/office/drawing/2014/main" id="{0B8DFB59-3F42-4C5E-9478-BC8446F84363}"/>
              </a:ext>
            </a:extLst>
          </p:cNvPr>
          <p:cNvSpPr>
            <a:spLocks noGrp="1"/>
          </p:cNvSpPr>
          <p:nvPr/>
        </p:nvSpPr>
        <p:spPr>
          <a:xfrm>
            <a:off x="183072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3" name="F2_precision_recall_distributions_5097">
            <a:extLst>
              <a:ext uri="{FF2B5EF4-FFF2-40B4-BE49-F238E27FC236}">
                <a16:creationId xmlns:a16="http://schemas.microsoft.com/office/drawing/2014/main" id="{F60610F5-B7E7-4CAA-ABEE-CB07D92FBB7D}"/>
              </a:ext>
            </a:extLst>
          </p:cNvPr>
          <p:cNvSpPr>
            <a:spLocks noGrp="1"/>
          </p:cNvSpPr>
          <p:nvPr/>
        </p:nvSpPr>
        <p:spPr>
          <a:xfrm>
            <a:off x="1833979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4" name="F2_precision_recall_distributions_5098">
            <a:extLst>
              <a:ext uri="{FF2B5EF4-FFF2-40B4-BE49-F238E27FC236}">
                <a16:creationId xmlns:a16="http://schemas.microsoft.com/office/drawing/2014/main" id="{2B697850-AA73-41F4-B40F-34F3A92AE859}"/>
              </a:ext>
            </a:extLst>
          </p:cNvPr>
          <p:cNvSpPr>
            <a:spLocks noGrp="1"/>
          </p:cNvSpPr>
          <p:nvPr/>
        </p:nvSpPr>
        <p:spPr>
          <a:xfrm>
            <a:off x="197031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5" name="F2_precision_recall_distributions_5099">
            <a:extLst>
              <a:ext uri="{FF2B5EF4-FFF2-40B4-BE49-F238E27FC236}">
                <a16:creationId xmlns:a16="http://schemas.microsoft.com/office/drawing/2014/main" id="{EB68C349-A013-4C3E-9AA2-398DF45054A2}"/>
              </a:ext>
            </a:extLst>
          </p:cNvPr>
          <p:cNvSpPr>
            <a:spLocks noGrp="1"/>
          </p:cNvSpPr>
          <p:nvPr/>
        </p:nvSpPr>
        <p:spPr>
          <a:xfrm>
            <a:off x="194328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6" name="F2_precision_recall_distributions_5100">
            <a:extLst>
              <a:ext uri="{FF2B5EF4-FFF2-40B4-BE49-F238E27FC236}">
                <a16:creationId xmlns:a16="http://schemas.microsoft.com/office/drawing/2014/main" id="{2BCA6D87-7978-41CB-B3E4-837F2B4F311B}"/>
              </a:ext>
            </a:extLst>
          </p:cNvPr>
          <p:cNvSpPr>
            <a:spLocks noGrp="1"/>
          </p:cNvSpPr>
          <p:nvPr/>
        </p:nvSpPr>
        <p:spPr>
          <a:xfrm>
            <a:off x="197421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7" name="F2_precision_recall_distributions_5101">
            <a:extLst>
              <a:ext uri="{FF2B5EF4-FFF2-40B4-BE49-F238E27FC236}">
                <a16:creationId xmlns:a16="http://schemas.microsoft.com/office/drawing/2014/main" id="{8DD73005-F646-4021-B546-343F99EAFE23}"/>
              </a:ext>
            </a:extLst>
          </p:cNvPr>
          <p:cNvSpPr>
            <a:spLocks noGrp="1"/>
          </p:cNvSpPr>
          <p:nvPr/>
        </p:nvSpPr>
        <p:spPr>
          <a:xfrm>
            <a:off x="19410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8" name="F2_precision_recall_distributions_5102">
            <a:extLst>
              <a:ext uri="{FF2B5EF4-FFF2-40B4-BE49-F238E27FC236}">
                <a16:creationId xmlns:a16="http://schemas.microsoft.com/office/drawing/2014/main" id="{F4133040-5521-4650-A1AE-8D06D7B38FC0}"/>
              </a:ext>
            </a:extLst>
          </p:cNvPr>
          <p:cNvSpPr>
            <a:spLocks noGrp="1"/>
          </p:cNvSpPr>
          <p:nvPr/>
        </p:nvSpPr>
        <p:spPr>
          <a:xfrm>
            <a:off x="200065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9" name="F2_precision_recall_distributions_5103">
            <a:extLst>
              <a:ext uri="{FF2B5EF4-FFF2-40B4-BE49-F238E27FC236}">
                <a16:creationId xmlns:a16="http://schemas.microsoft.com/office/drawing/2014/main" id="{67D1C7D8-8684-4EFA-8DCC-9CEABBC4FA09}"/>
              </a:ext>
            </a:extLst>
          </p:cNvPr>
          <p:cNvSpPr>
            <a:spLocks noGrp="1"/>
          </p:cNvSpPr>
          <p:nvPr/>
        </p:nvSpPr>
        <p:spPr>
          <a:xfrm>
            <a:off x="1973943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0" name="F2_precision_recall_distributions_5104">
            <a:extLst>
              <a:ext uri="{FF2B5EF4-FFF2-40B4-BE49-F238E27FC236}">
                <a16:creationId xmlns:a16="http://schemas.microsoft.com/office/drawing/2014/main" id="{91C909B1-EFDA-4A08-8448-99030C4169F7}"/>
              </a:ext>
            </a:extLst>
          </p:cNvPr>
          <p:cNvSpPr>
            <a:spLocks noGrp="1"/>
          </p:cNvSpPr>
          <p:nvPr/>
        </p:nvSpPr>
        <p:spPr>
          <a:xfrm>
            <a:off x="177872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1" name="F2_precision_recall_distributions_5105">
            <a:extLst>
              <a:ext uri="{FF2B5EF4-FFF2-40B4-BE49-F238E27FC236}">
                <a16:creationId xmlns:a16="http://schemas.microsoft.com/office/drawing/2014/main" id="{FD85AE00-CEEC-4140-A3C3-5688581BE6B6}"/>
              </a:ext>
            </a:extLst>
          </p:cNvPr>
          <p:cNvSpPr>
            <a:spLocks noGrp="1"/>
          </p:cNvSpPr>
          <p:nvPr/>
        </p:nvSpPr>
        <p:spPr>
          <a:xfrm>
            <a:off x="1875097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2" name="F2_precision_recall_distributions_5106">
            <a:extLst>
              <a:ext uri="{FF2B5EF4-FFF2-40B4-BE49-F238E27FC236}">
                <a16:creationId xmlns:a16="http://schemas.microsoft.com/office/drawing/2014/main" id="{D8061754-640E-437A-A628-8E52BE91A23E}"/>
              </a:ext>
            </a:extLst>
          </p:cNvPr>
          <p:cNvSpPr>
            <a:spLocks noGrp="1"/>
          </p:cNvSpPr>
          <p:nvPr/>
        </p:nvSpPr>
        <p:spPr>
          <a:xfrm>
            <a:off x="182710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3" name="F2_precision_recall_distributions_5107">
            <a:extLst>
              <a:ext uri="{FF2B5EF4-FFF2-40B4-BE49-F238E27FC236}">
                <a16:creationId xmlns:a16="http://schemas.microsoft.com/office/drawing/2014/main" id="{F9D19143-D75D-4435-AD6A-696441B95B0A}"/>
              </a:ext>
            </a:extLst>
          </p:cNvPr>
          <p:cNvSpPr>
            <a:spLocks noGrp="1"/>
          </p:cNvSpPr>
          <p:nvPr/>
        </p:nvSpPr>
        <p:spPr>
          <a:xfrm>
            <a:off x="187558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4" name="F2_precision_recall_distributions_5108">
            <a:extLst>
              <a:ext uri="{FF2B5EF4-FFF2-40B4-BE49-F238E27FC236}">
                <a16:creationId xmlns:a16="http://schemas.microsoft.com/office/drawing/2014/main" id="{1CA39AD5-2400-4680-AD3A-DB287155523C}"/>
              </a:ext>
            </a:extLst>
          </p:cNvPr>
          <p:cNvSpPr>
            <a:spLocks noGrp="1"/>
          </p:cNvSpPr>
          <p:nvPr/>
        </p:nvSpPr>
        <p:spPr>
          <a:xfrm>
            <a:off x="165945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5" name="F2_precision_recall_distributions_5109">
            <a:extLst>
              <a:ext uri="{FF2B5EF4-FFF2-40B4-BE49-F238E27FC236}">
                <a16:creationId xmlns:a16="http://schemas.microsoft.com/office/drawing/2014/main" id="{8EA5CE68-0762-4EDC-B4E9-507110D012F1}"/>
              </a:ext>
            </a:extLst>
          </p:cNvPr>
          <p:cNvSpPr>
            <a:spLocks noGrp="1"/>
          </p:cNvSpPr>
          <p:nvPr/>
        </p:nvSpPr>
        <p:spPr>
          <a:xfrm>
            <a:off x="179423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6" name="F2_precision_recall_distributions_5110">
            <a:extLst>
              <a:ext uri="{FF2B5EF4-FFF2-40B4-BE49-F238E27FC236}">
                <a16:creationId xmlns:a16="http://schemas.microsoft.com/office/drawing/2014/main" id="{927C3D5F-C99A-4952-93C1-AF17FF6390BC}"/>
              </a:ext>
            </a:extLst>
          </p:cNvPr>
          <p:cNvSpPr>
            <a:spLocks noGrp="1"/>
          </p:cNvSpPr>
          <p:nvPr/>
        </p:nvSpPr>
        <p:spPr>
          <a:xfrm>
            <a:off x="1913654" y="4264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7" name="F2_precision_recall_distributions_5111">
            <a:extLst>
              <a:ext uri="{FF2B5EF4-FFF2-40B4-BE49-F238E27FC236}">
                <a16:creationId xmlns:a16="http://schemas.microsoft.com/office/drawing/2014/main" id="{944D39DC-619C-40DF-8227-094E3DA71175}"/>
              </a:ext>
            </a:extLst>
          </p:cNvPr>
          <p:cNvSpPr>
            <a:spLocks noGrp="1"/>
          </p:cNvSpPr>
          <p:nvPr/>
        </p:nvSpPr>
        <p:spPr>
          <a:xfrm>
            <a:off x="2008513" y="43147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8" name="F2_precision_recall_distributions_5112">
            <a:extLst>
              <a:ext uri="{FF2B5EF4-FFF2-40B4-BE49-F238E27FC236}">
                <a16:creationId xmlns:a16="http://schemas.microsoft.com/office/drawing/2014/main" id="{E653D444-72A3-424D-805D-EB961029BF85}"/>
              </a:ext>
            </a:extLst>
          </p:cNvPr>
          <p:cNvSpPr>
            <a:spLocks noGrp="1"/>
          </p:cNvSpPr>
          <p:nvPr/>
        </p:nvSpPr>
        <p:spPr>
          <a:xfrm>
            <a:off x="1766218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9" name="F2_precision_recall_distributions_5113">
            <a:extLst>
              <a:ext uri="{FF2B5EF4-FFF2-40B4-BE49-F238E27FC236}">
                <a16:creationId xmlns:a16="http://schemas.microsoft.com/office/drawing/2014/main" id="{ADFA7CD4-6466-4D55-AEBE-A41DEF274E3E}"/>
              </a:ext>
            </a:extLst>
          </p:cNvPr>
          <p:cNvSpPr>
            <a:spLocks noGrp="1"/>
          </p:cNvSpPr>
          <p:nvPr/>
        </p:nvSpPr>
        <p:spPr>
          <a:xfrm>
            <a:off x="176341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0" name="F2_precision_recall_distributions_5114">
            <a:extLst>
              <a:ext uri="{FF2B5EF4-FFF2-40B4-BE49-F238E27FC236}">
                <a16:creationId xmlns:a16="http://schemas.microsoft.com/office/drawing/2014/main" id="{4721959C-3A6C-4F26-A791-3E313D7303AF}"/>
              </a:ext>
            </a:extLst>
          </p:cNvPr>
          <p:cNvSpPr>
            <a:spLocks noGrp="1"/>
          </p:cNvSpPr>
          <p:nvPr/>
        </p:nvSpPr>
        <p:spPr>
          <a:xfrm>
            <a:off x="180112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1" name="F2_precision_recall_distributions_5115">
            <a:extLst>
              <a:ext uri="{FF2B5EF4-FFF2-40B4-BE49-F238E27FC236}">
                <a16:creationId xmlns:a16="http://schemas.microsoft.com/office/drawing/2014/main" id="{D17840BF-0B26-4522-B10D-D83076AD4DF2}"/>
              </a:ext>
            </a:extLst>
          </p:cNvPr>
          <p:cNvSpPr>
            <a:spLocks noGrp="1"/>
          </p:cNvSpPr>
          <p:nvPr/>
        </p:nvSpPr>
        <p:spPr>
          <a:xfrm>
            <a:off x="1835463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2" name="F2_precision_recall_distributions_5116">
            <a:extLst>
              <a:ext uri="{FF2B5EF4-FFF2-40B4-BE49-F238E27FC236}">
                <a16:creationId xmlns:a16="http://schemas.microsoft.com/office/drawing/2014/main" id="{5826449D-3387-4D53-8173-B5FA8AA879CB}"/>
              </a:ext>
            </a:extLst>
          </p:cNvPr>
          <p:cNvSpPr>
            <a:spLocks noGrp="1"/>
          </p:cNvSpPr>
          <p:nvPr/>
        </p:nvSpPr>
        <p:spPr>
          <a:xfrm>
            <a:off x="191552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3" name="F2_precision_recall_distributions_5117">
            <a:extLst>
              <a:ext uri="{FF2B5EF4-FFF2-40B4-BE49-F238E27FC236}">
                <a16:creationId xmlns:a16="http://schemas.microsoft.com/office/drawing/2014/main" id="{69356A17-7C45-4F47-B185-FE00777BDC5E}"/>
              </a:ext>
            </a:extLst>
          </p:cNvPr>
          <p:cNvSpPr>
            <a:spLocks noGrp="1"/>
          </p:cNvSpPr>
          <p:nvPr/>
        </p:nvSpPr>
        <p:spPr>
          <a:xfrm>
            <a:off x="1658756" y="459366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4" name="F2_precision_recall_distributions_5118">
            <a:extLst>
              <a:ext uri="{FF2B5EF4-FFF2-40B4-BE49-F238E27FC236}">
                <a16:creationId xmlns:a16="http://schemas.microsoft.com/office/drawing/2014/main" id="{88A26124-8FBA-4F27-9E50-BD0AD6178F8E}"/>
              </a:ext>
            </a:extLst>
          </p:cNvPr>
          <p:cNvSpPr>
            <a:spLocks noGrp="1"/>
          </p:cNvSpPr>
          <p:nvPr/>
        </p:nvSpPr>
        <p:spPr>
          <a:xfrm>
            <a:off x="195092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5" name="F2_precision_recall_distributions_5119">
            <a:extLst>
              <a:ext uri="{FF2B5EF4-FFF2-40B4-BE49-F238E27FC236}">
                <a16:creationId xmlns:a16="http://schemas.microsoft.com/office/drawing/2014/main" id="{7CBFD6C7-9A02-4B37-8D73-A842D1E42791}"/>
              </a:ext>
            </a:extLst>
          </p:cNvPr>
          <p:cNvSpPr>
            <a:spLocks noGrp="1"/>
          </p:cNvSpPr>
          <p:nvPr/>
        </p:nvSpPr>
        <p:spPr>
          <a:xfrm>
            <a:off x="179183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6" name="F2_precision_recall_distributions_5120">
            <a:extLst>
              <a:ext uri="{FF2B5EF4-FFF2-40B4-BE49-F238E27FC236}">
                <a16:creationId xmlns:a16="http://schemas.microsoft.com/office/drawing/2014/main" id="{CB75E8D9-81AE-4FD2-A072-2DB33CF2EABB}"/>
              </a:ext>
            </a:extLst>
          </p:cNvPr>
          <p:cNvSpPr>
            <a:spLocks noGrp="1"/>
          </p:cNvSpPr>
          <p:nvPr/>
        </p:nvSpPr>
        <p:spPr>
          <a:xfrm>
            <a:off x="179624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7" name="F2_precision_recall_distributions_5121">
            <a:extLst>
              <a:ext uri="{FF2B5EF4-FFF2-40B4-BE49-F238E27FC236}">
                <a16:creationId xmlns:a16="http://schemas.microsoft.com/office/drawing/2014/main" id="{5732DBE5-59C0-468B-B67E-87AB2FB54361}"/>
              </a:ext>
            </a:extLst>
          </p:cNvPr>
          <p:cNvSpPr>
            <a:spLocks noGrp="1"/>
          </p:cNvSpPr>
          <p:nvPr/>
        </p:nvSpPr>
        <p:spPr>
          <a:xfrm>
            <a:off x="199751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8" name="F2_precision_recall_distributions_5122">
            <a:extLst>
              <a:ext uri="{FF2B5EF4-FFF2-40B4-BE49-F238E27FC236}">
                <a16:creationId xmlns:a16="http://schemas.microsoft.com/office/drawing/2014/main" id="{A7D2E0B7-7A72-499A-8E01-E5D14B900841}"/>
              </a:ext>
            </a:extLst>
          </p:cNvPr>
          <p:cNvSpPr>
            <a:spLocks noGrp="1"/>
          </p:cNvSpPr>
          <p:nvPr/>
        </p:nvSpPr>
        <p:spPr>
          <a:xfrm>
            <a:off x="1798572" y="45481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9" name="F2_precision_recall_distributions_5123">
            <a:extLst>
              <a:ext uri="{FF2B5EF4-FFF2-40B4-BE49-F238E27FC236}">
                <a16:creationId xmlns:a16="http://schemas.microsoft.com/office/drawing/2014/main" id="{A0FF1ED2-4CE2-4238-BB5D-833CC588A188}"/>
              </a:ext>
            </a:extLst>
          </p:cNvPr>
          <p:cNvSpPr>
            <a:spLocks noGrp="1"/>
          </p:cNvSpPr>
          <p:nvPr/>
        </p:nvSpPr>
        <p:spPr>
          <a:xfrm>
            <a:off x="1732829" y="48523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0" name="F2_precision_recall_distributions_5124">
            <a:extLst>
              <a:ext uri="{FF2B5EF4-FFF2-40B4-BE49-F238E27FC236}">
                <a16:creationId xmlns:a16="http://schemas.microsoft.com/office/drawing/2014/main" id="{B8E270A4-0342-4655-B11B-3DD979E1141F}"/>
              </a:ext>
            </a:extLst>
          </p:cNvPr>
          <p:cNvSpPr>
            <a:spLocks noGrp="1"/>
          </p:cNvSpPr>
          <p:nvPr/>
        </p:nvSpPr>
        <p:spPr>
          <a:xfrm>
            <a:off x="167037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1" name="F2_precision_recall_distributions_5125">
            <a:extLst>
              <a:ext uri="{FF2B5EF4-FFF2-40B4-BE49-F238E27FC236}">
                <a16:creationId xmlns:a16="http://schemas.microsoft.com/office/drawing/2014/main" id="{F9DC8938-D9EE-45A5-BBD4-973C39B0FF82}"/>
              </a:ext>
            </a:extLst>
          </p:cNvPr>
          <p:cNvSpPr>
            <a:spLocks noGrp="1"/>
          </p:cNvSpPr>
          <p:nvPr/>
        </p:nvSpPr>
        <p:spPr>
          <a:xfrm>
            <a:off x="170473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2" name="F2_precision_recall_distributions_5126">
            <a:extLst>
              <a:ext uri="{FF2B5EF4-FFF2-40B4-BE49-F238E27FC236}">
                <a16:creationId xmlns:a16="http://schemas.microsoft.com/office/drawing/2014/main" id="{E286E543-864C-49B8-AE62-F5055EA8C15E}"/>
              </a:ext>
            </a:extLst>
          </p:cNvPr>
          <p:cNvSpPr>
            <a:spLocks noGrp="1"/>
          </p:cNvSpPr>
          <p:nvPr/>
        </p:nvSpPr>
        <p:spPr>
          <a:xfrm>
            <a:off x="2019787" y="48553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3" name="F2_precision_recall_distributions_5127">
            <a:extLst>
              <a:ext uri="{FF2B5EF4-FFF2-40B4-BE49-F238E27FC236}">
                <a16:creationId xmlns:a16="http://schemas.microsoft.com/office/drawing/2014/main" id="{C68943F4-626E-4780-A06F-125C53BB6779}"/>
              </a:ext>
            </a:extLst>
          </p:cNvPr>
          <p:cNvSpPr>
            <a:spLocks noGrp="1"/>
          </p:cNvSpPr>
          <p:nvPr/>
        </p:nvSpPr>
        <p:spPr>
          <a:xfrm>
            <a:off x="199859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4" name="F2_precision_recall_distributions_5128">
            <a:extLst>
              <a:ext uri="{FF2B5EF4-FFF2-40B4-BE49-F238E27FC236}">
                <a16:creationId xmlns:a16="http://schemas.microsoft.com/office/drawing/2014/main" id="{67179BDF-E361-4E05-BC8D-7B59986FB216}"/>
              </a:ext>
            </a:extLst>
          </p:cNvPr>
          <p:cNvSpPr>
            <a:spLocks noGrp="1"/>
          </p:cNvSpPr>
          <p:nvPr/>
        </p:nvSpPr>
        <p:spPr>
          <a:xfrm>
            <a:off x="1872282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5" name="F2_precision_recall_distributions_5129">
            <a:extLst>
              <a:ext uri="{FF2B5EF4-FFF2-40B4-BE49-F238E27FC236}">
                <a16:creationId xmlns:a16="http://schemas.microsoft.com/office/drawing/2014/main" id="{1B1D177C-AB99-468E-AD47-1408486439FD}"/>
              </a:ext>
            </a:extLst>
          </p:cNvPr>
          <p:cNvSpPr>
            <a:spLocks noGrp="1"/>
          </p:cNvSpPr>
          <p:nvPr/>
        </p:nvSpPr>
        <p:spPr>
          <a:xfrm>
            <a:off x="179650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6" name="F2_precision_recall_distributions_5130">
            <a:extLst>
              <a:ext uri="{FF2B5EF4-FFF2-40B4-BE49-F238E27FC236}">
                <a16:creationId xmlns:a16="http://schemas.microsoft.com/office/drawing/2014/main" id="{13CC36ED-E005-4154-ABF6-F015B828C281}"/>
              </a:ext>
            </a:extLst>
          </p:cNvPr>
          <p:cNvSpPr>
            <a:spLocks noGrp="1"/>
          </p:cNvSpPr>
          <p:nvPr/>
        </p:nvSpPr>
        <p:spPr>
          <a:xfrm>
            <a:off x="17523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7" name="F2_precision_recall_distributions_5131">
            <a:extLst>
              <a:ext uri="{FF2B5EF4-FFF2-40B4-BE49-F238E27FC236}">
                <a16:creationId xmlns:a16="http://schemas.microsoft.com/office/drawing/2014/main" id="{D59A39AE-77AE-473F-82D4-0C848485A3B9}"/>
              </a:ext>
            </a:extLst>
          </p:cNvPr>
          <p:cNvSpPr>
            <a:spLocks noGrp="1"/>
          </p:cNvSpPr>
          <p:nvPr/>
        </p:nvSpPr>
        <p:spPr>
          <a:xfrm>
            <a:off x="1722658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8" name="F2_precision_recall_distributions_5132">
            <a:extLst>
              <a:ext uri="{FF2B5EF4-FFF2-40B4-BE49-F238E27FC236}">
                <a16:creationId xmlns:a16="http://schemas.microsoft.com/office/drawing/2014/main" id="{CBFA54DB-466B-4EB0-B5A3-D0E8661735F0}"/>
              </a:ext>
            </a:extLst>
          </p:cNvPr>
          <p:cNvSpPr>
            <a:spLocks noGrp="1"/>
          </p:cNvSpPr>
          <p:nvPr/>
        </p:nvSpPr>
        <p:spPr>
          <a:xfrm>
            <a:off x="1938228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9" name="F2_precision_recall_distributions_5133">
            <a:extLst>
              <a:ext uri="{FF2B5EF4-FFF2-40B4-BE49-F238E27FC236}">
                <a16:creationId xmlns:a16="http://schemas.microsoft.com/office/drawing/2014/main" id="{18150216-0BF8-4E23-B1A3-C7E68846C637}"/>
              </a:ext>
            </a:extLst>
          </p:cNvPr>
          <p:cNvSpPr>
            <a:spLocks noGrp="1"/>
          </p:cNvSpPr>
          <p:nvPr/>
        </p:nvSpPr>
        <p:spPr>
          <a:xfrm>
            <a:off x="177521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0" name="F2_precision_recall_distributions_5134">
            <a:extLst>
              <a:ext uri="{FF2B5EF4-FFF2-40B4-BE49-F238E27FC236}">
                <a16:creationId xmlns:a16="http://schemas.microsoft.com/office/drawing/2014/main" id="{9A11A98A-72D1-481A-831A-BBE767BB08D6}"/>
              </a:ext>
            </a:extLst>
          </p:cNvPr>
          <p:cNvSpPr>
            <a:spLocks noGrp="1"/>
          </p:cNvSpPr>
          <p:nvPr/>
        </p:nvSpPr>
        <p:spPr>
          <a:xfrm>
            <a:off x="186726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1" name="F2_precision_recall_distributions_5135">
            <a:extLst>
              <a:ext uri="{FF2B5EF4-FFF2-40B4-BE49-F238E27FC236}">
                <a16:creationId xmlns:a16="http://schemas.microsoft.com/office/drawing/2014/main" id="{24934D8F-DB21-4B1A-802A-D07BF7130423}"/>
              </a:ext>
            </a:extLst>
          </p:cNvPr>
          <p:cNvSpPr>
            <a:spLocks noGrp="1"/>
          </p:cNvSpPr>
          <p:nvPr/>
        </p:nvSpPr>
        <p:spPr>
          <a:xfrm>
            <a:off x="195673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2" name="F2_precision_recall_distributions_5136">
            <a:extLst>
              <a:ext uri="{FF2B5EF4-FFF2-40B4-BE49-F238E27FC236}">
                <a16:creationId xmlns:a16="http://schemas.microsoft.com/office/drawing/2014/main" id="{333717D4-66D3-49BB-A87F-F3567663B167}"/>
              </a:ext>
            </a:extLst>
          </p:cNvPr>
          <p:cNvSpPr>
            <a:spLocks noGrp="1"/>
          </p:cNvSpPr>
          <p:nvPr/>
        </p:nvSpPr>
        <p:spPr>
          <a:xfrm>
            <a:off x="1718064" y="43360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3" name="F2_precision_recall_distributions_5137">
            <a:extLst>
              <a:ext uri="{FF2B5EF4-FFF2-40B4-BE49-F238E27FC236}">
                <a16:creationId xmlns:a16="http://schemas.microsoft.com/office/drawing/2014/main" id="{3A766F20-9A15-4A5A-9F11-C93B0598C6E2}"/>
              </a:ext>
            </a:extLst>
          </p:cNvPr>
          <p:cNvSpPr>
            <a:spLocks noGrp="1"/>
          </p:cNvSpPr>
          <p:nvPr/>
        </p:nvSpPr>
        <p:spPr>
          <a:xfrm>
            <a:off x="202086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4" name="F2_precision_recall_distributions_5138">
            <a:extLst>
              <a:ext uri="{FF2B5EF4-FFF2-40B4-BE49-F238E27FC236}">
                <a16:creationId xmlns:a16="http://schemas.microsoft.com/office/drawing/2014/main" id="{4A249863-7601-4660-980F-0061D2B0A82F}"/>
              </a:ext>
            </a:extLst>
          </p:cNvPr>
          <p:cNvSpPr>
            <a:spLocks noGrp="1"/>
          </p:cNvSpPr>
          <p:nvPr/>
        </p:nvSpPr>
        <p:spPr>
          <a:xfrm>
            <a:off x="186745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5" name="F2_precision_recall_distributions_5139">
            <a:extLst>
              <a:ext uri="{FF2B5EF4-FFF2-40B4-BE49-F238E27FC236}">
                <a16:creationId xmlns:a16="http://schemas.microsoft.com/office/drawing/2014/main" id="{EF97118E-CA8E-4842-99D4-39C3794BAEFE}"/>
              </a:ext>
            </a:extLst>
          </p:cNvPr>
          <p:cNvSpPr>
            <a:spLocks noGrp="1"/>
          </p:cNvSpPr>
          <p:nvPr/>
        </p:nvSpPr>
        <p:spPr>
          <a:xfrm>
            <a:off x="176735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6" name="F2_precision_recall_distributions_5140">
            <a:extLst>
              <a:ext uri="{FF2B5EF4-FFF2-40B4-BE49-F238E27FC236}">
                <a16:creationId xmlns:a16="http://schemas.microsoft.com/office/drawing/2014/main" id="{3897E8FD-3A08-4E1C-90D9-13DB78D52FAA}"/>
              </a:ext>
            </a:extLst>
          </p:cNvPr>
          <p:cNvSpPr>
            <a:spLocks noGrp="1"/>
          </p:cNvSpPr>
          <p:nvPr/>
        </p:nvSpPr>
        <p:spPr>
          <a:xfrm>
            <a:off x="198211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7" name="F2_precision_recall_distributions_5141">
            <a:extLst>
              <a:ext uri="{FF2B5EF4-FFF2-40B4-BE49-F238E27FC236}">
                <a16:creationId xmlns:a16="http://schemas.microsoft.com/office/drawing/2014/main" id="{98F80771-71C2-4ED0-A6DC-D8E8D1127DCD}"/>
              </a:ext>
            </a:extLst>
          </p:cNvPr>
          <p:cNvSpPr>
            <a:spLocks noGrp="1"/>
          </p:cNvSpPr>
          <p:nvPr/>
        </p:nvSpPr>
        <p:spPr>
          <a:xfrm>
            <a:off x="200477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8" name="F2_precision_recall_distributions_5142">
            <a:extLst>
              <a:ext uri="{FF2B5EF4-FFF2-40B4-BE49-F238E27FC236}">
                <a16:creationId xmlns:a16="http://schemas.microsoft.com/office/drawing/2014/main" id="{0E4D60AA-6BF3-431B-9F87-2986AFC6FA5A}"/>
              </a:ext>
            </a:extLst>
          </p:cNvPr>
          <p:cNvSpPr>
            <a:spLocks noGrp="1"/>
          </p:cNvSpPr>
          <p:nvPr/>
        </p:nvSpPr>
        <p:spPr>
          <a:xfrm>
            <a:off x="1941304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9" name="F2_precision_recall_distributions_5143">
            <a:extLst>
              <a:ext uri="{FF2B5EF4-FFF2-40B4-BE49-F238E27FC236}">
                <a16:creationId xmlns:a16="http://schemas.microsoft.com/office/drawing/2014/main" id="{21DB4739-F6B4-461B-B78F-CD7C95CBF1BB}"/>
              </a:ext>
            </a:extLst>
          </p:cNvPr>
          <p:cNvSpPr>
            <a:spLocks noGrp="1"/>
          </p:cNvSpPr>
          <p:nvPr/>
        </p:nvSpPr>
        <p:spPr>
          <a:xfrm>
            <a:off x="1672849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0" name="F2_precision_recall_distributions_5144">
            <a:extLst>
              <a:ext uri="{FF2B5EF4-FFF2-40B4-BE49-F238E27FC236}">
                <a16:creationId xmlns:a16="http://schemas.microsoft.com/office/drawing/2014/main" id="{13A6548E-49EF-4AF8-A60D-DEB71A255A3C}"/>
              </a:ext>
            </a:extLst>
          </p:cNvPr>
          <p:cNvSpPr>
            <a:spLocks noGrp="1"/>
          </p:cNvSpPr>
          <p:nvPr/>
        </p:nvSpPr>
        <p:spPr>
          <a:xfrm>
            <a:off x="169500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1" name="F2_precision_recall_distributions_5145">
            <a:extLst>
              <a:ext uri="{FF2B5EF4-FFF2-40B4-BE49-F238E27FC236}">
                <a16:creationId xmlns:a16="http://schemas.microsoft.com/office/drawing/2014/main" id="{87E9B6AC-2F03-436E-B9CA-1889506D928F}"/>
              </a:ext>
            </a:extLst>
          </p:cNvPr>
          <p:cNvSpPr>
            <a:spLocks noGrp="1"/>
          </p:cNvSpPr>
          <p:nvPr/>
        </p:nvSpPr>
        <p:spPr>
          <a:xfrm>
            <a:off x="175851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2" name="F2_precision_recall_distributions_5146">
            <a:extLst>
              <a:ext uri="{FF2B5EF4-FFF2-40B4-BE49-F238E27FC236}">
                <a16:creationId xmlns:a16="http://schemas.microsoft.com/office/drawing/2014/main" id="{B53C0BDA-D354-47ED-AAE7-26FA59A1BA50}"/>
              </a:ext>
            </a:extLst>
          </p:cNvPr>
          <p:cNvSpPr>
            <a:spLocks noGrp="1"/>
          </p:cNvSpPr>
          <p:nvPr/>
        </p:nvSpPr>
        <p:spPr>
          <a:xfrm>
            <a:off x="176074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3" name="F2_precision_recall_distributions_5147">
            <a:extLst>
              <a:ext uri="{FF2B5EF4-FFF2-40B4-BE49-F238E27FC236}">
                <a16:creationId xmlns:a16="http://schemas.microsoft.com/office/drawing/2014/main" id="{3B882377-000B-4C57-8429-C3EB081062A3}"/>
              </a:ext>
            </a:extLst>
          </p:cNvPr>
          <p:cNvSpPr>
            <a:spLocks noGrp="1"/>
          </p:cNvSpPr>
          <p:nvPr/>
        </p:nvSpPr>
        <p:spPr>
          <a:xfrm>
            <a:off x="1805730" y="4615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4" name="F2_precision_recall_distributions_5148">
            <a:extLst>
              <a:ext uri="{FF2B5EF4-FFF2-40B4-BE49-F238E27FC236}">
                <a16:creationId xmlns:a16="http://schemas.microsoft.com/office/drawing/2014/main" id="{297EF6EC-E820-404E-8739-904BBC524BF7}"/>
              </a:ext>
            </a:extLst>
          </p:cNvPr>
          <p:cNvSpPr>
            <a:spLocks noGrp="1"/>
          </p:cNvSpPr>
          <p:nvPr/>
        </p:nvSpPr>
        <p:spPr>
          <a:xfrm>
            <a:off x="192210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5" name="F2_precision_recall_distributions_5149">
            <a:extLst>
              <a:ext uri="{FF2B5EF4-FFF2-40B4-BE49-F238E27FC236}">
                <a16:creationId xmlns:a16="http://schemas.microsoft.com/office/drawing/2014/main" id="{6C6CD0EF-DD1C-4653-8713-06D46502693F}"/>
              </a:ext>
            </a:extLst>
          </p:cNvPr>
          <p:cNvSpPr>
            <a:spLocks noGrp="1"/>
          </p:cNvSpPr>
          <p:nvPr/>
        </p:nvSpPr>
        <p:spPr>
          <a:xfrm>
            <a:off x="174374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6" name="F2_precision_recall_distributions_5150">
            <a:extLst>
              <a:ext uri="{FF2B5EF4-FFF2-40B4-BE49-F238E27FC236}">
                <a16:creationId xmlns:a16="http://schemas.microsoft.com/office/drawing/2014/main" id="{5A0EDFF5-A813-4267-B1CE-EE44CC1D5078}"/>
              </a:ext>
            </a:extLst>
          </p:cNvPr>
          <p:cNvSpPr>
            <a:spLocks noGrp="1"/>
          </p:cNvSpPr>
          <p:nvPr/>
        </p:nvSpPr>
        <p:spPr>
          <a:xfrm>
            <a:off x="189879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7" name="F2_precision_recall_distributions_5151">
            <a:extLst>
              <a:ext uri="{FF2B5EF4-FFF2-40B4-BE49-F238E27FC236}">
                <a16:creationId xmlns:a16="http://schemas.microsoft.com/office/drawing/2014/main" id="{74EFA387-7DDA-405B-8A48-8AA1A0328252}"/>
              </a:ext>
            </a:extLst>
          </p:cNvPr>
          <p:cNvSpPr>
            <a:spLocks noGrp="1"/>
          </p:cNvSpPr>
          <p:nvPr/>
        </p:nvSpPr>
        <p:spPr>
          <a:xfrm>
            <a:off x="191932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8" name="F2_precision_recall_distributions_5152">
            <a:extLst>
              <a:ext uri="{FF2B5EF4-FFF2-40B4-BE49-F238E27FC236}">
                <a16:creationId xmlns:a16="http://schemas.microsoft.com/office/drawing/2014/main" id="{71B3BD9E-8618-4D70-AAA5-B51E83617BDE}"/>
              </a:ext>
            </a:extLst>
          </p:cNvPr>
          <p:cNvSpPr>
            <a:spLocks noGrp="1"/>
          </p:cNvSpPr>
          <p:nvPr/>
        </p:nvSpPr>
        <p:spPr>
          <a:xfrm>
            <a:off x="176049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9" name="F2_precision_recall_distributions_5153">
            <a:extLst>
              <a:ext uri="{FF2B5EF4-FFF2-40B4-BE49-F238E27FC236}">
                <a16:creationId xmlns:a16="http://schemas.microsoft.com/office/drawing/2014/main" id="{EF7200DF-8624-4133-BAE7-1C4AB329F02D}"/>
              </a:ext>
            </a:extLst>
          </p:cNvPr>
          <p:cNvSpPr>
            <a:spLocks noGrp="1"/>
          </p:cNvSpPr>
          <p:nvPr/>
        </p:nvSpPr>
        <p:spPr>
          <a:xfrm>
            <a:off x="1905518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0" name="F2_precision_recall_distributions_5154">
            <a:extLst>
              <a:ext uri="{FF2B5EF4-FFF2-40B4-BE49-F238E27FC236}">
                <a16:creationId xmlns:a16="http://schemas.microsoft.com/office/drawing/2014/main" id="{38824665-4A2C-493D-9136-F22B13976479}"/>
              </a:ext>
            </a:extLst>
          </p:cNvPr>
          <p:cNvSpPr>
            <a:spLocks noGrp="1"/>
          </p:cNvSpPr>
          <p:nvPr/>
        </p:nvSpPr>
        <p:spPr>
          <a:xfrm>
            <a:off x="183216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1" name="F2_precision_recall_distributions_5155">
            <a:extLst>
              <a:ext uri="{FF2B5EF4-FFF2-40B4-BE49-F238E27FC236}">
                <a16:creationId xmlns:a16="http://schemas.microsoft.com/office/drawing/2014/main" id="{B0135998-6A9B-48B4-BA32-7C1482A6FD3D}"/>
              </a:ext>
            </a:extLst>
          </p:cNvPr>
          <p:cNvSpPr>
            <a:spLocks noGrp="1"/>
          </p:cNvSpPr>
          <p:nvPr/>
        </p:nvSpPr>
        <p:spPr>
          <a:xfrm>
            <a:off x="166034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2" name="F2_precision_recall_distributions_5156">
            <a:extLst>
              <a:ext uri="{FF2B5EF4-FFF2-40B4-BE49-F238E27FC236}">
                <a16:creationId xmlns:a16="http://schemas.microsoft.com/office/drawing/2014/main" id="{462B458A-C332-4F97-BFD2-D463125D1410}"/>
              </a:ext>
            </a:extLst>
          </p:cNvPr>
          <p:cNvSpPr>
            <a:spLocks noGrp="1"/>
          </p:cNvSpPr>
          <p:nvPr/>
        </p:nvSpPr>
        <p:spPr>
          <a:xfrm>
            <a:off x="1752508" y="42745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3" name="F2_precision_recall_distributions_5157">
            <a:extLst>
              <a:ext uri="{FF2B5EF4-FFF2-40B4-BE49-F238E27FC236}">
                <a16:creationId xmlns:a16="http://schemas.microsoft.com/office/drawing/2014/main" id="{C98BE748-F8BC-44BB-86E7-FCE5B6EFA3FE}"/>
              </a:ext>
            </a:extLst>
          </p:cNvPr>
          <p:cNvSpPr>
            <a:spLocks noGrp="1"/>
          </p:cNvSpPr>
          <p:nvPr/>
        </p:nvSpPr>
        <p:spPr>
          <a:xfrm>
            <a:off x="1790551" y="43511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4" name="F2_precision_recall_distributions_5158">
            <a:extLst>
              <a:ext uri="{FF2B5EF4-FFF2-40B4-BE49-F238E27FC236}">
                <a16:creationId xmlns:a16="http://schemas.microsoft.com/office/drawing/2014/main" id="{15630EC4-741D-4445-945D-1920324A4FF5}"/>
              </a:ext>
            </a:extLst>
          </p:cNvPr>
          <p:cNvSpPr>
            <a:spLocks noGrp="1"/>
          </p:cNvSpPr>
          <p:nvPr/>
        </p:nvSpPr>
        <p:spPr>
          <a:xfrm>
            <a:off x="192005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5" name="F2_precision_recall_distributions_5159">
            <a:extLst>
              <a:ext uri="{FF2B5EF4-FFF2-40B4-BE49-F238E27FC236}">
                <a16:creationId xmlns:a16="http://schemas.microsoft.com/office/drawing/2014/main" id="{EAD47B05-42EF-4A86-912D-2E611293784C}"/>
              </a:ext>
            </a:extLst>
          </p:cNvPr>
          <p:cNvSpPr>
            <a:spLocks noGrp="1"/>
          </p:cNvSpPr>
          <p:nvPr/>
        </p:nvSpPr>
        <p:spPr>
          <a:xfrm>
            <a:off x="201949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6" name="F2_precision_recall_distributions_5160">
            <a:extLst>
              <a:ext uri="{FF2B5EF4-FFF2-40B4-BE49-F238E27FC236}">
                <a16:creationId xmlns:a16="http://schemas.microsoft.com/office/drawing/2014/main" id="{BC9300B8-FED9-47FB-8F4A-193D3E858451}"/>
              </a:ext>
            </a:extLst>
          </p:cNvPr>
          <p:cNvSpPr>
            <a:spLocks noGrp="1"/>
          </p:cNvSpPr>
          <p:nvPr/>
        </p:nvSpPr>
        <p:spPr>
          <a:xfrm>
            <a:off x="176148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7" name="F2_precision_recall_distributions_5161">
            <a:extLst>
              <a:ext uri="{FF2B5EF4-FFF2-40B4-BE49-F238E27FC236}">
                <a16:creationId xmlns:a16="http://schemas.microsoft.com/office/drawing/2014/main" id="{796BD750-0A98-4574-A117-1F41FFC2602D}"/>
              </a:ext>
            </a:extLst>
          </p:cNvPr>
          <p:cNvSpPr>
            <a:spLocks noGrp="1"/>
          </p:cNvSpPr>
          <p:nvPr/>
        </p:nvSpPr>
        <p:spPr>
          <a:xfrm>
            <a:off x="1932026" y="42613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8" name="F2_precision_recall_distributions_5162">
            <a:extLst>
              <a:ext uri="{FF2B5EF4-FFF2-40B4-BE49-F238E27FC236}">
                <a16:creationId xmlns:a16="http://schemas.microsoft.com/office/drawing/2014/main" id="{57A66786-5214-4241-8452-53C68002C62C}"/>
              </a:ext>
            </a:extLst>
          </p:cNvPr>
          <p:cNvSpPr>
            <a:spLocks noGrp="1"/>
          </p:cNvSpPr>
          <p:nvPr/>
        </p:nvSpPr>
        <p:spPr>
          <a:xfrm>
            <a:off x="1916776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9" name="F2_precision_recall_distributions_5163">
            <a:extLst>
              <a:ext uri="{FF2B5EF4-FFF2-40B4-BE49-F238E27FC236}">
                <a16:creationId xmlns:a16="http://schemas.microsoft.com/office/drawing/2014/main" id="{FC25CF4B-4A13-4CEC-9EDB-16E9C9F45852}"/>
              </a:ext>
            </a:extLst>
          </p:cNvPr>
          <p:cNvSpPr>
            <a:spLocks noGrp="1"/>
          </p:cNvSpPr>
          <p:nvPr/>
        </p:nvSpPr>
        <p:spPr>
          <a:xfrm>
            <a:off x="199720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0" name="F2_precision_recall_distributions_5164">
            <a:extLst>
              <a:ext uri="{FF2B5EF4-FFF2-40B4-BE49-F238E27FC236}">
                <a16:creationId xmlns:a16="http://schemas.microsoft.com/office/drawing/2014/main" id="{80414602-34CA-4ECD-B3D6-7BB1AD8BA4FC}"/>
              </a:ext>
            </a:extLst>
          </p:cNvPr>
          <p:cNvSpPr>
            <a:spLocks noGrp="1"/>
          </p:cNvSpPr>
          <p:nvPr/>
        </p:nvSpPr>
        <p:spPr>
          <a:xfrm>
            <a:off x="1922541" y="44951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1" name="F2_precision_recall_distributions_5165">
            <a:extLst>
              <a:ext uri="{FF2B5EF4-FFF2-40B4-BE49-F238E27FC236}">
                <a16:creationId xmlns:a16="http://schemas.microsoft.com/office/drawing/2014/main" id="{0361D10D-B8D8-4951-9698-63AE4029174A}"/>
              </a:ext>
            </a:extLst>
          </p:cNvPr>
          <p:cNvSpPr>
            <a:spLocks noGrp="1"/>
          </p:cNvSpPr>
          <p:nvPr/>
        </p:nvSpPr>
        <p:spPr>
          <a:xfrm>
            <a:off x="1857653" y="4866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2" name="F2_precision_recall_distributions_5166">
            <a:extLst>
              <a:ext uri="{FF2B5EF4-FFF2-40B4-BE49-F238E27FC236}">
                <a16:creationId xmlns:a16="http://schemas.microsoft.com/office/drawing/2014/main" id="{4C99DFB0-AB98-48AD-B804-30B769181DE1}"/>
              </a:ext>
            </a:extLst>
          </p:cNvPr>
          <p:cNvSpPr>
            <a:spLocks noGrp="1"/>
          </p:cNvSpPr>
          <p:nvPr/>
        </p:nvSpPr>
        <p:spPr>
          <a:xfrm>
            <a:off x="1811953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3" name="F2_precision_recall_distributions_5167">
            <a:extLst>
              <a:ext uri="{FF2B5EF4-FFF2-40B4-BE49-F238E27FC236}">
                <a16:creationId xmlns:a16="http://schemas.microsoft.com/office/drawing/2014/main" id="{4C20EA06-2580-48E7-87EB-8502939CEBC0}"/>
              </a:ext>
            </a:extLst>
          </p:cNvPr>
          <p:cNvSpPr>
            <a:spLocks noGrp="1"/>
          </p:cNvSpPr>
          <p:nvPr/>
        </p:nvSpPr>
        <p:spPr>
          <a:xfrm>
            <a:off x="175042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4" name="F2_precision_recall_distributions_5168">
            <a:extLst>
              <a:ext uri="{FF2B5EF4-FFF2-40B4-BE49-F238E27FC236}">
                <a16:creationId xmlns:a16="http://schemas.microsoft.com/office/drawing/2014/main" id="{8AB21E21-D0EB-40AC-A650-8F6AED406F44}"/>
              </a:ext>
            </a:extLst>
          </p:cNvPr>
          <p:cNvSpPr>
            <a:spLocks noGrp="1"/>
          </p:cNvSpPr>
          <p:nvPr/>
        </p:nvSpPr>
        <p:spPr>
          <a:xfrm>
            <a:off x="1685906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5" name="F2_precision_recall_distributions_5169">
            <a:extLst>
              <a:ext uri="{FF2B5EF4-FFF2-40B4-BE49-F238E27FC236}">
                <a16:creationId xmlns:a16="http://schemas.microsoft.com/office/drawing/2014/main" id="{2AC70767-5B0A-4C27-B001-AE779E8D4FD7}"/>
              </a:ext>
            </a:extLst>
          </p:cNvPr>
          <p:cNvSpPr>
            <a:spLocks noGrp="1"/>
          </p:cNvSpPr>
          <p:nvPr/>
        </p:nvSpPr>
        <p:spPr>
          <a:xfrm>
            <a:off x="195253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6" name="F2_precision_recall_distributions_5170">
            <a:extLst>
              <a:ext uri="{FF2B5EF4-FFF2-40B4-BE49-F238E27FC236}">
                <a16:creationId xmlns:a16="http://schemas.microsoft.com/office/drawing/2014/main" id="{3497E6C6-A1EF-404D-AAE7-C54E87AE1C7D}"/>
              </a:ext>
            </a:extLst>
          </p:cNvPr>
          <p:cNvSpPr>
            <a:spLocks noGrp="1"/>
          </p:cNvSpPr>
          <p:nvPr/>
        </p:nvSpPr>
        <p:spPr>
          <a:xfrm>
            <a:off x="198006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7" name="F2_precision_recall_distributions_5171">
            <a:extLst>
              <a:ext uri="{FF2B5EF4-FFF2-40B4-BE49-F238E27FC236}">
                <a16:creationId xmlns:a16="http://schemas.microsoft.com/office/drawing/2014/main" id="{9F9719DB-40DC-46E7-8D00-EF92818DD05F}"/>
              </a:ext>
            </a:extLst>
          </p:cNvPr>
          <p:cNvSpPr>
            <a:spLocks noGrp="1"/>
          </p:cNvSpPr>
          <p:nvPr/>
        </p:nvSpPr>
        <p:spPr>
          <a:xfrm>
            <a:off x="173570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8" name="F2_precision_recall_distributions_5172">
            <a:extLst>
              <a:ext uri="{FF2B5EF4-FFF2-40B4-BE49-F238E27FC236}">
                <a16:creationId xmlns:a16="http://schemas.microsoft.com/office/drawing/2014/main" id="{D26C5C40-6241-4DE0-8043-96DF9CF3F15C}"/>
              </a:ext>
            </a:extLst>
          </p:cNvPr>
          <p:cNvSpPr>
            <a:spLocks noGrp="1"/>
          </p:cNvSpPr>
          <p:nvPr/>
        </p:nvSpPr>
        <p:spPr>
          <a:xfrm>
            <a:off x="181731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9" name="F2_precision_recall_distributions_5173">
            <a:extLst>
              <a:ext uri="{FF2B5EF4-FFF2-40B4-BE49-F238E27FC236}">
                <a16:creationId xmlns:a16="http://schemas.microsoft.com/office/drawing/2014/main" id="{EC1FA1AC-6F28-41DD-8AC3-C6935B1EF1E4}"/>
              </a:ext>
            </a:extLst>
          </p:cNvPr>
          <p:cNvSpPr>
            <a:spLocks noGrp="1"/>
          </p:cNvSpPr>
          <p:nvPr/>
        </p:nvSpPr>
        <p:spPr>
          <a:xfrm>
            <a:off x="1940740" y="45330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0" name="F2_precision_recall_distributions_5174">
            <a:extLst>
              <a:ext uri="{FF2B5EF4-FFF2-40B4-BE49-F238E27FC236}">
                <a16:creationId xmlns:a16="http://schemas.microsoft.com/office/drawing/2014/main" id="{8D0064AD-01B8-4B2D-A712-2D90DE821678}"/>
              </a:ext>
            </a:extLst>
          </p:cNvPr>
          <p:cNvSpPr>
            <a:spLocks noGrp="1"/>
          </p:cNvSpPr>
          <p:nvPr/>
        </p:nvSpPr>
        <p:spPr>
          <a:xfrm>
            <a:off x="179281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1" name="F2_precision_recall_distributions_5175">
            <a:extLst>
              <a:ext uri="{FF2B5EF4-FFF2-40B4-BE49-F238E27FC236}">
                <a16:creationId xmlns:a16="http://schemas.microsoft.com/office/drawing/2014/main" id="{2B3319BA-EAD2-4D92-86C0-1C1099214F0F}"/>
              </a:ext>
            </a:extLst>
          </p:cNvPr>
          <p:cNvSpPr>
            <a:spLocks noGrp="1"/>
          </p:cNvSpPr>
          <p:nvPr/>
        </p:nvSpPr>
        <p:spPr>
          <a:xfrm>
            <a:off x="197679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2" name="F2_precision_recall_distributions_5176">
            <a:extLst>
              <a:ext uri="{FF2B5EF4-FFF2-40B4-BE49-F238E27FC236}">
                <a16:creationId xmlns:a16="http://schemas.microsoft.com/office/drawing/2014/main" id="{3D1F062B-8D02-41D9-A62A-55AA08A52917}"/>
              </a:ext>
            </a:extLst>
          </p:cNvPr>
          <p:cNvSpPr>
            <a:spLocks noGrp="1"/>
          </p:cNvSpPr>
          <p:nvPr/>
        </p:nvSpPr>
        <p:spPr>
          <a:xfrm>
            <a:off x="17446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3" name="F2_precision_recall_distributions_5177">
            <a:extLst>
              <a:ext uri="{FF2B5EF4-FFF2-40B4-BE49-F238E27FC236}">
                <a16:creationId xmlns:a16="http://schemas.microsoft.com/office/drawing/2014/main" id="{AB9D0D6C-8A66-48F9-B175-989DBA6B9BAE}"/>
              </a:ext>
            </a:extLst>
          </p:cNvPr>
          <p:cNvSpPr>
            <a:spLocks noGrp="1"/>
          </p:cNvSpPr>
          <p:nvPr/>
        </p:nvSpPr>
        <p:spPr>
          <a:xfrm>
            <a:off x="1709390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4" name="F2_precision_recall_distributions_5178">
            <a:extLst>
              <a:ext uri="{FF2B5EF4-FFF2-40B4-BE49-F238E27FC236}">
                <a16:creationId xmlns:a16="http://schemas.microsoft.com/office/drawing/2014/main" id="{E434043A-7983-4F9D-95A4-71F1EAEA0616}"/>
              </a:ext>
            </a:extLst>
          </p:cNvPr>
          <p:cNvSpPr>
            <a:spLocks noGrp="1"/>
          </p:cNvSpPr>
          <p:nvPr/>
        </p:nvSpPr>
        <p:spPr>
          <a:xfrm>
            <a:off x="1920661" y="44275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5" name="F2_precision_recall_distributions_5179">
            <a:extLst>
              <a:ext uri="{FF2B5EF4-FFF2-40B4-BE49-F238E27FC236}">
                <a16:creationId xmlns:a16="http://schemas.microsoft.com/office/drawing/2014/main" id="{AEA34FDD-8AB1-489B-AF18-82218B230281}"/>
              </a:ext>
            </a:extLst>
          </p:cNvPr>
          <p:cNvSpPr>
            <a:spLocks noGrp="1"/>
          </p:cNvSpPr>
          <p:nvPr/>
        </p:nvSpPr>
        <p:spPr>
          <a:xfrm>
            <a:off x="1852261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6" name="F2_precision_recall_distributions_5180">
            <a:extLst>
              <a:ext uri="{FF2B5EF4-FFF2-40B4-BE49-F238E27FC236}">
                <a16:creationId xmlns:a16="http://schemas.microsoft.com/office/drawing/2014/main" id="{303A7A3D-EE85-49A4-8E9C-6CCDFE801326}"/>
              </a:ext>
            </a:extLst>
          </p:cNvPr>
          <p:cNvSpPr>
            <a:spLocks noGrp="1"/>
          </p:cNvSpPr>
          <p:nvPr/>
        </p:nvSpPr>
        <p:spPr>
          <a:xfrm>
            <a:off x="1692433" y="459366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7" name="F2_precision_recall_distributions_5181">
            <a:extLst>
              <a:ext uri="{FF2B5EF4-FFF2-40B4-BE49-F238E27FC236}">
                <a16:creationId xmlns:a16="http://schemas.microsoft.com/office/drawing/2014/main" id="{8EC64D5B-A248-4195-87F5-71A7DB499E94}"/>
              </a:ext>
            </a:extLst>
          </p:cNvPr>
          <p:cNvSpPr>
            <a:spLocks noGrp="1"/>
          </p:cNvSpPr>
          <p:nvPr/>
        </p:nvSpPr>
        <p:spPr>
          <a:xfrm>
            <a:off x="168245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8" name="F2_precision_recall_distributions_5182">
            <a:extLst>
              <a:ext uri="{FF2B5EF4-FFF2-40B4-BE49-F238E27FC236}">
                <a16:creationId xmlns:a16="http://schemas.microsoft.com/office/drawing/2014/main" id="{FCC62F37-0A0E-42F3-875F-53993A6CD873}"/>
              </a:ext>
            </a:extLst>
          </p:cNvPr>
          <p:cNvSpPr>
            <a:spLocks noGrp="1"/>
          </p:cNvSpPr>
          <p:nvPr/>
        </p:nvSpPr>
        <p:spPr>
          <a:xfrm>
            <a:off x="194133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9" name="F2_precision_recall_distributions_5183">
            <a:extLst>
              <a:ext uri="{FF2B5EF4-FFF2-40B4-BE49-F238E27FC236}">
                <a16:creationId xmlns:a16="http://schemas.microsoft.com/office/drawing/2014/main" id="{8680E44B-24DC-47E2-BA3A-48B00AEBCBA3}"/>
              </a:ext>
            </a:extLst>
          </p:cNvPr>
          <p:cNvSpPr>
            <a:spLocks noGrp="1"/>
          </p:cNvSpPr>
          <p:nvPr/>
        </p:nvSpPr>
        <p:spPr>
          <a:xfrm>
            <a:off x="186417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0" name="F2_precision_recall_distributions_5184">
            <a:extLst>
              <a:ext uri="{FF2B5EF4-FFF2-40B4-BE49-F238E27FC236}">
                <a16:creationId xmlns:a16="http://schemas.microsoft.com/office/drawing/2014/main" id="{1B96DA7E-65C4-4E0B-9084-90C259336C2F}"/>
              </a:ext>
            </a:extLst>
          </p:cNvPr>
          <p:cNvSpPr>
            <a:spLocks noGrp="1"/>
          </p:cNvSpPr>
          <p:nvPr/>
        </p:nvSpPr>
        <p:spPr>
          <a:xfrm>
            <a:off x="188917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1" name="F2_precision_recall_distributions_5185">
            <a:extLst>
              <a:ext uri="{FF2B5EF4-FFF2-40B4-BE49-F238E27FC236}">
                <a16:creationId xmlns:a16="http://schemas.microsoft.com/office/drawing/2014/main" id="{C3861D1F-7AC0-4BAC-AADC-9BDBB87485E7}"/>
              </a:ext>
            </a:extLst>
          </p:cNvPr>
          <p:cNvSpPr>
            <a:spLocks noGrp="1"/>
          </p:cNvSpPr>
          <p:nvPr/>
        </p:nvSpPr>
        <p:spPr>
          <a:xfrm>
            <a:off x="1720078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2" name="F2_precision_recall_distributions_5186">
            <a:extLst>
              <a:ext uri="{FF2B5EF4-FFF2-40B4-BE49-F238E27FC236}">
                <a16:creationId xmlns:a16="http://schemas.microsoft.com/office/drawing/2014/main" id="{3F4E302E-52AE-4207-9CC2-7B0F6532FDC5}"/>
              </a:ext>
            </a:extLst>
          </p:cNvPr>
          <p:cNvSpPr>
            <a:spLocks noGrp="1"/>
          </p:cNvSpPr>
          <p:nvPr/>
        </p:nvSpPr>
        <p:spPr>
          <a:xfrm>
            <a:off x="200401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3" name="F2_precision_recall_distributions_5187">
            <a:extLst>
              <a:ext uri="{FF2B5EF4-FFF2-40B4-BE49-F238E27FC236}">
                <a16:creationId xmlns:a16="http://schemas.microsoft.com/office/drawing/2014/main" id="{7B13590C-624C-46D1-A2B9-E13466B75E67}"/>
              </a:ext>
            </a:extLst>
          </p:cNvPr>
          <p:cNvSpPr>
            <a:spLocks noGrp="1"/>
          </p:cNvSpPr>
          <p:nvPr/>
        </p:nvSpPr>
        <p:spPr>
          <a:xfrm>
            <a:off x="1710174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4" name="F2_precision_recall_distributions_5188">
            <a:extLst>
              <a:ext uri="{FF2B5EF4-FFF2-40B4-BE49-F238E27FC236}">
                <a16:creationId xmlns:a16="http://schemas.microsoft.com/office/drawing/2014/main" id="{E404DAD2-C07E-4205-8C8A-D4908A515C2B}"/>
              </a:ext>
            </a:extLst>
          </p:cNvPr>
          <p:cNvSpPr>
            <a:spLocks noGrp="1"/>
          </p:cNvSpPr>
          <p:nvPr/>
        </p:nvSpPr>
        <p:spPr>
          <a:xfrm>
            <a:off x="1678838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5" name="F2_precision_recall_distributions_5189">
            <a:extLst>
              <a:ext uri="{FF2B5EF4-FFF2-40B4-BE49-F238E27FC236}">
                <a16:creationId xmlns:a16="http://schemas.microsoft.com/office/drawing/2014/main" id="{C4685DFC-6640-491A-B61D-A6466B137E3B}"/>
              </a:ext>
            </a:extLst>
          </p:cNvPr>
          <p:cNvSpPr>
            <a:spLocks noGrp="1"/>
          </p:cNvSpPr>
          <p:nvPr/>
        </p:nvSpPr>
        <p:spPr>
          <a:xfrm>
            <a:off x="202124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6" name="F2_precision_recall_distributions_5190">
            <a:extLst>
              <a:ext uri="{FF2B5EF4-FFF2-40B4-BE49-F238E27FC236}">
                <a16:creationId xmlns:a16="http://schemas.microsoft.com/office/drawing/2014/main" id="{A24E6AE3-EA9D-41ED-A02B-E8570A7E438F}"/>
              </a:ext>
            </a:extLst>
          </p:cNvPr>
          <p:cNvSpPr>
            <a:spLocks noGrp="1"/>
          </p:cNvSpPr>
          <p:nvPr/>
        </p:nvSpPr>
        <p:spPr>
          <a:xfrm>
            <a:off x="183893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7" name="F2_precision_recall_distributions_5191">
            <a:extLst>
              <a:ext uri="{FF2B5EF4-FFF2-40B4-BE49-F238E27FC236}">
                <a16:creationId xmlns:a16="http://schemas.microsoft.com/office/drawing/2014/main" id="{BE7779F4-9110-4BD1-8CFB-E8D7CE17AA99}"/>
              </a:ext>
            </a:extLst>
          </p:cNvPr>
          <p:cNvSpPr>
            <a:spLocks noGrp="1"/>
          </p:cNvSpPr>
          <p:nvPr/>
        </p:nvSpPr>
        <p:spPr>
          <a:xfrm>
            <a:off x="1821918" y="44613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8" name="F2_precision_recall_distributions_5192">
            <a:extLst>
              <a:ext uri="{FF2B5EF4-FFF2-40B4-BE49-F238E27FC236}">
                <a16:creationId xmlns:a16="http://schemas.microsoft.com/office/drawing/2014/main" id="{6AFA67CD-FAD5-4403-B2A3-0C5EF98F0838}"/>
              </a:ext>
            </a:extLst>
          </p:cNvPr>
          <p:cNvSpPr>
            <a:spLocks noGrp="1"/>
          </p:cNvSpPr>
          <p:nvPr/>
        </p:nvSpPr>
        <p:spPr>
          <a:xfrm>
            <a:off x="181594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9" name="F2_precision_recall_distributions_5193">
            <a:extLst>
              <a:ext uri="{FF2B5EF4-FFF2-40B4-BE49-F238E27FC236}">
                <a16:creationId xmlns:a16="http://schemas.microsoft.com/office/drawing/2014/main" id="{33766695-56B0-4E65-BF20-19893D2B0B21}"/>
              </a:ext>
            </a:extLst>
          </p:cNvPr>
          <p:cNvSpPr>
            <a:spLocks noGrp="1"/>
          </p:cNvSpPr>
          <p:nvPr/>
        </p:nvSpPr>
        <p:spPr>
          <a:xfrm>
            <a:off x="180326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0" name="F2_precision_recall_distributions_5194">
            <a:extLst>
              <a:ext uri="{FF2B5EF4-FFF2-40B4-BE49-F238E27FC236}">
                <a16:creationId xmlns:a16="http://schemas.microsoft.com/office/drawing/2014/main" id="{2C2ACB0F-A627-42F4-BD87-BD80622C8CE8}"/>
              </a:ext>
            </a:extLst>
          </p:cNvPr>
          <p:cNvSpPr>
            <a:spLocks noGrp="1"/>
          </p:cNvSpPr>
          <p:nvPr/>
        </p:nvSpPr>
        <p:spPr>
          <a:xfrm>
            <a:off x="178405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1" name="F2_precision_recall_distributions_5195">
            <a:extLst>
              <a:ext uri="{FF2B5EF4-FFF2-40B4-BE49-F238E27FC236}">
                <a16:creationId xmlns:a16="http://schemas.microsoft.com/office/drawing/2014/main" id="{2A902653-CDEC-4D88-8328-5F776ED48AA9}"/>
              </a:ext>
            </a:extLst>
          </p:cNvPr>
          <p:cNvSpPr>
            <a:spLocks noGrp="1"/>
          </p:cNvSpPr>
          <p:nvPr/>
        </p:nvSpPr>
        <p:spPr>
          <a:xfrm>
            <a:off x="188690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2" name="F2_precision_recall_distributions_5196">
            <a:extLst>
              <a:ext uri="{FF2B5EF4-FFF2-40B4-BE49-F238E27FC236}">
                <a16:creationId xmlns:a16="http://schemas.microsoft.com/office/drawing/2014/main" id="{661B8A60-8A2F-4BC7-A099-D86AB6A50C19}"/>
              </a:ext>
            </a:extLst>
          </p:cNvPr>
          <p:cNvSpPr>
            <a:spLocks noGrp="1"/>
          </p:cNvSpPr>
          <p:nvPr/>
        </p:nvSpPr>
        <p:spPr>
          <a:xfrm>
            <a:off x="2021799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3" name="F2_precision_recall_distributions_5197">
            <a:extLst>
              <a:ext uri="{FF2B5EF4-FFF2-40B4-BE49-F238E27FC236}">
                <a16:creationId xmlns:a16="http://schemas.microsoft.com/office/drawing/2014/main" id="{C6D901FF-C964-408C-B0B0-E52A5A48D3BB}"/>
              </a:ext>
            </a:extLst>
          </p:cNvPr>
          <p:cNvSpPr>
            <a:spLocks noGrp="1"/>
          </p:cNvSpPr>
          <p:nvPr/>
        </p:nvSpPr>
        <p:spPr>
          <a:xfrm>
            <a:off x="181658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4" name="F2_precision_recall_distributions_5198">
            <a:extLst>
              <a:ext uri="{FF2B5EF4-FFF2-40B4-BE49-F238E27FC236}">
                <a16:creationId xmlns:a16="http://schemas.microsoft.com/office/drawing/2014/main" id="{C4D40053-D47C-4384-AB14-959CB1F104FF}"/>
              </a:ext>
            </a:extLst>
          </p:cNvPr>
          <p:cNvSpPr>
            <a:spLocks noGrp="1"/>
          </p:cNvSpPr>
          <p:nvPr/>
        </p:nvSpPr>
        <p:spPr>
          <a:xfrm>
            <a:off x="178416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5" name="F2_precision_recall_distributions_5199">
            <a:extLst>
              <a:ext uri="{FF2B5EF4-FFF2-40B4-BE49-F238E27FC236}">
                <a16:creationId xmlns:a16="http://schemas.microsoft.com/office/drawing/2014/main" id="{B732167A-5B9C-41B6-AA6A-36D6FDB3E76A}"/>
              </a:ext>
            </a:extLst>
          </p:cNvPr>
          <p:cNvSpPr>
            <a:spLocks noGrp="1"/>
          </p:cNvSpPr>
          <p:nvPr/>
        </p:nvSpPr>
        <p:spPr>
          <a:xfrm>
            <a:off x="1827087" y="470144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6" name="F2_precision_recall_distributions_5200">
            <a:extLst>
              <a:ext uri="{FF2B5EF4-FFF2-40B4-BE49-F238E27FC236}">
                <a16:creationId xmlns:a16="http://schemas.microsoft.com/office/drawing/2014/main" id="{DDADDB78-3333-4C6C-B077-3DE53A610E63}"/>
              </a:ext>
            </a:extLst>
          </p:cNvPr>
          <p:cNvSpPr>
            <a:spLocks noGrp="1"/>
          </p:cNvSpPr>
          <p:nvPr/>
        </p:nvSpPr>
        <p:spPr>
          <a:xfrm>
            <a:off x="1845717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7" name="F2_precision_recall_distributions_5201">
            <a:extLst>
              <a:ext uri="{FF2B5EF4-FFF2-40B4-BE49-F238E27FC236}">
                <a16:creationId xmlns:a16="http://schemas.microsoft.com/office/drawing/2014/main" id="{364D6CCD-7EAC-464B-8AD5-A847DD7280C5}"/>
              </a:ext>
            </a:extLst>
          </p:cNvPr>
          <p:cNvSpPr>
            <a:spLocks noGrp="1"/>
          </p:cNvSpPr>
          <p:nvPr/>
        </p:nvSpPr>
        <p:spPr>
          <a:xfrm>
            <a:off x="17323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8" name="F2_precision_recall_distributions_5202">
            <a:extLst>
              <a:ext uri="{FF2B5EF4-FFF2-40B4-BE49-F238E27FC236}">
                <a16:creationId xmlns:a16="http://schemas.microsoft.com/office/drawing/2014/main" id="{F2201B94-A908-4E79-9D33-E7EA40514218}"/>
              </a:ext>
            </a:extLst>
          </p:cNvPr>
          <p:cNvSpPr>
            <a:spLocks noGrp="1"/>
          </p:cNvSpPr>
          <p:nvPr/>
        </p:nvSpPr>
        <p:spPr>
          <a:xfrm>
            <a:off x="178605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9" name="F2_precision_recall_distributions_5203">
            <a:extLst>
              <a:ext uri="{FF2B5EF4-FFF2-40B4-BE49-F238E27FC236}">
                <a16:creationId xmlns:a16="http://schemas.microsoft.com/office/drawing/2014/main" id="{30695508-E8FA-4298-A3CB-B2A039E3F41B}"/>
              </a:ext>
            </a:extLst>
          </p:cNvPr>
          <p:cNvSpPr>
            <a:spLocks noGrp="1"/>
          </p:cNvSpPr>
          <p:nvPr/>
        </p:nvSpPr>
        <p:spPr>
          <a:xfrm>
            <a:off x="1727217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0" name="F2_precision_recall_distributions_5204">
            <a:extLst>
              <a:ext uri="{FF2B5EF4-FFF2-40B4-BE49-F238E27FC236}">
                <a16:creationId xmlns:a16="http://schemas.microsoft.com/office/drawing/2014/main" id="{ACFA4B76-F8F4-4926-9B65-58BCF7809701}"/>
              </a:ext>
            </a:extLst>
          </p:cNvPr>
          <p:cNvSpPr>
            <a:spLocks noGrp="1"/>
          </p:cNvSpPr>
          <p:nvPr/>
        </p:nvSpPr>
        <p:spPr>
          <a:xfrm>
            <a:off x="192472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1" name="F2_precision_recall_distributions_5205">
            <a:extLst>
              <a:ext uri="{FF2B5EF4-FFF2-40B4-BE49-F238E27FC236}">
                <a16:creationId xmlns:a16="http://schemas.microsoft.com/office/drawing/2014/main" id="{0537F62F-A990-4B76-AE2F-F806A4C48D16}"/>
              </a:ext>
            </a:extLst>
          </p:cNvPr>
          <p:cNvSpPr>
            <a:spLocks noGrp="1"/>
          </p:cNvSpPr>
          <p:nvPr/>
        </p:nvSpPr>
        <p:spPr>
          <a:xfrm>
            <a:off x="1697888" y="42951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2" name="F2_precision_recall_distributions_5206">
            <a:extLst>
              <a:ext uri="{FF2B5EF4-FFF2-40B4-BE49-F238E27FC236}">
                <a16:creationId xmlns:a16="http://schemas.microsoft.com/office/drawing/2014/main" id="{CD042341-5481-466F-BCE6-B0F10A0194CE}"/>
              </a:ext>
            </a:extLst>
          </p:cNvPr>
          <p:cNvSpPr>
            <a:spLocks noGrp="1"/>
          </p:cNvSpPr>
          <p:nvPr/>
        </p:nvSpPr>
        <p:spPr>
          <a:xfrm>
            <a:off x="1863026" y="44532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3" name="F2_precision_recall_distributions_5207">
            <a:extLst>
              <a:ext uri="{FF2B5EF4-FFF2-40B4-BE49-F238E27FC236}">
                <a16:creationId xmlns:a16="http://schemas.microsoft.com/office/drawing/2014/main" id="{DE980029-8F04-4CC6-A04C-3C01390CE960}"/>
              </a:ext>
            </a:extLst>
          </p:cNvPr>
          <p:cNvSpPr>
            <a:spLocks noGrp="1"/>
          </p:cNvSpPr>
          <p:nvPr/>
        </p:nvSpPr>
        <p:spPr>
          <a:xfrm>
            <a:off x="201208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4" name="F2_precision_recall_distributions_5208">
            <a:extLst>
              <a:ext uri="{FF2B5EF4-FFF2-40B4-BE49-F238E27FC236}">
                <a16:creationId xmlns:a16="http://schemas.microsoft.com/office/drawing/2014/main" id="{93EB4431-B9E5-4474-BB89-4B0EB0DF0CCD}"/>
              </a:ext>
            </a:extLst>
          </p:cNvPr>
          <p:cNvSpPr>
            <a:spLocks noGrp="1"/>
          </p:cNvSpPr>
          <p:nvPr/>
        </p:nvSpPr>
        <p:spPr>
          <a:xfrm>
            <a:off x="190332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5" name="F2_precision_recall_distributions_5209">
            <a:extLst>
              <a:ext uri="{FF2B5EF4-FFF2-40B4-BE49-F238E27FC236}">
                <a16:creationId xmlns:a16="http://schemas.microsoft.com/office/drawing/2014/main" id="{B3343A7D-62FD-4667-91B9-75DA79D510E1}"/>
              </a:ext>
            </a:extLst>
          </p:cNvPr>
          <p:cNvSpPr>
            <a:spLocks noGrp="1"/>
          </p:cNvSpPr>
          <p:nvPr/>
        </p:nvSpPr>
        <p:spPr>
          <a:xfrm>
            <a:off x="200227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6" name="F2_precision_recall_distributions_5210">
            <a:extLst>
              <a:ext uri="{FF2B5EF4-FFF2-40B4-BE49-F238E27FC236}">
                <a16:creationId xmlns:a16="http://schemas.microsoft.com/office/drawing/2014/main" id="{79A361F6-A195-4AE1-A89F-60B3B8D33317}"/>
              </a:ext>
            </a:extLst>
          </p:cNvPr>
          <p:cNvSpPr>
            <a:spLocks noGrp="1"/>
          </p:cNvSpPr>
          <p:nvPr/>
        </p:nvSpPr>
        <p:spPr>
          <a:xfrm>
            <a:off x="1958110" y="45385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7" name="F2_precision_recall_distributions_5211">
            <a:extLst>
              <a:ext uri="{FF2B5EF4-FFF2-40B4-BE49-F238E27FC236}">
                <a16:creationId xmlns:a16="http://schemas.microsoft.com/office/drawing/2014/main" id="{5EF37FD4-435B-4FFF-89AF-2EBADA39C183}"/>
              </a:ext>
            </a:extLst>
          </p:cNvPr>
          <p:cNvSpPr>
            <a:spLocks noGrp="1"/>
          </p:cNvSpPr>
          <p:nvPr/>
        </p:nvSpPr>
        <p:spPr>
          <a:xfrm>
            <a:off x="192774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8" name="F2_precision_recall_distributions_5212">
            <a:extLst>
              <a:ext uri="{FF2B5EF4-FFF2-40B4-BE49-F238E27FC236}">
                <a16:creationId xmlns:a16="http://schemas.microsoft.com/office/drawing/2014/main" id="{F87B45BC-38A6-4757-903F-E1B62AB16F9E}"/>
              </a:ext>
            </a:extLst>
          </p:cNvPr>
          <p:cNvSpPr>
            <a:spLocks noGrp="1"/>
          </p:cNvSpPr>
          <p:nvPr/>
        </p:nvSpPr>
        <p:spPr>
          <a:xfrm>
            <a:off x="1747813" y="48361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9" name="F2_precision_recall_distributions_5213">
            <a:extLst>
              <a:ext uri="{FF2B5EF4-FFF2-40B4-BE49-F238E27FC236}">
                <a16:creationId xmlns:a16="http://schemas.microsoft.com/office/drawing/2014/main" id="{0AB57286-19BF-4063-95CC-91D4A7170FAE}"/>
              </a:ext>
            </a:extLst>
          </p:cNvPr>
          <p:cNvSpPr>
            <a:spLocks noGrp="1"/>
          </p:cNvSpPr>
          <p:nvPr/>
        </p:nvSpPr>
        <p:spPr>
          <a:xfrm>
            <a:off x="1671829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0" name="F2_precision_recall_distributions_5214">
            <a:extLst>
              <a:ext uri="{FF2B5EF4-FFF2-40B4-BE49-F238E27FC236}">
                <a16:creationId xmlns:a16="http://schemas.microsoft.com/office/drawing/2014/main" id="{7A44212E-21A5-4E6B-A2FF-6BE9E5238869}"/>
              </a:ext>
            </a:extLst>
          </p:cNvPr>
          <p:cNvSpPr>
            <a:spLocks noGrp="1"/>
          </p:cNvSpPr>
          <p:nvPr/>
        </p:nvSpPr>
        <p:spPr>
          <a:xfrm>
            <a:off x="175987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1" name="F2_precision_recall_distributions_5215">
            <a:extLst>
              <a:ext uri="{FF2B5EF4-FFF2-40B4-BE49-F238E27FC236}">
                <a16:creationId xmlns:a16="http://schemas.microsoft.com/office/drawing/2014/main" id="{572076CB-567A-4C79-875A-7C28A2C0E67F}"/>
              </a:ext>
            </a:extLst>
          </p:cNvPr>
          <p:cNvSpPr>
            <a:spLocks noGrp="1"/>
          </p:cNvSpPr>
          <p:nvPr/>
        </p:nvSpPr>
        <p:spPr>
          <a:xfrm>
            <a:off x="1729619" y="45694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2" name="F2_precision_recall_distributions_5216">
            <a:extLst>
              <a:ext uri="{FF2B5EF4-FFF2-40B4-BE49-F238E27FC236}">
                <a16:creationId xmlns:a16="http://schemas.microsoft.com/office/drawing/2014/main" id="{6F466D39-34C4-4B10-87FC-F51040FAB582}"/>
              </a:ext>
            </a:extLst>
          </p:cNvPr>
          <p:cNvSpPr>
            <a:spLocks noGrp="1"/>
          </p:cNvSpPr>
          <p:nvPr/>
        </p:nvSpPr>
        <p:spPr>
          <a:xfrm>
            <a:off x="1913935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3" name="F2_precision_recall_distributions_5217">
            <a:extLst>
              <a:ext uri="{FF2B5EF4-FFF2-40B4-BE49-F238E27FC236}">
                <a16:creationId xmlns:a16="http://schemas.microsoft.com/office/drawing/2014/main" id="{CF0E6746-2017-41FA-B882-F3F46DDC7806}"/>
              </a:ext>
            </a:extLst>
          </p:cNvPr>
          <p:cNvSpPr>
            <a:spLocks noGrp="1"/>
          </p:cNvSpPr>
          <p:nvPr/>
        </p:nvSpPr>
        <p:spPr>
          <a:xfrm>
            <a:off x="1754262" y="48361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4" name="F2_precision_recall_distributions_5218">
            <a:extLst>
              <a:ext uri="{FF2B5EF4-FFF2-40B4-BE49-F238E27FC236}">
                <a16:creationId xmlns:a16="http://schemas.microsoft.com/office/drawing/2014/main" id="{40D1A872-F112-4237-A57F-0F1E33A6EAD0}"/>
              </a:ext>
            </a:extLst>
          </p:cNvPr>
          <p:cNvSpPr>
            <a:spLocks noGrp="1"/>
          </p:cNvSpPr>
          <p:nvPr/>
        </p:nvSpPr>
        <p:spPr>
          <a:xfrm>
            <a:off x="1853514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5" name="F2_precision_recall_distributions_5219">
            <a:extLst>
              <a:ext uri="{FF2B5EF4-FFF2-40B4-BE49-F238E27FC236}">
                <a16:creationId xmlns:a16="http://schemas.microsoft.com/office/drawing/2014/main" id="{1FAED5FF-43CA-48F7-8E21-0D478219E128}"/>
              </a:ext>
            </a:extLst>
          </p:cNvPr>
          <p:cNvSpPr>
            <a:spLocks noGrp="1"/>
          </p:cNvSpPr>
          <p:nvPr/>
        </p:nvSpPr>
        <p:spPr>
          <a:xfrm>
            <a:off x="1789052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6" name="F2_precision_recall_distributions_5220">
            <a:extLst>
              <a:ext uri="{FF2B5EF4-FFF2-40B4-BE49-F238E27FC236}">
                <a16:creationId xmlns:a16="http://schemas.microsoft.com/office/drawing/2014/main" id="{F865ECA9-CA7B-4499-8D02-EE2F885E567C}"/>
              </a:ext>
            </a:extLst>
          </p:cNvPr>
          <p:cNvSpPr>
            <a:spLocks noGrp="1"/>
          </p:cNvSpPr>
          <p:nvPr/>
        </p:nvSpPr>
        <p:spPr>
          <a:xfrm>
            <a:off x="165483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7" name="F2_precision_recall_distributions_5221">
            <a:extLst>
              <a:ext uri="{FF2B5EF4-FFF2-40B4-BE49-F238E27FC236}">
                <a16:creationId xmlns:a16="http://schemas.microsoft.com/office/drawing/2014/main" id="{AAB241F4-C919-4395-A0AB-6C004577ED2C}"/>
              </a:ext>
            </a:extLst>
          </p:cNvPr>
          <p:cNvSpPr>
            <a:spLocks noGrp="1"/>
          </p:cNvSpPr>
          <p:nvPr/>
        </p:nvSpPr>
        <p:spPr>
          <a:xfrm>
            <a:off x="1701607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8" name="F2_precision_recall_distributions_5222">
            <a:extLst>
              <a:ext uri="{FF2B5EF4-FFF2-40B4-BE49-F238E27FC236}">
                <a16:creationId xmlns:a16="http://schemas.microsoft.com/office/drawing/2014/main" id="{F8DC1AB7-3F5F-4B3D-8694-DFF85D94428C}"/>
              </a:ext>
            </a:extLst>
          </p:cNvPr>
          <p:cNvSpPr>
            <a:spLocks noGrp="1"/>
          </p:cNvSpPr>
          <p:nvPr/>
        </p:nvSpPr>
        <p:spPr>
          <a:xfrm>
            <a:off x="1729751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9" name="F2_precision_recall_distributions_5223">
            <a:extLst>
              <a:ext uri="{FF2B5EF4-FFF2-40B4-BE49-F238E27FC236}">
                <a16:creationId xmlns:a16="http://schemas.microsoft.com/office/drawing/2014/main" id="{641C3725-1B3D-4654-8AA8-63E450287C20}"/>
              </a:ext>
            </a:extLst>
          </p:cNvPr>
          <p:cNvSpPr>
            <a:spLocks noGrp="1"/>
          </p:cNvSpPr>
          <p:nvPr/>
        </p:nvSpPr>
        <p:spPr>
          <a:xfrm>
            <a:off x="1841405" y="478160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0" name="F2_precision_recall_distributions_5224">
            <a:extLst>
              <a:ext uri="{FF2B5EF4-FFF2-40B4-BE49-F238E27FC236}">
                <a16:creationId xmlns:a16="http://schemas.microsoft.com/office/drawing/2014/main" id="{94191352-DBE8-4326-A219-DBFC4B070D62}"/>
              </a:ext>
            </a:extLst>
          </p:cNvPr>
          <p:cNvSpPr>
            <a:spLocks noGrp="1"/>
          </p:cNvSpPr>
          <p:nvPr/>
        </p:nvSpPr>
        <p:spPr>
          <a:xfrm>
            <a:off x="197120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1" name="F2_precision_recall_distributions_5225">
            <a:extLst>
              <a:ext uri="{FF2B5EF4-FFF2-40B4-BE49-F238E27FC236}">
                <a16:creationId xmlns:a16="http://schemas.microsoft.com/office/drawing/2014/main" id="{2DED86F6-EB1E-4266-AB4F-8AC54D1AA4EB}"/>
              </a:ext>
            </a:extLst>
          </p:cNvPr>
          <p:cNvSpPr>
            <a:spLocks noGrp="1"/>
          </p:cNvSpPr>
          <p:nvPr/>
        </p:nvSpPr>
        <p:spPr>
          <a:xfrm>
            <a:off x="1959079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2" name="F2_precision_recall_distributions_5226">
            <a:extLst>
              <a:ext uri="{FF2B5EF4-FFF2-40B4-BE49-F238E27FC236}">
                <a16:creationId xmlns:a16="http://schemas.microsoft.com/office/drawing/2014/main" id="{D7C79C31-60F9-4DB4-8961-7246F5A95761}"/>
              </a:ext>
            </a:extLst>
          </p:cNvPr>
          <p:cNvSpPr>
            <a:spLocks noGrp="1"/>
          </p:cNvSpPr>
          <p:nvPr/>
        </p:nvSpPr>
        <p:spPr>
          <a:xfrm>
            <a:off x="17748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3" name="F2_precision_recall_distributions_5227">
            <a:extLst>
              <a:ext uri="{FF2B5EF4-FFF2-40B4-BE49-F238E27FC236}">
                <a16:creationId xmlns:a16="http://schemas.microsoft.com/office/drawing/2014/main" id="{CE6819C2-8D8A-4514-85DC-62676EE9A22E}"/>
              </a:ext>
            </a:extLst>
          </p:cNvPr>
          <p:cNvSpPr>
            <a:spLocks noGrp="1"/>
          </p:cNvSpPr>
          <p:nvPr/>
        </p:nvSpPr>
        <p:spPr>
          <a:xfrm>
            <a:off x="175997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4" name="F2_precision_recall_distributions_5228">
            <a:extLst>
              <a:ext uri="{FF2B5EF4-FFF2-40B4-BE49-F238E27FC236}">
                <a16:creationId xmlns:a16="http://schemas.microsoft.com/office/drawing/2014/main" id="{6D962A6F-EE74-4523-B216-AD8662048081}"/>
              </a:ext>
            </a:extLst>
          </p:cNvPr>
          <p:cNvSpPr>
            <a:spLocks noGrp="1"/>
          </p:cNvSpPr>
          <p:nvPr/>
        </p:nvSpPr>
        <p:spPr>
          <a:xfrm>
            <a:off x="188677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5" name="F2_precision_recall_distributions_5229">
            <a:extLst>
              <a:ext uri="{FF2B5EF4-FFF2-40B4-BE49-F238E27FC236}">
                <a16:creationId xmlns:a16="http://schemas.microsoft.com/office/drawing/2014/main" id="{3C46FBA7-ADD2-4145-8136-CC61DE3564D7}"/>
              </a:ext>
            </a:extLst>
          </p:cNvPr>
          <p:cNvSpPr>
            <a:spLocks noGrp="1"/>
          </p:cNvSpPr>
          <p:nvPr/>
        </p:nvSpPr>
        <p:spPr>
          <a:xfrm>
            <a:off x="166384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6" name="F2_precision_recall_distributions_5230">
            <a:extLst>
              <a:ext uri="{FF2B5EF4-FFF2-40B4-BE49-F238E27FC236}">
                <a16:creationId xmlns:a16="http://schemas.microsoft.com/office/drawing/2014/main" id="{E8099718-8454-4381-8111-16BC4CA8AFC5}"/>
              </a:ext>
            </a:extLst>
          </p:cNvPr>
          <p:cNvSpPr>
            <a:spLocks noGrp="1"/>
          </p:cNvSpPr>
          <p:nvPr/>
        </p:nvSpPr>
        <p:spPr>
          <a:xfrm>
            <a:off x="1985661" y="43511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7" name="F2_precision_recall_distributions_5231">
            <a:extLst>
              <a:ext uri="{FF2B5EF4-FFF2-40B4-BE49-F238E27FC236}">
                <a16:creationId xmlns:a16="http://schemas.microsoft.com/office/drawing/2014/main" id="{70BDCD9A-1DBA-4A12-B695-687E049FF0D7}"/>
              </a:ext>
            </a:extLst>
          </p:cNvPr>
          <p:cNvSpPr>
            <a:spLocks noGrp="1"/>
          </p:cNvSpPr>
          <p:nvPr/>
        </p:nvSpPr>
        <p:spPr>
          <a:xfrm>
            <a:off x="190356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8" name="F2_precision_recall_distributions_5232">
            <a:extLst>
              <a:ext uri="{FF2B5EF4-FFF2-40B4-BE49-F238E27FC236}">
                <a16:creationId xmlns:a16="http://schemas.microsoft.com/office/drawing/2014/main" id="{B32F2BF9-BEC4-4A81-AD5D-33FBFEF6EFA9}"/>
              </a:ext>
            </a:extLst>
          </p:cNvPr>
          <p:cNvSpPr>
            <a:spLocks noGrp="1"/>
          </p:cNvSpPr>
          <p:nvPr/>
        </p:nvSpPr>
        <p:spPr>
          <a:xfrm>
            <a:off x="1878578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9" name="F2_precision_recall_distributions_5233">
            <a:extLst>
              <a:ext uri="{FF2B5EF4-FFF2-40B4-BE49-F238E27FC236}">
                <a16:creationId xmlns:a16="http://schemas.microsoft.com/office/drawing/2014/main" id="{A3BB712B-55E6-4A45-A6EB-B8FF4EDA7AF9}"/>
              </a:ext>
            </a:extLst>
          </p:cNvPr>
          <p:cNvSpPr>
            <a:spLocks noGrp="1"/>
          </p:cNvSpPr>
          <p:nvPr/>
        </p:nvSpPr>
        <p:spPr>
          <a:xfrm>
            <a:off x="182551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0" name="F2_precision_recall_distributions_5234">
            <a:extLst>
              <a:ext uri="{FF2B5EF4-FFF2-40B4-BE49-F238E27FC236}">
                <a16:creationId xmlns:a16="http://schemas.microsoft.com/office/drawing/2014/main" id="{C82A5E9C-B6C5-4A6F-B446-1731DEBC6330}"/>
              </a:ext>
            </a:extLst>
          </p:cNvPr>
          <p:cNvSpPr>
            <a:spLocks noGrp="1"/>
          </p:cNvSpPr>
          <p:nvPr/>
        </p:nvSpPr>
        <p:spPr>
          <a:xfrm>
            <a:off x="1867464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1" name="F2_precision_recall_distributions_5235">
            <a:extLst>
              <a:ext uri="{FF2B5EF4-FFF2-40B4-BE49-F238E27FC236}">
                <a16:creationId xmlns:a16="http://schemas.microsoft.com/office/drawing/2014/main" id="{2E15AE69-A538-4D8F-95D4-F3E4931C66F2}"/>
              </a:ext>
            </a:extLst>
          </p:cNvPr>
          <p:cNvSpPr>
            <a:spLocks noGrp="1"/>
          </p:cNvSpPr>
          <p:nvPr/>
        </p:nvSpPr>
        <p:spPr>
          <a:xfrm>
            <a:off x="174412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2" name="F2_precision_recall_distributions_5236">
            <a:extLst>
              <a:ext uri="{FF2B5EF4-FFF2-40B4-BE49-F238E27FC236}">
                <a16:creationId xmlns:a16="http://schemas.microsoft.com/office/drawing/2014/main" id="{8A75688B-9428-45B9-AF7B-883359B01C95}"/>
              </a:ext>
            </a:extLst>
          </p:cNvPr>
          <p:cNvSpPr>
            <a:spLocks noGrp="1"/>
          </p:cNvSpPr>
          <p:nvPr/>
        </p:nvSpPr>
        <p:spPr>
          <a:xfrm>
            <a:off x="2678914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480482" y="848766"/>
                </a:moveTo>
                <a:lnTo>
                  <a:pt x="194615" y="848766"/>
                </a:lnTo>
                <a:lnTo>
                  <a:pt x="197158" y="842186"/>
                </a:lnTo>
                <a:lnTo>
                  <a:pt x="204512" y="835606"/>
                </a:lnTo>
                <a:lnTo>
                  <a:pt x="215904" y="829027"/>
                </a:lnTo>
                <a:lnTo>
                  <a:pt x="230192" y="822447"/>
                </a:lnTo>
                <a:lnTo>
                  <a:pt x="246057" y="815868"/>
                </a:lnTo>
                <a:lnTo>
                  <a:pt x="262195" y="809288"/>
                </a:lnTo>
                <a:lnTo>
                  <a:pt x="277492" y="802708"/>
                </a:lnTo>
                <a:lnTo>
                  <a:pt x="291133" y="796129"/>
                </a:lnTo>
                <a:lnTo>
                  <a:pt x="302641" y="789549"/>
                </a:lnTo>
                <a:lnTo>
                  <a:pt x="311860" y="782970"/>
                </a:lnTo>
                <a:lnTo>
                  <a:pt x="318889" y="776390"/>
                </a:lnTo>
                <a:lnTo>
                  <a:pt x="323993" y="769811"/>
                </a:lnTo>
                <a:lnTo>
                  <a:pt x="327519" y="763231"/>
                </a:lnTo>
                <a:lnTo>
                  <a:pt x="329823" y="756651"/>
                </a:lnTo>
                <a:lnTo>
                  <a:pt x="331226" y="750072"/>
                </a:lnTo>
                <a:lnTo>
                  <a:pt x="331985" y="743492"/>
                </a:lnTo>
                <a:lnTo>
                  <a:pt x="332292" y="736913"/>
                </a:lnTo>
                <a:lnTo>
                  <a:pt x="332280" y="730333"/>
                </a:lnTo>
                <a:lnTo>
                  <a:pt x="332030" y="723754"/>
                </a:lnTo>
                <a:lnTo>
                  <a:pt x="331593" y="717174"/>
                </a:lnTo>
                <a:lnTo>
                  <a:pt x="330995" y="710594"/>
                </a:lnTo>
                <a:lnTo>
                  <a:pt x="330247" y="704015"/>
                </a:lnTo>
                <a:lnTo>
                  <a:pt x="329356" y="697435"/>
                </a:lnTo>
                <a:lnTo>
                  <a:pt x="328329" y="690856"/>
                </a:lnTo>
                <a:lnTo>
                  <a:pt x="327180" y="684276"/>
                </a:lnTo>
                <a:lnTo>
                  <a:pt x="325931" y="677697"/>
                </a:lnTo>
                <a:lnTo>
                  <a:pt x="324617" y="671117"/>
                </a:lnTo>
                <a:lnTo>
                  <a:pt x="323279" y="664537"/>
                </a:lnTo>
                <a:lnTo>
                  <a:pt x="321963" y="657958"/>
                </a:lnTo>
                <a:lnTo>
                  <a:pt x="320706" y="651378"/>
                </a:lnTo>
                <a:lnTo>
                  <a:pt x="319527" y="644799"/>
                </a:lnTo>
                <a:lnTo>
                  <a:pt x="318419" y="638219"/>
                </a:lnTo>
                <a:lnTo>
                  <a:pt x="317346" y="631639"/>
                </a:lnTo>
                <a:lnTo>
                  <a:pt x="316248" y="625060"/>
                </a:lnTo>
                <a:lnTo>
                  <a:pt x="315055" y="618480"/>
                </a:lnTo>
                <a:lnTo>
                  <a:pt x="313708" y="611901"/>
                </a:lnTo>
                <a:lnTo>
                  <a:pt x="312178" y="605321"/>
                </a:lnTo>
                <a:lnTo>
                  <a:pt x="310484" y="598742"/>
                </a:lnTo>
                <a:lnTo>
                  <a:pt x="308699" y="592162"/>
                </a:lnTo>
                <a:lnTo>
                  <a:pt x="306949" y="585582"/>
                </a:lnTo>
                <a:lnTo>
                  <a:pt x="305389" y="579003"/>
                </a:lnTo>
                <a:lnTo>
                  <a:pt x="304183" y="572423"/>
                </a:lnTo>
                <a:lnTo>
                  <a:pt x="303471" y="565844"/>
                </a:lnTo>
                <a:lnTo>
                  <a:pt x="303346" y="559264"/>
                </a:lnTo>
                <a:lnTo>
                  <a:pt x="303835" y="552685"/>
                </a:lnTo>
                <a:lnTo>
                  <a:pt x="304899" y="546105"/>
                </a:lnTo>
                <a:lnTo>
                  <a:pt x="306436" y="539525"/>
                </a:lnTo>
                <a:lnTo>
                  <a:pt x="308298" y="532946"/>
                </a:lnTo>
                <a:lnTo>
                  <a:pt x="310310" y="526366"/>
                </a:lnTo>
                <a:lnTo>
                  <a:pt x="312284" y="519787"/>
                </a:lnTo>
                <a:lnTo>
                  <a:pt x="314035" y="513207"/>
                </a:lnTo>
                <a:lnTo>
                  <a:pt x="315389" y="506627"/>
                </a:lnTo>
                <a:lnTo>
                  <a:pt x="316186" y="500048"/>
                </a:lnTo>
                <a:lnTo>
                  <a:pt x="316286" y="493468"/>
                </a:lnTo>
                <a:lnTo>
                  <a:pt x="315584" y="486889"/>
                </a:lnTo>
                <a:lnTo>
                  <a:pt x="314023" y="480309"/>
                </a:lnTo>
                <a:lnTo>
                  <a:pt x="311617" y="473730"/>
                </a:lnTo>
                <a:lnTo>
                  <a:pt x="308464" y="467150"/>
                </a:lnTo>
                <a:lnTo>
                  <a:pt x="304766" y="460570"/>
                </a:lnTo>
                <a:lnTo>
                  <a:pt x="300813" y="453991"/>
                </a:lnTo>
                <a:lnTo>
                  <a:pt x="296966" y="447411"/>
                </a:lnTo>
                <a:lnTo>
                  <a:pt x="293611" y="440832"/>
                </a:lnTo>
                <a:lnTo>
                  <a:pt x="291102" y="434252"/>
                </a:lnTo>
                <a:lnTo>
                  <a:pt x="289704" y="427673"/>
                </a:lnTo>
                <a:lnTo>
                  <a:pt x="289546" y="421093"/>
                </a:lnTo>
                <a:lnTo>
                  <a:pt x="290602" y="414513"/>
                </a:lnTo>
                <a:lnTo>
                  <a:pt x="292693" y="407934"/>
                </a:lnTo>
                <a:lnTo>
                  <a:pt x="295524" y="401354"/>
                </a:lnTo>
                <a:lnTo>
                  <a:pt x="298738" y="394775"/>
                </a:lnTo>
                <a:lnTo>
                  <a:pt x="301971" y="388195"/>
                </a:lnTo>
                <a:lnTo>
                  <a:pt x="304912" y="381616"/>
                </a:lnTo>
                <a:lnTo>
                  <a:pt x="307329" y="375036"/>
                </a:lnTo>
                <a:lnTo>
                  <a:pt x="309088" y="368456"/>
                </a:lnTo>
                <a:lnTo>
                  <a:pt x="310135" y="361877"/>
                </a:lnTo>
                <a:lnTo>
                  <a:pt x="310481" y="355297"/>
                </a:lnTo>
                <a:lnTo>
                  <a:pt x="310167" y="348718"/>
                </a:lnTo>
                <a:lnTo>
                  <a:pt x="309252" y="342138"/>
                </a:lnTo>
                <a:lnTo>
                  <a:pt x="307798" y="335558"/>
                </a:lnTo>
                <a:lnTo>
                  <a:pt x="305878" y="328979"/>
                </a:lnTo>
                <a:lnTo>
                  <a:pt x="303588" y="322399"/>
                </a:lnTo>
                <a:lnTo>
                  <a:pt x="301061" y="315820"/>
                </a:lnTo>
                <a:lnTo>
                  <a:pt x="298474" y="309240"/>
                </a:lnTo>
                <a:lnTo>
                  <a:pt x="296043" y="302661"/>
                </a:lnTo>
                <a:lnTo>
                  <a:pt x="293999" y="296081"/>
                </a:lnTo>
                <a:lnTo>
                  <a:pt x="292561" y="289501"/>
                </a:lnTo>
                <a:lnTo>
                  <a:pt x="291895" y="282922"/>
                </a:lnTo>
                <a:lnTo>
                  <a:pt x="292083" y="276342"/>
                </a:lnTo>
                <a:lnTo>
                  <a:pt x="293111" y="269763"/>
                </a:lnTo>
                <a:lnTo>
                  <a:pt x="294868" y="263183"/>
                </a:lnTo>
                <a:lnTo>
                  <a:pt x="297163" y="256604"/>
                </a:lnTo>
                <a:lnTo>
                  <a:pt x="299767" y="250024"/>
                </a:lnTo>
                <a:lnTo>
                  <a:pt x="302445" y="243444"/>
                </a:lnTo>
                <a:lnTo>
                  <a:pt x="304997" y="236865"/>
                </a:lnTo>
                <a:lnTo>
                  <a:pt x="307278" y="230285"/>
                </a:lnTo>
                <a:lnTo>
                  <a:pt x="309215" y="223706"/>
                </a:lnTo>
                <a:lnTo>
                  <a:pt x="310795" y="217126"/>
                </a:lnTo>
                <a:lnTo>
                  <a:pt x="312057" y="210546"/>
                </a:lnTo>
                <a:lnTo>
                  <a:pt x="313062" y="203967"/>
                </a:lnTo>
                <a:lnTo>
                  <a:pt x="313877" y="197387"/>
                </a:lnTo>
                <a:lnTo>
                  <a:pt x="314552" y="190808"/>
                </a:lnTo>
                <a:lnTo>
                  <a:pt x="315114" y="184228"/>
                </a:lnTo>
                <a:lnTo>
                  <a:pt x="315570" y="177649"/>
                </a:lnTo>
                <a:lnTo>
                  <a:pt x="315906" y="171069"/>
                </a:lnTo>
                <a:lnTo>
                  <a:pt x="316108" y="164489"/>
                </a:lnTo>
                <a:lnTo>
                  <a:pt x="316171" y="157910"/>
                </a:lnTo>
                <a:lnTo>
                  <a:pt x="316107" y="151330"/>
                </a:lnTo>
                <a:lnTo>
                  <a:pt x="315948" y="144751"/>
                </a:lnTo>
                <a:lnTo>
                  <a:pt x="315739" y="138171"/>
                </a:lnTo>
                <a:lnTo>
                  <a:pt x="315522" y="131592"/>
                </a:lnTo>
                <a:lnTo>
                  <a:pt x="315315" y="125012"/>
                </a:lnTo>
                <a:lnTo>
                  <a:pt x="315082" y="118432"/>
                </a:lnTo>
                <a:lnTo>
                  <a:pt x="314703" y="111853"/>
                </a:lnTo>
                <a:lnTo>
                  <a:pt x="313938" y="105273"/>
                </a:lnTo>
                <a:lnTo>
                  <a:pt x="312410" y="98694"/>
                </a:lnTo>
                <a:lnTo>
                  <a:pt x="309578" y="92114"/>
                </a:lnTo>
                <a:lnTo>
                  <a:pt x="304744" y="85535"/>
                </a:lnTo>
                <a:lnTo>
                  <a:pt x="297081" y="78955"/>
                </a:lnTo>
                <a:lnTo>
                  <a:pt x="285703" y="72375"/>
                </a:lnTo>
                <a:lnTo>
                  <a:pt x="269778" y="65796"/>
                </a:lnTo>
                <a:lnTo>
                  <a:pt x="248694" y="59216"/>
                </a:lnTo>
                <a:lnTo>
                  <a:pt x="222247" y="52637"/>
                </a:lnTo>
                <a:lnTo>
                  <a:pt x="190832" y="46057"/>
                </a:lnTo>
                <a:lnTo>
                  <a:pt x="155578" y="39477"/>
                </a:lnTo>
                <a:lnTo>
                  <a:pt x="118393" y="32898"/>
                </a:lnTo>
                <a:lnTo>
                  <a:pt x="81857" y="26318"/>
                </a:lnTo>
                <a:lnTo>
                  <a:pt x="48969" y="19739"/>
                </a:lnTo>
                <a:lnTo>
                  <a:pt x="22761" y="13159"/>
                </a:lnTo>
                <a:lnTo>
                  <a:pt x="5847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249" y="6580"/>
                </a:lnTo>
                <a:lnTo>
                  <a:pt x="652336" y="13159"/>
                </a:lnTo>
                <a:lnTo>
                  <a:pt x="626127" y="19739"/>
                </a:lnTo>
                <a:lnTo>
                  <a:pt x="593239" y="26318"/>
                </a:lnTo>
                <a:lnTo>
                  <a:pt x="556703" y="32898"/>
                </a:lnTo>
                <a:lnTo>
                  <a:pt x="519518" y="39477"/>
                </a:lnTo>
                <a:lnTo>
                  <a:pt x="484265" y="46057"/>
                </a:lnTo>
                <a:lnTo>
                  <a:pt x="452849" y="52637"/>
                </a:lnTo>
                <a:lnTo>
                  <a:pt x="426403" y="59216"/>
                </a:lnTo>
                <a:lnTo>
                  <a:pt x="405319" y="65796"/>
                </a:lnTo>
                <a:lnTo>
                  <a:pt x="389394" y="72375"/>
                </a:lnTo>
                <a:lnTo>
                  <a:pt x="378015" y="78955"/>
                </a:lnTo>
                <a:lnTo>
                  <a:pt x="370352" y="85535"/>
                </a:lnTo>
                <a:lnTo>
                  <a:pt x="365518" y="92114"/>
                </a:lnTo>
                <a:lnTo>
                  <a:pt x="362686" y="98694"/>
                </a:lnTo>
                <a:lnTo>
                  <a:pt x="361158" y="105273"/>
                </a:lnTo>
                <a:lnTo>
                  <a:pt x="360394" y="111853"/>
                </a:lnTo>
                <a:lnTo>
                  <a:pt x="360014" y="118432"/>
                </a:lnTo>
                <a:lnTo>
                  <a:pt x="359781" y="125012"/>
                </a:lnTo>
                <a:lnTo>
                  <a:pt x="359575" y="131592"/>
                </a:lnTo>
                <a:lnTo>
                  <a:pt x="359358" y="138171"/>
                </a:lnTo>
                <a:lnTo>
                  <a:pt x="359148" y="144751"/>
                </a:lnTo>
                <a:lnTo>
                  <a:pt x="358989" y="151330"/>
                </a:lnTo>
                <a:lnTo>
                  <a:pt x="358925" y="157910"/>
                </a:lnTo>
                <a:lnTo>
                  <a:pt x="358988" y="164489"/>
                </a:lnTo>
                <a:lnTo>
                  <a:pt x="359191" y="171069"/>
                </a:lnTo>
                <a:lnTo>
                  <a:pt x="359527" y="177649"/>
                </a:lnTo>
                <a:lnTo>
                  <a:pt x="359982" y="184228"/>
                </a:lnTo>
                <a:lnTo>
                  <a:pt x="360545" y="190808"/>
                </a:lnTo>
                <a:lnTo>
                  <a:pt x="361220" y="197387"/>
                </a:lnTo>
                <a:lnTo>
                  <a:pt x="362034" y="203967"/>
                </a:lnTo>
                <a:lnTo>
                  <a:pt x="363040" y="210546"/>
                </a:lnTo>
                <a:lnTo>
                  <a:pt x="364301" y="217126"/>
                </a:lnTo>
                <a:lnTo>
                  <a:pt x="365882" y="223706"/>
                </a:lnTo>
                <a:lnTo>
                  <a:pt x="367818" y="230285"/>
                </a:lnTo>
                <a:lnTo>
                  <a:pt x="370100" y="236865"/>
                </a:lnTo>
                <a:lnTo>
                  <a:pt x="372651" y="243444"/>
                </a:lnTo>
                <a:lnTo>
                  <a:pt x="375329" y="250024"/>
                </a:lnTo>
                <a:lnTo>
                  <a:pt x="377933" y="256604"/>
                </a:lnTo>
                <a:lnTo>
                  <a:pt x="380229" y="263183"/>
                </a:lnTo>
                <a:lnTo>
                  <a:pt x="381985" y="269763"/>
                </a:lnTo>
                <a:lnTo>
                  <a:pt x="383013" y="276342"/>
                </a:lnTo>
                <a:lnTo>
                  <a:pt x="383202" y="282922"/>
                </a:lnTo>
                <a:lnTo>
                  <a:pt x="382535" y="289501"/>
                </a:lnTo>
                <a:lnTo>
                  <a:pt x="381097" y="296081"/>
                </a:lnTo>
                <a:lnTo>
                  <a:pt x="379054" y="302661"/>
                </a:lnTo>
                <a:lnTo>
                  <a:pt x="376623" y="309240"/>
                </a:lnTo>
                <a:lnTo>
                  <a:pt x="374036" y="315820"/>
                </a:lnTo>
                <a:lnTo>
                  <a:pt x="371508" y="322399"/>
                </a:lnTo>
                <a:lnTo>
                  <a:pt x="369218" y="328979"/>
                </a:lnTo>
                <a:lnTo>
                  <a:pt x="367299" y="335558"/>
                </a:lnTo>
                <a:lnTo>
                  <a:pt x="365845" y="342138"/>
                </a:lnTo>
                <a:lnTo>
                  <a:pt x="364929" y="348718"/>
                </a:lnTo>
                <a:lnTo>
                  <a:pt x="364616" y="355297"/>
                </a:lnTo>
                <a:lnTo>
                  <a:pt x="364961" y="361877"/>
                </a:lnTo>
                <a:lnTo>
                  <a:pt x="366009" y="368456"/>
                </a:lnTo>
                <a:lnTo>
                  <a:pt x="367767" y="375036"/>
                </a:lnTo>
                <a:lnTo>
                  <a:pt x="370185" y="381616"/>
                </a:lnTo>
                <a:lnTo>
                  <a:pt x="373125" y="388195"/>
                </a:lnTo>
                <a:lnTo>
                  <a:pt x="376359" y="394775"/>
                </a:lnTo>
                <a:lnTo>
                  <a:pt x="379572" y="401354"/>
                </a:lnTo>
                <a:lnTo>
                  <a:pt x="382404" y="407934"/>
                </a:lnTo>
                <a:lnTo>
                  <a:pt x="384495" y="414513"/>
                </a:lnTo>
                <a:lnTo>
                  <a:pt x="385551" y="421093"/>
                </a:lnTo>
                <a:lnTo>
                  <a:pt x="385393" y="427673"/>
                </a:lnTo>
                <a:lnTo>
                  <a:pt x="383994" y="434252"/>
                </a:lnTo>
                <a:lnTo>
                  <a:pt x="381485" y="440832"/>
                </a:lnTo>
                <a:lnTo>
                  <a:pt x="378130" y="447411"/>
                </a:lnTo>
                <a:lnTo>
                  <a:pt x="374284" y="453991"/>
                </a:lnTo>
                <a:lnTo>
                  <a:pt x="370331" y="460570"/>
                </a:lnTo>
                <a:lnTo>
                  <a:pt x="366632" y="467150"/>
                </a:lnTo>
                <a:lnTo>
                  <a:pt x="363480" y="473730"/>
                </a:lnTo>
                <a:lnTo>
                  <a:pt x="361073" y="480309"/>
                </a:lnTo>
                <a:lnTo>
                  <a:pt x="359513" y="486889"/>
                </a:lnTo>
                <a:lnTo>
                  <a:pt x="358811" y="493468"/>
                </a:lnTo>
                <a:lnTo>
                  <a:pt x="358911" y="500048"/>
                </a:lnTo>
                <a:lnTo>
                  <a:pt x="359707" y="506627"/>
                </a:lnTo>
                <a:lnTo>
                  <a:pt x="361061" y="513207"/>
                </a:lnTo>
                <a:lnTo>
                  <a:pt x="362813" y="519787"/>
                </a:lnTo>
                <a:lnTo>
                  <a:pt x="364787" y="526366"/>
                </a:lnTo>
                <a:lnTo>
                  <a:pt x="366798" y="532946"/>
                </a:lnTo>
                <a:lnTo>
                  <a:pt x="368660" y="539525"/>
                </a:lnTo>
                <a:lnTo>
                  <a:pt x="370197" y="546105"/>
                </a:lnTo>
                <a:lnTo>
                  <a:pt x="371261" y="552685"/>
                </a:lnTo>
                <a:lnTo>
                  <a:pt x="371751" y="559264"/>
                </a:lnTo>
                <a:lnTo>
                  <a:pt x="371625" y="565844"/>
                </a:lnTo>
                <a:lnTo>
                  <a:pt x="370913" y="572423"/>
                </a:lnTo>
                <a:lnTo>
                  <a:pt x="369707" y="579003"/>
                </a:lnTo>
                <a:lnTo>
                  <a:pt x="368147" y="585582"/>
                </a:lnTo>
                <a:lnTo>
                  <a:pt x="366397" y="592162"/>
                </a:lnTo>
                <a:lnTo>
                  <a:pt x="364613" y="598742"/>
                </a:lnTo>
                <a:lnTo>
                  <a:pt x="362919" y="605321"/>
                </a:lnTo>
                <a:lnTo>
                  <a:pt x="361389" y="611901"/>
                </a:lnTo>
                <a:lnTo>
                  <a:pt x="360042" y="618480"/>
                </a:lnTo>
                <a:lnTo>
                  <a:pt x="358849" y="625060"/>
                </a:lnTo>
                <a:lnTo>
                  <a:pt x="357751" y="631639"/>
                </a:lnTo>
                <a:lnTo>
                  <a:pt x="356677" y="638219"/>
                </a:lnTo>
                <a:lnTo>
                  <a:pt x="355570" y="644799"/>
                </a:lnTo>
                <a:lnTo>
                  <a:pt x="354391" y="651378"/>
                </a:lnTo>
                <a:lnTo>
                  <a:pt x="353134" y="657958"/>
                </a:lnTo>
                <a:lnTo>
                  <a:pt x="351818" y="664537"/>
                </a:lnTo>
                <a:lnTo>
                  <a:pt x="350480" y="671117"/>
                </a:lnTo>
                <a:lnTo>
                  <a:pt x="349165" y="677697"/>
                </a:lnTo>
                <a:lnTo>
                  <a:pt x="347916" y="684276"/>
                </a:lnTo>
                <a:lnTo>
                  <a:pt x="346767" y="690856"/>
                </a:lnTo>
                <a:lnTo>
                  <a:pt x="345741" y="697435"/>
                </a:lnTo>
                <a:lnTo>
                  <a:pt x="344850" y="704015"/>
                </a:lnTo>
                <a:lnTo>
                  <a:pt x="344102" y="710594"/>
                </a:lnTo>
                <a:lnTo>
                  <a:pt x="343503" y="717174"/>
                </a:lnTo>
                <a:lnTo>
                  <a:pt x="343066" y="723754"/>
                </a:lnTo>
                <a:lnTo>
                  <a:pt x="342817" y="730333"/>
                </a:lnTo>
                <a:lnTo>
                  <a:pt x="342804" y="736913"/>
                </a:lnTo>
                <a:lnTo>
                  <a:pt x="343112" y="743492"/>
                </a:lnTo>
                <a:lnTo>
                  <a:pt x="343871" y="750072"/>
                </a:lnTo>
                <a:lnTo>
                  <a:pt x="345273" y="756651"/>
                </a:lnTo>
                <a:lnTo>
                  <a:pt x="347577" y="763231"/>
                </a:lnTo>
                <a:lnTo>
                  <a:pt x="351103" y="769811"/>
                </a:lnTo>
                <a:lnTo>
                  <a:pt x="356207" y="776390"/>
                </a:lnTo>
                <a:lnTo>
                  <a:pt x="363236" y="782970"/>
                </a:lnTo>
                <a:lnTo>
                  <a:pt x="372456" y="789549"/>
                </a:lnTo>
                <a:lnTo>
                  <a:pt x="383964" y="796129"/>
                </a:lnTo>
                <a:lnTo>
                  <a:pt x="397604" y="802708"/>
                </a:lnTo>
                <a:lnTo>
                  <a:pt x="412902" y="809288"/>
                </a:lnTo>
                <a:lnTo>
                  <a:pt x="429040" y="815868"/>
                </a:lnTo>
                <a:lnTo>
                  <a:pt x="444904" y="822447"/>
                </a:lnTo>
                <a:lnTo>
                  <a:pt x="459193" y="829027"/>
                </a:lnTo>
                <a:lnTo>
                  <a:pt x="470584" y="835606"/>
                </a:lnTo>
                <a:lnTo>
                  <a:pt x="477939" y="842186"/>
                </a:lnTo>
                <a:lnTo>
                  <a:pt x="480482" y="848766"/>
                </a:lnTo>
                <a:lnTo>
                  <a:pt x="480482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2423" name="F2_precision_recall_distributions_5237">
            <a:extLst>
              <a:ext uri="{FF2B5EF4-FFF2-40B4-BE49-F238E27FC236}">
                <a16:creationId xmlns:a16="http://schemas.microsoft.com/office/drawing/2014/main" id="{7EB35BEF-AE48-45F1-B9BB-5E694D3DBD5E}"/>
              </a:ext>
            </a:extLst>
          </p:cNvPr>
          <p:cNvSpPr>
            <a:spLocks noGrp="1"/>
          </p:cNvSpPr>
          <p:nvPr/>
        </p:nvSpPr>
        <p:spPr>
          <a:xfrm>
            <a:off x="298132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4" name="F2_precision_recall_distributions_5238">
            <a:extLst>
              <a:ext uri="{FF2B5EF4-FFF2-40B4-BE49-F238E27FC236}">
                <a16:creationId xmlns:a16="http://schemas.microsoft.com/office/drawing/2014/main" id="{A3AA0CD4-8691-4B43-9770-6FFA3F01114F}"/>
              </a:ext>
            </a:extLst>
          </p:cNvPr>
          <p:cNvSpPr>
            <a:spLocks noGrp="1"/>
          </p:cNvSpPr>
          <p:nvPr/>
        </p:nvSpPr>
        <p:spPr>
          <a:xfrm>
            <a:off x="2875276" y="43511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5" name="F2_precision_recall_distributions_5239">
            <a:extLst>
              <a:ext uri="{FF2B5EF4-FFF2-40B4-BE49-F238E27FC236}">
                <a16:creationId xmlns:a16="http://schemas.microsoft.com/office/drawing/2014/main" id="{E2E0FE58-AD33-4E92-8B2D-D08AB1A58925}"/>
              </a:ext>
            </a:extLst>
          </p:cNvPr>
          <p:cNvSpPr>
            <a:spLocks noGrp="1"/>
          </p:cNvSpPr>
          <p:nvPr/>
        </p:nvSpPr>
        <p:spPr>
          <a:xfrm>
            <a:off x="297450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6" name="F2_precision_recall_distributions_5240">
            <a:extLst>
              <a:ext uri="{FF2B5EF4-FFF2-40B4-BE49-F238E27FC236}">
                <a16:creationId xmlns:a16="http://schemas.microsoft.com/office/drawing/2014/main" id="{25F81B8E-D656-43C5-913B-89E685CCD262}"/>
              </a:ext>
            </a:extLst>
          </p:cNvPr>
          <p:cNvSpPr>
            <a:spLocks noGrp="1"/>
          </p:cNvSpPr>
          <p:nvPr/>
        </p:nvSpPr>
        <p:spPr>
          <a:xfrm>
            <a:off x="2901589" y="49937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7" name="F2_precision_recall_distributions_5241">
            <a:extLst>
              <a:ext uri="{FF2B5EF4-FFF2-40B4-BE49-F238E27FC236}">
                <a16:creationId xmlns:a16="http://schemas.microsoft.com/office/drawing/2014/main" id="{5F31BD75-08DA-41AE-BD13-EF967BD719E3}"/>
              </a:ext>
            </a:extLst>
          </p:cNvPr>
          <p:cNvSpPr>
            <a:spLocks noGrp="1"/>
          </p:cNvSpPr>
          <p:nvPr/>
        </p:nvSpPr>
        <p:spPr>
          <a:xfrm>
            <a:off x="2898563" y="44117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8" name="F2_precision_recall_distributions_5242">
            <a:extLst>
              <a:ext uri="{FF2B5EF4-FFF2-40B4-BE49-F238E27FC236}">
                <a16:creationId xmlns:a16="http://schemas.microsoft.com/office/drawing/2014/main" id="{B7F0E526-B044-4326-A137-14D469A073F2}"/>
              </a:ext>
            </a:extLst>
          </p:cNvPr>
          <p:cNvSpPr>
            <a:spLocks noGrp="1"/>
          </p:cNvSpPr>
          <p:nvPr/>
        </p:nvSpPr>
        <p:spPr>
          <a:xfrm>
            <a:off x="317013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9" name="F2_precision_recall_distributions_5243">
            <a:extLst>
              <a:ext uri="{FF2B5EF4-FFF2-40B4-BE49-F238E27FC236}">
                <a16:creationId xmlns:a16="http://schemas.microsoft.com/office/drawing/2014/main" id="{830C6639-5E0B-49F7-AE0A-E49869D64996}"/>
              </a:ext>
            </a:extLst>
          </p:cNvPr>
          <p:cNvSpPr>
            <a:spLocks noGrp="1"/>
          </p:cNvSpPr>
          <p:nvPr/>
        </p:nvSpPr>
        <p:spPr>
          <a:xfrm>
            <a:off x="29381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0" name="F2_precision_recall_distributions_5244">
            <a:extLst>
              <a:ext uri="{FF2B5EF4-FFF2-40B4-BE49-F238E27FC236}">
                <a16:creationId xmlns:a16="http://schemas.microsoft.com/office/drawing/2014/main" id="{F233F437-ADA2-406F-9A89-B9E57F7F62FC}"/>
              </a:ext>
            </a:extLst>
          </p:cNvPr>
          <p:cNvSpPr>
            <a:spLocks noGrp="1"/>
          </p:cNvSpPr>
          <p:nvPr/>
        </p:nvSpPr>
        <p:spPr>
          <a:xfrm>
            <a:off x="302489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1" name="F2_precision_recall_distributions_5245">
            <a:extLst>
              <a:ext uri="{FF2B5EF4-FFF2-40B4-BE49-F238E27FC236}">
                <a16:creationId xmlns:a16="http://schemas.microsoft.com/office/drawing/2014/main" id="{2769A356-0D8C-4B52-809A-DEE619BE5E22}"/>
              </a:ext>
            </a:extLst>
          </p:cNvPr>
          <p:cNvSpPr>
            <a:spLocks noGrp="1"/>
          </p:cNvSpPr>
          <p:nvPr/>
        </p:nvSpPr>
        <p:spPr>
          <a:xfrm>
            <a:off x="309045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2" name="F2_precision_recall_distributions_5246">
            <a:extLst>
              <a:ext uri="{FF2B5EF4-FFF2-40B4-BE49-F238E27FC236}">
                <a16:creationId xmlns:a16="http://schemas.microsoft.com/office/drawing/2014/main" id="{8014B8BF-FA3B-41C9-8E3C-A9F06B467B55}"/>
              </a:ext>
            </a:extLst>
          </p:cNvPr>
          <p:cNvSpPr>
            <a:spLocks noGrp="1"/>
          </p:cNvSpPr>
          <p:nvPr/>
        </p:nvSpPr>
        <p:spPr>
          <a:xfrm>
            <a:off x="311955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3" name="F2_precision_recall_distributions_5247">
            <a:extLst>
              <a:ext uri="{FF2B5EF4-FFF2-40B4-BE49-F238E27FC236}">
                <a16:creationId xmlns:a16="http://schemas.microsoft.com/office/drawing/2014/main" id="{7D4C4955-2E51-4DFA-B7B6-D6082BB05E09}"/>
              </a:ext>
            </a:extLst>
          </p:cNvPr>
          <p:cNvSpPr>
            <a:spLocks noGrp="1"/>
          </p:cNvSpPr>
          <p:nvPr/>
        </p:nvSpPr>
        <p:spPr>
          <a:xfrm>
            <a:off x="3011087" y="45866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4" name="F2_precision_recall_distributions_5248">
            <a:extLst>
              <a:ext uri="{FF2B5EF4-FFF2-40B4-BE49-F238E27FC236}">
                <a16:creationId xmlns:a16="http://schemas.microsoft.com/office/drawing/2014/main" id="{16E93488-312B-4ECF-8B09-4FFF39668C76}"/>
              </a:ext>
            </a:extLst>
          </p:cNvPr>
          <p:cNvSpPr>
            <a:spLocks noGrp="1"/>
          </p:cNvSpPr>
          <p:nvPr/>
        </p:nvSpPr>
        <p:spPr>
          <a:xfrm>
            <a:off x="318458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5" name="F2_precision_recall_distributions_5249">
            <a:extLst>
              <a:ext uri="{FF2B5EF4-FFF2-40B4-BE49-F238E27FC236}">
                <a16:creationId xmlns:a16="http://schemas.microsoft.com/office/drawing/2014/main" id="{077E2FA9-49B6-41F3-8B53-F1DA62C0BD8E}"/>
              </a:ext>
            </a:extLst>
          </p:cNvPr>
          <p:cNvSpPr>
            <a:spLocks noGrp="1"/>
          </p:cNvSpPr>
          <p:nvPr/>
        </p:nvSpPr>
        <p:spPr>
          <a:xfrm>
            <a:off x="3070338" y="47250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6" name="F2_precision_recall_distributions_5250">
            <a:extLst>
              <a:ext uri="{FF2B5EF4-FFF2-40B4-BE49-F238E27FC236}">
                <a16:creationId xmlns:a16="http://schemas.microsoft.com/office/drawing/2014/main" id="{84519AB8-719E-4D61-9C78-FAB8E9E058B9}"/>
              </a:ext>
            </a:extLst>
          </p:cNvPr>
          <p:cNvSpPr>
            <a:spLocks noGrp="1"/>
          </p:cNvSpPr>
          <p:nvPr/>
        </p:nvSpPr>
        <p:spPr>
          <a:xfrm>
            <a:off x="287275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7" name="F2_precision_recall_distributions_5251">
            <a:extLst>
              <a:ext uri="{FF2B5EF4-FFF2-40B4-BE49-F238E27FC236}">
                <a16:creationId xmlns:a16="http://schemas.microsoft.com/office/drawing/2014/main" id="{7F6ABA69-5FA7-4C25-91CD-2E19A5EB2791}"/>
              </a:ext>
            </a:extLst>
          </p:cNvPr>
          <p:cNvSpPr>
            <a:spLocks noGrp="1"/>
          </p:cNvSpPr>
          <p:nvPr/>
        </p:nvSpPr>
        <p:spPr>
          <a:xfrm>
            <a:off x="293380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8" name="F2_precision_recall_distributions_5252">
            <a:extLst>
              <a:ext uri="{FF2B5EF4-FFF2-40B4-BE49-F238E27FC236}">
                <a16:creationId xmlns:a16="http://schemas.microsoft.com/office/drawing/2014/main" id="{1433059C-1D0E-4458-9CB8-F2DB628B8907}"/>
              </a:ext>
            </a:extLst>
          </p:cNvPr>
          <p:cNvSpPr>
            <a:spLocks noGrp="1"/>
          </p:cNvSpPr>
          <p:nvPr/>
        </p:nvSpPr>
        <p:spPr>
          <a:xfrm>
            <a:off x="289068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9" name="F2_precision_recall_distributions_5253">
            <a:extLst>
              <a:ext uri="{FF2B5EF4-FFF2-40B4-BE49-F238E27FC236}">
                <a16:creationId xmlns:a16="http://schemas.microsoft.com/office/drawing/2014/main" id="{B6F6E82E-9204-4755-BA97-C0507A2D2421}"/>
              </a:ext>
            </a:extLst>
          </p:cNvPr>
          <p:cNvSpPr>
            <a:spLocks noGrp="1"/>
          </p:cNvSpPr>
          <p:nvPr/>
        </p:nvSpPr>
        <p:spPr>
          <a:xfrm>
            <a:off x="28679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0" name="F2_precision_recall_distributions_5254">
            <a:extLst>
              <a:ext uri="{FF2B5EF4-FFF2-40B4-BE49-F238E27FC236}">
                <a16:creationId xmlns:a16="http://schemas.microsoft.com/office/drawing/2014/main" id="{D2EDC199-367A-4988-9154-5EAD6FCC5651}"/>
              </a:ext>
            </a:extLst>
          </p:cNvPr>
          <p:cNvSpPr>
            <a:spLocks noGrp="1"/>
          </p:cNvSpPr>
          <p:nvPr/>
        </p:nvSpPr>
        <p:spPr>
          <a:xfrm>
            <a:off x="307784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1" name="F2_precision_recall_distributions_5255">
            <a:extLst>
              <a:ext uri="{FF2B5EF4-FFF2-40B4-BE49-F238E27FC236}">
                <a16:creationId xmlns:a16="http://schemas.microsoft.com/office/drawing/2014/main" id="{0E8BF06C-CD86-4FF4-919F-A564F3395D11}"/>
              </a:ext>
            </a:extLst>
          </p:cNvPr>
          <p:cNvSpPr>
            <a:spLocks noGrp="1"/>
          </p:cNvSpPr>
          <p:nvPr/>
        </p:nvSpPr>
        <p:spPr>
          <a:xfrm>
            <a:off x="2905152" y="44951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2" name="F2_precision_recall_distributions_5256">
            <a:extLst>
              <a:ext uri="{FF2B5EF4-FFF2-40B4-BE49-F238E27FC236}">
                <a16:creationId xmlns:a16="http://schemas.microsoft.com/office/drawing/2014/main" id="{D3296A99-D0DA-417C-A4BF-B5DCB834C3DD}"/>
              </a:ext>
            </a:extLst>
          </p:cNvPr>
          <p:cNvSpPr>
            <a:spLocks noGrp="1"/>
          </p:cNvSpPr>
          <p:nvPr/>
        </p:nvSpPr>
        <p:spPr>
          <a:xfrm>
            <a:off x="289174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3" name="F2_precision_recall_distributions_5257">
            <a:extLst>
              <a:ext uri="{FF2B5EF4-FFF2-40B4-BE49-F238E27FC236}">
                <a16:creationId xmlns:a16="http://schemas.microsoft.com/office/drawing/2014/main" id="{72550701-6F70-48EF-A0AC-4E85495104EC}"/>
              </a:ext>
            </a:extLst>
          </p:cNvPr>
          <p:cNvSpPr>
            <a:spLocks noGrp="1"/>
          </p:cNvSpPr>
          <p:nvPr/>
        </p:nvSpPr>
        <p:spPr>
          <a:xfrm>
            <a:off x="309377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4" name="F2_precision_recall_distributions_5258">
            <a:extLst>
              <a:ext uri="{FF2B5EF4-FFF2-40B4-BE49-F238E27FC236}">
                <a16:creationId xmlns:a16="http://schemas.microsoft.com/office/drawing/2014/main" id="{C95AFB50-5FF7-4E68-9BF0-876779007BC5}"/>
              </a:ext>
            </a:extLst>
          </p:cNvPr>
          <p:cNvSpPr>
            <a:spLocks noGrp="1"/>
          </p:cNvSpPr>
          <p:nvPr/>
        </p:nvSpPr>
        <p:spPr>
          <a:xfrm>
            <a:off x="3132543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5" name="F2_precision_recall_distributions_5259">
            <a:extLst>
              <a:ext uri="{FF2B5EF4-FFF2-40B4-BE49-F238E27FC236}">
                <a16:creationId xmlns:a16="http://schemas.microsoft.com/office/drawing/2014/main" id="{6C5F37FD-8AC2-4B74-AFAE-DFBC5888AD52}"/>
              </a:ext>
            </a:extLst>
          </p:cNvPr>
          <p:cNvSpPr>
            <a:spLocks noGrp="1"/>
          </p:cNvSpPr>
          <p:nvPr/>
        </p:nvSpPr>
        <p:spPr>
          <a:xfrm>
            <a:off x="316617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6" name="F2_precision_recall_distributions_5260">
            <a:extLst>
              <a:ext uri="{FF2B5EF4-FFF2-40B4-BE49-F238E27FC236}">
                <a16:creationId xmlns:a16="http://schemas.microsoft.com/office/drawing/2014/main" id="{B9FBE46F-D005-44DD-B5FA-A9C8A3B8E86D}"/>
              </a:ext>
            </a:extLst>
          </p:cNvPr>
          <p:cNvSpPr>
            <a:spLocks noGrp="1"/>
          </p:cNvSpPr>
          <p:nvPr/>
        </p:nvSpPr>
        <p:spPr>
          <a:xfrm>
            <a:off x="292334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7" name="F2_precision_recall_distributions_5261">
            <a:extLst>
              <a:ext uri="{FF2B5EF4-FFF2-40B4-BE49-F238E27FC236}">
                <a16:creationId xmlns:a16="http://schemas.microsoft.com/office/drawing/2014/main" id="{6B358697-51B0-4B45-8E07-4004BC1CF1F6}"/>
              </a:ext>
            </a:extLst>
          </p:cNvPr>
          <p:cNvSpPr>
            <a:spLocks noGrp="1"/>
          </p:cNvSpPr>
          <p:nvPr/>
        </p:nvSpPr>
        <p:spPr>
          <a:xfrm>
            <a:off x="3008042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8" name="F2_precision_recall_distributions_5262">
            <a:extLst>
              <a:ext uri="{FF2B5EF4-FFF2-40B4-BE49-F238E27FC236}">
                <a16:creationId xmlns:a16="http://schemas.microsoft.com/office/drawing/2014/main" id="{7B32ADD0-8B9A-4657-A548-9768BAF7F94C}"/>
              </a:ext>
            </a:extLst>
          </p:cNvPr>
          <p:cNvSpPr>
            <a:spLocks noGrp="1"/>
          </p:cNvSpPr>
          <p:nvPr/>
        </p:nvSpPr>
        <p:spPr>
          <a:xfrm>
            <a:off x="301457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9" name="F2_precision_recall_distributions_5263">
            <a:extLst>
              <a:ext uri="{FF2B5EF4-FFF2-40B4-BE49-F238E27FC236}">
                <a16:creationId xmlns:a16="http://schemas.microsoft.com/office/drawing/2014/main" id="{3F7FA9F0-13C7-4D7B-A1DC-88ADB94BCF05}"/>
              </a:ext>
            </a:extLst>
          </p:cNvPr>
          <p:cNvSpPr>
            <a:spLocks noGrp="1"/>
          </p:cNvSpPr>
          <p:nvPr/>
        </p:nvSpPr>
        <p:spPr>
          <a:xfrm>
            <a:off x="3036342" y="47603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0" name="F2_precision_recall_distributions_5264">
            <a:extLst>
              <a:ext uri="{FF2B5EF4-FFF2-40B4-BE49-F238E27FC236}">
                <a16:creationId xmlns:a16="http://schemas.microsoft.com/office/drawing/2014/main" id="{318ADA39-5FA8-4D46-B60C-0F920CBB9E04}"/>
              </a:ext>
            </a:extLst>
          </p:cNvPr>
          <p:cNvSpPr>
            <a:spLocks noGrp="1"/>
          </p:cNvSpPr>
          <p:nvPr/>
        </p:nvSpPr>
        <p:spPr>
          <a:xfrm>
            <a:off x="3073605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1" name="F2_precision_recall_distributions_5265">
            <a:extLst>
              <a:ext uri="{FF2B5EF4-FFF2-40B4-BE49-F238E27FC236}">
                <a16:creationId xmlns:a16="http://schemas.microsoft.com/office/drawing/2014/main" id="{E642EC53-188F-4F5F-B612-83EB5E46286C}"/>
              </a:ext>
            </a:extLst>
          </p:cNvPr>
          <p:cNvSpPr>
            <a:spLocks noGrp="1"/>
          </p:cNvSpPr>
          <p:nvPr/>
        </p:nvSpPr>
        <p:spPr>
          <a:xfrm>
            <a:off x="308457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2" name="F2_precision_recall_distributions_5266">
            <a:extLst>
              <a:ext uri="{FF2B5EF4-FFF2-40B4-BE49-F238E27FC236}">
                <a16:creationId xmlns:a16="http://schemas.microsoft.com/office/drawing/2014/main" id="{6B7EA29F-40B4-40E7-86BE-2C9305C51781}"/>
              </a:ext>
            </a:extLst>
          </p:cNvPr>
          <p:cNvSpPr>
            <a:spLocks noGrp="1"/>
          </p:cNvSpPr>
          <p:nvPr/>
        </p:nvSpPr>
        <p:spPr>
          <a:xfrm>
            <a:off x="292278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3" name="F2_precision_recall_distributions_5267">
            <a:extLst>
              <a:ext uri="{FF2B5EF4-FFF2-40B4-BE49-F238E27FC236}">
                <a16:creationId xmlns:a16="http://schemas.microsoft.com/office/drawing/2014/main" id="{78941DC6-1121-4475-B4BC-7AE126CCA967}"/>
              </a:ext>
            </a:extLst>
          </p:cNvPr>
          <p:cNvSpPr>
            <a:spLocks noGrp="1"/>
          </p:cNvSpPr>
          <p:nvPr/>
        </p:nvSpPr>
        <p:spPr>
          <a:xfrm>
            <a:off x="306399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4" name="F2_precision_recall_distributions_5268">
            <a:extLst>
              <a:ext uri="{FF2B5EF4-FFF2-40B4-BE49-F238E27FC236}">
                <a16:creationId xmlns:a16="http://schemas.microsoft.com/office/drawing/2014/main" id="{59D2B157-7EB9-4708-8138-CBDC5FF61A49}"/>
              </a:ext>
            </a:extLst>
          </p:cNvPr>
          <p:cNvSpPr>
            <a:spLocks noGrp="1"/>
          </p:cNvSpPr>
          <p:nvPr/>
        </p:nvSpPr>
        <p:spPr>
          <a:xfrm>
            <a:off x="2931712" y="45936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5" name="F2_precision_recall_distributions_5269">
            <a:extLst>
              <a:ext uri="{FF2B5EF4-FFF2-40B4-BE49-F238E27FC236}">
                <a16:creationId xmlns:a16="http://schemas.microsoft.com/office/drawing/2014/main" id="{6249608A-BD05-410B-B225-CA68F6BFBA91}"/>
              </a:ext>
            </a:extLst>
          </p:cNvPr>
          <p:cNvSpPr>
            <a:spLocks noGrp="1"/>
          </p:cNvSpPr>
          <p:nvPr/>
        </p:nvSpPr>
        <p:spPr>
          <a:xfrm>
            <a:off x="296627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6" name="F2_precision_recall_distributions_5270">
            <a:extLst>
              <a:ext uri="{FF2B5EF4-FFF2-40B4-BE49-F238E27FC236}">
                <a16:creationId xmlns:a16="http://schemas.microsoft.com/office/drawing/2014/main" id="{26C0709E-08C6-47C2-B8D6-709C2FB2B71C}"/>
              </a:ext>
            </a:extLst>
          </p:cNvPr>
          <p:cNvSpPr>
            <a:spLocks noGrp="1"/>
          </p:cNvSpPr>
          <p:nvPr/>
        </p:nvSpPr>
        <p:spPr>
          <a:xfrm>
            <a:off x="3049779" y="49372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7" name="F2_precision_recall_distributions_5271">
            <a:extLst>
              <a:ext uri="{FF2B5EF4-FFF2-40B4-BE49-F238E27FC236}">
                <a16:creationId xmlns:a16="http://schemas.microsoft.com/office/drawing/2014/main" id="{D562DA66-88B6-4C25-B420-1E64FE165557}"/>
              </a:ext>
            </a:extLst>
          </p:cNvPr>
          <p:cNvSpPr>
            <a:spLocks noGrp="1"/>
          </p:cNvSpPr>
          <p:nvPr/>
        </p:nvSpPr>
        <p:spPr>
          <a:xfrm>
            <a:off x="295837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8" name="F2_precision_recall_distributions_5272">
            <a:extLst>
              <a:ext uri="{FF2B5EF4-FFF2-40B4-BE49-F238E27FC236}">
                <a16:creationId xmlns:a16="http://schemas.microsoft.com/office/drawing/2014/main" id="{2C8EDF4B-F5E5-4EEA-A96B-9138C5A6A267}"/>
              </a:ext>
            </a:extLst>
          </p:cNvPr>
          <p:cNvSpPr>
            <a:spLocks noGrp="1"/>
          </p:cNvSpPr>
          <p:nvPr/>
        </p:nvSpPr>
        <p:spPr>
          <a:xfrm>
            <a:off x="305683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9" name="F2_precision_recall_distributions_5273">
            <a:extLst>
              <a:ext uri="{FF2B5EF4-FFF2-40B4-BE49-F238E27FC236}">
                <a16:creationId xmlns:a16="http://schemas.microsoft.com/office/drawing/2014/main" id="{AE4A00C8-7C24-464A-B260-26F6CEEE991D}"/>
              </a:ext>
            </a:extLst>
          </p:cNvPr>
          <p:cNvSpPr>
            <a:spLocks noGrp="1"/>
          </p:cNvSpPr>
          <p:nvPr/>
        </p:nvSpPr>
        <p:spPr>
          <a:xfrm>
            <a:off x="298722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0" name="F2_precision_recall_distributions_5274">
            <a:extLst>
              <a:ext uri="{FF2B5EF4-FFF2-40B4-BE49-F238E27FC236}">
                <a16:creationId xmlns:a16="http://schemas.microsoft.com/office/drawing/2014/main" id="{3234F2DB-B606-4D1D-9C6C-807E0429D7A3}"/>
              </a:ext>
            </a:extLst>
          </p:cNvPr>
          <p:cNvSpPr>
            <a:spLocks noGrp="1"/>
          </p:cNvSpPr>
          <p:nvPr/>
        </p:nvSpPr>
        <p:spPr>
          <a:xfrm>
            <a:off x="302307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1" name="F2_precision_recall_distributions_5275">
            <a:extLst>
              <a:ext uri="{FF2B5EF4-FFF2-40B4-BE49-F238E27FC236}">
                <a16:creationId xmlns:a16="http://schemas.microsoft.com/office/drawing/2014/main" id="{752EC928-F335-4265-A676-E7FCF8A90C39}"/>
              </a:ext>
            </a:extLst>
          </p:cNvPr>
          <p:cNvSpPr>
            <a:spLocks noGrp="1"/>
          </p:cNvSpPr>
          <p:nvPr/>
        </p:nvSpPr>
        <p:spPr>
          <a:xfrm>
            <a:off x="30395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2" name="F2_precision_recall_distributions_5276">
            <a:extLst>
              <a:ext uri="{FF2B5EF4-FFF2-40B4-BE49-F238E27FC236}">
                <a16:creationId xmlns:a16="http://schemas.microsoft.com/office/drawing/2014/main" id="{A7109688-4D25-466A-9079-30D7BFE2EA4B}"/>
              </a:ext>
            </a:extLst>
          </p:cNvPr>
          <p:cNvSpPr>
            <a:spLocks noGrp="1"/>
          </p:cNvSpPr>
          <p:nvPr/>
        </p:nvSpPr>
        <p:spPr>
          <a:xfrm>
            <a:off x="311317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3" name="F2_precision_recall_distributions_5277">
            <a:extLst>
              <a:ext uri="{FF2B5EF4-FFF2-40B4-BE49-F238E27FC236}">
                <a16:creationId xmlns:a16="http://schemas.microsoft.com/office/drawing/2014/main" id="{5EB1F5BC-AD7C-4554-9CE1-BDED26DC298C}"/>
              </a:ext>
            </a:extLst>
          </p:cNvPr>
          <p:cNvSpPr>
            <a:spLocks noGrp="1"/>
          </p:cNvSpPr>
          <p:nvPr/>
        </p:nvSpPr>
        <p:spPr>
          <a:xfrm>
            <a:off x="303022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4" name="F2_precision_recall_distributions_5278">
            <a:extLst>
              <a:ext uri="{FF2B5EF4-FFF2-40B4-BE49-F238E27FC236}">
                <a16:creationId xmlns:a16="http://schemas.microsoft.com/office/drawing/2014/main" id="{92D31560-821B-4BDC-BFA9-F1985847E501}"/>
              </a:ext>
            </a:extLst>
          </p:cNvPr>
          <p:cNvSpPr>
            <a:spLocks noGrp="1"/>
          </p:cNvSpPr>
          <p:nvPr/>
        </p:nvSpPr>
        <p:spPr>
          <a:xfrm>
            <a:off x="297007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5" name="F2_precision_recall_distributions_5279">
            <a:extLst>
              <a:ext uri="{FF2B5EF4-FFF2-40B4-BE49-F238E27FC236}">
                <a16:creationId xmlns:a16="http://schemas.microsoft.com/office/drawing/2014/main" id="{98DBDC97-109E-4B3D-8457-5597C3B9C18A}"/>
              </a:ext>
            </a:extLst>
          </p:cNvPr>
          <p:cNvSpPr>
            <a:spLocks noGrp="1"/>
          </p:cNvSpPr>
          <p:nvPr/>
        </p:nvSpPr>
        <p:spPr>
          <a:xfrm>
            <a:off x="298433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6" name="F2_precision_recall_distributions_5280">
            <a:extLst>
              <a:ext uri="{FF2B5EF4-FFF2-40B4-BE49-F238E27FC236}">
                <a16:creationId xmlns:a16="http://schemas.microsoft.com/office/drawing/2014/main" id="{D5EF7476-E5D9-43B4-B4C5-917A4C28D548}"/>
              </a:ext>
            </a:extLst>
          </p:cNvPr>
          <p:cNvSpPr>
            <a:spLocks noGrp="1"/>
          </p:cNvSpPr>
          <p:nvPr/>
        </p:nvSpPr>
        <p:spPr>
          <a:xfrm>
            <a:off x="2931604" y="44795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7" name="F2_precision_recall_distributions_5281">
            <a:extLst>
              <a:ext uri="{FF2B5EF4-FFF2-40B4-BE49-F238E27FC236}">
                <a16:creationId xmlns:a16="http://schemas.microsoft.com/office/drawing/2014/main" id="{71EF7A76-FDD6-4AC0-AF44-870E137F9A1F}"/>
              </a:ext>
            </a:extLst>
          </p:cNvPr>
          <p:cNvSpPr>
            <a:spLocks noGrp="1"/>
          </p:cNvSpPr>
          <p:nvPr/>
        </p:nvSpPr>
        <p:spPr>
          <a:xfrm>
            <a:off x="291641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8" name="F2_precision_recall_distributions_5282">
            <a:extLst>
              <a:ext uri="{FF2B5EF4-FFF2-40B4-BE49-F238E27FC236}">
                <a16:creationId xmlns:a16="http://schemas.microsoft.com/office/drawing/2014/main" id="{B93F15F0-64B1-436E-984C-9AF79AB48F9B}"/>
              </a:ext>
            </a:extLst>
          </p:cNvPr>
          <p:cNvSpPr>
            <a:spLocks noGrp="1"/>
          </p:cNvSpPr>
          <p:nvPr/>
        </p:nvSpPr>
        <p:spPr>
          <a:xfrm>
            <a:off x="2852302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9" name="F2_precision_recall_distributions_5283">
            <a:extLst>
              <a:ext uri="{FF2B5EF4-FFF2-40B4-BE49-F238E27FC236}">
                <a16:creationId xmlns:a16="http://schemas.microsoft.com/office/drawing/2014/main" id="{117735E5-0DAC-49D3-9CDB-3512EDF0F7FB}"/>
              </a:ext>
            </a:extLst>
          </p:cNvPr>
          <p:cNvSpPr>
            <a:spLocks noGrp="1"/>
          </p:cNvSpPr>
          <p:nvPr/>
        </p:nvSpPr>
        <p:spPr>
          <a:xfrm>
            <a:off x="3061807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0" name="F2_precision_recall_distributions_5284">
            <a:extLst>
              <a:ext uri="{FF2B5EF4-FFF2-40B4-BE49-F238E27FC236}">
                <a16:creationId xmlns:a16="http://schemas.microsoft.com/office/drawing/2014/main" id="{07F19A34-B29D-41C8-AE75-83D9756A6848}"/>
              </a:ext>
            </a:extLst>
          </p:cNvPr>
          <p:cNvSpPr>
            <a:spLocks noGrp="1"/>
          </p:cNvSpPr>
          <p:nvPr/>
        </p:nvSpPr>
        <p:spPr>
          <a:xfrm>
            <a:off x="3025678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1" name="F2_precision_recall_distributions_5285">
            <a:extLst>
              <a:ext uri="{FF2B5EF4-FFF2-40B4-BE49-F238E27FC236}">
                <a16:creationId xmlns:a16="http://schemas.microsoft.com/office/drawing/2014/main" id="{74416C43-1039-4A27-AABF-A577B25D42AF}"/>
              </a:ext>
            </a:extLst>
          </p:cNvPr>
          <p:cNvSpPr>
            <a:spLocks noGrp="1"/>
          </p:cNvSpPr>
          <p:nvPr/>
        </p:nvSpPr>
        <p:spPr>
          <a:xfrm>
            <a:off x="2957374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2" name="F2_precision_recall_distributions_5286">
            <a:extLst>
              <a:ext uri="{FF2B5EF4-FFF2-40B4-BE49-F238E27FC236}">
                <a16:creationId xmlns:a16="http://schemas.microsoft.com/office/drawing/2014/main" id="{A6665417-ED99-41F4-9687-292107A8E0E1}"/>
              </a:ext>
            </a:extLst>
          </p:cNvPr>
          <p:cNvSpPr>
            <a:spLocks noGrp="1"/>
          </p:cNvSpPr>
          <p:nvPr/>
        </p:nvSpPr>
        <p:spPr>
          <a:xfrm>
            <a:off x="289079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3" name="F2_precision_recall_distributions_5287">
            <a:extLst>
              <a:ext uri="{FF2B5EF4-FFF2-40B4-BE49-F238E27FC236}">
                <a16:creationId xmlns:a16="http://schemas.microsoft.com/office/drawing/2014/main" id="{DBE88946-018E-433C-84E7-9CAAF492838B}"/>
              </a:ext>
            </a:extLst>
          </p:cNvPr>
          <p:cNvSpPr>
            <a:spLocks noGrp="1"/>
          </p:cNvSpPr>
          <p:nvPr/>
        </p:nvSpPr>
        <p:spPr>
          <a:xfrm>
            <a:off x="3095507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4" name="F2_precision_recall_distributions_5288">
            <a:extLst>
              <a:ext uri="{FF2B5EF4-FFF2-40B4-BE49-F238E27FC236}">
                <a16:creationId xmlns:a16="http://schemas.microsoft.com/office/drawing/2014/main" id="{F4A783B6-8C6E-4D2B-974D-CE7EB02D3DD6}"/>
              </a:ext>
            </a:extLst>
          </p:cNvPr>
          <p:cNvSpPr>
            <a:spLocks noGrp="1"/>
          </p:cNvSpPr>
          <p:nvPr/>
        </p:nvSpPr>
        <p:spPr>
          <a:xfrm>
            <a:off x="316781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5" name="F2_precision_recall_distributions_5289">
            <a:extLst>
              <a:ext uri="{FF2B5EF4-FFF2-40B4-BE49-F238E27FC236}">
                <a16:creationId xmlns:a16="http://schemas.microsoft.com/office/drawing/2014/main" id="{097A3F99-D5CD-46ED-B302-E7C9BD1509C8}"/>
              </a:ext>
            </a:extLst>
          </p:cNvPr>
          <p:cNvSpPr>
            <a:spLocks noGrp="1"/>
          </p:cNvSpPr>
          <p:nvPr/>
        </p:nvSpPr>
        <p:spPr>
          <a:xfrm>
            <a:off x="3091160" y="4525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6" name="F2_precision_recall_distributions_5290">
            <a:extLst>
              <a:ext uri="{FF2B5EF4-FFF2-40B4-BE49-F238E27FC236}">
                <a16:creationId xmlns:a16="http://schemas.microsoft.com/office/drawing/2014/main" id="{30905005-6E40-4A26-BCBD-13177B8C1573}"/>
              </a:ext>
            </a:extLst>
          </p:cNvPr>
          <p:cNvSpPr>
            <a:spLocks noGrp="1"/>
          </p:cNvSpPr>
          <p:nvPr/>
        </p:nvSpPr>
        <p:spPr>
          <a:xfrm>
            <a:off x="2916804" y="43266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7" name="F2_precision_recall_distributions_5291">
            <a:extLst>
              <a:ext uri="{FF2B5EF4-FFF2-40B4-BE49-F238E27FC236}">
                <a16:creationId xmlns:a16="http://schemas.microsoft.com/office/drawing/2014/main" id="{CE176EBC-0D46-40D8-A697-6EE5BD3C90DF}"/>
              </a:ext>
            </a:extLst>
          </p:cNvPr>
          <p:cNvSpPr>
            <a:spLocks noGrp="1"/>
          </p:cNvSpPr>
          <p:nvPr/>
        </p:nvSpPr>
        <p:spPr>
          <a:xfrm>
            <a:off x="283295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8" name="F2_precision_recall_distributions_5292">
            <a:extLst>
              <a:ext uri="{FF2B5EF4-FFF2-40B4-BE49-F238E27FC236}">
                <a16:creationId xmlns:a16="http://schemas.microsoft.com/office/drawing/2014/main" id="{0F7DCE90-6FD2-4B1F-91C0-C93231E0DC24}"/>
              </a:ext>
            </a:extLst>
          </p:cNvPr>
          <p:cNvSpPr>
            <a:spLocks noGrp="1"/>
          </p:cNvSpPr>
          <p:nvPr/>
        </p:nvSpPr>
        <p:spPr>
          <a:xfrm>
            <a:off x="2847975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9" name="F2_precision_recall_distributions_5293">
            <a:extLst>
              <a:ext uri="{FF2B5EF4-FFF2-40B4-BE49-F238E27FC236}">
                <a16:creationId xmlns:a16="http://schemas.microsoft.com/office/drawing/2014/main" id="{AE37C1B8-2D52-42B0-8BCB-44A7E1CC83F8}"/>
              </a:ext>
            </a:extLst>
          </p:cNvPr>
          <p:cNvSpPr>
            <a:spLocks noGrp="1"/>
          </p:cNvSpPr>
          <p:nvPr/>
        </p:nvSpPr>
        <p:spPr>
          <a:xfrm>
            <a:off x="311198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0" name="F2_precision_recall_distributions_5294">
            <a:extLst>
              <a:ext uri="{FF2B5EF4-FFF2-40B4-BE49-F238E27FC236}">
                <a16:creationId xmlns:a16="http://schemas.microsoft.com/office/drawing/2014/main" id="{302087EC-4A20-4310-B87D-87FF50717329}"/>
              </a:ext>
            </a:extLst>
          </p:cNvPr>
          <p:cNvSpPr>
            <a:spLocks noGrp="1"/>
          </p:cNvSpPr>
          <p:nvPr/>
        </p:nvSpPr>
        <p:spPr>
          <a:xfrm>
            <a:off x="304807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1" name="F2_precision_recall_distributions_5295">
            <a:extLst>
              <a:ext uri="{FF2B5EF4-FFF2-40B4-BE49-F238E27FC236}">
                <a16:creationId xmlns:a16="http://schemas.microsoft.com/office/drawing/2014/main" id="{8A75142C-3FF3-4BE1-AFB2-395A2E7266D2}"/>
              </a:ext>
            </a:extLst>
          </p:cNvPr>
          <p:cNvSpPr>
            <a:spLocks noGrp="1"/>
          </p:cNvSpPr>
          <p:nvPr/>
        </p:nvSpPr>
        <p:spPr>
          <a:xfrm>
            <a:off x="2848475" y="44185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2" name="F2_precision_recall_distributions_5296">
            <a:extLst>
              <a:ext uri="{FF2B5EF4-FFF2-40B4-BE49-F238E27FC236}">
                <a16:creationId xmlns:a16="http://schemas.microsoft.com/office/drawing/2014/main" id="{8B0014A1-B4D1-4308-B2FE-AFE57448CEE4}"/>
              </a:ext>
            </a:extLst>
          </p:cNvPr>
          <p:cNvSpPr>
            <a:spLocks noGrp="1"/>
          </p:cNvSpPr>
          <p:nvPr/>
        </p:nvSpPr>
        <p:spPr>
          <a:xfrm>
            <a:off x="287907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3" name="F2_precision_recall_distributions_5297">
            <a:extLst>
              <a:ext uri="{FF2B5EF4-FFF2-40B4-BE49-F238E27FC236}">
                <a16:creationId xmlns:a16="http://schemas.microsoft.com/office/drawing/2014/main" id="{B98E38F4-BA57-455F-A667-AAC69A3A2D95}"/>
              </a:ext>
            </a:extLst>
          </p:cNvPr>
          <p:cNvSpPr>
            <a:spLocks noGrp="1"/>
          </p:cNvSpPr>
          <p:nvPr/>
        </p:nvSpPr>
        <p:spPr>
          <a:xfrm>
            <a:off x="2979642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4" name="F2_precision_recall_distributions_5298">
            <a:extLst>
              <a:ext uri="{FF2B5EF4-FFF2-40B4-BE49-F238E27FC236}">
                <a16:creationId xmlns:a16="http://schemas.microsoft.com/office/drawing/2014/main" id="{A97A89BD-5F84-4F6C-8894-E4F0D41BEDCF}"/>
              </a:ext>
            </a:extLst>
          </p:cNvPr>
          <p:cNvSpPr>
            <a:spLocks noGrp="1"/>
          </p:cNvSpPr>
          <p:nvPr/>
        </p:nvSpPr>
        <p:spPr>
          <a:xfrm>
            <a:off x="300862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5" name="F2_precision_recall_distributions_5299">
            <a:extLst>
              <a:ext uri="{FF2B5EF4-FFF2-40B4-BE49-F238E27FC236}">
                <a16:creationId xmlns:a16="http://schemas.microsoft.com/office/drawing/2014/main" id="{65733D6B-B696-4B35-9CA6-939251C65080}"/>
              </a:ext>
            </a:extLst>
          </p:cNvPr>
          <p:cNvSpPr>
            <a:spLocks noGrp="1"/>
          </p:cNvSpPr>
          <p:nvPr/>
        </p:nvSpPr>
        <p:spPr>
          <a:xfrm>
            <a:off x="281763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6" name="F2_precision_recall_distributions_5300">
            <a:extLst>
              <a:ext uri="{FF2B5EF4-FFF2-40B4-BE49-F238E27FC236}">
                <a16:creationId xmlns:a16="http://schemas.microsoft.com/office/drawing/2014/main" id="{1750E2B7-7AD2-4EF8-908E-ED58E3910B51}"/>
              </a:ext>
            </a:extLst>
          </p:cNvPr>
          <p:cNvSpPr>
            <a:spLocks noGrp="1"/>
          </p:cNvSpPr>
          <p:nvPr/>
        </p:nvSpPr>
        <p:spPr>
          <a:xfrm>
            <a:off x="302561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7" name="F2_precision_recall_distributions_5301">
            <a:extLst>
              <a:ext uri="{FF2B5EF4-FFF2-40B4-BE49-F238E27FC236}">
                <a16:creationId xmlns:a16="http://schemas.microsoft.com/office/drawing/2014/main" id="{0140682F-76CF-4A7D-BC46-66D2DA65BB09}"/>
              </a:ext>
            </a:extLst>
          </p:cNvPr>
          <p:cNvSpPr>
            <a:spLocks noGrp="1"/>
          </p:cNvSpPr>
          <p:nvPr/>
        </p:nvSpPr>
        <p:spPr>
          <a:xfrm>
            <a:off x="2917822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8" name="F2_precision_recall_distributions_5302">
            <a:extLst>
              <a:ext uri="{FF2B5EF4-FFF2-40B4-BE49-F238E27FC236}">
                <a16:creationId xmlns:a16="http://schemas.microsoft.com/office/drawing/2014/main" id="{8813A883-A4BB-42CD-B085-1153ABDC3637}"/>
              </a:ext>
            </a:extLst>
          </p:cNvPr>
          <p:cNvSpPr>
            <a:spLocks noGrp="1"/>
          </p:cNvSpPr>
          <p:nvPr/>
        </p:nvSpPr>
        <p:spPr>
          <a:xfrm>
            <a:off x="3043578" y="47250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9" name="F2_precision_recall_distributions_5303">
            <a:extLst>
              <a:ext uri="{FF2B5EF4-FFF2-40B4-BE49-F238E27FC236}">
                <a16:creationId xmlns:a16="http://schemas.microsoft.com/office/drawing/2014/main" id="{025C7504-6E66-4A26-9EC9-CE4E7C169266}"/>
              </a:ext>
            </a:extLst>
          </p:cNvPr>
          <p:cNvSpPr>
            <a:spLocks noGrp="1"/>
          </p:cNvSpPr>
          <p:nvPr/>
        </p:nvSpPr>
        <p:spPr>
          <a:xfrm>
            <a:off x="3179977" y="48134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0" name="F2_precision_recall_distributions_5304">
            <a:extLst>
              <a:ext uri="{FF2B5EF4-FFF2-40B4-BE49-F238E27FC236}">
                <a16:creationId xmlns:a16="http://schemas.microsoft.com/office/drawing/2014/main" id="{0F3D1CC4-C8F1-4C90-9CBA-221A43D9BB16}"/>
              </a:ext>
            </a:extLst>
          </p:cNvPr>
          <p:cNvSpPr>
            <a:spLocks noGrp="1"/>
          </p:cNvSpPr>
          <p:nvPr/>
        </p:nvSpPr>
        <p:spPr>
          <a:xfrm>
            <a:off x="2856732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1" name="F2_precision_recall_distributions_5305">
            <a:extLst>
              <a:ext uri="{FF2B5EF4-FFF2-40B4-BE49-F238E27FC236}">
                <a16:creationId xmlns:a16="http://schemas.microsoft.com/office/drawing/2014/main" id="{E992F1CA-0733-4821-A58F-EC568804D331}"/>
              </a:ext>
            </a:extLst>
          </p:cNvPr>
          <p:cNvSpPr>
            <a:spLocks noGrp="1"/>
          </p:cNvSpPr>
          <p:nvPr/>
        </p:nvSpPr>
        <p:spPr>
          <a:xfrm>
            <a:off x="30705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2" name="F2_precision_recall_distributions_5306">
            <a:extLst>
              <a:ext uri="{FF2B5EF4-FFF2-40B4-BE49-F238E27FC236}">
                <a16:creationId xmlns:a16="http://schemas.microsoft.com/office/drawing/2014/main" id="{AA8DF121-ACB8-4204-93D7-144F46624603}"/>
              </a:ext>
            </a:extLst>
          </p:cNvPr>
          <p:cNvSpPr>
            <a:spLocks noGrp="1"/>
          </p:cNvSpPr>
          <p:nvPr/>
        </p:nvSpPr>
        <p:spPr>
          <a:xfrm>
            <a:off x="2836532" y="48765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3" name="F2_precision_recall_distributions_5307">
            <a:extLst>
              <a:ext uri="{FF2B5EF4-FFF2-40B4-BE49-F238E27FC236}">
                <a16:creationId xmlns:a16="http://schemas.microsoft.com/office/drawing/2014/main" id="{148DDDA9-E3F3-4742-B67B-1AF8F7229898}"/>
              </a:ext>
            </a:extLst>
          </p:cNvPr>
          <p:cNvSpPr>
            <a:spLocks noGrp="1"/>
          </p:cNvSpPr>
          <p:nvPr/>
        </p:nvSpPr>
        <p:spPr>
          <a:xfrm>
            <a:off x="299729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4" name="F2_precision_recall_distributions_5308">
            <a:extLst>
              <a:ext uri="{FF2B5EF4-FFF2-40B4-BE49-F238E27FC236}">
                <a16:creationId xmlns:a16="http://schemas.microsoft.com/office/drawing/2014/main" id="{A2123A93-396A-4E9E-8D60-96BEB6DC1619}"/>
              </a:ext>
            </a:extLst>
          </p:cNvPr>
          <p:cNvSpPr>
            <a:spLocks noGrp="1"/>
          </p:cNvSpPr>
          <p:nvPr/>
        </p:nvSpPr>
        <p:spPr>
          <a:xfrm>
            <a:off x="2926312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5" name="F2_precision_recall_distributions_5309">
            <a:extLst>
              <a:ext uri="{FF2B5EF4-FFF2-40B4-BE49-F238E27FC236}">
                <a16:creationId xmlns:a16="http://schemas.microsoft.com/office/drawing/2014/main" id="{B950C350-7422-4F09-A0AA-31FABB496DFB}"/>
              </a:ext>
            </a:extLst>
          </p:cNvPr>
          <p:cNvSpPr>
            <a:spLocks noGrp="1"/>
          </p:cNvSpPr>
          <p:nvPr/>
        </p:nvSpPr>
        <p:spPr>
          <a:xfrm>
            <a:off x="2837757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6" name="F2_precision_recall_distributions_5310">
            <a:extLst>
              <a:ext uri="{FF2B5EF4-FFF2-40B4-BE49-F238E27FC236}">
                <a16:creationId xmlns:a16="http://schemas.microsoft.com/office/drawing/2014/main" id="{213DD126-FACA-4151-8964-8C0720628432}"/>
              </a:ext>
            </a:extLst>
          </p:cNvPr>
          <p:cNvSpPr>
            <a:spLocks noGrp="1"/>
          </p:cNvSpPr>
          <p:nvPr/>
        </p:nvSpPr>
        <p:spPr>
          <a:xfrm>
            <a:off x="309978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7" name="F2_precision_recall_distributions_5311">
            <a:extLst>
              <a:ext uri="{FF2B5EF4-FFF2-40B4-BE49-F238E27FC236}">
                <a16:creationId xmlns:a16="http://schemas.microsoft.com/office/drawing/2014/main" id="{A00EE0A9-2C18-483F-85C7-BCCF158312C4}"/>
              </a:ext>
            </a:extLst>
          </p:cNvPr>
          <p:cNvSpPr>
            <a:spLocks noGrp="1"/>
          </p:cNvSpPr>
          <p:nvPr/>
        </p:nvSpPr>
        <p:spPr>
          <a:xfrm>
            <a:off x="3018704" y="47603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8" name="F2_precision_recall_distributions_5312">
            <a:extLst>
              <a:ext uri="{FF2B5EF4-FFF2-40B4-BE49-F238E27FC236}">
                <a16:creationId xmlns:a16="http://schemas.microsoft.com/office/drawing/2014/main" id="{DC80BFAE-F4A2-40FF-B4F4-141360FF08B6}"/>
              </a:ext>
            </a:extLst>
          </p:cNvPr>
          <p:cNvSpPr>
            <a:spLocks noGrp="1"/>
          </p:cNvSpPr>
          <p:nvPr/>
        </p:nvSpPr>
        <p:spPr>
          <a:xfrm>
            <a:off x="3176433" y="47755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9" name="F2_precision_recall_distributions_5313">
            <a:extLst>
              <a:ext uri="{FF2B5EF4-FFF2-40B4-BE49-F238E27FC236}">
                <a16:creationId xmlns:a16="http://schemas.microsoft.com/office/drawing/2014/main" id="{AEEB4D79-00E7-4DC3-960D-849C941F0557}"/>
              </a:ext>
            </a:extLst>
          </p:cNvPr>
          <p:cNvSpPr>
            <a:spLocks noGrp="1"/>
          </p:cNvSpPr>
          <p:nvPr/>
        </p:nvSpPr>
        <p:spPr>
          <a:xfrm>
            <a:off x="310992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0" name="F2_precision_recall_distributions_5314">
            <a:extLst>
              <a:ext uri="{FF2B5EF4-FFF2-40B4-BE49-F238E27FC236}">
                <a16:creationId xmlns:a16="http://schemas.microsoft.com/office/drawing/2014/main" id="{91A54767-72EC-4C51-8024-F1990626B55E}"/>
              </a:ext>
            </a:extLst>
          </p:cNvPr>
          <p:cNvSpPr>
            <a:spLocks noGrp="1"/>
          </p:cNvSpPr>
          <p:nvPr/>
        </p:nvSpPr>
        <p:spPr>
          <a:xfrm>
            <a:off x="316419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1" name="F2_precision_recall_distributions_5315">
            <a:extLst>
              <a:ext uri="{FF2B5EF4-FFF2-40B4-BE49-F238E27FC236}">
                <a16:creationId xmlns:a16="http://schemas.microsoft.com/office/drawing/2014/main" id="{03B5680A-A438-4294-9B3E-CF8A28E9224E}"/>
              </a:ext>
            </a:extLst>
          </p:cNvPr>
          <p:cNvSpPr>
            <a:spLocks noGrp="1"/>
          </p:cNvSpPr>
          <p:nvPr/>
        </p:nvSpPr>
        <p:spPr>
          <a:xfrm>
            <a:off x="294668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2" name="F2_precision_recall_distributions_5316">
            <a:extLst>
              <a:ext uri="{FF2B5EF4-FFF2-40B4-BE49-F238E27FC236}">
                <a16:creationId xmlns:a16="http://schemas.microsoft.com/office/drawing/2014/main" id="{0EA8D38B-C744-45EA-B62F-4AE9D0C050FA}"/>
              </a:ext>
            </a:extLst>
          </p:cNvPr>
          <p:cNvSpPr>
            <a:spLocks noGrp="1"/>
          </p:cNvSpPr>
          <p:nvPr/>
        </p:nvSpPr>
        <p:spPr>
          <a:xfrm>
            <a:off x="2857094" y="42864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3" name="F2_precision_recall_distributions_5317">
            <a:extLst>
              <a:ext uri="{FF2B5EF4-FFF2-40B4-BE49-F238E27FC236}">
                <a16:creationId xmlns:a16="http://schemas.microsoft.com/office/drawing/2014/main" id="{C678EDB2-B3D3-413B-9BD9-A0C18F05CA27}"/>
              </a:ext>
            </a:extLst>
          </p:cNvPr>
          <p:cNvSpPr>
            <a:spLocks noGrp="1"/>
          </p:cNvSpPr>
          <p:nvPr/>
        </p:nvSpPr>
        <p:spPr>
          <a:xfrm>
            <a:off x="318359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4" name="F2_precision_recall_distributions_5318">
            <a:extLst>
              <a:ext uri="{FF2B5EF4-FFF2-40B4-BE49-F238E27FC236}">
                <a16:creationId xmlns:a16="http://schemas.microsoft.com/office/drawing/2014/main" id="{84B4F8A1-4892-4058-A21E-ACA35819C025}"/>
              </a:ext>
            </a:extLst>
          </p:cNvPr>
          <p:cNvSpPr>
            <a:spLocks noGrp="1"/>
          </p:cNvSpPr>
          <p:nvPr/>
        </p:nvSpPr>
        <p:spPr>
          <a:xfrm>
            <a:off x="315939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5" name="F2_precision_recall_distributions_5319">
            <a:extLst>
              <a:ext uri="{FF2B5EF4-FFF2-40B4-BE49-F238E27FC236}">
                <a16:creationId xmlns:a16="http://schemas.microsoft.com/office/drawing/2014/main" id="{7D76269B-85D9-4C2E-B3E2-FF4047DAD0D7}"/>
              </a:ext>
            </a:extLst>
          </p:cNvPr>
          <p:cNvSpPr>
            <a:spLocks noGrp="1"/>
          </p:cNvSpPr>
          <p:nvPr/>
        </p:nvSpPr>
        <p:spPr>
          <a:xfrm>
            <a:off x="30378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6" name="F2_precision_recall_distributions_5320">
            <a:extLst>
              <a:ext uri="{FF2B5EF4-FFF2-40B4-BE49-F238E27FC236}">
                <a16:creationId xmlns:a16="http://schemas.microsoft.com/office/drawing/2014/main" id="{6DDAD3DE-D831-4A4A-8A7C-F708FB6C2004}"/>
              </a:ext>
            </a:extLst>
          </p:cNvPr>
          <p:cNvSpPr>
            <a:spLocks noGrp="1"/>
          </p:cNvSpPr>
          <p:nvPr/>
        </p:nvSpPr>
        <p:spPr>
          <a:xfrm>
            <a:off x="307568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7" name="F2_precision_recall_distributions_5321">
            <a:extLst>
              <a:ext uri="{FF2B5EF4-FFF2-40B4-BE49-F238E27FC236}">
                <a16:creationId xmlns:a16="http://schemas.microsoft.com/office/drawing/2014/main" id="{A40E5066-734D-4975-AB1E-9E201F4FD1A8}"/>
              </a:ext>
            </a:extLst>
          </p:cNvPr>
          <p:cNvSpPr>
            <a:spLocks noGrp="1"/>
          </p:cNvSpPr>
          <p:nvPr/>
        </p:nvSpPr>
        <p:spPr>
          <a:xfrm>
            <a:off x="296408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8" name="F2_precision_recall_distributions_5322">
            <a:extLst>
              <a:ext uri="{FF2B5EF4-FFF2-40B4-BE49-F238E27FC236}">
                <a16:creationId xmlns:a16="http://schemas.microsoft.com/office/drawing/2014/main" id="{7B681F81-B3A3-4841-82F2-DD1CFA08FF27}"/>
              </a:ext>
            </a:extLst>
          </p:cNvPr>
          <p:cNvSpPr>
            <a:spLocks noGrp="1"/>
          </p:cNvSpPr>
          <p:nvPr/>
        </p:nvSpPr>
        <p:spPr>
          <a:xfrm>
            <a:off x="312060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9" name="F2_precision_recall_distributions_5323">
            <a:extLst>
              <a:ext uri="{FF2B5EF4-FFF2-40B4-BE49-F238E27FC236}">
                <a16:creationId xmlns:a16="http://schemas.microsoft.com/office/drawing/2014/main" id="{5019CCFF-5B55-42DC-917B-C6298A3D7C4D}"/>
              </a:ext>
            </a:extLst>
          </p:cNvPr>
          <p:cNvSpPr>
            <a:spLocks noGrp="1"/>
          </p:cNvSpPr>
          <p:nvPr/>
        </p:nvSpPr>
        <p:spPr>
          <a:xfrm>
            <a:off x="2950784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0" name="F2_precision_recall_distributions_5324">
            <a:extLst>
              <a:ext uri="{FF2B5EF4-FFF2-40B4-BE49-F238E27FC236}">
                <a16:creationId xmlns:a16="http://schemas.microsoft.com/office/drawing/2014/main" id="{31AEAFB7-6CBE-47F3-AC51-9C1EBB477F3D}"/>
              </a:ext>
            </a:extLst>
          </p:cNvPr>
          <p:cNvSpPr>
            <a:spLocks noGrp="1"/>
          </p:cNvSpPr>
          <p:nvPr/>
        </p:nvSpPr>
        <p:spPr>
          <a:xfrm>
            <a:off x="305068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1" name="F2_precision_recall_distributions_5325">
            <a:extLst>
              <a:ext uri="{FF2B5EF4-FFF2-40B4-BE49-F238E27FC236}">
                <a16:creationId xmlns:a16="http://schemas.microsoft.com/office/drawing/2014/main" id="{FB213234-2C45-4FB9-8C26-1CF17740FEE3}"/>
              </a:ext>
            </a:extLst>
          </p:cNvPr>
          <p:cNvSpPr>
            <a:spLocks noGrp="1"/>
          </p:cNvSpPr>
          <p:nvPr/>
        </p:nvSpPr>
        <p:spPr>
          <a:xfrm>
            <a:off x="3185783" y="49089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2" name="F2_precision_recall_distributions_5326">
            <a:extLst>
              <a:ext uri="{FF2B5EF4-FFF2-40B4-BE49-F238E27FC236}">
                <a16:creationId xmlns:a16="http://schemas.microsoft.com/office/drawing/2014/main" id="{92471F16-2BA7-40A0-B339-62FCF508A4AE}"/>
              </a:ext>
            </a:extLst>
          </p:cNvPr>
          <p:cNvSpPr>
            <a:spLocks noGrp="1"/>
          </p:cNvSpPr>
          <p:nvPr/>
        </p:nvSpPr>
        <p:spPr>
          <a:xfrm>
            <a:off x="2971138" y="42613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3" name="F2_precision_recall_distributions_5327">
            <a:extLst>
              <a:ext uri="{FF2B5EF4-FFF2-40B4-BE49-F238E27FC236}">
                <a16:creationId xmlns:a16="http://schemas.microsoft.com/office/drawing/2014/main" id="{92ACA4EC-1413-4413-9581-3462C2CDBCBD}"/>
              </a:ext>
            </a:extLst>
          </p:cNvPr>
          <p:cNvSpPr>
            <a:spLocks noGrp="1"/>
          </p:cNvSpPr>
          <p:nvPr/>
        </p:nvSpPr>
        <p:spPr>
          <a:xfrm>
            <a:off x="2994094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4" name="F2_precision_recall_distributions_5328">
            <a:extLst>
              <a:ext uri="{FF2B5EF4-FFF2-40B4-BE49-F238E27FC236}">
                <a16:creationId xmlns:a16="http://schemas.microsoft.com/office/drawing/2014/main" id="{D6A1DC0C-FA7B-4F5C-9F38-35AE22A2C46F}"/>
              </a:ext>
            </a:extLst>
          </p:cNvPr>
          <p:cNvSpPr>
            <a:spLocks noGrp="1"/>
          </p:cNvSpPr>
          <p:nvPr/>
        </p:nvSpPr>
        <p:spPr>
          <a:xfrm>
            <a:off x="295225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5" name="F2_precision_recall_distributions_5329">
            <a:extLst>
              <a:ext uri="{FF2B5EF4-FFF2-40B4-BE49-F238E27FC236}">
                <a16:creationId xmlns:a16="http://schemas.microsoft.com/office/drawing/2014/main" id="{8D55A88A-26FF-4EFF-ABDE-288BD1CEA7D5}"/>
              </a:ext>
            </a:extLst>
          </p:cNvPr>
          <p:cNvSpPr>
            <a:spLocks noGrp="1"/>
          </p:cNvSpPr>
          <p:nvPr/>
        </p:nvSpPr>
        <p:spPr>
          <a:xfrm>
            <a:off x="282033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6" name="F2_precision_recall_distributions_5330">
            <a:extLst>
              <a:ext uri="{FF2B5EF4-FFF2-40B4-BE49-F238E27FC236}">
                <a16:creationId xmlns:a16="http://schemas.microsoft.com/office/drawing/2014/main" id="{EC1F8380-8AE5-42FE-903E-C667153974BB}"/>
              </a:ext>
            </a:extLst>
          </p:cNvPr>
          <p:cNvSpPr>
            <a:spLocks noGrp="1"/>
          </p:cNvSpPr>
          <p:nvPr/>
        </p:nvSpPr>
        <p:spPr>
          <a:xfrm>
            <a:off x="302647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7" name="F2_precision_recall_distributions_5331">
            <a:extLst>
              <a:ext uri="{FF2B5EF4-FFF2-40B4-BE49-F238E27FC236}">
                <a16:creationId xmlns:a16="http://schemas.microsoft.com/office/drawing/2014/main" id="{5AF6056E-457E-4093-9D16-BAEA6013B6AB}"/>
              </a:ext>
            </a:extLst>
          </p:cNvPr>
          <p:cNvSpPr>
            <a:spLocks noGrp="1"/>
          </p:cNvSpPr>
          <p:nvPr/>
        </p:nvSpPr>
        <p:spPr>
          <a:xfrm>
            <a:off x="307287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8" name="F2_precision_recall_distributions_5332">
            <a:extLst>
              <a:ext uri="{FF2B5EF4-FFF2-40B4-BE49-F238E27FC236}">
                <a16:creationId xmlns:a16="http://schemas.microsoft.com/office/drawing/2014/main" id="{BD214A8E-E118-4194-BE00-48D0A462768C}"/>
              </a:ext>
            </a:extLst>
          </p:cNvPr>
          <p:cNvSpPr>
            <a:spLocks noGrp="1"/>
          </p:cNvSpPr>
          <p:nvPr/>
        </p:nvSpPr>
        <p:spPr>
          <a:xfrm>
            <a:off x="2963009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9" name="F2_precision_recall_distributions_5333">
            <a:extLst>
              <a:ext uri="{FF2B5EF4-FFF2-40B4-BE49-F238E27FC236}">
                <a16:creationId xmlns:a16="http://schemas.microsoft.com/office/drawing/2014/main" id="{B35487AF-A7BC-4DE4-8ADC-A31CCE308276}"/>
              </a:ext>
            </a:extLst>
          </p:cNvPr>
          <p:cNvSpPr>
            <a:spLocks noGrp="1"/>
          </p:cNvSpPr>
          <p:nvPr/>
        </p:nvSpPr>
        <p:spPr>
          <a:xfrm>
            <a:off x="3135517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0" name="F2_precision_recall_distributions_5334">
            <a:extLst>
              <a:ext uri="{FF2B5EF4-FFF2-40B4-BE49-F238E27FC236}">
                <a16:creationId xmlns:a16="http://schemas.microsoft.com/office/drawing/2014/main" id="{9A6E6BD9-CA7E-4C72-96C9-FA951FEF06C1}"/>
              </a:ext>
            </a:extLst>
          </p:cNvPr>
          <p:cNvSpPr>
            <a:spLocks noGrp="1"/>
          </p:cNvSpPr>
          <p:nvPr/>
        </p:nvSpPr>
        <p:spPr>
          <a:xfrm>
            <a:off x="298528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1" name="F2_precision_recall_distributions_5335">
            <a:extLst>
              <a:ext uri="{FF2B5EF4-FFF2-40B4-BE49-F238E27FC236}">
                <a16:creationId xmlns:a16="http://schemas.microsoft.com/office/drawing/2014/main" id="{95427848-C137-4404-89FB-1B8741F7D01D}"/>
              </a:ext>
            </a:extLst>
          </p:cNvPr>
          <p:cNvSpPr>
            <a:spLocks noGrp="1"/>
          </p:cNvSpPr>
          <p:nvPr/>
        </p:nvSpPr>
        <p:spPr>
          <a:xfrm>
            <a:off x="311165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2" name="F2_precision_recall_distributions_5336">
            <a:extLst>
              <a:ext uri="{FF2B5EF4-FFF2-40B4-BE49-F238E27FC236}">
                <a16:creationId xmlns:a16="http://schemas.microsoft.com/office/drawing/2014/main" id="{86EC9D20-2637-487A-A648-3874470F9404}"/>
              </a:ext>
            </a:extLst>
          </p:cNvPr>
          <p:cNvSpPr>
            <a:spLocks noGrp="1"/>
          </p:cNvSpPr>
          <p:nvPr/>
        </p:nvSpPr>
        <p:spPr>
          <a:xfrm>
            <a:off x="3111939" y="434640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3" name="F2_precision_recall_distributions_5337">
            <a:extLst>
              <a:ext uri="{FF2B5EF4-FFF2-40B4-BE49-F238E27FC236}">
                <a16:creationId xmlns:a16="http://schemas.microsoft.com/office/drawing/2014/main" id="{25231168-D6A1-4576-A6AD-19EF3E882C9B}"/>
              </a:ext>
            </a:extLst>
          </p:cNvPr>
          <p:cNvSpPr>
            <a:spLocks noGrp="1"/>
          </p:cNvSpPr>
          <p:nvPr/>
        </p:nvSpPr>
        <p:spPr>
          <a:xfrm>
            <a:off x="316936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4" name="F2_precision_recall_distributions_5338">
            <a:extLst>
              <a:ext uri="{FF2B5EF4-FFF2-40B4-BE49-F238E27FC236}">
                <a16:creationId xmlns:a16="http://schemas.microsoft.com/office/drawing/2014/main" id="{9D609C84-A29B-4571-B49F-93A11A33020A}"/>
              </a:ext>
            </a:extLst>
          </p:cNvPr>
          <p:cNvSpPr>
            <a:spLocks noGrp="1"/>
          </p:cNvSpPr>
          <p:nvPr/>
        </p:nvSpPr>
        <p:spPr>
          <a:xfrm>
            <a:off x="2875440" y="47391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5" name="F2_precision_recall_distributions_5339">
            <a:extLst>
              <a:ext uri="{FF2B5EF4-FFF2-40B4-BE49-F238E27FC236}">
                <a16:creationId xmlns:a16="http://schemas.microsoft.com/office/drawing/2014/main" id="{88678E71-5F27-4101-AEBB-FA815341961F}"/>
              </a:ext>
            </a:extLst>
          </p:cNvPr>
          <p:cNvSpPr>
            <a:spLocks noGrp="1"/>
          </p:cNvSpPr>
          <p:nvPr/>
        </p:nvSpPr>
        <p:spPr>
          <a:xfrm>
            <a:off x="301551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6" name="F2_precision_recall_distributions_5340">
            <a:extLst>
              <a:ext uri="{FF2B5EF4-FFF2-40B4-BE49-F238E27FC236}">
                <a16:creationId xmlns:a16="http://schemas.microsoft.com/office/drawing/2014/main" id="{91B20EC6-C495-4FEC-A87C-E8556BC5623C}"/>
              </a:ext>
            </a:extLst>
          </p:cNvPr>
          <p:cNvSpPr>
            <a:spLocks noGrp="1"/>
          </p:cNvSpPr>
          <p:nvPr/>
        </p:nvSpPr>
        <p:spPr>
          <a:xfrm>
            <a:off x="316383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7" name="F2_precision_recall_distributions_5341">
            <a:extLst>
              <a:ext uri="{FF2B5EF4-FFF2-40B4-BE49-F238E27FC236}">
                <a16:creationId xmlns:a16="http://schemas.microsoft.com/office/drawing/2014/main" id="{03A8631E-363F-4DF1-8C7D-9E6D5A2D1685}"/>
              </a:ext>
            </a:extLst>
          </p:cNvPr>
          <p:cNvSpPr>
            <a:spLocks noGrp="1"/>
          </p:cNvSpPr>
          <p:nvPr/>
        </p:nvSpPr>
        <p:spPr>
          <a:xfrm>
            <a:off x="2913728" y="43430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8" name="F2_precision_recall_distributions_5342">
            <a:extLst>
              <a:ext uri="{FF2B5EF4-FFF2-40B4-BE49-F238E27FC236}">
                <a16:creationId xmlns:a16="http://schemas.microsoft.com/office/drawing/2014/main" id="{CEFA2D39-1B2B-44B8-8CDA-5115105F5438}"/>
              </a:ext>
            </a:extLst>
          </p:cNvPr>
          <p:cNvSpPr>
            <a:spLocks noGrp="1"/>
          </p:cNvSpPr>
          <p:nvPr/>
        </p:nvSpPr>
        <p:spPr>
          <a:xfrm>
            <a:off x="2872254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9" name="F2_precision_recall_distributions_5343">
            <a:extLst>
              <a:ext uri="{FF2B5EF4-FFF2-40B4-BE49-F238E27FC236}">
                <a16:creationId xmlns:a16="http://schemas.microsoft.com/office/drawing/2014/main" id="{068A9471-EEE3-4674-80AE-0D2953106A53}"/>
              </a:ext>
            </a:extLst>
          </p:cNvPr>
          <p:cNvSpPr>
            <a:spLocks noGrp="1"/>
          </p:cNvSpPr>
          <p:nvPr/>
        </p:nvSpPr>
        <p:spPr>
          <a:xfrm>
            <a:off x="317478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0" name="F2_precision_recall_distributions_5344">
            <a:extLst>
              <a:ext uri="{FF2B5EF4-FFF2-40B4-BE49-F238E27FC236}">
                <a16:creationId xmlns:a16="http://schemas.microsoft.com/office/drawing/2014/main" id="{62343E5E-0EB6-4B3E-8313-DC5B1FFBABB7}"/>
              </a:ext>
            </a:extLst>
          </p:cNvPr>
          <p:cNvSpPr>
            <a:spLocks noGrp="1"/>
          </p:cNvSpPr>
          <p:nvPr/>
        </p:nvSpPr>
        <p:spPr>
          <a:xfrm>
            <a:off x="2843535" y="45294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1" name="F2_precision_recall_distributions_5345">
            <a:extLst>
              <a:ext uri="{FF2B5EF4-FFF2-40B4-BE49-F238E27FC236}">
                <a16:creationId xmlns:a16="http://schemas.microsoft.com/office/drawing/2014/main" id="{3E1074AE-C6E2-403E-A20B-A9117BD26001}"/>
              </a:ext>
            </a:extLst>
          </p:cNvPr>
          <p:cNvSpPr>
            <a:spLocks noGrp="1"/>
          </p:cNvSpPr>
          <p:nvPr/>
        </p:nvSpPr>
        <p:spPr>
          <a:xfrm>
            <a:off x="2934407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2" name="F2_precision_recall_distributions_5346">
            <a:extLst>
              <a:ext uri="{FF2B5EF4-FFF2-40B4-BE49-F238E27FC236}">
                <a16:creationId xmlns:a16="http://schemas.microsoft.com/office/drawing/2014/main" id="{AED4A4EA-72D8-4B63-80AB-EDF9273E1E72}"/>
              </a:ext>
            </a:extLst>
          </p:cNvPr>
          <p:cNvSpPr>
            <a:spLocks noGrp="1"/>
          </p:cNvSpPr>
          <p:nvPr/>
        </p:nvSpPr>
        <p:spPr>
          <a:xfrm>
            <a:off x="2965828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3" name="F2_precision_recall_distributions_5347">
            <a:extLst>
              <a:ext uri="{FF2B5EF4-FFF2-40B4-BE49-F238E27FC236}">
                <a16:creationId xmlns:a16="http://schemas.microsoft.com/office/drawing/2014/main" id="{F162ABC7-CA15-45D6-99F2-26AA5324BD6F}"/>
              </a:ext>
            </a:extLst>
          </p:cNvPr>
          <p:cNvSpPr>
            <a:spLocks noGrp="1"/>
          </p:cNvSpPr>
          <p:nvPr/>
        </p:nvSpPr>
        <p:spPr>
          <a:xfrm>
            <a:off x="3058194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4" name="F2_precision_recall_distributions_5348">
            <a:extLst>
              <a:ext uri="{FF2B5EF4-FFF2-40B4-BE49-F238E27FC236}">
                <a16:creationId xmlns:a16="http://schemas.microsoft.com/office/drawing/2014/main" id="{A764C1DD-8974-4548-A0CC-7C84C909B7A1}"/>
              </a:ext>
            </a:extLst>
          </p:cNvPr>
          <p:cNvSpPr>
            <a:spLocks noGrp="1"/>
          </p:cNvSpPr>
          <p:nvPr/>
        </p:nvSpPr>
        <p:spPr>
          <a:xfrm>
            <a:off x="3015419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5" name="F2_precision_recall_distributions_5349">
            <a:extLst>
              <a:ext uri="{FF2B5EF4-FFF2-40B4-BE49-F238E27FC236}">
                <a16:creationId xmlns:a16="http://schemas.microsoft.com/office/drawing/2014/main" id="{3BC217CA-A532-4274-80A9-A287105AA86D}"/>
              </a:ext>
            </a:extLst>
          </p:cNvPr>
          <p:cNvSpPr>
            <a:spLocks noGrp="1"/>
          </p:cNvSpPr>
          <p:nvPr/>
        </p:nvSpPr>
        <p:spPr>
          <a:xfrm>
            <a:off x="2970706" y="432421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6" name="F2_precision_recall_distributions_5350">
            <a:extLst>
              <a:ext uri="{FF2B5EF4-FFF2-40B4-BE49-F238E27FC236}">
                <a16:creationId xmlns:a16="http://schemas.microsoft.com/office/drawing/2014/main" id="{AE0CDC4F-E0F9-4BA7-B064-41E2397EC938}"/>
              </a:ext>
            </a:extLst>
          </p:cNvPr>
          <p:cNvSpPr>
            <a:spLocks noGrp="1"/>
          </p:cNvSpPr>
          <p:nvPr/>
        </p:nvSpPr>
        <p:spPr>
          <a:xfrm>
            <a:off x="297195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7" name="F2_precision_recall_distributions_5351">
            <a:extLst>
              <a:ext uri="{FF2B5EF4-FFF2-40B4-BE49-F238E27FC236}">
                <a16:creationId xmlns:a16="http://schemas.microsoft.com/office/drawing/2014/main" id="{30D216E3-D8F0-420C-A986-1ECA422D88B8}"/>
              </a:ext>
            </a:extLst>
          </p:cNvPr>
          <p:cNvSpPr>
            <a:spLocks noGrp="1"/>
          </p:cNvSpPr>
          <p:nvPr/>
        </p:nvSpPr>
        <p:spPr>
          <a:xfrm>
            <a:off x="2849128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8" name="F2_precision_recall_distributions_5352">
            <a:extLst>
              <a:ext uri="{FF2B5EF4-FFF2-40B4-BE49-F238E27FC236}">
                <a16:creationId xmlns:a16="http://schemas.microsoft.com/office/drawing/2014/main" id="{AB8A24E4-0C69-4821-9D59-EC5235E0C7B1}"/>
              </a:ext>
            </a:extLst>
          </p:cNvPr>
          <p:cNvSpPr>
            <a:spLocks noGrp="1"/>
          </p:cNvSpPr>
          <p:nvPr/>
        </p:nvSpPr>
        <p:spPr>
          <a:xfrm>
            <a:off x="307743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9" name="F2_precision_recall_distributions_5353">
            <a:extLst>
              <a:ext uri="{FF2B5EF4-FFF2-40B4-BE49-F238E27FC236}">
                <a16:creationId xmlns:a16="http://schemas.microsoft.com/office/drawing/2014/main" id="{575CF423-34E2-4D45-8D69-0537F5F1A0D0}"/>
              </a:ext>
            </a:extLst>
          </p:cNvPr>
          <p:cNvSpPr>
            <a:spLocks noGrp="1"/>
          </p:cNvSpPr>
          <p:nvPr/>
        </p:nvSpPr>
        <p:spPr>
          <a:xfrm>
            <a:off x="2999001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0" name="F2_precision_recall_distributions_5354">
            <a:extLst>
              <a:ext uri="{FF2B5EF4-FFF2-40B4-BE49-F238E27FC236}">
                <a16:creationId xmlns:a16="http://schemas.microsoft.com/office/drawing/2014/main" id="{9B71A9B9-59DC-4AE1-BB57-C9C9E17D1077}"/>
              </a:ext>
            </a:extLst>
          </p:cNvPr>
          <p:cNvSpPr>
            <a:spLocks noGrp="1"/>
          </p:cNvSpPr>
          <p:nvPr/>
        </p:nvSpPr>
        <p:spPr>
          <a:xfrm>
            <a:off x="283508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1" name="F2_precision_recall_distributions_5355">
            <a:extLst>
              <a:ext uri="{FF2B5EF4-FFF2-40B4-BE49-F238E27FC236}">
                <a16:creationId xmlns:a16="http://schemas.microsoft.com/office/drawing/2014/main" id="{1C28A31B-DED1-479E-A38A-E5719C8D048D}"/>
              </a:ext>
            </a:extLst>
          </p:cNvPr>
          <p:cNvSpPr>
            <a:spLocks noGrp="1"/>
          </p:cNvSpPr>
          <p:nvPr/>
        </p:nvSpPr>
        <p:spPr>
          <a:xfrm>
            <a:off x="308915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2" name="F2_precision_recall_distributions_5356">
            <a:extLst>
              <a:ext uri="{FF2B5EF4-FFF2-40B4-BE49-F238E27FC236}">
                <a16:creationId xmlns:a16="http://schemas.microsoft.com/office/drawing/2014/main" id="{D69139D7-2E3F-4CA1-BD51-6EEA42344D87}"/>
              </a:ext>
            </a:extLst>
          </p:cNvPr>
          <p:cNvSpPr>
            <a:spLocks noGrp="1"/>
          </p:cNvSpPr>
          <p:nvPr/>
        </p:nvSpPr>
        <p:spPr>
          <a:xfrm>
            <a:off x="292179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3" name="F2_precision_recall_distributions_5357">
            <a:extLst>
              <a:ext uri="{FF2B5EF4-FFF2-40B4-BE49-F238E27FC236}">
                <a16:creationId xmlns:a16="http://schemas.microsoft.com/office/drawing/2014/main" id="{67EC825A-CD10-4D20-9C6F-91487924C9E1}"/>
              </a:ext>
            </a:extLst>
          </p:cNvPr>
          <p:cNvSpPr>
            <a:spLocks noGrp="1"/>
          </p:cNvSpPr>
          <p:nvPr/>
        </p:nvSpPr>
        <p:spPr>
          <a:xfrm>
            <a:off x="310222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4" name="F2_precision_recall_distributions_5358">
            <a:extLst>
              <a:ext uri="{FF2B5EF4-FFF2-40B4-BE49-F238E27FC236}">
                <a16:creationId xmlns:a16="http://schemas.microsoft.com/office/drawing/2014/main" id="{E02F4E60-73C3-4A25-AD19-FF73DB87C5B5}"/>
              </a:ext>
            </a:extLst>
          </p:cNvPr>
          <p:cNvSpPr>
            <a:spLocks noGrp="1"/>
          </p:cNvSpPr>
          <p:nvPr/>
        </p:nvSpPr>
        <p:spPr>
          <a:xfrm>
            <a:off x="2971258" y="44277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5" name="F2_precision_recall_distributions_5359">
            <a:extLst>
              <a:ext uri="{FF2B5EF4-FFF2-40B4-BE49-F238E27FC236}">
                <a16:creationId xmlns:a16="http://schemas.microsoft.com/office/drawing/2014/main" id="{7267C4A0-FABA-416C-90B5-EE15D4654FFD}"/>
              </a:ext>
            </a:extLst>
          </p:cNvPr>
          <p:cNvSpPr>
            <a:spLocks noGrp="1"/>
          </p:cNvSpPr>
          <p:nvPr/>
        </p:nvSpPr>
        <p:spPr>
          <a:xfrm>
            <a:off x="3143015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6" name="F2_precision_recall_distributions_5360">
            <a:extLst>
              <a:ext uri="{FF2B5EF4-FFF2-40B4-BE49-F238E27FC236}">
                <a16:creationId xmlns:a16="http://schemas.microsoft.com/office/drawing/2014/main" id="{CE0A9772-4803-4F37-A73B-0D740B32B985}"/>
              </a:ext>
            </a:extLst>
          </p:cNvPr>
          <p:cNvSpPr>
            <a:spLocks noGrp="1"/>
          </p:cNvSpPr>
          <p:nvPr/>
        </p:nvSpPr>
        <p:spPr>
          <a:xfrm>
            <a:off x="2939710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7" name="F2_precision_recall_distributions_5361">
            <a:extLst>
              <a:ext uri="{FF2B5EF4-FFF2-40B4-BE49-F238E27FC236}">
                <a16:creationId xmlns:a16="http://schemas.microsoft.com/office/drawing/2014/main" id="{2CF3A15E-4CAB-4B9B-A61E-BB0B7954E1DF}"/>
              </a:ext>
            </a:extLst>
          </p:cNvPr>
          <p:cNvSpPr>
            <a:spLocks noGrp="1"/>
          </p:cNvSpPr>
          <p:nvPr/>
        </p:nvSpPr>
        <p:spPr>
          <a:xfrm>
            <a:off x="288230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8" name="F2_precision_recall_distributions_5362">
            <a:extLst>
              <a:ext uri="{FF2B5EF4-FFF2-40B4-BE49-F238E27FC236}">
                <a16:creationId xmlns:a16="http://schemas.microsoft.com/office/drawing/2014/main" id="{7C700C0F-981D-410C-8EF7-3AC57D2EE0D4}"/>
              </a:ext>
            </a:extLst>
          </p:cNvPr>
          <p:cNvSpPr>
            <a:spLocks noGrp="1"/>
          </p:cNvSpPr>
          <p:nvPr/>
        </p:nvSpPr>
        <p:spPr>
          <a:xfrm>
            <a:off x="306863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9" name="F2_precision_recall_distributions_5363">
            <a:extLst>
              <a:ext uri="{FF2B5EF4-FFF2-40B4-BE49-F238E27FC236}">
                <a16:creationId xmlns:a16="http://schemas.microsoft.com/office/drawing/2014/main" id="{9A718E44-6E52-4E3A-B179-667D90C69D8D}"/>
              </a:ext>
            </a:extLst>
          </p:cNvPr>
          <p:cNvSpPr>
            <a:spLocks noGrp="1"/>
          </p:cNvSpPr>
          <p:nvPr/>
        </p:nvSpPr>
        <p:spPr>
          <a:xfrm>
            <a:off x="307819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0" name="F2_precision_recall_distributions_5364">
            <a:extLst>
              <a:ext uri="{FF2B5EF4-FFF2-40B4-BE49-F238E27FC236}">
                <a16:creationId xmlns:a16="http://schemas.microsoft.com/office/drawing/2014/main" id="{516A979C-8993-4D90-AF9E-8FB115A1F697}"/>
              </a:ext>
            </a:extLst>
          </p:cNvPr>
          <p:cNvSpPr>
            <a:spLocks noGrp="1"/>
          </p:cNvSpPr>
          <p:nvPr/>
        </p:nvSpPr>
        <p:spPr>
          <a:xfrm>
            <a:off x="302136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1" name="F2_precision_recall_distributions_5365">
            <a:extLst>
              <a:ext uri="{FF2B5EF4-FFF2-40B4-BE49-F238E27FC236}">
                <a16:creationId xmlns:a16="http://schemas.microsoft.com/office/drawing/2014/main" id="{40C75508-850F-41FD-8EFE-BCABA44353D2}"/>
              </a:ext>
            </a:extLst>
          </p:cNvPr>
          <p:cNvSpPr>
            <a:spLocks noGrp="1"/>
          </p:cNvSpPr>
          <p:nvPr/>
        </p:nvSpPr>
        <p:spPr>
          <a:xfrm>
            <a:off x="3105302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2" name="F2_precision_recall_distributions_5366">
            <a:extLst>
              <a:ext uri="{FF2B5EF4-FFF2-40B4-BE49-F238E27FC236}">
                <a16:creationId xmlns:a16="http://schemas.microsoft.com/office/drawing/2014/main" id="{04630956-1CF8-4365-9C16-20303909C517}"/>
              </a:ext>
            </a:extLst>
          </p:cNvPr>
          <p:cNvSpPr>
            <a:spLocks noGrp="1"/>
          </p:cNvSpPr>
          <p:nvPr/>
        </p:nvSpPr>
        <p:spPr>
          <a:xfrm>
            <a:off x="288211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3" name="F2_precision_recall_distributions_5367">
            <a:extLst>
              <a:ext uri="{FF2B5EF4-FFF2-40B4-BE49-F238E27FC236}">
                <a16:creationId xmlns:a16="http://schemas.microsoft.com/office/drawing/2014/main" id="{04838A6A-07BB-4F5F-A950-2DDF13B7523B}"/>
              </a:ext>
            </a:extLst>
          </p:cNvPr>
          <p:cNvSpPr>
            <a:spLocks noGrp="1"/>
          </p:cNvSpPr>
          <p:nvPr/>
        </p:nvSpPr>
        <p:spPr>
          <a:xfrm>
            <a:off x="308871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4" name="F2_precision_recall_distributions_5368">
            <a:extLst>
              <a:ext uri="{FF2B5EF4-FFF2-40B4-BE49-F238E27FC236}">
                <a16:creationId xmlns:a16="http://schemas.microsoft.com/office/drawing/2014/main" id="{6810FCA9-6D6A-4B0C-904D-5EB58428A892}"/>
              </a:ext>
            </a:extLst>
          </p:cNvPr>
          <p:cNvSpPr>
            <a:spLocks noGrp="1"/>
          </p:cNvSpPr>
          <p:nvPr/>
        </p:nvSpPr>
        <p:spPr>
          <a:xfrm>
            <a:off x="3052301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5" name="F2_precision_recall_distributions_5369">
            <a:extLst>
              <a:ext uri="{FF2B5EF4-FFF2-40B4-BE49-F238E27FC236}">
                <a16:creationId xmlns:a16="http://schemas.microsoft.com/office/drawing/2014/main" id="{A5A45F68-48F5-4B88-B911-45F65F724F37}"/>
              </a:ext>
            </a:extLst>
          </p:cNvPr>
          <p:cNvSpPr>
            <a:spLocks noGrp="1"/>
          </p:cNvSpPr>
          <p:nvPr/>
        </p:nvSpPr>
        <p:spPr>
          <a:xfrm>
            <a:off x="306739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6" name="F2_precision_recall_distributions_5370">
            <a:extLst>
              <a:ext uri="{FF2B5EF4-FFF2-40B4-BE49-F238E27FC236}">
                <a16:creationId xmlns:a16="http://schemas.microsoft.com/office/drawing/2014/main" id="{B7DE8804-02F8-41C6-8849-0BCBBB3C8A81}"/>
              </a:ext>
            </a:extLst>
          </p:cNvPr>
          <p:cNvSpPr>
            <a:spLocks noGrp="1"/>
          </p:cNvSpPr>
          <p:nvPr/>
        </p:nvSpPr>
        <p:spPr>
          <a:xfrm>
            <a:off x="317062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7" name="F2_precision_recall_distributions_5371">
            <a:extLst>
              <a:ext uri="{FF2B5EF4-FFF2-40B4-BE49-F238E27FC236}">
                <a16:creationId xmlns:a16="http://schemas.microsoft.com/office/drawing/2014/main" id="{B4C72905-36D7-4000-800C-DCCEBF84ED25}"/>
              </a:ext>
            </a:extLst>
          </p:cNvPr>
          <p:cNvSpPr>
            <a:spLocks noGrp="1"/>
          </p:cNvSpPr>
          <p:nvPr/>
        </p:nvSpPr>
        <p:spPr>
          <a:xfrm>
            <a:off x="3135320" y="44613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8" name="F2_precision_recall_distributions_5372">
            <a:extLst>
              <a:ext uri="{FF2B5EF4-FFF2-40B4-BE49-F238E27FC236}">
                <a16:creationId xmlns:a16="http://schemas.microsoft.com/office/drawing/2014/main" id="{1D29EB2F-9C22-4C6B-8246-470B79F76A77}"/>
              </a:ext>
            </a:extLst>
          </p:cNvPr>
          <p:cNvSpPr>
            <a:spLocks noGrp="1"/>
          </p:cNvSpPr>
          <p:nvPr/>
        </p:nvSpPr>
        <p:spPr>
          <a:xfrm>
            <a:off x="3076074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9" name="F2_precision_recall_distributions_5373">
            <a:extLst>
              <a:ext uri="{FF2B5EF4-FFF2-40B4-BE49-F238E27FC236}">
                <a16:creationId xmlns:a16="http://schemas.microsoft.com/office/drawing/2014/main" id="{7054D299-6078-40F9-B81A-C87AB887F368}"/>
              </a:ext>
            </a:extLst>
          </p:cNvPr>
          <p:cNvSpPr>
            <a:spLocks noGrp="1"/>
          </p:cNvSpPr>
          <p:nvPr/>
        </p:nvSpPr>
        <p:spPr>
          <a:xfrm>
            <a:off x="2942947" y="43996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0" name="F2_precision_recall_distributions_5374">
            <a:extLst>
              <a:ext uri="{FF2B5EF4-FFF2-40B4-BE49-F238E27FC236}">
                <a16:creationId xmlns:a16="http://schemas.microsoft.com/office/drawing/2014/main" id="{C62D63BE-C4D7-4276-9185-CB6D65972056}"/>
              </a:ext>
            </a:extLst>
          </p:cNvPr>
          <p:cNvSpPr>
            <a:spLocks noGrp="1"/>
          </p:cNvSpPr>
          <p:nvPr/>
        </p:nvSpPr>
        <p:spPr>
          <a:xfrm>
            <a:off x="313738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1" name="F2_precision_recall_distributions_5375">
            <a:extLst>
              <a:ext uri="{FF2B5EF4-FFF2-40B4-BE49-F238E27FC236}">
                <a16:creationId xmlns:a16="http://schemas.microsoft.com/office/drawing/2014/main" id="{B4F39FC7-8A1F-4B8F-88F3-85F4F44EB293}"/>
              </a:ext>
            </a:extLst>
          </p:cNvPr>
          <p:cNvSpPr>
            <a:spLocks noGrp="1"/>
          </p:cNvSpPr>
          <p:nvPr/>
        </p:nvSpPr>
        <p:spPr>
          <a:xfrm>
            <a:off x="317084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2" name="F2_precision_recall_distributions_5376">
            <a:extLst>
              <a:ext uri="{FF2B5EF4-FFF2-40B4-BE49-F238E27FC236}">
                <a16:creationId xmlns:a16="http://schemas.microsoft.com/office/drawing/2014/main" id="{A5CF9E38-979D-4E82-96DA-5AAD52A7D265}"/>
              </a:ext>
            </a:extLst>
          </p:cNvPr>
          <p:cNvSpPr>
            <a:spLocks noGrp="1"/>
          </p:cNvSpPr>
          <p:nvPr/>
        </p:nvSpPr>
        <p:spPr>
          <a:xfrm>
            <a:off x="315883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3" name="F2_precision_recall_distributions_5377">
            <a:extLst>
              <a:ext uri="{FF2B5EF4-FFF2-40B4-BE49-F238E27FC236}">
                <a16:creationId xmlns:a16="http://schemas.microsoft.com/office/drawing/2014/main" id="{A65D14E4-6AB1-467A-AD05-31DB0EF76BDF}"/>
              </a:ext>
            </a:extLst>
          </p:cNvPr>
          <p:cNvSpPr>
            <a:spLocks noGrp="1"/>
          </p:cNvSpPr>
          <p:nvPr/>
        </p:nvSpPr>
        <p:spPr>
          <a:xfrm>
            <a:off x="286135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4" name="F2_precision_recall_distributions_5378">
            <a:extLst>
              <a:ext uri="{FF2B5EF4-FFF2-40B4-BE49-F238E27FC236}">
                <a16:creationId xmlns:a16="http://schemas.microsoft.com/office/drawing/2014/main" id="{DEB21D86-8513-4787-BAA1-BD12EB318166}"/>
              </a:ext>
            </a:extLst>
          </p:cNvPr>
          <p:cNvSpPr>
            <a:spLocks noGrp="1"/>
          </p:cNvSpPr>
          <p:nvPr/>
        </p:nvSpPr>
        <p:spPr>
          <a:xfrm>
            <a:off x="314594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5" name="F2_precision_recall_distributions_5379">
            <a:extLst>
              <a:ext uri="{FF2B5EF4-FFF2-40B4-BE49-F238E27FC236}">
                <a16:creationId xmlns:a16="http://schemas.microsoft.com/office/drawing/2014/main" id="{6479F30A-9F99-44AC-B394-F3F14BAE7459}"/>
              </a:ext>
            </a:extLst>
          </p:cNvPr>
          <p:cNvSpPr>
            <a:spLocks noGrp="1"/>
          </p:cNvSpPr>
          <p:nvPr/>
        </p:nvSpPr>
        <p:spPr>
          <a:xfrm>
            <a:off x="3136713" y="44845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6" name="F2_precision_recall_distributions_5380">
            <a:extLst>
              <a:ext uri="{FF2B5EF4-FFF2-40B4-BE49-F238E27FC236}">
                <a16:creationId xmlns:a16="http://schemas.microsoft.com/office/drawing/2014/main" id="{06466C27-C8F4-4AA9-8F6C-B23AF2E58476}"/>
              </a:ext>
            </a:extLst>
          </p:cNvPr>
          <p:cNvSpPr>
            <a:spLocks noGrp="1"/>
          </p:cNvSpPr>
          <p:nvPr/>
        </p:nvSpPr>
        <p:spPr>
          <a:xfrm>
            <a:off x="285798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7" name="F2_precision_recall_distributions_5381">
            <a:extLst>
              <a:ext uri="{FF2B5EF4-FFF2-40B4-BE49-F238E27FC236}">
                <a16:creationId xmlns:a16="http://schemas.microsoft.com/office/drawing/2014/main" id="{FB3DA190-E5B5-41A5-8547-91A9727EC111}"/>
              </a:ext>
            </a:extLst>
          </p:cNvPr>
          <p:cNvSpPr>
            <a:spLocks noGrp="1"/>
          </p:cNvSpPr>
          <p:nvPr/>
        </p:nvSpPr>
        <p:spPr>
          <a:xfrm>
            <a:off x="293487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8" name="F2_precision_recall_distributions_5382">
            <a:extLst>
              <a:ext uri="{FF2B5EF4-FFF2-40B4-BE49-F238E27FC236}">
                <a16:creationId xmlns:a16="http://schemas.microsoft.com/office/drawing/2014/main" id="{C08F4021-0166-4156-970E-BE7FE620BC2B}"/>
              </a:ext>
            </a:extLst>
          </p:cNvPr>
          <p:cNvSpPr>
            <a:spLocks noGrp="1"/>
          </p:cNvSpPr>
          <p:nvPr/>
        </p:nvSpPr>
        <p:spPr>
          <a:xfrm>
            <a:off x="308651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9" name="F2_precision_recall_distributions_5383">
            <a:extLst>
              <a:ext uri="{FF2B5EF4-FFF2-40B4-BE49-F238E27FC236}">
                <a16:creationId xmlns:a16="http://schemas.microsoft.com/office/drawing/2014/main" id="{5BA71ADD-FB53-4439-93D7-03592508176A}"/>
              </a:ext>
            </a:extLst>
          </p:cNvPr>
          <p:cNvSpPr>
            <a:spLocks noGrp="1"/>
          </p:cNvSpPr>
          <p:nvPr/>
        </p:nvSpPr>
        <p:spPr>
          <a:xfrm>
            <a:off x="2914591" y="45989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0" name="F2_precision_recall_distributions_5384">
            <a:extLst>
              <a:ext uri="{FF2B5EF4-FFF2-40B4-BE49-F238E27FC236}">
                <a16:creationId xmlns:a16="http://schemas.microsoft.com/office/drawing/2014/main" id="{DFEEDEA5-A07F-4DDC-A182-56BBF0962C38}"/>
              </a:ext>
            </a:extLst>
          </p:cNvPr>
          <p:cNvSpPr>
            <a:spLocks noGrp="1"/>
          </p:cNvSpPr>
          <p:nvPr/>
        </p:nvSpPr>
        <p:spPr>
          <a:xfrm>
            <a:off x="293313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1" name="F2_precision_recall_distributions_5385">
            <a:extLst>
              <a:ext uri="{FF2B5EF4-FFF2-40B4-BE49-F238E27FC236}">
                <a16:creationId xmlns:a16="http://schemas.microsoft.com/office/drawing/2014/main" id="{A469D7FE-8FCE-4F57-A5D5-94DE2491E79C}"/>
              </a:ext>
            </a:extLst>
          </p:cNvPr>
          <p:cNvSpPr>
            <a:spLocks noGrp="1"/>
          </p:cNvSpPr>
          <p:nvPr/>
        </p:nvSpPr>
        <p:spPr>
          <a:xfrm>
            <a:off x="28243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2" name="F2_precision_recall_distributions_5386">
            <a:extLst>
              <a:ext uri="{FF2B5EF4-FFF2-40B4-BE49-F238E27FC236}">
                <a16:creationId xmlns:a16="http://schemas.microsoft.com/office/drawing/2014/main" id="{E32D5412-BE4D-4BFE-80D1-12AF3FFAAF7A}"/>
              </a:ext>
            </a:extLst>
          </p:cNvPr>
          <p:cNvSpPr>
            <a:spLocks noGrp="1"/>
          </p:cNvSpPr>
          <p:nvPr/>
        </p:nvSpPr>
        <p:spPr>
          <a:xfrm>
            <a:off x="3150748" y="42864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3" name="F2_precision_recall_distributions_5387">
            <a:extLst>
              <a:ext uri="{FF2B5EF4-FFF2-40B4-BE49-F238E27FC236}">
                <a16:creationId xmlns:a16="http://schemas.microsoft.com/office/drawing/2014/main" id="{983AE6F8-9BA0-44AE-B9E3-D0D23E0781A0}"/>
              </a:ext>
            </a:extLst>
          </p:cNvPr>
          <p:cNvSpPr>
            <a:spLocks noGrp="1"/>
          </p:cNvSpPr>
          <p:nvPr/>
        </p:nvSpPr>
        <p:spPr>
          <a:xfrm>
            <a:off x="307574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4" name="F2_precision_recall_distributions_5388">
            <a:extLst>
              <a:ext uri="{FF2B5EF4-FFF2-40B4-BE49-F238E27FC236}">
                <a16:creationId xmlns:a16="http://schemas.microsoft.com/office/drawing/2014/main" id="{E71514DC-1578-4D91-B3F1-C3D867199E67}"/>
              </a:ext>
            </a:extLst>
          </p:cNvPr>
          <p:cNvSpPr>
            <a:spLocks noGrp="1"/>
          </p:cNvSpPr>
          <p:nvPr/>
        </p:nvSpPr>
        <p:spPr>
          <a:xfrm>
            <a:off x="306238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5" name="F2_precision_recall_distributions_5389">
            <a:extLst>
              <a:ext uri="{FF2B5EF4-FFF2-40B4-BE49-F238E27FC236}">
                <a16:creationId xmlns:a16="http://schemas.microsoft.com/office/drawing/2014/main" id="{78774E93-99A9-4E64-9FD9-90741FB6B237}"/>
              </a:ext>
            </a:extLst>
          </p:cNvPr>
          <p:cNvSpPr>
            <a:spLocks noGrp="1"/>
          </p:cNvSpPr>
          <p:nvPr/>
        </p:nvSpPr>
        <p:spPr>
          <a:xfrm>
            <a:off x="290111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6" name="F2_precision_recall_distributions_5390">
            <a:extLst>
              <a:ext uri="{FF2B5EF4-FFF2-40B4-BE49-F238E27FC236}">
                <a16:creationId xmlns:a16="http://schemas.microsoft.com/office/drawing/2014/main" id="{59CEDD9E-CB56-4DC5-85FD-AF32B30C1192}"/>
              </a:ext>
            </a:extLst>
          </p:cNvPr>
          <p:cNvSpPr>
            <a:spLocks noGrp="1"/>
          </p:cNvSpPr>
          <p:nvPr/>
        </p:nvSpPr>
        <p:spPr>
          <a:xfrm>
            <a:off x="3071329" y="46825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7" name="F2_precision_recall_distributions_5391">
            <a:extLst>
              <a:ext uri="{FF2B5EF4-FFF2-40B4-BE49-F238E27FC236}">
                <a16:creationId xmlns:a16="http://schemas.microsoft.com/office/drawing/2014/main" id="{49B34E18-0F4F-4A71-83EF-D69E12A9013C}"/>
              </a:ext>
            </a:extLst>
          </p:cNvPr>
          <p:cNvSpPr>
            <a:spLocks noGrp="1"/>
          </p:cNvSpPr>
          <p:nvPr/>
        </p:nvSpPr>
        <p:spPr>
          <a:xfrm>
            <a:off x="287510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8" name="F2_precision_recall_distributions_5392">
            <a:extLst>
              <a:ext uri="{FF2B5EF4-FFF2-40B4-BE49-F238E27FC236}">
                <a16:creationId xmlns:a16="http://schemas.microsoft.com/office/drawing/2014/main" id="{30FE2602-8A83-4278-B837-4EADD82384F4}"/>
              </a:ext>
            </a:extLst>
          </p:cNvPr>
          <p:cNvSpPr>
            <a:spLocks noGrp="1"/>
          </p:cNvSpPr>
          <p:nvPr/>
        </p:nvSpPr>
        <p:spPr>
          <a:xfrm>
            <a:off x="2864248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9" name="F2_precision_recall_distributions_5393">
            <a:extLst>
              <a:ext uri="{FF2B5EF4-FFF2-40B4-BE49-F238E27FC236}">
                <a16:creationId xmlns:a16="http://schemas.microsoft.com/office/drawing/2014/main" id="{F8EB3A04-4940-4972-91A8-5ACEFBC2C34F}"/>
              </a:ext>
            </a:extLst>
          </p:cNvPr>
          <p:cNvSpPr>
            <a:spLocks noGrp="1"/>
          </p:cNvSpPr>
          <p:nvPr/>
        </p:nvSpPr>
        <p:spPr>
          <a:xfrm>
            <a:off x="289270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0" name="F2_precision_recall_distributions_5394">
            <a:extLst>
              <a:ext uri="{FF2B5EF4-FFF2-40B4-BE49-F238E27FC236}">
                <a16:creationId xmlns:a16="http://schemas.microsoft.com/office/drawing/2014/main" id="{122D6F27-93D7-404E-B302-E863587B9356}"/>
              </a:ext>
            </a:extLst>
          </p:cNvPr>
          <p:cNvSpPr>
            <a:spLocks noGrp="1"/>
          </p:cNvSpPr>
          <p:nvPr/>
        </p:nvSpPr>
        <p:spPr>
          <a:xfrm>
            <a:off x="282265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1" name="F2_precision_recall_distributions_5395">
            <a:extLst>
              <a:ext uri="{FF2B5EF4-FFF2-40B4-BE49-F238E27FC236}">
                <a16:creationId xmlns:a16="http://schemas.microsoft.com/office/drawing/2014/main" id="{04B71EE3-83A0-4290-A6FD-8B8CB71E2FF2}"/>
              </a:ext>
            </a:extLst>
          </p:cNvPr>
          <p:cNvSpPr>
            <a:spLocks noGrp="1"/>
          </p:cNvSpPr>
          <p:nvPr/>
        </p:nvSpPr>
        <p:spPr>
          <a:xfrm>
            <a:off x="2870220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2" name="F2_precision_recall_distributions_5396">
            <a:extLst>
              <a:ext uri="{FF2B5EF4-FFF2-40B4-BE49-F238E27FC236}">
                <a16:creationId xmlns:a16="http://schemas.microsoft.com/office/drawing/2014/main" id="{160497BC-1277-4B2A-9519-1158BDC371AC}"/>
              </a:ext>
            </a:extLst>
          </p:cNvPr>
          <p:cNvSpPr>
            <a:spLocks noGrp="1"/>
          </p:cNvSpPr>
          <p:nvPr/>
        </p:nvSpPr>
        <p:spPr>
          <a:xfrm>
            <a:off x="285366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3" name="F2_precision_recall_distributions_5397">
            <a:extLst>
              <a:ext uri="{FF2B5EF4-FFF2-40B4-BE49-F238E27FC236}">
                <a16:creationId xmlns:a16="http://schemas.microsoft.com/office/drawing/2014/main" id="{53F23114-60AC-437E-8934-82AEE46AC786}"/>
              </a:ext>
            </a:extLst>
          </p:cNvPr>
          <p:cNvSpPr>
            <a:spLocks noGrp="1"/>
          </p:cNvSpPr>
          <p:nvPr/>
        </p:nvSpPr>
        <p:spPr>
          <a:xfrm>
            <a:off x="3141404" y="48361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4" name="F2_precision_recall_distributions_5398">
            <a:extLst>
              <a:ext uri="{FF2B5EF4-FFF2-40B4-BE49-F238E27FC236}">
                <a16:creationId xmlns:a16="http://schemas.microsoft.com/office/drawing/2014/main" id="{0271BD58-610D-4737-B301-586534208FD4}"/>
              </a:ext>
            </a:extLst>
          </p:cNvPr>
          <p:cNvSpPr>
            <a:spLocks noGrp="1"/>
          </p:cNvSpPr>
          <p:nvPr/>
        </p:nvSpPr>
        <p:spPr>
          <a:xfrm>
            <a:off x="3080670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5" name="F2_precision_recall_distributions_5399">
            <a:extLst>
              <a:ext uri="{FF2B5EF4-FFF2-40B4-BE49-F238E27FC236}">
                <a16:creationId xmlns:a16="http://schemas.microsoft.com/office/drawing/2014/main" id="{112E8EFC-A300-4342-8B2E-0350D5EC837E}"/>
              </a:ext>
            </a:extLst>
          </p:cNvPr>
          <p:cNvSpPr>
            <a:spLocks noGrp="1"/>
          </p:cNvSpPr>
          <p:nvPr/>
        </p:nvSpPr>
        <p:spPr>
          <a:xfrm>
            <a:off x="2903017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6" name="F2_precision_recall_distributions_5400">
            <a:extLst>
              <a:ext uri="{FF2B5EF4-FFF2-40B4-BE49-F238E27FC236}">
                <a16:creationId xmlns:a16="http://schemas.microsoft.com/office/drawing/2014/main" id="{4E15DCA4-4428-4E39-AACD-716D4CC4D9DD}"/>
              </a:ext>
            </a:extLst>
          </p:cNvPr>
          <p:cNvSpPr>
            <a:spLocks noGrp="1"/>
          </p:cNvSpPr>
          <p:nvPr/>
        </p:nvSpPr>
        <p:spPr>
          <a:xfrm>
            <a:off x="310201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7" name="F2_precision_recall_distributions_5401">
            <a:extLst>
              <a:ext uri="{FF2B5EF4-FFF2-40B4-BE49-F238E27FC236}">
                <a16:creationId xmlns:a16="http://schemas.microsoft.com/office/drawing/2014/main" id="{97D438BF-11B9-4F86-BA4C-50AAFA77E71E}"/>
              </a:ext>
            </a:extLst>
          </p:cNvPr>
          <p:cNvSpPr>
            <a:spLocks noGrp="1"/>
          </p:cNvSpPr>
          <p:nvPr/>
        </p:nvSpPr>
        <p:spPr>
          <a:xfrm>
            <a:off x="2979238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8" name="F2_precision_recall_distributions_5402">
            <a:extLst>
              <a:ext uri="{FF2B5EF4-FFF2-40B4-BE49-F238E27FC236}">
                <a16:creationId xmlns:a16="http://schemas.microsoft.com/office/drawing/2014/main" id="{C4C177EC-3EB7-4BA5-80B9-1107ADC331EA}"/>
              </a:ext>
            </a:extLst>
          </p:cNvPr>
          <p:cNvSpPr>
            <a:spLocks noGrp="1"/>
          </p:cNvSpPr>
          <p:nvPr/>
        </p:nvSpPr>
        <p:spPr>
          <a:xfrm>
            <a:off x="2864767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9" name="F2_precision_recall_distributions_5403">
            <a:extLst>
              <a:ext uri="{FF2B5EF4-FFF2-40B4-BE49-F238E27FC236}">
                <a16:creationId xmlns:a16="http://schemas.microsoft.com/office/drawing/2014/main" id="{AEABBA02-6DDF-4599-B95E-EF9DCFF8AC93}"/>
              </a:ext>
            </a:extLst>
          </p:cNvPr>
          <p:cNvSpPr>
            <a:spLocks noGrp="1"/>
          </p:cNvSpPr>
          <p:nvPr/>
        </p:nvSpPr>
        <p:spPr>
          <a:xfrm>
            <a:off x="3079500" y="47791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0" name="F2_precision_recall_distributions_5404">
            <a:extLst>
              <a:ext uri="{FF2B5EF4-FFF2-40B4-BE49-F238E27FC236}">
                <a16:creationId xmlns:a16="http://schemas.microsoft.com/office/drawing/2014/main" id="{977D0BD4-8D7E-4AC0-9A96-A4DDA608CDFF}"/>
              </a:ext>
            </a:extLst>
          </p:cNvPr>
          <p:cNvSpPr>
            <a:spLocks noGrp="1"/>
          </p:cNvSpPr>
          <p:nvPr/>
        </p:nvSpPr>
        <p:spPr>
          <a:xfrm>
            <a:off x="290343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1" name="F2_precision_recall_distributions_5405">
            <a:extLst>
              <a:ext uri="{FF2B5EF4-FFF2-40B4-BE49-F238E27FC236}">
                <a16:creationId xmlns:a16="http://schemas.microsoft.com/office/drawing/2014/main" id="{16913008-0454-4CF6-806A-BC38585EB196}"/>
              </a:ext>
            </a:extLst>
          </p:cNvPr>
          <p:cNvSpPr>
            <a:spLocks noGrp="1"/>
          </p:cNvSpPr>
          <p:nvPr/>
        </p:nvSpPr>
        <p:spPr>
          <a:xfrm>
            <a:off x="3154142" y="44319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2" name="F2_precision_recall_distributions_5406">
            <a:extLst>
              <a:ext uri="{FF2B5EF4-FFF2-40B4-BE49-F238E27FC236}">
                <a16:creationId xmlns:a16="http://schemas.microsoft.com/office/drawing/2014/main" id="{1963C477-AA01-4A6E-9DD6-59F9EAC8EC2C}"/>
              </a:ext>
            </a:extLst>
          </p:cNvPr>
          <p:cNvSpPr>
            <a:spLocks noGrp="1"/>
          </p:cNvSpPr>
          <p:nvPr/>
        </p:nvSpPr>
        <p:spPr>
          <a:xfrm>
            <a:off x="3028972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3" name="F2_precision_recall_distributions_5407">
            <a:extLst>
              <a:ext uri="{FF2B5EF4-FFF2-40B4-BE49-F238E27FC236}">
                <a16:creationId xmlns:a16="http://schemas.microsoft.com/office/drawing/2014/main" id="{2B67ADD2-5055-4F60-9A9D-47BC915CC09A}"/>
              </a:ext>
            </a:extLst>
          </p:cNvPr>
          <p:cNvSpPr>
            <a:spLocks noGrp="1"/>
          </p:cNvSpPr>
          <p:nvPr/>
        </p:nvSpPr>
        <p:spPr>
          <a:xfrm>
            <a:off x="3020674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4" name="F2_precision_recall_distributions_5408">
            <a:extLst>
              <a:ext uri="{FF2B5EF4-FFF2-40B4-BE49-F238E27FC236}">
                <a16:creationId xmlns:a16="http://schemas.microsoft.com/office/drawing/2014/main" id="{C8E3F1DD-73EB-45BE-AC92-1D1F7D22F09F}"/>
              </a:ext>
            </a:extLst>
          </p:cNvPr>
          <p:cNvSpPr>
            <a:spLocks noGrp="1"/>
          </p:cNvSpPr>
          <p:nvPr/>
        </p:nvSpPr>
        <p:spPr>
          <a:xfrm>
            <a:off x="312432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5" name="F2_precision_recall_distributions_5409">
            <a:extLst>
              <a:ext uri="{FF2B5EF4-FFF2-40B4-BE49-F238E27FC236}">
                <a16:creationId xmlns:a16="http://schemas.microsoft.com/office/drawing/2014/main" id="{9565EF7A-B8A3-4996-81E9-8BFC31F2B8D2}"/>
              </a:ext>
            </a:extLst>
          </p:cNvPr>
          <p:cNvSpPr>
            <a:spLocks noGrp="1"/>
          </p:cNvSpPr>
          <p:nvPr/>
        </p:nvSpPr>
        <p:spPr>
          <a:xfrm>
            <a:off x="3006990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6" name="F2_precision_recall_distributions_5410">
            <a:extLst>
              <a:ext uri="{FF2B5EF4-FFF2-40B4-BE49-F238E27FC236}">
                <a16:creationId xmlns:a16="http://schemas.microsoft.com/office/drawing/2014/main" id="{E3B273AE-6DD6-4BE2-8CE1-51650A9A0888}"/>
              </a:ext>
            </a:extLst>
          </p:cNvPr>
          <p:cNvSpPr>
            <a:spLocks noGrp="1"/>
          </p:cNvSpPr>
          <p:nvPr/>
        </p:nvSpPr>
        <p:spPr>
          <a:xfrm>
            <a:off x="3030161" y="43511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7" name="F2_precision_recall_distributions_5411">
            <a:extLst>
              <a:ext uri="{FF2B5EF4-FFF2-40B4-BE49-F238E27FC236}">
                <a16:creationId xmlns:a16="http://schemas.microsoft.com/office/drawing/2014/main" id="{7450057C-E925-44F2-BC40-42624A0D98A5}"/>
              </a:ext>
            </a:extLst>
          </p:cNvPr>
          <p:cNvSpPr>
            <a:spLocks noGrp="1"/>
          </p:cNvSpPr>
          <p:nvPr/>
        </p:nvSpPr>
        <p:spPr>
          <a:xfrm>
            <a:off x="3104946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8" name="F2_precision_recall_distributions_5412">
            <a:extLst>
              <a:ext uri="{FF2B5EF4-FFF2-40B4-BE49-F238E27FC236}">
                <a16:creationId xmlns:a16="http://schemas.microsoft.com/office/drawing/2014/main" id="{2452B6DF-8A33-4D50-BC3B-BB7E9908B5EE}"/>
              </a:ext>
            </a:extLst>
          </p:cNvPr>
          <p:cNvSpPr>
            <a:spLocks noGrp="1"/>
          </p:cNvSpPr>
          <p:nvPr/>
        </p:nvSpPr>
        <p:spPr>
          <a:xfrm>
            <a:off x="291451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9" name="F2_precision_recall_distributions_5413">
            <a:extLst>
              <a:ext uri="{FF2B5EF4-FFF2-40B4-BE49-F238E27FC236}">
                <a16:creationId xmlns:a16="http://schemas.microsoft.com/office/drawing/2014/main" id="{7614F2AB-68D0-4089-BD6E-8A13916A2F3F}"/>
              </a:ext>
            </a:extLst>
          </p:cNvPr>
          <p:cNvSpPr>
            <a:spLocks noGrp="1"/>
          </p:cNvSpPr>
          <p:nvPr/>
        </p:nvSpPr>
        <p:spPr>
          <a:xfrm>
            <a:off x="2853704" y="44951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0" name="F2_precision_recall_distributions_5414">
            <a:extLst>
              <a:ext uri="{FF2B5EF4-FFF2-40B4-BE49-F238E27FC236}">
                <a16:creationId xmlns:a16="http://schemas.microsoft.com/office/drawing/2014/main" id="{E315EB6E-FF92-4220-B63D-C2B4A10AB79C}"/>
              </a:ext>
            </a:extLst>
          </p:cNvPr>
          <p:cNvSpPr>
            <a:spLocks noGrp="1"/>
          </p:cNvSpPr>
          <p:nvPr/>
        </p:nvSpPr>
        <p:spPr>
          <a:xfrm>
            <a:off x="288823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1" name="F2_precision_recall_distributions_5415">
            <a:extLst>
              <a:ext uri="{FF2B5EF4-FFF2-40B4-BE49-F238E27FC236}">
                <a16:creationId xmlns:a16="http://schemas.microsoft.com/office/drawing/2014/main" id="{4FB1EADE-BAE5-4BEA-B5E4-AEF90E3B4AB0}"/>
              </a:ext>
            </a:extLst>
          </p:cNvPr>
          <p:cNvSpPr>
            <a:spLocks noGrp="1"/>
          </p:cNvSpPr>
          <p:nvPr/>
        </p:nvSpPr>
        <p:spPr>
          <a:xfrm>
            <a:off x="314160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2" name="F2_precision_recall_distributions_5416">
            <a:extLst>
              <a:ext uri="{FF2B5EF4-FFF2-40B4-BE49-F238E27FC236}">
                <a16:creationId xmlns:a16="http://schemas.microsoft.com/office/drawing/2014/main" id="{BB2A72E5-265C-4416-A0D6-4E1261FFFD82}"/>
              </a:ext>
            </a:extLst>
          </p:cNvPr>
          <p:cNvSpPr>
            <a:spLocks noGrp="1"/>
          </p:cNvSpPr>
          <p:nvPr/>
        </p:nvSpPr>
        <p:spPr>
          <a:xfrm>
            <a:off x="3842873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108" y="842186"/>
                </a:lnTo>
                <a:lnTo>
                  <a:pt x="19948" y="835606"/>
                </a:lnTo>
                <a:lnTo>
                  <a:pt x="43145" y="829027"/>
                </a:lnTo>
                <a:lnTo>
                  <a:pt x="72648" y="822447"/>
                </a:lnTo>
                <a:lnTo>
                  <a:pt x="106031" y="815868"/>
                </a:lnTo>
                <a:lnTo>
                  <a:pt x="140826" y="809288"/>
                </a:lnTo>
                <a:lnTo>
                  <a:pt x="174822" y="802708"/>
                </a:lnTo>
                <a:lnTo>
                  <a:pt x="206274" y="796129"/>
                </a:lnTo>
                <a:lnTo>
                  <a:pt x="234014" y="789549"/>
                </a:lnTo>
                <a:lnTo>
                  <a:pt x="257454" y="782970"/>
                </a:lnTo>
                <a:lnTo>
                  <a:pt x="276507" y="776390"/>
                </a:lnTo>
                <a:lnTo>
                  <a:pt x="291457" y="769811"/>
                </a:lnTo>
                <a:lnTo>
                  <a:pt x="302823" y="763231"/>
                </a:lnTo>
                <a:lnTo>
                  <a:pt x="311224" y="756651"/>
                </a:lnTo>
                <a:lnTo>
                  <a:pt x="317287" y="750072"/>
                </a:lnTo>
                <a:lnTo>
                  <a:pt x="321574" y="743492"/>
                </a:lnTo>
                <a:lnTo>
                  <a:pt x="324560" y="736913"/>
                </a:lnTo>
                <a:lnTo>
                  <a:pt x="326616" y="730333"/>
                </a:lnTo>
                <a:lnTo>
                  <a:pt x="328026" y="723754"/>
                </a:lnTo>
                <a:lnTo>
                  <a:pt x="328997" y="717174"/>
                </a:lnTo>
                <a:lnTo>
                  <a:pt x="329681" y="710594"/>
                </a:lnTo>
                <a:lnTo>
                  <a:pt x="330184" y="704015"/>
                </a:lnTo>
                <a:lnTo>
                  <a:pt x="330587" y="697435"/>
                </a:lnTo>
                <a:lnTo>
                  <a:pt x="330945" y="690856"/>
                </a:lnTo>
                <a:lnTo>
                  <a:pt x="331300" y="684276"/>
                </a:lnTo>
                <a:lnTo>
                  <a:pt x="331677" y="677697"/>
                </a:lnTo>
                <a:lnTo>
                  <a:pt x="332089" y="671117"/>
                </a:lnTo>
                <a:lnTo>
                  <a:pt x="332541" y="664537"/>
                </a:lnTo>
                <a:lnTo>
                  <a:pt x="333025" y="657958"/>
                </a:lnTo>
                <a:lnTo>
                  <a:pt x="333525" y="651378"/>
                </a:lnTo>
                <a:lnTo>
                  <a:pt x="334022" y="644799"/>
                </a:lnTo>
                <a:lnTo>
                  <a:pt x="334494" y="638219"/>
                </a:lnTo>
                <a:lnTo>
                  <a:pt x="334922" y="631639"/>
                </a:lnTo>
                <a:lnTo>
                  <a:pt x="335289" y="625060"/>
                </a:lnTo>
                <a:lnTo>
                  <a:pt x="335587" y="618480"/>
                </a:lnTo>
                <a:lnTo>
                  <a:pt x="335815" y="611901"/>
                </a:lnTo>
                <a:lnTo>
                  <a:pt x="335980" y="605321"/>
                </a:lnTo>
                <a:lnTo>
                  <a:pt x="336094" y="598742"/>
                </a:lnTo>
                <a:lnTo>
                  <a:pt x="336173" y="592162"/>
                </a:lnTo>
                <a:lnTo>
                  <a:pt x="336235" y="585582"/>
                </a:lnTo>
                <a:lnTo>
                  <a:pt x="336293" y="579003"/>
                </a:lnTo>
                <a:lnTo>
                  <a:pt x="336361" y="572423"/>
                </a:lnTo>
                <a:lnTo>
                  <a:pt x="336444" y="565844"/>
                </a:lnTo>
                <a:lnTo>
                  <a:pt x="336544" y="559264"/>
                </a:lnTo>
                <a:lnTo>
                  <a:pt x="336659" y="552685"/>
                </a:lnTo>
                <a:lnTo>
                  <a:pt x="336784" y="546105"/>
                </a:lnTo>
                <a:lnTo>
                  <a:pt x="336911" y="539525"/>
                </a:lnTo>
                <a:lnTo>
                  <a:pt x="337033" y="532946"/>
                </a:lnTo>
                <a:lnTo>
                  <a:pt x="337145" y="526366"/>
                </a:lnTo>
                <a:lnTo>
                  <a:pt x="337242" y="519787"/>
                </a:lnTo>
                <a:lnTo>
                  <a:pt x="337322" y="513207"/>
                </a:lnTo>
                <a:lnTo>
                  <a:pt x="337384" y="506627"/>
                </a:lnTo>
                <a:lnTo>
                  <a:pt x="337428" y="500048"/>
                </a:lnTo>
                <a:lnTo>
                  <a:pt x="337456" y="493468"/>
                </a:lnTo>
                <a:lnTo>
                  <a:pt x="337468" y="486889"/>
                </a:lnTo>
                <a:lnTo>
                  <a:pt x="337464" y="480309"/>
                </a:lnTo>
                <a:lnTo>
                  <a:pt x="337445" y="473730"/>
                </a:lnTo>
                <a:lnTo>
                  <a:pt x="337410" y="467150"/>
                </a:lnTo>
                <a:lnTo>
                  <a:pt x="337358" y="460570"/>
                </a:lnTo>
                <a:lnTo>
                  <a:pt x="337288" y="453991"/>
                </a:lnTo>
                <a:lnTo>
                  <a:pt x="337200" y="447411"/>
                </a:lnTo>
                <a:lnTo>
                  <a:pt x="337097" y="440832"/>
                </a:lnTo>
                <a:lnTo>
                  <a:pt x="336981" y="434252"/>
                </a:lnTo>
                <a:lnTo>
                  <a:pt x="336859" y="427673"/>
                </a:lnTo>
                <a:lnTo>
                  <a:pt x="336739" y="421093"/>
                </a:lnTo>
                <a:lnTo>
                  <a:pt x="336629" y="414513"/>
                </a:lnTo>
                <a:lnTo>
                  <a:pt x="336539" y="407934"/>
                </a:lnTo>
                <a:lnTo>
                  <a:pt x="336477" y="401354"/>
                </a:lnTo>
                <a:lnTo>
                  <a:pt x="336450" y="394775"/>
                </a:lnTo>
                <a:lnTo>
                  <a:pt x="336459" y="388195"/>
                </a:lnTo>
                <a:lnTo>
                  <a:pt x="336503" y="381616"/>
                </a:lnTo>
                <a:lnTo>
                  <a:pt x="336579" y="375036"/>
                </a:lnTo>
                <a:lnTo>
                  <a:pt x="336678" y="368456"/>
                </a:lnTo>
                <a:lnTo>
                  <a:pt x="336791" y="361877"/>
                </a:lnTo>
                <a:lnTo>
                  <a:pt x="336909" y="355297"/>
                </a:lnTo>
                <a:lnTo>
                  <a:pt x="337020" y="348718"/>
                </a:lnTo>
                <a:lnTo>
                  <a:pt x="337118" y="342138"/>
                </a:lnTo>
                <a:lnTo>
                  <a:pt x="337196" y="335558"/>
                </a:lnTo>
                <a:lnTo>
                  <a:pt x="337248" y="328979"/>
                </a:lnTo>
                <a:lnTo>
                  <a:pt x="337273" y="322399"/>
                </a:lnTo>
                <a:lnTo>
                  <a:pt x="337268" y="315820"/>
                </a:lnTo>
                <a:lnTo>
                  <a:pt x="337234" y="309240"/>
                </a:lnTo>
                <a:lnTo>
                  <a:pt x="337174" y="302661"/>
                </a:lnTo>
                <a:lnTo>
                  <a:pt x="337089" y="296081"/>
                </a:lnTo>
                <a:lnTo>
                  <a:pt x="336986" y="289501"/>
                </a:lnTo>
                <a:lnTo>
                  <a:pt x="336871" y="282922"/>
                </a:lnTo>
                <a:lnTo>
                  <a:pt x="336754" y="276342"/>
                </a:lnTo>
                <a:lnTo>
                  <a:pt x="336644" y="269763"/>
                </a:lnTo>
                <a:lnTo>
                  <a:pt x="336552" y="263183"/>
                </a:lnTo>
                <a:lnTo>
                  <a:pt x="336485" y="256604"/>
                </a:lnTo>
                <a:lnTo>
                  <a:pt x="336452" y="250024"/>
                </a:lnTo>
                <a:lnTo>
                  <a:pt x="336455" y="243444"/>
                </a:lnTo>
                <a:lnTo>
                  <a:pt x="336494" y="236865"/>
                </a:lnTo>
                <a:lnTo>
                  <a:pt x="336565" y="230285"/>
                </a:lnTo>
                <a:lnTo>
                  <a:pt x="336663" y="223706"/>
                </a:lnTo>
                <a:lnTo>
                  <a:pt x="336777" y="217126"/>
                </a:lnTo>
                <a:lnTo>
                  <a:pt x="336899" y="210546"/>
                </a:lnTo>
                <a:lnTo>
                  <a:pt x="337019" y="203967"/>
                </a:lnTo>
                <a:lnTo>
                  <a:pt x="337132" y="197387"/>
                </a:lnTo>
                <a:lnTo>
                  <a:pt x="337232" y="190808"/>
                </a:lnTo>
                <a:lnTo>
                  <a:pt x="337316" y="184228"/>
                </a:lnTo>
                <a:lnTo>
                  <a:pt x="337383" y="177649"/>
                </a:lnTo>
                <a:lnTo>
                  <a:pt x="337435" y="171069"/>
                </a:lnTo>
                <a:lnTo>
                  <a:pt x="337473" y="164489"/>
                </a:lnTo>
                <a:lnTo>
                  <a:pt x="337500" y="157910"/>
                </a:lnTo>
                <a:lnTo>
                  <a:pt x="337518" y="151330"/>
                </a:lnTo>
                <a:lnTo>
                  <a:pt x="337529" y="144751"/>
                </a:lnTo>
                <a:lnTo>
                  <a:pt x="337535" y="138171"/>
                </a:lnTo>
                <a:lnTo>
                  <a:pt x="337537" y="131592"/>
                </a:lnTo>
                <a:lnTo>
                  <a:pt x="337535" y="125012"/>
                </a:lnTo>
                <a:lnTo>
                  <a:pt x="337528" y="118432"/>
                </a:lnTo>
                <a:lnTo>
                  <a:pt x="337515" y="111853"/>
                </a:lnTo>
                <a:lnTo>
                  <a:pt x="337490" y="105273"/>
                </a:lnTo>
                <a:lnTo>
                  <a:pt x="337451" y="98694"/>
                </a:lnTo>
                <a:lnTo>
                  <a:pt x="337389" y="92114"/>
                </a:lnTo>
                <a:lnTo>
                  <a:pt x="337297" y="85535"/>
                </a:lnTo>
                <a:lnTo>
                  <a:pt x="337165" y="78955"/>
                </a:lnTo>
                <a:lnTo>
                  <a:pt x="336982" y="72375"/>
                </a:lnTo>
                <a:lnTo>
                  <a:pt x="336740" y="65796"/>
                </a:lnTo>
                <a:lnTo>
                  <a:pt x="336434" y="59216"/>
                </a:lnTo>
                <a:lnTo>
                  <a:pt x="336061" y="52637"/>
                </a:lnTo>
                <a:lnTo>
                  <a:pt x="335631" y="46057"/>
                </a:lnTo>
                <a:lnTo>
                  <a:pt x="335159" y="39477"/>
                </a:lnTo>
                <a:lnTo>
                  <a:pt x="334669" y="32898"/>
                </a:lnTo>
                <a:lnTo>
                  <a:pt x="334195" y="26318"/>
                </a:lnTo>
                <a:lnTo>
                  <a:pt x="333772" y="19739"/>
                </a:lnTo>
                <a:lnTo>
                  <a:pt x="333438" y="13159"/>
                </a:lnTo>
                <a:lnTo>
                  <a:pt x="333224" y="6580"/>
                </a:lnTo>
                <a:lnTo>
                  <a:pt x="333150" y="0"/>
                </a:lnTo>
                <a:lnTo>
                  <a:pt x="341946" y="0"/>
                </a:lnTo>
                <a:lnTo>
                  <a:pt x="341946" y="0"/>
                </a:lnTo>
                <a:lnTo>
                  <a:pt x="341873" y="6580"/>
                </a:lnTo>
                <a:lnTo>
                  <a:pt x="341658" y="13159"/>
                </a:lnTo>
                <a:lnTo>
                  <a:pt x="341324" y="19739"/>
                </a:lnTo>
                <a:lnTo>
                  <a:pt x="340902" y="26318"/>
                </a:lnTo>
                <a:lnTo>
                  <a:pt x="340428" y="32898"/>
                </a:lnTo>
                <a:lnTo>
                  <a:pt x="339938" y="39477"/>
                </a:lnTo>
                <a:lnTo>
                  <a:pt x="339465" y="46057"/>
                </a:lnTo>
                <a:lnTo>
                  <a:pt x="339035" y="52637"/>
                </a:lnTo>
                <a:lnTo>
                  <a:pt x="338663" y="59216"/>
                </a:lnTo>
                <a:lnTo>
                  <a:pt x="338356" y="65796"/>
                </a:lnTo>
                <a:lnTo>
                  <a:pt x="338114" y="72375"/>
                </a:lnTo>
                <a:lnTo>
                  <a:pt x="337932" y="78955"/>
                </a:lnTo>
                <a:lnTo>
                  <a:pt x="337799" y="85535"/>
                </a:lnTo>
                <a:lnTo>
                  <a:pt x="337707" y="92114"/>
                </a:lnTo>
                <a:lnTo>
                  <a:pt x="337646" y="98694"/>
                </a:lnTo>
                <a:lnTo>
                  <a:pt x="337606" y="105273"/>
                </a:lnTo>
                <a:lnTo>
                  <a:pt x="337582" y="111853"/>
                </a:lnTo>
                <a:lnTo>
                  <a:pt x="337568" y="118432"/>
                </a:lnTo>
                <a:lnTo>
                  <a:pt x="337561" y="125012"/>
                </a:lnTo>
                <a:lnTo>
                  <a:pt x="337559" y="131592"/>
                </a:lnTo>
                <a:lnTo>
                  <a:pt x="337561" y="138171"/>
                </a:lnTo>
                <a:lnTo>
                  <a:pt x="337568" y="144751"/>
                </a:lnTo>
                <a:lnTo>
                  <a:pt x="337579" y="151330"/>
                </a:lnTo>
                <a:lnTo>
                  <a:pt x="337597" y="157910"/>
                </a:lnTo>
                <a:lnTo>
                  <a:pt x="337624" y="164489"/>
                </a:lnTo>
                <a:lnTo>
                  <a:pt x="337662" y="171069"/>
                </a:lnTo>
                <a:lnTo>
                  <a:pt x="337714" y="177649"/>
                </a:lnTo>
                <a:lnTo>
                  <a:pt x="337781" y="184228"/>
                </a:lnTo>
                <a:lnTo>
                  <a:pt x="337865" y="190808"/>
                </a:lnTo>
                <a:lnTo>
                  <a:pt x="337964" y="197387"/>
                </a:lnTo>
                <a:lnTo>
                  <a:pt x="338077" y="203967"/>
                </a:lnTo>
                <a:lnTo>
                  <a:pt x="338198" y="210546"/>
                </a:lnTo>
                <a:lnTo>
                  <a:pt x="338320" y="217126"/>
                </a:lnTo>
                <a:lnTo>
                  <a:pt x="338434" y="223706"/>
                </a:lnTo>
                <a:lnTo>
                  <a:pt x="338531" y="230285"/>
                </a:lnTo>
                <a:lnTo>
                  <a:pt x="338603" y="236865"/>
                </a:lnTo>
                <a:lnTo>
                  <a:pt x="338642" y="243444"/>
                </a:lnTo>
                <a:lnTo>
                  <a:pt x="338645" y="250024"/>
                </a:lnTo>
                <a:lnTo>
                  <a:pt x="338611" y="256604"/>
                </a:lnTo>
                <a:lnTo>
                  <a:pt x="338545" y="263183"/>
                </a:lnTo>
                <a:lnTo>
                  <a:pt x="338452" y="269763"/>
                </a:lnTo>
                <a:lnTo>
                  <a:pt x="338342" y="276342"/>
                </a:lnTo>
                <a:lnTo>
                  <a:pt x="338225" y="282922"/>
                </a:lnTo>
                <a:lnTo>
                  <a:pt x="338111" y="289501"/>
                </a:lnTo>
                <a:lnTo>
                  <a:pt x="338008" y="296081"/>
                </a:lnTo>
                <a:lnTo>
                  <a:pt x="337923" y="302661"/>
                </a:lnTo>
                <a:lnTo>
                  <a:pt x="337862" y="309240"/>
                </a:lnTo>
                <a:lnTo>
                  <a:pt x="337829" y="315820"/>
                </a:lnTo>
                <a:lnTo>
                  <a:pt x="337824" y="322399"/>
                </a:lnTo>
                <a:lnTo>
                  <a:pt x="337848" y="328979"/>
                </a:lnTo>
                <a:lnTo>
                  <a:pt x="337901" y="335558"/>
                </a:lnTo>
                <a:lnTo>
                  <a:pt x="337978" y="342138"/>
                </a:lnTo>
                <a:lnTo>
                  <a:pt x="338076" y="348718"/>
                </a:lnTo>
                <a:lnTo>
                  <a:pt x="338188" y="355297"/>
                </a:lnTo>
                <a:lnTo>
                  <a:pt x="338305" y="361877"/>
                </a:lnTo>
                <a:lnTo>
                  <a:pt x="338418" y="368456"/>
                </a:lnTo>
                <a:lnTo>
                  <a:pt x="338518" y="375036"/>
                </a:lnTo>
                <a:lnTo>
                  <a:pt x="338593" y="381616"/>
                </a:lnTo>
                <a:lnTo>
                  <a:pt x="338638" y="388195"/>
                </a:lnTo>
                <a:lnTo>
                  <a:pt x="338647" y="394775"/>
                </a:lnTo>
                <a:lnTo>
                  <a:pt x="338619" y="401354"/>
                </a:lnTo>
                <a:lnTo>
                  <a:pt x="338557" y="407934"/>
                </a:lnTo>
                <a:lnTo>
                  <a:pt x="338467" y="414513"/>
                </a:lnTo>
                <a:lnTo>
                  <a:pt x="338358" y="421093"/>
                </a:lnTo>
                <a:lnTo>
                  <a:pt x="338237" y="427673"/>
                </a:lnTo>
                <a:lnTo>
                  <a:pt x="338115" y="434252"/>
                </a:lnTo>
                <a:lnTo>
                  <a:pt x="338000" y="440832"/>
                </a:lnTo>
                <a:lnTo>
                  <a:pt x="337896" y="447411"/>
                </a:lnTo>
                <a:lnTo>
                  <a:pt x="337809" y="453991"/>
                </a:lnTo>
                <a:lnTo>
                  <a:pt x="337739" y="460570"/>
                </a:lnTo>
                <a:lnTo>
                  <a:pt x="337687" y="467150"/>
                </a:lnTo>
                <a:lnTo>
                  <a:pt x="337651" y="473730"/>
                </a:lnTo>
                <a:lnTo>
                  <a:pt x="337632" y="480309"/>
                </a:lnTo>
                <a:lnTo>
                  <a:pt x="337629" y="486889"/>
                </a:lnTo>
                <a:lnTo>
                  <a:pt x="337640" y="493468"/>
                </a:lnTo>
                <a:lnTo>
                  <a:pt x="337668" y="500048"/>
                </a:lnTo>
                <a:lnTo>
                  <a:pt x="337712" y="506627"/>
                </a:lnTo>
                <a:lnTo>
                  <a:pt x="337774" y="513207"/>
                </a:lnTo>
                <a:lnTo>
                  <a:pt x="337854" y="519787"/>
                </a:lnTo>
                <a:lnTo>
                  <a:pt x="337951" y="526366"/>
                </a:lnTo>
                <a:lnTo>
                  <a:pt x="338063" y="532946"/>
                </a:lnTo>
                <a:lnTo>
                  <a:pt x="338186" y="539525"/>
                </a:lnTo>
                <a:lnTo>
                  <a:pt x="338313" y="546105"/>
                </a:lnTo>
                <a:lnTo>
                  <a:pt x="338437" y="552685"/>
                </a:lnTo>
                <a:lnTo>
                  <a:pt x="338553" y="559264"/>
                </a:lnTo>
                <a:lnTo>
                  <a:pt x="338653" y="565844"/>
                </a:lnTo>
                <a:lnTo>
                  <a:pt x="338736" y="572423"/>
                </a:lnTo>
                <a:lnTo>
                  <a:pt x="338803" y="579003"/>
                </a:lnTo>
                <a:lnTo>
                  <a:pt x="338862" y="585582"/>
                </a:lnTo>
                <a:lnTo>
                  <a:pt x="338923" y="592162"/>
                </a:lnTo>
                <a:lnTo>
                  <a:pt x="339003" y="598742"/>
                </a:lnTo>
                <a:lnTo>
                  <a:pt x="339117" y="605321"/>
                </a:lnTo>
                <a:lnTo>
                  <a:pt x="339282" y="611901"/>
                </a:lnTo>
                <a:lnTo>
                  <a:pt x="339510" y="618480"/>
                </a:lnTo>
                <a:lnTo>
                  <a:pt x="339808" y="625060"/>
                </a:lnTo>
                <a:lnTo>
                  <a:pt x="340175" y="631639"/>
                </a:lnTo>
                <a:lnTo>
                  <a:pt x="340602" y="638219"/>
                </a:lnTo>
                <a:lnTo>
                  <a:pt x="341074" y="644799"/>
                </a:lnTo>
                <a:lnTo>
                  <a:pt x="341571" y="651378"/>
                </a:lnTo>
                <a:lnTo>
                  <a:pt x="342072" y="657958"/>
                </a:lnTo>
                <a:lnTo>
                  <a:pt x="342555" y="664537"/>
                </a:lnTo>
                <a:lnTo>
                  <a:pt x="343007" y="671117"/>
                </a:lnTo>
                <a:lnTo>
                  <a:pt x="343420" y="677697"/>
                </a:lnTo>
                <a:lnTo>
                  <a:pt x="343797" y="684276"/>
                </a:lnTo>
                <a:lnTo>
                  <a:pt x="344151" y="690856"/>
                </a:lnTo>
                <a:lnTo>
                  <a:pt x="344510" y="697435"/>
                </a:lnTo>
                <a:lnTo>
                  <a:pt x="344912" y="704015"/>
                </a:lnTo>
                <a:lnTo>
                  <a:pt x="345416" y="710594"/>
                </a:lnTo>
                <a:lnTo>
                  <a:pt x="346099" y="717174"/>
                </a:lnTo>
                <a:lnTo>
                  <a:pt x="347071" y="723754"/>
                </a:lnTo>
                <a:lnTo>
                  <a:pt x="348481" y="730333"/>
                </a:lnTo>
                <a:lnTo>
                  <a:pt x="350537" y="736913"/>
                </a:lnTo>
                <a:lnTo>
                  <a:pt x="353522" y="743492"/>
                </a:lnTo>
                <a:lnTo>
                  <a:pt x="357810" y="750072"/>
                </a:lnTo>
                <a:lnTo>
                  <a:pt x="363872" y="756651"/>
                </a:lnTo>
                <a:lnTo>
                  <a:pt x="372274" y="763231"/>
                </a:lnTo>
                <a:lnTo>
                  <a:pt x="383639" y="769811"/>
                </a:lnTo>
                <a:lnTo>
                  <a:pt x="398590" y="776390"/>
                </a:lnTo>
                <a:lnTo>
                  <a:pt x="417642" y="782970"/>
                </a:lnTo>
                <a:lnTo>
                  <a:pt x="441082" y="789549"/>
                </a:lnTo>
                <a:lnTo>
                  <a:pt x="468823" y="796129"/>
                </a:lnTo>
                <a:lnTo>
                  <a:pt x="500275" y="802708"/>
                </a:lnTo>
                <a:lnTo>
                  <a:pt x="534270" y="809288"/>
                </a:lnTo>
                <a:lnTo>
                  <a:pt x="569066" y="815868"/>
                </a:lnTo>
                <a:lnTo>
                  <a:pt x="602448" y="822447"/>
                </a:lnTo>
                <a:lnTo>
                  <a:pt x="631951" y="829027"/>
                </a:lnTo>
                <a:lnTo>
                  <a:pt x="655149" y="835606"/>
                </a:lnTo>
                <a:lnTo>
                  <a:pt x="6699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2603" name="F2_precision_recall_distributions_5417">
            <a:extLst>
              <a:ext uri="{FF2B5EF4-FFF2-40B4-BE49-F238E27FC236}">
                <a16:creationId xmlns:a16="http://schemas.microsoft.com/office/drawing/2014/main" id="{8DE8AA7D-CA56-46D3-B28C-EAE84F4A78FB}"/>
              </a:ext>
            </a:extLst>
          </p:cNvPr>
          <p:cNvSpPr>
            <a:spLocks noGrp="1"/>
          </p:cNvSpPr>
          <p:nvPr/>
        </p:nvSpPr>
        <p:spPr>
          <a:xfrm>
            <a:off x="435069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4" name="F2_precision_recall_distributions_5418">
            <a:extLst>
              <a:ext uri="{FF2B5EF4-FFF2-40B4-BE49-F238E27FC236}">
                <a16:creationId xmlns:a16="http://schemas.microsoft.com/office/drawing/2014/main" id="{E7F91225-4B9D-4641-8D6F-FE3B84DB5C1C}"/>
              </a:ext>
            </a:extLst>
          </p:cNvPr>
          <p:cNvSpPr>
            <a:spLocks noGrp="1"/>
          </p:cNvSpPr>
          <p:nvPr/>
        </p:nvSpPr>
        <p:spPr>
          <a:xfrm>
            <a:off x="419334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5" name="F2_precision_recall_distributions_5419">
            <a:extLst>
              <a:ext uri="{FF2B5EF4-FFF2-40B4-BE49-F238E27FC236}">
                <a16:creationId xmlns:a16="http://schemas.microsoft.com/office/drawing/2014/main" id="{76FB7ADD-0A56-43AD-BBCE-B1FA971D009C}"/>
              </a:ext>
            </a:extLst>
          </p:cNvPr>
          <p:cNvSpPr>
            <a:spLocks noGrp="1"/>
          </p:cNvSpPr>
          <p:nvPr/>
        </p:nvSpPr>
        <p:spPr>
          <a:xfrm>
            <a:off x="4185682" y="50737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6" name="F2_precision_recall_distributions_5420">
            <a:extLst>
              <a:ext uri="{FF2B5EF4-FFF2-40B4-BE49-F238E27FC236}">
                <a16:creationId xmlns:a16="http://schemas.microsoft.com/office/drawing/2014/main" id="{ED567BF7-3935-4B32-A96F-C07EA1161BC5}"/>
              </a:ext>
            </a:extLst>
          </p:cNvPr>
          <p:cNvSpPr>
            <a:spLocks noGrp="1"/>
          </p:cNvSpPr>
          <p:nvPr/>
        </p:nvSpPr>
        <p:spPr>
          <a:xfrm>
            <a:off x="399564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7" name="F2_precision_recall_distributions_5421">
            <a:extLst>
              <a:ext uri="{FF2B5EF4-FFF2-40B4-BE49-F238E27FC236}">
                <a16:creationId xmlns:a16="http://schemas.microsoft.com/office/drawing/2014/main" id="{1285B24F-B7AF-48F3-B08D-067621139F79}"/>
              </a:ext>
            </a:extLst>
          </p:cNvPr>
          <p:cNvSpPr>
            <a:spLocks noGrp="1"/>
          </p:cNvSpPr>
          <p:nvPr/>
        </p:nvSpPr>
        <p:spPr>
          <a:xfrm>
            <a:off x="4342996" y="505084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8" name="F2_precision_recall_distributions_5422">
            <a:extLst>
              <a:ext uri="{FF2B5EF4-FFF2-40B4-BE49-F238E27FC236}">
                <a16:creationId xmlns:a16="http://schemas.microsoft.com/office/drawing/2014/main" id="{F3BDBA40-64B7-4AA1-AFE1-6779A9592932}"/>
              </a:ext>
            </a:extLst>
          </p:cNvPr>
          <p:cNvSpPr>
            <a:spLocks noGrp="1"/>
          </p:cNvSpPr>
          <p:nvPr/>
        </p:nvSpPr>
        <p:spPr>
          <a:xfrm>
            <a:off x="412995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9" name="F2_precision_recall_distributions_5423">
            <a:extLst>
              <a:ext uri="{FF2B5EF4-FFF2-40B4-BE49-F238E27FC236}">
                <a16:creationId xmlns:a16="http://schemas.microsoft.com/office/drawing/2014/main" id="{5121A640-AD39-4CA2-B818-4687442C4C87}"/>
              </a:ext>
            </a:extLst>
          </p:cNvPr>
          <p:cNvSpPr>
            <a:spLocks noGrp="1"/>
          </p:cNvSpPr>
          <p:nvPr/>
        </p:nvSpPr>
        <p:spPr>
          <a:xfrm>
            <a:off x="413366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0" name="F2_precision_recall_distributions_5424">
            <a:extLst>
              <a:ext uri="{FF2B5EF4-FFF2-40B4-BE49-F238E27FC236}">
                <a16:creationId xmlns:a16="http://schemas.microsoft.com/office/drawing/2014/main" id="{4435852E-65B3-4AA8-82FE-70A70CAD4B4A}"/>
              </a:ext>
            </a:extLst>
          </p:cNvPr>
          <p:cNvSpPr>
            <a:spLocks noGrp="1"/>
          </p:cNvSpPr>
          <p:nvPr/>
        </p:nvSpPr>
        <p:spPr>
          <a:xfrm>
            <a:off x="4126155" y="50680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1" name="F2_precision_recall_distributions_5425">
            <a:extLst>
              <a:ext uri="{FF2B5EF4-FFF2-40B4-BE49-F238E27FC236}">
                <a16:creationId xmlns:a16="http://schemas.microsoft.com/office/drawing/2014/main" id="{26C4E4C2-90B5-4DE5-B20C-1962072FB249}"/>
              </a:ext>
            </a:extLst>
          </p:cNvPr>
          <p:cNvSpPr>
            <a:spLocks noGrp="1"/>
          </p:cNvSpPr>
          <p:nvPr/>
        </p:nvSpPr>
        <p:spPr>
          <a:xfrm>
            <a:off x="43341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2" name="F2_precision_recall_distributions_5426">
            <a:extLst>
              <a:ext uri="{FF2B5EF4-FFF2-40B4-BE49-F238E27FC236}">
                <a16:creationId xmlns:a16="http://schemas.microsoft.com/office/drawing/2014/main" id="{94BF7EC0-8688-44F3-AF71-AAEE619D96F7}"/>
              </a:ext>
            </a:extLst>
          </p:cNvPr>
          <p:cNvSpPr>
            <a:spLocks noGrp="1"/>
          </p:cNvSpPr>
          <p:nvPr/>
        </p:nvSpPr>
        <p:spPr>
          <a:xfrm>
            <a:off x="4190768" y="507389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3" name="F2_precision_recall_distributions_5427">
            <a:extLst>
              <a:ext uri="{FF2B5EF4-FFF2-40B4-BE49-F238E27FC236}">
                <a16:creationId xmlns:a16="http://schemas.microsoft.com/office/drawing/2014/main" id="{DE02ECA8-3B1D-48A2-A1D2-E53AF249CCCE}"/>
              </a:ext>
            </a:extLst>
          </p:cNvPr>
          <p:cNvSpPr>
            <a:spLocks noGrp="1"/>
          </p:cNvSpPr>
          <p:nvPr/>
        </p:nvSpPr>
        <p:spPr>
          <a:xfrm>
            <a:off x="4325350" y="46230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4" name="F2_precision_recall_distributions_5428">
            <a:extLst>
              <a:ext uri="{FF2B5EF4-FFF2-40B4-BE49-F238E27FC236}">
                <a16:creationId xmlns:a16="http://schemas.microsoft.com/office/drawing/2014/main" id="{E75D9666-0676-4D66-A3DD-88E249D795B6}"/>
              </a:ext>
            </a:extLst>
          </p:cNvPr>
          <p:cNvSpPr>
            <a:spLocks noGrp="1"/>
          </p:cNvSpPr>
          <p:nvPr/>
        </p:nvSpPr>
        <p:spPr>
          <a:xfrm>
            <a:off x="4030783" y="49669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5" name="F2_precision_recall_distributions_5429">
            <a:extLst>
              <a:ext uri="{FF2B5EF4-FFF2-40B4-BE49-F238E27FC236}">
                <a16:creationId xmlns:a16="http://schemas.microsoft.com/office/drawing/2014/main" id="{DEE6C4BF-EDC8-47A2-9CDA-DEFCDE70EE26}"/>
              </a:ext>
            </a:extLst>
          </p:cNvPr>
          <p:cNvSpPr>
            <a:spLocks noGrp="1"/>
          </p:cNvSpPr>
          <p:nvPr/>
        </p:nvSpPr>
        <p:spPr>
          <a:xfrm>
            <a:off x="4098101" y="50726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6" name="F2_precision_recall_distributions_5430">
            <a:extLst>
              <a:ext uri="{FF2B5EF4-FFF2-40B4-BE49-F238E27FC236}">
                <a16:creationId xmlns:a16="http://schemas.microsoft.com/office/drawing/2014/main" id="{A66C1FDD-D0AE-475A-AEF9-6618BCFD533E}"/>
              </a:ext>
            </a:extLst>
          </p:cNvPr>
          <p:cNvSpPr>
            <a:spLocks noGrp="1"/>
          </p:cNvSpPr>
          <p:nvPr/>
        </p:nvSpPr>
        <p:spPr>
          <a:xfrm>
            <a:off x="406379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7" name="F2_precision_recall_distributions_5431">
            <a:extLst>
              <a:ext uri="{FF2B5EF4-FFF2-40B4-BE49-F238E27FC236}">
                <a16:creationId xmlns:a16="http://schemas.microsoft.com/office/drawing/2014/main" id="{3D449BE0-8F45-4E18-9A2F-DB9FE914C4E5}"/>
              </a:ext>
            </a:extLst>
          </p:cNvPr>
          <p:cNvSpPr>
            <a:spLocks noGrp="1"/>
          </p:cNvSpPr>
          <p:nvPr/>
        </p:nvSpPr>
        <p:spPr>
          <a:xfrm>
            <a:off x="4012404" y="49243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8" name="F2_precision_recall_distributions_5432">
            <a:extLst>
              <a:ext uri="{FF2B5EF4-FFF2-40B4-BE49-F238E27FC236}">
                <a16:creationId xmlns:a16="http://schemas.microsoft.com/office/drawing/2014/main" id="{43691CD3-7D64-4496-ADB4-E87022BBCA2D}"/>
              </a:ext>
            </a:extLst>
          </p:cNvPr>
          <p:cNvSpPr>
            <a:spLocks noGrp="1"/>
          </p:cNvSpPr>
          <p:nvPr/>
        </p:nvSpPr>
        <p:spPr>
          <a:xfrm>
            <a:off x="4070768" y="506874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9" name="F2_precision_recall_distributions_5433">
            <a:extLst>
              <a:ext uri="{FF2B5EF4-FFF2-40B4-BE49-F238E27FC236}">
                <a16:creationId xmlns:a16="http://schemas.microsoft.com/office/drawing/2014/main" id="{41EDC162-BA1E-4824-BAA6-FD11004A1EDD}"/>
              </a:ext>
            </a:extLst>
          </p:cNvPr>
          <p:cNvSpPr>
            <a:spLocks noGrp="1"/>
          </p:cNvSpPr>
          <p:nvPr/>
        </p:nvSpPr>
        <p:spPr>
          <a:xfrm>
            <a:off x="418309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0" name="F2_precision_recall_distributions_5434">
            <a:extLst>
              <a:ext uri="{FF2B5EF4-FFF2-40B4-BE49-F238E27FC236}">
                <a16:creationId xmlns:a16="http://schemas.microsoft.com/office/drawing/2014/main" id="{E7CA28B7-9E3D-4BAA-B689-E23E57F80524}"/>
              </a:ext>
            </a:extLst>
          </p:cNvPr>
          <p:cNvSpPr>
            <a:spLocks noGrp="1"/>
          </p:cNvSpPr>
          <p:nvPr/>
        </p:nvSpPr>
        <p:spPr>
          <a:xfrm>
            <a:off x="4124399" y="49937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1" name="F2_precision_recall_distributions_5435">
            <a:extLst>
              <a:ext uri="{FF2B5EF4-FFF2-40B4-BE49-F238E27FC236}">
                <a16:creationId xmlns:a16="http://schemas.microsoft.com/office/drawing/2014/main" id="{F8CB969D-0B76-41EF-AB66-DF77B5BF73D2}"/>
              </a:ext>
            </a:extLst>
          </p:cNvPr>
          <p:cNvSpPr>
            <a:spLocks noGrp="1"/>
          </p:cNvSpPr>
          <p:nvPr/>
        </p:nvSpPr>
        <p:spPr>
          <a:xfrm>
            <a:off x="4013338" y="50557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2" name="F2_precision_recall_distributions_5436">
            <a:extLst>
              <a:ext uri="{FF2B5EF4-FFF2-40B4-BE49-F238E27FC236}">
                <a16:creationId xmlns:a16="http://schemas.microsoft.com/office/drawing/2014/main" id="{50C459AD-C9EC-42AC-8C7D-E1CBCBDD4603}"/>
              </a:ext>
            </a:extLst>
          </p:cNvPr>
          <p:cNvSpPr>
            <a:spLocks noGrp="1"/>
          </p:cNvSpPr>
          <p:nvPr/>
        </p:nvSpPr>
        <p:spPr>
          <a:xfrm>
            <a:off x="4064482" y="50679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3" name="F2_precision_recall_distributions_5437">
            <a:extLst>
              <a:ext uri="{FF2B5EF4-FFF2-40B4-BE49-F238E27FC236}">
                <a16:creationId xmlns:a16="http://schemas.microsoft.com/office/drawing/2014/main" id="{FE723CC9-5A14-4284-96C1-B0D98B874FFF}"/>
              </a:ext>
            </a:extLst>
          </p:cNvPr>
          <p:cNvSpPr>
            <a:spLocks noGrp="1"/>
          </p:cNvSpPr>
          <p:nvPr/>
        </p:nvSpPr>
        <p:spPr>
          <a:xfrm>
            <a:off x="3989492" y="50742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4" name="F2_precision_recall_distributions_5438">
            <a:extLst>
              <a:ext uri="{FF2B5EF4-FFF2-40B4-BE49-F238E27FC236}">
                <a16:creationId xmlns:a16="http://schemas.microsoft.com/office/drawing/2014/main" id="{DC206B7B-D388-4D80-A0DD-5B6714F9C2A3}"/>
              </a:ext>
            </a:extLst>
          </p:cNvPr>
          <p:cNvSpPr>
            <a:spLocks noGrp="1"/>
          </p:cNvSpPr>
          <p:nvPr/>
        </p:nvSpPr>
        <p:spPr>
          <a:xfrm>
            <a:off x="410906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5" name="F2_precision_recall_distributions_5439">
            <a:extLst>
              <a:ext uri="{FF2B5EF4-FFF2-40B4-BE49-F238E27FC236}">
                <a16:creationId xmlns:a16="http://schemas.microsoft.com/office/drawing/2014/main" id="{DE9F6208-790F-4E92-BD60-7313792E9A66}"/>
              </a:ext>
            </a:extLst>
          </p:cNvPr>
          <p:cNvSpPr>
            <a:spLocks noGrp="1"/>
          </p:cNvSpPr>
          <p:nvPr/>
        </p:nvSpPr>
        <p:spPr>
          <a:xfrm>
            <a:off x="4218397" y="494809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6" name="F2_precision_recall_distributions_5440">
            <a:extLst>
              <a:ext uri="{FF2B5EF4-FFF2-40B4-BE49-F238E27FC236}">
                <a16:creationId xmlns:a16="http://schemas.microsoft.com/office/drawing/2014/main" id="{C7CCA43F-F81C-4704-8B0A-F3D1A49280D2}"/>
              </a:ext>
            </a:extLst>
          </p:cNvPr>
          <p:cNvSpPr>
            <a:spLocks noGrp="1"/>
          </p:cNvSpPr>
          <p:nvPr/>
        </p:nvSpPr>
        <p:spPr>
          <a:xfrm>
            <a:off x="4270549" y="48941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7" name="F2_precision_recall_distributions_5441">
            <a:extLst>
              <a:ext uri="{FF2B5EF4-FFF2-40B4-BE49-F238E27FC236}">
                <a16:creationId xmlns:a16="http://schemas.microsoft.com/office/drawing/2014/main" id="{5C0BCB1F-253F-4AAD-898A-01C67E2F8A05}"/>
              </a:ext>
            </a:extLst>
          </p:cNvPr>
          <p:cNvSpPr>
            <a:spLocks noGrp="1"/>
          </p:cNvSpPr>
          <p:nvPr/>
        </p:nvSpPr>
        <p:spPr>
          <a:xfrm>
            <a:off x="420293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8" name="F2_precision_recall_distributions_5442">
            <a:extLst>
              <a:ext uri="{FF2B5EF4-FFF2-40B4-BE49-F238E27FC236}">
                <a16:creationId xmlns:a16="http://schemas.microsoft.com/office/drawing/2014/main" id="{8FF70EC9-488A-40F3-9AD5-223612CA0675}"/>
              </a:ext>
            </a:extLst>
          </p:cNvPr>
          <p:cNvSpPr>
            <a:spLocks noGrp="1"/>
          </p:cNvSpPr>
          <p:nvPr/>
        </p:nvSpPr>
        <p:spPr>
          <a:xfrm>
            <a:off x="428612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9" name="F2_precision_recall_distributions_5443">
            <a:extLst>
              <a:ext uri="{FF2B5EF4-FFF2-40B4-BE49-F238E27FC236}">
                <a16:creationId xmlns:a16="http://schemas.microsoft.com/office/drawing/2014/main" id="{A59CE07F-6A7D-4F6A-A93B-DFC810DC1CDC}"/>
              </a:ext>
            </a:extLst>
          </p:cNvPr>
          <p:cNvSpPr>
            <a:spLocks noGrp="1"/>
          </p:cNvSpPr>
          <p:nvPr/>
        </p:nvSpPr>
        <p:spPr>
          <a:xfrm>
            <a:off x="4122573" y="50725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0" name="F2_precision_recall_distributions_5444">
            <a:extLst>
              <a:ext uri="{FF2B5EF4-FFF2-40B4-BE49-F238E27FC236}">
                <a16:creationId xmlns:a16="http://schemas.microsoft.com/office/drawing/2014/main" id="{2E4AFB10-6F5D-425E-96D1-41C8B66CD49A}"/>
              </a:ext>
            </a:extLst>
          </p:cNvPr>
          <p:cNvSpPr>
            <a:spLocks noGrp="1"/>
          </p:cNvSpPr>
          <p:nvPr/>
        </p:nvSpPr>
        <p:spPr>
          <a:xfrm>
            <a:off x="425395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1" name="F2_precision_recall_distributions_5445">
            <a:extLst>
              <a:ext uri="{FF2B5EF4-FFF2-40B4-BE49-F238E27FC236}">
                <a16:creationId xmlns:a16="http://schemas.microsoft.com/office/drawing/2014/main" id="{C8CD5CF2-19D3-4A21-B478-A03035BDDFFD}"/>
              </a:ext>
            </a:extLst>
          </p:cNvPr>
          <p:cNvSpPr>
            <a:spLocks noGrp="1"/>
          </p:cNvSpPr>
          <p:nvPr/>
        </p:nvSpPr>
        <p:spPr>
          <a:xfrm>
            <a:off x="4026885" y="50746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2" name="F2_precision_recall_distributions_5446">
            <a:extLst>
              <a:ext uri="{FF2B5EF4-FFF2-40B4-BE49-F238E27FC236}">
                <a16:creationId xmlns:a16="http://schemas.microsoft.com/office/drawing/2014/main" id="{9B814620-CF09-4951-ACFA-0206D843F3AA}"/>
              </a:ext>
            </a:extLst>
          </p:cNvPr>
          <p:cNvSpPr>
            <a:spLocks noGrp="1"/>
          </p:cNvSpPr>
          <p:nvPr/>
        </p:nvSpPr>
        <p:spPr>
          <a:xfrm>
            <a:off x="4350968" y="502562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3" name="F2_precision_recall_distributions_5447">
            <a:extLst>
              <a:ext uri="{FF2B5EF4-FFF2-40B4-BE49-F238E27FC236}">
                <a16:creationId xmlns:a16="http://schemas.microsoft.com/office/drawing/2014/main" id="{37264241-3956-4D83-992A-6DFF952EB550}"/>
              </a:ext>
            </a:extLst>
          </p:cNvPr>
          <p:cNvSpPr>
            <a:spLocks noGrp="1"/>
          </p:cNvSpPr>
          <p:nvPr/>
        </p:nvSpPr>
        <p:spPr>
          <a:xfrm>
            <a:off x="41064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4" name="F2_precision_recall_distributions_5448">
            <a:extLst>
              <a:ext uri="{FF2B5EF4-FFF2-40B4-BE49-F238E27FC236}">
                <a16:creationId xmlns:a16="http://schemas.microsoft.com/office/drawing/2014/main" id="{007AFC2C-089B-415B-97D6-CB69729A92D7}"/>
              </a:ext>
            </a:extLst>
          </p:cNvPr>
          <p:cNvSpPr>
            <a:spLocks noGrp="1"/>
          </p:cNvSpPr>
          <p:nvPr/>
        </p:nvSpPr>
        <p:spPr>
          <a:xfrm>
            <a:off x="4021957" y="50460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5" name="F2_precision_recall_distributions_5449">
            <a:extLst>
              <a:ext uri="{FF2B5EF4-FFF2-40B4-BE49-F238E27FC236}">
                <a16:creationId xmlns:a16="http://schemas.microsoft.com/office/drawing/2014/main" id="{AEBFBD24-4D8C-49A4-B2E5-778DBD1BD7F2}"/>
              </a:ext>
            </a:extLst>
          </p:cNvPr>
          <p:cNvSpPr>
            <a:spLocks noGrp="1"/>
          </p:cNvSpPr>
          <p:nvPr/>
        </p:nvSpPr>
        <p:spPr>
          <a:xfrm>
            <a:off x="418587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6" name="F2_precision_recall_distributions_5450">
            <a:extLst>
              <a:ext uri="{FF2B5EF4-FFF2-40B4-BE49-F238E27FC236}">
                <a16:creationId xmlns:a16="http://schemas.microsoft.com/office/drawing/2014/main" id="{50A897AF-075D-4E66-9E74-C77B5132DB97}"/>
              </a:ext>
            </a:extLst>
          </p:cNvPr>
          <p:cNvSpPr>
            <a:spLocks noGrp="1"/>
          </p:cNvSpPr>
          <p:nvPr/>
        </p:nvSpPr>
        <p:spPr>
          <a:xfrm>
            <a:off x="4295824" y="50782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7" name="F2_precision_recall_distributions_5451">
            <a:extLst>
              <a:ext uri="{FF2B5EF4-FFF2-40B4-BE49-F238E27FC236}">
                <a16:creationId xmlns:a16="http://schemas.microsoft.com/office/drawing/2014/main" id="{DEBADED7-9C6F-418D-A559-18E08E877C1C}"/>
              </a:ext>
            </a:extLst>
          </p:cNvPr>
          <p:cNvSpPr>
            <a:spLocks noGrp="1"/>
          </p:cNvSpPr>
          <p:nvPr/>
        </p:nvSpPr>
        <p:spPr>
          <a:xfrm>
            <a:off x="417562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8" name="F2_precision_recall_distributions_5452">
            <a:extLst>
              <a:ext uri="{FF2B5EF4-FFF2-40B4-BE49-F238E27FC236}">
                <a16:creationId xmlns:a16="http://schemas.microsoft.com/office/drawing/2014/main" id="{2B87BCAD-746C-4C65-B762-C079A46469CC}"/>
              </a:ext>
            </a:extLst>
          </p:cNvPr>
          <p:cNvSpPr>
            <a:spLocks noGrp="1"/>
          </p:cNvSpPr>
          <p:nvPr/>
        </p:nvSpPr>
        <p:spPr>
          <a:xfrm>
            <a:off x="411106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9" name="F2_precision_recall_distributions_5453">
            <a:extLst>
              <a:ext uri="{FF2B5EF4-FFF2-40B4-BE49-F238E27FC236}">
                <a16:creationId xmlns:a16="http://schemas.microsoft.com/office/drawing/2014/main" id="{7C8C6B32-8E33-436D-8F22-90D7E637A1F0}"/>
              </a:ext>
            </a:extLst>
          </p:cNvPr>
          <p:cNvSpPr>
            <a:spLocks noGrp="1"/>
          </p:cNvSpPr>
          <p:nvPr/>
        </p:nvSpPr>
        <p:spPr>
          <a:xfrm>
            <a:off x="406663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0" name="F2_precision_recall_distributions_5454">
            <a:extLst>
              <a:ext uri="{FF2B5EF4-FFF2-40B4-BE49-F238E27FC236}">
                <a16:creationId xmlns:a16="http://schemas.microsoft.com/office/drawing/2014/main" id="{B942F7F1-7D73-4B75-A353-CCC1D0AD5288}"/>
              </a:ext>
            </a:extLst>
          </p:cNvPr>
          <p:cNvSpPr>
            <a:spLocks noGrp="1"/>
          </p:cNvSpPr>
          <p:nvPr/>
        </p:nvSpPr>
        <p:spPr>
          <a:xfrm>
            <a:off x="4224056" y="50767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1" name="F2_precision_recall_distributions_5455">
            <a:extLst>
              <a:ext uri="{FF2B5EF4-FFF2-40B4-BE49-F238E27FC236}">
                <a16:creationId xmlns:a16="http://schemas.microsoft.com/office/drawing/2014/main" id="{36F4B3C7-34BE-4042-97B0-37110B9068E4}"/>
              </a:ext>
            </a:extLst>
          </p:cNvPr>
          <p:cNvSpPr>
            <a:spLocks noGrp="1"/>
          </p:cNvSpPr>
          <p:nvPr/>
        </p:nvSpPr>
        <p:spPr>
          <a:xfrm>
            <a:off x="403455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2" name="F2_precision_recall_distributions_5456">
            <a:extLst>
              <a:ext uri="{FF2B5EF4-FFF2-40B4-BE49-F238E27FC236}">
                <a16:creationId xmlns:a16="http://schemas.microsoft.com/office/drawing/2014/main" id="{127FDA69-A2BB-4857-B330-BAB375099E28}"/>
              </a:ext>
            </a:extLst>
          </p:cNvPr>
          <p:cNvSpPr>
            <a:spLocks noGrp="1"/>
          </p:cNvSpPr>
          <p:nvPr/>
        </p:nvSpPr>
        <p:spPr>
          <a:xfrm>
            <a:off x="4241936" y="50624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3" name="F2_precision_recall_distributions_5457">
            <a:extLst>
              <a:ext uri="{FF2B5EF4-FFF2-40B4-BE49-F238E27FC236}">
                <a16:creationId xmlns:a16="http://schemas.microsoft.com/office/drawing/2014/main" id="{E4CAECE3-7486-4A7F-A8F9-C391E7459197}"/>
              </a:ext>
            </a:extLst>
          </p:cNvPr>
          <p:cNvSpPr>
            <a:spLocks noGrp="1"/>
          </p:cNvSpPr>
          <p:nvPr/>
        </p:nvSpPr>
        <p:spPr>
          <a:xfrm>
            <a:off x="431321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4" name="F2_precision_recall_distributions_5458">
            <a:extLst>
              <a:ext uri="{FF2B5EF4-FFF2-40B4-BE49-F238E27FC236}">
                <a16:creationId xmlns:a16="http://schemas.microsoft.com/office/drawing/2014/main" id="{044DF48E-8A27-4713-820E-5C4ECEFC6B4C}"/>
              </a:ext>
            </a:extLst>
          </p:cNvPr>
          <p:cNvSpPr>
            <a:spLocks noGrp="1"/>
          </p:cNvSpPr>
          <p:nvPr/>
        </p:nvSpPr>
        <p:spPr>
          <a:xfrm>
            <a:off x="4323403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5" name="F2_precision_recall_distributions_5459">
            <a:extLst>
              <a:ext uri="{FF2B5EF4-FFF2-40B4-BE49-F238E27FC236}">
                <a16:creationId xmlns:a16="http://schemas.microsoft.com/office/drawing/2014/main" id="{60375145-EDEB-4894-A580-49EB36E5AE37}"/>
              </a:ext>
            </a:extLst>
          </p:cNvPr>
          <p:cNvSpPr>
            <a:spLocks noGrp="1"/>
          </p:cNvSpPr>
          <p:nvPr/>
        </p:nvSpPr>
        <p:spPr>
          <a:xfrm>
            <a:off x="421983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6" name="F2_precision_recall_distributions_5460">
            <a:extLst>
              <a:ext uri="{FF2B5EF4-FFF2-40B4-BE49-F238E27FC236}">
                <a16:creationId xmlns:a16="http://schemas.microsoft.com/office/drawing/2014/main" id="{79045324-12CD-4593-AF57-A766DB1043E4}"/>
              </a:ext>
            </a:extLst>
          </p:cNvPr>
          <p:cNvSpPr>
            <a:spLocks noGrp="1"/>
          </p:cNvSpPr>
          <p:nvPr/>
        </p:nvSpPr>
        <p:spPr>
          <a:xfrm>
            <a:off x="398255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7" name="F2_precision_recall_distributions_5461">
            <a:extLst>
              <a:ext uri="{FF2B5EF4-FFF2-40B4-BE49-F238E27FC236}">
                <a16:creationId xmlns:a16="http://schemas.microsoft.com/office/drawing/2014/main" id="{7FA9842C-C445-44DD-86B9-61932A5E4887}"/>
              </a:ext>
            </a:extLst>
          </p:cNvPr>
          <p:cNvSpPr>
            <a:spLocks noGrp="1"/>
          </p:cNvSpPr>
          <p:nvPr/>
        </p:nvSpPr>
        <p:spPr>
          <a:xfrm>
            <a:off x="420235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8" name="F2_precision_recall_distributions_5462">
            <a:extLst>
              <a:ext uri="{FF2B5EF4-FFF2-40B4-BE49-F238E27FC236}">
                <a16:creationId xmlns:a16="http://schemas.microsoft.com/office/drawing/2014/main" id="{F76E4578-4C60-4B11-B5D1-7F3657441D36}"/>
              </a:ext>
            </a:extLst>
          </p:cNvPr>
          <p:cNvSpPr>
            <a:spLocks noGrp="1"/>
          </p:cNvSpPr>
          <p:nvPr/>
        </p:nvSpPr>
        <p:spPr>
          <a:xfrm>
            <a:off x="42160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9" name="F2_precision_recall_distributions_5463">
            <a:extLst>
              <a:ext uri="{FF2B5EF4-FFF2-40B4-BE49-F238E27FC236}">
                <a16:creationId xmlns:a16="http://schemas.microsoft.com/office/drawing/2014/main" id="{4D8A2464-C6A3-4752-8A44-E17FABD00D31}"/>
              </a:ext>
            </a:extLst>
          </p:cNvPr>
          <p:cNvSpPr>
            <a:spLocks noGrp="1"/>
          </p:cNvSpPr>
          <p:nvPr/>
        </p:nvSpPr>
        <p:spPr>
          <a:xfrm>
            <a:off x="4034569" y="50649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0" name="F2_precision_recall_distributions_5464">
            <a:extLst>
              <a:ext uri="{FF2B5EF4-FFF2-40B4-BE49-F238E27FC236}">
                <a16:creationId xmlns:a16="http://schemas.microsoft.com/office/drawing/2014/main" id="{E4C0162D-698D-40DA-8E93-286E60F685EB}"/>
              </a:ext>
            </a:extLst>
          </p:cNvPr>
          <p:cNvSpPr>
            <a:spLocks noGrp="1"/>
          </p:cNvSpPr>
          <p:nvPr/>
        </p:nvSpPr>
        <p:spPr>
          <a:xfrm>
            <a:off x="398400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1" name="F2_precision_recall_distributions_5465">
            <a:extLst>
              <a:ext uri="{FF2B5EF4-FFF2-40B4-BE49-F238E27FC236}">
                <a16:creationId xmlns:a16="http://schemas.microsoft.com/office/drawing/2014/main" id="{1A841EDD-9861-4C09-86D9-0297C574E4A6}"/>
              </a:ext>
            </a:extLst>
          </p:cNvPr>
          <p:cNvSpPr>
            <a:spLocks noGrp="1"/>
          </p:cNvSpPr>
          <p:nvPr/>
        </p:nvSpPr>
        <p:spPr>
          <a:xfrm>
            <a:off x="4152791" y="50658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2" name="F2_precision_recall_distributions_5466">
            <a:extLst>
              <a:ext uri="{FF2B5EF4-FFF2-40B4-BE49-F238E27FC236}">
                <a16:creationId xmlns:a16="http://schemas.microsoft.com/office/drawing/2014/main" id="{368BE5AE-ECB0-4E4F-904B-58FA20AEDF16}"/>
              </a:ext>
            </a:extLst>
          </p:cNvPr>
          <p:cNvSpPr>
            <a:spLocks noGrp="1"/>
          </p:cNvSpPr>
          <p:nvPr/>
        </p:nvSpPr>
        <p:spPr>
          <a:xfrm>
            <a:off x="4195776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3" name="F2_precision_recall_distributions_5467">
            <a:extLst>
              <a:ext uri="{FF2B5EF4-FFF2-40B4-BE49-F238E27FC236}">
                <a16:creationId xmlns:a16="http://schemas.microsoft.com/office/drawing/2014/main" id="{2CE2BD93-80E6-49ED-BDB7-6E8963145889}"/>
              </a:ext>
            </a:extLst>
          </p:cNvPr>
          <p:cNvSpPr>
            <a:spLocks noGrp="1"/>
          </p:cNvSpPr>
          <p:nvPr/>
        </p:nvSpPr>
        <p:spPr>
          <a:xfrm>
            <a:off x="408752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4" name="F2_precision_recall_distributions_5468">
            <a:extLst>
              <a:ext uri="{FF2B5EF4-FFF2-40B4-BE49-F238E27FC236}">
                <a16:creationId xmlns:a16="http://schemas.microsoft.com/office/drawing/2014/main" id="{9F3787BC-83F5-4D41-B60B-9B800A000351}"/>
              </a:ext>
            </a:extLst>
          </p:cNvPr>
          <p:cNvSpPr>
            <a:spLocks noGrp="1"/>
          </p:cNvSpPr>
          <p:nvPr/>
        </p:nvSpPr>
        <p:spPr>
          <a:xfrm>
            <a:off x="428018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5" name="F2_precision_recall_distributions_5469">
            <a:extLst>
              <a:ext uri="{FF2B5EF4-FFF2-40B4-BE49-F238E27FC236}">
                <a16:creationId xmlns:a16="http://schemas.microsoft.com/office/drawing/2014/main" id="{5BF3D23C-8FDA-4B70-A8A2-CC990EC75210}"/>
              </a:ext>
            </a:extLst>
          </p:cNvPr>
          <p:cNvSpPr>
            <a:spLocks noGrp="1"/>
          </p:cNvSpPr>
          <p:nvPr/>
        </p:nvSpPr>
        <p:spPr>
          <a:xfrm>
            <a:off x="399453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6" name="F2_precision_recall_distributions_5470">
            <a:extLst>
              <a:ext uri="{FF2B5EF4-FFF2-40B4-BE49-F238E27FC236}">
                <a16:creationId xmlns:a16="http://schemas.microsoft.com/office/drawing/2014/main" id="{9EAFEA70-5C0D-480F-9DEF-C2229C585CC6}"/>
              </a:ext>
            </a:extLst>
          </p:cNvPr>
          <p:cNvSpPr>
            <a:spLocks noGrp="1"/>
          </p:cNvSpPr>
          <p:nvPr/>
        </p:nvSpPr>
        <p:spPr>
          <a:xfrm>
            <a:off x="4262081" y="44771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7" name="F2_precision_recall_distributions_5471">
            <a:extLst>
              <a:ext uri="{FF2B5EF4-FFF2-40B4-BE49-F238E27FC236}">
                <a16:creationId xmlns:a16="http://schemas.microsoft.com/office/drawing/2014/main" id="{59ADCB6A-0F51-4E7F-AE75-90EFEE5ADCC1}"/>
              </a:ext>
            </a:extLst>
          </p:cNvPr>
          <p:cNvSpPr>
            <a:spLocks noGrp="1"/>
          </p:cNvSpPr>
          <p:nvPr/>
        </p:nvSpPr>
        <p:spPr>
          <a:xfrm>
            <a:off x="430445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8" name="F2_precision_recall_distributions_5472">
            <a:extLst>
              <a:ext uri="{FF2B5EF4-FFF2-40B4-BE49-F238E27FC236}">
                <a16:creationId xmlns:a16="http://schemas.microsoft.com/office/drawing/2014/main" id="{448CAD53-A256-492F-A8DA-41466D83D0CD}"/>
              </a:ext>
            </a:extLst>
          </p:cNvPr>
          <p:cNvSpPr>
            <a:spLocks noGrp="1"/>
          </p:cNvSpPr>
          <p:nvPr/>
        </p:nvSpPr>
        <p:spPr>
          <a:xfrm>
            <a:off x="4145433" y="506838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9" name="F2_precision_recall_distributions_5473">
            <a:extLst>
              <a:ext uri="{FF2B5EF4-FFF2-40B4-BE49-F238E27FC236}">
                <a16:creationId xmlns:a16="http://schemas.microsoft.com/office/drawing/2014/main" id="{2D8A72D9-A251-4328-B3D1-01E68AA10548}"/>
              </a:ext>
            </a:extLst>
          </p:cNvPr>
          <p:cNvSpPr>
            <a:spLocks noGrp="1"/>
          </p:cNvSpPr>
          <p:nvPr/>
        </p:nvSpPr>
        <p:spPr>
          <a:xfrm>
            <a:off x="43246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0" name="F2_precision_recall_distributions_5474">
            <a:extLst>
              <a:ext uri="{FF2B5EF4-FFF2-40B4-BE49-F238E27FC236}">
                <a16:creationId xmlns:a16="http://schemas.microsoft.com/office/drawing/2014/main" id="{461E1EE1-1FCE-4DE2-A04A-D25F93625380}"/>
              </a:ext>
            </a:extLst>
          </p:cNvPr>
          <p:cNvSpPr>
            <a:spLocks noGrp="1"/>
          </p:cNvSpPr>
          <p:nvPr/>
        </p:nvSpPr>
        <p:spPr>
          <a:xfrm>
            <a:off x="4289668" y="50064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1" name="F2_precision_recall_distributions_5475">
            <a:extLst>
              <a:ext uri="{FF2B5EF4-FFF2-40B4-BE49-F238E27FC236}">
                <a16:creationId xmlns:a16="http://schemas.microsoft.com/office/drawing/2014/main" id="{215CF85B-9B7C-4B6F-A070-1702D86184FA}"/>
              </a:ext>
            </a:extLst>
          </p:cNvPr>
          <p:cNvSpPr>
            <a:spLocks noGrp="1"/>
          </p:cNvSpPr>
          <p:nvPr/>
        </p:nvSpPr>
        <p:spPr>
          <a:xfrm>
            <a:off x="4096111" y="50244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2" name="F2_precision_recall_distributions_5476">
            <a:extLst>
              <a:ext uri="{FF2B5EF4-FFF2-40B4-BE49-F238E27FC236}">
                <a16:creationId xmlns:a16="http://schemas.microsoft.com/office/drawing/2014/main" id="{5138E1B0-2E6C-4BEA-9B52-2A66CB9FBE9F}"/>
              </a:ext>
            </a:extLst>
          </p:cNvPr>
          <p:cNvSpPr>
            <a:spLocks noGrp="1"/>
          </p:cNvSpPr>
          <p:nvPr/>
        </p:nvSpPr>
        <p:spPr>
          <a:xfrm>
            <a:off x="4122198" y="50699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3" name="F2_precision_recall_distributions_5477">
            <a:extLst>
              <a:ext uri="{FF2B5EF4-FFF2-40B4-BE49-F238E27FC236}">
                <a16:creationId xmlns:a16="http://schemas.microsoft.com/office/drawing/2014/main" id="{E9D32C8A-8E55-4094-B1EB-072CAD8B1A58}"/>
              </a:ext>
            </a:extLst>
          </p:cNvPr>
          <p:cNvSpPr>
            <a:spLocks noGrp="1"/>
          </p:cNvSpPr>
          <p:nvPr/>
        </p:nvSpPr>
        <p:spPr>
          <a:xfrm>
            <a:off x="4257019" y="50662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4" name="F2_precision_recall_distributions_5478">
            <a:extLst>
              <a:ext uri="{FF2B5EF4-FFF2-40B4-BE49-F238E27FC236}">
                <a16:creationId xmlns:a16="http://schemas.microsoft.com/office/drawing/2014/main" id="{7C29089D-B51E-467C-8F4C-F8C40770804D}"/>
              </a:ext>
            </a:extLst>
          </p:cNvPr>
          <p:cNvSpPr>
            <a:spLocks noGrp="1"/>
          </p:cNvSpPr>
          <p:nvPr/>
        </p:nvSpPr>
        <p:spPr>
          <a:xfrm>
            <a:off x="429620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5" name="F2_precision_recall_distributions_5479">
            <a:extLst>
              <a:ext uri="{FF2B5EF4-FFF2-40B4-BE49-F238E27FC236}">
                <a16:creationId xmlns:a16="http://schemas.microsoft.com/office/drawing/2014/main" id="{CFDD894B-1578-4B5D-A720-03A3D72CF510}"/>
              </a:ext>
            </a:extLst>
          </p:cNvPr>
          <p:cNvSpPr>
            <a:spLocks noGrp="1"/>
          </p:cNvSpPr>
          <p:nvPr/>
        </p:nvSpPr>
        <p:spPr>
          <a:xfrm>
            <a:off x="410840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6" name="F2_precision_recall_distributions_5480">
            <a:extLst>
              <a:ext uri="{FF2B5EF4-FFF2-40B4-BE49-F238E27FC236}">
                <a16:creationId xmlns:a16="http://schemas.microsoft.com/office/drawing/2014/main" id="{85CCE8D7-70DB-4410-BDD7-AD1997693879}"/>
              </a:ext>
            </a:extLst>
          </p:cNvPr>
          <p:cNvSpPr>
            <a:spLocks noGrp="1"/>
          </p:cNvSpPr>
          <p:nvPr/>
        </p:nvSpPr>
        <p:spPr>
          <a:xfrm>
            <a:off x="420424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7" name="F2_precision_recall_distributions_5481">
            <a:extLst>
              <a:ext uri="{FF2B5EF4-FFF2-40B4-BE49-F238E27FC236}">
                <a16:creationId xmlns:a16="http://schemas.microsoft.com/office/drawing/2014/main" id="{3CB248D5-5AA4-4657-80DC-8A5A87B2C8AF}"/>
              </a:ext>
            </a:extLst>
          </p:cNvPr>
          <p:cNvSpPr>
            <a:spLocks noGrp="1"/>
          </p:cNvSpPr>
          <p:nvPr/>
        </p:nvSpPr>
        <p:spPr>
          <a:xfrm>
            <a:off x="4205532" y="50775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8" name="F2_precision_recall_distributions_5482">
            <a:extLst>
              <a:ext uri="{FF2B5EF4-FFF2-40B4-BE49-F238E27FC236}">
                <a16:creationId xmlns:a16="http://schemas.microsoft.com/office/drawing/2014/main" id="{730DD0EF-FD4F-4BC5-9492-66D45CD0269E}"/>
              </a:ext>
            </a:extLst>
          </p:cNvPr>
          <p:cNvSpPr>
            <a:spLocks noGrp="1"/>
          </p:cNvSpPr>
          <p:nvPr/>
        </p:nvSpPr>
        <p:spPr>
          <a:xfrm>
            <a:off x="428196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9" name="F2_precision_recall_distributions_5483">
            <a:extLst>
              <a:ext uri="{FF2B5EF4-FFF2-40B4-BE49-F238E27FC236}">
                <a16:creationId xmlns:a16="http://schemas.microsoft.com/office/drawing/2014/main" id="{6FAB4AF4-9073-456A-8BEA-156372C271D6}"/>
              </a:ext>
            </a:extLst>
          </p:cNvPr>
          <p:cNvSpPr>
            <a:spLocks noGrp="1"/>
          </p:cNvSpPr>
          <p:nvPr/>
        </p:nvSpPr>
        <p:spPr>
          <a:xfrm>
            <a:off x="399558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0" name="F2_precision_recall_distributions_5484">
            <a:extLst>
              <a:ext uri="{FF2B5EF4-FFF2-40B4-BE49-F238E27FC236}">
                <a16:creationId xmlns:a16="http://schemas.microsoft.com/office/drawing/2014/main" id="{C66D9EAB-AFDF-4030-8602-B3DCF9320F56}"/>
              </a:ext>
            </a:extLst>
          </p:cNvPr>
          <p:cNvSpPr>
            <a:spLocks noGrp="1"/>
          </p:cNvSpPr>
          <p:nvPr/>
        </p:nvSpPr>
        <p:spPr>
          <a:xfrm>
            <a:off x="430048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1" name="F2_precision_recall_distributions_5485">
            <a:extLst>
              <a:ext uri="{FF2B5EF4-FFF2-40B4-BE49-F238E27FC236}">
                <a16:creationId xmlns:a16="http://schemas.microsoft.com/office/drawing/2014/main" id="{E3390652-029E-44A2-A978-ECBD575CDB05}"/>
              </a:ext>
            </a:extLst>
          </p:cNvPr>
          <p:cNvSpPr>
            <a:spLocks noGrp="1"/>
          </p:cNvSpPr>
          <p:nvPr/>
        </p:nvSpPr>
        <p:spPr>
          <a:xfrm>
            <a:off x="4257778" y="50625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2" name="F2_precision_recall_distributions_5486">
            <a:extLst>
              <a:ext uri="{FF2B5EF4-FFF2-40B4-BE49-F238E27FC236}">
                <a16:creationId xmlns:a16="http://schemas.microsoft.com/office/drawing/2014/main" id="{CE71A9C9-4ACE-4E57-9580-4D10D8AE6E08}"/>
              </a:ext>
            </a:extLst>
          </p:cNvPr>
          <p:cNvSpPr>
            <a:spLocks noGrp="1"/>
          </p:cNvSpPr>
          <p:nvPr/>
        </p:nvSpPr>
        <p:spPr>
          <a:xfrm>
            <a:off x="403890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3" name="F2_precision_recall_distributions_5487">
            <a:extLst>
              <a:ext uri="{FF2B5EF4-FFF2-40B4-BE49-F238E27FC236}">
                <a16:creationId xmlns:a16="http://schemas.microsoft.com/office/drawing/2014/main" id="{A7EBF3F8-B05B-4999-B58C-037E98EFB293}"/>
              </a:ext>
            </a:extLst>
          </p:cNvPr>
          <p:cNvSpPr>
            <a:spLocks noGrp="1"/>
          </p:cNvSpPr>
          <p:nvPr/>
        </p:nvSpPr>
        <p:spPr>
          <a:xfrm>
            <a:off x="3986324" y="50772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4" name="F2_precision_recall_distributions_5488">
            <a:extLst>
              <a:ext uri="{FF2B5EF4-FFF2-40B4-BE49-F238E27FC236}">
                <a16:creationId xmlns:a16="http://schemas.microsoft.com/office/drawing/2014/main" id="{27FC9EC8-2216-493E-8AED-635AD07679AA}"/>
              </a:ext>
            </a:extLst>
          </p:cNvPr>
          <p:cNvSpPr>
            <a:spLocks noGrp="1"/>
          </p:cNvSpPr>
          <p:nvPr/>
        </p:nvSpPr>
        <p:spPr>
          <a:xfrm>
            <a:off x="4190380" y="50736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5" name="F2_precision_recall_distributions_5489">
            <a:extLst>
              <a:ext uri="{FF2B5EF4-FFF2-40B4-BE49-F238E27FC236}">
                <a16:creationId xmlns:a16="http://schemas.microsoft.com/office/drawing/2014/main" id="{99EF5D99-71E8-4C41-91D5-AECBECA75C4E}"/>
              </a:ext>
            </a:extLst>
          </p:cNvPr>
          <p:cNvSpPr>
            <a:spLocks noGrp="1"/>
          </p:cNvSpPr>
          <p:nvPr/>
        </p:nvSpPr>
        <p:spPr>
          <a:xfrm>
            <a:off x="400861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6" name="F2_precision_recall_distributions_5490">
            <a:extLst>
              <a:ext uri="{FF2B5EF4-FFF2-40B4-BE49-F238E27FC236}">
                <a16:creationId xmlns:a16="http://schemas.microsoft.com/office/drawing/2014/main" id="{32B9FADF-F380-40BA-8155-05E86ADF22B5}"/>
              </a:ext>
            </a:extLst>
          </p:cNvPr>
          <p:cNvSpPr>
            <a:spLocks noGrp="1"/>
          </p:cNvSpPr>
          <p:nvPr/>
        </p:nvSpPr>
        <p:spPr>
          <a:xfrm>
            <a:off x="4100714" y="50767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7" name="F2_precision_recall_distributions_5491">
            <a:extLst>
              <a:ext uri="{FF2B5EF4-FFF2-40B4-BE49-F238E27FC236}">
                <a16:creationId xmlns:a16="http://schemas.microsoft.com/office/drawing/2014/main" id="{9D6DAAD6-3382-48CA-A810-15F1937C6B38}"/>
              </a:ext>
            </a:extLst>
          </p:cNvPr>
          <p:cNvSpPr>
            <a:spLocks noGrp="1"/>
          </p:cNvSpPr>
          <p:nvPr/>
        </p:nvSpPr>
        <p:spPr>
          <a:xfrm>
            <a:off x="4351287" y="50747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8" name="F2_precision_recall_distributions_5492">
            <a:extLst>
              <a:ext uri="{FF2B5EF4-FFF2-40B4-BE49-F238E27FC236}">
                <a16:creationId xmlns:a16="http://schemas.microsoft.com/office/drawing/2014/main" id="{1C41FBC5-66C9-4F74-9636-A9CEE47E5EF7}"/>
              </a:ext>
            </a:extLst>
          </p:cNvPr>
          <p:cNvSpPr>
            <a:spLocks noGrp="1"/>
          </p:cNvSpPr>
          <p:nvPr/>
        </p:nvSpPr>
        <p:spPr>
          <a:xfrm>
            <a:off x="3982286" y="50777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9" name="F2_precision_recall_distributions_5493">
            <a:extLst>
              <a:ext uri="{FF2B5EF4-FFF2-40B4-BE49-F238E27FC236}">
                <a16:creationId xmlns:a16="http://schemas.microsoft.com/office/drawing/2014/main" id="{336A60CE-6833-40EA-9350-6A3E73E0B4BF}"/>
              </a:ext>
            </a:extLst>
          </p:cNvPr>
          <p:cNvSpPr>
            <a:spLocks noGrp="1"/>
          </p:cNvSpPr>
          <p:nvPr/>
        </p:nvSpPr>
        <p:spPr>
          <a:xfrm>
            <a:off x="429296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0" name="F2_precision_recall_distributions_5494">
            <a:extLst>
              <a:ext uri="{FF2B5EF4-FFF2-40B4-BE49-F238E27FC236}">
                <a16:creationId xmlns:a16="http://schemas.microsoft.com/office/drawing/2014/main" id="{202049C2-9220-419D-BD26-C7AE4412834B}"/>
              </a:ext>
            </a:extLst>
          </p:cNvPr>
          <p:cNvSpPr>
            <a:spLocks noGrp="1"/>
          </p:cNvSpPr>
          <p:nvPr/>
        </p:nvSpPr>
        <p:spPr>
          <a:xfrm>
            <a:off x="4133155" y="50696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1" name="F2_precision_recall_distributions_5495">
            <a:extLst>
              <a:ext uri="{FF2B5EF4-FFF2-40B4-BE49-F238E27FC236}">
                <a16:creationId xmlns:a16="http://schemas.microsoft.com/office/drawing/2014/main" id="{7FD7B15F-425B-4353-8852-697ED42A5752}"/>
              </a:ext>
            </a:extLst>
          </p:cNvPr>
          <p:cNvSpPr>
            <a:spLocks noGrp="1"/>
          </p:cNvSpPr>
          <p:nvPr/>
        </p:nvSpPr>
        <p:spPr>
          <a:xfrm>
            <a:off x="432186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2" name="F2_precision_recall_distributions_5496">
            <a:extLst>
              <a:ext uri="{FF2B5EF4-FFF2-40B4-BE49-F238E27FC236}">
                <a16:creationId xmlns:a16="http://schemas.microsoft.com/office/drawing/2014/main" id="{3981FC75-5AF4-4FA7-87B3-447FD234F664}"/>
              </a:ext>
            </a:extLst>
          </p:cNvPr>
          <p:cNvSpPr>
            <a:spLocks noGrp="1"/>
          </p:cNvSpPr>
          <p:nvPr/>
        </p:nvSpPr>
        <p:spPr>
          <a:xfrm>
            <a:off x="398151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3" name="F2_precision_recall_distributions_5497">
            <a:extLst>
              <a:ext uri="{FF2B5EF4-FFF2-40B4-BE49-F238E27FC236}">
                <a16:creationId xmlns:a16="http://schemas.microsoft.com/office/drawing/2014/main" id="{B9DF7C5D-36A5-485A-A895-E3A2DFC29D62}"/>
              </a:ext>
            </a:extLst>
          </p:cNvPr>
          <p:cNvSpPr>
            <a:spLocks noGrp="1"/>
          </p:cNvSpPr>
          <p:nvPr/>
        </p:nvSpPr>
        <p:spPr>
          <a:xfrm>
            <a:off x="4174672" y="50587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4" name="F2_precision_recall_distributions_5498">
            <a:extLst>
              <a:ext uri="{FF2B5EF4-FFF2-40B4-BE49-F238E27FC236}">
                <a16:creationId xmlns:a16="http://schemas.microsoft.com/office/drawing/2014/main" id="{7069BF05-BE9D-475D-8EEF-3801CBE0C447}"/>
              </a:ext>
            </a:extLst>
          </p:cNvPr>
          <p:cNvSpPr>
            <a:spLocks noGrp="1"/>
          </p:cNvSpPr>
          <p:nvPr/>
        </p:nvSpPr>
        <p:spPr>
          <a:xfrm>
            <a:off x="4292997" y="50732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5" name="F2_precision_recall_distributions_5499">
            <a:extLst>
              <a:ext uri="{FF2B5EF4-FFF2-40B4-BE49-F238E27FC236}">
                <a16:creationId xmlns:a16="http://schemas.microsoft.com/office/drawing/2014/main" id="{5BEFE988-A8DB-4E55-A834-1BB49A1C798B}"/>
              </a:ext>
            </a:extLst>
          </p:cNvPr>
          <p:cNvSpPr>
            <a:spLocks noGrp="1"/>
          </p:cNvSpPr>
          <p:nvPr/>
        </p:nvSpPr>
        <p:spPr>
          <a:xfrm>
            <a:off x="4030803" y="48941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6" name="F2_precision_recall_distributions_5500">
            <a:extLst>
              <a:ext uri="{FF2B5EF4-FFF2-40B4-BE49-F238E27FC236}">
                <a16:creationId xmlns:a16="http://schemas.microsoft.com/office/drawing/2014/main" id="{676D2BA1-98AA-4A4F-8191-82BFB8BD3728}"/>
              </a:ext>
            </a:extLst>
          </p:cNvPr>
          <p:cNvSpPr>
            <a:spLocks noGrp="1"/>
          </p:cNvSpPr>
          <p:nvPr/>
        </p:nvSpPr>
        <p:spPr>
          <a:xfrm>
            <a:off x="423348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7" name="F2_precision_recall_distributions_5501">
            <a:extLst>
              <a:ext uri="{FF2B5EF4-FFF2-40B4-BE49-F238E27FC236}">
                <a16:creationId xmlns:a16="http://schemas.microsoft.com/office/drawing/2014/main" id="{CCE5CA5E-5FA6-4F8D-845B-969C1931C9C0}"/>
              </a:ext>
            </a:extLst>
          </p:cNvPr>
          <p:cNvSpPr>
            <a:spLocks noGrp="1"/>
          </p:cNvSpPr>
          <p:nvPr/>
        </p:nvSpPr>
        <p:spPr>
          <a:xfrm>
            <a:off x="4087450" y="50593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8" name="F2_precision_recall_distributions_5502">
            <a:extLst>
              <a:ext uri="{FF2B5EF4-FFF2-40B4-BE49-F238E27FC236}">
                <a16:creationId xmlns:a16="http://schemas.microsoft.com/office/drawing/2014/main" id="{D29A5591-E9D3-4BCA-B49C-3439D3F9169A}"/>
              </a:ext>
            </a:extLst>
          </p:cNvPr>
          <p:cNvSpPr>
            <a:spLocks noGrp="1"/>
          </p:cNvSpPr>
          <p:nvPr/>
        </p:nvSpPr>
        <p:spPr>
          <a:xfrm>
            <a:off x="3996645" y="50719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9" name="F2_precision_recall_distributions_5503">
            <a:extLst>
              <a:ext uri="{FF2B5EF4-FFF2-40B4-BE49-F238E27FC236}">
                <a16:creationId xmlns:a16="http://schemas.microsoft.com/office/drawing/2014/main" id="{37049B26-959E-412C-A66B-CD5628218BCC}"/>
              </a:ext>
            </a:extLst>
          </p:cNvPr>
          <p:cNvSpPr>
            <a:spLocks noGrp="1"/>
          </p:cNvSpPr>
          <p:nvPr/>
        </p:nvSpPr>
        <p:spPr>
          <a:xfrm>
            <a:off x="4124076" y="50287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0" name="F2_precision_recall_distributions_5504">
            <a:extLst>
              <a:ext uri="{FF2B5EF4-FFF2-40B4-BE49-F238E27FC236}">
                <a16:creationId xmlns:a16="http://schemas.microsoft.com/office/drawing/2014/main" id="{D0492D49-4802-48B5-9E77-93EF04D6F1C1}"/>
              </a:ext>
            </a:extLst>
          </p:cNvPr>
          <p:cNvSpPr>
            <a:spLocks noGrp="1"/>
          </p:cNvSpPr>
          <p:nvPr/>
        </p:nvSpPr>
        <p:spPr>
          <a:xfrm>
            <a:off x="404615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1" name="F2_precision_recall_distributions_5505">
            <a:extLst>
              <a:ext uri="{FF2B5EF4-FFF2-40B4-BE49-F238E27FC236}">
                <a16:creationId xmlns:a16="http://schemas.microsoft.com/office/drawing/2014/main" id="{90FB6460-45C7-422B-A25B-1ADB76E7C109}"/>
              </a:ext>
            </a:extLst>
          </p:cNvPr>
          <p:cNvSpPr>
            <a:spLocks noGrp="1"/>
          </p:cNvSpPr>
          <p:nvPr/>
        </p:nvSpPr>
        <p:spPr>
          <a:xfrm>
            <a:off x="416210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2" name="F2_precision_recall_distributions_5506">
            <a:extLst>
              <a:ext uri="{FF2B5EF4-FFF2-40B4-BE49-F238E27FC236}">
                <a16:creationId xmlns:a16="http://schemas.microsoft.com/office/drawing/2014/main" id="{D21190C3-5A5E-499D-B51F-C93A1DE04E40}"/>
              </a:ext>
            </a:extLst>
          </p:cNvPr>
          <p:cNvSpPr>
            <a:spLocks noGrp="1"/>
          </p:cNvSpPr>
          <p:nvPr/>
        </p:nvSpPr>
        <p:spPr>
          <a:xfrm>
            <a:off x="4283663" y="50658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3" name="F2_precision_recall_distributions_5507">
            <a:extLst>
              <a:ext uri="{FF2B5EF4-FFF2-40B4-BE49-F238E27FC236}">
                <a16:creationId xmlns:a16="http://schemas.microsoft.com/office/drawing/2014/main" id="{9B413BA1-07E4-4F46-B166-07D3501B6DB9}"/>
              </a:ext>
            </a:extLst>
          </p:cNvPr>
          <p:cNvSpPr>
            <a:spLocks noGrp="1"/>
          </p:cNvSpPr>
          <p:nvPr/>
        </p:nvSpPr>
        <p:spPr>
          <a:xfrm>
            <a:off x="406233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4" name="F2_precision_recall_distributions_5508">
            <a:extLst>
              <a:ext uri="{FF2B5EF4-FFF2-40B4-BE49-F238E27FC236}">
                <a16:creationId xmlns:a16="http://schemas.microsoft.com/office/drawing/2014/main" id="{A130EA61-CB7F-4406-B60F-22D131097F4B}"/>
              </a:ext>
            </a:extLst>
          </p:cNvPr>
          <p:cNvSpPr>
            <a:spLocks noGrp="1"/>
          </p:cNvSpPr>
          <p:nvPr/>
        </p:nvSpPr>
        <p:spPr>
          <a:xfrm>
            <a:off x="3985297" y="507692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5" name="F2_precision_recall_distributions_5509">
            <a:extLst>
              <a:ext uri="{FF2B5EF4-FFF2-40B4-BE49-F238E27FC236}">
                <a16:creationId xmlns:a16="http://schemas.microsoft.com/office/drawing/2014/main" id="{9FAE6184-6206-4052-BA4C-6E577F1D21D0}"/>
              </a:ext>
            </a:extLst>
          </p:cNvPr>
          <p:cNvSpPr>
            <a:spLocks noGrp="1"/>
          </p:cNvSpPr>
          <p:nvPr/>
        </p:nvSpPr>
        <p:spPr>
          <a:xfrm>
            <a:off x="432760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6" name="F2_precision_recall_distributions_5510">
            <a:extLst>
              <a:ext uri="{FF2B5EF4-FFF2-40B4-BE49-F238E27FC236}">
                <a16:creationId xmlns:a16="http://schemas.microsoft.com/office/drawing/2014/main" id="{8FA98EE9-C11F-49BA-8141-8582F914B818}"/>
              </a:ext>
            </a:extLst>
          </p:cNvPr>
          <p:cNvSpPr>
            <a:spLocks noGrp="1"/>
          </p:cNvSpPr>
          <p:nvPr/>
        </p:nvSpPr>
        <p:spPr>
          <a:xfrm>
            <a:off x="4136056" y="50719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7" name="F2_precision_recall_distributions_5511">
            <a:extLst>
              <a:ext uri="{FF2B5EF4-FFF2-40B4-BE49-F238E27FC236}">
                <a16:creationId xmlns:a16="http://schemas.microsoft.com/office/drawing/2014/main" id="{40E350ED-9326-4DF3-884E-D88748B41EA8}"/>
              </a:ext>
            </a:extLst>
          </p:cNvPr>
          <p:cNvSpPr>
            <a:spLocks noGrp="1"/>
          </p:cNvSpPr>
          <p:nvPr/>
        </p:nvSpPr>
        <p:spPr>
          <a:xfrm>
            <a:off x="413183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8" name="F2_precision_recall_distributions_5512">
            <a:extLst>
              <a:ext uri="{FF2B5EF4-FFF2-40B4-BE49-F238E27FC236}">
                <a16:creationId xmlns:a16="http://schemas.microsoft.com/office/drawing/2014/main" id="{112DDF16-0A9D-47BF-87F1-0F68C1488799}"/>
              </a:ext>
            </a:extLst>
          </p:cNvPr>
          <p:cNvSpPr>
            <a:spLocks noGrp="1"/>
          </p:cNvSpPr>
          <p:nvPr/>
        </p:nvSpPr>
        <p:spPr>
          <a:xfrm>
            <a:off x="4099368" y="50609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9" name="F2_precision_recall_distributions_5513">
            <a:extLst>
              <a:ext uri="{FF2B5EF4-FFF2-40B4-BE49-F238E27FC236}">
                <a16:creationId xmlns:a16="http://schemas.microsoft.com/office/drawing/2014/main" id="{40C3F864-25B9-47A3-A3D9-14589ED2545F}"/>
              </a:ext>
            </a:extLst>
          </p:cNvPr>
          <p:cNvSpPr>
            <a:spLocks noGrp="1"/>
          </p:cNvSpPr>
          <p:nvPr/>
        </p:nvSpPr>
        <p:spPr>
          <a:xfrm>
            <a:off x="402802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0" name="F2_precision_recall_distributions_5514">
            <a:extLst>
              <a:ext uri="{FF2B5EF4-FFF2-40B4-BE49-F238E27FC236}">
                <a16:creationId xmlns:a16="http://schemas.microsoft.com/office/drawing/2014/main" id="{D5E39AA0-AF80-466A-AE6F-18A32B06D2EE}"/>
              </a:ext>
            </a:extLst>
          </p:cNvPr>
          <p:cNvSpPr>
            <a:spLocks noGrp="1"/>
          </p:cNvSpPr>
          <p:nvPr/>
        </p:nvSpPr>
        <p:spPr>
          <a:xfrm>
            <a:off x="4072971" y="50690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1" name="F2_precision_recall_distributions_5515">
            <a:extLst>
              <a:ext uri="{FF2B5EF4-FFF2-40B4-BE49-F238E27FC236}">
                <a16:creationId xmlns:a16="http://schemas.microsoft.com/office/drawing/2014/main" id="{361A6DD3-B19F-42B6-8AB5-0E80280C2F52}"/>
              </a:ext>
            </a:extLst>
          </p:cNvPr>
          <p:cNvSpPr>
            <a:spLocks noGrp="1"/>
          </p:cNvSpPr>
          <p:nvPr/>
        </p:nvSpPr>
        <p:spPr>
          <a:xfrm>
            <a:off x="422814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2" name="F2_precision_recall_distributions_5516">
            <a:extLst>
              <a:ext uri="{FF2B5EF4-FFF2-40B4-BE49-F238E27FC236}">
                <a16:creationId xmlns:a16="http://schemas.microsoft.com/office/drawing/2014/main" id="{C7A53CC9-2B87-414B-8C08-D41F9D6EFB69}"/>
              </a:ext>
            </a:extLst>
          </p:cNvPr>
          <p:cNvSpPr>
            <a:spLocks noGrp="1"/>
          </p:cNvSpPr>
          <p:nvPr/>
        </p:nvSpPr>
        <p:spPr>
          <a:xfrm>
            <a:off x="4062150" y="48070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3" name="F2_precision_recall_distributions_5517">
            <a:extLst>
              <a:ext uri="{FF2B5EF4-FFF2-40B4-BE49-F238E27FC236}">
                <a16:creationId xmlns:a16="http://schemas.microsoft.com/office/drawing/2014/main" id="{0A5A06AB-B840-49CC-B233-2F6890A1722C}"/>
              </a:ext>
            </a:extLst>
          </p:cNvPr>
          <p:cNvSpPr>
            <a:spLocks noGrp="1"/>
          </p:cNvSpPr>
          <p:nvPr/>
        </p:nvSpPr>
        <p:spPr>
          <a:xfrm>
            <a:off x="4129418" y="49089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4" name="F2_precision_recall_distributions_5518">
            <a:extLst>
              <a:ext uri="{FF2B5EF4-FFF2-40B4-BE49-F238E27FC236}">
                <a16:creationId xmlns:a16="http://schemas.microsoft.com/office/drawing/2014/main" id="{6EF58C4E-D963-45B9-9E2B-6FED86BB096D}"/>
              </a:ext>
            </a:extLst>
          </p:cNvPr>
          <p:cNvSpPr>
            <a:spLocks noGrp="1"/>
          </p:cNvSpPr>
          <p:nvPr/>
        </p:nvSpPr>
        <p:spPr>
          <a:xfrm>
            <a:off x="431658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5" name="F2_precision_recall_distributions_5519">
            <a:extLst>
              <a:ext uri="{FF2B5EF4-FFF2-40B4-BE49-F238E27FC236}">
                <a16:creationId xmlns:a16="http://schemas.microsoft.com/office/drawing/2014/main" id="{030915F8-72A4-4EDE-BE55-463DF83BC8E6}"/>
              </a:ext>
            </a:extLst>
          </p:cNvPr>
          <p:cNvSpPr>
            <a:spLocks noGrp="1"/>
          </p:cNvSpPr>
          <p:nvPr/>
        </p:nvSpPr>
        <p:spPr>
          <a:xfrm>
            <a:off x="415624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6" name="F2_precision_recall_distributions_5520">
            <a:extLst>
              <a:ext uri="{FF2B5EF4-FFF2-40B4-BE49-F238E27FC236}">
                <a16:creationId xmlns:a16="http://schemas.microsoft.com/office/drawing/2014/main" id="{C1FC0D4B-34D3-4049-88A2-C41A610F2FF8}"/>
              </a:ext>
            </a:extLst>
          </p:cNvPr>
          <p:cNvSpPr>
            <a:spLocks noGrp="1"/>
          </p:cNvSpPr>
          <p:nvPr/>
        </p:nvSpPr>
        <p:spPr>
          <a:xfrm>
            <a:off x="4036769" y="507116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7" name="F2_precision_recall_distributions_5521">
            <a:extLst>
              <a:ext uri="{FF2B5EF4-FFF2-40B4-BE49-F238E27FC236}">
                <a16:creationId xmlns:a16="http://schemas.microsoft.com/office/drawing/2014/main" id="{FBA2509D-D028-4834-B4BF-9A67E36BC4C5}"/>
              </a:ext>
            </a:extLst>
          </p:cNvPr>
          <p:cNvSpPr>
            <a:spLocks noGrp="1"/>
          </p:cNvSpPr>
          <p:nvPr/>
        </p:nvSpPr>
        <p:spPr>
          <a:xfrm>
            <a:off x="4168119" y="50149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8" name="F2_precision_recall_distributions_5522">
            <a:extLst>
              <a:ext uri="{FF2B5EF4-FFF2-40B4-BE49-F238E27FC236}">
                <a16:creationId xmlns:a16="http://schemas.microsoft.com/office/drawing/2014/main" id="{F210E570-2D23-4F76-ADA7-DC18A2C730AB}"/>
              </a:ext>
            </a:extLst>
          </p:cNvPr>
          <p:cNvSpPr>
            <a:spLocks noGrp="1"/>
          </p:cNvSpPr>
          <p:nvPr/>
        </p:nvSpPr>
        <p:spPr>
          <a:xfrm>
            <a:off x="4330483" y="50599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9" name="F2_precision_recall_distributions_5523">
            <a:extLst>
              <a:ext uri="{FF2B5EF4-FFF2-40B4-BE49-F238E27FC236}">
                <a16:creationId xmlns:a16="http://schemas.microsoft.com/office/drawing/2014/main" id="{2E5F1049-4D6F-420D-ABCD-ED7C5895CCD4}"/>
              </a:ext>
            </a:extLst>
          </p:cNvPr>
          <p:cNvSpPr>
            <a:spLocks noGrp="1"/>
          </p:cNvSpPr>
          <p:nvPr/>
        </p:nvSpPr>
        <p:spPr>
          <a:xfrm>
            <a:off x="4346612" y="50595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0" name="F2_precision_recall_distributions_5524">
            <a:extLst>
              <a:ext uri="{FF2B5EF4-FFF2-40B4-BE49-F238E27FC236}">
                <a16:creationId xmlns:a16="http://schemas.microsoft.com/office/drawing/2014/main" id="{98D35A54-6C99-4B56-8904-8FF0A93F9EF7}"/>
              </a:ext>
            </a:extLst>
          </p:cNvPr>
          <p:cNvSpPr>
            <a:spLocks noGrp="1"/>
          </p:cNvSpPr>
          <p:nvPr/>
        </p:nvSpPr>
        <p:spPr>
          <a:xfrm>
            <a:off x="4034032" y="50634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1" name="F2_precision_recall_distributions_5525">
            <a:extLst>
              <a:ext uri="{FF2B5EF4-FFF2-40B4-BE49-F238E27FC236}">
                <a16:creationId xmlns:a16="http://schemas.microsoft.com/office/drawing/2014/main" id="{B91BD330-EEFD-4494-A939-C58AD7C08C46}"/>
              </a:ext>
            </a:extLst>
          </p:cNvPr>
          <p:cNvSpPr>
            <a:spLocks noGrp="1"/>
          </p:cNvSpPr>
          <p:nvPr/>
        </p:nvSpPr>
        <p:spPr>
          <a:xfrm>
            <a:off x="404080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2" name="F2_precision_recall_distributions_5526">
            <a:extLst>
              <a:ext uri="{FF2B5EF4-FFF2-40B4-BE49-F238E27FC236}">
                <a16:creationId xmlns:a16="http://schemas.microsoft.com/office/drawing/2014/main" id="{BC556511-FFE1-4151-A40C-7CF16678FBF0}"/>
              </a:ext>
            </a:extLst>
          </p:cNvPr>
          <p:cNvSpPr>
            <a:spLocks noGrp="1"/>
          </p:cNvSpPr>
          <p:nvPr/>
        </p:nvSpPr>
        <p:spPr>
          <a:xfrm>
            <a:off x="4288710" y="507236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3" name="F2_precision_recall_distributions_5527">
            <a:extLst>
              <a:ext uri="{FF2B5EF4-FFF2-40B4-BE49-F238E27FC236}">
                <a16:creationId xmlns:a16="http://schemas.microsoft.com/office/drawing/2014/main" id="{5386C8F4-75AC-410B-AFEF-B189C0248B04}"/>
              </a:ext>
            </a:extLst>
          </p:cNvPr>
          <p:cNvSpPr>
            <a:spLocks noGrp="1"/>
          </p:cNvSpPr>
          <p:nvPr/>
        </p:nvSpPr>
        <p:spPr>
          <a:xfrm>
            <a:off x="4074044" y="50708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4" name="F2_precision_recall_distributions_5528">
            <a:extLst>
              <a:ext uri="{FF2B5EF4-FFF2-40B4-BE49-F238E27FC236}">
                <a16:creationId xmlns:a16="http://schemas.microsoft.com/office/drawing/2014/main" id="{05CC641E-E23F-4C16-881B-735783CE5671}"/>
              </a:ext>
            </a:extLst>
          </p:cNvPr>
          <p:cNvSpPr>
            <a:spLocks noGrp="1"/>
          </p:cNvSpPr>
          <p:nvPr/>
        </p:nvSpPr>
        <p:spPr>
          <a:xfrm>
            <a:off x="414205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5" name="F2_precision_recall_distributions_5529">
            <a:extLst>
              <a:ext uri="{FF2B5EF4-FFF2-40B4-BE49-F238E27FC236}">
                <a16:creationId xmlns:a16="http://schemas.microsoft.com/office/drawing/2014/main" id="{E91B7773-6F70-40DC-A674-A71280B7EA4E}"/>
              </a:ext>
            </a:extLst>
          </p:cNvPr>
          <p:cNvSpPr>
            <a:spLocks noGrp="1"/>
          </p:cNvSpPr>
          <p:nvPr/>
        </p:nvSpPr>
        <p:spPr>
          <a:xfrm>
            <a:off x="40287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6" name="F2_precision_recall_distributions_5530">
            <a:extLst>
              <a:ext uri="{FF2B5EF4-FFF2-40B4-BE49-F238E27FC236}">
                <a16:creationId xmlns:a16="http://schemas.microsoft.com/office/drawing/2014/main" id="{614419C6-94BB-4F71-8CA1-A38FE95B2C95}"/>
              </a:ext>
            </a:extLst>
          </p:cNvPr>
          <p:cNvSpPr>
            <a:spLocks noGrp="1"/>
          </p:cNvSpPr>
          <p:nvPr/>
        </p:nvSpPr>
        <p:spPr>
          <a:xfrm>
            <a:off x="4184184" y="50220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7" name="F2_precision_recall_distributions_5531">
            <a:extLst>
              <a:ext uri="{FF2B5EF4-FFF2-40B4-BE49-F238E27FC236}">
                <a16:creationId xmlns:a16="http://schemas.microsoft.com/office/drawing/2014/main" id="{8FA0A2B7-774A-40BA-97F4-DBEF5B094C1D}"/>
              </a:ext>
            </a:extLst>
          </p:cNvPr>
          <p:cNvSpPr>
            <a:spLocks noGrp="1"/>
          </p:cNvSpPr>
          <p:nvPr/>
        </p:nvSpPr>
        <p:spPr>
          <a:xfrm>
            <a:off x="432044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8" name="F2_precision_recall_distributions_5532">
            <a:extLst>
              <a:ext uri="{FF2B5EF4-FFF2-40B4-BE49-F238E27FC236}">
                <a16:creationId xmlns:a16="http://schemas.microsoft.com/office/drawing/2014/main" id="{EF23136B-9752-46A0-B382-36F2E4943F08}"/>
              </a:ext>
            </a:extLst>
          </p:cNvPr>
          <p:cNvSpPr>
            <a:spLocks noGrp="1"/>
          </p:cNvSpPr>
          <p:nvPr/>
        </p:nvSpPr>
        <p:spPr>
          <a:xfrm>
            <a:off x="40576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9" name="F2_precision_recall_distributions_5533">
            <a:extLst>
              <a:ext uri="{FF2B5EF4-FFF2-40B4-BE49-F238E27FC236}">
                <a16:creationId xmlns:a16="http://schemas.microsoft.com/office/drawing/2014/main" id="{A54E2552-CB05-422D-B915-CFA233979C01}"/>
              </a:ext>
            </a:extLst>
          </p:cNvPr>
          <p:cNvSpPr>
            <a:spLocks noGrp="1"/>
          </p:cNvSpPr>
          <p:nvPr/>
        </p:nvSpPr>
        <p:spPr>
          <a:xfrm>
            <a:off x="4242520" y="49893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0" name="F2_precision_recall_distributions_5534">
            <a:extLst>
              <a:ext uri="{FF2B5EF4-FFF2-40B4-BE49-F238E27FC236}">
                <a16:creationId xmlns:a16="http://schemas.microsoft.com/office/drawing/2014/main" id="{62573E89-B019-4378-AEAA-1E572DF5DBCD}"/>
              </a:ext>
            </a:extLst>
          </p:cNvPr>
          <p:cNvSpPr>
            <a:spLocks noGrp="1"/>
          </p:cNvSpPr>
          <p:nvPr/>
        </p:nvSpPr>
        <p:spPr>
          <a:xfrm>
            <a:off x="399725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1" name="F2_precision_recall_distributions_5535">
            <a:extLst>
              <a:ext uri="{FF2B5EF4-FFF2-40B4-BE49-F238E27FC236}">
                <a16:creationId xmlns:a16="http://schemas.microsoft.com/office/drawing/2014/main" id="{9E032C1D-7929-4879-8F1B-8AC790265036}"/>
              </a:ext>
            </a:extLst>
          </p:cNvPr>
          <p:cNvSpPr>
            <a:spLocks noGrp="1"/>
          </p:cNvSpPr>
          <p:nvPr/>
        </p:nvSpPr>
        <p:spPr>
          <a:xfrm>
            <a:off x="410465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2" name="F2_precision_recall_distributions_5536">
            <a:extLst>
              <a:ext uri="{FF2B5EF4-FFF2-40B4-BE49-F238E27FC236}">
                <a16:creationId xmlns:a16="http://schemas.microsoft.com/office/drawing/2014/main" id="{D489EA8B-6FEB-46C9-B6BA-0F98D52EC68C}"/>
              </a:ext>
            </a:extLst>
          </p:cNvPr>
          <p:cNvSpPr>
            <a:spLocks noGrp="1"/>
          </p:cNvSpPr>
          <p:nvPr/>
        </p:nvSpPr>
        <p:spPr>
          <a:xfrm>
            <a:off x="3990720" y="50729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3" name="F2_precision_recall_distributions_5537">
            <a:extLst>
              <a:ext uri="{FF2B5EF4-FFF2-40B4-BE49-F238E27FC236}">
                <a16:creationId xmlns:a16="http://schemas.microsoft.com/office/drawing/2014/main" id="{2AFC78FF-1EEB-49B4-8ADD-0ED8885FE141}"/>
              </a:ext>
            </a:extLst>
          </p:cNvPr>
          <p:cNvSpPr>
            <a:spLocks noGrp="1"/>
          </p:cNvSpPr>
          <p:nvPr/>
        </p:nvSpPr>
        <p:spPr>
          <a:xfrm>
            <a:off x="426826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4" name="F2_precision_recall_distributions_5538">
            <a:extLst>
              <a:ext uri="{FF2B5EF4-FFF2-40B4-BE49-F238E27FC236}">
                <a16:creationId xmlns:a16="http://schemas.microsoft.com/office/drawing/2014/main" id="{A1E8F2E2-03B7-4237-85C8-1EC447FEB9A1}"/>
              </a:ext>
            </a:extLst>
          </p:cNvPr>
          <p:cNvSpPr>
            <a:spLocks noGrp="1"/>
          </p:cNvSpPr>
          <p:nvPr/>
        </p:nvSpPr>
        <p:spPr>
          <a:xfrm>
            <a:off x="426515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5" name="F2_precision_recall_distributions_5539">
            <a:extLst>
              <a:ext uri="{FF2B5EF4-FFF2-40B4-BE49-F238E27FC236}">
                <a16:creationId xmlns:a16="http://schemas.microsoft.com/office/drawing/2014/main" id="{33A59747-8612-4090-9348-F0E7FA3AA27C}"/>
              </a:ext>
            </a:extLst>
          </p:cNvPr>
          <p:cNvSpPr>
            <a:spLocks noGrp="1"/>
          </p:cNvSpPr>
          <p:nvPr/>
        </p:nvSpPr>
        <p:spPr>
          <a:xfrm>
            <a:off x="43464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6" name="F2_precision_recall_distributions_5540">
            <a:extLst>
              <a:ext uri="{FF2B5EF4-FFF2-40B4-BE49-F238E27FC236}">
                <a16:creationId xmlns:a16="http://schemas.microsoft.com/office/drawing/2014/main" id="{3FA41591-3D0F-4694-8770-40E537CE8EC8}"/>
              </a:ext>
            </a:extLst>
          </p:cNvPr>
          <p:cNvSpPr>
            <a:spLocks noGrp="1"/>
          </p:cNvSpPr>
          <p:nvPr/>
        </p:nvSpPr>
        <p:spPr>
          <a:xfrm>
            <a:off x="4168300" y="50409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7" name="F2_precision_recall_distributions_5541">
            <a:extLst>
              <a:ext uri="{FF2B5EF4-FFF2-40B4-BE49-F238E27FC236}">
                <a16:creationId xmlns:a16="http://schemas.microsoft.com/office/drawing/2014/main" id="{1D94D5E1-EF29-4407-8572-FD14083414A7}"/>
              </a:ext>
            </a:extLst>
          </p:cNvPr>
          <p:cNvSpPr>
            <a:spLocks noGrp="1"/>
          </p:cNvSpPr>
          <p:nvPr/>
        </p:nvSpPr>
        <p:spPr>
          <a:xfrm>
            <a:off x="400587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8" name="F2_precision_recall_distributions_5542">
            <a:extLst>
              <a:ext uri="{FF2B5EF4-FFF2-40B4-BE49-F238E27FC236}">
                <a16:creationId xmlns:a16="http://schemas.microsoft.com/office/drawing/2014/main" id="{876370CE-81F3-470F-883D-EBD418D8778F}"/>
              </a:ext>
            </a:extLst>
          </p:cNvPr>
          <p:cNvSpPr>
            <a:spLocks noGrp="1"/>
          </p:cNvSpPr>
          <p:nvPr/>
        </p:nvSpPr>
        <p:spPr>
          <a:xfrm>
            <a:off x="431976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9" name="F2_precision_recall_distributions_5543">
            <a:extLst>
              <a:ext uri="{FF2B5EF4-FFF2-40B4-BE49-F238E27FC236}">
                <a16:creationId xmlns:a16="http://schemas.microsoft.com/office/drawing/2014/main" id="{5D0CFA72-425B-421C-B2F3-E4635C79C4FF}"/>
              </a:ext>
            </a:extLst>
          </p:cNvPr>
          <p:cNvSpPr>
            <a:spLocks noGrp="1"/>
          </p:cNvSpPr>
          <p:nvPr/>
        </p:nvSpPr>
        <p:spPr>
          <a:xfrm>
            <a:off x="43451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0" name="F2_precision_recall_distributions_5544">
            <a:extLst>
              <a:ext uri="{FF2B5EF4-FFF2-40B4-BE49-F238E27FC236}">
                <a16:creationId xmlns:a16="http://schemas.microsoft.com/office/drawing/2014/main" id="{4F93CF98-C074-44F8-AE2F-2B00D768A68C}"/>
              </a:ext>
            </a:extLst>
          </p:cNvPr>
          <p:cNvSpPr>
            <a:spLocks noGrp="1"/>
          </p:cNvSpPr>
          <p:nvPr/>
        </p:nvSpPr>
        <p:spPr>
          <a:xfrm>
            <a:off x="417649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1" name="F2_precision_recall_distributions_5545">
            <a:extLst>
              <a:ext uri="{FF2B5EF4-FFF2-40B4-BE49-F238E27FC236}">
                <a16:creationId xmlns:a16="http://schemas.microsoft.com/office/drawing/2014/main" id="{0FF626C4-CEE4-4797-B7E1-13B23CCD0697}"/>
              </a:ext>
            </a:extLst>
          </p:cNvPr>
          <p:cNvSpPr>
            <a:spLocks noGrp="1"/>
          </p:cNvSpPr>
          <p:nvPr/>
        </p:nvSpPr>
        <p:spPr>
          <a:xfrm>
            <a:off x="42501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2" name="F2_precision_recall_distributions_5546">
            <a:extLst>
              <a:ext uri="{FF2B5EF4-FFF2-40B4-BE49-F238E27FC236}">
                <a16:creationId xmlns:a16="http://schemas.microsoft.com/office/drawing/2014/main" id="{5AA1E8D6-16A6-4119-B9A1-89A07042B510}"/>
              </a:ext>
            </a:extLst>
          </p:cNvPr>
          <p:cNvSpPr>
            <a:spLocks noGrp="1"/>
          </p:cNvSpPr>
          <p:nvPr/>
        </p:nvSpPr>
        <p:spPr>
          <a:xfrm>
            <a:off x="4260316" y="50764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3" name="F2_precision_recall_distributions_5547">
            <a:extLst>
              <a:ext uri="{FF2B5EF4-FFF2-40B4-BE49-F238E27FC236}">
                <a16:creationId xmlns:a16="http://schemas.microsoft.com/office/drawing/2014/main" id="{6834D257-32D3-4FBF-AB85-C3AB046F80AA}"/>
              </a:ext>
            </a:extLst>
          </p:cNvPr>
          <p:cNvSpPr>
            <a:spLocks noGrp="1"/>
          </p:cNvSpPr>
          <p:nvPr/>
        </p:nvSpPr>
        <p:spPr>
          <a:xfrm>
            <a:off x="418442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4" name="F2_precision_recall_distributions_5548">
            <a:extLst>
              <a:ext uri="{FF2B5EF4-FFF2-40B4-BE49-F238E27FC236}">
                <a16:creationId xmlns:a16="http://schemas.microsoft.com/office/drawing/2014/main" id="{19D38480-2310-4F3A-A5CE-DAE7BD0A9F67}"/>
              </a:ext>
            </a:extLst>
          </p:cNvPr>
          <p:cNvSpPr>
            <a:spLocks noGrp="1"/>
          </p:cNvSpPr>
          <p:nvPr/>
        </p:nvSpPr>
        <p:spPr>
          <a:xfrm>
            <a:off x="4055715" y="50751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5" name="F2_precision_recall_distributions_5549">
            <a:extLst>
              <a:ext uri="{FF2B5EF4-FFF2-40B4-BE49-F238E27FC236}">
                <a16:creationId xmlns:a16="http://schemas.microsoft.com/office/drawing/2014/main" id="{5CEDE841-26ED-48D7-AF64-D8EA83C523BD}"/>
              </a:ext>
            </a:extLst>
          </p:cNvPr>
          <p:cNvSpPr>
            <a:spLocks noGrp="1"/>
          </p:cNvSpPr>
          <p:nvPr/>
        </p:nvSpPr>
        <p:spPr>
          <a:xfrm>
            <a:off x="407755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6" name="F2_precision_recall_distributions_5550">
            <a:extLst>
              <a:ext uri="{FF2B5EF4-FFF2-40B4-BE49-F238E27FC236}">
                <a16:creationId xmlns:a16="http://schemas.microsoft.com/office/drawing/2014/main" id="{AAC43DB8-2E78-48C2-B8F4-B136632EAE80}"/>
              </a:ext>
            </a:extLst>
          </p:cNvPr>
          <p:cNvSpPr>
            <a:spLocks noGrp="1"/>
          </p:cNvSpPr>
          <p:nvPr/>
        </p:nvSpPr>
        <p:spPr>
          <a:xfrm>
            <a:off x="4254749" y="50609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7" name="F2_precision_recall_distributions_5551">
            <a:extLst>
              <a:ext uri="{FF2B5EF4-FFF2-40B4-BE49-F238E27FC236}">
                <a16:creationId xmlns:a16="http://schemas.microsoft.com/office/drawing/2014/main" id="{37EB61D0-02EB-4158-85DB-AD16FCC8584C}"/>
              </a:ext>
            </a:extLst>
          </p:cNvPr>
          <p:cNvSpPr>
            <a:spLocks noGrp="1"/>
          </p:cNvSpPr>
          <p:nvPr/>
        </p:nvSpPr>
        <p:spPr>
          <a:xfrm>
            <a:off x="4103543" y="50467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8" name="F2_precision_recall_distributions_5552">
            <a:extLst>
              <a:ext uri="{FF2B5EF4-FFF2-40B4-BE49-F238E27FC236}">
                <a16:creationId xmlns:a16="http://schemas.microsoft.com/office/drawing/2014/main" id="{0795411F-97B8-4288-8DA2-0EF4CDEA98F5}"/>
              </a:ext>
            </a:extLst>
          </p:cNvPr>
          <p:cNvSpPr>
            <a:spLocks noGrp="1"/>
          </p:cNvSpPr>
          <p:nvPr/>
        </p:nvSpPr>
        <p:spPr>
          <a:xfrm>
            <a:off x="4194069" y="50015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9" name="F2_precision_recall_distributions_5553">
            <a:extLst>
              <a:ext uri="{FF2B5EF4-FFF2-40B4-BE49-F238E27FC236}">
                <a16:creationId xmlns:a16="http://schemas.microsoft.com/office/drawing/2014/main" id="{F07CC094-C376-4438-84C3-F39B48634E35}"/>
              </a:ext>
            </a:extLst>
          </p:cNvPr>
          <p:cNvSpPr>
            <a:spLocks noGrp="1"/>
          </p:cNvSpPr>
          <p:nvPr/>
        </p:nvSpPr>
        <p:spPr>
          <a:xfrm>
            <a:off x="4044497" y="50739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0" name="F2_precision_recall_distributions_5554">
            <a:extLst>
              <a:ext uri="{FF2B5EF4-FFF2-40B4-BE49-F238E27FC236}">
                <a16:creationId xmlns:a16="http://schemas.microsoft.com/office/drawing/2014/main" id="{53AF967B-6DDE-4A64-A9E6-E51AB3349F91}"/>
              </a:ext>
            </a:extLst>
          </p:cNvPr>
          <p:cNvSpPr>
            <a:spLocks noGrp="1"/>
          </p:cNvSpPr>
          <p:nvPr/>
        </p:nvSpPr>
        <p:spPr>
          <a:xfrm>
            <a:off x="4213097" y="50764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1" name="F2_precision_recall_distributions_5555">
            <a:extLst>
              <a:ext uri="{FF2B5EF4-FFF2-40B4-BE49-F238E27FC236}">
                <a16:creationId xmlns:a16="http://schemas.microsoft.com/office/drawing/2014/main" id="{1B3EE6E0-17E9-40C0-8839-EFDA4446F325}"/>
              </a:ext>
            </a:extLst>
          </p:cNvPr>
          <p:cNvSpPr>
            <a:spLocks noGrp="1"/>
          </p:cNvSpPr>
          <p:nvPr/>
        </p:nvSpPr>
        <p:spPr>
          <a:xfrm>
            <a:off x="4258996" y="503825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2" name="F2_precision_recall_distributions_5556">
            <a:extLst>
              <a:ext uri="{FF2B5EF4-FFF2-40B4-BE49-F238E27FC236}">
                <a16:creationId xmlns:a16="http://schemas.microsoft.com/office/drawing/2014/main" id="{46A91A08-DCF1-4508-95C4-F44EF43DDB3D}"/>
              </a:ext>
            </a:extLst>
          </p:cNvPr>
          <p:cNvSpPr>
            <a:spLocks noGrp="1"/>
          </p:cNvSpPr>
          <p:nvPr/>
        </p:nvSpPr>
        <p:spPr>
          <a:xfrm>
            <a:off x="412731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3" name="F2_precision_recall_distributions_5557">
            <a:extLst>
              <a:ext uri="{FF2B5EF4-FFF2-40B4-BE49-F238E27FC236}">
                <a16:creationId xmlns:a16="http://schemas.microsoft.com/office/drawing/2014/main" id="{26C94083-93ED-49AD-9296-348410196527}"/>
              </a:ext>
            </a:extLst>
          </p:cNvPr>
          <p:cNvSpPr>
            <a:spLocks noGrp="1"/>
          </p:cNvSpPr>
          <p:nvPr/>
        </p:nvSpPr>
        <p:spPr>
          <a:xfrm>
            <a:off x="4167527" y="50332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4" name="F2_precision_recall_distributions_5558">
            <a:extLst>
              <a:ext uri="{FF2B5EF4-FFF2-40B4-BE49-F238E27FC236}">
                <a16:creationId xmlns:a16="http://schemas.microsoft.com/office/drawing/2014/main" id="{E9EC6E84-D5D0-46DC-A533-5E4E4BFA9C98}"/>
              </a:ext>
            </a:extLst>
          </p:cNvPr>
          <p:cNvSpPr>
            <a:spLocks noGrp="1"/>
          </p:cNvSpPr>
          <p:nvPr/>
        </p:nvSpPr>
        <p:spPr>
          <a:xfrm>
            <a:off x="419661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5" name="F2_precision_recall_distributions_5559">
            <a:extLst>
              <a:ext uri="{FF2B5EF4-FFF2-40B4-BE49-F238E27FC236}">
                <a16:creationId xmlns:a16="http://schemas.microsoft.com/office/drawing/2014/main" id="{46CD3CED-9A72-481D-BB9D-E5C2BE5EF105}"/>
              </a:ext>
            </a:extLst>
          </p:cNvPr>
          <p:cNvSpPr>
            <a:spLocks noGrp="1"/>
          </p:cNvSpPr>
          <p:nvPr/>
        </p:nvSpPr>
        <p:spPr>
          <a:xfrm>
            <a:off x="415736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6" name="F2_precision_recall_distributions_5560">
            <a:extLst>
              <a:ext uri="{FF2B5EF4-FFF2-40B4-BE49-F238E27FC236}">
                <a16:creationId xmlns:a16="http://schemas.microsoft.com/office/drawing/2014/main" id="{DBD2E09B-D829-408E-B9EB-D63374B1DA4C}"/>
              </a:ext>
            </a:extLst>
          </p:cNvPr>
          <p:cNvSpPr>
            <a:spLocks noGrp="1"/>
          </p:cNvSpPr>
          <p:nvPr/>
        </p:nvSpPr>
        <p:spPr>
          <a:xfrm>
            <a:off x="411110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7" name="F2_precision_recall_distributions_5561">
            <a:extLst>
              <a:ext uri="{FF2B5EF4-FFF2-40B4-BE49-F238E27FC236}">
                <a16:creationId xmlns:a16="http://schemas.microsoft.com/office/drawing/2014/main" id="{7BDF8175-970B-4F28-B948-48CEDB3111E2}"/>
              </a:ext>
            </a:extLst>
          </p:cNvPr>
          <p:cNvSpPr>
            <a:spLocks noGrp="1"/>
          </p:cNvSpPr>
          <p:nvPr/>
        </p:nvSpPr>
        <p:spPr>
          <a:xfrm>
            <a:off x="4266433" y="506668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8" name="F2_precision_recall_distributions_5562">
            <a:extLst>
              <a:ext uri="{FF2B5EF4-FFF2-40B4-BE49-F238E27FC236}">
                <a16:creationId xmlns:a16="http://schemas.microsoft.com/office/drawing/2014/main" id="{1AF21211-E200-4D61-A901-F7E60D290DDC}"/>
              </a:ext>
            </a:extLst>
          </p:cNvPr>
          <p:cNvSpPr>
            <a:spLocks noGrp="1"/>
          </p:cNvSpPr>
          <p:nvPr/>
        </p:nvSpPr>
        <p:spPr>
          <a:xfrm>
            <a:off x="414373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9" name="F2_precision_recall_distributions_5563">
            <a:extLst>
              <a:ext uri="{FF2B5EF4-FFF2-40B4-BE49-F238E27FC236}">
                <a16:creationId xmlns:a16="http://schemas.microsoft.com/office/drawing/2014/main" id="{04B32C01-DFCF-4ED9-A91F-602E8F35952A}"/>
              </a:ext>
            </a:extLst>
          </p:cNvPr>
          <p:cNvSpPr>
            <a:spLocks noGrp="1"/>
          </p:cNvSpPr>
          <p:nvPr/>
        </p:nvSpPr>
        <p:spPr>
          <a:xfrm>
            <a:off x="4135258" y="50548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0" name="F2_precision_recall_distributions_5564">
            <a:extLst>
              <a:ext uri="{FF2B5EF4-FFF2-40B4-BE49-F238E27FC236}">
                <a16:creationId xmlns:a16="http://schemas.microsoft.com/office/drawing/2014/main" id="{E800EBD3-8791-400C-9576-4914FB086C95}"/>
              </a:ext>
            </a:extLst>
          </p:cNvPr>
          <p:cNvSpPr>
            <a:spLocks noGrp="1"/>
          </p:cNvSpPr>
          <p:nvPr/>
        </p:nvSpPr>
        <p:spPr>
          <a:xfrm>
            <a:off x="4210988" y="50685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1" name="F2_precision_recall_distributions_5565">
            <a:extLst>
              <a:ext uri="{FF2B5EF4-FFF2-40B4-BE49-F238E27FC236}">
                <a16:creationId xmlns:a16="http://schemas.microsoft.com/office/drawing/2014/main" id="{726144D1-6395-49B2-B8D8-F51F40C30AC3}"/>
              </a:ext>
            </a:extLst>
          </p:cNvPr>
          <p:cNvSpPr>
            <a:spLocks noGrp="1"/>
          </p:cNvSpPr>
          <p:nvPr/>
        </p:nvSpPr>
        <p:spPr>
          <a:xfrm>
            <a:off x="3992725" y="50732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2" name="F2_precision_recall_distributions_5566">
            <a:extLst>
              <a:ext uri="{FF2B5EF4-FFF2-40B4-BE49-F238E27FC236}">
                <a16:creationId xmlns:a16="http://schemas.microsoft.com/office/drawing/2014/main" id="{2BB4FC56-6EDE-419A-A29A-1F604F8EB476}"/>
              </a:ext>
            </a:extLst>
          </p:cNvPr>
          <p:cNvSpPr>
            <a:spLocks noGrp="1"/>
          </p:cNvSpPr>
          <p:nvPr/>
        </p:nvSpPr>
        <p:spPr>
          <a:xfrm>
            <a:off x="3988562" y="50708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3" name="F2_precision_recall_distributions_5567">
            <a:extLst>
              <a:ext uri="{FF2B5EF4-FFF2-40B4-BE49-F238E27FC236}">
                <a16:creationId xmlns:a16="http://schemas.microsoft.com/office/drawing/2014/main" id="{72B6ED7A-DE7E-4C9D-BBFD-5EDA0ECA5072}"/>
              </a:ext>
            </a:extLst>
          </p:cNvPr>
          <p:cNvSpPr>
            <a:spLocks noGrp="1"/>
          </p:cNvSpPr>
          <p:nvPr/>
        </p:nvSpPr>
        <p:spPr>
          <a:xfrm>
            <a:off x="3982789" y="50771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4" name="F2_precision_recall_distributions_5568">
            <a:extLst>
              <a:ext uri="{FF2B5EF4-FFF2-40B4-BE49-F238E27FC236}">
                <a16:creationId xmlns:a16="http://schemas.microsoft.com/office/drawing/2014/main" id="{5D45D951-3EB1-4C9E-82A1-BF6754ABDC3A}"/>
              </a:ext>
            </a:extLst>
          </p:cNvPr>
          <p:cNvSpPr>
            <a:spLocks noGrp="1"/>
          </p:cNvSpPr>
          <p:nvPr/>
        </p:nvSpPr>
        <p:spPr>
          <a:xfrm>
            <a:off x="423213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5" name="F2_precision_recall_distributions_5569">
            <a:extLst>
              <a:ext uri="{FF2B5EF4-FFF2-40B4-BE49-F238E27FC236}">
                <a16:creationId xmlns:a16="http://schemas.microsoft.com/office/drawing/2014/main" id="{000428CA-375E-4C7C-89F9-18D549866F35}"/>
              </a:ext>
            </a:extLst>
          </p:cNvPr>
          <p:cNvSpPr>
            <a:spLocks noGrp="1"/>
          </p:cNvSpPr>
          <p:nvPr/>
        </p:nvSpPr>
        <p:spPr>
          <a:xfrm>
            <a:off x="42231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6" name="F2_precision_recall_distributions_5570">
            <a:extLst>
              <a:ext uri="{FF2B5EF4-FFF2-40B4-BE49-F238E27FC236}">
                <a16:creationId xmlns:a16="http://schemas.microsoft.com/office/drawing/2014/main" id="{3542CC72-AC64-4EA9-9619-D03D79C0DD44}"/>
              </a:ext>
            </a:extLst>
          </p:cNvPr>
          <p:cNvSpPr>
            <a:spLocks noGrp="1"/>
          </p:cNvSpPr>
          <p:nvPr/>
        </p:nvSpPr>
        <p:spPr>
          <a:xfrm>
            <a:off x="4282636" y="506958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7" name="F2_precision_recall_distributions_5571">
            <a:extLst>
              <a:ext uri="{FF2B5EF4-FFF2-40B4-BE49-F238E27FC236}">
                <a16:creationId xmlns:a16="http://schemas.microsoft.com/office/drawing/2014/main" id="{2013AEB7-4B73-45E8-8A4E-03DE59DAE1F9}"/>
              </a:ext>
            </a:extLst>
          </p:cNvPr>
          <p:cNvSpPr>
            <a:spLocks noGrp="1"/>
          </p:cNvSpPr>
          <p:nvPr/>
        </p:nvSpPr>
        <p:spPr>
          <a:xfrm>
            <a:off x="419143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8" name="F2_precision_recall_distributions_5572">
            <a:extLst>
              <a:ext uri="{FF2B5EF4-FFF2-40B4-BE49-F238E27FC236}">
                <a16:creationId xmlns:a16="http://schemas.microsoft.com/office/drawing/2014/main" id="{F9A7AB80-5A43-440B-A082-A30C7732B04A}"/>
              </a:ext>
            </a:extLst>
          </p:cNvPr>
          <p:cNvSpPr>
            <a:spLocks noGrp="1"/>
          </p:cNvSpPr>
          <p:nvPr/>
        </p:nvSpPr>
        <p:spPr>
          <a:xfrm>
            <a:off x="405327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9" name="F2_precision_recall_distributions_5573">
            <a:extLst>
              <a:ext uri="{FF2B5EF4-FFF2-40B4-BE49-F238E27FC236}">
                <a16:creationId xmlns:a16="http://schemas.microsoft.com/office/drawing/2014/main" id="{57D4BAD0-E2AA-4074-890D-9CF28FF1B745}"/>
              </a:ext>
            </a:extLst>
          </p:cNvPr>
          <p:cNvSpPr>
            <a:spLocks noGrp="1"/>
          </p:cNvSpPr>
          <p:nvPr/>
        </p:nvSpPr>
        <p:spPr>
          <a:xfrm>
            <a:off x="4147932" y="50761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0" name="F2_precision_recall_distributions_5574">
            <a:extLst>
              <a:ext uri="{FF2B5EF4-FFF2-40B4-BE49-F238E27FC236}">
                <a16:creationId xmlns:a16="http://schemas.microsoft.com/office/drawing/2014/main" id="{BEE6A10F-518E-4FF3-9F69-98A2C19E7052}"/>
              </a:ext>
            </a:extLst>
          </p:cNvPr>
          <p:cNvSpPr>
            <a:spLocks noGrp="1"/>
          </p:cNvSpPr>
          <p:nvPr/>
        </p:nvSpPr>
        <p:spPr>
          <a:xfrm>
            <a:off x="4035214" y="50703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1" name="F2_precision_recall_distributions_5575">
            <a:extLst>
              <a:ext uri="{FF2B5EF4-FFF2-40B4-BE49-F238E27FC236}">
                <a16:creationId xmlns:a16="http://schemas.microsoft.com/office/drawing/2014/main" id="{F1E2FA35-9013-4386-8837-80ABB7F917B5}"/>
              </a:ext>
            </a:extLst>
          </p:cNvPr>
          <p:cNvSpPr>
            <a:spLocks noGrp="1"/>
          </p:cNvSpPr>
          <p:nvPr/>
        </p:nvSpPr>
        <p:spPr>
          <a:xfrm>
            <a:off x="430971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2" name="F2_precision_recall_distributions_5576">
            <a:extLst>
              <a:ext uri="{FF2B5EF4-FFF2-40B4-BE49-F238E27FC236}">
                <a16:creationId xmlns:a16="http://schemas.microsoft.com/office/drawing/2014/main" id="{93AE3E89-63B1-4F4D-A536-1408E7D47AAC}"/>
              </a:ext>
            </a:extLst>
          </p:cNvPr>
          <p:cNvSpPr>
            <a:spLocks noGrp="1"/>
          </p:cNvSpPr>
          <p:nvPr/>
        </p:nvSpPr>
        <p:spPr>
          <a:xfrm>
            <a:off x="4078078" y="50748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3" name="F2_precision_recall_distributions_5577">
            <a:extLst>
              <a:ext uri="{FF2B5EF4-FFF2-40B4-BE49-F238E27FC236}">
                <a16:creationId xmlns:a16="http://schemas.microsoft.com/office/drawing/2014/main" id="{BA3B560F-F6B3-4B6B-B17B-C7208CBCA189}"/>
              </a:ext>
            </a:extLst>
          </p:cNvPr>
          <p:cNvSpPr>
            <a:spLocks noGrp="1"/>
          </p:cNvSpPr>
          <p:nvPr/>
        </p:nvSpPr>
        <p:spPr>
          <a:xfrm>
            <a:off x="3996562" y="50621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4" name="F2_precision_recall_distributions_5578">
            <a:extLst>
              <a:ext uri="{FF2B5EF4-FFF2-40B4-BE49-F238E27FC236}">
                <a16:creationId xmlns:a16="http://schemas.microsoft.com/office/drawing/2014/main" id="{25B4ACA7-40F2-495F-8A0B-FFBD504521BA}"/>
              </a:ext>
            </a:extLst>
          </p:cNvPr>
          <p:cNvSpPr>
            <a:spLocks noGrp="1"/>
          </p:cNvSpPr>
          <p:nvPr/>
        </p:nvSpPr>
        <p:spPr>
          <a:xfrm>
            <a:off x="420242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5" name="F2_precision_recall_distributions_5579">
            <a:extLst>
              <a:ext uri="{FF2B5EF4-FFF2-40B4-BE49-F238E27FC236}">
                <a16:creationId xmlns:a16="http://schemas.microsoft.com/office/drawing/2014/main" id="{45D68FA7-D8BD-4BC5-987D-03C3BEBE20B1}"/>
              </a:ext>
            </a:extLst>
          </p:cNvPr>
          <p:cNvSpPr>
            <a:spLocks noGrp="1"/>
          </p:cNvSpPr>
          <p:nvPr/>
        </p:nvSpPr>
        <p:spPr>
          <a:xfrm>
            <a:off x="404271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6" name="F2_precision_recall_distributions_5580">
            <a:extLst>
              <a:ext uri="{FF2B5EF4-FFF2-40B4-BE49-F238E27FC236}">
                <a16:creationId xmlns:a16="http://schemas.microsoft.com/office/drawing/2014/main" id="{D6EF5AF9-E01F-413E-853A-3150ACDCD90A}"/>
              </a:ext>
            </a:extLst>
          </p:cNvPr>
          <p:cNvSpPr>
            <a:spLocks noGrp="1"/>
          </p:cNvSpPr>
          <p:nvPr/>
        </p:nvSpPr>
        <p:spPr>
          <a:xfrm>
            <a:off x="41253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7" name="F2_precision_recall_distributions_5581">
            <a:extLst>
              <a:ext uri="{FF2B5EF4-FFF2-40B4-BE49-F238E27FC236}">
                <a16:creationId xmlns:a16="http://schemas.microsoft.com/office/drawing/2014/main" id="{53088C6A-B451-4287-AD90-EBD1F7A80650}"/>
              </a:ext>
            </a:extLst>
          </p:cNvPr>
          <p:cNvSpPr>
            <a:spLocks noGrp="1"/>
          </p:cNvSpPr>
          <p:nvPr/>
        </p:nvSpPr>
        <p:spPr>
          <a:xfrm>
            <a:off x="403708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8" name="F2_precision_recall_distributions_5582">
            <a:extLst>
              <a:ext uri="{FF2B5EF4-FFF2-40B4-BE49-F238E27FC236}">
                <a16:creationId xmlns:a16="http://schemas.microsoft.com/office/drawing/2014/main" id="{DAFD5424-8D1A-49E0-9097-738C10578672}"/>
              </a:ext>
            </a:extLst>
          </p:cNvPr>
          <p:cNvSpPr>
            <a:spLocks noGrp="1"/>
          </p:cNvSpPr>
          <p:nvPr/>
        </p:nvSpPr>
        <p:spPr>
          <a:xfrm>
            <a:off x="4219863" y="50679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9" name="F2_precision_recall_distributions_5583">
            <a:extLst>
              <a:ext uri="{FF2B5EF4-FFF2-40B4-BE49-F238E27FC236}">
                <a16:creationId xmlns:a16="http://schemas.microsoft.com/office/drawing/2014/main" id="{715B65C2-DDB1-41A2-B54E-AB87EC71D542}"/>
              </a:ext>
            </a:extLst>
          </p:cNvPr>
          <p:cNvSpPr>
            <a:spLocks noGrp="1"/>
          </p:cNvSpPr>
          <p:nvPr/>
        </p:nvSpPr>
        <p:spPr>
          <a:xfrm>
            <a:off x="40157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0" name="F2_precision_recall_distributions_5584">
            <a:extLst>
              <a:ext uri="{FF2B5EF4-FFF2-40B4-BE49-F238E27FC236}">
                <a16:creationId xmlns:a16="http://schemas.microsoft.com/office/drawing/2014/main" id="{6484D066-5E9D-46F0-ADD5-CBF35E9CDDAE}"/>
              </a:ext>
            </a:extLst>
          </p:cNvPr>
          <p:cNvSpPr>
            <a:spLocks noGrp="1"/>
          </p:cNvSpPr>
          <p:nvPr/>
        </p:nvSpPr>
        <p:spPr>
          <a:xfrm>
            <a:off x="4089981" y="50525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1" name="F2_precision_recall_distributions_5585">
            <a:extLst>
              <a:ext uri="{FF2B5EF4-FFF2-40B4-BE49-F238E27FC236}">
                <a16:creationId xmlns:a16="http://schemas.microsoft.com/office/drawing/2014/main" id="{46640BDE-D6C6-45B2-95D5-99AB4579AD90}"/>
              </a:ext>
            </a:extLst>
          </p:cNvPr>
          <p:cNvSpPr>
            <a:spLocks noGrp="1"/>
          </p:cNvSpPr>
          <p:nvPr/>
        </p:nvSpPr>
        <p:spPr>
          <a:xfrm>
            <a:off x="4298477" y="50762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2" name="F2_precision_recall_distributions_5586">
            <a:extLst>
              <a:ext uri="{FF2B5EF4-FFF2-40B4-BE49-F238E27FC236}">
                <a16:creationId xmlns:a16="http://schemas.microsoft.com/office/drawing/2014/main" id="{DC48E2B0-05C0-4154-A602-706C190EAC1E}"/>
              </a:ext>
            </a:extLst>
          </p:cNvPr>
          <p:cNvSpPr>
            <a:spLocks noGrp="1"/>
          </p:cNvSpPr>
          <p:nvPr/>
        </p:nvSpPr>
        <p:spPr>
          <a:xfrm>
            <a:off x="4243841" y="50638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3" name="F2_precision_recall_distributions_5587">
            <a:extLst>
              <a:ext uri="{FF2B5EF4-FFF2-40B4-BE49-F238E27FC236}">
                <a16:creationId xmlns:a16="http://schemas.microsoft.com/office/drawing/2014/main" id="{BF5BC029-6E03-41C1-A1CE-C46D85D525A8}"/>
              </a:ext>
            </a:extLst>
          </p:cNvPr>
          <p:cNvSpPr>
            <a:spLocks noGrp="1"/>
          </p:cNvSpPr>
          <p:nvPr/>
        </p:nvSpPr>
        <p:spPr>
          <a:xfrm>
            <a:off x="3998272" y="50620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4" name="F2_precision_recall_distributions_5588">
            <a:extLst>
              <a:ext uri="{FF2B5EF4-FFF2-40B4-BE49-F238E27FC236}">
                <a16:creationId xmlns:a16="http://schemas.microsoft.com/office/drawing/2014/main" id="{5EA78F00-6B09-40F0-B83E-CE505747A66F}"/>
              </a:ext>
            </a:extLst>
          </p:cNvPr>
          <p:cNvSpPr>
            <a:spLocks noGrp="1"/>
          </p:cNvSpPr>
          <p:nvPr/>
        </p:nvSpPr>
        <p:spPr>
          <a:xfrm>
            <a:off x="4243092" y="501022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5" name="F2_precision_recall_distributions_5589">
            <a:extLst>
              <a:ext uri="{FF2B5EF4-FFF2-40B4-BE49-F238E27FC236}">
                <a16:creationId xmlns:a16="http://schemas.microsoft.com/office/drawing/2014/main" id="{BA475238-0B18-42F6-BFC4-F55409EFA125}"/>
              </a:ext>
            </a:extLst>
          </p:cNvPr>
          <p:cNvSpPr>
            <a:spLocks noGrp="1"/>
          </p:cNvSpPr>
          <p:nvPr/>
        </p:nvSpPr>
        <p:spPr>
          <a:xfrm>
            <a:off x="4038173" y="50684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6" name="F2_precision_recall_distributions_5590">
            <a:extLst>
              <a:ext uri="{FF2B5EF4-FFF2-40B4-BE49-F238E27FC236}">
                <a16:creationId xmlns:a16="http://schemas.microsoft.com/office/drawing/2014/main" id="{ED489849-C939-43BA-8668-F2C25E23A17C}"/>
              </a:ext>
            </a:extLst>
          </p:cNvPr>
          <p:cNvSpPr>
            <a:spLocks noGrp="1"/>
          </p:cNvSpPr>
          <p:nvPr/>
        </p:nvSpPr>
        <p:spPr>
          <a:xfrm>
            <a:off x="410629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7" name="F2_precision_recall_distributions_5591">
            <a:extLst>
              <a:ext uri="{FF2B5EF4-FFF2-40B4-BE49-F238E27FC236}">
                <a16:creationId xmlns:a16="http://schemas.microsoft.com/office/drawing/2014/main" id="{871086E4-897D-4F03-A09B-7C453F7D8423}"/>
              </a:ext>
            </a:extLst>
          </p:cNvPr>
          <p:cNvSpPr>
            <a:spLocks noGrp="1"/>
          </p:cNvSpPr>
          <p:nvPr/>
        </p:nvSpPr>
        <p:spPr>
          <a:xfrm>
            <a:off x="4321777" y="50736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8" name="F2_precision_recall_distributions_5592">
            <a:extLst>
              <a:ext uri="{FF2B5EF4-FFF2-40B4-BE49-F238E27FC236}">
                <a16:creationId xmlns:a16="http://schemas.microsoft.com/office/drawing/2014/main" id="{4C39802D-EED8-4BF8-B1BF-8BF5DAF21B5F}"/>
              </a:ext>
            </a:extLst>
          </p:cNvPr>
          <p:cNvSpPr>
            <a:spLocks noGrp="1"/>
          </p:cNvSpPr>
          <p:nvPr/>
        </p:nvSpPr>
        <p:spPr>
          <a:xfrm>
            <a:off x="4332238" y="50781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9" name="F2_precision_recall_distributions_5593">
            <a:extLst>
              <a:ext uri="{FF2B5EF4-FFF2-40B4-BE49-F238E27FC236}">
                <a16:creationId xmlns:a16="http://schemas.microsoft.com/office/drawing/2014/main" id="{C0829381-6990-4A7A-BAC8-C794928238BD}"/>
              </a:ext>
            </a:extLst>
          </p:cNvPr>
          <p:cNvSpPr>
            <a:spLocks noGrp="1"/>
          </p:cNvSpPr>
          <p:nvPr/>
        </p:nvSpPr>
        <p:spPr>
          <a:xfrm>
            <a:off x="4028973" y="49468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80" name="F2_precision_recall_distributions_5594">
            <a:extLst>
              <a:ext uri="{FF2B5EF4-FFF2-40B4-BE49-F238E27FC236}">
                <a16:creationId xmlns:a16="http://schemas.microsoft.com/office/drawing/2014/main" id="{A9A1EA88-BF23-4F54-8F06-A3D12BFE1E0A}"/>
              </a:ext>
            </a:extLst>
          </p:cNvPr>
          <p:cNvSpPr>
            <a:spLocks noGrp="1"/>
          </p:cNvSpPr>
          <p:nvPr/>
        </p:nvSpPr>
        <p:spPr>
          <a:xfrm>
            <a:off x="418127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81" name="F2_precision_recall_distributions_5595">
            <a:extLst>
              <a:ext uri="{FF2B5EF4-FFF2-40B4-BE49-F238E27FC236}">
                <a16:creationId xmlns:a16="http://schemas.microsoft.com/office/drawing/2014/main" id="{59113399-1BBA-45B6-98F6-521E72EA0FF4}"/>
              </a:ext>
            </a:extLst>
          </p:cNvPr>
          <p:cNvSpPr>
            <a:spLocks noGrp="1"/>
          </p:cNvSpPr>
          <p:nvPr/>
        </p:nvSpPr>
        <p:spPr>
          <a:xfrm>
            <a:off x="4078437" y="505846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82" name="F2_precision_recall_distributions_5596">
            <a:extLst>
              <a:ext uri="{FF2B5EF4-FFF2-40B4-BE49-F238E27FC236}">
                <a16:creationId xmlns:a16="http://schemas.microsoft.com/office/drawing/2014/main" id="{878B2507-F490-4B6E-B712-D23D79B09CB4}"/>
              </a:ext>
            </a:extLst>
          </p:cNvPr>
          <p:cNvSpPr>
            <a:spLocks noGrp="1"/>
          </p:cNvSpPr>
          <p:nvPr/>
        </p:nvSpPr>
        <p:spPr>
          <a:xfrm>
            <a:off x="1852503" y="4243539"/>
            <a:ext cx="191" cy="328897"/>
          </a:xfrm>
          <a:custGeom>
            <a:avLst/>
            <a:gdLst/>
            <a:ahLst/>
            <a:cxnLst/>
            <a:rect l="0" t="0" r="0" b="0"/>
            <a:pathLst>
              <a:path w="191" h="328897">
                <a:moveTo>
                  <a:pt x="0" y="328897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2783" name="F2_precision_recall_distributions_5597">
            <a:extLst>
              <a:ext uri="{FF2B5EF4-FFF2-40B4-BE49-F238E27FC236}">
                <a16:creationId xmlns:a16="http://schemas.microsoft.com/office/drawing/2014/main" id="{B9336CCA-B699-402E-BF11-0EEDE96AA9CF}"/>
              </a:ext>
            </a:extLst>
          </p:cNvPr>
          <p:cNvSpPr>
            <a:spLocks noGrp="1"/>
          </p:cNvSpPr>
          <p:nvPr/>
        </p:nvSpPr>
        <p:spPr>
          <a:xfrm>
            <a:off x="3016462" y="4243539"/>
            <a:ext cx="191" cy="565844"/>
          </a:xfrm>
          <a:custGeom>
            <a:avLst/>
            <a:gdLst/>
            <a:ahLst/>
            <a:cxnLst/>
            <a:rect l="0" t="0" r="0" b="0"/>
            <a:pathLst>
              <a:path w="191" h="565844">
                <a:moveTo>
                  <a:pt x="0" y="56584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2784" name="F2_precision_recall_distributions_5598">
            <a:extLst>
              <a:ext uri="{FF2B5EF4-FFF2-40B4-BE49-F238E27FC236}">
                <a16:creationId xmlns:a16="http://schemas.microsoft.com/office/drawing/2014/main" id="{257213D7-100C-440D-BC53-99C314F7F3A1}"/>
              </a:ext>
            </a:extLst>
          </p:cNvPr>
          <p:cNvSpPr>
            <a:spLocks noGrp="1"/>
          </p:cNvSpPr>
          <p:nvPr/>
        </p:nvSpPr>
        <p:spPr>
          <a:xfrm>
            <a:off x="4180422" y="5079002"/>
            <a:ext cx="191" cy="13303"/>
          </a:xfrm>
          <a:custGeom>
            <a:avLst/>
            <a:gdLst/>
            <a:ahLst/>
            <a:cxnLst/>
            <a:rect l="0" t="0" r="0" b="0"/>
            <a:pathLst>
              <a:path w="191" h="13303">
                <a:moveTo>
                  <a:pt x="0" y="1330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2785" name="F2_precision_recall_distributions_5599">
            <a:extLst>
              <a:ext uri="{FF2B5EF4-FFF2-40B4-BE49-F238E27FC236}">
                <a16:creationId xmlns:a16="http://schemas.microsoft.com/office/drawing/2014/main" id="{9865B3EA-3D80-4BF9-A85A-42982C249BFE}"/>
              </a:ext>
            </a:extLst>
          </p:cNvPr>
          <p:cNvSpPr>
            <a:spLocks noGrp="1"/>
          </p:cNvSpPr>
          <p:nvPr/>
        </p:nvSpPr>
        <p:spPr>
          <a:xfrm>
            <a:off x="1212325" y="422232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2786" name="F2_precision_recall_distributions_5600">
            <a:extLst>
              <a:ext uri="{FF2B5EF4-FFF2-40B4-BE49-F238E27FC236}">
                <a16:creationId xmlns:a16="http://schemas.microsoft.com/office/drawing/2014/main" id="{62AC429C-128C-4B23-8F1C-316B1D6FE56E}"/>
              </a:ext>
            </a:extLst>
          </p:cNvPr>
          <p:cNvSpPr>
            <a:spLocks noGrp="1"/>
          </p:cNvSpPr>
          <p:nvPr/>
        </p:nvSpPr>
        <p:spPr>
          <a:xfrm>
            <a:off x="1212325" y="510503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2787" name="text_5601">
            <a:extLst>
              <a:ext uri="{FF2B5EF4-FFF2-40B4-BE49-F238E27FC236}">
                <a16:creationId xmlns:a16="http://schemas.microsoft.com/office/drawing/2014/main" id="{4FA0BC1C-57E2-4F20-8A34-010072A3F695}"/>
              </a:ext>
            </a:extLst>
          </p:cNvPr>
          <p:cNvSpPr>
            <a:spLocks noGrp="1"/>
          </p:cNvSpPr>
          <p:nvPr/>
        </p:nvSpPr>
        <p:spPr>
          <a:xfrm>
            <a:off x="1212325" y="4041592"/>
            <a:ext cx="1744096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One-to-one, τ = 0.3 · Precision</a:t>
            </a:r>
          </a:p>
        </p:txBody>
      </p:sp>
      <p:sp>
        <p:nvSpPr>
          <p:cNvPr id="2788" name="F2_precision_recall_distributions_5602">
            <a:extLst>
              <a:ext uri="{FF2B5EF4-FFF2-40B4-BE49-F238E27FC236}">
                <a16:creationId xmlns:a16="http://schemas.microsoft.com/office/drawing/2014/main" id="{46201457-B903-4FBE-997B-93E5A48BEE55}"/>
              </a:ext>
            </a:extLst>
          </p:cNvPr>
          <p:cNvSpPr>
            <a:spLocks noGrp="1"/>
          </p:cNvSpPr>
          <p:nvPr/>
        </p:nvSpPr>
        <p:spPr>
          <a:xfrm>
            <a:off x="1824461" y="4215498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2789" name="F2_precision_recall_distributions_5603">
            <a:extLst>
              <a:ext uri="{FF2B5EF4-FFF2-40B4-BE49-F238E27FC236}">
                <a16:creationId xmlns:a16="http://schemas.microsoft.com/office/drawing/2014/main" id="{ED5589FF-F8D8-47AE-A767-9ACE95FBA081}"/>
              </a:ext>
            </a:extLst>
          </p:cNvPr>
          <p:cNvSpPr>
            <a:spLocks noGrp="1"/>
          </p:cNvSpPr>
          <p:nvPr/>
        </p:nvSpPr>
        <p:spPr>
          <a:xfrm>
            <a:off x="2988421" y="4498420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2790" name="F2_precision_recall_distributions_5604">
            <a:extLst>
              <a:ext uri="{FF2B5EF4-FFF2-40B4-BE49-F238E27FC236}">
                <a16:creationId xmlns:a16="http://schemas.microsoft.com/office/drawing/2014/main" id="{31C68FE0-7EAD-4D4B-AD88-72EF146C4927}"/>
              </a:ext>
            </a:extLst>
          </p:cNvPr>
          <p:cNvSpPr>
            <a:spLocks noGrp="1"/>
          </p:cNvSpPr>
          <p:nvPr/>
        </p:nvSpPr>
        <p:spPr>
          <a:xfrm>
            <a:off x="4152380" y="5062787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2791" name="F2_precision_recall_distributions_5605">
            <a:extLst>
              <a:ext uri="{FF2B5EF4-FFF2-40B4-BE49-F238E27FC236}">
                <a16:creationId xmlns:a16="http://schemas.microsoft.com/office/drawing/2014/main" id="{66A45225-FEA4-47B0-A9BA-2F080410DEB7}"/>
              </a:ext>
            </a:extLst>
          </p:cNvPr>
          <p:cNvSpPr>
            <a:spLocks noGrp="1"/>
          </p:cNvSpPr>
          <p:nvPr/>
        </p:nvSpPr>
        <p:spPr>
          <a:xfrm>
            <a:off x="5361841" y="422232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792" name="F2_precision_recall_distributions_5606">
            <a:extLst>
              <a:ext uri="{FF2B5EF4-FFF2-40B4-BE49-F238E27FC236}">
                <a16:creationId xmlns:a16="http://schemas.microsoft.com/office/drawing/2014/main" id="{A8FEDFB2-6330-4F85-857A-29B59455A4E6}"/>
              </a:ext>
            </a:extLst>
          </p:cNvPr>
          <p:cNvSpPr>
            <a:spLocks noGrp="1"/>
          </p:cNvSpPr>
          <p:nvPr/>
        </p:nvSpPr>
        <p:spPr>
          <a:xfrm>
            <a:off x="5361841" y="509230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793" name="F2_precision_recall_distributions_5607">
            <a:extLst>
              <a:ext uri="{FF2B5EF4-FFF2-40B4-BE49-F238E27FC236}">
                <a16:creationId xmlns:a16="http://schemas.microsoft.com/office/drawing/2014/main" id="{DA52DCAA-7D64-43A7-87B6-775C73A9BACE}"/>
              </a:ext>
            </a:extLst>
          </p:cNvPr>
          <p:cNvSpPr>
            <a:spLocks noGrp="1"/>
          </p:cNvSpPr>
          <p:nvPr/>
        </p:nvSpPr>
        <p:spPr>
          <a:xfrm>
            <a:off x="5319567" y="509230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794" name="F2_precision_recall_distributions_5608">
            <a:extLst>
              <a:ext uri="{FF2B5EF4-FFF2-40B4-BE49-F238E27FC236}">
                <a16:creationId xmlns:a16="http://schemas.microsoft.com/office/drawing/2014/main" id="{324CB7A2-90C4-4675-9F08-E164998CB32E}"/>
              </a:ext>
            </a:extLst>
          </p:cNvPr>
          <p:cNvSpPr>
            <a:spLocks noGrp="1"/>
          </p:cNvSpPr>
          <p:nvPr/>
        </p:nvSpPr>
        <p:spPr>
          <a:xfrm>
            <a:off x="5361841" y="466792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795" name="F2_precision_recall_distributions_5609">
            <a:extLst>
              <a:ext uri="{FF2B5EF4-FFF2-40B4-BE49-F238E27FC236}">
                <a16:creationId xmlns:a16="http://schemas.microsoft.com/office/drawing/2014/main" id="{E3A24E1E-74D7-4040-A1D6-30C62B0CC3B6}"/>
              </a:ext>
            </a:extLst>
          </p:cNvPr>
          <p:cNvSpPr>
            <a:spLocks noGrp="1"/>
          </p:cNvSpPr>
          <p:nvPr/>
        </p:nvSpPr>
        <p:spPr>
          <a:xfrm>
            <a:off x="5319567" y="466792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796" name="F2_precision_recall_distributions_5610">
            <a:extLst>
              <a:ext uri="{FF2B5EF4-FFF2-40B4-BE49-F238E27FC236}">
                <a16:creationId xmlns:a16="http://schemas.microsoft.com/office/drawing/2014/main" id="{82CEE1FB-CC97-4F4C-BAC8-33B1D84480A0}"/>
              </a:ext>
            </a:extLst>
          </p:cNvPr>
          <p:cNvSpPr>
            <a:spLocks noGrp="1"/>
          </p:cNvSpPr>
          <p:nvPr/>
        </p:nvSpPr>
        <p:spPr>
          <a:xfrm>
            <a:off x="5361841" y="424353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797" name="F2_precision_recall_distributions_5611">
            <a:extLst>
              <a:ext uri="{FF2B5EF4-FFF2-40B4-BE49-F238E27FC236}">
                <a16:creationId xmlns:a16="http://schemas.microsoft.com/office/drawing/2014/main" id="{01410236-6D6D-49ED-B7E3-FF7EFDA68996}"/>
              </a:ext>
            </a:extLst>
          </p:cNvPr>
          <p:cNvSpPr>
            <a:spLocks noGrp="1"/>
          </p:cNvSpPr>
          <p:nvPr/>
        </p:nvSpPr>
        <p:spPr>
          <a:xfrm>
            <a:off x="5319567" y="424353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798" name="F2_precision_recall_distributions_5612">
            <a:extLst>
              <a:ext uri="{FF2B5EF4-FFF2-40B4-BE49-F238E27FC236}">
                <a16:creationId xmlns:a16="http://schemas.microsoft.com/office/drawing/2014/main" id="{184A0E9B-A5F8-416D-A0A2-D466F4EB9047}"/>
              </a:ext>
            </a:extLst>
          </p:cNvPr>
          <p:cNvSpPr>
            <a:spLocks noGrp="1"/>
          </p:cNvSpPr>
          <p:nvPr/>
        </p:nvSpPr>
        <p:spPr>
          <a:xfrm>
            <a:off x="5664470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414240" y="848766"/>
                </a:moveTo>
                <a:lnTo>
                  <a:pt x="260856" y="848766"/>
                </a:lnTo>
                <a:lnTo>
                  <a:pt x="262030" y="842186"/>
                </a:lnTo>
                <a:lnTo>
                  <a:pt x="265429" y="835606"/>
                </a:lnTo>
                <a:lnTo>
                  <a:pt x="270713" y="829027"/>
                </a:lnTo>
                <a:lnTo>
                  <a:pt x="277375" y="822447"/>
                </a:lnTo>
                <a:lnTo>
                  <a:pt x="284824" y="815868"/>
                </a:lnTo>
                <a:lnTo>
                  <a:pt x="292472" y="809288"/>
                </a:lnTo>
                <a:lnTo>
                  <a:pt x="299807" y="802708"/>
                </a:lnTo>
                <a:lnTo>
                  <a:pt x="306443" y="796129"/>
                </a:lnTo>
                <a:lnTo>
                  <a:pt x="312145" y="789549"/>
                </a:lnTo>
                <a:lnTo>
                  <a:pt x="316822" y="782970"/>
                </a:lnTo>
                <a:lnTo>
                  <a:pt x="320506" y="776390"/>
                </a:lnTo>
                <a:lnTo>
                  <a:pt x="323312" y="769811"/>
                </a:lnTo>
                <a:lnTo>
                  <a:pt x="325402" y="763231"/>
                </a:lnTo>
                <a:lnTo>
                  <a:pt x="326949" y="756651"/>
                </a:lnTo>
                <a:lnTo>
                  <a:pt x="328114" y="750072"/>
                </a:lnTo>
                <a:lnTo>
                  <a:pt x="329021" y="743492"/>
                </a:lnTo>
                <a:lnTo>
                  <a:pt x="329757" y="736913"/>
                </a:lnTo>
                <a:lnTo>
                  <a:pt x="330366" y="730333"/>
                </a:lnTo>
                <a:lnTo>
                  <a:pt x="330853" y="723754"/>
                </a:lnTo>
                <a:lnTo>
                  <a:pt x="331196" y="717174"/>
                </a:lnTo>
                <a:lnTo>
                  <a:pt x="331353" y="710594"/>
                </a:lnTo>
                <a:lnTo>
                  <a:pt x="331279" y="704015"/>
                </a:lnTo>
                <a:lnTo>
                  <a:pt x="330933" y="697435"/>
                </a:lnTo>
                <a:lnTo>
                  <a:pt x="330293" y="690856"/>
                </a:lnTo>
                <a:lnTo>
                  <a:pt x="329358" y="684276"/>
                </a:lnTo>
                <a:lnTo>
                  <a:pt x="328156" y="677697"/>
                </a:lnTo>
                <a:lnTo>
                  <a:pt x="326743" y="671117"/>
                </a:lnTo>
                <a:lnTo>
                  <a:pt x="325198" y="664537"/>
                </a:lnTo>
                <a:lnTo>
                  <a:pt x="323613" y="657958"/>
                </a:lnTo>
                <a:lnTo>
                  <a:pt x="322084" y="651378"/>
                </a:lnTo>
                <a:lnTo>
                  <a:pt x="320695" y="644799"/>
                </a:lnTo>
                <a:lnTo>
                  <a:pt x="319514" y="638219"/>
                </a:lnTo>
                <a:lnTo>
                  <a:pt x="318580" y="631639"/>
                </a:lnTo>
                <a:lnTo>
                  <a:pt x="317902" y="625060"/>
                </a:lnTo>
                <a:lnTo>
                  <a:pt x="317464" y="618480"/>
                </a:lnTo>
                <a:lnTo>
                  <a:pt x="317237" y="611901"/>
                </a:lnTo>
                <a:lnTo>
                  <a:pt x="317183" y="605321"/>
                </a:lnTo>
                <a:lnTo>
                  <a:pt x="317273" y="598742"/>
                </a:lnTo>
                <a:lnTo>
                  <a:pt x="317492" y="592162"/>
                </a:lnTo>
                <a:lnTo>
                  <a:pt x="317841" y="585582"/>
                </a:lnTo>
                <a:lnTo>
                  <a:pt x="318334" y="579003"/>
                </a:lnTo>
                <a:lnTo>
                  <a:pt x="318985" y="572423"/>
                </a:lnTo>
                <a:lnTo>
                  <a:pt x="319803" y="565844"/>
                </a:lnTo>
                <a:lnTo>
                  <a:pt x="320772" y="559264"/>
                </a:lnTo>
                <a:lnTo>
                  <a:pt x="321855" y="552685"/>
                </a:lnTo>
                <a:lnTo>
                  <a:pt x="322985" y="546105"/>
                </a:lnTo>
                <a:lnTo>
                  <a:pt x="324079" y="539525"/>
                </a:lnTo>
                <a:lnTo>
                  <a:pt x="325041" y="532946"/>
                </a:lnTo>
                <a:lnTo>
                  <a:pt x="325778" y="526366"/>
                </a:lnTo>
                <a:lnTo>
                  <a:pt x="326202" y="519787"/>
                </a:lnTo>
                <a:lnTo>
                  <a:pt x="326240" y="513207"/>
                </a:lnTo>
                <a:lnTo>
                  <a:pt x="325824" y="506627"/>
                </a:lnTo>
                <a:lnTo>
                  <a:pt x="324901" y="500048"/>
                </a:lnTo>
                <a:lnTo>
                  <a:pt x="323422" y="493468"/>
                </a:lnTo>
                <a:lnTo>
                  <a:pt x="321355" y="486889"/>
                </a:lnTo>
                <a:lnTo>
                  <a:pt x="318693" y="480309"/>
                </a:lnTo>
                <a:lnTo>
                  <a:pt x="315471" y="473730"/>
                </a:lnTo>
                <a:lnTo>
                  <a:pt x="311785" y="467150"/>
                </a:lnTo>
                <a:lnTo>
                  <a:pt x="307802" y="460570"/>
                </a:lnTo>
                <a:lnTo>
                  <a:pt x="303763" y="453991"/>
                </a:lnTo>
                <a:lnTo>
                  <a:pt x="299962" y="447411"/>
                </a:lnTo>
                <a:lnTo>
                  <a:pt x="296717" y="440832"/>
                </a:lnTo>
                <a:lnTo>
                  <a:pt x="294323" y="434252"/>
                </a:lnTo>
                <a:lnTo>
                  <a:pt x="293004" y="427673"/>
                </a:lnTo>
                <a:lnTo>
                  <a:pt x="292871" y="421093"/>
                </a:lnTo>
                <a:lnTo>
                  <a:pt x="293903" y="414513"/>
                </a:lnTo>
                <a:lnTo>
                  <a:pt x="295950" y="407934"/>
                </a:lnTo>
                <a:lnTo>
                  <a:pt x="298754" y="401354"/>
                </a:lnTo>
                <a:lnTo>
                  <a:pt x="301997" y="394775"/>
                </a:lnTo>
                <a:lnTo>
                  <a:pt x="305350" y="388195"/>
                </a:lnTo>
                <a:lnTo>
                  <a:pt x="308515" y="381616"/>
                </a:lnTo>
                <a:lnTo>
                  <a:pt x="311262" y="375036"/>
                </a:lnTo>
                <a:lnTo>
                  <a:pt x="313438" y="368456"/>
                </a:lnTo>
                <a:lnTo>
                  <a:pt x="314966" y="361877"/>
                </a:lnTo>
                <a:lnTo>
                  <a:pt x="315833" y="355297"/>
                </a:lnTo>
                <a:lnTo>
                  <a:pt x="316070" y="348718"/>
                </a:lnTo>
                <a:lnTo>
                  <a:pt x="315734" y="342138"/>
                </a:lnTo>
                <a:lnTo>
                  <a:pt x="314906" y="335558"/>
                </a:lnTo>
                <a:lnTo>
                  <a:pt x="313679" y="328979"/>
                </a:lnTo>
                <a:lnTo>
                  <a:pt x="312167" y="322399"/>
                </a:lnTo>
                <a:lnTo>
                  <a:pt x="310504" y="315820"/>
                </a:lnTo>
                <a:lnTo>
                  <a:pt x="308845" y="309240"/>
                </a:lnTo>
                <a:lnTo>
                  <a:pt x="307349" y="302661"/>
                </a:lnTo>
                <a:lnTo>
                  <a:pt x="306171" y="296081"/>
                </a:lnTo>
                <a:lnTo>
                  <a:pt x="305432" y="289501"/>
                </a:lnTo>
                <a:lnTo>
                  <a:pt x="305203" y="282922"/>
                </a:lnTo>
                <a:lnTo>
                  <a:pt x="305488" y="276342"/>
                </a:lnTo>
                <a:lnTo>
                  <a:pt x="306224" y="269763"/>
                </a:lnTo>
                <a:lnTo>
                  <a:pt x="307291" y="263183"/>
                </a:lnTo>
                <a:lnTo>
                  <a:pt x="308532" y="256604"/>
                </a:lnTo>
                <a:lnTo>
                  <a:pt x="309787" y="250024"/>
                </a:lnTo>
                <a:lnTo>
                  <a:pt x="310920" y="243444"/>
                </a:lnTo>
                <a:lnTo>
                  <a:pt x="311838" y="236865"/>
                </a:lnTo>
                <a:lnTo>
                  <a:pt x="312505" y="230285"/>
                </a:lnTo>
                <a:lnTo>
                  <a:pt x="312936" y="223706"/>
                </a:lnTo>
                <a:lnTo>
                  <a:pt x="313184" y="217126"/>
                </a:lnTo>
                <a:lnTo>
                  <a:pt x="313321" y="210546"/>
                </a:lnTo>
                <a:lnTo>
                  <a:pt x="313419" y="203967"/>
                </a:lnTo>
                <a:lnTo>
                  <a:pt x="313538" y="197387"/>
                </a:lnTo>
                <a:lnTo>
                  <a:pt x="313714" y="190808"/>
                </a:lnTo>
                <a:lnTo>
                  <a:pt x="313966" y="184228"/>
                </a:lnTo>
                <a:lnTo>
                  <a:pt x="314302" y="177649"/>
                </a:lnTo>
                <a:lnTo>
                  <a:pt x="314722" y="171069"/>
                </a:lnTo>
                <a:lnTo>
                  <a:pt x="315235" y="164489"/>
                </a:lnTo>
                <a:lnTo>
                  <a:pt x="315852" y="157910"/>
                </a:lnTo>
                <a:lnTo>
                  <a:pt x="316591" y="151330"/>
                </a:lnTo>
                <a:lnTo>
                  <a:pt x="317465" y="144751"/>
                </a:lnTo>
                <a:lnTo>
                  <a:pt x="318475" y="138171"/>
                </a:lnTo>
                <a:lnTo>
                  <a:pt x="319593" y="131592"/>
                </a:lnTo>
                <a:lnTo>
                  <a:pt x="320752" y="125012"/>
                </a:lnTo>
                <a:lnTo>
                  <a:pt x="321825" y="118432"/>
                </a:lnTo>
                <a:lnTo>
                  <a:pt x="322611" y="111853"/>
                </a:lnTo>
                <a:lnTo>
                  <a:pt x="322809" y="105273"/>
                </a:lnTo>
                <a:lnTo>
                  <a:pt x="321998" y="98694"/>
                </a:lnTo>
                <a:lnTo>
                  <a:pt x="319620" y="92114"/>
                </a:lnTo>
                <a:lnTo>
                  <a:pt x="314973" y="85535"/>
                </a:lnTo>
                <a:lnTo>
                  <a:pt x="307237" y="78955"/>
                </a:lnTo>
                <a:lnTo>
                  <a:pt x="295538" y="72375"/>
                </a:lnTo>
                <a:lnTo>
                  <a:pt x="279056" y="65796"/>
                </a:lnTo>
                <a:lnTo>
                  <a:pt x="257196" y="59216"/>
                </a:lnTo>
                <a:lnTo>
                  <a:pt x="229778" y="52637"/>
                </a:lnTo>
                <a:lnTo>
                  <a:pt x="197231" y="46057"/>
                </a:lnTo>
                <a:lnTo>
                  <a:pt x="160739" y="39477"/>
                </a:lnTo>
                <a:lnTo>
                  <a:pt x="122279" y="32898"/>
                </a:lnTo>
                <a:lnTo>
                  <a:pt x="84518" y="26318"/>
                </a:lnTo>
                <a:lnTo>
                  <a:pt x="50549" y="19739"/>
                </a:lnTo>
                <a:lnTo>
                  <a:pt x="23491" y="13159"/>
                </a:lnTo>
                <a:lnTo>
                  <a:pt x="6034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063" y="6580"/>
                </a:lnTo>
                <a:lnTo>
                  <a:pt x="651606" y="13159"/>
                </a:lnTo>
                <a:lnTo>
                  <a:pt x="624548" y="19739"/>
                </a:lnTo>
                <a:lnTo>
                  <a:pt x="590578" y="26318"/>
                </a:lnTo>
                <a:lnTo>
                  <a:pt x="552817" y="32898"/>
                </a:lnTo>
                <a:lnTo>
                  <a:pt x="514358" y="39477"/>
                </a:lnTo>
                <a:lnTo>
                  <a:pt x="477866" y="46057"/>
                </a:lnTo>
                <a:lnTo>
                  <a:pt x="445319" y="52637"/>
                </a:lnTo>
                <a:lnTo>
                  <a:pt x="417900" y="59216"/>
                </a:lnTo>
                <a:lnTo>
                  <a:pt x="396041" y="65796"/>
                </a:lnTo>
                <a:lnTo>
                  <a:pt x="379559" y="72375"/>
                </a:lnTo>
                <a:lnTo>
                  <a:pt x="367859" y="78955"/>
                </a:lnTo>
                <a:lnTo>
                  <a:pt x="360124" y="85535"/>
                </a:lnTo>
                <a:lnTo>
                  <a:pt x="355477" y="92114"/>
                </a:lnTo>
                <a:lnTo>
                  <a:pt x="353098" y="98694"/>
                </a:lnTo>
                <a:lnTo>
                  <a:pt x="352287" y="105273"/>
                </a:lnTo>
                <a:lnTo>
                  <a:pt x="352485" y="111853"/>
                </a:lnTo>
                <a:lnTo>
                  <a:pt x="353271" y="118432"/>
                </a:lnTo>
                <a:lnTo>
                  <a:pt x="354345" y="125012"/>
                </a:lnTo>
                <a:lnTo>
                  <a:pt x="355503" y="131592"/>
                </a:lnTo>
                <a:lnTo>
                  <a:pt x="356622" y="138171"/>
                </a:lnTo>
                <a:lnTo>
                  <a:pt x="357632" y="144751"/>
                </a:lnTo>
                <a:lnTo>
                  <a:pt x="358506" y="151330"/>
                </a:lnTo>
                <a:lnTo>
                  <a:pt x="359245" y="157910"/>
                </a:lnTo>
                <a:lnTo>
                  <a:pt x="359862" y="164489"/>
                </a:lnTo>
                <a:lnTo>
                  <a:pt x="360374" y="171069"/>
                </a:lnTo>
                <a:lnTo>
                  <a:pt x="360795" y="177649"/>
                </a:lnTo>
                <a:lnTo>
                  <a:pt x="361130" y="184228"/>
                </a:lnTo>
                <a:lnTo>
                  <a:pt x="361383" y="190808"/>
                </a:lnTo>
                <a:lnTo>
                  <a:pt x="361559" y="197387"/>
                </a:lnTo>
                <a:lnTo>
                  <a:pt x="361677" y="203967"/>
                </a:lnTo>
                <a:lnTo>
                  <a:pt x="361776" y="210546"/>
                </a:lnTo>
                <a:lnTo>
                  <a:pt x="361913" y="217126"/>
                </a:lnTo>
                <a:lnTo>
                  <a:pt x="362161" y="223706"/>
                </a:lnTo>
                <a:lnTo>
                  <a:pt x="362591" y="230285"/>
                </a:lnTo>
                <a:lnTo>
                  <a:pt x="363258" y="236865"/>
                </a:lnTo>
                <a:lnTo>
                  <a:pt x="364176" y="243444"/>
                </a:lnTo>
                <a:lnTo>
                  <a:pt x="365309" y="250024"/>
                </a:lnTo>
                <a:lnTo>
                  <a:pt x="366565" y="256604"/>
                </a:lnTo>
                <a:lnTo>
                  <a:pt x="367806" y="263183"/>
                </a:lnTo>
                <a:lnTo>
                  <a:pt x="368872" y="269763"/>
                </a:lnTo>
                <a:lnTo>
                  <a:pt x="369608" y="276342"/>
                </a:lnTo>
                <a:lnTo>
                  <a:pt x="369894" y="282922"/>
                </a:lnTo>
                <a:lnTo>
                  <a:pt x="369665" y="289501"/>
                </a:lnTo>
                <a:lnTo>
                  <a:pt x="368926" y="296081"/>
                </a:lnTo>
                <a:lnTo>
                  <a:pt x="367747" y="302661"/>
                </a:lnTo>
                <a:lnTo>
                  <a:pt x="366252" y="309240"/>
                </a:lnTo>
                <a:lnTo>
                  <a:pt x="364592" y="315820"/>
                </a:lnTo>
                <a:lnTo>
                  <a:pt x="362930" y="322399"/>
                </a:lnTo>
                <a:lnTo>
                  <a:pt x="361418" y="328979"/>
                </a:lnTo>
                <a:lnTo>
                  <a:pt x="360191" y="335558"/>
                </a:lnTo>
                <a:lnTo>
                  <a:pt x="359362" y="342138"/>
                </a:lnTo>
                <a:lnTo>
                  <a:pt x="359027" y="348718"/>
                </a:lnTo>
                <a:lnTo>
                  <a:pt x="359263" y="355297"/>
                </a:lnTo>
                <a:lnTo>
                  <a:pt x="360130" y="361877"/>
                </a:lnTo>
                <a:lnTo>
                  <a:pt x="361659" y="368456"/>
                </a:lnTo>
                <a:lnTo>
                  <a:pt x="363834" y="375036"/>
                </a:lnTo>
                <a:lnTo>
                  <a:pt x="366581" y="381616"/>
                </a:lnTo>
                <a:lnTo>
                  <a:pt x="369747" y="388195"/>
                </a:lnTo>
                <a:lnTo>
                  <a:pt x="373099" y="394775"/>
                </a:lnTo>
                <a:lnTo>
                  <a:pt x="376343" y="401354"/>
                </a:lnTo>
                <a:lnTo>
                  <a:pt x="379147" y="407934"/>
                </a:lnTo>
                <a:lnTo>
                  <a:pt x="381193" y="414513"/>
                </a:lnTo>
                <a:lnTo>
                  <a:pt x="382226" y="421093"/>
                </a:lnTo>
                <a:lnTo>
                  <a:pt x="382093" y="427673"/>
                </a:lnTo>
                <a:lnTo>
                  <a:pt x="380773" y="434252"/>
                </a:lnTo>
                <a:lnTo>
                  <a:pt x="378379" y="440832"/>
                </a:lnTo>
                <a:lnTo>
                  <a:pt x="375135" y="447411"/>
                </a:lnTo>
                <a:lnTo>
                  <a:pt x="371334" y="453991"/>
                </a:lnTo>
                <a:lnTo>
                  <a:pt x="367294" y="460570"/>
                </a:lnTo>
                <a:lnTo>
                  <a:pt x="363312" y="467150"/>
                </a:lnTo>
                <a:lnTo>
                  <a:pt x="359626" y="473730"/>
                </a:lnTo>
                <a:lnTo>
                  <a:pt x="356404" y="480309"/>
                </a:lnTo>
                <a:lnTo>
                  <a:pt x="353742" y="486889"/>
                </a:lnTo>
                <a:lnTo>
                  <a:pt x="351675" y="493468"/>
                </a:lnTo>
                <a:lnTo>
                  <a:pt x="350196" y="500048"/>
                </a:lnTo>
                <a:lnTo>
                  <a:pt x="349272" y="506627"/>
                </a:lnTo>
                <a:lnTo>
                  <a:pt x="348857" y="513207"/>
                </a:lnTo>
                <a:lnTo>
                  <a:pt x="348894" y="519787"/>
                </a:lnTo>
                <a:lnTo>
                  <a:pt x="349319" y="526366"/>
                </a:lnTo>
                <a:lnTo>
                  <a:pt x="350056" y="532946"/>
                </a:lnTo>
                <a:lnTo>
                  <a:pt x="351018" y="539525"/>
                </a:lnTo>
                <a:lnTo>
                  <a:pt x="352111" y="546105"/>
                </a:lnTo>
                <a:lnTo>
                  <a:pt x="353242" y="552685"/>
                </a:lnTo>
                <a:lnTo>
                  <a:pt x="354324" y="559264"/>
                </a:lnTo>
                <a:lnTo>
                  <a:pt x="355294" y="565844"/>
                </a:lnTo>
                <a:lnTo>
                  <a:pt x="356111" y="572423"/>
                </a:lnTo>
                <a:lnTo>
                  <a:pt x="356763" y="579003"/>
                </a:lnTo>
                <a:lnTo>
                  <a:pt x="357255" y="585582"/>
                </a:lnTo>
                <a:lnTo>
                  <a:pt x="357604" y="592162"/>
                </a:lnTo>
                <a:lnTo>
                  <a:pt x="357823" y="598742"/>
                </a:lnTo>
                <a:lnTo>
                  <a:pt x="357913" y="605321"/>
                </a:lnTo>
                <a:lnTo>
                  <a:pt x="357860" y="611901"/>
                </a:lnTo>
                <a:lnTo>
                  <a:pt x="357632" y="618480"/>
                </a:lnTo>
                <a:lnTo>
                  <a:pt x="357195" y="625060"/>
                </a:lnTo>
                <a:lnTo>
                  <a:pt x="356517" y="631639"/>
                </a:lnTo>
                <a:lnTo>
                  <a:pt x="355582" y="638219"/>
                </a:lnTo>
                <a:lnTo>
                  <a:pt x="354401" y="644799"/>
                </a:lnTo>
                <a:lnTo>
                  <a:pt x="353013" y="651378"/>
                </a:lnTo>
                <a:lnTo>
                  <a:pt x="351483" y="657958"/>
                </a:lnTo>
                <a:lnTo>
                  <a:pt x="349898" y="664537"/>
                </a:lnTo>
                <a:lnTo>
                  <a:pt x="348353" y="671117"/>
                </a:lnTo>
                <a:lnTo>
                  <a:pt x="346941" y="677697"/>
                </a:lnTo>
                <a:lnTo>
                  <a:pt x="345739" y="684276"/>
                </a:lnTo>
                <a:lnTo>
                  <a:pt x="344804" y="690856"/>
                </a:lnTo>
                <a:lnTo>
                  <a:pt x="344163" y="697435"/>
                </a:lnTo>
                <a:lnTo>
                  <a:pt x="343818" y="704015"/>
                </a:lnTo>
                <a:lnTo>
                  <a:pt x="343743" y="710594"/>
                </a:lnTo>
                <a:lnTo>
                  <a:pt x="343901" y="717174"/>
                </a:lnTo>
                <a:lnTo>
                  <a:pt x="344243" y="723754"/>
                </a:lnTo>
                <a:lnTo>
                  <a:pt x="344731" y="730333"/>
                </a:lnTo>
                <a:lnTo>
                  <a:pt x="345339" y="736913"/>
                </a:lnTo>
                <a:lnTo>
                  <a:pt x="346076" y="743492"/>
                </a:lnTo>
                <a:lnTo>
                  <a:pt x="346983" y="750072"/>
                </a:lnTo>
                <a:lnTo>
                  <a:pt x="348147" y="756651"/>
                </a:lnTo>
                <a:lnTo>
                  <a:pt x="349694" y="763231"/>
                </a:lnTo>
                <a:lnTo>
                  <a:pt x="351784" y="769811"/>
                </a:lnTo>
                <a:lnTo>
                  <a:pt x="354590" y="776390"/>
                </a:lnTo>
                <a:lnTo>
                  <a:pt x="358274" y="782970"/>
                </a:lnTo>
                <a:lnTo>
                  <a:pt x="362952" y="789549"/>
                </a:lnTo>
                <a:lnTo>
                  <a:pt x="368653" y="796129"/>
                </a:lnTo>
                <a:lnTo>
                  <a:pt x="375289" y="802708"/>
                </a:lnTo>
                <a:lnTo>
                  <a:pt x="382624" y="809288"/>
                </a:lnTo>
                <a:lnTo>
                  <a:pt x="390273" y="815868"/>
                </a:lnTo>
                <a:lnTo>
                  <a:pt x="397722" y="822447"/>
                </a:lnTo>
                <a:lnTo>
                  <a:pt x="404384" y="829027"/>
                </a:lnTo>
                <a:lnTo>
                  <a:pt x="409667" y="835606"/>
                </a:lnTo>
                <a:lnTo>
                  <a:pt x="413067" y="842186"/>
                </a:lnTo>
                <a:lnTo>
                  <a:pt x="414240" y="848766"/>
                </a:lnTo>
                <a:lnTo>
                  <a:pt x="414240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2799" name="F2_precision_recall_distributions_5613">
            <a:extLst>
              <a:ext uri="{FF2B5EF4-FFF2-40B4-BE49-F238E27FC236}">
                <a16:creationId xmlns:a16="http://schemas.microsoft.com/office/drawing/2014/main" id="{F48A140F-DFCC-4D70-A883-DCA5F38EAD5A}"/>
              </a:ext>
            </a:extLst>
          </p:cNvPr>
          <p:cNvSpPr>
            <a:spLocks noGrp="1"/>
          </p:cNvSpPr>
          <p:nvPr/>
        </p:nvSpPr>
        <p:spPr>
          <a:xfrm>
            <a:off x="613581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0" name="F2_precision_recall_distributions_5614">
            <a:extLst>
              <a:ext uri="{FF2B5EF4-FFF2-40B4-BE49-F238E27FC236}">
                <a16:creationId xmlns:a16="http://schemas.microsoft.com/office/drawing/2014/main" id="{2DB30566-533F-47B5-9339-80DC83F98552}"/>
              </a:ext>
            </a:extLst>
          </p:cNvPr>
          <p:cNvSpPr>
            <a:spLocks noGrp="1"/>
          </p:cNvSpPr>
          <p:nvPr/>
        </p:nvSpPr>
        <p:spPr>
          <a:xfrm>
            <a:off x="608588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1" name="F2_precision_recall_distributions_5615">
            <a:extLst>
              <a:ext uri="{FF2B5EF4-FFF2-40B4-BE49-F238E27FC236}">
                <a16:creationId xmlns:a16="http://schemas.microsoft.com/office/drawing/2014/main" id="{DB668BC0-27E6-441E-8FAA-2DB19415F209}"/>
              </a:ext>
            </a:extLst>
          </p:cNvPr>
          <p:cNvSpPr>
            <a:spLocks noGrp="1"/>
          </p:cNvSpPr>
          <p:nvPr/>
        </p:nvSpPr>
        <p:spPr>
          <a:xfrm>
            <a:off x="613130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2" name="F2_precision_recall_distributions_5616">
            <a:extLst>
              <a:ext uri="{FF2B5EF4-FFF2-40B4-BE49-F238E27FC236}">
                <a16:creationId xmlns:a16="http://schemas.microsoft.com/office/drawing/2014/main" id="{3E25A2A4-1513-45C6-98CD-19D2F0E2C836}"/>
              </a:ext>
            </a:extLst>
          </p:cNvPr>
          <p:cNvSpPr>
            <a:spLocks noGrp="1"/>
          </p:cNvSpPr>
          <p:nvPr/>
        </p:nvSpPr>
        <p:spPr>
          <a:xfrm>
            <a:off x="6017071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3" name="F2_precision_recall_distributions_5617">
            <a:extLst>
              <a:ext uri="{FF2B5EF4-FFF2-40B4-BE49-F238E27FC236}">
                <a16:creationId xmlns:a16="http://schemas.microsoft.com/office/drawing/2014/main" id="{062D50B9-4690-4167-A01C-AA4DCFFF9391}"/>
              </a:ext>
            </a:extLst>
          </p:cNvPr>
          <p:cNvSpPr>
            <a:spLocks noGrp="1"/>
          </p:cNvSpPr>
          <p:nvPr/>
        </p:nvSpPr>
        <p:spPr>
          <a:xfrm>
            <a:off x="5929186" y="458728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4" name="F2_precision_recall_distributions_5618">
            <a:extLst>
              <a:ext uri="{FF2B5EF4-FFF2-40B4-BE49-F238E27FC236}">
                <a16:creationId xmlns:a16="http://schemas.microsoft.com/office/drawing/2014/main" id="{B1CB2C2E-04C8-46A6-A12E-EC117C72E094}"/>
              </a:ext>
            </a:extLst>
          </p:cNvPr>
          <p:cNvSpPr>
            <a:spLocks noGrp="1"/>
          </p:cNvSpPr>
          <p:nvPr/>
        </p:nvSpPr>
        <p:spPr>
          <a:xfrm>
            <a:off x="584272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5" name="F2_precision_recall_distributions_5619">
            <a:extLst>
              <a:ext uri="{FF2B5EF4-FFF2-40B4-BE49-F238E27FC236}">
                <a16:creationId xmlns:a16="http://schemas.microsoft.com/office/drawing/2014/main" id="{0E4A5F0C-AE4F-4E27-8B19-C4F8932F45B2}"/>
              </a:ext>
            </a:extLst>
          </p:cNvPr>
          <p:cNvSpPr>
            <a:spLocks noGrp="1"/>
          </p:cNvSpPr>
          <p:nvPr/>
        </p:nvSpPr>
        <p:spPr>
          <a:xfrm>
            <a:off x="600406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6" name="F2_precision_recall_distributions_5620">
            <a:extLst>
              <a:ext uri="{FF2B5EF4-FFF2-40B4-BE49-F238E27FC236}">
                <a16:creationId xmlns:a16="http://schemas.microsoft.com/office/drawing/2014/main" id="{91A2500E-BD6D-4391-B0FF-54EDCD311E12}"/>
              </a:ext>
            </a:extLst>
          </p:cNvPr>
          <p:cNvSpPr>
            <a:spLocks noGrp="1"/>
          </p:cNvSpPr>
          <p:nvPr/>
        </p:nvSpPr>
        <p:spPr>
          <a:xfrm>
            <a:off x="613990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7" name="F2_precision_recall_distributions_5621">
            <a:extLst>
              <a:ext uri="{FF2B5EF4-FFF2-40B4-BE49-F238E27FC236}">
                <a16:creationId xmlns:a16="http://schemas.microsoft.com/office/drawing/2014/main" id="{98C65814-CAC1-4813-AA74-3C2FA9642909}"/>
              </a:ext>
            </a:extLst>
          </p:cNvPr>
          <p:cNvSpPr>
            <a:spLocks noGrp="1"/>
          </p:cNvSpPr>
          <p:nvPr/>
        </p:nvSpPr>
        <p:spPr>
          <a:xfrm>
            <a:off x="5814197" y="48523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8" name="F2_precision_recall_distributions_5622">
            <a:extLst>
              <a:ext uri="{FF2B5EF4-FFF2-40B4-BE49-F238E27FC236}">
                <a16:creationId xmlns:a16="http://schemas.microsoft.com/office/drawing/2014/main" id="{9FB5697C-0B2B-4757-90FC-12C475E1B14C}"/>
              </a:ext>
            </a:extLst>
          </p:cNvPr>
          <p:cNvSpPr>
            <a:spLocks noGrp="1"/>
          </p:cNvSpPr>
          <p:nvPr/>
        </p:nvSpPr>
        <p:spPr>
          <a:xfrm>
            <a:off x="601495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9" name="F2_precision_recall_distributions_5623">
            <a:extLst>
              <a:ext uri="{FF2B5EF4-FFF2-40B4-BE49-F238E27FC236}">
                <a16:creationId xmlns:a16="http://schemas.microsoft.com/office/drawing/2014/main" id="{9F2C94F0-DDC8-4693-8605-92BB0B8EA9EE}"/>
              </a:ext>
            </a:extLst>
          </p:cNvPr>
          <p:cNvSpPr>
            <a:spLocks noGrp="1"/>
          </p:cNvSpPr>
          <p:nvPr/>
        </p:nvSpPr>
        <p:spPr>
          <a:xfrm>
            <a:off x="5985989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0" name="F2_precision_recall_distributions_5624">
            <a:extLst>
              <a:ext uri="{FF2B5EF4-FFF2-40B4-BE49-F238E27FC236}">
                <a16:creationId xmlns:a16="http://schemas.microsoft.com/office/drawing/2014/main" id="{3E67475F-DFF1-4BC2-A32B-53ACB76EF9CE}"/>
              </a:ext>
            </a:extLst>
          </p:cNvPr>
          <p:cNvSpPr>
            <a:spLocks noGrp="1"/>
          </p:cNvSpPr>
          <p:nvPr/>
        </p:nvSpPr>
        <p:spPr>
          <a:xfrm>
            <a:off x="589706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1" name="F2_precision_recall_distributions_5625">
            <a:extLst>
              <a:ext uri="{FF2B5EF4-FFF2-40B4-BE49-F238E27FC236}">
                <a16:creationId xmlns:a16="http://schemas.microsoft.com/office/drawing/2014/main" id="{92FF63D7-B998-47CC-86E3-59D4D35ABA46}"/>
              </a:ext>
            </a:extLst>
          </p:cNvPr>
          <p:cNvSpPr>
            <a:spLocks noGrp="1"/>
          </p:cNvSpPr>
          <p:nvPr/>
        </p:nvSpPr>
        <p:spPr>
          <a:xfrm>
            <a:off x="605972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2" name="F2_precision_recall_distributions_5626">
            <a:extLst>
              <a:ext uri="{FF2B5EF4-FFF2-40B4-BE49-F238E27FC236}">
                <a16:creationId xmlns:a16="http://schemas.microsoft.com/office/drawing/2014/main" id="{5AD80EC1-C51B-4E40-B41C-0570D573D233}"/>
              </a:ext>
            </a:extLst>
          </p:cNvPr>
          <p:cNvSpPr>
            <a:spLocks noGrp="1"/>
          </p:cNvSpPr>
          <p:nvPr/>
        </p:nvSpPr>
        <p:spPr>
          <a:xfrm>
            <a:off x="6013373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3" name="F2_precision_recall_distributions_5627">
            <a:extLst>
              <a:ext uri="{FF2B5EF4-FFF2-40B4-BE49-F238E27FC236}">
                <a16:creationId xmlns:a16="http://schemas.microsoft.com/office/drawing/2014/main" id="{1B83EEE7-C415-43A8-B64F-9DD36EB1AA99}"/>
              </a:ext>
            </a:extLst>
          </p:cNvPr>
          <p:cNvSpPr>
            <a:spLocks noGrp="1"/>
          </p:cNvSpPr>
          <p:nvPr/>
        </p:nvSpPr>
        <p:spPr>
          <a:xfrm>
            <a:off x="6139463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4" name="F2_precision_recall_distributions_5628">
            <a:extLst>
              <a:ext uri="{FF2B5EF4-FFF2-40B4-BE49-F238E27FC236}">
                <a16:creationId xmlns:a16="http://schemas.microsoft.com/office/drawing/2014/main" id="{F034D09E-8B0F-472F-9144-461063DF7C2A}"/>
              </a:ext>
            </a:extLst>
          </p:cNvPr>
          <p:cNvSpPr>
            <a:spLocks noGrp="1"/>
          </p:cNvSpPr>
          <p:nvPr/>
        </p:nvSpPr>
        <p:spPr>
          <a:xfrm>
            <a:off x="6091563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5" name="F2_precision_recall_distributions_5629">
            <a:extLst>
              <a:ext uri="{FF2B5EF4-FFF2-40B4-BE49-F238E27FC236}">
                <a16:creationId xmlns:a16="http://schemas.microsoft.com/office/drawing/2014/main" id="{9446E422-23CF-418A-B41B-954E94FFA7C2}"/>
              </a:ext>
            </a:extLst>
          </p:cNvPr>
          <p:cNvSpPr>
            <a:spLocks noGrp="1"/>
          </p:cNvSpPr>
          <p:nvPr/>
        </p:nvSpPr>
        <p:spPr>
          <a:xfrm>
            <a:off x="594728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6" name="F2_precision_recall_distributions_5630">
            <a:extLst>
              <a:ext uri="{FF2B5EF4-FFF2-40B4-BE49-F238E27FC236}">
                <a16:creationId xmlns:a16="http://schemas.microsoft.com/office/drawing/2014/main" id="{299DA783-B8B8-4F65-843E-1DF5F51773EF}"/>
              </a:ext>
            </a:extLst>
          </p:cNvPr>
          <p:cNvSpPr>
            <a:spLocks noGrp="1"/>
          </p:cNvSpPr>
          <p:nvPr/>
        </p:nvSpPr>
        <p:spPr>
          <a:xfrm>
            <a:off x="607060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7" name="F2_precision_recall_distributions_5631">
            <a:extLst>
              <a:ext uri="{FF2B5EF4-FFF2-40B4-BE49-F238E27FC236}">
                <a16:creationId xmlns:a16="http://schemas.microsoft.com/office/drawing/2014/main" id="{F5C3AE5F-AEFE-4AF9-8FE5-2CF97081ADDE}"/>
              </a:ext>
            </a:extLst>
          </p:cNvPr>
          <p:cNvSpPr>
            <a:spLocks noGrp="1"/>
          </p:cNvSpPr>
          <p:nvPr/>
        </p:nvSpPr>
        <p:spPr>
          <a:xfrm>
            <a:off x="584339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8" name="F2_precision_recall_distributions_5632">
            <a:extLst>
              <a:ext uri="{FF2B5EF4-FFF2-40B4-BE49-F238E27FC236}">
                <a16:creationId xmlns:a16="http://schemas.microsoft.com/office/drawing/2014/main" id="{05E30E91-A9DB-4702-B4DC-650C66346AF2}"/>
              </a:ext>
            </a:extLst>
          </p:cNvPr>
          <p:cNvSpPr>
            <a:spLocks noGrp="1"/>
          </p:cNvSpPr>
          <p:nvPr/>
        </p:nvSpPr>
        <p:spPr>
          <a:xfrm>
            <a:off x="601564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9" name="F2_precision_recall_distributions_5633">
            <a:extLst>
              <a:ext uri="{FF2B5EF4-FFF2-40B4-BE49-F238E27FC236}">
                <a16:creationId xmlns:a16="http://schemas.microsoft.com/office/drawing/2014/main" id="{946EE48E-3AB5-44D3-A992-907B6D58FBF8}"/>
              </a:ext>
            </a:extLst>
          </p:cNvPr>
          <p:cNvSpPr>
            <a:spLocks noGrp="1"/>
          </p:cNvSpPr>
          <p:nvPr/>
        </p:nvSpPr>
        <p:spPr>
          <a:xfrm>
            <a:off x="5953077" y="45599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0" name="F2_precision_recall_distributions_5634">
            <a:extLst>
              <a:ext uri="{FF2B5EF4-FFF2-40B4-BE49-F238E27FC236}">
                <a16:creationId xmlns:a16="http://schemas.microsoft.com/office/drawing/2014/main" id="{7B76510E-3ACE-4493-A7F7-EA506AB4AF01}"/>
              </a:ext>
            </a:extLst>
          </p:cNvPr>
          <p:cNvSpPr>
            <a:spLocks noGrp="1"/>
          </p:cNvSpPr>
          <p:nvPr/>
        </p:nvSpPr>
        <p:spPr>
          <a:xfrm>
            <a:off x="611802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1" name="F2_precision_recall_distributions_5635">
            <a:extLst>
              <a:ext uri="{FF2B5EF4-FFF2-40B4-BE49-F238E27FC236}">
                <a16:creationId xmlns:a16="http://schemas.microsoft.com/office/drawing/2014/main" id="{C25B505D-5FF7-4610-809E-9FD4B8CE08F3}"/>
              </a:ext>
            </a:extLst>
          </p:cNvPr>
          <p:cNvSpPr>
            <a:spLocks noGrp="1"/>
          </p:cNvSpPr>
          <p:nvPr/>
        </p:nvSpPr>
        <p:spPr>
          <a:xfrm>
            <a:off x="5994027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2" name="F2_precision_recall_distributions_5636">
            <a:extLst>
              <a:ext uri="{FF2B5EF4-FFF2-40B4-BE49-F238E27FC236}">
                <a16:creationId xmlns:a16="http://schemas.microsoft.com/office/drawing/2014/main" id="{99B7BB33-7346-472D-9575-B07E412F6FAB}"/>
              </a:ext>
            </a:extLst>
          </p:cNvPr>
          <p:cNvSpPr>
            <a:spLocks noGrp="1"/>
          </p:cNvSpPr>
          <p:nvPr/>
        </p:nvSpPr>
        <p:spPr>
          <a:xfrm>
            <a:off x="5867793" y="45481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3" name="F2_precision_recall_distributions_5637">
            <a:extLst>
              <a:ext uri="{FF2B5EF4-FFF2-40B4-BE49-F238E27FC236}">
                <a16:creationId xmlns:a16="http://schemas.microsoft.com/office/drawing/2014/main" id="{6908077E-A5B7-4030-A51E-EF20292B21D9}"/>
              </a:ext>
            </a:extLst>
          </p:cNvPr>
          <p:cNvSpPr>
            <a:spLocks noGrp="1"/>
          </p:cNvSpPr>
          <p:nvPr/>
        </p:nvSpPr>
        <p:spPr>
          <a:xfrm>
            <a:off x="5911140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4" name="F2_precision_recall_distributions_5638">
            <a:extLst>
              <a:ext uri="{FF2B5EF4-FFF2-40B4-BE49-F238E27FC236}">
                <a16:creationId xmlns:a16="http://schemas.microsoft.com/office/drawing/2014/main" id="{12766FD2-53E9-48CE-BE7C-B11522C6D5AE}"/>
              </a:ext>
            </a:extLst>
          </p:cNvPr>
          <p:cNvSpPr>
            <a:spLocks noGrp="1"/>
          </p:cNvSpPr>
          <p:nvPr/>
        </p:nvSpPr>
        <p:spPr>
          <a:xfrm>
            <a:off x="598209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5" name="F2_precision_recall_distributions_5639">
            <a:extLst>
              <a:ext uri="{FF2B5EF4-FFF2-40B4-BE49-F238E27FC236}">
                <a16:creationId xmlns:a16="http://schemas.microsoft.com/office/drawing/2014/main" id="{1A2E9C04-5730-4DD1-B891-AD312D590B91}"/>
              </a:ext>
            </a:extLst>
          </p:cNvPr>
          <p:cNvSpPr>
            <a:spLocks noGrp="1"/>
          </p:cNvSpPr>
          <p:nvPr/>
        </p:nvSpPr>
        <p:spPr>
          <a:xfrm>
            <a:off x="6154728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6" name="F2_precision_recall_distributions_5640">
            <a:extLst>
              <a:ext uri="{FF2B5EF4-FFF2-40B4-BE49-F238E27FC236}">
                <a16:creationId xmlns:a16="http://schemas.microsoft.com/office/drawing/2014/main" id="{659E0FEA-9CAD-4478-B469-887E8AA310A7}"/>
              </a:ext>
            </a:extLst>
          </p:cNvPr>
          <p:cNvSpPr>
            <a:spLocks noGrp="1"/>
          </p:cNvSpPr>
          <p:nvPr/>
        </p:nvSpPr>
        <p:spPr>
          <a:xfrm>
            <a:off x="6060905" y="48501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7" name="F2_precision_recall_distributions_5641">
            <a:extLst>
              <a:ext uri="{FF2B5EF4-FFF2-40B4-BE49-F238E27FC236}">
                <a16:creationId xmlns:a16="http://schemas.microsoft.com/office/drawing/2014/main" id="{C4CCD7CE-5C55-494F-AEE4-6A3E37011F16}"/>
              </a:ext>
            </a:extLst>
          </p:cNvPr>
          <p:cNvSpPr>
            <a:spLocks noGrp="1"/>
          </p:cNvSpPr>
          <p:nvPr/>
        </p:nvSpPr>
        <p:spPr>
          <a:xfrm>
            <a:off x="6157315" y="48361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8" name="F2_precision_recall_distributions_5642">
            <a:extLst>
              <a:ext uri="{FF2B5EF4-FFF2-40B4-BE49-F238E27FC236}">
                <a16:creationId xmlns:a16="http://schemas.microsoft.com/office/drawing/2014/main" id="{62402697-C3DE-43FF-B37E-3B3B3BA22A94}"/>
              </a:ext>
            </a:extLst>
          </p:cNvPr>
          <p:cNvSpPr>
            <a:spLocks noGrp="1"/>
          </p:cNvSpPr>
          <p:nvPr/>
        </p:nvSpPr>
        <p:spPr>
          <a:xfrm>
            <a:off x="605457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9" name="F2_precision_recall_distributions_5643">
            <a:extLst>
              <a:ext uri="{FF2B5EF4-FFF2-40B4-BE49-F238E27FC236}">
                <a16:creationId xmlns:a16="http://schemas.microsoft.com/office/drawing/2014/main" id="{B7FC2E62-17D1-4E8E-AABD-EDE330D0191B}"/>
              </a:ext>
            </a:extLst>
          </p:cNvPr>
          <p:cNvSpPr>
            <a:spLocks noGrp="1"/>
          </p:cNvSpPr>
          <p:nvPr/>
        </p:nvSpPr>
        <p:spPr>
          <a:xfrm>
            <a:off x="592403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0" name="F2_precision_recall_distributions_5644">
            <a:extLst>
              <a:ext uri="{FF2B5EF4-FFF2-40B4-BE49-F238E27FC236}">
                <a16:creationId xmlns:a16="http://schemas.microsoft.com/office/drawing/2014/main" id="{0897A25C-79AE-4074-80C9-5A53384E807C}"/>
              </a:ext>
            </a:extLst>
          </p:cNvPr>
          <p:cNvSpPr>
            <a:spLocks noGrp="1"/>
          </p:cNvSpPr>
          <p:nvPr/>
        </p:nvSpPr>
        <p:spPr>
          <a:xfrm>
            <a:off x="5880033" y="46869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1" name="F2_precision_recall_distributions_5645">
            <a:extLst>
              <a:ext uri="{FF2B5EF4-FFF2-40B4-BE49-F238E27FC236}">
                <a16:creationId xmlns:a16="http://schemas.microsoft.com/office/drawing/2014/main" id="{F3C1B15C-D195-48C0-87E1-AAEDB134DD5F}"/>
              </a:ext>
            </a:extLst>
          </p:cNvPr>
          <p:cNvSpPr>
            <a:spLocks noGrp="1"/>
          </p:cNvSpPr>
          <p:nvPr/>
        </p:nvSpPr>
        <p:spPr>
          <a:xfrm>
            <a:off x="5873840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2" name="F2_precision_recall_distributions_5646">
            <a:extLst>
              <a:ext uri="{FF2B5EF4-FFF2-40B4-BE49-F238E27FC236}">
                <a16:creationId xmlns:a16="http://schemas.microsoft.com/office/drawing/2014/main" id="{D6497577-031F-4FB0-8C1C-459194043B68}"/>
              </a:ext>
            </a:extLst>
          </p:cNvPr>
          <p:cNvSpPr>
            <a:spLocks noGrp="1"/>
          </p:cNvSpPr>
          <p:nvPr/>
        </p:nvSpPr>
        <p:spPr>
          <a:xfrm>
            <a:off x="583766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3" name="F2_precision_recall_distributions_5647">
            <a:extLst>
              <a:ext uri="{FF2B5EF4-FFF2-40B4-BE49-F238E27FC236}">
                <a16:creationId xmlns:a16="http://schemas.microsoft.com/office/drawing/2014/main" id="{12BDAA62-DC7E-4B37-8D93-0CDA0A97E081}"/>
              </a:ext>
            </a:extLst>
          </p:cNvPr>
          <p:cNvSpPr>
            <a:spLocks noGrp="1"/>
          </p:cNvSpPr>
          <p:nvPr/>
        </p:nvSpPr>
        <p:spPr>
          <a:xfrm>
            <a:off x="60421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4" name="F2_precision_recall_distributions_5648">
            <a:extLst>
              <a:ext uri="{FF2B5EF4-FFF2-40B4-BE49-F238E27FC236}">
                <a16:creationId xmlns:a16="http://schemas.microsoft.com/office/drawing/2014/main" id="{BD7D20D8-E3BA-43AF-9432-E2FF8D518061}"/>
              </a:ext>
            </a:extLst>
          </p:cNvPr>
          <p:cNvSpPr>
            <a:spLocks noGrp="1"/>
          </p:cNvSpPr>
          <p:nvPr/>
        </p:nvSpPr>
        <p:spPr>
          <a:xfrm>
            <a:off x="5806190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5" name="F2_precision_recall_distributions_5649">
            <a:extLst>
              <a:ext uri="{FF2B5EF4-FFF2-40B4-BE49-F238E27FC236}">
                <a16:creationId xmlns:a16="http://schemas.microsoft.com/office/drawing/2014/main" id="{3F58152B-38BF-4948-B8C0-5C38E2ED356C}"/>
              </a:ext>
            </a:extLst>
          </p:cNvPr>
          <p:cNvSpPr>
            <a:spLocks noGrp="1"/>
          </p:cNvSpPr>
          <p:nvPr/>
        </p:nvSpPr>
        <p:spPr>
          <a:xfrm>
            <a:off x="606057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6" name="F2_precision_recall_distributions_5650">
            <a:extLst>
              <a:ext uri="{FF2B5EF4-FFF2-40B4-BE49-F238E27FC236}">
                <a16:creationId xmlns:a16="http://schemas.microsoft.com/office/drawing/2014/main" id="{51DE2F56-B37F-469A-8D69-75DDD0D53E84}"/>
              </a:ext>
            </a:extLst>
          </p:cNvPr>
          <p:cNvSpPr>
            <a:spLocks noGrp="1"/>
          </p:cNvSpPr>
          <p:nvPr/>
        </p:nvSpPr>
        <p:spPr>
          <a:xfrm>
            <a:off x="597995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7" name="F2_precision_recall_distributions_5651">
            <a:extLst>
              <a:ext uri="{FF2B5EF4-FFF2-40B4-BE49-F238E27FC236}">
                <a16:creationId xmlns:a16="http://schemas.microsoft.com/office/drawing/2014/main" id="{CD6E8D73-1C3F-4C64-BE87-E8A03102CBF7}"/>
              </a:ext>
            </a:extLst>
          </p:cNvPr>
          <p:cNvSpPr>
            <a:spLocks noGrp="1"/>
          </p:cNvSpPr>
          <p:nvPr/>
        </p:nvSpPr>
        <p:spPr>
          <a:xfrm>
            <a:off x="581805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8" name="F2_precision_recall_distributions_5652">
            <a:extLst>
              <a:ext uri="{FF2B5EF4-FFF2-40B4-BE49-F238E27FC236}">
                <a16:creationId xmlns:a16="http://schemas.microsoft.com/office/drawing/2014/main" id="{75F74793-593E-4E87-B31D-27EE402E93DB}"/>
              </a:ext>
            </a:extLst>
          </p:cNvPr>
          <p:cNvSpPr>
            <a:spLocks noGrp="1"/>
          </p:cNvSpPr>
          <p:nvPr/>
        </p:nvSpPr>
        <p:spPr>
          <a:xfrm>
            <a:off x="6131506" y="43360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9" name="F2_precision_recall_distributions_5653">
            <a:extLst>
              <a:ext uri="{FF2B5EF4-FFF2-40B4-BE49-F238E27FC236}">
                <a16:creationId xmlns:a16="http://schemas.microsoft.com/office/drawing/2014/main" id="{0D294DD9-B66E-4F59-93D4-30712B0D7CA2}"/>
              </a:ext>
            </a:extLst>
          </p:cNvPr>
          <p:cNvSpPr>
            <a:spLocks noGrp="1"/>
          </p:cNvSpPr>
          <p:nvPr/>
        </p:nvSpPr>
        <p:spPr>
          <a:xfrm>
            <a:off x="5808331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0" name="F2_precision_recall_distributions_5654">
            <a:extLst>
              <a:ext uri="{FF2B5EF4-FFF2-40B4-BE49-F238E27FC236}">
                <a16:creationId xmlns:a16="http://schemas.microsoft.com/office/drawing/2014/main" id="{3CD1C87C-D46A-44F0-B2D4-34014B94224A}"/>
              </a:ext>
            </a:extLst>
          </p:cNvPr>
          <p:cNvSpPr>
            <a:spLocks noGrp="1"/>
          </p:cNvSpPr>
          <p:nvPr/>
        </p:nvSpPr>
        <p:spPr>
          <a:xfrm>
            <a:off x="6032447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1" name="F2_precision_recall_distributions_5655">
            <a:extLst>
              <a:ext uri="{FF2B5EF4-FFF2-40B4-BE49-F238E27FC236}">
                <a16:creationId xmlns:a16="http://schemas.microsoft.com/office/drawing/2014/main" id="{5F90E739-B362-4EB8-A234-3529326E7C4E}"/>
              </a:ext>
            </a:extLst>
          </p:cNvPr>
          <p:cNvSpPr>
            <a:spLocks noGrp="1"/>
          </p:cNvSpPr>
          <p:nvPr/>
        </p:nvSpPr>
        <p:spPr>
          <a:xfrm>
            <a:off x="59171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2" name="F2_precision_recall_distributions_5656">
            <a:extLst>
              <a:ext uri="{FF2B5EF4-FFF2-40B4-BE49-F238E27FC236}">
                <a16:creationId xmlns:a16="http://schemas.microsoft.com/office/drawing/2014/main" id="{1C4457F8-26D6-4702-AA13-1AAF685C3B3E}"/>
              </a:ext>
            </a:extLst>
          </p:cNvPr>
          <p:cNvSpPr>
            <a:spLocks noGrp="1"/>
          </p:cNvSpPr>
          <p:nvPr/>
        </p:nvSpPr>
        <p:spPr>
          <a:xfrm>
            <a:off x="592568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3" name="F2_precision_recall_distributions_5657">
            <a:extLst>
              <a:ext uri="{FF2B5EF4-FFF2-40B4-BE49-F238E27FC236}">
                <a16:creationId xmlns:a16="http://schemas.microsoft.com/office/drawing/2014/main" id="{5D660756-555C-455D-A9E7-4D3285AC6C62}"/>
              </a:ext>
            </a:extLst>
          </p:cNvPr>
          <p:cNvSpPr>
            <a:spLocks noGrp="1"/>
          </p:cNvSpPr>
          <p:nvPr/>
        </p:nvSpPr>
        <p:spPr>
          <a:xfrm>
            <a:off x="604018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4" name="F2_precision_recall_distributions_5658">
            <a:extLst>
              <a:ext uri="{FF2B5EF4-FFF2-40B4-BE49-F238E27FC236}">
                <a16:creationId xmlns:a16="http://schemas.microsoft.com/office/drawing/2014/main" id="{BE88DBC7-486D-45F4-9A5F-9A3FF393C568}"/>
              </a:ext>
            </a:extLst>
          </p:cNvPr>
          <p:cNvSpPr>
            <a:spLocks noGrp="1"/>
          </p:cNvSpPr>
          <p:nvPr/>
        </p:nvSpPr>
        <p:spPr>
          <a:xfrm>
            <a:off x="58377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5" name="F2_precision_recall_distributions_5659">
            <a:extLst>
              <a:ext uri="{FF2B5EF4-FFF2-40B4-BE49-F238E27FC236}">
                <a16:creationId xmlns:a16="http://schemas.microsoft.com/office/drawing/2014/main" id="{0B6CE30A-3287-4827-A94E-09D7FE86A9A2}"/>
              </a:ext>
            </a:extLst>
          </p:cNvPr>
          <p:cNvSpPr>
            <a:spLocks noGrp="1"/>
          </p:cNvSpPr>
          <p:nvPr/>
        </p:nvSpPr>
        <p:spPr>
          <a:xfrm>
            <a:off x="6031147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6" name="F2_precision_recall_distributions_5660">
            <a:extLst>
              <a:ext uri="{FF2B5EF4-FFF2-40B4-BE49-F238E27FC236}">
                <a16:creationId xmlns:a16="http://schemas.microsoft.com/office/drawing/2014/main" id="{6A5C1D87-4260-44DD-B513-7D7EFBD238E4}"/>
              </a:ext>
            </a:extLst>
          </p:cNvPr>
          <p:cNvSpPr>
            <a:spLocks noGrp="1"/>
          </p:cNvSpPr>
          <p:nvPr/>
        </p:nvSpPr>
        <p:spPr>
          <a:xfrm>
            <a:off x="598928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7" name="F2_precision_recall_distributions_5661">
            <a:extLst>
              <a:ext uri="{FF2B5EF4-FFF2-40B4-BE49-F238E27FC236}">
                <a16:creationId xmlns:a16="http://schemas.microsoft.com/office/drawing/2014/main" id="{0015AFAE-977A-40FE-9E3D-CACF88F281E0}"/>
              </a:ext>
            </a:extLst>
          </p:cNvPr>
          <p:cNvSpPr>
            <a:spLocks noGrp="1"/>
          </p:cNvSpPr>
          <p:nvPr/>
        </p:nvSpPr>
        <p:spPr>
          <a:xfrm>
            <a:off x="615013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8" name="F2_precision_recall_distributions_5662">
            <a:extLst>
              <a:ext uri="{FF2B5EF4-FFF2-40B4-BE49-F238E27FC236}">
                <a16:creationId xmlns:a16="http://schemas.microsoft.com/office/drawing/2014/main" id="{480E53EA-8BEC-459F-9D7C-EEB7FF608A55}"/>
              </a:ext>
            </a:extLst>
          </p:cNvPr>
          <p:cNvSpPr>
            <a:spLocks noGrp="1"/>
          </p:cNvSpPr>
          <p:nvPr/>
        </p:nvSpPr>
        <p:spPr>
          <a:xfrm>
            <a:off x="5870017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9" name="F2_precision_recall_distributions_5663">
            <a:extLst>
              <a:ext uri="{FF2B5EF4-FFF2-40B4-BE49-F238E27FC236}">
                <a16:creationId xmlns:a16="http://schemas.microsoft.com/office/drawing/2014/main" id="{9F75CE24-6BDD-48E9-BED5-0065902CF2F1}"/>
              </a:ext>
            </a:extLst>
          </p:cNvPr>
          <p:cNvSpPr>
            <a:spLocks noGrp="1"/>
          </p:cNvSpPr>
          <p:nvPr/>
        </p:nvSpPr>
        <p:spPr>
          <a:xfrm>
            <a:off x="6044462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0" name="F2_precision_recall_distributions_5664">
            <a:extLst>
              <a:ext uri="{FF2B5EF4-FFF2-40B4-BE49-F238E27FC236}">
                <a16:creationId xmlns:a16="http://schemas.microsoft.com/office/drawing/2014/main" id="{F8A5E1DF-292F-4F9D-B87F-870983F36560}"/>
              </a:ext>
            </a:extLst>
          </p:cNvPr>
          <p:cNvSpPr>
            <a:spLocks noGrp="1"/>
          </p:cNvSpPr>
          <p:nvPr/>
        </p:nvSpPr>
        <p:spPr>
          <a:xfrm>
            <a:off x="60842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1" name="F2_precision_recall_distributions_5665">
            <a:extLst>
              <a:ext uri="{FF2B5EF4-FFF2-40B4-BE49-F238E27FC236}">
                <a16:creationId xmlns:a16="http://schemas.microsoft.com/office/drawing/2014/main" id="{351B0403-DE08-4363-9E50-6B4C4A95002C}"/>
              </a:ext>
            </a:extLst>
          </p:cNvPr>
          <p:cNvSpPr>
            <a:spLocks noGrp="1"/>
          </p:cNvSpPr>
          <p:nvPr/>
        </p:nvSpPr>
        <p:spPr>
          <a:xfrm>
            <a:off x="589567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2" name="F2_precision_recall_distributions_5666">
            <a:extLst>
              <a:ext uri="{FF2B5EF4-FFF2-40B4-BE49-F238E27FC236}">
                <a16:creationId xmlns:a16="http://schemas.microsoft.com/office/drawing/2014/main" id="{5A269FA9-1D81-4E8D-8330-A0B45E4EC7CE}"/>
              </a:ext>
            </a:extLst>
          </p:cNvPr>
          <p:cNvSpPr>
            <a:spLocks noGrp="1"/>
          </p:cNvSpPr>
          <p:nvPr/>
        </p:nvSpPr>
        <p:spPr>
          <a:xfrm>
            <a:off x="6147180" y="44398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3" name="F2_precision_recall_distributions_5667">
            <a:extLst>
              <a:ext uri="{FF2B5EF4-FFF2-40B4-BE49-F238E27FC236}">
                <a16:creationId xmlns:a16="http://schemas.microsoft.com/office/drawing/2014/main" id="{41B877C1-F0A4-4D0A-95E7-50ED0B96B624}"/>
              </a:ext>
            </a:extLst>
          </p:cNvPr>
          <p:cNvSpPr>
            <a:spLocks noGrp="1"/>
          </p:cNvSpPr>
          <p:nvPr/>
        </p:nvSpPr>
        <p:spPr>
          <a:xfrm>
            <a:off x="6025607" y="47149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4" name="F2_precision_recall_distributions_5668">
            <a:extLst>
              <a:ext uri="{FF2B5EF4-FFF2-40B4-BE49-F238E27FC236}">
                <a16:creationId xmlns:a16="http://schemas.microsoft.com/office/drawing/2014/main" id="{9041A1C1-7A2E-460C-A2B5-5FA769213FC6}"/>
              </a:ext>
            </a:extLst>
          </p:cNvPr>
          <p:cNvSpPr>
            <a:spLocks noGrp="1"/>
          </p:cNvSpPr>
          <p:nvPr/>
        </p:nvSpPr>
        <p:spPr>
          <a:xfrm>
            <a:off x="591738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5" name="F2_precision_recall_distributions_5669">
            <a:extLst>
              <a:ext uri="{FF2B5EF4-FFF2-40B4-BE49-F238E27FC236}">
                <a16:creationId xmlns:a16="http://schemas.microsoft.com/office/drawing/2014/main" id="{FD371D0F-2E4D-4ECE-B0FF-B802130A049B}"/>
              </a:ext>
            </a:extLst>
          </p:cNvPr>
          <p:cNvSpPr>
            <a:spLocks noGrp="1"/>
          </p:cNvSpPr>
          <p:nvPr/>
        </p:nvSpPr>
        <p:spPr>
          <a:xfrm>
            <a:off x="6051888" y="48361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6" name="F2_precision_recall_distributions_5670">
            <a:extLst>
              <a:ext uri="{FF2B5EF4-FFF2-40B4-BE49-F238E27FC236}">
                <a16:creationId xmlns:a16="http://schemas.microsoft.com/office/drawing/2014/main" id="{40A99774-3E32-485A-9854-E485EFBD4CB3}"/>
              </a:ext>
            </a:extLst>
          </p:cNvPr>
          <p:cNvSpPr>
            <a:spLocks noGrp="1"/>
          </p:cNvSpPr>
          <p:nvPr/>
        </p:nvSpPr>
        <p:spPr>
          <a:xfrm>
            <a:off x="5976112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7" name="F2_precision_recall_distributions_5671">
            <a:extLst>
              <a:ext uri="{FF2B5EF4-FFF2-40B4-BE49-F238E27FC236}">
                <a16:creationId xmlns:a16="http://schemas.microsoft.com/office/drawing/2014/main" id="{736E2D33-E460-41AE-9132-88A1ADA30AFE}"/>
              </a:ext>
            </a:extLst>
          </p:cNvPr>
          <p:cNvSpPr>
            <a:spLocks noGrp="1"/>
          </p:cNvSpPr>
          <p:nvPr/>
        </p:nvSpPr>
        <p:spPr>
          <a:xfrm>
            <a:off x="5849904" y="50512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8" name="F2_precision_recall_distributions_5672">
            <a:extLst>
              <a:ext uri="{FF2B5EF4-FFF2-40B4-BE49-F238E27FC236}">
                <a16:creationId xmlns:a16="http://schemas.microsoft.com/office/drawing/2014/main" id="{A9642568-6139-4C4D-866C-E477902CB462}"/>
              </a:ext>
            </a:extLst>
          </p:cNvPr>
          <p:cNvSpPr>
            <a:spLocks noGrp="1"/>
          </p:cNvSpPr>
          <p:nvPr/>
        </p:nvSpPr>
        <p:spPr>
          <a:xfrm>
            <a:off x="5881796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9" name="F2_precision_recall_distributions_5673">
            <a:extLst>
              <a:ext uri="{FF2B5EF4-FFF2-40B4-BE49-F238E27FC236}">
                <a16:creationId xmlns:a16="http://schemas.microsoft.com/office/drawing/2014/main" id="{C46304A6-B04A-40BA-BEF9-C5A6B6734AD4}"/>
              </a:ext>
            </a:extLst>
          </p:cNvPr>
          <p:cNvSpPr>
            <a:spLocks noGrp="1"/>
          </p:cNvSpPr>
          <p:nvPr/>
        </p:nvSpPr>
        <p:spPr>
          <a:xfrm>
            <a:off x="595682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0" name="F2_precision_recall_distributions_5674">
            <a:extLst>
              <a:ext uri="{FF2B5EF4-FFF2-40B4-BE49-F238E27FC236}">
                <a16:creationId xmlns:a16="http://schemas.microsoft.com/office/drawing/2014/main" id="{F14CDB49-06C7-4428-AA3E-F1871559E497}"/>
              </a:ext>
            </a:extLst>
          </p:cNvPr>
          <p:cNvSpPr>
            <a:spLocks noGrp="1"/>
          </p:cNvSpPr>
          <p:nvPr/>
        </p:nvSpPr>
        <p:spPr>
          <a:xfrm>
            <a:off x="610214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1" name="F2_precision_recall_distributions_5675">
            <a:extLst>
              <a:ext uri="{FF2B5EF4-FFF2-40B4-BE49-F238E27FC236}">
                <a16:creationId xmlns:a16="http://schemas.microsoft.com/office/drawing/2014/main" id="{251FA29E-C7D5-4CD6-83FC-EDCB9FCE9BDC}"/>
              </a:ext>
            </a:extLst>
          </p:cNvPr>
          <p:cNvSpPr>
            <a:spLocks noGrp="1"/>
          </p:cNvSpPr>
          <p:nvPr/>
        </p:nvSpPr>
        <p:spPr>
          <a:xfrm>
            <a:off x="596467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2" name="F2_precision_recall_distributions_5676">
            <a:extLst>
              <a:ext uri="{FF2B5EF4-FFF2-40B4-BE49-F238E27FC236}">
                <a16:creationId xmlns:a16="http://schemas.microsoft.com/office/drawing/2014/main" id="{AF913EBB-D84D-4A80-9E34-412347B155C2}"/>
              </a:ext>
            </a:extLst>
          </p:cNvPr>
          <p:cNvSpPr>
            <a:spLocks noGrp="1"/>
          </p:cNvSpPr>
          <p:nvPr/>
        </p:nvSpPr>
        <p:spPr>
          <a:xfrm>
            <a:off x="590825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3" name="F2_precision_recall_distributions_5677">
            <a:extLst>
              <a:ext uri="{FF2B5EF4-FFF2-40B4-BE49-F238E27FC236}">
                <a16:creationId xmlns:a16="http://schemas.microsoft.com/office/drawing/2014/main" id="{A7909FF3-F87F-498E-A7A2-CC0544E58DAD}"/>
              </a:ext>
            </a:extLst>
          </p:cNvPr>
          <p:cNvSpPr>
            <a:spLocks noGrp="1"/>
          </p:cNvSpPr>
          <p:nvPr/>
        </p:nvSpPr>
        <p:spPr>
          <a:xfrm>
            <a:off x="598337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4" name="F2_precision_recall_distributions_5678">
            <a:extLst>
              <a:ext uri="{FF2B5EF4-FFF2-40B4-BE49-F238E27FC236}">
                <a16:creationId xmlns:a16="http://schemas.microsoft.com/office/drawing/2014/main" id="{F81F55D5-6AAB-4E86-B174-E5BD0F8C36A2}"/>
              </a:ext>
            </a:extLst>
          </p:cNvPr>
          <p:cNvSpPr>
            <a:spLocks noGrp="1"/>
          </p:cNvSpPr>
          <p:nvPr/>
        </p:nvSpPr>
        <p:spPr>
          <a:xfrm>
            <a:off x="6097081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5" name="F2_precision_recall_distributions_5679">
            <a:extLst>
              <a:ext uri="{FF2B5EF4-FFF2-40B4-BE49-F238E27FC236}">
                <a16:creationId xmlns:a16="http://schemas.microsoft.com/office/drawing/2014/main" id="{C96C6968-696B-43D4-BA77-36005E67839E}"/>
              </a:ext>
            </a:extLst>
          </p:cNvPr>
          <p:cNvSpPr>
            <a:spLocks noGrp="1"/>
          </p:cNvSpPr>
          <p:nvPr/>
        </p:nvSpPr>
        <p:spPr>
          <a:xfrm>
            <a:off x="6056959" y="459366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6" name="F2_precision_recall_distributions_5680">
            <a:extLst>
              <a:ext uri="{FF2B5EF4-FFF2-40B4-BE49-F238E27FC236}">
                <a16:creationId xmlns:a16="http://schemas.microsoft.com/office/drawing/2014/main" id="{43006F16-C2CE-44E1-8799-286D2F9F1CE3}"/>
              </a:ext>
            </a:extLst>
          </p:cNvPr>
          <p:cNvSpPr>
            <a:spLocks noGrp="1"/>
          </p:cNvSpPr>
          <p:nvPr/>
        </p:nvSpPr>
        <p:spPr>
          <a:xfrm>
            <a:off x="6160499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7" name="F2_precision_recall_distributions_5681">
            <a:extLst>
              <a:ext uri="{FF2B5EF4-FFF2-40B4-BE49-F238E27FC236}">
                <a16:creationId xmlns:a16="http://schemas.microsoft.com/office/drawing/2014/main" id="{DEC42B41-440D-49AD-BFF2-C059DB41E46A}"/>
              </a:ext>
            </a:extLst>
          </p:cNvPr>
          <p:cNvSpPr>
            <a:spLocks noGrp="1"/>
          </p:cNvSpPr>
          <p:nvPr/>
        </p:nvSpPr>
        <p:spPr>
          <a:xfrm>
            <a:off x="605465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8" name="F2_precision_recall_distributions_5682">
            <a:extLst>
              <a:ext uri="{FF2B5EF4-FFF2-40B4-BE49-F238E27FC236}">
                <a16:creationId xmlns:a16="http://schemas.microsoft.com/office/drawing/2014/main" id="{D1BD93BF-024B-4151-9667-C46A4FCDBD6F}"/>
              </a:ext>
            </a:extLst>
          </p:cNvPr>
          <p:cNvSpPr>
            <a:spLocks noGrp="1"/>
          </p:cNvSpPr>
          <p:nvPr/>
        </p:nvSpPr>
        <p:spPr>
          <a:xfrm>
            <a:off x="5913316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9" name="F2_precision_recall_distributions_5683">
            <a:extLst>
              <a:ext uri="{FF2B5EF4-FFF2-40B4-BE49-F238E27FC236}">
                <a16:creationId xmlns:a16="http://schemas.microsoft.com/office/drawing/2014/main" id="{C2460E90-BA86-4F00-B4DB-A4BA3893A25B}"/>
              </a:ext>
            </a:extLst>
          </p:cNvPr>
          <p:cNvSpPr>
            <a:spLocks noGrp="1"/>
          </p:cNvSpPr>
          <p:nvPr/>
        </p:nvSpPr>
        <p:spPr>
          <a:xfrm>
            <a:off x="5937543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0" name="F2_precision_recall_distributions_5684">
            <a:extLst>
              <a:ext uri="{FF2B5EF4-FFF2-40B4-BE49-F238E27FC236}">
                <a16:creationId xmlns:a16="http://schemas.microsoft.com/office/drawing/2014/main" id="{58D8B4AE-C305-4E18-91D3-4331738EB39D}"/>
              </a:ext>
            </a:extLst>
          </p:cNvPr>
          <p:cNvSpPr>
            <a:spLocks noGrp="1"/>
          </p:cNvSpPr>
          <p:nvPr/>
        </p:nvSpPr>
        <p:spPr>
          <a:xfrm>
            <a:off x="606585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1" name="F2_precision_recall_distributions_5685">
            <a:extLst>
              <a:ext uri="{FF2B5EF4-FFF2-40B4-BE49-F238E27FC236}">
                <a16:creationId xmlns:a16="http://schemas.microsoft.com/office/drawing/2014/main" id="{71F17CF4-F60D-4EF0-BBB0-A55BD9A12BE9}"/>
              </a:ext>
            </a:extLst>
          </p:cNvPr>
          <p:cNvSpPr>
            <a:spLocks noGrp="1"/>
          </p:cNvSpPr>
          <p:nvPr/>
        </p:nvSpPr>
        <p:spPr>
          <a:xfrm>
            <a:off x="5910243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2" name="F2_precision_recall_distributions_5686">
            <a:extLst>
              <a:ext uri="{FF2B5EF4-FFF2-40B4-BE49-F238E27FC236}">
                <a16:creationId xmlns:a16="http://schemas.microsoft.com/office/drawing/2014/main" id="{61D8CD0F-15F0-4905-8C28-1ECC7D27FEAE}"/>
              </a:ext>
            </a:extLst>
          </p:cNvPr>
          <p:cNvSpPr>
            <a:spLocks noGrp="1"/>
          </p:cNvSpPr>
          <p:nvPr/>
        </p:nvSpPr>
        <p:spPr>
          <a:xfrm>
            <a:off x="6122151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3" name="F2_precision_recall_distributions_5687">
            <a:extLst>
              <a:ext uri="{FF2B5EF4-FFF2-40B4-BE49-F238E27FC236}">
                <a16:creationId xmlns:a16="http://schemas.microsoft.com/office/drawing/2014/main" id="{843F5A16-1AF3-4998-AD71-4092A9FB95A4}"/>
              </a:ext>
            </a:extLst>
          </p:cNvPr>
          <p:cNvSpPr>
            <a:spLocks noGrp="1"/>
          </p:cNvSpPr>
          <p:nvPr/>
        </p:nvSpPr>
        <p:spPr>
          <a:xfrm>
            <a:off x="6126081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4" name="F2_precision_recall_distributions_5688">
            <a:extLst>
              <a:ext uri="{FF2B5EF4-FFF2-40B4-BE49-F238E27FC236}">
                <a16:creationId xmlns:a16="http://schemas.microsoft.com/office/drawing/2014/main" id="{F66F246D-B77A-40F2-B61E-20565E8623BF}"/>
              </a:ext>
            </a:extLst>
          </p:cNvPr>
          <p:cNvSpPr>
            <a:spLocks noGrp="1"/>
          </p:cNvSpPr>
          <p:nvPr/>
        </p:nvSpPr>
        <p:spPr>
          <a:xfrm>
            <a:off x="598230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5" name="F2_precision_recall_distributions_5689">
            <a:extLst>
              <a:ext uri="{FF2B5EF4-FFF2-40B4-BE49-F238E27FC236}">
                <a16:creationId xmlns:a16="http://schemas.microsoft.com/office/drawing/2014/main" id="{D714C552-D34C-4321-887F-6A5512DE5565}"/>
              </a:ext>
            </a:extLst>
          </p:cNvPr>
          <p:cNvSpPr>
            <a:spLocks noGrp="1"/>
          </p:cNvSpPr>
          <p:nvPr/>
        </p:nvSpPr>
        <p:spPr>
          <a:xfrm>
            <a:off x="5882534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6" name="F2_precision_recall_distributions_5690">
            <a:extLst>
              <a:ext uri="{FF2B5EF4-FFF2-40B4-BE49-F238E27FC236}">
                <a16:creationId xmlns:a16="http://schemas.microsoft.com/office/drawing/2014/main" id="{54C5B987-35A8-48C9-B634-DCE92D2ADAB4}"/>
              </a:ext>
            </a:extLst>
          </p:cNvPr>
          <p:cNvSpPr>
            <a:spLocks noGrp="1"/>
          </p:cNvSpPr>
          <p:nvPr/>
        </p:nvSpPr>
        <p:spPr>
          <a:xfrm>
            <a:off x="6076699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7" name="F2_precision_recall_distributions_5691">
            <a:extLst>
              <a:ext uri="{FF2B5EF4-FFF2-40B4-BE49-F238E27FC236}">
                <a16:creationId xmlns:a16="http://schemas.microsoft.com/office/drawing/2014/main" id="{F33ED2A9-2620-42D9-AF01-A213FE0ABDB9}"/>
              </a:ext>
            </a:extLst>
          </p:cNvPr>
          <p:cNvSpPr>
            <a:spLocks noGrp="1"/>
          </p:cNvSpPr>
          <p:nvPr/>
        </p:nvSpPr>
        <p:spPr>
          <a:xfrm>
            <a:off x="6119085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8" name="F2_precision_recall_distributions_5692">
            <a:extLst>
              <a:ext uri="{FF2B5EF4-FFF2-40B4-BE49-F238E27FC236}">
                <a16:creationId xmlns:a16="http://schemas.microsoft.com/office/drawing/2014/main" id="{3A737676-F922-4FAC-A835-4C1F6BB5BE5F}"/>
              </a:ext>
            </a:extLst>
          </p:cNvPr>
          <p:cNvSpPr>
            <a:spLocks noGrp="1"/>
          </p:cNvSpPr>
          <p:nvPr/>
        </p:nvSpPr>
        <p:spPr>
          <a:xfrm>
            <a:off x="6077958" y="44185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9" name="F2_precision_recall_distributions_5693">
            <a:extLst>
              <a:ext uri="{FF2B5EF4-FFF2-40B4-BE49-F238E27FC236}">
                <a16:creationId xmlns:a16="http://schemas.microsoft.com/office/drawing/2014/main" id="{2DEC4E7D-F3F1-4E19-A924-7564F812863D}"/>
              </a:ext>
            </a:extLst>
          </p:cNvPr>
          <p:cNvSpPr>
            <a:spLocks noGrp="1"/>
          </p:cNvSpPr>
          <p:nvPr/>
        </p:nvSpPr>
        <p:spPr>
          <a:xfrm>
            <a:off x="5927983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0" name="F2_precision_recall_distributions_5694">
            <a:extLst>
              <a:ext uri="{FF2B5EF4-FFF2-40B4-BE49-F238E27FC236}">
                <a16:creationId xmlns:a16="http://schemas.microsoft.com/office/drawing/2014/main" id="{721CF76A-E27F-4DB1-B02A-893095C9C91E}"/>
              </a:ext>
            </a:extLst>
          </p:cNvPr>
          <p:cNvSpPr>
            <a:spLocks noGrp="1"/>
          </p:cNvSpPr>
          <p:nvPr/>
        </p:nvSpPr>
        <p:spPr>
          <a:xfrm>
            <a:off x="5841774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1" name="F2_precision_recall_distributions_5695">
            <a:extLst>
              <a:ext uri="{FF2B5EF4-FFF2-40B4-BE49-F238E27FC236}">
                <a16:creationId xmlns:a16="http://schemas.microsoft.com/office/drawing/2014/main" id="{4CB7DF4D-4636-47EA-AE14-3ABC797EADFD}"/>
              </a:ext>
            </a:extLst>
          </p:cNvPr>
          <p:cNvSpPr>
            <a:spLocks noGrp="1"/>
          </p:cNvSpPr>
          <p:nvPr/>
        </p:nvSpPr>
        <p:spPr>
          <a:xfrm>
            <a:off x="5955798" y="44724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2" name="F2_precision_recall_distributions_5696">
            <a:extLst>
              <a:ext uri="{FF2B5EF4-FFF2-40B4-BE49-F238E27FC236}">
                <a16:creationId xmlns:a16="http://schemas.microsoft.com/office/drawing/2014/main" id="{7286346A-A41C-463B-93E3-C68A702498D7}"/>
              </a:ext>
            </a:extLst>
          </p:cNvPr>
          <p:cNvSpPr>
            <a:spLocks noGrp="1"/>
          </p:cNvSpPr>
          <p:nvPr/>
        </p:nvSpPr>
        <p:spPr>
          <a:xfrm>
            <a:off x="590908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3" name="F2_precision_recall_distributions_5697">
            <a:extLst>
              <a:ext uri="{FF2B5EF4-FFF2-40B4-BE49-F238E27FC236}">
                <a16:creationId xmlns:a16="http://schemas.microsoft.com/office/drawing/2014/main" id="{8CB886BA-10B5-4EA5-9E83-5F56DB528290}"/>
              </a:ext>
            </a:extLst>
          </p:cNvPr>
          <p:cNvSpPr>
            <a:spLocks noGrp="1"/>
          </p:cNvSpPr>
          <p:nvPr/>
        </p:nvSpPr>
        <p:spPr>
          <a:xfrm>
            <a:off x="590434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4" name="F2_precision_recall_distributions_5698">
            <a:extLst>
              <a:ext uri="{FF2B5EF4-FFF2-40B4-BE49-F238E27FC236}">
                <a16:creationId xmlns:a16="http://schemas.microsoft.com/office/drawing/2014/main" id="{340DA36E-A4A0-4C55-8548-E471136DB6A0}"/>
              </a:ext>
            </a:extLst>
          </p:cNvPr>
          <p:cNvSpPr>
            <a:spLocks noGrp="1"/>
          </p:cNvSpPr>
          <p:nvPr/>
        </p:nvSpPr>
        <p:spPr>
          <a:xfrm>
            <a:off x="6046208" y="49807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5" name="F2_precision_recall_distributions_5699">
            <a:extLst>
              <a:ext uri="{FF2B5EF4-FFF2-40B4-BE49-F238E27FC236}">
                <a16:creationId xmlns:a16="http://schemas.microsoft.com/office/drawing/2014/main" id="{D26960D9-F193-4B78-AA12-80428F5AF0FC}"/>
              </a:ext>
            </a:extLst>
          </p:cNvPr>
          <p:cNvSpPr>
            <a:spLocks noGrp="1"/>
          </p:cNvSpPr>
          <p:nvPr/>
        </p:nvSpPr>
        <p:spPr>
          <a:xfrm>
            <a:off x="6086237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6" name="F2_precision_recall_distributions_5700">
            <a:extLst>
              <a:ext uri="{FF2B5EF4-FFF2-40B4-BE49-F238E27FC236}">
                <a16:creationId xmlns:a16="http://schemas.microsoft.com/office/drawing/2014/main" id="{0CD2A2D8-F7AD-44F6-BD88-9D307C968427}"/>
              </a:ext>
            </a:extLst>
          </p:cNvPr>
          <p:cNvSpPr>
            <a:spLocks noGrp="1"/>
          </p:cNvSpPr>
          <p:nvPr/>
        </p:nvSpPr>
        <p:spPr>
          <a:xfrm>
            <a:off x="590920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7" name="F2_precision_recall_distributions_5701">
            <a:extLst>
              <a:ext uri="{FF2B5EF4-FFF2-40B4-BE49-F238E27FC236}">
                <a16:creationId xmlns:a16="http://schemas.microsoft.com/office/drawing/2014/main" id="{49BE895D-BE0C-40B5-B63B-A1C098AD5483}"/>
              </a:ext>
            </a:extLst>
          </p:cNvPr>
          <p:cNvSpPr>
            <a:spLocks noGrp="1"/>
          </p:cNvSpPr>
          <p:nvPr/>
        </p:nvSpPr>
        <p:spPr>
          <a:xfrm>
            <a:off x="5988389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8" name="F2_precision_recall_distributions_5702">
            <a:extLst>
              <a:ext uri="{FF2B5EF4-FFF2-40B4-BE49-F238E27FC236}">
                <a16:creationId xmlns:a16="http://schemas.microsoft.com/office/drawing/2014/main" id="{7CEACC37-E13E-48B4-A123-D6D95CA0DF88}"/>
              </a:ext>
            </a:extLst>
          </p:cNvPr>
          <p:cNvSpPr>
            <a:spLocks noGrp="1"/>
          </p:cNvSpPr>
          <p:nvPr/>
        </p:nvSpPr>
        <p:spPr>
          <a:xfrm>
            <a:off x="612529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9" name="F2_precision_recall_distributions_5703">
            <a:extLst>
              <a:ext uri="{FF2B5EF4-FFF2-40B4-BE49-F238E27FC236}">
                <a16:creationId xmlns:a16="http://schemas.microsoft.com/office/drawing/2014/main" id="{4E277AA4-F1A7-45AE-AF3B-9211E4FFCA1F}"/>
              </a:ext>
            </a:extLst>
          </p:cNvPr>
          <p:cNvSpPr>
            <a:spLocks noGrp="1"/>
          </p:cNvSpPr>
          <p:nvPr/>
        </p:nvSpPr>
        <p:spPr>
          <a:xfrm>
            <a:off x="5993083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0" name="F2_precision_recall_distributions_5704">
            <a:extLst>
              <a:ext uri="{FF2B5EF4-FFF2-40B4-BE49-F238E27FC236}">
                <a16:creationId xmlns:a16="http://schemas.microsoft.com/office/drawing/2014/main" id="{623C6B96-D5D2-41AA-8F79-98D966BDC03B}"/>
              </a:ext>
            </a:extLst>
          </p:cNvPr>
          <p:cNvSpPr>
            <a:spLocks noGrp="1"/>
          </p:cNvSpPr>
          <p:nvPr/>
        </p:nvSpPr>
        <p:spPr>
          <a:xfrm>
            <a:off x="5871605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1" name="F2_precision_recall_distributions_5705">
            <a:extLst>
              <a:ext uri="{FF2B5EF4-FFF2-40B4-BE49-F238E27FC236}">
                <a16:creationId xmlns:a16="http://schemas.microsoft.com/office/drawing/2014/main" id="{5C0D573C-BDC2-4168-848E-B54F47F4A26D}"/>
              </a:ext>
            </a:extLst>
          </p:cNvPr>
          <p:cNvSpPr>
            <a:spLocks noGrp="1"/>
          </p:cNvSpPr>
          <p:nvPr/>
        </p:nvSpPr>
        <p:spPr>
          <a:xfrm>
            <a:off x="592484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2" name="F2_precision_recall_distributions_5706">
            <a:extLst>
              <a:ext uri="{FF2B5EF4-FFF2-40B4-BE49-F238E27FC236}">
                <a16:creationId xmlns:a16="http://schemas.microsoft.com/office/drawing/2014/main" id="{5AFBF78C-3476-4B4E-A4DF-E978BE619488}"/>
              </a:ext>
            </a:extLst>
          </p:cNvPr>
          <p:cNvSpPr>
            <a:spLocks noGrp="1"/>
          </p:cNvSpPr>
          <p:nvPr/>
        </p:nvSpPr>
        <p:spPr>
          <a:xfrm>
            <a:off x="609559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3" name="F2_precision_recall_distributions_5707">
            <a:extLst>
              <a:ext uri="{FF2B5EF4-FFF2-40B4-BE49-F238E27FC236}">
                <a16:creationId xmlns:a16="http://schemas.microsoft.com/office/drawing/2014/main" id="{1AFDA6F4-CA70-403F-9399-5CC5AF5E30D0}"/>
              </a:ext>
            </a:extLst>
          </p:cNvPr>
          <p:cNvSpPr>
            <a:spLocks noGrp="1"/>
          </p:cNvSpPr>
          <p:nvPr/>
        </p:nvSpPr>
        <p:spPr>
          <a:xfrm>
            <a:off x="615862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4" name="F2_precision_recall_distributions_5708">
            <a:extLst>
              <a:ext uri="{FF2B5EF4-FFF2-40B4-BE49-F238E27FC236}">
                <a16:creationId xmlns:a16="http://schemas.microsoft.com/office/drawing/2014/main" id="{860574F0-7F7D-4477-B24D-FCD43FEFFDC9}"/>
              </a:ext>
            </a:extLst>
          </p:cNvPr>
          <p:cNvSpPr>
            <a:spLocks noGrp="1"/>
          </p:cNvSpPr>
          <p:nvPr/>
        </p:nvSpPr>
        <p:spPr>
          <a:xfrm>
            <a:off x="594370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5" name="F2_precision_recall_distributions_5709">
            <a:extLst>
              <a:ext uri="{FF2B5EF4-FFF2-40B4-BE49-F238E27FC236}">
                <a16:creationId xmlns:a16="http://schemas.microsoft.com/office/drawing/2014/main" id="{1979DAF1-9E9E-4693-BA48-9E0DEF58D89B}"/>
              </a:ext>
            </a:extLst>
          </p:cNvPr>
          <p:cNvSpPr>
            <a:spLocks noGrp="1"/>
          </p:cNvSpPr>
          <p:nvPr/>
        </p:nvSpPr>
        <p:spPr>
          <a:xfrm>
            <a:off x="614951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6" name="F2_precision_recall_distributions_5710">
            <a:extLst>
              <a:ext uri="{FF2B5EF4-FFF2-40B4-BE49-F238E27FC236}">
                <a16:creationId xmlns:a16="http://schemas.microsoft.com/office/drawing/2014/main" id="{57203CD3-B041-498F-8D2C-906CE8A20034}"/>
              </a:ext>
            </a:extLst>
          </p:cNvPr>
          <p:cNvSpPr>
            <a:spLocks noGrp="1"/>
          </p:cNvSpPr>
          <p:nvPr/>
        </p:nvSpPr>
        <p:spPr>
          <a:xfrm>
            <a:off x="6073127" y="4866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7" name="F2_precision_recall_distributions_5711">
            <a:extLst>
              <a:ext uri="{FF2B5EF4-FFF2-40B4-BE49-F238E27FC236}">
                <a16:creationId xmlns:a16="http://schemas.microsoft.com/office/drawing/2014/main" id="{7B0259D4-5282-44F0-9D8F-CDDCD8A556B9}"/>
              </a:ext>
            </a:extLst>
          </p:cNvPr>
          <p:cNvSpPr>
            <a:spLocks noGrp="1"/>
          </p:cNvSpPr>
          <p:nvPr/>
        </p:nvSpPr>
        <p:spPr>
          <a:xfrm>
            <a:off x="5832844" y="49574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8" name="F2_precision_recall_distributions_5712">
            <a:extLst>
              <a:ext uri="{FF2B5EF4-FFF2-40B4-BE49-F238E27FC236}">
                <a16:creationId xmlns:a16="http://schemas.microsoft.com/office/drawing/2014/main" id="{22EC1585-A279-42DA-9C3A-85AB417D68ED}"/>
              </a:ext>
            </a:extLst>
          </p:cNvPr>
          <p:cNvSpPr>
            <a:spLocks noGrp="1"/>
          </p:cNvSpPr>
          <p:nvPr/>
        </p:nvSpPr>
        <p:spPr>
          <a:xfrm>
            <a:off x="6070715" y="44144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9" name="F2_precision_recall_distributions_5713">
            <a:extLst>
              <a:ext uri="{FF2B5EF4-FFF2-40B4-BE49-F238E27FC236}">
                <a16:creationId xmlns:a16="http://schemas.microsoft.com/office/drawing/2014/main" id="{C597F243-04A3-4586-AAA4-2B325214D8B2}"/>
              </a:ext>
            </a:extLst>
          </p:cNvPr>
          <p:cNvSpPr>
            <a:spLocks noGrp="1"/>
          </p:cNvSpPr>
          <p:nvPr/>
        </p:nvSpPr>
        <p:spPr>
          <a:xfrm>
            <a:off x="6053343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0" name="F2_precision_recall_distributions_5714">
            <a:extLst>
              <a:ext uri="{FF2B5EF4-FFF2-40B4-BE49-F238E27FC236}">
                <a16:creationId xmlns:a16="http://schemas.microsoft.com/office/drawing/2014/main" id="{9FDE698E-FAA2-4BAF-8851-37C967B96E76}"/>
              </a:ext>
            </a:extLst>
          </p:cNvPr>
          <p:cNvSpPr>
            <a:spLocks noGrp="1"/>
          </p:cNvSpPr>
          <p:nvPr/>
        </p:nvSpPr>
        <p:spPr>
          <a:xfrm>
            <a:off x="60499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1" name="F2_precision_recall_distributions_5715">
            <a:extLst>
              <a:ext uri="{FF2B5EF4-FFF2-40B4-BE49-F238E27FC236}">
                <a16:creationId xmlns:a16="http://schemas.microsoft.com/office/drawing/2014/main" id="{16600594-8EBD-47EB-ABBB-0B8F41EF4717}"/>
              </a:ext>
            </a:extLst>
          </p:cNvPr>
          <p:cNvSpPr>
            <a:spLocks noGrp="1"/>
          </p:cNvSpPr>
          <p:nvPr/>
        </p:nvSpPr>
        <p:spPr>
          <a:xfrm>
            <a:off x="594222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2" name="F2_precision_recall_distributions_5716">
            <a:extLst>
              <a:ext uri="{FF2B5EF4-FFF2-40B4-BE49-F238E27FC236}">
                <a16:creationId xmlns:a16="http://schemas.microsoft.com/office/drawing/2014/main" id="{2B8B6BA0-50AB-4FFF-8C98-E5987C87B0D7}"/>
              </a:ext>
            </a:extLst>
          </p:cNvPr>
          <p:cNvSpPr>
            <a:spLocks noGrp="1"/>
          </p:cNvSpPr>
          <p:nvPr/>
        </p:nvSpPr>
        <p:spPr>
          <a:xfrm>
            <a:off x="612607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3" name="F2_precision_recall_distributions_5717">
            <a:extLst>
              <a:ext uri="{FF2B5EF4-FFF2-40B4-BE49-F238E27FC236}">
                <a16:creationId xmlns:a16="http://schemas.microsoft.com/office/drawing/2014/main" id="{4F987A68-5097-48A5-B32F-1598B6CF1BE1}"/>
              </a:ext>
            </a:extLst>
          </p:cNvPr>
          <p:cNvSpPr>
            <a:spLocks noGrp="1"/>
          </p:cNvSpPr>
          <p:nvPr/>
        </p:nvSpPr>
        <p:spPr>
          <a:xfrm>
            <a:off x="597235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4" name="F2_precision_recall_distributions_5718">
            <a:extLst>
              <a:ext uri="{FF2B5EF4-FFF2-40B4-BE49-F238E27FC236}">
                <a16:creationId xmlns:a16="http://schemas.microsoft.com/office/drawing/2014/main" id="{8892BE40-C7E4-49CF-B396-517512E81F20}"/>
              </a:ext>
            </a:extLst>
          </p:cNvPr>
          <p:cNvSpPr>
            <a:spLocks noGrp="1"/>
          </p:cNvSpPr>
          <p:nvPr/>
        </p:nvSpPr>
        <p:spPr>
          <a:xfrm>
            <a:off x="616819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5" name="F2_precision_recall_distributions_5719">
            <a:extLst>
              <a:ext uri="{FF2B5EF4-FFF2-40B4-BE49-F238E27FC236}">
                <a16:creationId xmlns:a16="http://schemas.microsoft.com/office/drawing/2014/main" id="{EF88B9DC-7348-4079-BE60-3C4497CEA3CD}"/>
              </a:ext>
            </a:extLst>
          </p:cNvPr>
          <p:cNvSpPr>
            <a:spLocks noGrp="1"/>
          </p:cNvSpPr>
          <p:nvPr/>
        </p:nvSpPr>
        <p:spPr>
          <a:xfrm>
            <a:off x="5971339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6" name="F2_precision_recall_distributions_5720">
            <a:extLst>
              <a:ext uri="{FF2B5EF4-FFF2-40B4-BE49-F238E27FC236}">
                <a16:creationId xmlns:a16="http://schemas.microsoft.com/office/drawing/2014/main" id="{BE50B61E-2EB0-49FC-B8BE-92E5EFC33385}"/>
              </a:ext>
            </a:extLst>
          </p:cNvPr>
          <p:cNvSpPr>
            <a:spLocks noGrp="1"/>
          </p:cNvSpPr>
          <p:nvPr/>
        </p:nvSpPr>
        <p:spPr>
          <a:xfrm>
            <a:off x="6071822" y="461185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7" name="F2_precision_recall_distributions_5721">
            <a:extLst>
              <a:ext uri="{FF2B5EF4-FFF2-40B4-BE49-F238E27FC236}">
                <a16:creationId xmlns:a16="http://schemas.microsoft.com/office/drawing/2014/main" id="{70AD3C2E-6E84-4CFC-8781-A6BFF694F44A}"/>
              </a:ext>
            </a:extLst>
          </p:cNvPr>
          <p:cNvSpPr>
            <a:spLocks noGrp="1"/>
          </p:cNvSpPr>
          <p:nvPr/>
        </p:nvSpPr>
        <p:spPr>
          <a:xfrm>
            <a:off x="58290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8" name="F2_precision_recall_distributions_5722">
            <a:extLst>
              <a:ext uri="{FF2B5EF4-FFF2-40B4-BE49-F238E27FC236}">
                <a16:creationId xmlns:a16="http://schemas.microsoft.com/office/drawing/2014/main" id="{E2EA3F20-1F00-4AFB-9407-716A00B69F71}"/>
              </a:ext>
            </a:extLst>
          </p:cNvPr>
          <p:cNvSpPr>
            <a:spLocks noGrp="1"/>
          </p:cNvSpPr>
          <p:nvPr/>
        </p:nvSpPr>
        <p:spPr>
          <a:xfrm>
            <a:off x="615393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9" name="F2_precision_recall_distributions_5723">
            <a:extLst>
              <a:ext uri="{FF2B5EF4-FFF2-40B4-BE49-F238E27FC236}">
                <a16:creationId xmlns:a16="http://schemas.microsoft.com/office/drawing/2014/main" id="{C65D1BC0-601D-4616-9FAF-45D155295226}"/>
              </a:ext>
            </a:extLst>
          </p:cNvPr>
          <p:cNvSpPr>
            <a:spLocks noGrp="1"/>
          </p:cNvSpPr>
          <p:nvPr/>
        </p:nvSpPr>
        <p:spPr>
          <a:xfrm>
            <a:off x="601531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0" name="F2_precision_recall_distributions_5724">
            <a:extLst>
              <a:ext uri="{FF2B5EF4-FFF2-40B4-BE49-F238E27FC236}">
                <a16:creationId xmlns:a16="http://schemas.microsoft.com/office/drawing/2014/main" id="{3BF86EE9-C300-4345-8584-1B94C6B076CE}"/>
              </a:ext>
            </a:extLst>
          </p:cNvPr>
          <p:cNvSpPr>
            <a:spLocks noGrp="1"/>
          </p:cNvSpPr>
          <p:nvPr/>
        </p:nvSpPr>
        <p:spPr>
          <a:xfrm>
            <a:off x="586765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1" name="F2_precision_recall_distributions_5725">
            <a:extLst>
              <a:ext uri="{FF2B5EF4-FFF2-40B4-BE49-F238E27FC236}">
                <a16:creationId xmlns:a16="http://schemas.microsoft.com/office/drawing/2014/main" id="{2455CFE8-E874-4F5F-829E-59B77A4F8D7A}"/>
              </a:ext>
            </a:extLst>
          </p:cNvPr>
          <p:cNvSpPr>
            <a:spLocks noGrp="1"/>
          </p:cNvSpPr>
          <p:nvPr/>
        </p:nvSpPr>
        <p:spPr>
          <a:xfrm>
            <a:off x="6129813" y="45889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2" name="F2_precision_recall_distributions_5726">
            <a:extLst>
              <a:ext uri="{FF2B5EF4-FFF2-40B4-BE49-F238E27FC236}">
                <a16:creationId xmlns:a16="http://schemas.microsoft.com/office/drawing/2014/main" id="{CF1F8E46-3E6C-4526-A5A1-86B633AE0B8C}"/>
              </a:ext>
            </a:extLst>
          </p:cNvPr>
          <p:cNvSpPr>
            <a:spLocks noGrp="1"/>
          </p:cNvSpPr>
          <p:nvPr/>
        </p:nvSpPr>
        <p:spPr>
          <a:xfrm>
            <a:off x="6094752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3" name="F2_precision_recall_distributions_5727">
            <a:extLst>
              <a:ext uri="{FF2B5EF4-FFF2-40B4-BE49-F238E27FC236}">
                <a16:creationId xmlns:a16="http://schemas.microsoft.com/office/drawing/2014/main" id="{928FE4EA-C818-4FCF-AE87-91ED7B414A00}"/>
              </a:ext>
            </a:extLst>
          </p:cNvPr>
          <p:cNvSpPr>
            <a:spLocks noGrp="1"/>
          </p:cNvSpPr>
          <p:nvPr/>
        </p:nvSpPr>
        <p:spPr>
          <a:xfrm>
            <a:off x="6108016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4" name="F2_precision_recall_distributions_5728">
            <a:extLst>
              <a:ext uri="{FF2B5EF4-FFF2-40B4-BE49-F238E27FC236}">
                <a16:creationId xmlns:a16="http://schemas.microsoft.com/office/drawing/2014/main" id="{26A17C8D-42FD-4D25-9D9A-BBE8A0291373}"/>
              </a:ext>
            </a:extLst>
          </p:cNvPr>
          <p:cNvSpPr>
            <a:spLocks noGrp="1"/>
          </p:cNvSpPr>
          <p:nvPr/>
        </p:nvSpPr>
        <p:spPr>
          <a:xfrm>
            <a:off x="6002686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5" name="F2_precision_recall_distributions_5729">
            <a:extLst>
              <a:ext uri="{FF2B5EF4-FFF2-40B4-BE49-F238E27FC236}">
                <a16:creationId xmlns:a16="http://schemas.microsoft.com/office/drawing/2014/main" id="{239ACEA5-755C-4D53-837F-10647FC4088A}"/>
              </a:ext>
            </a:extLst>
          </p:cNvPr>
          <p:cNvSpPr>
            <a:spLocks noGrp="1"/>
          </p:cNvSpPr>
          <p:nvPr/>
        </p:nvSpPr>
        <p:spPr>
          <a:xfrm>
            <a:off x="6097525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6" name="F2_precision_recall_distributions_5730">
            <a:extLst>
              <a:ext uri="{FF2B5EF4-FFF2-40B4-BE49-F238E27FC236}">
                <a16:creationId xmlns:a16="http://schemas.microsoft.com/office/drawing/2014/main" id="{089BF288-C69C-443B-8631-1F5DCBEAFAB3}"/>
              </a:ext>
            </a:extLst>
          </p:cNvPr>
          <p:cNvSpPr>
            <a:spLocks noGrp="1"/>
          </p:cNvSpPr>
          <p:nvPr/>
        </p:nvSpPr>
        <p:spPr>
          <a:xfrm>
            <a:off x="611726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7" name="F2_precision_recall_distributions_5731">
            <a:extLst>
              <a:ext uri="{FF2B5EF4-FFF2-40B4-BE49-F238E27FC236}">
                <a16:creationId xmlns:a16="http://schemas.microsoft.com/office/drawing/2014/main" id="{D42F7875-1C78-4DCB-9344-DF2A5C10BDA5}"/>
              </a:ext>
            </a:extLst>
          </p:cNvPr>
          <p:cNvSpPr>
            <a:spLocks noGrp="1"/>
          </p:cNvSpPr>
          <p:nvPr/>
        </p:nvSpPr>
        <p:spPr>
          <a:xfrm>
            <a:off x="585207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8" name="F2_precision_recall_distributions_5732">
            <a:extLst>
              <a:ext uri="{FF2B5EF4-FFF2-40B4-BE49-F238E27FC236}">
                <a16:creationId xmlns:a16="http://schemas.microsoft.com/office/drawing/2014/main" id="{A355E859-A8F1-4839-AA52-85310ED68E14}"/>
              </a:ext>
            </a:extLst>
          </p:cNvPr>
          <p:cNvSpPr>
            <a:spLocks noGrp="1"/>
          </p:cNvSpPr>
          <p:nvPr/>
        </p:nvSpPr>
        <p:spPr>
          <a:xfrm>
            <a:off x="5878326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9" name="F2_precision_recall_distributions_5733">
            <a:extLst>
              <a:ext uri="{FF2B5EF4-FFF2-40B4-BE49-F238E27FC236}">
                <a16:creationId xmlns:a16="http://schemas.microsoft.com/office/drawing/2014/main" id="{4081C8B7-0B40-4C50-9E80-FB17DB4874FF}"/>
              </a:ext>
            </a:extLst>
          </p:cNvPr>
          <p:cNvSpPr>
            <a:spLocks noGrp="1"/>
          </p:cNvSpPr>
          <p:nvPr/>
        </p:nvSpPr>
        <p:spPr>
          <a:xfrm>
            <a:off x="5981262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0" name="F2_precision_recall_distributions_5734">
            <a:extLst>
              <a:ext uri="{FF2B5EF4-FFF2-40B4-BE49-F238E27FC236}">
                <a16:creationId xmlns:a16="http://schemas.microsoft.com/office/drawing/2014/main" id="{302CC327-04E3-49AC-AF5C-74FC96630F46}"/>
              </a:ext>
            </a:extLst>
          </p:cNvPr>
          <p:cNvSpPr>
            <a:spLocks noGrp="1"/>
          </p:cNvSpPr>
          <p:nvPr/>
        </p:nvSpPr>
        <p:spPr>
          <a:xfrm>
            <a:off x="6156261" y="454358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1" name="F2_precision_recall_distributions_5735">
            <a:extLst>
              <a:ext uri="{FF2B5EF4-FFF2-40B4-BE49-F238E27FC236}">
                <a16:creationId xmlns:a16="http://schemas.microsoft.com/office/drawing/2014/main" id="{5C5C115D-4580-44D7-9603-30B1E650D733}"/>
              </a:ext>
            </a:extLst>
          </p:cNvPr>
          <p:cNvSpPr>
            <a:spLocks noGrp="1"/>
          </p:cNvSpPr>
          <p:nvPr/>
        </p:nvSpPr>
        <p:spPr>
          <a:xfrm>
            <a:off x="603586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2" name="F2_precision_recall_distributions_5736">
            <a:extLst>
              <a:ext uri="{FF2B5EF4-FFF2-40B4-BE49-F238E27FC236}">
                <a16:creationId xmlns:a16="http://schemas.microsoft.com/office/drawing/2014/main" id="{64F15C3F-4A7D-4CFC-84E0-6F6047795A57}"/>
              </a:ext>
            </a:extLst>
          </p:cNvPr>
          <p:cNvSpPr>
            <a:spLocks noGrp="1"/>
          </p:cNvSpPr>
          <p:nvPr/>
        </p:nvSpPr>
        <p:spPr>
          <a:xfrm>
            <a:off x="6139481" y="4866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3" name="F2_precision_recall_distributions_5737">
            <a:extLst>
              <a:ext uri="{FF2B5EF4-FFF2-40B4-BE49-F238E27FC236}">
                <a16:creationId xmlns:a16="http://schemas.microsoft.com/office/drawing/2014/main" id="{345EDE04-3574-44DC-B451-F7C29E6E6AFD}"/>
              </a:ext>
            </a:extLst>
          </p:cNvPr>
          <p:cNvSpPr>
            <a:spLocks noGrp="1"/>
          </p:cNvSpPr>
          <p:nvPr/>
        </p:nvSpPr>
        <p:spPr>
          <a:xfrm>
            <a:off x="605090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4" name="F2_precision_recall_distributions_5738">
            <a:extLst>
              <a:ext uri="{FF2B5EF4-FFF2-40B4-BE49-F238E27FC236}">
                <a16:creationId xmlns:a16="http://schemas.microsoft.com/office/drawing/2014/main" id="{3B169794-77E2-410D-9C1B-5E56DC149495}"/>
              </a:ext>
            </a:extLst>
          </p:cNvPr>
          <p:cNvSpPr>
            <a:spLocks noGrp="1"/>
          </p:cNvSpPr>
          <p:nvPr/>
        </p:nvSpPr>
        <p:spPr>
          <a:xfrm>
            <a:off x="615919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5" name="F2_precision_recall_distributions_5739">
            <a:extLst>
              <a:ext uri="{FF2B5EF4-FFF2-40B4-BE49-F238E27FC236}">
                <a16:creationId xmlns:a16="http://schemas.microsoft.com/office/drawing/2014/main" id="{516F9BE7-5573-49A8-B782-6B9E93084FEA}"/>
              </a:ext>
            </a:extLst>
          </p:cNvPr>
          <p:cNvSpPr>
            <a:spLocks noGrp="1"/>
          </p:cNvSpPr>
          <p:nvPr/>
        </p:nvSpPr>
        <p:spPr>
          <a:xfrm>
            <a:off x="603616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6" name="F2_precision_recall_distributions_5740">
            <a:extLst>
              <a:ext uri="{FF2B5EF4-FFF2-40B4-BE49-F238E27FC236}">
                <a16:creationId xmlns:a16="http://schemas.microsoft.com/office/drawing/2014/main" id="{C205989F-2820-4A34-9787-DDDF098BCF96}"/>
              </a:ext>
            </a:extLst>
          </p:cNvPr>
          <p:cNvSpPr>
            <a:spLocks noGrp="1"/>
          </p:cNvSpPr>
          <p:nvPr/>
        </p:nvSpPr>
        <p:spPr>
          <a:xfrm>
            <a:off x="586155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7" name="F2_precision_recall_distributions_5741">
            <a:extLst>
              <a:ext uri="{FF2B5EF4-FFF2-40B4-BE49-F238E27FC236}">
                <a16:creationId xmlns:a16="http://schemas.microsoft.com/office/drawing/2014/main" id="{239C8FBA-B928-4AFE-8495-9C8F8794E635}"/>
              </a:ext>
            </a:extLst>
          </p:cNvPr>
          <p:cNvSpPr>
            <a:spLocks noGrp="1"/>
          </p:cNvSpPr>
          <p:nvPr/>
        </p:nvSpPr>
        <p:spPr>
          <a:xfrm>
            <a:off x="595533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8" name="F2_precision_recall_distributions_5742">
            <a:extLst>
              <a:ext uri="{FF2B5EF4-FFF2-40B4-BE49-F238E27FC236}">
                <a16:creationId xmlns:a16="http://schemas.microsoft.com/office/drawing/2014/main" id="{FA764040-398A-4A78-8C31-7BD9B20E919A}"/>
              </a:ext>
            </a:extLst>
          </p:cNvPr>
          <p:cNvSpPr>
            <a:spLocks noGrp="1"/>
          </p:cNvSpPr>
          <p:nvPr/>
        </p:nvSpPr>
        <p:spPr>
          <a:xfrm>
            <a:off x="6112904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9" name="F2_precision_recall_distributions_5743">
            <a:extLst>
              <a:ext uri="{FF2B5EF4-FFF2-40B4-BE49-F238E27FC236}">
                <a16:creationId xmlns:a16="http://schemas.microsoft.com/office/drawing/2014/main" id="{A366DFE7-C161-4C38-89A9-8131E879C878}"/>
              </a:ext>
            </a:extLst>
          </p:cNvPr>
          <p:cNvSpPr>
            <a:spLocks noGrp="1"/>
          </p:cNvSpPr>
          <p:nvPr/>
        </p:nvSpPr>
        <p:spPr>
          <a:xfrm>
            <a:off x="5932436" y="50180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0" name="F2_precision_recall_distributions_5744">
            <a:extLst>
              <a:ext uri="{FF2B5EF4-FFF2-40B4-BE49-F238E27FC236}">
                <a16:creationId xmlns:a16="http://schemas.microsoft.com/office/drawing/2014/main" id="{086B7261-B3A8-4AAD-97A2-443D70D4983A}"/>
              </a:ext>
            </a:extLst>
          </p:cNvPr>
          <p:cNvSpPr>
            <a:spLocks noGrp="1"/>
          </p:cNvSpPr>
          <p:nvPr/>
        </p:nvSpPr>
        <p:spPr>
          <a:xfrm>
            <a:off x="5897572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1" name="F2_precision_recall_distributions_5745">
            <a:extLst>
              <a:ext uri="{FF2B5EF4-FFF2-40B4-BE49-F238E27FC236}">
                <a16:creationId xmlns:a16="http://schemas.microsoft.com/office/drawing/2014/main" id="{65563CAA-5783-48B0-A165-A589B845E86C}"/>
              </a:ext>
            </a:extLst>
          </p:cNvPr>
          <p:cNvSpPr>
            <a:spLocks noGrp="1"/>
          </p:cNvSpPr>
          <p:nvPr/>
        </p:nvSpPr>
        <p:spPr>
          <a:xfrm>
            <a:off x="605028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2" name="F2_precision_recall_distributions_5746">
            <a:extLst>
              <a:ext uri="{FF2B5EF4-FFF2-40B4-BE49-F238E27FC236}">
                <a16:creationId xmlns:a16="http://schemas.microsoft.com/office/drawing/2014/main" id="{39D950BF-0831-4AC4-A573-A262781AF326}"/>
              </a:ext>
            </a:extLst>
          </p:cNvPr>
          <p:cNvSpPr>
            <a:spLocks noGrp="1"/>
          </p:cNvSpPr>
          <p:nvPr/>
        </p:nvSpPr>
        <p:spPr>
          <a:xfrm>
            <a:off x="5886691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3" name="F2_precision_recall_distributions_5747">
            <a:extLst>
              <a:ext uri="{FF2B5EF4-FFF2-40B4-BE49-F238E27FC236}">
                <a16:creationId xmlns:a16="http://schemas.microsoft.com/office/drawing/2014/main" id="{04736A9C-79FE-41CD-BEDF-9C0BA70C5D04}"/>
              </a:ext>
            </a:extLst>
          </p:cNvPr>
          <p:cNvSpPr>
            <a:spLocks noGrp="1"/>
          </p:cNvSpPr>
          <p:nvPr/>
        </p:nvSpPr>
        <p:spPr>
          <a:xfrm>
            <a:off x="6101173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4" name="F2_precision_recall_distributions_5748">
            <a:extLst>
              <a:ext uri="{FF2B5EF4-FFF2-40B4-BE49-F238E27FC236}">
                <a16:creationId xmlns:a16="http://schemas.microsoft.com/office/drawing/2014/main" id="{BF44055A-372D-49E6-A97C-F56BACA66DEF}"/>
              </a:ext>
            </a:extLst>
          </p:cNvPr>
          <p:cNvSpPr>
            <a:spLocks noGrp="1"/>
          </p:cNvSpPr>
          <p:nvPr/>
        </p:nvSpPr>
        <p:spPr>
          <a:xfrm>
            <a:off x="603459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5" name="F2_precision_recall_distributions_5749">
            <a:extLst>
              <a:ext uri="{FF2B5EF4-FFF2-40B4-BE49-F238E27FC236}">
                <a16:creationId xmlns:a16="http://schemas.microsoft.com/office/drawing/2014/main" id="{15108A34-235D-49AD-947D-34560E6A93B1}"/>
              </a:ext>
            </a:extLst>
          </p:cNvPr>
          <p:cNvSpPr>
            <a:spLocks noGrp="1"/>
          </p:cNvSpPr>
          <p:nvPr/>
        </p:nvSpPr>
        <p:spPr>
          <a:xfrm>
            <a:off x="5932119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6" name="F2_precision_recall_distributions_5750">
            <a:extLst>
              <a:ext uri="{FF2B5EF4-FFF2-40B4-BE49-F238E27FC236}">
                <a16:creationId xmlns:a16="http://schemas.microsoft.com/office/drawing/2014/main" id="{FDBB1DD0-113A-4E0F-9D15-111909B318CA}"/>
              </a:ext>
            </a:extLst>
          </p:cNvPr>
          <p:cNvSpPr>
            <a:spLocks noGrp="1"/>
          </p:cNvSpPr>
          <p:nvPr/>
        </p:nvSpPr>
        <p:spPr>
          <a:xfrm>
            <a:off x="6062535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7" name="F2_precision_recall_distributions_5751">
            <a:extLst>
              <a:ext uri="{FF2B5EF4-FFF2-40B4-BE49-F238E27FC236}">
                <a16:creationId xmlns:a16="http://schemas.microsoft.com/office/drawing/2014/main" id="{374C750C-F880-4842-BF6A-C0AF4C07160E}"/>
              </a:ext>
            </a:extLst>
          </p:cNvPr>
          <p:cNvSpPr>
            <a:spLocks noGrp="1"/>
          </p:cNvSpPr>
          <p:nvPr/>
        </p:nvSpPr>
        <p:spPr>
          <a:xfrm>
            <a:off x="582331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8" name="F2_precision_recall_distributions_5752">
            <a:extLst>
              <a:ext uri="{FF2B5EF4-FFF2-40B4-BE49-F238E27FC236}">
                <a16:creationId xmlns:a16="http://schemas.microsoft.com/office/drawing/2014/main" id="{87D4B903-B8B2-4477-A089-614B8E049D0D}"/>
              </a:ext>
            </a:extLst>
          </p:cNvPr>
          <p:cNvSpPr>
            <a:spLocks noGrp="1"/>
          </p:cNvSpPr>
          <p:nvPr/>
        </p:nvSpPr>
        <p:spPr>
          <a:xfrm>
            <a:off x="603475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9" name="F2_precision_recall_distributions_5753">
            <a:extLst>
              <a:ext uri="{FF2B5EF4-FFF2-40B4-BE49-F238E27FC236}">
                <a16:creationId xmlns:a16="http://schemas.microsoft.com/office/drawing/2014/main" id="{A2EC696D-4EE2-474F-9689-76A97F706C72}"/>
              </a:ext>
            </a:extLst>
          </p:cNvPr>
          <p:cNvSpPr>
            <a:spLocks noGrp="1"/>
          </p:cNvSpPr>
          <p:nvPr/>
        </p:nvSpPr>
        <p:spPr>
          <a:xfrm>
            <a:off x="6024621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0" name="F2_precision_recall_distributions_5754">
            <a:extLst>
              <a:ext uri="{FF2B5EF4-FFF2-40B4-BE49-F238E27FC236}">
                <a16:creationId xmlns:a16="http://schemas.microsoft.com/office/drawing/2014/main" id="{EB2C4146-BB58-4F89-BA5C-2F627A0DB706}"/>
              </a:ext>
            </a:extLst>
          </p:cNvPr>
          <p:cNvSpPr>
            <a:spLocks noGrp="1"/>
          </p:cNvSpPr>
          <p:nvPr/>
        </p:nvSpPr>
        <p:spPr>
          <a:xfrm>
            <a:off x="592565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1" name="F2_precision_recall_distributions_5755">
            <a:extLst>
              <a:ext uri="{FF2B5EF4-FFF2-40B4-BE49-F238E27FC236}">
                <a16:creationId xmlns:a16="http://schemas.microsoft.com/office/drawing/2014/main" id="{7B025B63-4BF3-4F08-BA22-046EA6C29B97}"/>
              </a:ext>
            </a:extLst>
          </p:cNvPr>
          <p:cNvSpPr>
            <a:spLocks noGrp="1"/>
          </p:cNvSpPr>
          <p:nvPr/>
        </p:nvSpPr>
        <p:spPr>
          <a:xfrm>
            <a:off x="5865893" y="48900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2" name="F2_precision_recall_distributions_5756">
            <a:extLst>
              <a:ext uri="{FF2B5EF4-FFF2-40B4-BE49-F238E27FC236}">
                <a16:creationId xmlns:a16="http://schemas.microsoft.com/office/drawing/2014/main" id="{5D191E82-E3C9-4352-A510-8D19F2F3D4CB}"/>
              </a:ext>
            </a:extLst>
          </p:cNvPr>
          <p:cNvSpPr>
            <a:spLocks noGrp="1"/>
          </p:cNvSpPr>
          <p:nvPr/>
        </p:nvSpPr>
        <p:spPr>
          <a:xfrm>
            <a:off x="588598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3" name="F2_precision_recall_distributions_5757">
            <a:extLst>
              <a:ext uri="{FF2B5EF4-FFF2-40B4-BE49-F238E27FC236}">
                <a16:creationId xmlns:a16="http://schemas.microsoft.com/office/drawing/2014/main" id="{B7C61ED6-28D8-42A9-B548-8D9815A5483B}"/>
              </a:ext>
            </a:extLst>
          </p:cNvPr>
          <p:cNvSpPr>
            <a:spLocks noGrp="1"/>
          </p:cNvSpPr>
          <p:nvPr/>
        </p:nvSpPr>
        <p:spPr>
          <a:xfrm>
            <a:off x="5925073" y="50362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4" name="F2_precision_recall_distributions_5758">
            <a:extLst>
              <a:ext uri="{FF2B5EF4-FFF2-40B4-BE49-F238E27FC236}">
                <a16:creationId xmlns:a16="http://schemas.microsoft.com/office/drawing/2014/main" id="{C9A9C769-BD3B-4D9D-B5DC-F1BF0DC7C3AA}"/>
              </a:ext>
            </a:extLst>
          </p:cNvPr>
          <p:cNvSpPr>
            <a:spLocks noGrp="1"/>
          </p:cNvSpPr>
          <p:nvPr/>
        </p:nvSpPr>
        <p:spPr>
          <a:xfrm>
            <a:off x="5985498" y="48806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5" name="F2_precision_recall_distributions_5759">
            <a:extLst>
              <a:ext uri="{FF2B5EF4-FFF2-40B4-BE49-F238E27FC236}">
                <a16:creationId xmlns:a16="http://schemas.microsoft.com/office/drawing/2014/main" id="{778B7133-12B0-4B20-95B9-CDDB25E6AFEC}"/>
              </a:ext>
            </a:extLst>
          </p:cNvPr>
          <p:cNvSpPr>
            <a:spLocks noGrp="1"/>
          </p:cNvSpPr>
          <p:nvPr/>
        </p:nvSpPr>
        <p:spPr>
          <a:xfrm>
            <a:off x="5987442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6" name="F2_precision_recall_distributions_5760">
            <a:extLst>
              <a:ext uri="{FF2B5EF4-FFF2-40B4-BE49-F238E27FC236}">
                <a16:creationId xmlns:a16="http://schemas.microsoft.com/office/drawing/2014/main" id="{B3F81DF4-8D45-4041-A9E2-347A0D1D9435}"/>
              </a:ext>
            </a:extLst>
          </p:cNvPr>
          <p:cNvSpPr>
            <a:spLocks noGrp="1"/>
          </p:cNvSpPr>
          <p:nvPr/>
        </p:nvSpPr>
        <p:spPr>
          <a:xfrm>
            <a:off x="6063509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7" name="F2_precision_recall_distributions_5761">
            <a:extLst>
              <a:ext uri="{FF2B5EF4-FFF2-40B4-BE49-F238E27FC236}">
                <a16:creationId xmlns:a16="http://schemas.microsoft.com/office/drawing/2014/main" id="{716B7296-E2E4-4D9C-B63D-06963D0909CA}"/>
              </a:ext>
            </a:extLst>
          </p:cNvPr>
          <p:cNvSpPr>
            <a:spLocks noGrp="1"/>
          </p:cNvSpPr>
          <p:nvPr/>
        </p:nvSpPr>
        <p:spPr>
          <a:xfrm>
            <a:off x="604457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8" name="F2_precision_recall_distributions_5762">
            <a:extLst>
              <a:ext uri="{FF2B5EF4-FFF2-40B4-BE49-F238E27FC236}">
                <a16:creationId xmlns:a16="http://schemas.microsoft.com/office/drawing/2014/main" id="{78C094D3-32F2-44A8-8F90-716E3152AC66}"/>
              </a:ext>
            </a:extLst>
          </p:cNvPr>
          <p:cNvSpPr>
            <a:spLocks noGrp="1"/>
          </p:cNvSpPr>
          <p:nvPr/>
        </p:nvSpPr>
        <p:spPr>
          <a:xfrm>
            <a:off x="605048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9" name="F2_precision_recall_distributions_5763">
            <a:extLst>
              <a:ext uri="{FF2B5EF4-FFF2-40B4-BE49-F238E27FC236}">
                <a16:creationId xmlns:a16="http://schemas.microsoft.com/office/drawing/2014/main" id="{63675E4C-2B49-42EE-92E4-6700C21384C3}"/>
              </a:ext>
            </a:extLst>
          </p:cNvPr>
          <p:cNvSpPr>
            <a:spLocks noGrp="1"/>
          </p:cNvSpPr>
          <p:nvPr/>
        </p:nvSpPr>
        <p:spPr>
          <a:xfrm>
            <a:off x="610618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0" name="F2_precision_recall_distributions_5764">
            <a:extLst>
              <a:ext uri="{FF2B5EF4-FFF2-40B4-BE49-F238E27FC236}">
                <a16:creationId xmlns:a16="http://schemas.microsoft.com/office/drawing/2014/main" id="{ACBBC53E-1C7F-48AB-AEEC-F9E3151700CF}"/>
              </a:ext>
            </a:extLst>
          </p:cNvPr>
          <p:cNvSpPr>
            <a:spLocks noGrp="1"/>
          </p:cNvSpPr>
          <p:nvPr/>
        </p:nvSpPr>
        <p:spPr>
          <a:xfrm>
            <a:off x="584386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1" name="F2_precision_recall_distributions_5765">
            <a:extLst>
              <a:ext uri="{FF2B5EF4-FFF2-40B4-BE49-F238E27FC236}">
                <a16:creationId xmlns:a16="http://schemas.microsoft.com/office/drawing/2014/main" id="{A1C85A92-216C-48EC-A589-49AC9951C3D1}"/>
              </a:ext>
            </a:extLst>
          </p:cNvPr>
          <p:cNvSpPr>
            <a:spLocks noGrp="1"/>
          </p:cNvSpPr>
          <p:nvPr/>
        </p:nvSpPr>
        <p:spPr>
          <a:xfrm>
            <a:off x="6136672" y="4866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2" name="F2_precision_recall_distributions_5766">
            <a:extLst>
              <a:ext uri="{FF2B5EF4-FFF2-40B4-BE49-F238E27FC236}">
                <a16:creationId xmlns:a16="http://schemas.microsoft.com/office/drawing/2014/main" id="{D3051531-F88C-444D-B1E9-992D38A62C9B}"/>
              </a:ext>
            </a:extLst>
          </p:cNvPr>
          <p:cNvSpPr>
            <a:spLocks noGrp="1"/>
          </p:cNvSpPr>
          <p:nvPr/>
        </p:nvSpPr>
        <p:spPr>
          <a:xfrm>
            <a:off x="6077362" y="43360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3" name="F2_precision_recall_distributions_5767">
            <a:extLst>
              <a:ext uri="{FF2B5EF4-FFF2-40B4-BE49-F238E27FC236}">
                <a16:creationId xmlns:a16="http://schemas.microsoft.com/office/drawing/2014/main" id="{9C2687BA-3044-454E-B3D9-35D0D5CD9467}"/>
              </a:ext>
            </a:extLst>
          </p:cNvPr>
          <p:cNvSpPr>
            <a:spLocks noGrp="1"/>
          </p:cNvSpPr>
          <p:nvPr/>
        </p:nvSpPr>
        <p:spPr>
          <a:xfrm>
            <a:off x="5881277" y="498436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4" name="F2_precision_recall_distributions_5768">
            <a:extLst>
              <a:ext uri="{FF2B5EF4-FFF2-40B4-BE49-F238E27FC236}">
                <a16:creationId xmlns:a16="http://schemas.microsoft.com/office/drawing/2014/main" id="{A024A97B-4C0B-4E0A-AD46-90A25E3D0961}"/>
              </a:ext>
            </a:extLst>
          </p:cNvPr>
          <p:cNvSpPr>
            <a:spLocks noGrp="1"/>
          </p:cNvSpPr>
          <p:nvPr/>
        </p:nvSpPr>
        <p:spPr>
          <a:xfrm>
            <a:off x="61731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5" name="F2_precision_recall_distributions_5769">
            <a:extLst>
              <a:ext uri="{FF2B5EF4-FFF2-40B4-BE49-F238E27FC236}">
                <a16:creationId xmlns:a16="http://schemas.microsoft.com/office/drawing/2014/main" id="{B5DF2283-0275-4F62-972F-B980E7B1A34A}"/>
              </a:ext>
            </a:extLst>
          </p:cNvPr>
          <p:cNvSpPr>
            <a:spLocks noGrp="1"/>
          </p:cNvSpPr>
          <p:nvPr/>
        </p:nvSpPr>
        <p:spPr>
          <a:xfrm>
            <a:off x="615991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6" name="F2_precision_recall_distributions_5770">
            <a:extLst>
              <a:ext uri="{FF2B5EF4-FFF2-40B4-BE49-F238E27FC236}">
                <a16:creationId xmlns:a16="http://schemas.microsoft.com/office/drawing/2014/main" id="{28E39678-536F-4BD2-823B-EAE99690189A}"/>
              </a:ext>
            </a:extLst>
          </p:cNvPr>
          <p:cNvSpPr>
            <a:spLocks noGrp="1"/>
          </p:cNvSpPr>
          <p:nvPr/>
        </p:nvSpPr>
        <p:spPr>
          <a:xfrm>
            <a:off x="6054364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7" name="F2_precision_recall_distributions_5771">
            <a:extLst>
              <a:ext uri="{FF2B5EF4-FFF2-40B4-BE49-F238E27FC236}">
                <a16:creationId xmlns:a16="http://schemas.microsoft.com/office/drawing/2014/main" id="{CCDCEB3E-3E43-4E0F-908C-43A51DB811CD}"/>
              </a:ext>
            </a:extLst>
          </p:cNvPr>
          <p:cNvSpPr>
            <a:spLocks noGrp="1"/>
          </p:cNvSpPr>
          <p:nvPr/>
        </p:nvSpPr>
        <p:spPr>
          <a:xfrm>
            <a:off x="586574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8" name="F2_precision_recall_distributions_5772">
            <a:extLst>
              <a:ext uri="{FF2B5EF4-FFF2-40B4-BE49-F238E27FC236}">
                <a16:creationId xmlns:a16="http://schemas.microsoft.com/office/drawing/2014/main" id="{FC144DA0-F81B-4EF0-A2BC-BD71F9DEB3A8}"/>
              </a:ext>
            </a:extLst>
          </p:cNvPr>
          <p:cNvSpPr>
            <a:spLocks noGrp="1"/>
          </p:cNvSpPr>
          <p:nvPr/>
        </p:nvSpPr>
        <p:spPr>
          <a:xfrm>
            <a:off x="6132084" y="47391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9" name="F2_precision_recall_distributions_5773">
            <a:extLst>
              <a:ext uri="{FF2B5EF4-FFF2-40B4-BE49-F238E27FC236}">
                <a16:creationId xmlns:a16="http://schemas.microsoft.com/office/drawing/2014/main" id="{1A49DB7F-2332-4B91-9880-421FD20F7E9F}"/>
              </a:ext>
            </a:extLst>
          </p:cNvPr>
          <p:cNvSpPr>
            <a:spLocks noGrp="1"/>
          </p:cNvSpPr>
          <p:nvPr/>
        </p:nvSpPr>
        <p:spPr>
          <a:xfrm>
            <a:off x="583034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0" name="F2_precision_recall_distributions_5774">
            <a:extLst>
              <a:ext uri="{FF2B5EF4-FFF2-40B4-BE49-F238E27FC236}">
                <a16:creationId xmlns:a16="http://schemas.microsoft.com/office/drawing/2014/main" id="{31088708-7562-422F-8057-30B54090A2CF}"/>
              </a:ext>
            </a:extLst>
          </p:cNvPr>
          <p:cNvSpPr>
            <a:spLocks noGrp="1"/>
          </p:cNvSpPr>
          <p:nvPr/>
        </p:nvSpPr>
        <p:spPr>
          <a:xfrm>
            <a:off x="584309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1" name="F2_precision_recall_distributions_5775">
            <a:extLst>
              <a:ext uri="{FF2B5EF4-FFF2-40B4-BE49-F238E27FC236}">
                <a16:creationId xmlns:a16="http://schemas.microsoft.com/office/drawing/2014/main" id="{39CEC76D-6119-40A0-93E2-824DD0D231DC}"/>
              </a:ext>
            </a:extLst>
          </p:cNvPr>
          <p:cNvSpPr>
            <a:spLocks noGrp="1"/>
          </p:cNvSpPr>
          <p:nvPr/>
        </p:nvSpPr>
        <p:spPr>
          <a:xfrm>
            <a:off x="6140176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2" name="F2_precision_recall_distributions_5776">
            <a:extLst>
              <a:ext uri="{FF2B5EF4-FFF2-40B4-BE49-F238E27FC236}">
                <a16:creationId xmlns:a16="http://schemas.microsoft.com/office/drawing/2014/main" id="{3D2CDCF8-D676-4D23-9880-BEDA3EC003AE}"/>
              </a:ext>
            </a:extLst>
          </p:cNvPr>
          <p:cNvSpPr>
            <a:spLocks noGrp="1"/>
          </p:cNvSpPr>
          <p:nvPr/>
        </p:nvSpPr>
        <p:spPr>
          <a:xfrm>
            <a:off x="580786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3" name="F2_precision_recall_distributions_5777">
            <a:extLst>
              <a:ext uri="{FF2B5EF4-FFF2-40B4-BE49-F238E27FC236}">
                <a16:creationId xmlns:a16="http://schemas.microsoft.com/office/drawing/2014/main" id="{66993F15-22A9-465C-AE51-37B533B469BC}"/>
              </a:ext>
            </a:extLst>
          </p:cNvPr>
          <p:cNvSpPr>
            <a:spLocks noGrp="1"/>
          </p:cNvSpPr>
          <p:nvPr/>
        </p:nvSpPr>
        <p:spPr>
          <a:xfrm>
            <a:off x="604789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4" name="F2_precision_recall_distributions_5778">
            <a:extLst>
              <a:ext uri="{FF2B5EF4-FFF2-40B4-BE49-F238E27FC236}">
                <a16:creationId xmlns:a16="http://schemas.microsoft.com/office/drawing/2014/main" id="{23968453-51F6-49E4-BB53-B691FEE7856A}"/>
              </a:ext>
            </a:extLst>
          </p:cNvPr>
          <p:cNvSpPr>
            <a:spLocks noGrp="1"/>
          </p:cNvSpPr>
          <p:nvPr/>
        </p:nvSpPr>
        <p:spPr>
          <a:xfrm>
            <a:off x="5878483" y="47149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5" name="F2_precision_recall_distributions_5779">
            <a:extLst>
              <a:ext uri="{FF2B5EF4-FFF2-40B4-BE49-F238E27FC236}">
                <a16:creationId xmlns:a16="http://schemas.microsoft.com/office/drawing/2014/main" id="{E4E99D7F-BAA4-49C0-9EDF-8A82009E16F7}"/>
              </a:ext>
            </a:extLst>
          </p:cNvPr>
          <p:cNvSpPr>
            <a:spLocks noGrp="1"/>
          </p:cNvSpPr>
          <p:nvPr/>
        </p:nvSpPr>
        <p:spPr>
          <a:xfrm>
            <a:off x="582536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6" name="F2_precision_recall_distributions_5780">
            <a:extLst>
              <a:ext uri="{FF2B5EF4-FFF2-40B4-BE49-F238E27FC236}">
                <a16:creationId xmlns:a16="http://schemas.microsoft.com/office/drawing/2014/main" id="{EACA0A31-1D7C-4E1D-9BC3-3B87AA78D654}"/>
              </a:ext>
            </a:extLst>
          </p:cNvPr>
          <p:cNvSpPr>
            <a:spLocks noGrp="1"/>
          </p:cNvSpPr>
          <p:nvPr/>
        </p:nvSpPr>
        <p:spPr>
          <a:xfrm>
            <a:off x="596593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7" name="F2_precision_recall_distributions_5781">
            <a:extLst>
              <a:ext uri="{FF2B5EF4-FFF2-40B4-BE49-F238E27FC236}">
                <a16:creationId xmlns:a16="http://schemas.microsoft.com/office/drawing/2014/main" id="{8D904C85-D6E2-4B58-B9D6-B74BA41115E4}"/>
              </a:ext>
            </a:extLst>
          </p:cNvPr>
          <p:cNvSpPr>
            <a:spLocks noGrp="1"/>
          </p:cNvSpPr>
          <p:nvPr/>
        </p:nvSpPr>
        <p:spPr>
          <a:xfrm>
            <a:off x="6116877" y="44933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8" name="F2_precision_recall_distributions_5782">
            <a:extLst>
              <a:ext uri="{FF2B5EF4-FFF2-40B4-BE49-F238E27FC236}">
                <a16:creationId xmlns:a16="http://schemas.microsoft.com/office/drawing/2014/main" id="{F3FB38EA-5B1E-4C61-94F8-7DE07CE8D742}"/>
              </a:ext>
            </a:extLst>
          </p:cNvPr>
          <p:cNvSpPr>
            <a:spLocks noGrp="1"/>
          </p:cNvSpPr>
          <p:nvPr/>
        </p:nvSpPr>
        <p:spPr>
          <a:xfrm>
            <a:off x="6171220" y="45694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9" name="F2_precision_recall_distributions_5783">
            <a:extLst>
              <a:ext uri="{FF2B5EF4-FFF2-40B4-BE49-F238E27FC236}">
                <a16:creationId xmlns:a16="http://schemas.microsoft.com/office/drawing/2014/main" id="{AEC96E00-4FCC-480B-BB09-40E72D03CDAF}"/>
              </a:ext>
            </a:extLst>
          </p:cNvPr>
          <p:cNvSpPr>
            <a:spLocks noGrp="1"/>
          </p:cNvSpPr>
          <p:nvPr/>
        </p:nvSpPr>
        <p:spPr>
          <a:xfrm>
            <a:off x="588987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0" name="F2_precision_recall_distributions_5784">
            <a:extLst>
              <a:ext uri="{FF2B5EF4-FFF2-40B4-BE49-F238E27FC236}">
                <a16:creationId xmlns:a16="http://schemas.microsoft.com/office/drawing/2014/main" id="{7E250D06-CC78-47F0-947D-692CCED62E53}"/>
              </a:ext>
            </a:extLst>
          </p:cNvPr>
          <p:cNvSpPr>
            <a:spLocks noGrp="1"/>
          </p:cNvSpPr>
          <p:nvPr/>
        </p:nvSpPr>
        <p:spPr>
          <a:xfrm>
            <a:off x="6061643" y="505084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1" name="F2_precision_recall_distributions_5785">
            <a:extLst>
              <a:ext uri="{FF2B5EF4-FFF2-40B4-BE49-F238E27FC236}">
                <a16:creationId xmlns:a16="http://schemas.microsoft.com/office/drawing/2014/main" id="{5490C2AC-2652-4ADE-A752-AA42799B9051}"/>
              </a:ext>
            </a:extLst>
          </p:cNvPr>
          <p:cNvSpPr>
            <a:spLocks noGrp="1"/>
          </p:cNvSpPr>
          <p:nvPr/>
        </p:nvSpPr>
        <p:spPr>
          <a:xfrm>
            <a:off x="6014980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2" name="F2_precision_recall_distributions_5786">
            <a:extLst>
              <a:ext uri="{FF2B5EF4-FFF2-40B4-BE49-F238E27FC236}">
                <a16:creationId xmlns:a16="http://schemas.microsoft.com/office/drawing/2014/main" id="{2A297B94-C7E6-4519-8EFD-E94EC78BD44A}"/>
              </a:ext>
            </a:extLst>
          </p:cNvPr>
          <p:cNvSpPr>
            <a:spLocks noGrp="1"/>
          </p:cNvSpPr>
          <p:nvPr/>
        </p:nvSpPr>
        <p:spPr>
          <a:xfrm>
            <a:off x="594973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3" name="F2_precision_recall_distributions_5787">
            <a:extLst>
              <a:ext uri="{FF2B5EF4-FFF2-40B4-BE49-F238E27FC236}">
                <a16:creationId xmlns:a16="http://schemas.microsoft.com/office/drawing/2014/main" id="{66AC8442-E69E-4033-A9E3-97A625B4A2A0}"/>
              </a:ext>
            </a:extLst>
          </p:cNvPr>
          <p:cNvSpPr>
            <a:spLocks noGrp="1"/>
          </p:cNvSpPr>
          <p:nvPr/>
        </p:nvSpPr>
        <p:spPr>
          <a:xfrm>
            <a:off x="591508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4" name="F2_precision_recall_distributions_5788">
            <a:extLst>
              <a:ext uri="{FF2B5EF4-FFF2-40B4-BE49-F238E27FC236}">
                <a16:creationId xmlns:a16="http://schemas.microsoft.com/office/drawing/2014/main" id="{0E449739-DF01-4E6E-BA1A-FD79B354B0D7}"/>
              </a:ext>
            </a:extLst>
          </p:cNvPr>
          <p:cNvSpPr>
            <a:spLocks noGrp="1"/>
          </p:cNvSpPr>
          <p:nvPr/>
        </p:nvSpPr>
        <p:spPr>
          <a:xfrm>
            <a:off x="605951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5" name="F2_precision_recall_distributions_5789">
            <a:extLst>
              <a:ext uri="{FF2B5EF4-FFF2-40B4-BE49-F238E27FC236}">
                <a16:creationId xmlns:a16="http://schemas.microsoft.com/office/drawing/2014/main" id="{17CC8E7E-69F3-4231-B27E-41FDC93DF647}"/>
              </a:ext>
            </a:extLst>
          </p:cNvPr>
          <p:cNvSpPr>
            <a:spLocks noGrp="1"/>
          </p:cNvSpPr>
          <p:nvPr/>
        </p:nvSpPr>
        <p:spPr>
          <a:xfrm>
            <a:off x="5903910" y="50749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6" name="F2_precision_recall_distributions_5790">
            <a:extLst>
              <a:ext uri="{FF2B5EF4-FFF2-40B4-BE49-F238E27FC236}">
                <a16:creationId xmlns:a16="http://schemas.microsoft.com/office/drawing/2014/main" id="{76ADF448-AE8E-4EF7-ABD5-ECE963C47D34}"/>
              </a:ext>
            </a:extLst>
          </p:cNvPr>
          <p:cNvSpPr>
            <a:spLocks noGrp="1"/>
          </p:cNvSpPr>
          <p:nvPr/>
        </p:nvSpPr>
        <p:spPr>
          <a:xfrm>
            <a:off x="5904727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7" name="F2_precision_recall_distributions_5791">
            <a:extLst>
              <a:ext uri="{FF2B5EF4-FFF2-40B4-BE49-F238E27FC236}">
                <a16:creationId xmlns:a16="http://schemas.microsoft.com/office/drawing/2014/main" id="{8515086B-817F-47E4-957C-BD462787B447}"/>
              </a:ext>
            </a:extLst>
          </p:cNvPr>
          <p:cNvSpPr>
            <a:spLocks noGrp="1"/>
          </p:cNvSpPr>
          <p:nvPr/>
        </p:nvSpPr>
        <p:spPr>
          <a:xfrm>
            <a:off x="610773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8" name="F2_precision_recall_distributions_5792">
            <a:extLst>
              <a:ext uri="{FF2B5EF4-FFF2-40B4-BE49-F238E27FC236}">
                <a16:creationId xmlns:a16="http://schemas.microsoft.com/office/drawing/2014/main" id="{5E5EE7A4-21A7-44A7-A36E-A1622125C60D}"/>
              </a:ext>
            </a:extLst>
          </p:cNvPr>
          <p:cNvSpPr>
            <a:spLocks noGrp="1"/>
          </p:cNvSpPr>
          <p:nvPr/>
        </p:nvSpPr>
        <p:spPr>
          <a:xfrm>
            <a:off x="6828430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10589" y="848766"/>
                </a:moveTo>
                <a:lnTo>
                  <a:pt x="164508" y="848766"/>
                </a:lnTo>
                <a:lnTo>
                  <a:pt x="167463" y="842186"/>
                </a:lnTo>
                <a:lnTo>
                  <a:pt x="176008" y="835606"/>
                </a:lnTo>
                <a:lnTo>
                  <a:pt x="189236" y="829027"/>
                </a:lnTo>
                <a:lnTo>
                  <a:pt x="205812" y="822447"/>
                </a:lnTo>
                <a:lnTo>
                  <a:pt x="224189" y="815868"/>
                </a:lnTo>
                <a:lnTo>
                  <a:pt x="242847" y="809288"/>
                </a:lnTo>
                <a:lnTo>
                  <a:pt x="260484" y="802708"/>
                </a:lnTo>
                <a:lnTo>
                  <a:pt x="276150" y="796129"/>
                </a:lnTo>
                <a:lnTo>
                  <a:pt x="289296" y="789549"/>
                </a:lnTo>
                <a:lnTo>
                  <a:pt x="299749" y="782970"/>
                </a:lnTo>
                <a:lnTo>
                  <a:pt x="307635" y="776390"/>
                </a:lnTo>
                <a:lnTo>
                  <a:pt x="313278" y="769811"/>
                </a:lnTo>
                <a:lnTo>
                  <a:pt x="317101" y="763231"/>
                </a:lnTo>
                <a:lnTo>
                  <a:pt x="319543" y="756651"/>
                </a:lnTo>
                <a:lnTo>
                  <a:pt x="321003" y="750072"/>
                </a:lnTo>
                <a:lnTo>
                  <a:pt x="321812" y="743492"/>
                </a:lnTo>
                <a:lnTo>
                  <a:pt x="322221" y="736913"/>
                </a:lnTo>
                <a:lnTo>
                  <a:pt x="322407" y="730333"/>
                </a:lnTo>
                <a:lnTo>
                  <a:pt x="322480" y="723754"/>
                </a:lnTo>
                <a:lnTo>
                  <a:pt x="322495" y="717174"/>
                </a:lnTo>
                <a:lnTo>
                  <a:pt x="322463" y="710594"/>
                </a:lnTo>
                <a:lnTo>
                  <a:pt x="322358" y="704015"/>
                </a:lnTo>
                <a:lnTo>
                  <a:pt x="322132" y="697435"/>
                </a:lnTo>
                <a:lnTo>
                  <a:pt x="321729" y="690856"/>
                </a:lnTo>
                <a:lnTo>
                  <a:pt x="321096" y="684276"/>
                </a:lnTo>
                <a:lnTo>
                  <a:pt x="320197" y="677697"/>
                </a:lnTo>
                <a:lnTo>
                  <a:pt x="319027" y="671117"/>
                </a:lnTo>
                <a:lnTo>
                  <a:pt x="317616" y="664537"/>
                </a:lnTo>
                <a:lnTo>
                  <a:pt x="316025" y="657958"/>
                </a:lnTo>
                <a:lnTo>
                  <a:pt x="314339" y="651378"/>
                </a:lnTo>
                <a:lnTo>
                  <a:pt x="312652" y="644799"/>
                </a:lnTo>
                <a:lnTo>
                  <a:pt x="311054" y="638219"/>
                </a:lnTo>
                <a:lnTo>
                  <a:pt x="309615" y="631639"/>
                </a:lnTo>
                <a:lnTo>
                  <a:pt x="308383" y="625060"/>
                </a:lnTo>
                <a:lnTo>
                  <a:pt x="307378" y="618480"/>
                </a:lnTo>
                <a:lnTo>
                  <a:pt x="306607" y="611901"/>
                </a:lnTo>
                <a:lnTo>
                  <a:pt x="306069" y="605321"/>
                </a:lnTo>
                <a:lnTo>
                  <a:pt x="305771" y="598742"/>
                </a:lnTo>
                <a:lnTo>
                  <a:pt x="305731" y="592162"/>
                </a:lnTo>
                <a:lnTo>
                  <a:pt x="305979" y="585582"/>
                </a:lnTo>
                <a:lnTo>
                  <a:pt x="306545" y="579003"/>
                </a:lnTo>
                <a:lnTo>
                  <a:pt x="307454" y="572423"/>
                </a:lnTo>
                <a:lnTo>
                  <a:pt x="308703" y="565844"/>
                </a:lnTo>
                <a:lnTo>
                  <a:pt x="310259" y="559264"/>
                </a:lnTo>
                <a:lnTo>
                  <a:pt x="312050" y="552685"/>
                </a:lnTo>
                <a:lnTo>
                  <a:pt x="313976" y="546105"/>
                </a:lnTo>
                <a:lnTo>
                  <a:pt x="315913" y="539525"/>
                </a:lnTo>
                <a:lnTo>
                  <a:pt x="317727" y="532946"/>
                </a:lnTo>
                <a:lnTo>
                  <a:pt x="319285" y="526366"/>
                </a:lnTo>
                <a:lnTo>
                  <a:pt x="320457" y="519787"/>
                </a:lnTo>
                <a:lnTo>
                  <a:pt x="321114" y="513207"/>
                </a:lnTo>
                <a:lnTo>
                  <a:pt x="321129" y="506627"/>
                </a:lnTo>
                <a:lnTo>
                  <a:pt x="320369" y="500048"/>
                </a:lnTo>
                <a:lnTo>
                  <a:pt x="318705" y="493468"/>
                </a:lnTo>
                <a:lnTo>
                  <a:pt x="316030" y="486889"/>
                </a:lnTo>
                <a:lnTo>
                  <a:pt x="312282" y="480309"/>
                </a:lnTo>
                <a:lnTo>
                  <a:pt x="307483" y="473730"/>
                </a:lnTo>
                <a:lnTo>
                  <a:pt x="301772" y="467150"/>
                </a:lnTo>
                <a:lnTo>
                  <a:pt x="295422" y="460570"/>
                </a:lnTo>
                <a:lnTo>
                  <a:pt x="288836" y="453991"/>
                </a:lnTo>
                <a:lnTo>
                  <a:pt x="282524" y="447411"/>
                </a:lnTo>
                <a:lnTo>
                  <a:pt x="277031" y="440832"/>
                </a:lnTo>
                <a:lnTo>
                  <a:pt x="272871" y="434252"/>
                </a:lnTo>
                <a:lnTo>
                  <a:pt x="270433" y="427673"/>
                </a:lnTo>
                <a:lnTo>
                  <a:pt x="269922" y="421093"/>
                </a:lnTo>
                <a:lnTo>
                  <a:pt x="271321" y="414513"/>
                </a:lnTo>
                <a:lnTo>
                  <a:pt x="274388" y="407934"/>
                </a:lnTo>
                <a:lnTo>
                  <a:pt x="278708" y="401354"/>
                </a:lnTo>
                <a:lnTo>
                  <a:pt x="283749" y="394775"/>
                </a:lnTo>
                <a:lnTo>
                  <a:pt x="288955" y="388195"/>
                </a:lnTo>
                <a:lnTo>
                  <a:pt x="293812" y="381616"/>
                </a:lnTo>
                <a:lnTo>
                  <a:pt x="297909" y="375036"/>
                </a:lnTo>
                <a:lnTo>
                  <a:pt x="300961" y="368456"/>
                </a:lnTo>
                <a:lnTo>
                  <a:pt x="302817" y="361877"/>
                </a:lnTo>
                <a:lnTo>
                  <a:pt x="303441" y="355297"/>
                </a:lnTo>
                <a:lnTo>
                  <a:pt x="302888" y="348718"/>
                </a:lnTo>
                <a:lnTo>
                  <a:pt x="301284" y="342138"/>
                </a:lnTo>
                <a:lnTo>
                  <a:pt x="298806" y="335558"/>
                </a:lnTo>
                <a:lnTo>
                  <a:pt x="295673" y="328979"/>
                </a:lnTo>
                <a:lnTo>
                  <a:pt x="292144" y="322399"/>
                </a:lnTo>
                <a:lnTo>
                  <a:pt x="288510" y="315820"/>
                </a:lnTo>
                <a:lnTo>
                  <a:pt x="285084" y="309240"/>
                </a:lnTo>
                <a:lnTo>
                  <a:pt x="282181" y="302661"/>
                </a:lnTo>
                <a:lnTo>
                  <a:pt x="280081" y="296081"/>
                </a:lnTo>
                <a:lnTo>
                  <a:pt x="278998" y="289501"/>
                </a:lnTo>
                <a:lnTo>
                  <a:pt x="279048" y="282922"/>
                </a:lnTo>
                <a:lnTo>
                  <a:pt x="280227" y="276342"/>
                </a:lnTo>
                <a:lnTo>
                  <a:pt x="282414" y="269763"/>
                </a:lnTo>
                <a:lnTo>
                  <a:pt x="285391" y="263183"/>
                </a:lnTo>
                <a:lnTo>
                  <a:pt x="288881" y="256604"/>
                </a:lnTo>
                <a:lnTo>
                  <a:pt x="292595" y="250024"/>
                </a:lnTo>
                <a:lnTo>
                  <a:pt x="296274" y="243444"/>
                </a:lnTo>
                <a:lnTo>
                  <a:pt x="299720" y="236865"/>
                </a:lnTo>
                <a:lnTo>
                  <a:pt x="302812" y="230285"/>
                </a:lnTo>
                <a:lnTo>
                  <a:pt x="305498" y="223706"/>
                </a:lnTo>
                <a:lnTo>
                  <a:pt x="307780" y="217126"/>
                </a:lnTo>
                <a:lnTo>
                  <a:pt x="309690" y="210546"/>
                </a:lnTo>
                <a:lnTo>
                  <a:pt x="311266" y="203967"/>
                </a:lnTo>
                <a:lnTo>
                  <a:pt x="312541" y="197387"/>
                </a:lnTo>
                <a:lnTo>
                  <a:pt x="313533" y="190808"/>
                </a:lnTo>
                <a:lnTo>
                  <a:pt x="314255" y="184228"/>
                </a:lnTo>
                <a:lnTo>
                  <a:pt x="314719" y="177649"/>
                </a:lnTo>
                <a:lnTo>
                  <a:pt x="314954" y="171069"/>
                </a:lnTo>
                <a:lnTo>
                  <a:pt x="315006" y="164489"/>
                </a:lnTo>
                <a:lnTo>
                  <a:pt x="314945" y="157910"/>
                </a:lnTo>
                <a:lnTo>
                  <a:pt x="314853" y="151330"/>
                </a:lnTo>
                <a:lnTo>
                  <a:pt x="314815" y="144751"/>
                </a:lnTo>
                <a:lnTo>
                  <a:pt x="314898" y="138171"/>
                </a:lnTo>
                <a:lnTo>
                  <a:pt x="315136" y="131592"/>
                </a:lnTo>
                <a:lnTo>
                  <a:pt x="315505" y="125012"/>
                </a:lnTo>
                <a:lnTo>
                  <a:pt x="315913" y="118432"/>
                </a:lnTo>
                <a:lnTo>
                  <a:pt x="316176" y="111853"/>
                </a:lnTo>
                <a:lnTo>
                  <a:pt x="316003" y="105273"/>
                </a:lnTo>
                <a:lnTo>
                  <a:pt x="314976" y="98694"/>
                </a:lnTo>
                <a:lnTo>
                  <a:pt x="312538" y="92114"/>
                </a:lnTo>
                <a:lnTo>
                  <a:pt x="307991" y="85535"/>
                </a:lnTo>
                <a:lnTo>
                  <a:pt x="300515" y="78955"/>
                </a:lnTo>
                <a:lnTo>
                  <a:pt x="289234" y="72375"/>
                </a:lnTo>
                <a:lnTo>
                  <a:pt x="273320" y="65796"/>
                </a:lnTo>
                <a:lnTo>
                  <a:pt x="252156" y="59216"/>
                </a:lnTo>
                <a:lnTo>
                  <a:pt x="225524" y="52637"/>
                </a:lnTo>
                <a:lnTo>
                  <a:pt x="193806" y="46057"/>
                </a:lnTo>
                <a:lnTo>
                  <a:pt x="158134" y="39477"/>
                </a:lnTo>
                <a:lnTo>
                  <a:pt x="120433" y="32898"/>
                </a:lnTo>
                <a:lnTo>
                  <a:pt x="83326" y="26318"/>
                </a:lnTo>
                <a:lnTo>
                  <a:pt x="49877" y="19739"/>
                </a:lnTo>
                <a:lnTo>
                  <a:pt x="23193" y="13159"/>
                </a:lnTo>
                <a:lnTo>
                  <a:pt x="5960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137" y="6580"/>
                </a:lnTo>
                <a:lnTo>
                  <a:pt x="651903" y="13159"/>
                </a:lnTo>
                <a:lnTo>
                  <a:pt x="625219" y="19739"/>
                </a:lnTo>
                <a:lnTo>
                  <a:pt x="591771" y="26318"/>
                </a:lnTo>
                <a:lnTo>
                  <a:pt x="554664" y="32898"/>
                </a:lnTo>
                <a:lnTo>
                  <a:pt x="516962" y="39477"/>
                </a:lnTo>
                <a:lnTo>
                  <a:pt x="481290" y="46057"/>
                </a:lnTo>
                <a:lnTo>
                  <a:pt x="449573" y="52637"/>
                </a:lnTo>
                <a:lnTo>
                  <a:pt x="422941" y="59216"/>
                </a:lnTo>
                <a:lnTo>
                  <a:pt x="401776" y="65796"/>
                </a:lnTo>
                <a:lnTo>
                  <a:pt x="385863" y="72375"/>
                </a:lnTo>
                <a:lnTo>
                  <a:pt x="374582" y="78955"/>
                </a:lnTo>
                <a:lnTo>
                  <a:pt x="367106" y="85535"/>
                </a:lnTo>
                <a:lnTo>
                  <a:pt x="362558" y="92114"/>
                </a:lnTo>
                <a:lnTo>
                  <a:pt x="360120" y="98694"/>
                </a:lnTo>
                <a:lnTo>
                  <a:pt x="359093" y="105273"/>
                </a:lnTo>
                <a:lnTo>
                  <a:pt x="358920" y="111853"/>
                </a:lnTo>
                <a:lnTo>
                  <a:pt x="359184" y="118432"/>
                </a:lnTo>
                <a:lnTo>
                  <a:pt x="359592" y="125012"/>
                </a:lnTo>
                <a:lnTo>
                  <a:pt x="359961" y="131592"/>
                </a:lnTo>
                <a:lnTo>
                  <a:pt x="360198" y="138171"/>
                </a:lnTo>
                <a:lnTo>
                  <a:pt x="360281" y="144751"/>
                </a:lnTo>
                <a:lnTo>
                  <a:pt x="360243" y="151330"/>
                </a:lnTo>
                <a:lnTo>
                  <a:pt x="360152" y="157910"/>
                </a:lnTo>
                <a:lnTo>
                  <a:pt x="360090" y="164489"/>
                </a:lnTo>
                <a:lnTo>
                  <a:pt x="360143" y="171069"/>
                </a:lnTo>
                <a:lnTo>
                  <a:pt x="360377" y="177649"/>
                </a:lnTo>
                <a:lnTo>
                  <a:pt x="360842" y="184228"/>
                </a:lnTo>
                <a:lnTo>
                  <a:pt x="361563" y="190808"/>
                </a:lnTo>
                <a:lnTo>
                  <a:pt x="362555" y="197387"/>
                </a:lnTo>
                <a:lnTo>
                  <a:pt x="363830" y="203967"/>
                </a:lnTo>
                <a:lnTo>
                  <a:pt x="365407" y="210546"/>
                </a:lnTo>
                <a:lnTo>
                  <a:pt x="367317" y="217126"/>
                </a:lnTo>
                <a:lnTo>
                  <a:pt x="369599" y="223706"/>
                </a:lnTo>
                <a:lnTo>
                  <a:pt x="372285" y="230285"/>
                </a:lnTo>
                <a:lnTo>
                  <a:pt x="375376" y="236865"/>
                </a:lnTo>
                <a:lnTo>
                  <a:pt x="378823" y="243444"/>
                </a:lnTo>
                <a:lnTo>
                  <a:pt x="382501" y="250024"/>
                </a:lnTo>
                <a:lnTo>
                  <a:pt x="386215" y="256604"/>
                </a:lnTo>
                <a:lnTo>
                  <a:pt x="389705" y="263183"/>
                </a:lnTo>
                <a:lnTo>
                  <a:pt x="392682" y="269763"/>
                </a:lnTo>
                <a:lnTo>
                  <a:pt x="394869" y="276342"/>
                </a:lnTo>
                <a:lnTo>
                  <a:pt x="396049" y="282922"/>
                </a:lnTo>
                <a:lnTo>
                  <a:pt x="396098" y="289501"/>
                </a:lnTo>
                <a:lnTo>
                  <a:pt x="395016" y="296081"/>
                </a:lnTo>
                <a:lnTo>
                  <a:pt x="392916" y="302661"/>
                </a:lnTo>
                <a:lnTo>
                  <a:pt x="390012" y="309240"/>
                </a:lnTo>
                <a:lnTo>
                  <a:pt x="386587" y="315820"/>
                </a:lnTo>
                <a:lnTo>
                  <a:pt x="382953" y="322399"/>
                </a:lnTo>
                <a:lnTo>
                  <a:pt x="379424" y="328979"/>
                </a:lnTo>
                <a:lnTo>
                  <a:pt x="376291" y="335558"/>
                </a:lnTo>
                <a:lnTo>
                  <a:pt x="373813" y="342138"/>
                </a:lnTo>
                <a:lnTo>
                  <a:pt x="372209" y="348718"/>
                </a:lnTo>
                <a:lnTo>
                  <a:pt x="371656" y="355297"/>
                </a:lnTo>
                <a:lnTo>
                  <a:pt x="372279" y="361877"/>
                </a:lnTo>
                <a:lnTo>
                  <a:pt x="374135" y="368456"/>
                </a:lnTo>
                <a:lnTo>
                  <a:pt x="377187" y="375036"/>
                </a:lnTo>
                <a:lnTo>
                  <a:pt x="381284" y="381616"/>
                </a:lnTo>
                <a:lnTo>
                  <a:pt x="386142" y="388195"/>
                </a:lnTo>
                <a:lnTo>
                  <a:pt x="391348" y="394775"/>
                </a:lnTo>
                <a:lnTo>
                  <a:pt x="396389" y="401354"/>
                </a:lnTo>
                <a:lnTo>
                  <a:pt x="400708" y="407934"/>
                </a:lnTo>
                <a:lnTo>
                  <a:pt x="403776" y="414513"/>
                </a:lnTo>
                <a:lnTo>
                  <a:pt x="405174" y="421093"/>
                </a:lnTo>
                <a:lnTo>
                  <a:pt x="404664" y="427673"/>
                </a:lnTo>
                <a:lnTo>
                  <a:pt x="402226" y="434252"/>
                </a:lnTo>
                <a:lnTo>
                  <a:pt x="398065" y="440832"/>
                </a:lnTo>
                <a:lnTo>
                  <a:pt x="392573" y="447411"/>
                </a:lnTo>
                <a:lnTo>
                  <a:pt x="386260" y="453991"/>
                </a:lnTo>
                <a:lnTo>
                  <a:pt x="379675" y="460570"/>
                </a:lnTo>
                <a:lnTo>
                  <a:pt x="373324" y="467150"/>
                </a:lnTo>
                <a:lnTo>
                  <a:pt x="367613" y="473730"/>
                </a:lnTo>
                <a:lnTo>
                  <a:pt x="362815" y="480309"/>
                </a:lnTo>
                <a:lnTo>
                  <a:pt x="359067" y="486889"/>
                </a:lnTo>
                <a:lnTo>
                  <a:pt x="356391" y="493468"/>
                </a:lnTo>
                <a:lnTo>
                  <a:pt x="354728" y="500048"/>
                </a:lnTo>
                <a:lnTo>
                  <a:pt x="353968" y="506627"/>
                </a:lnTo>
                <a:lnTo>
                  <a:pt x="353982" y="513207"/>
                </a:lnTo>
                <a:lnTo>
                  <a:pt x="354640" y="519787"/>
                </a:lnTo>
                <a:lnTo>
                  <a:pt x="355812" y="526366"/>
                </a:lnTo>
                <a:lnTo>
                  <a:pt x="357370" y="532946"/>
                </a:lnTo>
                <a:lnTo>
                  <a:pt x="359184" y="539525"/>
                </a:lnTo>
                <a:lnTo>
                  <a:pt x="361120" y="546105"/>
                </a:lnTo>
                <a:lnTo>
                  <a:pt x="363046" y="552685"/>
                </a:lnTo>
                <a:lnTo>
                  <a:pt x="364838" y="559264"/>
                </a:lnTo>
                <a:lnTo>
                  <a:pt x="366393" y="565844"/>
                </a:lnTo>
                <a:lnTo>
                  <a:pt x="367643" y="572423"/>
                </a:lnTo>
                <a:lnTo>
                  <a:pt x="368551" y="579003"/>
                </a:lnTo>
                <a:lnTo>
                  <a:pt x="369118" y="585582"/>
                </a:lnTo>
                <a:lnTo>
                  <a:pt x="369365" y="592162"/>
                </a:lnTo>
                <a:lnTo>
                  <a:pt x="369325" y="598742"/>
                </a:lnTo>
                <a:lnTo>
                  <a:pt x="369027" y="605321"/>
                </a:lnTo>
                <a:lnTo>
                  <a:pt x="368490" y="611901"/>
                </a:lnTo>
                <a:lnTo>
                  <a:pt x="367718" y="618480"/>
                </a:lnTo>
                <a:lnTo>
                  <a:pt x="366714" y="625060"/>
                </a:lnTo>
                <a:lnTo>
                  <a:pt x="365481" y="631639"/>
                </a:lnTo>
                <a:lnTo>
                  <a:pt x="364043" y="638219"/>
                </a:lnTo>
                <a:lnTo>
                  <a:pt x="362445" y="644799"/>
                </a:lnTo>
                <a:lnTo>
                  <a:pt x="360758" y="651378"/>
                </a:lnTo>
                <a:lnTo>
                  <a:pt x="359071" y="657958"/>
                </a:lnTo>
                <a:lnTo>
                  <a:pt x="357480" y="664537"/>
                </a:lnTo>
                <a:lnTo>
                  <a:pt x="356069" y="671117"/>
                </a:lnTo>
                <a:lnTo>
                  <a:pt x="354900" y="677697"/>
                </a:lnTo>
                <a:lnTo>
                  <a:pt x="354001" y="684276"/>
                </a:lnTo>
                <a:lnTo>
                  <a:pt x="353367" y="690856"/>
                </a:lnTo>
                <a:lnTo>
                  <a:pt x="352964" y="697435"/>
                </a:lnTo>
                <a:lnTo>
                  <a:pt x="352739" y="704015"/>
                </a:lnTo>
                <a:lnTo>
                  <a:pt x="352634" y="710594"/>
                </a:lnTo>
                <a:lnTo>
                  <a:pt x="352601" y="717174"/>
                </a:lnTo>
                <a:lnTo>
                  <a:pt x="352617" y="723754"/>
                </a:lnTo>
                <a:lnTo>
                  <a:pt x="352690" y="730333"/>
                </a:lnTo>
                <a:lnTo>
                  <a:pt x="352876" y="736913"/>
                </a:lnTo>
                <a:lnTo>
                  <a:pt x="353285" y="743492"/>
                </a:lnTo>
                <a:lnTo>
                  <a:pt x="354093" y="750072"/>
                </a:lnTo>
                <a:lnTo>
                  <a:pt x="355553" y="756651"/>
                </a:lnTo>
                <a:lnTo>
                  <a:pt x="357995" y="763231"/>
                </a:lnTo>
                <a:lnTo>
                  <a:pt x="361818" y="769811"/>
                </a:lnTo>
                <a:lnTo>
                  <a:pt x="367462" y="776390"/>
                </a:lnTo>
                <a:lnTo>
                  <a:pt x="375347" y="782970"/>
                </a:lnTo>
                <a:lnTo>
                  <a:pt x="385800" y="789549"/>
                </a:lnTo>
                <a:lnTo>
                  <a:pt x="398946" y="796129"/>
                </a:lnTo>
                <a:lnTo>
                  <a:pt x="414613" y="802708"/>
                </a:lnTo>
                <a:lnTo>
                  <a:pt x="432249" y="809288"/>
                </a:lnTo>
                <a:lnTo>
                  <a:pt x="450907" y="815868"/>
                </a:lnTo>
                <a:lnTo>
                  <a:pt x="469285" y="822447"/>
                </a:lnTo>
                <a:lnTo>
                  <a:pt x="485860" y="829027"/>
                </a:lnTo>
                <a:lnTo>
                  <a:pt x="499088" y="835606"/>
                </a:lnTo>
                <a:lnTo>
                  <a:pt x="507633" y="842186"/>
                </a:lnTo>
                <a:lnTo>
                  <a:pt x="510589" y="848766"/>
                </a:lnTo>
                <a:lnTo>
                  <a:pt x="510589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2979" name="F2_precision_recall_distributions_5793">
            <a:extLst>
              <a:ext uri="{FF2B5EF4-FFF2-40B4-BE49-F238E27FC236}">
                <a16:creationId xmlns:a16="http://schemas.microsoft.com/office/drawing/2014/main" id="{7CCACBFD-5AFD-424A-8877-9505CC7AD380}"/>
              </a:ext>
            </a:extLst>
          </p:cNvPr>
          <p:cNvSpPr>
            <a:spLocks noGrp="1"/>
          </p:cNvSpPr>
          <p:nvPr/>
        </p:nvSpPr>
        <p:spPr>
          <a:xfrm>
            <a:off x="723642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0" name="F2_precision_recall_distributions_5794">
            <a:extLst>
              <a:ext uri="{FF2B5EF4-FFF2-40B4-BE49-F238E27FC236}">
                <a16:creationId xmlns:a16="http://schemas.microsoft.com/office/drawing/2014/main" id="{303BFC50-983A-483E-8191-07691B18C9EB}"/>
              </a:ext>
            </a:extLst>
          </p:cNvPr>
          <p:cNvSpPr>
            <a:spLocks noGrp="1"/>
          </p:cNvSpPr>
          <p:nvPr/>
        </p:nvSpPr>
        <p:spPr>
          <a:xfrm>
            <a:off x="733853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1" name="F2_precision_recall_distributions_5795">
            <a:extLst>
              <a:ext uri="{FF2B5EF4-FFF2-40B4-BE49-F238E27FC236}">
                <a16:creationId xmlns:a16="http://schemas.microsoft.com/office/drawing/2014/main" id="{D8771FA5-C27D-4CB6-B3A0-F6452E3708A2}"/>
              </a:ext>
            </a:extLst>
          </p:cNvPr>
          <p:cNvSpPr>
            <a:spLocks noGrp="1"/>
          </p:cNvSpPr>
          <p:nvPr/>
        </p:nvSpPr>
        <p:spPr>
          <a:xfrm>
            <a:off x="697862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2" name="F2_precision_recall_distributions_5796">
            <a:extLst>
              <a:ext uri="{FF2B5EF4-FFF2-40B4-BE49-F238E27FC236}">
                <a16:creationId xmlns:a16="http://schemas.microsoft.com/office/drawing/2014/main" id="{A6F61EA1-E1EB-4882-B6D3-33E5D5F62071}"/>
              </a:ext>
            </a:extLst>
          </p:cNvPr>
          <p:cNvSpPr>
            <a:spLocks noGrp="1"/>
          </p:cNvSpPr>
          <p:nvPr/>
        </p:nvSpPr>
        <p:spPr>
          <a:xfrm>
            <a:off x="7037586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3" name="F2_precision_recall_distributions_5797">
            <a:extLst>
              <a:ext uri="{FF2B5EF4-FFF2-40B4-BE49-F238E27FC236}">
                <a16:creationId xmlns:a16="http://schemas.microsoft.com/office/drawing/2014/main" id="{A0DC3768-4C18-4BBC-8736-029EA571CC68}"/>
              </a:ext>
            </a:extLst>
          </p:cNvPr>
          <p:cNvSpPr>
            <a:spLocks noGrp="1"/>
          </p:cNvSpPr>
          <p:nvPr/>
        </p:nvSpPr>
        <p:spPr>
          <a:xfrm>
            <a:off x="7004178" y="45872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4" name="F2_precision_recall_distributions_5798">
            <a:extLst>
              <a:ext uri="{FF2B5EF4-FFF2-40B4-BE49-F238E27FC236}">
                <a16:creationId xmlns:a16="http://schemas.microsoft.com/office/drawing/2014/main" id="{CB4187BD-7F32-445F-9428-027C058CA038}"/>
              </a:ext>
            </a:extLst>
          </p:cNvPr>
          <p:cNvSpPr>
            <a:spLocks noGrp="1"/>
          </p:cNvSpPr>
          <p:nvPr/>
        </p:nvSpPr>
        <p:spPr>
          <a:xfrm>
            <a:off x="716637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5" name="F2_precision_recall_distributions_5799">
            <a:extLst>
              <a:ext uri="{FF2B5EF4-FFF2-40B4-BE49-F238E27FC236}">
                <a16:creationId xmlns:a16="http://schemas.microsoft.com/office/drawing/2014/main" id="{95413CE4-A061-4EF7-9A24-630A9A0DC2F9}"/>
              </a:ext>
            </a:extLst>
          </p:cNvPr>
          <p:cNvSpPr>
            <a:spLocks noGrp="1"/>
          </p:cNvSpPr>
          <p:nvPr/>
        </p:nvSpPr>
        <p:spPr>
          <a:xfrm>
            <a:off x="729138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6" name="F2_precision_recall_distributions_5800">
            <a:extLst>
              <a:ext uri="{FF2B5EF4-FFF2-40B4-BE49-F238E27FC236}">
                <a16:creationId xmlns:a16="http://schemas.microsoft.com/office/drawing/2014/main" id="{F2E6C215-1BCB-4AAC-B094-793767AB0AE9}"/>
              </a:ext>
            </a:extLst>
          </p:cNvPr>
          <p:cNvSpPr>
            <a:spLocks noGrp="1"/>
          </p:cNvSpPr>
          <p:nvPr/>
        </p:nvSpPr>
        <p:spPr>
          <a:xfrm>
            <a:off x="73224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7" name="F2_precision_recall_distributions_5801">
            <a:extLst>
              <a:ext uri="{FF2B5EF4-FFF2-40B4-BE49-F238E27FC236}">
                <a16:creationId xmlns:a16="http://schemas.microsoft.com/office/drawing/2014/main" id="{E45845E1-26B9-4CB3-980A-7FD551C2C520}"/>
              </a:ext>
            </a:extLst>
          </p:cNvPr>
          <p:cNvSpPr>
            <a:spLocks noGrp="1"/>
          </p:cNvSpPr>
          <p:nvPr/>
        </p:nvSpPr>
        <p:spPr>
          <a:xfrm>
            <a:off x="7259384" y="48523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8" name="F2_precision_recall_distributions_5802">
            <a:extLst>
              <a:ext uri="{FF2B5EF4-FFF2-40B4-BE49-F238E27FC236}">
                <a16:creationId xmlns:a16="http://schemas.microsoft.com/office/drawing/2014/main" id="{8682D0AE-B4F9-45AE-8505-80178F35839D}"/>
              </a:ext>
            </a:extLst>
          </p:cNvPr>
          <p:cNvSpPr>
            <a:spLocks noGrp="1"/>
          </p:cNvSpPr>
          <p:nvPr/>
        </p:nvSpPr>
        <p:spPr>
          <a:xfrm>
            <a:off x="733357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9" name="F2_precision_recall_distributions_5803">
            <a:extLst>
              <a:ext uri="{FF2B5EF4-FFF2-40B4-BE49-F238E27FC236}">
                <a16:creationId xmlns:a16="http://schemas.microsoft.com/office/drawing/2014/main" id="{923AFF5D-7943-47F8-9BC7-7523A99B9CAB}"/>
              </a:ext>
            </a:extLst>
          </p:cNvPr>
          <p:cNvSpPr>
            <a:spLocks noGrp="1"/>
          </p:cNvSpPr>
          <p:nvPr/>
        </p:nvSpPr>
        <p:spPr>
          <a:xfrm>
            <a:off x="730449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0" name="F2_precision_recall_distributions_5804">
            <a:extLst>
              <a:ext uri="{FF2B5EF4-FFF2-40B4-BE49-F238E27FC236}">
                <a16:creationId xmlns:a16="http://schemas.microsoft.com/office/drawing/2014/main" id="{A4F79E0E-2D4D-4FC8-B4C5-F063F741381C}"/>
              </a:ext>
            </a:extLst>
          </p:cNvPr>
          <p:cNvSpPr>
            <a:spLocks noGrp="1"/>
          </p:cNvSpPr>
          <p:nvPr/>
        </p:nvSpPr>
        <p:spPr>
          <a:xfrm>
            <a:off x="726947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1" name="F2_precision_recall_distributions_5805">
            <a:extLst>
              <a:ext uri="{FF2B5EF4-FFF2-40B4-BE49-F238E27FC236}">
                <a16:creationId xmlns:a16="http://schemas.microsoft.com/office/drawing/2014/main" id="{B4DC86E6-933A-4898-9C6E-587425DC6F28}"/>
              </a:ext>
            </a:extLst>
          </p:cNvPr>
          <p:cNvSpPr>
            <a:spLocks noGrp="1"/>
          </p:cNvSpPr>
          <p:nvPr/>
        </p:nvSpPr>
        <p:spPr>
          <a:xfrm>
            <a:off x="699338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2" name="F2_precision_recall_distributions_5806">
            <a:extLst>
              <a:ext uri="{FF2B5EF4-FFF2-40B4-BE49-F238E27FC236}">
                <a16:creationId xmlns:a16="http://schemas.microsoft.com/office/drawing/2014/main" id="{5857181D-937C-4EF2-9FE7-5F977C751151}"/>
              </a:ext>
            </a:extLst>
          </p:cNvPr>
          <p:cNvSpPr>
            <a:spLocks noGrp="1"/>
          </p:cNvSpPr>
          <p:nvPr/>
        </p:nvSpPr>
        <p:spPr>
          <a:xfrm>
            <a:off x="7257061" y="45481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3" name="F2_precision_recall_distributions_5807">
            <a:extLst>
              <a:ext uri="{FF2B5EF4-FFF2-40B4-BE49-F238E27FC236}">
                <a16:creationId xmlns:a16="http://schemas.microsoft.com/office/drawing/2014/main" id="{82D7F0C2-DF2A-4AC0-A1B3-E8B74A6E6B5A}"/>
              </a:ext>
            </a:extLst>
          </p:cNvPr>
          <p:cNvSpPr>
            <a:spLocks noGrp="1"/>
          </p:cNvSpPr>
          <p:nvPr/>
        </p:nvSpPr>
        <p:spPr>
          <a:xfrm>
            <a:off x="7208313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4" name="F2_precision_recall_distributions_5808">
            <a:extLst>
              <a:ext uri="{FF2B5EF4-FFF2-40B4-BE49-F238E27FC236}">
                <a16:creationId xmlns:a16="http://schemas.microsoft.com/office/drawing/2014/main" id="{097830F6-FC18-4A07-A599-14AE9BC65A0E}"/>
              </a:ext>
            </a:extLst>
          </p:cNvPr>
          <p:cNvSpPr>
            <a:spLocks noGrp="1"/>
          </p:cNvSpPr>
          <p:nvPr/>
        </p:nvSpPr>
        <p:spPr>
          <a:xfrm>
            <a:off x="728020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5" name="F2_precision_recall_distributions_5809">
            <a:extLst>
              <a:ext uri="{FF2B5EF4-FFF2-40B4-BE49-F238E27FC236}">
                <a16:creationId xmlns:a16="http://schemas.microsoft.com/office/drawing/2014/main" id="{0944CB8D-F3EF-4A0A-BA4E-660008B5F7DD}"/>
              </a:ext>
            </a:extLst>
          </p:cNvPr>
          <p:cNvSpPr>
            <a:spLocks noGrp="1"/>
          </p:cNvSpPr>
          <p:nvPr/>
        </p:nvSpPr>
        <p:spPr>
          <a:xfrm>
            <a:off x="700573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6" name="F2_precision_recall_distributions_5810">
            <a:extLst>
              <a:ext uri="{FF2B5EF4-FFF2-40B4-BE49-F238E27FC236}">
                <a16:creationId xmlns:a16="http://schemas.microsoft.com/office/drawing/2014/main" id="{24A87C15-BEAE-4169-8520-73C408E7307B}"/>
              </a:ext>
            </a:extLst>
          </p:cNvPr>
          <p:cNvSpPr>
            <a:spLocks noGrp="1"/>
          </p:cNvSpPr>
          <p:nvPr/>
        </p:nvSpPr>
        <p:spPr>
          <a:xfrm>
            <a:off x="720513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7" name="F2_precision_recall_distributions_5811">
            <a:extLst>
              <a:ext uri="{FF2B5EF4-FFF2-40B4-BE49-F238E27FC236}">
                <a16:creationId xmlns:a16="http://schemas.microsoft.com/office/drawing/2014/main" id="{D4EB97BB-7862-44E6-BAC6-B486D09A2EF5}"/>
              </a:ext>
            </a:extLst>
          </p:cNvPr>
          <p:cNvSpPr>
            <a:spLocks noGrp="1"/>
          </p:cNvSpPr>
          <p:nvPr/>
        </p:nvSpPr>
        <p:spPr>
          <a:xfrm>
            <a:off x="721622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8" name="F2_precision_recall_distributions_5812">
            <a:extLst>
              <a:ext uri="{FF2B5EF4-FFF2-40B4-BE49-F238E27FC236}">
                <a16:creationId xmlns:a16="http://schemas.microsoft.com/office/drawing/2014/main" id="{1B3BDB87-FF62-44A6-BDE4-B078E2C6999C}"/>
              </a:ext>
            </a:extLst>
          </p:cNvPr>
          <p:cNvSpPr>
            <a:spLocks noGrp="1"/>
          </p:cNvSpPr>
          <p:nvPr/>
        </p:nvSpPr>
        <p:spPr>
          <a:xfrm>
            <a:off x="7128859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9" name="F2_precision_recall_distributions_5813">
            <a:extLst>
              <a:ext uri="{FF2B5EF4-FFF2-40B4-BE49-F238E27FC236}">
                <a16:creationId xmlns:a16="http://schemas.microsoft.com/office/drawing/2014/main" id="{6D33FD48-4B5B-4BE1-BA71-96885A8781C2}"/>
              </a:ext>
            </a:extLst>
          </p:cNvPr>
          <p:cNvSpPr>
            <a:spLocks noGrp="1"/>
          </p:cNvSpPr>
          <p:nvPr/>
        </p:nvSpPr>
        <p:spPr>
          <a:xfrm>
            <a:off x="7120739" y="484290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0" name="F2_precision_recall_distributions_5814">
            <a:extLst>
              <a:ext uri="{FF2B5EF4-FFF2-40B4-BE49-F238E27FC236}">
                <a16:creationId xmlns:a16="http://schemas.microsoft.com/office/drawing/2014/main" id="{2B58CACA-3390-40CE-8045-2AAC3B79D346}"/>
              </a:ext>
            </a:extLst>
          </p:cNvPr>
          <p:cNvSpPr>
            <a:spLocks noGrp="1"/>
          </p:cNvSpPr>
          <p:nvPr/>
        </p:nvSpPr>
        <p:spPr>
          <a:xfrm>
            <a:off x="7280192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1" name="F2_precision_recall_distributions_5815">
            <a:extLst>
              <a:ext uri="{FF2B5EF4-FFF2-40B4-BE49-F238E27FC236}">
                <a16:creationId xmlns:a16="http://schemas.microsoft.com/office/drawing/2014/main" id="{07367ABC-A876-47A4-809C-FA8AD41A6C5C}"/>
              </a:ext>
            </a:extLst>
          </p:cNvPr>
          <p:cNvSpPr>
            <a:spLocks noGrp="1"/>
          </p:cNvSpPr>
          <p:nvPr/>
        </p:nvSpPr>
        <p:spPr>
          <a:xfrm>
            <a:off x="7030372" y="43996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2" name="F2_precision_recall_distributions_5816">
            <a:extLst>
              <a:ext uri="{FF2B5EF4-FFF2-40B4-BE49-F238E27FC236}">
                <a16:creationId xmlns:a16="http://schemas.microsoft.com/office/drawing/2014/main" id="{0A83389A-16BD-4B70-AAED-603679F1AD77}"/>
              </a:ext>
            </a:extLst>
          </p:cNvPr>
          <p:cNvSpPr>
            <a:spLocks noGrp="1"/>
          </p:cNvSpPr>
          <p:nvPr/>
        </p:nvSpPr>
        <p:spPr>
          <a:xfrm>
            <a:off x="7269889" y="45481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3" name="F2_precision_recall_distributions_5817">
            <a:extLst>
              <a:ext uri="{FF2B5EF4-FFF2-40B4-BE49-F238E27FC236}">
                <a16:creationId xmlns:a16="http://schemas.microsoft.com/office/drawing/2014/main" id="{E07BAB0A-7878-4D8F-9931-7057064CE0D9}"/>
              </a:ext>
            </a:extLst>
          </p:cNvPr>
          <p:cNvSpPr>
            <a:spLocks noGrp="1"/>
          </p:cNvSpPr>
          <p:nvPr/>
        </p:nvSpPr>
        <p:spPr>
          <a:xfrm>
            <a:off x="7005937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4" name="F2_precision_recall_distributions_5818">
            <a:extLst>
              <a:ext uri="{FF2B5EF4-FFF2-40B4-BE49-F238E27FC236}">
                <a16:creationId xmlns:a16="http://schemas.microsoft.com/office/drawing/2014/main" id="{EA5F8F7C-29E2-41AF-AE23-37C6CC797FF0}"/>
              </a:ext>
            </a:extLst>
          </p:cNvPr>
          <p:cNvSpPr>
            <a:spLocks noGrp="1"/>
          </p:cNvSpPr>
          <p:nvPr/>
        </p:nvSpPr>
        <p:spPr>
          <a:xfrm>
            <a:off x="720457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5" name="F2_precision_recall_distributions_5819">
            <a:extLst>
              <a:ext uri="{FF2B5EF4-FFF2-40B4-BE49-F238E27FC236}">
                <a16:creationId xmlns:a16="http://schemas.microsoft.com/office/drawing/2014/main" id="{0B4DB28D-13DA-447C-847A-6D2C6BEA4EF2}"/>
              </a:ext>
            </a:extLst>
          </p:cNvPr>
          <p:cNvSpPr>
            <a:spLocks noGrp="1"/>
          </p:cNvSpPr>
          <p:nvPr/>
        </p:nvSpPr>
        <p:spPr>
          <a:xfrm>
            <a:off x="717782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6" name="F2_precision_recall_distributions_5820">
            <a:extLst>
              <a:ext uri="{FF2B5EF4-FFF2-40B4-BE49-F238E27FC236}">
                <a16:creationId xmlns:a16="http://schemas.microsoft.com/office/drawing/2014/main" id="{1FFB79B0-1687-47D8-9824-29B85D90E704}"/>
              </a:ext>
            </a:extLst>
          </p:cNvPr>
          <p:cNvSpPr>
            <a:spLocks noGrp="1"/>
          </p:cNvSpPr>
          <p:nvPr/>
        </p:nvSpPr>
        <p:spPr>
          <a:xfrm>
            <a:off x="7064125" y="48828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7" name="F2_precision_recall_distributions_5821">
            <a:extLst>
              <a:ext uri="{FF2B5EF4-FFF2-40B4-BE49-F238E27FC236}">
                <a16:creationId xmlns:a16="http://schemas.microsoft.com/office/drawing/2014/main" id="{522ECD70-62DA-4473-B638-000329A6140E}"/>
              </a:ext>
            </a:extLst>
          </p:cNvPr>
          <p:cNvSpPr>
            <a:spLocks noGrp="1"/>
          </p:cNvSpPr>
          <p:nvPr/>
        </p:nvSpPr>
        <p:spPr>
          <a:xfrm>
            <a:off x="7045443" y="48361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8" name="F2_precision_recall_distributions_5822">
            <a:extLst>
              <a:ext uri="{FF2B5EF4-FFF2-40B4-BE49-F238E27FC236}">
                <a16:creationId xmlns:a16="http://schemas.microsoft.com/office/drawing/2014/main" id="{793FBC7B-A5B0-4178-9591-3EB775886C6A}"/>
              </a:ext>
            </a:extLst>
          </p:cNvPr>
          <p:cNvSpPr>
            <a:spLocks noGrp="1"/>
          </p:cNvSpPr>
          <p:nvPr/>
        </p:nvSpPr>
        <p:spPr>
          <a:xfrm>
            <a:off x="715195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9" name="F2_precision_recall_distributions_5823">
            <a:extLst>
              <a:ext uri="{FF2B5EF4-FFF2-40B4-BE49-F238E27FC236}">
                <a16:creationId xmlns:a16="http://schemas.microsoft.com/office/drawing/2014/main" id="{DEBBF049-08F6-40E0-ADCE-EF0983ADF1F1}"/>
              </a:ext>
            </a:extLst>
          </p:cNvPr>
          <p:cNvSpPr>
            <a:spLocks noGrp="1"/>
          </p:cNvSpPr>
          <p:nvPr/>
        </p:nvSpPr>
        <p:spPr>
          <a:xfrm>
            <a:off x="7213615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0" name="F2_precision_recall_distributions_5824">
            <a:extLst>
              <a:ext uri="{FF2B5EF4-FFF2-40B4-BE49-F238E27FC236}">
                <a16:creationId xmlns:a16="http://schemas.microsoft.com/office/drawing/2014/main" id="{92564410-C9E1-4198-AAFB-055881B7B981}"/>
              </a:ext>
            </a:extLst>
          </p:cNvPr>
          <p:cNvSpPr>
            <a:spLocks noGrp="1"/>
          </p:cNvSpPr>
          <p:nvPr/>
        </p:nvSpPr>
        <p:spPr>
          <a:xfrm>
            <a:off x="7213443" y="49480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1" name="F2_precision_recall_distributions_5825">
            <a:extLst>
              <a:ext uri="{FF2B5EF4-FFF2-40B4-BE49-F238E27FC236}">
                <a16:creationId xmlns:a16="http://schemas.microsoft.com/office/drawing/2014/main" id="{109052FF-0131-459B-A299-09B00B5D6682}"/>
              </a:ext>
            </a:extLst>
          </p:cNvPr>
          <p:cNvSpPr>
            <a:spLocks noGrp="1"/>
          </p:cNvSpPr>
          <p:nvPr/>
        </p:nvSpPr>
        <p:spPr>
          <a:xfrm>
            <a:off x="721223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2" name="F2_precision_recall_distributions_5826">
            <a:extLst>
              <a:ext uri="{FF2B5EF4-FFF2-40B4-BE49-F238E27FC236}">
                <a16:creationId xmlns:a16="http://schemas.microsoft.com/office/drawing/2014/main" id="{C90B552C-6EE6-4AA4-AB52-4F76EDEF4FC7}"/>
              </a:ext>
            </a:extLst>
          </p:cNvPr>
          <p:cNvSpPr>
            <a:spLocks noGrp="1"/>
          </p:cNvSpPr>
          <p:nvPr/>
        </p:nvSpPr>
        <p:spPr>
          <a:xfrm>
            <a:off x="725829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3" name="F2_precision_recall_distributions_5827">
            <a:extLst>
              <a:ext uri="{FF2B5EF4-FFF2-40B4-BE49-F238E27FC236}">
                <a16:creationId xmlns:a16="http://schemas.microsoft.com/office/drawing/2014/main" id="{C934D721-E82A-46F5-AA80-94D3F6ED8EA3}"/>
              </a:ext>
            </a:extLst>
          </p:cNvPr>
          <p:cNvSpPr>
            <a:spLocks noGrp="1"/>
          </p:cNvSpPr>
          <p:nvPr/>
        </p:nvSpPr>
        <p:spPr>
          <a:xfrm>
            <a:off x="726822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4" name="F2_precision_recall_distributions_5828">
            <a:extLst>
              <a:ext uri="{FF2B5EF4-FFF2-40B4-BE49-F238E27FC236}">
                <a16:creationId xmlns:a16="http://schemas.microsoft.com/office/drawing/2014/main" id="{F4CA7473-C216-44BF-BEBD-1E09AF8E026E}"/>
              </a:ext>
            </a:extLst>
          </p:cNvPr>
          <p:cNvSpPr>
            <a:spLocks noGrp="1"/>
          </p:cNvSpPr>
          <p:nvPr/>
        </p:nvSpPr>
        <p:spPr>
          <a:xfrm>
            <a:off x="726745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5" name="F2_precision_recall_distributions_5829">
            <a:extLst>
              <a:ext uri="{FF2B5EF4-FFF2-40B4-BE49-F238E27FC236}">
                <a16:creationId xmlns:a16="http://schemas.microsoft.com/office/drawing/2014/main" id="{D2ED2ECB-5352-495A-95E4-FC45806457C4}"/>
              </a:ext>
            </a:extLst>
          </p:cNvPr>
          <p:cNvSpPr>
            <a:spLocks noGrp="1"/>
          </p:cNvSpPr>
          <p:nvPr/>
        </p:nvSpPr>
        <p:spPr>
          <a:xfrm>
            <a:off x="7067112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6" name="F2_precision_recall_distributions_5830">
            <a:extLst>
              <a:ext uri="{FF2B5EF4-FFF2-40B4-BE49-F238E27FC236}">
                <a16:creationId xmlns:a16="http://schemas.microsoft.com/office/drawing/2014/main" id="{34A815A4-7E99-43E0-B900-CB1A7A2B8D89}"/>
              </a:ext>
            </a:extLst>
          </p:cNvPr>
          <p:cNvSpPr>
            <a:spLocks noGrp="1"/>
          </p:cNvSpPr>
          <p:nvPr/>
        </p:nvSpPr>
        <p:spPr>
          <a:xfrm>
            <a:off x="699361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7" name="F2_precision_recall_distributions_5831">
            <a:extLst>
              <a:ext uri="{FF2B5EF4-FFF2-40B4-BE49-F238E27FC236}">
                <a16:creationId xmlns:a16="http://schemas.microsoft.com/office/drawing/2014/main" id="{4421C299-592B-424C-B1DF-5BCCFFC6D4A5}"/>
              </a:ext>
            </a:extLst>
          </p:cNvPr>
          <p:cNvSpPr>
            <a:spLocks noGrp="1"/>
          </p:cNvSpPr>
          <p:nvPr/>
        </p:nvSpPr>
        <p:spPr>
          <a:xfrm>
            <a:off x="729281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8" name="F2_precision_recall_distributions_5832">
            <a:extLst>
              <a:ext uri="{FF2B5EF4-FFF2-40B4-BE49-F238E27FC236}">
                <a16:creationId xmlns:a16="http://schemas.microsoft.com/office/drawing/2014/main" id="{FB7C54FD-D0E1-4B80-9434-2AD741679778}"/>
              </a:ext>
            </a:extLst>
          </p:cNvPr>
          <p:cNvSpPr>
            <a:spLocks noGrp="1"/>
          </p:cNvSpPr>
          <p:nvPr/>
        </p:nvSpPr>
        <p:spPr>
          <a:xfrm>
            <a:off x="6967555" y="43360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9" name="F2_precision_recall_distributions_5833">
            <a:extLst>
              <a:ext uri="{FF2B5EF4-FFF2-40B4-BE49-F238E27FC236}">
                <a16:creationId xmlns:a16="http://schemas.microsoft.com/office/drawing/2014/main" id="{AF398D9A-C5A9-4400-B594-59F644F33807}"/>
              </a:ext>
            </a:extLst>
          </p:cNvPr>
          <p:cNvSpPr>
            <a:spLocks noGrp="1"/>
          </p:cNvSpPr>
          <p:nvPr/>
        </p:nvSpPr>
        <p:spPr>
          <a:xfrm>
            <a:off x="706641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0" name="F2_precision_recall_distributions_5834">
            <a:extLst>
              <a:ext uri="{FF2B5EF4-FFF2-40B4-BE49-F238E27FC236}">
                <a16:creationId xmlns:a16="http://schemas.microsoft.com/office/drawing/2014/main" id="{8526D2DC-30F4-437C-A074-7F52D190FB6E}"/>
              </a:ext>
            </a:extLst>
          </p:cNvPr>
          <p:cNvSpPr>
            <a:spLocks noGrp="1"/>
          </p:cNvSpPr>
          <p:nvPr/>
        </p:nvSpPr>
        <p:spPr>
          <a:xfrm>
            <a:off x="7011859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1" name="F2_precision_recall_distributions_5835">
            <a:extLst>
              <a:ext uri="{FF2B5EF4-FFF2-40B4-BE49-F238E27FC236}">
                <a16:creationId xmlns:a16="http://schemas.microsoft.com/office/drawing/2014/main" id="{819E7F3D-5812-40C3-83B4-ECA5282A3627}"/>
              </a:ext>
            </a:extLst>
          </p:cNvPr>
          <p:cNvSpPr>
            <a:spLocks noGrp="1"/>
          </p:cNvSpPr>
          <p:nvPr/>
        </p:nvSpPr>
        <p:spPr>
          <a:xfrm>
            <a:off x="701573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2" name="F2_precision_recall_distributions_5836">
            <a:extLst>
              <a:ext uri="{FF2B5EF4-FFF2-40B4-BE49-F238E27FC236}">
                <a16:creationId xmlns:a16="http://schemas.microsoft.com/office/drawing/2014/main" id="{36A078C4-2DDC-4041-B329-9FE7A867F007}"/>
              </a:ext>
            </a:extLst>
          </p:cNvPr>
          <p:cNvSpPr>
            <a:spLocks noGrp="1"/>
          </p:cNvSpPr>
          <p:nvPr/>
        </p:nvSpPr>
        <p:spPr>
          <a:xfrm>
            <a:off x="722370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3" name="F2_precision_recall_distributions_5837">
            <a:extLst>
              <a:ext uri="{FF2B5EF4-FFF2-40B4-BE49-F238E27FC236}">
                <a16:creationId xmlns:a16="http://schemas.microsoft.com/office/drawing/2014/main" id="{B3623AC8-C160-4022-8961-2FC1C19FD536}"/>
              </a:ext>
            </a:extLst>
          </p:cNvPr>
          <p:cNvSpPr>
            <a:spLocks noGrp="1"/>
          </p:cNvSpPr>
          <p:nvPr/>
        </p:nvSpPr>
        <p:spPr>
          <a:xfrm>
            <a:off x="702549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4" name="F2_precision_recall_distributions_5838">
            <a:extLst>
              <a:ext uri="{FF2B5EF4-FFF2-40B4-BE49-F238E27FC236}">
                <a16:creationId xmlns:a16="http://schemas.microsoft.com/office/drawing/2014/main" id="{6B550DED-9D3C-413A-9B6D-BCD00EB11BF4}"/>
              </a:ext>
            </a:extLst>
          </p:cNvPr>
          <p:cNvSpPr>
            <a:spLocks noGrp="1"/>
          </p:cNvSpPr>
          <p:nvPr/>
        </p:nvSpPr>
        <p:spPr>
          <a:xfrm>
            <a:off x="716359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5" name="F2_precision_recall_distributions_5839">
            <a:extLst>
              <a:ext uri="{FF2B5EF4-FFF2-40B4-BE49-F238E27FC236}">
                <a16:creationId xmlns:a16="http://schemas.microsoft.com/office/drawing/2014/main" id="{4EF9F6DF-709B-4392-A305-88C3515A9070}"/>
              </a:ext>
            </a:extLst>
          </p:cNvPr>
          <p:cNvSpPr>
            <a:spLocks noGrp="1"/>
          </p:cNvSpPr>
          <p:nvPr/>
        </p:nvSpPr>
        <p:spPr>
          <a:xfrm>
            <a:off x="720882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6" name="F2_precision_recall_distributions_5840">
            <a:extLst>
              <a:ext uri="{FF2B5EF4-FFF2-40B4-BE49-F238E27FC236}">
                <a16:creationId xmlns:a16="http://schemas.microsoft.com/office/drawing/2014/main" id="{3B34A5E3-17F6-463A-B507-DC6A1E999612}"/>
              </a:ext>
            </a:extLst>
          </p:cNvPr>
          <p:cNvSpPr>
            <a:spLocks noGrp="1"/>
          </p:cNvSpPr>
          <p:nvPr/>
        </p:nvSpPr>
        <p:spPr>
          <a:xfrm>
            <a:off x="724685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7" name="F2_precision_recall_distributions_5841">
            <a:extLst>
              <a:ext uri="{FF2B5EF4-FFF2-40B4-BE49-F238E27FC236}">
                <a16:creationId xmlns:a16="http://schemas.microsoft.com/office/drawing/2014/main" id="{50CAF4CD-8AB9-4ACA-ACCB-A7ED1277903A}"/>
              </a:ext>
            </a:extLst>
          </p:cNvPr>
          <p:cNvSpPr>
            <a:spLocks noGrp="1"/>
          </p:cNvSpPr>
          <p:nvPr/>
        </p:nvSpPr>
        <p:spPr>
          <a:xfrm>
            <a:off x="7247619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8" name="F2_precision_recall_distributions_5842">
            <a:extLst>
              <a:ext uri="{FF2B5EF4-FFF2-40B4-BE49-F238E27FC236}">
                <a16:creationId xmlns:a16="http://schemas.microsoft.com/office/drawing/2014/main" id="{8CFD5132-08B9-47D2-A4BC-64A79202EC02}"/>
              </a:ext>
            </a:extLst>
          </p:cNvPr>
          <p:cNvSpPr>
            <a:spLocks noGrp="1"/>
          </p:cNvSpPr>
          <p:nvPr/>
        </p:nvSpPr>
        <p:spPr>
          <a:xfrm>
            <a:off x="6976582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9" name="F2_precision_recall_distributions_5843">
            <a:extLst>
              <a:ext uri="{FF2B5EF4-FFF2-40B4-BE49-F238E27FC236}">
                <a16:creationId xmlns:a16="http://schemas.microsoft.com/office/drawing/2014/main" id="{18846AA1-AEC8-44E3-8183-BA9A98812218}"/>
              </a:ext>
            </a:extLst>
          </p:cNvPr>
          <p:cNvSpPr>
            <a:spLocks noGrp="1"/>
          </p:cNvSpPr>
          <p:nvPr/>
        </p:nvSpPr>
        <p:spPr>
          <a:xfrm>
            <a:off x="7023554" y="48134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0" name="F2_precision_recall_distributions_5844">
            <a:extLst>
              <a:ext uri="{FF2B5EF4-FFF2-40B4-BE49-F238E27FC236}">
                <a16:creationId xmlns:a16="http://schemas.microsoft.com/office/drawing/2014/main" id="{9BCFE486-460E-45E7-9ECB-DCBEBBA72D80}"/>
              </a:ext>
            </a:extLst>
          </p:cNvPr>
          <p:cNvSpPr>
            <a:spLocks noGrp="1"/>
          </p:cNvSpPr>
          <p:nvPr/>
        </p:nvSpPr>
        <p:spPr>
          <a:xfrm>
            <a:off x="711081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1" name="F2_precision_recall_distributions_5845">
            <a:extLst>
              <a:ext uri="{FF2B5EF4-FFF2-40B4-BE49-F238E27FC236}">
                <a16:creationId xmlns:a16="http://schemas.microsoft.com/office/drawing/2014/main" id="{7107E5E3-BEA5-478D-B9E3-AF8056B7B417}"/>
              </a:ext>
            </a:extLst>
          </p:cNvPr>
          <p:cNvSpPr>
            <a:spLocks noGrp="1"/>
          </p:cNvSpPr>
          <p:nvPr/>
        </p:nvSpPr>
        <p:spPr>
          <a:xfrm>
            <a:off x="6975556" y="428295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2" name="F2_precision_recall_distributions_5846">
            <a:extLst>
              <a:ext uri="{FF2B5EF4-FFF2-40B4-BE49-F238E27FC236}">
                <a16:creationId xmlns:a16="http://schemas.microsoft.com/office/drawing/2014/main" id="{4C591479-E138-4A26-9D26-01E03F501BB1}"/>
              </a:ext>
            </a:extLst>
          </p:cNvPr>
          <p:cNvSpPr>
            <a:spLocks noGrp="1"/>
          </p:cNvSpPr>
          <p:nvPr/>
        </p:nvSpPr>
        <p:spPr>
          <a:xfrm>
            <a:off x="7128922" y="44398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3" name="F2_precision_recall_distributions_5847">
            <a:extLst>
              <a:ext uri="{FF2B5EF4-FFF2-40B4-BE49-F238E27FC236}">
                <a16:creationId xmlns:a16="http://schemas.microsoft.com/office/drawing/2014/main" id="{82215080-5F60-498C-B397-218731495146}"/>
              </a:ext>
            </a:extLst>
          </p:cNvPr>
          <p:cNvSpPr>
            <a:spLocks noGrp="1"/>
          </p:cNvSpPr>
          <p:nvPr/>
        </p:nvSpPr>
        <p:spPr>
          <a:xfrm>
            <a:off x="6989553" y="46744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4" name="F2_precision_recall_distributions_5848">
            <a:extLst>
              <a:ext uri="{FF2B5EF4-FFF2-40B4-BE49-F238E27FC236}">
                <a16:creationId xmlns:a16="http://schemas.microsoft.com/office/drawing/2014/main" id="{EC5D6945-FCC0-4649-8E61-40993C38F783}"/>
              </a:ext>
            </a:extLst>
          </p:cNvPr>
          <p:cNvSpPr>
            <a:spLocks noGrp="1"/>
          </p:cNvSpPr>
          <p:nvPr/>
        </p:nvSpPr>
        <p:spPr>
          <a:xfrm>
            <a:off x="719697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5" name="F2_precision_recall_distributions_5849">
            <a:extLst>
              <a:ext uri="{FF2B5EF4-FFF2-40B4-BE49-F238E27FC236}">
                <a16:creationId xmlns:a16="http://schemas.microsoft.com/office/drawing/2014/main" id="{12FE3C11-C779-41B2-B003-F8016FBE7E0E}"/>
              </a:ext>
            </a:extLst>
          </p:cNvPr>
          <p:cNvSpPr>
            <a:spLocks noGrp="1"/>
          </p:cNvSpPr>
          <p:nvPr/>
        </p:nvSpPr>
        <p:spPr>
          <a:xfrm>
            <a:off x="6970017" y="49574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6" name="F2_precision_recall_distributions_5850">
            <a:extLst>
              <a:ext uri="{FF2B5EF4-FFF2-40B4-BE49-F238E27FC236}">
                <a16:creationId xmlns:a16="http://schemas.microsoft.com/office/drawing/2014/main" id="{74D6744C-2E07-469C-AEA6-F625C5D07732}"/>
              </a:ext>
            </a:extLst>
          </p:cNvPr>
          <p:cNvSpPr>
            <a:spLocks noGrp="1"/>
          </p:cNvSpPr>
          <p:nvPr/>
        </p:nvSpPr>
        <p:spPr>
          <a:xfrm>
            <a:off x="728772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7" name="F2_precision_recall_distributions_5851">
            <a:extLst>
              <a:ext uri="{FF2B5EF4-FFF2-40B4-BE49-F238E27FC236}">
                <a16:creationId xmlns:a16="http://schemas.microsoft.com/office/drawing/2014/main" id="{2436904F-B023-4CBE-9A43-3A5917534FFB}"/>
              </a:ext>
            </a:extLst>
          </p:cNvPr>
          <p:cNvSpPr>
            <a:spLocks noGrp="1"/>
          </p:cNvSpPr>
          <p:nvPr/>
        </p:nvSpPr>
        <p:spPr>
          <a:xfrm>
            <a:off x="7315319" y="505471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8" name="F2_precision_recall_distributions_5852">
            <a:extLst>
              <a:ext uri="{FF2B5EF4-FFF2-40B4-BE49-F238E27FC236}">
                <a16:creationId xmlns:a16="http://schemas.microsoft.com/office/drawing/2014/main" id="{74ABC9F8-613C-487A-B679-D2CA1374437D}"/>
              </a:ext>
            </a:extLst>
          </p:cNvPr>
          <p:cNvSpPr>
            <a:spLocks noGrp="1"/>
          </p:cNvSpPr>
          <p:nvPr/>
        </p:nvSpPr>
        <p:spPr>
          <a:xfrm>
            <a:off x="720326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9" name="F2_precision_recall_distributions_5853">
            <a:extLst>
              <a:ext uri="{FF2B5EF4-FFF2-40B4-BE49-F238E27FC236}">
                <a16:creationId xmlns:a16="http://schemas.microsoft.com/office/drawing/2014/main" id="{F52A8993-A967-4844-B9E1-4B9B286875EB}"/>
              </a:ext>
            </a:extLst>
          </p:cNvPr>
          <p:cNvSpPr>
            <a:spLocks noGrp="1"/>
          </p:cNvSpPr>
          <p:nvPr/>
        </p:nvSpPr>
        <p:spPr>
          <a:xfrm>
            <a:off x="703475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0" name="F2_precision_recall_distributions_5854">
            <a:extLst>
              <a:ext uri="{FF2B5EF4-FFF2-40B4-BE49-F238E27FC236}">
                <a16:creationId xmlns:a16="http://schemas.microsoft.com/office/drawing/2014/main" id="{6FD90F3B-67D1-41B4-8A32-CF28F00353FF}"/>
              </a:ext>
            </a:extLst>
          </p:cNvPr>
          <p:cNvSpPr>
            <a:spLocks noGrp="1"/>
          </p:cNvSpPr>
          <p:nvPr/>
        </p:nvSpPr>
        <p:spPr>
          <a:xfrm>
            <a:off x="730459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1" name="F2_precision_recall_distributions_5855">
            <a:extLst>
              <a:ext uri="{FF2B5EF4-FFF2-40B4-BE49-F238E27FC236}">
                <a16:creationId xmlns:a16="http://schemas.microsoft.com/office/drawing/2014/main" id="{155D94B0-96CA-47A1-8F65-91E2200B2A4C}"/>
              </a:ext>
            </a:extLst>
          </p:cNvPr>
          <p:cNvSpPr>
            <a:spLocks noGrp="1"/>
          </p:cNvSpPr>
          <p:nvPr/>
        </p:nvSpPr>
        <p:spPr>
          <a:xfrm>
            <a:off x="698886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2" name="F2_precision_recall_distributions_5856">
            <a:extLst>
              <a:ext uri="{FF2B5EF4-FFF2-40B4-BE49-F238E27FC236}">
                <a16:creationId xmlns:a16="http://schemas.microsoft.com/office/drawing/2014/main" id="{222E3245-7301-4255-BF69-32F2D78E92D8}"/>
              </a:ext>
            </a:extLst>
          </p:cNvPr>
          <p:cNvSpPr>
            <a:spLocks noGrp="1"/>
          </p:cNvSpPr>
          <p:nvPr/>
        </p:nvSpPr>
        <p:spPr>
          <a:xfrm>
            <a:off x="7210923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3" name="F2_precision_recall_distributions_5857">
            <a:extLst>
              <a:ext uri="{FF2B5EF4-FFF2-40B4-BE49-F238E27FC236}">
                <a16:creationId xmlns:a16="http://schemas.microsoft.com/office/drawing/2014/main" id="{32DF9AF9-0F69-4627-8735-28A7C5D32614}"/>
              </a:ext>
            </a:extLst>
          </p:cNvPr>
          <p:cNvSpPr>
            <a:spLocks noGrp="1"/>
          </p:cNvSpPr>
          <p:nvPr/>
        </p:nvSpPr>
        <p:spPr>
          <a:xfrm>
            <a:off x="7290907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4" name="F2_precision_recall_distributions_5858">
            <a:extLst>
              <a:ext uri="{FF2B5EF4-FFF2-40B4-BE49-F238E27FC236}">
                <a16:creationId xmlns:a16="http://schemas.microsoft.com/office/drawing/2014/main" id="{C9412EF8-0302-4470-AAEE-5BBB1A8FD264}"/>
              </a:ext>
            </a:extLst>
          </p:cNvPr>
          <p:cNvSpPr>
            <a:spLocks noGrp="1"/>
          </p:cNvSpPr>
          <p:nvPr/>
        </p:nvSpPr>
        <p:spPr>
          <a:xfrm>
            <a:off x="7075541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5" name="F2_precision_recall_distributions_5859">
            <a:extLst>
              <a:ext uri="{FF2B5EF4-FFF2-40B4-BE49-F238E27FC236}">
                <a16:creationId xmlns:a16="http://schemas.microsoft.com/office/drawing/2014/main" id="{4B19802A-9A40-4468-8964-B9122221FC8E}"/>
              </a:ext>
            </a:extLst>
          </p:cNvPr>
          <p:cNvSpPr>
            <a:spLocks noGrp="1"/>
          </p:cNvSpPr>
          <p:nvPr/>
        </p:nvSpPr>
        <p:spPr>
          <a:xfrm>
            <a:off x="7108593" y="44724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6" name="F2_precision_recall_distributions_5860">
            <a:extLst>
              <a:ext uri="{FF2B5EF4-FFF2-40B4-BE49-F238E27FC236}">
                <a16:creationId xmlns:a16="http://schemas.microsoft.com/office/drawing/2014/main" id="{9BE41B63-3C3A-4B57-B9F8-DED45CD421B0}"/>
              </a:ext>
            </a:extLst>
          </p:cNvPr>
          <p:cNvSpPr>
            <a:spLocks noGrp="1"/>
          </p:cNvSpPr>
          <p:nvPr/>
        </p:nvSpPr>
        <p:spPr>
          <a:xfrm>
            <a:off x="722587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7" name="F2_precision_recall_distributions_5861">
            <a:extLst>
              <a:ext uri="{FF2B5EF4-FFF2-40B4-BE49-F238E27FC236}">
                <a16:creationId xmlns:a16="http://schemas.microsoft.com/office/drawing/2014/main" id="{A048D175-7B41-400A-9918-5AFA01208334}"/>
              </a:ext>
            </a:extLst>
          </p:cNvPr>
          <p:cNvSpPr>
            <a:spLocks noGrp="1"/>
          </p:cNvSpPr>
          <p:nvPr/>
        </p:nvSpPr>
        <p:spPr>
          <a:xfrm>
            <a:off x="728507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8" name="F2_precision_recall_distributions_5862">
            <a:extLst>
              <a:ext uri="{FF2B5EF4-FFF2-40B4-BE49-F238E27FC236}">
                <a16:creationId xmlns:a16="http://schemas.microsoft.com/office/drawing/2014/main" id="{794872FE-39A1-494F-8152-647D52977494}"/>
              </a:ext>
            </a:extLst>
          </p:cNvPr>
          <p:cNvSpPr>
            <a:spLocks noGrp="1"/>
          </p:cNvSpPr>
          <p:nvPr/>
        </p:nvSpPr>
        <p:spPr>
          <a:xfrm>
            <a:off x="7076965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9" name="F2_precision_recall_distributions_5863">
            <a:extLst>
              <a:ext uri="{FF2B5EF4-FFF2-40B4-BE49-F238E27FC236}">
                <a16:creationId xmlns:a16="http://schemas.microsoft.com/office/drawing/2014/main" id="{1CE135D8-5555-4FBA-8A47-28DD62B45B13}"/>
              </a:ext>
            </a:extLst>
          </p:cNvPr>
          <p:cNvSpPr>
            <a:spLocks noGrp="1"/>
          </p:cNvSpPr>
          <p:nvPr/>
        </p:nvSpPr>
        <p:spPr>
          <a:xfrm>
            <a:off x="712887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0" name="F2_precision_recall_distributions_5864">
            <a:extLst>
              <a:ext uri="{FF2B5EF4-FFF2-40B4-BE49-F238E27FC236}">
                <a16:creationId xmlns:a16="http://schemas.microsoft.com/office/drawing/2014/main" id="{014E3342-DE90-49F2-A321-72063D9ABCF8}"/>
              </a:ext>
            </a:extLst>
          </p:cNvPr>
          <p:cNvSpPr>
            <a:spLocks noGrp="1"/>
          </p:cNvSpPr>
          <p:nvPr/>
        </p:nvSpPr>
        <p:spPr>
          <a:xfrm>
            <a:off x="7193693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1" name="F2_precision_recall_distributions_5865">
            <a:extLst>
              <a:ext uri="{FF2B5EF4-FFF2-40B4-BE49-F238E27FC236}">
                <a16:creationId xmlns:a16="http://schemas.microsoft.com/office/drawing/2014/main" id="{358D3FE7-DB29-4376-A2BE-17651510B5DD}"/>
              </a:ext>
            </a:extLst>
          </p:cNvPr>
          <p:cNvSpPr>
            <a:spLocks noGrp="1"/>
          </p:cNvSpPr>
          <p:nvPr/>
        </p:nvSpPr>
        <p:spPr>
          <a:xfrm>
            <a:off x="6991642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2" name="F2_precision_recall_distributions_5866">
            <a:extLst>
              <a:ext uri="{FF2B5EF4-FFF2-40B4-BE49-F238E27FC236}">
                <a16:creationId xmlns:a16="http://schemas.microsoft.com/office/drawing/2014/main" id="{674C1B48-AC7E-4CD1-B319-D31BA3EA6778}"/>
              </a:ext>
            </a:extLst>
          </p:cNvPr>
          <p:cNvSpPr>
            <a:spLocks noGrp="1"/>
          </p:cNvSpPr>
          <p:nvPr/>
        </p:nvSpPr>
        <p:spPr>
          <a:xfrm>
            <a:off x="697261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3" name="F2_precision_recall_distributions_5867">
            <a:extLst>
              <a:ext uri="{FF2B5EF4-FFF2-40B4-BE49-F238E27FC236}">
                <a16:creationId xmlns:a16="http://schemas.microsoft.com/office/drawing/2014/main" id="{153BF509-4AF0-49DF-849F-02CB4F870A5F}"/>
              </a:ext>
            </a:extLst>
          </p:cNvPr>
          <p:cNvSpPr>
            <a:spLocks noGrp="1"/>
          </p:cNvSpPr>
          <p:nvPr/>
        </p:nvSpPr>
        <p:spPr>
          <a:xfrm>
            <a:off x="7045752" y="48240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4" name="F2_precision_recall_distributions_5868">
            <a:extLst>
              <a:ext uri="{FF2B5EF4-FFF2-40B4-BE49-F238E27FC236}">
                <a16:creationId xmlns:a16="http://schemas.microsoft.com/office/drawing/2014/main" id="{A101D051-037A-4812-AC4A-A800FB677FB7}"/>
              </a:ext>
            </a:extLst>
          </p:cNvPr>
          <p:cNvSpPr>
            <a:spLocks noGrp="1"/>
          </p:cNvSpPr>
          <p:nvPr/>
        </p:nvSpPr>
        <p:spPr>
          <a:xfrm>
            <a:off x="7247157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5" name="F2_precision_recall_distributions_5869">
            <a:extLst>
              <a:ext uri="{FF2B5EF4-FFF2-40B4-BE49-F238E27FC236}">
                <a16:creationId xmlns:a16="http://schemas.microsoft.com/office/drawing/2014/main" id="{EB584045-DBF6-4386-B8E0-8E209DDACBE6}"/>
              </a:ext>
            </a:extLst>
          </p:cNvPr>
          <p:cNvSpPr>
            <a:spLocks noGrp="1"/>
          </p:cNvSpPr>
          <p:nvPr/>
        </p:nvSpPr>
        <p:spPr>
          <a:xfrm>
            <a:off x="711033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6" name="F2_precision_recall_distributions_5870">
            <a:extLst>
              <a:ext uri="{FF2B5EF4-FFF2-40B4-BE49-F238E27FC236}">
                <a16:creationId xmlns:a16="http://schemas.microsoft.com/office/drawing/2014/main" id="{FB50B370-442D-42BE-B935-5F24FB25EF3B}"/>
              </a:ext>
            </a:extLst>
          </p:cNvPr>
          <p:cNvSpPr>
            <a:spLocks noGrp="1"/>
          </p:cNvSpPr>
          <p:nvPr/>
        </p:nvSpPr>
        <p:spPr>
          <a:xfrm>
            <a:off x="7110620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7" name="F2_precision_recall_distributions_5871">
            <a:extLst>
              <a:ext uri="{FF2B5EF4-FFF2-40B4-BE49-F238E27FC236}">
                <a16:creationId xmlns:a16="http://schemas.microsoft.com/office/drawing/2014/main" id="{17D90B21-3052-4F94-9429-0AC5160430BA}"/>
              </a:ext>
            </a:extLst>
          </p:cNvPr>
          <p:cNvSpPr>
            <a:spLocks noGrp="1"/>
          </p:cNvSpPr>
          <p:nvPr/>
        </p:nvSpPr>
        <p:spPr>
          <a:xfrm>
            <a:off x="6986312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8" name="F2_precision_recall_distributions_5872">
            <a:extLst>
              <a:ext uri="{FF2B5EF4-FFF2-40B4-BE49-F238E27FC236}">
                <a16:creationId xmlns:a16="http://schemas.microsoft.com/office/drawing/2014/main" id="{8908F0D7-2469-4498-960B-68B1ACDF9D37}"/>
              </a:ext>
            </a:extLst>
          </p:cNvPr>
          <p:cNvSpPr>
            <a:spLocks noGrp="1"/>
          </p:cNvSpPr>
          <p:nvPr/>
        </p:nvSpPr>
        <p:spPr>
          <a:xfrm>
            <a:off x="7284879" y="44185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9" name="F2_precision_recall_distributions_5873">
            <a:extLst>
              <a:ext uri="{FF2B5EF4-FFF2-40B4-BE49-F238E27FC236}">
                <a16:creationId xmlns:a16="http://schemas.microsoft.com/office/drawing/2014/main" id="{CEF5FA42-D550-47CB-BF0C-F727B1ADCB1E}"/>
              </a:ext>
            </a:extLst>
          </p:cNvPr>
          <p:cNvSpPr>
            <a:spLocks noGrp="1"/>
          </p:cNvSpPr>
          <p:nvPr/>
        </p:nvSpPr>
        <p:spPr>
          <a:xfrm>
            <a:off x="728358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0" name="F2_precision_recall_distributions_5874">
            <a:extLst>
              <a:ext uri="{FF2B5EF4-FFF2-40B4-BE49-F238E27FC236}">
                <a16:creationId xmlns:a16="http://schemas.microsoft.com/office/drawing/2014/main" id="{9723E37F-DBA7-47E4-9E64-7E2A862BABBA}"/>
              </a:ext>
            </a:extLst>
          </p:cNvPr>
          <p:cNvSpPr>
            <a:spLocks noGrp="1"/>
          </p:cNvSpPr>
          <p:nvPr/>
        </p:nvSpPr>
        <p:spPr>
          <a:xfrm>
            <a:off x="705188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1" name="F2_precision_recall_distributions_5875">
            <a:extLst>
              <a:ext uri="{FF2B5EF4-FFF2-40B4-BE49-F238E27FC236}">
                <a16:creationId xmlns:a16="http://schemas.microsoft.com/office/drawing/2014/main" id="{2DFB8DAE-AB76-4717-80E3-2C3E6F2EC487}"/>
              </a:ext>
            </a:extLst>
          </p:cNvPr>
          <p:cNvSpPr>
            <a:spLocks noGrp="1"/>
          </p:cNvSpPr>
          <p:nvPr/>
        </p:nvSpPr>
        <p:spPr>
          <a:xfrm>
            <a:off x="7242541" y="44724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2" name="F2_precision_recall_distributions_5876">
            <a:extLst>
              <a:ext uri="{FF2B5EF4-FFF2-40B4-BE49-F238E27FC236}">
                <a16:creationId xmlns:a16="http://schemas.microsoft.com/office/drawing/2014/main" id="{BDB49D82-0DC1-4469-86F5-3309A2FD86E4}"/>
              </a:ext>
            </a:extLst>
          </p:cNvPr>
          <p:cNvSpPr>
            <a:spLocks noGrp="1"/>
          </p:cNvSpPr>
          <p:nvPr/>
        </p:nvSpPr>
        <p:spPr>
          <a:xfrm>
            <a:off x="704969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3" name="F2_precision_recall_distributions_5877">
            <a:extLst>
              <a:ext uri="{FF2B5EF4-FFF2-40B4-BE49-F238E27FC236}">
                <a16:creationId xmlns:a16="http://schemas.microsoft.com/office/drawing/2014/main" id="{986053F2-F243-4AC7-97AD-3D811F97176A}"/>
              </a:ext>
            </a:extLst>
          </p:cNvPr>
          <p:cNvSpPr>
            <a:spLocks noGrp="1"/>
          </p:cNvSpPr>
          <p:nvPr/>
        </p:nvSpPr>
        <p:spPr>
          <a:xfrm>
            <a:off x="700490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4" name="F2_precision_recall_distributions_5878">
            <a:extLst>
              <a:ext uri="{FF2B5EF4-FFF2-40B4-BE49-F238E27FC236}">
                <a16:creationId xmlns:a16="http://schemas.microsoft.com/office/drawing/2014/main" id="{9EF2254F-1148-4F68-914C-42E44249CDA0}"/>
              </a:ext>
            </a:extLst>
          </p:cNvPr>
          <p:cNvSpPr>
            <a:spLocks noGrp="1"/>
          </p:cNvSpPr>
          <p:nvPr/>
        </p:nvSpPr>
        <p:spPr>
          <a:xfrm>
            <a:off x="7076041" y="50133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5" name="F2_precision_recall_distributions_5879">
            <a:extLst>
              <a:ext uri="{FF2B5EF4-FFF2-40B4-BE49-F238E27FC236}">
                <a16:creationId xmlns:a16="http://schemas.microsoft.com/office/drawing/2014/main" id="{1C6CC706-0BBE-4064-9DD9-E6D077FF2F43}"/>
              </a:ext>
            </a:extLst>
          </p:cNvPr>
          <p:cNvSpPr>
            <a:spLocks noGrp="1"/>
          </p:cNvSpPr>
          <p:nvPr/>
        </p:nvSpPr>
        <p:spPr>
          <a:xfrm>
            <a:off x="7051074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6" name="F2_precision_recall_distributions_5880">
            <a:extLst>
              <a:ext uri="{FF2B5EF4-FFF2-40B4-BE49-F238E27FC236}">
                <a16:creationId xmlns:a16="http://schemas.microsoft.com/office/drawing/2014/main" id="{D8631627-8275-414C-A3A2-2C48C64419EA}"/>
              </a:ext>
            </a:extLst>
          </p:cNvPr>
          <p:cNvSpPr>
            <a:spLocks noGrp="1"/>
          </p:cNvSpPr>
          <p:nvPr/>
        </p:nvSpPr>
        <p:spPr>
          <a:xfrm>
            <a:off x="703131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7" name="F2_precision_recall_distributions_5881">
            <a:extLst>
              <a:ext uri="{FF2B5EF4-FFF2-40B4-BE49-F238E27FC236}">
                <a16:creationId xmlns:a16="http://schemas.microsoft.com/office/drawing/2014/main" id="{DD98E91D-6F25-41C1-9F48-BF32754F6C12}"/>
              </a:ext>
            </a:extLst>
          </p:cNvPr>
          <p:cNvSpPr>
            <a:spLocks noGrp="1"/>
          </p:cNvSpPr>
          <p:nvPr/>
        </p:nvSpPr>
        <p:spPr>
          <a:xfrm>
            <a:off x="7217348" y="45835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8" name="F2_precision_recall_distributions_5882">
            <a:extLst>
              <a:ext uri="{FF2B5EF4-FFF2-40B4-BE49-F238E27FC236}">
                <a16:creationId xmlns:a16="http://schemas.microsoft.com/office/drawing/2014/main" id="{985544BF-36E0-4AC5-AB66-B3528438039B}"/>
              </a:ext>
            </a:extLst>
          </p:cNvPr>
          <p:cNvSpPr>
            <a:spLocks noGrp="1"/>
          </p:cNvSpPr>
          <p:nvPr/>
        </p:nvSpPr>
        <p:spPr>
          <a:xfrm>
            <a:off x="703991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9" name="F2_precision_recall_distributions_5883">
            <a:extLst>
              <a:ext uri="{FF2B5EF4-FFF2-40B4-BE49-F238E27FC236}">
                <a16:creationId xmlns:a16="http://schemas.microsoft.com/office/drawing/2014/main" id="{10C8D490-60C9-4A28-95A2-60B5799CEA5E}"/>
              </a:ext>
            </a:extLst>
          </p:cNvPr>
          <p:cNvSpPr>
            <a:spLocks noGrp="1"/>
          </p:cNvSpPr>
          <p:nvPr/>
        </p:nvSpPr>
        <p:spPr>
          <a:xfrm>
            <a:off x="7064582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0" name="F2_precision_recall_distributions_5884">
            <a:extLst>
              <a:ext uri="{FF2B5EF4-FFF2-40B4-BE49-F238E27FC236}">
                <a16:creationId xmlns:a16="http://schemas.microsoft.com/office/drawing/2014/main" id="{ACA8A024-6329-4125-9D9C-FAA07AB25014}"/>
              </a:ext>
            </a:extLst>
          </p:cNvPr>
          <p:cNvSpPr>
            <a:spLocks noGrp="1"/>
          </p:cNvSpPr>
          <p:nvPr/>
        </p:nvSpPr>
        <p:spPr>
          <a:xfrm>
            <a:off x="7001262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1" name="F2_precision_recall_distributions_5885">
            <a:extLst>
              <a:ext uri="{FF2B5EF4-FFF2-40B4-BE49-F238E27FC236}">
                <a16:creationId xmlns:a16="http://schemas.microsoft.com/office/drawing/2014/main" id="{7D38385C-FC07-4D8A-BA3A-BAC52FFA165C}"/>
              </a:ext>
            </a:extLst>
          </p:cNvPr>
          <p:cNvSpPr>
            <a:spLocks noGrp="1"/>
          </p:cNvSpPr>
          <p:nvPr/>
        </p:nvSpPr>
        <p:spPr>
          <a:xfrm>
            <a:off x="70509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2" name="F2_precision_recall_distributions_5886">
            <a:extLst>
              <a:ext uri="{FF2B5EF4-FFF2-40B4-BE49-F238E27FC236}">
                <a16:creationId xmlns:a16="http://schemas.microsoft.com/office/drawing/2014/main" id="{C52B1B63-137F-491B-884C-EFE09AB7A020}"/>
              </a:ext>
            </a:extLst>
          </p:cNvPr>
          <p:cNvSpPr>
            <a:spLocks noGrp="1"/>
          </p:cNvSpPr>
          <p:nvPr/>
        </p:nvSpPr>
        <p:spPr>
          <a:xfrm>
            <a:off x="7318132" y="43006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3" name="F2_precision_recall_distributions_5887">
            <a:extLst>
              <a:ext uri="{FF2B5EF4-FFF2-40B4-BE49-F238E27FC236}">
                <a16:creationId xmlns:a16="http://schemas.microsoft.com/office/drawing/2014/main" id="{29D4E8B1-8659-4169-A247-DC52E5A9C088}"/>
              </a:ext>
            </a:extLst>
          </p:cNvPr>
          <p:cNvSpPr>
            <a:spLocks noGrp="1"/>
          </p:cNvSpPr>
          <p:nvPr/>
        </p:nvSpPr>
        <p:spPr>
          <a:xfrm>
            <a:off x="731206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4" name="F2_precision_recall_distributions_5888">
            <a:extLst>
              <a:ext uri="{FF2B5EF4-FFF2-40B4-BE49-F238E27FC236}">
                <a16:creationId xmlns:a16="http://schemas.microsoft.com/office/drawing/2014/main" id="{8A3A6D28-CC4B-4B8C-9685-A2BFB2F95052}"/>
              </a:ext>
            </a:extLst>
          </p:cNvPr>
          <p:cNvSpPr>
            <a:spLocks noGrp="1"/>
          </p:cNvSpPr>
          <p:nvPr/>
        </p:nvSpPr>
        <p:spPr>
          <a:xfrm>
            <a:off x="7089350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5" name="F2_precision_recall_distributions_5889">
            <a:extLst>
              <a:ext uri="{FF2B5EF4-FFF2-40B4-BE49-F238E27FC236}">
                <a16:creationId xmlns:a16="http://schemas.microsoft.com/office/drawing/2014/main" id="{E3863CFC-BD0E-45BD-AF4C-3207C6E4CE5D}"/>
              </a:ext>
            </a:extLst>
          </p:cNvPr>
          <p:cNvSpPr>
            <a:spLocks noGrp="1"/>
          </p:cNvSpPr>
          <p:nvPr/>
        </p:nvSpPr>
        <p:spPr>
          <a:xfrm>
            <a:off x="732986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6" name="F2_precision_recall_distributions_5890">
            <a:extLst>
              <a:ext uri="{FF2B5EF4-FFF2-40B4-BE49-F238E27FC236}">
                <a16:creationId xmlns:a16="http://schemas.microsoft.com/office/drawing/2014/main" id="{AC253E75-3D9F-4482-A61F-841640D7E533}"/>
              </a:ext>
            </a:extLst>
          </p:cNvPr>
          <p:cNvSpPr>
            <a:spLocks noGrp="1"/>
          </p:cNvSpPr>
          <p:nvPr/>
        </p:nvSpPr>
        <p:spPr>
          <a:xfrm>
            <a:off x="7190804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7" name="F2_precision_recall_distributions_5891">
            <a:extLst>
              <a:ext uri="{FF2B5EF4-FFF2-40B4-BE49-F238E27FC236}">
                <a16:creationId xmlns:a16="http://schemas.microsoft.com/office/drawing/2014/main" id="{E96C0FA5-8F40-436A-B8B2-0D6BD728D66E}"/>
              </a:ext>
            </a:extLst>
          </p:cNvPr>
          <p:cNvSpPr>
            <a:spLocks noGrp="1"/>
          </p:cNvSpPr>
          <p:nvPr/>
        </p:nvSpPr>
        <p:spPr>
          <a:xfrm>
            <a:off x="723940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8" name="F2_precision_recall_distributions_5892">
            <a:extLst>
              <a:ext uri="{FF2B5EF4-FFF2-40B4-BE49-F238E27FC236}">
                <a16:creationId xmlns:a16="http://schemas.microsoft.com/office/drawing/2014/main" id="{021FDCF4-F944-4F95-ABB8-7923C2B090A5}"/>
              </a:ext>
            </a:extLst>
          </p:cNvPr>
          <p:cNvSpPr>
            <a:spLocks noGrp="1"/>
          </p:cNvSpPr>
          <p:nvPr/>
        </p:nvSpPr>
        <p:spPr>
          <a:xfrm>
            <a:off x="7332238" y="45374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9" name="F2_precision_recall_distributions_5893">
            <a:extLst>
              <a:ext uri="{FF2B5EF4-FFF2-40B4-BE49-F238E27FC236}">
                <a16:creationId xmlns:a16="http://schemas.microsoft.com/office/drawing/2014/main" id="{81BB9C16-A173-411B-A74A-5C66A7EA9156}"/>
              </a:ext>
            </a:extLst>
          </p:cNvPr>
          <p:cNvSpPr>
            <a:spLocks noGrp="1"/>
          </p:cNvSpPr>
          <p:nvPr/>
        </p:nvSpPr>
        <p:spPr>
          <a:xfrm>
            <a:off x="731896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0" name="F2_precision_recall_distributions_5894">
            <a:extLst>
              <a:ext uri="{FF2B5EF4-FFF2-40B4-BE49-F238E27FC236}">
                <a16:creationId xmlns:a16="http://schemas.microsoft.com/office/drawing/2014/main" id="{4E04DD3E-890E-468C-9FC4-F16B097CC752}"/>
              </a:ext>
            </a:extLst>
          </p:cNvPr>
          <p:cNvSpPr>
            <a:spLocks noGrp="1"/>
          </p:cNvSpPr>
          <p:nvPr/>
        </p:nvSpPr>
        <p:spPr>
          <a:xfrm>
            <a:off x="7173914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1" name="F2_precision_recall_distributions_5895">
            <a:extLst>
              <a:ext uri="{FF2B5EF4-FFF2-40B4-BE49-F238E27FC236}">
                <a16:creationId xmlns:a16="http://schemas.microsoft.com/office/drawing/2014/main" id="{56FD1B0B-48AA-4E19-9369-9BB31D3438C3}"/>
              </a:ext>
            </a:extLst>
          </p:cNvPr>
          <p:cNvSpPr>
            <a:spLocks noGrp="1"/>
          </p:cNvSpPr>
          <p:nvPr/>
        </p:nvSpPr>
        <p:spPr>
          <a:xfrm>
            <a:off x="715907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2" name="F2_precision_recall_distributions_5896">
            <a:extLst>
              <a:ext uri="{FF2B5EF4-FFF2-40B4-BE49-F238E27FC236}">
                <a16:creationId xmlns:a16="http://schemas.microsoft.com/office/drawing/2014/main" id="{4941F3E3-7F78-4A0D-BA18-47C27BC8056F}"/>
              </a:ext>
            </a:extLst>
          </p:cNvPr>
          <p:cNvSpPr>
            <a:spLocks noGrp="1"/>
          </p:cNvSpPr>
          <p:nvPr/>
        </p:nvSpPr>
        <p:spPr>
          <a:xfrm>
            <a:off x="719008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3" name="F2_precision_recall_distributions_5897">
            <a:extLst>
              <a:ext uri="{FF2B5EF4-FFF2-40B4-BE49-F238E27FC236}">
                <a16:creationId xmlns:a16="http://schemas.microsoft.com/office/drawing/2014/main" id="{298DC29C-1177-4AD4-BFF7-BA8E90C62E6C}"/>
              </a:ext>
            </a:extLst>
          </p:cNvPr>
          <p:cNvSpPr>
            <a:spLocks noGrp="1"/>
          </p:cNvSpPr>
          <p:nvPr/>
        </p:nvSpPr>
        <p:spPr>
          <a:xfrm>
            <a:off x="703510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4" name="F2_precision_recall_distributions_5898">
            <a:extLst>
              <a:ext uri="{FF2B5EF4-FFF2-40B4-BE49-F238E27FC236}">
                <a16:creationId xmlns:a16="http://schemas.microsoft.com/office/drawing/2014/main" id="{AFB0A359-5E62-4BCF-8737-2D3C6990CEFD}"/>
              </a:ext>
            </a:extLst>
          </p:cNvPr>
          <p:cNvSpPr>
            <a:spLocks noGrp="1"/>
          </p:cNvSpPr>
          <p:nvPr/>
        </p:nvSpPr>
        <p:spPr>
          <a:xfrm>
            <a:off x="717974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5" name="F2_precision_recall_distributions_5899">
            <a:extLst>
              <a:ext uri="{FF2B5EF4-FFF2-40B4-BE49-F238E27FC236}">
                <a16:creationId xmlns:a16="http://schemas.microsoft.com/office/drawing/2014/main" id="{07CC9280-89B0-454F-9F70-C9EDD18E4173}"/>
              </a:ext>
            </a:extLst>
          </p:cNvPr>
          <p:cNvSpPr>
            <a:spLocks noGrp="1"/>
          </p:cNvSpPr>
          <p:nvPr/>
        </p:nvSpPr>
        <p:spPr>
          <a:xfrm>
            <a:off x="7080397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6" name="F2_precision_recall_distributions_5900">
            <a:extLst>
              <a:ext uri="{FF2B5EF4-FFF2-40B4-BE49-F238E27FC236}">
                <a16:creationId xmlns:a16="http://schemas.microsoft.com/office/drawing/2014/main" id="{32594FBF-39A3-41F5-90BA-5FD985BA9F8F}"/>
              </a:ext>
            </a:extLst>
          </p:cNvPr>
          <p:cNvSpPr>
            <a:spLocks noGrp="1"/>
          </p:cNvSpPr>
          <p:nvPr/>
        </p:nvSpPr>
        <p:spPr>
          <a:xfrm>
            <a:off x="7286308" y="46118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7" name="F2_precision_recall_distributions_5901">
            <a:extLst>
              <a:ext uri="{FF2B5EF4-FFF2-40B4-BE49-F238E27FC236}">
                <a16:creationId xmlns:a16="http://schemas.microsoft.com/office/drawing/2014/main" id="{54024B3A-EE15-4A59-AB2D-0CA08E26D339}"/>
              </a:ext>
            </a:extLst>
          </p:cNvPr>
          <p:cNvSpPr>
            <a:spLocks noGrp="1"/>
          </p:cNvSpPr>
          <p:nvPr/>
        </p:nvSpPr>
        <p:spPr>
          <a:xfrm>
            <a:off x="707684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8" name="F2_precision_recall_distributions_5902">
            <a:extLst>
              <a:ext uri="{FF2B5EF4-FFF2-40B4-BE49-F238E27FC236}">
                <a16:creationId xmlns:a16="http://schemas.microsoft.com/office/drawing/2014/main" id="{147C7BFD-3EEA-46C5-996A-961537A5ED0F}"/>
              </a:ext>
            </a:extLst>
          </p:cNvPr>
          <p:cNvSpPr>
            <a:spLocks noGrp="1"/>
          </p:cNvSpPr>
          <p:nvPr/>
        </p:nvSpPr>
        <p:spPr>
          <a:xfrm>
            <a:off x="703821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9" name="F2_precision_recall_distributions_5903">
            <a:extLst>
              <a:ext uri="{FF2B5EF4-FFF2-40B4-BE49-F238E27FC236}">
                <a16:creationId xmlns:a16="http://schemas.microsoft.com/office/drawing/2014/main" id="{68B8FA0D-4185-40BF-A6E6-7AADE9D371D3}"/>
              </a:ext>
            </a:extLst>
          </p:cNvPr>
          <p:cNvSpPr>
            <a:spLocks noGrp="1"/>
          </p:cNvSpPr>
          <p:nvPr/>
        </p:nvSpPr>
        <p:spPr>
          <a:xfrm>
            <a:off x="709169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0" name="F2_precision_recall_distributions_5904">
            <a:extLst>
              <a:ext uri="{FF2B5EF4-FFF2-40B4-BE49-F238E27FC236}">
                <a16:creationId xmlns:a16="http://schemas.microsoft.com/office/drawing/2014/main" id="{A415AE40-D9DD-49E8-A2B1-7BA641BF999D}"/>
              </a:ext>
            </a:extLst>
          </p:cNvPr>
          <p:cNvSpPr>
            <a:spLocks noGrp="1"/>
          </p:cNvSpPr>
          <p:nvPr/>
        </p:nvSpPr>
        <p:spPr>
          <a:xfrm>
            <a:off x="709044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1" name="F2_precision_recall_distributions_5905">
            <a:extLst>
              <a:ext uri="{FF2B5EF4-FFF2-40B4-BE49-F238E27FC236}">
                <a16:creationId xmlns:a16="http://schemas.microsoft.com/office/drawing/2014/main" id="{E65DADDA-A201-4E2B-9BCE-D899EC435A40}"/>
              </a:ext>
            </a:extLst>
          </p:cNvPr>
          <p:cNvSpPr>
            <a:spLocks noGrp="1"/>
          </p:cNvSpPr>
          <p:nvPr/>
        </p:nvSpPr>
        <p:spPr>
          <a:xfrm>
            <a:off x="7149361" y="455635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2" name="F2_precision_recall_distributions_5906">
            <a:extLst>
              <a:ext uri="{FF2B5EF4-FFF2-40B4-BE49-F238E27FC236}">
                <a16:creationId xmlns:a16="http://schemas.microsoft.com/office/drawing/2014/main" id="{C41491AB-BED1-4D25-9805-D7E7ACC6946E}"/>
              </a:ext>
            </a:extLst>
          </p:cNvPr>
          <p:cNvSpPr>
            <a:spLocks noGrp="1"/>
          </p:cNvSpPr>
          <p:nvPr/>
        </p:nvSpPr>
        <p:spPr>
          <a:xfrm>
            <a:off x="7014505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3" name="F2_precision_recall_distributions_5907">
            <a:extLst>
              <a:ext uri="{FF2B5EF4-FFF2-40B4-BE49-F238E27FC236}">
                <a16:creationId xmlns:a16="http://schemas.microsoft.com/office/drawing/2014/main" id="{E41BC798-53D1-4D0D-9FC3-C7435850B889}"/>
              </a:ext>
            </a:extLst>
          </p:cNvPr>
          <p:cNvSpPr>
            <a:spLocks noGrp="1"/>
          </p:cNvSpPr>
          <p:nvPr/>
        </p:nvSpPr>
        <p:spPr>
          <a:xfrm>
            <a:off x="7292839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4" name="F2_precision_recall_distributions_5908">
            <a:extLst>
              <a:ext uri="{FF2B5EF4-FFF2-40B4-BE49-F238E27FC236}">
                <a16:creationId xmlns:a16="http://schemas.microsoft.com/office/drawing/2014/main" id="{D6CD4AA0-3D77-4E0B-BEB9-E380B6728C07}"/>
              </a:ext>
            </a:extLst>
          </p:cNvPr>
          <p:cNvSpPr>
            <a:spLocks noGrp="1"/>
          </p:cNvSpPr>
          <p:nvPr/>
        </p:nvSpPr>
        <p:spPr>
          <a:xfrm>
            <a:off x="6988337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5" name="F2_precision_recall_distributions_5909">
            <a:extLst>
              <a:ext uri="{FF2B5EF4-FFF2-40B4-BE49-F238E27FC236}">
                <a16:creationId xmlns:a16="http://schemas.microsoft.com/office/drawing/2014/main" id="{12D50D66-55E2-497B-A927-9C4624AE5EF6}"/>
              </a:ext>
            </a:extLst>
          </p:cNvPr>
          <p:cNvSpPr>
            <a:spLocks noGrp="1"/>
          </p:cNvSpPr>
          <p:nvPr/>
        </p:nvSpPr>
        <p:spPr>
          <a:xfrm>
            <a:off x="6974130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6" name="F2_precision_recall_distributions_5910">
            <a:extLst>
              <a:ext uri="{FF2B5EF4-FFF2-40B4-BE49-F238E27FC236}">
                <a16:creationId xmlns:a16="http://schemas.microsoft.com/office/drawing/2014/main" id="{391689B5-CBBF-4C64-92A8-3AFFD449027E}"/>
              </a:ext>
            </a:extLst>
          </p:cNvPr>
          <p:cNvSpPr>
            <a:spLocks noGrp="1"/>
          </p:cNvSpPr>
          <p:nvPr/>
        </p:nvSpPr>
        <p:spPr>
          <a:xfrm>
            <a:off x="715862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7" name="F2_precision_recall_distributions_5911">
            <a:extLst>
              <a:ext uri="{FF2B5EF4-FFF2-40B4-BE49-F238E27FC236}">
                <a16:creationId xmlns:a16="http://schemas.microsoft.com/office/drawing/2014/main" id="{EE4F1D45-C1A4-493B-96D9-FC7F5D5637A2}"/>
              </a:ext>
            </a:extLst>
          </p:cNvPr>
          <p:cNvSpPr>
            <a:spLocks noGrp="1"/>
          </p:cNvSpPr>
          <p:nvPr/>
        </p:nvSpPr>
        <p:spPr>
          <a:xfrm>
            <a:off x="7159807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8" name="F2_precision_recall_distributions_5912">
            <a:extLst>
              <a:ext uri="{FF2B5EF4-FFF2-40B4-BE49-F238E27FC236}">
                <a16:creationId xmlns:a16="http://schemas.microsoft.com/office/drawing/2014/main" id="{382EE9F2-59AC-4938-A6B4-AD5C12BF1EB9}"/>
              </a:ext>
            </a:extLst>
          </p:cNvPr>
          <p:cNvSpPr>
            <a:spLocks noGrp="1"/>
          </p:cNvSpPr>
          <p:nvPr/>
        </p:nvSpPr>
        <p:spPr>
          <a:xfrm>
            <a:off x="702512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9" name="F2_precision_recall_distributions_5913">
            <a:extLst>
              <a:ext uri="{FF2B5EF4-FFF2-40B4-BE49-F238E27FC236}">
                <a16:creationId xmlns:a16="http://schemas.microsoft.com/office/drawing/2014/main" id="{535A4186-9469-4565-B42F-75D3E12C59E8}"/>
              </a:ext>
            </a:extLst>
          </p:cNvPr>
          <p:cNvSpPr>
            <a:spLocks noGrp="1"/>
          </p:cNvSpPr>
          <p:nvPr/>
        </p:nvSpPr>
        <p:spPr>
          <a:xfrm>
            <a:off x="7323882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0" name="F2_precision_recall_distributions_5914">
            <a:extLst>
              <a:ext uri="{FF2B5EF4-FFF2-40B4-BE49-F238E27FC236}">
                <a16:creationId xmlns:a16="http://schemas.microsoft.com/office/drawing/2014/main" id="{82BDD4D3-0F4D-4FF2-97BF-F40487AC9A92}"/>
              </a:ext>
            </a:extLst>
          </p:cNvPr>
          <p:cNvSpPr>
            <a:spLocks noGrp="1"/>
          </p:cNvSpPr>
          <p:nvPr/>
        </p:nvSpPr>
        <p:spPr>
          <a:xfrm>
            <a:off x="7200344" y="45564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1" name="F2_precision_recall_distributions_5915">
            <a:extLst>
              <a:ext uri="{FF2B5EF4-FFF2-40B4-BE49-F238E27FC236}">
                <a16:creationId xmlns:a16="http://schemas.microsoft.com/office/drawing/2014/main" id="{65C88138-EB9F-49DC-9893-7279FA5D30F4}"/>
              </a:ext>
            </a:extLst>
          </p:cNvPr>
          <p:cNvSpPr>
            <a:spLocks noGrp="1"/>
          </p:cNvSpPr>
          <p:nvPr/>
        </p:nvSpPr>
        <p:spPr>
          <a:xfrm>
            <a:off x="725623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2" name="F2_precision_recall_distributions_5916">
            <a:extLst>
              <a:ext uri="{FF2B5EF4-FFF2-40B4-BE49-F238E27FC236}">
                <a16:creationId xmlns:a16="http://schemas.microsoft.com/office/drawing/2014/main" id="{44084F6D-6485-4559-9EDA-189F4ABCE553}"/>
              </a:ext>
            </a:extLst>
          </p:cNvPr>
          <p:cNvSpPr>
            <a:spLocks noGrp="1"/>
          </p:cNvSpPr>
          <p:nvPr/>
        </p:nvSpPr>
        <p:spPr>
          <a:xfrm>
            <a:off x="7102361" y="49195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3" name="F2_precision_recall_distributions_5917">
            <a:extLst>
              <a:ext uri="{FF2B5EF4-FFF2-40B4-BE49-F238E27FC236}">
                <a16:creationId xmlns:a16="http://schemas.microsoft.com/office/drawing/2014/main" id="{4F5EFF59-4951-4B9F-887C-06D9A5D0707B}"/>
              </a:ext>
            </a:extLst>
          </p:cNvPr>
          <p:cNvSpPr>
            <a:spLocks noGrp="1"/>
          </p:cNvSpPr>
          <p:nvPr/>
        </p:nvSpPr>
        <p:spPr>
          <a:xfrm>
            <a:off x="697280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4" name="F2_precision_recall_distributions_5918">
            <a:extLst>
              <a:ext uri="{FF2B5EF4-FFF2-40B4-BE49-F238E27FC236}">
                <a16:creationId xmlns:a16="http://schemas.microsoft.com/office/drawing/2014/main" id="{F796182E-D6FA-46C5-9801-0F5BC2B34B0C}"/>
              </a:ext>
            </a:extLst>
          </p:cNvPr>
          <p:cNvSpPr>
            <a:spLocks noGrp="1"/>
          </p:cNvSpPr>
          <p:nvPr/>
        </p:nvSpPr>
        <p:spPr>
          <a:xfrm>
            <a:off x="70330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5" name="F2_precision_recall_distributions_5919">
            <a:extLst>
              <a:ext uri="{FF2B5EF4-FFF2-40B4-BE49-F238E27FC236}">
                <a16:creationId xmlns:a16="http://schemas.microsoft.com/office/drawing/2014/main" id="{78B206BF-AF76-4C43-A44F-36A2911D64A9}"/>
              </a:ext>
            </a:extLst>
          </p:cNvPr>
          <p:cNvSpPr>
            <a:spLocks noGrp="1"/>
          </p:cNvSpPr>
          <p:nvPr/>
        </p:nvSpPr>
        <p:spPr>
          <a:xfrm>
            <a:off x="7011184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6" name="F2_precision_recall_distributions_5920">
            <a:extLst>
              <a:ext uri="{FF2B5EF4-FFF2-40B4-BE49-F238E27FC236}">
                <a16:creationId xmlns:a16="http://schemas.microsoft.com/office/drawing/2014/main" id="{090DCF10-1BA0-4D07-8E80-FEB6F6526836}"/>
              </a:ext>
            </a:extLst>
          </p:cNvPr>
          <p:cNvSpPr>
            <a:spLocks noGrp="1"/>
          </p:cNvSpPr>
          <p:nvPr/>
        </p:nvSpPr>
        <p:spPr>
          <a:xfrm>
            <a:off x="7068295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7" name="F2_precision_recall_distributions_5921">
            <a:extLst>
              <a:ext uri="{FF2B5EF4-FFF2-40B4-BE49-F238E27FC236}">
                <a16:creationId xmlns:a16="http://schemas.microsoft.com/office/drawing/2014/main" id="{AA45DDEA-6E4A-47ED-873F-484970C135C1}"/>
              </a:ext>
            </a:extLst>
          </p:cNvPr>
          <p:cNvSpPr>
            <a:spLocks noGrp="1"/>
          </p:cNvSpPr>
          <p:nvPr/>
        </p:nvSpPr>
        <p:spPr>
          <a:xfrm>
            <a:off x="714139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8" name="F2_precision_recall_distributions_5922">
            <a:extLst>
              <a:ext uri="{FF2B5EF4-FFF2-40B4-BE49-F238E27FC236}">
                <a16:creationId xmlns:a16="http://schemas.microsoft.com/office/drawing/2014/main" id="{AF47C774-3060-4E59-BC89-2F91B5B109C8}"/>
              </a:ext>
            </a:extLst>
          </p:cNvPr>
          <p:cNvSpPr>
            <a:spLocks noGrp="1"/>
          </p:cNvSpPr>
          <p:nvPr/>
        </p:nvSpPr>
        <p:spPr>
          <a:xfrm>
            <a:off x="729661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9" name="F2_precision_recall_distributions_5923">
            <a:extLst>
              <a:ext uri="{FF2B5EF4-FFF2-40B4-BE49-F238E27FC236}">
                <a16:creationId xmlns:a16="http://schemas.microsoft.com/office/drawing/2014/main" id="{9D7F89A7-F1DD-44CD-BAE8-B4257041C01F}"/>
              </a:ext>
            </a:extLst>
          </p:cNvPr>
          <p:cNvSpPr>
            <a:spLocks noGrp="1"/>
          </p:cNvSpPr>
          <p:nvPr/>
        </p:nvSpPr>
        <p:spPr>
          <a:xfrm>
            <a:off x="729323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0" name="F2_precision_recall_distributions_5924">
            <a:extLst>
              <a:ext uri="{FF2B5EF4-FFF2-40B4-BE49-F238E27FC236}">
                <a16:creationId xmlns:a16="http://schemas.microsoft.com/office/drawing/2014/main" id="{6530403E-EC30-4F7D-9CF8-24748C434B6C}"/>
              </a:ext>
            </a:extLst>
          </p:cNvPr>
          <p:cNvSpPr>
            <a:spLocks noGrp="1"/>
          </p:cNvSpPr>
          <p:nvPr/>
        </p:nvSpPr>
        <p:spPr>
          <a:xfrm>
            <a:off x="718078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1" name="F2_precision_recall_distributions_5925">
            <a:extLst>
              <a:ext uri="{FF2B5EF4-FFF2-40B4-BE49-F238E27FC236}">
                <a16:creationId xmlns:a16="http://schemas.microsoft.com/office/drawing/2014/main" id="{84187C18-E128-4FD3-96C1-4D48AA406BE0}"/>
              </a:ext>
            </a:extLst>
          </p:cNvPr>
          <p:cNvSpPr>
            <a:spLocks noGrp="1"/>
          </p:cNvSpPr>
          <p:nvPr/>
        </p:nvSpPr>
        <p:spPr>
          <a:xfrm>
            <a:off x="70789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2" name="F2_precision_recall_distributions_5926">
            <a:extLst>
              <a:ext uri="{FF2B5EF4-FFF2-40B4-BE49-F238E27FC236}">
                <a16:creationId xmlns:a16="http://schemas.microsoft.com/office/drawing/2014/main" id="{4C53FC05-D074-43A8-83E9-3CDFEE510E0C}"/>
              </a:ext>
            </a:extLst>
          </p:cNvPr>
          <p:cNvSpPr>
            <a:spLocks noGrp="1"/>
          </p:cNvSpPr>
          <p:nvPr/>
        </p:nvSpPr>
        <p:spPr>
          <a:xfrm>
            <a:off x="7023629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3" name="F2_precision_recall_distributions_5927">
            <a:extLst>
              <a:ext uri="{FF2B5EF4-FFF2-40B4-BE49-F238E27FC236}">
                <a16:creationId xmlns:a16="http://schemas.microsoft.com/office/drawing/2014/main" id="{7EB8B8F4-8B7B-48F0-A463-EE8FB1893AD7}"/>
              </a:ext>
            </a:extLst>
          </p:cNvPr>
          <p:cNvSpPr>
            <a:spLocks noGrp="1"/>
          </p:cNvSpPr>
          <p:nvPr/>
        </p:nvSpPr>
        <p:spPr>
          <a:xfrm>
            <a:off x="7337545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4" name="F2_precision_recall_distributions_5928">
            <a:extLst>
              <a:ext uri="{FF2B5EF4-FFF2-40B4-BE49-F238E27FC236}">
                <a16:creationId xmlns:a16="http://schemas.microsoft.com/office/drawing/2014/main" id="{D9D68774-BE1E-43D5-9BA6-A7F4F5816B43}"/>
              </a:ext>
            </a:extLst>
          </p:cNvPr>
          <p:cNvSpPr>
            <a:spLocks noGrp="1"/>
          </p:cNvSpPr>
          <p:nvPr/>
        </p:nvSpPr>
        <p:spPr>
          <a:xfrm>
            <a:off x="697372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5" name="F2_precision_recall_distributions_5929">
            <a:extLst>
              <a:ext uri="{FF2B5EF4-FFF2-40B4-BE49-F238E27FC236}">
                <a16:creationId xmlns:a16="http://schemas.microsoft.com/office/drawing/2014/main" id="{E99CBA48-F936-435F-B360-B7FDEED85660}"/>
              </a:ext>
            </a:extLst>
          </p:cNvPr>
          <p:cNvSpPr>
            <a:spLocks noGrp="1"/>
          </p:cNvSpPr>
          <p:nvPr/>
        </p:nvSpPr>
        <p:spPr>
          <a:xfrm>
            <a:off x="7039239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6" name="F2_precision_recall_distributions_5930">
            <a:extLst>
              <a:ext uri="{FF2B5EF4-FFF2-40B4-BE49-F238E27FC236}">
                <a16:creationId xmlns:a16="http://schemas.microsoft.com/office/drawing/2014/main" id="{5947D48C-B718-4A83-A995-5C8A74D6198C}"/>
              </a:ext>
            </a:extLst>
          </p:cNvPr>
          <p:cNvSpPr>
            <a:spLocks noGrp="1"/>
          </p:cNvSpPr>
          <p:nvPr/>
        </p:nvSpPr>
        <p:spPr>
          <a:xfrm>
            <a:off x="7072728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7" name="F2_precision_recall_distributions_5931">
            <a:extLst>
              <a:ext uri="{FF2B5EF4-FFF2-40B4-BE49-F238E27FC236}">
                <a16:creationId xmlns:a16="http://schemas.microsoft.com/office/drawing/2014/main" id="{7720449F-5B1E-499A-902E-955E7B2C1691}"/>
              </a:ext>
            </a:extLst>
          </p:cNvPr>
          <p:cNvSpPr>
            <a:spLocks noGrp="1"/>
          </p:cNvSpPr>
          <p:nvPr/>
        </p:nvSpPr>
        <p:spPr>
          <a:xfrm>
            <a:off x="700910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8" name="F2_precision_recall_distributions_5932">
            <a:extLst>
              <a:ext uri="{FF2B5EF4-FFF2-40B4-BE49-F238E27FC236}">
                <a16:creationId xmlns:a16="http://schemas.microsoft.com/office/drawing/2014/main" id="{C936AE87-A106-455C-9719-FD91B3C31438}"/>
              </a:ext>
            </a:extLst>
          </p:cNvPr>
          <p:cNvSpPr>
            <a:spLocks noGrp="1"/>
          </p:cNvSpPr>
          <p:nvPr/>
        </p:nvSpPr>
        <p:spPr>
          <a:xfrm>
            <a:off x="721895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9" name="F2_precision_recall_distributions_5933">
            <a:extLst>
              <a:ext uri="{FF2B5EF4-FFF2-40B4-BE49-F238E27FC236}">
                <a16:creationId xmlns:a16="http://schemas.microsoft.com/office/drawing/2014/main" id="{FD214127-A6A1-41D7-8583-1BE63ECA5E87}"/>
              </a:ext>
            </a:extLst>
          </p:cNvPr>
          <p:cNvSpPr>
            <a:spLocks noGrp="1"/>
          </p:cNvSpPr>
          <p:nvPr/>
        </p:nvSpPr>
        <p:spPr>
          <a:xfrm>
            <a:off x="7160637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0" name="F2_precision_recall_distributions_5934">
            <a:extLst>
              <a:ext uri="{FF2B5EF4-FFF2-40B4-BE49-F238E27FC236}">
                <a16:creationId xmlns:a16="http://schemas.microsoft.com/office/drawing/2014/main" id="{F420B2B8-DC30-474C-B99C-FBFB16A593B5}"/>
              </a:ext>
            </a:extLst>
          </p:cNvPr>
          <p:cNvSpPr>
            <a:spLocks noGrp="1"/>
          </p:cNvSpPr>
          <p:nvPr/>
        </p:nvSpPr>
        <p:spPr>
          <a:xfrm>
            <a:off x="698169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1" name="F2_precision_recall_distributions_5935">
            <a:extLst>
              <a:ext uri="{FF2B5EF4-FFF2-40B4-BE49-F238E27FC236}">
                <a16:creationId xmlns:a16="http://schemas.microsoft.com/office/drawing/2014/main" id="{41DC594C-E631-4C2E-B1B4-1B6A1BA5F4A3}"/>
              </a:ext>
            </a:extLst>
          </p:cNvPr>
          <p:cNvSpPr>
            <a:spLocks noGrp="1"/>
          </p:cNvSpPr>
          <p:nvPr/>
        </p:nvSpPr>
        <p:spPr>
          <a:xfrm>
            <a:off x="7249075" y="47485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2" name="F2_precision_recall_distributions_5936">
            <a:extLst>
              <a:ext uri="{FF2B5EF4-FFF2-40B4-BE49-F238E27FC236}">
                <a16:creationId xmlns:a16="http://schemas.microsoft.com/office/drawing/2014/main" id="{41A08085-877A-4300-8A14-9DB3C73FAC86}"/>
              </a:ext>
            </a:extLst>
          </p:cNvPr>
          <p:cNvSpPr>
            <a:spLocks noGrp="1"/>
          </p:cNvSpPr>
          <p:nvPr/>
        </p:nvSpPr>
        <p:spPr>
          <a:xfrm>
            <a:off x="701806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3" name="F2_precision_recall_distributions_5937">
            <a:extLst>
              <a:ext uri="{FF2B5EF4-FFF2-40B4-BE49-F238E27FC236}">
                <a16:creationId xmlns:a16="http://schemas.microsoft.com/office/drawing/2014/main" id="{A2DE3599-A3B6-4D93-8E5B-5EDAE0736C46}"/>
              </a:ext>
            </a:extLst>
          </p:cNvPr>
          <p:cNvSpPr>
            <a:spLocks noGrp="1"/>
          </p:cNvSpPr>
          <p:nvPr/>
        </p:nvSpPr>
        <p:spPr>
          <a:xfrm>
            <a:off x="733236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4" name="F2_precision_recall_distributions_5938">
            <a:extLst>
              <a:ext uri="{FF2B5EF4-FFF2-40B4-BE49-F238E27FC236}">
                <a16:creationId xmlns:a16="http://schemas.microsoft.com/office/drawing/2014/main" id="{80675601-AD94-49EA-8ED3-41B095E33D33}"/>
              </a:ext>
            </a:extLst>
          </p:cNvPr>
          <p:cNvSpPr>
            <a:spLocks noGrp="1"/>
          </p:cNvSpPr>
          <p:nvPr/>
        </p:nvSpPr>
        <p:spPr>
          <a:xfrm>
            <a:off x="730132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5" name="F2_precision_recall_distributions_5939">
            <a:extLst>
              <a:ext uri="{FF2B5EF4-FFF2-40B4-BE49-F238E27FC236}">
                <a16:creationId xmlns:a16="http://schemas.microsoft.com/office/drawing/2014/main" id="{CF7B5B8C-F030-414E-BE3B-6140DEC50050}"/>
              </a:ext>
            </a:extLst>
          </p:cNvPr>
          <p:cNvSpPr>
            <a:spLocks noGrp="1"/>
          </p:cNvSpPr>
          <p:nvPr/>
        </p:nvSpPr>
        <p:spPr>
          <a:xfrm>
            <a:off x="7202788" y="44656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6" name="F2_precision_recall_distributions_5940">
            <a:extLst>
              <a:ext uri="{FF2B5EF4-FFF2-40B4-BE49-F238E27FC236}">
                <a16:creationId xmlns:a16="http://schemas.microsoft.com/office/drawing/2014/main" id="{8C6D4DBB-DEF7-46A3-9063-07BCF1B6A844}"/>
              </a:ext>
            </a:extLst>
          </p:cNvPr>
          <p:cNvSpPr>
            <a:spLocks noGrp="1"/>
          </p:cNvSpPr>
          <p:nvPr/>
        </p:nvSpPr>
        <p:spPr>
          <a:xfrm>
            <a:off x="722396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7" name="F2_precision_recall_distributions_5941">
            <a:extLst>
              <a:ext uri="{FF2B5EF4-FFF2-40B4-BE49-F238E27FC236}">
                <a16:creationId xmlns:a16="http://schemas.microsoft.com/office/drawing/2014/main" id="{CE5A22B3-3529-4E04-8581-B30184CA7E83}"/>
              </a:ext>
            </a:extLst>
          </p:cNvPr>
          <p:cNvSpPr>
            <a:spLocks noGrp="1"/>
          </p:cNvSpPr>
          <p:nvPr/>
        </p:nvSpPr>
        <p:spPr>
          <a:xfrm>
            <a:off x="725820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8" name="F2_precision_recall_distributions_5942">
            <a:extLst>
              <a:ext uri="{FF2B5EF4-FFF2-40B4-BE49-F238E27FC236}">
                <a16:creationId xmlns:a16="http://schemas.microsoft.com/office/drawing/2014/main" id="{7008897B-A00E-4B38-9244-478E829804AF}"/>
              </a:ext>
            </a:extLst>
          </p:cNvPr>
          <p:cNvSpPr>
            <a:spLocks noGrp="1"/>
          </p:cNvSpPr>
          <p:nvPr/>
        </p:nvSpPr>
        <p:spPr>
          <a:xfrm>
            <a:off x="708988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9" name="F2_precision_recall_distributions_5943">
            <a:extLst>
              <a:ext uri="{FF2B5EF4-FFF2-40B4-BE49-F238E27FC236}">
                <a16:creationId xmlns:a16="http://schemas.microsoft.com/office/drawing/2014/main" id="{1DBF88C0-1337-4A18-B4F4-93F5F29BE1E0}"/>
              </a:ext>
            </a:extLst>
          </p:cNvPr>
          <p:cNvSpPr>
            <a:spLocks noGrp="1"/>
          </p:cNvSpPr>
          <p:nvPr/>
        </p:nvSpPr>
        <p:spPr>
          <a:xfrm>
            <a:off x="6995988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0" name="F2_precision_recall_distributions_5944">
            <a:extLst>
              <a:ext uri="{FF2B5EF4-FFF2-40B4-BE49-F238E27FC236}">
                <a16:creationId xmlns:a16="http://schemas.microsoft.com/office/drawing/2014/main" id="{5A19ED72-4211-40BA-9729-F2584DB505E7}"/>
              </a:ext>
            </a:extLst>
          </p:cNvPr>
          <p:cNvSpPr>
            <a:spLocks noGrp="1"/>
          </p:cNvSpPr>
          <p:nvPr/>
        </p:nvSpPr>
        <p:spPr>
          <a:xfrm>
            <a:off x="715784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1" name="F2_precision_recall_distributions_5945">
            <a:extLst>
              <a:ext uri="{FF2B5EF4-FFF2-40B4-BE49-F238E27FC236}">
                <a16:creationId xmlns:a16="http://schemas.microsoft.com/office/drawing/2014/main" id="{DBE218A7-8EAC-4546-BD37-2C3AAC31671B}"/>
              </a:ext>
            </a:extLst>
          </p:cNvPr>
          <p:cNvSpPr>
            <a:spLocks noGrp="1"/>
          </p:cNvSpPr>
          <p:nvPr/>
        </p:nvSpPr>
        <p:spPr>
          <a:xfrm>
            <a:off x="7141616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2" name="F2_precision_recall_distributions_5946">
            <a:extLst>
              <a:ext uri="{FF2B5EF4-FFF2-40B4-BE49-F238E27FC236}">
                <a16:creationId xmlns:a16="http://schemas.microsoft.com/office/drawing/2014/main" id="{08C8B861-4751-40AB-9030-165951C90A3D}"/>
              </a:ext>
            </a:extLst>
          </p:cNvPr>
          <p:cNvSpPr>
            <a:spLocks noGrp="1"/>
          </p:cNvSpPr>
          <p:nvPr/>
        </p:nvSpPr>
        <p:spPr>
          <a:xfrm>
            <a:off x="7203314" y="43360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3" name="F2_precision_recall_distributions_5947">
            <a:extLst>
              <a:ext uri="{FF2B5EF4-FFF2-40B4-BE49-F238E27FC236}">
                <a16:creationId xmlns:a16="http://schemas.microsoft.com/office/drawing/2014/main" id="{BD0F17CE-BBFB-41D0-B635-1039EEA89165}"/>
              </a:ext>
            </a:extLst>
          </p:cNvPr>
          <p:cNvSpPr>
            <a:spLocks noGrp="1"/>
          </p:cNvSpPr>
          <p:nvPr/>
        </p:nvSpPr>
        <p:spPr>
          <a:xfrm>
            <a:off x="7187639" y="49843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4" name="F2_precision_recall_distributions_5948">
            <a:extLst>
              <a:ext uri="{FF2B5EF4-FFF2-40B4-BE49-F238E27FC236}">
                <a16:creationId xmlns:a16="http://schemas.microsoft.com/office/drawing/2014/main" id="{61FD1A64-5EA9-4858-AAA3-93981C4859D2}"/>
              </a:ext>
            </a:extLst>
          </p:cNvPr>
          <p:cNvSpPr>
            <a:spLocks noGrp="1"/>
          </p:cNvSpPr>
          <p:nvPr/>
        </p:nvSpPr>
        <p:spPr>
          <a:xfrm>
            <a:off x="715152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5" name="F2_precision_recall_distributions_5949">
            <a:extLst>
              <a:ext uri="{FF2B5EF4-FFF2-40B4-BE49-F238E27FC236}">
                <a16:creationId xmlns:a16="http://schemas.microsoft.com/office/drawing/2014/main" id="{AC082E66-8B9B-4B01-B0D4-7A98F726AC25}"/>
              </a:ext>
            </a:extLst>
          </p:cNvPr>
          <p:cNvSpPr>
            <a:spLocks noGrp="1"/>
          </p:cNvSpPr>
          <p:nvPr/>
        </p:nvSpPr>
        <p:spPr>
          <a:xfrm>
            <a:off x="718276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6" name="F2_precision_recall_distributions_5950">
            <a:extLst>
              <a:ext uri="{FF2B5EF4-FFF2-40B4-BE49-F238E27FC236}">
                <a16:creationId xmlns:a16="http://schemas.microsoft.com/office/drawing/2014/main" id="{BB673258-9CF3-481E-B9F0-482A137F44EA}"/>
              </a:ext>
            </a:extLst>
          </p:cNvPr>
          <p:cNvSpPr>
            <a:spLocks noGrp="1"/>
          </p:cNvSpPr>
          <p:nvPr/>
        </p:nvSpPr>
        <p:spPr>
          <a:xfrm>
            <a:off x="724242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7" name="F2_precision_recall_distributions_5951">
            <a:extLst>
              <a:ext uri="{FF2B5EF4-FFF2-40B4-BE49-F238E27FC236}">
                <a16:creationId xmlns:a16="http://schemas.microsoft.com/office/drawing/2014/main" id="{65A9C608-EBD3-42C3-9E62-7974767BF297}"/>
              </a:ext>
            </a:extLst>
          </p:cNvPr>
          <p:cNvSpPr>
            <a:spLocks noGrp="1"/>
          </p:cNvSpPr>
          <p:nvPr/>
        </p:nvSpPr>
        <p:spPr>
          <a:xfrm>
            <a:off x="6981599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8" name="F2_precision_recall_distributions_5952">
            <a:extLst>
              <a:ext uri="{FF2B5EF4-FFF2-40B4-BE49-F238E27FC236}">
                <a16:creationId xmlns:a16="http://schemas.microsoft.com/office/drawing/2014/main" id="{1582AABC-EAAB-47D1-9112-A7CB97229AA0}"/>
              </a:ext>
            </a:extLst>
          </p:cNvPr>
          <p:cNvSpPr>
            <a:spLocks noGrp="1"/>
          </p:cNvSpPr>
          <p:nvPr/>
        </p:nvSpPr>
        <p:spPr>
          <a:xfrm>
            <a:off x="7202932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9" name="F2_precision_recall_distributions_5953">
            <a:extLst>
              <a:ext uri="{FF2B5EF4-FFF2-40B4-BE49-F238E27FC236}">
                <a16:creationId xmlns:a16="http://schemas.microsoft.com/office/drawing/2014/main" id="{3E932F6F-7673-4944-8FF9-2331D7D0F909}"/>
              </a:ext>
            </a:extLst>
          </p:cNvPr>
          <p:cNvSpPr>
            <a:spLocks noGrp="1"/>
          </p:cNvSpPr>
          <p:nvPr/>
        </p:nvSpPr>
        <p:spPr>
          <a:xfrm>
            <a:off x="72537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0" name="F2_precision_recall_distributions_5954">
            <a:extLst>
              <a:ext uri="{FF2B5EF4-FFF2-40B4-BE49-F238E27FC236}">
                <a16:creationId xmlns:a16="http://schemas.microsoft.com/office/drawing/2014/main" id="{A4B63057-BCEA-466F-8797-DB9F7EF6DF11}"/>
              </a:ext>
            </a:extLst>
          </p:cNvPr>
          <p:cNvSpPr>
            <a:spLocks noGrp="1"/>
          </p:cNvSpPr>
          <p:nvPr/>
        </p:nvSpPr>
        <p:spPr>
          <a:xfrm>
            <a:off x="711956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1" name="F2_precision_recall_distributions_5955">
            <a:extLst>
              <a:ext uri="{FF2B5EF4-FFF2-40B4-BE49-F238E27FC236}">
                <a16:creationId xmlns:a16="http://schemas.microsoft.com/office/drawing/2014/main" id="{1B63B3F6-1D0F-41C1-973C-C80260726FDF}"/>
              </a:ext>
            </a:extLst>
          </p:cNvPr>
          <p:cNvSpPr>
            <a:spLocks noGrp="1"/>
          </p:cNvSpPr>
          <p:nvPr/>
        </p:nvSpPr>
        <p:spPr>
          <a:xfrm>
            <a:off x="7292115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2" name="F2_precision_recall_distributions_5956">
            <a:extLst>
              <a:ext uri="{FF2B5EF4-FFF2-40B4-BE49-F238E27FC236}">
                <a16:creationId xmlns:a16="http://schemas.microsoft.com/office/drawing/2014/main" id="{55AD3A3F-E666-4B7B-8B55-439E0B74061E}"/>
              </a:ext>
            </a:extLst>
          </p:cNvPr>
          <p:cNvSpPr>
            <a:spLocks noGrp="1"/>
          </p:cNvSpPr>
          <p:nvPr/>
        </p:nvSpPr>
        <p:spPr>
          <a:xfrm>
            <a:off x="724698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3" name="F2_precision_recall_distributions_5957">
            <a:extLst>
              <a:ext uri="{FF2B5EF4-FFF2-40B4-BE49-F238E27FC236}">
                <a16:creationId xmlns:a16="http://schemas.microsoft.com/office/drawing/2014/main" id="{A1451D58-2375-4126-B48C-8CD5003673A7}"/>
              </a:ext>
            </a:extLst>
          </p:cNvPr>
          <p:cNvSpPr>
            <a:spLocks noGrp="1"/>
          </p:cNvSpPr>
          <p:nvPr/>
        </p:nvSpPr>
        <p:spPr>
          <a:xfrm>
            <a:off x="703441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4" name="F2_precision_recall_distributions_5958">
            <a:extLst>
              <a:ext uri="{FF2B5EF4-FFF2-40B4-BE49-F238E27FC236}">
                <a16:creationId xmlns:a16="http://schemas.microsoft.com/office/drawing/2014/main" id="{82108A8D-76A3-4DA5-971C-C6A7F70FC3F0}"/>
              </a:ext>
            </a:extLst>
          </p:cNvPr>
          <p:cNvSpPr>
            <a:spLocks noGrp="1"/>
          </p:cNvSpPr>
          <p:nvPr/>
        </p:nvSpPr>
        <p:spPr>
          <a:xfrm>
            <a:off x="7104406" y="471491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5" name="F2_precision_recall_distributions_5959">
            <a:extLst>
              <a:ext uri="{FF2B5EF4-FFF2-40B4-BE49-F238E27FC236}">
                <a16:creationId xmlns:a16="http://schemas.microsoft.com/office/drawing/2014/main" id="{1A7718F7-2293-4EE6-9A0B-8F1DBE882528}"/>
              </a:ext>
            </a:extLst>
          </p:cNvPr>
          <p:cNvSpPr>
            <a:spLocks noGrp="1"/>
          </p:cNvSpPr>
          <p:nvPr/>
        </p:nvSpPr>
        <p:spPr>
          <a:xfrm>
            <a:off x="7307472" y="43511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6" name="F2_precision_recall_distributions_5960">
            <a:extLst>
              <a:ext uri="{FF2B5EF4-FFF2-40B4-BE49-F238E27FC236}">
                <a16:creationId xmlns:a16="http://schemas.microsoft.com/office/drawing/2014/main" id="{B9B2338A-0B02-4315-B464-668DAD4BD5FA}"/>
              </a:ext>
            </a:extLst>
          </p:cNvPr>
          <p:cNvSpPr>
            <a:spLocks noGrp="1"/>
          </p:cNvSpPr>
          <p:nvPr/>
        </p:nvSpPr>
        <p:spPr>
          <a:xfrm>
            <a:off x="700202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7" name="F2_precision_recall_distributions_5961">
            <a:extLst>
              <a:ext uri="{FF2B5EF4-FFF2-40B4-BE49-F238E27FC236}">
                <a16:creationId xmlns:a16="http://schemas.microsoft.com/office/drawing/2014/main" id="{7711693D-CBF0-44C8-B848-F97F63E5F310}"/>
              </a:ext>
            </a:extLst>
          </p:cNvPr>
          <p:cNvSpPr>
            <a:spLocks noGrp="1"/>
          </p:cNvSpPr>
          <p:nvPr/>
        </p:nvSpPr>
        <p:spPr>
          <a:xfrm>
            <a:off x="7067139" y="46103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8" name="F2_precision_recall_distributions_5962">
            <a:extLst>
              <a:ext uri="{FF2B5EF4-FFF2-40B4-BE49-F238E27FC236}">
                <a16:creationId xmlns:a16="http://schemas.microsoft.com/office/drawing/2014/main" id="{A007F385-B687-4CD9-A9DD-9BBE88CA6DA6}"/>
              </a:ext>
            </a:extLst>
          </p:cNvPr>
          <p:cNvSpPr>
            <a:spLocks noGrp="1"/>
          </p:cNvSpPr>
          <p:nvPr/>
        </p:nvSpPr>
        <p:spPr>
          <a:xfrm>
            <a:off x="7082914" y="47391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9" name="F2_precision_recall_distributions_5963">
            <a:extLst>
              <a:ext uri="{FF2B5EF4-FFF2-40B4-BE49-F238E27FC236}">
                <a16:creationId xmlns:a16="http://schemas.microsoft.com/office/drawing/2014/main" id="{1A65208B-159C-4D9A-AAB4-360B94712D1A}"/>
              </a:ext>
            </a:extLst>
          </p:cNvPr>
          <p:cNvSpPr>
            <a:spLocks noGrp="1"/>
          </p:cNvSpPr>
          <p:nvPr/>
        </p:nvSpPr>
        <p:spPr>
          <a:xfrm>
            <a:off x="725863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0" name="F2_precision_recall_distributions_5964">
            <a:extLst>
              <a:ext uri="{FF2B5EF4-FFF2-40B4-BE49-F238E27FC236}">
                <a16:creationId xmlns:a16="http://schemas.microsoft.com/office/drawing/2014/main" id="{61171B81-F21B-4862-A65B-91CEF6675FD2}"/>
              </a:ext>
            </a:extLst>
          </p:cNvPr>
          <p:cNvSpPr>
            <a:spLocks noGrp="1"/>
          </p:cNvSpPr>
          <p:nvPr/>
        </p:nvSpPr>
        <p:spPr>
          <a:xfrm>
            <a:off x="7287120" y="506475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1" name="F2_precision_recall_distributions_5965">
            <a:extLst>
              <a:ext uri="{FF2B5EF4-FFF2-40B4-BE49-F238E27FC236}">
                <a16:creationId xmlns:a16="http://schemas.microsoft.com/office/drawing/2014/main" id="{8F1789DE-B661-4CD0-922D-769023580B3D}"/>
              </a:ext>
            </a:extLst>
          </p:cNvPr>
          <p:cNvSpPr>
            <a:spLocks noGrp="1"/>
          </p:cNvSpPr>
          <p:nvPr/>
        </p:nvSpPr>
        <p:spPr>
          <a:xfrm>
            <a:off x="7336365" y="49372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2" name="F2_precision_recall_distributions_5966">
            <a:extLst>
              <a:ext uri="{FF2B5EF4-FFF2-40B4-BE49-F238E27FC236}">
                <a16:creationId xmlns:a16="http://schemas.microsoft.com/office/drawing/2014/main" id="{E81975D6-78D4-4AEE-8B88-A4EA06E7EC54}"/>
              </a:ext>
            </a:extLst>
          </p:cNvPr>
          <p:cNvSpPr>
            <a:spLocks noGrp="1"/>
          </p:cNvSpPr>
          <p:nvPr/>
        </p:nvSpPr>
        <p:spPr>
          <a:xfrm>
            <a:off x="702756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3" name="F2_precision_recall_distributions_5967">
            <a:extLst>
              <a:ext uri="{FF2B5EF4-FFF2-40B4-BE49-F238E27FC236}">
                <a16:creationId xmlns:a16="http://schemas.microsoft.com/office/drawing/2014/main" id="{16C57FE2-E16C-44E4-AE01-7896FE49C25A}"/>
              </a:ext>
            </a:extLst>
          </p:cNvPr>
          <p:cNvSpPr>
            <a:spLocks noGrp="1"/>
          </p:cNvSpPr>
          <p:nvPr/>
        </p:nvSpPr>
        <p:spPr>
          <a:xfrm>
            <a:off x="704844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4" name="F2_precision_recall_distributions_5968">
            <a:extLst>
              <a:ext uri="{FF2B5EF4-FFF2-40B4-BE49-F238E27FC236}">
                <a16:creationId xmlns:a16="http://schemas.microsoft.com/office/drawing/2014/main" id="{D196A2BD-3557-4579-B9BA-D14771F78545}"/>
              </a:ext>
            </a:extLst>
          </p:cNvPr>
          <p:cNvSpPr>
            <a:spLocks noGrp="1"/>
          </p:cNvSpPr>
          <p:nvPr/>
        </p:nvSpPr>
        <p:spPr>
          <a:xfrm>
            <a:off x="704561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5" name="F2_precision_recall_distributions_5969">
            <a:extLst>
              <a:ext uri="{FF2B5EF4-FFF2-40B4-BE49-F238E27FC236}">
                <a16:creationId xmlns:a16="http://schemas.microsoft.com/office/drawing/2014/main" id="{27F4DE07-61F9-4BB6-AC24-CC83C4F7D52A}"/>
              </a:ext>
            </a:extLst>
          </p:cNvPr>
          <p:cNvSpPr>
            <a:spLocks noGrp="1"/>
          </p:cNvSpPr>
          <p:nvPr/>
        </p:nvSpPr>
        <p:spPr>
          <a:xfrm>
            <a:off x="7229101" y="49978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6" name="F2_precision_recall_distributions_5970">
            <a:extLst>
              <a:ext uri="{FF2B5EF4-FFF2-40B4-BE49-F238E27FC236}">
                <a16:creationId xmlns:a16="http://schemas.microsoft.com/office/drawing/2014/main" id="{FA3DC1CD-C88F-4881-82F7-6034DEF5F022}"/>
              </a:ext>
            </a:extLst>
          </p:cNvPr>
          <p:cNvSpPr>
            <a:spLocks noGrp="1"/>
          </p:cNvSpPr>
          <p:nvPr/>
        </p:nvSpPr>
        <p:spPr>
          <a:xfrm>
            <a:off x="725825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7" name="F2_precision_recall_distributions_5971">
            <a:extLst>
              <a:ext uri="{FF2B5EF4-FFF2-40B4-BE49-F238E27FC236}">
                <a16:creationId xmlns:a16="http://schemas.microsoft.com/office/drawing/2014/main" id="{4B1DCAE4-F231-4F76-9F2D-C632A96186B2}"/>
              </a:ext>
            </a:extLst>
          </p:cNvPr>
          <p:cNvSpPr>
            <a:spLocks noGrp="1"/>
          </p:cNvSpPr>
          <p:nvPr/>
        </p:nvSpPr>
        <p:spPr>
          <a:xfrm>
            <a:off x="701555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8" name="F2_precision_recall_distributions_5972">
            <a:extLst>
              <a:ext uri="{FF2B5EF4-FFF2-40B4-BE49-F238E27FC236}">
                <a16:creationId xmlns:a16="http://schemas.microsoft.com/office/drawing/2014/main" id="{E6DBE639-2C62-4A99-893E-982B123F6725}"/>
              </a:ext>
            </a:extLst>
          </p:cNvPr>
          <p:cNvSpPr>
            <a:spLocks noGrp="1"/>
          </p:cNvSpPr>
          <p:nvPr/>
        </p:nvSpPr>
        <p:spPr>
          <a:xfrm>
            <a:off x="7992389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873" y="842186"/>
                </a:lnTo>
                <a:lnTo>
                  <a:pt x="22877" y="835606"/>
                </a:lnTo>
                <a:lnTo>
                  <a:pt x="49267" y="829027"/>
                </a:lnTo>
                <a:lnTo>
                  <a:pt x="82465" y="822447"/>
                </a:lnTo>
                <a:lnTo>
                  <a:pt x="119468" y="815868"/>
                </a:lnTo>
                <a:lnTo>
                  <a:pt x="157287" y="809288"/>
                </a:lnTo>
                <a:lnTo>
                  <a:pt x="193329" y="802708"/>
                </a:lnTo>
                <a:lnTo>
                  <a:pt x="225648" y="796129"/>
                </a:lnTo>
                <a:lnTo>
                  <a:pt x="253056" y="789549"/>
                </a:lnTo>
                <a:lnTo>
                  <a:pt x="275092" y="782970"/>
                </a:lnTo>
                <a:lnTo>
                  <a:pt x="291895" y="776390"/>
                </a:lnTo>
                <a:lnTo>
                  <a:pt x="304019" y="769811"/>
                </a:lnTo>
                <a:lnTo>
                  <a:pt x="312251" y="763231"/>
                </a:lnTo>
                <a:lnTo>
                  <a:pt x="317452" y="756651"/>
                </a:lnTo>
                <a:lnTo>
                  <a:pt x="320446" y="750072"/>
                </a:lnTo>
                <a:lnTo>
                  <a:pt x="321949" y="743492"/>
                </a:lnTo>
                <a:lnTo>
                  <a:pt x="322543" y="736913"/>
                </a:lnTo>
                <a:lnTo>
                  <a:pt x="322668" y="730333"/>
                </a:lnTo>
                <a:lnTo>
                  <a:pt x="322634" y="723754"/>
                </a:lnTo>
                <a:lnTo>
                  <a:pt x="322640" y="717174"/>
                </a:lnTo>
                <a:lnTo>
                  <a:pt x="322791" y="710594"/>
                </a:lnTo>
                <a:lnTo>
                  <a:pt x="323118" y="704015"/>
                </a:lnTo>
                <a:lnTo>
                  <a:pt x="323598" y="697435"/>
                </a:lnTo>
                <a:lnTo>
                  <a:pt x="324174" y="690856"/>
                </a:lnTo>
                <a:lnTo>
                  <a:pt x="324772" y="684276"/>
                </a:lnTo>
                <a:lnTo>
                  <a:pt x="325316" y="677697"/>
                </a:lnTo>
                <a:lnTo>
                  <a:pt x="325739" y="671117"/>
                </a:lnTo>
                <a:lnTo>
                  <a:pt x="325991" y="664537"/>
                </a:lnTo>
                <a:lnTo>
                  <a:pt x="326037" y="657958"/>
                </a:lnTo>
                <a:lnTo>
                  <a:pt x="325855" y="651378"/>
                </a:lnTo>
                <a:lnTo>
                  <a:pt x="325428" y="644799"/>
                </a:lnTo>
                <a:lnTo>
                  <a:pt x="324743" y="638219"/>
                </a:lnTo>
                <a:lnTo>
                  <a:pt x="323786" y="631639"/>
                </a:lnTo>
                <a:lnTo>
                  <a:pt x="322547" y="625060"/>
                </a:lnTo>
                <a:lnTo>
                  <a:pt x="321026" y="618480"/>
                </a:lnTo>
                <a:lnTo>
                  <a:pt x="319249" y="611901"/>
                </a:lnTo>
                <a:lnTo>
                  <a:pt x="317275" y="605321"/>
                </a:lnTo>
                <a:lnTo>
                  <a:pt x="315204" y="598742"/>
                </a:lnTo>
                <a:lnTo>
                  <a:pt x="313176" y="592162"/>
                </a:lnTo>
                <a:lnTo>
                  <a:pt x="311355" y="585582"/>
                </a:lnTo>
                <a:lnTo>
                  <a:pt x="309914" y="579003"/>
                </a:lnTo>
                <a:lnTo>
                  <a:pt x="309003" y="572423"/>
                </a:lnTo>
                <a:lnTo>
                  <a:pt x="308727" y="565844"/>
                </a:lnTo>
                <a:lnTo>
                  <a:pt x="309125" y="559264"/>
                </a:lnTo>
                <a:lnTo>
                  <a:pt x="310160" y="552685"/>
                </a:lnTo>
                <a:lnTo>
                  <a:pt x="311728" y="546105"/>
                </a:lnTo>
                <a:lnTo>
                  <a:pt x="313669" y="539525"/>
                </a:lnTo>
                <a:lnTo>
                  <a:pt x="315790" y="532946"/>
                </a:lnTo>
                <a:lnTo>
                  <a:pt x="317893" y="526366"/>
                </a:lnTo>
                <a:lnTo>
                  <a:pt x="319788" y="519787"/>
                </a:lnTo>
                <a:lnTo>
                  <a:pt x="321315" y="513207"/>
                </a:lnTo>
                <a:lnTo>
                  <a:pt x="322339" y="506627"/>
                </a:lnTo>
                <a:lnTo>
                  <a:pt x="322757" y="500048"/>
                </a:lnTo>
                <a:lnTo>
                  <a:pt x="322494" y="493468"/>
                </a:lnTo>
                <a:lnTo>
                  <a:pt x="321503" y="486889"/>
                </a:lnTo>
                <a:lnTo>
                  <a:pt x="319775" y="480309"/>
                </a:lnTo>
                <a:lnTo>
                  <a:pt x="317349" y="473730"/>
                </a:lnTo>
                <a:lnTo>
                  <a:pt x="314325" y="467150"/>
                </a:lnTo>
                <a:lnTo>
                  <a:pt x="310879" y="460570"/>
                </a:lnTo>
                <a:lnTo>
                  <a:pt x="307258" y="453991"/>
                </a:lnTo>
                <a:lnTo>
                  <a:pt x="303769" y="447411"/>
                </a:lnTo>
                <a:lnTo>
                  <a:pt x="300746" y="440832"/>
                </a:lnTo>
                <a:lnTo>
                  <a:pt x="298504" y="434252"/>
                </a:lnTo>
                <a:lnTo>
                  <a:pt x="297297" y="427673"/>
                </a:lnTo>
                <a:lnTo>
                  <a:pt x="297271" y="421093"/>
                </a:lnTo>
                <a:lnTo>
                  <a:pt x="298439" y="414513"/>
                </a:lnTo>
                <a:lnTo>
                  <a:pt x="300680" y="407934"/>
                </a:lnTo>
                <a:lnTo>
                  <a:pt x="303758" y="401354"/>
                </a:lnTo>
                <a:lnTo>
                  <a:pt x="307361" y="394775"/>
                </a:lnTo>
                <a:lnTo>
                  <a:pt x="311151" y="388195"/>
                </a:lnTo>
                <a:lnTo>
                  <a:pt x="314811" y="381616"/>
                </a:lnTo>
                <a:lnTo>
                  <a:pt x="318088" y="375036"/>
                </a:lnTo>
                <a:lnTo>
                  <a:pt x="320810" y="368456"/>
                </a:lnTo>
                <a:lnTo>
                  <a:pt x="322896" y="361877"/>
                </a:lnTo>
                <a:lnTo>
                  <a:pt x="324345" y="355297"/>
                </a:lnTo>
                <a:lnTo>
                  <a:pt x="325219" y="348718"/>
                </a:lnTo>
                <a:lnTo>
                  <a:pt x="325621" y="342138"/>
                </a:lnTo>
                <a:lnTo>
                  <a:pt x="325671" y="335558"/>
                </a:lnTo>
                <a:lnTo>
                  <a:pt x="325493" y="328979"/>
                </a:lnTo>
                <a:lnTo>
                  <a:pt x="325199" y="322399"/>
                </a:lnTo>
                <a:lnTo>
                  <a:pt x="324885" y="315820"/>
                </a:lnTo>
                <a:lnTo>
                  <a:pt x="324621" y="309240"/>
                </a:lnTo>
                <a:lnTo>
                  <a:pt x="324456" y="302661"/>
                </a:lnTo>
                <a:lnTo>
                  <a:pt x="324410" y="296081"/>
                </a:lnTo>
                <a:lnTo>
                  <a:pt x="324480" y="289501"/>
                </a:lnTo>
                <a:lnTo>
                  <a:pt x="324640" y="282922"/>
                </a:lnTo>
                <a:lnTo>
                  <a:pt x="324844" y="276342"/>
                </a:lnTo>
                <a:lnTo>
                  <a:pt x="325038" y="269763"/>
                </a:lnTo>
                <a:lnTo>
                  <a:pt x="325163" y="263183"/>
                </a:lnTo>
                <a:lnTo>
                  <a:pt x="325170" y="256604"/>
                </a:lnTo>
                <a:lnTo>
                  <a:pt x="325026" y="250024"/>
                </a:lnTo>
                <a:lnTo>
                  <a:pt x="324721" y="243444"/>
                </a:lnTo>
                <a:lnTo>
                  <a:pt x="324272" y="236865"/>
                </a:lnTo>
                <a:lnTo>
                  <a:pt x="323719" y="230285"/>
                </a:lnTo>
                <a:lnTo>
                  <a:pt x="323117" y="223706"/>
                </a:lnTo>
                <a:lnTo>
                  <a:pt x="322531" y="217126"/>
                </a:lnTo>
                <a:lnTo>
                  <a:pt x="322022" y="210546"/>
                </a:lnTo>
                <a:lnTo>
                  <a:pt x="321643" y="203967"/>
                </a:lnTo>
                <a:lnTo>
                  <a:pt x="321425" y="197387"/>
                </a:lnTo>
                <a:lnTo>
                  <a:pt x="321383" y="190808"/>
                </a:lnTo>
                <a:lnTo>
                  <a:pt x="321513" y="184228"/>
                </a:lnTo>
                <a:lnTo>
                  <a:pt x="321798" y="177649"/>
                </a:lnTo>
                <a:lnTo>
                  <a:pt x="322211" y="171069"/>
                </a:lnTo>
                <a:lnTo>
                  <a:pt x="322726" y="164489"/>
                </a:lnTo>
                <a:lnTo>
                  <a:pt x="323321" y="157910"/>
                </a:lnTo>
                <a:lnTo>
                  <a:pt x="323979" y="151330"/>
                </a:lnTo>
                <a:lnTo>
                  <a:pt x="324692" y="144751"/>
                </a:lnTo>
                <a:lnTo>
                  <a:pt x="325454" y="138171"/>
                </a:lnTo>
                <a:lnTo>
                  <a:pt x="326260" y="131592"/>
                </a:lnTo>
                <a:lnTo>
                  <a:pt x="327094" y="125012"/>
                </a:lnTo>
                <a:lnTo>
                  <a:pt x="327927" y="118432"/>
                </a:lnTo>
                <a:lnTo>
                  <a:pt x="328703" y="111853"/>
                </a:lnTo>
                <a:lnTo>
                  <a:pt x="329336" y="105273"/>
                </a:lnTo>
                <a:lnTo>
                  <a:pt x="329704" y="98694"/>
                </a:lnTo>
                <a:lnTo>
                  <a:pt x="329646" y="92114"/>
                </a:lnTo>
                <a:lnTo>
                  <a:pt x="328962" y="85535"/>
                </a:lnTo>
                <a:lnTo>
                  <a:pt x="327430" y="78955"/>
                </a:lnTo>
                <a:lnTo>
                  <a:pt x="324817" y="72375"/>
                </a:lnTo>
                <a:lnTo>
                  <a:pt x="320915" y="65796"/>
                </a:lnTo>
                <a:lnTo>
                  <a:pt x="315580" y="59216"/>
                </a:lnTo>
                <a:lnTo>
                  <a:pt x="308781" y="52637"/>
                </a:lnTo>
                <a:lnTo>
                  <a:pt x="300644" y="46057"/>
                </a:lnTo>
                <a:lnTo>
                  <a:pt x="291488" y="39477"/>
                </a:lnTo>
                <a:lnTo>
                  <a:pt x="281825" y="32898"/>
                </a:lnTo>
                <a:lnTo>
                  <a:pt x="272338" y="26318"/>
                </a:lnTo>
                <a:lnTo>
                  <a:pt x="263807" y="19739"/>
                </a:lnTo>
                <a:lnTo>
                  <a:pt x="257017" y="13159"/>
                </a:lnTo>
                <a:lnTo>
                  <a:pt x="252638" y="6580"/>
                </a:lnTo>
                <a:lnTo>
                  <a:pt x="251125" y="0"/>
                </a:lnTo>
                <a:lnTo>
                  <a:pt x="423972" y="0"/>
                </a:lnTo>
                <a:lnTo>
                  <a:pt x="423972" y="0"/>
                </a:lnTo>
                <a:lnTo>
                  <a:pt x="422459" y="6580"/>
                </a:lnTo>
                <a:lnTo>
                  <a:pt x="418080" y="13159"/>
                </a:lnTo>
                <a:lnTo>
                  <a:pt x="411289" y="19739"/>
                </a:lnTo>
                <a:lnTo>
                  <a:pt x="402759" y="26318"/>
                </a:lnTo>
                <a:lnTo>
                  <a:pt x="393271" y="32898"/>
                </a:lnTo>
                <a:lnTo>
                  <a:pt x="383609" y="39477"/>
                </a:lnTo>
                <a:lnTo>
                  <a:pt x="374452" y="46057"/>
                </a:lnTo>
                <a:lnTo>
                  <a:pt x="366316" y="52637"/>
                </a:lnTo>
                <a:lnTo>
                  <a:pt x="359517" y="59216"/>
                </a:lnTo>
                <a:lnTo>
                  <a:pt x="354181" y="65796"/>
                </a:lnTo>
                <a:lnTo>
                  <a:pt x="350279" y="72375"/>
                </a:lnTo>
                <a:lnTo>
                  <a:pt x="347666" y="78955"/>
                </a:lnTo>
                <a:lnTo>
                  <a:pt x="346134" y="85535"/>
                </a:lnTo>
                <a:lnTo>
                  <a:pt x="345451" y="92114"/>
                </a:lnTo>
                <a:lnTo>
                  <a:pt x="345392" y="98694"/>
                </a:lnTo>
                <a:lnTo>
                  <a:pt x="345760" y="105273"/>
                </a:lnTo>
                <a:lnTo>
                  <a:pt x="346394" y="111853"/>
                </a:lnTo>
                <a:lnTo>
                  <a:pt x="347170" y="118432"/>
                </a:lnTo>
                <a:lnTo>
                  <a:pt x="348002" y="125012"/>
                </a:lnTo>
                <a:lnTo>
                  <a:pt x="348837" y="131592"/>
                </a:lnTo>
                <a:lnTo>
                  <a:pt x="349642" y="138171"/>
                </a:lnTo>
                <a:lnTo>
                  <a:pt x="350404" y="144751"/>
                </a:lnTo>
                <a:lnTo>
                  <a:pt x="351117" y="151330"/>
                </a:lnTo>
                <a:lnTo>
                  <a:pt x="351775" y="157910"/>
                </a:lnTo>
                <a:lnTo>
                  <a:pt x="352370" y="164489"/>
                </a:lnTo>
                <a:lnTo>
                  <a:pt x="352886" y="171069"/>
                </a:lnTo>
                <a:lnTo>
                  <a:pt x="353299" y="177649"/>
                </a:lnTo>
                <a:lnTo>
                  <a:pt x="353583" y="184228"/>
                </a:lnTo>
                <a:lnTo>
                  <a:pt x="353714" y="190808"/>
                </a:lnTo>
                <a:lnTo>
                  <a:pt x="353672" y="197387"/>
                </a:lnTo>
                <a:lnTo>
                  <a:pt x="353454" y="203967"/>
                </a:lnTo>
                <a:lnTo>
                  <a:pt x="353074" y="210546"/>
                </a:lnTo>
                <a:lnTo>
                  <a:pt x="352566" y="217126"/>
                </a:lnTo>
                <a:lnTo>
                  <a:pt x="351980" y="223706"/>
                </a:lnTo>
                <a:lnTo>
                  <a:pt x="351378" y="230285"/>
                </a:lnTo>
                <a:lnTo>
                  <a:pt x="350824" y="236865"/>
                </a:lnTo>
                <a:lnTo>
                  <a:pt x="350375" y="243444"/>
                </a:lnTo>
                <a:lnTo>
                  <a:pt x="350071" y="250024"/>
                </a:lnTo>
                <a:lnTo>
                  <a:pt x="349927" y="256604"/>
                </a:lnTo>
                <a:lnTo>
                  <a:pt x="349933" y="263183"/>
                </a:lnTo>
                <a:lnTo>
                  <a:pt x="350059" y="269763"/>
                </a:lnTo>
                <a:lnTo>
                  <a:pt x="350252" y="276342"/>
                </a:lnTo>
                <a:lnTo>
                  <a:pt x="350456" y="282922"/>
                </a:lnTo>
                <a:lnTo>
                  <a:pt x="350616" y="289501"/>
                </a:lnTo>
                <a:lnTo>
                  <a:pt x="350686" y="296081"/>
                </a:lnTo>
                <a:lnTo>
                  <a:pt x="350640" y="302661"/>
                </a:lnTo>
                <a:lnTo>
                  <a:pt x="350475" y="309240"/>
                </a:lnTo>
                <a:lnTo>
                  <a:pt x="350212" y="315820"/>
                </a:lnTo>
                <a:lnTo>
                  <a:pt x="349897" y="322399"/>
                </a:lnTo>
                <a:lnTo>
                  <a:pt x="349604" y="328979"/>
                </a:lnTo>
                <a:lnTo>
                  <a:pt x="349426" y="335558"/>
                </a:lnTo>
                <a:lnTo>
                  <a:pt x="349476" y="342138"/>
                </a:lnTo>
                <a:lnTo>
                  <a:pt x="349877" y="348718"/>
                </a:lnTo>
                <a:lnTo>
                  <a:pt x="350752" y="355297"/>
                </a:lnTo>
                <a:lnTo>
                  <a:pt x="352201" y="361877"/>
                </a:lnTo>
                <a:lnTo>
                  <a:pt x="354286" y="368456"/>
                </a:lnTo>
                <a:lnTo>
                  <a:pt x="357008" y="375036"/>
                </a:lnTo>
                <a:lnTo>
                  <a:pt x="360285" y="381616"/>
                </a:lnTo>
                <a:lnTo>
                  <a:pt x="363946" y="388195"/>
                </a:lnTo>
                <a:lnTo>
                  <a:pt x="367735" y="394775"/>
                </a:lnTo>
                <a:lnTo>
                  <a:pt x="371338" y="401354"/>
                </a:lnTo>
                <a:lnTo>
                  <a:pt x="374416" y="407934"/>
                </a:lnTo>
                <a:lnTo>
                  <a:pt x="376658" y="414513"/>
                </a:lnTo>
                <a:lnTo>
                  <a:pt x="377826" y="421093"/>
                </a:lnTo>
                <a:lnTo>
                  <a:pt x="377800" y="427673"/>
                </a:lnTo>
                <a:lnTo>
                  <a:pt x="376593" y="434252"/>
                </a:lnTo>
                <a:lnTo>
                  <a:pt x="374351" y="440832"/>
                </a:lnTo>
                <a:lnTo>
                  <a:pt x="371327" y="447411"/>
                </a:lnTo>
                <a:lnTo>
                  <a:pt x="367838" y="453991"/>
                </a:lnTo>
                <a:lnTo>
                  <a:pt x="364217" y="460570"/>
                </a:lnTo>
                <a:lnTo>
                  <a:pt x="360771" y="467150"/>
                </a:lnTo>
                <a:lnTo>
                  <a:pt x="357748" y="473730"/>
                </a:lnTo>
                <a:lnTo>
                  <a:pt x="355321" y="480309"/>
                </a:lnTo>
                <a:lnTo>
                  <a:pt x="353593" y="486889"/>
                </a:lnTo>
                <a:lnTo>
                  <a:pt x="352603" y="493468"/>
                </a:lnTo>
                <a:lnTo>
                  <a:pt x="352340" y="500048"/>
                </a:lnTo>
                <a:lnTo>
                  <a:pt x="352758" y="506627"/>
                </a:lnTo>
                <a:lnTo>
                  <a:pt x="353782" y="513207"/>
                </a:lnTo>
                <a:lnTo>
                  <a:pt x="355308" y="519787"/>
                </a:lnTo>
                <a:lnTo>
                  <a:pt x="357204" y="526366"/>
                </a:lnTo>
                <a:lnTo>
                  <a:pt x="359306" y="532946"/>
                </a:lnTo>
                <a:lnTo>
                  <a:pt x="361428" y="539525"/>
                </a:lnTo>
                <a:lnTo>
                  <a:pt x="363368" y="546105"/>
                </a:lnTo>
                <a:lnTo>
                  <a:pt x="364936" y="552685"/>
                </a:lnTo>
                <a:lnTo>
                  <a:pt x="365972" y="559264"/>
                </a:lnTo>
                <a:lnTo>
                  <a:pt x="366369" y="565844"/>
                </a:lnTo>
                <a:lnTo>
                  <a:pt x="366093" y="572423"/>
                </a:lnTo>
                <a:lnTo>
                  <a:pt x="365182" y="579003"/>
                </a:lnTo>
                <a:lnTo>
                  <a:pt x="363741" y="585582"/>
                </a:lnTo>
                <a:lnTo>
                  <a:pt x="361921" y="592162"/>
                </a:lnTo>
                <a:lnTo>
                  <a:pt x="359893" y="598742"/>
                </a:lnTo>
                <a:lnTo>
                  <a:pt x="357822" y="605321"/>
                </a:lnTo>
                <a:lnTo>
                  <a:pt x="355848" y="611901"/>
                </a:lnTo>
                <a:lnTo>
                  <a:pt x="354071" y="618480"/>
                </a:lnTo>
                <a:lnTo>
                  <a:pt x="352550" y="625060"/>
                </a:lnTo>
                <a:lnTo>
                  <a:pt x="351310" y="631639"/>
                </a:lnTo>
                <a:lnTo>
                  <a:pt x="350353" y="638219"/>
                </a:lnTo>
                <a:lnTo>
                  <a:pt x="349668" y="644799"/>
                </a:lnTo>
                <a:lnTo>
                  <a:pt x="349242" y="651378"/>
                </a:lnTo>
                <a:lnTo>
                  <a:pt x="349060" y="657958"/>
                </a:lnTo>
                <a:lnTo>
                  <a:pt x="349105" y="664537"/>
                </a:lnTo>
                <a:lnTo>
                  <a:pt x="349357" y="671117"/>
                </a:lnTo>
                <a:lnTo>
                  <a:pt x="349781" y="677697"/>
                </a:lnTo>
                <a:lnTo>
                  <a:pt x="350324" y="684276"/>
                </a:lnTo>
                <a:lnTo>
                  <a:pt x="350922" y="690856"/>
                </a:lnTo>
                <a:lnTo>
                  <a:pt x="351498" y="697435"/>
                </a:lnTo>
                <a:lnTo>
                  <a:pt x="351979" y="704015"/>
                </a:lnTo>
                <a:lnTo>
                  <a:pt x="352306" y="710594"/>
                </a:lnTo>
                <a:lnTo>
                  <a:pt x="352456" y="717174"/>
                </a:lnTo>
                <a:lnTo>
                  <a:pt x="352463" y="723754"/>
                </a:lnTo>
                <a:lnTo>
                  <a:pt x="352429" y="730333"/>
                </a:lnTo>
                <a:lnTo>
                  <a:pt x="352554" y="736913"/>
                </a:lnTo>
                <a:lnTo>
                  <a:pt x="353147" y="743492"/>
                </a:lnTo>
                <a:lnTo>
                  <a:pt x="354651" y="750072"/>
                </a:lnTo>
                <a:lnTo>
                  <a:pt x="357644" y="756651"/>
                </a:lnTo>
                <a:lnTo>
                  <a:pt x="362846" y="763231"/>
                </a:lnTo>
                <a:lnTo>
                  <a:pt x="371077" y="769811"/>
                </a:lnTo>
                <a:lnTo>
                  <a:pt x="383201" y="776390"/>
                </a:lnTo>
                <a:lnTo>
                  <a:pt x="400004" y="782970"/>
                </a:lnTo>
                <a:lnTo>
                  <a:pt x="422041" y="789549"/>
                </a:lnTo>
                <a:lnTo>
                  <a:pt x="449449" y="796129"/>
                </a:lnTo>
                <a:lnTo>
                  <a:pt x="481767" y="802708"/>
                </a:lnTo>
                <a:lnTo>
                  <a:pt x="517809" y="809288"/>
                </a:lnTo>
                <a:lnTo>
                  <a:pt x="555629" y="815868"/>
                </a:lnTo>
                <a:lnTo>
                  <a:pt x="592632" y="822447"/>
                </a:lnTo>
                <a:lnTo>
                  <a:pt x="625830" y="829027"/>
                </a:lnTo>
                <a:lnTo>
                  <a:pt x="652220" y="835606"/>
                </a:lnTo>
                <a:lnTo>
                  <a:pt x="669223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3159" name="F2_precision_recall_distributions_5973">
            <a:extLst>
              <a:ext uri="{FF2B5EF4-FFF2-40B4-BE49-F238E27FC236}">
                <a16:creationId xmlns:a16="http://schemas.microsoft.com/office/drawing/2014/main" id="{B6F32B99-6C1A-4E0E-9F46-45065DD846E4}"/>
              </a:ext>
            </a:extLst>
          </p:cNvPr>
          <p:cNvSpPr>
            <a:spLocks noGrp="1"/>
          </p:cNvSpPr>
          <p:nvPr/>
        </p:nvSpPr>
        <p:spPr>
          <a:xfrm>
            <a:off x="817115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0" name="F2_precision_recall_distributions_5974">
            <a:extLst>
              <a:ext uri="{FF2B5EF4-FFF2-40B4-BE49-F238E27FC236}">
                <a16:creationId xmlns:a16="http://schemas.microsoft.com/office/drawing/2014/main" id="{3BC78C5A-720D-44F4-A5D4-BBE5963FBFB7}"/>
              </a:ext>
            </a:extLst>
          </p:cNvPr>
          <p:cNvSpPr>
            <a:spLocks noGrp="1"/>
          </p:cNvSpPr>
          <p:nvPr/>
        </p:nvSpPr>
        <p:spPr>
          <a:xfrm>
            <a:off x="832010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1" name="F2_precision_recall_distributions_5975">
            <a:extLst>
              <a:ext uri="{FF2B5EF4-FFF2-40B4-BE49-F238E27FC236}">
                <a16:creationId xmlns:a16="http://schemas.microsoft.com/office/drawing/2014/main" id="{CCC945EC-2E92-440C-9BA7-194EC116ABC1}"/>
              </a:ext>
            </a:extLst>
          </p:cNvPr>
          <p:cNvSpPr>
            <a:spLocks noGrp="1"/>
          </p:cNvSpPr>
          <p:nvPr/>
        </p:nvSpPr>
        <p:spPr>
          <a:xfrm>
            <a:off x="8411067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2" name="F2_precision_recall_distributions_5976">
            <a:extLst>
              <a:ext uri="{FF2B5EF4-FFF2-40B4-BE49-F238E27FC236}">
                <a16:creationId xmlns:a16="http://schemas.microsoft.com/office/drawing/2014/main" id="{0B7F4C33-C38E-466A-996A-4EE9D11BE4A3}"/>
              </a:ext>
            </a:extLst>
          </p:cNvPr>
          <p:cNvSpPr>
            <a:spLocks noGrp="1"/>
          </p:cNvSpPr>
          <p:nvPr/>
        </p:nvSpPr>
        <p:spPr>
          <a:xfrm>
            <a:off x="823863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3" name="F2_precision_recall_distributions_5977">
            <a:extLst>
              <a:ext uri="{FF2B5EF4-FFF2-40B4-BE49-F238E27FC236}">
                <a16:creationId xmlns:a16="http://schemas.microsoft.com/office/drawing/2014/main" id="{3839960F-5976-478C-9354-83FC527A3F12}"/>
              </a:ext>
            </a:extLst>
          </p:cNvPr>
          <p:cNvSpPr>
            <a:spLocks noGrp="1"/>
          </p:cNvSpPr>
          <p:nvPr/>
        </p:nvSpPr>
        <p:spPr>
          <a:xfrm>
            <a:off x="8285628" y="46319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4" name="F2_precision_recall_distributions_5978">
            <a:extLst>
              <a:ext uri="{FF2B5EF4-FFF2-40B4-BE49-F238E27FC236}">
                <a16:creationId xmlns:a16="http://schemas.microsoft.com/office/drawing/2014/main" id="{6CDB6AC2-5F4F-4E4A-8187-14EED3C3FAAC}"/>
              </a:ext>
            </a:extLst>
          </p:cNvPr>
          <p:cNvSpPr>
            <a:spLocks noGrp="1"/>
          </p:cNvSpPr>
          <p:nvPr/>
        </p:nvSpPr>
        <p:spPr>
          <a:xfrm>
            <a:off x="827917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5" name="F2_precision_recall_distributions_5979">
            <a:extLst>
              <a:ext uri="{FF2B5EF4-FFF2-40B4-BE49-F238E27FC236}">
                <a16:creationId xmlns:a16="http://schemas.microsoft.com/office/drawing/2014/main" id="{799BFFE1-6AC1-4A8F-A964-4536037618F9}"/>
              </a:ext>
            </a:extLst>
          </p:cNvPr>
          <p:cNvSpPr>
            <a:spLocks noGrp="1"/>
          </p:cNvSpPr>
          <p:nvPr/>
        </p:nvSpPr>
        <p:spPr>
          <a:xfrm>
            <a:off x="830311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6" name="F2_precision_recall_distributions_5980">
            <a:extLst>
              <a:ext uri="{FF2B5EF4-FFF2-40B4-BE49-F238E27FC236}">
                <a16:creationId xmlns:a16="http://schemas.microsoft.com/office/drawing/2014/main" id="{B22706D5-60C5-46C2-97C9-A9ACA528DDAD}"/>
              </a:ext>
            </a:extLst>
          </p:cNvPr>
          <p:cNvSpPr>
            <a:spLocks noGrp="1"/>
          </p:cNvSpPr>
          <p:nvPr/>
        </p:nvSpPr>
        <p:spPr>
          <a:xfrm>
            <a:off x="8242346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7" name="F2_precision_recall_distributions_5981">
            <a:extLst>
              <a:ext uri="{FF2B5EF4-FFF2-40B4-BE49-F238E27FC236}">
                <a16:creationId xmlns:a16="http://schemas.microsoft.com/office/drawing/2014/main" id="{F4080CAD-7553-43C8-87C3-6BCBDA0637B3}"/>
              </a:ext>
            </a:extLst>
          </p:cNvPr>
          <p:cNvSpPr>
            <a:spLocks noGrp="1"/>
          </p:cNvSpPr>
          <p:nvPr/>
        </p:nvSpPr>
        <p:spPr>
          <a:xfrm>
            <a:off x="829587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8" name="F2_precision_recall_distributions_5982">
            <a:extLst>
              <a:ext uri="{FF2B5EF4-FFF2-40B4-BE49-F238E27FC236}">
                <a16:creationId xmlns:a16="http://schemas.microsoft.com/office/drawing/2014/main" id="{3B3EEF9D-2C98-4843-99EF-1BA2A99A320B}"/>
              </a:ext>
            </a:extLst>
          </p:cNvPr>
          <p:cNvSpPr>
            <a:spLocks noGrp="1"/>
          </p:cNvSpPr>
          <p:nvPr/>
        </p:nvSpPr>
        <p:spPr>
          <a:xfrm>
            <a:off x="8418719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9" name="F2_precision_recall_distributions_5983">
            <a:extLst>
              <a:ext uri="{FF2B5EF4-FFF2-40B4-BE49-F238E27FC236}">
                <a16:creationId xmlns:a16="http://schemas.microsoft.com/office/drawing/2014/main" id="{00B4C4D2-F1CE-4775-8E8A-BBAE129464BF}"/>
              </a:ext>
            </a:extLst>
          </p:cNvPr>
          <p:cNvSpPr>
            <a:spLocks noGrp="1"/>
          </p:cNvSpPr>
          <p:nvPr/>
        </p:nvSpPr>
        <p:spPr>
          <a:xfrm>
            <a:off x="8499777" y="43572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0" name="F2_precision_recall_distributions_5984">
            <a:extLst>
              <a:ext uri="{FF2B5EF4-FFF2-40B4-BE49-F238E27FC236}">
                <a16:creationId xmlns:a16="http://schemas.microsoft.com/office/drawing/2014/main" id="{A6464B1F-842B-42D7-9718-E846FC28F613}"/>
              </a:ext>
            </a:extLst>
          </p:cNvPr>
          <p:cNvSpPr>
            <a:spLocks noGrp="1"/>
          </p:cNvSpPr>
          <p:nvPr/>
        </p:nvSpPr>
        <p:spPr>
          <a:xfrm>
            <a:off x="8445281" y="43713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1" name="F2_precision_recall_distributions_5985">
            <a:extLst>
              <a:ext uri="{FF2B5EF4-FFF2-40B4-BE49-F238E27FC236}">
                <a16:creationId xmlns:a16="http://schemas.microsoft.com/office/drawing/2014/main" id="{B45A75E2-914E-4CE6-AB98-1E8A7497C724}"/>
              </a:ext>
            </a:extLst>
          </p:cNvPr>
          <p:cNvSpPr>
            <a:spLocks noGrp="1"/>
          </p:cNvSpPr>
          <p:nvPr/>
        </p:nvSpPr>
        <p:spPr>
          <a:xfrm>
            <a:off x="8131204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2" name="F2_precision_recall_distributions_5986">
            <a:extLst>
              <a:ext uri="{FF2B5EF4-FFF2-40B4-BE49-F238E27FC236}">
                <a16:creationId xmlns:a16="http://schemas.microsoft.com/office/drawing/2014/main" id="{7069E909-D726-4A47-BAB9-B8E11D1CCFDF}"/>
              </a:ext>
            </a:extLst>
          </p:cNvPr>
          <p:cNvSpPr>
            <a:spLocks noGrp="1"/>
          </p:cNvSpPr>
          <p:nvPr/>
        </p:nvSpPr>
        <p:spPr>
          <a:xfrm>
            <a:off x="81388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3" name="F2_precision_recall_distributions_5987">
            <a:extLst>
              <a:ext uri="{FF2B5EF4-FFF2-40B4-BE49-F238E27FC236}">
                <a16:creationId xmlns:a16="http://schemas.microsoft.com/office/drawing/2014/main" id="{88FE9969-3446-4F35-A70B-B0F165B17BB5}"/>
              </a:ext>
            </a:extLst>
          </p:cNvPr>
          <p:cNvSpPr>
            <a:spLocks noGrp="1"/>
          </p:cNvSpPr>
          <p:nvPr/>
        </p:nvSpPr>
        <p:spPr>
          <a:xfrm>
            <a:off x="8368471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4" name="F2_precision_recall_distributions_5988">
            <a:extLst>
              <a:ext uri="{FF2B5EF4-FFF2-40B4-BE49-F238E27FC236}">
                <a16:creationId xmlns:a16="http://schemas.microsoft.com/office/drawing/2014/main" id="{4DBAF32F-5CDC-47B9-A390-958DE45CD46A}"/>
              </a:ext>
            </a:extLst>
          </p:cNvPr>
          <p:cNvSpPr>
            <a:spLocks noGrp="1"/>
          </p:cNvSpPr>
          <p:nvPr/>
        </p:nvSpPr>
        <p:spPr>
          <a:xfrm>
            <a:off x="8269618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5" name="F2_precision_recall_distributions_5989">
            <a:extLst>
              <a:ext uri="{FF2B5EF4-FFF2-40B4-BE49-F238E27FC236}">
                <a16:creationId xmlns:a16="http://schemas.microsoft.com/office/drawing/2014/main" id="{168EF396-F040-4556-AECD-CD8E0F5A87FC}"/>
              </a:ext>
            </a:extLst>
          </p:cNvPr>
          <p:cNvSpPr>
            <a:spLocks noGrp="1"/>
          </p:cNvSpPr>
          <p:nvPr/>
        </p:nvSpPr>
        <p:spPr>
          <a:xfrm>
            <a:off x="843416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6" name="F2_precision_recall_distributions_5990">
            <a:extLst>
              <a:ext uri="{FF2B5EF4-FFF2-40B4-BE49-F238E27FC236}">
                <a16:creationId xmlns:a16="http://schemas.microsoft.com/office/drawing/2014/main" id="{AE01AB2C-1F71-4859-B5C2-794FE5DF4335}"/>
              </a:ext>
            </a:extLst>
          </p:cNvPr>
          <p:cNvSpPr>
            <a:spLocks noGrp="1"/>
          </p:cNvSpPr>
          <p:nvPr/>
        </p:nvSpPr>
        <p:spPr>
          <a:xfrm>
            <a:off x="8245519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7" name="F2_precision_recall_distributions_5991">
            <a:extLst>
              <a:ext uri="{FF2B5EF4-FFF2-40B4-BE49-F238E27FC236}">
                <a16:creationId xmlns:a16="http://schemas.microsoft.com/office/drawing/2014/main" id="{9D330478-1B03-4B16-BBC4-93D5965673F7}"/>
              </a:ext>
            </a:extLst>
          </p:cNvPr>
          <p:cNvSpPr>
            <a:spLocks noGrp="1"/>
          </p:cNvSpPr>
          <p:nvPr/>
        </p:nvSpPr>
        <p:spPr>
          <a:xfrm>
            <a:off x="8223084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8" name="F2_precision_recall_distributions_5992">
            <a:extLst>
              <a:ext uri="{FF2B5EF4-FFF2-40B4-BE49-F238E27FC236}">
                <a16:creationId xmlns:a16="http://schemas.microsoft.com/office/drawing/2014/main" id="{FBC9FFF3-52CD-4BCC-A47F-1DC776B5910A}"/>
              </a:ext>
            </a:extLst>
          </p:cNvPr>
          <p:cNvSpPr>
            <a:spLocks noGrp="1"/>
          </p:cNvSpPr>
          <p:nvPr/>
        </p:nvSpPr>
        <p:spPr>
          <a:xfrm>
            <a:off x="8422501" y="43360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9" name="F2_precision_recall_distributions_5993">
            <a:extLst>
              <a:ext uri="{FF2B5EF4-FFF2-40B4-BE49-F238E27FC236}">
                <a16:creationId xmlns:a16="http://schemas.microsoft.com/office/drawing/2014/main" id="{28353CD4-AECE-43C0-AD58-EB56624E443A}"/>
              </a:ext>
            </a:extLst>
          </p:cNvPr>
          <p:cNvSpPr>
            <a:spLocks noGrp="1"/>
          </p:cNvSpPr>
          <p:nvPr/>
        </p:nvSpPr>
        <p:spPr>
          <a:xfrm>
            <a:off x="8291790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0" name="F2_precision_recall_distributions_5994">
            <a:extLst>
              <a:ext uri="{FF2B5EF4-FFF2-40B4-BE49-F238E27FC236}">
                <a16:creationId xmlns:a16="http://schemas.microsoft.com/office/drawing/2014/main" id="{DADB6CE6-FE2F-4260-B382-BC50D817033E}"/>
              </a:ext>
            </a:extLst>
          </p:cNvPr>
          <p:cNvSpPr>
            <a:spLocks noGrp="1"/>
          </p:cNvSpPr>
          <p:nvPr/>
        </p:nvSpPr>
        <p:spPr>
          <a:xfrm>
            <a:off x="829342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1" name="F2_precision_recall_distributions_5995">
            <a:extLst>
              <a:ext uri="{FF2B5EF4-FFF2-40B4-BE49-F238E27FC236}">
                <a16:creationId xmlns:a16="http://schemas.microsoft.com/office/drawing/2014/main" id="{C70B112A-13F1-4AFD-B92E-0F83B658F2D3}"/>
              </a:ext>
            </a:extLst>
          </p:cNvPr>
          <p:cNvSpPr>
            <a:spLocks noGrp="1"/>
          </p:cNvSpPr>
          <p:nvPr/>
        </p:nvSpPr>
        <p:spPr>
          <a:xfrm>
            <a:off x="8346444" y="43996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2" name="F2_precision_recall_distributions_5996">
            <a:extLst>
              <a:ext uri="{FF2B5EF4-FFF2-40B4-BE49-F238E27FC236}">
                <a16:creationId xmlns:a16="http://schemas.microsoft.com/office/drawing/2014/main" id="{71B9779E-D5B7-412D-9542-ED52B94CE37B}"/>
              </a:ext>
            </a:extLst>
          </p:cNvPr>
          <p:cNvSpPr>
            <a:spLocks noGrp="1"/>
          </p:cNvSpPr>
          <p:nvPr/>
        </p:nvSpPr>
        <p:spPr>
          <a:xfrm>
            <a:off x="8347249" y="454819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3" name="F2_precision_recall_distributions_5997">
            <a:extLst>
              <a:ext uri="{FF2B5EF4-FFF2-40B4-BE49-F238E27FC236}">
                <a16:creationId xmlns:a16="http://schemas.microsoft.com/office/drawing/2014/main" id="{4317E842-CEFC-4D7C-84EC-167E98F4F7E0}"/>
              </a:ext>
            </a:extLst>
          </p:cNvPr>
          <p:cNvSpPr>
            <a:spLocks noGrp="1"/>
          </p:cNvSpPr>
          <p:nvPr/>
        </p:nvSpPr>
        <p:spPr>
          <a:xfrm>
            <a:off x="840673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4" name="F2_precision_recall_distributions_5998">
            <a:extLst>
              <a:ext uri="{FF2B5EF4-FFF2-40B4-BE49-F238E27FC236}">
                <a16:creationId xmlns:a16="http://schemas.microsoft.com/office/drawing/2014/main" id="{B214BB51-EF44-4154-A9E9-27E0ED24F64B}"/>
              </a:ext>
            </a:extLst>
          </p:cNvPr>
          <p:cNvSpPr>
            <a:spLocks noGrp="1"/>
          </p:cNvSpPr>
          <p:nvPr/>
        </p:nvSpPr>
        <p:spPr>
          <a:xfrm>
            <a:off x="837903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5" name="F2_precision_recall_distributions_5999">
            <a:extLst>
              <a:ext uri="{FF2B5EF4-FFF2-40B4-BE49-F238E27FC236}">
                <a16:creationId xmlns:a16="http://schemas.microsoft.com/office/drawing/2014/main" id="{FC2C1575-B43C-4E03-AC32-03EFED7DDD1C}"/>
              </a:ext>
            </a:extLst>
          </p:cNvPr>
          <p:cNvSpPr>
            <a:spLocks noGrp="1"/>
          </p:cNvSpPr>
          <p:nvPr/>
        </p:nvSpPr>
        <p:spPr>
          <a:xfrm>
            <a:off x="8455819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6" name="F2_precision_recall_distributions_6000">
            <a:extLst>
              <a:ext uri="{FF2B5EF4-FFF2-40B4-BE49-F238E27FC236}">
                <a16:creationId xmlns:a16="http://schemas.microsoft.com/office/drawing/2014/main" id="{56C5B83B-7556-4580-9E95-09094F18C982}"/>
              </a:ext>
            </a:extLst>
          </p:cNvPr>
          <p:cNvSpPr>
            <a:spLocks noGrp="1"/>
          </p:cNvSpPr>
          <p:nvPr/>
        </p:nvSpPr>
        <p:spPr>
          <a:xfrm>
            <a:off x="831025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7" name="F2_precision_recall_distributions_6001">
            <a:extLst>
              <a:ext uri="{FF2B5EF4-FFF2-40B4-BE49-F238E27FC236}">
                <a16:creationId xmlns:a16="http://schemas.microsoft.com/office/drawing/2014/main" id="{1E2BB74F-70F5-4A88-BBDD-1E3B95631629}"/>
              </a:ext>
            </a:extLst>
          </p:cNvPr>
          <p:cNvSpPr>
            <a:spLocks noGrp="1"/>
          </p:cNvSpPr>
          <p:nvPr/>
        </p:nvSpPr>
        <p:spPr>
          <a:xfrm>
            <a:off x="8380450" y="49574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8" name="F2_precision_recall_distributions_6002">
            <a:extLst>
              <a:ext uri="{FF2B5EF4-FFF2-40B4-BE49-F238E27FC236}">
                <a16:creationId xmlns:a16="http://schemas.microsoft.com/office/drawing/2014/main" id="{94E8106E-FFB6-48D6-9D14-A789AC6F6A30}"/>
              </a:ext>
            </a:extLst>
          </p:cNvPr>
          <p:cNvSpPr>
            <a:spLocks noGrp="1"/>
          </p:cNvSpPr>
          <p:nvPr/>
        </p:nvSpPr>
        <p:spPr>
          <a:xfrm>
            <a:off x="8204036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9" name="F2_precision_recall_distributions_6003">
            <a:extLst>
              <a:ext uri="{FF2B5EF4-FFF2-40B4-BE49-F238E27FC236}">
                <a16:creationId xmlns:a16="http://schemas.microsoft.com/office/drawing/2014/main" id="{03DE1BE1-5309-4F4D-87C8-96552086E6CA}"/>
              </a:ext>
            </a:extLst>
          </p:cNvPr>
          <p:cNvSpPr>
            <a:spLocks noGrp="1"/>
          </p:cNvSpPr>
          <p:nvPr/>
        </p:nvSpPr>
        <p:spPr>
          <a:xfrm>
            <a:off x="829010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0" name="F2_precision_recall_distributions_6004">
            <a:extLst>
              <a:ext uri="{FF2B5EF4-FFF2-40B4-BE49-F238E27FC236}">
                <a16:creationId xmlns:a16="http://schemas.microsoft.com/office/drawing/2014/main" id="{B84D8EAE-F359-4A7C-A8AD-3BC770FC4FE6}"/>
              </a:ext>
            </a:extLst>
          </p:cNvPr>
          <p:cNvSpPr>
            <a:spLocks noGrp="1"/>
          </p:cNvSpPr>
          <p:nvPr/>
        </p:nvSpPr>
        <p:spPr>
          <a:xfrm>
            <a:off x="8222429" y="494809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1" name="F2_precision_recall_distributions_6005">
            <a:extLst>
              <a:ext uri="{FF2B5EF4-FFF2-40B4-BE49-F238E27FC236}">
                <a16:creationId xmlns:a16="http://schemas.microsoft.com/office/drawing/2014/main" id="{7538B30E-5E61-47F0-AF0E-AFA141C91670}"/>
              </a:ext>
            </a:extLst>
          </p:cNvPr>
          <p:cNvSpPr>
            <a:spLocks noGrp="1"/>
          </p:cNvSpPr>
          <p:nvPr/>
        </p:nvSpPr>
        <p:spPr>
          <a:xfrm>
            <a:off x="819053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2" name="F2_precision_recall_distributions_6006">
            <a:extLst>
              <a:ext uri="{FF2B5EF4-FFF2-40B4-BE49-F238E27FC236}">
                <a16:creationId xmlns:a16="http://schemas.microsoft.com/office/drawing/2014/main" id="{D3F46BCB-E4E3-4255-9745-74F99028683A}"/>
              </a:ext>
            </a:extLst>
          </p:cNvPr>
          <p:cNvSpPr>
            <a:spLocks noGrp="1"/>
          </p:cNvSpPr>
          <p:nvPr/>
        </p:nvSpPr>
        <p:spPr>
          <a:xfrm>
            <a:off x="8195197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3" name="F2_precision_recall_distributions_6007">
            <a:extLst>
              <a:ext uri="{FF2B5EF4-FFF2-40B4-BE49-F238E27FC236}">
                <a16:creationId xmlns:a16="http://schemas.microsoft.com/office/drawing/2014/main" id="{EC7DFABD-877F-46DD-9ED5-EC432E8BD57C}"/>
              </a:ext>
            </a:extLst>
          </p:cNvPr>
          <p:cNvSpPr>
            <a:spLocks noGrp="1"/>
          </p:cNvSpPr>
          <p:nvPr/>
        </p:nvSpPr>
        <p:spPr>
          <a:xfrm>
            <a:off x="830615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4" name="F2_precision_recall_distributions_6008">
            <a:extLst>
              <a:ext uri="{FF2B5EF4-FFF2-40B4-BE49-F238E27FC236}">
                <a16:creationId xmlns:a16="http://schemas.microsoft.com/office/drawing/2014/main" id="{553696B0-4E6B-41BC-8446-3DA890910E16}"/>
              </a:ext>
            </a:extLst>
          </p:cNvPr>
          <p:cNvSpPr>
            <a:spLocks noGrp="1"/>
          </p:cNvSpPr>
          <p:nvPr/>
        </p:nvSpPr>
        <p:spPr>
          <a:xfrm>
            <a:off x="843011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5" name="F2_precision_recall_distributions_6009">
            <a:extLst>
              <a:ext uri="{FF2B5EF4-FFF2-40B4-BE49-F238E27FC236}">
                <a16:creationId xmlns:a16="http://schemas.microsoft.com/office/drawing/2014/main" id="{87DEAE65-3FE6-4271-ACE8-4E5A7EC4E2D3}"/>
              </a:ext>
            </a:extLst>
          </p:cNvPr>
          <p:cNvSpPr>
            <a:spLocks noGrp="1"/>
          </p:cNvSpPr>
          <p:nvPr/>
        </p:nvSpPr>
        <p:spPr>
          <a:xfrm>
            <a:off x="825955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6" name="F2_precision_recall_distributions_6010">
            <a:extLst>
              <a:ext uri="{FF2B5EF4-FFF2-40B4-BE49-F238E27FC236}">
                <a16:creationId xmlns:a16="http://schemas.microsoft.com/office/drawing/2014/main" id="{8069820F-48B5-487B-B672-9529850C3F18}"/>
              </a:ext>
            </a:extLst>
          </p:cNvPr>
          <p:cNvSpPr>
            <a:spLocks noGrp="1"/>
          </p:cNvSpPr>
          <p:nvPr/>
        </p:nvSpPr>
        <p:spPr>
          <a:xfrm>
            <a:off x="8384100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7" name="F2_precision_recall_distributions_6011">
            <a:extLst>
              <a:ext uri="{FF2B5EF4-FFF2-40B4-BE49-F238E27FC236}">
                <a16:creationId xmlns:a16="http://schemas.microsoft.com/office/drawing/2014/main" id="{CEA271B0-C6BA-41AD-8495-25BFF4D0A948}"/>
              </a:ext>
            </a:extLst>
          </p:cNvPr>
          <p:cNvSpPr>
            <a:spLocks noGrp="1"/>
          </p:cNvSpPr>
          <p:nvPr/>
        </p:nvSpPr>
        <p:spPr>
          <a:xfrm>
            <a:off x="82411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8" name="F2_precision_recall_distributions_6012">
            <a:extLst>
              <a:ext uri="{FF2B5EF4-FFF2-40B4-BE49-F238E27FC236}">
                <a16:creationId xmlns:a16="http://schemas.microsoft.com/office/drawing/2014/main" id="{7A092B7C-2B5F-4234-8894-6B191F8D7394}"/>
              </a:ext>
            </a:extLst>
          </p:cNvPr>
          <p:cNvSpPr>
            <a:spLocks noGrp="1"/>
          </p:cNvSpPr>
          <p:nvPr/>
        </p:nvSpPr>
        <p:spPr>
          <a:xfrm>
            <a:off x="8417571" y="47603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9" name="F2_precision_recall_distributions_6013">
            <a:extLst>
              <a:ext uri="{FF2B5EF4-FFF2-40B4-BE49-F238E27FC236}">
                <a16:creationId xmlns:a16="http://schemas.microsoft.com/office/drawing/2014/main" id="{658DB896-FE65-4625-BB3E-56FB8872D818}"/>
              </a:ext>
            </a:extLst>
          </p:cNvPr>
          <p:cNvSpPr>
            <a:spLocks noGrp="1"/>
          </p:cNvSpPr>
          <p:nvPr/>
        </p:nvSpPr>
        <p:spPr>
          <a:xfrm>
            <a:off x="830227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0" name="F2_precision_recall_distributions_6014">
            <a:extLst>
              <a:ext uri="{FF2B5EF4-FFF2-40B4-BE49-F238E27FC236}">
                <a16:creationId xmlns:a16="http://schemas.microsoft.com/office/drawing/2014/main" id="{39ED2DD3-3649-4381-8DE4-08A1C4C3B923}"/>
              </a:ext>
            </a:extLst>
          </p:cNvPr>
          <p:cNvSpPr>
            <a:spLocks noGrp="1"/>
          </p:cNvSpPr>
          <p:nvPr/>
        </p:nvSpPr>
        <p:spPr>
          <a:xfrm>
            <a:off x="8466744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1" name="F2_precision_recall_distributions_6015">
            <a:extLst>
              <a:ext uri="{FF2B5EF4-FFF2-40B4-BE49-F238E27FC236}">
                <a16:creationId xmlns:a16="http://schemas.microsoft.com/office/drawing/2014/main" id="{99779885-C587-4B6B-8B4D-DDFA233E6097}"/>
              </a:ext>
            </a:extLst>
          </p:cNvPr>
          <p:cNvSpPr>
            <a:spLocks noGrp="1"/>
          </p:cNvSpPr>
          <p:nvPr/>
        </p:nvSpPr>
        <p:spPr>
          <a:xfrm>
            <a:off x="827753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2" name="F2_precision_recall_distributions_6016">
            <a:extLst>
              <a:ext uri="{FF2B5EF4-FFF2-40B4-BE49-F238E27FC236}">
                <a16:creationId xmlns:a16="http://schemas.microsoft.com/office/drawing/2014/main" id="{4DCE2B3A-55C6-48BB-9474-92F4C02D5EC5}"/>
              </a:ext>
            </a:extLst>
          </p:cNvPr>
          <p:cNvSpPr>
            <a:spLocks noGrp="1"/>
          </p:cNvSpPr>
          <p:nvPr/>
        </p:nvSpPr>
        <p:spPr>
          <a:xfrm>
            <a:off x="824518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3" name="F2_precision_recall_distributions_6017">
            <a:extLst>
              <a:ext uri="{FF2B5EF4-FFF2-40B4-BE49-F238E27FC236}">
                <a16:creationId xmlns:a16="http://schemas.microsoft.com/office/drawing/2014/main" id="{0ECF6E01-3FBD-409F-AE94-012DE6BFDBB1}"/>
              </a:ext>
            </a:extLst>
          </p:cNvPr>
          <p:cNvSpPr>
            <a:spLocks noGrp="1"/>
          </p:cNvSpPr>
          <p:nvPr/>
        </p:nvSpPr>
        <p:spPr>
          <a:xfrm>
            <a:off x="821990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4" name="F2_precision_recall_distributions_6018">
            <a:extLst>
              <a:ext uri="{FF2B5EF4-FFF2-40B4-BE49-F238E27FC236}">
                <a16:creationId xmlns:a16="http://schemas.microsoft.com/office/drawing/2014/main" id="{A2F40860-4F9E-40D9-9D11-E56F131B395F}"/>
              </a:ext>
            </a:extLst>
          </p:cNvPr>
          <p:cNvSpPr>
            <a:spLocks noGrp="1"/>
          </p:cNvSpPr>
          <p:nvPr/>
        </p:nvSpPr>
        <p:spPr>
          <a:xfrm>
            <a:off x="831549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5" name="F2_precision_recall_distributions_6019">
            <a:extLst>
              <a:ext uri="{FF2B5EF4-FFF2-40B4-BE49-F238E27FC236}">
                <a16:creationId xmlns:a16="http://schemas.microsoft.com/office/drawing/2014/main" id="{BFA532DB-B1B6-4DF1-8268-40567687BFF0}"/>
              </a:ext>
            </a:extLst>
          </p:cNvPr>
          <p:cNvSpPr>
            <a:spLocks noGrp="1"/>
          </p:cNvSpPr>
          <p:nvPr/>
        </p:nvSpPr>
        <p:spPr>
          <a:xfrm>
            <a:off x="8189122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6" name="F2_precision_recall_distributions_6020">
            <a:extLst>
              <a:ext uri="{FF2B5EF4-FFF2-40B4-BE49-F238E27FC236}">
                <a16:creationId xmlns:a16="http://schemas.microsoft.com/office/drawing/2014/main" id="{A11FCDAC-9FD6-4E60-A626-B8D7F391477C}"/>
              </a:ext>
            </a:extLst>
          </p:cNvPr>
          <p:cNvSpPr>
            <a:spLocks noGrp="1"/>
          </p:cNvSpPr>
          <p:nvPr/>
        </p:nvSpPr>
        <p:spPr>
          <a:xfrm>
            <a:off x="824401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7" name="F2_precision_recall_distributions_6021">
            <a:extLst>
              <a:ext uri="{FF2B5EF4-FFF2-40B4-BE49-F238E27FC236}">
                <a16:creationId xmlns:a16="http://schemas.microsoft.com/office/drawing/2014/main" id="{DED4A094-5C2A-484F-85EA-91A17BF88F6F}"/>
              </a:ext>
            </a:extLst>
          </p:cNvPr>
          <p:cNvSpPr>
            <a:spLocks noGrp="1"/>
          </p:cNvSpPr>
          <p:nvPr/>
        </p:nvSpPr>
        <p:spPr>
          <a:xfrm>
            <a:off x="8207275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8" name="F2_precision_recall_distributions_6022">
            <a:extLst>
              <a:ext uri="{FF2B5EF4-FFF2-40B4-BE49-F238E27FC236}">
                <a16:creationId xmlns:a16="http://schemas.microsoft.com/office/drawing/2014/main" id="{DB4A25A4-8DB4-4C36-BC1D-BBE836736A51}"/>
              </a:ext>
            </a:extLst>
          </p:cNvPr>
          <p:cNvSpPr>
            <a:spLocks noGrp="1"/>
          </p:cNvSpPr>
          <p:nvPr/>
        </p:nvSpPr>
        <p:spPr>
          <a:xfrm>
            <a:off x="8374274" y="4866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9" name="F2_precision_recall_distributions_6023">
            <a:extLst>
              <a:ext uri="{FF2B5EF4-FFF2-40B4-BE49-F238E27FC236}">
                <a16:creationId xmlns:a16="http://schemas.microsoft.com/office/drawing/2014/main" id="{C936095D-C87A-496E-B08D-DE6F80F2CD3E}"/>
              </a:ext>
            </a:extLst>
          </p:cNvPr>
          <p:cNvSpPr>
            <a:spLocks noGrp="1"/>
          </p:cNvSpPr>
          <p:nvPr/>
        </p:nvSpPr>
        <p:spPr>
          <a:xfrm>
            <a:off x="835221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0" name="F2_precision_recall_distributions_6024">
            <a:extLst>
              <a:ext uri="{FF2B5EF4-FFF2-40B4-BE49-F238E27FC236}">
                <a16:creationId xmlns:a16="http://schemas.microsoft.com/office/drawing/2014/main" id="{7A728E14-6038-43BB-ACC7-C02BD93E472B}"/>
              </a:ext>
            </a:extLst>
          </p:cNvPr>
          <p:cNvSpPr>
            <a:spLocks noGrp="1"/>
          </p:cNvSpPr>
          <p:nvPr/>
        </p:nvSpPr>
        <p:spPr>
          <a:xfrm>
            <a:off x="823104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1" name="F2_precision_recall_distributions_6025">
            <a:extLst>
              <a:ext uri="{FF2B5EF4-FFF2-40B4-BE49-F238E27FC236}">
                <a16:creationId xmlns:a16="http://schemas.microsoft.com/office/drawing/2014/main" id="{62910D3A-4A40-43DD-92B3-CB0E1A52C1E1}"/>
              </a:ext>
            </a:extLst>
          </p:cNvPr>
          <p:cNvSpPr>
            <a:spLocks noGrp="1"/>
          </p:cNvSpPr>
          <p:nvPr/>
        </p:nvSpPr>
        <p:spPr>
          <a:xfrm>
            <a:off x="819450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2" name="F2_precision_recall_distributions_6026">
            <a:extLst>
              <a:ext uri="{FF2B5EF4-FFF2-40B4-BE49-F238E27FC236}">
                <a16:creationId xmlns:a16="http://schemas.microsoft.com/office/drawing/2014/main" id="{9A702D48-4E4C-4720-BD27-D4B328F68C54}"/>
              </a:ext>
            </a:extLst>
          </p:cNvPr>
          <p:cNvSpPr>
            <a:spLocks noGrp="1"/>
          </p:cNvSpPr>
          <p:nvPr/>
        </p:nvSpPr>
        <p:spPr>
          <a:xfrm>
            <a:off x="8294344" y="44124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3" name="F2_precision_recall_distributions_6027">
            <a:extLst>
              <a:ext uri="{FF2B5EF4-FFF2-40B4-BE49-F238E27FC236}">
                <a16:creationId xmlns:a16="http://schemas.microsoft.com/office/drawing/2014/main" id="{CBAC4205-AEBA-4175-A052-37744742039E}"/>
              </a:ext>
            </a:extLst>
          </p:cNvPr>
          <p:cNvSpPr>
            <a:spLocks noGrp="1"/>
          </p:cNvSpPr>
          <p:nvPr/>
        </p:nvSpPr>
        <p:spPr>
          <a:xfrm>
            <a:off x="840888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4" name="F2_precision_recall_distributions_6028">
            <a:extLst>
              <a:ext uri="{FF2B5EF4-FFF2-40B4-BE49-F238E27FC236}">
                <a16:creationId xmlns:a16="http://schemas.microsoft.com/office/drawing/2014/main" id="{7C41968A-D98C-4496-B999-94EB83D7A988}"/>
              </a:ext>
            </a:extLst>
          </p:cNvPr>
          <p:cNvSpPr>
            <a:spLocks noGrp="1"/>
          </p:cNvSpPr>
          <p:nvPr/>
        </p:nvSpPr>
        <p:spPr>
          <a:xfrm>
            <a:off x="8412853" y="45128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5" name="F2_precision_recall_distributions_6029">
            <a:extLst>
              <a:ext uri="{FF2B5EF4-FFF2-40B4-BE49-F238E27FC236}">
                <a16:creationId xmlns:a16="http://schemas.microsoft.com/office/drawing/2014/main" id="{A7A5025C-FA65-4A9F-AE5D-B74E2F562306}"/>
              </a:ext>
            </a:extLst>
          </p:cNvPr>
          <p:cNvSpPr>
            <a:spLocks noGrp="1"/>
          </p:cNvSpPr>
          <p:nvPr/>
        </p:nvSpPr>
        <p:spPr>
          <a:xfrm>
            <a:off x="844247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6" name="F2_precision_recall_distributions_6030">
            <a:extLst>
              <a:ext uri="{FF2B5EF4-FFF2-40B4-BE49-F238E27FC236}">
                <a16:creationId xmlns:a16="http://schemas.microsoft.com/office/drawing/2014/main" id="{98BDE03E-1B66-46F4-BC63-C0A3118FB882}"/>
              </a:ext>
            </a:extLst>
          </p:cNvPr>
          <p:cNvSpPr>
            <a:spLocks noGrp="1"/>
          </p:cNvSpPr>
          <p:nvPr/>
        </p:nvSpPr>
        <p:spPr>
          <a:xfrm>
            <a:off x="8304246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7" name="F2_precision_recall_distributions_6031">
            <a:extLst>
              <a:ext uri="{FF2B5EF4-FFF2-40B4-BE49-F238E27FC236}">
                <a16:creationId xmlns:a16="http://schemas.microsoft.com/office/drawing/2014/main" id="{BF8404A0-8D2E-4E6C-B432-320B376C01E4}"/>
              </a:ext>
            </a:extLst>
          </p:cNvPr>
          <p:cNvSpPr>
            <a:spLocks noGrp="1"/>
          </p:cNvSpPr>
          <p:nvPr/>
        </p:nvSpPr>
        <p:spPr>
          <a:xfrm>
            <a:off x="8367139" y="50581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8" name="F2_precision_recall_distributions_6032">
            <a:extLst>
              <a:ext uri="{FF2B5EF4-FFF2-40B4-BE49-F238E27FC236}">
                <a16:creationId xmlns:a16="http://schemas.microsoft.com/office/drawing/2014/main" id="{F4ACFAB4-9343-454F-AC27-04D842A77D6E}"/>
              </a:ext>
            </a:extLst>
          </p:cNvPr>
          <p:cNvSpPr>
            <a:spLocks noGrp="1"/>
          </p:cNvSpPr>
          <p:nvPr/>
        </p:nvSpPr>
        <p:spPr>
          <a:xfrm>
            <a:off x="8454887" y="45128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9" name="F2_precision_recall_distributions_6033">
            <a:extLst>
              <a:ext uri="{FF2B5EF4-FFF2-40B4-BE49-F238E27FC236}">
                <a16:creationId xmlns:a16="http://schemas.microsoft.com/office/drawing/2014/main" id="{46C5E826-67B4-4F13-8F83-7F7ACA6161E7}"/>
              </a:ext>
            </a:extLst>
          </p:cNvPr>
          <p:cNvSpPr>
            <a:spLocks noGrp="1"/>
          </p:cNvSpPr>
          <p:nvPr/>
        </p:nvSpPr>
        <p:spPr>
          <a:xfrm>
            <a:off x="8277821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0" name="F2_precision_recall_distributions_6034">
            <a:extLst>
              <a:ext uri="{FF2B5EF4-FFF2-40B4-BE49-F238E27FC236}">
                <a16:creationId xmlns:a16="http://schemas.microsoft.com/office/drawing/2014/main" id="{1AEAE0AE-7FBE-401E-8F3D-992F6713EFAC}"/>
              </a:ext>
            </a:extLst>
          </p:cNvPr>
          <p:cNvSpPr>
            <a:spLocks noGrp="1"/>
          </p:cNvSpPr>
          <p:nvPr/>
        </p:nvSpPr>
        <p:spPr>
          <a:xfrm>
            <a:off x="813709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1" name="F2_precision_recall_distributions_6035">
            <a:extLst>
              <a:ext uri="{FF2B5EF4-FFF2-40B4-BE49-F238E27FC236}">
                <a16:creationId xmlns:a16="http://schemas.microsoft.com/office/drawing/2014/main" id="{462506D3-60F4-41FD-994D-37286D74B228}"/>
              </a:ext>
            </a:extLst>
          </p:cNvPr>
          <p:cNvSpPr>
            <a:spLocks noGrp="1"/>
          </p:cNvSpPr>
          <p:nvPr/>
        </p:nvSpPr>
        <p:spPr>
          <a:xfrm>
            <a:off x="833646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2" name="F2_precision_recall_distributions_6036">
            <a:extLst>
              <a:ext uri="{FF2B5EF4-FFF2-40B4-BE49-F238E27FC236}">
                <a16:creationId xmlns:a16="http://schemas.microsoft.com/office/drawing/2014/main" id="{3C1FCA0B-459B-4F8C-8632-5BAD97A051CD}"/>
              </a:ext>
            </a:extLst>
          </p:cNvPr>
          <p:cNvSpPr>
            <a:spLocks noGrp="1"/>
          </p:cNvSpPr>
          <p:nvPr/>
        </p:nvSpPr>
        <p:spPr>
          <a:xfrm>
            <a:off x="817211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3" name="F2_precision_recall_distributions_6037">
            <a:extLst>
              <a:ext uri="{FF2B5EF4-FFF2-40B4-BE49-F238E27FC236}">
                <a16:creationId xmlns:a16="http://schemas.microsoft.com/office/drawing/2014/main" id="{BA9D08B8-3870-48AD-9BA2-85DB100BDD8D}"/>
              </a:ext>
            </a:extLst>
          </p:cNvPr>
          <p:cNvSpPr>
            <a:spLocks noGrp="1"/>
          </p:cNvSpPr>
          <p:nvPr/>
        </p:nvSpPr>
        <p:spPr>
          <a:xfrm>
            <a:off x="8483282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4" name="F2_precision_recall_distributions_6038">
            <a:extLst>
              <a:ext uri="{FF2B5EF4-FFF2-40B4-BE49-F238E27FC236}">
                <a16:creationId xmlns:a16="http://schemas.microsoft.com/office/drawing/2014/main" id="{7279676B-12A8-405D-B9C2-34D0CDAB527A}"/>
              </a:ext>
            </a:extLst>
          </p:cNvPr>
          <p:cNvSpPr>
            <a:spLocks noGrp="1"/>
          </p:cNvSpPr>
          <p:nvPr/>
        </p:nvSpPr>
        <p:spPr>
          <a:xfrm>
            <a:off x="843105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5" name="F2_precision_recall_distributions_6039">
            <a:extLst>
              <a:ext uri="{FF2B5EF4-FFF2-40B4-BE49-F238E27FC236}">
                <a16:creationId xmlns:a16="http://schemas.microsoft.com/office/drawing/2014/main" id="{FAEF286A-5C27-4A90-BE47-C66A74309F16}"/>
              </a:ext>
            </a:extLst>
          </p:cNvPr>
          <p:cNvSpPr>
            <a:spLocks noGrp="1"/>
          </p:cNvSpPr>
          <p:nvPr/>
        </p:nvSpPr>
        <p:spPr>
          <a:xfrm>
            <a:off x="829391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6" name="F2_precision_recall_distributions_6040">
            <a:extLst>
              <a:ext uri="{FF2B5EF4-FFF2-40B4-BE49-F238E27FC236}">
                <a16:creationId xmlns:a16="http://schemas.microsoft.com/office/drawing/2014/main" id="{8406ADFE-D5CD-4E4C-AB7D-2597BD481C5F}"/>
              </a:ext>
            </a:extLst>
          </p:cNvPr>
          <p:cNvSpPr>
            <a:spLocks noGrp="1"/>
          </p:cNvSpPr>
          <p:nvPr/>
        </p:nvSpPr>
        <p:spPr>
          <a:xfrm>
            <a:off x="834083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7" name="F2_precision_recall_distributions_6041">
            <a:extLst>
              <a:ext uri="{FF2B5EF4-FFF2-40B4-BE49-F238E27FC236}">
                <a16:creationId xmlns:a16="http://schemas.microsoft.com/office/drawing/2014/main" id="{91936BB2-AC3F-459F-9253-C4C0D235E239}"/>
              </a:ext>
            </a:extLst>
          </p:cNvPr>
          <p:cNvSpPr>
            <a:spLocks noGrp="1"/>
          </p:cNvSpPr>
          <p:nvPr/>
        </p:nvSpPr>
        <p:spPr>
          <a:xfrm>
            <a:off x="8315262" y="47149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8" name="F2_precision_recall_distributions_6042">
            <a:extLst>
              <a:ext uri="{FF2B5EF4-FFF2-40B4-BE49-F238E27FC236}">
                <a16:creationId xmlns:a16="http://schemas.microsoft.com/office/drawing/2014/main" id="{FB8B0788-7F32-49E6-BA5B-2A3AFB513185}"/>
              </a:ext>
            </a:extLst>
          </p:cNvPr>
          <p:cNvSpPr>
            <a:spLocks noGrp="1"/>
          </p:cNvSpPr>
          <p:nvPr/>
        </p:nvSpPr>
        <p:spPr>
          <a:xfrm>
            <a:off x="836890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9" name="F2_precision_recall_distributions_6043">
            <a:extLst>
              <a:ext uri="{FF2B5EF4-FFF2-40B4-BE49-F238E27FC236}">
                <a16:creationId xmlns:a16="http://schemas.microsoft.com/office/drawing/2014/main" id="{8E06F712-3290-43B6-8D53-4ACE2C5D8334}"/>
              </a:ext>
            </a:extLst>
          </p:cNvPr>
          <p:cNvSpPr>
            <a:spLocks noGrp="1"/>
          </p:cNvSpPr>
          <p:nvPr/>
        </p:nvSpPr>
        <p:spPr>
          <a:xfrm>
            <a:off x="8159918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0" name="F2_precision_recall_distributions_6044">
            <a:extLst>
              <a:ext uri="{FF2B5EF4-FFF2-40B4-BE49-F238E27FC236}">
                <a16:creationId xmlns:a16="http://schemas.microsoft.com/office/drawing/2014/main" id="{7716BE70-8BDF-411C-B84A-0413A3339F28}"/>
              </a:ext>
            </a:extLst>
          </p:cNvPr>
          <p:cNvSpPr>
            <a:spLocks noGrp="1"/>
          </p:cNvSpPr>
          <p:nvPr/>
        </p:nvSpPr>
        <p:spPr>
          <a:xfrm>
            <a:off x="8276519" y="44420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1" name="F2_precision_recall_distributions_6045">
            <a:extLst>
              <a:ext uri="{FF2B5EF4-FFF2-40B4-BE49-F238E27FC236}">
                <a16:creationId xmlns:a16="http://schemas.microsoft.com/office/drawing/2014/main" id="{8EB58CF9-0B50-48E2-A855-F74AFC1EECCC}"/>
              </a:ext>
            </a:extLst>
          </p:cNvPr>
          <p:cNvSpPr>
            <a:spLocks noGrp="1"/>
          </p:cNvSpPr>
          <p:nvPr/>
        </p:nvSpPr>
        <p:spPr>
          <a:xfrm>
            <a:off x="821235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2" name="F2_precision_recall_distributions_6046">
            <a:extLst>
              <a:ext uri="{FF2B5EF4-FFF2-40B4-BE49-F238E27FC236}">
                <a16:creationId xmlns:a16="http://schemas.microsoft.com/office/drawing/2014/main" id="{FF7781BB-C74B-4F61-800F-204EAE4DEF97}"/>
              </a:ext>
            </a:extLst>
          </p:cNvPr>
          <p:cNvSpPr>
            <a:spLocks noGrp="1"/>
          </p:cNvSpPr>
          <p:nvPr/>
        </p:nvSpPr>
        <p:spPr>
          <a:xfrm>
            <a:off x="8423011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3" name="F2_precision_recall_distributions_6047">
            <a:extLst>
              <a:ext uri="{FF2B5EF4-FFF2-40B4-BE49-F238E27FC236}">
                <a16:creationId xmlns:a16="http://schemas.microsoft.com/office/drawing/2014/main" id="{EF51A95C-2DAA-4DD4-B84E-DD9CA1EB0B84}"/>
              </a:ext>
            </a:extLst>
          </p:cNvPr>
          <p:cNvSpPr>
            <a:spLocks noGrp="1"/>
          </p:cNvSpPr>
          <p:nvPr/>
        </p:nvSpPr>
        <p:spPr>
          <a:xfrm>
            <a:off x="8307595" y="47391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4" name="F2_precision_recall_distributions_6048">
            <a:extLst>
              <a:ext uri="{FF2B5EF4-FFF2-40B4-BE49-F238E27FC236}">
                <a16:creationId xmlns:a16="http://schemas.microsoft.com/office/drawing/2014/main" id="{1545362B-4FD4-4A4D-9909-90546F050098}"/>
              </a:ext>
            </a:extLst>
          </p:cNvPr>
          <p:cNvSpPr>
            <a:spLocks noGrp="1"/>
          </p:cNvSpPr>
          <p:nvPr/>
        </p:nvSpPr>
        <p:spPr>
          <a:xfrm>
            <a:off x="8239067" y="49372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5" name="F2_precision_recall_distributions_6049">
            <a:extLst>
              <a:ext uri="{FF2B5EF4-FFF2-40B4-BE49-F238E27FC236}">
                <a16:creationId xmlns:a16="http://schemas.microsoft.com/office/drawing/2014/main" id="{BC94E066-0F70-4079-B738-5F7C59099E77}"/>
              </a:ext>
            </a:extLst>
          </p:cNvPr>
          <p:cNvSpPr>
            <a:spLocks noGrp="1"/>
          </p:cNvSpPr>
          <p:nvPr/>
        </p:nvSpPr>
        <p:spPr>
          <a:xfrm>
            <a:off x="839462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6" name="F2_precision_recall_distributions_6050">
            <a:extLst>
              <a:ext uri="{FF2B5EF4-FFF2-40B4-BE49-F238E27FC236}">
                <a16:creationId xmlns:a16="http://schemas.microsoft.com/office/drawing/2014/main" id="{716E39FE-2A88-4070-AE6A-9F2067B647AC}"/>
              </a:ext>
            </a:extLst>
          </p:cNvPr>
          <p:cNvSpPr>
            <a:spLocks noGrp="1"/>
          </p:cNvSpPr>
          <p:nvPr/>
        </p:nvSpPr>
        <p:spPr>
          <a:xfrm>
            <a:off x="8318810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7" name="F2_precision_recall_distributions_6051">
            <a:extLst>
              <a:ext uri="{FF2B5EF4-FFF2-40B4-BE49-F238E27FC236}">
                <a16:creationId xmlns:a16="http://schemas.microsoft.com/office/drawing/2014/main" id="{6E9F1737-F93B-4D42-A433-E08C212A6CDA}"/>
              </a:ext>
            </a:extLst>
          </p:cNvPr>
          <p:cNvSpPr>
            <a:spLocks noGrp="1"/>
          </p:cNvSpPr>
          <p:nvPr/>
        </p:nvSpPr>
        <p:spPr>
          <a:xfrm>
            <a:off x="824971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8" name="F2_precision_recall_distributions_6052">
            <a:extLst>
              <a:ext uri="{FF2B5EF4-FFF2-40B4-BE49-F238E27FC236}">
                <a16:creationId xmlns:a16="http://schemas.microsoft.com/office/drawing/2014/main" id="{5C638612-B943-4929-BED6-7029859B958D}"/>
              </a:ext>
            </a:extLst>
          </p:cNvPr>
          <p:cNvSpPr>
            <a:spLocks noGrp="1"/>
          </p:cNvSpPr>
          <p:nvPr/>
        </p:nvSpPr>
        <p:spPr>
          <a:xfrm>
            <a:off x="847933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9" name="F2_precision_recall_distributions_6053">
            <a:extLst>
              <a:ext uri="{FF2B5EF4-FFF2-40B4-BE49-F238E27FC236}">
                <a16:creationId xmlns:a16="http://schemas.microsoft.com/office/drawing/2014/main" id="{5DB83591-E5F2-4B3B-9833-EA9A97529B47}"/>
              </a:ext>
            </a:extLst>
          </p:cNvPr>
          <p:cNvSpPr>
            <a:spLocks noGrp="1"/>
          </p:cNvSpPr>
          <p:nvPr/>
        </p:nvSpPr>
        <p:spPr>
          <a:xfrm>
            <a:off x="8429426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0" name="F2_precision_recall_distributions_6054">
            <a:extLst>
              <a:ext uri="{FF2B5EF4-FFF2-40B4-BE49-F238E27FC236}">
                <a16:creationId xmlns:a16="http://schemas.microsoft.com/office/drawing/2014/main" id="{34947B00-1138-4126-880E-EE4A512D975A}"/>
              </a:ext>
            </a:extLst>
          </p:cNvPr>
          <p:cNvSpPr>
            <a:spLocks noGrp="1"/>
          </p:cNvSpPr>
          <p:nvPr/>
        </p:nvSpPr>
        <p:spPr>
          <a:xfrm>
            <a:off x="8287102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1" name="F2_precision_recall_distributions_6055">
            <a:extLst>
              <a:ext uri="{FF2B5EF4-FFF2-40B4-BE49-F238E27FC236}">
                <a16:creationId xmlns:a16="http://schemas.microsoft.com/office/drawing/2014/main" id="{11FD5452-9D5E-40B4-AE0F-39E4BF10126A}"/>
              </a:ext>
            </a:extLst>
          </p:cNvPr>
          <p:cNvSpPr>
            <a:spLocks noGrp="1"/>
          </p:cNvSpPr>
          <p:nvPr/>
        </p:nvSpPr>
        <p:spPr>
          <a:xfrm>
            <a:off x="8153681" y="44724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2" name="F2_precision_recall_distributions_6056">
            <a:extLst>
              <a:ext uri="{FF2B5EF4-FFF2-40B4-BE49-F238E27FC236}">
                <a16:creationId xmlns:a16="http://schemas.microsoft.com/office/drawing/2014/main" id="{2EF277F1-1D93-43A7-9FEF-43DEA180C552}"/>
              </a:ext>
            </a:extLst>
          </p:cNvPr>
          <p:cNvSpPr>
            <a:spLocks noGrp="1"/>
          </p:cNvSpPr>
          <p:nvPr/>
        </p:nvSpPr>
        <p:spPr>
          <a:xfrm>
            <a:off x="819140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3" name="F2_precision_recall_distributions_6057">
            <a:extLst>
              <a:ext uri="{FF2B5EF4-FFF2-40B4-BE49-F238E27FC236}">
                <a16:creationId xmlns:a16="http://schemas.microsoft.com/office/drawing/2014/main" id="{D7B093F8-85E5-4567-B47E-8561B8AA6798}"/>
              </a:ext>
            </a:extLst>
          </p:cNvPr>
          <p:cNvSpPr>
            <a:spLocks noGrp="1"/>
          </p:cNvSpPr>
          <p:nvPr/>
        </p:nvSpPr>
        <p:spPr>
          <a:xfrm>
            <a:off x="8189075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4" name="F2_precision_recall_distributions_6058">
            <a:extLst>
              <a:ext uri="{FF2B5EF4-FFF2-40B4-BE49-F238E27FC236}">
                <a16:creationId xmlns:a16="http://schemas.microsoft.com/office/drawing/2014/main" id="{3230FE23-429D-495E-AD96-EAF22AE3458D}"/>
              </a:ext>
            </a:extLst>
          </p:cNvPr>
          <p:cNvSpPr>
            <a:spLocks noGrp="1"/>
          </p:cNvSpPr>
          <p:nvPr/>
        </p:nvSpPr>
        <p:spPr>
          <a:xfrm>
            <a:off x="8153566" y="48175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5" name="F2_precision_recall_distributions_6059">
            <a:extLst>
              <a:ext uri="{FF2B5EF4-FFF2-40B4-BE49-F238E27FC236}">
                <a16:creationId xmlns:a16="http://schemas.microsoft.com/office/drawing/2014/main" id="{A39CD86B-08FD-41FC-8A5E-1766DCFD1944}"/>
              </a:ext>
            </a:extLst>
          </p:cNvPr>
          <p:cNvSpPr>
            <a:spLocks noGrp="1"/>
          </p:cNvSpPr>
          <p:nvPr/>
        </p:nvSpPr>
        <p:spPr>
          <a:xfrm>
            <a:off x="8218951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6" name="F2_precision_recall_distributions_6060">
            <a:extLst>
              <a:ext uri="{FF2B5EF4-FFF2-40B4-BE49-F238E27FC236}">
                <a16:creationId xmlns:a16="http://schemas.microsoft.com/office/drawing/2014/main" id="{4E4F8483-4755-4093-96DD-CF669B7C8301}"/>
              </a:ext>
            </a:extLst>
          </p:cNvPr>
          <p:cNvSpPr>
            <a:spLocks noGrp="1"/>
          </p:cNvSpPr>
          <p:nvPr/>
        </p:nvSpPr>
        <p:spPr>
          <a:xfrm>
            <a:off x="840408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7" name="F2_precision_recall_distributions_6061">
            <a:extLst>
              <a:ext uri="{FF2B5EF4-FFF2-40B4-BE49-F238E27FC236}">
                <a16:creationId xmlns:a16="http://schemas.microsoft.com/office/drawing/2014/main" id="{9AA734C4-B6F6-428A-AE52-CC387C897C3A}"/>
              </a:ext>
            </a:extLst>
          </p:cNvPr>
          <p:cNvSpPr>
            <a:spLocks noGrp="1"/>
          </p:cNvSpPr>
          <p:nvPr/>
        </p:nvSpPr>
        <p:spPr>
          <a:xfrm>
            <a:off x="816555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8" name="F2_precision_recall_distributions_6062">
            <a:extLst>
              <a:ext uri="{FF2B5EF4-FFF2-40B4-BE49-F238E27FC236}">
                <a16:creationId xmlns:a16="http://schemas.microsoft.com/office/drawing/2014/main" id="{535E593E-62DA-43FC-A5E9-AF6B6D309AA4}"/>
              </a:ext>
            </a:extLst>
          </p:cNvPr>
          <p:cNvSpPr>
            <a:spLocks noGrp="1"/>
          </p:cNvSpPr>
          <p:nvPr/>
        </p:nvSpPr>
        <p:spPr>
          <a:xfrm>
            <a:off x="8190300" y="42407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9" name="F2_precision_recall_distributions_6063">
            <a:extLst>
              <a:ext uri="{FF2B5EF4-FFF2-40B4-BE49-F238E27FC236}">
                <a16:creationId xmlns:a16="http://schemas.microsoft.com/office/drawing/2014/main" id="{E562FBD2-A0BC-45F3-BF0C-E9879C9020E0}"/>
              </a:ext>
            </a:extLst>
          </p:cNvPr>
          <p:cNvSpPr>
            <a:spLocks noGrp="1"/>
          </p:cNvSpPr>
          <p:nvPr/>
        </p:nvSpPr>
        <p:spPr>
          <a:xfrm>
            <a:off x="841232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0" name="F2_precision_recall_distributions_6064">
            <a:extLst>
              <a:ext uri="{FF2B5EF4-FFF2-40B4-BE49-F238E27FC236}">
                <a16:creationId xmlns:a16="http://schemas.microsoft.com/office/drawing/2014/main" id="{07B17DE0-7083-4590-85D9-DBEE69278BFB}"/>
              </a:ext>
            </a:extLst>
          </p:cNvPr>
          <p:cNvSpPr>
            <a:spLocks noGrp="1"/>
          </p:cNvSpPr>
          <p:nvPr/>
        </p:nvSpPr>
        <p:spPr>
          <a:xfrm>
            <a:off x="8249369" y="50550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1" name="F2_precision_recall_distributions_6065">
            <a:extLst>
              <a:ext uri="{FF2B5EF4-FFF2-40B4-BE49-F238E27FC236}">
                <a16:creationId xmlns:a16="http://schemas.microsoft.com/office/drawing/2014/main" id="{64DE5C98-D9BA-4E36-9E7C-E35452B3AFC5}"/>
              </a:ext>
            </a:extLst>
          </p:cNvPr>
          <p:cNvSpPr>
            <a:spLocks noGrp="1"/>
          </p:cNvSpPr>
          <p:nvPr/>
        </p:nvSpPr>
        <p:spPr>
          <a:xfrm>
            <a:off x="834946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2" name="F2_precision_recall_distributions_6066">
            <a:extLst>
              <a:ext uri="{FF2B5EF4-FFF2-40B4-BE49-F238E27FC236}">
                <a16:creationId xmlns:a16="http://schemas.microsoft.com/office/drawing/2014/main" id="{F78FE55D-20E2-48C8-8A42-16143B8DC36A}"/>
              </a:ext>
            </a:extLst>
          </p:cNvPr>
          <p:cNvSpPr>
            <a:spLocks noGrp="1"/>
          </p:cNvSpPr>
          <p:nvPr/>
        </p:nvSpPr>
        <p:spPr>
          <a:xfrm>
            <a:off x="8280877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3" name="F2_precision_recall_distributions_6067">
            <a:extLst>
              <a:ext uri="{FF2B5EF4-FFF2-40B4-BE49-F238E27FC236}">
                <a16:creationId xmlns:a16="http://schemas.microsoft.com/office/drawing/2014/main" id="{5FD6DA3E-00B5-4FD2-B1E7-7AB6E519FB7C}"/>
              </a:ext>
            </a:extLst>
          </p:cNvPr>
          <p:cNvSpPr>
            <a:spLocks noGrp="1"/>
          </p:cNvSpPr>
          <p:nvPr/>
        </p:nvSpPr>
        <p:spPr>
          <a:xfrm>
            <a:off x="830797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4" name="F2_precision_recall_distributions_6068">
            <a:extLst>
              <a:ext uri="{FF2B5EF4-FFF2-40B4-BE49-F238E27FC236}">
                <a16:creationId xmlns:a16="http://schemas.microsoft.com/office/drawing/2014/main" id="{6F4B5B95-3479-41C0-A5B7-A3520523405F}"/>
              </a:ext>
            </a:extLst>
          </p:cNvPr>
          <p:cNvSpPr>
            <a:spLocks noGrp="1"/>
          </p:cNvSpPr>
          <p:nvPr/>
        </p:nvSpPr>
        <p:spPr>
          <a:xfrm>
            <a:off x="8145558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5" name="F2_precision_recall_distributions_6069">
            <a:extLst>
              <a:ext uri="{FF2B5EF4-FFF2-40B4-BE49-F238E27FC236}">
                <a16:creationId xmlns:a16="http://schemas.microsoft.com/office/drawing/2014/main" id="{89DD9DAC-EB15-4094-9B61-786CDD0EB5E5}"/>
              </a:ext>
            </a:extLst>
          </p:cNvPr>
          <p:cNvSpPr>
            <a:spLocks noGrp="1"/>
          </p:cNvSpPr>
          <p:nvPr/>
        </p:nvSpPr>
        <p:spPr>
          <a:xfrm>
            <a:off x="836903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6" name="F2_precision_recall_distributions_6070">
            <a:extLst>
              <a:ext uri="{FF2B5EF4-FFF2-40B4-BE49-F238E27FC236}">
                <a16:creationId xmlns:a16="http://schemas.microsoft.com/office/drawing/2014/main" id="{4AB4BF80-47B4-4A7E-9C79-FE67DF5278D3}"/>
              </a:ext>
            </a:extLst>
          </p:cNvPr>
          <p:cNvSpPr>
            <a:spLocks noGrp="1"/>
          </p:cNvSpPr>
          <p:nvPr/>
        </p:nvSpPr>
        <p:spPr>
          <a:xfrm>
            <a:off x="8170791" y="44420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7" name="F2_precision_recall_distributions_6071">
            <a:extLst>
              <a:ext uri="{FF2B5EF4-FFF2-40B4-BE49-F238E27FC236}">
                <a16:creationId xmlns:a16="http://schemas.microsoft.com/office/drawing/2014/main" id="{AC9A2F5B-0357-4221-B7C6-D1069CBE0E30}"/>
              </a:ext>
            </a:extLst>
          </p:cNvPr>
          <p:cNvSpPr>
            <a:spLocks noGrp="1"/>
          </p:cNvSpPr>
          <p:nvPr/>
        </p:nvSpPr>
        <p:spPr>
          <a:xfrm>
            <a:off x="838910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8" name="F2_precision_recall_distributions_6072">
            <a:extLst>
              <a:ext uri="{FF2B5EF4-FFF2-40B4-BE49-F238E27FC236}">
                <a16:creationId xmlns:a16="http://schemas.microsoft.com/office/drawing/2014/main" id="{2407FFA3-1521-4287-8142-5E368AA4A821}"/>
              </a:ext>
            </a:extLst>
          </p:cNvPr>
          <p:cNvSpPr>
            <a:spLocks noGrp="1"/>
          </p:cNvSpPr>
          <p:nvPr/>
        </p:nvSpPr>
        <p:spPr>
          <a:xfrm>
            <a:off x="8200329" y="458663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9" name="F2_precision_recall_distributions_6073">
            <a:extLst>
              <a:ext uri="{FF2B5EF4-FFF2-40B4-BE49-F238E27FC236}">
                <a16:creationId xmlns:a16="http://schemas.microsoft.com/office/drawing/2014/main" id="{326749AE-47CD-4DE5-8112-E0C519B07986}"/>
              </a:ext>
            </a:extLst>
          </p:cNvPr>
          <p:cNvSpPr>
            <a:spLocks noGrp="1"/>
          </p:cNvSpPr>
          <p:nvPr/>
        </p:nvSpPr>
        <p:spPr>
          <a:xfrm>
            <a:off x="8192267" y="45128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0" name="F2_precision_recall_distributions_6074">
            <a:extLst>
              <a:ext uri="{FF2B5EF4-FFF2-40B4-BE49-F238E27FC236}">
                <a16:creationId xmlns:a16="http://schemas.microsoft.com/office/drawing/2014/main" id="{AB1ABD7B-BC32-4D95-99E1-4059970CE13B}"/>
              </a:ext>
            </a:extLst>
          </p:cNvPr>
          <p:cNvSpPr>
            <a:spLocks noGrp="1"/>
          </p:cNvSpPr>
          <p:nvPr/>
        </p:nvSpPr>
        <p:spPr>
          <a:xfrm>
            <a:off x="827997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1" name="F2_precision_recall_distributions_6075">
            <a:extLst>
              <a:ext uri="{FF2B5EF4-FFF2-40B4-BE49-F238E27FC236}">
                <a16:creationId xmlns:a16="http://schemas.microsoft.com/office/drawing/2014/main" id="{D086F89D-3F98-4F39-813A-336583EE6F2B}"/>
              </a:ext>
            </a:extLst>
          </p:cNvPr>
          <p:cNvSpPr>
            <a:spLocks noGrp="1"/>
          </p:cNvSpPr>
          <p:nvPr/>
        </p:nvSpPr>
        <p:spPr>
          <a:xfrm>
            <a:off x="833261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2" name="F2_precision_recall_distributions_6076">
            <a:extLst>
              <a:ext uri="{FF2B5EF4-FFF2-40B4-BE49-F238E27FC236}">
                <a16:creationId xmlns:a16="http://schemas.microsoft.com/office/drawing/2014/main" id="{C951A780-56F6-4BBD-8FC3-3A9EB6220860}"/>
              </a:ext>
            </a:extLst>
          </p:cNvPr>
          <p:cNvSpPr>
            <a:spLocks noGrp="1"/>
          </p:cNvSpPr>
          <p:nvPr/>
        </p:nvSpPr>
        <p:spPr>
          <a:xfrm>
            <a:off x="8458099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3" name="F2_precision_recall_distributions_6077">
            <a:extLst>
              <a:ext uri="{FF2B5EF4-FFF2-40B4-BE49-F238E27FC236}">
                <a16:creationId xmlns:a16="http://schemas.microsoft.com/office/drawing/2014/main" id="{2D44F3F6-7F3B-4E39-BDA3-97EC6DF74215}"/>
              </a:ext>
            </a:extLst>
          </p:cNvPr>
          <p:cNvSpPr>
            <a:spLocks noGrp="1"/>
          </p:cNvSpPr>
          <p:nvPr/>
        </p:nvSpPr>
        <p:spPr>
          <a:xfrm>
            <a:off x="8225921" y="43604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4" name="F2_precision_recall_distributions_6078">
            <a:extLst>
              <a:ext uri="{FF2B5EF4-FFF2-40B4-BE49-F238E27FC236}">
                <a16:creationId xmlns:a16="http://schemas.microsoft.com/office/drawing/2014/main" id="{12F73A74-1F4E-4ACE-B781-E7CDBF70E20D}"/>
              </a:ext>
            </a:extLst>
          </p:cNvPr>
          <p:cNvSpPr>
            <a:spLocks noGrp="1"/>
          </p:cNvSpPr>
          <p:nvPr/>
        </p:nvSpPr>
        <p:spPr>
          <a:xfrm>
            <a:off x="8306327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5" name="F2_precision_recall_distributions_6079">
            <a:extLst>
              <a:ext uri="{FF2B5EF4-FFF2-40B4-BE49-F238E27FC236}">
                <a16:creationId xmlns:a16="http://schemas.microsoft.com/office/drawing/2014/main" id="{EB1AA409-8458-4963-B874-FA0365D5F06F}"/>
              </a:ext>
            </a:extLst>
          </p:cNvPr>
          <p:cNvSpPr>
            <a:spLocks noGrp="1"/>
          </p:cNvSpPr>
          <p:nvPr/>
        </p:nvSpPr>
        <p:spPr>
          <a:xfrm>
            <a:off x="8201860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6" name="F2_precision_recall_distributions_6080">
            <a:extLst>
              <a:ext uri="{FF2B5EF4-FFF2-40B4-BE49-F238E27FC236}">
                <a16:creationId xmlns:a16="http://schemas.microsoft.com/office/drawing/2014/main" id="{200DD04A-1309-4492-A019-F7144B0F61EF}"/>
              </a:ext>
            </a:extLst>
          </p:cNvPr>
          <p:cNvSpPr>
            <a:spLocks noGrp="1"/>
          </p:cNvSpPr>
          <p:nvPr/>
        </p:nvSpPr>
        <p:spPr>
          <a:xfrm>
            <a:off x="8300485" y="47816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7" name="F2_precision_recall_distributions_6081">
            <a:extLst>
              <a:ext uri="{FF2B5EF4-FFF2-40B4-BE49-F238E27FC236}">
                <a16:creationId xmlns:a16="http://schemas.microsoft.com/office/drawing/2014/main" id="{45823CF5-97C2-4541-9909-FA050A041B49}"/>
              </a:ext>
            </a:extLst>
          </p:cNvPr>
          <p:cNvSpPr>
            <a:spLocks noGrp="1"/>
          </p:cNvSpPr>
          <p:nvPr/>
        </p:nvSpPr>
        <p:spPr>
          <a:xfrm>
            <a:off x="821434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8" name="F2_precision_recall_distributions_6082">
            <a:extLst>
              <a:ext uri="{FF2B5EF4-FFF2-40B4-BE49-F238E27FC236}">
                <a16:creationId xmlns:a16="http://schemas.microsoft.com/office/drawing/2014/main" id="{39180743-0155-41C7-BAD0-E4819FDA08A9}"/>
              </a:ext>
            </a:extLst>
          </p:cNvPr>
          <p:cNvSpPr>
            <a:spLocks noGrp="1"/>
          </p:cNvSpPr>
          <p:nvPr/>
        </p:nvSpPr>
        <p:spPr>
          <a:xfrm>
            <a:off x="8442490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9" name="F2_precision_recall_distributions_6083">
            <a:extLst>
              <a:ext uri="{FF2B5EF4-FFF2-40B4-BE49-F238E27FC236}">
                <a16:creationId xmlns:a16="http://schemas.microsoft.com/office/drawing/2014/main" id="{2253A491-DDAE-436B-96C9-609543BF96FA}"/>
              </a:ext>
            </a:extLst>
          </p:cNvPr>
          <p:cNvSpPr>
            <a:spLocks noGrp="1"/>
          </p:cNvSpPr>
          <p:nvPr/>
        </p:nvSpPr>
        <p:spPr>
          <a:xfrm>
            <a:off x="8156702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0" name="F2_precision_recall_distributions_6084">
            <a:extLst>
              <a:ext uri="{FF2B5EF4-FFF2-40B4-BE49-F238E27FC236}">
                <a16:creationId xmlns:a16="http://schemas.microsoft.com/office/drawing/2014/main" id="{C81981C5-5B4C-43A2-A2D8-3ADF65696C18}"/>
              </a:ext>
            </a:extLst>
          </p:cNvPr>
          <p:cNvSpPr>
            <a:spLocks noGrp="1"/>
          </p:cNvSpPr>
          <p:nvPr/>
        </p:nvSpPr>
        <p:spPr>
          <a:xfrm>
            <a:off x="822463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1" name="F2_precision_recall_distributions_6085">
            <a:extLst>
              <a:ext uri="{FF2B5EF4-FFF2-40B4-BE49-F238E27FC236}">
                <a16:creationId xmlns:a16="http://schemas.microsoft.com/office/drawing/2014/main" id="{4290CFC5-ED04-4B97-86F8-2EEE35A587FA}"/>
              </a:ext>
            </a:extLst>
          </p:cNvPr>
          <p:cNvSpPr>
            <a:spLocks noGrp="1"/>
          </p:cNvSpPr>
          <p:nvPr/>
        </p:nvSpPr>
        <p:spPr>
          <a:xfrm>
            <a:off x="850160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2" name="F2_precision_recall_distributions_6086">
            <a:extLst>
              <a:ext uri="{FF2B5EF4-FFF2-40B4-BE49-F238E27FC236}">
                <a16:creationId xmlns:a16="http://schemas.microsoft.com/office/drawing/2014/main" id="{DA9765E4-790F-4496-ADD3-D7785D9458A8}"/>
              </a:ext>
            </a:extLst>
          </p:cNvPr>
          <p:cNvSpPr>
            <a:spLocks noGrp="1"/>
          </p:cNvSpPr>
          <p:nvPr/>
        </p:nvSpPr>
        <p:spPr>
          <a:xfrm>
            <a:off x="8427164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3" name="F2_precision_recall_distributions_6087">
            <a:extLst>
              <a:ext uri="{FF2B5EF4-FFF2-40B4-BE49-F238E27FC236}">
                <a16:creationId xmlns:a16="http://schemas.microsoft.com/office/drawing/2014/main" id="{0C3723BB-99FB-4388-90C3-61DC2D50A64E}"/>
              </a:ext>
            </a:extLst>
          </p:cNvPr>
          <p:cNvSpPr>
            <a:spLocks noGrp="1"/>
          </p:cNvSpPr>
          <p:nvPr/>
        </p:nvSpPr>
        <p:spPr>
          <a:xfrm>
            <a:off x="823076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4" name="F2_precision_recall_distributions_6088">
            <a:extLst>
              <a:ext uri="{FF2B5EF4-FFF2-40B4-BE49-F238E27FC236}">
                <a16:creationId xmlns:a16="http://schemas.microsoft.com/office/drawing/2014/main" id="{0AFC3CDD-414B-4B2D-941B-B809B32604C9}"/>
              </a:ext>
            </a:extLst>
          </p:cNvPr>
          <p:cNvSpPr>
            <a:spLocks noGrp="1"/>
          </p:cNvSpPr>
          <p:nvPr/>
        </p:nvSpPr>
        <p:spPr>
          <a:xfrm>
            <a:off x="832984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5" name="F2_precision_recall_distributions_6089">
            <a:extLst>
              <a:ext uri="{FF2B5EF4-FFF2-40B4-BE49-F238E27FC236}">
                <a16:creationId xmlns:a16="http://schemas.microsoft.com/office/drawing/2014/main" id="{C1ABCF7B-83F4-4B97-9A44-6B0E787C649E}"/>
              </a:ext>
            </a:extLst>
          </p:cNvPr>
          <p:cNvSpPr>
            <a:spLocks noGrp="1"/>
          </p:cNvSpPr>
          <p:nvPr/>
        </p:nvSpPr>
        <p:spPr>
          <a:xfrm>
            <a:off x="8456418" y="49372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6" name="F2_precision_recall_distributions_6090">
            <a:extLst>
              <a:ext uri="{FF2B5EF4-FFF2-40B4-BE49-F238E27FC236}">
                <a16:creationId xmlns:a16="http://schemas.microsoft.com/office/drawing/2014/main" id="{F4C215A5-63E9-452D-B6DE-6F7523E91173}"/>
              </a:ext>
            </a:extLst>
          </p:cNvPr>
          <p:cNvSpPr>
            <a:spLocks noGrp="1"/>
          </p:cNvSpPr>
          <p:nvPr/>
        </p:nvSpPr>
        <p:spPr>
          <a:xfrm>
            <a:off x="835524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7" name="F2_precision_recall_distributions_6091">
            <a:extLst>
              <a:ext uri="{FF2B5EF4-FFF2-40B4-BE49-F238E27FC236}">
                <a16:creationId xmlns:a16="http://schemas.microsoft.com/office/drawing/2014/main" id="{FA74A542-4C1B-4EA5-9760-AFDBF4176D98}"/>
              </a:ext>
            </a:extLst>
          </p:cNvPr>
          <p:cNvSpPr>
            <a:spLocks noGrp="1"/>
          </p:cNvSpPr>
          <p:nvPr/>
        </p:nvSpPr>
        <p:spPr>
          <a:xfrm>
            <a:off x="828132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8" name="F2_precision_recall_distributions_6092">
            <a:extLst>
              <a:ext uri="{FF2B5EF4-FFF2-40B4-BE49-F238E27FC236}">
                <a16:creationId xmlns:a16="http://schemas.microsoft.com/office/drawing/2014/main" id="{7F3C5AC6-E0F1-4964-9266-EE47492431D3}"/>
              </a:ext>
            </a:extLst>
          </p:cNvPr>
          <p:cNvSpPr>
            <a:spLocks noGrp="1"/>
          </p:cNvSpPr>
          <p:nvPr/>
        </p:nvSpPr>
        <p:spPr>
          <a:xfrm>
            <a:off x="8359305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9" name="F2_precision_recall_distributions_6093">
            <a:extLst>
              <a:ext uri="{FF2B5EF4-FFF2-40B4-BE49-F238E27FC236}">
                <a16:creationId xmlns:a16="http://schemas.microsoft.com/office/drawing/2014/main" id="{66A73C38-E540-4C9C-8999-EE34606A7588}"/>
              </a:ext>
            </a:extLst>
          </p:cNvPr>
          <p:cNvSpPr>
            <a:spLocks noGrp="1"/>
          </p:cNvSpPr>
          <p:nvPr/>
        </p:nvSpPr>
        <p:spPr>
          <a:xfrm>
            <a:off x="818875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0" name="F2_precision_recall_distributions_6094">
            <a:extLst>
              <a:ext uri="{FF2B5EF4-FFF2-40B4-BE49-F238E27FC236}">
                <a16:creationId xmlns:a16="http://schemas.microsoft.com/office/drawing/2014/main" id="{C6AFADD2-447A-4F5B-8645-4CDA65F64BC4}"/>
              </a:ext>
            </a:extLst>
          </p:cNvPr>
          <p:cNvSpPr>
            <a:spLocks noGrp="1"/>
          </p:cNvSpPr>
          <p:nvPr/>
        </p:nvSpPr>
        <p:spPr>
          <a:xfrm>
            <a:off x="834390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1" name="F2_precision_recall_distributions_6095">
            <a:extLst>
              <a:ext uri="{FF2B5EF4-FFF2-40B4-BE49-F238E27FC236}">
                <a16:creationId xmlns:a16="http://schemas.microsoft.com/office/drawing/2014/main" id="{42EB2951-5961-4A15-B59A-A186786D2D1C}"/>
              </a:ext>
            </a:extLst>
          </p:cNvPr>
          <p:cNvSpPr>
            <a:spLocks noGrp="1"/>
          </p:cNvSpPr>
          <p:nvPr/>
        </p:nvSpPr>
        <p:spPr>
          <a:xfrm>
            <a:off x="840609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2" name="F2_precision_recall_distributions_6096">
            <a:extLst>
              <a:ext uri="{FF2B5EF4-FFF2-40B4-BE49-F238E27FC236}">
                <a16:creationId xmlns:a16="http://schemas.microsoft.com/office/drawing/2014/main" id="{F34DCB1E-FB3A-4E4A-AB5D-48F09FE7ADBC}"/>
              </a:ext>
            </a:extLst>
          </p:cNvPr>
          <p:cNvSpPr>
            <a:spLocks noGrp="1"/>
          </p:cNvSpPr>
          <p:nvPr/>
        </p:nvSpPr>
        <p:spPr>
          <a:xfrm>
            <a:off x="8148485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3" name="F2_precision_recall_distributions_6097">
            <a:extLst>
              <a:ext uri="{FF2B5EF4-FFF2-40B4-BE49-F238E27FC236}">
                <a16:creationId xmlns:a16="http://schemas.microsoft.com/office/drawing/2014/main" id="{EF88A447-564B-463E-B05B-31C4B9D5138B}"/>
              </a:ext>
            </a:extLst>
          </p:cNvPr>
          <p:cNvSpPr>
            <a:spLocks noGrp="1"/>
          </p:cNvSpPr>
          <p:nvPr/>
        </p:nvSpPr>
        <p:spPr>
          <a:xfrm>
            <a:off x="835131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4" name="F2_precision_recall_distributions_6098">
            <a:extLst>
              <a:ext uri="{FF2B5EF4-FFF2-40B4-BE49-F238E27FC236}">
                <a16:creationId xmlns:a16="http://schemas.microsoft.com/office/drawing/2014/main" id="{C23CE2C4-BA3A-4303-91F7-DF7A3B8AD280}"/>
              </a:ext>
            </a:extLst>
          </p:cNvPr>
          <p:cNvSpPr>
            <a:spLocks noGrp="1"/>
          </p:cNvSpPr>
          <p:nvPr/>
        </p:nvSpPr>
        <p:spPr>
          <a:xfrm>
            <a:off x="848057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5" name="F2_precision_recall_distributions_6099">
            <a:extLst>
              <a:ext uri="{FF2B5EF4-FFF2-40B4-BE49-F238E27FC236}">
                <a16:creationId xmlns:a16="http://schemas.microsoft.com/office/drawing/2014/main" id="{4D03DBCD-2B54-4F57-A39D-D41CC76EC76F}"/>
              </a:ext>
            </a:extLst>
          </p:cNvPr>
          <p:cNvSpPr>
            <a:spLocks noGrp="1"/>
          </p:cNvSpPr>
          <p:nvPr/>
        </p:nvSpPr>
        <p:spPr>
          <a:xfrm>
            <a:off x="825619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6" name="F2_precision_recall_distributions_6100">
            <a:extLst>
              <a:ext uri="{FF2B5EF4-FFF2-40B4-BE49-F238E27FC236}">
                <a16:creationId xmlns:a16="http://schemas.microsoft.com/office/drawing/2014/main" id="{B6C5C7C3-849D-4E58-8510-266CFE0673B5}"/>
              </a:ext>
            </a:extLst>
          </p:cNvPr>
          <p:cNvSpPr>
            <a:spLocks noGrp="1"/>
          </p:cNvSpPr>
          <p:nvPr/>
        </p:nvSpPr>
        <p:spPr>
          <a:xfrm>
            <a:off x="82247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7" name="F2_precision_recall_distributions_6101">
            <a:extLst>
              <a:ext uri="{FF2B5EF4-FFF2-40B4-BE49-F238E27FC236}">
                <a16:creationId xmlns:a16="http://schemas.microsoft.com/office/drawing/2014/main" id="{CE2810F2-09F5-455B-A851-1885250224DF}"/>
              </a:ext>
            </a:extLst>
          </p:cNvPr>
          <p:cNvSpPr>
            <a:spLocks noGrp="1"/>
          </p:cNvSpPr>
          <p:nvPr/>
        </p:nvSpPr>
        <p:spPr>
          <a:xfrm>
            <a:off x="818948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8" name="F2_precision_recall_distributions_6102">
            <a:extLst>
              <a:ext uri="{FF2B5EF4-FFF2-40B4-BE49-F238E27FC236}">
                <a16:creationId xmlns:a16="http://schemas.microsoft.com/office/drawing/2014/main" id="{A159CDBA-207E-42C1-B442-DDE4E68C59D4}"/>
              </a:ext>
            </a:extLst>
          </p:cNvPr>
          <p:cNvSpPr>
            <a:spLocks noGrp="1"/>
          </p:cNvSpPr>
          <p:nvPr/>
        </p:nvSpPr>
        <p:spPr>
          <a:xfrm>
            <a:off x="8339978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9" name="F2_precision_recall_distributions_6103">
            <a:extLst>
              <a:ext uri="{FF2B5EF4-FFF2-40B4-BE49-F238E27FC236}">
                <a16:creationId xmlns:a16="http://schemas.microsoft.com/office/drawing/2014/main" id="{DC191B9E-9274-4B3E-9C54-AAAF2BEAD0CE}"/>
              </a:ext>
            </a:extLst>
          </p:cNvPr>
          <p:cNvSpPr>
            <a:spLocks noGrp="1"/>
          </p:cNvSpPr>
          <p:nvPr/>
        </p:nvSpPr>
        <p:spPr>
          <a:xfrm>
            <a:off x="832285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0" name="F2_precision_recall_distributions_6104">
            <a:extLst>
              <a:ext uri="{FF2B5EF4-FFF2-40B4-BE49-F238E27FC236}">
                <a16:creationId xmlns:a16="http://schemas.microsoft.com/office/drawing/2014/main" id="{3819990A-FD05-482B-9D8B-2C87C833BF67}"/>
              </a:ext>
            </a:extLst>
          </p:cNvPr>
          <p:cNvSpPr>
            <a:spLocks noGrp="1"/>
          </p:cNvSpPr>
          <p:nvPr/>
        </p:nvSpPr>
        <p:spPr>
          <a:xfrm>
            <a:off x="8244187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1" name="F2_precision_recall_distributions_6105">
            <a:extLst>
              <a:ext uri="{FF2B5EF4-FFF2-40B4-BE49-F238E27FC236}">
                <a16:creationId xmlns:a16="http://schemas.microsoft.com/office/drawing/2014/main" id="{0548B379-9122-4704-B0B6-D0A181A8631D}"/>
              </a:ext>
            </a:extLst>
          </p:cNvPr>
          <p:cNvSpPr>
            <a:spLocks noGrp="1"/>
          </p:cNvSpPr>
          <p:nvPr/>
        </p:nvSpPr>
        <p:spPr>
          <a:xfrm>
            <a:off x="833337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2" name="F2_precision_recall_distributions_6106">
            <a:extLst>
              <a:ext uri="{FF2B5EF4-FFF2-40B4-BE49-F238E27FC236}">
                <a16:creationId xmlns:a16="http://schemas.microsoft.com/office/drawing/2014/main" id="{7C5E5DF5-A896-4EE2-AD2B-766C583DF2F4}"/>
              </a:ext>
            </a:extLst>
          </p:cNvPr>
          <p:cNvSpPr>
            <a:spLocks noGrp="1"/>
          </p:cNvSpPr>
          <p:nvPr/>
        </p:nvSpPr>
        <p:spPr>
          <a:xfrm>
            <a:off x="8303636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3" name="F2_precision_recall_distributions_6107">
            <a:extLst>
              <a:ext uri="{FF2B5EF4-FFF2-40B4-BE49-F238E27FC236}">
                <a16:creationId xmlns:a16="http://schemas.microsoft.com/office/drawing/2014/main" id="{29DBCCEC-BFBF-4826-958F-C03EABA5AAC7}"/>
              </a:ext>
            </a:extLst>
          </p:cNvPr>
          <p:cNvSpPr>
            <a:spLocks noGrp="1"/>
          </p:cNvSpPr>
          <p:nvPr/>
        </p:nvSpPr>
        <p:spPr>
          <a:xfrm>
            <a:off x="8191835" y="44420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4" name="F2_precision_recall_distributions_6108">
            <a:extLst>
              <a:ext uri="{FF2B5EF4-FFF2-40B4-BE49-F238E27FC236}">
                <a16:creationId xmlns:a16="http://schemas.microsoft.com/office/drawing/2014/main" id="{F5BE40BF-F6B4-4553-B00A-79F41143A41F}"/>
              </a:ext>
            </a:extLst>
          </p:cNvPr>
          <p:cNvSpPr>
            <a:spLocks noGrp="1"/>
          </p:cNvSpPr>
          <p:nvPr/>
        </p:nvSpPr>
        <p:spPr>
          <a:xfrm>
            <a:off x="8472946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5" name="F2_precision_recall_distributions_6109">
            <a:extLst>
              <a:ext uri="{FF2B5EF4-FFF2-40B4-BE49-F238E27FC236}">
                <a16:creationId xmlns:a16="http://schemas.microsoft.com/office/drawing/2014/main" id="{650F9151-3150-419D-BD15-0DC9D503B59E}"/>
              </a:ext>
            </a:extLst>
          </p:cNvPr>
          <p:cNvSpPr>
            <a:spLocks noGrp="1"/>
          </p:cNvSpPr>
          <p:nvPr/>
        </p:nvSpPr>
        <p:spPr>
          <a:xfrm>
            <a:off x="8291529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6" name="F2_precision_recall_distributions_6110">
            <a:extLst>
              <a:ext uri="{FF2B5EF4-FFF2-40B4-BE49-F238E27FC236}">
                <a16:creationId xmlns:a16="http://schemas.microsoft.com/office/drawing/2014/main" id="{D6ADDF7C-70B4-4D24-ABF4-E8F9B52EC8D7}"/>
              </a:ext>
            </a:extLst>
          </p:cNvPr>
          <p:cNvSpPr>
            <a:spLocks noGrp="1"/>
          </p:cNvSpPr>
          <p:nvPr/>
        </p:nvSpPr>
        <p:spPr>
          <a:xfrm>
            <a:off x="8407774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7" name="F2_precision_recall_distributions_6111">
            <a:extLst>
              <a:ext uri="{FF2B5EF4-FFF2-40B4-BE49-F238E27FC236}">
                <a16:creationId xmlns:a16="http://schemas.microsoft.com/office/drawing/2014/main" id="{7B16AA63-A732-4951-B2A3-DBB8AE954CE1}"/>
              </a:ext>
            </a:extLst>
          </p:cNvPr>
          <p:cNvSpPr>
            <a:spLocks noGrp="1"/>
          </p:cNvSpPr>
          <p:nvPr/>
        </p:nvSpPr>
        <p:spPr>
          <a:xfrm>
            <a:off x="8276725" y="49725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8" name="F2_precision_recall_distributions_6112">
            <a:extLst>
              <a:ext uri="{FF2B5EF4-FFF2-40B4-BE49-F238E27FC236}">
                <a16:creationId xmlns:a16="http://schemas.microsoft.com/office/drawing/2014/main" id="{EA3F4590-A9A7-4F97-B720-3E310B0605D5}"/>
              </a:ext>
            </a:extLst>
          </p:cNvPr>
          <p:cNvSpPr>
            <a:spLocks noGrp="1"/>
          </p:cNvSpPr>
          <p:nvPr/>
        </p:nvSpPr>
        <p:spPr>
          <a:xfrm>
            <a:off x="841153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9" name="F2_precision_recall_distributions_6113">
            <a:extLst>
              <a:ext uri="{FF2B5EF4-FFF2-40B4-BE49-F238E27FC236}">
                <a16:creationId xmlns:a16="http://schemas.microsoft.com/office/drawing/2014/main" id="{D9CD20A5-9034-4E58-9EF1-769F2DC07395}"/>
              </a:ext>
            </a:extLst>
          </p:cNvPr>
          <p:cNvSpPr>
            <a:spLocks noGrp="1"/>
          </p:cNvSpPr>
          <p:nvPr/>
        </p:nvSpPr>
        <p:spPr>
          <a:xfrm>
            <a:off x="8204762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0" name="F2_precision_recall_distributions_6114">
            <a:extLst>
              <a:ext uri="{FF2B5EF4-FFF2-40B4-BE49-F238E27FC236}">
                <a16:creationId xmlns:a16="http://schemas.microsoft.com/office/drawing/2014/main" id="{D1D1C6EC-751B-49A5-B6D0-46A4169CA5A1}"/>
              </a:ext>
            </a:extLst>
          </p:cNvPr>
          <p:cNvSpPr>
            <a:spLocks noGrp="1"/>
          </p:cNvSpPr>
          <p:nvPr/>
        </p:nvSpPr>
        <p:spPr>
          <a:xfrm>
            <a:off x="82951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1" name="F2_precision_recall_distributions_6115">
            <a:extLst>
              <a:ext uri="{FF2B5EF4-FFF2-40B4-BE49-F238E27FC236}">
                <a16:creationId xmlns:a16="http://schemas.microsoft.com/office/drawing/2014/main" id="{26B478A9-A948-472D-84E2-FCA74A23A8D7}"/>
              </a:ext>
            </a:extLst>
          </p:cNvPr>
          <p:cNvSpPr>
            <a:spLocks noGrp="1"/>
          </p:cNvSpPr>
          <p:nvPr/>
        </p:nvSpPr>
        <p:spPr>
          <a:xfrm>
            <a:off x="841394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2" name="F2_precision_recall_distributions_6116">
            <a:extLst>
              <a:ext uri="{FF2B5EF4-FFF2-40B4-BE49-F238E27FC236}">
                <a16:creationId xmlns:a16="http://schemas.microsoft.com/office/drawing/2014/main" id="{8B86248C-C760-41A0-A164-16F8DF0499BD}"/>
              </a:ext>
            </a:extLst>
          </p:cNvPr>
          <p:cNvSpPr>
            <a:spLocks noGrp="1"/>
          </p:cNvSpPr>
          <p:nvPr/>
        </p:nvSpPr>
        <p:spPr>
          <a:xfrm>
            <a:off x="814621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3" name="F2_precision_recall_distributions_6117">
            <a:extLst>
              <a:ext uri="{FF2B5EF4-FFF2-40B4-BE49-F238E27FC236}">
                <a16:creationId xmlns:a16="http://schemas.microsoft.com/office/drawing/2014/main" id="{57C77FCC-909A-4811-B47F-1DF610372FF1}"/>
              </a:ext>
            </a:extLst>
          </p:cNvPr>
          <p:cNvSpPr>
            <a:spLocks noGrp="1"/>
          </p:cNvSpPr>
          <p:nvPr/>
        </p:nvSpPr>
        <p:spPr>
          <a:xfrm>
            <a:off x="8440406" y="4866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4" name="F2_precision_recall_distributions_6118">
            <a:extLst>
              <a:ext uri="{FF2B5EF4-FFF2-40B4-BE49-F238E27FC236}">
                <a16:creationId xmlns:a16="http://schemas.microsoft.com/office/drawing/2014/main" id="{A37E9A7B-29CA-42AA-95FA-7CA6271BD2F5}"/>
              </a:ext>
            </a:extLst>
          </p:cNvPr>
          <p:cNvSpPr>
            <a:spLocks noGrp="1"/>
          </p:cNvSpPr>
          <p:nvPr/>
        </p:nvSpPr>
        <p:spPr>
          <a:xfrm>
            <a:off x="819452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5" name="F2_precision_recall_distributions_6119">
            <a:extLst>
              <a:ext uri="{FF2B5EF4-FFF2-40B4-BE49-F238E27FC236}">
                <a16:creationId xmlns:a16="http://schemas.microsoft.com/office/drawing/2014/main" id="{CFBB78D7-86CA-4E86-9D47-192DCF96A6E9}"/>
              </a:ext>
            </a:extLst>
          </p:cNvPr>
          <p:cNvSpPr>
            <a:spLocks noGrp="1"/>
          </p:cNvSpPr>
          <p:nvPr/>
        </p:nvSpPr>
        <p:spPr>
          <a:xfrm>
            <a:off x="8328233" y="44185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6" name="F2_precision_recall_distributions_6120">
            <a:extLst>
              <a:ext uri="{FF2B5EF4-FFF2-40B4-BE49-F238E27FC236}">
                <a16:creationId xmlns:a16="http://schemas.microsoft.com/office/drawing/2014/main" id="{EBE8BE08-CE29-4E5E-915C-215AA9C0A78F}"/>
              </a:ext>
            </a:extLst>
          </p:cNvPr>
          <p:cNvSpPr>
            <a:spLocks noGrp="1"/>
          </p:cNvSpPr>
          <p:nvPr/>
        </p:nvSpPr>
        <p:spPr>
          <a:xfrm>
            <a:off x="8364230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7" name="F2_precision_recall_distributions_6121">
            <a:extLst>
              <a:ext uri="{FF2B5EF4-FFF2-40B4-BE49-F238E27FC236}">
                <a16:creationId xmlns:a16="http://schemas.microsoft.com/office/drawing/2014/main" id="{3572EA5F-D1E5-4E2B-9E5A-D16D8730C58E}"/>
              </a:ext>
            </a:extLst>
          </p:cNvPr>
          <p:cNvSpPr>
            <a:spLocks noGrp="1"/>
          </p:cNvSpPr>
          <p:nvPr/>
        </p:nvSpPr>
        <p:spPr>
          <a:xfrm>
            <a:off x="8366651" y="44420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8" name="F2_precision_recall_distributions_6122">
            <a:extLst>
              <a:ext uri="{FF2B5EF4-FFF2-40B4-BE49-F238E27FC236}">
                <a16:creationId xmlns:a16="http://schemas.microsoft.com/office/drawing/2014/main" id="{ABD8BB8C-1A3F-4651-9E0E-94B206DF5F69}"/>
              </a:ext>
            </a:extLst>
          </p:cNvPr>
          <p:cNvSpPr>
            <a:spLocks noGrp="1"/>
          </p:cNvSpPr>
          <p:nvPr/>
        </p:nvSpPr>
        <p:spPr>
          <a:xfrm>
            <a:off x="8216254" y="48361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9" name="F2_precision_recall_distributions_6123">
            <a:extLst>
              <a:ext uri="{FF2B5EF4-FFF2-40B4-BE49-F238E27FC236}">
                <a16:creationId xmlns:a16="http://schemas.microsoft.com/office/drawing/2014/main" id="{79FF0A87-7DDA-4C78-8203-C9716BB74D0F}"/>
              </a:ext>
            </a:extLst>
          </p:cNvPr>
          <p:cNvSpPr>
            <a:spLocks noGrp="1"/>
          </p:cNvSpPr>
          <p:nvPr/>
        </p:nvSpPr>
        <p:spPr>
          <a:xfrm>
            <a:off x="8370297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0" name="F2_precision_recall_distributions_6124">
            <a:extLst>
              <a:ext uri="{FF2B5EF4-FFF2-40B4-BE49-F238E27FC236}">
                <a16:creationId xmlns:a16="http://schemas.microsoft.com/office/drawing/2014/main" id="{35CD8A0B-0939-4968-8240-DC5FBB50CE86}"/>
              </a:ext>
            </a:extLst>
          </p:cNvPr>
          <p:cNvSpPr>
            <a:spLocks noGrp="1"/>
          </p:cNvSpPr>
          <p:nvPr/>
        </p:nvSpPr>
        <p:spPr>
          <a:xfrm>
            <a:off x="816686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1" name="F2_precision_recall_distributions_6125">
            <a:extLst>
              <a:ext uri="{FF2B5EF4-FFF2-40B4-BE49-F238E27FC236}">
                <a16:creationId xmlns:a16="http://schemas.microsoft.com/office/drawing/2014/main" id="{F7E253F9-B891-4536-89EB-09C33234C344}"/>
              </a:ext>
            </a:extLst>
          </p:cNvPr>
          <p:cNvSpPr>
            <a:spLocks noGrp="1"/>
          </p:cNvSpPr>
          <p:nvPr/>
        </p:nvSpPr>
        <p:spPr>
          <a:xfrm>
            <a:off x="826074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2" name="F2_precision_recall_distributions_6126">
            <a:extLst>
              <a:ext uri="{FF2B5EF4-FFF2-40B4-BE49-F238E27FC236}">
                <a16:creationId xmlns:a16="http://schemas.microsoft.com/office/drawing/2014/main" id="{F46C4754-3583-4994-AC59-0414854910D0}"/>
              </a:ext>
            </a:extLst>
          </p:cNvPr>
          <p:cNvSpPr>
            <a:spLocks noGrp="1"/>
          </p:cNvSpPr>
          <p:nvPr/>
        </p:nvSpPr>
        <p:spPr>
          <a:xfrm>
            <a:off x="8299239" y="454819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3" name="F2_precision_recall_distributions_6127">
            <a:extLst>
              <a:ext uri="{FF2B5EF4-FFF2-40B4-BE49-F238E27FC236}">
                <a16:creationId xmlns:a16="http://schemas.microsoft.com/office/drawing/2014/main" id="{7C5C8C1C-5FB3-4C86-97DD-FAE4CAA96433}"/>
              </a:ext>
            </a:extLst>
          </p:cNvPr>
          <p:cNvSpPr>
            <a:spLocks noGrp="1"/>
          </p:cNvSpPr>
          <p:nvPr/>
        </p:nvSpPr>
        <p:spPr>
          <a:xfrm>
            <a:off x="841043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4" name="F2_precision_recall_distributions_6128">
            <a:extLst>
              <a:ext uri="{FF2B5EF4-FFF2-40B4-BE49-F238E27FC236}">
                <a16:creationId xmlns:a16="http://schemas.microsoft.com/office/drawing/2014/main" id="{2CAF2E4E-374D-47DB-B9BC-77534A57870A}"/>
              </a:ext>
            </a:extLst>
          </p:cNvPr>
          <p:cNvSpPr>
            <a:spLocks noGrp="1"/>
          </p:cNvSpPr>
          <p:nvPr/>
        </p:nvSpPr>
        <p:spPr>
          <a:xfrm>
            <a:off x="841364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5" name="F2_precision_recall_distributions_6129">
            <a:extLst>
              <a:ext uri="{FF2B5EF4-FFF2-40B4-BE49-F238E27FC236}">
                <a16:creationId xmlns:a16="http://schemas.microsoft.com/office/drawing/2014/main" id="{6716C95A-D680-4279-B2DA-98E0C5895748}"/>
              </a:ext>
            </a:extLst>
          </p:cNvPr>
          <p:cNvSpPr>
            <a:spLocks noGrp="1"/>
          </p:cNvSpPr>
          <p:nvPr/>
        </p:nvSpPr>
        <p:spPr>
          <a:xfrm>
            <a:off x="8492690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6" name="F2_precision_recall_distributions_6130">
            <a:extLst>
              <a:ext uri="{FF2B5EF4-FFF2-40B4-BE49-F238E27FC236}">
                <a16:creationId xmlns:a16="http://schemas.microsoft.com/office/drawing/2014/main" id="{CE1FDD5F-F2D7-409F-9FAD-18BE20D16FFB}"/>
              </a:ext>
            </a:extLst>
          </p:cNvPr>
          <p:cNvSpPr>
            <a:spLocks noGrp="1"/>
          </p:cNvSpPr>
          <p:nvPr/>
        </p:nvSpPr>
        <p:spPr>
          <a:xfrm>
            <a:off x="8178489" y="4866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7" name="F2_precision_recall_distributions_6131">
            <a:extLst>
              <a:ext uri="{FF2B5EF4-FFF2-40B4-BE49-F238E27FC236}">
                <a16:creationId xmlns:a16="http://schemas.microsoft.com/office/drawing/2014/main" id="{B77E48BF-D60B-4B48-A702-1BA1D8D1A97D}"/>
              </a:ext>
            </a:extLst>
          </p:cNvPr>
          <p:cNvSpPr>
            <a:spLocks noGrp="1"/>
          </p:cNvSpPr>
          <p:nvPr/>
        </p:nvSpPr>
        <p:spPr>
          <a:xfrm>
            <a:off x="840869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8" name="F2_precision_recall_distributions_6132">
            <a:extLst>
              <a:ext uri="{FF2B5EF4-FFF2-40B4-BE49-F238E27FC236}">
                <a16:creationId xmlns:a16="http://schemas.microsoft.com/office/drawing/2014/main" id="{F31C34B3-D4A3-433D-BB69-0C459B6E6FF4}"/>
              </a:ext>
            </a:extLst>
          </p:cNvPr>
          <p:cNvSpPr>
            <a:spLocks noGrp="1"/>
          </p:cNvSpPr>
          <p:nvPr/>
        </p:nvSpPr>
        <p:spPr>
          <a:xfrm>
            <a:off x="8370566" y="43996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9" name="F2_precision_recall_distributions_6133">
            <a:extLst>
              <a:ext uri="{FF2B5EF4-FFF2-40B4-BE49-F238E27FC236}">
                <a16:creationId xmlns:a16="http://schemas.microsoft.com/office/drawing/2014/main" id="{F54DBE49-7C09-4F4A-BAC3-EAE533248CB4}"/>
              </a:ext>
            </a:extLst>
          </p:cNvPr>
          <p:cNvSpPr>
            <a:spLocks noGrp="1"/>
          </p:cNvSpPr>
          <p:nvPr/>
        </p:nvSpPr>
        <p:spPr>
          <a:xfrm>
            <a:off x="8172591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0" name="F2_precision_recall_distributions_6134">
            <a:extLst>
              <a:ext uri="{FF2B5EF4-FFF2-40B4-BE49-F238E27FC236}">
                <a16:creationId xmlns:a16="http://schemas.microsoft.com/office/drawing/2014/main" id="{4F499462-CAEF-4E6E-BFA9-29166080887A}"/>
              </a:ext>
            </a:extLst>
          </p:cNvPr>
          <p:cNvSpPr>
            <a:spLocks noGrp="1"/>
          </p:cNvSpPr>
          <p:nvPr/>
        </p:nvSpPr>
        <p:spPr>
          <a:xfrm>
            <a:off x="829434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1" name="F2_precision_recall_distributions_6135">
            <a:extLst>
              <a:ext uri="{FF2B5EF4-FFF2-40B4-BE49-F238E27FC236}">
                <a16:creationId xmlns:a16="http://schemas.microsoft.com/office/drawing/2014/main" id="{C0FCF4BA-C195-4E76-A092-87F867638CF8}"/>
              </a:ext>
            </a:extLst>
          </p:cNvPr>
          <p:cNvSpPr>
            <a:spLocks noGrp="1"/>
          </p:cNvSpPr>
          <p:nvPr/>
        </p:nvSpPr>
        <p:spPr>
          <a:xfrm>
            <a:off x="839805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2" name="F2_precision_recall_distributions_6136">
            <a:extLst>
              <a:ext uri="{FF2B5EF4-FFF2-40B4-BE49-F238E27FC236}">
                <a16:creationId xmlns:a16="http://schemas.microsoft.com/office/drawing/2014/main" id="{DE032785-3F66-4FE1-BA8C-29526D6B8ED0}"/>
              </a:ext>
            </a:extLst>
          </p:cNvPr>
          <p:cNvSpPr>
            <a:spLocks noGrp="1"/>
          </p:cNvSpPr>
          <p:nvPr/>
        </p:nvSpPr>
        <p:spPr>
          <a:xfrm>
            <a:off x="829087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3" name="F2_precision_recall_distributions_6137">
            <a:extLst>
              <a:ext uri="{FF2B5EF4-FFF2-40B4-BE49-F238E27FC236}">
                <a16:creationId xmlns:a16="http://schemas.microsoft.com/office/drawing/2014/main" id="{B3004ADE-9A2F-4A62-B4B6-E7C381AE2BB8}"/>
              </a:ext>
            </a:extLst>
          </p:cNvPr>
          <p:cNvSpPr>
            <a:spLocks noGrp="1"/>
          </p:cNvSpPr>
          <p:nvPr/>
        </p:nvSpPr>
        <p:spPr>
          <a:xfrm>
            <a:off x="836062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4" name="F2_precision_recall_distributions_6138">
            <a:extLst>
              <a:ext uri="{FF2B5EF4-FFF2-40B4-BE49-F238E27FC236}">
                <a16:creationId xmlns:a16="http://schemas.microsoft.com/office/drawing/2014/main" id="{13CCC137-58A0-4A42-B4C2-013C05357A44}"/>
              </a:ext>
            </a:extLst>
          </p:cNvPr>
          <p:cNvSpPr>
            <a:spLocks noGrp="1"/>
          </p:cNvSpPr>
          <p:nvPr/>
        </p:nvSpPr>
        <p:spPr>
          <a:xfrm>
            <a:off x="8184502" y="47149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5" name="F2_precision_recall_distributions_6139">
            <a:extLst>
              <a:ext uri="{FF2B5EF4-FFF2-40B4-BE49-F238E27FC236}">
                <a16:creationId xmlns:a16="http://schemas.microsoft.com/office/drawing/2014/main" id="{DC3C6F54-72A5-42C3-B13F-880FD34F94C8}"/>
              </a:ext>
            </a:extLst>
          </p:cNvPr>
          <p:cNvSpPr>
            <a:spLocks noGrp="1"/>
          </p:cNvSpPr>
          <p:nvPr/>
        </p:nvSpPr>
        <p:spPr>
          <a:xfrm>
            <a:off x="840556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6" name="F2_precision_recall_distributions_6140">
            <a:extLst>
              <a:ext uri="{FF2B5EF4-FFF2-40B4-BE49-F238E27FC236}">
                <a16:creationId xmlns:a16="http://schemas.microsoft.com/office/drawing/2014/main" id="{72E99544-F69E-4672-9988-980DE7E8B8E6}"/>
              </a:ext>
            </a:extLst>
          </p:cNvPr>
          <p:cNvSpPr>
            <a:spLocks noGrp="1"/>
          </p:cNvSpPr>
          <p:nvPr/>
        </p:nvSpPr>
        <p:spPr>
          <a:xfrm>
            <a:off x="8181928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7" name="F2_precision_recall_distributions_6141">
            <a:extLst>
              <a:ext uri="{FF2B5EF4-FFF2-40B4-BE49-F238E27FC236}">
                <a16:creationId xmlns:a16="http://schemas.microsoft.com/office/drawing/2014/main" id="{257751D5-A644-460C-A675-FF50A651C398}"/>
              </a:ext>
            </a:extLst>
          </p:cNvPr>
          <p:cNvSpPr>
            <a:spLocks noGrp="1"/>
          </p:cNvSpPr>
          <p:nvPr/>
        </p:nvSpPr>
        <p:spPr>
          <a:xfrm>
            <a:off x="8188944" y="49030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8" name="F2_precision_recall_distributions_6142">
            <a:extLst>
              <a:ext uri="{FF2B5EF4-FFF2-40B4-BE49-F238E27FC236}">
                <a16:creationId xmlns:a16="http://schemas.microsoft.com/office/drawing/2014/main" id="{D03E45A2-9718-4B75-8111-BCD83B3F6548}"/>
              </a:ext>
            </a:extLst>
          </p:cNvPr>
          <p:cNvSpPr>
            <a:spLocks noGrp="1"/>
          </p:cNvSpPr>
          <p:nvPr/>
        </p:nvSpPr>
        <p:spPr>
          <a:xfrm>
            <a:off x="8211931" y="45694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9" name="F2_precision_recall_distributions_6143">
            <a:extLst>
              <a:ext uri="{FF2B5EF4-FFF2-40B4-BE49-F238E27FC236}">
                <a16:creationId xmlns:a16="http://schemas.microsoft.com/office/drawing/2014/main" id="{DFFFDDC0-BB07-4AA9-96B1-98E06C6324A9}"/>
              </a:ext>
            </a:extLst>
          </p:cNvPr>
          <p:cNvSpPr>
            <a:spLocks noGrp="1"/>
          </p:cNvSpPr>
          <p:nvPr/>
        </p:nvSpPr>
        <p:spPr>
          <a:xfrm>
            <a:off x="8426839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0" name="F2_precision_recall_distributions_6144">
            <a:extLst>
              <a:ext uri="{FF2B5EF4-FFF2-40B4-BE49-F238E27FC236}">
                <a16:creationId xmlns:a16="http://schemas.microsoft.com/office/drawing/2014/main" id="{FF5F26B4-A766-4178-9622-12DE1CA8CE39}"/>
              </a:ext>
            </a:extLst>
          </p:cNvPr>
          <p:cNvSpPr>
            <a:spLocks noGrp="1"/>
          </p:cNvSpPr>
          <p:nvPr/>
        </p:nvSpPr>
        <p:spPr>
          <a:xfrm>
            <a:off x="8260843" y="50091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1" name="F2_precision_recall_distributions_6145">
            <a:extLst>
              <a:ext uri="{FF2B5EF4-FFF2-40B4-BE49-F238E27FC236}">
                <a16:creationId xmlns:a16="http://schemas.microsoft.com/office/drawing/2014/main" id="{814A2EDB-0038-4E46-BAAD-2607217D1610}"/>
              </a:ext>
            </a:extLst>
          </p:cNvPr>
          <p:cNvSpPr>
            <a:spLocks noGrp="1"/>
          </p:cNvSpPr>
          <p:nvPr/>
        </p:nvSpPr>
        <p:spPr>
          <a:xfrm>
            <a:off x="8298059" y="49372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2" name="F2_precision_recall_distributions_6146">
            <a:extLst>
              <a:ext uri="{FF2B5EF4-FFF2-40B4-BE49-F238E27FC236}">
                <a16:creationId xmlns:a16="http://schemas.microsoft.com/office/drawing/2014/main" id="{47861266-DE0A-4BBE-BE53-4F1D690FD2F5}"/>
              </a:ext>
            </a:extLst>
          </p:cNvPr>
          <p:cNvSpPr>
            <a:spLocks noGrp="1"/>
          </p:cNvSpPr>
          <p:nvPr/>
        </p:nvSpPr>
        <p:spPr>
          <a:xfrm>
            <a:off x="840702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3" name="F2_precision_recall_distributions_6147">
            <a:extLst>
              <a:ext uri="{FF2B5EF4-FFF2-40B4-BE49-F238E27FC236}">
                <a16:creationId xmlns:a16="http://schemas.microsoft.com/office/drawing/2014/main" id="{F917C79D-5BC9-460A-88DE-E47231EB7DAB}"/>
              </a:ext>
            </a:extLst>
          </p:cNvPr>
          <p:cNvSpPr>
            <a:spLocks noGrp="1"/>
          </p:cNvSpPr>
          <p:nvPr/>
        </p:nvSpPr>
        <p:spPr>
          <a:xfrm>
            <a:off x="8253580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4" name="F2_precision_recall_distributions_6148">
            <a:extLst>
              <a:ext uri="{FF2B5EF4-FFF2-40B4-BE49-F238E27FC236}">
                <a16:creationId xmlns:a16="http://schemas.microsoft.com/office/drawing/2014/main" id="{C27051E3-F85B-461C-9527-0D22B1F98D72}"/>
              </a:ext>
            </a:extLst>
          </p:cNvPr>
          <p:cNvSpPr>
            <a:spLocks noGrp="1"/>
          </p:cNvSpPr>
          <p:nvPr/>
        </p:nvSpPr>
        <p:spPr>
          <a:xfrm>
            <a:off x="8155739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5" name="F2_precision_recall_distributions_6149">
            <a:extLst>
              <a:ext uri="{FF2B5EF4-FFF2-40B4-BE49-F238E27FC236}">
                <a16:creationId xmlns:a16="http://schemas.microsoft.com/office/drawing/2014/main" id="{11245BDE-88C2-47D8-860F-C535B4F0FEE7}"/>
              </a:ext>
            </a:extLst>
          </p:cNvPr>
          <p:cNvSpPr>
            <a:spLocks noGrp="1"/>
          </p:cNvSpPr>
          <p:nvPr/>
        </p:nvSpPr>
        <p:spPr>
          <a:xfrm>
            <a:off x="8343178" y="452752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6" name="F2_precision_recall_distributions_6150">
            <a:extLst>
              <a:ext uri="{FF2B5EF4-FFF2-40B4-BE49-F238E27FC236}">
                <a16:creationId xmlns:a16="http://schemas.microsoft.com/office/drawing/2014/main" id="{799E8F4B-81DC-4EB8-BDE7-ACB70A69430D}"/>
              </a:ext>
            </a:extLst>
          </p:cNvPr>
          <p:cNvSpPr>
            <a:spLocks noGrp="1"/>
          </p:cNvSpPr>
          <p:nvPr/>
        </p:nvSpPr>
        <p:spPr>
          <a:xfrm>
            <a:off x="844908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7" name="F2_precision_recall_distributions_6151">
            <a:extLst>
              <a:ext uri="{FF2B5EF4-FFF2-40B4-BE49-F238E27FC236}">
                <a16:creationId xmlns:a16="http://schemas.microsoft.com/office/drawing/2014/main" id="{4A0192C8-8707-4E73-92D3-38967FAC77F8}"/>
              </a:ext>
            </a:extLst>
          </p:cNvPr>
          <p:cNvSpPr>
            <a:spLocks noGrp="1"/>
          </p:cNvSpPr>
          <p:nvPr/>
        </p:nvSpPr>
        <p:spPr>
          <a:xfrm>
            <a:off x="8472603" y="49574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8" name="F2_precision_recall_distributions_6152">
            <a:extLst>
              <a:ext uri="{FF2B5EF4-FFF2-40B4-BE49-F238E27FC236}">
                <a16:creationId xmlns:a16="http://schemas.microsoft.com/office/drawing/2014/main" id="{45BB8CC4-E70D-4C86-8E3A-2DFD891C8538}"/>
              </a:ext>
            </a:extLst>
          </p:cNvPr>
          <p:cNvSpPr>
            <a:spLocks noGrp="1"/>
          </p:cNvSpPr>
          <p:nvPr/>
        </p:nvSpPr>
        <p:spPr>
          <a:xfrm>
            <a:off x="6002018" y="4243539"/>
            <a:ext cx="191" cy="424383"/>
          </a:xfrm>
          <a:custGeom>
            <a:avLst/>
            <a:gdLst/>
            <a:ahLst/>
            <a:cxnLst/>
            <a:rect l="0" t="0" r="0" b="0"/>
            <a:pathLst>
              <a:path w="191" h="424383">
                <a:moveTo>
                  <a:pt x="0" y="42438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3339" name="F2_precision_recall_distributions_6153">
            <a:extLst>
              <a:ext uri="{FF2B5EF4-FFF2-40B4-BE49-F238E27FC236}">
                <a16:creationId xmlns:a16="http://schemas.microsoft.com/office/drawing/2014/main" id="{24A93637-EAE2-42B2-BDC8-F18F8437FA06}"/>
              </a:ext>
            </a:extLst>
          </p:cNvPr>
          <p:cNvSpPr>
            <a:spLocks noGrp="1"/>
          </p:cNvSpPr>
          <p:nvPr/>
        </p:nvSpPr>
        <p:spPr>
          <a:xfrm>
            <a:off x="7165978" y="4243539"/>
            <a:ext cx="191" cy="600198"/>
          </a:xfrm>
          <a:custGeom>
            <a:avLst/>
            <a:gdLst/>
            <a:ahLst/>
            <a:cxnLst/>
            <a:rect l="0" t="0" r="0" b="0"/>
            <a:pathLst>
              <a:path w="191" h="600198">
                <a:moveTo>
                  <a:pt x="0" y="600198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3340" name="F2_precision_recall_distributions_6154">
            <a:extLst>
              <a:ext uri="{FF2B5EF4-FFF2-40B4-BE49-F238E27FC236}">
                <a16:creationId xmlns:a16="http://schemas.microsoft.com/office/drawing/2014/main" id="{16A87DAA-2777-4850-A594-FB55BD82AF43}"/>
              </a:ext>
            </a:extLst>
          </p:cNvPr>
          <p:cNvSpPr>
            <a:spLocks noGrp="1"/>
          </p:cNvSpPr>
          <p:nvPr/>
        </p:nvSpPr>
        <p:spPr>
          <a:xfrm>
            <a:off x="8329937" y="4667922"/>
            <a:ext cx="191" cy="424383"/>
          </a:xfrm>
          <a:custGeom>
            <a:avLst/>
            <a:gdLst/>
            <a:ahLst/>
            <a:cxnLst/>
            <a:rect l="0" t="0" r="0" b="0"/>
            <a:pathLst>
              <a:path w="191" h="424383">
                <a:moveTo>
                  <a:pt x="0" y="42438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3341" name="F2_precision_recall_distributions_6155">
            <a:extLst>
              <a:ext uri="{FF2B5EF4-FFF2-40B4-BE49-F238E27FC236}">
                <a16:creationId xmlns:a16="http://schemas.microsoft.com/office/drawing/2014/main" id="{7C5C2379-858E-4B06-B3C4-DC110F334AA5}"/>
              </a:ext>
            </a:extLst>
          </p:cNvPr>
          <p:cNvSpPr>
            <a:spLocks noGrp="1"/>
          </p:cNvSpPr>
          <p:nvPr/>
        </p:nvSpPr>
        <p:spPr>
          <a:xfrm>
            <a:off x="5361841" y="422232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3342" name="F2_precision_recall_distributions_6156">
            <a:extLst>
              <a:ext uri="{FF2B5EF4-FFF2-40B4-BE49-F238E27FC236}">
                <a16:creationId xmlns:a16="http://schemas.microsoft.com/office/drawing/2014/main" id="{87077FC8-41EC-47A7-8CA6-69BF1612B9B8}"/>
              </a:ext>
            </a:extLst>
          </p:cNvPr>
          <p:cNvSpPr>
            <a:spLocks noGrp="1"/>
          </p:cNvSpPr>
          <p:nvPr/>
        </p:nvSpPr>
        <p:spPr>
          <a:xfrm>
            <a:off x="5361841" y="510503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3343" name="text_6157">
            <a:extLst>
              <a:ext uri="{FF2B5EF4-FFF2-40B4-BE49-F238E27FC236}">
                <a16:creationId xmlns:a16="http://schemas.microsoft.com/office/drawing/2014/main" id="{1783C827-5882-4E0F-A758-3DD7B31BAE62}"/>
              </a:ext>
            </a:extLst>
          </p:cNvPr>
          <p:cNvSpPr>
            <a:spLocks noGrp="1"/>
          </p:cNvSpPr>
          <p:nvPr/>
        </p:nvSpPr>
        <p:spPr>
          <a:xfrm>
            <a:off x="5361841" y="4041592"/>
            <a:ext cx="1554656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One-to-one, τ = 0.3 · Recall</a:t>
            </a:r>
          </a:p>
        </p:txBody>
      </p:sp>
      <p:sp>
        <p:nvSpPr>
          <p:cNvPr id="3344" name="F2_precision_recall_distributions_6158">
            <a:extLst>
              <a:ext uri="{FF2B5EF4-FFF2-40B4-BE49-F238E27FC236}">
                <a16:creationId xmlns:a16="http://schemas.microsoft.com/office/drawing/2014/main" id="{F3A912C1-4811-4CAE-937D-E5E340501977}"/>
              </a:ext>
            </a:extLst>
          </p:cNvPr>
          <p:cNvSpPr>
            <a:spLocks noGrp="1"/>
          </p:cNvSpPr>
          <p:nvPr/>
        </p:nvSpPr>
        <p:spPr>
          <a:xfrm>
            <a:off x="5973977" y="4400012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3345" name="F2_precision_recall_distributions_6159">
            <a:extLst>
              <a:ext uri="{FF2B5EF4-FFF2-40B4-BE49-F238E27FC236}">
                <a16:creationId xmlns:a16="http://schemas.microsoft.com/office/drawing/2014/main" id="{25C713B4-B770-4FF1-BF26-0CC7F25C9721}"/>
              </a:ext>
            </a:extLst>
          </p:cNvPr>
          <p:cNvSpPr>
            <a:spLocks noGrp="1"/>
          </p:cNvSpPr>
          <p:nvPr/>
        </p:nvSpPr>
        <p:spPr>
          <a:xfrm>
            <a:off x="7137937" y="4498420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3346" name="F2_precision_recall_distributions_6160">
            <a:extLst>
              <a:ext uri="{FF2B5EF4-FFF2-40B4-BE49-F238E27FC236}">
                <a16:creationId xmlns:a16="http://schemas.microsoft.com/office/drawing/2014/main" id="{34CE883B-5AA1-4EC4-B368-94107550B4E6}"/>
              </a:ext>
            </a:extLst>
          </p:cNvPr>
          <p:cNvSpPr>
            <a:spLocks noGrp="1"/>
          </p:cNvSpPr>
          <p:nvPr/>
        </p:nvSpPr>
        <p:spPr>
          <a:xfrm>
            <a:off x="8301896" y="494301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3347" name="F2_precision_recall_distributions_6161">
            <a:extLst>
              <a:ext uri="{FF2B5EF4-FFF2-40B4-BE49-F238E27FC236}">
                <a16:creationId xmlns:a16="http://schemas.microsoft.com/office/drawing/2014/main" id="{101FB103-6060-4439-8856-60B61A3E9E0C}"/>
              </a:ext>
            </a:extLst>
          </p:cNvPr>
          <p:cNvSpPr>
            <a:spLocks noGrp="1"/>
          </p:cNvSpPr>
          <p:nvPr/>
        </p:nvSpPr>
        <p:spPr>
          <a:xfrm>
            <a:off x="1212325" y="559053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348" name="F2_precision_recall_distributions_6162">
            <a:extLst>
              <a:ext uri="{FF2B5EF4-FFF2-40B4-BE49-F238E27FC236}">
                <a16:creationId xmlns:a16="http://schemas.microsoft.com/office/drawing/2014/main" id="{889D25DA-BE1A-42A1-8960-43B1BB414083}"/>
              </a:ext>
            </a:extLst>
          </p:cNvPr>
          <p:cNvSpPr>
            <a:spLocks noGrp="1"/>
          </p:cNvSpPr>
          <p:nvPr/>
        </p:nvSpPr>
        <p:spPr>
          <a:xfrm>
            <a:off x="1212325" y="646051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349" name="F2_precision_recall_distributions_6163">
            <a:extLst>
              <a:ext uri="{FF2B5EF4-FFF2-40B4-BE49-F238E27FC236}">
                <a16:creationId xmlns:a16="http://schemas.microsoft.com/office/drawing/2014/main" id="{A27CF3E1-6ED6-491D-9145-35010F4118BC}"/>
              </a:ext>
            </a:extLst>
          </p:cNvPr>
          <p:cNvSpPr>
            <a:spLocks noGrp="1"/>
          </p:cNvSpPr>
          <p:nvPr/>
        </p:nvSpPr>
        <p:spPr>
          <a:xfrm>
            <a:off x="1170051" y="646051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350" name="text_6164">
            <a:extLst>
              <a:ext uri="{FF2B5EF4-FFF2-40B4-BE49-F238E27FC236}">
                <a16:creationId xmlns:a16="http://schemas.microsoft.com/office/drawing/2014/main" id="{D701B6B5-30BF-44F3-A9FB-A03C3C402613}"/>
              </a:ext>
            </a:extLst>
          </p:cNvPr>
          <p:cNvSpPr>
            <a:spLocks noGrp="1"/>
          </p:cNvSpPr>
          <p:nvPr/>
        </p:nvSpPr>
        <p:spPr>
          <a:xfrm>
            <a:off x="958091" y="641302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3351" name="F2_precision_recall_distributions_6165">
            <a:extLst>
              <a:ext uri="{FF2B5EF4-FFF2-40B4-BE49-F238E27FC236}">
                <a16:creationId xmlns:a16="http://schemas.microsoft.com/office/drawing/2014/main" id="{B4CE5FA9-CBF2-491A-8428-77D0E494B848}"/>
              </a:ext>
            </a:extLst>
          </p:cNvPr>
          <p:cNvSpPr>
            <a:spLocks noGrp="1"/>
          </p:cNvSpPr>
          <p:nvPr/>
        </p:nvSpPr>
        <p:spPr>
          <a:xfrm>
            <a:off x="1212325" y="603613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352" name="F2_precision_recall_distributions_6166">
            <a:extLst>
              <a:ext uri="{FF2B5EF4-FFF2-40B4-BE49-F238E27FC236}">
                <a16:creationId xmlns:a16="http://schemas.microsoft.com/office/drawing/2014/main" id="{BA3D6933-179B-42B2-9848-1FEA22F1416E}"/>
              </a:ext>
            </a:extLst>
          </p:cNvPr>
          <p:cNvSpPr>
            <a:spLocks noGrp="1"/>
          </p:cNvSpPr>
          <p:nvPr/>
        </p:nvSpPr>
        <p:spPr>
          <a:xfrm>
            <a:off x="1170051" y="603613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353" name="text_6167">
            <a:extLst>
              <a:ext uri="{FF2B5EF4-FFF2-40B4-BE49-F238E27FC236}">
                <a16:creationId xmlns:a16="http://schemas.microsoft.com/office/drawing/2014/main" id="{08CFE94B-DBC1-46C2-8657-2D121B44918B}"/>
              </a:ext>
            </a:extLst>
          </p:cNvPr>
          <p:cNvSpPr>
            <a:spLocks noGrp="1"/>
          </p:cNvSpPr>
          <p:nvPr/>
        </p:nvSpPr>
        <p:spPr>
          <a:xfrm>
            <a:off x="958091" y="598863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3354" name="F2_precision_recall_distributions_6168">
            <a:extLst>
              <a:ext uri="{FF2B5EF4-FFF2-40B4-BE49-F238E27FC236}">
                <a16:creationId xmlns:a16="http://schemas.microsoft.com/office/drawing/2014/main" id="{E774AE4C-C4C6-4035-9F83-13061C9743B7}"/>
              </a:ext>
            </a:extLst>
          </p:cNvPr>
          <p:cNvSpPr>
            <a:spLocks noGrp="1"/>
          </p:cNvSpPr>
          <p:nvPr/>
        </p:nvSpPr>
        <p:spPr>
          <a:xfrm>
            <a:off x="1212325" y="561174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355" name="F2_precision_recall_distributions_6169">
            <a:extLst>
              <a:ext uri="{FF2B5EF4-FFF2-40B4-BE49-F238E27FC236}">
                <a16:creationId xmlns:a16="http://schemas.microsoft.com/office/drawing/2014/main" id="{C026355A-070C-4E39-B587-F6FB29C94BD4}"/>
              </a:ext>
            </a:extLst>
          </p:cNvPr>
          <p:cNvSpPr>
            <a:spLocks noGrp="1"/>
          </p:cNvSpPr>
          <p:nvPr/>
        </p:nvSpPr>
        <p:spPr>
          <a:xfrm>
            <a:off x="1170051" y="561174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356" name="text_6170">
            <a:extLst>
              <a:ext uri="{FF2B5EF4-FFF2-40B4-BE49-F238E27FC236}">
                <a16:creationId xmlns:a16="http://schemas.microsoft.com/office/drawing/2014/main" id="{181E9A35-7F94-4E97-B770-2AB6744CA00A}"/>
              </a:ext>
            </a:extLst>
          </p:cNvPr>
          <p:cNvSpPr>
            <a:spLocks noGrp="1"/>
          </p:cNvSpPr>
          <p:nvPr/>
        </p:nvSpPr>
        <p:spPr>
          <a:xfrm>
            <a:off x="958091" y="556425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357" name="F2_precision_recall_distributions_6171">
            <a:extLst>
              <a:ext uri="{FF2B5EF4-FFF2-40B4-BE49-F238E27FC236}">
                <a16:creationId xmlns:a16="http://schemas.microsoft.com/office/drawing/2014/main" id="{92A97C27-E448-4233-9CCA-982EE7860032}"/>
              </a:ext>
            </a:extLst>
          </p:cNvPr>
          <p:cNvSpPr>
            <a:spLocks noGrp="1"/>
          </p:cNvSpPr>
          <p:nvPr/>
        </p:nvSpPr>
        <p:spPr>
          <a:xfrm>
            <a:off x="1514954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36182" y="848766"/>
                </a:moveTo>
                <a:lnTo>
                  <a:pt x="138914" y="848766"/>
                </a:lnTo>
                <a:lnTo>
                  <a:pt x="142388" y="842186"/>
                </a:lnTo>
                <a:lnTo>
                  <a:pt x="152435" y="835606"/>
                </a:lnTo>
                <a:lnTo>
                  <a:pt x="167992" y="829027"/>
                </a:lnTo>
                <a:lnTo>
                  <a:pt x="187491" y="822447"/>
                </a:lnTo>
                <a:lnTo>
                  <a:pt x="209109" y="815868"/>
                </a:lnTo>
                <a:lnTo>
                  <a:pt x="231040" y="809288"/>
                </a:lnTo>
                <a:lnTo>
                  <a:pt x="251722" y="802708"/>
                </a:lnTo>
                <a:lnTo>
                  <a:pt x="270000" y="796129"/>
                </a:lnTo>
                <a:lnTo>
                  <a:pt x="285187" y="789549"/>
                </a:lnTo>
                <a:lnTo>
                  <a:pt x="297047" y="782970"/>
                </a:lnTo>
                <a:lnTo>
                  <a:pt x="305716" y="776390"/>
                </a:lnTo>
                <a:lnTo>
                  <a:pt x="311590" y="769811"/>
                </a:lnTo>
                <a:lnTo>
                  <a:pt x="315210" y="763231"/>
                </a:lnTo>
                <a:lnTo>
                  <a:pt x="317160" y="756651"/>
                </a:lnTo>
                <a:lnTo>
                  <a:pt x="317995" y="750072"/>
                </a:lnTo>
                <a:lnTo>
                  <a:pt x="318188" y="743492"/>
                </a:lnTo>
                <a:lnTo>
                  <a:pt x="318111" y="736913"/>
                </a:lnTo>
                <a:lnTo>
                  <a:pt x="318020" y="730333"/>
                </a:lnTo>
                <a:lnTo>
                  <a:pt x="318066" y="723754"/>
                </a:lnTo>
                <a:lnTo>
                  <a:pt x="318310" y="717174"/>
                </a:lnTo>
                <a:lnTo>
                  <a:pt x="318736" y="710594"/>
                </a:lnTo>
                <a:lnTo>
                  <a:pt x="319278" y="704015"/>
                </a:lnTo>
                <a:lnTo>
                  <a:pt x="319843" y="697435"/>
                </a:lnTo>
                <a:lnTo>
                  <a:pt x="320330" y="690856"/>
                </a:lnTo>
                <a:lnTo>
                  <a:pt x="320648" y="684276"/>
                </a:lnTo>
                <a:lnTo>
                  <a:pt x="320731" y="677697"/>
                </a:lnTo>
                <a:lnTo>
                  <a:pt x="320542" y="671117"/>
                </a:lnTo>
                <a:lnTo>
                  <a:pt x="320081" y="664537"/>
                </a:lnTo>
                <a:lnTo>
                  <a:pt x="319377" y="657958"/>
                </a:lnTo>
                <a:lnTo>
                  <a:pt x="318485" y="651378"/>
                </a:lnTo>
                <a:lnTo>
                  <a:pt x="317472" y="644799"/>
                </a:lnTo>
                <a:lnTo>
                  <a:pt x="316409" y="638219"/>
                </a:lnTo>
                <a:lnTo>
                  <a:pt x="315359" y="631639"/>
                </a:lnTo>
                <a:lnTo>
                  <a:pt x="314366" y="625060"/>
                </a:lnTo>
                <a:lnTo>
                  <a:pt x="313458" y="618480"/>
                </a:lnTo>
                <a:lnTo>
                  <a:pt x="312641" y="611901"/>
                </a:lnTo>
                <a:lnTo>
                  <a:pt x="311915" y="605321"/>
                </a:lnTo>
                <a:lnTo>
                  <a:pt x="311274" y="598742"/>
                </a:lnTo>
                <a:lnTo>
                  <a:pt x="310726" y="592162"/>
                </a:lnTo>
                <a:lnTo>
                  <a:pt x="310290" y="585582"/>
                </a:lnTo>
                <a:lnTo>
                  <a:pt x="310000" y="579003"/>
                </a:lnTo>
                <a:lnTo>
                  <a:pt x="309897" y="572423"/>
                </a:lnTo>
                <a:lnTo>
                  <a:pt x="310019" y="565844"/>
                </a:lnTo>
                <a:lnTo>
                  <a:pt x="310389" y="559264"/>
                </a:lnTo>
                <a:lnTo>
                  <a:pt x="311005" y="552685"/>
                </a:lnTo>
                <a:lnTo>
                  <a:pt x="311838" y="546105"/>
                </a:lnTo>
                <a:lnTo>
                  <a:pt x="312835" y="539525"/>
                </a:lnTo>
                <a:lnTo>
                  <a:pt x="313921" y="532946"/>
                </a:lnTo>
                <a:lnTo>
                  <a:pt x="315007" y="526366"/>
                </a:lnTo>
                <a:lnTo>
                  <a:pt x="315997" y="519787"/>
                </a:lnTo>
                <a:lnTo>
                  <a:pt x="316788" y="513207"/>
                </a:lnTo>
                <a:lnTo>
                  <a:pt x="317270" y="506627"/>
                </a:lnTo>
                <a:lnTo>
                  <a:pt x="317324" y="500048"/>
                </a:lnTo>
                <a:lnTo>
                  <a:pt x="316828" y="493468"/>
                </a:lnTo>
                <a:lnTo>
                  <a:pt x="315667" y="486889"/>
                </a:lnTo>
                <a:lnTo>
                  <a:pt x="313755" y="480309"/>
                </a:lnTo>
                <a:lnTo>
                  <a:pt x="311058" y="473730"/>
                </a:lnTo>
                <a:lnTo>
                  <a:pt x="307627" y="467150"/>
                </a:lnTo>
                <a:lnTo>
                  <a:pt x="303613" y="460570"/>
                </a:lnTo>
                <a:lnTo>
                  <a:pt x="299274" y="453991"/>
                </a:lnTo>
                <a:lnTo>
                  <a:pt x="294956" y="447411"/>
                </a:lnTo>
                <a:lnTo>
                  <a:pt x="291057" y="440832"/>
                </a:lnTo>
                <a:lnTo>
                  <a:pt x="287964" y="434252"/>
                </a:lnTo>
                <a:lnTo>
                  <a:pt x="285995" y="427673"/>
                </a:lnTo>
                <a:lnTo>
                  <a:pt x="285347" y="421093"/>
                </a:lnTo>
                <a:lnTo>
                  <a:pt x="286058" y="414513"/>
                </a:lnTo>
                <a:lnTo>
                  <a:pt x="288002" y="407934"/>
                </a:lnTo>
                <a:lnTo>
                  <a:pt x="290915" y="401354"/>
                </a:lnTo>
                <a:lnTo>
                  <a:pt x="294440" y="394775"/>
                </a:lnTo>
                <a:lnTo>
                  <a:pt x="298185" y="388195"/>
                </a:lnTo>
                <a:lnTo>
                  <a:pt x="301779" y="381616"/>
                </a:lnTo>
                <a:lnTo>
                  <a:pt x="304913" y="375036"/>
                </a:lnTo>
                <a:lnTo>
                  <a:pt x="307367" y="368456"/>
                </a:lnTo>
                <a:lnTo>
                  <a:pt x="309014" y="361877"/>
                </a:lnTo>
                <a:lnTo>
                  <a:pt x="309810" y="355297"/>
                </a:lnTo>
                <a:lnTo>
                  <a:pt x="309774" y="348718"/>
                </a:lnTo>
                <a:lnTo>
                  <a:pt x="308978" y="342138"/>
                </a:lnTo>
                <a:lnTo>
                  <a:pt x="307524" y="335558"/>
                </a:lnTo>
                <a:lnTo>
                  <a:pt x="305546" y="328979"/>
                </a:lnTo>
                <a:lnTo>
                  <a:pt x="303207" y="322399"/>
                </a:lnTo>
                <a:lnTo>
                  <a:pt x="300696" y="315820"/>
                </a:lnTo>
                <a:lnTo>
                  <a:pt x="298227" y="309240"/>
                </a:lnTo>
                <a:lnTo>
                  <a:pt x="296029" y="302661"/>
                </a:lnTo>
                <a:lnTo>
                  <a:pt x="294326" y="296081"/>
                </a:lnTo>
                <a:lnTo>
                  <a:pt x="293310" y="289501"/>
                </a:lnTo>
                <a:lnTo>
                  <a:pt x="293122" y="282922"/>
                </a:lnTo>
                <a:lnTo>
                  <a:pt x="293823" y="276342"/>
                </a:lnTo>
                <a:lnTo>
                  <a:pt x="295394" y="269763"/>
                </a:lnTo>
                <a:lnTo>
                  <a:pt x="297730" y="263183"/>
                </a:lnTo>
                <a:lnTo>
                  <a:pt x="300663" y="256604"/>
                </a:lnTo>
                <a:lnTo>
                  <a:pt x="303982" y="250024"/>
                </a:lnTo>
                <a:lnTo>
                  <a:pt x="307463" y="243444"/>
                </a:lnTo>
                <a:lnTo>
                  <a:pt x="310894" y="236865"/>
                </a:lnTo>
                <a:lnTo>
                  <a:pt x="314093" y="230285"/>
                </a:lnTo>
                <a:lnTo>
                  <a:pt x="316921" y="223706"/>
                </a:lnTo>
                <a:lnTo>
                  <a:pt x="319284" y="217126"/>
                </a:lnTo>
                <a:lnTo>
                  <a:pt x="321127" y="210546"/>
                </a:lnTo>
                <a:lnTo>
                  <a:pt x="322433" y="203967"/>
                </a:lnTo>
                <a:lnTo>
                  <a:pt x="323215" y="197387"/>
                </a:lnTo>
                <a:lnTo>
                  <a:pt x="323515" y="190808"/>
                </a:lnTo>
                <a:lnTo>
                  <a:pt x="323396" y="184228"/>
                </a:lnTo>
                <a:lnTo>
                  <a:pt x="322946" y="177649"/>
                </a:lnTo>
                <a:lnTo>
                  <a:pt x="322268" y="171069"/>
                </a:lnTo>
                <a:lnTo>
                  <a:pt x="321480" y="164489"/>
                </a:lnTo>
                <a:lnTo>
                  <a:pt x="320703" y="157910"/>
                </a:lnTo>
                <a:lnTo>
                  <a:pt x="320049" y="151330"/>
                </a:lnTo>
                <a:lnTo>
                  <a:pt x="319611" y="144751"/>
                </a:lnTo>
                <a:lnTo>
                  <a:pt x="319448" y="138171"/>
                </a:lnTo>
                <a:lnTo>
                  <a:pt x="319568" y="131592"/>
                </a:lnTo>
                <a:lnTo>
                  <a:pt x="319920" y="125012"/>
                </a:lnTo>
                <a:lnTo>
                  <a:pt x="320375" y="118432"/>
                </a:lnTo>
                <a:lnTo>
                  <a:pt x="320715" y="111853"/>
                </a:lnTo>
                <a:lnTo>
                  <a:pt x="320615" y="105273"/>
                </a:lnTo>
                <a:lnTo>
                  <a:pt x="319624" y="98694"/>
                </a:lnTo>
                <a:lnTo>
                  <a:pt x="317154" y="92114"/>
                </a:lnTo>
                <a:lnTo>
                  <a:pt x="312481" y="85535"/>
                </a:lnTo>
                <a:lnTo>
                  <a:pt x="304766" y="78955"/>
                </a:lnTo>
                <a:lnTo>
                  <a:pt x="293126" y="72375"/>
                </a:lnTo>
                <a:lnTo>
                  <a:pt x="276742" y="65796"/>
                </a:lnTo>
                <a:lnTo>
                  <a:pt x="255021" y="59216"/>
                </a:lnTo>
                <a:lnTo>
                  <a:pt x="227788" y="52637"/>
                </a:lnTo>
                <a:lnTo>
                  <a:pt x="195479" y="46057"/>
                </a:lnTo>
                <a:lnTo>
                  <a:pt x="159273" y="39477"/>
                </a:lnTo>
                <a:lnTo>
                  <a:pt x="121135" y="32898"/>
                </a:lnTo>
                <a:lnTo>
                  <a:pt x="83709" y="26318"/>
                </a:lnTo>
                <a:lnTo>
                  <a:pt x="50055" y="19739"/>
                </a:lnTo>
                <a:lnTo>
                  <a:pt x="23258" y="13159"/>
                </a:lnTo>
                <a:lnTo>
                  <a:pt x="5974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123" y="6580"/>
                </a:lnTo>
                <a:lnTo>
                  <a:pt x="651838" y="13159"/>
                </a:lnTo>
                <a:lnTo>
                  <a:pt x="625041" y="19739"/>
                </a:lnTo>
                <a:lnTo>
                  <a:pt x="591387" y="26318"/>
                </a:lnTo>
                <a:lnTo>
                  <a:pt x="553962" y="32898"/>
                </a:lnTo>
                <a:lnTo>
                  <a:pt x="515824" y="39477"/>
                </a:lnTo>
                <a:lnTo>
                  <a:pt x="479618" y="46057"/>
                </a:lnTo>
                <a:lnTo>
                  <a:pt x="447308" y="52637"/>
                </a:lnTo>
                <a:lnTo>
                  <a:pt x="420076" y="59216"/>
                </a:lnTo>
                <a:lnTo>
                  <a:pt x="398355" y="65796"/>
                </a:lnTo>
                <a:lnTo>
                  <a:pt x="381970" y="72375"/>
                </a:lnTo>
                <a:lnTo>
                  <a:pt x="370330" y="78955"/>
                </a:lnTo>
                <a:lnTo>
                  <a:pt x="362616" y="85535"/>
                </a:lnTo>
                <a:lnTo>
                  <a:pt x="357942" y="92114"/>
                </a:lnTo>
                <a:lnTo>
                  <a:pt x="355473" y="98694"/>
                </a:lnTo>
                <a:lnTo>
                  <a:pt x="354482" y="105273"/>
                </a:lnTo>
                <a:lnTo>
                  <a:pt x="354382" y="111853"/>
                </a:lnTo>
                <a:lnTo>
                  <a:pt x="354722" y="118432"/>
                </a:lnTo>
                <a:lnTo>
                  <a:pt x="355177" y="125012"/>
                </a:lnTo>
                <a:lnTo>
                  <a:pt x="355528" y="131592"/>
                </a:lnTo>
                <a:lnTo>
                  <a:pt x="355648" y="138171"/>
                </a:lnTo>
                <a:lnTo>
                  <a:pt x="355485" y="144751"/>
                </a:lnTo>
                <a:lnTo>
                  <a:pt x="355048" y="151330"/>
                </a:lnTo>
                <a:lnTo>
                  <a:pt x="354394" y="157910"/>
                </a:lnTo>
                <a:lnTo>
                  <a:pt x="353617" y="164489"/>
                </a:lnTo>
                <a:lnTo>
                  <a:pt x="352829" y="171069"/>
                </a:lnTo>
                <a:lnTo>
                  <a:pt x="352151" y="177649"/>
                </a:lnTo>
                <a:lnTo>
                  <a:pt x="351700" y="184228"/>
                </a:lnTo>
                <a:lnTo>
                  <a:pt x="351582" y="190808"/>
                </a:lnTo>
                <a:lnTo>
                  <a:pt x="351881" y="197387"/>
                </a:lnTo>
                <a:lnTo>
                  <a:pt x="352664" y="203967"/>
                </a:lnTo>
                <a:lnTo>
                  <a:pt x="353970" y="210546"/>
                </a:lnTo>
                <a:lnTo>
                  <a:pt x="355813" y="217126"/>
                </a:lnTo>
                <a:lnTo>
                  <a:pt x="358175" y="223706"/>
                </a:lnTo>
                <a:lnTo>
                  <a:pt x="361004" y="230285"/>
                </a:lnTo>
                <a:lnTo>
                  <a:pt x="364203" y="236865"/>
                </a:lnTo>
                <a:lnTo>
                  <a:pt x="367633" y="243444"/>
                </a:lnTo>
                <a:lnTo>
                  <a:pt x="371114" y="250024"/>
                </a:lnTo>
                <a:lnTo>
                  <a:pt x="374433" y="256604"/>
                </a:lnTo>
                <a:lnTo>
                  <a:pt x="377366" y="263183"/>
                </a:lnTo>
                <a:lnTo>
                  <a:pt x="379702" y="269763"/>
                </a:lnTo>
                <a:lnTo>
                  <a:pt x="381273" y="276342"/>
                </a:lnTo>
                <a:lnTo>
                  <a:pt x="381975" y="282922"/>
                </a:lnTo>
                <a:lnTo>
                  <a:pt x="381786" y="289501"/>
                </a:lnTo>
                <a:lnTo>
                  <a:pt x="380771" y="296081"/>
                </a:lnTo>
                <a:lnTo>
                  <a:pt x="379067" y="302661"/>
                </a:lnTo>
                <a:lnTo>
                  <a:pt x="376870" y="309240"/>
                </a:lnTo>
                <a:lnTo>
                  <a:pt x="374401" y="315820"/>
                </a:lnTo>
                <a:lnTo>
                  <a:pt x="371890" y="322399"/>
                </a:lnTo>
                <a:lnTo>
                  <a:pt x="369550" y="328979"/>
                </a:lnTo>
                <a:lnTo>
                  <a:pt x="367573" y="335558"/>
                </a:lnTo>
                <a:lnTo>
                  <a:pt x="366119" y="342138"/>
                </a:lnTo>
                <a:lnTo>
                  <a:pt x="365322" y="348718"/>
                </a:lnTo>
                <a:lnTo>
                  <a:pt x="365287" y="355297"/>
                </a:lnTo>
                <a:lnTo>
                  <a:pt x="366082" y="361877"/>
                </a:lnTo>
                <a:lnTo>
                  <a:pt x="367729" y="368456"/>
                </a:lnTo>
                <a:lnTo>
                  <a:pt x="370184" y="375036"/>
                </a:lnTo>
                <a:lnTo>
                  <a:pt x="373318" y="381616"/>
                </a:lnTo>
                <a:lnTo>
                  <a:pt x="376911" y="388195"/>
                </a:lnTo>
                <a:lnTo>
                  <a:pt x="380657" y="394775"/>
                </a:lnTo>
                <a:lnTo>
                  <a:pt x="384182" y="401354"/>
                </a:lnTo>
                <a:lnTo>
                  <a:pt x="387095" y="407934"/>
                </a:lnTo>
                <a:lnTo>
                  <a:pt x="389039" y="414513"/>
                </a:lnTo>
                <a:lnTo>
                  <a:pt x="389749" y="421093"/>
                </a:lnTo>
                <a:lnTo>
                  <a:pt x="389101" y="427673"/>
                </a:lnTo>
                <a:lnTo>
                  <a:pt x="387133" y="434252"/>
                </a:lnTo>
                <a:lnTo>
                  <a:pt x="384040" y="440832"/>
                </a:lnTo>
                <a:lnTo>
                  <a:pt x="380140" y="447411"/>
                </a:lnTo>
                <a:lnTo>
                  <a:pt x="375823" y="453991"/>
                </a:lnTo>
                <a:lnTo>
                  <a:pt x="371484" y="460570"/>
                </a:lnTo>
                <a:lnTo>
                  <a:pt x="367470" y="467150"/>
                </a:lnTo>
                <a:lnTo>
                  <a:pt x="364038" y="473730"/>
                </a:lnTo>
                <a:lnTo>
                  <a:pt x="361341" y="480309"/>
                </a:lnTo>
                <a:lnTo>
                  <a:pt x="359429" y="486889"/>
                </a:lnTo>
                <a:lnTo>
                  <a:pt x="358269" y="493468"/>
                </a:lnTo>
                <a:lnTo>
                  <a:pt x="357773" y="500048"/>
                </a:lnTo>
                <a:lnTo>
                  <a:pt x="357827" y="506627"/>
                </a:lnTo>
                <a:lnTo>
                  <a:pt x="358309" y="513207"/>
                </a:lnTo>
                <a:lnTo>
                  <a:pt x="359100" y="519787"/>
                </a:lnTo>
                <a:lnTo>
                  <a:pt x="360090" y="526366"/>
                </a:lnTo>
                <a:lnTo>
                  <a:pt x="361176" y="532946"/>
                </a:lnTo>
                <a:lnTo>
                  <a:pt x="362261" y="539525"/>
                </a:lnTo>
                <a:lnTo>
                  <a:pt x="363258" y="546105"/>
                </a:lnTo>
                <a:lnTo>
                  <a:pt x="364092" y="552685"/>
                </a:lnTo>
                <a:lnTo>
                  <a:pt x="364708" y="559264"/>
                </a:lnTo>
                <a:lnTo>
                  <a:pt x="365077" y="565844"/>
                </a:lnTo>
                <a:lnTo>
                  <a:pt x="365199" y="572423"/>
                </a:lnTo>
                <a:lnTo>
                  <a:pt x="365096" y="579003"/>
                </a:lnTo>
                <a:lnTo>
                  <a:pt x="364806" y="585582"/>
                </a:lnTo>
                <a:lnTo>
                  <a:pt x="364370" y="592162"/>
                </a:lnTo>
                <a:lnTo>
                  <a:pt x="363822" y="598742"/>
                </a:lnTo>
                <a:lnTo>
                  <a:pt x="363182" y="605321"/>
                </a:lnTo>
                <a:lnTo>
                  <a:pt x="362455" y="611901"/>
                </a:lnTo>
                <a:lnTo>
                  <a:pt x="361639" y="618480"/>
                </a:lnTo>
                <a:lnTo>
                  <a:pt x="360730" y="625060"/>
                </a:lnTo>
                <a:lnTo>
                  <a:pt x="359738" y="631639"/>
                </a:lnTo>
                <a:lnTo>
                  <a:pt x="358687" y="638219"/>
                </a:lnTo>
                <a:lnTo>
                  <a:pt x="357625" y="644799"/>
                </a:lnTo>
                <a:lnTo>
                  <a:pt x="356612" y="651378"/>
                </a:lnTo>
                <a:lnTo>
                  <a:pt x="355719" y="657958"/>
                </a:lnTo>
                <a:lnTo>
                  <a:pt x="355016" y="664537"/>
                </a:lnTo>
                <a:lnTo>
                  <a:pt x="354554" y="671117"/>
                </a:lnTo>
                <a:lnTo>
                  <a:pt x="354366" y="677697"/>
                </a:lnTo>
                <a:lnTo>
                  <a:pt x="354448" y="684276"/>
                </a:lnTo>
                <a:lnTo>
                  <a:pt x="354766" y="690856"/>
                </a:lnTo>
                <a:lnTo>
                  <a:pt x="355253" y="697435"/>
                </a:lnTo>
                <a:lnTo>
                  <a:pt x="355818" y="704015"/>
                </a:lnTo>
                <a:lnTo>
                  <a:pt x="356361" y="710594"/>
                </a:lnTo>
                <a:lnTo>
                  <a:pt x="356787" y="717174"/>
                </a:lnTo>
                <a:lnTo>
                  <a:pt x="357030" y="723754"/>
                </a:lnTo>
                <a:lnTo>
                  <a:pt x="357077" y="730333"/>
                </a:lnTo>
                <a:lnTo>
                  <a:pt x="356986" y="736913"/>
                </a:lnTo>
                <a:lnTo>
                  <a:pt x="356908" y="743492"/>
                </a:lnTo>
                <a:lnTo>
                  <a:pt x="357102" y="750072"/>
                </a:lnTo>
                <a:lnTo>
                  <a:pt x="357936" y="756651"/>
                </a:lnTo>
                <a:lnTo>
                  <a:pt x="359887" y="763231"/>
                </a:lnTo>
                <a:lnTo>
                  <a:pt x="363507" y="769811"/>
                </a:lnTo>
                <a:lnTo>
                  <a:pt x="369381" y="776390"/>
                </a:lnTo>
                <a:lnTo>
                  <a:pt x="378050" y="782970"/>
                </a:lnTo>
                <a:lnTo>
                  <a:pt x="389910" y="789549"/>
                </a:lnTo>
                <a:lnTo>
                  <a:pt x="405096" y="796129"/>
                </a:lnTo>
                <a:lnTo>
                  <a:pt x="423374" y="802708"/>
                </a:lnTo>
                <a:lnTo>
                  <a:pt x="444057" y="809288"/>
                </a:lnTo>
                <a:lnTo>
                  <a:pt x="465987" y="815868"/>
                </a:lnTo>
                <a:lnTo>
                  <a:pt x="487606" y="822447"/>
                </a:lnTo>
                <a:lnTo>
                  <a:pt x="507105" y="829027"/>
                </a:lnTo>
                <a:lnTo>
                  <a:pt x="522662" y="835606"/>
                </a:lnTo>
                <a:lnTo>
                  <a:pt x="532708" y="842186"/>
                </a:lnTo>
                <a:lnTo>
                  <a:pt x="536182" y="848766"/>
                </a:lnTo>
                <a:lnTo>
                  <a:pt x="536182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3358" name="F2_precision_recall_distributions_6172">
            <a:extLst>
              <a:ext uri="{FF2B5EF4-FFF2-40B4-BE49-F238E27FC236}">
                <a16:creationId xmlns:a16="http://schemas.microsoft.com/office/drawing/2014/main" id="{FF756A98-868D-48BB-8814-BCBF8D7A4CBF}"/>
              </a:ext>
            </a:extLst>
          </p:cNvPr>
          <p:cNvSpPr>
            <a:spLocks noGrp="1"/>
          </p:cNvSpPr>
          <p:nvPr/>
        </p:nvSpPr>
        <p:spPr>
          <a:xfrm>
            <a:off x="201300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59" name="F2_precision_recall_distributions_6173">
            <a:extLst>
              <a:ext uri="{FF2B5EF4-FFF2-40B4-BE49-F238E27FC236}">
                <a16:creationId xmlns:a16="http://schemas.microsoft.com/office/drawing/2014/main" id="{88A00A57-B730-4900-9EF9-AE3C40E11382}"/>
              </a:ext>
            </a:extLst>
          </p:cNvPr>
          <p:cNvSpPr>
            <a:spLocks noGrp="1"/>
          </p:cNvSpPr>
          <p:nvPr/>
        </p:nvSpPr>
        <p:spPr>
          <a:xfrm>
            <a:off x="182846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0" name="F2_precision_recall_distributions_6174">
            <a:extLst>
              <a:ext uri="{FF2B5EF4-FFF2-40B4-BE49-F238E27FC236}">
                <a16:creationId xmlns:a16="http://schemas.microsoft.com/office/drawing/2014/main" id="{F1B93180-F530-4867-A3A0-DFFEB11C8BEE}"/>
              </a:ext>
            </a:extLst>
          </p:cNvPr>
          <p:cNvSpPr>
            <a:spLocks noGrp="1"/>
          </p:cNvSpPr>
          <p:nvPr/>
        </p:nvSpPr>
        <p:spPr>
          <a:xfrm>
            <a:off x="195692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1" name="F2_precision_recall_distributions_6175">
            <a:extLst>
              <a:ext uri="{FF2B5EF4-FFF2-40B4-BE49-F238E27FC236}">
                <a16:creationId xmlns:a16="http://schemas.microsoft.com/office/drawing/2014/main" id="{2A1B37BE-F484-4257-86E9-2B1C6DAB8B60}"/>
              </a:ext>
            </a:extLst>
          </p:cNvPr>
          <p:cNvSpPr>
            <a:spLocks noGrp="1"/>
          </p:cNvSpPr>
          <p:nvPr/>
        </p:nvSpPr>
        <p:spPr>
          <a:xfrm>
            <a:off x="1963514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2" name="F2_precision_recall_distributions_6176">
            <a:extLst>
              <a:ext uri="{FF2B5EF4-FFF2-40B4-BE49-F238E27FC236}">
                <a16:creationId xmlns:a16="http://schemas.microsoft.com/office/drawing/2014/main" id="{C278E749-98C8-4E6E-AF75-BB9685672E66}"/>
              </a:ext>
            </a:extLst>
          </p:cNvPr>
          <p:cNvSpPr>
            <a:spLocks noGrp="1"/>
          </p:cNvSpPr>
          <p:nvPr/>
        </p:nvSpPr>
        <p:spPr>
          <a:xfrm>
            <a:off x="1705253" y="5728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3" name="F2_precision_recall_distributions_6177">
            <a:extLst>
              <a:ext uri="{FF2B5EF4-FFF2-40B4-BE49-F238E27FC236}">
                <a16:creationId xmlns:a16="http://schemas.microsoft.com/office/drawing/2014/main" id="{40C8D5A9-6ACC-4D54-AE5C-860E02798C03}"/>
              </a:ext>
            </a:extLst>
          </p:cNvPr>
          <p:cNvSpPr>
            <a:spLocks noGrp="1"/>
          </p:cNvSpPr>
          <p:nvPr/>
        </p:nvSpPr>
        <p:spPr>
          <a:xfrm>
            <a:off x="167760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4" name="F2_precision_recall_distributions_6178">
            <a:extLst>
              <a:ext uri="{FF2B5EF4-FFF2-40B4-BE49-F238E27FC236}">
                <a16:creationId xmlns:a16="http://schemas.microsoft.com/office/drawing/2014/main" id="{525B6A13-3736-49C5-BC52-6A261F9A8E08}"/>
              </a:ext>
            </a:extLst>
          </p:cNvPr>
          <p:cNvSpPr>
            <a:spLocks noGrp="1"/>
          </p:cNvSpPr>
          <p:nvPr/>
        </p:nvSpPr>
        <p:spPr>
          <a:xfrm>
            <a:off x="175648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5" name="F2_precision_recall_distributions_6179">
            <a:extLst>
              <a:ext uri="{FF2B5EF4-FFF2-40B4-BE49-F238E27FC236}">
                <a16:creationId xmlns:a16="http://schemas.microsoft.com/office/drawing/2014/main" id="{462651F9-51A4-463D-82EF-0F7B50FC08CD}"/>
              </a:ext>
            </a:extLst>
          </p:cNvPr>
          <p:cNvSpPr>
            <a:spLocks noGrp="1"/>
          </p:cNvSpPr>
          <p:nvPr/>
        </p:nvSpPr>
        <p:spPr>
          <a:xfrm>
            <a:off x="183676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6" name="F2_precision_recall_distributions_6180">
            <a:extLst>
              <a:ext uri="{FF2B5EF4-FFF2-40B4-BE49-F238E27FC236}">
                <a16:creationId xmlns:a16="http://schemas.microsoft.com/office/drawing/2014/main" id="{8C1895D9-4396-4684-84A8-A3E838B2FF58}"/>
              </a:ext>
            </a:extLst>
          </p:cNvPr>
          <p:cNvSpPr>
            <a:spLocks noGrp="1"/>
          </p:cNvSpPr>
          <p:nvPr/>
        </p:nvSpPr>
        <p:spPr>
          <a:xfrm>
            <a:off x="1915086" y="62771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7" name="F2_precision_recall_distributions_6181">
            <a:extLst>
              <a:ext uri="{FF2B5EF4-FFF2-40B4-BE49-F238E27FC236}">
                <a16:creationId xmlns:a16="http://schemas.microsoft.com/office/drawing/2014/main" id="{A076A7C6-B9E7-4150-A84E-BEBC36314154}"/>
              </a:ext>
            </a:extLst>
          </p:cNvPr>
          <p:cNvSpPr>
            <a:spLocks noGrp="1"/>
          </p:cNvSpPr>
          <p:nvPr/>
        </p:nvSpPr>
        <p:spPr>
          <a:xfrm>
            <a:off x="1667856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8" name="F2_precision_recall_distributions_6182">
            <a:extLst>
              <a:ext uri="{FF2B5EF4-FFF2-40B4-BE49-F238E27FC236}">
                <a16:creationId xmlns:a16="http://schemas.microsoft.com/office/drawing/2014/main" id="{AE35352C-26F2-4641-A67D-916DB84D4E9E}"/>
              </a:ext>
            </a:extLst>
          </p:cNvPr>
          <p:cNvSpPr>
            <a:spLocks noGrp="1"/>
          </p:cNvSpPr>
          <p:nvPr/>
        </p:nvSpPr>
        <p:spPr>
          <a:xfrm>
            <a:off x="2021013" y="60040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9" name="F2_precision_recall_distributions_6183">
            <a:extLst>
              <a:ext uri="{FF2B5EF4-FFF2-40B4-BE49-F238E27FC236}">
                <a16:creationId xmlns:a16="http://schemas.microsoft.com/office/drawing/2014/main" id="{6601B9D9-7C42-4448-8744-53FF12D9C752}"/>
              </a:ext>
            </a:extLst>
          </p:cNvPr>
          <p:cNvSpPr>
            <a:spLocks noGrp="1"/>
          </p:cNvSpPr>
          <p:nvPr/>
        </p:nvSpPr>
        <p:spPr>
          <a:xfrm>
            <a:off x="166647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0" name="F2_precision_recall_distributions_6184">
            <a:extLst>
              <a:ext uri="{FF2B5EF4-FFF2-40B4-BE49-F238E27FC236}">
                <a16:creationId xmlns:a16="http://schemas.microsoft.com/office/drawing/2014/main" id="{AC323A1E-43F8-43D4-9B86-63F96E5B6C26}"/>
              </a:ext>
            </a:extLst>
          </p:cNvPr>
          <p:cNvSpPr>
            <a:spLocks noGrp="1"/>
          </p:cNvSpPr>
          <p:nvPr/>
        </p:nvSpPr>
        <p:spPr>
          <a:xfrm>
            <a:off x="1668924" y="59376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1" name="F2_precision_recall_distributions_6185">
            <a:extLst>
              <a:ext uri="{FF2B5EF4-FFF2-40B4-BE49-F238E27FC236}">
                <a16:creationId xmlns:a16="http://schemas.microsoft.com/office/drawing/2014/main" id="{E7910C38-405D-4D7C-9C6E-A47877EEDB69}"/>
              </a:ext>
            </a:extLst>
          </p:cNvPr>
          <p:cNvSpPr>
            <a:spLocks noGrp="1"/>
          </p:cNvSpPr>
          <p:nvPr/>
        </p:nvSpPr>
        <p:spPr>
          <a:xfrm>
            <a:off x="1916297" y="57193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2" name="F2_precision_recall_distributions_6186">
            <a:extLst>
              <a:ext uri="{FF2B5EF4-FFF2-40B4-BE49-F238E27FC236}">
                <a16:creationId xmlns:a16="http://schemas.microsoft.com/office/drawing/2014/main" id="{52479C30-F991-4EF4-B541-D72CDE8F4D06}"/>
              </a:ext>
            </a:extLst>
          </p:cNvPr>
          <p:cNvSpPr>
            <a:spLocks noGrp="1"/>
          </p:cNvSpPr>
          <p:nvPr/>
        </p:nvSpPr>
        <p:spPr>
          <a:xfrm>
            <a:off x="178548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3" name="F2_precision_recall_distributions_6187">
            <a:extLst>
              <a:ext uri="{FF2B5EF4-FFF2-40B4-BE49-F238E27FC236}">
                <a16:creationId xmlns:a16="http://schemas.microsoft.com/office/drawing/2014/main" id="{23E8B861-0550-4EBD-A593-496370220F7D}"/>
              </a:ext>
            </a:extLst>
          </p:cNvPr>
          <p:cNvSpPr>
            <a:spLocks noGrp="1"/>
          </p:cNvSpPr>
          <p:nvPr/>
        </p:nvSpPr>
        <p:spPr>
          <a:xfrm>
            <a:off x="177170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4" name="F2_precision_recall_distributions_6188">
            <a:extLst>
              <a:ext uri="{FF2B5EF4-FFF2-40B4-BE49-F238E27FC236}">
                <a16:creationId xmlns:a16="http://schemas.microsoft.com/office/drawing/2014/main" id="{B6FFD9A8-56EC-4F41-BCAB-854C4D959EA0}"/>
              </a:ext>
            </a:extLst>
          </p:cNvPr>
          <p:cNvSpPr>
            <a:spLocks noGrp="1"/>
          </p:cNvSpPr>
          <p:nvPr/>
        </p:nvSpPr>
        <p:spPr>
          <a:xfrm>
            <a:off x="1851328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5" name="F2_precision_recall_distributions_6189">
            <a:extLst>
              <a:ext uri="{FF2B5EF4-FFF2-40B4-BE49-F238E27FC236}">
                <a16:creationId xmlns:a16="http://schemas.microsoft.com/office/drawing/2014/main" id="{A6611E45-3072-4665-B38F-618E91D32E14}"/>
              </a:ext>
            </a:extLst>
          </p:cNvPr>
          <p:cNvSpPr>
            <a:spLocks noGrp="1"/>
          </p:cNvSpPr>
          <p:nvPr/>
        </p:nvSpPr>
        <p:spPr>
          <a:xfrm>
            <a:off x="168785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6" name="F2_precision_recall_distributions_6190">
            <a:extLst>
              <a:ext uri="{FF2B5EF4-FFF2-40B4-BE49-F238E27FC236}">
                <a16:creationId xmlns:a16="http://schemas.microsoft.com/office/drawing/2014/main" id="{48CAC086-A1D6-4627-8848-813F6C58A927}"/>
              </a:ext>
            </a:extLst>
          </p:cNvPr>
          <p:cNvSpPr>
            <a:spLocks noGrp="1"/>
          </p:cNvSpPr>
          <p:nvPr/>
        </p:nvSpPr>
        <p:spPr>
          <a:xfrm>
            <a:off x="1929912" y="62154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7" name="F2_precision_recall_distributions_6191">
            <a:extLst>
              <a:ext uri="{FF2B5EF4-FFF2-40B4-BE49-F238E27FC236}">
                <a16:creationId xmlns:a16="http://schemas.microsoft.com/office/drawing/2014/main" id="{02FF9E7C-C89B-47AE-8529-143BA78CD590}"/>
              </a:ext>
            </a:extLst>
          </p:cNvPr>
          <p:cNvSpPr>
            <a:spLocks noGrp="1"/>
          </p:cNvSpPr>
          <p:nvPr/>
        </p:nvSpPr>
        <p:spPr>
          <a:xfrm>
            <a:off x="1682389" y="59164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8" name="F2_precision_recall_distributions_6192">
            <a:extLst>
              <a:ext uri="{FF2B5EF4-FFF2-40B4-BE49-F238E27FC236}">
                <a16:creationId xmlns:a16="http://schemas.microsoft.com/office/drawing/2014/main" id="{E1D27A35-7FB3-4DFF-8EE0-FDEE0C7F640C}"/>
              </a:ext>
            </a:extLst>
          </p:cNvPr>
          <p:cNvSpPr>
            <a:spLocks noGrp="1"/>
          </p:cNvSpPr>
          <p:nvPr/>
        </p:nvSpPr>
        <p:spPr>
          <a:xfrm>
            <a:off x="1982996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9" name="F2_precision_recall_distributions_6193">
            <a:extLst>
              <a:ext uri="{FF2B5EF4-FFF2-40B4-BE49-F238E27FC236}">
                <a16:creationId xmlns:a16="http://schemas.microsoft.com/office/drawing/2014/main" id="{D21C840E-B81D-4485-8018-14AB88CB1EE8}"/>
              </a:ext>
            </a:extLst>
          </p:cNvPr>
          <p:cNvSpPr>
            <a:spLocks noGrp="1"/>
          </p:cNvSpPr>
          <p:nvPr/>
        </p:nvSpPr>
        <p:spPr>
          <a:xfrm>
            <a:off x="1900501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0" name="F2_precision_recall_distributions_6194">
            <a:extLst>
              <a:ext uri="{FF2B5EF4-FFF2-40B4-BE49-F238E27FC236}">
                <a16:creationId xmlns:a16="http://schemas.microsoft.com/office/drawing/2014/main" id="{5ABBBD76-ACA2-43A7-B5CD-1777A0FDB8ED}"/>
              </a:ext>
            </a:extLst>
          </p:cNvPr>
          <p:cNvSpPr>
            <a:spLocks noGrp="1"/>
          </p:cNvSpPr>
          <p:nvPr/>
        </p:nvSpPr>
        <p:spPr>
          <a:xfrm>
            <a:off x="193100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1" name="F2_precision_recall_distributions_6195">
            <a:extLst>
              <a:ext uri="{FF2B5EF4-FFF2-40B4-BE49-F238E27FC236}">
                <a16:creationId xmlns:a16="http://schemas.microsoft.com/office/drawing/2014/main" id="{1D5A24B0-A076-4F06-98F3-EE921699F07D}"/>
              </a:ext>
            </a:extLst>
          </p:cNvPr>
          <p:cNvSpPr>
            <a:spLocks noGrp="1"/>
          </p:cNvSpPr>
          <p:nvPr/>
        </p:nvSpPr>
        <p:spPr>
          <a:xfrm>
            <a:off x="173163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2" name="F2_precision_recall_distributions_6196">
            <a:extLst>
              <a:ext uri="{FF2B5EF4-FFF2-40B4-BE49-F238E27FC236}">
                <a16:creationId xmlns:a16="http://schemas.microsoft.com/office/drawing/2014/main" id="{300C62AE-489F-4D80-AEA4-8237212243F5}"/>
              </a:ext>
            </a:extLst>
          </p:cNvPr>
          <p:cNvSpPr>
            <a:spLocks noGrp="1"/>
          </p:cNvSpPr>
          <p:nvPr/>
        </p:nvSpPr>
        <p:spPr>
          <a:xfrm>
            <a:off x="1819597" y="59376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3" name="F2_precision_recall_distributions_6197">
            <a:extLst>
              <a:ext uri="{FF2B5EF4-FFF2-40B4-BE49-F238E27FC236}">
                <a16:creationId xmlns:a16="http://schemas.microsoft.com/office/drawing/2014/main" id="{05DC47A0-A310-42C5-9E1E-D08D79700998}"/>
              </a:ext>
            </a:extLst>
          </p:cNvPr>
          <p:cNvSpPr>
            <a:spLocks noGrp="1"/>
          </p:cNvSpPr>
          <p:nvPr/>
        </p:nvSpPr>
        <p:spPr>
          <a:xfrm>
            <a:off x="184373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4" name="F2_precision_recall_distributions_6198">
            <a:extLst>
              <a:ext uri="{FF2B5EF4-FFF2-40B4-BE49-F238E27FC236}">
                <a16:creationId xmlns:a16="http://schemas.microsoft.com/office/drawing/2014/main" id="{B9B2697F-3F49-41E2-A10A-763D44F7F102}"/>
              </a:ext>
            </a:extLst>
          </p:cNvPr>
          <p:cNvSpPr>
            <a:spLocks noGrp="1"/>
          </p:cNvSpPr>
          <p:nvPr/>
        </p:nvSpPr>
        <p:spPr>
          <a:xfrm>
            <a:off x="1931899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5" name="F2_precision_recall_distributions_6199">
            <a:extLst>
              <a:ext uri="{FF2B5EF4-FFF2-40B4-BE49-F238E27FC236}">
                <a16:creationId xmlns:a16="http://schemas.microsoft.com/office/drawing/2014/main" id="{25D664D4-00B8-4FA0-95A6-5EBA29772FC2}"/>
              </a:ext>
            </a:extLst>
          </p:cNvPr>
          <p:cNvSpPr>
            <a:spLocks noGrp="1"/>
          </p:cNvSpPr>
          <p:nvPr/>
        </p:nvSpPr>
        <p:spPr>
          <a:xfrm>
            <a:off x="1664783" y="59067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6" name="F2_precision_recall_distributions_6200">
            <a:extLst>
              <a:ext uri="{FF2B5EF4-FFF2-40B4-BE49-F238E27FC236}">
                <a16:creationId xmlns:a16="http://schemas.microsoft.com/office/drawing/2014/main" id="{30C8D69C-F1A4-4FC6-BE8E-1A4F2BEC6D80}"/>
              </a:ext>
            </a:extLst>
          </p:cNvPr>
          <p:cNvSpPr>
            <a:spLocks noGrp="1"/>
          </p:cNvSpPr>
          <p:nvPr/>
        </p:nvSpPr>
        <p:spPr>
          <a:xfrm>
            <a:off x="1798562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7" name="F2_precision_recall_distributions_6201">
            <a:extLst>
              <a:ext uri="{FF2B5EF4-FFF2-40B4-BE49-F238E27FC236}">
                <a16:creationId xmlns:a16="http://schemas.microsoft.com/office/drawing/2014/main" id="{BE5FC188-AC20-47C6-8118-9C66027B5F5F}"/>
              </a:ext>
            </a:extLst>
          </p:cNvPr>
          <p:cNvSpPr>
            <a:spLocks noGrp="1"/>
          </p:cNvSpPr>
          <p:nvPr/>
        </p:nvSpPr>
        <p:spPr>
          <a:xfrm>
            <a:off x="201977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8" name="F2_precision_recall_distributions_6202">
            <a:extLst>
              <a:ext uri="{FF2B5EF4-FFF2-40B4-BE49-F238E27FC236}">
                <a16:creationId xmlns:a16="http://schemas.microsoft.com/office/drawing/2014/main" id="{B9AEEB89-B91D-4C51-82C7-3847E8CD7EEE}"/>
              </a:ext>
            </a:extLst>
          </p:cNvPr>
          <p:cNvSpPr>
            <a:spLocks noGrp="1"/>
          </p:cNvSpPr>
          <p:nvPr/>
        </p:nvSpPr>
        <p:spPr>
          <a:xfrm>
            <a:off x="170762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9" name="F2_precision_recall_distributions_6203">
            <a:extLst>
              <a:ext uri="{FF2B5EF4-FFF2-40B4-BE49-F238E27FC236}">
                <a16:creationId xmlns:a16="http://schemas.microsoft.com/office/drawing/2014/main" id="{0D982A11-7F28-4FB7-9A76-61918284F864}"/>
              </a:ext>
            </a:extLst>
          </p:cNvPr>
          <p:cNvSpPr>
            <a:spLocks noGrp="1"/>
          </p:cNvSpPr>
          <p:nvPr/>
        </p:nvSpPr>
        <p:spPr>
          <a:xfrm>
            <a:off x="1733345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0" name="F2_precision_recall_distributions_6204">
            <a:extLst>
              <a:ext uri="{FF2B5EF4-FFF2-40B4-BE49-F238E27FC236}">
                <a16:creationId xmlns:a16="http://schemas.microsoft.com/office/drawing/2014/main" id="{C1656B9E-BCA9-42F4-B0CC-F03245B9E27F}"/>
              </a:ext>
            </a:extLst>
          </p:cNvPr>
          <p:cNvSpPr>
            <a:spLocks noGrp="1"/>
          </p:cNvSpPr>
          <p:nvPr/>
        </p:nvSpPr>
        <p:spPr>
          <a:xfrm>
            <a:off x="175303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1" name="F2_precision_recall_distributions_6205">
            <a:extLst>
              <a:ext uri="{FF2B5EF4-FFF2-40B4-BE49-F238E27FC236}">
                <a16:creationId xmlns:a16="http://schemas.microsoft.com/office/drawing/2014/main" id="{599EB690-A095-452D-A3DE-FBB8666697B9}"/>
              </a:ext>
            </a:extLst>
          </p:cNvPr>
          <p:cNvSpPr>
            <a:spLocks noGrp="1"/>
          </p:cNvSpPr>
          <p:nvPr/>
        </p:nvSpPr>
        <p:spPr>
          <a:xfrm>
            <a:off x="1694427" y="63407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2" name="F2_precision_recall_distributions_6206">
            <a:extLst>
              <a:ext uri="{FF2B5EF4-FFF2-40B4-BE49-F238E27FC236}">
                <a16:creationId xmlns:a16="http://schemas.microsoft.com/office/drawing/2014/main" id="{4B577C08-FD0B-41A9-A9FB-98CB31AC5AC6}"/>
              </a:ext>
            </a:extLst>
          </p:cNvPr>
          <p:cNvSpPr>
            <a:spLocks noGrp="1"/>
          </p:cNvSpPr>
          <p:nvPr/>
        </p:nvSpPr>
        <p:spPr>
          <a:xfrm>
            <a:off x="169755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3" name="F2_precision_recall_distributions_6207">
            <a:extLst>
              <a:ext uri="{FF2B5EF4-FFF2-40B4-BE49-F238E27FC236}">
                <a16:creationId xmlns:a16="http://schemas.microsoft.com/office/drawing/2014/main" id="{C37AEAE2-D353-4DC1-ACD9-72DE24131244}"/>
              </a:ext>
            </a:extLst>
          </p:cNvPr>
          <p:cNvSpPr>
            <a:spLocks noGrp="1"/>
          </p:cNvSpPr>
          <p:nvPr/>
        </p:nvSpPr>
        <p:spPr>
          <a:xfrm>
            <a:off x="173102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4" name="F2_precision_recall_distributions_6208">
            <a:extLst>
              <a:ext uri="{FF2B5EF4-FFF2-40B4-BE49-F238E27FC236}">
                <a16:creationId xmlns:a16="http://schemas.microsoft.com/office/drawing/2014/main" id="{14AE9AE1-BB52-4CDB-A132-1E9EE6A67FCD}"/>
              </a:ext>
            </a:extLst>
          </p:cNvPr>
          <p:cNvSpPr>
            <a:spLocks noGrp="1"/>
          </p:cNvSpPr>
          <p:nvPr/>
        </p:nvSpPr>
        <p:spPr>
          <a:xfrm>
            <a:off x="1841296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5" name="F2_precision_recall_distributions_6209">
            <a:extLst>
              <a:ext uri="{FF2B5EF4-FFF2-40B4-BE49-F238E27FC236}">
                <a16:creationId xmlns:a16="http://schemas.microsoft.com/office/drawing/2014/main" id="{CFF8EBF2-3B24-47AD-A6F7-95EA8040F49D}"/>
              </a:ext>
            </a:extLst>
          </p:cNvPr>
          <p:cNvSpPr>
            <a:spLocks noGrp="1"/>
          </p:cNvSpPr>
          <p:nvPr/>
        </p:nvSpPr>
        <p:spPr>
          <a:xfrm>
            <a:off x="176405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6" name="F2_precision_recall_distributions_6210">
            <a:extLst>
              <a:ext uri="{FF2B5EF4-FFF2-40B4-BE49-F238E27FC236}">
                <a16:creationId xmlns:a16="http://schemas.microsoft.com/office/drawing/2014/main" id="{7A78053A-B00C-4DCF-BD35-22548CEC2776}"/>
              </a:ext>
            </a:extLst>
          </p:cNvPr>
          <p:cNvSpPr>
            <a:spLocks noGrp="1"/>
          </p:cNvSpPr>
          <p:nvPr/>
        </p:nvSpPr>
        <p:spPr>
          <a:xfrm>
            <a:off x="173952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7" name="F2_precision_recall_distributions_6211">
            <a:extLst>
              <a:ext uri="{FF2B5EF4-FFF2-40B4-BE49-F238E27FC236}">
                <a16:creationId xmlns:a16="http://schemas.microsoft.com/office/drawing/2014/main" id="{BA89A583-326D-480A-9BA2-A8987F801BC5}"/>
              </a:ext>
            </a:extLst>
          </p:cNvPr>
          <p:cNvSpPr>
            <a:spLocks noGrp="1"/>
          </p:cNvSpPr>
          <p:nvPr/>
        </p:nvSpPr>
        <p:spPr>
          <a:xfrm>
            <a:off x="1652928" y="59618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8" name="F2_precision_recall_distributions_6212">
            <a:extLst>
              <a:ext uri="{FF2B5EF4-FFF2-40B4-BE49-F238E27FC236}">
                <a16:creationId xmlns:a16="http://schemas.microsoft.com/office/drawing/2014/main" id="{4312E6E8-B57A-4091-955E-23F3FD8A134D}"/>
              </a:ext>
            </a:extLst>
          </p:cNvPr>
          <p:cNvSpPr>
            <a:spLocks noGrp="1"/>
          </p:cNvSpPr>
          <p:nvPr/>
        </p:nvSpPr>
        <p:spPr>
          <a:xfrm>
            <a:off x="1676687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9" name="F2_precision_recall_distributions_6213">
            <a:extLst>
              <a:ext uri="{FF2B5EF4-FFF2-40B4-BE49-F238E27FC236}">
                <a16:creationId xmlns:a16="http://schemas.microsoft.com/office/drawing/2014/main" id="{F31EAED6-2198-4706-AC58-8512E6E5C578}"/>
              </a:ext>
            </a:extLst>
          </p:cNvPr>
          <p:cNvSpPr>
            <a:spLocks noGrp="1"/>
          </p:cNvSpPr>
          <p:nvPr/>
        </p:nvSpPr>
        <p:spPr>
          <a:xfrm>
            <a:off x="185292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0" name="F2_precision_recall_distributions_6214">
            <a:extLst>
              <a:ext uri="{FF2B5EF4-FFF2-40B4-BE49-F238E27FC236}">
                <a16:creationId xmlns:a16="http://schemas.microsoft.com/office/drawing/2014/main" id="{E0923488-79C6-4540-A937-3266B1B7C193}"/>
              </a:ext>
            </a:extLst>
          </p:cNvPr>
          <p:cNvSpPr>
            <a:spLocks noGrp="1"/>
          </p:cNvSpPr>
          <p:nvPr/>
        </p:nvSpPr>
        <p:spPr>
          <a:xfrm>
            <a:off x="167990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1" name="F2_precision_recall_distributions_6215">
            <a:extLst>
              <a:ext uri="{FF2B5EF4-FFF2-40B4-BE49-F238E27FC236}">
                <a16:creationId xmlns:a16="http://schemas.microsoft.com/office/drawing/2014/main" id="{482BC403-1DC7-4097-AE3A-0D1B38561751}"/>
              </a:ext>
            </a:extLst>
          </p:cNvPr>
          <p:cNvSpPr>
            <a:spLocks noGrp="1"/>
          </p:cNvSpPr>
          <p:nvPr/>
        </p:nvSpPr>
        <p:spPr>
          <a:xfrm>
            <a:off x="192326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2" name="F2_precision_recall_distributions_6216">
            <a:extLst>
              <a:ext uri="{FF2B5EF4-FFF2-40B4-BE49-F238E27FC236}">
                <a16:creationId xmlns:a16="http://schemas.microsoft.com/office/drawing/2014/main" id="{E8542D2D-2737-4A88-B810-DD323BECEA2D}"/>
              </a:ext>
            </a:extLst>
          </p:cNvPr>
          <p:cNvSpPr>
            <a:spLocks noGrp="1"/>
          </p:cNvSpPr>
          <p:nvPr/>
        </p:nvSpPr>
        <p:spPr>
          <a:xfrm>
            <a:off x="192524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3" name="F2_precision_recall_distributions_6217">
            <a:extLst>
              <a:ext uri="{FF2B5EF4-FFF2-40B4-BE49-F238E27FC236}">
                <a16:creationId xmlns:a16="http://schemas.microsoft.com/office/drawing/2014/main" id="{525FE61D-1E32-44C3-91E2-2F8A6C41F169}"/>
              </a:ext>
            </a:extLst>
          </p:cNvPr>
          <p:cNvSpPr>
            <a:spLocks noGrp="1"/>
          </p:cNvSpPr>
          <p:nvPr/>
        </p:nvSpPr>
        <p:spPr>
          <a:xfrm>
            <a:off x="184811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4" name="F2_precision_recall_distributions_6218">
            <a:extLst>
              <a:ext uri="{FF2B5EF4-FFF2-40B4-BE49-F238E27FC236}">
                <a16:creationId xmlns:a16="http://schemas.microsoft.com/office/drawing/2014/main" id="{024EB121-4589-4A27-90CB-B18F80590C84}"/>
              </a:ext>
            </a:extLst>
          </p:cNvPr>
          <p:cNvSpPr>
            <a:spLocks noGrp="1"/>
          </p:cNvSpPr>
          <p:nvPr/>
        </p:nvSpPr>
        <p:spPr>
          <a:xfrm>
            <a:off x="1666362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5" name="F2_precision_recall_distributions_6219">
            <a:extLst>
              <a:ext uri="{FF2B5EF4-FFF2-40B4-BE49-F238E27FC236}">
                <a16:creationId xmlns:a16="http://schemas.microsoft.com/office/drawing/2014/main" id="{244EFF6F-9B33-40DE-BB80-6C9DE48C1E72}"/>
              </a:ext>
            </a:extLst>
          </p:cNvPr>
          <p:cNvSpPr>
            <a:spLocks noGrp="1"/>
          </p:cNvSpPr>
          <p:nvPr/>
        </p:nvSpPr>
        <p:spPr>
          <a:xfrm>
            <a:off x="174254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6" name="F2_precision_recall_distributions_6220">
            <a:extLst>
              <a:ext uri="{FF2B5EF4-FFF2-40B4-BE49-F238E27FC236}">
                <a16:creationId xmlns:a16="http://schemas.microsoft.com/office/drawing/2014/main" id="{85D8B396-32DE-44A1-B6DD-C403BFA5FE55}"/>
              </a:ext>
            </a:extLst>
          </p:cNvPr>
          <p:cNvSpPr>
            <a:spLocks noGrp="1"/>
          </p:cNvSpPr>
          <p:nvPr/>
        </p:nvSpPr>
        <p:spPr>
          <a:xfrm>
            <a:off x="1866265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7" name="F2_precision_recall_distributions_6221">
            <a:extLst>
              <a:ext uri="{FF2B5EF4-FFF2-40B4-BE49-F238E27FC236}">
                <a16:creationId xmlns:a16="http://schemas.microsoft.com/office/drawing/2014/main" id="{9EED4556-EC0F-485B-939B-B13159D4E8E2}"/>
              </a:ext>
            </a:extLst>
          </p:cNvPr>
          <p:cNvSpPr>
            <a:spLocks noGrp="1"/>
          </p:cNvSpPr>
          <p:nvPr/>
        </p:nvSpPr>
        <p:spPr>
          <a:xfrm>
            <a:off x="186548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8" name="F2_precision_recall_distributions_6222">
            <a:extLst>
              <a:ext uri="{FF2B5EF4-FFF2-40B4-BE49-F238E27FC236}">
                <a16:creationId xmlns:a16="http://schemas.microsoft.com/office/drawing/2014/main" id="{F19CB56C-EFBE-48A8-8AED-D2E3C27C0214}"/>
              </a:ext>
            </a:extLst>
          </p:cNvPr>
          <p:cNvSpPr>
            <a:spLocks noGrp="1"/>
          </p:cNvSpPr>
          <p:nvPr/>
        </p:nvSpPr>
        <p:spPr>
          <a:xfrm>
            <a:off x="188367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9" name="F2_precision_recall_distributions_6223">
            <a:extLst>
              <a:ext uri="{FF2B5EF4-FFF2-40B4-BE49-F238E27FC236}">
                <a16:creationId xmlns:a16="http://schemas.microsoft.com/office/drawing/2014/main" id="{EEA08FE7-EC40-436F-A857-942E890EF3F3}"/>
              </a:ext>
            </a:extLst>
          </p:cNvPr>
          <p:cNvSpPr>
            <a:spLocks noGrp="1"/>
          </p:cNvSpPr>
          <p:nvPr/>
        </p:nvSpPr>
        <p:spPr>
          <a:xfrm>
            <a:off x="190104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0" name="F2_precision_recall_distributions_6224">
            <a:extLst>
              <a:ext uri="{FF2B5EF4-FFF2-40B4-BE49-F238E27FC236}">
                <a16:creationId xmlns:a16="http://schemas.microsoft.com/office/drawing/2014/main" id="{3DB04A2B-C845-45AC-BAE0-4AA8B89E111D}"/>
              </a:ext>
            </a:extLst>
          </p:cNvPr>
          <p:cNvSpPr>
            <a:spLocks noGrp="1"/>
          </p:cNvSpPr>
          <p:nvPr/>
        </p:nvSpPr>
        <p:spPr>
          <a:xfrm>
            <a:off x="178563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1" name="F2_precision_recall_distributions_6225">
            <a:extLst>
              <a:ext uri="{FF2B5EF4-FFF2-40B4-BE49-F238E27FC236}">
                <a16:creationId xmlns:a16="http://schemas.microsoft.com/office/drawing/2014/main" id="{531FEC2A-5A21-4933-8718-4D8C33424FD7}"/>
              </a:ext>
            </a:extLst>
          </p:cNvPr>
          <p:cNvSpPr>
            <a:spLocks noGrp="1"/>
          </p:cNvSpPr>
          <p:nvPr/>
        </p:nvSpPr>
        <p:spPr>
          <a:xfrm>
            <a:off x="1774957" y="61562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2" name="F2_precision_recall_distributions_6226">
            <a:extLst>
              <a:ext uri="{FF2B5EF4-FFF2-40B4-BE49-F238E27FC236}">
                <a16:creationId xmlns:a16="http://schemas.microsoft.com/office/drawing/2014/main" id="{4C8A3169-D5A8-4200-9C58-9C05D075F9A7}"/>
              </a:ext>
            </a:extLst>
          </p:cNvPr>
          <p:cNvSpPr>
            <a:spLocks noGrp="1"/>
          </p:cNvSpPr>
          <p:nvPr/>
        </p:nvSpPr>
        <p:spPr>
          <a:xfrm>
            <a:off x="1857207" y="56829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3" name="F2_precision_recall_distributions_6227">
            <a:extLst>
              <a:ext uri="{FF2B5EF4-FFF2-40B4-BE49-F238E27FC236}">
                <a16:creationId xmlns:a16="http://schemas.microsoft.com/office/drawing/2014/main" id="{4306286C-7729-40C5-897D-3859DBCC6E65}"/>
              </a:ext>
            </a:extLst>
          </p:cNvPr>
          <p:cNvSpPr>
            <a:spLocks noGrp="1"/>
          </p:cNvSpPr>
          <p:nvPr/>
        </p:nvSpPr>
        <p:spPr>
          <a:xfrm>
            <a:off x="187568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4" name="F2_precision_recall_distributions_6228">
            <a:extLst>
              <a:ext uri="{FF2B5EF4-FFF2-40B4-BE49-F238E27FC236}">
                <a16:creationId xmlns:a16="http://schemas.microsoft.com/office/drawing/2014/main" id="{BA3BEB08-215B-4E75-AA85-541D897E5B44}"/>
              </a:ext>
            </a:extLst>
          </p:cNvPr>
          <p:cNvSpPr>
            <a:spLocks noGrp="1"/>
          </p:cNvSpPr>
          <p:nvPr/>
        </p:nvSpPr>
        <p:spPr>
          <a:xfrm>
            <a:off x="182054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5" name="F2_precision_recall_distributions_6229">
            <a:extLst>
              <a:ext uri="{FF2B5EF4-FFF2-40B4-BE49-F238E27FC236}">
                <a16:creationId xmlns:a16="http://schemas.microsoft.com/office/drawing/2014/main" id="{1E9DC4C5-38CA-4D62-8A14-A16CE3F5D75B}"/>
              </a:ext>
            </a:extLst>
          </p:cNvPr>
          <p:cNvSpPr>
            <a:spLocks noGrp="1"/>
          </p:cNvSpPr>
          <p:nvPr/>
        </p:nvSpPr>
        <p:spPr>
          <a:xfrm>
            <a:off x="1884609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6" name="F2_precision_recall_distributions_6230">
            <a:extLst>
              <a:ext uri="{FF2B5EF4-FFF2-40B4-BE49-F238E27FC236}">
                <a16:creationId xmlns:a16="http://schemas.microsoft.com/office/drawing/2014/main" id="{55CE9104-4065-4724-B68C-8D162D777EE8}"/>
              </a:ext>
            </a:extLst>
          </p:cNvPr>
          <p:cNvSpPr>
            <a:spLocks noGrp="1"/>
          </p:cNvSpPr>
          <p:nvPr/>
        </p:nvSpPr>
        <p:spPr>
          <a:xfrm>
            <a:off x="1908009" y="58527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7" name="F2_precision_recall_distributions_6231">
            <a:extLst>
              <a:ext uri="{FF2B5EF4-FFF2-40B4-BE49-F238E27FC236}">
                <a16:creationId xmlns:a16="http://schemas.microsoft.com/office/drawing/2014/main" id="{F080E44D-6625-43D2-BFDE-B2A4257274E7}"/>
              </a:ext>
            </a:extLst>
          </p:cNvPr>
          <p:cNvSpPr>
            <a:spLocks noGrp="1"/>
          </p:cNvSpPr>
          <p:nvPr/>
        </p:nvSpPr>
        <p:spPr>
          <a:xfrm>
            <a:off x="184589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8" name="F2_precision_recall_distributions_6232">
            <a:extLst>
              <a:ext uri="{FF2B5EF4-FFF2-40B4-BE49-F238E27FC236}">
                <a16:creationId xmlns:a16="http://schemas.microsoft.com/office/drawing/2014/main" id="{025772A9-A361-4E0C-B2BA-3E589E408344}"/>
              </a:ext>
            </a:extLst>
          </p:cNvPr>
          <p:cNvSpPr>
            <a:spLocks noGrp="1"/>
          </p:cNvSpPr>
          <p:nvPr/>
        </p:nvSpPr>
        <p:spPr>
          <a:xfrm>
            <a:off x="1847167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9" name="F2_precision_recall_distributions_6233">
            <a:extLst>
              <a:ext uri="{FF2B5EF4-FFF2-40B4-BE49-F238E27FC236}">
                <a16:creationId xmlns:a16="http://schemas.microsoft.com/office/drawing/2014/main" id="{C2CCC258-D565-4BF9-A5D2-0D8905CC34DC}"/>
              </a:ext>
            </a:extLst>
          </p:cNvPr>
          <p:cNvSpPr>
            <a:spLocks noGrp="1"/>
          </p:cNvSpPr>
          <p:nvPr/>
        </p:nvSpPr>
        <p:spPr>
          <a:xfrm>
            <a:off x="169715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0" name="F2_precision_recall_distributions_6234">
            <a:extLst>
              <a:ext uri="{FF2B5EF4-FFF2-40B4-BE49-F238E27FC236}">
                <a16:creationId xmlns:a16="http://schemas.microsoft.com/office/drawing/2014/main" id="{06FE1C3A-39B3-4174-B1EC-E4D1297486DE}"/>
              </a:ext>
            </a:extLst>
          </p:cNvPr>
          <p:cNvSpPr>
            <a:spLocks noGrp="1"/>
          </p:cNvSpPr>
          <p:nvPr/>
        </p:nvSpPr>
        <p:spPr>
          <a:xfrm>
            <a:off x="170727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1" name="F2_precision_recall_distributions_6235">
            <a:extLst>
              <a:ext uri="{FF2B5EF4-FFF2-40B4-BE49-F238E27FC236}">
                <a16:creationId xmlns:a16="http://schemas.microsoft.com/office/drawing/2014/main" id="{A6177D4A-51C6-4156-8192-B7AE27B47417}"/>
              </a:ext>
            </a:extLst>
          </p:cNvPr>
          <p:cNvSpPr>
            <a:spLocks noGrp="1"/>
          </p:cNvSpPr>
          <p:nvPr/>
        </p:nvSpPr>
        <p:spPr>
          <a:xfrm>
            <a:off x="180929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2" name="F2_precision_recall_distributions_6236">
            <a:extLst>
              <a:ext uri="{FF2B5EF4-FFF2-40B4-BE49-F238E27FC236}">
                <a16:creationId xmlns:a16="http://schemas.microsoft.com/office/drawing/2014/main" id="{655C61E7-815C-49D0-A35E-2A080F101423}"/>
              </a:ext>
            </a:extLst>
          </p:cNvPr>
          <p:cNvSpPr>
            <a:spLocks noGrp="1"/>
          </p:cNvSpPr>
          <p:nvPr/>
        </p:nvSpPr>
        <p:spPr>
          <a:xfrm>
            <a:off x="179735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3" name="F2_precision_recall_distributions_6237">
            <a:extLst>
              <a:ext uri="{FF2B5EF4-FFF2-40B4-BE49-F238E27FC236}">
                <a16:creationId xmlns:a16="http://schemas.microsoft.com/office/drawing/2014/main" id="{B4588E07-8111-4448-A5B3-41DE88A0225B}"/>
              </a:ext>
            </a:extLst>
          </p:cNvPr>
          <p:cNvSpPr>
            <a:spLocks noGrp="1"/>
          </p:cNvSpPr>
          <p:nvPr/>
        </p:nvSpPr>
        <p:spPr>
          <a:xfrm>
            <a:off x="1659924" y="612859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4" name="F2_precision_recall_distributions_6238">
            <a:extLst>
              <a:ext uri="{FF2B5EF4-FFF2-40B4-BE49-F238E27FC236}">
                <a16:creationId xmlns:a16="http://schemas.microsoft.com/office/drawing/2014/main" id="{135573BA-673D-4E06-A968-228930789583}"/>
              </a:ext>
            </a:extLst>
          </p:cNvPr>
          <p:cNvSpPr>
            <a:spLocks noGrp="1"/>
          </p:cNvSpPr>
          <p:nvPr/>
        </p:nvSpPr>
        <p:spPr>
          <a:xfrm>
            <a:off x="1905412" y="63337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5" name="F2_precision_recall_distributions_6239">
            <a:extLst>
              <a:ext uri="{FF2B5EF4-FFF2-40B4-BE49-F238E27FC236}">
                <a16:creationId xmlns:a16="http://schemas.microsoft.com/office/drawing/2014/main" id="{74BB194E-9417-4314-838E-DDDD2700068B}"/>
              </a:ext>
            </a:extLst>
          </p:cNvPr>
          <p:cNvSpPr>
            <a:spLocks noGrp="1"/>
          </p:cNvSpPr>
          <p:nvPr/>
        </p:nvSpPr>
        <p:spPr>
          <a:xfrm>
            <a:off x="200608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6" name="F2_precision_recall_distributions_6240">
            <a:extLst>
              <a:ext uri="{FF2B5EF4-FFF2-40B4-BE49-F238E27FC236}">
                <a16:creationId xmlns:a16="http://schemas.microsoft.com/office/drawing/2014/main" id="{FFEE8867-1BB0-4AD8-AC7A-CC8025EA25A7}"/>
              </a:ext>
            </a:extLst>
          </p:cNvPr>
          <p:cNvSpPr>
            <a:spLocks noGrp="1"/>
          </p:cNvSpPr>
          <p:nvPr/>
        </p:nvSpPr>
        <p:spPr>
          <a:xfrm>
            <a:off x="1714693" y="59618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7" name="F2_precision_recall_distributions_6241">
            <a:extLst>
              <a:ext uri="{FF2B5EF4-FFF2-40B4-BE49-F238E27FC236}">
                <a16:creationId xmlns:a16="http://schemas.microsoft.com/office/drawing/2014/main" id="{86231764-6C7F-4EAC-AB51-1B2BC52BC023}"/>
              </a:ext>
            </a:extLst>
          </p:cNvPr>
          <p:cNvSpPr>
            <a:spLocks noGrp="1"/>
          </p:cNvSpPr>
          <p:nvPr/>
        </p:nvSpPr>
        <p:spPr>
          <a:xfrm>
            <a:off x="1659483" y="63128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8" name="F2_precision_recall_distributions_6242">
            <a:extLst>
              <a:ext uri="{FF2B5EF4-FFF2-40B4-BE49-F238E27FC236}">
                <a16:creationId xmlns:a16="http://schemas.microsoft.com/office/drawing/2014/main" id="{A09A2C60-7393-4BC9-B2B7-F4F84C9D6193}"/>
              </a:ext>
            </a:extLst>
          </p:cNvPr>
          <p:cNvSpPr>
            <a:spLocks noGrp="1"/>
          </p:cNvSpPr>
          <p:nvPr/>
        </p:nvSpPr>
        <p:spPr>
          <a:xfrm>
            <a:off x="176688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9" name="F2_precision_recall_distributions_6243">
            <a:extLst>
              <a:ext uri="{FF2B5EF4-FFF2-40B4-BE49-F238E27FC236}">
                <a16:creationId xmlns:a16="http://schemas.microsoft.com/office/drawing/2014/main" id="{D2383879-DFC0-43C6-A584-DD6D9FEBA02A}"/>
              </a:ext>
            </a:extLst>
          </p:cNvPr>
          <p:cNvSpPr>
            <a:spLocks noGrp="1"/>
          </p:cNvSpPr>
          <p:nvPr/>
        </p:nvSpPr>
        <p:spPr>
          <a:xfrm>
            <a:off x="1975564" y="6107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0" name="F2_precision_recall_distributions_6244">
            <a:extLst>
              <a:ext uri="{FF2B5EF4-FFF2-40B4-BE49-F238E27FC236}">
                <a16:creationId xmlns:a16="http://schemas.microsoft.com/office/drawing/2014/main" id="{2A70BD50-1E42-4481-9755-8AF0E419E929}"/>
              </a:ext>
            </a:extLst>
          </p:cNvPr>
          <p:cNvSpPr>
            <a:spLocks noGrp="1"/>
          </p:cNvSpPr>
          <p:nvPr/>
        </p:nvSpPr>
        <p:spPr>
          <a:xfrm>
            <a:off x="1777174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1" name="F2_precision_recall_distributions_6245">
            <a:extLst>
              <a:ext uri="{FF2B5EF4-FFF2-40B4-BE49-F238E27FC236}">
                <a16:creationId xmlns:a16="http://schemas.microsoft.com/office/drawing/2014/main" id="{40E1B80D-67D2-4FD0-A5E4-5C6FCFA06427}"/>
              </a:ext>
            </a:extLst>
          </p:cNvPr>
          <p:cNvSpPr>
            <a:spLocks noGrp="1"/>
          </p:cNvSpPr>
          <p:nvPr/>
        </p:nvSpPr>
        <p:spPr>
          <a:xfrm>
            <a:off x="178220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2" name="F2_precision_recall_distributions_6246">
            <a:extLst>
              <a:ext uri="{FF2B5EF4-FFF2-40B4-BE49-F238E27FC236}">
                <a16:creationId xmlns:a16="http://schemas.microsoft.com/office/drawing/2014/main" id="{8EABA305-1C8B-41EB-8333-EFB95ED04417}"/>
              </a:ext>
            </a:extLst>
          </p:cNvPr>
          <p:cNvSpPr>
            <a:spLocks noGrp="1"/>
          </p:cNvSpPr>
          <p:nvPr/>
        </p:nvSpPr>
        <p:spPr>
          <a:xfrm>
            <a:off x="172426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3" name="F2_precision_recall_distributions_6247">
            <a:extLst>
              <a:ext uri="{FF2B5EF4-FFF2-40B4-BE49-F238E27FC236}">
                <a16:creationId xmlns:a16="http://schemas.microsoft.com/office/drawing/2014/main" id="{84630963-48D7-4189-9059-EBB99D8B84CF}"/>
              </a:ext>
            </a:extLst>
          </p:cNvPr>
          <p:cNvSpPr>
            <a:spLocks noGrp="1"/>
          </p:cNvSpPr>
          <p:nvPr/>
        </p:nvSpPr>
        <p:spPr>
          <a:xfrm>
            <a:off x="1665352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4" name="F2_precision_recall_distributions_6248">
            <a:extLst>
              <a:ext uri="{FF2B5EF4-FFF2-40B4-BE49-F238E27FC236}">
                <a16:creationId xmlns:a16="http://schemas.microsoft.com/office/drawing/2014/main" id="{83ACFF69-E5F4-4793-9EC1-1CB8CDD8A4A8}"/>
              </a:ext>
            </a:extLst>
          </p:cNvPr>
          <p:cNvSpPr>
            <a:spLocks noGrp="1"/>
          </p:cNvSpPr>
          <p:nvPr/>
        </p:nvSpPr>
        <p:spPr>
          <a:xfrm>
            <a:off x="193140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5" name="F2_precision_recall_distributions_6249">
            <a:extLst>
              <a:ext uri="{FF2B5EF4-FFF2-40B4-BE49-F238E27FC236}">
                <a16:creationId xmlns:a16="http://schemas.microsoft.com/office/drawing/2014/main" id="{4759375B-834A-4306-B8DB-9E6DADC0A34C}"/>
              </a:ext>
            </a:extLst>
          </p:cNvPr>
          <p:cNvSpPr>
            <a:spLocks noGrp="1"/>
          </p:cNvSpPr>
          <p:nvPr/>
        </p:nvSpPr>
        <p:spPr>
          <a:xfrm>
            <a:off x="177523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6" name="F2_precision_recall_distributions_6250">
            <a:extLst>
              <a:ext uri="{FF2B5EF4-FFF2-40B4-BE49-F238E27FC236}">
                <a16:creationId xmlns:a16="http://schemas.microsoft.com/office/drawing/2014/main" id="{4D3E7E6F-593F-4A4E-BB23-1FC85F043FA2}"/>
              </a:ext>
            </a:extLst>
          </p:cNvPr>
          <p:cNvSpPr>
            <a:spLocks noGrp="1"/>
          </p:cNvSpPr>
          <p:nvPr/>
        </p:nvSpPr>
        <p:spPr>
          <a:xfrm>
            <a:off x="182544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7" name="F2_precision_recall_distributions_6251">
            <a:extLst>
              <a:ext uri="{FF2B5EF4-FFF2-40B4-BE49-F238E27FC236}">
                <a16:creationId xmlns:a16="http://schemas.microsoft.com/office/drawing/2014/main" id="{3FA58630-CBA7-482A-8C1F-61E7DBB5158F}"/>
              </a:ext>
            </a:extLst>
          </p:cNvPr>
          <p:cNvSpPr>
            <a:spLocks noGrp="1"/>
          </p:cNvSpPr>
          <p:nvPr/>
        </p:nvSpPr>
        <p:spPr>
          <a:xfrm>
            <a:off x="1746515" y="57572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8" name="F2_precision_recall_distributions_6252">
            <a:extLst>
              <a:ext uri="{FF2B5EF4-FFF2-40B4-BE49-F238E27FC236}">
                <a16:creationId xmlns:a16="http://schemas.microsoft.com/office/drawing/2014/main" id="{F89601F9-BB55-4990-AAB4-BC6BF184AB15}"/>
              </a:ext>
            </a:extLst>
          </p:cNvPr>
          <p:cNvSpPr>
            <a:spLocks noGrp="1"/>
          </p:cNvSpPr>
          <p:nvPr/>
        </p:nvSpPr>
        <p:spPr>
          <a:xfrm>
            <a:off x="179903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9" name="F2_precision_recall_distributions_6253">
            <a:extLst>
              <a:ext uri="{FF2B5EF4-FFF2-40B4-BE49-F238E27FC236}">
                <a16:creationId xmlns:a16="http://schemas.microsoft.com/office/drawing/2014/main" id="{88CBCF39-8F73-4B6E-9E00-D36960116378}"/>
              </a:ext>
            </a:extLst>
          </p:cNvPr>
          <p:cNvSpPr>
            <a:spLocks noGrp="1"/>
          </p:cNvSpPr>
          <p:nvPr/>
        </p:nvSpPr>
        <p:spPr>
          <a:xfrm>
            <a:off x="1931895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0" name="F2_precision_recall_distributions_6254">
            <a:extLst>
              <a:ext uri="{FF2B5EF4-FFF2-40B4-BE49-F238E27FC236}">
                <a16:creationId xmlns:a16="http://schemas.microsoft.com/office/drawing/2014/main" id="{31D9A4FB-6B31-484B-87B7-4DECA75E68D9}"/>
              </a:ext>
            </a:extLst>
          </p:cNvPr>
          <p:cNvSpPr>
            <a:spLocks noGrp="1"/>
          </p:cNvSpPr>
          <p:nvPr/>
        </p:nvSpPr>
        <p:spPr>
          <a:xfrm>
            <a:off x="1881039" y="6107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1" name="F2_precision_recall_distributions_6255">
            <a:extLst>
              <a:ext uri="{FF2B5EF4-FFF2-40B4-BE49-F238E27FC236}">
                <a16:creationId xmlns:a16="http://schemas.microsoft.com/office/drawing/2014/main" id="{433FAD0E-EAB7-4347-AA98-021C691DFFDA}"/>
              </a:ext>
            </a:extLst>
          </p:cNvPr>
          <p:cNvSpPr>
            <a:spLocks noGrp="1"/>
          </p:cNvSpPr>
          <p:nvPr/>
        </p:nvSpPr>
        <p:spPr>
          <a:xfrm>
            <a:off x="194577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2" name="F2_precision_recall_distributions_6256">
            <a:extLst>
              <a:ext uri="{FF2B5EF4-FFF2-40B4-BE49-F238E27FC236}">
                <a16:creationId xmlns:a16="http://schemas.microsoft.com/office/drawing/2014/main" id="{87C18B47-A519-4037-A918-71DC0256D18D}"/>
              </a:ext>
            </a:extLst>
          </p:cNvPr>
          <p:cNvSpPr>
            <a:spLocks noGrp="1"/>
          </p:cNvSpPr>
          <p:nvPr/>
        </p:nvSpPr>
        <p:spPr>
          <a:xfrm>
            <a:off x="168647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3" name="F2_precision_recall_distributions_6257">
            <a:extLst>
              <a:ext uri="{FF2B5EF4-FFF2-40B4-BE49-F238E27FC236}">
                <a16:creationId xmlns:a16="http://schemas.microsoft.com/office/drawing/2014/main" id="{F5C716B5-8812-40F9-ABCB-DCB701FCBF11}"/>
              </a:ext>
            </a:extLst>
          </p:cNvPr>
          <p:cNvSpPr>
            <a:spLocks noGrp="1"/>
          </p:cNvSpPr>
          <p:nvPr/>
        </p:nvSpPr>
        <p:spPr>
          <a:xfrm>
            <a:off x="189331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4" name="F2_precision_recall_distributions_6258">
            <a:extLst>
              <a:ext uri="{FF2B5EF4-FFF2-40B4-BE49-F238E27FC236}">
                <a16:creationId xmlns:a16="http://schemas.microsoft.com/office/drawing/2014/main" id="{E7368E4C-04D1-4FF7-9963-F739D67422D3}"/>
              </a:ext>
            </a:extLst>
          </p:cNvPr>
          <p:cNvSpPr>
            <a:spLocks noGrp="1"/>
          </p:cNvSpPr>
          <p:nvPr/>
        </p:nvSpPr>
        <p:spPr>
          <a:xfrm>
            <a:off x="198717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5" name="F2_precision_recall_distributions_6259">
            <a:extLst>
              <a:ext uri="{FF2B5EF4-FFF2-40B4-BE49-F238E27FC236}">
                <a16:creationId xmlns:a16="http://schemas.microsoft.com/office/drawing/2014/main" id="{8CA47457-D5D3-4BCC-A636-D035BE295430}"/>
              </a:ext>
            </a:extLst>
          </p:cNvPr>
          <p:cNvSpPr>
            <a:spLocks noGrp="1"/>
          </p:cNvSpPr>
          <p:nvPr/>
        </p:nvSpPr>
        <p:spPr>
          <a:xfrm>
            <a:off x="173030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6" name="F2_precision_recall_distributions_6260">
            <a:extLst>
              <a:ext uri="{FF2B5EF4-FFF2-40B4-BE49-F238E27FC236}">
                <a16:creationId xmlns:a16="http://schemas.microsoft.com/office/drawing/2014/main" id="{3D6C12B6-01F3-4FED-AEE8-1827502EAC8C}"/>
              </a:ext>
            </a:extLst>
          </p:cNvPr>
          <p:cNvSpPr>
            <a:spLocks noGrp="1"/>
          </p:cNvSpPr>
          <p:nvPr/>
        </p:nvSpPr>
        <p:spPr>
          <a:xfrm>
            <a:off x="169367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7" name="F2_precision_recall_distributions_6261">
            <a:extLst>
              <a:ext uri="{FF2B5EF4-FFF2-40B4-BE49-F238E27FC236}">
                <a16:creationId xmlns:a16="http://schemas.microsoft.com/office/drawing/2014/main" id="{32C0B511-04D2-4A3A-9D11-146F881062D2}"/>
              </a:ext>
            </a:extLst>
          </p:cNvPr>
          <p:cNvSpPr>
            <a:spLocks noGrp="1"/>
          </p:cNvSpPr>
          <p:nvPr/>
        </p:nvSpPr>
        <p:spPr>
          <a:xfrm>
            <a:off x="181932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8" name="F2_precision_recall_distributions_6262">
            <a:extLst>
              <a:ext uri="{FF2B5EF4-FFF2-40B4-BE49-F238E27FC236}">
                <a16:creationId xmlns:a16="http://schemas.microsoft.com/office/drawing/2014/main" id="{77E2F4BF-54E5-4DBA-9C35-A02015F6767A}"/>
              </a:ext>
            </a:extLst>
          </p:cNvPr>
          <p:cNvSpPr>
            <a:spLocks noGrp="1"/>
          </p:cNvSpPr>
          <p:nvPr/>
        </p:nvSpPr>
        <p:spPr>
          <a:xfrm>
            <a:off x="1918705" y="59839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9" name="F2_precision_recall_distributions_6263">
            <a:extLst>
              <a:ext uri="{FF2B5EF4-FFF2-40B4-BE49-F238E27FC236}">
                <a16:creationId xmlns:a16="http://schemas.microsoft.com/office/drawing/2014/main" id="{75F7E018-FDE9-4BE0-8AEB-D180A03CA73B}"/>
              </a:ext>
            </a:extLst>
          </p:cNvPr>
          <p:cNvSpPr>
            <a:spLocks noGrp="1"/>
          </p:cNvSpPr>
          <p:nvPr/>
        </p:nvSpPr>
        <p:spPr>
          <a:xfrm>
            <a:off x="179505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0" name="F2_precision_recall_distributions_6264">
            <a:extLst>
              <a:ext uri="{FF2B5EF4-FFF2-40B4-BE49-F238E27FC236}">
                <a16:creationId xmlns:a16="http://schemas.microsoft.com/office/drawing/2014/main" id="{46F05F70-92AB-4AE1-B3EE-E5966DE3D8D7}"/>
              </a:ext>
            </a:extLst>
          </p:cNvPr>
          <p:cNvSpPr>
            <a:spLocks noGrp="1"/>
          </p:cNvSpPr>
          <p:nvPr/>
        </p:nvSpPr>
        <p:spPr>
          <a:xfrm>
            <a:off x="17439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1" name="F2_precision_recall_distributions_6265">
            <a:extLst>
              <a:ext uri="{FF2B5EF4-FFF2-40B4-BE49-F238E27FC236}">
                <a16:creationId xmlns:a16="http://schemas.microsoft.com/office/drawing/2014/main" id="{C30586A3-5C4B-492D-A7D1-D341A46CA34F}"/>
              </a:ext>
            </a:extLst>
          </p:cNvPr>
          <p:cNvSpPr>
            <a:spLocks noGrp="1"/>
          </p:cNvSpPr>
          <p:nvPr/>
        </p:nvSpPr>
        <p:spPr>
          <a:xfrm>
            <a:off x="186205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2" name="F2_precision_recall_distributions_6266">
            <a:extLst>
              <a:ext uri="{FF2B5EF4-FFF2-40B4-BE49-F238E27FC236}">
                <a16:creationId xmlns:a16="http://schemas.microsoft.com/office/drawing/2014/main" id="{52374F34-7E9C-4055-AF15-E98C6E6D5CCC}"/>
              </a:ext>
            </a:extLst>
          </p:cNvPr>
          <p:cNvSpPr>
            <a:spLocks noGrp="1"/>
          </p:cNvSpPr>
          <p:nvPr/>
        </p:nvSpPr>
        <p:spPr>
          <a:xfrm>
            <a:off x="170517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3" name="F2_precision_recall_distributions_6267">
            <a:extLst>
              <a:ext uri="{FF2B5EF4-FFF2-40B4-BE49-F238E27FC236}">
                <a16:creationId xmlns:a16="http://schemas.microsoft.com/office/drawing/2014/main" id="{75870093-7CE7-4AF7-ACE5-ABE538A7B377}"/>
              </a:ext>
            </a:extLst>
          </p:cNvPr>
          <p:cNvSpPr>
            <a:spLocks noGrp="1"/>
          </p:cNvSpPr>
          <p:nvPr/>
        </p:nvSpPr>
        <p:spPr>
          <a:xfrm>
            <a:off x="193317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4" name="F2_precision_recall_distributions_6268">
            <a:extLst>
              <a:ext uri="{FF2B5EF4-FFF2-40B4-BE49-F238E27FC236}">
                <a16:creationId xmlns:a16="http://schemas.microsoft.com/office/drawing/2014/main" id="{B7D263C2-5B8F-406D-BA24-62E35C1A0153}"/>
              </a:ext>
            </a:extLst>
          </p:cNvPr>
          <p:cNvSpPr>
            <a:spLocks noGrp="1"/>
          </p:cNvSpPr>
          <p:nvPr/>
        </p:nvSpPr>
        <p:spPr>
          <a:xfrm>
            <a:off x="1723562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5" name="F2_precision_recall_distributions_6269">
            <a:extLst>
              <a:ext uri="{FF2B5EF4-FFF2-40B4-BE49-F238E27FC236}">
                <a16:creationId xmlns:a16="http://schemas.microsoft.com/office/drawing/2014/main" id="{A9BF9C2A-50E8-4DFC-BDC0-C38F57FCFB21}"/>
              </a:ext>
            </a:extLst>
          </p:cNvPr>
          <p:cNvSpPr>
            <a:spLocks noGrp="1"/>
          </p:cNvSpPr>
          <p:nvPr/>
        </p:nvSpPr>
        <p:spPr>
          <a:xfrm>
            <a:off x="198590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6" name="F2_precision_recall_distributions_6270">
            <a:extLst>
              <a:ext uri="{FF2B5EF4-FFF2-40B4-BE49-F238E27FC236}">
                <a16:creationId xmlns:a16="http://schemas.microsoft.com/office/drawing/2014/main" id="{74383D89-153C-451A-B0F5-313680067137}"/>
              </a:ext>
            </a:extLst>
          </p:cNvPr>
          <p:cNvSpPr>
            <a:spLocks noGrp="1"/>
          </p:cNvSpPr>
          <p:nvPr/>
        </p:nvSpPr>
        <p:spPr>
          <a:xfrm>
            <a:off x="197309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7" name="F2_precision_recall_distributions_6271">
            <a:extLst>
              <a:ext uri="{FF2B5EF4-FFF2-40B4-BE49-F238E27FC236}">
                <a16:creationId xmlns:a16="http://schemas.microsoft.com/office/drawing/2014/main" id="{4BDFDABA-5DC3-4FA0-8F55-B0903ED66CF4}"/>
              </a:ext>
            </a:extLst>
          </p:cNvPr>
          <p:cNvSpPr>
            <a:spLocks noGrp="1"/>
          </p:cNvSpPr>
          <p:nvPr/>
        </p:nvSpPr>
        <p:spPr>
          <a:xfrm>
            <a:off x="1781417" y="58959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8" name="F2_precision_recall_distributions_6272">
            <a:extLst>
              <a:ext uri="{FF2B5EF4-FFF2-40B4-BE49-F238E27FC236}">
                <a16:creationId xmlns:a16="http://schemas.microsoft.com/office/drawing/2014/main" id="{2E8CCFE0-34BD-40EF-BCE0-AB96E393281F}"/>
              </a:ext>
            </a:extLst>
          </p:cNvPr>
          <p:cNvSpPr>
            <a:spLocks noGrp="1"/>
          </p:cNvSpPr>
          <p:nvPr/>
        </p:nvSpPr>
        <p:spPr>
          <a:xfrm>
            <a:off x="1857356" y="58406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9" name="F2_precision_recall_distributions_6273">
            <a:extLst>
              <a:ext uri="{FF2B5EF4-FFF2-40B4-BE49-F238E27FC236}">
                <a16:creationId xmlns:a16="http://schemas.microsoft.com/office/drawing/2014/main" id="{8AB88951-3357-49D6-8111-CDE3F2F4D78F}"/>
              </a:ext>
            </a:extLst>
          </p:cNvPr>
          <p:cNvSpPr>
            <a:spLocks noGrp="1"/>
          </p:cNvSpPr>
          <p:nvPr/>
        </p:nvSpPr>
        <p:spPr>
          <a:xfrm>
            <a:off x="171110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0" name="F2_precision_recall_distributions_6274">
            <a:extLst>
              <a:ext uri="{FF2B5EF4-FFF2-40B4-BE49-F238E27FC236}">
                <a16:creationId xmlns:a16="http://schemas.microsoft.com/office/drawing/2014/main" id="{EC430205-AEB0-4317-8759-DCA73A31FC9E}"/>
              </a:ext>
            </a:extLst>
          </p:cNvPr>
          <p:cNvSpPr>
            <a:spLocks noGrp="1"/>
          </p:cNvSpPr>
          <p:nvPr/>
        </p:nvSpPr>
        <p:spPr>
          <a:xfrm>
            <a:off x="187177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1" name="F2_precision_recall_distributions_6275">
            <a:extLst>
              <a:ext uri="{FF2B5EF4-FFF2-40B4-BE49-F238E27FC236}">
                <a16:creationId xmlns:a16="http://schemas.microsoft.com/office/drawing/2014/main" id="{D8D5C7E0-C6B1-4193-A123-986F400DB503}"/>
              </a:ext>
            </a:extLst>
          </p:cNvPr>
          <p:cNvSpPr>
            <a:spLocks noGrp="1"/>
          </p:cNvSpPr>
          <p:nvPr/>
        </p:nvSpPr>
        <p:spPr>
          <a:xfrm>
            <a:off x="1758922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2" name="F2_precision_recall_distributions_6276">
            <a:extLst>
              <a:ext uri="{FF2B5EF4-FFF2-40B4-BE49-F238E27FC236}">
                <a16:creationId xmlns:a16="http://schemas.microsoft.com/office/drawing/2014/main" id="{4E607041-D036-4B4B-8CDA-BAE2731A0855}"/>
              </a:ext>
            </a:extLst>
          </p:cNvPr>
          <p:cNvSpPr>
            <a:spLocks noGrp="1"/>
          </p:cNvSpPr>
          <p:nvPr/>
        </p:nvSpPr>
        <p:spPr>
          <a:xfrm>
            <a:off x="1888119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3" name="F2_precision_recall_distributions_6277">
            <a:extLst>
              <a:ext uri="{FF2B5EF4-FFF2-40B4-BE49-F238E27FC236}">
                <a16:creationId xmlns:a16="http://schemas.microsoft.com/office/drawing/2014/main" id="{69F6D592-8B51-4569-951F-180A8CA76DAC}"/>
              </a:ext>
            </a:extLst>
          </p:cNvPr>
          <p:cNvSpPr>
            <a:spLocks noGrp="1"/>
          </p:cNvSpPr>
          <p:nvPr/>
        </p:nvSpPr>
        <p:spPr>
          <a:xfrm>
            <a:off x="171032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4" name="F2_precision_recall_distributions_6278">
            <a:extLst>
              <a:ext uri="{FF2B5EF4-FFF2-40B4-BE49-F238E27FC236}">
                <a16:creationId xmlns:a16="http://schemas.microsoft.com/office/drawing/2014/main" id="{83A87EAB-8EEA-4998-8A5D-2BEF371000AB}"/>
              </a:ext>
            </a:extLst>
          </p:cNvPr>
          <p:cNvSpPr>
            <a:spLocks noGrp="1"/>
          </p:cNvSpPr>
          <p:nvPr/>
        </p:nvSpPr>
        <p:spPr>
          <a:xfrm>
            <a:off x="197606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5" name="F2_precision_recall_distributions_6279">
            <a:extLst>
              <a:ext uri="{FF2B5EF4-FFF2-40B4-BE49-F238E27FC236}">
                <a16:creationId xmlns:a16="http://schemas.microsoft.com/office/drawing/2014/main" id="{0D95FF95-F5DD-4B9C-ADAE-9CACAD54673B}"/>
              </a:ext>
            </a:extLst>
          </p:cNvPr>
          <p:cNvSpPr>
            <a:spLocks noGrp="1"/>
          </p:cNvSpPr>
          <p:nvPr/>
        </p:nvSpPr>
        <p:spPr>
          <a:xfrm>
            <a:off x="2022705" y="58633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6" name="F2_precision_recall_distributions_6280">
            <a:extLst>
              <a:ext uri="{FF2B5EF4-FFF2-40B4-BE49-F238E27FC236}">
                <a16:creationId xmlns:a16="http://schemas.microsoft.com/office/drawing/2014/main" id="{8CA3D50A-5EE2-40B0-B929-0B2303196A32}"/>
              </a:ext>
            </a:extLst>
          </p:cNvPr>
          <p:cNvSpPr>
            <a:spLocks noGrp="1"/>
          </p:cNvSpPr>
          <p:nvPr/>
        </p:nvSpPr>
        <p:spPr>
          <a:xfrm>
            <a:off x="1763748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7" name="F2_precision_recall_distributions_6281">
            <a:extLst>
              <a:ext uri="{FF2B5EF4-FFF2-40B4-BE49-F238E27FC236}">
                <a16:creationId xmlns:a16="http://schemas.microsoft.com/office/drawing/2014/main" id="{BEA27E65-D807-41B9-83FC-8D261C849262}"/>
              </a:ext>
            </a:extLst>
          </p:cNvPr>
          <p:cNvSpPr>
            <a:spLocks noGrp="1"/>
          </p:cNvSpPr>
          <p:nvPr/>
        </p:nvSpPr>
        <p:spPr>
          <a:xfrm>
            <a:off x="194206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8" name="F2_precision_recall_distributions_6282">
            <a:extLst>
              <a:ext uri="{FF2B5EF4-FFF2-40B4-BE49-F238E27FC236}">
                <a16:creationId xmlns:a16="http://schemas.microsoft.com/office/drawing/2014/main" id="{3C2F23C3-75AD-4F07-A5F3-A64AAE0301B7}"/>
              </a:ext>
            </a:extLst>
          </p:cNvPr>
          <p:cNvSpPr>
            <a:spLocks noGrp="1"/>
          </p:cNvSpPr>
          <p:nvPr/>
        </p:nvSpPr>
        <p:spPr>
          <a:xfrm>
            <a:off x="194358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9" name="F2_precision_recall_distributions_6283">
            <a:extLst>
              <a:ext uri="{FF2B5EF4-FFF2-40B4-BE49-F238E27FC236}">
                <a16:creationId xmlns:a16="http://schemas.microsoft.com/office/drawing/2014/main" id="{973E4C06-9E43-44F2-82D4-87FD44E4E1DD}"/>
              </a:ext>
            </a:extLst>
          </p:cNvPr>
          <p:cNvSpPr>
            <a:spLocks noGrp="1"/>
          </p:cNvSpPr>
          <p:nvPr/>
        </p:nvSpPr>
        <p:spPr>
          <a:xfrm>
            <a:off x="166475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0" name="F2_precision_recall_distributions_6284">
            <a:extLst>
              <a:ext uri="{FF2B5EF4-FFF2-40B4-BE49-F238E27FC236}">
                <a16:creationId xmlns:a16="http://schemas.microsoft.com/office/drawing/2014/main" id="{EC7C205F-773D-4402-BB77-E039EE131EE2}"/>
              </a:ext>
            </a:extLst>
          </p:cNvPr>
          <p:cNvSpPr>
            <a:spLocks noGrp="1"/>
          </p:cNvSpPr>
          <p:nvPr/>
        </p:nvSpPr>
        <p:spPr>
          <a:xfrm>
            <a:off x="197495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1" name="F2_precision_recall_distributions_6285">
            <a:extLst>
              <a:ext uri="{FF2B5EF4-FFF2-40B4-BE49-F238E27FC236}">
                <a16:creationId xmlns:a16="http://schemas.microsoft.com/office/drawing/2014/main" id="{7C232665-4759-44BF-B86E-8063070474F0}"/>
              </a:ext>
            </a:extLst>
          </p:cNvPr>
          <p:cNvSpPr>
            <a:spLocks noGrp="1"/>
          </p:cNvSpPr>
          <p:nvPr/>
        </p:nvSpPr>
        <p:spPr>
          <a:xfrm>
            <a:off x="170313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2" name="F2_precision_recall_distributions_6286">
            <a:extLst>
              <a:ext uri="{FF2B5EF4-FFF2-40B4-BE49-F238E27FC236}">
                <a16:creationId xmlns:a16="http://schemas.microsoft.com/office/drawing/2014/main" id="{4ACA535D-D6F5-458D-9F3F-A8A17A2FB620}"/>
              </a:ext>
            </a:extLst>
          </p:cNvPr>
          <p:cNvSpPr>
            <a:spLocks noGrp="1"/>
          </p:cNvSpPr>
          <p:nvPr/>
        </p:nvSpPr>
        <p:spPr>
          <a:xfrm>
            <a:off x="1939153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3" name="F2_precision_recall_distributions_6287">
            <a:extLst>
              <a:ext uri="{FF2B5EF4-FFF2-40B4-BE49-F238E27FC236}">
                <a16:creationId xmlns:a16="http://schemas.microsoft.com/office/drawing/2014/main" id="{AA38DE81-3CE3-4242-B620-2007C190E1DD}"/>
              </a:ext>
            </a:extLst>
          </p:cNvPr>
          <p:cNvSpPr>
            <a:spLocks noGrp="1"/>
          </p:cNvSpPr>
          <p:nvPr/>
        </p:nvSpPr>
        <p:spPr>
          <a:xfrm>
            <a:off x="187105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4" name="F2_precision_recall_distributions_6288">
            <a:extLst>
              <a:ext uri="{FF2B5EF4-FFF2-40B4-BE49-F238E27FC236}">
                <a16:creationId xmlns:a16="http://schemas.microsoft.com/office/drawing/2014/main" id="{B1877B86-FA35-4B36-8D7A-71784BE5C13D}"/>
              </a:ext>
            </a:extLst>
          </p:cNvPr>
          <p:cNvSpPr>
            <a:spLocks noGrp="1"/>
          </p:cNvSpPr>
          <p:nvPr/>
        </p:nvSpPr>
        <p:spPr>
          <a:xfrm>
            <a:off x="1812592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5" name="F2_precision_recall_distributions_6289">
            <a:extLst>
              <a:ext uri="{FF2B5EF4-FFF2-40B4-BE49-F238E27FC236}">
                <a16:creationId xmlns:a16="http://schemas.microsoft.com/office/drawing/2014/main" id="{B81B5A05-1454-4741-988D-8EE785E85988}"/>
              </a:ext>
            </a:extLst>
          </p:cNvPr>
          <p:cNvSpPr>
            <a:spLocks noGrp="1"/>
          </p:cNvSpPr>
          <p:nvPr/>
        </p:nvSpPr>
        <p:spPr>
          <a:xfrm>
            <a:off x="176857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6" name="F2_precision_recall_distributions_6290">
            <a:extLst>
              <a:ext uri="{FF2B5EF4-FFF2-40B4-BE49-F238E27FC236}">
                <a16:creationId xmlns:a16="http://schemas.microsoft.com/office/drawing/2014/main" id="{76BCECA0-A5A9-4694-84E5-813515B1ED25}"/>
              </a:ext>
            </a:extLst>
          </p:cNvPr>
          <p:cNvSpPr>
            <a:spLocks noGrp="1"/>
          </p:cNvSpPr>
          <p:nvPr/>
        </p:nvSpPr>
        <p:spPr>
          <a:xfrm>
            <a:off x="173331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7" name="F2_precision_recall_distributions_6291">
            <a:extLst>
              <a:ext uri="{FF2B5EF4-FFF2-40B4-BE49-F238E27FC236}">
                <a16:creationId xmlns:a16="http://schemas.microsoft.com/office/drawing/2014/main" id="{43E3C95D-9FD2-4EA9-A28C-D1024EB6D452}"/>
              </a:ext>
            </a:extLst>
          </p:cNvPr>
          <p:cNvSpPr>
            <a:spLocks noGrp="1"/>
          </p:cNvSpPr>
          <p:nvPr/>
        </p:nvSpPr>
        <p:spPr>
          <a:xfrm>
            <a:off x="168052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8" name="F2_precision_recall_distributions_6292">
            <a:extLst>
              <a:ext uri="{FF2B5EF4-FFF2-40B4-BE49-F238E27FC236}">
                <a16:creationId xmlns:a16="http://schemas.microsoft.com/office/drawing/2014/main" id="{84545FC8-0FB2-4E6C-905F-694C0A1B40D8}"/>
              </a:ext>
            </a:extLst>
          </p:cNvPr>
          <p:cNvSpPr>
            <a:spLocks noGrp="1"/>
          </p:cNvSpPr>
          <p:nvPr/>
        </p:nvSpPr>
        <p:spPr>
          <a:xfrm>
            <a:off x="167422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9" name="F2_precision_recall_distributions_6293">
            <a:extLst>
              <a:ext uri="{FF2B5EF4-FFF2-40B4-BE49-F238E27FC236}">
                <a16:creationId xmlns:a16="http://schemas.microsoft.com/office/drawing/2014/main" id="{ECF6663D-15A6-4773-B2B0-D56BE2EEB43E}"/>
              </a:ext>
            </a:extLst>
          </p:cNvPr>
          <p:cNvSpPr>
            <a:spLocks noGrp="1"/>
          </p:cNvSpPr>
          <p:nvPr/>
        </p:nvSpPr>
        <p:spPr>
          <a:xfrm>
            <a:off x="1812176" y="59304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0" name="F2_precision_recall_distributions_6294">
            <a:extLst>
              <a:ext uri="{FF2B5EF4-FFF2-40B4-BE49-F238E27FC236}">
                <a16:creationId xmlns:a16="http://schemas.microsoft.com/office/drawing/2014/main" id="{670531B2-4832-4488-8B52-31A124F88CE5}"/>
              </a:ext>
            </a:extLst>
          </p:cNvPr>
          <p:cNvSpPr>
            <a:spLocks noGrp="1"/>
          </p:cNvSpPr>
          <p:nvPr/>
        </p:nvSpPr>
        <p:spPr>
          <a:xfrm>
            <a:off x="170111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1" name="F2_precision_recall_distributions_6295">
            <a:extLst>
              <a:ext uri="{FF2B5EF4-FFF2-40B4-BE49-F238E27FC236}">
                <a16:creationId xmlns:a16="http://schemas.microsoft.com/office/drawing/2014/main" id="{AC1D120C-C769-4366-878B-70FCD50C5D7A}"/>
              </a:ext>
            </a:extLst>
          </p:cNvPr>
          <p:cNvSpPr>
            <a:spLocks noGrp="1"/>
          </p:cNvSpPr>
          <p:nvPr/>
        </p:nvSpPr>
        <p:spPr>
          <a:xfrm>
            <a:off x="1891707" y="60831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2" name="F2_precision_recall_distributions_6296">
            <a:extLst>
              <a:ext uri="{FF2B5EF4-FFF2-40B4-BE49-F238E27FC236}">
                <a16:creationId xmlns:a16="http://schemas.microsoft.com/office/drawing/2014/main" id="{7C3045CE-731D-4D3F-9BD5-9270664A39BD}"/>
              </a:ext>
            </a:extLst>
          </p:cNvPr>
          <p:cNvSpPr>
            <a:spLocks noGrp="1"/>
          </p:cNvSpPr>
          <p:nvPr/>
        </p:nvSpPr>
        <p:spPr>
          <a:xfrm>
            <a:off x="172284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3" name="F2_precision_recall_distributions_6297">
            <a:extLst>
              <a:ext uri="{FF2B5EF4-FFF2-40B4-BE49-F238E27FC236}">
                <a16:creationId xmlns:a16="http://schemas.microsoft.com/office/drawing/2014/main" id="{11156416-92C9-41E1-B771-9A6BDD91D19E}"/>
              </a:ext>
            </a:extLst>
          </p:cNvPr>
          <p:cNvSpPr>
            <a:spLocks noGrp="1"/>
          </p:cNvSpPr>
          <p:nvPr/>
        </p:nvSpPr>
        <p:spPr>
          <a:xfrm>
            <a:off x="17190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4" name="F2_precision_recall_distributions_6298">
            <a:extLst>
              <a:ext uri="{FF2B5EF4-FFF2-40B4-BE49-F238E27FC236}">
                <a16:creationId xmlns:a16="http://schemas.microsoft.com/office/drawing/2014/main" id="{FCC86738-BC44-40FF-9DC9-9B469BBDE5B3}"/>
              </a:ext>
            </a:extLst>
          </p:cNvPr>
          <p:cNvSpPr>
            <a:spLocks noGrp="1"/>
          </p:cNvSpPr>
          <p:nvPr/>
        </p:nvSpPr>
        <p:spPr>
          <a:xfrm>
            <a:off x="172900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5" name="F2_precision_recall_distributions_6299">
            <a:extLst>
              <a:ext uri="{FF2B5EF4-FFF2-40B4-BE49-F238E27FC236}">
                <a16:creationId xmlns:a16="http://schemas.microsoft.com/office/drawing/2014/main" id="{22FFDC4F-7F6E-4176-9D1B-1790201F4509}"/>
              </a:ext>
            </a:extLst>
          </p:cNvPr>
          <p:cNvSpPr>
            <a:spLocks noGrp="1"/>
          </p:cNvSpPr>
          <p:nvPr/>
        </p:nvSpPr>
        <p:spPr>
          <a:xfrm>
            <a:off x="190855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6" name="F2_precision_recall_distributions_6300">
            <a:extLst>
              <a:ext uri="{FF2B5EF4-FFF2-40B4-BE49-F238E27FC236}">
                <a16:creationId xmlns:a16="http://schemas.microsoft.com/office/drawing/2014/main" id="{3D44C58D-2B1A-4CEF-A20F-2923CF84D2D6}"/>
              </a:ext>
            </a:extLst>
          </p:cNvPr>
          <p:cNvSpPr>
            <a:spLocks noGrp="1"/>
          </p:cNvSpPr>
          <p:nvPr/>
        </p:nvSpPr>
        <p:spPr>
          <a:xfrm>
            <a:off x="177989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7" name="F2_precision_recall_distributions_6301">
            <a:extLst>
              <a:ext uri="{FF2B5EF4-FFF2-40B4-BE49-F238E27FC236}">
                <a16:creationId xmlns:a16="http://schemas.microsoft.com/office/drawing/2014/main" id="{EF28D746-11B9-410F-9C90-FF1E5DCC348F}"/>
              </a:ext>
            </a:extLst>
          </p:cNvPr>
          <p:cNvSpPr>
            <a:spLocks noGrp="1"/>
          </p:cNvSpPr>
          <p:nvPr/>
        </p:nvSpPr>
        <p:spPr>
          <a:xfrm>
            <a:off x="176100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8" name="F2_precision_recall_distributions_6302">
            <a:extLst>
              <a:ext uri="{FF2B5EF4-FFF2-40B4-BE49-F238E27FC236}">
                <a16:creationId xmlns:a16="http://schemas.microsoft.com/office/drawing/2014/main" id="{78D4AD7A-5A1F-4D98-800C-2135C989CC9D}"/>
              </a:ext>
            </a:extLst>
          </p:cNvPr>
          <p:cNvSpPr>
            <a:spLocks noGrp="1"/>
          </p:cNvSpPr>
          <p:nvPr/>
        </p:nvSpPr>
        <p:spPr>
          <a:xfrm>
            <a:off x="182314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9" name="F2_precision_recall_distributions_6303">
            <a:extLst>
              <a:ext uri="{FF2B5EF4-FFF2-40B4-BE49-F238E27FC236}">
                <a16:creationId xmlns:a16="http://schemas.microsoft.com/office/drawing/2014/main" id="{0FB00248-1F40-47D0-B666-65975C1FF7AC}"/>
              </a:ext>
            </a:extLst>
          </p:cNvPr>
          <p:cNvSpPr>
            <a:spLocks noGrp="1"/>
          </p:cNvSpPr>
          <p:nvPr/>
        </p:nvSpPr>
        <p:spPr>
          <a:xfrm>
            <a:off x="1706745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0" name="F2_precision_recall_distributions_6304">
            <a:extLst>
              <a:ext uri="{FF2B5EF4-FFF2-40B4-BE49-F238E27FC236}">
                <a16:creationId xmlns:a16="http://schemas.microsoft.com/office/drawing/2014/main" id="{47AF89A5-7C58-459F-BA6A-B8C3DF45DB3C}"/>
              </a:ext>
            </a:extLst>
          </p:cNvPr>
          <p:cNvSpPr>
            <a:spLocks noGrp="1"/>
          </p:cNvSpPr>
          <p:nvPr/>
        </p:nvSpPr>
        <p:spPr>
          <a:xfrm>
            <a:off x="177346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1" name="F2_precision_recall_distributions_6305">
            <a:extLst>
              <a:ext uri="{FF2B5EF4-FFF2-40B4-BE49-F238E27FC236}">
                <a16:creationId xmlns:a16="http://schemas.microsoft.com/office/drawing/2014/main" id="{B8A38349-B322-4D5A-91EC-6A267D0092BC}"/>
              </a:ext>
            </a:extLst>
          </p:cNvPr>
          <p:cNvSpPr>
            <a:spLocks noGrp="1"/>
          </p:cNvSpPr>
          <p:nvPr/>
        </p:nvSpPr>
        <p:spPr>
          <a:xfrm>
            <a:off x="193492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2" name="F2_precision_recall_distributions_6306">
            <a:extLst>
              <a:ext uri="{FF2B5EF4-FFF2-40B4-BE49-F238E27FC236}">
                <a16:creationId xmlns:a16="http://schemas.microsoft.com/office/drawing/2014/main" id="{3ADDF060-08E6-4504-8B70-4AACC5FD0007}"/>
              </a:ext>
            </a:extLst>
          </p:cNvPr>
          <p:cNvSpPr>
            <a:spLocks noGrp="1"/>
          </p:cNvSpPr>
          <p:nvPr/>
        </p:nvSpPr>
        <p:spPr>
          <a:xfrm>
            <a:off x="1894211" y="63697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3" name="F2_precision_recall_distributions_6307">
            <a:extLst>
              <a:ext uri="{FF2B5EF4-FFF2-40B4-BE49-F238E27FC236}">
                <a16:creationId xmlns:a16="http://schemas.microsoft.com/office/drawing/2014/main" id="{A230F767-0F8F-4EB6-8311-12C9CC5948E7}"/>
              </a:ext>
            </a:extLst>
          </p:cNvPr>
          <p:cNvSpPr>
            <a:spLocks noGrp="1"/>
          </p:cNvSpPr>
          <p:nvPr/>
        </p:nvSpPr>
        <p:spPr>
          <a:xfrm>
            <a:off x="180100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4" name="F2_precision_recall_distributions_6308">
            <a:extLst>
              <a:ext uri="{FF2B5EF4-FFF2-40B4-BE49-F238E27FC236}">
                <a16:creationId xmlns:a16="http://schemas.microsoft.com/office/drawing/2014/main" id="{207369F1-94CF-40AD-A7A7-109FA9A2DF5B}"/>
              </a:ext>
            </a:extLst>
          </p:cNvPr>
          <p:cNvSpPr>
            <a:spLocks noGrp="1"/>
          </p:cNvSpPr>
          <p:nvPr/>
        </p:nvSpPr>
        <p:spPr>
          <a:xfrm>
            <a:off x="1899286" y="57678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5" name="F2_precision_recall_distributions_6309">
            <a:extLst>
              <a:ext uri="{FF2B5EF4-FFF2-40B4-BE49-F238E27FC236}">
                <a16:creationId xmlns:a16="http://schemas.microsoft.com/office/drawing/2014/main" id="{8B4AA60C-9FD2-4F3D-A22E-B58B7CB3F07E}"/>
              </a:ext>
            </a:extLst>
          </p:cNvPr>
          <p:cNvSpPr>
            <a:spLocks noGrp="1"/>
          </p:cNvSpPr>
          <p:nvPr/>
        </p:nvSpPr>
        <p:spPr>
          <a:xfrm>
            <a:off x="187202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6" name="F2_precision_recall_distributions_6310">
            <a:extLst>
              <a:ext uri="{FF2B5EF4-FFF2-40B4-BE49-F238E27FC236}">
                <a16:creationId xmlns:a16="http://schemas.microsoft.com/office/drawing/2014/main" id="{79B34524-620E-48F2-84D7-535ECF2742E1}"/>
              </a:ext>
            </a:extLst>
          </p:cNvPr>
          <p:cNvSpPr>
            <a:spLocks noGrp="1"/>
          </p:cNvSpPr>
          <p:nvPr/>
        </p:nvSpPr>
        <p:spPr>
          <a:xfrm>
            <a:off x="183406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7" name="F2_precision_recall_distributions_6311">
            <a:extLst>
              <a:ext uri="{FF2B5EF4-FFF2-40B4-BE49-F238E27FC236}">
                <a16:creationId xmlns:a16="http://schemas.microsoft.com/office/drawing/2014/main" id="{B4CC50E5-0943-4A16-923B-597B4F12CC74}"/>
              </a:ext>
            </a:extLst>
          </p:cNvPr>
          <p:cNvSpPr>
            <a:spLocks noGrp="1"/>
          </p:cNvSpPr>
          <p:nvPr/>
        </p:nvSpPr>
        <p:spPr>
          <a:xfrm>
            <a:off x="1738425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8" name="F2_precision_recall_distributions_6312">
            <a:extLst>
              <a:ext uri="{FF2B5EF4-FFF2-40B4-BE49-F238E27FC236}">
                <a16:creationId xmlns:a16="http://schemas.microsoft.com/office/drawing/2014/main" id="{E5E2D5AA-5BFA-40BB-AA2A-DCA5799DC12A}"/>
              </a:ext>
            </a:extLst>
          </p:cNvPr>
          <p:cNvSpPr>
            <a:spLocks noGrp="1"/>
          </p:cNvSpPr>
          <p:nvPr/>
        </p:nvSpPr>
        <p:spPr>
          <a:xfrm>
            <a:off x="1856571" y="57395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9" name="F2_precision_recall_distributions_6313">
            <a:extLst>
              <a:ext uri="{FF2B5EF4-FFF2-40B4-BE49-F238E27FC236}">
                <a16:creationId xmlns:a16="http://schemas.microsoft.com/office/drawing/2014/main" id="{CC0BA280-FD46-4F4F-86E3-A67B1B5AB9B7}"/>
              </a:ext>
            </a:extLst>
          </p:cNvPr>
          <p:cNvSpPr>
            <a:spLocks noGrp="1"/>
          </p:cNvSpPr>
          <p:nvPr/>
        </p:nvSpPr>
        <p:spPr>
          <a:xfrm>
            <a:off x="172553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0" name="F2_precision_recall_distributions_6314">
            <a:extLst>
              <a:ext uri="{FF2B5EF4-FFF2-40B4-BE49-F238E27FC236}">
                <a16:creationId xmlns:a16="http://schemas.microsoft.com/office/drawing/2014/main" id="{998992DF-E623-41F1-9602-9860CFDC45F2}"/>
              </a:ext>
            </a:extLst>
          </p:cNvPr>
          <p:cNvSpPr>
            <a:spLocks noGrp="1"/>
          </p:cNvSpPr>
          <p:nvPr/>
        </p:nvSpPr>
        <p:spPr>
          <a:xfrm>
            <a:off x="174976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1" name="F2_precision_recall_distributions_6315">
            <a:extLst>
              <a:ext uri="{FF2B5EF4-FFF2-40B4-BE49-F238E27FC236}">
                <a16:creationId xmlns:a16="http://schemas.microsoft.com/office/drawing/2014/main" id="{25DBEB00-E3C4-492B-90EE-E04FA23D4A58}"/>
              </a:ext>
            </a:extLst>
          </p:cNvPr>
          <p:cNvSpPr>
            <a:spLocks noGrp="1"/>
          </p:cNvSpPr>
          <p:nvPr/>
        </p:nvSpPr>
        <p:spPr>
          <a:xfrm>
            <a:off x="198063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2" name="F2_precision_recall_distributions_6316">
            <a:extLst>
              <a:ext uri="{FF2B5EF4-FFF2-40B4-BE49-F238E27FC236}">
                <a16:creationId xmlns:a16="http://schemas.microsoft.com/office/drawing/2014/main" id="{970DA88C-2D78-4A7B-8079-E90B2317E414}"/>
              </a:ext>
            </a:extLst>
          </p:cNvPr>
          <p:cNvSpPr>
            <a:spLocks noGrp="1"/>
          </p:cNvSpPr>
          <p:nvPr/>
        </p:nvSpPr>
        <p:spPr>
          <a:xfrm>
            <a:off x="176598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3" name="F2_precision_recall_distributions_6317">
            <a:extLst>
              <a:ext uri="{FF2B5EF4-FFF2-40B4-BE49-F238E27FC236}">
                <a16:creationId xmlns:a16="http://schemas.microsoft.com/office/drawing/2014/main" id="{DD746958-628D-4AB6-B31C-6C820B689AFF}"/>
              </a:ext>
            </a:extLst>
          </p:cNvPr>
          <p:cNvSpPr>
            <a:spLocks noGrp="1"/>
          </p:cNvSpPr>
          <p:nvPr/>
        </p:nvSpPr>
        <p:spPr>
          <a:xfrm>
            <a:off x="1809651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4" name="F2_precision_recall_distributions_6318">
            <a:extLst>
              <a:ext uri="{FF2B5EF4-FFF2-40B4-BE49-F238E27FC236}">
                <a16:creationId xmlns:a16="http://schemas.microsoft.com/office/drawing/2014/main" id="{C323D4D3-B12E-48B8-8784-834F398A1630}"/>
              </a:ext>
            </a:extLst>
          </p:cNvPr>
          <p:cNvSpPr>
            <a:spLocks noGrp="1"/>
          </p:cNvSpPr>
          <p:nvPr/>
        </p:nvSpPr>
        <p:spPr>
          <a:xfrm>
            <a:off x="187644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5" name="F2_precision_recall_distributions_6319">
            <a:extLst>
              <a:ext uri="{FF2B5EF4-FFF2-40B4-BE49-F238E27FC236}">
                <a16:creationId xmlns:a16="http://schemas.microsoft.com/office/drawing/2014/main" id="{43DFA22F-B4EB-4BC3-A78B-DE478DD65BA0}"/>
              </a:ext>
            </a:extLst>
          </p:cNvPr>
          <p:cNvSpPr>
            <a:spLocks noGrp="1"/>
          </p:cNvSpPr>
          <p:nvPr/>
        </p:nvSpPr>
        <p:spPr>
          <a:xfrm>
            <a:off x="200257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6" name="F2_precision_recall_distributions_6320">
            <a:extLst>
              <a:ext uri="{FF2B5EF4-FFF2-40B4-BE49-F238E27FC236}">
                <a16:creationId xmlns:a16="http://schemas.microsoft.com/office/drawing/2014/main" id="{4C7DC45B-A8BA-4E27-A27C-CD9EB348FFB1}"/>
              </a:ext>
            </a:extLst>
          </p:cNvPr>
          <p:cNvSpPr>
            <a:spLocks noGrp="1"/>
          </p:cNvSpPr>
          <p:nvPr/>
        </p:nvSpPr>
        <p:spPr>
          <a:xfrm>
            <a:off x="1729369" y="58592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7" name="F2_precision_recall_distributions_6321">
            <a:extLst>
              <a:ext uri="{FF2B5EF4-FFF2-40B4-BE49-F238E27FC236}">
                <a16:creationId xmlns:a16="http://schemas.microsoft.com/office/drawing/2014/main" id="{FBF1D30F-06CC-4C27-85DC-428E678F9ACC}"/>
              </a:ext>
            </a:extLst>
          </p:cNvPr>
          <p:cNvSpPr>
            <a:spLocks noGrp="1"/>
          </p:cNvSpPr>
          <p:nvPr/>
        </p:nvSpPr>
        <p:spPr>
          <a:xfrm>
            <a:off x="1978605" y="58214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8" name="F2_precision_recall_distributions_6322">
            <a:extLst>
              <a:ext uri="{FF2B5EF4-FFF2-40B4-BE49-F238E27FC236}">
                <a16:creationId xmlns:a16="http://schemas.microsoft.com/office/drawing/2014/main" id="{0555ECEC-1E73-4F64-A6EC-4D0BB44BB88E}"/>
              </a:ext>
            </a:extLst>
          </p:cNvPr>
          <p:cNvSpPr>
            <a:spLocks noGrp="1"/>
          </p:cNvSpPr>
          <p:nvPr/>
        </p:nvSpPr>
        <p:spPr>
          <a:xfrm>
            <a:off x="171330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9" name="F2_precision_recall_distributions_6323">
            <a:extLst>
              <a:ext uri="{FF2B5EF4-FFF2-40B4-BE49-F238E27FC236}">
                <a16:creationId xmlns:a16="http://schemas.microsoft.com/office/drawing/2014/main" id="{6152264E-7C88-45E1-8E65-EC4C693C2DE9}"/>
              </a:ext>
            </a:extLst>
          </p:cNvPr>
          <p:cNvSpPr>
            <a:spLocks noGrp="1"/>
          </p:cNvSpPr>
          <p:nvPr/>
        </p:nvSpPr>
        <p:spPr>
          <a:xfrm>
            <a:off x="195788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0" name="F2_precision_recall_distributions_6324">
            <a:extLst>
              <a:ext uri="{FF2B5EF4-FFF2-40B4-BE49-F238E27FC236}">
                <a16:creationId xmlns:a16="http://schemas.microsoft.com/office/drawing/2014/main" id="{48A4E3F3-F7B5-4627-B604-B25F0738BBCF}"/>
              </a:ext>
            </a:extLst>
          </p:cNvPr>
          <p:cNvSpPr>
            <a:spLocks noGrp="1"/>
          </p:cNvSpPr>
          <p:nvPr/>
        </p:nvSpPr>
        <p:spPr>
          <a:xfrm>
            <a:off x="172899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1" name="F2_precision_recall_distributions_6325">
            <a:extLst>
              <a:ext uri="{FF2B5EF4-FFF2-40B4-BE49-F238E27FC236}">
                <a16:creationId xmlns:a16="http://schemas.microsoft.com/office/drawing/2014/main" id="{BE9F10D2-0F35-4F82-8775-C13533B4454C}"/>
              </a:ext>
            </a:extLst>
          </p:cNvPr>
          <p:cNvSpPr>
            <a:spLocks noGrp="1"/>
          </p:cNvSpPr>
          <p:nvPr/>
        </p:nvSpPr>
        <p:spPr>
          <a:xfrm>
            <a:off x="1839875" y="62154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2" name="F2_precision_recall_distributions_6326">
            <a:extLst>
              <a:ext uri="{FF2B5EF4-FFF2-40B4-BE49-F238E27FC236}">
                <a16:creationId xmlns:a16="http://schemas.microsoft.com/office/drawing/2014/main" id="{73DF39EC-2316-4352-AEBE-3365D85D0A4C}"/>
              </a:ext>
            </a:extLst>
          </p:cNvPr>
          <p:cNvSpPr>
            <a:spLocks noGrp="1"/>
          </p:cNvSpPr>
          <p:nvPr/>
        </p:nvSpPr>
        <p:spPr>
          <a:xfrm>
            <a:off x="197399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3" name="F2_precision_recall_distributions_6327">
            <a:extLst>
              <a:ext uri="{FF2B5EF4-FFF2-40B4-BE49-F238E27FC236}">
                <a16:creationId xmlns:a16="http://schemas.microsoft.com/office/drawing/2014/main" id="{40A15E47-00EF-4038-8F65-C2965A820783}"/>
              </a:ext>
            </a:extLst>
          </p:cNvPr>
          <p:cNvSpPr>
            <a:spLocks noGrp="1"/>
          </p:cNvSpPr>
          <p:nvPr/>
        </p:nvSpPr>
        <p:spPr>
          <a:xfrm>
            <a:off x="1717500" y="62043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4" name="F2_precision_recall_distributions_6328">
            <a:extLst>
              <a:ext uri="{FF2B5EF4-FFF2-40B4-BE49-F238E27FC236}">
                <a16:creationId xmlns:a16="http://schemas.microsoft.com/office/drawing/2014/main" id="{A97FBD17-908F-4875-B556-E752FFEEEB17}"/>
              </a:ext>
            </a:extLst>
          </p:cNvPr>
          <p:cNvSpPr>
            <a:spLocks noGrp="1"/>
          </p:cNvSpPr>
          <p:nvPr/>
        </p:nvSpPr>
        <p:spPr>
          <a:xfrm>
            <a:off x="198218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5" name="F2_precision_recall_distributions_6329">
            <a:extLst>
              <a:ext uri="{FF2B5EF4-FFF2-40B4-BE49-F238E27FC236}">
                <a16:creationId xmlns:a16="http://schemas.microsoft.com/office/drawing/2014/main" id="{F21B41B6-B238-476B-AB15-BD539E81EC55}"/>
              </a:ext>
            </a:extLst>
          </p:cNvPr>
          <p:cNvSpPr>
            <a:spLocks noGrp="1"/>
          </p:cNvSpPr>
          <p:nvPr/>
        </p:nvSpPr>
        <p:spPr>
          <a:xfrm>
            <a:off x="1667853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6" name="F2_precision_recall_distributions_6330">
            <a:extLst>
              <a:ext uri="{FF2B5EF4-FFF2-40B4-BE49-F238E27FC236}">
                <a16:creationId xmlns:a16="http://schemas.microsoft.com/office/drawing/2014/main" id="{36095FFD-9A06-4D44-9FFA-E6C3748FC86F}"/>
              </a:ext>
            </a:extLst>
          </p:cNvPr>
          <p:cNvSpPr>
            <a:spLocks noGrp="1"/>
          </p:cNvSpPr>
          <p:nvPr/>
        </p:nvSpPr>
        <p:spPr>
          <a:xfrm>
            <a:off x="1965920" y="62771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7" name="F2_precision_recall_distributions_6331">
            <a:extLst>
              <a:ext uri="{FF2B5EF4-FFF2-40B4-BE49-F238E27FC236}">
                <a16:creationId xmlns:a16="http://schemas.microsoft.com/office/drawing/2014/main" id="{94736530-6EF9-4F92-80B9-5A596B0185C0}"/>
              </a:ext>
            </a:extLst>
          </p:cNvPr>
          <p:cNvSpPr>
            <a:spLocks noGrp="1"/>
          </p:cNvSpPr>
          <p:nvPr/>
        </p:nvSpPr>
        <p:spPr>
          <a:xfrm>
            <a:off x="1998890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8" name="F2_precision_recall_distributions_6332">
            <a:extLst>
              <a:ext uri="{FF2B5EF4-FFF2-40B4-BE49-F238E27FC236}">
                <a16:creationId xmlns:a16="http://schemas.microsoft.com/office/drawing/2014/main" id="{5C888E62-021C-4FEF-B985-72A1EE1CE0FF}"/>
              </a:ext>
            </a:extLst>
          </p:cNvPr>
          <p:cNvSpPr>
            <a:spLocks noGrp="1"/>
          </p:cNvSpPr>
          <p:nvPr/>
        </p:nvSpPr>
        <p:spPr>
          <a:xfrm>
            <a:off x="1929941" y="62043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9" name="F2_precision_recall_distributions_6333">
            <a:extLst>
              <a:ext uri="{FF2B5EF4-FFF2-40B4-BE49-F238E27FC236}">
                <a16:creationId xmlns:a16="http://schemas.microsoft.com/office/drawing/2014/main" id="{176E552B-3BCB-4D09-8109-4925AE9CDA16}"/>
              </a:ext>
            </a:extLst>
          </p:cNvPr>
          <p:cNvSpPr>
            <a:spLocks noGrp="1"/>
          </p:cNvSpPr>
          <p:nvPr/>
        </p:nvSpPr>
        <p:spPr>
          <a:xfrm>
            <a:off x="1805961" y="57395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0" name="F2_precision_recall_distributions_6334">
            <a:extLst>
              <a:ext uri="{FF2B5EF4-FFF2-40B4-BE49-F238E27FC236}">
                <a16:creationId xmlns:a16="http://schemas.microsoft.com/office/drawing/2014/main" id="{CC93EAC6-F1B6-4D5B-B7A4-E1DDE530306B}"/>
              </a:ext>
            </a:extLst>
          </p:cNvPr>
          <p:cNvSpPr>
            <a:spLocks noGrp="1"/>
          </p:cNvSpPr>
          <p:nvPr/>
        </p:nvSpPr>
        <p:spPr>
          <a:xfrm>
            <a:off x="1842334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1" name="F2_precision_recall_distributions_6335">
            <a:extLst>
              <a:ext uri="{FF2B5EF4-FFF2-40B4-BE49-F238E27FC236}">
                <a16:creationId xmlns:a16="http://schemas.microsoft.com/office/drawing/2014/main" id="{F93E21FD-A7A0-4F96-9308-E9FCABD06415}"/>
              </a:ext>
            </a:extLst>
          </p:cNvPr>
          <p:cNvSpPr>
            <a:spLocks noGrp="1"/>
          </p:cNvSpPr>
          <p:nvPr/>
        </p:nvSpPr>
        <p:spPr>
          <a:xfrm>
            <a:off x="200559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2" name="F2_precision_recall_distributions_6336">
            <a:extLst>
              <a:ext uri="{FF2B5EF4-FFF2-40B4-BE49-F238E27FC236}">
                <a16:creationId xmlns:a16="http://schemas.microsoft.com/office/drawing/2014/main" id="{86349572-C925-45D0-A04B-4F901CF1AF48}"/>
              </a:ext>
            </a:extLst>
          </p:cNvPr>
          <p:cNvSpPr>
            <a:spLocks noGrp="1"/>
          </p:cNvSpPr>
          <p:nvPr/>
        </p:nvSpPr>
        <p:spPr>
          <a:xfrm>
            <a:off x="186830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3" name="F2_precision_recall_distributions_6337">
            <a:extLst>
              <a:ext uri="{FF2B5EF4-FFF2-40B4-BE49-F238E27FC236}">
                <a16:creationId xmlns:a16="http://schemas.microsoft.com/office/drawing/2014/main" id="{D332460E-A83C-4FF3-A508-F13987F8D045}"/>
              </a:ext>
            </a:extLst>
          </p:cNvPr>
          <p:cNvSpPr>
            <a:spLocks noGrp="1"/>
          </p:cNvSpPr>
          <p:nvPr/>
        </p:nvSpPr>
        <p:spPr>
          <a:xfrm>
            <a:off x="1839069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4" name="F2_precision_recall_distributions_6338">
            <a:extLst>
              <a:ext uri="{FF2B5EF4-FFF2-40B4-BE49-F238E27FC236}">
                <a16:creationId xmlns:a16="http://schemas.microsoft.com/office/drawing/2014/main" id="{6B5C0E9D-18DA-4266-9CFC-88C0487C8AE6}"/>
              </a:ext>
            </a:extLst>
          </p:cNvPr>
          <p:cNvSpPr>
            <a:spLocks noGrp="1"/>
          </p:cNvSpPr>
          <p:nvPr/>
        </p:nvSpPr>
        <p:spPr>
          <a:xfrm>
            <a:off x="1803620" y="61498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5" name="F2_precision_recall_distributions_6339">
            <a:extLst>
              <a:ext uri="{FF2B5EF4-FFF2-40B4-BE49-F238E27FC236}">
                <a16:creationId xmlns:a16="http://schemas.microsoft.com/office/drawing/2014/main" id="{CED575C7-7E7C-4FC4-BA4F-3EAF7AAD72F6}"/>
              </a:ext>
            </a:extLst>
          </p:cNvPr>
          <p:cNvSpPr>
            <a:spLocks noGrp="1"/>
          </p:cNvSpPr>
          <p:nvPr/>
        </p:nvSpPr>
        <p:spPr>
          <a:xfrm>
            <a:off x="180831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6" name="F2_precision_recall_distributions_6340">
            <a:extLst>
              <a:ext uri="{FF2B5EF4-FFF2-40B4-BE49-F238E27FC236}">
                <a16:creationId xmlns:a16="http://schemas.microsoft.com/office/drawing/2014/main" id="{DA6A2554-3D09-4CDB-B815-A35AF53727E9}"/>
              </a:ext>
            </a:extLst>
          </p:cNvPr>
          <p:cNvSpPr>
            <a:spLocks noGrp="1"/>
          </p:cNvSpPr>
          <p:nvPr/>
        </p:nvSpPr>
        <p:spPr>
          <a:xfrm>
            <a:off x="1801068" y="60932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7" name="F2_precision_recall_distributions_6341">
            <a:extLst>
              <a:ext uri="{FF2B5EF4-FFF2-40B4-BE49-F238E27FC236}">
                <a16:creationId xmlns:a16="http://schemas.microsoft.com/office/drawing/2014/main" id="{2731AB40-3B86-4AEC-AB21-E0D83DA1BF31}"/>
              </a:ext>
            </a:extLst>
          </p:cNvPr>
          <p:cNvSpPr>
            <a:spLocks noGrp="1"/>
          </p:cNvSpPr>
          <p:nvPr/>
        </p:nvSpPr>
        <p:spPr>
          <a:xfrm>
            <a:off x="181272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8" name="F2_precision_recall_distributions_6342">
            <a:extLst>
              <a:ext uri="{FF2B5EF4-FFF2-40B4-BE49-F238E27FC236}">
                <a16:creationId xmlns:a16="http://schemas.microsoft.com/office/drawing/2014/main" id="{100939DE-F6E9-4941-95E9-7E1F86A0E216}"/>
              </a:ext>
            </a:extLst>
          </p:cNvPr>
          <p:cNvSpPr>
            <a:spLocks noGrp="1"/>
          </p:cNvSpPr>
          <p:nvPr/>
        </p:nvSpPr>
        <p:spPr>
          <a:xfrm>
            <a:off x="194853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9" name="F2_precision_recall_distributions_6343">
            <a:extLst>
              <a:ext uri="{FF2B5EF4-FFF2-40B4-BE49-F238E27FC236}">
                <a16:creationId xmlns:a16="http://schemas.microsoft.com/office/drawing/2014/main" id="{4B197819-8958-4095-B04F-9FD8821FC06D}"/>
              </a:ext>
            </a:extLst>
          </p:cNvPr>
          <p:cNvSpPr>
            <a:spLocks noGrp="1"/>
          </p:cNvSpPr>
          <p:nvPr/>
        </p:nvSpPr>
        <p:spPr>
          <a:xfrm>
            <a:off x="188927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0" name="F2_precision_recall_distributions_6344">
            <a:extLst>
              <a:ext uri="{FF2B5EF4-FFF2-40B4-BE49-F238E27FC236}">
                <a16:creationId xmlns:a16="http://schemas.microsoft.com/office/drawing/2014/main" id="{E476C0B2-483F-4B40-A947-BCE60D7410A0}"/>
              </a:ext>
            </a:extLst>
          </p:cNvPr>
          <p:cNvSpPr>
            <a:spLocks noGrp="1"/>
          </p:cNvSpPr>
          <p:nvPr/>
        </p:nvSpPr>
        <p:spPr>
          <a:xfrm>
            <a:off x="171047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1" name="F2_precision_recall_distributions_6345">
            <a:extLst>
              <a:ext uri="{FF2B5EF4-FFF2-40B4-BE49-F238E27FC236}">
                <a16:creationId xmlns:a16="http://schemas.microsoft.com/office/drawing/2014/main" id="{1778E7ED-8D92-4863-AA3B-D9662D18856C}"/>
              </a:ext>
            </a:extLst>
          </p:cNvPr>
          <p:cNvSpPr>
            <a:spLocks noGrp="1"/>
          </p:cNvSpPr>
          <p:nvPr/>
        </p:nvSpPr>
        <p:spPr>
          <a:xfrm>
            <a:off x="1816751" y="57193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2" name="F2_precision_recall_distributions_6346">
            <a:extLst>
              <a:ext uri="{FF2B5EF4-FFF2-40B4-BE49-F238E27FC236}">
                <a16:creationId xmlns:a16="http://schemas.microsoft.com/office/drawing/2014/main" id="{66922AC5-D797-4D33-A6CB-F54AAA297FFA}"/>
              </a:ext>
            </a:extLst>
          </p:cNvPr>
          <p:cNvSpPr>
            <a:spLocks noGrp="1"/>
          </p:cNvSpPr>
          <p:nvPr/>
        </p:nvSpPr>
        <p:spPr>
          <a:xfrm>
            <a:off x="200886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3" name="F2_precision_recall_distributions_6347">
            <a:extLst>
              <a:ext uri="{FF2B5EF4-FFF2-40B4-BE49-F238E27FC236}">
                <a16:creationId xmlns:a16="http://schemas.microsoft.com/office/drawing/2014/main" id="{CA97E84D-0F7F-41D2-9CD2-FF42290D9B41}"/>
              </a:ext>
            </a:extLst>
          </p:cNvPr>
          <p:cNvSpPr>
            <a:spLocks noGrp="1"/>
          </p:cNvSpPr>
          <p:nvPr/>
        </p:nvSpPr>
        <p:spPr>
          <a:xfrm>
            <a:off x="1853956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4" name="F2_precision_recall_distributions_6348">
            <a:extLst>
              <a:ext uri="{FF2B5EF4-FFF2-40B4-BE49-F238E27FC236}">
                <a16:creationId xmlns:a16="http://schemas.microsoft.com/office/drawing/2014/main" id="{C3A4D02F-809B-4C27-B000-9E228360793D}"/>
              </a:ext>
            </a:extLst>
          </p:cNvPr>
          <p:cNvSpPr>
            <a:spLocks noGrp="1"/>
          </p:cNvSpPr>
          <p:nvPr/>
        </p:nvSpPr>
        <p:spPr>
          <a:xfrm>
            <a:off x="184114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5" name="F2_precision_recall_distributions_6349">
            <a:extLst>
              <a:ext uri="{FF2B5EF4-FFF2-40B4-BE49-F238E27FC236}">
                <a16:creationId xmlns:a16="http://schemas.microsoft.com/office/drawing/2014/main" id="{2CB14256-6D92-4DFE-BBEE-E0A297158758}"/>
              </a:ext>
            </a:extLst>
          </p:cNvPr>
          <p:cNvSpPr>
            <a:spLocks noGrp="1"/>
          </p:cNvSpPr>
          <p:nvPr/>
        </p:nvSpPr>
        <p:spPr>
          <a:xfrm>
            <a:off x="166073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6" name="F2_precision_recall_distributions_6350">
            <a:extLst>
              <a:ext uri="{FF2B5EF4-FFF2-40B4-BE49-F238E27FC236}">
                <a16:creationId xmlns:a16="http://schemas.microsoft.com/office/drawing/2014/main" id="{ABD677A4-A169-473A-8EEF-BEF27F5675BE}"/>
              </a:ext>
            </a:extLst>
          </p:cNvPr>
          <p:cNvSpPr>
            <a:spLocks noGrp="1"/>
          </p:cNvSpPr>
          <p:nvPr/>
        </p:nvSpPr>
        <p:spPr>
          <a:xfrm>
            <a:off x="193199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7" name="F2_precision_recall_distributions_6351">
            <a:extLst>
              <a:ext uri="{FF2B5EF4-FFF2-40B4-BE49-F238E27FC236}">
                <a16:creationId xmlns:a16="http://schemas.microsoft.com/office/drawing/2014/main" id="{8A873C7B-8195-4025-876B-13857EA0343E}"/>
              </a:ext>
            </a:extLst>
          </p:cNvPr>
          <p:cNvSpPr>
            <a:spLocks noGrp="1"/>
          </p:cNvSpPr>
          <p:nvPr/>
        </p:nvSpPr>
        <p:spPr>
          <a:xfrm>
            <a:off x="2678914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943" y="842186"/>
                </a:lnTo>
                <a:lnTo>
                  <a:pt x="23127" y="835606"/>
                </a:lnTo>
                <a:lnTo>
                  <a:pt x="49739" y="829027"/>
                </a:lnTo>
                <a:lnTo>
                  <a:pt x="83100" y="822447"/>
                </a:lnTo>
                <a:lnTo>
                  <a:pt x="120109" y="815868"/>
                </a:lnTo>
                <a:lnTo>
                  <a:pt x="157706" y="809288"/>
                </a:lnTo>
                <a:lnTo>
                  <a:pt x="193264" y="802708"/>
                </a:lnTo>
                <a:lnTo>
                  <a:pt x="224857" y="796129"/>
                </a:lnTo>
                <a:lnTo>
                  <a:pt x="251358" y="789549"/>
                </a:lnTo>
                <a:lnTo>
                  <a:pt x="272395" y="782970"/>
                </a:lnTo>
                <a:lnTo>
                  <a:pt x="288197" y="776390"/>
                </a:lnTo>
                <a:lnTo>
                  <a:pt x="299402" y="769811"/>
                </a:lnTo>
                <a:lnTo>
                  <a:pt x="306846" y="763231"/>
                </a:lnTo>
                <a:lnTo>
                  <a:pt x="311408" y="756651"/>
                </a:lnTo>
                <a:lnTo>
                  <a:pt x="313892" y="750072"/>
                </a:lnTo>
                <a:lnTo>
                  <a:pt x="314970" y="743492"/>
                </a:lnTo>
                <a:lnTo>
                  <a:pt x="315163" y="736913"/>
                </a:lnTo>
                <a:lnTo>
                  <a:pt x="314851" y="730333"/>
                </a:lnTo>
                <a:lnTo>
                  <a:pt x="314291" y="723754"/>
                </a:lnTo>
                <a:lnTo>
                  <a:pt x="313641" y="717174"/>
                </a:lnTo>
                <a:lnTo>
                  <a:pt x="312980" y="710594"/>
                </a:lnTo>
                <a:lnTo>
                  <a:pt x="312331" y="704015"/>
                </a:lnTo>
                <a:lnTo>
                  <a:pt x="311671" y="697435"/>
                </a:lnTo>
                <a:lnTo>
                  <a:pt x="310956" y="690856"/>
                </a:lnTo>
                <a:lnTo>
                  <a:pt x="310136" y="684276"/>
                </a:lnTo>
                <a:lnTo>
                  <a:pt x="309177" y="677697"/>
                </a:lnTo>
                <a:lnTo>
                  <a:pt x="308071" y="671117"/>
                </a:lnTo>
                <a:lnTo>
                  <a:pt x="306846" y="664537"/>
                </a:lnTo>
                <a:lnTo>
                  <a:pt x="305561" y="657958"/>
                </a:lnTo>
                <a:lnTo>
                  <a:pt x="304290" y="651378"/>
                </a:lnTo>
                <a:lnTo>
                  <a:pt x="303107" y="644799"/>
                </a:lnTo>
                <a:lnTo>
                  <a:pt x="302059" y="638219"/>
                </a:lnTo>
                <a:lnTo>
                  <a:pt x="301155" y="631639"/>
                </a:lnTo>
                <a:lnTo>
                  <a:pt x="300360" y="625060"/>
                </a:lnTo>
                <a:lnTo>
                  <a:pt x="299609" y="618480"/>
                </a:lnTo>
                <a:lnTo>
                  <a:pt x="298825" y="611901"/>
                </a:lnTo>
                <a:lnTo>
                  <a:pt x="297949" y="605321"/>
                </a:lnTo>
                <a:lnTo>
                  <a:pt x="296967" y="598742"/>
                </a:lnTo>
                <a:lnTo>
                  <a:pt x="295923" y="592162"/>
                </a:lnTo>
                <a:lnTo>
                  <a:pt x="294920" y="585582"/>
                </a:lnTo>
                <a:lnTo>
                  <a:pt x="294100" y="579003"/>
                </a:lnTo>
                <a:lnTo>
                  <a:pt x="293612" y="572423"/>
                </a:lnTo>
                <a:lnTo>
                  <a:pt x="293582" y="565844"/>
                </a:lnTo>
                <a:lnTo>
                  <a:pt x="294080" y="559264"/>
                </a:lnTo>
                <a:lnTo>
                  <a:pt x="295105" y="552685"/>
                </a:lnTo>
                <a:lnTo>
                  <a:pt x="296586" y="546105"/>
                </a:lnTo>
                <a:lnTo>
                  <a:pt x="298396" y="539525"/>
                </a:lnTo>
                <a:lnTo>
                  <a:pt x="300378" y="532946"/>
                </a:lnTo>
                <a:lnTo>
                  <a:pt x="302362" y="526366"/>
                </a:lnTo>
                <a:lnTo>
                  <a:pt x="304189" y="519787"/>
                </a:lnTo>
                <a:lnTo>
                  <a:pt x="305707" y="513207"/>
                </a:lnTo>
                <a:lnTo>
                  <a:pt x="306775" y="506627"/>
                </a:lnTo>
                <a:lnTo>
                  <a:pt x="307252" y="500048"/>
                </a:lnTo>
                <a:lnTo>
                  <a:pt x="306998" y="493468"/>
                </a:lnTo>
                <a:lnTo>
                  <a:pt x="305879" y="486889"/>
                </a:lnTo>
                <a:lnTo>
                  <a:pt x="303799" y="480309"/>
                </a:lnTo>
                <a:lnTo>
                  <a:pt x="300727" y="473730"/>
                </a:lnTo>
                <a:lnTo>
                  <a:pt x="296735" y="467150"/>
                </a:lnTo>
                <a:lnTo>
                  <a:pt x="292025" y="460570"/>
                </a:lnTo>
                <a:lnTo>
                  <a:pt x="286932" y="453991"/>
                </a:lnTo>
                <a:lnTo>
                  <a:pt x="281896" y="447411"/>
                </a:lnTo>
                <a:lnTo>
                  <a:pt x="277411" y="440832"/>
                </a:lnTo>
                <a:lnTo>
                  <a:pt x="273946" y="434252"/>
                </a:lnTo>
                <a:lnTo>
                  <a:pt x="271871" y="427673"/>
                </a:lnTo>
                <a:lnTo>
                  <a:pt x="271388" y="421093"/>
                </a:lnTo>
                <a:lnTo>
                  <a:pt x="272498" y="414513"/>
                </a:lnTo>
                <a:lnTo>
                  <a:pt x="275005" y="407934"/>
                </a:lnTo>
                <a:lnTo>
                  <a:pt x="278560" y="401354"/>
                </a:lnTo>
                <a:lnTo>
                  <a:pt x="282729" y="394775"/>
                </a:lnTo>
                <a:lnTo>
                  <a:pt x="287072" y="388195"/>
                </a:lnTo>
                <a:lnTo>
                  <a:pt x="291212" y="381616"/>
                </a:lnTo>
                <a:lnTo>
                  <a:pt x="294885" y="375036"/>
                </a:lnTo>
                <a:lnTo>
                  <a:pt x="297949" y="368456"/>
                </a:lnTo>
                <a:lnTo>
                  <a:pt x="300380" y="361877"/>
                </a:lnTo>
                <a:lnTo>
                  <a:pt x="302233" y="355297"/>
                </a:lnTo>
                <a:lnTo>
                  <a:pt x="303602" y="348718"/>
                </a:lnTo>
                <a:lnTo>
                  <a:pt x="304592" y="342138"/>
                </a:lnTo>
                <a:lnTo>
                  <a:pt x="305288" y="335558"/>
                </a:lnTo>
                <a:lnTo>
                  <a:pt x="305757" y="328979"/>
                </a:lnTo>
                <a:lnTo>
                  <a:pt x="306053" y="322399"/>
                </a:lnTo>
                <a:lnTo>
                  <a:pt x="306231" y="315820"/>
                </a:lnTo>
                <a:lnTo>
                  <a:pt x="306360" y="309240"/>
                </a:lnTo>
                <a:lnTo>
                  <a:pt x="306530" y="302661"/>
                </a:lnTo>
                <a:lnTo>
                  <a:pt x="306849" y="296081"/>
                </a:lnTo>
                <a:lnTo>
                  <a:pt x="307421" y="289501"/>
                </a:lnTo>
                <a:lnTo>
                  <a:pt x="308331" y="282922"/>
                </a:lnTo>
                <a:lnTo>
                  <a:pt x="309623" y="276342"/>
                </a:lnTo>
                <a:lnTo>
                  <a:pt x="311286" y="269763"/>
                </a:lnTo>
                <a:lnTo>
                  <a:pt x="313254" y="263183"/>
                </a:lnTo>
                <a:lnTo>
                  <a:pt x="315412" y="256604"/>
                </a:lnTo>
                <a:lnTo>
                  <a:pt x="317621" y="250024"/>
                </a:lnTo>
                <a:lnTo>
                  <a:pt x="319730" y="243444"/>
                </a:lnTo>
                <a:lnTo>
                  <a:pt x="321605" y="236865"/>
                </a:lnTo>
                <a:lnTo>
                  <a:pt x="323144" y="230285"/>
                </a:lnTo>
                <a:lnTo>
                  <a:pt x="324280" y="223706"/>
                </a:lnTo>
                <a:lnTo>
                  <a:pt x="324986" y="217126"/>
                </a:lnTo>
                <a:lnTo>
                  <a:pt x="325271" y="210546"/>
                </a:lnTo>
                <a:lnTo>
                  <a:pt x="325170" y="203967"/>
                </a:lnTo>
                <a:lnTo>
                  <a:pt x="324736" y="197387"/>
                </a:lnTo>
                <a:lnTo>
                  <a:pt x="324037" y="190808"/>
                </a:lnTo>
                <a:lnTo>
                  <a:pt x="323151" y="184228"/>
                </a:lnTo>
                <a:lnTo>
                  <a:pt x="322161" y="177649"/>
                </a:lnTo>
                <a:lnTo>
                  <a:pt x="321154" y="171069"/>
                </a:lnTo>
                <a:lnTo>
                  <a:pt x="320223" y="164489"/>
                </a:lnTo>
                <a:lnTo>
                  <a:pt x="319453" y="157910"/>
                </a:lnTo>
                <a:lnTo>
                  <a:pt x="318923" y="151330"/>
                </a:lnTo>
                <a:lnTo>
                  <a:pt x="318687" y="144751"/>
                </a:lnTo>
                <a:lnTo>
                  <a:pt x="318765" y="138171"/>
                </a:lnTo>
                <a:lnTo>
                  <a:pt x="319136" y="131592"/>
                </a:lnTo>
                <a:lnTo>
                  <a:pt x="319718" y="125012"/>
                </a:lnTo>
                <a:lnTo>
                  <a:pt x="320372" y="118432"/>
                </a:lnTo>
                <a:lnTo>
                  <a:pt x="320888" y="111853"/>
                </a:lnTo>
                <a:lnTo>
                  <a:pt x="320982" y="105273"/>
                </a:lnTo>
                <a:lnTo>
                  <a:pt x="320296" y="98694"/>
                </a:lnTo>
                <a:lnTo>
                  <a:pt x="318394" y="92114"/>
                </a:lnTo>
                <a:lnTo>
                  <a:pt x="314770" y="85535"/>
                </a:lnTo>
                <a:lnTo>
                  <a:pt x="308863" y="78955"/>
                </a:lnTo>
                <a:lnTo>
                  <a:pt x="300102" y="72375"/>
                </a:lnTo>
                <a:lnTo>
                  <a:pt x="287971" y="65796"/>
                </a:lnTo>
                <a:lnTo>
                  <a:pt x="272117" y="59216"/>
                </a:lnTo>
                <a:lnTo>
                  <a:pt x="252469" y="52637"/>
                </a:lnTo>
                <a:lnTo>
                  <a:pt x="229367" y="46057"/>
                </a:lnTo>
                <a:lnTo>
                  <a:pt x="203654" y="39477"/>
                </a:lnTo>
                <a:lnTo>
                  <a:pt x="176701" y="32898"/>
                </a:lnTo>
                <a:lnTo>
                  <a:pt x="150343" y="26318"/>
                </a:lnTo>
                <a:lnTo>
                  <a:pt x="126696" y="19739"/>
                </a:lnTo>
                <a:lnTo>
                  <a:pt x="107897" y="13159"/>
                </a:lnTo>
                <a:lnTo>
                  <a:pt x="95782" y="6580"/>
                </a:lnTo>
                <a:lnTo>
                  <a:pt x="91597" y="0"/>
                </a:lnTo>
                <a:lnTo>
                  <a:pt x="583500" y="0"/>
                </a:lnTo>
                <a:lnTo>
                  <a:pt x="583500" y="0"/>
                </a:lnTo>
                <a:lnTo>
                  <a:pt x="579315" y="6580"/>
                </a:lnTo>
                <a:lnTo>
                  <a:pt x="567200" y="13159"/>
                </a:lnTo>
                <a:lnTo>
                  <a:pt x="548400" y="19739"/>
                </a:lnTo>
                <a:lnTo>
                  <a:pt x="524754" y="26318"/>
                </a:lnTo>
                <a:lnTo>
                  <a:pt x="498395" y="32898"/>
                </a:lnTo>
                <a:lnTo>
                  <a:pt x="471443" y="39477"/>
                </a:lnTo>
                <a:lnTo>
                  <a:pt x="445729" y="46057"/>
                </a:lnTo>
                <a:lnTo>
                  <a:pt x="422627" y="52637"/>
                </a:lnTo>
                <a:lnTo>
                  <a:pt x="402980" y="59216"/>
                </a:lnTo>
                <a:lnTo>
                  <a:pt x="387126" y="65796"/>
                </a:lnTo>
                <a:lnTo>
                  <a:pt x="374995" y="72375"/>
                </a:lnTo>
                <a:lnTo>
                  <a:pt x="366233" y="78955"/>
                </a:lnTo>
                <a:lnTo>
                  <a:pt x="360326" y="85535"/>
                </a:lnTo>
                <a:lnTo>
                  <a:pt x="356702" y="92114"/>
                </a:lnTo>
                <a:lnTo>
                  <a:pt x="354801" y="98694"/>
                </a:lnTo>
                <a:lnTo>
                  <a:pt x="354115" y="105273"/>
                </a:lnTo>
                <a:lnTo>
                  <a:pt x="354209" y="111853"/>
                </a:lnTo>
                <a:lnTo>
                  <a:pt x="354724" y="118432"/>
                </a:lnTo>
                <a:lnTo>
                  <a:pt x="355378" y="125012"/>
                </a:lnTo>
                <a:lnTo>
                  <a:pt x="355961" y="131592"/>
                </a:lnTo>
                <a:lnTo>
                  <a:pt x="356331" y="138171"/>
                </a:lnTo>
                <a:lnTo>
                  <a:pt x="356410" y="144751"/>
                </a:lnTo>
                <a:lnTo>
                  <a:pt x="356173" y="151330"/>
                </a:lnTo>
                <a:lnTo>
                  <a:pt x="355643" y="157910"/>
                </a:lnTo>
                <a:lnTo>
                  <a:pt x="354874" y="164489"/>
                </a:lnTo>
                <a:lnTo>
                  <a:pt x="353942" y="171069"/>
                </a:lnTo>
                <a:lnTo>
                  <a:pt x="352936" y="177649"/>
                </a:lnTo>
                <a:lnTo>
                  <a:pt x="351945" y="184228"/>
                </a:lnTo>
                <a:lnTo>
                  <a:pt x="351059" y="190808"/>
                </a:lnTo>
                <a:lnTo>
                  <a:pt x="350361" y="197387"/>
                </a:lnTo>
                <a:lnTo>
                  <a:pt x="349927" y="203967"/>
                </a:lnTo>
                <a:lnTo>
                  <a:pt x="349825" y="210546"/>
                </a:lnTo>
                <a:lnTo>
                  <a:pt x="350110" y="217126"/>
                </a:lnTo>
                <a:lnTo>
                  <a:pt x="350817" y="223706"/>
                </a:lnTo>
                <a:lnTo>
                  <a:pt x="351953" y="230285"/>
                </a:lnTo>
                <a:lnTo>
                  <a:pt x="353491" y="236865"/>
                </a:lnTo>
                <a:lnTo>
                  <a:pt x="355367" y="243444"/>
                </a:lnTo>
                <a:lnTo>
                  <a:pt x="357476" y="250024"/>
                </a:lnTo>
                <a:lnTo>
                  <a:pt x="359684" y="256604"/>
                </a:lnTo>
                <a:lnTo>
                  <a:pt x="361843" y="263183"/>
                </a:lnTo>
                <a:lnTo>
                  <a:pt x="363811" y="269763"/>
                </a:lnTo>
                <a:lnTo>
                  <a:pt x="365474" y="276342"/>
                </a:lnTo>
                <a:lnTo>
                  <a:pt x="366765" y="282922"/>
                </a:lnTo>
                <a:lnTo>
                  <a:pt x="367675" y="289501"/>
                </a:lnTo>
                <a:lnTo>
                  <a:pt x="368248" y="296081"/>
                </a:lnTo>
                <a:lnTo>
                  <a:pt x="368566" y="302661"/>
                </a:lnTo>
                <a:lnTo>
                  <a:pt x="368737" y="309240"/>
                </a:lnTo>
                <a:lnTo>
                  <a:pt x="368866" y="315820"/>
                </a:lnTo>
                <a:lnTo>
                  <a:pt x="369043" y="322399"/>
                </a:lnTo>
                <a:lnTo>
                  <a:pt x="369339" y="328979"/>
                </a:lnTo>
                <a:lnTo>
                  <a:pt x="369809" y="335558"/>
                </a:lnTo>
                <a:lnTo>
                  <a:pt x="370505" y="342138"/>
                </a:lnTo>
                <a:lnTo>
                  <a:pt x="371494" y="348718"/>
                </a:lnTo>
                <a:lnTo>
                  <a:pt x="372864" y="355297"/>
                </a:lnTo>
                <a:lnTo>
                  <a:pt x="374716" y="361877"/>
                </a:lnTo>
                <a:lnTo>
                  <a:pt x="377147" y="368456"/>
                </a:lnTo>
                <a:lnTo>
                  <a:pt x="380212" y="375036"/>
                </a:lnTo>
                <a:lnTo>
                  <a:pt x="383884" y="381616"/>
                </a:lnTo>
                <a:lnTo>
                  <a:pt x="388024" y="388195"/>
                </a:lnTo>
                <a:lnTo>
                  <a:pt x="392367" y="394775"/>
                </a:lnTo>
                <a:lnTo>
                  <a:pt x="396536" y="401354"/>
                </a:lnTo>
                <a:lnTo>
                  <a:pt x="400092" y="407934"/>
                </a:lnTo>
                <a:lnTo>
                  <a:pt x="402599" y="414513"/>
                </a:lnTo>
                <a:lnTo>
                  <a:pt x="403709" y="421093"/>
                </a:lnTo>
                <a:lnTo>
                  <a:pt x="403225" y="427673"/>
                </a:lnTo>
                <a:lnTo>
                  <a:pt x="401150" y="434252"/>
                </a:lnTo>
                <a:lnTo>
                  <a:pt x="397686" y="440832"/>
                </a:lnTo>
                <a:lnTo>
                  <a:pt x="393200" y="447411"/>
                </a:lnTo>
                <a:lnTo>
                  <a:pt x="388164" y="453991"/>
                </a:lnTo>
                <a:lnTo>
                  <a:pt x="383071" y="460570"/>
                </a:lnTo>
                <a:lnTo>
                  <a:pt x="378361" y="467150"/>
                </a:lnTo>
                <a:lnTo>
                  <a:pt x="374369" y="473730"/>
                </a:lnTo>
                <a:lnTo>
                  <a:pt x="371297" y="480309"/>
                </a:lnTo>
                <a:lnTo>
                  <a:pt x="369217" y="486889"/>
                </a:lnTo>
                <a:lnTo>
                  <a:pt x="368099" y="493468"/>
                </a:lnTo>
                <a:lnTo>
                  <a:pt x="367844" y="500048"/>
                </a:lnTo>
                <a:lnTo>
                  <a:pt x="368321" y="506627"/>
                </a:lnTo>
                <a:lnTo>
                  <a:pt x="369390" y="513207"/>
                </a:lnTo>
                <a:lnTo>
                  <a:pt x="370908" y="519787"/>
                </a:lnTo>
                <a:lnTo>
                  <a:pt x="372734" y="526366"/>
                </a:lnTo>
                <a:lnTo>
                  <a:pt x="374719" y="532946"/>
                </a:lnTo>
                <a:lnTo>
                  <a:pt x="376700" y="539525"/>
                </a:lnTo>
                <a:lnTo>
                  <a:pt x="378511" y="546105"/>
                </a:lnTo>
                <a:lnTo>
                  <a:pt x="379991" y="552685"/>
                </a:lnTo>
                <a:lnTo>
                  <a:pt x="381016" y="559264"/>
                </a:lnTo>
                <a:lnTo>
                  <a:pt x="381514" y="565844"/>
                </a:lnTo>
                <a:lnTo>
                  <a:pt x="381484" y="572423"/>
                </a:lnTo>
                <a:lnTo>
                  <a:pt x="380997" y="579003"/>
                </a:lnTo>
                <a:lnTo>
                  <a:pt x="380176" y="585582"/>
                </a:lnTo>
                <a:lnTo>
                  <a:pt x="379173" y="592162"/>
                </a:lnTo>
                <a:lnTo>
                  <a:pt x="378130" y="598742"/>
                </a:lnTo>
                <a:lnTo>
                  <a:pt x="377148" y="605321"/>
                </a:lnTo>
                <a:lnTo>
                  <a:pt x="376272" y="611901"/>
                </a:lnTo>
                <a:lnTo>
                  <a:pt x="375487" y="618480"/>
                </a:lnTo>
                <a:lnTo>
                  <a:pt x="374736" y="625060"/>
                </a:lnTo>
                <a:lnTo>
                  <a:pt x="373942" y="631639"/>
                </a:lnTo>
                <a:lnTo>
                  <a:pt x="373037" y="638219"/>
                </a:lnTo>
                <a:lnTo>
                  <a:pt x="371989" y="644799"/>
                </a:lnTo>
                <a:lnTo>
                  <a:pt x="370806" y="651378"/>
                </a:lnTo>
                <a:lnTo>
                  <a:pt x="369536" y="657958"/>
                </a:lnTo>
                <a:lnTo>
                  <a:pt x="368250" y="664537"/>
                </a:lnTo>
                <a:lnTo>
                  <a:pt x="367025" y="671117"/>
                </a:lnTo>
                <a:lnTo>
                  <a:pt x="365919" y="677697"/>
                </a:lnTo>
                <a:lnTo>
                  <a:pt x="364960" y="684276"/>
                </a:lnTo>
                <a:lnTo>
                  <a:pt x="364141" y="690856"/>
                </a:lnTo>
                <a:lnTo>
                  <a:pt x="363426" y="697435"/>
                </a:lnTo>
                <a:lnTo>
                  <a:pt x="362766" y="704015"/>
                </a:lnTo>
                <a:lnTo>
                  <a:pt x="362116" y="710594"/>
                </a:lnTo>
                <a:lnTo>
                  <a:pt x="361456" y="717174"/>
                </a:lnTo>
                <a:lnTo>
                  <a:pt x="360805" y="723754"/>
                </a:lnTo>
                <a:lnTo>
                  <a:pt x="360245" y="730333"/>
                </a:lnTo>
                <a:lnTo>
                  <a:pt x="359933" y="736913"/>
                </a:lnTo>
                <a:lnTo>
                  <a:pt x="360127" y="743492"/>
                </a:lnTo>
                <a:lnTo>
                  <a:pt x="361205" y="750072"/>
                </a:lnTo>
                <a:lnTo>
                  <a:pt x="363689" y="756651"/>
                </a:lnTo>
                <a:lnTo>
                  <a:pt x="368251" y="763231"/>
                </a:lnTo>
                <a:lnTo>
                  <a:pt x="375695" y="769811"/>
                </a:lnTo>
                <a:lnTo>
                  <a:pt x="386899" y="776390"/>
                </a:lnTo>
                <a:lnTo>
                  <a:pt x="402702" y="782970"/>
                </a:lnTo>
                <a:lnTo>
                  <a:pt x="423738" y="789549"/>
                </a:lnTo>
                <a:lnTo>
                  <a:pt x="450239" y="796129"/>
                </a:lnTo>
                <a:lnTo>
                  <a:pt x="481833" y="802708"/>
                </a:lnTo>
                <a:lnTo>
                  <a:pt x="517391" y="809288"/>
                </a:lnTo>
                <a:lnTo>
                  <a:pt x="554987" y="815868"/>
                </a:lnTo>
                <a:lnTo>
                  <a:pt x="591997" y="822447"/>
                </a:lnTo>
                <a:lnTo>
                  <a:pt x="625358" y="829027"/>
                </a:lnTo>
                <a:lnTo>
                  <a:pt x="651969" y="835606"/>
                </a:lnTo>
                <a:lnTo>
                  <a:pt x="669154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3538" name="F2_precision_recall_distributions_6352">
            <a:extLst>
              <a:ext uri="{FF2B5EF4-FFF2-40B4-BE49-F238E27FC236}">
                <a16:creationId xmlns:a16="http://schemas.microsoft.com/office/drawing/2014/main" id="{80C20801-B703-40C3-946E-4758C71962C2}"/>
              </a:ext>
            </a:extLst>
          </p:cNvPr>
          <p:cNvSpPr>
            <a:spLocks noGrp="1"/>
          </p:cNvSpPr>
          <p:nvPr/>
        </p:nvSpPr>
        <p:spPr>
          <a:xfrm>
            <a:off x="306932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9" name="F2_precision_recall_distributions_6353">
            <a:extLst>
              <a:ext uri="{FF2B5EF4-FFF2-40B4-BE49-F238E27FC236}">
                <a16:creationId xmlns:a16="http://schemas.microsoft.com/office/drawing/2014/main" id="{215A33EB-4A6A-4760-B4CE-D6E0E333E318}"/>
              </a:ext>
            </a:extLst>
          </p:cNvPr>
          <p:cNvSpPr>
            <a:spLocks noGrp="1"/>
          </p:cNvSpPr>
          <p:nvPr/>
        </p:nvSpPr>
        <p:spPr>
          <a:xfrm>
            <a:off x="3103007" y="57193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0" name="F2_precision_recall_distributions_6354">
            <a:extLst>
              <a:ext uri="{FF2B5EF4-FFF2-40B4-BE49-F238E27FC236}">
                <a16:creationId xmlns:a16="http://schemas.microsoft.com/office/drawing/2014/main" id="{A60D072E-94E2-4ACE-8040-5D7E874A89C0}"/>
              </a:ext>
            </a:extLst>
          </p:cNvPr>
          <p:cNvSpPr>
            <a:spLocks noGrp="1"/>
          </p:cNvSpPr>
          <p:nvPr/>
        </p:nvSpPr>
        <p:spPr>
          <a:xfrm>
            <a:off x="309833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1" name="F2_precision_recall_distributions_6355">
            <a:extLst>
              <a:ext uri="{FF2B5EF4-FFF2-40B4-BE49-F238E27FC236}">
                <a16:creationId xmlns:a16="http://schemas.microsoft.com/office/drawing/2014/main" id="{25C98FDC-0F70-4D27-BB67-70A005F70EEF}"/>
              </a:ext>
            </a:extLst>
          </p:cNvPr>
          <p:cNvSpPr>
            <a:spLocks noGrp="1"/>
          </p:cNvSpPr>
          <p:nvPr/>
        </p:nvSpPr>
        <p:spPr>
          <a:xfrm>
            <a:off x="2857178" y="63620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2" name="F2_precision_recall_distributions_6356">
            <a:extLst>
              <a:ext uri="{FF2B5EF4-FFF2-40B4-BE49-F238E27FC236}">
                <a16:creationId xmlns:a16="http://schemas.microsoft.com/office/drawing/2014/main" id="{A0E952C0-EFF5-4D00-A940-A1B80455192A}"/>
              </a:ext>
            </a:extLst>
          </p:cNvPr>
          <p:cNvSpPr>
            <a:spLocks noGrp="1"/>
          </p:cNvSpPr>
          <p:nvPr/>
        </p:nvSpPr>
        <p:spPr>
          <a:xfrm>
            <a:off x="3038625" y="57799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3" name="F2_precision_recall_distributions_6357">
            <a:extLst>
              <a:ext uri="{FF2B5EF4-FFF2-40B4-BE49-F238E27FC236}">
                <a16:creationId xmlns:a16="http://schemas.microsoft.com/office/drawing/2014/main" id="{72608DF1-052A-48E5-B24F-5EC7D03D277F}"/>
              </a:ext>
            </a:extLst>
          </p:cNvPr>
          <p:cNvSpPr>
            <a:spLocks noGrp="1"/>
          </p:cNvSpPr>
          <p:nvPr/>
        </p:nvSpPr>
        <p:spPr>
          <a:xfrm>
            <a:off x="3032715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4" name="F2_precision_recall_distributions_6358">
            <a:extLst>
              <a:ext uri="{FF2B5EF4-FFF2-40B4-BE49-F238E27FC236}">
                <a16:creationId xmlns:a16="http://schemas.microsoft.com/office/drawing/2014/main" id="{80BCC5F5-3C55-46DB-872F-C71CF0D96600}"/>
              </a:ext>
            </a:extLst>
          </p:cNvPr>
          <p:cNvSpPr>
            <a:spLocks noGrp="1"/>
          </p:cNvSpPr>
          <p:nvPr/>
        </p:nvSpPr>
        <p:spPr>
          <a:xfrm>
            <a:off x="312046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5" name="F2_precision_recall_distributions_6359">
            <a:extLst>
              <a:ext uri="{FF2B5EF4-FFF2-40B4-BE49-F238E27FC236}">
                <a16:creationId xmlns:a16="http://schemas.microsoft.com/office/drawing/2014/main" id="{FBC7A06B-73CD-41DE-8800-5A9EA63885F6}"/>
              </a:ext>
            </a:extLst>
          </p:cNvPr>
          <p:cNvSpPr>
            <a:spLocks noGrp="1"/>
          </p:cNvSpPr>
          <p:nvPr/>
        </p:nvSpPr>
        <p:spPr>
          <a:xfrm>
            <a:off x="289578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6" name="F2_precision_recall_distributions_6360">
            <a:extLst>
              <a:ext uri="{FF2B5EF4-FFF2-40B4-BE49-F238E27FC236}">
                <a16:creationId xmlns:a16="http://schemas.microsoft.com/office/drawing/2014/main" id="{8697CC4F-3F4E-4EFE-AC5A-391C79730B24}"/>
              </a:ext>
            </a:extLst>
          </p:cNvPr>
          <p:cNvSpPr>
            <a:spLocks noGrp="1"/>
          </p:cNvSpPr>
          <p:nvPr/>
        </p:nvSpPr>
        <p:spPr>
          <a:xfrm>
            <a:off x="2867879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7" name="F2_precision_recall_distributions_6361">
            <a:extLst>
              <a:ext uri="{FF2B5EF4-FFF2-40B4-BE49-F238E27FC236}">
                <a16:creationId xmlns:a16="http://schemas.microsoft.com/office/drawing/2014/main" id="{EC087528-3339-4E69-96E0-E876279DC902}"/>
              </a:ext>
            </a:extLst>
          </p:cNvPr>
          <p:cNvSpPr>
            <a:spLocks noGrp="1"/>
          </p:cNvSpPr>
          <p:nvPr/>
        </p:nvSpPr>
        <p:spPr>
          <a:xfrm>
            <a:off x="291742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8" name="F2_precision_recall_distributions_6362">
            <a:extLst>
              <a:ext uri="{FF2B5EF4-FFF2-40B4-BE49-F238E27FC236}">
                <a16:creationId xmlns:a16="http://schemas.microsoft.com/office/drawing/2014/main" id="{A98E8DA4-2118-48DB-82EF-F5BFD4CCFA25}"/>
              </a:ext>
            </a:extLst>
          </p:cNvPr>
          <p:cNvSpPr>
            <a:spLocks noGrp="1"/>
          </p:cNvSpPr>
          <p:nvPr/>
        </p:nvSpPr>
        <p:spPr>
          <a:xfrm>
            <a:off x="2837051" y="59548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9" name="F2_precision_recall_distributions_6363">
            <a:extLst>
              <a:ext uri="{FF2B5EF4-FFF2-40B4-BE49-F238E27FC236}">
                <a16:creationId xmlns:a16="http://schemas.microsoft.com/office/drawing/2014/main" id="{DD8ECF1F-233C-4884-811F-590F21D5981A}"/>
              </a:ext>
            </a:extLst>
          </p:cNvPr>
          <p:cNvSpPr>
            <a:spLocks noGrp="1"/>
          </p:cNvSpPr>
          <p:nvPr/>
        </p:nvSpPr>
        <p:spPr>
          <a:xfrm>
            <a:off x="2941639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0" name="F2_precision_recall_distributions_6364">
            <a:extLst>
              <a:ext uri="{FF2B5EF4-FFF2-40B4-BE49-F238E27FC236}">
                <a16:creationId xmlns:a16="http://schemas.microsoft.com/office/drawing/2014/main" id="{E99AC49A-ADA9-4982-83E7-55DB7CC98B7A}"/>
              </a:ext>
            </a:extLst>
          </p:cNvPr>
          <p:cNvSpPr>
            <a:spLocks noGrp="1"/>
          </p:cNvSpPr>
          <p:nvPr/>
        </p:nvSpPr>
        <p:spPr>
          <a:xfrm>
            <a:off x="2940792" y="60932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1" name="F2_precision_recall_distributions_6365">
            <a:extLst>
              <a:ext uri="{FF2B5EF4-FFF2-40B4-BE49-F238E27FC236}">
                <a16:creationId xmlns:a16="http://schemas.microsoft.com/office/drawing/2014/main" id="{6227D26A-983C-442E-A867-5F10BDCC1CB1}"/>
              </a:ext>
            </a:extLst>
          </p:cNvPr>
          <p:cNvSpPr>
            <a:spLocks noGrp="1"/>
          </p:cNvSpPr>
          <p:nvPr/>
        </p:nvSpPr>
        <p:spPr>
          <a:xfrm>
            <a:off x="281958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2" name="F2_precision_recall_distributions_6366">
            <a:extLst>
              <a:ext uri="{FF2B5EF4-FFF2-40B4-BE49-F238E27FC236}">
                <a16:creationId xmlns:a16="http://schemas.microsoft.com/office/drawing/2014/main" id="{95C7B6AE-1EAB-457A-9FC1-423507F28C66}"/>
              </a:ext>
            </a:extLst>
          </p:cNvPr>
          <p:cNvSpPr>
            <a:spLocks noGrp="1"/>
          </p:cNvSpPr>
          <p:nvPr/>
        </p:nvSpPr>
        <p:spPr>
          <a:xfrm>
            <a:off x="291505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3" name="F2_precision_recall_distributions_6367">
            <a:extLst>
              <a:ext uri="{FF2B5EF4-FFF2-40B4-BE49-F238E27FC236}">
                <a16:creationId xmlns:a16="http://schemas.microsoft.com/office/drawing/2014/main" id="{959E489F-6312-4C13-A190-120EFFCD352D}"/>
              </a:ext>
            </a:extLst>
          </p:cNvPr>
          <p:cNvSpPr>
            <a:spLocks noGrp="1"/>
          </p:cNvSpPr>
          <p:nvPr/>
        </p:nvSpPr>
        <p:spPr>
          <a:xfrm>
            <a:off x="315825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4" name="F2_precision_recall_distributions_6368">
            <a:extLst>
              <a:ext uri="{FF2B5EF4-FFF2-40B4-BE49-F238E27FC236}">
                <a16:creationId xmlns:a16="http://schemas.microsoft.com/office/drawing/2014/main" id="{6DCAACC1-F261-4F76-81F3-A62E1B9AE184}"/>
              </a:ext>
            </a:extLst>
          </p:cNvPr>
          <p:cNvSpPr>
            <a:spLocks noGrp="1"/>
          </p:cNvSpPr>
          <p:nvPr/>
        </p:nvSpPr>
        <p:spPr>
          <a:xfrm>
            <a:off x="309581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5" name="F2_precision_recall_distributions_6369">
            <a:extLst>
              <a:ext uri="{FF2B5EF4-FFF2-40B4-BE49-F238E27FC236}">
                <a16:creationId xmlns:a16="http://schemas.microsoft.com/office/drawing/2014/main" id="{752FCE28-EF6F-40C1-AF88-9BCB1E07B1CD}"/>
              </a:ext>
            </a:extLst>
          </p:cNvPr>
          <p:cNvSpPr>
            <a:spLocks noGrp="1"/>
          </p:cNvSpPr>
          <p:nvPr/>
        </p:nvSpPr>
        <p:spPr>
          <a:xfrm>
            <a:off x="2980331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6" name="F2_precision_recall_distributions_6370">
            <a:extLst>
              <a:ext uri="{FF2B5EF4-FFF2-40B4-BE49-F238E27FC236}">
                <a16:creationId xmlns:a16="http://schemas.microsoft.com/office/drawing/2014/main" id="{018F012E-293E-4547-9A03-083D02D9893F}"/>
              </a:ext>
            </a:extLst>
          </p:cNvPr>
          <p:cNvSpPr>
            <a:spLocks noGrp="1"/>
          </p:cNvSpPr>
          <p:nvPr/>
        </p:nvSpPr>
        <p:spPr>
          <a:xfrm>
            <a:off x="303154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7" name="F2_precision_recall_distributions_6371">
            <a:extLst>
              <a:ext uri="{FF2B5EF4-FFF2-40B4-BE49-F238E27FC236}">
                <a16:creationId xmlns:a16="http://schemas.microsoft.com/office/drawing/2014/main" id="{D574FA1A-0E8D-47D2-A434-AC3E5E87898F}"/>
              </a:ext>
            </a:extLst>
          </p:cNvPr>
          <p:cNvSpPr>
            <a:spLocks noGrp="1"/>
          </p:cNvSpPr>
          <p:nvPr/>
        </p:nvSpPr>
        <p:spPr>
          <a:xfrm>
            <a:off x="3085498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8" name="F2_precision_recall_distributions_6372">
            <a:extLst>
              <a:ext uri="{FF2B5EF4-FFF2-40B4-BE49-F238E27FC236}">
                <a16:creationId xmlns:a16="http://schemas.microsoft.com/office/drawing/2014/main" id="{410195DE-0B14-4068-985C-706DBCB03882}"/>
              </a:ext>
            </a:extLst>
          </p:cNvPr>
          <p:cNvSpPr>
            <a:spLocks noGrp="1"/>
          </p:cNvSpPr>
          <p:nvPr/>
        </p:nvSpPr>
        <p:spPr>
          <a:xfrm>
            <a:off x="3086660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9" name="F2_precision_recall_distributions_6373">
            <a:extLst>
              <a:ext uri="{FF2B5EF4-FFF2-40B4-BE49-F238E27FC236}">
                <a16:creationId xmlns:a16="http://schemas.microsoft.com/office/drawing/2014/main" id="{2DE6B8BD-6C9B-4A58-B6B6-01B5BF25A917}"/>
              </a:ext>
            </a:extLst>
          </p:cNvPr>
          <p:cNvSpPr>
            <a:spLocks noGrp="1"/>
          </p:cNvSpPr>
          <p:nvPr/>
        </p:nvSpPr>
        <p:spPr>
          <a:xfrm>
            <a:off x="282055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0" name="F2_precision_recall_distributions_6374">
            <a:extLst>
              <a:ext uri="{FF2B5EF4-FFF2-40B4-BE49-F238E27FC236}">
                <a16:creationId xmlns:a16="http://schemas.microsoft.com/office/drawing/2014/main" id="{1D53D79E-F987-4DF3-8D5F-9DADBBAE0D06}"/>
              </a:ext>
            </a:extLst>
          </p:cNvPr>
          <p:cNvSpPr>
            <a:spLocks noGrp="1"/>
          </p:cNvSpPr>
          <p:nvPr/>
        </p:nvSpPr>
        <p:spPr>
          <a:xfrm>
            <a:off x="2929129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1" name="F2_precision_recall_distributions_6375">
            <a:extLst>
              <a:ext uri="{FF2B5EF4-FFF2-40B4-BE49-F238E27FC236}">
                <a16:creationId xmlns:a16="http://schemas.microsoft.com/office/drawing/2014/main" id="{28752DAE-99E0-43FC-964B-B38955439EB7}"/>
              </a:ext>
            </a:extLst>
          </p:cNvPr>
          <p:cNvSpPr>
            <a:spLocks noGrp="1"/>
          </p:cNvSpPr>
          <p:nvPr/>
        </p:nvSpPr>
        <p:spPr>
          <a:xfrm>
            <a:off x="308807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2" name="F2_precision_recall_distributions_6376">
            <a:extLst>
              <a:ext uri="{FF2B5EF4-FFF2-40B4-BE49-F238E27FC236}">
                <a16:creationId xmlns:a16="http://schemas.microsoft.com/office/drawing/2014/main" id="{B74CB92F-37C2-4087-9DEB-D4CE837F27B6}"/>
              </a:ext>
            </a:extLst>
          </p:cNvPr>
          <p:cNvSpPr>
            <a:spLocks noGrp="1"/>
          </p:cNvSpPr>
          <p:nvPr/>
        </p:nvSpPr>
        <p:spPr>
          <a:xfrm>
            <a:off x="315250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3" name="F2_precision_recall_distributions_6377">
            <a:extLst>
              <a:ext uri="{FF2B5EF4-FFF2-40B4-BE49-F238E27FC236}">
                <a16:creationId xmlns:a16="http://schemas.microsoft.com/office/drawing/2014/main" id="{68ECEA63-2CD4-45C3-81C4-159BCCDD1F02}"/>
              </a:ext>
            </a:extLst>
          </p:cNvPr>
          <p:cNvSpPr>
            <a:spLocks noGrp="1"/>
          </p:cNvSpPr>
          <p:nvPr/>
        </p:nvSpPr>
        <p:spPr>
          <a:xfrm>
            <a:off x="299629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4" name="F2_precision_recall_distributions_6378">
            <a:extLst>
              <a:ext uri="{FF2B5EF4-FFF2-40B4-BE49-F238E27FC236}">
                <a16:creationId xmlns:a16="http://schemas.microsoft.com/office/drawing/2014/main" id="{2A112956-1B51-4BF1-BBFE-8916FBA989D8}"/>
              </a:ext>
            </a:extLst>
          </p:cNvPr>
          <p:cNvSpPr>
            <a:spLocks noGrp="1"/>
          </p:cNvSpPr>
          <p:nvPr/>
        </p:nvSpPr>
        <p:spPr>
          <a:xfrm>
            <a:off x="287097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5" name="F2_precision_recall_distributions_6379">
            <a:extLst>
              <a:ext uri="{FF2B5EF4-FFF2-40B4-BE49-F238E27FC236}">
                <a16:creationId xmlns:a16="http://schemas.microsoft.com/office/drawing/2014/main" id="{6FA2BFB6-7D1B-4B80-BC16-2CE9076D5604}"/>
              </a:ext>
            </a:extLst>
          </p:cNvPr>
          <p:cNvSpPr>
            <a:spLocks noGrp="1"/>
          </p:cNvSpPr>
          <p:nvPr/>
        </p:nvSpPr>
        <p:spPr>
          <a:xfrm>
            <a:off x="2965731" y="59376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6" name="F2_precision_recall_distributions_6380">
            <a:extLst>
              <a:ext uri="{FF2B5EF4-FFF2-40B4-BE49-F238E27FC236}">
                <a16:creationId xmlns:a16="http://schemas.microsoft.com/office/drawing/2014/main" id="{A8990AF1-5B5F-45CD-8280-B861CED53B62}"/>
              </a:ext>
            </a:extLst>
          </p:cNvPr>
          <p:cNvSpPr>
            <a:spLocks noGrp="1"/>
          </p:cNvSpPr>
          <p:nvPr/>
        </p:nvSpPr>
        <p:spPr>
          <a:xfrm>
            <a:off x="2877706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7" name="F2_precision_recall_distributions_6381">
            <a:extLst>
              <a:ext uri="{FF2B5EF4-FFF2-40B4-BE49-F238E27FC236}">
                <a16:creationId xmlns:a16="http://schemas.microsoft.com/office/drawing/2014/main" id="{35769C6E-E23C-4B09-ADCD-E75ABEF5F7EF}"/>
              </a:ext>
            </a:extLst>
          </p:cNvPr>
          <p:cNvSpPr>
            <a:spLocks noGrp="1"/>
          </p:cNvSpPr>
          <p:nvPr/>
        </p:nvSpPr>
        <p:spPr>
          <a:xfrm>
            <a:off x="299911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8" name="F2_precision_recall_distributions_6382">
            <a:extLst>
              <a:ext uri="{FF2B5EF4-FFF2-40B4-BE49-F238E27FC236}">
                <a16:creationId xmlns:a16="http://schemas.microsoft.com/office/drawing/2014/main" id="{FA82691E-D721-4EDB-8CBE-4D90ED6BFC8C}"/>
              </a:ext>
            </a:extLst>
          </p:cNvPr>
          <p:cNvSpPr>
            <a:spLocks noGrp="1"/>
          </p:cNvSpPr>
          <p:nvPr/>
        </p:nvSpPr>
        <p:spPr>
          <a:xfrm>
            <a:off x="308101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9" name="F2_precision_recall_distributions_6383">
            <a:extLst>
              <a:ext uri="{FF2B5EF4-FFF2-40B4-BE49-F238E27FC236}">
                <a16:creationId xmlns:a16="http://schemas.microsoft.com/office/drawing/2014/main" id="{60708E5D-1780-4413-9BCF-5E320653FFE1}"/>
              </a:ext>
            </a:extLst>
          </p:cNvPr>
          <p:cNvSpPr>
            <a:spLocks noGrp="1"/>
          </p:cNvSpPr>
          <p:nvPr/>
        </p:nvSpPr>
        <p:spPr>
          <a:xfrm>
            <a:off x="3182580" y="63256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0" name="F2_precision_recall_distributions_6384">
            <a:extLst>
              <a:ext uri="{FF2B5EF4-FFF2-40B4-BE49-F238E27FC236}">
                <a16:creationId xmlns:a16="http://schemas.microsoft.com/office/drawing/2014/main" id="{B0E536BC-45D3-4E90-A6D0-7819185FFE33}"/>
              </a:ext>
            </a:extLst>
          </p:cNvPr>
          <p:cNvSpPr>
            <a:spLocks noGrp="1"/>
          </p:cNvSpPr>
          <p:nvPr/>
        </p:nvSpPr>
        <p:spPr>
          <a:xfrm>
            <a:off x="314678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1" name="F2_precision_recall_distributions_6385">
            <a:extLst>
              <a:ext uri="{FF2B5EF4-FFF2-40B4-BE49-F238E27FC236}">
                <a16:creationId xmlns:a16="http://schemas.microsoft.com/office/drawing/2014/main" id="{313700BE-FA1D-4D5D-9741-09C85BD6E8A2}"/>
              </a:ext>
            </a:extLst>
          </p:cNvPr>
          <p:cNvSpPr>
            <a:spLocks noGrp="1"/>
          </p:cNvSpPr>
          <p:nvPr/>
        </p:nvSpPr>
        <p:spPr>
          <a:xfrm>
            <a:off x="3090831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2" name="F2_precision_recall_distributions_6386">
            <a:extLst>
              <a:ext uri="{FF2B5EF4-FFF2-40B4-BE49-F238E27FC236}">
                <a16:creationId xmlns:a16="http://schemas.microsoft.com/office/drawing/2014/main" id="{1BA6FCB4-9B05-4AF5-BC26-FBBFD214509E}"/>
              </a:ext>
            </a:extLst>
          </p:cNvPr>
          <p:cNvSpPr>
            <a:spLocks noGrp="1"/>
          </p:cNvSpPr>
          <p:nvPr/>
        </p:nvSpPr>
        <p:spPr>
          <a:xfrm>
            <a:off x="3139175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3" name="F2_precision_recall_distributions_6387">
            <a:extLst>
              <a:ext uri="{FF2B5EF4-FFF2-40B4-BE49-F238E27FC236}">
                <a16:creationId xmlns:a16="http://schemas.microsoft.com/office/drawing/2014/main" id="{A42B1637-35E9-4F3F-950F-1ECDCDDD1DFC}"/>
              </a:ext>
            </a:extLst>
          </p:cNvPr>
          <p:cNvSpPr>
            <a:spLocks noGrp="1"/>
          </p:cNvSpPr>
          <p:nvPr/>
        </p:nvSpPr>
        <p:spPr>
          <a:xfrm>
            <a:off x="307570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4" name="F2_precision_recall_distributions_6388">
            <a:extLst>
              <a:ext uri="{FF2B5EF4-FFF2-40B4-BE49-F238E27FC236}">
                <a16:creationId xmlns:a16="http://schemas.microsoft.com/office/drawing/2014/main" id="{B5E9BEB2-CADB-41FF-B577-6372A45A5BBC}"/>
              </a:ext>
            </a:extLst>
          </p:cNvPr>
          <p:cNvSpPr>
            <a:spLocks noGrp="1"/>
          </p:cNvSpPr>
          <p:nvPr/>
        </p:nvSpPr>
        <p:spPr>
          <a:xfrm>
            <a:off x="307605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5" name="F2_precision_recall_distributions_6389">
            <a:extLst>
              <a:ext uri="{FF2B5EF4-FFF2-40B4-BE49-F238E27FC236}">
                <a16:creationId xmlns:a16="http://schemas.microsoft.com/office/drawing/2014/main" id="{99F16098-C652-4FA7-BF78-A3737DB47A62}"/>
              </a:ext>
            </a:extLst>
          </p:cNvPr>
          <p:cNvSpPr>
            <a:spLocks noGrp="1"/>
          </p:cNvSpPr>
          <p:nvPr/>
        </p:nvSpPr>
        <p:spPr>
          <a:xfrm>
            <a:off x="288324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6" name="F2_precision_recall_distributions_6390">
            <a:extLst>
              <a:ext uri="{FF2B5EF4-FFF2-40B4-BE49-F238E27FC236}">
                <a16:creationId xmlns:a16="http://schemas.microsoft.com/office/drawing/2014/main" id="{53EC2C49-4027-4439-B30D-BD3C1A0A7173}"/>
              </a:ext>
            </a:extLst>
          </p:cNvPr>
          <p:cNvSpPr>
            <a:spLocks noGrp="1"/>
          </p:cNvSpPr>
          <p:nvPr/>
        </p:nvSpPr>
        <p:spPr>
          <a:xfrm>
            <a:off x="305985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7" name="F2_precision_recall_distributions_6391">
            <a:extLst>
              <a:ext uri="{FF2B5EF4-FFF2-40B4-BE49-F238E27FC236}">
                <a16:creationId xmlns:a16="http://schemas.microsoft.com/office/drawing/2014/main" id="{66BDEAB8-A2E1-4379-AC91-94AB3E877BBD}"/>
              </a:ext>
            </a:extLst>
          </p:cNvPr>
          <p:cNvSpPr>
            <a:spLocks noGrp="1"/>
          </p:cNvSpPr>
          <p:nvPr/>
        </p:nvSpPr>
        <p:spPr>
          <a:xfrm>
            <a:off x="3169918" y="59618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8" name="F2_precision_recall_distributions_6392">
            <a:extLst>
              <a:ext uri="{FF2B5EF4-FFF2-40B4-BE49-F238E27FC236}">
                <a16:creationId xmlns:a16="http://schemas.microsoft.com/office/drawing/2014/main" id="{FC404795-79A2-48C3-8689-F5BFCB1465DA}"/>
              </a:ext>
            </a:extLst>
          </p:cNvPr>
          <p:cNvSpPr>
            <a:spLocks noGrp="1"/>
          </p:cNvSpPr>
          <p:nvPr/>
        </p:nvSpPr>
        <p:spPr>
          <a:xfrm>
            <a:off x="288789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9" name="F2_precision_recall_distributions_6393">
            <a:extLst>
              <a:ext uri="{FF2B5EF4-FFF2-40B4-BE49-F238E27FC236}">
                <a16:creationId xmlns:a16="http://schemas.microsoft.com/office/drawing/2014/main" id="{E6D0B357-2C41-46BF-A69A-A5346D3B5A1F}"/>
              </a:ext>
            </a:extLst>
          </p:cNvPr>
          <p:cNvSpPr>
            <a:spLocks noGrp="1"/>
          </p:cNvSpPr>
          <p:nvPr/>
        </p:nvSpPr>
        <p:spPr>
          <a:xfrm>
            <a:off x="285017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0" name="F2_precision_recall_distributions_6394">
            <a:extLst>
              <a:ext uri="{FF2B5EF4-FFF2-40B4-BE49-F238E27FC236}">
                <a16:creationId xmlns:a16="http://schemas.microsoft.com/office/drawing/2014/main" id="{0366E00E-1FF1-4E79-B80D-6A56DC6A76BF}"/>
              </a:ext>
            </a:extLst>
          </p:cNvPr>
          <p:cNvSpPr>
            <a:spLocks noGrp="1"/>
          </p:cNvSpPr>
          <p:nvPr/>
        </p:nvSpPr>
        <p:spPr>
          <a:xfrm>
            <a:off x="2979840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1" name="F2_precision_recall_distributions_6395">
            <a:extLst>
              <a:ext uri="{FF2B5EF4-FFF2-40B4-BE49-F238E27FC236}">
                <a16:creationId xmlns:a16="http://schemas.microsoft.com/office/drawing/2014/main" id="{5DC91541-6AAE-4A08-AE75-115F8169B2B2}"/>
              </a:ext>
            </a:extLst>
          </p:cNvPr>
          <p:cNvSpPr>
            <a:spLocks noGrp="1"/>
          </p:cNvSpPr>
          <p:nvPr/>
        </p:nvSpPr>
        <p:spPr>
          <a:xfrm>
            <a:off x="2990299" y="58477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2" name="F2_precision_recall_distributions_6396">
            <a:extLst>
              <a:ext uri="{FF2B5EF4-FFF2-40B4-BE49-F238E27FC236}">
                <a16:creationId xmlns:a16="http://schemas.microsoft.com/office/drawing/2014/main" id="{53D41B55-53E7-48E8-BF78-6D81139B624E}"/>
              </a:ext>
            </a:extLst>
          </p:cNvPr>
          <p:cNvSpPr>
            <a:spLocks noGrp="1"/>
          </p:cNvSpPr>
          <p:nvPr/>
        </p:nvSpPr>
        <p:spPr>
          <a:xfrm>
            <a:off x="282109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3" name="F2_precision_recall_distributions_6397">
            <a:extLst>
              <a:ext uri="{FF2B5EF4-FFF2-40B4-BE49-F238E27FC236}">
                <a16:creationId xmlns:a16="http://schemas.microsoft.com/office/drawing/2014/main" id="{F852C60A-2220-4F0E-B267-71B95747889C}"/>
              </a:ext>
            </a:extLst>
          </p:cNvPr>
          <p:cNvSpPr>
            <a:spLocks noGrp="1"/>
          </p:cNvSpPr>
          <p:nvPr/>
        </p:nvSpPr>
        <p:spPr>
          <a:xfrm>
            <a:off x="2908835" y="59376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4" name="F2_precision_recall_distributions_6398">
            <a:extLst>
              <a:ext uri="{FF2B5EF4-FFF2-40B4-BE49-F238E27FC236}">
                <a16:creationId xmlns:a16="http://schemas.microsoft.com/office/drawing/2014/main" id="{1E4CB36E-AAF7-4D64-9C12-4C57BB510046}"/>
              </a:ext>
            </a:extLst>
          </p:cNvPr>
          <p:cNvSpPr>
            <a:spLocks noGrp="1"/>
          </p:cNvSpPr>
          <p:nvPr/>
        </p:nvSpPr>
        <p:spPr>
          <a:xfrm>
            <a:off x="2957874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5" name="F2_precision_recall_distributions_6399">
            <a:extLst>
              <a:ext uri="{FF2B5EF4-FFF2-40B4-BE49-F238E27FC236}">
                <a16:creationId xmlns:a16="http://schemas.microsoft.com/office/drawing/2014/main" id="{16088796-A547-49A9-B645-4970389E0C3B}"/>
              </a:ext>
            </a:extLst>
          </p:cNvPr>
          <p:cNvSpPr>
            <a:spLocks noGrp="1"/>
          </p:cNvSpPr>
          <p:nvPr/>
        </p:nvSpPr>
        <p:spPr>
          <a:xfrm>
            <a:off x="312689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6" name="F2_precision_recall_distributions_6400">
            <a:extLst>
              <a:ext uri="{FF2B5EF4-FFF2-40B4-BE49-F238E27FC236}">
                <a16:creationId xmlns:a16="http://schemas.microsoft.com/office/drawing/2014/main" id="{6DDA6D4F-E9DD-49C3-ADC0-D8663417DA86}"/>
              </a:ext>
            </a:extLst>
          </p:cNvPr>
          <p:cNvSpPr>
            <a:spLocks noGrp="1"/>
          </p:cNvSpPr>
          <p:nvPr/>
        </p:nvSpPr>
        <p:spPr>
          <a:xfrm>
            <a:off x="3179300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7" name="F2_precision_recall_distributions_6401">
            <a:extLst>
              <a:ext uri="{FF2B5EF4-FFF2-40B4-BE49-F238E27FC236}">
                <a16:creationId xmlns:a16="http://schemas.microsoft.com/office/drawing/2014/main" id="{470950EA-4A96-44EC-A3A1-49640BDB0CC6}"/>
              </a:ext>
            </a:extLst>
          </p:cNvPr>
          <p:cNvSpPr>
            <a:spLocks noGrp="1"/>
          </p:cNvSpPr>
          <p:nvPr/>
        </p:nvSpPr>
        <p:spPr>
          <a:xfrm>
            <a:off x="314928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8" name="F2_precision_recall_distributions_6402">
            <a:extLst>
              <a:ext uri="{FF2B5EF4-FFF2-40B4-BE49-F238E27FC236}">
                <a16:creationId xmlns:a16="http://schemas.microsoft.com/office/drawing/2014/main" id="{34BFEE36-2F79-48AB-B643-5D82CE7DAAD3}"/>
              </a:ext>
            </a:extLst>
          </p:cNvPr>
          <p:cNvSpPr>
            <a:spLocks noGrp="1"/>
          </p:cNvSpPr>
          <p:nvPr/>
        </p:nvSpPr>
        <p:spPr>
          <a:xfrm>
            <a:off x="289819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9" name="F2_precision_recall_distributions_6403">
            <a:extLst>
              <a:ext uri="{FF2B5EF4-FFF2-40B4-BE49-F238E27FC236}">
                <a16:creationId xmlns:a16="http://schemas.microsoft.com/office/drawing/2014/main" id="{B20B4992-1271-402B-B9FC-A8E741C1493A}"/>
              </a:ext>
            </a:extLst>
          </p:cNvPr>
          <p:cNvSpPr>
            <a:spLocks noGrp="1"/>
          </p:cNvSpPr>
          <p:nvPr/>
        </p:nvSpPr>
        <p:spPr>
          <a:xfrm>
            <a:off x="287781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0" name="F2_precision_recall_distributions_6404">
            <a:extLst>
              <a:ext uri="{FF2B5EF4-FFF2-40B4-BE49-F238E27FC236}">
                <a16:creationId xmlns:a16="http://schemas.microsoft.com/office/drawing/2014/main" id="{FC9AD524-6808-4E95-9D11-874757F93061}"/>
              </a:ext>
            </a:extLst>
          </p:cNvPr>
          <p:cNvSpPr>
            <a:spLocks noGrp="1"/>
          </p:cNvSpPr>
          <p:nvPr/>
        </p:nvSpPr>
        <p:spPr>
          <a:xfrm>
            <a:off x="2857356" y="60409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1" name="F2_precision_recall_distributions_6405">
            <a:extLst>
              <a:ext uri="{FF2B5EF4-FFF2-40B4-BE49-F238E27FC236}">
                <a16:creationId xmlns:a16="http://schemas.microsoft.com/office/drawing/2014/main" id="{B0D4BD96-C6DD-4FF5-AB8B-9E0F63499DDA}"/>
              </a:ext>
            </a:extLst>
          </p:cNvPr>
          <p:cNvSpPr>
            <a:spLocks noGrp="1"/>
          </p:cNvSpPr>
          <p:nvPr/>
        </p:nvSpPr>
        <p:spPr>
          <a:xfrm>
            <a:off x="2870607" y="62212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2" name="F2_precision_recall_distributions_6406">
            <a:extLst>
              <a:ext uri="{FF2B5EF4-FFF2-40B4-BE49-F238E27FC236}">
                <a16:creationId xmlns:a16="http://schemas.microsoft.com/office/drawing/2014/main" id="{48FC4B78-9F41-4B4F-A794-5C3CBC1154D7}"/>
              </a:ext>
            </a:extLst>
          </p:cNvPr>
          <p:cNvSpPr>
            <a:spLocks noGrp="1"/>
          </p:cNvSpPr>
          <p:nvPr/>
        </p:nvSpPr>
        <p:spPr>
          <a:xfrm>
            <a:off x="283540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3" name="F2_precision_recall_distributions_6407">
            <a:extLst>
              <a:ext uri="{FF2B5EF4-FFF2-40B4-BE49-F238E27FC236}">
                <a16:creationId xmlns:a16="http://schemas.microsoft.com/office/drawing/2014/main" id="{85311660-8774-4307-8AD5-39CF1CBF5C06}"/>
              </a:ext>
            </a:extLst>
          </p:cNvPr>
          <p:cNvSpPr>
            <a:spLocks noGrp="1"/>
          </p:cNvSpPr>
          <p:nvPr/>
        </p:nvSpPr>
        <p:spPr>
          <a:xfrm>
            <a:off x="2951834" y="63525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4" name="F2_precision_recall_distributions_6408">
            <a:extLst>
              <a:ext uri="{FF2B5EF4-FFF2-40B4-BE49-F238E27FC236}">
                <a16:creationId xmlns:a16="http://schemas.microsoft.com/office/drawing/2014/main" id="{F02DB672-5E35-41F6-803E-4B1A2F010A70}"/>
              </a:ext>
            </a:extLst>
          </p:cNvPr>
          <p:cNvSpPr>
            <a:spLocks noGrp="1"/>
          </p:cNvSpPr>
          <p:nvPr/>
        </p:nvSpPr>
        <p:spPr>
          <a:xfrm>
            <a:off x="308541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5" name="F2_precision_recall_distributions_6409">
            <a:extLst>
              <a:ext uri="{FF2B5EF4-FFF2-40B4-BE49-F238E27FC236}">
                <a16:creationId xmlns:a16="http://schemas.microsoft.com/office/drawing/2014/main" id="{433A39D9-2491-4050-94A1-84CCB82BEDEF}"/>
              </a:ext>
            </a:extLst>
          </p:cNvPr>
          <p:cNvSpPr>
            <a:spLocks noGrp="1"/>
          </p:cNvSpPr>
          <p:nvPr/>
        </p:nvSpPr>
        <p:spPr>
          <a:xfrm>
            <a:off x="318410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6" name="F2_precision_recall_distributions_6410">
            <a:extLst>
              <a:ext uri="{FF2B5EF4-FFF2-40B4-BE49-F238E27FC236}">
                <a16:creationId xmlns:a16="http://schemas.microsoft.com/office/drawing/2014/main" id="{A663FF70-F5D4-4D6D-9A19-A246C9C2F44C}"/>
              </a:ext>
            </a:extLst>
          </p:cNvPr>
          <p:cNvSpPr>
            <a:spLocks noGrp="1"/>
          </p:cNvSpPr>
          <p:nvPr/>
        </p:nvSpPr>
        <p:spPr>
          <a:xfrm>
            <a:off x="2827520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7" name="F2_precision_recall_distributions_6411">
            <a:extLst>
              <a:ext uri="{FF2B5EF4-FFF2-40B4-BE49-F238E27FC236}">
                <a16:creationId xmlns:a16="http://schemas.microsoft.com/office/drawing/2014/main" id="{730D32C6-A161-4049-A04B-0D2711715E69}"/>
              </a:ext>
            </a:extLst>
          </p:cNvPr>
          <p:cNvSpPr>
            <a:spLocks noGrp="1"/>
          </p:cNvSpPr>
          <p:nvPr/>
        </p:nvSpPr>
        <p:spPr>
          <a:xfrm>
            <a:off x="302184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8" name="F2_precision_recall_distributions_6412">
            <a:extLst>
              <a:ext uri="{FF2B5EF4-FFF2-40B4-BE49-F238E27FC236}">
                <a16:creationId xmlns:a16="http://schemas.microsoft.com/office/drawing/2014/main" id="{A87F8F6D-396A-4A4D-BC6F-207AA490C391}"/>
              </a:ext>
            </a:extLst>
          </p:cNvPr>
          <p:cNvSpPr>
            <a:spLocks noGrp="1"/>
          </p:cNvSpPr>
          <p:nvPr/>
        </p:nvSpPr>
        <p:spPr>
          <a:xfrm>
            <a:off x="3094228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9" name="F2_precision_recall_distributions_6413">
            <a:extLst>
              <a:ext uri="{FF2B5EF4-FFF2-40B4-BE49-F238E27FC236}">
                <a16:creationId xmlns:a16="http://schemas.microsoft.com/office/drawing/2014/main" id="{2AFBCC41-2A7A-4FBA-B3B4-59AF465EDAE3}"/>
              </a:ext>
            </a:extLst>
          </p:cNvPr>
          <p:cNvSpPr>
            <a:spLocks noGrp="1"/>
          </p:cNvSpPr>
          <p:nvPr/>
        </p:nvSpPr>
        <p:spPr>
          <a:xfrm>
            <a:off x="285221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0" name="F2_precision_recall_distributions_6414">
            <a:extLst>
              <a:ext uri="{FF2B5EF4-FFF2-40B4-BE49-F238E27FC236}">
                <a16:creationId xmlns:a16="http://schemas.microsoft.com/office/drawing/2014/main" id="{176D6F2F-E15E-486E-B1CC-BA1EB65082F1}"/>
              </a:ext>
            </a:extLst>
          </p:cNvPr>
          <p:cNvSpPr>
            <a:spLocks noGrp="1"/>
          </p:cNvSpPr>
          <p:nvPr/>
        </p:nvSpPr>
        <p:spPr>
          <a:xfrm>
            <a:off x="314184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1" name="F2_precision_recall_distributions_6415">
            <a:extLst>
              <a:ext uri="{FF2B5EF4-FFF2-40B4-BE49-F238E27FC236}">
                <a16:creationId xmlns:a16="http://schemas.microsoft.com/office/drawing/2014/main" id="{B5106AA6-0493-4505-8255-1C661F306A8C}"/>
              </a:ext>
            </a:extLst>
          </p:cNvPr>
          <p:cNvSpPr>
            <a:spLocks noGrp="1"/>
          </p:cNvSpPr>
          <p:nvPr/>
        </p:nvSpPr>
        <p:spPr>
          <a:xfrm>
            <a:off x="291965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2" name="F2_precision_recall_distributions_6416">
            <a:extLst>
              <a:ext uri="{FF2B5EF4-FFF2-40B4-BE49-F238E27FC236}">
                <a16:creationId xmlns:a16="http://schemas.microsoft.com/office/drawing/2014/main" id="{31945251-95F6-4233-9CDC-F40C50841298}"/>
              </a:ext>
            </a:extLst>
          </p:cNvPr>
          <p:cNvSpPr>
            <a:spLocks noGrp="1"/>
          </p:cNvSpPr>
          <p:nvPr/>
        </p:nvSpPr>
        <p:spPr>
          <a:xfrm>
            <a:off x="312076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3" name="F2_precision_recall_distributions_6417">
            <a:extLst>
              <a:ext uri="{FF2B5EF4-FFF2-40B4-BE49-F238E27FC236}">
                <a16:creationId xmlns:a16="http://schemas.microsoft.com/office/drawing/2014/main" id="{00AF6D2D-8E05-4980-B513-369F154F5573}"/>
              </a:ext>
            </a:extLst>
          </p:cNvPr>
          <p:cNvSpPr>
            <a:spLocks noGrp="1"/>
          </p:cNvSpPr>
          <p:nvPr/>
        </p:nvSpPr>
        <p:spPr>
          <a:xfrm>
            <a:off x="2876640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4" name="F2_precision_recall_distributions_6418">
            <a:extLst>
              <a:ext uri="{FF2B5EF4-FFF2-40B4-BE49-F238E27FC236}">
                <a16:creationId xmlns:a16="http://schemas.microsoft.com/office/drawing/2014/main" id="{465067EC-C8F1-4E4C-B99F-F888B0D1873F}"/>
              </a:ext>
            </a:extLst>
          </p:cNvPr>
          <p:cNvSpPr>
            <a:spLocks noGrp="1"/>
          </p:cNvSpPr>
          <p:nvPr/>
        </p:nvSpPr>
        <p:spPr>
          <a:xfrm>
            <a:off x="2979772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5" name="F2_precision_recall_distributions_6419">
            <a:extLst>
              <a:ext uri="{FF2B5EF4-FFF2-40B4-BE49-F238E27FC236}">
                <a16:creationId xmlns:a16="http://schemas.microsoft.com/office/drawing/2014/main" id="{C557B420-4663-48E2-B603-04AF05F1ED1B}"/>
              </a:ext>
            </a:extLst>
          </p:cNvPr>
          <p:cNvSpPr>
            <a:spLocks noGrp="1"/>
          </p:cNvSpPr>
          <p:nvPr/>
        </p:nvSpPr>
        <p:spPr>
          <a:xfrm>
            <a:off x="308200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6" name="F2_precision_recall_distributions_6420">
            <a:extLst>
              <a:ext uri="{FF2B5EF4-FFF2-40B4-BE49-F238E27FC236}">
                <a16:creationId xmlns:a16="http://schemas.microsoft.com/office/drawing/2014/main" id="{A204D415-CE5B-47CB-B41C-33CDA654B800}"/>
              </a:ext>
            </a:extLst>
          </p:cNvPr>
          <p:cNvSpPr>
            <a:spLocks noGrp="1"/>
          </p:cNvSpPr>
          <p:nvPr/>
        </p:nvSpPr>
        <p:spPr>
          <a:xfrm>
            <a:off x="3029287" y="59618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7" name="F2_precision_recall_distributions_6421">
            <a:extLst>
              <a:ext uri="{FF2B5EF4-FFF2-40B4-BE49-F238E27FC236}">
                <a16:creationId xmlns:a16="http://schemas.microsoft.com/office/drawing/2014/main" id="{80F3E725-1468-4F97-B952-82D41A017C9D}"/>
              </a:ext>
            </a:extLst>
          </p:cNvPr>
          <p:cNvSpPr>
            <a:spLocks noGrp="1"/>
          </p:cNvSpPr>
          <p:nvPr/>
        </p:nvSpPr>
        <p:spPr>
          <a:xfrm>
            <a:off x="3138592" y="62447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8" name="F2_precision_recall_distributions_6422">
            <a:extLst>
              <a:ext uri="{FF2B5EF4-FFF2-40B4-BE49-F238E27FC236}">
                <a16:creationId xmlns:a16="http://schemas.microsoft.com/office/drawing/2014/main" id="{1A9FD4CE-4BD4-46BE-BF9F-22CE89B9B92F}"/>
              </a:ext>
            </a:extLst>
          </p:cNvPr>
          <p:cNvSpPr>
            <a:spLocks noGrp="1"/>
          </p:cNvSpPr>
          <p:nvPr/>
        </p:nvSpPr>
        <p:spPr>
          <a:xfrm>
            <a:off x="288658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9" name="F2_precision_recall_distributions_6423">
            <a:extLst>
              <a:ext uri="{FF2B5EF4-FFF2-40B4-BE49-F238E27FC236}">
                <a16:creationId xmlns:a16="http://schemas.microsoft.com/office/drawing/2014/main" id="{2CB84540-3D03-4E1E-9396-5EA504AD9DA0}"/>
              </a:ext>
            </a:extLst>
          </p:cNvPr>
          <p:cNvSpPr>
            <a:spLocks noGrp="1"/>
          </p:cNvSpPr>
          <p:nvPr/>
        </p:nvSpPr>
        <p:spPr>
          <a:xfrm>
            <a:off x="2999764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0" name="F2_precision_recall_distributions_6424">
            <a:extLst>
              <a:ext uri="{FF2B5EF4-FFF2-40B4-BE49-F238E27FC236}">
                <a16:creationId xmlns:a16="http://schemas.microsoft.com/office/drawing/2014/main" id="{F59EC648-FFF0-4DCD-89C7-1F78D20CC9E2}"/>
              </a:ext>
            </a:extLst>
          </p:cNvPr>
          <p:cNvSpPr>
            <a:spLocks noGrp="1"/>
          </p:cNvSpPr>
          <p:nvPr/>
        </p:nvSpPr>
        <p:spPr>
          <a:xfrm>
            <a:off x="316912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1" name="F2_precision_recall_distributions_6425">
            <a:extLst>
              <a:ext uri="{FF2B5EF4-FFF2-40B4-BE49-F238E27FC236}">
                <a16:creationId xmlns:a16="http://schemas.microsoft.com/office/drawing/2014/main" id="{5A1FB695-9428-498C-BF78-8BB31A13F69F}"/>
              </a:ext>
            </a:extLst>
          </p:cNvPr>
          <p:cNvSpPr>
            <a:spLocks noGrp="1"/>
          </p:cNvSpPr>
          <p:nvPr/>
        </p:nvSpPr>
        <p:spPr>
          <a:xfrm>
            <a:off x="2920601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2" name="F2_precision_recall_distributions_6426">
            <a:extLst>
              <a:ext uri="{FF2B5EF4-FFF2-40B4-BE49-F238E27FC236}">
                <a16:creationId xmlns:a16="http://schemas.microsoft.com/office/drawing/2014/main" id="{106A4ACF-449E-4A51-BF70-9A044B7B7C9E}"/>
              </a:ext>
            </a:extLst>
          </p:cNvPr>
          <p:cNvSpPr>
            <a:spLocks noGrp="1"/>
          </p:cNvSpPr>
          <p:nvPr/>
        </p:nvSpPr>
        <p:spPr>
          <a:xfrm>
            <a:off x="315650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3" name="F2_precision_recall_distributions_6427">
            <a:extLst>
              <a:ext uri="{FF2B5EF4-FFF2-40B4-BE49-F238E27FC236}">
                <a16:creationId xmlns:a16="http://schemas.microsoft.com/office/drawing/2014/main" id="{A5D47B00-87C4-4259-8A7C-1780C8B197DC}"/>
              </a:ext>
            </a:extLst>
          </p:cNvPr>
          <p:cNvSpPr>
            <a:spLocks noGrp="1"/>
          </p:cNvSpPr>
          <p:nvPr/>
        </p:nvSpPr>
        <p:spPr>
          <a:xfrm>
            <a:off x="293877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4" name="F2_precision_recall_distributions_6428">
            <a:extLst>
              <a:ext uri="{FF2B5EF4-FFF2-40B4-BE49-F238E27FC236}">
                <a16:creationId xmlns:a16="http://schemas.microsoft.com/office/drawing/2014/main" id="{F2911546-EF6F-4F13-B261-3CFDCF33B757}"/>
              </a:ext>
            </a:extLst>
          </p:cNvPr>
          <p:cNvSpPr>
            <a:spLocks noGrp="1"/>
          </p:cNvSpPr>
          <p:nvPr/>
        </p:nvSpPr>
        <p:spPr>
          <a:xfrm>
            <a:off x="305040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5" name="F2_precision_recall_distributions_6429">
            <a:extLst>
              <a:ext uri="{FF2B5EF4-FFF2-40B4-BE49-F238E27FC236}">
                <a16:creationId xmlns:a16="http://schemas.microsoft.com/office/drawing/2014/main" id="{B4D09CB8-F89D-45DD-8DC7-3A6CBC12B860}"/>
              </a:ext>
            </a:extLst>
          </p:cNvPr>
          <p:cNvSpPr>
            <a:spLocks noGrp="1"/>
          </p:cNvSpPr>
          <p:nvPr/>
        </p:nvSpPr>
        <p:spPr>
          <a:xfrm>
            <a:off x="3127749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6" name="F2_precision_recall_distributions_6430">
            <a:extLst>
              <a:ext uri="{FF2B5EF4-FFF2-40B4-BE49-F238E27FC236}">
                <a16:creationId xmlns:a16="http://schemas.microsoft.com/office/drawing/2014/main" id="{8A523A1C-1189-4E75-8D92-3824405FE482}"/>
              </a:ext>
            </a:extLst>
          </p:cNvPr>
          <p:cNvSpPr>
            <a:spLocks noGrp="1"/>
          </p:cNvSpPr>
          <p:nvPr/>
        </p:nvSpPr>
        <p:spPr>
          <a:xfrm>
            <a:off x="292442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7" name="F2_precision_recall_distributions_6431">
            <a:extLst>
              <a:ext uri="{FF2B5EF4-FFF2-40B4-BE49-F238E27FC236}">
                <a16:creationId xmlns:a16="http://schemas.microsoft.com/office/drawing/2014/main" id="{453EBBC5-6B30-4109-A0A6-12FACF5AD330}"/>
              </a:ext>
            </a:extLst>
          </p:cNvPr>
          <p:cNvSpPr>
            <a:spLocks noGrp="1"/>
          </p:cNvSpPr>
          <p:nvPr/>
        </p:nvSpPr>
        <p:spPr>
          <a:xfrm>
            <a:off x="3076719" y="56547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8" name="F2_precision_recall_distributions_6432">
            <a:extLst>
              <a:ext uri="{FF2B5EF4-FFF2-40B4-BE49-F238E27FC236}">
                <a16:creationId xmlns:a16="http://schemas.microsoft.com/office/drawing/2014/main" id="{61AC9ADB-B3E1-4B76-9FC4-4610E27ED2DB}"/>
              </a:ext>
            </a:extLst>
          </p:cNvPr>
          <p:cNvSpPr>
            <a:spLocks noGrp="1"/>
          </p:cNvSpPr>
          <p:nvPr/>
        </p:nvSpPr>
        <p:spPr>
          <a:xfrm>
            <a:off x="2988025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9" name="F2_precision_recall_distributions_6433">
            <a:extLst>
              <a:ext uri="{FF2B5EF4-FFF2-40B4-BE49-F238E27FC236}">
                <a16:creationId xmlns:a16="http://schemas.microsoft.com/office/drawing/2014/main" id="{0E208FEE-4E50-4464-8FEA-F63FF0E80C52}"/>
              </a:ext>
            </a:extLst>
          </p:cNvPr>
          <p:cNvSpPr>
            <a:spLocks noGrp="1"/>
          </p:cNvSpPr>
          <p:nvPr/>
        </p:nvSpPr>
        <p:spPr>
          <a:xfrm>
            <a:off x="290716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0" name="F2_precision_recall_distributions_6434">
            <a:extLst>
              <a:ext uri="{FF2B5EF4-FFF2-40B4-BE49-F238E27FC236}">
                <a16:creationId xmlns:a16="http://schemas.microsoft.com/office/drawing/2014/main" id="{659B3DC1-8863-4C99-8A3D-B0D66ABCBE7D}"/>
              </a:ext>
            </a:extLst>
          </p:cNvPr>
          <p:cNvSpPr>
            <a:spLocks noGrp="1"/>
          </p:cNvSpPr>
          <p:nvPr/>
        </p:nvSpPr>
        <p:spPr>
          <a:xfrm>
            <a:off x="2834125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1" name="F2_precision_recall_distributions_6435">
            <a:extLst>
              <a:ext uri="{FF2B5EF4-FFF2-40B4-BE49-F238E27FC236}">
                <a16:creationId xmlns:a16="http://schemas.microsoft.com/office/drawing/2014/main" id="{378DA012-8A89-4402-9757-F01E6B521366}"/>
              </a:ext>
            </a:extLst>
          </p:cNvPr>
          <p:cNvSpPr>
            <a:spLocks noGrp="1"/>
          </p:cNvSpPr>
          <p:nvPr/>
        </p:nvSpPr>
        <p:spPr>
          <a:xfrm>
            <a:off x="318045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2" name="F2_precision_recall_distributions_6436">
            <a:extLst>
              <a:ext uri="{FF2B5EF4-FFF2-40B4-BE49-F238E27FC236}">
                <a16:creationId xmlns:a16="http://schemas.microsoft.com/office/drawing/2014/main" id="{A5FEB59C-5E7E-40C1-89FD-12DD37C81E27}"/>
              </a:ext>
            </a:extLst>
          </p:cNvPr>
          <p:cNvSpPr>
            <a:spLocks noGrp="1"/>
          </p:cNvSpPr>
          <p:nvPr/>
        </p:nvSpPr>
        <p:spPr>
          <a:xfrm>
            <a:off x="303129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3" name="F2_precision_recall_distributions_6437">
            <a:extLst>
              <a:ext uri="{FF2B5EF4-FFF2-40B4-BE49-F238E27FC236}">
                <a16:creationId xmlns:a16="http://schemas.microsoft.com/office/drawing/2014/main" id="{810DB7DC-A5EF-43A0-89F8-07952F078037}"/>
              </a:ext>
            </a:extLst>
          </p:cNvPr>
          <p:cNvSpPr>
            <a:spLocks noGrp="1"/>
          </p:cNvSpPr>
          <p:nvPr/>
        </p:nvSpPr>
        <p:spPr>
          <a:xfrm>
            <a:off x="312039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4" name="F2_precision_recall_distributions_6438">
            <a:extLst>
              <a:ext uri="{FF2B5EF4-FFF2-40B4-BE49-F238E27FC236}">
                <a16:creationId xmlns:a16="http://schemas.microsoft.com/office/drawing/2014/main" id="{CC4E6B26-B27F-4F4A-B015-E4F8AD0771AA}"/>
              </a:ext>
            </a:extLst>
          </p:cNvPr>
          <p:cNvSpPr>
            <a:spLocks noGrp="1"/>
          </p:cNvSpPr>
          <p:nvPr/>
        </p:nvSpPr>
        <p:spPr>
          <a:xfrm>
            <a:off x="308107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5" name="F2_precision_recall_distributions_6439">
            <a:extLst>
              <a:ext uri="{FF2B5EF4-FFF2-40B4-BE49-F238E27FC236}">
                <a16:creationId xmlns:a16="http://schemas.microsoft.com/office/drawing/2014/main" id="{02BDEC41-37E4-4504-81E0-468AD216FFC5}"/>
              </a:ext>
            </a:extLst>
          </p:cNvPr>
          <p:cNvSpPr>
            <a:spLocks noGrp="1"/>
          </p:cNvSpPr>
          <p:nvPr/>
        </p:nvSpPr>
        <p:spPr>
          <a:xfrm>
            <a:off x="311203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6" name="F2_precision_recall_distributions_6440">
            <a:extLst>
              <a:ext uri="{FF2B5EF4-FFF2-40B4-BE49-F238E27FC236}">
                <a16:creationId xmlns:a16="http://schemas.microsoft.com/office/drawing/2014/main" id="{E7783157-A773-459C-9B74-3F6613EDB405}"/>
              </a:ext>
            </a:extLst>
          </p:cNvPr>
          <p:cNvSpPr>
            <a:spLocks noGrp="1"/>
          </p:cNvSpPr>
          <p:nvPr/>
        </p:nvSpPr>
        <p:spPr>
          <a:xfrm>
            <a:off x="289321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7" name="F2_precision_recall_distributions_6441">
            <a:extLst>
              <a:ext uri="{FF2B5EF4-FFF2-40B4-BE49-F238E27FC236}">
                <a16:creationId xmlns:a16="http://schemas.microsoft.com/office/drawing/2014/main" id="{02CEC380-510C-4C66-9D98-46EE0ACD8F0D}"/>
              </a:ext>
            </a:extLst>
          </p:cNvPr>
          <p:cNvSpPr>
            <a:spLocks noGrp="1"/>
          </p:cNvSpPr>
          <p:nvPr/>
        </p:nvSpPr>
        <p:spPr>
          <a:xfrm>
            <a:off x="3011017" y="56295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8" name="F2_precision_recall_distributions_6442">
            <a:extLst>
              <a:ext uri="{FF2B5EF4-FFF2-40B4-BE49-F238E27FC236}">
                <a16:creationId xmlns:a16="http://schemas.microsoft.com/office/drawing/2014/main" id="{527FD84D-992B-48C4-9D16-260FDB5F13A7}"/>
              </a:ext>
            </a:extLst>
          </p:cNvPr>
          <p:cNvSpPr>
            <a:spLocks noGrp="1"/>
          </p:cNvSpPr>
          <p:nvPr/>
        </p:nvSpPr>
        <p:spPr>
          <a:xfrm>
            <a:off x="3131390" y="59376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9" name="F2_precision_recall_distributions_6443">
            <a:extLst>
              <a:ext uri="{FF2B5EF4-FFF2-40B4-BE49-F238E27FC236}">
                <a16:creationId xmlns:a16="http://schemas.microsoft.com/office/drawing/2014/main" id="{67DE7C19-1EFF-43C2-8C76-61FDA87F5F20}"/>
              </a:ext>
            </a:extLst>
          </p:cNvPr>
          <p:cNvSpPr>
            <a:spLocks noGrp="1"/>
          </p:cNvSpPr>
          <p:nvPr/>
        </p:nvSpPr>
        <p:spPr>
          <a:xfrm>
            <a:off x="317713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0" name="F2_precision_recall_distributions_6444">
            <a:extLst>
              <a:ext uri="{FF2B5EF4-FFF2-40B4-BE49-F238E27FC236}">
                <a16:creationId xmlns:a16="http://schemas.microsoft.com/office/drawing/2014/main" id="{8E9568D9-D8EC-4BE6-8501-8CA01213990C}"/>
              </a:ext>
            </a:extLst>
          </p:cNvPr>
          <p:cNvSpPr>
            <a:spLocks noGrp="1"/>
          </p:cNvSpPr>
          <p:nvPr/>
        </p:nvSpPr>
        <p:spPr>
          <a:xfrm>
            <a:off x="300919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1" name="F2_precision_recall_distributions_6445">
            <a:extLst>
              <a:ext uri="{FF2B5EF4-FFF2-40B4-BE49-F238E27FC236}">
                <a16:creationId xmlns:a16="http://schemas.microsoft.com/office/drawing/2014/main" id="{97FDA5AB-CE53-47D1-9643-4D788D87A294}"/>
              </a:ext>
            </a:extLst>
          </p:cNvPr>
          <p:cNvSpPr>
            <a:spLocks noGrp="1"/>
          </p:cNvSpPr>
          <p:nvPr/>
        </p:nvSpPr>
        <p:spPr>
          <a:xfrm>
            <a:off x="284392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2" name="F2_precision_recall_distributions_6446">
            <a:extLst>
              <a:ext uri="{FF2B5EF4-FFF2-40B4-BE49-F238E27FC236}">
                <a16:creationId xmlns:a16="http://schemas.microsoft.com/office/drawing/2014/main" id="{B4FC61E2-D6A9-4D57-960E-273622BD21E6}"/>
              </a:ext>
            </a:extLst>
          </p:cNvPr>
          <p:cNvSpPr>
            <a:spLocks noGrp="1"/>
          </p:cNvSpPr>
          <p:nvPr/>
        </p:nvSpPr>
        <p:spPr>
          <a:xfrm>
            <a:off x="305325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3" name="F2_precision_recall_distributions_6447">
            <a:extLst>
              <a:ext uri="{FF2B5EF4-FFF2-40B4-BE49-F238E27FC236}">
                <a16:creationId xmlns:a16="http://schemas.microsoft.com/office/drawing/2014/main" id="{48B4E985-4B69-46EB-8A24-EE9ECAD9219A}"/>
              </a:ext>
            </a:extLst>
          </p:cNvPr>
          <p:cNvSpPr>
            <a:spLocks noGrp="1"/>
          </p:cNvSpPr>
          <p:nvPr/>
        </p:nvSpPr>
        <p:spPr>
          <a:xfrm>
            <a:off x="282492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4" name="F2_precision_recall_distributions_6448">
            <a:extLst>
              <a:ext uri="{FF2B5EF4-FFF2-40B4-BE49-F238E27FC236}">
                <a16:creationId xmlns:a16="http://schemas.microsoft.com/office/drawing/2014/main" id="{DF9723C7-9BC2-4F2C-80FA-DF100E6A553F}"/>
              </a:ext>
            </a:extLst>
          </p:cNvPr>
          <p:cNvSpPr>
            <a:spLocks noGrp="1"/>
          </p:cNvSpPr>
          <p:nvPr/>
        </p:nvSpPr>
        <p:spPr>
          <a:xfrm>
            <a:off x="3076356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5" name="F2_precision_recall_distributions_6449">
            <a:extLst>
              <a:ext uri="{FF2B5EF4-FFF2-40B4-BE49-F238E27FC236}">
                <a16:creationId xmlns:a16="http://schemas.microsoft.com/office/drawing/2014/main" id="{BA105D7A-87EC-4B05-8D91-2B9B56892D07}"/>
              </a:ext>
            </a:extLst>
          </p:cNvPr>
          <p:cNvSpPr>
            <a:spLocks noGrp="1"/>
          </p:cNvSpPr>
          <p:nvPr/>
        </p:nvSpPr>
        <p:spPr>
          <a:xfrm>
            <a:off x="306836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6" name="F2_precision_recall_distributions_6450">
            <a:extLst>
              <a:ext uri="{FF2B5EF4-FFF2-40B4-BE49-F238E27FC236}">
                <a16:creationId xmlns:a16="http://schemas.microsoft.com/office/drawing/2014/main" id="{9E0817E2-A23A-4551-91A3-6D68FEAFBB2E}"/>
              </a:ext>
            </a:extLst>
          </p:cNvPr>
          <p:cNvSpPr>
            <a:spLocks noGrp="1"/>
          </p:cNvSpPr>
          <p:nvPr/>
        </p:nvSpPr>
        <p:spPr>
          <a:xfrm>
            <a:off x="303738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7" name="F2_precision_recall_distributions_6451">
            <a:extLst>
              <a:ext uri="{FF2B5EF4-FFF2-40B4-BE49-F238E27FC236}">
                <a16:creationId xmlns:a16="http://schemas.microsoft.com/office/drawing/2014/main" id="{969F299B-6B4B-43A7-98B7-56A705D37F64}"/>
              </a:ext>
            </a:extLst>
          </p:cNvPr>
          <p:cNvSpPr>
            <a:spLocks noGrp="1"/>
          </p:cNvSpPr>
          <p:nvPr/>
        </p:nvSpPr>
        <p:spPr>
          <a:xfrm>
            <a:off x="3116201" y="60141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8" name="F2_precision_recall_distributions_6452">
            <a:extLst>
              <a:ext uri="{FF2B5EF4-FFF2-40B4-BE49-F238E27FC236}">
                <a16:creationId xmlns:a16="http://schemas.microsoft.com/office/drawing/2014/main" id="{C5EA3DF1-4A88-4B7C-BB1B-14A4C6DD83F3}"/>
              </a:ext>
            </a:extLst>
          </p:cNvPr>
          <p:cNvSpPr>
            <a:spLocks noGrp="1"/>
          </p:cNvSpPr>
          <p:nvPr/>
        </p:nvSpPr>
        <p:spPr>
          <a:xfrm>
            <a:off x="2877018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9" name="F2_precision_recall_distributions_6453">
            <a:extLst>
              <a:ext uri="{FF2B5EF4-FFF2-40B4-BE49-F238E27FC236}">
                <a16:creationId xmlns:a16="http://schemas.microsoft.com/office/drawing/2014/main" id="{838AC2FE-F36C-4367-ACB8-70432D3F71E9}"/>
              </a:ext>
            </a:extLst>
          </p:cNvPr>
          <p:cNvSpPr>
            <a:spLocks noGrp="1"/>
          </p:cNvSpPr>
          <p:nvPr/>
        </p:nvSpPr>
        <p:spPr>
          <a:xfrm>
            <a:off x="2960965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0" name="F2_precision_recall_distributions_6454">
            <a:extLst>
              <a:ext uri="{FF2B5EF4-FFF2-40B4-BE49-F238E27FC236}">
                <a16:creationId xmlns:a16="http://schemas.microsoft.com/office/drawing/2014/main" id="{48C9CA9B-8229-4410-A715-6CCF379B89E7}"/>
              </a:ext>
            </a:extLst>
          </p:cNvPr>
          <p:cNvSpPr>
            <a:spLocks noGrp="1"/>
          </p:cNvSpPr>
          <p:nvPr/>
        </p:nvSpPr>
        <p:spPr>
          <a:xfrm>
            <a:off x="298120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1" name="F2_precision_recall_distributions_6455">
            <a:extLst>
              <a:ext uri="{FF2B5EF4-FFF2-40B4-BE49-F238E27FC236}">
                <a16:creationId xmlns:a16="http://schemas.microsoft.com/office/drawing/2014/main" id="{B79EE4AB-84EF-45B7-980D-5C85DBDA970C}"/>
              </a:ext>
            </a:extLst>
          </p:cNvPr>
          <p:cNvSpPr>
            <a:spLocks noGrp="1"/>
          </p:cNvSpPr>
          <p:nvPr/>
        </p:nvSpPr>
        <p:spPr>
          <a:xfrm>
            <a:off x="28184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2" name="F2_precision_recall_distributions_6456">
            <a:extLst>
              <a:ext uri="{FF2B5EF4-FFF2-40B4-BE49-F238E27FC236}">
                <a16:creationId xmlns:a16="http://schemas.microsoft.com/office/drawing/2014/main" id="{C47711A2-D253-4BB6-AB95-1F5CEC56D270}"/>
              </a:ext>
            </a:extLst>
          </p:cNvPr>
          <p:cNvSpPr>
            <a:spLocks noGrp="1"/>
          </p:cNvSpPr>
          <p:nvPr/>
        </p:nvSpPr>
        <p:spPr>
          <a:xfrm>
            <a:off x="288076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3" name="F2_precision_recall_distributions_6457">
            <a:extLst>
              <a:ext uri="{FF2B5EF4-FFF2-40B4-BE49-F238E27FC236}">
                <a16:creationId xmlns:a16="http://schemas.microsoft.com/office/drawing/2014/main" id="{72986890-6FBE-46CE-B466-5E8ABF8D9766}"/>
              </a:ext>
            </a:extLst>
          </p:cNvPr>
          <p:cNvSpPr>
            <a:spLocks noGrp="1"/>
          </p:cNvSpPr>
          <p:nvPr/>
        </p:nvSpPr>
        <p:spPr>
          <a:xfrm>
            <a:off x="2878828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4" name="F2_precision_recall_distributions_6458">
            <a:extLst>
              <a:ext uri="{FF2B5EF4-FFF2-40B4-BE49-F238E27FC236}">
                <a16:creationId xmlns:a16="http://schemas.microsoft.com/office/drawing/2014/main" id="{CBD2CF2C-DBDF-4121-A2F8-B913DA86DB69}"/>
              </a:ext>
            </a:extLst>
          </p:cNvPr>
          <p:cNvSpPr>
            <a:spLocks noGrp="1"/>
          </p:cNvSpPr>
          <p:nvPr/>
        </p:nvSpPr>
        <p:spPr>
          <a:xfrm>
            <a:off x="288992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5" name="F2_precision_recall_distributions_6459">
            <a:extLst>
              <a:ext uri="{FF2B5EF4-FFF2-40B4-BE49-F238E27FC236}">
                <a16:creationId xmlns:a16="http://schemas.microsoft.com/office/drawing/2014/main" id="{4FE10EAC-EC30-48CA-9849-4C553E5723C7}"/>
              </a:ext>
            </a:extLst>
          </p:cNvPr>
          <p:cNvSpPr>
            <a:spLocks noGrp="1"/>
          </p:cNvSpPr>
          <p:nvPr/>
        </p:nvSpPr>
        <p:spPr>
          <a:xfrm>
            <a:off x="3168896" y="59476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6" name="F2_precision_recall_distributions_6460">
            <a:extLst>
              <a:ext uri="{FF2B5EF4-FFF2-40B4-BE49-F238E27FC236}">
                <a16:creationId xmlns:a16="http://schemas.microsoft.com/office/drawing/2014/main" id="{31883905-55CB-4E71-BC58-39255750CF28}"/>
              </a:ext>
            </a:extLst>
          </p:cNvPr>
          <p:cNvSpPr>
            <a:spLocks noGrp="1"/>
          </p:cNvSpPr>
          <p:nvPr/>
        </p:nvSpPr>
        <p:spPr>
          <a:xfrm>
            <a:off x="2968077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7" name="F2_precision_recall_distributions_6461">
            <a:extLst>
              <a:ext uri="{FF2B5EF4-FFF2-40B4-BE49-F238E27FC236}">
                <a16:creationId xmlns:a16="http://schemas.microsoft.com/office/drawing/2014/main" id="{478181A8-8D2E-4680-B130-CC1934DCDA7F}"/>
              </a:ext>
            </a:extLst>
          </p:cNvPr>
          <p:cNvSpPr>
            <a:spLocks noGrp="1"/>
          </p:cNvSpPr>
          <p:nvPr/>
        </p:nvSpPr>
        <p:spPr>
          <a:xfrm>
            <a:off x="285359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8" name="F2_precision_recall_distributions_6462">
            <a:extLst>
              <a:ext uri="{FF2B5EF4-FFF2-40B4-BE49-F238E27FC236}">
                <a16:creationId xmlns:a16="http://schemas.microsoft.com/office/drawing/2014/main" id="{6A7B6842-9CAE-4F04-9C74-E1B9B3463DCB}"/>
              </a:ext>
            </a:extLst>
          </p:cNvPr>
          <p:cNvSpPr>
            <a:spLocks noGrp="1"/>
          </p:cNvSpPr>
          <p:nvPr/>
        </p:nvSpPr>
        <p:spPr>
          <a:xfrm>
            <a:off x="287033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9" name="F2_precision_recall_distributions_6463">
            <a:extLst>
              <a:ext uri="{FF2B5EF4-FFF2-40B4-BE49-F238E27FC236}">
                <a16:creationId xmlns:a16="http://schemas.microsoft.com/office/drawing/2014/main" id="{2004622A-224B-4F87-93B4-A869ADA7F7E0}"/>
              </a:ext>
            </a:extLst>
          </p:cNvPr>
          <p:cNvSpPr>
            <a:spLocks noGrp="1"/>
          </p:cNvSpPr>
          <p:nvPr/>
        </p:nvSpPr>
        <p:spPr>
          <a:xfrm>
            <a:off x="3035170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0" name="F2_precision_recall_distributions_6464">
            <a:extLst>
              <a:ext uri="{FF2B5EF4-FFF2-40B4-BE49-F238E27FC236}">
                <a16:creationId xmlns:a16="http://schemas.microsoft.com/office/drawing/2014/main" id="{CC75B615-6BE4-4942-9725-C04DC37A2738}"/>
              </a:ext>
            </a:extLst>
          </p:cNvPr>
          <p:cNvSpPr>
            <a:spLocks noGrp="1"/>
          </p:cNvSpPr>
          <p:nvPr/>
        </p:nvSpPr>
        <p:spPr>
          <a:xfrm>
            <a:off x="3165969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1" name="F2_precision_recall_distributions_6465">
            <a:extLst>
              <a:ext uri="{FF2B5EF4-FFF2-40B4-BE49-F238E27FC236}">
                <a16:creationId xmlns:a16="http://schemas.microsoft.com/office/drawing/2014/main" id="{4FD5336C-628A-4616-965F-1406BF86E2FA}"/>
              </a:ext>
            </a:extLst>
          </p:cNvPr>
          <p:cNvSpPr>
            <a:spLocks noGrp="1"/>
          </p:cNvSpPr>
          <p:nvPr/>
        </p:nvSpPr>
        <p:spPr>
          <a:xfrm>
            <a:off x="288159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2" name="F2_precision_recall_distributions_6466">
            <a:extLst>
              <a:ext uri="{FF2B5EF4-FFF2-40B4-BE49-F238E27FC236}">
                <a16:creationId xmlns:a16="http://schemas.microsoft.com/office/drawing/2014/main" id="{44BD8512-7295-4E4A-B288-65FE8C37D0B8}"/>
              </a:ext>
            </a:extLst>
          </p:cNvPr>
          <p:cNvSpPr>
            <a:spLocks noGrp="1"/>
          </p:cNvSpPr>
          <p:nvPr/>
        </p:nvSpPr>
        <p:spPr>
          <a:xfrm>
            <a:off x="2831004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3" name="F2_precision_recall_distributions_6467">
            <a:extLst>
              <a:ext uri="{FF2B5EF4-FFF2-40B4-BE49-F238E27FC236}">
                <a16:creationId xmlns:a16="http://schemas.microsoft.com/office/drawing/2014/main" id="{9C217E43-F891-482A-90D9-39524C9D9674}"/>
              </a:ext>
            </a:extLst>
          </p:cNvPr>
          <p:cNvSpPr>
            <a:spLocks noGrp="1"/>
          </p:cNvSpPr>
          <p:nvPr/>
        </p:nvSpPr>
        <p:spPr>
          <a:xfrm>
            <a:off x="282262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4" name="F2_precision_recall_distributions_6468">
            <a:extLst>
              <a:ext uri="{FF2B5EF4-FFF2-40B4-BE49-F238E27FC236}">
                <a16:creationId xmlns:a16="http://schemas.microsoft.com/office/drawing/2014/main" id="{C1E2B844-4C23-44C7-AE47-3B5F18192D4E}"/>
              </a:ext>
            </a:extLst>
          </p:cNvPr>
          <p:cNvSpPr>
            <a:spLocks noGrp="1"/>
          </p:cNvSpPr>
          <p:nvPr/>
        </p:nvSpPr>
        <p:spPr>
          <a:xfrm>
            <a:off x="3091435" y="59753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5" name="F2_precision_recall_distributions_6469">
            <a:extLst>
              <a:ext uri="{FF2B5EF4-FFF2-40B4-BE49-F238E27FC236}">
                <a16:creationId xmlns:a16="http://schemas.microsoft.com/office/drawing/2014/main" id="{FC46EFDD-88B1-48F4-9270-1C4A986690F7}"/>
              </a:ext>
            </a:extLst>
          </p:cNvPr>
          <p:cNvSpPr>
            <a:spLocks noGrp="1"/>
          </p:cNvSpPr>
          <p:nvPr/>
        </p:nvSpPr>
        <p:spPr>
          <a:xfrm>
            <a:off x="288819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6" name="F2_precision_recall_distributions_6470">
            <a:extLst>
              <a:ext uri="{FF2B5EF4-FFF2-40B4-BE49-F238E27FC236}">
                <a16:creationId xmlns:a16="http://schemas.microsoft.com/office/drawing/2014/main" id="{EB68A327-D518-499D-97E5-B0676D0ACACB}"/>
              </a:ext>
            </a:extLst>
          </p:cNvPr>
          <p:cNvSpPr>
            <a:spLocks noGrp="1"/>
          </p:cNvSpPr>
          <p:nvPr/>
        </p:nvSpPr>
        <p:spPr>
          <a:xfrm>
            <a:off x="316807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7" name="F2_precision_recall_distributions_6471">
            <a:extLst>
              <a:ext uri="{FF2B5EF4-FFF2-40B4-BE49-F238E27FC236}">
                <a16:creationId xmlns:a16="http://schemas.microsoft.com/office/drawing/2014/main" id="{51E789A8-1255-4C45-852F-B1D09AF45BEA}"/>
              </a:ext>
            </a:extLst>
          </p:cNvPr>
          <p:cNvSpPr>
            <a:spLocks noGrp="1"/>
          </p:cNvSpPr>
          <p:nvPr/>
        </p:nvSpPr>
        <p:spPr>
          <a:xfrm>
            <a:off x="318711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8" name="F2_precision_recall_distributions_6472">
            <a:extLst>
              <a:ext uri="{FF2B5EF4-FFF2-40B4-BE49-F238E27FC236}">
                <a16:creationId xmlns:a16="http://schemas.microsoft.com/office/drawing/2014/main" id="{AD4F2B7D-4822-4EFE-8F43-A0EB3F968D9C}"/>
              </a:ext>
            </a:extLst>
          </p:cNvPr>
          <p:cNvSpPr>
            <a:spLocks noGrp="1"/>
          </p:cNvSpPr>
          <p:nvPr/>
        </p:nvSpPr>
        <p:spPr>
          <a:xfrm>
            <a:off x="289846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9" name="F2_precision_recall_distributions_6473">
            <a:extLst>
              <a:ext uri="{FF2B5EF4-FFF2-40B4-BE49-F238E27FC236}">
                <a16:creationId xmlns:a16="http://schemas.microsoft.com/office/drawing/2014/main" id="{7F5380E0-91A1-40FF-841E-5EF00FF09225}"/>
              </a:ext>
            </a:extLst>
          </p:cNvPr>
          <p:cNvSpPr>
            <a:spLocks noGrp="1"/>
          </p:cNvSpPr>
          <p:nvPr/>
        </p:nvSpPr>
        <p:spPr>
          <a:xfrm>
            <a:off x="3138308" y="59178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0" name="F2_precision_recall_distributions_6474">
            <a:extLst>
              <a:ext uri="{FF2B5EF4-FFF2-40B4-BE49-F238E27FC236}">
                <a16:creationId xmlns:a16="http://schemas.microsoft.com/office/drawing/2014/main" id="{61F85A81-FE85-40C0-8A96-F04E72FD4FA8}"/>
              </a:ext>
            </a:extLst>
          </p:cNvPr>
          <p:cNvSpPr>
            <a:spLocks noGrp="1"/>
          </p:cNvSpPr>
          <p:nvPr/>
        </p:nvSpPr>
        <p:spPr>
          <a:xfrm>
            <a:off x="313758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1" name="F2_precision_recall_distributions_6475">
            <a:extLst>
              <a:ext uri="{FF2B5EF4-FFF2-40B4-BE49-F238E27FC236}">
                <a16:creationId xmlns:a16="http://schemas.microsoft.com/office/drawing/2014/main" id="{13C23EC2-7523-4A7F-BE2E-2E368062D8C9}"/>
              </a:ext>
            </a:extLst>
          </p:cNvPr>
          <p:cNvSpPr>
            <a:spLocks noGrp="1"/>
          </p:cNvSpPr>
          <p:nvPr/>
        </p:nvSpPr>
        <p:spPr>
          <a:xfrm>
            <a:off x="3102376" y="6277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2" name="F2_precision_recall_distributions_6476">
            <a:extLst>
              <a:ext uri="{FF2B5EF4-FFF2-40B4-BE49-F238E27FC236}">
                <a16:creationId xmlns:a16="http://schemas.microsoft.com/office/drawing/2014/main" id="{7D8803B9-AA97-4CAA-A2E2-D04A1338DB75}"/>
              </a:ext>
            </a:extLst>
          </p:cNvPr>
          <p:cNvSpPr>
            <a:spLocks noGrp="1"/>
          </p:cNvSpPr>
          <p:nvPr/>
        </p:nvSpPr>
        <p:spPr>
          <a:xfrm>
            <a:off x="296948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3" name="F2_precision_recall_distributions_6477">
            <a:extLst>
              <a:ext uri="{FF2B5EF4-FFF2-40B4-BE49-F238E27FC236}">
                <a16:creationId xmlns:a16="http://schemas.microsoft.com/office/drawing/2014/main" id="{5C1AE179-67E2-4659-83BA-B304498DF9FD}"/>
              </a:ext>
            </a:extLst>
          </p:cNvPr>
          <p:cNvSpPr>
            <a:spLocks noGrp="1"/>
          </p:cNvSpPr>
          <p:nvPr/>
        </p:nvSpPr>
        <p:spPr>
          <a:xfrm>
            <a:off x="297653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4" name="F2_precision_recall_distributions_6478">
            <a:extLst>
              <a:ext uri="{FF2B5EF4-FFF2-40B4-BE49-F238E27FC236}">
                <a16:creationId xmlns:a16="http://schemas.microsoft.com/office/drawing/2014/main" id="{025527F4-0F2F-4058-ACA6-9A2B524079A0}"/>
              </a:ext>
            </a:extLst>
          </p:cNvPr>
          <p:cNvSpPr>
            <a:spLocks noGrp="1"/>
          </p:cNvSpPr>
          <p:nvPr/>
        </p:nvSpPr>
        <p:spPr>
          <a:xfrm>
            <a:off x="2881909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5" name="F2_precision_recall_distributions_6479">
            <a:extLst>
              <a:ext uri="{FF2B5EF4-FFF2-40B4-BE49-F238E27FC236}">
                <a16:creationId xmlns:a16="http://schemas.microsoft.com/office/drawing/2014/main" id="{823A2CBB-5948-44B2-8973-0196BE5B4E72}"/>
              </a:ext>
            </a:extLst>
          </p:cNvPr>
          <p:cNvSpPr>
            <a:spLocks noGrp="1"/>
          </p:cNvSpPr>
          <p:nvPr/>
        </p:nvSpPr>
        <p:spPr>
          <a:xfrm>
            <a:off x="286833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6" name="F2_precision_recall_distributions_6480">
            <a:extLst>
              <a:ext uri="{FF2B5EF4-FFF2-40B4-BE49-F238E27FC236}">
                <a16:creationId xmlns:a16="http://schemas.microsoft.com/office/drawing/2014/main" id="{827DF17D-1566-4E08-860E-316BC728C8FB}"/>
              </a:ext>
            </a:extLst>
          </p:cNvPr>
          <p:cNvSpPr>
            <a:spLocks noGrp="1"/>
          </p:cNvSpPr>
          <p:nvPr/>
        </p:nvSpPr>
        <p:spPr>
          <a:xfrm>
            <a:off x="283525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7" name="F2_precision_recall_distributions_6481">
            <a:extLst>
              <a:ext uri="{FF2B5EF4-FFF2-40B4-BE49-F238E27FC236}">
                <a16:creationId xmlns:a16="http://schemas.microsoft.com/office/drawing/2014/main" id="{0CE5BA31-6454-4103-8412-760D232969B2}"/>
              </a:ext>
            </a:extLst>
          </p:cNvPr>
          <p:cNvSpPr>
            <a:spLocks noGrp="1"/>
          </p:cNvSpPr>
          <p:nvPr/>
        </p:nvSpPr>
        <p:spPr>
          <a:xfrm>
            <a:off x="287330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8" name="F2_precision_recall_distributions_6482">
            <a:extLst>
              <a:ext uri="{FF2B5EF4-FFF2-40B4-BE49-F238E27FC236}">
                <a16:creationId xmlns:a16="http://schemas.microsoft.com/office/drawing/2014/main" id="{2CC6451E-AC05-4F65-9E9B-C126A80BD7AD}"/>
              </a:ext>
            </a:extLst>
          </p:cNvPr>
          <p:cNvSpPr>
            <a:spLocks noGrp="1"/>
          </p:cNvSpPr>
          <p:nvPr/>
        </p:nvSpPr>
        <p:spPr>
          <a:xfrm>
            <a:off x="301282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9" name="F2_precision_recall_distributions_6483">
            <a:extLst>
              <a:ext uri="{FF2B5EF4-FFF2-40B4-BE49-F238E27FC236}">
                <a16:creationId xmlns:a16="http://schemas.microsoft.com/office/drawing/2014/main" id="{EC86F179-2E6F-4DB4-AFBF-06AA022E5090}"/>
              </a:ext>
            </a:extLst>
          </p:cNvPr>
          <p:cNvSpPr>
            <a:spLocks noGrp="1"/>
          </p:cNvSpPr>
          <p:nvPr/>
        </p:nvSpPr>
        <p:spPr>
          <a:xfrm>
            <a:off x="2828742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0" name="F2_precision_recall_distributions_6484">
            <a:extLst>
              <a:ext uri="{FF2B5EF4-FFF2-40B4-BE49-F238E27FC236}">
                <a16:creationId xmlns:a16="http://schemas.microsoft.com/office/drawing/2014/main" id="{51F16B7C-E35A-4AB6-A3B5-FA5A578E7638}"/>
              </a:ext>
            </a:extLst>
          </p:cNvPr>
          <p:cNvSpPr>
            <a:spLocks noGrp="1"/>
          </p:cNvSpPr>
          <p:nvPr/>
        </p:nvSpPr>
        <p:spPr>
          <a:xfrm>
            <a:off x="317139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1" name="F2_precision_recall_distributions_6485">
            <a:extLst>
              <a:ext uri="{FF2B5EF4-FFF2-40B4-BE49-F238E27FC236}">
                <a16:creationId xmlns:a16="http://schemas.microsoft.com/office/drawing/2014/main" id="{03E7E510-623B-4E39-9CB8-15271A9A5B76}"/>
              </a:ext>
            </a:extLst>
          </p:cNvPr>
          <p:cNvSpPr>
            <a:spLocks noGrp="1"/>
          </p:cNvSpPr>
          <p:nvPr/>
        </p:nvSpPr>
        <p:spPr>
          <a:xfrm>
            <a:off x="311919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2" name="F2_precision_recall_distributions_6486">
            <a:extLst>
              <a:ext uri="{FF2B5EF4-FFF2-40B4-BE49-F238E27FC236}">
                <a16:creationId xmlns:a16="http://schemas.microsoft.com/office/drawing/2014/main" id="{98FE9F64-B45A-408A-8C3F-5E165629843E}"/>
              </a:ext>
            </a:extLst>
          </p:cNvPr>
          <p:cNvSpPr>
            <a:spLocks noGrp="1"/>
          </p:cNvSpPr>
          <p:nvPr/>
        </p:nvSpPr>
        <p:spPr>
          <a:xfrm>
            <a:off x="2826410" y="63697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3" name="F2_precision_recall_distributions_6487">
            <a:extLst>
              <a:ext uri="{FF2B5EF4-FFF2-40B4-BE49-F238E27FC236}">
                <a16:creationId xmlns:a16="http://schemas.microsoft.com/office/drawing/2014/main" id="{56896F98-069C-4895-AC37-7099089C8175}"/>
              </a:ext>
            </a:extLst>
          </p:cNvPr>
          <p:cNvSpPr>
            <a:spLocks noGrp="1"/>
          </p:cNvSpPr>
          <p:nvPr/>
        </p:nvSpPr>
        <p:spPr>
          <a:xfrm>
            <a:off x="3121488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4" name="F2_precision_recall_distributions_6488">
            <a:extLst>
              <a:ext uri="{FF2B5EF4-FFF2-40B4-BE49-F238E27FC236}">
                <a16:creationId xmlns:a16="http://schemas.microsoft.com/office/drawing/2014/main" id="{13120ED8-BF07-45DD-B726-E5629D037626}"/>
              </a:ext>
            </a:extLst>
          </p:cNvPr>
          <p:cNvSpPr>
            <a:spLocks noGrp="1"/>
          </p:cNvSpPr>
          <p:nvPr/>
        </p:nvSpPr>
        <p:spPr>
          <a:xfrm>
            <a:off x="3060481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5" name="F2_precision_recall_distributions_6489">
            <a:extLst>
              <a:ext uri="{FF2B5EF4-FFF2-40B4-BE49-F238E27FC236}">
                <a16:creationId xmlns:a16="http://schemas.microsoft.com/office/drawing/2014/main" id="{102D45F5-5E7B-4225-BA96-F8651022EEFD}"/>
              </a:ext>
            </a:extLst>
          </p:cNvPr>
          <p:cNvSpPr>
            <a:spLocks noGrp="1"/>
          </p:cNvSpPr>
          <p:nvPr/>
        </p:nvSpPr>
        <p:spPr>
          <a:xfrm>
            <a:off x="3006515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6" name="F2_precision_recall_distributions_6490">
            <a:extLst>
              <a:ext uri="{FF2B5EF4-FFF2-40B4-BE49-F238E27FC236}">
                <a16:creationId xmlns:a16="http://schemas.microsoft.com/office/drawing/2014/main" id="{970AEF5F-B445-4358-8911-64CAACF432AA}"/>
              </a:ext>
            </a:extLst>
          </p:cNvPr>
          <p:cNvSpPr>
            <a:spLocks noGrp="1"/>
          </p:cNvSpPr>
          <p:nvPr/>
        </p:nvSpPr>
        <p:spPr>
          <a:xfrm>
            <a:off x="316611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7" name="F2_precision_recall_distributions_6491">
            <a:extLst>
              <a:ext uri="{FF2B5EF4-FFF2-40B4-BE49-F238E27FC236}">
                <a16:creationId xmlns:a16="http://schemas.microsoft.com/office/drawing/2014/main" id="{32E01B97-E598-4EA1-8A8B-AD42523CAB63}"/>
              </a:ext>
            </a:extLst>
          </p:cNvPr>
          <p:cNvSpPr>
            <a:spLocks noGrp="1"/>
          </p:cNvSpPr>
          <p:nvPr/>
        </p:nvSpPr>
        <p:spPr>
          <a:xfrm>
            <a:off x="2856092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8" name="F2_precision_recall_distributions_6492">
            <a:extLst>
              <a:ext uri="{FF2B5EF4-FFF2-40B4-BE49-F238E27FC236}">
                <a16:creationId xmlns:a16="http://schemas.microsoft.com/office/drawing/2014/main" id="{076CB557-6A33-4BBF-998C-046216B396CD}"/>
              </a:ext>
            </a:extLst>
          </p:cNvPr>
          <p:cNvSpPr>
            <a:spLocks noGrp="1"/>
          </p:cNvSpPr>
          <p:nvPr/>
        </p:nvSpPr>
        <p:spPr>
          <a:xfrm>
            <a:off x="2945487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9" name="F2_precision_recall_distributions_6493">
            <a:extLst>
              <a:ext uri="{FF2B5EF4-FFF2-40B4-BE49-F238E27FC236}">
                <a16:creationId xmlns:a16="http://schemas.microsoft.com/office/drawing/2014/main" id="{963DDD59-C6FC-4C50-A186-5988F85F4389}"/>
              </a:ext>
            </a:extLst>
          </p:cNvPr>
          <p:cNvSpPr>
            <a:spLocks noGrp="1"/>
          </p:cNvSpPr>
          <p:nvPr/>
        </p:nvSpPr>
        <p:spPr>
          <a:xfrm>
            <a:off x="281926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0" name="F2_precision_recall_distributions_6494">
            <a:extLst>
              <a:ext uri="{FF2B5EF4-FFF2-40B4-BE49-F238E27FC236}">
                <a16:creationId xmlns:a16="http://schemas.microsoft.com/office/drawing/2014/main" id="{3B2F03FB-C1B4-4569-8B14-BCB3DAB74D3B}"/>
              </a:ext>
            </a:extLst>
          </p:cNvPr>
          <p:cNvSpPr>
            <a:spLocks noGrp="1"/>
          </p:cNvSpPr>
          <p:nvPr/>
        </p:nvSpPr>
        <p:spPr>
          <a:xfrm>
            <a:off x="3138590" y="619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1" name="F2_precision_recall_distributions_6495">
            <a:extLst>
              <a:ext uri="{FF2B5EF4-FFF2-40B4-BE49-F238E27FC236}">
                <a16:creationId xmlns:a16="http://schemas.microsoft.com/office/drawing/2014/main" id="{FC2A0DED-D08F-45B6-9024-17679CF3F228}"/>
              </a:ext>
            </a:extLst>
          </p:cNvPr>
          <p:cNvSpPr>
            <a:spLocks noGrp="1"/>
          </p:cNvSpPr>
          <p:nvPr/>
        </p:nvSpPr>
        <p:spPr>
          <a:xfrm>
            <a:off x="300037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2" name="F2_precision_recall_distributions_6496">
            <a:extLst>
              <a:ext uri="{FF2B5EF4-FFF2-40B4-BE49-F238E27FC236}">
                <a16:creationId xmlns:a16="http://schemas.microsoft.com/office/drawing/2014/main" id="{FCCE451F-F978-44EF-9773-ECC2E0DF9A15}"/>
              </a:ext>
            </a:extLst>
          </p:cNvPr>
          <p:cNvSpPr>
            <a:spLocks noGrp="1"/>
          </p:cNvSpPr>
          <p:nvPr/>
        </p:nvSpPr>
        <p:spPr>
          <a:xfrm>
            <a:off x="311743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3" name="F2_precision_recall_distributions_6497">
            <a:extLst>
              <a:ext uri="{FF2B5EF4-FFF2-40B4-BE49-F238E27FC236}">
                <a16:creationId xmlns:a16="http://schemas.microsoft.com/office/drawing/2014/main" id="{7E69D305-A362-4A95-BDEC-82FACF238453}"/>
              </a:ext>
            </a:extLst>
          </p:cNvPr>
          <p:cNvSpPr>
            <a:spLocks noGrp="1"/>
          </p:cNvSpPr>
          <p:nvPr/>
        </p:nvSpPr>
        <p:spPr>
          <a:xfrm>
            <a:off x="310852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4" name="F2_precision_recall_distributions_6498">
            <a:extLst>
              <a:ext uri="{FF2B5EF4-FFF2-40B4-BE49-F238E27FC236}">
                <a16:creationId xmlns:a16="http://schemas.microsoft.com/office/drawing/2014/main" id="{141730F7-423B-420C-AA26-AE45BA60FBC3}"/>
              </a:ext>
            </a:extLst>
          </p:cNvPr>
          <p:cNvSpPr>
            <a:spLocks noGrp="1"/>
          </p:cNvSpPr>
          <p:nvPr/>
        </p:nvSpPr>
        <p:spPr>
          <a:xfrm>
            <a:off x="2843050" y="61516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5" name="F2_precision_recall_distributions_6499">
            <a:extLst>
              <a:ext uri="{FF2B5EF4-FFF2-40B4-BE49-F238E27FC236}">
                <a16:creationId xmlns:a16="http://schemas.microsoft.com/office/drawing/2014/main" id="{87E57D90-80C9-46BC-9029-B8D6CFA6E082}"/>
              </a:ext>
            </a:extLst>
          </p:cNvPr>
          <p:cNvSpPr>
            <a:spLocks noGrp="1"/>
          </p:cNvSpPr>
          <p:nvPr/>
        </p:nvSpPr>
        <p:spPr>
          <a:xfrm>
            <a:off x="317123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6" name="F2_precision_recall_distributions_6500">
            <a:extLst>
              <a:ext uri="{FF2B5EF4-FFF2-40B4-BE49-F238E27FC236}">
                <a16:creationId xmlns:a16="http://schemas.microsoft.com/office/drawing/2014/main" id="{2CE2306B-455E-499B-A6B8-D9B6215FBD82}"/>
              </a:ext>
            </a:extLst>
          </p:cNvPr>
          <p:cNvSpPr>
            <a:spLocks noGrp="1"/>
          </p:cNvSpPr>
          <p:nvPr/>
        </p:nvSpPr>
        <p:spPr>
          <a:xfrm>
            <a:off x="3067407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7" name="F2_precision_recall_distributions_6501">
            <a:extLst>
              <a:ext uri="{FF2B5EF4-FFF2-40B4-BE49-F238E27FC236}">
                <a16:creationId xmlns:a16="http://schemas.microsoft.com/office/drawing/2014/main" id="{952A217C-69D4-4811-8A02-62B06A9759FA}"/>
              </a:ext>
            </a:extLst>
          </p:cNvPr>
          <p:cNvSpPr>
            <a:spLocks noGrp="1"/>
          </p:cNvSpPr>
          <p:nvPr/>
        </p:nvSpPr>
        <p:spPr>
          <a:xfrm>
            <a:off x="2994839" y="56547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8" name="F2_precision_recall_distributions_6502">
            <a:extLst>
              <a:ext uri="{FF2B5EF4-FFF2-40B4-BE49-F238E27FC236}">
                <a16:creationId xmlns:a16="http://schemas.microsoft.com/office/drawing/2014/main" id="{DF955136-1D54-47B5-A48F-FCAF297571CE}"/>
              </a:ext>
            </a:extLst>
          </p:cNvPr>
          <p:cNvSpPr>
            <a:spLocks noGrp="1"/>
          </p:cNvSpPr>
          <p:nvPr/>
        </p:nvSpPr>
        <p:spPr>
          <a:xfrm>
            <a:off x="3019719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9" name="F2_precision_recall_distributions_6503">
            <a:extLst>
              <a:ext uri="{FF2B5EF4-FFF2-40B4-BE49-F238E27FC236}">
                <a16:creationId xmlns:a16="http://schemas.microsoft.com/office/drawing/2014/main" id="{A7FE35E6-1F20-4E29-900A-ED0E92C55974}"/>
              </a:ext>
            </a:extLst>
          </p:cNvPr>
          <p:cNvSpPr>
            <a:spLocks noGrp="1"/>
          </p:cNvSpPr>
          <p:nvPr/>
        </p:nvSpPr>
        <p:spPr>
          <a:xfrm>
            <a:off x="3124572" y="57678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0" name="F2_precision_recall_distributions_6504">
            <a:extLst>
              <a:ext uri="{FF2B5EF4-FFF2-40B4-BE49-F238E27FC236}">
                <a16:creationId xmlns:a16="http://schemas.microsoft.com/office/drawing/2014/main" id="{271C3228-0F40-46FA-9A54-F0D246EDAA1C}"/>
              </a:ext>
            </a:extLst>
          </p:cNvPr>
          <p:cNvSpPr>
            <a:spLocks noGrp="1"/>
          </p:cNvSpPr>
          <p:nvPr/>
        </p:nvSpPr>
        <p:spPr>
          <a:xfrm>
            <a:off x="288895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1" name="F2_precision_recall_distributions_6505">
            <a:extLst>
              <a:ext uri="{FF2B5EF4-FFF2-40B4-BE49-F238E27FC236}">
                <a16:creationId xmlns:a16="http://schemas.microsoft.com/office/drawing/2014/main" id="{0AED919C-BDA1-4C19-9B57-C1527015C6B2}"/>
              </a:ext>
            </a:extLst>
          </p:cNvPr>
          <p:cNvSpPr>
            <a:spLocks noGrp="1"/>
          </p:cNvSpPr>
          <p:nvPr/>
        </p:nvSpPr>
        <p:spPr>
          <a:xfrm>
            <a:off x="2979210" y="6277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2" name="F2_precision_recall_distributions_6506">
            <a:extLst>
              <a:ext uri="{FF2B5EF4-FFF2-40B4-BE49-F238E27FC236}">
                <a16:creationId xmlns:a16="http://schemas.microsoft.com/office/drawing/2014/main" id="{D564F952-B40C-4C4E-B9CC-223BA2137011}"/>
              </a:ext>
            </a:extLst>
          </p:cNvPr>
          <p:cNvSpPr>
            <a:spLocks noGrp="1"/>
          </p:cNvSpPr>
          <p:nvPr/>
        </p:nvSpPr>
        <p:spPr>
          <a:xfrm>
            <a:off x="316402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3" name="F2_precision_recall_distributions_6507">
            <a:extLst>
              <a:ext uri="{FF2B5EF4-FFF2-40B4-BE49-F238E27FC236}">
                <a16:creationId xmlns:a16="http://schemas.microsoft.com/office/drawing/2014/main" id="{38D7858F-18B1-4984-BA38-60FF86B3F510}"/>
              </a:ext>
            </a:extLst>
          </p:cNvPr>
          <p:cNvSpPr>
            <a:spLocks noGrp="1"/>
          </p:cNvSpPr>
          <p:nvPr/>
        </p:nvSpPr>
        <p:spPr>
          <a:xfrm>
            <a:off x="2859763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4" name="F2_precision_recall_distributions_6508">
            <a:extLst>
              <a:ext uri="{FF2B5EF4-FFF2-40B4-BE49-F238E27FC236}">
                <a16:creationId xmlns:a16="http://schemas.microsoft.com/office/drawing/2014/main" id="{029ECA96-7374-43C3-A8FB-08FFC6435A36}"/>
              </a:ext>
            </a:extLst>
          </p:cNvPr>
          <p:cNvSpPr>
            <a:spLocks noGrp="1"/>
          </p:cNvSpPr>
          <p:nvPr/>
        </p:nvSpPr>
        <p:spPr>
          <a:xfrm>
            <a:off x="298297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5" name="F2_precision_recall_distributions_6509">
            <a:extLst>
              <a:ext uri="{FF2B5EF4-FFF2-40B4-BE49-F238E27FC236}">
                <a16:creationId xmlns:a16="http://schemas.microsoft.com/office/drawing/2014/main" id="{D3FBCBD9-6E1D-4402-A7BB-9E29A7DB92A3}"/>
              </a:ext>
            </a:extLst>
          </p:cNvPr>
          <p:cNvSpPr>
            <a:spLocks noGrp="1"/>
          </p:cNvSpPr>
          <p:nvPr/>
        </p:nvSpPr>
        <p:spPr>
          <a:xfrm>
            <a:off x="318572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6" name="F2_precision_recall_distributions_6510">
            <a:extLst>
              <a:ext uri="{FF2B5EF4-FFF2-40B4-BE49-F238E27FC236}">
                <a16:creationId xmlns:a16="http://schemas.microsoft.com/office/drawing/2014/main" id="{56119C74-51E6-4FA4-B65A-EE21D171956F}"/>
              </a:ext>
            </a:extLst>
          </p:cNvPr>
          <p:cNvSpPr>
            <a:spLocks noGrp="1"/>
          </p:cNvSpPr>
          <p:nvPr/>
        </p:nvSpPr>
        <p:spPr>
          <a:xfrm>
            <a:off x="3123192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7" name="F2_precision_recall_distributions_6511">
            <a:extLst>
              <a:ext uri="{FF2B5EF4-FFF2-40B4-BE49-F238E27FC236}">
                <a16:creationId xmlns:a16="http://schemas.microsoft.com/office/drawing/2014/main" id="{C2BF23A2-5DA2-4776-A8DD-61B3601E8FDD}"/>
              </a:ext>
            </a:extLst>
          </p:cNvPr>
          <p:cNvSpPr>
            <a:spLocks noGrp="1"/>
          </p:cNvSpPr>
          <p:nvPr/>
        </p:nvSpPr>
        <p:spPr>
          <a:xfrm>
            <a:off x="2953621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8" name="F2_precision_recall_distributions_6512">
            <a:extLst>
              <a:ext uri="{FF2B5EF4-FFF2-40B4-BE49-F238E27FC236}">
                <a16:creationId xmlns:a16="http://schemas.microsoft.com/office/drawing/2014/main" id="{FE4C2FE2-6639-4DDD-80CD-98DCCA60A080}"/>
              </a:ext>
            </a:extLst>
          </p:cNvPr>
          <p:cNvSpPr>
            <a:spLocks noGrp="1"/>
          </p:cNvSpPr>
          <p:nvPr/>
        </p:nvSpPr>
        <p:spPr>
          <a:xfrm>
            <a:off x="3013494" y="62043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9" name="F2_precision_recall_distributions_6513">
            <a:extLst>
              <a:ext uri="{FF2B5EF4-FFF2-40B4-BE49-F238E27FC236}">
                <a16:creationId xmlns:a16="http://schemas.microsoft.com/office/drawing/2014/main" id="{A1E0FA9E-C5C3-4CDB-8DFC-C977E94D6588}"/>
              </a:ext>
            </a:extLst>
          </p:cNvPr>
          <p:cNvSpPr>
            <a:spLocks noGrp="1"/>
          </p:cNvSpPr>
          <p:nvPr/>
        </p:nvSpPr>
        <p:spPr>
          <a:xfrm>
            <a:off x="2845563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0" name="F2_precision_recall_distributions_6514">
            <a:extLst>
              <a:ext uri="{FF2B5EF4-FFF2-40B4-BE49-F238E27FC236}">
                <a16:creationId xmlns:a16="http://schemas.microsoft.com/office/drawing/2014/main" id="{22A5944B-52EA-4E2E-96FA-E9BE45CE03CC}"/>
              </a:ext>
            </a:extLst>
          </p:cNvPr>
          <p:cNvSpPr>
            <a:spLocks noGrp="1"/>
          </p:cNvSpPr>
          <p:nvPr/>
        </p:nvSpPr>
        <p:spPr>
          <a:xfrm>
            <a:off x="2845934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1" name="F2_precision_recall_distributions_6515">
            <a:extLst>
              <a:ext uri="{FF2B5EF4-FFF2-40B4-BE49-F238E27FC236}">
                <a16:creationId xmlns:a16="http://schemas.microsoft.com/office/drawing/2014/main" id="{4696AEA3-48F6-491C-B034-8DDE9ED10B84}"/>
              </a:ext>
            </a:extLst>
          </p:cNvPr>
          <p:cNvSpPr>
            <a:spLocks noGrp="1"/>
          </p:cNvSpPr>
          <p:nvPr/>
        </p:nvSpPr>
        <p:spPr>
          <a:xfrm>
            <a:off x="292468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2" name="F2_precision_recall_distributions_6516">
            <a:extLst>
              <a:ext uri="{FF2B5EF4-FFF2-40B4-BE49-F238E27FC236}">
                <a16:creationId xmlns:a16="http://schemas.microsoft.com/office/drawing/2014/main" id="{C6FD23CB-B3AA-4304-9CC9-E614C0BA4BB0}"/>
              </a:ext>
            </a:extLst>
          </p:cNvPr>
          <p:cNvSpPr>
            <a:spLocks noGrp="1"/>
          </p:cNvSpPr>
          <p:nvPr/>
        </p:nvSpPr>
        <p:spPr>
          <a:xfrm>
            <a:off x="3049718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3" name="F2_precision_recall_distributions_6517">
            <a:extLst>
              <a:ext uri="{FF2B5EF4-FFF2-40B4-BE49-F238E27FC236}">
                <a16:creationId xmlns:a16="http://schemas.microsoft.com/office/drawing/2014/main" id="{A6114C6D-E2C8-48C7-9BC8-5667D8422E33}"/>
              </a:ext>
            </a:extLst>
          </p:cNvPr>
          <p:cNvSpPr>
            <a:spLocks noGrp="1"/>
          </p:cNvSpPr>
          <p:nvPr/>
        </p:nvSpPr>
        <p:spPr>
          <a:xfrm>
            <a:off x="2972755" y="58103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4" name="F2_precision_recall_distributions_6518">
            <a:extLst>
              <a:ext uri="{FF2B5EF4-FFF2-40B4-BE49-F238E27FC236}">
                <a16:creationId xmlns:a16="http://schemas.microsoft.com/office/drawing/2014/main" id="{8D608F31-FAAE-4E72-B067-A0E1402AF94F}"/>
              </a:ext>
            </a:extLst>
          </p:cNvPr>
          <p:cNvSpPr>
            <a:spLocks noGrp="1"/>
          </p:cNvSpPr>
          <p:nvPr/>
        </p:nvSpPr>
        <p:spPr>
          <a:xfrm>
            <a:off x="2857507" y="61473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5" name="F2_precision_recall_distributions_6519">
            <a:extLst>
              <a:ext uri="{FF2B5EF4-FFF2-40B4-BE49-F238E27FC236}">
                <a16:creationId xmlns:a16="http://schemas.microsoft.com/office/drawing/2014/main" id="{3AE5E545-DDDC-4600-BC68-A5FFD66214B4}"/>
              </a:ext>
            </a:extLst>
          </p:cNvPr>
          <p:cNvSpPr>
            <a:spLocks noGrp="1"/>
          </p:cNvSpPr>
          <p:nvPr/>
        </p:nvSpPr>
        <p:spPr>
          <a:xfrm>
            <a:off x="301375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6" name="F2_precision_recall_distributions_6520">
            <a:extLst>
              <a:ext uri="{FF2B5EF4-FFF2-40B4-BE49-F238E27FC236}">
                <a16:creationId xmlns:a16="http://schemas.microsoft.com/office/drawing/2014/main" id="{2842A3B4-F639-4FA5-9289-A21FAD698412}"/>
              </a:ext>
            </a:extLst>
          </p:cNvPr>
          <p:cNvSpPr>
            <a:spLocks noGrp="1"/>
          </p:cNvSpPr>
          <p:nvPr/>
        </p:nvSpPr>
        <p:spPr>
          <a:xfrm>
            <a:off x="2825008" y="60831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7" name="F2_precision_recall_distributions_6521">
            <a:extLst>
              <a:ext uri="{FF2B5EF4-FFF2-40B4-BE49-F238E27FC236}">
                <a16:creationId xmlns:a16="http://schemas.microsoft.com/office/drawing/2014/main" id="{0FB287F3-D46F-4EB3-8D08-FEEA10ECEB63}"/>
              </a:ext>
            </a:extLst>
          </p:cNvPr>
          <p:cNvSpPr>
            <a:spLocks noGrp="1"/>
          </p:cNvSpPr>
          <p:nvPr/>
        </p:nvSpPr>
        <p:spPr>
          <a:xfrm>
            <a:off x="3046475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8" name="F2_precision_recall_distributions_6522">
            <a:extLst>
              <a:ext uri="{FF2B5EF4-FFF2-40B4-BE49-F238E27FC236}">
                <a16:creationId xmlns:a16="http://schemas.microsoft.com/office/drawing/2014/main" id="{CA776B0A-838E-4D4D-9CFE-F7D2AFA2AA4D}"/>
              </a:ext>
            </a:extLst>
          </p:cNvPr>
          <p:cNvSpPr>
            <a:spLocks noGrp="1"/>
          </p:cNvSpPr>
          <p:nvPr/>
        </p:nvSpPr>
        <p:spPr>
          <a:xfrm>
            <a:off x="2852216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9" name="F2_precision_recall_distributions_6523">
            <a:extLst>
              <a:ext uri="{FF2B5EF4-FFF2-40B4-BE49-F238E27FC236}">
                <a16:creationId xmlns:a16="http://schemas.microsoft.com/office/drawing/2014/main" id="{3A0ABED4-9FA6-46DB-8EF6-ADBAD7C58680}"/>
              </a:ext>
            </a:extLst>
          </p:cNvPr>
          <p:cNvSpPr>
            <a:spLocks noGrp="1"/>
          </p:cNvSpPr>
          <p:nvPr/>
        </p:nvSpPr>
        <p:spPr>
          <a:xfrm>
            <a:off x="298649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0" name="F2_precision_recall_distributions_6524">
            <a:extLst>
              <a:ext uri="{FF2B5EF4-FFF2-40B4-BE49-F238E27FC236}">
                <a16:creationId xmlns:a16="http://schemas.microsoft.com/office/drawing/2014/main" id="{2AE27B2A-E50E-45AF-9A52-62BBD09A6F69}"/>
              </a:ext>
            </a:extLst>
          </p:cNvPr>
          <p:cNvSpPr>
            <a:spLocks noGrp="1"/>
          </p:cNvSpPr>
          <p:nvPr/>
        </p:nvSpPr>
        <p:spPr>
          <a:xfrm>
            <a:off x="299271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1" name="F2_precision_recall_distributions_6525">
            <a:extLst>
              <a:ext uri="{FF2B5EF4-FFF2-40B4-BE49-F238E27FC236}">
                <a16:creationId xmlns:a16="http://schemas.microsoft.com/office/drawing/2014/main" id="{129D19E7-D2BC-4281-8CFE-45F4EF631649}"/>
              </a:ext>
            </a:extLst>
          </p:cNvPr>
          <p:cNvSpPr>
            <a:spLocks noGrp="1"/>
          </p:cNvSpPr>
          <p:nvPr/>
        </p:nvSpPr>
        <p:spPr>
          <a:xfrm>
            <a:off x="2961254" y="57193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2" name="F2_precision_recall_distributions_6526">
            <a:extLst>
              <a:ext uri="{FF2B5EF4-FFF2-40B4-BE49-F238E27FC236}">
                <a16:creationId xmlns:a16="http://schemas.microsoft.com/office/drawing/2014/main" id="{97B591E2-43EC-4003-91D2-A2C640DB327C}"/>
              </a:ext>
            </a:extLst>
          </p:cNvPr>
          <p:cNvSpPr>
            <a:spLocks noGrp="1"/>
          </p:cNvSpPr>
          <p:nvPr/>
        </p:nvSpPr>
        <p:spPr>
          <a:xfrm>
            <a:off x="291080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3" name="F2_precision_recall_distributions_6527">
            <a:extLst>
              <a:ext uri="{FF2B5EF4-FFF2-40B4-BE49-F238E27FC236}">
                <a16:creationId xmlns:a16="http://schemas.microsoft.com/office/drawing/2014/main" id="{97EC02DE-D8DB-451E-904D-8296B4FFE3D5}"/>
              </a:ext>
            </a:extLst>
          </p:cNvPr>
          <p:cNvSpPr>
            <a:spLocks noGrp="1"/>
          </p:cNvSpPr>
          <p:nvPr/>
        </p:nvSpPr>
        <p:spPr>
          <a:xfrm>
            <a:off x="310345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4" name="F2_precision_recall_distributions_6528">
            <a:extLst>
              <a:ext uri="{FF2B5EF4-FFF2-40B4-BE49-F238E27FC236}">
                <a16:creationId xmlns:a16="http://schemas.microsoft.com/office/drawing/2014/main" id="{31260E00-2B3A-481D-AE7D-10DF0DF13896}"/>
              </a:ext>
            </a:extLst>
          </p:cNvPr>
          <p:cNvSpPr>
            <a:spLocks noGrp="1"/>
          </p:cNvSpPr>
          <p:nvPr/>
        </p:nvSpPr>
        <p:spPr>
          <a:xfrm>
            <a:off x="2959814" y="63142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5" name="F2_precision_recall_distributions_6529">
            <a:extLst>
              <a:ext uri="{FF2B5EF4-FFF2-40B4-BE49-F238E27FC236}">
                <a16:creationId xmlns:a16="http://schemas.microsoft.com/office/drawing/2014/main" id="{81C1276B-CA33-482F-870B-A45C9ADACD68}"/>
              </a:ext>
            </a:extLst>
          </p:cNvPr>
          <p:cNvSpPr>
            <a:spLocks noGrp="1"/>
          </p:cNvSpPr>
          <p:nvPr/>
        </p:nvSpPr>
        <p:spPr>
          <a:xfrm>
            <a:off x="310822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6" name="F2_precision_recall_distributions_6530">
            <a:extLst>
              <a:ext uri="{FF2B5EF4-FFF2-40B4-BE49-F238E27FC236}">
                <a16:creationId xmlns:a16="http://schemas.microsoft.com/office/drawing/2014/main" id="{E20A5299-AABF-415F-B1FD-754BEA66D11F}"/>
              </a:ext>
            </a:extLst>
          </p:cNvPr>
          <p:cNvSpPr>
            <a:spLocks noGrp="1"/>
          </p:cNvSpPr>
          <p:nvPr/>
        </p:nvSpPr>
        <p:spPr>
          <a:xfrm>
            <a:off x="302875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7" name="F2_precision_recall_distributions_6531">
            <a:extLst>
              <a:ext uri="{FF2B5EF4-FFF2-40B4-BE49-F238E27FC236}">
                <a16:creationId xmlns:a16="http://schemas.microsoft.com/office/drawing/2014/main" id="{34490871-5C7C-4778-B610-D052344713E7}"/>
              </a:ext>
            </a:extLst>
          </p:cNvPr>
          <p:cNvSpPr>
            <a:spLocks noGrp="1"/>
          </p:cNvSpPr>
          <p:nvPr/>
        </p:nvSpPr>
        <p:spPr>
          <a:xfrm>
            <a:off x="3842873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438" y="842186"/>
                </a:lnTo>
                <a:lnTo>
                  <a:pt x="21225" y="835606"/>
                </a:lnTo>
                <a:lnTo>
                  <a:pt x="45866" y="829027"/>
                </a:lnTo>
                <a:lnTo>
                  <a:pt x="77133" y="822447"/>
                </a:lnTo>
                <a:lnTo>
                  <a:pt x="112394" y="815868"/>
                </a:lnTo>
                <a:lnTo>
                  <a:pt x="148980" y="809288"/>
                </a:lnTo>
                <a:lnTo>
                  <a:pt x="184507" y="802708"/>
                </a:lnTo>
                <a:lnTo>
                  <a:pt x="217110" y="796129"/>
                </a:lnTo>
                <a:lnTo>
                  <a:pt x="245557" y="789549"/>
                </a:lnTo>
                <a:lnTo>
                  <a:pt x="269255" y="782970"/>
                </a:lnTo>
                <a:lnTo>
                  <a:pt x="288157" y="776390"/>
                </a:lnTo>
                <a:lnTo>
                  <a:pt x="302627" y="769811"/>
                </a:lnTo>
                <a:lnTo>
                  <a:pt x="313278" y="763231"/>
                </a:lnTo>
                <a:lnTo>
                  <a:pt x="320830" y="756651"/>
                </a:lnTo>
                <a:lnTo>
                  <a:pt x="326001" y="750072"/>
                </a:lnTo>
                <a:lnTo>
                  <a:pt x="329432" y="743492"/>
                </a:lnTo>
                <a:lnTo>
                  <a:pt x="331654" y="736913"/>
                </a:lnTo>
                <a:lnTo>
                  <a:pt x="333074" y="730333"/>
                </a:lnTo>
                <a:lnTo>
                  <a:pt x="333988" y="723754"/>
                </a:lnTo>
                <a:lnTo>
                  <a:pt x="334602" y="717174"/>
                </a:lnTo>
                <a:lnTo>
                  <a:pt x="335044" y="710594"/>
                </a:lnTo>
                <a:lnTo>
                  <a:pt x="335396" y="704015"/>
                </a:lnTo>
                <a:lnTo>
                  <a:pt x="335700" y="697435"/>
                </a:lnTo>
                <a:lnTo>
                  <a:pt x="335978" y="690856"/>
                </a:lnTo>
                <a:lnTo>
                  <a:pt x="336236" y="684276"/>
                </a:lnTo>
                <a:lnTo>
                  <a:pt x="336474" y="677697"/>
                </a:lnTo>
                <a:lnTo>
                  <a:pt x="336689" y="671117"/>
                </a:lnTo>
                <a:lnTo>
                  <a:pt x="336879" y="664537"/>
                </a:lnTo>
                <a:lnTo>
                  <a:pt x="337040" y="657958"/>
                </a:lnTo>
                <a:lnTo>
                  <a:pt x="337174" y="651378"/>
                </a:lnTo>
                <a:lnTo>
                  <a:pt x="337280" y="644799"/>
                </a:lnTo>
                <a:lnTo>
                  <a:pt x="337361" y="638219"/>
                </a:lnTo>
                <a:lnTo>
                  <a:pt x="337422" y="631639"/>
                </a:lnTo>
                <a:lnTo>
                  <a:pt x="337466" y="625060"/>
                </a:lnTo>
                <a:lnTo>
                  <a:pt x="337496" y="618480"/>
                </a:lnTo>
                <a:lnTo>
                  <a:pt x="337516" y="611901"/>
                </a:lnTo>
                <a:lnTo>
                  <a:pt x="337529" y="605321"/>
                </a:lnTo>
                <a:lnTo>
                  <a:pt x="337537" y="598742"/>
                </a:lnTo>
                <a:lnTo>
                  <a:pt x="337542" y="592162"/>
                </a:lnTo>
                <a:lnTo>
                  <a:pt x="337545" y="585582"/>
                </a:lnTo>
                <a:lnTo>
                  <a:pt x="337546" y="579003"/>
                </a:lnTo>
                <a:lnTo>
                  <a:pt x="337547" y="572423"/>
                </a:lnTo>
                <a:lnTo>
                  <a:pt x="337548" y="565844"/>
                </a:lnTo>
                <a:lnTo>
                  <a:pt x="337548" y="559264"/>
                </a:lnTo>
                <a:lnTo>
                  <a:pt x="337548" y="552685"/>
                </a:lnTo>
                <a:lnTo>
                  <a:pt x="337548" y="546105"/>
                </a:lnTo>
                <a:lnTo>
                  <a:pt x="337548" y="539525"/>
                </a:lnTo>
                <a:lnTo>
                  <a:pt x="337548" y="532946"/>
                </a:lnTo>
                <a:lnTo>
                  <a:pt x="337548" y="526366"/>
                </a:lnTo>
                <a:lnTo>
                  <a:pt x="337548" y="519787"/>
                </a:lnTo>
                <a:lnTo>
                  <a:pt x="337548" y="513207"/>
                </a:lnTo>
                <a:lnTo>
                  <a:pt x="337548" y="506627"/>
                </a:lnTo>
                <a:lnTo>
                  <a:pt x="337548" y="500048"/>
                </a:lnTo>
                <a:lnTo>
                  <a:pt x="337548" y="493468"/>
                </a:lnTo>
                <a:lnTo>
                  <a:pt x="337548" y="486889"/>
                </a:lnTo>
                <a:lnTo>
                  <a:pt x="337548" y="480309"/>
                </a:lnTo>
                <a:lnTo>
                  <a:pt x="337548" y="473730"/>
                </a:lnTo>
                <a:lnTo>
                  <a:pt x="337548" y="467150"/>
                </a:lnTo>
                <a:lnTo>
                  <a:pt x="337548" y="460570"/>
                </a:lnTo>
                <a:lnTo>
                  <a:pt x="337548" y="453991"/>
                </a:lnTo>
                <a:lnTo>
                  <a:pt x="337548" y="447411"/>
                </a:lnTo>
                <a:lnTo>
                  <a:pt x="337548" y="440832"/>
                </a:lnTo>
                <a:lnTo>
                  <a:pt x="337548" y="434252"/>
                </a:lnTo>
                <a:lnTo>
                  <a:pt x="337548" y="427673"/>
                </a:lnTo>
                <a:lnTo>
                  <a:pt x="337548" y="421093"/>
                </a:lnTo>
                <a:lnTo>
                  <a:pt x="337548" y="414513"/>
                </a:lnTo>
                <a:lnTo>
                  <a:pt x="337548" y="407934"/>
                </a:lnTo>
                <a:lnTo>
                  <a:pt x="337548" y="401354"/>
                </a:lnTo>
                <a:lnTo>
                  <a:pt x="337548" y="394775"/>
                </a:lnTo>
                <a:lnTo>
                  <a:pt x="337548" y="388195"/>
                </a:lnTo>
                <a:lnTo>
                  <a:pt x="337548" y="381616"/>
                </a:lnTo>
                <a:lnTo>
                  <a:pt x="337548" y="375036"/>
                </a:lnTo>
                <a:lnTo>
                  <a:pt x="337548" y="368456"/>
                </a:lnTo>
                <a:lnTo>
                  <a:pt x="337548" y="361877"/>
                </a:lnTo>
                <a:lnTo>
                  <a:pt x="337548" y="355297"/>
                </a:lnTo>
                <a:lnTo>
                  <a:pt x="337548" y="348718"/>
                </a:lnTo>
                <a:lnTo>
                  <a:pt x="337548" y="342138"/>
                </a:lnTo>
                <a:lnTo>
                  <a:pt x="337548" y="335558"/>
                </a:lnTo>
                <a:lnTo>
                  <a:pt x="337548" y="328979"/>
                </a:lnTo>
                <a:lnTo>
                  <a:pt x="337548" y="322399"/>
                </a:lnTo>
                <a:lnTo>
                  <a:pt x="337548" y="315820"/>
                </a:lnTo>
                <a:lnTo>
                  <a:pt x="337548" y="309240"/>
                </a:lnTo>
                <a:lnTo>
                  <a:pt x="337548" y="302661"/>
                </a:lnTo>
                <a:lnTo>
                  <a:pt x="337548" y="296081"/>
                </a:lnTo>
                <a:lnTo>
                  <a:pt x="337548" y="289501"/>
                </a:lnTo>
                <a:lnTo>
                  <a:pt x="337548" y="282922"/>
                </a:lnTo>
                <a:lnTo>
                  <a:pt x="337548" y="276342"/>
                </a:lnTo>
                <a:lnTo>
                  <a:pt x="337548" y="269763"/>
                </a:lnTo>
                <a:lnTo>
                  <a:pt x="337548" y="263183"/>
                </a:lnTo>
                <a:lnTo>
                  <a:pt x="337548" y="256604"/>
                </a:lnTo>
                <a:lnTo>
                  <a:pt x="337548" y="250024"/>
                </a:lnTo>
                <a:lnTo>
                  <a:pt x="337548" y="243444"/>
                </a:lnTo>
                <a:lnTo>
                  <a:pt x="337548" y="236865"/>
                </a:lnTo>
                <a:lnTo>
                  <a:pt x="337548" y="230285"/>
                </a:lnTo>
                <a:lnTo>
                  <a:pt x="337548" y="223706"/>
                </a:lnTo>
                <a:lnTo>
                  <a:pt x="337548" y="217126"/>
                </a:lnTo>
                <a:lnTo>
                  <a:pt x="337548" y="210546"/>
                </a:lnTo>
                <a:lnTo>
                  <a:pt x="337548" y="203967"/>
                </a:lnTo>
                <a:lnTo>
                  <a:pt x="337548" y="197387"/>
                </a:lnTo>
                <a:lnTo>
                  <a:pt x="337548" y="190808"/>
                </a:lnTo>
                <a:lnTo>
                  <a:pt x="337548" y="184228"/>
                </a:lnTo>
                <a:lnTo>
                  <a:pt x="337548" y="177649"/>
                </a:lnTo>
                <a:lnTo>
                  <a:pt x="337548" y="171069"/>
                </a:lnTo>
                <a:lnTo>
                  <a:pt x="337548" y="164489"/>
                </a:lnTo>
                <a:lnTo>
                  <a:pt x="337548" y="157910"/>
                </a:lnTo>
                <a:lnTo>
                  <a:pt x="337548" y="151330"/>
                </a:lnTo>
                <a:lnTo>
                  <a:pt x="337548" y="144751"/>
                </a:lnTo>
                <a:lnTo>
                  <a:pt x="337548" y="138171"/>
                </a:lnTo>
                <a:lnTo>
                  <a:pt x="337548" y="131592"/>
                </a:lnTo>
                <a:lnTo>
                  <a:pt x="337548" y="125012"/>
                </a:lnTo>
                <a:lnTo>
                  <a:pt x="337548" y="118432"/>
                </a:lnTo>
                <a:lnTo>
                  <a:pt x="337548" y="111853"/>
                </a:lnTo>
                <a:lnTo>
                  <a:pt x="337548" y="105273"/>
                </a:lnTo>
                <a:lnTo>
                  <a:pt x="337548" y="98694"/>
                </a:lnTo>
                <a:lnTo>
                  <a:pt x="337548" y="92114"/>
                </a:lnTo>
                <a:lnTo>
                  <a:pt x="337548" y="85535"/>
                </a:lnTo>
                <a:lnTo>
                  <a:pt x="337548" y="78955"/>
                </a:lnTo>
                <a:lnTo>
                  <a:pt x="337548" y="72375"/>
                </a:lnTo>
                <a:lnTo>
                  <a:pt x="337548" y="65796"/>
                </a:lnTo>
                <a:lnTo>
                  <a:pt x="337548" y="59216"/>
                </a:lnTo>
                <a:lnTo>
                  <a:pt x="337548" y="52637"/>
                </a:lnTo>
                <a:lnTo>
                  <a:pt x="337548" y="46057"/>
                </a:lnTo>
                <a:lnTo>
                  <a:pt x="337548" y="39477"/>
                </a:lnTo>
                <a:lnTo>
                  <a:pt x="337548" y="32898"/>
                </a:lnTo>
                <a:lnTo>
                  <a:pt x="337548" y="26318"/>
                </a:lnTo>
                <a:lnTo>
                  <a:pt x="337548" y="19739"/>
                </a:lnTo>
                <a:lnTo>
                  <a:pt x="337548" y="13159"/>
                </a:lnTo>
                <a:lnTo>
                  <a:pt x="337548" y="658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6580"/>
                </a:lnTo>
                <a:lnTo>
                  <a:pt x="337548" y="13159"/>
                </a:lnTo>
                <a:lnTo>
                  <a:pt x="337548" y="19739"/>
                </a:lnTo>
                <a:lnTo>
                  <a:pt x="337548" y="26318"/>
                </a:lnTo>
                <a:lnTo>
                  <a:pt x="337548" y="32898"/>
                </a:lnTo>
                <a:lnTo>
                  <a:pt x="337548" y="39477"/>
                </a:lnTo>
                <a:lnTo>
                  <a:pt x="337548" y="46057"/>
                </a:lnTo>
                <a:lnTo>
                  <a:pt x="337548" y="52637"/>
                </a:lnTo>
                <a:lnTo>
                  <a:pt x="337548" y="59216"/>
                </a:lnTo>
                <a:lnTo>
                  <a:pt x="337548" y="65796"/>
                </a:lnTo>
                <a:lnTo>
                  <a:pt x="337548" y="72375"/>
                </a:lnTo>
                <a:lnTo>
                  <a:pt x="337548" y="78955"/>
                </a:lnTo>
                <a:lnTo>
                  <a:pt x="337548" y="85535"/>
                </a:lnTo>
                <a:lnTo>
                  <a:pt x="337548" y="92114"/>
                </a:lnTo>
                <a:lnTo>
                  <a:pt x="337548" y="98694"/>
                </a:lnTo>
                <a:lnTo>
                  <a:pt x="337548" y="105273"/>
                </a:lnTo>
                <a:lnTo>
                  <a:pt x="337548" y="111853"/>
                </a:lnTo>
                <a:lnTo>
                  <a:pt x="337548" y="118432"/>
                </a:lnTo>
                <a:lnTo>
                  <a:pt x="337548" y="125012"/>
                </a:lnTo>
                <a:lnTo>
                  <a:pt x="337548" y="131592"/>
                </a:lnTo>
                <a:lnTo>
                  <a:pt x="337548" y="138171"/>
                </a:lnTo>
                <a:lnTo>
                  <a:pt x="337548" y="144751"/>
                </a:lnTo>
                <a:lnTo>
                  <a:pt x="337548" y="151330"/>
                </a:lnTo>
                <a:lnTo>
                  <a:pt x="337548" y="157910"/>
                </a:lnTo>
                <a:lnTo>
                  <a:pt x="337548" y="164489"/>
                </a:lnTo>
                <a:lnTo>
                  <a:pt x="337548" y="171069"/>
                </a:lnTo>
                <a:lnTo>
                  <a:pt x="337548" y="177649"/>
                </a:lnTo>
                <a:lnTo>
                  <a:pt x="337548" y="184228"/>
                </a:lnTo>
                <a:lnTo>
                  <a:pt x="337548" y="190808"/>
                </a:lnTo>
                <a:lnTo>
                  <a:pt x="337548" y="197387"/>
                </a:lnTo>
                <a:lnTo>
                  <a:pt x="337548" y="203967"/>
                </a:lnTo>
                <a:lnTo>
                  <a:pt x="337548" y="210546"/>
                </a:lnTo>
                <a:lnTo>
                  <a:pt x="337548" y="217126"/>
                </a:lnTo>
                <a:lnTo>
                  <a:pt x="337548" y="223706"/>
                </a:lnTo>
                <a:lnTo>
                  <a:pt x="337548" y="230285"/>
                </a:lnTo>
                <a:lnTo>
                  <a:pt x="337548" y="236865"/>
                </a:lnTo>
                <a:lnTo>
                  <a:pt x="337548" y="243444"/>
                </a:lnTo>
                <a:lnTo>
                  <a:pt x="337548" y="250024"/>
                </a:lnTo>
                <a:lnTo>
                  <a:pt x="337548" y="256604"/>
                </a:lnTo>
                <a:lnTo>
                  <a:pt x="337548" y="263183"/>
                </a:lnTo>
                <a:lnTo>
                  <a:pt x="337548" y="269763"/>
                </a:lnTo>
                <a:lnTo>
                  <a:pt x="337548" y="276342"/>
                </a:lnTo>
                <a:lnTo>
                  <a:pt x="337548" y="282922"/>
                </a:lnTo>
                <a:lnTo>
                  <a:pt x="337548" y="289501"/>
                </a:lnTo>
                <a:lnTo>
                  <a:pt x="337548" y="296081"/>
                </a:lnTo>
                <a:lnTo>
                  <a:pt x="337548" y="302661"/>
                </a:lnTo>
                <a:lnTo>
                  <a:pt x="337548" y="309240"/>
                </a:lnTo>
                <a:lnTo>
                  <a:pt x="337548" y="315820"/>
                </a:lnTo>
                <a:lnTo>
                  <a:pt x="337548" y="322399"/>
                </a:lnTo>
                <a:lnTo>
                  <a:pt x="337548" y="328979"/>
                </a:lnTo>
                <a:lnTo>
                  <a:pt x="337548" y="335558"/>
                </a:lnTo>
                <a:lnTo>
                  <a:pt x="337548" y="342138"/>
                </a:lnTo>
                <a:lnTo>
                  <a:pt x="337548" y="348718"/>
                </a:lnTo>
                <a:lnTo>
                  <a:pt x="337548" y="355297"/>
                </a:lnTo>
                <a:lnTo>
                  <a:pt x="337548" y="361877"/>
                </a:lnTo>
                <a:lnTo>
                  <a:pt x="337548" y="368456"/>
                </a:lnTo>
                <a:lnTo>
                  <a:pt x="337548" y="375036"/>
                </a:lnTo>
                <a:lnTo>
                  <a:pt x="337548" y="381616"/>
                </a:lnTo>
                <a:lnTo>
                  <a:pt x="337548" y="388195"/>
                </a:lnTo>
                <a:lnTo>
                  <a:pt x="337548" y="394775"/>
                </a:lnTo>
                <a:lnTo>
                  <a:pt x="337548" y="401354"/>
                </a:lnTo>
                <a:lnTo>
                  <a:pt x="337548" y="407934"/>
                </a:lnTo>
                <a:lnTo>
                  <a:pt x="337548" y="414513"/>
                </a:lnTo>
                <a:lnTo>
                  <a:pt x="337548" y="421093"/>
                </a:lnTo>
                <a:lnTo>
                  <a:pt x="337548" y="427673"/>
                </a:lnTo>
                <a:lnTo>
                  <a:pt x="337548" y="434252"/>
                </a:lnTo>
                <a:lnTo>
                  <a:pt x="337548" y="440832"/>
                </a:lnTo>
                <a:lnTo>
                  <a:pt x="337548" y="447411"/>
                </a:lnTo>
                <a:lnTo>
                  <a:pt x="337548" y="453991"/>
                </a:lnTo>
                <a:lnTo>
                  <a:pt x="337548" y="460570"/>
                </a:lnTo>
                <a:lnTo>
                  <a:pt x="337548" y="467150"/>
                </a:lnTo>
                <a:lnTo>
                  <a:pt x="337548" y="473730"/>
                </a:lnTo>
                <a:lnTo>
                  <a:pt x="337548" y="480309"/>
                </a:lnTo>
                <a:lnTo>
                  <a:pt x="337548" y="486889"/>
                </a:lnTo>
                <a:lnTo>
                  <a:pt x="337548" y="493468"/>
                </a:lnTo>
                <a:lnTo>
                  <a:pt x="337548" y="500048"/>
                </a:lnTo>
                <a:lnTo>
                  <a:pt x="337548" y="506627"/>
                </a:lnTo>
                <a:lnTo>
                  <a:pt x="337548" y="513207"/>
                </a:lnTo>
                <a:lnTo>
                  <a:pt x="337548" y="519787"/>
                </a:lnTo>
                <a:lnTo>
                  <a:pt x="337548" y="526366"/>
                </a:lnTo>
                <a:lnTo>
                  <a:pt x="337548" y="532946"/>
                </a:lnTo>
                <a:lnTo>
                  <a:pt x="337548" y="539525"/>
                </a:lnTo>
                <a:lnTo>
                  <a:pt x="337548" y="546105"/>
                </a:lnTo>
                <a:lnTo>
                  <a:pt x="337548" y="552685"/>
                </a:lnTo>
                <a:lnTo>
                  <a:pt x="337548" y="559264"/>
                </a:lnTo>
                <a:lnTo>
                  <a:pt x="337549" y="565844"/>
                </a:lnTo>
                <a:lnTo>
                  <a:pt x="337549" y="572423"/>
                </a:lnTo>
                <a:lnTo>
                  <a:pt x="337550" y="579003"/>
                </a:lnTo>
                <a:lnTo>
                  <a:pt x="337552" y="585582"/>
                </a:lnTo>
                <a:lnTo>
                  <a:pt x="337555" y="592162"/>
                </a:lnTo>
                <a:lnTo>
                  <a:pt x="337559" y="598742"/>
                </a:lnTo>
                <a:lnTo>
                  <a:pt x="337568" y="605321"/>
                </a:lnTo>
                <a:lnTo>
                  <a:pt x="337581" y="611901"/>
                </a:lnTo>
                <a:lnTo>
                  <a:pt x="337601" y="618480"/>
                </a:lnTo>
                <a:lnTo>
                  <a:pt x="337631" y="625060"/>
                </a:lnTo>
                <a:lnTo>
                  <a:pt x="337674" y="631639"/>
                </a:lnTo>
                <a:lnTo>
                  <a:pt x="337735" y="638219"/>
                </a:lnTo>
                <a:lnTo>
                  <a:pt x="337817" y="644799"/>
                </a:lnTo>
                <a:lnTo>
                  <a:pt x="337923" y="651378"/>
                </a:lnTo>
                <a:lnTo>
                  <a:pt x="338056" y="657958"/>
                </a:lnTo>
                <a:lnTo>
                  <a:pt x="338218" y="664537"/>
                </a:lnTo>
                <a:lnTo>
                  <a:pt x="338407" y="671117"/>
                </a:lnTo>
                <a:lnTo>
                  <a:pt x="338623" y="677697"/>
                </a:lnTo>
                <a:lnTo>
                  <a:pt x="338861" y="684276"/>
                </a:lnTo>
                <a:lnTo>
                  <a:pt x="339119" y="690856"/>
                </a:lnTo>
                <a:lnTo>
                  <a:pt x="339396" y="697435"/>
                </a:lnTo>
                <a:lnTo>
                  <a:pt x="339700" y="704015"/>
                </a:lnTo>
                <a:lnTo>
                  <a:pt x="340052" y="710594"/>
                </a:lnTo>
                <a:lnTo>
                  <a:pt x="340495" y="717174"/>
                </a:lnTo>
                <a:lnTo>
                  <a:pt x="341108" y="723754"/>
                </a:lnTo>
                <a:lnTo>
                  <a:pt x="342023" y="730333"/>
                </a:lnTo>
                <a:lnTo>
                  <a:pt x="343443" y="736913"/>
                </a:lnTo>
                <a:lnTo>
                  <a:pt x="345664" y="743492"/>
                </a:lnTo>
                <a:lnTo>
                  <a:pt x="349096" y="750072"/>
                </a:lnTo>
                <a:lnTo>
                  <a:pt x="354267" y="756651"/>
                </a:lnTo>
                <a:lnTo>
                  <a:pt x="361819" y="763231"/>
                </a:lnTo>
                <a:lnTo>
                  <a:pt x="372469" y="769811"/>
                </a:lnTo>
                <a:lnTo>
                  <a:pt x="386939" y="776390"/>
                </a:lnTo>
                <a:lnTo>
                  <a:pt x="405842" y="782970"/>
                </a:lnTo>
                <a:lnTo>
                  <a:pt x="429539" y="789549"/>
                </a:lnTo>
                <a:lnTo>
                  <a:pt x="457987" y="796129"/>
                </a:lnTo>
                <a:lnTo>
                  <a:pt x="490589" y="802708"/>
                </a:lnTo>
                <a:lnTo>
                  <a:pt x="526116" y="809288"/>
                </a:lnTo>
                <a:lnTo>
                  <a:pt x="562703" y="815868"/>
                </a:lnTo>
                <a:lnTo>
                  <a:pt x="597964" y="822447"/>
                </a:lnTo>
                <a:lnTo>
                  <a:pt x="629230" y="829027"/>
                </a:lnTo>
                <a:lnTo>
                  <a:pt x="653872" y="835606"/>
                </a:lnTo>
                <a:lnTo>
                  <a:pt x="66965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3718" name="F2_precision_recall_distributions_6532">
            <a:extLst>
              <a:ext uri="{FF2B5EF4-FFF2-40B4-BE49-F238E27FC236}">
                <a16:creationId xmlns:a16="http://schemas.microsoft.com/office/drawing/2014/main" id="{906B8FCC-152D-4E35-93B3-0276CC058817}"/>
              </a:ext>
            </a:extLst>
          </p:cNvPr>
          <p:cNvSpPr>
            <a:spLocks noGrp="1"/>
          </p:cNvSpPr>
          <p:nvPr/>
        </p:nvSpPr>
        <p:spPr>
          <a:xfrm>
            <a:off x="429637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9" name="F2_precision_recall_distributions_6533">
            <a:extLst>
              <a:ext uri="{FF2B5EF4-FFF2-40B4-BE49-F238E27FC236}">
                <a16:creationId xmlns:a16="http://schemas.microsoft.com/office/drawing/2014/main" id="{96C7F49B-370C-4BB8-8BAB-EADCCE2CB571}"/>
              </a:ext>
            </a:extLst>
          </p:cNvPr>
          <p:cNvSpPr>
            <a:spLocks noGrp="1"/>
          </p:cNvSpPr>
          <p:nvPr/>
        </p:nvSpPr>
        <p:spPr>
          <a:xfrm>
            <a:off x="407499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0" name="F2_precision_recall_distributions_6534">
            <a:extLst>
              <a:ext uri="{FF2B5EF4-FFF2-40B4-BE49-F238E27FC236}">
                <a16:creationId xmlns:a16="http://schemas.microsoft.com/office/drawing/2014/main" id="{CB728766-E074-4B9A-845D-90E650DBE828}"/>
              </a:ext>
            </a:extLst>
          </p:cNvPr>
          <p:cNvSpPr>
            <a:spLocks noGrp="1"/>
          </p:cNvSpPr>
          <p:nvPr/>
        </p:nvSpPr>
        <p:spPr>
          <a:xfrm>
            <a:off x="42238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1" name="F2_precision_recall_distributions_6535">
            <a:extLst>
              <a:ext uri="{FF2B5EF4-FFF2-40B4-BE49-F238E27FC236}">
                <a16:creationId xmlns:a16="http://schemas.microsoft.com/office/drawing/2014/main" id="{EBEADB54-979D-43E7-833D-E7D65A7DAD22}"/>
              </a:ext>
            </a:extLst>
          </p:cNvPr>
          <p:cNvSpPr>
            <a:spLocks noGrp="1"/>
          </p:cNvSpPr>
          <p:nvPr/>
        </p:nvSpPr>
        <p:spPr>
          <a:xfrm>
            <a:off x="404862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2" name="F2_precision_recall_distributions_6536">
            <a:extLst>
              <a:ext uri="{FF2B5EF4-FFF2-40B4-BE49-F238E27FC236}">
                <a16:creationId xmlns:a16="http://schemas.microsoft.com/office/drawing/2014/main" id="{7004D591-21A0-41E4-9715-6B6B9056716F}"/>
              </a:ext>
            </a:extLst>
          </p:cNvPr>
          <p:cNvSpPr>
            <a:spLocks noGrp="1"/>
          </p:cNvSpPr>
          <p:nvPr/>
        </p:nvSpPr>
        <p:spPr>
          <a:xfrm>
            <a:off x="4195327" y="64329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3" name="F2_precision_recall_distributions_6537">
            <a:extLst>
              <a:ext uri="{FF2B5EF4-FFF2-40B4-BE49-F238E27FC236}">
                <a16:creationId xmlns:a16="http://schemas.microsoft.com/office/drawing/2014/main" id="{43BD2084-B2AE-4B34-8FA4-D375F2FD51A8}"/>
              </a:ext>
            </a:extLst>
          </p:cNvPr>
          <p:cNvSpPr>
            <a:spLocks noGrp="1"/>
          </p:cNvSpPr>
          <p:nvPr/>
        </p:nvSpPr>
        <p:spPr>
          <a:xfrm>
            <a:off x="421009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4" name="F2_precision_recall_distributions_6538">
            <a:extLst>
              <a:ext uri="{FF2B5EF4-FFF2-40B4-BE49-F238E27FC236}">
                <a16:creationId xmlns:a16="http://schemas.microsoft.com/office/drawing/2014/main" id="{1A0C0C36-AB78-46DA-B9A8-E54730C983EE}"/>
              </a:ext>
            </a:extLst>
          </p:cNvPr>
          <p:cNvSpPr>
            <a:spLocks noGrp="1"/>
          </p:cNvSpPr>
          <p:nvPr/>
        </p:nvSpPr>
        <p:spPr>
          <a:xfrm>
            <a:off x="401528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5" name="F2_precision_recall_distributions_6539">
            <a:extLst>
              <a:ext uri="{FF2B5EF4-FFF2-40B4-BE49-F238E27FC236}">
                <a16:creationId xmlns:a16="http://schemas.microsoft.com/office/drawing/2014/main" id="{F962A74A-94C3-46C5-8655-73ABE942FA30}"/>
              </a:ext>
            </a:extLst>
          </p:cNvPr>
          <p:cNvSpPr>
            <a:spLocks noGrp="1"/>
          </p:cNvSpPr>
          <p:nvPr/>
        </p:nvSpPr>
        <p:spPr>
          <a:xfrm>
            <a:off x="4252791" y="64389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6" name="F2_precision_recall_distributions_6540">
            <a:extLst>
              <a:ext uri="{FF2B5EF4-FFF2-40B4-BE49-F238E27FC236}">
                <a16:creationId xmlns:a16="http://schemas.microsoft.com/office/drawing/2014/main" id="{47772972-5AF5-4D6E-A310-2CB4088F5EC5}"/>
              </a:ext>
            </a:extLst>
          </p:cNvPr>
          <p:cNvSpPr>
            <a:spLocks noGrp="1"/>
          </p:cNvSpPr>
          <p:nvPr/>
        </p:nvSpPr>
        <p:spPr>
          <a:xfrm>
            <a:off x="42072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7" name="F2_precision_recall_distributions_6541">
            <a:extLst>
              <a:ext uri="{FF2B5EF4-FFF2-40B4-BE49-F238E27FC236}">
                <a16:creationId xmlns:a16="http://schemas.microsoft.com/office/drawing/2014/main" id="{F14F86C1-6658-43D7-8E47-A14C62C18AA9}"/>
              </a:ext>
            </a:extLst>
          </p:cNvPr>
          <p:cNvSpPr>
            <a:spLocks noGrp="1"/>
          </p:cNvSpPr>
          <p:nvPr/>
        </p:nvSpPr>
        <p:spPr>
          <a:xfrm>
            <a:off x="4021877" y="644210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8" name="F2_precision_recall_distributions_6542">
            <a:extLst>
              <a:ext uri="{FF2B5EF4-FFF2-40B4-BE49-F238E27FC236}">
                <a16:creationId xmlns:a16="http://schemas.microsoft.com/office/drawing/2014/main" id="{FDA8F6FE-ECD3-4622-A9A3-67D765B3E0C7}"/>
              </a:ext>
            </a:extLst>
          </p:cNvPr>
          <p:cNvSpPr>
            <a:spLocks noGrp="1"/>
          </p:cNvSpPr>
          <p:nvPr/>
        </p:nvSpPr>
        <p:spPr>
          <a:xfrm>
            <a:off x="4021095" y="64379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9" name="F2_precision_recall_distributions_6543">
            <a:extLst>
              <a:ext uri="{FF2B5EF4-FFF2-40B4-BE49-F238E27FC236}">
                <a16:creationId xmlns:a16="http://schemas.microsoft.com/office/drawing/2014/main" id="{C8353D33-8C20-40BE-830A-E6B80B613977}"/>
              </a:ext>
            </a:extLst>
          </p:cNvPr>
          <p:cNvSpPr>
            <a:spLocks noGrp="1"/>
          </p:cNvSpPr>
          <p:nvPr/>
        </p:nvSpPr>
        <p:spPr>
          <a:xfrm>
            <a:off x="4085584" y="63575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0" name="F2_precision_recall_distributions_6544">
            <a:extLst>
              <a:ext uri="{FF2B5EF4-FFF2-40B4-BE49-F238E27FC236}">
                <a16:creationId xmlns:a16="http://schemas.microsoft.com/office/drawing/2014/main" id="{BE8DBE07-AF28-48FD-909C-EB62F9DAFD29}"/>
              </a:ext>
            </a:extLst>
          </p:cNvPr>
          <p:cNvSpPr>
            <a:spLocks noGrp="1"/>
          </p:cNvSpPr>
          <p:nvPr/>
        </p:nvSpPr>
        <p:spPr>
          <a:xfrm>
            <a:off x="4328794" y="64408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1" name="F2_precision_recall_distributions_6545">
            <a:extLst>
              <a:ext uri="{FF2B5EF4-FFF2-40B4-BE49-F238E27FC236}">
                <a16:creationId xmlns:a16="http://schemas.microsoft.com/office/drawing/2014/main" id="{46D18E76-1BD1-439D-B378-DC5BDC7D3FD9}"/>
              </a:ext>
            </a:extLst>
          </p:cNvPr>
          <p:cNvSpPr>
            <a:spLocks noGrp="1"/>
          </p:cNvSpPr>
          <p:nvPr/>
        </p:nvSpPr>
        <p:spPr>
          <a:xfrm>
            <a:off x="41817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2" name="F2_precision_recall_distributions_6546">
            <a:extLst>
              <a:ext uri="{FF2B5EF4-FFF2-40B4-BE49-F238E27FC236}">
                <a16:creationId xmlns:a16="http://schemas.microsoft.com/office/drawing/2014/main" id="{12B944C7-0BFA-46AE-8479-F021EC78BD0C}"/>
              </a:ext>
            </a:extLst>
          </p:cNvPr>
          <p:cNvSpPr>
            <a:spLocks noGrp="1"/>
          </p:cNvSpPr>
          <p:nvPr/>
        </p:nvSpPr>
        <p:spPr>
          <a:xfrm>
            <a:off x="430229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3" name="F2_precision_recall_distributions_6547">
            <a:extLst>
              <a:ext uri="{FF2B5EF4-FFF2-40B4-BE49-F238E27FC236}">
                <a16:creationId xmlns:a16="http://schemas.microsoft.com/office/drawing/2014/main" id="{215A4DA9-DC34-45A3-91B6-128D2E9B201D}"/>
              </a:ext>
            </a:extLst>
          </p:cNvPr>
          <p:cNvSpPr>
            <a:spLocks noGrp="1"/>
          </p:cNvSpPr>
          <p:nvPr/>
        </p:nvSpPr>
        <p:spPr>
          <a:xfrm>
            <a:off x="4011934" y="64419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4" name="F2_precision_recall_distributions_6548">
            <a:extLst>
              <a:ext uri="{FF2B5EF4-FFF2-40B4-BE49-F238E27FC236}">
                <a16:creationId xmlns:a16="http://schemas.microsoft.com/office/drawing/2014/main" id="{1A0A9304-FE90-4E46-B357-F3E1BDD919D9}"/>
              </a:ext>
            </a:extLst>
          </p:cNvPr>
          <p:cNvSpPr>
            <a:spLocks noGrp="1"/>
          </p:cNvSpPr>
          <p:nvPr/>
        </p:nvSpPr>
        <p:spPr>
          <a:xfrm>
            <a:off x="429541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5" name="F2_precision_recall_distributions_6549">
            <a:extLst>
              <a:ext uri="{FF2B5EF4-FFF2-40B4-BE49-F238E27FC236}">
                <a16:creationId xmlns:a16="http://schemas.microsoft.com/office/drawing/2014/main" id="{61EDDDBC-EC80-42DE-B065-5F38E7825884}"/>
              </a:ext>
            </a:extLst>
          </p:cNvPr>
          <p:cNvSpPr>
            <a:spLocks noGrp="1"/>
          </p:cNvSpPr>
          <p:nvPr/>
        </p:nvSpPr>
        <p:spPr>
          <a:xfrm>
            <a:off x="407708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6" name="F2_precision_recall_distributions_6550">
            <a:extLst>
              <a:ext uri="{FF2B5EF4-FFF2-40B4-BE49-F238E27FC236}">
                <a16:creationId xmlns:a16="http://schemas.microsoft.com/office/drawing/2014/main" id="{0C693FDB-C8E0-40B0-A3B2-82A0A998672A}"/>
              </a:ext>
            </a:extLst>
          </p:cNvPr>
          <p:cNvSpPr>
            <a:spLocks noGrp="1"/>
          </p:cNvSpPr>
          <p:nvPr/>
        </p:nvSpPr>
        <p:spPr>
          <a:xfrm>
            <a:off x="434956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7" name="F2_precision_recall_distributions_6551">
            <a:extLst>
              <a:ext uri="{FF2B5EF4-FFF2-40B4-BE49-F238E27FC236}">
                <a16:creationId xmlns:a16="http://schemas.microsoft.com/office/drawing/2014/main" id="{6B520370-72F5-4A7F-A608-F865C770D44E}"/>
              </a:ext>
            </a:extLst>
          </p:cNvPr>
          <p:cNvSpPr>
            <a:spLocks noGrp="1"/>
          </p:cNvSpPr>
          <p:nvPr/>
        </p:nvSpPr>
        <p:spPr>
          <a:xfrm>
            <a:off x="4223692" y="64453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8" name="F2_precision_recall_distributions_6552">
            <a:extLst>
              <a:ext uri="{FF2B5EF4-FFF2-40B4-BE49-F238E27FC236}">
                <a16:creationId xmlns:a16="http://schemas.microsoft.com/office/drawing/2014/main" id="{84585800-D467-4C72-B47A-174D11021E68}"/>
              </a:ext>
            </a:extLst>
          </p:cNvPr>
          <p:cNvSpPr>
            <a:spLocks noGrp="1"/>
          </p:cNvSpPr>
          <p:nvPr/>
        </p:nvSpPr>
        <p:spPr>
          <a:xfrm>
            <a:off x="40314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9" name="F2_precision_recall_distributions_6553">
            <a:extLst>
              <a:ext uri="{FF2B5EF4-FFF2-40B4-BE49-F238E27FC236}">
                <a16:creationId xmlns:a16="http://schemas.microsoft.com/office/drawing/2014/main" id="{46520B75-ECA1-4D5B-853F-DA44E1162BFE}"/>
              </a:ext>
            </a:extLst>
          </p:cNvPr>
          <p:cNvSpPr>
            <a:spLocks noGrp="1"/>
          </p:cNvSpPr>
          <p:nvPr/>
        </p:nvSpPr>
        <p:spPr>
          <a:xfrm>
            <a:off x="430206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0" name="F2_precision_recall_distributions_6554">
            <a:extLst>
              <a:ext uri="{FF2B5EF4-FFF2-40B4-BE49-F238E27FC236}">
                <a16:creationId xmlns:a16="http://schemas.microsoft.com/office/drawing/2014/main" id="{101D170D-227C-4C27-9429-8FC6593060C3}"/>
              </a:ext>
            </a:extLst>
          </p:cNvPr>
          <p:cNvSpPr>
            <a:spLocks noGrp="1"/>
          </p:cNvSpPr>
          <p:nvPr/>
        </p:nvSpPr>
        <p:spPr>
          <a:xfrm>
            <a:off x="4126176" y="64142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1" name="F2_precision_recall_distributions_6555">
            <a:extLst>
              <a:ext uri="{FF2B5EF4-FFF2-40B4-BE49-F238E27FC236}">
                <a16:creationId xmlns:a16="http://schemas.microsoft.com/office/drawing/2014/main" id="{D1239E50-6EB9-4772-9D82-9E2FF33618E6}"/>
              </a:ext>
            </a:extLst>
          </p:cNvPr>
          <p:cNvSpPr>
            <a:spLocks noGrp="1"/>
          </p:cNvSpPr>
          <p:nvPr/>
        </p:nvSpPr>
        <p:spPr>
          <a:xfrm>
            <a:off x="4176899" y="64099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2" name="F2_precision_recall_distributions_6556">
            <a:extLst>
              <a:ext uri="{FF2B5EF4-FFF2-40B4-BE49-F238E27FC236}">
                <a16:creationId xmlns:a16="http://schemas.microsoft.com/office/drawing/2014/main" id="{B8B7DAAC-062B-4F5B-8320-CC82CF392261}"/>
              </a:ext>
            </a:extLst>
          </p:cNvPr>
          <p:cNvSpPr>
            <a:spLocks noGrp="1"/>
          </p:cNvSpPr>
          <p:nvPr/>
        </p:nvSpPr>
        <p:spPr>
          <a:xfrm>
            <a:off x="435252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3" name="F2_precision_recall_distributions_6557">
            <a:extLst>
              <a:ext uri="{FF2B5EF4-FFF2-40B4-BE49-F238E27FC236}">
                <a16:creationId xmlns:a16="http://schemas.microsoft.com/office/drawing/2014/main" id="{6FCC5D02-6E2C-4ED2-BF47-A24449A01321}"/>
              </a:ext>
            </a:extLst>
          </p:cNvPr>
          <p:cNvSpPr>
            <a:spLocks noGrp="1"/>
          </p:cNvSpPr>
          <p:nvPr/>
        </p:nvSpPr>
        <p:spPr>
          <a:xfrm>
            <a:off x="413266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4" name="F2_precision_recall_distributions_6558">
            <a:extLst>
              <a:ext uri="{FF2B5EF4-FFF2-40B4-BE49-F238E27FC236}">
                <a16:creationId xmlns:a16="http://schemas.microsoft.com/office/drawing/2014/main" id="{D54B8AA9-F1C5-4182-9353-E1A15D9C8D19}"/>
              </a:ext>
            </a:extLst>
          </p:cNvPr>
          <p:cNvSpPr>
            <a:spLocks noGrp="1"/>
          </p:cNvSpPr>
          <p:nvPr/>
        </p:nvSpPr>
        <p:spPr>
          <a:xfrm>
            <a:off x="416961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5" name="F2_precision_recall_distributions_6559">
            <a:extLst>
              <a:ext uri="{FF2B5EF4-FFF2-40B4-BE49-F238E27FC236}">
                <a16:creationId xmlns:a16="http://schemas.microsoft.com/office/drawing/2014/main" id="{5BBEFCFB-44D8-4294-A11E-B9DF1FFB8C90}"/>
              </a:ext>
            </a:extLst>
          </p:cNvPr>
          <p:cNvSpPr>
            <a:spLocks noGrp="1"/>
          </p:cNvSpPr>
          <p:nvPr/>
        </p:nvSpPr>
        <p:spPr>
          <a:xfrm>
            <a:off x="433733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6" name="F2_precision_recall_distributions_6560">
            <a:extLst>
              <a:ext uri="{FF2B5EF4-FFF2-40B4-BE49-F238E27FC236}">
                <a16:creationId xmlns:a16="http://schemas.microsoft.com/office/drawing/2014/main" id="{6CEFDD4E-E972-43D9-965E-DB7A98EE296D}"/>
              </a:ext>
            </a:extLst>
          </p:cNvPr>
          <p:cNvSpPr>
            <a:spLocks noGrp="1"/>
          </p:cNvSpPr>
          <p:nvPr/>
        </p:nvSpPr>
        <p:spPr>
          <a:xfrm>
            <a:off x="4255354" y="64428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7" name="F2_precision_recall_distributions_6561">
            <a:extLst>
              <a:ext uri="{FF2B5EF4-FFF2-40B4-BE49-F238E27FC236}">
                <a16:creationId xmlns:a16="http://schemas.microsoft.com/office/drawing/2014/main" id="{256E0647-F9BD-4A51-A2E7-3A07E52C0445}"/>
              </a:ext>
            </a:extLst>
          </p:cNvPr>
          <p:cNvSpPr>
            <a:spLocks noGrp="1"/>
          </p:cNvSpPr>
          <p:nvPr/>
        </p:nvSpPr>
        <p:spPr>
          <a:xfrm>
            <a:off x="426447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8" name="F2_precision_recall_distributions_6562">
            <a:extLst>
              <a:ext uri="{FF2B5EF4-FFF2-40B4-BE49-F238E27FC236}">
                <a16:creationId xmlns:a16="http://schemas.microsoft.com/office/drawing/2014/main" id="{C9B1F734-4203-4E28-84A1-1AB9CB333D2D}"/>
              </a:ext>
            </a:extLst>
          </p:cNvPr>
          <p:cNvSpPr>
            <a:spLocks noGrp="1"/>
          </p:cNvSpPr>
          <p:nvPr/>
        </p:nvSpPr>
        <p:spPr>
          <a:xfrm>
            <a:off x="428486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9" name="F2_precision_recall_distributions_6563">
            <a:extLst>
              <a:ext uri="{FF2B5EF4-FFF2-40B4-BE49-F238E27FC236}">
                <a16:creationId xmlns:a16="http://schemas.microsoft.com/office/drawing/2014/main" id="{FBC40548-F84E-4696-91FE-F3268E891964}"/>
              </a:ext>
            </a:extLst>
          </p:cNvPr>
          <p:cNvSpPr>
            <a:spLocks noGrp="1"/>
          </p:cNvSpPr>
          <p:nvPr/>
        </p:nvSpPr>
        <p:spPr>
          <a:xfrm>
            <a:off x="4315035" y="64387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0" name="F2_precision_recall_distributions_6564">
            <a:extLst>
              <a:ext uri="{FF2B5EF4-FFF2-40B4-BE49-F238E27FC236}">
                <a16:creationId xmlns:a16="http://schemas.microsoft.com/office/drawing/2014/main" id="{AC259625-DE35-4C70-9A01-7E1F6530C655}"/>
              </a:ext>
            </a:extLst>
          </p:cNvPr>
          <p:cNvSpPr>
            <a:spLocks noGrp="1"/>
          </p:cNvSpPr>
          <p:nvPr/>
        </p:nvSpPr>
        <p:spPr>
          <a:xfrm>
            <a:off x="412434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1" name="F2_precision_recall_distributions_6565">
            <a:extLst>
              <a:ext uri="{FF2B5EF4-FFF2-40B4-BE49-F238E27FC236}">
                <a16:creationId xmlns:a16="http://schemas.microsoft.com/office/drawing/2014/main" id="{042E2963-5261-4E99-90FE-986710C6D1E2}"/>
              </a:ext>
            </a:extLst>
          </p:cNvPr>
          <p:cNvSpPr>
            <a:spLocks noGrp="1"/>
          </p:cNvSpPr>
          <p:nvPr/>
        </p:nvSpPr>
        <p:spPr>
          <a:xfrm>
            <a:off x="402121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2" name="F2_precision_recall_distributions_6566">
            <a:extLst>
              <a:ext uri="{FF2B5EF4-FFF2-40B4-BE49-F238E27FC236}">
                <a16:creationId xmlns:a16="http://schemas.microsoft.com/office/drawing/2014/main" id="{0BEEBE0A-1623-43B1-8541-385083253F70}"/>
              </a:ext>
            </a:extLst>
          </p:cNvPr>
          <p:cNvSpPr>
            <a:spLocks noGrp="1"/>
          </p:cNvSpPr>
          <p:nvPr/>
        </p:nvSpPr>
        <p:spPr>
          <a:xfrm>
            <a:off x="426710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3" name="F2_precision_recall_distributions_6567">
            <a:extLst>
              <a:ext uri="{FF2B5EF4-FFF2-40B4-BE49-F238E27FC236}">
                <a16:creationId xmlns:a16="http://schemas.microsoft.com/office/drawing/2014/main" id="{046F7A76-1BC7-4B1A-8E72-A7CE1CF51D99}"/>
              </a:ext>
            </a:extLst>
          </p:cNvPr>
          <p:cNvSpPr>
            <a:spLocks noGrp="1"/>
          </p:cNvSpPr>
          <p:nvPr/>
        </p:nvSpPr>
        <p:spPr>
          <a:xfrm>
            <a:off x="43347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4" name="F2_precision_recall_distributions_6568">
            <a:extLst>
              <a:ext uri="{FF2B5EF4-FFF2-40B4-BE49-F238E27FC236}">
                <a16:creationId xmlns:a16="http://schemas.microsoft.com/office/drawing/2014/main" id="{2CAD92DC-8776-4351-811B-E95C9EBBB265}"/>
              </a:ext>
            </a:extLst>
          </p:cNvPr>
          <p:cNvSpPr>
            <a:spLocks noGrp="1"/>
          </p:cNvSpPr>
          <p:nvPr/>
        </p:nvSpPr>
        <p:spPr>
          <a:xfrm>
            <a:off x="409638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5" name="F2_precision_recall_distributions_6569">
            <a:extLst>
              <a:ext uri="{FF2B5EF4-FFF2-40B4-BE49-F238E27FC236}">
                <a16:creationId xmlns:a16="http://schemas.microsoft.com/office/drawing/2014/main" id="{A413D943-1E13-453F-930F-B80F8CE7563A}"/>
              </a:ext>
            </a:extLst>
          </p:cNvPr>
          <p:cNvSpPr>
            <a:spLocks noGrp="1"/>
          </p:cNvSpPr>
          <p:nvPr/>
        </p:nvSpPr>
        <p:spPr>
          <a:xfrm>
            <a:off x="424552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6" name="F2_precision_recall_distributions_6570">
            <a:extLst>
              <a:ext uri="{FF2B5EF4-FFF2-40B4-BE49-F238E27FC236}">
                <a16:creationId xmlns:a16="http://schemas.microsoft.com/office/drawing/2014/main" id="{0CAFFB27-EEA1-448E-B663-75DBD4674159}"/>
              </a:ext>
            </a:extLst>
          </p:cNvPr>
          <p:cNvSpPr>
            <a:spLocks noGrp="1"/>
          </p:cNvSpPr>
          <p:nvPr/>
        </p:nvSpPr>
        <p:spPr>
          <a:xfrm>
            <a:off x="428975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7" name="F2_precision_recall_distributions_6571">
            <a:extLst>
              <a:ext uri="{FF2B5EF4-FFF2-40B4-BE49-F238E27FC236}">
                <a16:creationId xmlns:a16="http://schemas.microsoft.com/office/drawing/2014/main" id="{354EA27D-87ED-47F1-82C8-EA28798F4589}"/>
              </a:ext>
            </a:extLst>
          </p:cNvPr>
          <p:cNvSpPr>
            <a:spLocks noGrp="1"/>
          </p:cNvSpPr>
          <p:nvPr/>
        </p:nvSpPr>
        <p:spPr>
          <a:xfrm>
            <a:off x="403545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8" name="F2_precision_recall_distributions_6572">
            <a:extLst>
              <a:ext uri="{FF2B5EF4-FFF2-40B4-BE49-F238E27FC236}">
                <a16:creationId xmlns:a16="http://schemas.microsoft.com/office/drawing/2014/main" id="{EAF9741A-BF69-44DA-97B5-E6D5D3C954F7}"/>
              </a:ext>
            </a:extLst>
          </p:cNvPr>
          <p:cNvSpPr>
            <a:spLocks noGrp="1"/>
          </p:cNvSpPr>
          <p:nvPr/>
        </p:nvSpPr>
        <p:spPr>
          <a:xfrm>
            <a:off x="430852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9" name="F2_precision_recall_distributions_6573">
            <a:extLst>
              <a:ext uri="{FF2B5EF4-FFF2-40B4-BE49-F238E27FC236}">
                <a16:creationId xmlns:a16="http://schemas.microsoft.com/office/drawing/2014/main" id="{007F93BC-492C-4BA9-859C-88C83AAA5870}"/>
              </a:ext>
            </a:extLst>
          </p:cNvPr>
          <p:cNvSpPr>
            <a:spLocks noGrp="1"/>
          </p:cNvSpPr>
          <p:nvPr/>
        </p:nvSpPr>
        <p:spPr>
          <a:xfrm>
            <a:off x="414652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0" name="F2_precision_recall_distributions_6574">
            <a:extLst>
              <a:ext uri="{FF2B5EF4-FFF2-40B4-BE49-F238E27FC236}">
                <a16:creationId xmlns:a16="http://schemas.microsoft.com/office/drawing/2014/main" id="{01F1CE99-DF23-4451-9AE2-F7EE00943EC1}"/>
              </a:ext>
            </a:extLst>
          </p:cNvPr>
          <p:cNvSpPr>
            <a:spLocks noGrp="1"/>
          </p:cNvSpPr>
          <p:nvPr/>
        </p:nvSpPr>
        <p:spPr>
          <a:xfrm>
            <a:off x="42938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1" name="F2_precision_recall_distributions_6575">
            <a:extLst>
              <a:ext uri="{FF2B5EF4-FFF2-40B4-BE49-F238E27FC236}">
                <a16:creationId xmlns:a16="http://schemas.microsoft.com/office/drawing/2014/main" id="{298ECA6E-91C3-46AF-8EAD-EAD039240F73}"/>
              </a:ext>
            </a:extLst>
          </p:cNvPr>
          <p:cNvSpPr>
            <a:spLocks noGrp="1"/>
          </p:cNvSpPr>
          <p:nvPr/>
        </p:nvSpPr>
        <p:spPr>
          <a:xfrm>
            <a:off x="403071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2" name="F2_precision_recall_distributions_6576">
            <a:extLst>
              <a:ext uri="{FF2B5EF4-FFF2-40B4-BE49-F238E27FC236}">
                <a16:creationId xmlns:a16="http://schemas.microsoft.com/office/drawing/2014/main" id="{678D9A76-326F-4F24-8A26-5D0BD1958B1D}"/>
              </a:ext>
            </a:extLst>
          </p:cNvPr>
          <p:cNvSpPr>
            <a:spLocks noGrp="1"/>
          </p:cNvSpPr>
          <p:nvPr/>
        </p:nvSpPr>
        <p:spPr>
          <a:xfrm>
            <a:off x="416432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3" name="F2_precision_recall_distributions_6577">
            <a:extLst>
              <a:ext uri="{FF2B5EF4-FFF2-40B4-BE49-F238E27FC236}">
                <a16:creationId xmlns:a16="http://schemas.microsoft.com/office/drawing/2014/main" id="{282FEE5C-297F-45BC-9C6C-B68633113BC8}"/>
              </a:ext>
            </a:extLst>
          </p:cNvPr>
          <p:cNvSpPr>
            <a:spLocks noGrp="1"/>
          </p:cNvSpPr>
          <p:nvPr/>
        </p:nvSpPr>
        <p:spPr>
          <a:xfrm>
            <a:off x="425314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4" name="F2_precision_recall_distributions_6578">
            <a:extLst>
              <a:ext uri="{FF2B5EF4-FFF2-40B4-BE49-F238E27FC236}">
                <a16:creationId xmlns:a16="http://schemas.microsoft.com/office/drawing/2014/main" id="{61D7164B-BEE6-4A81-A46E-DD2F291222DF}"/>
              </a:ext>
            </a:extLst>
          </p:cNvPr>
          <p:cNvSpPr>
            <a:spLocks noGrp="1"/>
          </p:cNvSpPr>
          <p:nvPr/>
        </p:nvSpPr>
        <p:spPr>
          <a:xfrm>
            <a:off x="4159387" y="64400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5" name="F2_precision_recall_distributions_6579">
            <a:extLst>
              <a:ext uri="{FF2B5EF4-FFF2-40B4-BE49-F238E27FC236}">
                <a16:creationId xmlns:a16="http://schemas.microsoft.com/office/drawing/2014/main" id="{888723AC-9D2E-41BE-BE37-3D66C2DA2FBD}"/>
              </a:ext>
            </a:extLst>
          </p:cNvPr>
          <p:cNvSpPr>
            <a:spLocks noGrp="1"/>
          </p:cNvSpPr>
          <p:nvPr/>
        </p:nvSpPr>
        <p:spPr>
          <a:xfrm>
            <a:off x="415627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6" name="F2_precision_recall_distributions_6580">
            <a:extLst>
              <a:ext uri="{FF2B5EF4-FFF2-40B4-BE49-F238E27FC236}">
                <a16:creationId xmlns:a16="http://schemas.microsoft.com/office/drawing/2014/main" id="{598AB2A4-7874-460A-8CA3-5F50052BF725}"/>
              </a:ext>
            </a:extLst>
          </p:cNvPr>
          <p:cNvSpPr>
            <a:spLocks noGrp="1"/>
          </p:cNvSpPr>
          <p:nvPr/>
        </p:nvSpPr>
        <p:spPr>
          <a:xfrm>
            <a:off x="43379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7" name="F2_precision_recall_distributions_6581">
            <a:extLst>
              <a:ext uri="{FF2B5EF4-FFF2-40B4-BE49-F238E27FC236}">
                <a16:creationId xmlns:a16="http://schemas.microsoft.com/office/drawing/2014/main" id="{3DF05D08-7B0E-470B-B0BE-980C39421479}"/>
              </a:ext>
            </a:extLst>
          </p:cNvPr>
          <p:cNvSpPr>
            <a:spLocks noGrp="1"/>
          </p:cNvSpPr>
          <p:nvPr/>
        </p:nvSpPr>
        <p:spPr>
          <a:xfrm>
            <a:off x="415056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8" name="F2_precision_recall_distributions_6582">
            <a:extLst>
              <a:ext uri="{FF2B5EF4-FFF2-40B4-BE49-F238E27FC236}">
                <a16:creationId xmlns:a16="http://schemas.microsoft.com/office/drawing/2014/main" id="{40F1C569-7657-4FEA-BCC7-0D2B43DB5C10}"/>
              </a:ext>
            </a:extLst>
          </p:cNvPr>
          <p:cNvSpPr>
            <a:spLocks noGrp="1"/>
          </p:cNvSpPr>
          <p:nvPr/>
        </p:nvSpPr>
        <p:spPr>
          <a:xfrm>
            <a:off x="41062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9" name="F2_precision_recall_distributions_6583">
            <a:extLst>
              <a:ext uri="{FF2B5EF4-FFF2-40B4-BE49-F238E27FC236}">
                <a16:creationId xmlns:a16="http://schemas.microsoft.com/office/drawing/2014/main" id="{F016E2DA-E450-4DD4-BC72-EFEA8A71E2A6}"/>
              </a:ext>
            </a:extLst>
          </p:cNvPr>
          <p:cNvSpPr>
            <a:spLocks noGrp="1"/>
          </p:cNvSpPr>
          <p:nvPr/>
        </p:nvSpPr>
        <p:spPr>
          <a:xfrm>
            <a:off x="409724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0" name="F2_precision_recall_distributions_6584">
            <a:extLst>
              <a:ext uri="{FF2B5EF4-FFF2-40B4-BE49-F238E27FC236}">
                <a16:creationId xmlns:a16="http://schemas.microsoft.com/office/drawing/2014/main" id="{AE58DA82-0246-4DE5-AECC-81A066A21334}"/>
              </a:ext>
            </a:extLst>
          </p:cNvPr>
          <p:cNvSpPr>
            <a:spLocks noGrp="1"/>
          </p:cNvSpPr>
          <p:nvPr/>
        </p:nvSpPr>
        <p:spPr>
          <a:xfrm>
            <a:off x="433921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1" name="F2_precision_recall_distributions_6585">
            <a:extLst>
              <a:ext uri="{FF2B5EF4-FFF2-40B4-BE49-F238E27FC236}">
                <a16:creationId xmlns:a16="http://schemas.microsoft.com/office/drawing/2014/main" id="{87191772-6114-4A34-BE8B-E9201E3B9627}"/>
              </a:ext>
            </a:extLst>
          </p:cNvPr>
          <p:cNvSpPr>
            <a:spLocks noGrp="1"/>
          </p:cNvSpPr>
          <p:nvPr/>
        </p:nvSpPr>
        <p:spPr>
          <a:xfrm>
            <a:off x="4127081" y="63315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2" name="F2_precision_recall_distributions_6586">
            <a:extLst>
              <a:ext uri="{FF2B5EF4-FFF2-40B4-BE49-F238E27FC236}">
                <a16:creationId xmlns:a16="http://schemas.microsoft.com/office/drawing/2014/main" id="{06A5D852-3014-46CA-A0A4-3A0E56F22034}"/>
              </a:ext>
            </a:extLst>
          </p:cNvPr>
          <p:cNvSpPr>
            <a:spLocks noGrp="1"/>
          </p:cNvSpPr>
          <p:nvPr/>
        </p:nvSpPr>
        <p:spPr>
          <a:xfrm>
            <a:off x="413348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3" name="F2_precision_recall_distributions_6587">
            <a:extLst>
              <a:ext uri="{FF2B5EF4-FFF2-40B4-BE49-F238E27FC236}">
                <a16:creationId xmlns:a16="http://schemas.microsoft.com/office/drawing/2014/main" id="{AC01F194-2E87-4490-B85D-CE5728F79B8D}"/>
              </a:ext>
            </a:extLst>
          </p:cNvPr>
          <p:cNvSpPr>
            <a:spLocks noGrp="1"/>
          </p:cNvSpPr>
          <p:nvPr/>
        </p:nvSpPr>
        <p:spPr>
          <a:xfrm>
            <a:off x="410197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4" name="F2_precision_recall_distributions_6588">
            <a:extLst>
              <a:ext uri="{FF2B5EF4-FFF2-40B4-BE49-F238E27FC236}">
                <a16:creationId xmlns:a16="http://schemas.microsoft.com/office/drawing/2014/main" id="{2288D245-D1AA-4F04-B2C3-F2A7C72C16F7}"/>
              </a:ext>
            </a:extLst>
          </p:cNvPr>
          <p:cNvSpPr>
            <a:spLocks noGrp="1"/>
          </p:cNvSpPr>
          <p:nvPr/>
        </p:nvSpPr>
        <p:spPr>
          <a:xfrm>
            <a:off x="418593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5" name="F2_precision_recall_distributions_6589">
            <a:extLst>
              <a:ext uri="{FF2B5EF4-FFF2-40B4-BE49-F238E27FC236}">
                <a16:creationId xmlns:a16="http://schemas.microsoft.com/office/drawing/2014/main" id="{4681233E-962D-4A0F-ABA9-0419A4E73BC4}"/>
              </a:ext>
            </a:extLst>
          </p:cNvPr>
          <p:cNvSpPr>
            <a:spLocks noGrp="1"/>
          </p:cNvSpPr>
          <p:nvPr/>
        </p:nvSpPr>
        <p:spPr>
          <a:xfrm>
            <a:off x="421291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6" name="F2_precision_recall_distributions_6590">
            <a:extLst>
              <a:ext uri="{FF2B5EF4-FFF2-40B4-BE49-F238E27FC236}">
                <a16:creationId xmlns:a16="http://schemas.microsoft.com/office/drawing/2014/main" id="{7B936496-0415-45FC-8139-B90799E16CDA}"/>
              </a:ext>
            </a:extLst>
          </p:cNvPr>
          <p:cNvSpPr>
            <a:spLocks noGrp="1"/>
          </p:cNvSpPr>
          <p:nvPr/>
        </p:nvSpPr>
        <p:spPr>
          <a:xfrm>
            <a:off x="4067915" y="64017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7" name="F2_precision_recall_distributions_6591">
            <a:extLst>
              <a:ext uri="{FF2B5EF4-FFF2-40B4-BE49-F238E27FC236}">
                <a16:creationId xmlns:a16="http://schemas.microsoft.com/office/drawing/2014/main" id="{F469341D-633E-486C-90B2-26A1CCE1A038}"/>
              </a:ext>
            </a:extLst>
          </p:cNvPr>
          <p:cNvSpPr>
            <a:spLocks noGrp="1"/>
          </p:cNvSpPr>
          <p:nvPr/>
        </p:nvSpPr>
        <p:spPr>
          <a:xfrm>
            <a:off x="427101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8" name="F2_precision_recall_distributions_6592">
            <a:extLst>
              <a:ext uri="{FF2B5EF4-FFF2-40B4-BE49-F238E27FC236}">
                <a16:creationId xmlns:a16="http://schemas.microsoft.com/office/drawing/2014/main" id="{99724439-8C1A-44B3-8D51-76BA7E78F909}"/>
              </a:ext>
            </a:extLst>
          </p:cNvPr>
          <p:cNvSpPr>
            <a:spLocks noGrp="1"/>
          </p:cNvSpPr>
          <p:nvPr/>
        </p:nvSpPr>
        <p:spPr>
          <a:xfrm>
            <a:off x="41260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9" name="F2_precision_recall_distributions_6593">
            <a:extLst>
              <a:ext uri="{FF2B5EF4-FFF2-40B4-BE49-F238E27FC236}">
                <a16:creationId xmlns:a16="http://schemas.microsoft.com/office/drawing/2014/main" id="{542D5FA3-84AC-40E6-AE18-F30F4C9765ED}"/>
              </a:ext>
            </a:extLst>
          </p:cNvPr>
          <p:cNvSpPr>
            <a:spLocks noGrp="1"/>
          </p:cNvSpPr>
          <p:nvPr/>
        </p:nvSpPr>
        <p:spPr>
          <a:xfrm>
            <a:off x="423389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0" name="F2_precision_recall_distributions_6594">
            <a:extLst>
              <a:ext uri="{FF2B5EF4-FFF2-40B4-BE49-F238E27FC236}">
                <a16:creationId xmlns:a16="http://schemas.microsoft.com/office/drawing/2014/main" id="{22F4E6F8-CAD6-401D-AA7A-B5952019D681}"/>
              </a:ext>
            </a:extLst>
          </p:cNvPr>
          <p:cNvSpPr>
            <a:spLocks noGrp="1"/>
          </p:cNvSpPr>
          <p:nvPr/>
        </p:nvSpPr>
        <p:spPr>
          <a:xfrm>
            <a:off x="413579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1" name="F2_precision_recall_distributions_6595">
            <a:extLst>
              <a:ext uri="{FF2B5EF4-FFF2-40B4-BE49-F238E27FC236}">
                <a16:creationId xmlns:a16="http://schemas.microsoft.com/office/drawing/2014/main" id="{FF282930-F000-438E-BC60-58BBA1196109}"/>
              </a:ext>
            </a:extLst>
          </p:cNvPr>
          <p:cNvSpPr>
            <a:spLocks noGrp="1"/>
          </p:cNvSpPr>
          <p:nvPr/>
        </p:nvSpPr>
        <p:spPr>
          <a:xfrm>
            <a:off x="42233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2" name="F2_precision_recall_distributions_6596">
            <a:extLst>
              <a:ext uri="{FF2B5EF4-FFF2-40B4-BE49-F238E27FC236}">
                <a16:creationId xmlns:a16="http://schemas.microsoft.com/office/drawing/2014/main" id="{7F1F7B5C-5007-446B-8851-921004D62885}"/>
              </a:ext>
            </a:extLst>
          </p:cNvPr>
          <p:cNvSpPr>
            <a:spLocks noGrp="1"/>
          </p:cNvSpPr>
          <p:nvPr/>
        </p:nvSpPr>
        <p:spPr>
          <a:xfrm>
            <a:off x="4064947" y="64457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3" name="F2_precision_recall_distributions_6597">
            <a:extLst>
              <a:ext uri="{FF2B5EF4-FFF2-40B4-BE49-F238E27FC236}">
                <a16:creationId xmlns:a16="http://schemas.microsoft.com/office/drawing/2014/main" id="{08BEDE50-A597-430A-829D-6C4981D15B9B}"/>
              </a:ext>
            </a:extLst>
          </p:cNvPr>
          <p:cNvSpPr>
            <a:spLocks noGrp="1"/>
          </p:cNvSpPr>
          <p:nvPr/>
        </p:nvSpPr>
        <p:spPr>
          <a:xfrm>
            <a:off x="404299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4" name="F2_precision_recall_distributions_6598">
            <a:extLst>
              <a:ext uri="{FF2B5EF4-FFF2-40B4-BE49-F238E27FC236}">
                <a16:creationId xmlns:a16="http://schemas.microsoft.com/office/drawing/2014/main" id="{1758B6EF-EFE9-470A-82DC-E13DC3061EC0}"/>
              </a:ext>
            </a:extLst>
          </p:cNvPr>
          <p:cNvSpPr>
            <a:spLocks noGrp="1"/>
          </p:cNvSpPr>
          <p:nvPr/>
        </p:nvSpPr>
        <p:spPr>
          <a:xfrm>
            <a:off x="403026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5" name="F2_precision_recall_distributions_6599">
            <a:extLst>
              <a:ext uri="{FF2B5EF4-FFF2-40B4-BE49-F238E27FC236}">
                <a16:creationId xmlns:a16="http://schemas.microsoft.com/office/drawing/2014/main" id="{DC92939A-4BE3-49B5-B868-BA56DC836895}"/>
              </a:ext>
            </a:extLst>
          </p:cNvPr>
          <p:cNvSpPr>
            <a:spLocks noGrp="1"/>
          </p:cNvSpPr>
          <p:nvPr/>
        </p:nvSpPr>
        <p:spPr>
          <a:xfrm>
            <a:off x="402948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6" name="F2_precision_recall_distributions_6600">
            <a:extLst>
              <a:ext uri="{FF2B5EF4-FFF2-40B4-BE49-F238E27FC236}">
                <a16:creationId xmlns:a16="http://schemas.microsoft.com/office/drawing/2014/main" id="{D5EBBF5C-0F08-4893-9EFC-C481750BC55B}"/>
              </a:ext>
            </a:extLst>
          </p:cNvPr>
          <p:cNvSpPr>
            <a:spLocks noGrp="1"/>
          </p:cNvSpPr>
          <p:nvPr/>
        </p:nvSpPr>
        <p:spPr>
          <a:xfrm>
            <a:off x="4067074" y="64415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7" name="F2_precision_recall_distributions_6601">
            <a:extLst>
              <a:ext uri="{FF2B5EF4-FFF2-40B4-BE49-F238E27FC236}">
                <a16:creationId xmlns:a16="http://schemas.microsoft.com/office/drawing/2014/main" id="{8C246BF3-63BE-4EE7-9C69-82996DB1BC84}"/>
              </a:ext>
            </a:extLst>
          </p:cNvPr>
          <p:cNvSpPr>
            <a:spLocks noGrp="1"/>
          </p:cNvSpPr>
          <p:nvPr/>
        </p:nvSpPr>
        <p:spPr>
          <a:xfrm>
            <a:off x="416691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8" name="F2_precision_recall_distributions_6602">
            <a:extLst>
              <a:ext uri="{FF2B5EF4-FFF2-40B4-BE49-F238E27FC236}">
                <a16:creationId xmlns:a16="http://schemas.microsoft.com/office/drawing/2014/main" id="{550D9772-100F-441A-823B-69D4A88D8F72}"/>
              </a:ext>
            </a:extLst>
          </p:cNvPr>
          <p:cNvSpPr>
            <a:spLocks noGrp="1"/>
          </p:cNvSpPr>
          <p:nvPr/>
        </p:nvSpPr>
        <p:spPr>
          <a:xfrm>
            <a:off x="4322435" y="64454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9" name="F2_precision_recall_distributions_6603">
            <a:extLst>
              <a:ext uri="{FF2B5EF4-FFF2-40B4-BE49-F238E27FC236}">
                <a16:creationId xmlns:a16="http://schemas.microsoft.com/office/drawing/2014/main" id="{4AF50AE1-ED99-4AF5-A054-45DAAB633EC8}"/>
              </a:ext>
            </a:extLst>
          </p:cNvPr>
          <p:cNvSpPr>
            <a:spLocks noGrp="1"/>
          </p:cNvSpPr>
          <p:nvPr/>
        </p:nvSpPr>
        <p:spPr>
          <a:xfrm>
            <a:off x="401072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0" name="F2_precision_recall_distributions_6604">
            <a:extLst>
              <a:ext uri="{FF2B5EF4-FFF2-40B4-BE49-F238E27FC236}">
                <a16:creationId xmlns:a16="http://schemas.microsoft.com/office/drawing/2014/main" id="{EFB7FC7F-C116-4D92-AA9B-E5CB89282D79}"/>
              </a:ext>
            </a:extLst>
          </p:cNvPr>
          <p:cNvSpPr>
            <a:spLocks noGrp="1"/>
          </p:cNvSpPr>
          <p:nvPr/>
        </p:nvSpPr>
        <p:spPr>
          <a:xfrm>
            <a:off x="399678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1" name="F2_precision_recall_distributions_6605">
            <a:extLst>
              <a:ext uri="{FF2B5EF4-FFF2-40B4-BE49-F238E27FC236}">
                <a16:creationId xmlns:a16="http://schemas.microsoft.com/office/drawing/2014/main" id="{C6D0A83D-3D78-4940-9770-F24B122E2347}"/>
              </a:ext>
            </a:extLst>
          </p:cNvPr>
          <p:cNvSpPr>
            <a:spLocks noGrp="1"/>
          </p:cNvSpPr>
          <p:nvPr/>
        </p:nvSpPr>
        <p:spPr>
          <a:xfrm>
            <a:off x="4083413" y="64459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2" name="F2_precision_recall_distributions_6606">
            <a:extLst>
              <a:ext uri="{FF2B5EF4-FFF2-40B4-BE49-F238E27FC236}">
                <a16:creationId xmlns:a16="http://schemas.microsoft.com/office/drawing/2014/main" id="{A22DC19B-939D-43CB-A366-2752CC7B7D00}"/>
              </a:ext>
            </a:extLst>
          </p:cNvPr>
          <p:cNvSpPr>
            <a:spLocks noGrp="1"/>
          </p:cNvSpPr>
          <p:nvPr/>
        </p:nvSpPr>
        <p:spPr>
          <a:xfrm>
            <a:off x="421618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3" name="F2_precision_recall_distributions_6607">
            <a:extLst>
              <a:ext uri="{FF2B5EF4-FFF2-40B4-BE49-F238E27FC236}">
                <a16:creationId xmlns:a16="http://schemas.microsoft.com/office/drawing/2014/main" id="{22D385F9-CC04-4292-BB8D-94C6728FBAD6}"/>
              </a:ext>
            </a:extLst>
          </p:cNvPr>
          <p:cNvSpPr>
            <a:spLocks noGrp="1"/>
          </p:cNvSpPr>
          <p:nvPr/>
        </p:nvSpPr>
        <p:spPr>
          <a:xfrm>
            <a:off x="412515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4" name="F2_precision_recall_distributions_6608">
            <a:extLst>
              <a:ext uri="{FF2B5EF4-FFF2-40B4-BE49-F238E27FC236}">
                <a16:creationId xmlns:a16="http://schemas.microsoft.com/office/drawing/2014/main" id="{B51A707A-4DCB-4D12-AA9C-C849AA0D4949}"/>
              </a:ext>
            </a:extLst>
          </p:cNvPr>
          <p:cNvSpPr>
            <a:spLocks noGrp="1"/>
          </p:cNvSpPr>
          <p:nvPr/>
        </p:nvSpPr>
        <p:spPr>
          <a:xfrm>
            <a:off x="433024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5" name="F2_precision_recall_distributions_6609">
            <a:extLst>
              <a:ext uri="{FF2B5EF4-FFF2-40B4-BE49-F238E27FC236}">
                <a16:creationId xmlns:a16="http://schemas.microsoft.com/office/drawing/2014/main" id="{F6718A07-1EE8-457A-9FFB-675702881C1A}"/>
              </a:ext>
            </a:extLst>
          </p:cNvPr>
          <p:cNvSpPr>
            <a:spLocks noGrp="1"/>
          </p:cNvSpPr>
          <p:nvPr/>
        </p:nvSpPr>
        <p:spPr>
          <a:xfrm>
            <a:off x="4147863" y="64378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6" name="F2_precision_recall_distributions_6610">
            <a:extLst>
              <a:ext uri="{FF2B5EF4-FFF2-40B4-BE49-F238E27FC236}">
                <a16:creationId xmlns:a16="http://schemas.microsoft.com/office/drawing/2014/main" id="{DE06A1AF-2875-4182-832A-8D300E15764C}"/>
              </a:ext>
            </a:extLst>
          </p:cNvPr>
          <p:cNvSpPr>
            <a:spLocks noGrp="1"/>
          </p:cNvSpPr>
          <p:nvPr/>
        </p:nvSpPr>
        <p:spPr>
          <a:xfrm>
            <a:off x="410405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7" name="F2_precision_recall_distributions_6611">
            <a:extLst>
              <a:ext uri="{FF2B5EF4-FFF2-40B4-BE49-F238E27FC236}">
                <a16:creationId xmlns:a16="http://schemas.microsoft.com/office/drawing/2014/main" id="{64CE9DB1-A0EB-4EAB-AC30-137F59A30B25}"/>
              </a:ext>
            </a:extLst>
          </p:cNvPr>
          <p:cNvSpPr>
            <a:spLocks noGrp="1"/>
          </p:cNvSpPr>
          <p:nvPr/>
        </p:nvSpPr>
        <p:spPr>
          <a:xfrm>
            <a:off x="408425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8" name="F2_precision_recall_distributions_6612">
            <a:extLst>
              <a:ext uri="{FF2B5EF4-FFF2-40B4-BE49-F238E27FC236}">
                <a16:creationId xmlns:a16="http://schemas.microsoft.com/office/drawing/2014/main" id="{31C6FB18-77FF-462E-AAE7-4E5196601CFF}"/>
              </a:ext>
            </a:extLst>
          </p:cNvPr>
          <p:cNvSpPr>
            <a:spLocks noGrp="1"/>
          </p:cNvSpPr>
          <p:nvPr/>
        </p:nvSpPr>
        <p:spPr>
          <a:xfrm>
            <a:off x="4042974" y="64269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9" name="F2_precision_recall_distributions_6613">
            <a:extLst>
              <a:ext uri="{FF2B5EF4-FFF2-40B4-BE49-F238E27FC236}">
                <a16:creationId xmlns:a16="http://schemas.microsoft.com/office/drawing/2014/main" id="{2E43A004-821E-4FC6-B432-B04C6813D568}"/>
              </a:ext>
            </a:extLst>
          </p:cNvPr>
          <p:cNvSpPr>
            <a:spLocks noGrp="1"/>
          </p:cNvSpPr>
          <p:nvPr/>
        </p:nvSpPr>
        <p:spPr>
          <a:xfrm>
            <a:off x="405346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0" name="F2_precision_recall_distributions_6614">
            <a:extLst>
              <a:ext uri="{FF2B5EF4-FFF2-40B4-BE49-F238E27FC236}">
                <a16:creationId xmlns:a16="http://schemas.microsoft.com/office/drawing/2014/main" id="{62434BE3-D4FF-4BDC-85FB-060AE557F7AD}"/>
              </a:ext>
            </a:extLst>
          </p:cNvPr>
          <p:cNvSpPr>
            <a:spLocks noGrp="1"/>
          </p:cNvSpPr>
          <p:nvPr/>
        </p:nvSpPr>
        <p:spPr>
          <a:xfrm>
            <a:off x="429961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1" name="F2_precision_recall_distributions_6615">
            <a:extLst>
              <a:ext uri="{FF2B5EF4-FFF2-40B4-BE49-F238E27FC236}">
                <a16:creationId xmlns:a16="http://schemas.microsoft.com/office/drawing/2014/main" id="{FA714CC0-21C0-4E07-AC3F-7F9996DBE09E}"/>
              </a:ext>
            </a:extLst>
          </p:cNvPr>
          <p:cNvSpPr>
            <a:spLocks noGrp="1"/>
          </p:cNvSpPr>
          <p:nvPr/>
        </p:nvSpPr>
        <p:spPr>
          <a:xfrm>
            <a:off x="399372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2" name="F2_precision_recall_distributions_6616">
            <a:extLst>
              <a:ext uri="{FF2B5EF4-FFF2-40B4-BE49-F238E27FC236}">
                <a16:creationId xmlns:a16="http://schemas.microsoft.com/office/drawing/2014/main" id="{01405387-5C7B-4FC6-9F1E-57992D9882FE}"/>
              </a:ext>
            </a:extLst>
          </p:cNvPr>
          <p:cNvSpPr>
            <a:spLocks noGrp="1"/>
          </p:cNvSpPr>
          <p:nvPr/>
        </p:nvSpPr>
        <p:spPr>
          <a:xfrm>
            <a:off x="415208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3" name="F2_precision_recall_distributions_6617">
            <a:extLst>
              <a:ext uri="{FF2B5EF4-FFF2-40B4-BE49-F238E27FC236}">
                <a16:creationId xmlns:a16="http://schemas.microsoft.com/office/drawing/2014/main" id="{5F4B97AF-337E-4F4A-929D-CABCDAB6DFDD}"/>
              </a:ext>
            </a:extLst>
          </p:cNvPr>
          <p:cNvSpPr>
            <a:spLocks noGrp="1"/>
          </p:cNvSpPr>
          <p:nvPr/>
        </p:nvSpPr>
        <p:spPr>
          <a:xfrm>
            <a:off x="4299309" y="64443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4" name="F2_precision_recall_distributions_6618">
            <a:extLst>
              <a:ext uri="{FF2B5EF4-FFF2-40B4-BE49-F238E27FC236}">
                <a16:creationId xmlns:a16="http://schemas.microsoft.com/office/drawing/2014/main" id="{0A3762D6-32F9-4611-B226-AE60792D6619}"/>
              </a:ext>
            </a:extLst>
          </p:cNvPr>
          <p:cNvSpPr>
            <a:spLocks noGrp="1"/>
          </p:cNvSpPr>
          <p:nvPr/>
        </p:nvSpPr>
        <p:spPr>
          <a:xfrm>
            <a:off x="4189583" y="63969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5" name="F2_precision_recall_distributions_6619">
            <a:extLst>
              <a:ext uri="{FF2B5EF4-FFF2-40B4-BE49-F238E27FC236}">
                <a16:creationId xmlns:a16="http://schemas.microsoft.com/office/drawing/2014/main" id="{B1097D15-51EC-4E05-B8A4-9793C1530DF8}"/>
              </a:ext>
            </a:extLst>
          </p:cNvPr>
          <p:cNvSpPr>
            <a:spLocks noGrp="1"/>
          </p:cNvSpPr>
          <p:nvPr/>
        </p:nvSpPr>
        <p:spPr>
          <a:xfrm>
            <a:off x="399555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6" name="F2_precision_recall_distributions_6620">
            <a:extLst>
              <a:ext uri="{FF2B5EF4-FFF2-40B4-BE49-F238E27FC236}">
                <a16:creationId xmlns:a16="http://schemas.microsoft.com/office/drawing/2014/main" id="{8368F96E-E43D-4D2A-978F-2A482671A48E}"/>
              </a:ext>
            </a:extLst>
          </p:cNvPr>
          <p:cNvSpPr>
            <a:spLocks noGrp="1"/>
          </p:cNvSpPr>
          <p:nvPr/>
        </p:nvSpPr>
        <p:spPr>
          <a:xfrm>
            <a:off x="399822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7" name="F2_precision_recall_distributions_6621">
            <a:extLst>
              <a:ext uri="{FF2B5EF4-FFF2-40B4-BE49-F238E27FC236}">
                <a16:creationId xmlns:a16="http://schemas.microsoft.com/office/drawing/2014/main" id="{2B650823-DA39-48FD-B14C-EA86820C694F}"/>
              </a:ext>
            </a:extLst>
          </p:cNvPr>
          <p:cNvSpPr>
            <a:spLocks noGrp="1"/>
          </p:cNvSpPr>
          <p:nvPr/>
        </p:nvSpPr>
        <p:spPr>
          <a:xfrm>
            <a:off x="4154371" y="643423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8" name="F2_precision_recall_distributions_6622">
            <a:extLst>
              <a:ext uri="{FF2B5EF4-FFF2-40B4-BE49-F238E27FC236}">
                <a16:creationId xmlns:a16="http://schemas.microsoft.com/office/drawing/2014/main" id="{3F74CCFB-05D5-4392-AA9D-F676A693CDDE}"/>
              </a:ext>
            </a:extLst>
          </p:cNvPr>
          <p:cNvSpPr>
            <a:spLocks noGrp="1"/>
          </p:cNvSpPr>
          <p:nvPr/>
        </p:nvSpPr>
        <p:spPr>
          <a:xfrm>
            <a:off x="430139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9" name="F2_precision_recall_distributions_6623">
            <a:extLst>
              <a:ext uri="{FF2B5EF4-FFF2-40B4-BE49-F238E27FC236}">
                <a16:creationId xmlns:a16="http://schemas.microsoft.com/office/drawing/2014/main" id="{14E12BDC-611C-4227-BA13-B5042028C4BB}"/>
              </a:ext>
            </a:extLst>
          </p:cNvPr>
          <p:cNvSpPr>
            <a:spLocks noGrp="1"/>
          </p:cNvSpPr>
          <p:nvPr/>
        </p:nvSpPr>
        <p:spPr>
          <a:xfrm>
            <a:off x="433705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0" name="F2_precision_recall_distributions_6624">
            <a:extLst>
              <a:ext uri="{FF2B5EF4-FFF2-40B4-BE49-F238E27FC236}">
                <a16:creationId xmlns:a16="http://schemas.microsoft.com/office/drawing/2014/main" id="{A341A36A-E6A1-4AE8-8FD0-79C82894D02F}"/>
              </a:ext>
            </a:extLst>
          </p:cNvPr>
          <p:cNvSpPr>
            <a:spLocks noGrp="1"/>
          </p:cNvSpPr>
          <p:nvPr/>
        </p:nvSpPr>
        <p:spPr>
          <a:xfrm>
            <a:off x="415480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1" name="F2_precision_recall_distributions_6625">
            <a:extLst>
              <a:ext uri="{FF2B5EF4-FFF2-40B4-BE49-F238E27FC236}">
                <a16:creationId xmlns:a16="http://schemas.microsoft.com/office/drawing/2014/main" id="{1074AA3F-4FD7-4D8C-91F4-9992882D7356}"/>
              </a:ext>
            </a:extLst>
          </p:cNvPr>
          <p:cNvSpPr>
            <a:spLocks noGrp="1"/>
          </p:cNvSpPr>
          <p:nvPr/>
        </p:nvSpPr>
        <p:spPr>
          <a:xfrm>
            <a:off x="42201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2" name="F2_precision_recall_distributions_6626">
            <a:extLst>
              <a:ext uri="{FF2B5EF4-FFF2-40B4-BE49-F238E27FC236}">
                <a16:creationId xmlns:a16="http://schemas.microsoft.com/office/drawing/2014/main" id="{FB1BAA11-EF69-4D1A-A343-A421A1223CEF}"/>
              </a:ext>
            </a:extLst>
          </p:cNvPr>
          <p:cNvSpPr>
            <a:spLocks noGrp="1"/>
          </p:cNvSpPr>
          <p:nvPr/>
        </p:nvSpPr>
        <p:spPr>
          <a:xfrm>
            <a:off x="416165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3" name="F2_precision_recall_distributions_6627">
            <a:extLst>
              <a:ext uri="{FF2B5EF4-FFF2-40B4-BE49-F238E27FC236}">
                <a16:creationId xmlns:a16="http://schemas.microsoft.com/office/drawing/2014/main" id="{82C113F1-15BA-4152-A44C-3199B0B211C4}"/>
              </a:ext>
            </a:extLst>
          </p:cNvPr>
          <p:cNvSpPr>
            <a:spLocks noGrp="1"/>
          </p:cNvSpPr>
          <p:nvPr/>
        </p:nvSpPr>
        <p:spPr>
          <a:xfrm>
            <a:off x="4096598" y="64291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4" name="F2_precision_recall_distributions_6628">
            <a:extLst>
              <a:ext uri="{FF2B5EF4-FFF2-40B4-BE49-F238E27FC236}">
                <a16:creationId xmlns:a16="http://schemas.microsoft.com/office/drawing/2014/main" id="{8C5ED23B-1E8D-4E1C-80D4-3556208A73D2}"/>
              </a:ext>
            </a:extLst>
          </p:cNvPr>
          <p:cNvSpPr>
            <a:spLocks noGrp="1"/>
          </p:cNvSpPr>
          <p:nvPr/>
        </p:nvSpPr>
        <p:spPr>
          <a:xfrm>
            <a:off x="43424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5" name="F2_precision_recall_distributions_6629">
            <a:extLst>
              <a:ext uri="{FF2B5EF4-FFF2-40B4-BE49-F238E27FC236}">
                <a16:creationId xmlns:a16="http://schemas.microsoft.com/office/drawing/2014/main" id="{9BCE6057-8FB9-4973-B0F2-8FB08D7483A2}"/>
              </a:ext>
            </a:extLst>
          </p:cNvPr>
          <p:cNvSpPr>
            <a:spLocks noGrp="1"/>
          </p:cNvSpPr>
          <p:nvPr/>
        </p:nvSpPr>
        <p:spPr>
          <a:xfrm>
            <a:off x="412316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6" name="F2_precision_recall_distributions_6630">
            <a:extLst>
              <a:ext uri="{FF2B5EF4-FFF2-40B4-BE49-F238E27FC236}">
                <a16:creationId xmlns:a16="http://schemas.microsoft.com/office/drawing/2014/main" id="{AE5BBB6B-3D3B-4387-A9C8-3C9815C59981}"/>
              </a:ext>
            </a:extLst>
          </p:cNvPr>
          <p:cNvSpPr>
            <a:spLocks noGrp="1"/>
          </p:cNvSpPr>
          <p:nvPr/>
        </p:nvSpPr>
        <p:spPr>
          <a:xfrm>
            <a:off x="433333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7" name="F2_precision_recall_distributions_6631">
            <a:extLst>
              <a:ext uri="{FF2B5EF4-FFF2-40B4-BE49-F238E27FC236}">
                <a16:creationId xmlns:a16="http://schemas.microsoft.com/office/drawing/2014/main" id="{E4E95A13-45A4-40CE-A03E-E684829369C5}"/>
              </a:ext>
            </a:extLst>
          </p:cNvPr>
          <p:cNvSpPr>
            <a:spLocks noGrp="1"/>
          </p:cNvSpPr>
          <p:nvPr/>
        </p:nvSpPr>
        <p:spPr>
          <a:xfrm>
            <a:off x="401781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8" name="F2_precision_recall_distributions_6632">
            <a:extLst>
              <a:ext uri="{FF2B5EF4-FFF2-40B4-BE49-F238E27FC236}">
                <a16:creationId xmlns:a16="http://schemas.microsoft.com/office/drawing/2014/main" id="{00FB5D49-1F20-434C-8CC3-7F0CE9E8B6FC}"/>
              </a:ext>
            </a:extLst>
          </p:cNvPr>
          <p:cNvSpPr>
            <a:spLocks noGrp="1"/>
          </p:cNvSpPr>
          <p:nvPr/>
        </p:nvSpPr>
        <p:spPr>
          <a:xfrm>
            <a:off x="4141587" y="63054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9" name="F2_precision_recall_distributions_6633">
            <a:extLst>
              <a:ext uri="{FF2B5EF4-FFF2-40B4-BE49-F238E27FC236}">
                <a16:creationId xmlns:a16="http://schemas.microsoft.com/office/drawing/2014/main" id="{9C82F7A6-AADC-404F-A4BF-C7F2EDA4427C}"/>
              </a:ext>
            </a:extLst>
          </p:cNvPr>
          <p:cNvSpPr>
            <a:spLocks noGrp="1"/>
          </p:cNvSpPr>
          <p:nvPr/>
        </p:nvSpPr>
        <p:spPr>
          <a:xfrm>
            <a:off x="40365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0" name="F2_precision_recall_distributions_6634">
            <a:extLst>
              <a:ext uri="{FF2B5EF4-FFF2-40B4-BE49-F238E27FC236}">
                <a16:creationId xmlns:a16="http://schemas.microsoft.com/office/drawing/2014/main" id="{D034B737-3CB8-441E-92FD-6BD5BE737827}"/>
              </a:ext>
            </a:extLst>
          </p:cNvPr>
          <p:cNvSpPr>
            <a:spLocks noGrp="1"/>
          </p:cNvSpPr>
          <p:nvPr/>
        </p:nvSpPr>
        <p:spPr>
          <a:xfrm>
            <a:off x="431307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1" name="F2_precision_recall_distributions_6635">
            <a:extLst>
              <a:ext uri="{FF2B5EF4-FFF2-40B4-BE49-F238E27FC236}">
                <a16:creationId xmlns:a16="http://schemas.microsoft.com/office/drawing/2014/main" id="{DAE22551-156E-4D2D-9411-4DBB98471302}"/>
              </a:ext>
            </a:extLst>
          </p:cNvPr>
          <p:cNvSpPr>
            <a:spLocks noGrp="1"/>
          </p:cNvSpPr>
          <p:nvPr/>
        </p:nvSpPr>
        <p:spPr>
          <a:xfrm>
            <a:off x="4135807" y="643937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2" name="F2_precision_recall_distributions_6636">
            <a:extLst>
              <a:ext uri="{FF2B5EF4-FFF2-40B4-BE49-F238E27FC236}">
                <a16:creationId xmlns:a16="http://schemas.microsoft.com/office/drawing/2014/main" id="{E57225B5-836F-453A-AF01-7F7F57261B48}"/>
              </a:ext>
            </a:extLst>
          </p:cNvPr>
          <p:cNvSpPr>
            <a:spLocks noGrp="1"/>
          </p:cNvSpPr>
          <p:nvPr/>
        </p:nvSpPr>
        <p:spPr>
          <a:xfrm>
            <a:off x="419741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3" name="F2_precision_recall_distributions_6637">
            <a:extLst>
              <a:ext uri="{FF2B5EF4-FFF2-40B4-BE49-F238E27FC236}">
                <a16:creationId xmlns:a16="http://schemas.microsoft.com/office/drawing/2014/main" id="{098C885E-5197-44F9-B174-5A4193BC293E}"/>
              </a:ext>
            </a:extLst>
          </p:cNvPr>
          <p:cNvSpPr>
            <a:spLocks noGrp="1"/>
          </p:cNvSpPr>
          <p:nvPr/>
        </p:nvSpPr>
        <p:spPr>
          <a:xfrm>
            <a:off x="4046226" y="642812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4" name="F2_precision_recall_distributions_6638">
            <a:extLst>
              <a:ext uri="{FF2B5EF4-FFF2-40B4-BE49-F238E27FC236}">
                <a16:creationId xmlns:a16="http://schemas.microsoft.com/office/drawing/2014/main" id="{0E993C31-1016-4F93-A7BB-73562B3B69D7}"/>
              </a:ext>
            </a:extLst>
          </p:cNvPr>
          <p:cNvSpPr>
            <a:spLocks noGrp="1"/>
          </p:cNvSpPr>
          <p:nvPr/>
        </p:nvSpPr>
        <p:spPr>
          <a:xfrm>
            <a:off x="4101028" y="64449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5" name="F2_precision_recall_distributions_6639">
            <a:extLst>
              <a:ext uri="{FF2B5EF4-FFF2-40B4-BE49-F238E27FC236}">
                <a16:creationId xmlns:a16="http://schemas.microsoft.com/office/drawing/2014/main" id="{BC8E562F-CCC1-4742-9799-E2CAD50F0DB5}"/>
              </a:ext>
            </a:extLst>
          </p:cNvPr>
          <p:cNvSpPr>
            <a:spLocks noGrp="1"/>
          </p:cNvSpPr>
          <p:nvPr/>
        </p:nvSpPr>
        <p:spPr>
          <a:xfrm>
            <a:off x="4088610" y="64381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6" name="F2_precision_recall_distributions_6640">
            <a:extLst>
              <a:ext uri="{FF2B5EF4-FFF2-40B4-BE49-F238E27FC236}">
                <a16:creationId xmlns:a16="http://schemas.microsoft.com/office/drawing/2014/main" id="{B4901C1E-64C8-4F3D-B4D3-44187BEF2AE3}"/>
              </a:ext>
            </a:extLst>
          </p:cNvPr>
          <p:cNvSpPr>
            <a:spLocks noGrp="1"/>
          </p:cNvSpPr>
          <p:nvPr/>
        </p:nvSpPr>
        <p:spPr>
          <a:xfrm>
            <a:off x="420964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7" name="F2_precision_recall_distributions_6641">
            <a:extLst>
              <a:ext uri="{FF2B5EF4-FFF2-40B4-BE49-F238E27FC236}">
                <a16:creationId xmlns:a16="http://schemas.microsoft.com/office/drawing/2014/main" id="{F9402A61-29B5-4522-9407-BDA4E55101ED}"/>
              </a:ext>
            </a:extLst>
          </p:cNvPr>
          <p:cNvSpPr>
            <a:spLocks noGrp="1"/>
          </p:cNvSpPr>
          <p:nvPr/>
        </p:nvSpPr>
        <p:spPr>
          <a:xfrm>
            <a:off x="417296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8" name="F2_precision_recall_distributions_6642">
            <a:extLst>
              <a:ext uri="{FF2B5EF4-FFF2-40B4-BE49-F238E27FC236}">
                <a16:creationId xmlns:a16="http://schemas.microsoft.com/office/drawing/2014/main" id="{98D3D1EC-AA99-4370-A4C0-7F0857BA223D}"/>
              </a:ext>
            </a:extLst>
          </p:cNvPr>
          <p:cNvSpPr>
            <a:spLocks noGrp="1"/>
          </p:cNvSpPr>
          <p:nvPr/>
        </p:nvSpPr>
        <p:spPr>
          <a:xfrm>
            <a:off x="434260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9" name="F2_precision_recall_distributions_6643">
            <a:extLst>
              <a:ext uri="{FF2B5EF4-FFF2-40B4-BE49-F238E27FC236}">
                <a16:creationId xmlns:a16="http://schemas.microsoft.com/office/drawing/2014/main" id="{43455F9E-59E1-44A9-9530-608287BDCEAE}"/>
              </a:ext>
            </a:extLst>
          </p:cNvPr>
          <p:cNvSpPr>
            <a:spLocks noGrp="1"/>
          </p:cNvSpPr>
          <p:nvPr/>
        </p:nvSpPr>
        <p:spPr>
          <a:xfrm>
            <a:off x="402158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0" name="F2_precision_recall_distributions_6644">
            <a:extLst>
              <a:ext uri="{FF2B5EF4-FFF2-40B4-BE49-F238E27FC236}">
                <a16:creationId xmlns:a16="http://schemas.microsoft.com/office/drawing/2014/main" id="{8CA3C388-1B49-4525-B534-C804246D1A1A}"/>
              </a:ext>
            </a:extLst>
          </p:cNvPr>
          <p:cNvSpPr>
            <a:spLocks noGrp="1"/>
          </p:cNvSpPr>
          <p:nvPr/>
        </p:nvSpPr>
        <p:spPr>
          <a:xfrm>
            <a:off x="423854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1" name="F2_precision_recall_distributions_6645">
            <a:extLst>
              <a:ext uri="{FF2B5EF4-FFF2-40B4-BE49-F238E27FC236}">
                <a16:creationId xmlns:a16="http://schemas.microsoft.com/office/drawing/2014/main" id="{4F386A6E-3B7F-4EDC-9ADD-93518C8A145E}"/>
              </a:ext>
            </a:extLst>
          </p:cNvPr>
          <p:cNvSpPr>
            <a:spLocks noGrp="1"/>
          </p:cNvSpPr>
          <p:nvPr/>
        </p:nvSpPr>
        <p:spPr>
          <a:xfrm>
            <a:off x="400123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2" name="F2_precision_recall_distributions_6646">
            <a:extLst>
              <a:ext uri="{FF2B5EF4-FFF2-40B4-BE49-F238E27FC236}">
                <a16:creationId xmlns:a16="http://schemas.microsoft.com/office/drawing/2014/main" id="{FE445EDD-CFA7-4315-81D0-93A236E2A1AF}"/>
              </a:ext>
            </a:extLst>
          </p:cNvPr>
          <p:cNvSpPr>
            <a:spLocks noGrp="1"/>
          </p:cNvSpPr>
          <p:nvPr/>
        </p:nvSpPr>
        <p:spPr>
          <a:xfrm>
            <a:off x="421837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3" name="F2_precision_recall_distributions_6647">
            <a:extLst>
              <a:ext uri="{FF2B5EF4-FFF2-40B4-BE49-F238E27FC236}">
                <a16:creationId xmlns:a16="http://schemas.microsoft.com/office/drawing/2014/main" id="{A96F4BF6-726E-4F28-A5F6-1CE6AA4E3F30}"/>
              </a:ext>
            </a:extLst>
          </p:cNvPr>
          <p:cNvSpPr>
            <a:spLocks noGrp="1"/>
          </p:cNvSpPr>
          <p:nvPr/>
        </p:nvSpPr>
        <p:spPr>
          <a:xfrm>
            <a:off x="422723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4" name="F2_precision_recall_distributions_6648">
            <a:extLst>
              <a:ext uri="{FF2B5EF4-FFF2-40B4-BE49-F238E27FC236}">
                <a16:creationId xmlns:a16="http://schemas.microsoft.com/office/drawing/2014/main" id="{A6A62773-B84B-44AD-849A-DB30A024E201}"/>
              </a:ext>
            </a:extLst>
          </p:cNvPr>
          <p:cNvSpPr>
            <a:spLocks noGrp="1"/>
          </p:cNvSpPr>
          <p:nvPr/>
        </p:nvSpPr>
        <p:spPr>
          <a:xfrm>
            <a:off x="4248846" y="64245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5" name="F2_precision_recall_distributions_6649">
            <a:extLst>
              <a:ext uri="{FF2B5EF4-FFF2-40B4-BE49-F238E27FC236}">
                <a16:creationId xmlns:a16="http://schemas.microsoft.com/office/drawing/2014/main" id="{9BBD97C4-8D3B-498B-A96E-FDBA836EA63A}"/>
              </a:ext>
            </a:extLst>
          </p:cNvPr>
          <p:cNvSpPr>
            <a:spLocks noGrp="1"/>
          </p:cNvSpPr>
          <p:nvPr/>
        </p:nvSpPr>
        <p:spPr>
          <a:xfrm>
            <a:off x="399514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6" name="F2_precision_recall_distributions_6650">
            <a:extLst>
              <a:ext uri="{FF2B5EF4-FFF2-40B4-BE49-F238E27FC236}">
                <a16:creationId xmlns:a16="http://schemas.microsoft.com/office/drawing/2014/main" id="{599FDCD6-0929-42ED-BAAB-0FE9F2CC2689}"/>
              </a:ext>
            </a:extLst>
          </p:cNvPr>
          <p:cNvSpPr>
            <a:spLocks noGrp="1"/>
          </p:cNvSpPr>
          <p:nvPr/>
        </p:nvSpPr>
        <p:spPr>
          <a:xfrm>
            <a:off x="434514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7" name="F2_precision_recall_distributions_6651">
            <a:extLst>
              <a:ext uri="{FF2B5EF4-FFF2-40B4-BE49-F238E27FC236}">
                <a16:creationId xmlns:a16="http://schemas.microsoft.com/office/drawing/2014/main" id="{F0E9A6F3-31E4-4A19-A3D7-DEC937380FCC}"/>
              </a:ext>
            </a:extLst>
          </p:cNvPr>
          <p:cNvSpPr>
            <a:spLocks noGrp="1"/>
          </p:cNvSpPr>
          <p:nvPr/>
        </p:nvSpPr>
        <p:spPr>
          <a:xfrm>
            <a:off x="4292568" y="64411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8" name="F2_precision_recall_distributions_6652">
            <a:extLst>
              <a:ext uri="{FF2B5EF4-FFF2-40B4-BE49-F238E27FC236}">
                <a16:creationId xmlns:a16="http://schemas.microsoft.com/office/drawing/2014/main" id="{2AC15EDA-E13F-4F27-A42F-57E6334F0839}"/>
              </a:ext>
            </a:extLst>
          </p:cNvPr>
          <p:cNvSpPr>
            <a:spLocks noGrp="1"/>
          </p:cNvSpPr>
          <p:nvPr/>
        </p:nvSpPr>
        <p:spPr>
          <a:xfrm>
            <a:off x="408759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9" name="F2_precision_recall_distributions_6653">
            <a:extLst>
              <a:ext uri="{FF2B5EF4-FFF2-40B4-BE49-F238E27FC236}">
                <a16:creationId xmlns:a16="http://schemas.microsoft.com/office/drawing/2014/main" id="{048B7D1E-FB43-4A46-A688-79D82E83BE86}"/>
              </a:ext>
            </a:extLst>
          </p:cNvPr>
          <p:cNvSpPr>
            <a:spLocks noGrp="1"/>
          </p:cNvSpPr>
          <p:nvPr/>
        </p:nvSpPr>
        <p:spPr>
          <a:xfrm>
            <a:off x="416543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0" name="F2_precision_recall_distributions_6654">
            <a:extLst>
              <a:ext uri="{FF2B5EF4-FFF2-40B4-BE49-F238E27FC236}">
                <a16:creationId xmlns:a16="http://schemas.microsoft.com/office/drawing/2014/main" id="{8652A534-375B-467F-835A-963CFEC153F7}"/>
              </a:ext>
            </a:extLst>
          </p:cNvPr>
          <p:cNvSpPr>
            <a:spLocks noGrp="1"/>
          </p:cNvSpPr>
          <p:nvPr/>
        </p:nvSpPr>
        <p:spPr>
          <a:xfrm>
            <a:off x="431248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1" name="F2_precision_recall_distributions_6655">
            <a:extLst>
              <a:ext uri="{FF2B5EF4-FFF2-40B4-BE49-F238E27FC236}">
                <a16:creationId xmlns:a16="http://schemas.microsoft.com/office/drawing/2014/main" id="{18AF576E-DADE-469F-A3FB-52FAC592D709}"/>
              </a:ext>
            </a:extLst>
          </p:cNvPr>
          <p:cNvSpPr>
            <a:spLocks noGrp="1"/>
          </p:cNvSpPr>
          <p:nvPr/>
        </p:nvSpPr>
        <p:spPr>
          <a:xfrm>
            <a:off x="4156421" y="64374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2" name="F2_precision_recall_distributions_6656">
            <a:extLst>
              <a:ext uri="{FF2B5EF4-FFF2-40B4-BE49-F238E27FC236}">
                <a16:creationId xmlns:a16="http://schemas.microsoft.com/office/drawing/2014/main" id="{1DC627D3-C788-4106-8475-334D943A17A9}"/>
              </a:ext>
            </a:extLst>
          </p:cNvPr>
          <p:cNvSpPr>
            <a:spLocks noGrp="1"/>
          </p:cNvSpPr>
          <p:nvPr/>
        </p:nvSpPr>
        <p:spPr>
          <a:xfrm>
            <a:off x="41445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3" name="F2_precision_recall_distributions_6657">
            <a:extLst>
              <a:ext uri="{FF2B5EF4-FFF2-40B4-BE49-F238E27FC236}">
                <a16:creationId xmlns:a16="http://schemas.microsoft.com/office/drawing/2014/main" id="{71382921-0FE0-4617-8147-C150BB42936B}"/>
              </a:ext>
            </a:extLst>
          </p:cNvPr>
          <p:cNvSpPr>
            <a:spLocks noGrp="1"/>
          </p:cNvSpPr>
          <p:nvPr/>
        </p:nvSpPr>
        <p:spPr>
          <a:xfrm>
            <a:off x="422984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4" name="F2_precision_recall_distributions_6658">
            <a:extLst>
              <a:ext uri="{FF2B5EF4-FFF2-40B4-BE49-F238E27FC236}">
                <a16:creationId xmlns:a16="http://schemas.microsoft.com/office/drawing/2014/main" id="{ED2BE7A4-3DF0-47F7-9863-15CCB066E693}"/>
              </a:ext>
            </a:extLst>
          </p:cNvPr>
          <p:cNvSpPr>
            <a:spLocks noGrp="1"/>
          </p:cNvSpPr>
          <p:nvPr/>
        </p:nvSpPr>
        <p:spPr>
          <a:xfrm>
            <a:off x="402482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5" name="F2_precision_recall_distributions_6659">
            <a:extLst>
              <a:ext uri="{FF2B5EF4-FFF2-40B4-BE49-F238E27FC236}">
                <a16:creationId xmlns:a16="http://schemas.microsoft.com/office/drawing/2014/main" id="{5FB79B78-57F0-49A4-B6EE-A6EF3784EA82}"/>
              </a:ext>
            </a:extLst>
          </p:cNvPr>
          <p:cNvSpPr>
            <a:spLocks noGrp="1"/>
          </p:cNvSpPr>
          <p:nvPr/>
        </p:nvSpPr>
        <p:spPr>
          <a:xfrm>
            <a:off x="408146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6" name="F2_precision_recall_distributions_6660">
            <a:extLst>
              <a:ext uri="{FF2B5EF4-FFF2-40B4-BE49-F238E27FC236}">
                <a16:creationId xmlns:a16="http://schemas.microsoft.com/office/drawing/2014/main" id="{0B722105-AA4C-4531-B37B-A29C7CCAD12E}"/>
              </a:ext>
            </a:extLst>
          </p:cNvPr>
          <p:cNvSpPr>
            <a:spLocks noGrp="1"/>
          </p:cNvSpPr>
          <p:nvPr/>
        </p:nvSpPr>
        <p:spPr>
          <a:xfrm>
            <a:off x="411914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7" name="F2_precision_recall_distributions_6661">
            <a:extLst>
              <a:ext uri="{FF2B5EF4-FFF2-40B4-BE49-F238E27FC236}">
                <a16:creationId xmlns:a16="http://schemas.microsoft.com/office/drawing/2014/main" id="{A0807154-DF55-4E17-AA9F-51E794176FCB}"/>
              </a:ext>
            </a:extLst>
          </p:cNvPr>
          <p:cNvSpPr>
            <a:spLocks noGrp="1"/>
          </p:cNvSpPr>
          <p:nvPr/>
        </p:nvSpPr>
        <p:spPr>
          <a:xfrm>
            <a:off x="4161694" y="64446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8" name="F2_precision_recall_distributions_6662">
            <a:extLst>
              <a:ext uri="{FF2B5EF4-FFF2-40B4-BE49-F238E27FC236}">
                <a16:creationId xmlns:a16="http://schemas.microsoft.com/office/drawing/2014/main" id="{E8D2D539-4ACF-461D-9D02-684F6244D346}"/>
              </a:ext>
            </a:extLst>
          </p:cNvPr>
          <p:cNvSpPr>
            <a:spLocks noGrp="1"/>
          </p:cNvSpPr>
          <p:nvPr/>
        </p:nvSpPr>
        <p:spPr>
          <a:xfrm>
            <a:off x="426399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9" name="F2_precision_recall_distributions_6663">
            <a:extLst>
              <a:ext uri="{FF2B5EF4-FFF2-40B4-BE49-F238E27FC236}">
                <a16:creationId xmlns:a16="http://schemas.microsoft.com/office/drawing/2014/main" id="{9AAD2A54-7785-4A94-913E-D41CA8479FBF}"/>
              </a:ext>
            </a:extLst>
          </p:cNvPr>
          <p:cNvSpPr>
            <a:spLocks noGrp="1"/>
          </p:cNvSpPr>
          <p:nvPr/>
        </p:nvSpPr>
        <p:spPr>
          <a:xfrm>
            <a:off x="4196592" y="64433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0" name="F2_precision_recall_distributions_6664">
            <a:extLst>
              <a:ext uri="{FF2B5EF4-FFF2-40B4-BE49-F238E27FC236}">
                <a16:creationId xmlns:a16="http://schemas.microsoft.com/office/drawing/2014/main" id="{33F20222-A759-48D3-8C10-F313C1283151}"/>
              </a:ext>
            </a:extLst>
          </p:cNvPr>
          <p:cNvSpPr>
            <a:spLocks noGrp="1"/>
          </p:cNvSpPr>
          <p:nvPr/>
        </p:nvSpPr>
        <p:spPr>
          <a:xfrm>
            <a:off x="405852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1" name="F2_precision_recall_distributions_6665">
            <a:extLst>
              <a:ext uri="{FF2B5EF4-FFF2-40B4-BE49-F238E27FC236}">
                <a16:creationId xmlns:a16="http://schemas.microsoft.com/office/drawing/2014/main" id="{37A6D7BF-9A4F-458E-9F73-E2878D9421FD}"/>
              </a:ext>
            </a:extLst>
          </p:cNvPr>
          <p:cNvSpPr>
            <a:spLocks noGrp="1"/>
          </p:cNvSpPr>
          <p:nvPr/>
        </p:nvSpPr>
        <p:spPr>
          <a:xfrm>
            <a:off x="413621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2" name="F2_precision_recall_distributions_6666">
            <a:extLst>
              <a:ext uri="{FF2B5EF4-FFF2-40B4-BE49-F238E27FC236}">
                <a16:creationId xmlns:a16="http://schemas.microsoft.com/office/drawing/2014/main" id="{562E4692-8FB5-4EBC-BAFE-31AC65A0A8D2}"/>
              </a:ext>
            </a:extLst>
          </p:cNvPr>
          <p:cNvSpPr>
            <a:spLocks noGrp="1"/>
          </p:cNvSpPr>
          <p:nvPr/>
        </p:nvSpPr>
        <p:spPr>
          <a:xfrm>
            <a:off x="407307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3" name="F2_precision_recall_distributions_6667">
            <a:extLst>
              <a:ext uri="{FF2B5EF4-FFF2-40B4-BE49-F238E27FC236}">
                <a16:creationId xmlns:a16="http://schemas.microsoft.com/office/drawing/2014/main" id="{80D868CA-2BE1-4064-AFE5-BC316DDC7EF0}"/>
              </a:ext>
            </a:extLst>
          </p:cNvPr>
          <p:cNvSpPr>
            <a:spLocks noGrp="1"/>
          </p:cNvSpPr>
          <p:nvPr/>
        </p:nvSpPr>
        <p:spPr>
          <a:xfrm>
            <a:off x="422833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4" name="F2_precision_recall_distributions_6668">
            <a:extLst>
              <a:ext uri="{FF2B5EF4-FFF2-40B4-BE49-F238E27FC236}">
                <a16:creationId xmlns:a16="http://schemas.microsoft.com/office/drawing/2014/main" id="{3B2FA533-06BC-47A1-98D3-5ACAD6603370}"/>
              </a:ext>
            </a:extLst>
          </p:cNvPr>
          <p:cNvSpPr>
            <a:spLocks noGrp="1"/>
          </p:cNvSpPr>
          <p:nvPr/>
        </p:nvSpPr>
        <p:spPr>
          <a:xfrm>
            <a:off x="42919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5" name="F2_precision_recall_distributions_6669">
            <a:extLst>
              <a:ext uri="{FF2B5EF4-FFF2-40B4-BE49-F238E27FC236}">
                <a16:creationId xmlns:a16="http://schemas.microsoft.com/office/drawing/2014/main" id="{32F174AC-BD8A-4C00-8494-C14685010576}"/>
              </a:ext>
            </a:extLst>
          </p:cNvPr>
          <p:cNvSpPr>
            <a:spLocks noGrp="1"/>
          </p:cNvSpPr>
          <p:nvPr/>
        </p:nvSpPr>
        <p:spPr>
          <a:xfrm>
            <a:off x="39842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6" name="F2_precision_recall_distributions_6670">
            <a:extLst>
              <a:ext uri="{FF2B5EF4-FFF2-40B4-BE49-F238E27FC236}">
                <a16:creationId xmlns:a16="http://schemas.microsoft.com/office/drawing/2014/main" id="{B119FAE8-03B0-4FD3-AFE9-168B4B871745}"/>
              </a:ext>
            </a:extLst>
          </p:cNvPr>
          <p:cNvSpPr>
            <a:spLocks noGrp="1"/>
          </p:cNvSpPr>
          <p:nvPr/>
        </p:nvSpPr>
        <p:spPr>
          <a:xfrm>
            <a:off x="409074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7" name="F2_precision_recall_distributions_6671">
            <a:extLst>
              <a:ext uri="{FF2B5EF4-FFF2-40B4-BE49-F238E27FC236}">
                <a16:creationId xmlns:a16="http://schemas.microsoft.com/office/drawing/2014/main" id="{FAC4C8C5-0E30-4014-824D-FCC5E1C5904A}"/>
              </a:ext>
            </a:extLst>
          </p:cNvPr>
          <p:cNvSpPr>
            <a:spLocks noGrp="1"/>
          </p:cNvSpPr>
          <p:nvPr/>
        </p:nvSpPr>
        <p:spPr>
          <a:xfrm>
            <a:off x="40406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8" name="F2_precision_recall_distributions_6672">
            <a:extLst>
              <a:ext uri="{FF2B5EF4-FFF2-40B4-BE49-F238E27FC236}">
                <a16:creationId xmlns:a16="http://schemas.microsoft.com/office/drawing/2014/main" id="{45D39AC8-32FA-43E2-ACC9-4E2527285018}"/>
              </a:ext>
            </a:extLst>
          </p:cNvPr>
          <p:cNvSpPr>
            <a:spLocks noGrp="1"/>
          </p:cNvSpPr>
          <p:nvPr/>
        </p:nvSpPr>
        <p:spPr>
          <a:xfrm>
            <a:off x="431794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9" name="F2_precision_recall_distributions_6673">
            <a:extLst>
              <a:ext uri="{FF2B5EF4-FFF2-40B4-BE49-F238E27FC236}">
                <a16:creationId xmlns:a16="http://schemas.microsoft.com/office/drawing/2014/main" id="{5D811EA8-B63A-4426-8C07-B255E76F8F8A}"/>
              </a:ext>
            </a:extLst>
          </p:cNvPr>
          <p:cNvSpPr>
            <a:spLocks noGrp="1"/>
          </p:cNvSpPr>
          <p:nvPr/>
        </p:nvSpPr>
        <p:spPr>
          <a:xfrm>
            <a:off x="416770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0" name="F2_precision_recall_distributions_6674">
            <a:extLst>
              <a:ext uri="{FF2B5EF4-FFF2-40B4-BE49-F238E27FC236}">
                <a16:creationId xmlns:a16="http://schemas.microsoft.com/office/drawing/2014/main" id="{3E8B05C5-C766-41C5-A862-4BD47DE586C7}"/>
              </a:ext>
            </a:extLst>
          </p:cNvPr>
          <p:cNvSpPr>
            <a:spLocks noGrp="1"/>
          </p:cNvSpPr>
          <p:nvPr/>
        </p:nvSpPr>
        <p:spPr>
          <a:xfrm>
            <a:off x="41074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1" name="F2_precision_recall_distributions_6675">
            <a:extLst>
              <a:ext uri="{FF2B5EF4-FFF2-40B4-BE49-F238E27FC236}">
                <a16:creationId xmlns:a16="http://schemas.microsoft.com/office/drawing/2014/main" id="{20F65076-E529-4D6B-9794-1F0E5CBA3FBA}"/>
              </a:ext>
            </a:extLst>
          </p:cNvPr>
          <p:cNvSpPr>
            <a:spLocks noGrp="1"/>
          </p:cNvSpPr>
          <p:nvPr/>
        </p:nvSpPr>
        <p:spPr>
          <a:xfrm>
            <a:off x="416189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2" name="F2_precision_recall_distributions_6676">
            <a:extLst>
              <a:ext uri="{FF2B5EF4-FFF2-40B4-BE49-F238E27FC236}">
                <a16:creationId xmlns:a16="http://schemas.microsoft.com/office/drawing/2014/main" id="{6E4597C9-FFF1-4ED2-9D14-B958C48CCF0C}"/>
              </a:ext>
            </a:extLst>
          </p:cNvPr>
          <p:cNvSpPr>
            <a:spLocks noGrp="1"/>
          </p:cNvSpPr>
          <p:nvPr/>
        </p:nvSpPr>
        <p:spPr>
          <a:xfrm>
            <a:off x="4123326" y="64420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3" name="F2_precision_recall_distributions_6677">
            <a:extLst>
              <a:ext uri="{FF2B5EF4-FFF2-40B4-BE49-F238E27FC236}">
                <a16:creationId xmlns:a16="http://schemas.microsoft.com/office/drawing/2014/main" id="{B030CA43-DDF4-4562-880F-D32C58EC47FA}"/>
              </a:ext>
            </a:extLst>
          </p:cNvPr>
          <p:cNvSpPr>
            <a:spLocks noGrp="1"/>
          </p:cNvSpPr>
          <p:nvPr/>
        </p:nvSpPr>
        <p:spPr>
          <a:xfrm>
            <a:off x="408353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4" name="F2_precision_recall_distributions_6678">
            <a:extLst>
              <a:ext uri="{FF2B5EF4-FFF2-40B4-BE49-F238E27FC236}">
                <a16:creationId xmlns:a16="http://schemas.microsoft.com/office/drawing/2014/main" id="{CA84FCF6-98E1-4A9F-9625-9C06E4890AE1}"/>
              </a:ext>
            </a:extLst>
          </p:cNvPr>
          <p:cNvSpPr>
            <a:spLocks noGrp="1"/>
          </p:cNvSpPr>
          <p:nvPr/>
        </p:nvSpPr>
        <p:spPr>
          <a:xfrm>
            <a:off x="4108035" y="64451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5" name="F2_precision_recall_distributions_6679">
            <a:extLst>
              <a:ext uri="{FF2B5EF4-FFF2-40B4-BE49-F238E27FC236}">
                <a16:creationId xmlns:a16="http://schemas.microsoft.com/office/drawing/2014/main" id="{8A9E725D-EFD2-4183-9FF8-F048F2090BF6}"/>
              </a:ext>
            </a:extLst>
          </p:cNvPr>
          <p:cNvSpPr>
            <a:spLocks noGrp="1"/>
          </p:cNvSpPr>
          <p:nvPr/>
        </p:nvSpPr>
        <p:spPr>
          <a:xfrm>
            <a:off x="42863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6" name="F2_precision_recall_distributions_6680">
            <a:extLst>
              <a:ext uri="{FF2B5EF4-FFF2-40B4-BE49-F238E27FC236}">
                <a16:creationId xmlns:a16="http://schemas.microsoft.com/office/drawing/2014/main" id="{5D6377B5-A8D0-4202-81F5-14077E7C9712}"/>
              </a:ext>
            </a:extLst>
          </p:cNvPr>
          <p:cNvSpPr>
            <a:spLocks noGrp="1"/>
          </p:cNvSpPr>
          <p:nvPr/>
        </p:nvSpPr>
        <p:spPr>
          <a:xfrm>
            <a:off x="433391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7" name="F2_precision_recall_distributions_6681">
            <a:extLst>
              <a:ext uri="{FF2B5EF4-FFF2-40B4-BE49-F238E27FC236}">
                <a16:creationId xmlns:a16="http://schemas.microsoft.com/office/drawing/2014/main" id="{2A50C725-EDC9-481F-8A28-A13BE804FD8C}"/>
              </a:ext>
            </a:extLst>
          </p:cNvPr>
          <p:cNvSpPr>
            <a:spLocks noGrp="1"/>
          </p:cNvSpPr>
          <p:nvPr/>
        </p:nvSpPr>
        <p:spPr>
          <a:xfrm>
            <a:off x="41397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8" name="F2_precision_recall_distributions_6682">
            <a:extLst>
              <a:ext uri="{FF2B5EF4-FFF2-40B4-BE49-F238E27FC236}">
                <a16:creationId xmlns:a16="http://schemas.microsoft.com/office/drawing/2014/main" id="{300CFA23-C651-4A13-8489-21234D23E2FB}"/>
              </a:ext>
            </a:extLst>
          </p:cNvPr>
          <p:cNvSpPr>
            <a:spLocks noGrp="1"/>
          </p:cNvSpPr>
          <p:nvPr/>
        </p:nvSpPr>
        <p:spPr>
          <a:xfrm>
            <a:off x="4022985" y="64454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9" name="F2_precision_recall_distributions_6683">
            <a:extLst>
              <a:ext uri="{FF2B5EF4-FFF2-40B4-BE49-F238E27FC236}">
                <a16:creationId xmlns:a16="http://schemas.microsoft.com/office/drawing/2014/main" id="{24868DC6-89A8-4252-B973-97B10673914C}"/>
              </a:ext>
            </a:extLst>
          </p:cNvPr>
          <p:cNvSpPr>
            <a:spLocks noGrp="1"/>
          </p:cNvSpPr>
          <p:nvPr/>
        </p:nvSpPr>
        <p:spPr>
          <a:xfrm>
            <a:off x="41132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0" name="F2_precision_recall_distributions_6684">
            <a:extLst>
              <a:ext uri="{FF2B5EF4-FFF2-40B4-BE49-F238E27FC236}">
                <a16:creationId xmlns:a16="http://schemas.microsoft.com/office/drawing/2014/main" id="{E854F401-3874-4319-8424-8B16B50965AD}"/>
              </a:ext>
            </a:extLst>
          </p:cNvPr>
          <p:cNvSpPr>
            <a:spLocks noGrp="1"/>
          </p:cNvSpPr>
          <p:nvPr/>
        </p:nvSpPr>
        <p:spPr>
          <a:xfrm>
            <a:off x="399435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1" name="F2_precision_recall_distributions_6685">
            <a:extLst>
              <a:ext uri="{FF2B5EF4-FFF2-40B4-BE49-F238E27FC236}">
                <a16:creationId xmlns:a16="http://schemas.microsoft.com/office/drawing/2014/main" id="{974FCDB6-9B92-4716-B7A8-7BC8F2033454}"/>
              </a:ext>
            </a:extLst>
          </p:cNvPr>
          <p:cNvSpPr>
            <a:spLocks noGrp="1"/>
          </p:cNvSpPr>
          <p:nvPr/>
        </p:nvSpPr>
        <p:spPr>
          <a:xfrm>
            <a:off x="416391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2" name="F2_precision_recall_distributions_6686">
            <a:extLst>
              <a:ext uri="{FF2B5EF4-FFF2-40B4-BE49-F238E27FC236}">
                <a16:creationId xmlns:a16="http://schemas.microsoft.com/office/drawing/2014/main" id="{B071EDBF-B41A-4D35-AF71-3E17D19A943A}"/>
              </a:ext>
            </a:extLst>
          </p:cNvPr>
          <p:cNvSpPr>
            <a:spLocks noGrp="1"/>
          </p:cNvSpPr>
          <p:nvPr/>
        </p:nvSpPr>
        <p:spPr>
          <a:xfrm>
            <a:off x="412111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3" name="F2_precision_recall_distributions_6687">
            <a:extLst>
              <a:ext uri="{FF2B5EF4-FFF2-40B4-BE49-F238E27FC236}">
                <a16:creationId xmlns:a16="http://schemas.microsoft.com/office/drawing/2014/main" id="{71428775-5429-464D-924A-A6E81014F8D3}"/>
              </a:ext>
            </a:extLst>
          </p:cNvPr>
          <p:cNvSpPr>
            <a:spLocks noGrp="1"/>
          </p:cNvSpPr>
          <p:nvPr/>
        </p:nvSpPr>
        <p:spPr>
          <a:xfrm>
            <a:off x="411627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4" name="F2_precision_recall_distributions_6688">
            <a:extLst>
              <a:ext uri="{FF2B5EF4-FFF2-40B4-BE49-F238E27FC236}">
                <a16:creationId xmlns:a16="http://schemas.microsoft.com/office/drawing/2014/main" id="{345EB5AC-7D1D-4E85-BB7D-83FE98C3E5CB}"/>
              </a:ext>
            </a:extLst>
          </p:cNvPr>
          <p:cNvSpPr>
            <a:spLocks noGrp="1"/>
          </p:cNvSpPr>
          <p:nvPr/>
        </p:nvSpPr>
        <p:spPr>
          <a:xfrm>
            <a:off x="419391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5" name="F2_precision_recall_distributions_6689">
            <a:extLst>
              <a:ext uri="{FF2B5EF4-FFF2-40B4-BE49-F238E27FC236}">
                <a16:creationId xmlns:a16="http://schemas.microsoft.com/office/drawing/2014/main" id="{7A2C2639-65A4-4A13-9A10-F15ECD05A463}"/>
              </a:ext>
            </a:extLst>
          </p:cNvPr>
          <p:cNvSpPr>
            <a:spLocks noGrp="1"/>
          </p:cNvSpPr>
          <p:nvPr/>
        </p:nvSpPr>
        <p:spPr>
          <a:xfrm>
            <a:off x="43488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6" name="F2_precision_recall_distributions_6690">
            <a:extLst>
              <a:ext uri="{FF2B5EF4-FFF2-40B4-BE49-F238E27FC236}">
                <a16:creationId xmlns:a16="http://schemas.microsoft.com/office/drawing/2014/main" id="{529F8F4D-9352-4150-B9FD-A4B16FAA195F}"/>
              </a:ext>
            </a:extLst>
          </p:cNvPr>
          <p:cNvSpPr>
            <a:spLocks noGrp="1"/>
          </p:cNvSpPr>
          <p:nvPr/>
        </p:nvSpPr>
        <p:spPr>
          <a:xfrm>
            <a:off x="401145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7" name="F2_precision_recall_distributions_6691">
            <a:extLst>
              <a:ext uri="{FF2B5EF4-FFF2-40B4-BE49-F238E27FC236}">
                <a16:creationId xmlns:a16="http://schemas.microsoft.com/office/drawing/2014/main" id="{2378E03D-650D-421C-8572-D2469A167612}"/>
              </a:ext>
            </a:extLst>
          </p:cNvPr>
          <p:cNvSpPr>
            <a:spLocks noGrp="1"/>
          </p:cNvSpPr>
          <p:nvPr/>
        </p:nvSpPr>
        <p:spPr>
          <a:xfrm>
            <a:off x="4253654" y="64449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8" name="F2_precision_recall_distributions_6692">
            <a:extLst>
              <a:ext uri="{FF2B5EF4-FFF2-40B4-BE49-F238E27FC236}">
                <a16:creationId xmlns:a16="http://schemas.microsoft.com/office/drawing/2014/main" id="{51561E3D-7E2C-4BAF-A5D6-1B9E26FC33B7}"/>
              </a:ext>
            </a:extLst>
          </p:cNvPr>
          <p:cNvSpPr>
            <a:spLocks noGrp="1"/>
          </p:cNvSpPr>
          <p:nvPr/>
        </p:nvSpPr>
        <p:spPr>
          <a:xfrm>
            <a:off x="4131887" y="64304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9" name="F2_precision_recall_distributions_6693">
            <a:extLst>
              <a:ext uri="{FF2B5EF4-FFF2-40B4-BE49-F238E27FC236}">
                <a16:creationId xmlns:a16="http://schemas.microsoft.com/office/drawing/2014/main" id="{ED795C16-98DC-4CF8-B752-AC9B978C6CEB}"/>
              </a:ext>
            </a:extLst>
          </p:cNvPr>
          <p:cNvSpPr>
            <a:spLocks noGrp="1"/>
          </p:cNvSpPr>
          <p:nvPr/>
        </p:nvSpPr>
        <p:spPr>
          <a:xfrm>
            <a:off x="433306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0" name="F2_precision_recall_distributions_6694">
            <a:extLst>
              <a:ext uri="{FF2B5EF4-FFF2-40B4-BE49-F238E27FC236}">
                <a16:creationId xmlns:a16="http://schemas.microsoft.com/office/drawing/2014/main" id="{6F1468DB-C446-4CC3-85A3-8B8520ED0AC0}"/>
              </a:ext>
            </a:extLst>
          </p:cNvPr>
          <p:cNvSpPr>
            <a:spLocks noGrp="1"/>
          </p:cNvSpPr>
          <p:nvPr/>
        </p:nvSpPr>
        <p:spPr>
          <a:xfrm>
            <a:off x="427520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1" name="F2_precision_recall_distributions_6695">
            <a:extLst>
              <a:ext uri="{FF2B5EF4-FFF2-40B4-BE49-F238E27FC236}">
                <a16:creationId xmlns:a16="http://schemas.microsoft.com/office/drawing/2014/main" id="{0AE1CA33-75B8-4ACE-A081-33D7DCD64C58}"/>
              </a:ext>
            </a:extLst>
          </p:cNvPr>
          <p:cNvSpPr>
            <a:spLocks noGrp="1"/>
          </p:cNvSpPr>
          <p:nvPr/>
        </p:nvSpPr>
        <p:spPr>
          <a:xfrm>
            <a:off x="400754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2" name="F2_precision_recall_distributions_6696">
            <a:extLst>
              <a:ext uri="{FF2B5EF4-FFF2-40B4-BE49-F238E27FC236}">
                <a16:creationId xmlns:a16="http://schemas.microsoft.com/office/drawing/2014/main" id="{6819DFC6-4D6D-48C2-9897-707BAE90C2C3}"/>
              </a:ext>
            </a:extLst>
          </p:cNvPr>
          <p:cNvSpPr>
            <a:spLocks noGrp="1"/>
          </p:cNvSpPr>
          <p:nvPr/>
        </p:nvSpPr>
        <p:spPr>
          <a:xfrm>
            <a:off x="415844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3" name="F2_precision_recall_distributions_6697">
            <a:extLst>
              <a:ext uri="{FF2B5EF4-FFF2-40B4-BE49-F238E27FC236}">
                <a16:creationId xmlns:a16="http://schemas.microsoft.com/office/drawing/2014/main" id="{47C9F47A-422D-4CBD-BEE3-1198910AF7CB}"/>
              </a:ext>
            </a:extLst>
          </p:cNvPr>
          <p:cNvSpPr>
            <a:spLocks noGrp="1"/>
          </p:cNvSpPr>
          <p:nvPr/>
        </p:nvSpPr>
        <p:spPr>
          <a:xfrm>
            <a:off x="4030264" y="64450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4" name="F2_precision_recall_distributions_6698">
            <a:extLst>
              <a:ext uri="{FF2B5EF4-FFF2-40B4-BE49-F238E27FC236}">
                <a16:creationId xmlns:a16="http://schemas.microsoft.com/office/drawing/2014/main" id="{573C6B3C-AE5C-48B2-A093-041BCDB7B38F}"/>
              </a:ext>
            </a:extLst>
          </p:cNvPr>
          <p:cNvSpPr>
            <a:spLocks noGrp="1"/>
          </p:cNvSpPr>
          <p:nvPr/>
        </p:nvSpPr>
        <p:spPr>
          <a:xfrm>
            <a:off x="41161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5" name="F2_precision_recall_distributions_6699">
            <a:extLst>
              <a:ext uri="{FF2B5EF4-FFF2-40B4-BE49-F238E27FC236}">
                <a16:creationId xmlns:a16="http://schemas.microsoft.com/office/drawing/2014/main" id="{0653375C-47D8-467F-AE04-8ABB7DCF41F0}"/>
              </a:ext>
            </a:extLst>
          </p:cNvPr>
          <p:cNvSpPr>
            <a:spLocks noGrp="1"/>
          </p:cNvSpPr>
          <p:nvPr/>
        </p:nvSpPr>
        <p:spPr>
          <a:xfrm>
            <a:off x="429345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6" name="F2_precision_recall_distributions_6700">
            <a:extLst>
              <a:ext uri="{FF2B5EF4-FFF2-40B4-BE49-F238E27FC236}">
                <a16:creationId xmlns:a16="http://schemas.microsoft.com/office/drawing/2014/main" id="{A522DC88-C5E3-4AB5-9F09-AE68FBE9DBEE}"/>
              </a:ext>
            </a:extLst>
          </p:cNvPr>
          <p:cNvSpPr>
            <a:spLocks noGrp="1"/>
          </p:cNvSpPr>
          <p:nvPr/>
        </p:nvSpPr>
        <p:spPr>
          <a:xfrm>
            <a:off x="418665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7" name="F2_precision_recall_distributions_6701">
            <a:extLst>
              <a:ext uri="{FF2B5EF4-FFF2-40B4-BE49-F238E27FC236}">
                <a16:creationId xmlns:a16="http://schemas.microsoft.com/office/drawing/2014/main" id="{B97B8809-75A6-4413-BE7F-D1C78A55003E}"/>
              </a:ext>
            </a:extLst>
          </p:cNvPr>
          <p:cNvSpPr>
            <a:spLocks noGrp="1"/>
          </p:cNvSpPr>
          <p:nvPr/>
        </p:nvSpPr>
        <p:spPr>
          <a:xfrm>
            <a:off x="407615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8" name="F2_precision_recall_distributions_6702">
            <a:extLst>
              <a:ext uri="{FF2B5EF4-FFF2-40B4-BE49-F238E27FC236}">
                <a16:creationId xmlns:a16="http://schemas.microsoft.com/office/drawing/2014/main" id="{01122D08-0A5C-4001-932D-53420914C0F2}"/>
              </a:ext>
            </a:extLst>
          </p:cNvPr>
          <p:cNvSpPr>
            <a:spLocks noGrp="1"/>
          </p:cNvSpPr>
          <p:nvPr/>
        </p:nvSpPr>
        <p:spPr>
          <a:xfrm>
            <a:off x="433734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9" name="F2_precision_recall_distributions_6703">
            <a:extLst>
              <a:ext uri="{FF2B5EF4-FFF2-40B4-BE49-F238E27FC236}">
                <a16:creationId xmlns:a16="http://schemas.microsoft.com/office/drawing/2014/main" id="{1CCF1037-51E5-4F08-A919-04A5D5C81389}"/>
              </a:ext>
            </a:extLst>
          </p:cNvPr>
          <p:cNvSpPr>
            <a:spLocks noGrp="1"/>
          </p:cNvSpPr>
          <p:nvPr/>
        </p:nvSpPr>
        <p:spPr>
          <a:xfrm>
            <a:off x="412182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0" name="F2_precision_recall_distributions_6704">
            <a:extLst>
              <a:ext uri="{FF2B5EF4-FFF2-40B4-BE49-F238E27FC236}">
                <a16:creationId xmlns:a16="http://schemas.microsoft.com/office/drawing/2014/main" id="{A7C185E3-7DFD-47A7-B7C5-C84254848424}"/>
              </a:ext>
            </a:extLst>
          </p:cNvPr>
          <p:cNvSpPr>
            <a:spLocks noGrp="1"/>
          </p:cNvSpPr>
          <p:nvPr/>
        </p:nvSpPr>
        <p:spPr>
          <a:xfrm>
            <a:off x="429064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1" name="F2_precision_recall_distributions_6705">
            <a:extLst>
              <a:ext uri="{FF2B5EF4-FFF2-40B4-BE49-F238E27FC236}">
                <a16:creationId xmlns:a16="http://schemas.microsoft.com/office/drawing/2014/main" id="{1F54B6CA-F4C5-4DA1-B56C-80166FA5207E}"/>
              </a:ext>
            </a:extLst>
          </p:cNvPr>
          <p:cNvSpPr>
            <a:spLocks noGrp="1"/>
          </p:cNvSpPr>
          <p:nvPr/>
        </p:nvSpPr>
        <p:spPr>
          <a:xfrm>
            <a:off x="426199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2" name="F2_precision_recall_distributions_6706">
            <a:extLst>
              <a:ext uri="{FF2B5EF4-FFF2-40B4-BE49-F238E27FC236}">
                <a16:creationId xmlns:a16="http://schemas.microsoft.com/office/drawing/2014/main" id="{67B3107C-8BB3-43CC-8823-09B3B6C3C1AC}"/>
              </a:ext>
            </a:extLst>
          </p:cNvPr>
          <p:cNvSpPr>
            <a:spLocks noGrp="1"/>
          </p:cNvSpPr>
          <p:nvPr/>
        </p:nvSpPr>
        <p:spPr>
          <a:xfrm>
            <a:off x="412984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3" name="F2_precision_recall_distributions_6707">
            <a:extLst>
              <a:ext uri="{FF2B5EF4-FFF2-40B4-BE49-F238E27FC236}">
                <a16:creationId xmlns:a16="http://schemas.microsoft.com/office/drawing/2014/main" id="{611B6E5C-A3BC-4687-8D4E-97745D829F72}"/>
              </a:ext>
            </a:extLst>
          </p:cNvPr>
          <p:cNvSpPr>
            <a:spLocks noGrp="1"/>
          </p:cNvSpPr>
          <p:nvPr/>
        </p:nvSpPr>
        <p:spPr>
          <a:xfrm>
            <a:off x="413130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4" name="F2_precision_recall_distributions_6708">
            <a:extLst>
              <a:ext uri="{FF2B5EF4-FFF2-40B4-BE49-F238E27FC236}">
                <a16:creationId xmlns:a16="http://schemas.microsoft.com/office/drawing/2014/main" id="{DE969AFB-3121-4460-807F-B8E1611A13D7}"/>
              </a:ext>
            </a:extLst>
          </p:cNvPr>
          <p:cNvSpPr>
            <a:spLocks noGrp="1"/>
          </p:cNvSpPr>
          <p:nvPr/>
        </p:nvSpPr>
        <p:spPr>
          <a:xfrm>
            <a:off x="4290986" y="64433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5" name="F2_precision_recall_distributions_6709">
            <a:extLst>
              <a:ext uri="{FF2B5EF4-FFF2-40B4-BE49-F238E27FC236}">
                <a16:creationId xmlns:a16="http://schemas.microsoft.com/office/drawing/2014/main" id="{A0D3FA89-FA6B-4FD0-B364-08F321315DB4}"/>
              </a:ext>
            </a:extLst>
          </p:cNvPr>
          <p:cNvSpPr>
            <a:spLocks noGrp="1"/>
          </p:cNvSpPr>
          <p:nvPr/>
        </p:nvSpPr>
        <p:spPr>
          <a:xfrm>
            <a:off x="421757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6" name="F2_precision_recall_distributions_6710">
            <a:extLst>
              <a:ext uri="{FF2B5EF4-FFF2-40B4-BE49-F238E27FC236}">
                <a16:creationId xmlns:a16="http://schemas.microsoft.com/office/drawing/2014/main" id="{96549FAE-DEF6-4021-A295-FD60922BA8F8}"/>
              </a:ext>
            </a:extLst>
          </p:cNvPr>
          <p:cNvSpPr>
            <a:spLocks noGrp="1"/>
          </p:cNvSpPr>
          <p:nvPr/>
        </p:nvSpPr>
        <p:spPr>
          <a:xfrm>
            <a:off x="4261560" y="64367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7" name="F2_precision_recall_distributions_6711">
            <a:extLst>
              <a:ext uri="{FF2B5EF4-FFF2-40B4-BE49-F238E27FC236}">
                <a16:creationId xmlns:a16="http://schemas.microsoft.com/office/drawing/2014/main" id="{EA3B1590-F2C3-4FAD-A665-21F0B32BA30F}"/>
              </a:ext>
            </a:extLst>
          </p:cNvPr>
          <p:cNvSpPr>
            <a:spLocks noGrp="1"/>
          </p:cNvSpPr>
          <p:nvPr/>
        </p:nvSpPr>
        <p:spPr>
          <a:xfrm>
            <a:off x="1852503" y="5611749"/>
            <a:ext cx="191" cy="679012"/>
          </a:xfrm>
          <a:custGeom>
            <a:avLst/>
            <a:gdLst/>
            <a:ahLst/>
            <a:cxnLst/>
            <a:rect l="0" t="0" r="0" b="0"/>
            <a:pathLst>
              <a:path w="191" h="679012">
                <a:moveTo>
                  <a:pt x="0" y="679012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3898" name="F2_precision_recall_distributions_6712">
            <a:extLst>
              <a:ext uri="{FF2B5EF4-FFF2-40B4-BE49-F238E27FC236}">
                <a16:creationId xmlns:a16="http://schemas.microsoft.com/office/drawing/2014/main" id="{CC745E09-2D84-4200-A72B-2AB6CF10D20A}"/>
              </a:ext>
            </a:extLst>
          </p:cNvPr>
          <p:cNvSpPr>
            <a:spLocks noGrp="1"/>
          </p:cNvSpPr>
          <p:nvPr/>
        </p:nvSpPr>
        <p:spPr>
          <a:xfrm>
            <a:off x="3016462" y="5753210"/>
            <a:ext cx="191" cy="707305"/>
          </a:xfrm>
          <a:custGeom>
            <a:avLst/>
            <a:gdLst/>
            <a:ahLst/>
            <a:cxnLst/>
            <a:rect l="0" t="0" r="0" b="0"/>
            <a:pathLst>
              <a:path w="191" h="707305">
                <a:moveTo>
                  <a:pt x="0" y="70730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3899" name="F2_precision_recall_distributions_6713">
            <a:extLst>
              <a:ext uri="{FF2B5EF4-FFF2-40B4-BE49-F238E27FC236}">
                <a16:creationId xmlns:a16="http://schemas.microsoft.com/office/drawing/2014/main" id="{6C254147-063C-4903-AACB-A88D77E83128}"/>
              </a:ext>
            </a:extLst>
          </p:cNvPr>
          <p:cNvSpPr>
            <a:spLocks noGrp="1"/>
          </p:cNvSpPr>
          <p:nvPr/>
        </p:nvSpPr>
        <p:spPr>
          <a:xfrm>
            <a:off x="4180422" y="6460515"/>
            <a:ext cx="191" cy="191"/>
          </a:xfrm>
          <a:custGeom>
            <a:avLst/>
            <a:gdLst/>
            <a:ahLst/>
            <a:cxnLst/>
            <a:rect l="0" t="0" r="0" b="0"/>
            <a:pathLst>
              <a:path w="191" h="19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3900" name="F2_precision_recall_distributions_6714">
            <a:extLst>
              <a:ext uri="{FF2B5EF4-FFF2-40B4-BE49-F238E27FC236}">
                <a16:creationId xmlns:a16="http://schemas.microsoft.com/office/drawing/2014/main" id="{DA0AD65B-DE81-4350-A26F-3E0902C3CAC9}"/>
              </a:ext>
            </a:extLst>
          </p:cNvPr>
          <p:cNvSpPr>
            <a:spLocks noGrp="1"/>
          </p:cNvSpPr>
          <p:nvPr/>
        </p:nvSpPr>
        <p:spPr>
          <a:xfrm>
            <a:off x="1212325" y="559053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3901" name="F2_precision_recall_distributions_6715">
            <a:extLst>
              <a:ext uri="{FF2B5EF4-FFF2-40B4-BE49-F238E27FC236}">
                <a16:creationId xmlns:a16="http://schemas.microsoft.com/office/drawing/2014/main" id="{79337532-9CD7-4596-A047-923FB29B6064}"/>
              </a:ext>
            </a:extLst>
          </p:cNvPr>
          <p:cNvSpPr>
            <a:spLocks noGrp="1"/>
          </p:cNvSpPr>
          <p:nvPr/>
        </p:nvSpPr>
        <p:spPr>
          <a:xfrm>
            <a:off x="1212325" y="647324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3902" name="text_6716">
            <a:extLst>
              <a:ext uri="{FF2B5EF4-FFF2-40B4-BE49-F238E27FC236}">
                <a16:creationId xmlns:a16="http://schemas.microsoft.com/office/drawing/2014/main" id="{44BD019C-43E6-49BA-96B2-EEA06AA766DA}"/>
              </a:ext>
            </a:extLst>
          </p:cNvPr>
          <p:cNvSpPr>
            <a:spLocks noGrp="1"/>
          </p:cNvSpPr>
          <p:nvPr/>
        </p:nvSpPr>
        <p:spPr>
          <a:xfrm>
            <a:off x="1212325" y="5409802"/>
            <a:ext cx="1649619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Coverage, τ = 0.6 · Precision</a:t>
            </a:r>
          </a:p>
        </p:txBody>
      </p:sp>
      <p:sp>
        <p:nvSpPr>
          <p:cNvPr id="3903" name="F2_precision_recall_distributions_6717">
            <a:extLst>
              <a:ext uri="{FF2B5EF4-FFF2-40B4-BE49-F238E27FC236}">
                <a16:creationId xmlns:a16="http://schemas.microsoft.com/office/drawing/2014/main" id="{CC72C3BE-54AB-4C13-A819-1FFA65295B18}"/>
              </a:ext>
            </a:extLst>
          </p:cNvPr>
          <p:cNvSpPr>
            <a:spLocks noGrp="1"/>
          </p:cNvSpPr>
          <p:nvPr/>
        </p:nvSpPr>
        <p:spPr>
          <a:xfrm>
            <a:off x="1824461" y="5901995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3904" name="F2_precision_recall_distributions_6718">
            <a:extLst>
              <a:ext uri="{FF2B5EF4-FFF2-40B4-BE49-F238E27FC236}">
                <a16:creationId xmlns:a16="http://schemas.microsoft.com/office/drawing/2014/main" id="{F5F023CD-EC1A-464B-9937-8B852D6302D7}"/>
              </a:ext>
            </a:extLst>
          </p:cNvPr>
          <p:cNvSpPr>
            <a:spLocks noGrp="1"/>
          </p:cNvSpPr>
          <p:nvPr/>
        </p:nvSpPr>
        <p:spPr>
          <a:xfrm>
            <a:off x="2988421" y="6092967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3905" name="F2_precision_recall_distributions_6719">
            <a:extLst>
              <a:ext uri="{FF2B5EF4-FFF2-40B4-BE49-F238E27FC236}">
                <a16:creationId xmlns:a16="http://schemas.microsoft.com/office/drawing/2014/main" id="{BE16E3C9-9C15-4620-BA26-9A742C7324DB}"/>
              </a:ext>
            </a:extLst>
          </p:cNvPr>
          <p:cNvSpPr>
            <a:spLocks noGrp="1"/>
          </p:cNvSpPr>
          <p:nvPr/>
        </p:nvSpPr>
        <p:spPr>
          <a:xfrm>
            <a:off x="4152380" y="643247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3906" name="F2_precision_recall_distributions_6720">
            <a:extLst>
              <a:ext uri="{FF2B5EF4-FFF2-40B4-BE49-F238E27FC236}">
                <a16:creationId xmlns:a16="http://schemas.microsoft.com/office/drawing/2014/main" id="{A16F3BAA-5136-4FA0-818F-EC98FF7AEB85}"/>
              </a:ext>
            </a:extLst>
          </p:cNvPr>
          <p:cNvSpPr>
            <a:spLocks noGrp="1"/>
          </p:cNvSpPr>
          <p:nvPr/>
        </p:nvSpPr>
        <p:spPr>
          <a:xfrm>
            <a:off x="5361841" y="559053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907" name="F2_precision_recall_distributions_6721">
            <a:extLst>
              <a:ext uri="{FF2B5EF4-FFF2-40B4-BE49-F238E27FC236}">
                <a16:creationId xmlns:a16="http://schemas.microsoft.com/office/drawing/2014/main" id="{2D873C6D-E5FB-45D9-9CD5-40D05798963F}"/>
              </a:ext>
            </a:extLst>
          </p:cNvPr>
          <p:cNvSpPr>
            <a:spLocks noGrp="1"/>
          </p:cNvSpPr>
          <p:nvPr/>
        </p:nvSpPr>
        <p:spPr>
          <a:xfrm>
            <a:off x="5361841" y="646051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908" name="F2_precision_recall_distributions_6722">
            <a:extLst>
              <a:ext uri="{FF2B5EF4-FFF2-40B4-BE49-F238E27FC236}">
                <a16:creationId xmlns:a16="http://schemas.microsoft.com/office/drawing/2014/main" id="{9026D22A-55C4-4DA6-97A0-ABAAE06D607C}"/>
              </a:ext>
            </a:extLst>
          </p:cNvPr>
          <p:cNvSpPr>
            <a:spLocks noGrp="1"/>
          </p:cNvSpPr>
          <p:nvPr/>
        </p:nvSpPr>
        <p:spPr>
          <a:xfrm>
            <a:off x="5319567" y="646051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909" name="F2_precision_recall_distributions_6723">
            <a:extLst>
              <a:ext uri="{FF2B5EF4-FFF2-40B4-BE49-F238E27FC236}">
                <a16:creationId xmlns:a16="http://schemas.microsoft.com/office/drawing/2014/main" id="{971C17F4-7C65-4354-AF49-50373E987C52}"/>
              </a:ext>
            </a:extLst>
          </p:cNvPr>
          <p:cNvSpPr>
            <a:spLocks noGrp="1"/>
          </p:cNvSpPr>
          <p:nvPr/>
        </p:nvSpPr>
        <p:spPr>
          <a:xfrm>
            <a:off x="5361841" y="603613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910" name="F2_precision_recall_distributions_6724">
            <a:extLst>
              <a:ext uri="{FF2B5EF4-FFF2-40B4-BE49-F238E27FC236}">
                <a16:creationId xmlns:a16="http://schemas.microsoft.com/office/drawing/2014/main" id="{A6464718-0FDB-45B0-A071-53526B661488}"/>
              </a:ext>
            </a:extLst>
          </p:cNvPr>
          <p:cNvSpPr>
            <a:spLocks noGrp="1"/>
          </p:cNvSpPr>
          <p:nvPr/>
        </p:nvSpPr>
        <p:spPr>
          <a:xfrm>
            <a:off x="5319567" y="603613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911" name="F2_precision_recall_distributions_6725">
            <a:extLst>
              <a:ext uri="{FF2B5EF4-FFF2-40B4-BE49-F238E27FC236}">
                <a16:creationId xmlns:a16="http://schemas.microsoft.com/office/drawing/2014/main" id="{E58D314C-E71B-4FCF-A397-289ABC0F23D5}"/>
              </a:ext>
            </a:extLst>
          </p:cNvPr>
          <p:cNvSpPr>
            <a:spLocks noGrp="1"/>
          </p:cNvSpPr>
          <p:nvPr/>
        </p:nvSpPr>
        <p:spPr>
          <a:xfrm>
            <a:off x="5361841" y="561174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912" name="F2_precision_recall_distributions_6726">
            <a:extLst>
              <a:ext uri="{FF2B5EF4-FFF2-40B4-BE49-F238E27FC236}">
                <a16:creationId xmlns:a16="http://schemas.microsoft.com/office/drawing/2014/main" id="{F8A73796-6239-4290-8E9F-72EB3E89872C}"/>
              </a:ext>
            </a:extLst>
          </p:cNvPr>
          <p:cNvSpPr>
            <a:spLocks noGrp="1"/>
          </p:cNvSpPr>
          <p:nvPr/>
        </p:nvSpPr>
        <p:spPr>
          <a:xfrm>
            <a:off x="5319567" y="561174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913" name="F2_precision_recall_distributions_6727">
            <a:extLst>
              <a:ext uri="{FF2B5EF4-FFF2-40B4-BE49-F238E27FC236}">
                <a16:creationId xmlns:a16="http://schemas.microsoft.com/office/drawing/2014/main" id="{79E5EA8E-4985-47C2-A4AF-DC4B2FDA61DE}"/>
              </a:ext>
            </a:extLst>
          </p:cNvPr>
          <p:cNvSpPr>
            <a:spLocks noGrp="1"/>
          </p:cNvSpPr>
          <p:nvPr/>
        </p:nvSpPr>
        <p:spPr>
          <a:xfrm>
            <a:off x="5664470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68453" y="848766"/>
                </a:moveTo>
                <a:lnTo>
                  <a:pt x="106643" y="848766"/>
                </a:lnTo>
                <a:lnTo>
                  <a:pt x="110487" y="842186"/>
                </a:lnTo>
                <a:lnTo>
                  <a:pt x="121618" y="835606"/>
                </a:lnTo>
                <a:lnTo>
                  <a:pt x="138906" y="829027"/>
                </a:lnTo>
                <a:lnTo>
                  <a:pt x="160680" y="822447"/>
                </a:lnTo>
                <a:lnTo>
                  <a:pt x="184997" y="815868"/>
                </a:lnTo>
                <a:lnTo>
                  <a:pt x="209928" y="809288"/>
                </a:lnTo>
                <a:lnTo>
                  <a:pt x="233799" y="802708"/>
                </a:lnTo>
                <a:lnTo>
                  <a:pt x="255355" y="796129"/>
                </a:lnTo>
                <a:lnTo>
                  <a:pt x="273824" y="789549"/>
                </a:lnTo>
                <a:lnTo>
                  <a:pt x="288895" y="782970"/>
                </a:lnTo>
                <a:lnTo>
                  <a:pt x="300632" y="776390"/>
                </a:lnTo>
                <a:lnTo>
                  <a:pt x="309359" y="769811"/>
                </a:lnTo>
                <a:lnTo>
                  <a:pt x="315543" y="763231"/>
                </a:lnTo>
                <a:lnTo>
                  <a:pt x="319702" y="756651"/>
                </a:lnTo>
                <a:lnTo>
                  <a:pt x="322332" y="750072"/>
                </a:lnTo>
                <a:lnTo>
                  <a:pt x="323870" y="743492"/>
                </a:lnTo>
                <a:lnTo>
                  <a:pt x="324674" y="736913"/>
                </a:lnTo>
                <a:lnTo>
                  <a:pt x="325019" y="730333"/>
                </a:lnTo>
                <a:lnTo>
                  <a:pt x="325099" y="723754"/>
                </a:lnTo>
                <a:lnTo>
                  <a:pt x="325035" y="717174"/>
                </a:lnTo>
                <a:lnTo>
                  <a:pt x="324880" y="710594"/>
                </a:lnTo>
                <a:lnTo>
                  <a:pt x="324632" y="704015"/>
                </a:lnTo>
                <a:lnTo>
                  <a:pt x="324246" y="697435"/>
                </a:lnTo>
                <a:lnTo>
                  <a:pt x="323652" y="690856"/>
                </a:lnTo>
                <a:lnTo>
                  <a:pt x="322774" y="684276"/>
                </a:lnTo>
                <a:lnTo>
                  <a:pt x="321552" y="677697"/>
                </a:lnTo>
                <a:lnTo>
                  <a:pt x="319960" y="671117"/>
                </a:lnTo>
                <a:lnTo>
                  <a:pt x="318020" y="664537"/>
                </a:lnTo>
                <a:lnTo>
                  <a:pt x="315804" y="657958"/>
                </a:lnTo>
                <a:lnTo>
                  <a:pt x="313432" y="651378"/>
                </a:lnTo>
                <a:lnTo>
                  <a:pt x="311051" y="644799"/>
                </a:lnTo>
                <a:lnTo>
                  <a:pt x="308816" y="638219"/>
                </a:lnTo>
                <a:lnTo>
                  <a:pt x="306865" y="631639"/>
                </a:lnTo>
                <a:lnTo>
                  <a:pt x="305295" y="625060"/>
                </a:lnTo>
                <a:lnTo>
                  <a:pt x="304155" y="618480"/>
                </a:lnTo>
                <a:lnTo>
                  <a:pt x="303442" y="611901"/>
                </a:lnTo>
                <a:lnTo>
                  <a:pt x="303115" y="605321"/>
                </a:lnTo>
                <a:lnTo>
                  <a:pt x="303110" y="598742"/>
                </a:lnTo>
                <a:lnTo>
                  <a:pt x="303365" y="592162"/>
                </a:lnTo>
                <a:lnTo>
                  <a:pt x="303831" y="585582"/>
                </a:lnTo>
                <a:lnTo>
                  <a:pt x="304480" y="579003"/>
                </a:lnTo>
                <a:lnTo>
                  <a:pt x="305303" y="572423"/>
                </a:lnTo>
                <a:lnTo>
                  <a:pt x="306302" y="565844"/>
                </a:lnTo>
                <a:lnTo>
                  <a:pt x="307470" y="559264"/>
                </a:lnTo>
                <a:lnTo>
                  <a:pt x="308787" y="552685"/>
                </a:lnTo>
                <a:lnTo>
                  <a:pt x="310205" y="546105"/>
                </a:lnTo>
                <a:lnTo>
                  <a:pt x="311655" y="539525"/>
                </a:lnTo>
                <a:lnTo>
                  <a:pt x="313047" y="532946"/>
                </a:lnTo>
                <a:lnTo>
                  <a:pt x="314275" y="526366"/>
                </a:lnTo>
                <a:lnTo>
                  <a:pt x="315226" y="519787"/>
                </a:lnTo>
                <a:lnTo>
                  <a:pt x="315776" y="513207"/>
                </a:lnTo>
                <a:lnTo>
                  <a:pt x="315791" y="506627"/>
                </a:lnTo>
                <a:lnTo>
                  <a:pt x="315128" y="500048"/>
                </a:lnTo>
                <a:lnTo>
                  <a:pt x="313637" y="493468"/>
                </a:lnTo>
                <a:lnTo>
                  <a:pt x="311183" y="486889"/>
                </a:lnTo>
                <a:lnTo>
                  <a:pt x="307669" y="480309"/>
                </a:lnTo>
                <a:lnTo>
                  <a:pt x="303074" y="473730"/>
                </a:lnTo>
                <a:lnTo>
                  <a:pt x="297489" y="467150"/>
                </a:lnTo>
                <a:lnTo>
                  <a:pt x="291139" y="460570"/>
                </a:lnTo>
                <a:lnTo>
                  <a:pt x="284393" y="453991"/>
                </a:lnTo>
                <a:lnTo>
                  <a:pt x="277733" y="447411"/>
                </a:lnTo>
                <a:lnTo>
                  <a:pt x="271702" y="440832"/>
                </a:lnTo>
                <a:lnTo>
                  <a:pt x="266826" y="434252"/>
                </a:lnTo>
                <a:lnTo>
                  <a:pt x="263537" y="427673"/>
                </a:lnTo>
                <a:lnTo>
                  <a:pt x="262097" y="421093"/>
                </a:lnTo>
                <a:lnTo>
                  <a:pt x="262564" y="414513"/>
                </a:lnTo>
                <a:lnTo>
                  <a:pt x="264788" y="407934"/>
                </a:lnTo>
                <a:lnTo>
                  <a:pt x="268445" y="401354"/>
                </a:lnTo>
                <a:lnTo>
                  <a:pt x="273102" y="394775"/>
                </a:lnTo>
                <a:lnTo>
                  <a:pt x="278294" y="388195"/>
                </a:lnTo>
                <a:lnTo>
                  <a:pt x="283586" y="381616"/>
                </a:lnTo>
                <a:lnTo>
                  <a:pt x="288625" y="375036"/>
                </a:lnTo>
                <a:lnTo>
                  <a:pt x="293158" y="368456"/>
                </a:lnTo>
                <a:lnTo>
                  <a:pt x="297031" y="361877"/>
                </a:lnTo>
                <a:lnTo>
                  <a:pt x="300174" y="355297"/>
                </a:lnTo>
                <a:lnTo>
                  <a:pt x="302571" y="348718"/>
                </a:lnTo>
                <a:lnTo>
                  <a:pt x="304245" y="342138"/>
                </a:lnTo>
                <a:lnTo>
                  <a:pt x="305245" y="335558"/>
                </a:lnTo>
                <a:lnTo>
                  <a:pt x="305647" y="328979"/>
                </a:lnTo>
                <a:lnTo>
                  <a:pt x="305556" y="322399"/>
                </a:lnTo>
                <a:lnTo>
                  <a:pt x="305108" y="315820"/>
                </a:lnTo>
                <a:lnTo>
                  <a:pt x="304470" y="309240"/>
                </a:lnTo>
                <a:lnTo>
                  <a:pt x="303825" y="302661"/>
                </a:lnTo>
                <a:lnTo>
                  <a:pt x="303351" y="296081"/>
                </a:lnTo>
                <a:lnTo>
                  <a:pt x="303193" y="289501"/>
                </a:lnTo>
                <a:lnTo>
                  <a:pt x="303443" y="282922"/>
                </a:lnTo>
                <a:lnTo>
                  <a:pt x="304120" y="276342"/>
                </a:lnTo>
                <a:lnTo>
                  <a:pt x="305174" y="269763"/>
                </a:lnTo>
                <a:lnTo>
                  <a:pt x="306500" y="263183"/>
                </a:lnTo>
                <a:lnTo>
                  <a:pt x="307963" y="256604"/>
                </a:lnTo>
                <a:lnTo>
                  <a:pt x="309433" y="250024"/>
                </a:lnTo>
                <a:lnTo>
                  <a:pt x="310812" y="243444"/>
                </a:lnTo>
                <a:lnTo>
                  <a:pt x="312054" y="236865"/>
                </a:lnTo>
                <a:lnTo>
                  <a:pt x="313164" y="230285"/>
                </a:lnTo>
                <a:lnTo>
                  <a:pt x="314195" y="223706"/>
                </a:lnTo>
                <a:lnTo>
                  <a:pt x="315219" y="217126"/>
                </a:lnTo>
                <a:lnTo>
                  <a:pt x="316310" y="210546"/>
                </a:lnTo>
                <a:lnTo>
                  <a:pt x="317519" y="203967"/>
                </a:lnTo>
                <a:lnTo>
                  <a:pt x="318866" y="197387"/>
                </a:lnTo>
                <a:lnTo>
                  <a:pt x="320336" y="190808"/>
                </a:lnTo>
                <a:lnTo>
                  <a:pt x="321886" y="184228"/>
                </a:lnTo>
                <a:lnTo>
                  <a:pt x="323461" y="177649"/>
                </a:lnTo>
                <a:lnTo>
                  <a:pt x="325006" y="171069"/>
                </a:lnTo>
                <a:lnTo>
                  <a:pt x="326475" y="164489"/>
                </a:lnTo>
                <a:lnTo>
                  <a:pt x="327839" y="157910"/>
                </a:lnTo>
                <a:lnTo>
                  <a:pt x="329084" y="151330"/>
                </a:lnTo>
                <a:lnTo>
                  <a:pt x="330202" y="144751"/>
                </a:lnTo>
                <a:lnTo>
                  <a:pt x="331187" y="138171"/>
                </a:lnTo>
                <a:lnTo>
                  <a:pt x="332017" y="131592"/>
                </a:lnTo>
                <a:lnTo>
                  <a:pt x="332640" y="125012"/>
                </a:lnTo>
                <a:lnTo>
                  <a:pt x="332962" y="118432"/>
                </a:lnTo>
                <a:lnTo>
                  <a:pt x="332820" y="111853"/>
                </a:lnTo>
                <a:lnTo>
                  <a:pt x="331960" y="105273"/>
                </a:lnTo>
                <a:lnTo>
                  <a:pt x="330014" y="98694"/>
                </a:lnTo>
                <a:lnTo>
                  <a:pt x="326474" y="92114"/>
                </a:lnTo>
                <a:lnTo>
                  <a:pt x="320687" y="85535"/>
                </a:lnTo>
                <a:lnTo>
                  <a:pt x="311876" y="78955"/>
                </a:lnTo>
                <a:lnTo>
                  <a:pt x="299197" y="72375"/>
                </a:lnTo>
                <a:lnTo>
                  <a:pt x="281856" y="65796"/>
                </a:lnTo>
                <a:lnTo>
                  <a:pt x="259269" y="59216"/>
                </a:lnTo>
                <a:lnTo>
                  <a:pt x="231256" y="52637"/>
                </a:lnTo>
                <a:lnTo>
                  <a:pt x="198242" y="46057"/>
                </a:lnTo>
                <a:lnTo>
                  <a:pt x="161397" y="39477"/>
                </a:lnTo>
                <a:lnTo>
                  <a:pt x="122683" y="32898"/>
                </a:lnTo>
                <a:lnTo>
                  <a:pt x="84748" y="26318"/>
                </a:lnTo>
                <a:lnTo>
                  <a:pt x="50664" y="19739"/>
                </a:lnTo>
                <a:lnTo>
                  <a:pt x="23538" y="13159"/>
                </a:lnTo>
                <a:lnTo>
                  <a:pt x="6045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052" y="6580"/>
                </a:lnTo>
                <a:lnTo>
                  <a:pt x="651559" y="13159"/>
                </a:lnTo>
                <a:lnTo>
                  <a:pt x="624433" y="19739"/>
                </a:lnTo>
                <a:lnTo>
                  <a:pt x="590349" y="26318"/>
                </a:lnTo>
                <a:lnTo>
                  <a:pt x="552413" y="32898"/>
                </a:lnTo>
                <a:lnTo>
                  <a:pt x="513699" y="39477"/>
                </a:lnTo>
                <a:lnTo>
                  <a:pt x="476855" y="46057"/>
                </a:lnTo>
                <a:lnTo>
                  <a:pt x="443841" y="52637"/>
                </a:lnTo>
                <a:lnTo>
                  <a:pt x="415828" y="59216"/>
                </a:lnTo>
                <a:lnTo>
                  <a:pt x="393240" y="65796"/>
                </a:lnTo>
                <a:lnTo>
                  <a:pt x="375899" y="72375"/>
                </a:lnTo>
                <a:lnTo>
                  <a:pt x="363220" y="78955"/>
                </a:lnTo>
                <a:lnTo>
                  <a:pt x="354409" y="85535"/>
                </a:lnTo>
                <a:lnTo>
                  <a:pt x="348623" y="92114"/>
                </a:lnTo>
                <a:lnTo>
                  <a:pt x="345083" y="98694"/>
                </a:lnTo>
                <a:lnTo>
                  <a:pt x="343136" y="105273"/>
                </a:lnTo>
                <a:lnTo>
                  <a:pt x="342277" y="111853"/>
                </a:lnTo>
                <a:lnTo>
                  <a:pt x="342134" y="118432"/>
                </a:lnTo>
                <a:lnTo>
                  <a:pt x="342456" y="125012"/>
                </a:lnTo>
                <a:lnTo>
                  <a:pt x="343080" y="131592"/>
                </a:lnTo>
                <a:lnTo>
                  <a:pt x="343909" y="138171"/>
                </a:lnTo>
                <a:lnTo>
                  <a:pt x="344894" y="144751"/>
                </a:lnTo>
                <a:lnTo>
                  <a:pt x="346013" y="151330"/>
                </a:lnTo>
                <a:lnTo>
                  <a:pt x="347258" y="157910"/>
                </a:lnTo>
                <a:lnTo>
                  <a:pt x="348622" y="164489"/>
                </a:lnTo>
                <a:lnTo>
                  <a:pt x="350091" y="171069"/>
                </a:lnTo>
                <a:lnTo>
                  <a:pt x="351635" y="177649"/>
                </a:lnTo>
                <a:lnTo>
                  <a:pt x="353210" y="184228"/>
                </a:lnTo>
                <a:lnTo>
                  <a:pt x="354761" y="190808"/>
                </a:lnTo>
                <a:lnTo>
                  <a:pt x="356230" y="197387"/>
                </a:lnTo>
                <a:lnTo>
                  <a:pt x="357577" y="203967"/>
                </a:lnTo>
                <a:lnTo>
                  <a:pt x="358787" y="210546"/>
                </a:lnTo>
                <a:lnTo>
                  <a:pt x="359877" y="217126"/>
                </a:lnTo>
                <a:lnTo>
                  <a:pt x="360902" y="223706"/>
                </a:lnTo>
                <a:lnTo>
                  <a:pt x="361932" y="230285"/>
                </a:lnTo>
                <a:lnTo>
                  <a:pt x="363043" y="236865"/>
                </a:lnTo>
                <a:lnTo>
                  <a:pt x="364284" y="243444"/>
                </a:lnTo>
                <a:lnTo>
                  <a:pt x="365664" y="250024"/>
                </a:lnTo>
                <a:lnTo>
                  <a:pt x="367134" y="256604"/>
                </a:lnTo>
                <a:lnTo>
                  <a:pt x="368597" y="263183"/>
                </a:lnTo>
                <a:lnTo>
                  <a:pt x="369923" y="269763"/>
                </a:lnTo>
                <a:lnTo>
                  <a:pt x="370977" y="276342"/>
                </a:lnTo>
                <a:lnTo>
                  <a:pt x="371654" y="282922"/>
                </a:lnTo>
                <a:lnTo>
                  <a:pt x="371904" y="289501"/>
                </a:lnTo>
                <a:lnTo>
                  <a:pt x="371746" y="296081"/>
                </a:lnTo>
                <a:lnTo>
                  <a:pt x="371272" y="302661"/>
                </a:lnTo>
                <a:lnTo>
                  <a:pt x="370627" y="309240"/>
                </a:lnTo>
                <a:lnTo>
                  <a:pt x="369989" y="315820"/>
                </a:lnTo>
                <a:lnTo>
                  <a:pt x="369541" y="322399"/>
                </a:lnTo>
                <a:lnTo>
                  <a:pt x="369449" y="328979"/>
                </a:lnTo>
                <a:lnTo>
                  <a:pt x="369851" y="335558"/>
                </a:lnTo>
                <a:lnTo>
                  <a:pt x="370852" y="342138"/>
                </a:lnTo>
                <a:lnTo>
                  <a:pt x="372525" y="348718"/>
                </a:lnTo>
                <a:lnTo>
                  <a:pt x="374922" y="355297"/>
                </a:lnTo>
                <a:lnTo>
                  <a:pt x="378065" y="361877"/>
                </a:lnTo>
                <a:lnTo>
                  <a:pt x="381939" y="368456"/>
                </a:lnTo>
                <a:lnTo>
                  <a:pt x="386472" y="375036"/>
                </a:lnTo>
                <a:lnTo>
                  <a:pt x="391510" y="381616"/>
                </a:lnTo>
                <a:lnTo>
                  <a:pt x="396802" y="388195"/>
                </a:lnTo>
                <a:lnTo>
                  <a:pt x="401994" y="394775"/>
                </a:lnTo>
                <a:lnTo>
                  <a:pt x="406652" y="401354"/>
                </a:lnTo>
                <a:lnTo>
                  <a:pt x="410308" y="407934"/>
                </a:lnTo>
                <a:lnTo>
                  <a:pt x="412532" y="414513"/>
                </a:lnTo>
                <a:lnTo>
                  <a:pt x="413000" y="421093"/>
                </a:lnTo>
                <a:lnTo>
                  <a:pt x="411560" y="427673"/>
                </a:lnTo>
                <a:lnTo>
                  <a:pt x="408270" y="434252"/>
                </a:lnTo>
                <a:lnTo>
                  <a:pt x="403395" y="440832"/>
                </a:lnTo>
                <a:lnTo>
                  <a:pt x="397363" y="447411"/>
                </a:lnTo>
                <a:lnTo>
                  <a:pt x="390703" y="453991"/>
                </a:lnTo>
                <a:lnTo>
                  <a:pt x="383957" y="460570"/>
                </a:lnTo>
                <a:lnTo>
                  <a:pt x="377608" y="467150"/>
                </a:lnTo>
                <a:lnTo>
                  <a:pt x="372022" y="473730"/>
                </a:lnTo>
                <a:lnTo>
                  <a:pt x="367428" y="480309"/>
                </a:lnTo>
                <a:lnTo>
                  <a:pt x="363914" y="486889"/>
                </a:lnTo>
                <a:lnTo>
                  <a:pt x="361460" y="493468"/>
                </a:lnTo>
                <a:lnTo>
                  <a:pt x="359969" y="500048"/>
                </a:lnTo>
                <a:lnTo>
                  <a:pt x="359305" y="506627"/>
                </a:lnTo>
                <a:lnTo>
                  <a:pt x="359320" y="513207"/>
                </a:lnTo>
                <a:lnTo>
                  <a:pt x="359870" y="519787"/>
                </a:lnTo>
                <a:lnTo>
                  <a:pt x="360821" y="526366"/>
                </a:lnTo>
                <a:lnTo>
                  <a:pt x="362050" y="532946"/>
                </a:lnTo>
                <a:lnTo>
                  <a:pt x="363441" y="539525"/>
                </a:lnTo>
                <a:lnTo>
                  <a:pt x="364891" y="546105"/>
                </a:lnTo>
                <a:lnTo>
                  <a:pt x="366310" y="552685"/>
                </a:lnTo>
                <a:lnTo>
                  <a:pt x="367626" y="559264"/>
                </a:lnTo>
                <a:lnTo>
                  <a:pt x="368795" y="565844"/>
                </a:lnTo>
                <a:lnTo>
                  <a:pt x="369793" y="572423"/>
                </a:lnTo>
                <a:lnTo>
                  <a:pt x="370617" y="579003"/>
                </a:lnTo>
                <a:lnTo>
                  <a:pt x="371266" y="585582"/>
                </a:lnTo>
                <a:lnTo>
                  <a:pt x="371731" y="592162"/>
                </a:lnTo>
                <a:lnTo>
                  <a:pt x="371986" y="598742"/>
                </a:lnTo>
                <a:lnTo>
                  <a:pt x="371982" y="605321"/>
                </a:lnTo>
                <a:lnTo>
                  <a:pt x="371655" y="611901"/>
                </a:lnTo>
                <a:lnTo>
                  <a:pt x="370942" y="618480"/>
                </a:lnTo>
                <a:lnTo>
                  <a:pt x="369801" y="625060"/>
                </a:lnTo>
                <a:lnTo>
                  <a:pt x="368232" y="631639"/>
                </a:lnTo>
                <a:lnTo>
                  <a:pt x="366280" y="638219"/>
                </a:lnTo>
                <a:lnTo>
                  <a:pt x="364046" y="644799"/>
                </a:lnTo>
                <a:lnTo>
                  <a:pt x="361665" y="651378"/>
                </a:lnTo>
                <a:lnTo>
                  <a:pt x="359293" y="657958"/>
                </a:lnTo>
                <a:lnTo>
                  <a:pt x="357077" y="664537"/>
                </a:lnTo>
                <a:lnTo>
                  <a:pt x="355137" y="671117"/>
                </a:lnTo>
                <a:lnTo>
                  <a:pt x="353545" y="677697"/>
                </a:lnTo>
                <a:lnTo>
                  <a:pt x="352323" y="684276"/>
                </a:lnTo>
                <a:lnTo>
                  <a:pt x="351444" y="690856"/>
                </a:lnTo>
                <a:lnTo>
                  <a:pt x="350850" y="697435"/>
                </a:lnTo>
                <a:lnTo>
                  <a:pt x="350464" y="704015"/>
                </a:lnTo>
                <a:lnTo>
                  <a:pt x="350216" y="710594"/>
                </a:lnTo>
                <a:lnTo>
                  <a:pt x="350061" y="717174"/>
                </a:lnTo>
                <a:lnTo>
                  <a:pt x="349997" y="723754"/>
                </a:lnTo>
                <a:lnTo>
                  <a:pt x="350077" y="730333"/>
                </a:lnTo>
                <a:lnTo>
                  <a:pt x="350422" y="736913"/>
                </a:lnTo>
                <a:lnTo>
                  <a:pt x="351226" y="743492"/>
                </a:lnTo>
                <a:lnTo>
                  <a:pt x="352764" y="750072"/>
                </a:lnTo>
                <a:lnTo>
                  <a:pt x="355395" y="756651"/>
                </a:lnTo>
                <a:lnTo>
                  <a:pt x="359553" y="763231"/>
                </a:lnTo>
                <a:lnTo>
                  <a:pt x="365738" y="769811"/>
                </a:lnTo>
                <a:lnTo>
                  <a:pt x="374464" y="776390"/>
                </a:lnTo>
                <a:lnTo>
                  <a:pt x="386201" y="782970"/>
                </a:lnTo>
                <a:lnTo>
                  <a:pt x="401273" y="789549"/>
                </a:lnTo>
                <a:lnTo>
                  <a:pt x="419742" y="796129"/>
                </a:lnTo>
                <a:lnTo>
                  <a:pt x="441298" y="802708"/>
                </a:lnTo>
                <a:lnTo>
                  <a:pt x="465169" y="809288"/>
                </a:lnTo>
                <a:lnTo>
                  <a:pt x="490100" y="815868"/>
                </a:lnTo>
                <a:lnTo>
                  <a:pt x="514417" y="822447"/>
                </a:lnTo>
                <a:lnTo>
                  <a:pt x="536190" y="829027"/>
                </a:lnTo>
                <a:lnTo>
                  <a:pt x="553478" y="835606"/>
                </a:lnTo>
                <a:lnTo>
                  <a:pt x="564609" y="842186"/>
                </a:lnTo>
                <a:lnTo>
                  <a:pt x="568453" y="848766"/>
                </a:lnTo>
                <a:lnTo>
                  <a:pt x="568453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3914" name="F2_precision_recall_distributions_6728">
            <a:extLst>
              <a:ext uri="{FF2B5EF4-FFF2-40B4-BE49-F238E27FC236}">
                <a16:creationId xmlns:a16="http://schemas.microsoft.com/office/drawing/2014/main" id="{0B21EFE1-ACD6-4124-9D56-5E9EB89BB9F3}"/>
              </a:ext>
            </a:extLst>
          </p:cNvPr>
          <p:cNvSpPr>
            <a:spLocks noGrp="1"/>
          </p:cNvSpPr>
          <p:nvPr/>
        </p:nvSpPr>
        <p:spPr>
          <a:xfrm>
            <a:off x="607202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5" name="F2_precision_recall_distributions_6729">
            <a:extLst>
              <a:ext uri="{FF2B5EF4-FFF2-40B4-BE49-F238E27FC236}">
                <a16:creationId xmlns:a16="http://schemas.microsoft.com/office/drawing/2014/main" id="{96A2387F-3267-4CF4-ACB3-0E3744ECCB91}"/>
              </a:ext>
            </a:extLst>
          </p:cNvPr>
          <p:cNvSpPr>
            <a:spLocks noGrp="1"/>
          </p:cNvSpPr>
          <p:nvPr/>
        </p:nvSpPr>
        <p:spPr>
          <a:xfrm>
            <a:off x="589993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6" name="F2_precision_recall_distributions_6730">
            <a:extLst>
              <a:ext uri="{FF2B5EF4-FFF2-40B4-BE49-F238E27FC236}">
                <a16:creationId xmlns:a16="http://schemas.microsoft.com/office/drawing/2014/main" id="{7286C4AC-F83C-49C4-8EE1-4EAC70001E70}"/>
              </a:ext>
            </a:extLst>
          </p:cNvPr>
          <p:cNvSpPr>
            <a:spLocks noGrp="1"/>
          </p:cNvSpPr>
          <p:nvPr/>
        </p:nvSpPr>
        <p:spPr>
          <a:xfrm>
            <a:off x="615176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7" name="F2_precision_recall_distributions_6731">
            <a:extLst>
              <a:ext uri="{FF2B5EF4-FFF2-40B4-BE49-F238E27FC236}">
                <a16:creationId xmlns:a16="http://schemas.microsoft.com/office/drawing/2014/main" id="{FEE5BCA0-E8AD-4EE1-9C55-1EEAA86C15AF}"/>
              </a:ext>
            </a:extLst>
          </p:cNvPr>
          <p:cNvSpPr>
            <a:spLocks noGrp="1"/>
          </p:cNvSpPr>
          <p:nvPr/>
        </p:nvSpPr>
        <p:spPr>
          <a:xfrm>
            <a:off x="5851422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8" name="F2_precision_recall_distributions_6732">
            <a:extLst>
              <a:ext uri="{FF2B5EF4-FFF2-40B4-BE49-F238E27FC236}">
                <a16:creationId xmlns:a16="http://schemas.microsoft.com/office/drawing/2014/main" id="{259B5641-990F-4265-983B-20E4398BE3F7}"/>
              </a:ext>
            </a:extLst>
          </p:cNvPr>
          <p:cNvSpPr>
            <a:spLocks noGrp="1"/>
          </p:cNvSpPr>
          <p:nvPr/>
        </p:nvSpPr>
        <p:spPr>
          <a:xfrm>
            <a:off x="6115218" y="59554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9" name="F2_precision_recall_distributions_6733">
            <a:extLst>
              <a:ext uri="{FF2B5EF4-FFF2-40B4-BE49-F238E27FC236}">
                <a16:creationId xmlns:a16="http://schemas.microsoft.com/office/drawing/2014/main" id="{75CC7146-1A41-4E02-900E-7AD835B8E1A8}"/>
              </a:ext>
            </a:extLst>
          </p:cNvPr>
          <p:cNvSpPr>
            <a:spLocks noGrp="1"/>
          </p:cNvSpPr>
          <p:nvPr/>
        </p:nvSpPr>
        <p:spPr>
          <a:xfrm>
            <a:off x="590449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0" name="F2_precision_recall_distributions_6734">
            <a:extLst>
              <a:ext uri="{FF2B5EF4-FFF2-40B4-BE49-F238E27FC236}">
                <a16:creationId xmlns:a16="http://schemas.microsoft.com/office/drawing/2014/main" id="{49B4ED79-1305-40EA-A21E-41173941B5F7}"/>
              </a:ext>
            </a:extLst>
          </p:cNvPr>
          <p:cNvSpPr>
            <a:spLocks noGrp="1"/>
          </p:cNvSpPr>
          <p:nvPr/>
        </p:nvSpPr>
        <p:spPr>
          <a:xfrm>
            <a:off x="604056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1" name="F2_precision_recall_distributions_6735">
            <a:extLst>
              <a:ext uri="{FF2B5EF4-FFF2-40B4-BE49-F238E27FC236}">
                <a16:creationId xmlns:a16="http://schemas.microsoft.com/office/drawing/2014/main" id="{AE7F08C3-4165-46E3-85A8-FBFDC0F82B79}"/>
              </a:ext>
            </a:extLst>
          </p:cNvPr>
          <p:cNvSpPr>
            <a:spLocks noGrp="1"/>
          </p:cNvSpPr>
          <p:nvPr/>
        </p:nvSpPr>
        <p:spPr>
          <a:xfrm>
            <a:off x="605051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2" name="F2_precision_recall_distributions_6736">
            <a:extLst>
              <a:ext uri="{FF2B5EF4-FFF2-40B4-BE49-F238E27FC236}">
                <a16:creationId xmlns:a16="http://schemas.microsoft.com/office/drawing/2014/main" id="{0D9F1D6E-99B7-4CFF-9B8C-8709E00A8DCD}"/>
              </a:ext>
            </a:extLst>
          </p:cNvPr>
          <p:cNvSpPr>
            <a:spLocks noGrp="1"/>
          </p:cNvSpPr>
          <p:nvPr/>
        </p:nvSpPr>
        <p:spPr>
          <a:xfrm>
            <a:off x="5964018" y="63902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3" name="F2_precision_recall_distributions_6737">
            <a:extLst>
              <a:ext uri="{FF2B5EF4-FFF2-40B4-BE49-F238E27FC236}">
                <a16:creationId xmlns:a16="http://schemas.microsoft.com/office/drawing/2014/main" id="{C3E429D2-7EC1-4B58-9B58-1199F0B74D93}"/>
              </a:ext>
            </a:extLst>
          </p:cNvPr>
          <p:cNvSpPr>
            <a:spLocks noGrp="1"/>
          </p:cNvSpPr>
          <p:nvPr/>
        </p:nvSpPr>
        <p:spPr>
          <a:xfrm>
            <a:off x="616039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4" name="F2_precision_recall_distributions_6738">
            <a:extLst>
              <a:ext uri="{FF2B5EF4-FFF2-40B4-BE49-F238E27FC236}">
                <a16:creationId xmlns:a16="http://schemas.microsoft.com/office/drawing/2014/main" id="{DE6A6BEF-F7AB-465F-8BD1-431702E55A23}"/>
              </a:ext>
            </a:extLst>
          </p:cNvPr>
          <p:cNvSpPr>
            <a:spLocks noGrp="1"/>
          </p:cNvSpPr>
          <p:nvPr/>
        </p:nvSpPr>
        <p:spPr>
          <a:xfrm>
            <a:off x="5861841" y="57678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5" name="F2_precision_recall_distributions_6739">
            <a:extLst>
              <a:ext uri="{FF2B5EF4-FFF2-40B4-BE49-F238E27FC236}">
                <a16:creationId xmlns:a16="http://schemas.microsoft.com/office/drawing/2014/main" id="{1D4D1F01-FF0F-4E2C-B7F4-6E6321B42639}"/>
              </a:ext>
            </a:extLst>
          </p:cNvPr>
          <p:cNvSpPr>
            <a:spLocks noGrp="1"/>
          </p:cNvSpPr>
          <p:nvPr/>
        </p:nvSpPr>
        <p:spPr>
          <a:xfrm>
            <a:off x="599306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6" name="F2_precision_recall_distributions_6740">
            <a:extLst>
              <a:ext uri="{FF2B5EF4-FFF2-40B4-BE49-F238E27FC236}">
                <a16:creationId xmlns:a16="http://schemas.microsoft.com/office/drawing/2014/main" id="{06B5D263-4D46-4CBB-8A97-17B1EE43CA9D}"/>
              </a:ext>
            </a:extLst>
          </p:cNvPr>
          <p:cNvSpPr>
            <a:spLocks noGrp="1"/>
          </p:cNvSpPr>
          <p:nvPr/>
        </p:nvSpPr>
        <p:spPr>
          <a:xfrm>
            <a:off x="5966756" y="59376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7" name="F2_precision_recall_distributions_6741">
            <a:extLst>
              <a:ext uri="{FF2B5EF4-FFF2-40B4-BE49-F238E27FC236}">
                <a16:creationId xmlns:a16="http://schemas.microsoft.com/office/drawing/2014/main" id="{55227131-CB6B-45C9-BEE5-755477E06307}"/>
              </a:ext>
            </a:extLst>
          </p:cNvPr>
          <p:cNvSpPr>
            <a:spLocks noGrp="1"/>
          </p:cNvSpPr>
          <p:nvPr/>
        </p:nvSpPr>
        <p:spPr>
          <a:xfrm>
            <a:off x="5939433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8" name="F2_precision_recall_distributions_6742">
            <a:extLst>
              <a:ext uri="{FF2B5EF4-FFF2-40B4-BE49-F238E27FC236}">
                <a16:creationId xmlns:a16="http://schemas.microsoft.com/office/drawing/2014/main" id="{4B5C25DE-6346-4C8D-8574-D496202BB33A}"/>
              </a:ext>
            </a:extLst>
          </p:cNvPr>
          <p:cNvSpPr>
            <a:spLocks noGrp="1"/>
          </p:cNvSpPr>
          <p:nvPr/>
        </p:nvSpPr>
        <p:spPr>
          <a:xfrm>
            <a:off x="591406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9" name="F2_precision_recall_distributions_6743">
            <a:extLst>
              <a:ext uri="{FF2B5EF4-FFF2-40B4-BE49-F238E27FC236}">
                <a16:creationId xmlns:a16="http://schemas.microsoft.com/office/drawing/2014/main" id="{21C371C6-7695-4BAB-BFD0-5F203AF15147}"/>
              </a:ext>
            </a:extLst>
          </p:cNvPr>
          <p:cNvSpPr>
            <a:spLocks noGrp="1"/>
          </p:cNvSpPr>
          <p:nvPr/>
        </p:nvSpPr>
        <p:spPr>
          <a:xfrm>
            <a:off x="594758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0" name="F2_precision_recall_distributions_6744">
            <a:extLst>
              <a:ext uri="{FF2B5EF4-FFF2-40B4-BE49-F238E27FC236}">
                <a16:creationId xmlns:a16="http://schemas.microsoft.com/office/drawing/2014/main" id="{E10940E0-2EEA-4B02-A827-0D55B9F619A0}"/>
              </a:ext>
            </a:extLst>
          </p:cNvPr>
          <p:cNvSpPr>
            <a:spLocks noGrp="1"/>
          </p:cNvSpPr>
          <p:nvPr/>
        </p:nvSpPr>
        <p:spPr>
          <a:xfrm>
            <a:off x="5869806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1" name="F2_precision_recall_distributions_6745">
            <a:extLst>
              <a:ext uri="{FF2B5EF4-FFF2-40B4-BE49-F238E27FC236}">
                <a16:creationId xmlns:a16="http://schemas.microsoft.com/office/drawing/2014/main" id="{1F5A34D1-02EE-43ED-9167-9631FE85BEF1}"/>
              </a:ext>
            </a:extLst>
          </p:cNvPr>
          <p:cNvSpPr>
            <a:spLocks noGrp="1"/>
          </p:cNvSpPr>
          <p:nvPr/>
        </p:nvSpPr>
        <p:spPr>
          <a:xfrm>
            <a:off x="5935190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2" name="F2_precision_recall_distributions_6746">
            <a:extLst>
              <a:ext uri="{FF2B5EF4-FFF2-40B4-BE49-F238E27FC236}">
                <a16:creationId xmlns:a16="http://schemas.microsoft.com/office/drawing/2014/main" id="{181A7FA8-18A8-4876-B94F-4191C42BDED9}"/>
              </a:ext>
            </a:extLst>
          </p:cNvPr>
          <p:cNvSpPr>
            <a:spLocks noGrp="1"/>
          </p:cNvSpPr>
          <p:nvPr/>
        </p:nvSpPr>
        <p:spPr>
          <a:xfrm>
            <a:off x="6067534" y="62154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3" name="F2_precision_recall_distributions_6747">
            <a:extLst>
              <a:ext uri="{FF2B5EF4-FFF2-40B4-BE49-F238E27FC236}">
                <a16:creationId xmlns:a16="http://schemas.microsoft.com/office/drawing/2014/main" id="{224703F4-C21C-4DE9-A3D9-B2EAF6E857C8}"/>
              </a:ext>
            </a:extLst>
          </p:cNvPr>
          <p:cNvSpPr>
            <a:spLocks noGrp="1"/>
          </p:cNvSpPr>
          <p:nvPr/>
        </p:nvSpPr>
        <p:spPr>
          <a:xfrm>
            <a:off x="5990168" y="59164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4" name="F2_precision_recall_distributions_6748">
            <a:extLst>
              <a:ext uri="{FF2B5EF4-FFF2-40B4-BE49-F238E27FC236}">
                <a16:creationId xmlns:a16="http://schemas.microsoft.com/office/drawing/2014/main" id="{5781F0EB-3B27-46A8-B539-4DD1C0985963}"/>
              </a:ext>
            </a:extLst>
          </p:cNvPr>
          <p:cNvSpPr>
            <a:spLocks noGrp="1"/>
          </p:cNvSpPr>
          <p:nvPr/>
        </p:nvSpPr>
        <p:spPr>
          <a:xfrm>
            <a:off x="5829565" y="63054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5" name="F2_precision_recall_distributions_6749">
            <a:extLst>
              <a:ext uri="{FF2B5EF4-FFF2-40B4-BE49-F238E27FC236}">
                <a16:creationId xmlns:a16="http://schemas.microsoft.com/office/drawing/2014/main" id="{3E981FDC-E587-48D2-9DA3-EABA9D779D57}"/>
              </a:ext>
            </a:extLst>
          </p:cNvPr>
          <p:cNvSpPr>
            <a:spLocks noGrp="1"/>
          </p:cNvSpPr>
          <p:nvPr/>
        </p:nvSpPr>
        <p:spPr>
          <a:xfrm>
            <a:off x="580306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6" name="F2_precision_recall_distributions_6750">
            <a:extLst>
              <a:ext uri="{FF2B5EF4-FFF2-40B4-BE49-F238E27FC236}">
                <a16:creationId xmlns:a16="http://schemas.microsoft.com/office/drawing/2014/main" id="{C013DF24-D8D7-4E0F-912D-DCB2AFBC99A4}"/>
              </a:ext>
            </a:extLst>
          </p:cNvPr>
          <p:cNvSpPr>
            <a:spLocks noGrp="1"/>
          </p:cNvSpPr>
          <p:nvPr/>
        </p:nvSpPr>
        <p:spPr>
          <a:xfrm>
            <a:off x="6115959" y="6107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7" name="F2_precision_recall_distributions_6751">
            <a:extLst>
              <a:ext uri="{FF2B5EF4-FFF2-40B4-BE49-F238E27FC236}">
                <a16:creationId xmlns:a16="http://schemas.microsoft.com/office/drawing/2014/main" id="{B624ED59-22B5-4093-9257-8D14A514E9EE}"/>
              </a:ext>
            </a:extLst>
          </p:cNvPr>
          <p:cNvSpPr>
            <a:spLocks noGrp="1"/>
          </p:cNvSpPr>
          <p:nvPr/>
        </p:nvSpPr>
        <p:spPr>
          <a:xfrm>
            <a:off x="5872923" y="59164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8" name="F2_precision_recall_distributions_6752">
            <a:extLst>
              <a:ext uri="{FF2B5EF4-FFF2-40B4-BE49-F238E27FC236}">
                <a16:creationId xmlns:a16="http://schemas.microsoft.com/office/drawing/2014/main" id="{5B8CDA8C-1C32-4ABE-9DC2-E16E363806C7}"/>
              </a:ext>
            </a:extLst>
          </p:cNvPr>
          <p:cNvSpPr>
            <a:spLocks noGrp="1"/>
          </p:cNvSpPr>
          <p:nvPr/>
        </p:nvSpPr>
        <p:spPr>
          <a:xfrm>
            <a:off x="6050106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9" name="F2_precision_recall_distributions_6753">
            <a:extLst>
              <a:ext uri="{FF2B5EF4-FFF2-40B4-BE49-F238E27FC236}">
                <a16:creationId xmlns:a16="http://schemas.microsoft.com/office/drawing/2014/main" id="{C2C736B3-150E-4AFA-B9C0-95A69B145A3E}"/>
              </a:ext>
            </a:extLst>
          </p:cNvPr>
          <p:cNvSpPr>
            <a:spLocks noGrp="1"/>
          </p:cNvSpPr>
          <p:nvPr/>
        </p:nvSpPr>
        <p:spPr>
          <a:xfrm>
            <a:off x="590414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0" name="F2_precision_recall_distributions_6754">
            <a:extLst>
              <a:ext uri="{FF2B5EF4-FFF2-40B4-BE49-F238E27FC236}">
                <a16:creationId xmlns:a16="http://schemas.microsoft.com/office/drawing/2014/main" id="{395858C6-5531-4943-841C-18DC9D2E1DAC}"/>
              </a:ext>
            </a:extLst>
          </p:cNvPr>
          <p:cNvSpPr>
            <a:spLocks noGrp="1"/>
          </p:cNvSpPr>
          <p:nvPr/>
        </p:nvSpPr>
        <p:spPr>
          <a:xfrm>
            <a:off x="582528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1" name="F2_precision_recall_distributions_6755">
            <a:extLst>
              <a:ext uri="{FF2B5EF4-FFF2-40B4-BE49-F238E27FC236}">
                <a16:creationId xmlns:a16="http://schemas.microsoft.com/office/drawing/2014/main" id="{3BABFF11-A20E-4FC6-A9FA-43BA445BB1E9}"/>
              </a:ext>
            </a:extLst>
          </p:cNvPr>
          <p:cNvSpPr>
            <a:spLocks noGrp="1"/>
          </p:cNvSpPr>
          <p:nvPr/>
        </p:nvSpPr>
        <p:spPr>
          <a:xfrm>
            <a:off x="5824647" y="62183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2" name="F2_precision_recall_distributions_6756">
            <a:extLst>
              <a:ext uri="{FF2B5EF4-FFF2-40B4-BE49-F238E27FC236}">
                <a16:creationId xmlns:a16="http://schemas.microsoft.com/office/drawing/2014/main" id="{CB4AFB09-2123-4E37-BE52-403F204FF271}"/>
              </a:ext>
            </a:extLst>
          </p:cNvPr>
          <p:cNvSpPr>
            <a:spLocks noGrp="1"/>
          </p:cNvSpPr>
          <p:nvPr/>
        </p:nvSpPr>
        <p:spPr>
          <a:xfrm>
            <a:off x="6126272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3" name="F2_precision_recall_distributions_6757">
            <a:extLst>
              <a:ext uri="{FF2B5EF4-FFF2-40B4-BE49-F238E27FC236}">
                <a16:creationId xmlns:a16="http://schemas.microsoft.com/office/drawing/2014/main" id="{C1C01B6A-E247-4369-A0E5-0288BC4CFF3C}"/>
              </a:ext>
            </a:extLst>
          </p:cNvPr>
          <p:cNvSpPr>
            <a:spLocks noGrp="1"/>
          </p:cNvSpPr>
          <p:nvPr/>
        </p:nvSpPr>
        <p:spPr>
          <a:xfrm>
            <a:off x="580491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4" name="F2_precision_recall_distributions_6758">
            <a:extLst>
              <a:ext uri="{FF2B5EF4-FFF2-40B4-BE49-F238E27FC236}">
                <a16:creationId xmlns:a16="http://schemas.microsoft.com/office/drawing/2014/main" id="{E87ADEFA-C5F2-421D-B8AA-6513427254D8}"/>
              </a:ext>
            </a:extLst>
          </p:cNvPr>
          <p:cNvSpPr>
            <a:spLocks noGrp="1"/>
          </p:cNvSpPr>
          <p:nvPr/>
        </p:nvSpPr>
        <p:spPr>
          <a:xfrm>
            <a:off x="583746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5" name="F2_precision_recall_distributions_6759">
            <a:extLst>
              <a:ext uri="{FF2B5EF4-FFF2-40B4-BE49-F238E27FC236}">
                <a16:creationId xmlns:a16="http://schemas.microsoft.com/office/drawing/2014/main" id="{68C68D61-A191-4798-8872-54D9FE3125D9}"/>
              </a:ext>
            </a:extLst>
          </p:cNvPr>
          <p:cNvSpPr>
            <a:spLocks noGrp="1"/>
          </p:cNvSpPr>
          <p:nvPr/>
        </p:nvSpPr>
        <p:spPr>
          <a:xfrm>
            <a:off x="6045947" y="62183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6" name="F2_precision_recall_distributions_6760">
            <a:extLst>
              <a:ext uri="{FF2B5EF4-FFF2-40B4-BE49-F238E27FC236}">
                <a16:creationId xmlns:a16="http://schemas.microsoft.com/office/drawing/2014/main" id="{EF3E347D-BCBA-4535-9666-1CA94E4FA0C3}"/>
              </a:ext>
            </a:extLst>
          </p:cNvPr>
          <p:cNvSpPr>
            <a:spLocks noGrp="1"/>
          </p:cNvSpPr>
          <p:nvPr/>
        </p:nvSpPr>
        <p:spPr>
          <a:xfrm>
            <a:off x="5814354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7" name="F2_precision_recall_distributions_6761">
            <a:extLst>
              <a:ext uri="{FF2B5EF4-FFF2-40B4-BE49-F238E27FC236}">
                <a16:creationId xmlns:a16="http://schemas.microsoft.com/office/drawing/2014/main" id="{C607DB0B-BA1D-4921-B5A8-A13579EA52F4}"/>
              </a:ext>
            </a:extLst>
          </p:cNvPr>
          <p:cNvSpPr>
            <a:spLocks noGrp="1"/>
          </p:cNvSpPr>
          <p:nvPr/>
        </p:nvSpPr>
        <p:spPr>
          <a:xfrm>
            <a:off x="605071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8" name="F2_precision_recall_distributions_6762">
            <a:extLst>
              <a:ext uri="{FF2B5EF4-FFF2-40B4-BE49-F238E27FC236}">
                <a16:creationId xmlns:a16="http://schemas.microsoft.com/office/drawing/2014/main" id="{75B820C7-7887-4619-A922-338633A2AA20}"/>
              </a:ext>
            </a:extLst>
          </p:cNvPr>
          <p:cNvSpPr>
            <a:spLocks noGrp="1"/>
          </p:cNvSpPr>
          <p:nvPr/>
        </p:nvSpPr>
        <p:spPr>
          <a:xfrm>
            <a:off x="614486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9" name="F2_precision_recall_distributions_6763">
            <a:extLst>
              <a:ext uri="{FF2B5EF4-FFF2-40B4-BE49-F238E27FC236}">
                <a16:creationId xmlns:a16="http://schemas.microsoft.com/office/drawing/2014/main" id="{6EB3712C-CD07-4B76-847E-DAE5EFF1F3A7}"/>
              </a:ext>
            </a:extLst>
          </p:cNvPr>
          <p:cNvSpPr>
            <a:spLocks noGrp="1"/>
          </p:cNvSpPr>
          <p:nvPr/>
        </p:nvSpPr>
        <p:spPr>
          <a:xfrm>
            <a:off x="606540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0" name="F2_precision_recall_distributions_6764">
            <a:extLst>
              <a:ext uri="{FF2B5EF4-FFF2-40B4-BE49-F238E27FC236}">
                <a16:creationId xmlns:a16="http://schemas.microsoft.com/office/drawing/2014/main" id="{6CA64894-8A20-4E65-8296-F1751E9DF256}"/>
              </a:ext>
            </a:extLst>
          </p:cNvPr>
          <p:cNvSpPr>
            <a:spLocks noGrp="1"/>
          </p:cNvSpPr>
          <p:nvPr/>
        </p:nvSpPr>
        <p:spPr>
          <a:xfrm>
            <a:off x="60267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1" name="F2_precision_recall_distributions_6765">
            <a:extLst>
              <a:ext uri="{FF2B5EF4-FFF2-40B4-BE49-F238E27FC236}">
                <a16:creationId xmlns:a16="http://schemas.microsoft.com/office/drawing/2014/main" id="{C9AB00BA-53F5-411D-8DBE-BAEA310D7961}"/>
              </a:ext>
            </a:extLst>
          </p:cNvPr>
          <p:cNvSpPr>
            <a:spLocks noGrp="1"/>
          </p:cNvSpPr>
          <p:nvPr/>
        </p:nvSpPr>
        <p:spPr>
          <a:xfrm>
            <a:off x="592562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2" name="F2_precision_recall_distributions_6766">
            <a:extLst>
              <a:ext uri="{FF2B5EF4-FFF2-40B4-BE49-F238E27FC236}">
                <a16:creationId xmlns:a16="http://schemas.microsoft.com/office/drawing/2014/main" id="{F8A28018-229D-4A89-80F0-0DBCD7BCA4DC}"/>
              </a:ext>
            </a:extLst>
          </p:cNvPr>
          <p:cNvSpPr>
            <a:spLocks noGrp="1"/>
          </p:cNvSpPr>
          <p:nvPr/>
        </p:nvSpPr>
        <p:spPr>
          <a:xfrm>
            <a:off x="588686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3" name="F2_precision_recall_distributions_6767">
            <a:extLst>
              <a:ext uri="{FF2B5EF4-FFF2-40B4-BE49-F238E27FC236}">
                <a16:creationId xmlns:a16="http://schemas.microsoft.com/office/drawing/2014/main" id="{12BC9213-63A6-4D55-A12A-9E0C4AE528AE}"/>
              </a:ext>
            </a:extLst>
          </p:cNvPr>
          <p:cNvSpPr>
            <a:spLocks noGrp="1"/>
          </p:cNvSpPr>
          <p:nvPr/>
        </p:nvSpPr>
        <p:spPr>
          <a:xfrm>
            <a:off x="595822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4" name="F2_precision_recall_distributions_6768">
            <a:extLst>
              <a:ext uri="{FF2B5EF4-FFF2-40B4-BE49-F238E27FC236}">
                <a16:creationId xmlns:a16="http://schemas.microsoft.com/office/drawing/2014/main" id="{BC22F3C1-5877-440C-9683-60F4889F2831}"/>
              </a:ext>
            </a:extLst>
          </p:cNvPr>
          <p:cNvSpPr>
            <a:spLocks noGrp="1"/>
          </p:cNvSpPr>
          <p:nvPr/>
        </p:nvSpPr>
        <p:spPr>
          <a:xfrm>
            <a:off x="6111899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5" name="F2_precision_recall_distributions_6769">
            <a:extLst>
              <a:ext uri="{FF2B5EF4-FFF2-40B4-BE49-F238E27FC236}">
                <a16:creationId xmlns:a16="http://schemas.microsoft.com/office/drawing/2014/main" id="{B397DDAC-9CC1-436A-A3C9-3717D04756C1}"/>
              </a:ext>
            </a:extLst>
          </p:cNvPr>
          <p:cNvSpPr>
            <a:spLocks noGrp="1"/>
          </p:cNvSpPr>
          <p:nvPr/>
        </p:nvSpPr>
        <p:spPr>
          <a:xfrm>
            <a:off x="6026583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6" name="F2_precision_recall_distributions_6770">
            <a:extLst>
              <a:ext uri="{FF2B5EF4-FFF2-40B4-BE49-F238E27FC236}">
                <a16:creationId xmlns:a16="http://schemas.microsoft.com/office/drawing/2014/main" id="{20E7218E-780C-4917-A3BD-94CE3D18C748}"/>
              </a:ext>
            </a:extLst>
          </p:cNvPr>
          <p:cNvSpPr>
            <a:spLocks noGrp="1"/>
          </p:cNvSpPr>
          <p:nvPr/>
        </p:nvSpPr>
        <p:spPr>
          <a:xfrm>
            <a:off x="616741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7" name="F2_precision_recall_distributions_6771">
            <a:extLst>
              <a:ext uri="{FF2B5EF4-FFF2-40B4-BE49-F238E27FC236}">
                <a16:creationId xmlns:a16="http://schemas.microsoft.com/office/drawing/2014/main" id="{D37AFE55-8AD7-41C1-94AB-422B3639075E}"/>
              </a:ext>
            </a:extLst>
          </p:cNvPr>
          <p:cNvSpPr>
            <a:spLocks noGrp="1"/>
          </p:cNvSpPr>
          <p:nvPr/>
        </p:nvSpPr>
        <p:spPr>
          <a:xfrm>
            <a:off x="608426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8" name="F2_precision_recall_distributions_6772">
            <a:extLst>
              <a:ext uri="{FF2B5EF4-FFF2-40B4-BE49-F238E27FC236}">
                <a16:creationId xmlns:a16="http://schemas.microsoft.com/office/drawing/2014/main" id="{20B7271E-948D-4B3B-A1CA-D7FDBA4A3432}"/>
              </a:ext>
            </a:extLst>
          </p:cNvPr>
          <p:cNvSpPr>
            <a:spLocks noGrp="1"/>
          </p:cNvSpPr>
          <p:nvPr/>
        </p:nvSpPr>
        <p:spPr>
          <a:xfrm>
            <a:off x="603978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9" name="F2_precision_recall_distributions_6773">
            <a:extLst>
              <a:ext uri="{FF2B5EF4-FFF2-40B4-BE49-F238E27FC236}">
                <a16:creationId xmlns:a16="http://schemas.microsoft.com/office/drawing/2014/main" id="{82BAD335-5784-4D30-BCC3-A162457E0669}"/>
              </a:ext>
            </a:extLst>
          </p:cNvPr>
          <p:cNvSpPr>
            <a:spLocks noGrp="1"/>
          </p:cNvSpPr>
          <p:nvPr/>
        </p:nvSpPr>
        <p:spPr>
          <a:xfrm>
            <a:off x="588592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0" name="F2_precision_recall_distributions_6774">
            <a:extLst>
              <a:ext uri="{FF2B5EF4-FFF2-40B4-BE49-F238E27FC236}">
                <a16:creationId xmlns:a16="http://schemas.microsoft.com/office/drawing/2014/main" id="{4643D5FE-F2D9-482F-82AD-37D8C9CB13CA}"/>
              </a:ext>
            </a:extLst>
          </p:cNvPr>
          <p:cNvSpPr>
            <a:spLocks noGrp="1"/>
          </p:cNvSpPr>
          <p:nvPr/>
        </p:nvSpPr>
        <p:spPr>
          <a:xfrm>
            <a:off x="596828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1" name="F2_precision_recall_distributions_6775">
            <a:extLst>
              <a:ext uri="{FF2B5EF4-FFF2-40B4-BE49-F238E27FC236}">
                <a16:creationId xmlns:a16="http://schemas.microsoft.com/office/drawing/2014/main" id="{2DAB09D3-55FC-4D4C-9B82-007F02F3D04E}"/>
              </a:ext>
            </a:extLst>
          </p:cNvPr>
          <p:cNvSpPr>
            <a:spLocks noGrp="1"/>
          </p:cNvSpPr>
          <p:nvPr/>
        </p:nvSpPr>
        <p:spPr>
          <a:xfrm>
            <a:off x="607136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2" name="F2_precision_recall_distributions_6776">
            <a:extLst>
              <a:ext uri="{FF2B5EF4-FFF2-40B4-BE49-F238E27FC236}">
                <a16:creationId xmlns:a16="http://schemas.microsoft.com/office/drawing/2014/main" id="{79820AFE-2680-46DA-8B17-07C6C6089ABE}"/>
              </a:ext>
            </a:extLst>
          </p:cNvPr>
          <p:cNvSpPr>
            <a:spLocks noGrp="1"/>
          </p:cNvSpPr>
          <p:nvPr/>
        </p:nvSpPr>
        <p:spPr>
          <a:xfrm>
            <a:off x="5912422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3" name="F2_precision_recall_distributions_6777">
            <a:extLst>
              <a:ext uri="{FF2B5EF4-FFF2-40B4-BE49-F238E27FC236}">
                <a16:creationId xmlns:a16="http://schemas.microsoft.com/office/drawing/2014/main" id="{6AAB84E6-D5F0-4711-BDA9-DD838AA36061}"/>
              </a:ext>
            </a:extLst>
          </p:cNvPr>
          <p:cNvSpPr>
            <a:spLocks noGrp="1"/>
          </p:cNvSpPr>
          <p:nvPr/>
        </p:nvSpPr>
        <p:spPr>
          <a:xfrm>
            <a:off x="6050764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4" name="F2_precision_recall_distributions_6778">
            <a:extLst>
              <a:ext uri="{FF2B5EF4-FFF2-40B4-BE49-F238E27FC236}">
                <a16:creationId xmlns:a16="http://schemas.microsoft.com/office/drawing/2014/main" id="{7B79C558-DB35-472D-A534-CA96DC29178B}"/>
              </a:ext>
            </a:extLst>
          </p:cNvPr>
          <p:cNvSpPr>
            <a:spLocks noGrp="1"/>
          </p:cNvSpPr>
          <p:nvPr/>
        </p:nvSpPr>
        <p:spPr>
          <a:xfrm>
            <a:off x="601817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5" name="F2_precision_recall_distributions_6779">
            <a:extLst>
              <a:ext uri="{FF2B5EF4-FFF2-40B4-BE49-F238E27FC236}">
                <a16:creationId xmlns:a16="http://schemas.microsoft.com/office/drawing/2014/main" id="{E6ED97C6-CF1B-4781-AB64-6A82F5BB1C29}"/>
              </a:ext>
            </a:extLst>
          </p:cNvPr>
          <p:cNvSpPr>
            <a:spLocks noGrp="1"/>
          </p:cNvSpPr>
          <p:nvPr/>
        </p:nvSpPr>
        <p:spPr>
          <a:xfrm>
            <a:off x="607095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6" name="F2_precision_recall_distributions_6780">
            <a:extLst>
              <a:ext uri="{FF2B5EF4-FFF2-40B4-BE49-F238E27FC236}">
                <a16:creationId xmlns:a16="http://schemas.microsoft.com/office/drawing/2014/main" id="{3DC24DA9-73B4-4CE8-BF63-9621FF46D7F6}"/>
              </a:ext>
            </a:extLst>
          </p:cNvPr>
          <p:cNvSpPr>
            <a:spLocks noGrp="1"/>
          </p:cNvSpPr>
          <p:nvPr/>
        </p:nvSpPr>
        <p:spPr>
          <a:xfrm>
            <a:off x="5988942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7" name="F2_precision_recall_distributions_6781">
            <a:extLst>
              <a:ext uri="{FF2B5EF4-FFF2-40B4-BE49-F238E27FC236}">
                <a16:creationId xmlns:a16="http://schemas.microsoft.com/office/drawing/2014/main" id="{1D37AE98-13E6-4F5B-87FB-91ADC520A8BA}"/>
              </a:ext>
            </a:extLst>
          </p:cNvPr>
          <p:cNvSpPr>
            <a:spLocks noGrp="1"/>
          </p:cNvSpPr>
          <p:nvPr/>
        </p:nvSpPr>
        <p:spPr>
          <a:xfrm>
            <a:off x="5942390" y="62187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8" name="F2_precision_recall_distributions_6782">
            <a:extLst>
              <a:ext uri="{FF2B5EF4-FFF2-40B4-BE49-F238E27FC236}">
                <a16:creationId xmlns:a16="http://schemas.microsoft.com/office/drawing/2014/main" id="{79D3B7CD-BA87-420E-9A6F-960C6A4F4B4A}"/>
              </a:ext>
            </a:extLst>
          </p:cNvPr>
          <p:cNvSpPr>
            <a:spLocks noGrp="1"/>
          </p:cNvSpPr>
          <p:nvPr/>
        </p:nvSpPr>
        <p:spPr>
          <a:xfrm>
            <a:off x="6042859" y="60831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9" name="F2_precision_recall_distributions_6783">
            <a:extLst>
              <a:ext uri="{FF2B5EF4-FFF2-40B4-BE49-F238E27FC236}">
                <a16:creationId xmlns:a16="http://schemas.microsoft.com/office/drawing/2014/main" id="{834943DC-A256-425F-8B54-DDF5B64CA2EB}"/>
              </a:ext>
            </a:extLst>
          </p:cNvPr>
          <p:cNvSpPr>
            <a:spLocks noGrp="1"/>
          </p:cNvSpPr>
          <p:nvPr/>
        </p:nvSpPr>
        <p:spPr>
          <a:xfrm>
            <a:off x="616270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0" name="F2_precision_recall_distributions_6784">
            <a:extLst>
              <a:ext uri="{FF2B5EF4-FFF2-40B4-BE49-F238E27FC236}">
                <a16:creationId xmlns:a16="http://schemas.microsoft.com/office/drawing/2014/main" id="{62F64479-90B4-44C0-833B-170F61536844}"/>
              </a:ext>
            </a:extLst>
          </p:cNvPr>
          <p:cNvSpPr>
            <a:spLocks noGrp="1"/>
          </p:cNvSpPr>
          <p:nvPr/>
        </p:nvSpPr>
        <p:spPr>
          <a:xfrm>
            <a:off x="5983693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1" name="F2_precision_recall_distributions_6785">
            <a:extLst>
              <a:ext uri="{FF2B5EF4-FFF2-40B4-BE49-F238E27FC236}">
                <a16:creationId xmlns:a16="http://schemas.microsoft.com/office/drawing/2014/main" id="{2E7F8EBE-79C3-4B3E-875A-4005AAED716F}"/>
              </a:ext>
            </a:extLst>
          </p:cNvPr>
          <p:cNvSpPr>
            <a:spLocks noGrp="1"/>
          </p:cNvSpPr>
          <p:nvPr/>
        </p:nvSpPr>
        <p:spPr>
          <a:xfrm>
            <a:off x="601734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2" name="F2_precision_recall_distributions_6786">
            <a:extLst>
              <a:ext uri="{FF2B5EF4-FFF2-40B4-BE49-F238E27FC236}">
                <a16:creationId xmlns:a16="http://schemas.microsoft.com/office/drawing/2014/main" id="{688D65C3-AB14-4F43-A3B3-04E3E0B8A1C2}"/>
              </a:ext>
            </a:extLst>
          </p:cNvPr>
          <p:cNvSpPr>
            <a:spLocks noGrp="1"/>
          </p:cNvSpPr>
          <p:nvPr/>
        </p:nvSpPr>
        <p:spPr>
          <a:xfrm>
            <a:off x="6090968" y="64229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3" name="F2_precision_recall_distributions_6787">
            <a:extLst>
              <a:ext uri="{FF2B5EF4-FFF2-40B4-BE49-F238E27FC236}">
                <a16:creationId xmlns:a16="http://schemas.microsoft.com/office/drawing/2014/main" id="{F841BB90-CD7B-46FA-AAAA-F5C7EEE2A870}"/>
              </a:ext>
            </a:extLst>
          </p:cNvPr>
          <p:cNvSpPr>
            <a:spLocks noGrp="1"/>
          </p:cNvSpPr>
          <p:nvPr/>
        </p:nvSpPr>
        <p:spPr>
          <a:xfrm>
            <a:off x="6012709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4" name="F2_precision_recall_distributions_6788">
            <a:extLst>
              <a:ext uri="{FF2B5EF4-FFF2-40B4-BE49-F238E27FC236}">
                <a16:creationId xmlns:a16="http://schemas.microsoft.com/office/drawing/2014/main" id="{83846B03-DEF2-40D5-8B22-FACBEB6E5BDE}"/>
              </a:ext>
            </a:extLst>
          </p:cNvPr>
          <p:cNvSpPr>
            <a:spLocks noGrp="1"/>
          </p:cNvSpPr>
          <p:nvPr/>
        </p:nvSpPr>
        <p:spPr>
          <a:xfrm>
            <a:off x="6075197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5" name="F2_precision_recall_distributions_6789">
            <a:extLst>
              <a:ext uri="{FF2B5EF4-FFF2-40B4-BE49-F238E27FC236}">
                <a16:creationId xmlns:a16="http://schemas.microsoft.com/office/drawing/2014/main" id="{C17CFA4F-E17E-4AD6-AB45-E8F3DAB0A712}"/>
              </a:ext>
            </a:extLst>
          </p:cNvPr>
          <p:cNvSpPr>
            <a:spLocks noGrp="1"/>
          </p:cNvSpPr>
          <p:nvPr/>
        </p:nvSpPr>
        <p:spPr>
          <a:xfrm>
            <a:off x="596618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6" name="F2_precision_recall_distributions_6790">
            <a:extLst>
              <a:ext uri="{FF2B5EF4-FFF2-40B4-BE49-F238E27FC236}">
                <a16:creationId xmlns:a16="http://schemas.microsoft.com/office/drawing/2014/main" id="{80BC3041-6A47-43D1-B004-F624F836B008}"/>
              </a:ext>
            </a:extLst>
          </p:cNvPr>
          <p:cNvSpPr>
            <a:spLocks noGrp="1"/>
          </p:cNvSpPr>
          <p:nvPr/>
        </p:nvSpPr>
        <p:spPr>
          <a:xfrm>
            <a:off x="598914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7" name="F2_precision_recall_distributions_6791">
            <a:extLst>
              <a:ext uri="{FF2B5EF4-FFF2-40B4-BE49-F238E27FC236}">
                <a16:creationId xmlns:a16="http://schemas.microsoft.com/office/drawing/2014/main" id="{FDE4536F-AE93-4EF4-9D6B-1FA6B85084E8}"/>
              </a:ext>
            </a:extLst>
          </p:cNvPr>
          <p:cNvSpPr>
            <a:spLocks noGrp="1"/>
          </p:cNvSpPr>
          <p:nvPr/>
        </p:nvSpPr>
        <p:spPr>
          <a:xfrm>
            <a:off x="612108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8" name="F2_precision_recall_distributions_6792">
            <a:extLst>
              <a:ext uri="{FF2B5EF4-FFF2-40B4-BE49-F238E27FC236}">
                <a16:creationId xmlns:a16="http://schemas.microsoft.com/office/drawing/2014/main" id="{49C061AA-66DE-442D-8AA6-6EBEA73CA3E7}"/>
              </a:ext>
            </a:extLst>
          </p:cNvPr>
          <p:cNvSpPr>
            <a:spLocks noGrp="1"/>
          </p:cNvSpPr>
          <p:nvPr/>
        </p:nvSpPr>
        <p:spPr>
          <a:xfrm>
            <a:off x="614998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9" name="F2_precision_recall_distributions_6793">
            <a:extLst>
              <a:ext uri="{FF2B5EF4-FFF2-40B4-BE49-F238E27FC236}">
                <a16:creationId xmlns:a16="http://schemas.microsoft.com/office/drawing/2014/main" id="{77327B3F-7E0A-46D1-8B4F-268673A0D8E2}"/>
              </a:ext>
            </a:extLst>
          </p:cNvPr>
          <p:cNvSpPr>
            <a:spLocks noGrp="1"/>
          </p:cNvSpPr>
          <p:nvPr/>
        </p:nvSpPr>
        <p:spPr>
          <a:xfrm>
            <a:off x="611862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0" name="F2_precision_recall_distributions_6794">
            <a:extLst>
              <a:ext uri="{FF2B5EF4-FFF2-40B4-BE49-F238E27FC236}">
                <a16:creationId xmlns:a16="http://schemas.microsoft.com/office/drawing/2014/main" id="{402C1051-80EA-4522-B653-542B1C113089}"/>
              </a:ext>
            </a:extLst>
          </p:cNvPr>
          <p:cNvSpPr>
            <a:spLocks noGrp="1"/>
          </p:cNvSpPr>
          <p:nvPr/>
        </p:nvSpPr>
        <p:spPr>
          <a:xfrm>
            <a:off x="6046971" y="62043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1" name="F2_precision_recall_distributions_6795">
            <a:extLst>
              <a:ext uri="{FF2B5EF4-FFF2-40B4-BE49-F238E27FC236}">
                <a16:creationId xmlns:a16="http://schemas.microsoft.com/office/drawing/2014/main" id="{9F566519-A11C-4EBF-99D0-B05C08BC3507}"/>
              </a:ext>
            </a:extLst>
          </p:cNvPr>
          <p:cNvSpPr>
            <a:spLocks noGrp="1"/>
          </p:cNvSpPr>
          <p:nvPr/>
        </p:nvSpPr>
        <p:spPr>
          <a:xfrm>
            <a:off x="599113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2" name="F2_precision_recall_distributions_6796">
            <a:extLst>
              <a:ext uri="{FF2B5EF4-FFF2-40B4-BE49-F238E27FC236}">
                <a16:creationId xmlns:a16="http://schemas.microsoft.com/office/drawing/2014/main" id="{15528698-4CAB-434C-A76B-AC9490101C23}"/>
              </a:ext>
            </a:extLst>
          </p:cNvPr>
          <p:cNvSpPr>
            <a:spLocks noGrp="1"/>
          </p:cNvSpPr>
          <p:nvPr/>
        </p:nvSpPr>
        <p:spPr>
          <a:xfrm>
            <a:off x="6011632" y="59618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3" name="F2_precision_recall_distributions_6797">
            <a:extLst>
              <a:ext uri="{FF2B5EF4-FFF2-40B4-BE49-F238E27FC236}">
                <a16:creationId xmlns:a16="http://schemas.microsoft.com/office/drawing/2014/main" id="{65C8777A-6FE4-4FC0-BD63-6D48FEDA62D1}"/>
              </a:ext>
            </a:extLst>
          </p:cNvPr>
          <p:cNvSpPr>
            <a:spLocks noGrp="1"/>
          </p:cNvSpPr>
          <p:nvPr/>
        </p:nvSpPr>
        <p:spPr>
          <a:xfrm>
            <a:off x="610636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4" name="F2_precision_recall_distributions_6798">
            <a:extLst>
              <a:ext uri="{FF2B5EF4-FFF2-40B4-BE49-F238E27FC236}">
                <a16:creationId xmlns:a16="http://schemas.microsoft.com/office/drawing/2014/main" id="{80476654-E30B-450F-801E-29C7C7E3285B}"/>
              </a:ext>
            </a:extLst>
          </p:cNvPr>
          <p:cNvSpPr>
            <a:spLocks noGrp="1"/>
          </p:cNvSpPr>
          <p:nvPr/>
        </p:nvSpPr>
        <p:spPr>
          <a:xfrm>
            <a:off x="6024179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5" name="F2_precision_recall_distributions_6799">
            <a:extLst>
              <a:ext uri="{FF2B5EF4-FFF2-40B4-BE49-F238E27FC236}">
                <a16:creationId xmlns:a16="http://schemas.microsoft.com/office/drawing/2014/main" id="{787419F6-EAD8-4A2B-AB2B-9A2F58E16AB2}"/>
              </a:ext>
            </a:extLst>
          </p:cNvPr>
          <p:cNvSpPr>
            <a:spLocks noGrp="1"/>
          </p:cNvSpPr>
          <p:nvPr/>
        </p:nvSpPr>
        <p:spPr>
          <a:xfrm>
            <a:off x="5802560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6" name="F2_precision_recall_distributions_6800">
            <a:extLst>
              <a:ext uri="{FF2B5EF4-FFF2-40B4-BE49-F238E27FC236}">
                <a16:creationId xmlns:a16="http://schemas.microsoft.com/office/drawing/2014/main" id="{47EB9881-74A5-4662-9603-02967B8DCEF3}"/>
              </a:ext>
            </a:extLst>
          </p:cNvPr>
          <p:cNvSpPr>
            <a:spLocks noGrp="1"/>
          </p:cNvSpPr>
          <p:nvPr/>
        </p:nvSpPr>
        <p:spPr>
          <a:xfrm>
            <a:off x="613566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7" name="F2_precision_recall_distributions_6801">
            <a:extLst>
              <a:ext uri="{FF2B5EF4-FFF2-40B4-BE49-F238E27FC236}">
                <a16:creationId xmlns:a16="http://schemas.microsoft.com/office/drawing/2014/main" id="{D25CA696-6092-42C2-88E6-4B7D3A77FEBA}"/>
              </a:ext>
            </a:extLst>
          </p:cNvPr>
          <p:cNvSpPr>
            <a:spLocks noGrp="1"/>
          </p:cNvSpPr>
          <p:nvPr/>
        </p:nvSpPr>
        <p:spPr>
          <a:xfrm>
            <a:off x="603407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8" name="F2_precision_recall_distributions_6802">
            <a:extLst>
              <a:ext uri="{FF2B5EF4-FFF2-40B4-BE49-F238E27FC236}">
                <a16:creationId xmlns:a16="http://schemas.microsoft.com/office/drawing/2014/main" id="{6D0F9A1B-83BC-4AF8-977F-AF2FC19AEB10}"/>
              </a:ext>
            </a:extLst>
          </p:cNvPr>
          <p:cNvSpPr>
            <a:spLocks noGrp="1"/>
          </p:cNvSpPr>
          <p:nvPr/>
        </p:nvSpPr>
        <p:spPr>
          <a:xfrm>
            <a:off x="615352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9" name="F2_precision_recall_distributions_6803">
            <a:extLst>
              <a:ext uri="{FF2B5EF4-FFF2-40B4-BE49-F238E27FC236}">
                <a16:creationId xmlns:a16="http://schemas.microsoft.com/office/drawing/2014/main" id="{20BB8A59-58FE-459F-88B1-5AF587970380}"/>
              </a:ext>
            </a:extLst>
          </p:cNvPr>
          <p:cNvSpPr>
            <a:spLocks noGrp="1"/>
          </p:cNvSpPr>
          <p:nvPr/>
        </p:nvSpPr>
        <p:spPr>
          <a:xfrm>
            <a:off x="5810073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0" name="F2_precision_recall_distributions_6804">
            <a:extLst>
              <a:ext uri="{FF2B5EF4-FFF2-40B4-BE49-F238E27FC236}">
                <a16:creationId xmlns:a16="http://schemas.microsoft.com/office/drawing/2014/main" id="{1B590C14-4F70-4552-9BDB-6A5D94EB290E}"/>
              </a:ext>
            </a:extLst>
          </p:cNvPr>
          <p:cNvSpPr>
            <a:spLocks noGrp="1"/>
          </p:cNvSpPr>
          <p:nvPr/>
        </p:nvSpPr>
        <p:spPr>
          <a:xfrm>
            <a:off x="612951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1" name="F2_precision_recall_distributions_6805">
            <a:extLst>
              <a:ext uri="{FF2B5EF4-FFF2-40B4-BE49-F238E27FC236}">
                <a16:creationId xmlns:a16="http://schemas.microsoft.com/office/drawing/2014/main" id="{083A6339-D97F-48A5-862B-737AF52694E6}"/>
              </a:ext>
            </a:extLst>
          </p:cNvPr>
          <p:cNvSpPr>
            <a:spLocks noGrp="1"/>
          </p:cNvSpPr>
          <p:nvPr/>
        </p:nvSpPr>
        <p:spPr>
          <a:xfrm>
            <a:off x="5829953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2" name="F2_precision_recall_distributions_6806">
            <a:extLst>
              <a:ext uri="{FF2B5EF4-FFF2-40B4-BE49-F238E27FC236}">
                <a16:creationId xmlns:a16="http://schemas.microsoft.com/office/drawing/2014/main" id="{DDE23BFA-5F6F-45BA-B18F-E3B8563B7A7D}"/>
              </a:ext>
            </a:extLst>
          </p:cNvPr>
          <p:cNvSpPr>
            <a:spLocks noGrp="1"/>
          </p:cNvSpPr>
          <p:nvPr/>
        </p:nvSpPr>
        <p:spPr>
          <a:xfrm>
            <a:off x="5876427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3" name="F2_precision_recall_distributions_6807">
            <a:extLst>
              <a:ext uri="{FF2B5EF4-FFF2-40B4-BE49-F238E27FC236}">
                <a16:creationId xmlns:a16="http://schemas.microsoft.com/office/drawing/2014/main" id="{2FC1BFCD-D388-4304-8E3E-CD5C108BF18C}"/>
              </a:ext>
            </a:extLst>
          </p:cNvPr>
          <p:cNvSpPr>
            <a:spLocks noGrp="1"/>
          </p:cNvSpPr>
          <p:nvPr/>
        </p:nvSpPr>
        <p:spPr>
          <a:xfrm>
            <a:off x="6046564" y="583388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4" name="F2_precision_recall_distributions_6808">
            <a:extLst>
              <a:ext uri="{FF2B5EF4-FFF2-40B4-BE49-F238E27FC236}">
                <a16:creationId xmlns:a16="http://schemas.microsoft.com/office/drawing/2014/main" id="{850037F6-B18F-4962-BBD9-29437EC7DA3E}"/>
              </a:ext>
            </a:extLst>
          </p:cNvPr>
          <p:cNvSpPr>
            <a:spLocks noGrp="1"/>
          </p:cNvSpPr>
          <p:nvPr/>
        </p:nvSpPr>
        <p:spPr>
          <a:xfrm>
            <a:off x="6040393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5" name="F2_precision_recall_distributions_6809">
            <a:extLst>
              <a:ext uri="{FF2B5EF4-FFF2-40B4-BE49-F238E27FC236}">
                <a16:creationId xmlns:a16="http://schemas.microsoft.com/office/drawing/2014/main" id="{1E9895E4-0250-4224-997B-FB40193D64E5}"/>
              </a:ext>
            </a:extLst>
          </p:cNvPr>
          <p:cNvSpPr>
            <a:spLocks noGrp="1"/>
          </p:cNvSpPr>
          <p:nvPr/>
        </p:nvSpPr>
        <p:spPr>
          <a:xfrm>
            <a:off x="591682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6" name="F2_precision_recall_distributions_6810">
            <a:extLst>
              <a:ext uri="{FF2B5EF4-FFF2-40B4-BE49-F238E27FC236}">
                <a16:creationId xmlns:a16="http://schemas.microsoft.com/office/drawing/2014/main" id="{5BE182E1-A700-4DAA-89B8-F0E379D5A847}"/>
              </a:ext>
            </a:extLst>
          </p:cNvPr>
          <p:cNvSpPr>
            <a:spLocks noGrp="1"/>
          </p:cNvSpPr>
          <p:nvPr/>
        </p:nvSpPr>
        <p:spPr>
          <a:xfrm>
            <a:off x="5831327" y="62043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7" name="F2_precision_recall_distributions_6811">
            <a:extLst>
              <a:ext uri="{FF2B5EF4-FFF2-40B4-BE49-F238E27FC236}">
                <a16:creationId xmlns:a16="http://schemas.microsoft.com/office/drawing/2014/main" id="{E3BAB045-24B8-4743-BE9B-176F10E65166}"/>
              </a:ext>
            </a:extLst>
          </p:cNvPr>
          <p:cNvSpPr>
            <a:spLocks noGrp="1"/>
          </p:cNvSpPr>
          <p:nvPr/>
        </p:nvSpPr>
        <p:spPr>
          <a:xfrm>
            <a:off x="610030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8" name="F2_precision_recall_distributions_6812">
            <a:extLst>
              <a:ext uri="{FF2B5EF4-FFF2-40B4-BE49-F238E27FC236}">
                <a16:creationId xmlns:a16="http://schemas.microsoft.com/office/drawing/2014/main" id="{EAAB1BB4-7125-45A5-AEDE-6FA41EBB9F04}"/>
              </a:ext>
            </a:extLst>
          </p:cNvPr>
          <p:cNvSpPr>
            <a:spLocks noGrp="1"/>
          </p:cNvSpPr>
          <p:nvPr/>
        </p:nvSpPr>
        <p:spPr>
          <a:xfrm>
            <a:off x="587323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9" name="F2_precision_recall_distributions_6813">
            <a:extLst>
              <a:ext uri="{FF2B5EF4-FFF2-40B4-BE49-F238E27FC236}">
                <a16:creationId xmlns:a16="http://schemas.microsoft.com/office/drawing/2014/main" id="{4B5A895B-E36E-437A-BE14-421186F42BE9}"/>
              </a:ext>
            </a:extLst>
          </p:cNvPr>
          <p:cNvSpPr>
            <a:spLocks noGrp="1"/>
          </p:cNvSpPr>
          <p:nvPr/>
        </p:nvSpPr>
        <p:spPr>
          <a:xfrm>
            <a:off x="590226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0" name="F2_precision_recall_distributions_6814">
            <a:extLst>
              <a:ext uri="{FF2B5EF4-FFF2-40B4-BE49-F238E27FC236}">
                <a16:creationId xmlns:a16="http://schemas.microsoft.com/office/drawing/2014/main" id="{B916F6C2-99A9-4B1A-9360-2F6E72D05956}"/>
              </a:ext>
            </a:extLst>
          </p:cNvPr>
          <p:cNvSpPr>
            <a:spLocks noGrp="1"/>
          </p:cNvSpPr>
          <p:nvPr/>
        </p:nvSpPr>
        <p:spPr>
          <a:xfrm>
            <a:off x="6095334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1" name="F2_precision_recall_distributions_6815">
            <a:extLst>
              <a:ext uri="{FF2B5EF4-FFF2-40B4-BE49-F238E27FC236}">
                <a16:creationId xmlns:a16="http://schemas.microsoft.com/office/drawing/2014/main" id="{B8565DFF-5A14-49E6-977D-74B6DCD4E59D}"/>
              </a:ext>
            </a:extLst>
          </p:cNvPr>
          <p:cNvSpPr>
            <a:spLocks noGrp="1"/>
          </p:cNvSpPr>
          <p:nvPr/>
        </p:nvSpPr>
        <p:spPr>
          <a:xfrm>
            <a:off x="589023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2" name="F2_precision_recall_distributions_6816">
            <a:extLst>
              <a:ext uri="{FF2B5EF4-FFF2-40B4-BE49-F238E27FC236}">
                <a16:creationId xmlns:a16="http://schemas.microsoft.com/office/drawing/2014/main" id="{806B7177-378F-4F90-B700-BC37BD2FE25D}"/>
              </a:ext>
            </a:extLst>
          </p:cNvPr>
          <p:cNvSpPr>
            <a:spLocks noGrp="1"/>
          </p:cNvSpPr>
          <p:nvPr/>
        </p:nvSpPr>
        <p:spPr>
          <a:xfrm>
            <a:off x="602775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3" name="F2_precision_recall_distributions_6817">
            <a:extLst>
              <a:ext uri="{FF2B5EF4-FFF2-40B4-BE49-F238E27FC236}">
                <a16:creationId xmlns:a16="http://schemas.microsoft.com/office/drawing/2014/main" id="{ED54C932-1F11-4B45-A6D1-36D748653492}"/>
              </a:ext>
            </a:extLst>
          </p:cNvPr>
          <p:cNvSpPr>
            <a:spLocks noGrp="1"/>
          </p:cNvSpPr>
          <p:nvPr/>
        </p:nvSpPr>
        <p:spPr>
          <a:xfrm>
            <a:off x="595890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4" name="F2_precision_recall_distributions_6818">
            <a:extLst>
              <a:ext uri="{FF2B5EF4-FFF2-40B4-BE49-F238E27FC236}">
                <a16:creationId xmlns:a16="http://schemas.microsoft.com/office/drawing/2014/main" id="{24E1683E-D0DF-4053-8A1D-6FE1E537E6E1}"/>
              </a:ext>
            </a:extLst>
          </p:cNvPr>
          <p:cNvSpPr>
            <a:spLocks noGrp="1"/>
          </p:cNvSpPr>
          <p:nvPr/>
        </p:nvSpPr>
        <p:spPr>
          <a:xfrm>
            <a:off x="598595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5" name="F2_precision_recall_distributions_6819">
            <a:extLst>
              <a:ext uri="{FF2B5EF4-FFF2-40B4-BE49-F238E27FC236}">
                <a16:creationId xmlns:a16="http://schemas.microsoft.com/office/drawing/2014/main" id="{045C7080-8C90-499D-8F1B-4FF53D4CE35D}"/>
              </a:ext>
            </a:extLst>
          </p:cNvPr>
          <p:cNvSpPr>
            <a:spLocks noGrp="1"/>
          </p:cNvSpPr>
          <p:nvPr/>
        </p:nvSpPr>
        <p:spPr>
          <a:xfrm>
            <a:off x="5830599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6" name="F2_precision_recall_distributions_6820">
            <a:extLst>
              <a:ext uri="{FF2B5EF4-FFF2-40B4-BE49-F238E27FC236}">
                <a16:creationId xmlns:a16="http://schemas.microsoft.com/office/drawing/2014/main" id="{0967B325-32C7-492C-B3DA-CDF129639B24}"/>
              </a:ext>
            </a:extLst>
          </p:cNvPr>
          <p:cNvSpPr>
            <a:spLocks noGrp="1"/>
          </p:cNvSpPr>
          <p:nvPr/>
        </p:nvSpPr>
        <p:spPr>
          <a:xfrm>
            <a:off x="58849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7" name="F2_precision_recall_distributions_6821">
            <a:extLst>
              <a:ext uri="{FF2B5EF4-FFF2-40B4-BE49-F238E27FC236}">
                <a16:creationId xmlns:a16="http://schemas.microsoft.com/office/drawing/2014/main" id="{DC8108D3-C926-4D8C-96C1-279DB178D701}"/>
              </a:ext>
            </a:extLst>
          </p:cNvPr>
          <p:cNvSpPr>
            <a:spLocks noGrp="1"/>
          </p:cNvSpPr>
          <p:nvPr/>
        </p:nvSpPr>
        <p:spPr>
          <a:xfrm>
            <a:off x="581366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8" name="F2_precision_recall_distributions_6822">
            <a:extLst>
              <a:ext uri="{FF2B5EF4-FFF2-40B4-BE49-F238E27FC236}">
                <a16:creationId xmlns:a16="http://schemas.microsoft.com/office/drawing/2014/main" id="{27610343-13A9-4E49-980A-CE01720215B0}"/>
              </a:ext>
            </a:extLst>
          </p:cNvPr>
          <p:cNvSpPr>
            <a:spLocks noGrp="1"/>
          </p:cNvSpPr>
          <p:nvPr/>
        </p:nvSpPr>
        <p:spPr>
          <a:xfrm>
            <a:off x="582912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9" name="F2_precision_recall_distributions_6823">
            <a:extLst>
              <a:ext uri="{FF2B5EF4-FFF2-40B4-BE49-F238E27FC236}">
                <a16:creationId xmlns:a16="http://schemas.microsoft.com/office/drawing/2014/main" id="{55BFAB98-4351-4101-8887-C050C0FCBDC7}"/>
              </a:ext>
            </a:extLst>
          </p:cNvPr>
          <p:cNvSpPr>
            <a:spLocks noGrp="1"/>
          </p:cNvSpPr>
          <p:nvPr/>
        </p:nvSpPr>
        <p:spPr>
          <a:xfrm>
            <a:off x="585318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0" name="F2_precision_recall_distributions_6824">
            <a:extLst>
              <a:ext uri="{FF2B5EF4-FFF2-40B4-BE49-F238E27FC236}">
                <a16:creationId xmlns:a16="http://schemas.microsoft.com/office/drawing/2014/main" id="{FF50811E-4E78-47F7-AD4C-9710697DE798}"/>
              </a:ext>
            </a:extLst>
          </p:cNvPr>
          <p:cNvSpPr>
            <a:spLocks noGrp="1"/>
          </p:cNvSpPr>
          <p:nvPr/>
        </p:nvSpPr>
        <p:spPr>
          <a:xfrm>
            <a:off x="604170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1" name="F2_precision_recall_distributions_6825">
            <a:extLst>
              <a:ext uri="{FF2B5EF4-FFF2-40B4-BE49-F238E27FC236}">
                <a16:creationId xmlns:a16="http://schemas.microsoft.com/office/drawing/2014/main" id="{C45CDF87-DC87-4195-84ED-9C74A0B9F31C}"/>
              </a:ext>
            </a:extLst>
          </p:cNvPr>
          <p:cNvSpPr>
            <a:spLocks noGrp="1"/>
          </p:cNvSpPr>
          <p:nvPr/>
        </p:nvSpPr>
        <p:spPr>
          <a:xfrm>
            <a:off x="6124247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2" name="F2_precision_recall_distributions_6826">
            <a:extLst>
              <a:ext uri="{FF2B5EF4-FFF2-40B4-BE49-F238E27FC236}">
                <a16:creationId xmlns:a16="http://schemas.microsoft.com/office/drawing/2014/main" id="{F5E48B85-5BF9-4987-90DE-ED9F6C0CC66C}"/>
              </a:ext>
            </a:extLst>
          </p:cNvPr>
          <p:cNvSpPr>
            <a:spLocks noGrp="1"/>
          </p:cNvSpPr>
          <p:nvPr/>
        </p:nvSpPr>
        <p:spPr>
          <a:xfrm>
            <a:off x="616633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3" name="F2_precision_recall_distributions_6827">
            <a:extLst>
              <a:ext uri="{FF2B5EF4-FFF2-40B4-BE49-F238E27FC236}">
                <a16:creationId xmlns:a16="http://schemas.microsoft.com/office/drawing/2014/main" id="{6C04376F-4885-4AD5-8642-7C849EA3D607}"/>
              </a:ext>
            </a:extLst>
          </p:cNvPr>
          <p:cNvSpPr>
            <a:spLocks noGrp="1"/>
          </p:cNvSpPr>
          <p:nvPr/>
        </p:nvSpPr>
        <p:spPr>
          <a:xfrm>
            <a:off x="6098895" y="59917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4" name="F2_precision_recall_distributions_6828">
            <a:extLst>
              <a:ext uri="{FF2B5EF4-FFF2-40B4-BE49-F238E27FC236}">
                <a16:creationId xmlns:a16="http://schemas.microsoft.com/office/drawing/2014/main" id="{A28325F7-C53B-4F8D-AA76-945FEA1EF8E6}"/>
              </a:ext>
            </a:extLst>
          </p:cNvPr>
          <p:cNvSpPr>
            <a:spLocks noGrp="1"/>
          </p:cNvSpPr>
          <p:nvPr/>
        </p:nvSpPr>
        <p:spPr>
          <a:xfrm>
            <a:off x="5940246" y="597534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5" name="F2_precision_recall_distributions_6829">
            <a:extLst>
              <a:ext uri="{FF2B5EF4-FFF2-40B4-BE49-F238E27FC236}">
                <a16:creationId xmlns:a16="http://schemas.microsoft.com/office/drawing/2014/main" id="{68750391-573A-47FD-82FF-66F865CD47F2}"/>
              </a:ext>
            </a:extLst>
          </p:cNvPr>
          <p:cNvSpPr>
            <a:spLocks noGrp="1"/>
          </p:cNvSpPr>
          <p:nvPr/>
        </p:nvSpPr>
        <p:spPr>
          <a:xfrm>
            <a:off x="584994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6" name="F2_precision_recall_distributions_6830">
            <a:extLst>
              <a:ext uri="{FF2B5EF4-FFF2-40B4-BE49-F238E27FC236}">
                <a16:creationId xmlns:a16="http://schemas.microsoft.com/office/drawing/2014/main" id="{A194DA07-D52E-4353-B773-636AAB0AAA0D}"/>
              </a:ext>
            </a:extLst>
          </p:cNvPr>
          <p:cNvSpPr>
            <a:spLocks noGrp="1"/>
          </p:cNvSpPr>
          <p:nvPr/>
        </p:nvSpPr>
        <p:spPr>
          <a:xfrm>
            <a:off x="591063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7" name="F2_precision_recall_distributions_6831">
            <a:extLst>
              <a:ext uri="{FF2B5EF4-FFF2-40B4-BE49-F238E27FC236}">
                <a16:creationId xmlns:a16="http://schemas.microsoft.com/office/drawing/2014/main" id="{B66AC6A3-4DC7-44BA-A0C9-4CDBCDA8B04C}"/>
              </a:ext>
            </a:extLst>
          </p:cNvPr>
          <p:cNvSpPr>
            <a:spLocks noGrp="1"/>
          </p:cNvSpPr>
          <p:nvPr/>
        </p:nvSpPr>
        <p:spPr>
          <a:xfrm>
            <a:off x="601434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8" name="F2_precision_recall_distributions_6832">
            <a:extLst>
              <a:ext uri="{FF2B5EF4-FFF2-40B4-BE49-F238E27FC236}">
                <a16:creationId xmlns:a16="http://schemas.microsoft.com/office/drawing/2014/main" id="{D6FC4487-FE39-44C1-BC9A-D8869BA7E494}"/>
              </a:ext>
            </a:extLst>
          </p:cNvPr>
          <p:cNvSpPr>
            <a:spLocks noGrp="1"/>
          </p:cNvSpPr>
          <p:nvPr/>
        </p:nvSpPr>
        <p:spPr>
          <a:xfrm>
            <a:off x="600575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9" name="F2_precision_recall_distributions_6833">
            <a:extLst>
              <a:ext uri="{FF2B5EF4-FFF2-40B4-BE49-F238E27FC236}">
                <a16:creationId xmlns:a16="http://schemas.microsoft.com/office/drawing/2014/main" id="{BEE06DAE-4957-4733-B249-E0F3AB67C1C9}"/>
              </a:ext>
            </a:extLst>
          </p:cNvPr>
          <p:cNvSpPr>
            <a:spLocks noGrp="1"/>
          </p:cNvSpPr>
          <p:nvPr/>
        </p:nvSpPr>
        <p:spPr>
          <a:xfrm>
            <a:off x="595329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0" name="F2_precision_recall_distributions_6834">
            <a:extLst>
              <a:ext uri="{FF2B5EF4-FFF2-40B4-BE49-F238E27FC236}">
                <a16:creationId xmlns:a16="http://schemas.microsoft.com/office/drawing/2014/main" id="{562990B3-639F-4739-B275-279B83E0711D}"/>
              </a:ext>
            </a:extLst>
          </p:cNvPr>
          <p:cNvSpPr>
            <a:spLocks noGrp="1"/>
          </p:cNvSpPr>
          <p:nvPr/>
        </p:nvSpPr>
        <p:spPr>
          <a:xfrm>
            <a:off x="603361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1" name="F2_precision_recall_distributions_6835">
            <a:extLst>
              <a:ext uri="{FF2B5EF4-FFF2-40B4-BE49-F238E27FC236}">
                <a16:creationId xmlns:a16="http://schemas.microsoft.com/office/drawing/2014/main" id="{60ED44C8-64E2-42FC-AEBF-B34D2A26BE9A}"/>
              </a:ext>
            </a:extLst>
          </p:cNvPr>
          <p:cNvSpPr>
            <a:spLocks noGrp="1"/>
          </p:cNvSpPr>
          <p:nvPr/>
        </p:nvSpPr>
        <p:spPr>
          <a:xfrm>
            <a:off x="5834217" y="59800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2" name="F2_precision_recall_distributions_6836">
            <a:extLst>
              <a:ext uri="{FF2B5EF4-FFF2-40B4-BE49-F238E27FC236}">
                <a16:creationId xmlns:a16="http://schemas.microsoft.com/office/drawing/2014/main" id="{4F5EFE70-316F-4CB7-B781-5BAE6C94FFA9}"/>
              </a:ext>
            </a:extLst>
          </p:cNvPr>
          <p:cNvSpPr>
            <a:spLocks noGrp="1"/>
          </p:cNvSpPr>
          <p:nvPr/>
        </p:nvSpPr>
        <p:spPr>
          <a:xfrm>
            <a:off x="591814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3" name="F2_precision_recall_distributions_6837">
            <a:extLst>
              <a:ext uri="{FF2B5EF4-FFF2-40B4-BE49-F238E27FC236}">
                <a16:creationId xmlns:a16="http://schemas.microsoft.com/office/drawing/2014/main" id="{9ECB1727-8993-4EE3-914F-77A20704D12D}"/>
              </a:ext>
            </a:extLst>
          </p:cNvPr>
          <p:cNvSpPr>
            <a:spLocks noGrp="1"/>
          </p:cNvSpPr>
          <p:nvPr/>
        </p:nvSpPr>
        <p:spPr>
          <a:xfrm>
            <a:off x="581312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4" name="F2_precision_recall_distributions_6838">
            <a:extLst>
              <a:ext uri="{FF2B5EF4-FFF2-40B4-BE49-F238E27FC236}">
                <a16:creationId xmlns:a16="http://schemas.microsoft.com/office/drawing/2014/main" id="{6641E38D-A54F-427C-B1F0-0DF0C0D61764}"/>
              </a:ext>
            </a:extLst>
          </p:cNvPr>
          <p:cNvSpPr>
            <a:spLocks noGrp="1"/>
          </p:cNvSpPr>
          <p:nvPr/>
        </p:nvSpPr>
        <p:spPr>
          <a:xfrm>
            <a:off x="592658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5" name="F2_precision_recall_distributions_6839">
            <a:extLst>
              <a:ext uri="{FF2B5EF4-FFF2-40B4-BE49-F238E27FC236}">
                <a16:creationId xmlns:a16="http://schemas.microsoft.com/office/drawing/2014/main" id="{8AAA3D39-F92A-4809-A571-5D22F0323B87}"/>
              </a:ext>
            </a:extLst>
          </p:cNvPr>
          <p:cNvSpPr>
            <a:spLocks noGrp="1"/>
          </p:cNvSpPr>
          <p:nvPr/>
        </p:nvSpPr>
        <p:spPr>
          <a:xfrm>
            <a:off x="596903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6" name="F2_precision_recall_distributions_6840">
            <a:extLst>
              <a:ext uri="{FF2B5EF4-FFF2-40B4-BE49-F238E27FC236}">
                <a16:creationId xmlns:a16="http://schemas.microsoft.com/office/drawing/2014/main" id="{161EEF29-E6E8-4FED-8A2A-BF95461751D7}"/>
              </a:ext>
            </a:extLst>
          </p:cNvPr>
          <p:cNvSpPr>
            <a:spLocks noGrp="1"/>
          </p:cNvSpPr>
          <p:nvPr/>
        </p:nvSpPr>
        <p:spPr>
          <a:xfrm>
            <a:off x="5908491" y="59572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7" name="F2_precision_recall_distributions_6841">
            <a:extLst>
              <a:ext uri="{FF2B5EF4-FFF2-40B4-BE49-F238E27FC236}">
                <a16:creationId xmlns:a16="http://schemas.microsoft.com/office/drawing/2014/main" id="{D7C23758-472B-419A-A076-A2D026AB5F20}"/>
              </a:ext>
            </a:extLst>
          </p:cNvPr>
          <p:cNvSpPr>
            <a:spLocks noGrp="1"/>
          </p:cNvSpPr>
          <p:nvPr/>
        </p:nvSpPr>
        <p:spPr>
          <a:xfrm>
            <a:off x="5891291" y="57395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8" name="F2_precision_recall_distributions_6842">
            <a:extLst>
              <a:ext uri="{FF2B5EF4-FFF2-40B4-BE49-F238E27FC236}">
                <a16:creationId xmlns:a16="http://schemas.microsoft.com/office/drawing/2014/main" id="{5A29D60C-5119-4265-8EFE-BF3702B6282A}"/>
              </a:ext>
            </a:extLst>
          </p:cNvPr>
          <p:cNvSpPr>
            <a:spLocks noGrp="1"/>
          </p:cNvSpPr>
          <p:nvPr/>
        </p:nvSpPr>
        <p:spPr>
          <a:xfrm>
            <a:off x="5946429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9" name="F2_precision_recall_distributions_6843">
            <a:extLst>
              <a:ext uri="{FF2B5EF4-FFF2-40B4-BE49-F238E27FC236}">
                <a16:creationId xmlns:a16="http://schemas.microsoft.com/office/drawing/2014/main" id="{1DCB78C6-398C-44A0-B98E-618C2C9C6E61}"/>
              </a:ext>
            </a:extLst>
          </p:cNvPr>
          <p:cNvSpPr>
            <a:spLocks noGrp="1"/>
          </p:cNvSpPr>
          <p:nvPr/>
        </p:nvSpPr>
        <p:spPr>
          <a:xfrm>
            <a:off x="612141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0" name="F2_precision_recall_distributions_6844">
            <a:extLst>
              <a:ext uri="{FF2B5EF4-FFF2-40B4-BE49-F238E27FC236}">
                <a16:creationId xmlns:a16="http://schemas.microsoft.com/office/drawing/2014/main" id="{779247BD-3A39-4A4F-B583-DB686EC325C1}"/>
              </a:ext>
            </a:extLst>
          </p:cNvPr>
          <p:cNvSpPr>
            <a:spLocks noGrp="1"/>
          </p:cNvSpPr>
          <p:nvPr/>
        </p:nvSpPr>
        <p:spPr>
          <a:xfrm>
            <a:off x="6096743" y="59517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1" name="F2_precision_recall_distributions_6845">
            <a:extLst>
              <a:ext uri="{FF2B5EF4-FFF2-40B4-BE49-F238E27FC236}">
                <a16:creationId xmlns:a16="http://schemas.microsoft.com/office/drawing/2014/main" id="{231D1F16-0DC7-43A8-9628-B15B24ACF901}"/>
              </a:ext>
            </a:extLst>
          </p:cNvPr>
          <p:cNvSpPr>
            <a:spLocks noGrp="1"/>
          </p:cNvSpPr>
          <p:nvPr/>
        </p:nvSpPr>
        <p:spPr>
          <a:xfrm>
            <a:off x="600672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2" name="F2_precision_recall_distributions_6846">
            <a:extLst>
              <a:ext uri="{FF2B5EF4-FFF2-40B4-BE49-F238E27FC236}">
                <a16:creationId xmlns:a16="http://schemas.microsoft.com/office/drawing/2014/main" id="{086A834C-40E3-43AF-9C72-2CE33E111512}"/>
              </a:ext>
            </a:extLst>
          </p:cNvPr>
          <p:cNvSpPr>
            <a:spLocks noGrp="1"/>
          </p:cNvSpPr>
          <p:nvPr/>
        </p:nvSpPr>
        <p:spPr>
          <a:xfrm>
            <a:off x="606916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3" name="F2_precision_recall_distributions_6847">
            <a:extLst>
              <a:ext uri="{FF2B5EF4-FFF2-40B4-BE49-F238E27FC236}">
                <a16:creationId xmlns:a16="http://schemas.microsoft.com/office/drawing/2014/main" id="{DD90F2CD-4AC3-462F-B09C-1B3B97738E08}"/>
              </a:ext>
            </a:extLst>
          </p:cNvPr>
          <p:cNvSpPr>
            <a:spLocks noGrp="1"/>
          </p:cNvSpPr>
          <p:nvPr/>
        </p:nvSpPr>
        <p:spPr>
          <a:xfrm>
            <a:off x="589592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4" name="F2_precision_recall_distributions_6848">
            <a:extLst>
              <a:ext uri="{FF2B5EF4-FFF2-40B4-BE49-F238E27FC236}">
                <a16:creationId xmlns:a16="http://schemas.microsoft.com/office/drawing/2014/main" id="{10CB7277-3926-417A-9902-B028F216EF9F}"/>
              </a:ext>
            </a:extLst>
          </p:cNvPr>
          <p:cNvSpPr>
            <a:spLocks noGrp="1"/>
          </p:cNvSpPr>
          <p:nvPr/>
        </p:nvSpPr>
        <p:spPr>
          <a:xfrm>
            <a:off x="603643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5" name="F2_precision_recall_distributions_6849">
            <a:extLst>
              <a:ext uri="{FF2B5EF4-FFF2-40B4-BE49-F238E27FC236}">
                <a16:creationId xmlns:a16="http://schemas.microsoft.com/office/drawing/2014/main" id="{E1059F54-EDEF-49C8-97B1-42424C9C3A44}"/>
              </a:ext>
            </a:extLst>
          </p:cNvPr>
          <p:cNvSpPr>
            <a:spLocks noGrp="1"/>
          </p:cNvSpPr>
          <p:nvPr/>
        </p:nvSpPr>
        <p:spPr>
          <a:xfrm>
            <a:off x="598903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6" name="F2_precision_recall_distributions_6850">
            <a:extLst>
              <a:ext uri="{FF2B5EF4-FFF2-40B4-BE49-F238E27FC236}">
                <a16:creationId xmlns:a16="http://schemas.microsoft.com/office/drawing/2014/main" id="{8EFBA340-DE6C-4AF4-9E31-EC6F0020684A}"/>
              </a:ext>
            </a:extLst>
          </p:cNvPr>
          <p:cNvSpPr>
            <a:spLocks noGrp="1"/>
          </p:cNvSpPr>
          <p:nvPr/>
        </p:nvSpPr>
        <p:spPr>
          <a:xfrm>
            <a:off x="586996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7" name="F2_precision_recall_distributions_6851">
            <a:extLst>
              <a:ext uri="{FF2B5EF4-FFF2-40B4-BE49-F238E27FC236}">
                <a16:creationId xmlns:a16="http://schemas.microsoft.com/office/drawing/2014/main" id="{5F98D25B-88B5-4100-8CE5-5EF03AEF1D3B}"/>
              </a:ext>
            </a:extLst>
          </p:cNvPr>
          <p:cNvSpPr>
            <a:spLocks noGrp="1"/>
          </p:cNvSpPr>
          <p:nvPr/>
        </p:nvSpPr>
        <p:spPr>
          <a:xfrm>
            <a:off x="5998921" y="62877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8" name="F2_precision_recall_distributions_6852">
            <a:extLst>
              <a:ext uri="{FF2B5EF4-FFF2-40B4-BE49-F238E27FC236}">
                <a16:creationId xmlns:a16="http://schemas.microsoft.com/office/drawing/2014/main" id="{D56612FE-C9B1-43D6-A98B-2B338A77C7C1}"/>
              </a:ext>
            </a:extLst>
          </p:cNvPr>
          <p:cNvSpPr>
            <a:spLocks noGrp="1"/>
          </p:cNvSpPr>
          <p:nvPr/>
        </p:nvSpPr>
        <p:spPr>
          <a:xfrm>
            <a:off x="606778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9" name="F2_precision_recall_distributions_6853">
            <a:extLst>
              <a:ext uri="{FF2B5EF4-FFF2-40B4-BE49-F238E27FC236}">
                <a16:creationId xmlns:a16="http://schemas.microsoft.com/office/drawing/2014/main" id="{8186991C-7A58-447E-B643-8BBF4F62D244}"/>
              </a:ext>
            </a:extLst>
          </p:cNvPr>
          <p:cNvSpPr>
            <a:spLocks noGrp="1"/>
          </p:cNvSpPr>
          <p:nvPr/>
        </p:nvSpPr>
        <p:spPr>
          <a:xfrm>
            <a:off x="601269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0" name="F2_precision_recall_distributions_6854">
            <a:extLst>
              <a:ext uri="{FF2B5EF4-FFF2-40B4-BE49-F238E27FC236}">
                <a16:creationId xmlns:a16="http://schemas.microsoft.com/office/drawing/2014/main" id="{78FC187F-8E01-4649-8F21-F9EDFE525215}"/>
              </a:ext>
            </a:extLst>
          </p:cNvPr>
          <p:cNvSpPr>
            <a:spLocks noGrp="1"/>
          </p:cNvSpPr>
          <p:nvPr/>
        </p:nvSpPr>
        <p:spPr>
          <a:xfrm>
            <a:off x="597887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1" name="F2_precision_recall_distributions_6855">
            <a:extLst>
              <a:ext uri="{FF2B5EF4-FFF2-40B4-BE49-F238E27FC236}">
                <a16:creationId xmlns:a16="http://schemas.microsoft.com/office/drawing/2014/main" id="{747FE2B9-4E6F-4305-8D5C-C16FB4D2577C}"/>
              </a:ext>
            </a:extLst>
          </p:cNvPr>
          <p:cNvSpPr>
            <a:spLocks noGrp="1"/>
          </p:cNvSpPr>
          <p:nvPr/>
        </p:nvSpPr>
        <p:spPr>
          <a:xfrm>
            <a:off x="593847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2" name="F2_precision_recall_distributions_6856">
            <a:extLst>
              <a:ext uri="{FF2B5EF4-FFF2-40B4-BE49-F238E27FC236}">
                <a16:creationId xmlns:a16="http://schemas.microsoft.com/office/drawing/2014/main" id="{315C836C-2000-48A5-8ECB-415A6AB50968}"/>
              </a:ext>
            </a:extLst>
          </p:cNvPr>
          <p:cNvSpPr>
            <a:spLocks noGrp="1"/>
          </p:cNvSpPr>
          <p:nvPr/>
        </p:nvSpPr>
        <p:spPr>
          <a:xfrm>
            <a:off x="596272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3" name="F2_precision_recall_distributions_6857">
            <a:extLst>
              <a:ext uri="{FF2B5EF4-FFF2-40B4-BE49-F238E27FC236}">
                <a16:creationId xmlns:a16="http://schemas.microsoft.com/office/drawing/2014/main" id="{9339F7E6-E1C7-42CD-BD6F-674D393B81D2}"/>
              </a:ext>
            </a:extLst>
          </p:cNvPr>
          <p:cNvSpPr>
            <a:spLocks noGrp="1"/>
          </p:cNvSpPr>
          <p:nvPr/>
        </p:nvSpPr>
        <p:spPr>
          <a:xfrm>
            <a:off x="606377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4" name="F2_precision_recall_distributions_6858">
            <a:extLst>
              <a:ext uri="{FF2B5EF4-FFF2-40B4-BE49-F238E27FC236}">
                <a16:creationId xmlns:a16="http://schemas.microsoft.com/office/drawing/2014/main" id="{705EB026-8D0F-44AB-903E-4ACC75BC8FFD}"/>
              </a:ext>
            </a:extLst>
          </p:cNvPr>
          <p:cNvSpPr>
            <a:spLocks noGrp="1"/>
          </p:cNvSpPr>
          <p:nvPr/>
        </p:nvSpPr>
        <p:spPr>
          <a:xfrm>
            <a:off x="600386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5" name="F2_precision_recall_distributions_6859">
            <a:extLst>
              <a:ext uri="{FF2B5EF4-FFF2-40B4-BE49-F238E27FC236}">
                <a16:creationId xmlns:a16="http://schemas.microsoft.com/office/drawing/2014/main" id="{35597512-AD03-483E-A955-516640598808}"/>
              </a:ext>
            </a:extLst>
          </p:cNvPr>
          <p:cNvSpPr>
            <a:spLocks noGrp="1"/>
          </p:cNvSpPr>
          <p:nvPr/>
        </p:nvSpPr>
        <p:spPr>
          <a:xfrm>
            <a:off x="5934243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6" name="F2_precision_recall_distributions_6860">
            <a:extLst>
              <a:ext uri="{FF2B5EF4-FFF2-40B4-BE49-F238E27FC236}">
                <a16:creationId xmlns:a16="http://schemas.microsoft.com/office/drawing/2014/main" id="{AF7C2561-96C9-461F-8D3D-4D621F3ADF01}"/>
              </a:ext>
            </a:extLst>
          </p:cNvPr>
          <p:cNvSpPr>
            <a:spLocks noGrp="1"/>
          </p:cNvSpPr>
          <p:nvPr/>
        </p:nvSpPr>
        <p:spPr>
          <a:xfrm>
            <a:off x="598176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7" name="F2_precision_recall_distributions_6861">
            <a:extLst>
              <a:ext uri="{FF2B5EF4-FFF2-40B4-BE49-F238E27FC236}">
                <a16:creationId xmlns:a16="http://schemas.microsoft.com/office/drawing/2014/main" id="{2D087672-88A8-467B-803E-E90E31B6DADC}"/>
              </a:ext>
            </a:extLst>
          </p:cNvPr>
          <p:cNvSpPr>
            <a:spLocks noGrp="1"/>
          </p:cNvSpPr>
          <p:nvPr/>
        </p:nvSpPr>
        <p:spPr>
          <a:xfrm>
            <a:off x="5811666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8" name="F2_precision_recall_distributions_6862">
            <a:extLst>
              <a:ext uri="{FF2B5EF4-FFF2-40B4-BE49-F238E27FC236}">
                <a16:creationId xmlns:a16="http://schemas.microsoft.com/office/drawing/2014/main" id="{4E7797C6-242B-46F4-A339-574D78BA3C0A}"/>
              </a:ext>
            </a:extLst>
          </p:cNvPr>
          <p:cNvSpPr>
            <a:spLocks noGrp="1"/>
          </p:cNvSpPr>
          <p:nvPr/>
        </p:nvSpPr>
        <p:spPr>
          <a:xfrm>
            <a:off x="6086614" y="637615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9" name="F2_precision_recall_distributions_6863">
            <a:extLst>
              <a:ext uri="{FF2B5EF4-FFF2-40B4-BE49-F238E27FC236}">
                <a16:creationId xmlns:a16="http://schemas.microsoft.com/office/drawing/2014/main" id="{5258F5E5-1C14-4F8E-A534-56417ED330B7}"/>
              </a:ext>
            </a:extLst>
          </p:cNvPr>
          <p:cNvSpPr>
            <a:spLocks noGrp="1"/>
          </p:cNvSpPr>
          <p:nvPr/>
        </p:nvSpPr>
        <p:spPr>
          <a:xfrm>
            <a:off x="583509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0" name="F2_precision_recall_distributions_6864">
            <a:extLst>
              <a:ext uri="{FF2B5EF4-FFF2-40B4-BE49-F238E27FC236}">
                <a16:creationId xmlns:a16="http://schemas.microsoft.com/office/drawing/2014/main" id="{BE3A2083-D8CF-4FB5-A207-64CA876360F4}"/>
              </a:ext>
            </a:extLst>
          </p:cNvPr>
          <p:cNvSpPr>
            <a:spLocks noGrp="1"/>
          </p:cNvSpPr>
          <p:nvPr/>
        </p:nvSpPr>
        <p:spPr>
          <a:xfrm>
            <a:off x="6166349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1" name="F2_precision_recall_distributions_6865">
            <a:extLst>
              <a:ext uri="{FF2B5EF4-FFF2-40B4-BE49-F238E27FC236}">
                <a16:creationId xmlns:a16="http://schemas.microsoft.com/office/drawing/2014/main" id="{5E920589-1543-48B0-AB55-7F90A3A4BA34}"/>
              </a:ext>
            </a:extLst>
          </p:cNvPr>
          <p:cNvSpPr>
            <a:spLocks noGrp="1"/>
          </p:cNvSpPr>
          <p:nvPr/>
        </p:nvSpPr>
        <p:spPr>
          <a:xfrm>
            <a:off x="5987225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2" name="F2_precision_recall_distributions_6866">
            <a:extLst>
              <a:ext uri="{FF2B5EF4-FFF2-40B4-BE49-F238E27FC236}">
                <a16:creationId xmlns:a16="http://schemas.microsoft.com/office/drawing/2014/main" id="{02E8A792-D045-4ADA-8181-332C92495F89}"/>
              </a:ext>
            </a:extLst>
          </p:cNvPr>
          <p:cNvSpPr>
            <a:spLocks noGrp="1"/>
          </p:cNvSpPr>
          <p:nvPr/>
        </p:nvSpPr>
        <p:spPr>
          <a:xfrm>
            <a:off x="592147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3" name="F2_precision_recall_distributions_6867">
            <a:extLst>
              <a:ext uri="{FF2B5EF4-FFF2-40B4-BE49-F238E27FC236}">
                <a16:creationId xmlns:a16="http://schemas.microsoft.com/office/drawing/2014/main" id="{7867416A-AD1F-4DCC-BBE7-DD86666834DC}"/>
              </a:ext>
            </a:extLst>
          </p:cNvPr>
          <p:cNvSpPr>
            <a:spLocks noGrp="1"/>
          </p:cNvSpPr>
          <p:nvPr/>
        </p:nvSpPr>
        <p:spPr>
          <a:xfrm>
            <a:off x="594123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4" name="F2_precision_recall_distributions_6868">
            <a:extLst>
              <a:ext uri="{FF2B5EF4-FFF2-40B4-BE49-F238E27FC236}">
                <a16:creationId xmlns:a16="http://schemas.microsoft.com/office/drawing/2014/main" id="{B24F0360-D73B-40ED-AA36-89CCB052E05B}"/>
              </a:ext>
            </a:extLst>
          </p:cNvPr>
          <p:cNvSpPr>
            <a:spLocks noGrp="1"/>
          </p:cNvSpPr>
          <p:nvPr/>
        </p:nvSpPr>
        <p:spPr>
          <a:xfrm>
            <a:off x="5921636" y="597534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5" name="F2_precision_recall_distributions_6869">
            <a:extLst>
              <a:ext uri="{FF2B5EF4-FFF2-40B4-BE49-F238E27FC236}">
                <a16:creationId xmlns:a16="http://schemas.microsoft.com/office/drawing/2014/main" id="{8625EC0A-CD36-4279-84D5-13253798627D}"/>
              </a:ext>
            </a:extLst>
          </p:cNvPr>
          <p:cNvSpPr>
            <a:spLocks noGrp="1"/>
          </p:cNvSpPr>
          <p:nvPr/>
        </p:nvSpPr>
        <p:spPr>
          <a:xfrm>
            <a:off x="591328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6" name="F2_precision_recall_distributions_6870">
            <a:extLst>
              <a:ext uri="{FF2B5EF4-FFF2-40B4-BE49-F238E27FC236}">
                <a16:creationId xmlns:a16="http://schemas.microsoft.com/office/drawing/2014/main" id="{F289EFD2-E3AC-4EA2-9AC2-3D6DD0462370}"/>
              </a:ext>
            </a:extLst>
          </p:cNvPr>
          <p:cNvSpPr>
            <a:spLocks noGrp="1"/>
          </p:cNvSpPr>
          <p:nvPr/>
        </p:nvSpPr>
        <p:spPr>
          <a:xfrm>
            <a:off x="606302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7" name="F2_precision_recall_distributions_6871">
            <a:extLst>
              <a:ext uri="{FF2B5EF4-FFF2-40B4-BE49-F238E27FC236}">
                <a16:creationId xmlns:a16="http://schemas.microsoft.com/office/drawing/2014/main" id="{340F34B5-AB67-4455-B3B6-BFB640AFB6E3}"/>
              </a:ext>
            </a:extLst>
          </p:cNvPr>
          <p:cNvSpPr>
            <a:spLocks noGrp="1"/>
          </p:cNvSpPr>
          <p:nvPr/>
        </p:nvSpPr>
        <p:spPr>
          <a:xfrm>
            <a:off x="600934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8" name="F2_precision_recall_distributions_6872">
            <a:extLst>
              <a:ext uri="{FF2B5EF4-FFF2-40B4-BE49-F238E27FC236}">
                <a16:creationId xmlns:a16="http://schemas.microsoft.com/office/drawing/2014/main" id="{27DFF3C5-17B4-461D-A017-AF8647E4008D}"/>
              </a:ext>
            </a:extLst>
          </p:cNvPr>
          <p:cNvSpPr>
            <a:spLocks noGrp="1"/>
          </p:cNvSpPr>
          <p:nvPr/>
        </p:nvSpPr>
        <p:spPr>
          <a:xfrm>
            <a:off x="6038338" y="640444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9" name="F2_precision_recall_distributions_6873">
            <a:extLst>
              <a:ext uri="{FF2B5EF4-FFF2-40B4-BE49-F238E27FC236}">
                <a16:creationId xmlns:a16="http://schemas.microsoft.com/office/drawing/2014/main" id="{219F79BF-7FF9-4BFC-8136-3FBAD6A85337}"/>
              </a:ext>
            </a:extLst>
          </p:cNvPr>
          <p:cNvSpPr>
            <a:spLocks noGrp="1"/>
          </p:cNvSpPr>
          <p:nvPr/>
        </p:nvSpPr>
        <p:spPr>
          <a:xfrm>
            <a:off x="5845207" y="64185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0" name="F2_precision_recall_distributions_6874">
            <a:extLst>
              <a:ext uri="{FF2B5EF4-FFF2-40B4-BE49-F238E27FC236}">
                <a16:creationId xmlns:a16="http://schemas.microsoft.com/office/drawing/2014/main" id="{DD7B2F19-96ED-4D3F-949E-D16047E65DDC}"/>
              </a:ext>
            </a:extLst>
          </p:cNvPr>
          <p:cNvSpPr>
            <a:spLocks noGrp="1"/>
          </p:cNvSpPr>
          <p:nvPr/>
        </p:nvSpPr>
        <p:spPr>
          <a:xfrm>
            <a:off x="580325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1" name="F2_precision_recall_distributions_6875">
            <a:extLst>
              <a:ext uri="{FF2B5EF4-FFF2-40B4-BE49-F238E27FC236}">
                <a16:creationId xmlns:a16="http://schemas.microsoft.com/office/drawing/2014/main" id="{F7C98C32-FE5A-405C-A117-B59D73B35C58}"/>
              </a:ext>
            </a:extLst>
          </p:cNvPr>
          <p:cNvSpPr>
            <a:spLocks noGrp="1"/>
          </p:cNvSpPr>
          <p:nvPr/>
        </p:nvSpPr>
        <p:spPr>
          <a:xfrm>
            <a:off x="605971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2" name="F2_precision_recall_distributions_6876">
            <a:extLst>
              <a:ext uri="{FF2B5EF4-FFF2-40B4-BE49-F238E27FC236}">
                <a16:creationId xmlns:a16="http://schemas.microsoft.com/office/drawing/2014/main" id="{F34A2F7B-F38D-4EE3-91A8-8744A7875A11}"/>
              </a:ext>
            </a:extLst>
          </p:cNvPr>
          <p:cNvSpPr>
            <a:spLocks noGrp="1"/>
          </p:cNvSpPr>
          <p:nvPr/>
        </p:nvSpPr>
        <p:spPr>
          <a:xfrm>
            <a:off x="6056945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3" name="F2_precision_recall_distributions_6877">
            <a:extLst>
              <a:ext uri="{FF2B5EF4-FFF2-40B4-BE49-F238E27FC236}">
                <a16:creationId xmlns:a16="http://schemas.microsoft.com/office/drawing/2014/main" id="{7B6F894E-BEF8-4E64-BB21-C3E738023ECC}"/>
              </a:ext>
            </a:extLst>
          </p:cNvPr>
          <p:cNvSpPr>
            <a:spLocks noGrp="1"/>
          </p:cNvSpPr>
          <p:nvPr/>
        </p:nvSpPr>
        <p:spPr>
          <a:xfrm>
            <a:off x="607248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4" name="F2_precision_recall_distributions_6878">
            <a:extLst>
              <a:ext uri="{FF2B5EF4-FFF2-40B4-BE49-F238E27FC236}">
                <a16:creationId xmlns:a16="http://schemas.microsoft.com/office/drawing/2014/main" id="{8D1CB984-4056-497A-9B8B-35A4DD200F30}"/>
              </a:ext>
            </a:extLst>
          </p:cNvPr>
          <p:cNvSpPr>
            <a:spLocks noGrp="1"/>
          </p:cNvSpPr>
          <p:nvPr/>
        </p:nvSpPr>
        <p:spPr>
          <a:xfrm>
            <a:off x="6081656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5" name="F2_precision_recall_distributions_6879">
            <a:extLst>
              <a:ext uri="{FF2B5EF4-FFF2-40B4-BE49-F238E27FC236}">
                <a16:creationId xmlns:a16="http://schemas.microsoft.com/office/drawing/2014/main" id="{2A0502A9-338C-4B6B-9697-20764BED6B2D}"/>
              </a:ext>
            </a:extLst>
          </p:cNvPr>
          <p:cNvSpPr>
            <a:spLocks noGrp="1"/>
          </p:cNvSpPr>
          <p:nvPr/>
        </p:nvSpPr>
        <p:spPr>
          <a:xfrm>
            <a:off x="599688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6" name="F2_precision_recall_distributions_6880">
            <a:extLst>
              <a:ext uri="{FF2B5EF4-FFF2-40B4-BE49-F238E27FC236}">
                <a16:creationId xmlns:a16="http://schemas.microsoft.com/office/drawing/2014/main" id="{01900829-F419-4C97-906E-5671233D95B2}"/>
              </a:ext>
            </a:extLst>
          </p:cNvPr>
          <p:cNvSpPr>
            <a:spLocks noGrp="1"/>
          </p:cNvSpPr>
          <p:nvPr/>
        </p:nvSpPr>
        <p:spPr>
          <a:xfrm>
            <a:off x="5911328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7" name="F2_precision_recall_distributions_6881">
            <a:extLst>
              <a:ext uri="{FF2B5EF4-FFF2-40B4-BE49-F238E27FC236}">
                <a16:creationId xmlns:a16="http://schemas.microsoft.com/office/drawing/2014/main" id="{A229D422-20DF-49AB-8B1A-86CBAF6D79D9}"/>
              </a:ext>
            </a:extLst>
          </p:cNvPr>
          <p:cNvSpPr>
            <a:spLocks noGrp="1"/>
          </p:cNvSpPr>
          <p:nvPr/>
        </p:nvSpPr>
        <p:spPr>
          <a:xfrm>
            <a:off x="5916545" y="612859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8" name="F2_precision_recall_distributions_6882">
            <a:extLst>
              <a:ext uri="{FF2B5EF4-FFF2-40B4-BE49-F238E27FC236}">
                <a16:creationId xmlns:a16="http://schemas.microsoft.com/office/drawing/2014/main" id="{97A219F4-B0CC-44E9-8992-CE75A5EF6562}"/>
              </a:ext>
            </a:extLst>
          </p:cNvPr>
          <p:cNvSpPr>
            <a:spLocks noGrp="1"/>
          </p:cNvSpPr>
          <p:nvPr/>
        </p:nvSpPr>
        <p:spPr>
          <a:xfrm>
            <a:off x="613521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9" name="F2_precision_recall_distributions_6883">
            <a:extLst>
              <a:ext uri="{FF2B5EF4-FFF2-40B4-BE49-F238E27FC236}">
                <a16:creationId xmlns:a16="http://schemas.microsoft.com/office/drawing/2014/main" id="{5266A00B-1BE9-419A-80A6-65586AFD7859}"/>
              </a:ext>
            </a:extLst>
          </p:cNvPr>
          <p:cNvSpPr>
            <a:spLocks noGrp="1"/>
          </p:cNvSpPr>
          <p:nvPr/>
        </p:nvSpPr>
        <p:spPr>
          <a:xfrm>
            <a:off x="614985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0" name="F2_precision_recall_distributions_6884">
            <a:extLst>
              <a:ext uri="{FF2B5EF4-FFF2-40B4-BE49-F238E27FC236}">
                <a16:creationId xmlns:a16="http://schemas.microsoft.com/office/drawing/2014/main" id="{EE948D7E-6FA3-4E51-A50C-4785BBB0C1B4}"/>
              </a:ext>
            </a:extLst>
          </p:cNvPr>
          <p:cNvSpPr>
            <a:spLocks noGrp="1"/>
          </p:cNvSpPr>
          <p:nvPr/>
        </p:nvSpPr>
        <p:spPr>
          <a:xfrm>
            <a:off x="596163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1" name="F2_precision_recall_distributions_6885">
            <a:extLst>
              <a:ext uri="{FF2B5EF4-FFF2-40B4-BE49-F238E27FC236}">
                <a16:creationId xmlns:a16="http://schemas.microsoft.com/office/drawing/2014/main" id="{9882B55D-B7E8-4E8F-A205-279545B92120}"/>
              </a:ext>
            </a:extLst>
          </p:cNvPr>
          <p:cNvSpPr>
            <a:spLocks noGrp="1"/>
          </p:cNvSpPr>
          <p:nvPr/>
        </p:nvSpPr>
        <p:spPr>
          <a:xfrm>
            <a:off x="6065329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2" name="F2_precision_recall_distributions_6886">
            <a:extLst>
              <a:ext uri="{FF2B5EF4-FFF2-40B4-BE49-F238E27FC236}">
                <a16:creationId xmlns:a16="http://schemas.microsoft.com/office/drawing/2014/main" id="{427C58F0-57C3-4D86-9865-71CB1B417317}"/>
              </a:ext>
            </a:extLst>
          </p:cNvPr>
          <p:cNvSpPr>
            <a:spLocks noGrp="1"/>
          </p:cNvSpPr>
          <p:nvPr/>
        </p:nvSpPr>
        <p:spPr>
          <a:xfrm>
            <a:off x="6048753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3" name="F2_precision_recall_distributions_6887">
            <a:extLst>
              <a:ext uri="{FF2B5EF4-FFF2-40B4-BE49-F238E27FC236}">
                <a16:creationId xmlns:a16="http://schemas.microsoft.com/office/drawing/2014/main" id="{1F6A1A6B-4DBC-48D1-BB18-A579444E0DDD}"/>
              </a:ext>
            </a:extLst>
          </p:cNvPr>
          <p:cNvSpPr>
            <a:spLocks noGrp="1"/>
          </p:cNvSpPr>
          <p:nvPr/>
        </p:nvSpPr>
        <p:spPr>
          <a:xfrm>
            <a:off x="5917699" y="6107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4" name="F2_precision_recall_distributions_6888">
            <a:extLst>
              <a:ext uri="{FF2B5EF4-FFF2-40B4-BE49-F238E27FC236}">
                <a16:creationId xmlns:a16="http://schemas.microsoft.com/office/drawing/2014/main" id="{62037AFE-B7A4-4190-A024-B93F455F80AD}"/>
              </a:ext>
            </a:extLst>
          </p:cNvPr>
          <p:cNvSpPr>
            <a:spLocks noGrp="1"/>
          </p:cNvSpPr>
          <p:nvPr/>
        </p:nvSpPr>
        <p:spPr>
          <a:xfrm>
            <a:off x="603996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5" name="F2_precision_recall_distributions_6889">
            <a:extLst>
              <a:ext uri="{FF2B5EF4-FFF2-40B4-BE49-F238E27FC236}">
                <a16:creationId xmlns:a16="http://schemas.microsoft.com/office/drawing/2014/main" id="{174BAA20-BD62-44C3-8405-812B3AD9550E}"/>
              </a:ext>
            </a:extLst>
          </p:cNvPr>
          <p:cNvSpPr>
            <a:spLocks noGrp="1"/>
          </p:cNvSpPr>
          <p:nvPr/>
        </p:nvSpPr>
        <p:spPr>
          <a:xfrm>
            <a:off x="593485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6" name="F2_precision_recall_distributions_6890">
            <a:extLst>
              <a:ext uri="{FF2B5EF4-FFF2-40B4-BE49-F238E27FC236}">
                <a16:creationId xmlns:a16="http://schemas.microsoft.com/office/drawing/2014/main" id="{3CFAB3C1-E8B7-4FC1-851D-599A4F2B3EB8}"/>
              </a:ext>
            </a:extLst>
          </p:cNvPr>
          <p:cNvSpPr>
            <a:spLocks noGrp="1"/>
          </p:cNvSpPr>
          <p:nvPr/>
        </p:nvSpPr>
        <p:spPr>
          <a:xfrm>
            <a:off x="5957483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7" name="F2_precision_recall_distributions_6891">
            <a:extLst>
              <a:ext uri="{FF2B5EF4-FFF2-40B4-BE49-F238E27FC236}">
                <a16:creationId xmlns:a16="http://schemas.microsoft.com/office/drawing/2014/main" id="{688EBC26-5714-4A40-81EA-AB9997B0DE49}"/>
              </a:ext>
            </a:extLst>
          </p:cNvPr>
          <p:cNvSpPr>
            <a:spLocks noGrp="1"/>
          </p:cNvSpPr>
          <p:nvPr/>
        </p:nvSpPr>
        <p:spPr>
          <a:xfrm>
            <a:off x="60764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8" name="F2_precision_recall_distributions_6892">
            <a:extLst>
              <a:ext uri="{FF2B5EF4-FFF2-40B4-BE49-F238E27FC236}">
                <a16:creationId xmlns:a16="http://schemas.microsoft.com/office/drawing/2014/main" id="{398F4A29-C7B5-4B7D-A967-EB2D0A0A701C}"/>
              </a:ext>
            </a:extLst>
          </p:cNvPr>
          <p:cNvSpPr>
            <a:spLocks noGrp="1"/>
          </p:cNvSpPr>
          <p:nvPr/>
        </p:nvSpPr>
        <p:spPr>
          <a:xfrm>
            <a:off x="617046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9" name="F2_precision_recall_distributions_6893">
            <a:extLst>
              <a:ext uri="{FF2B5EF4-FFF2-40B4-BE49-F238E27FC236}">
                <a16:creationId xmlns:a16="http://schemas.microsoft.com/office/drawing/2014/main" id="{E0448E65-6604-40CA-A47A-24F179EC1501}"/>
              </a:ext>
            </a:extLst>
          </p:cNvPr>
          <p:cNvSpPr>
            <a:spLocks noGrp="1"/>
          </p:cNvSpPr>
          <p:nvPr/>
        </p:nvSpPr>
        <p:spPr>
          <a:xfrm>
            <a:off x="5823737" y="60831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0" name="F2_precision_recall_distributions_6894">
            <a:extLst>
              <a:ext uri="{FF2B5EF4-FFF2-40B4-BE49-F238E27FC236}">
                <a16:creationId xmlns:a16="http://schemas.microsoft.com/office/drawing/2014/main" id="{AD0076BC-C2B4-435C-B55E-46A0D3EB27B1}"/>
              </a:ext>
            </a:extLst>
          </p:cNvPr>
          <p:cNvSpPr>
            <a:spLocks noGrp="1"/>
          </p:cNvSpPr>
          <p:nvPr/>
        </p:nvSpPr>
        <p:spPr>
          <a:xfrm>
            <a:off x="584878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1" name="F2_precision_recall_distributions_6895">
            <a:extLst>
              <a:ext uri="{FF2B5EF4-FFF2-40B4-BE49-F238E27FC236}">
                <a16:creationId xmlns:a16="http://schemas.microsoft.com/office/drawing/2014/main" id="{4B170D8E-9B58-480B-91F2-A54C16A23645}"/>
              </a:ext>
            </a:extLst>
          </p:cNvPr>
          <p:cNvSpPr>
            <a:spLocks noGrp="1"/>
          </p:cNvSpPr>
          <p:nvPr/>
        </p:nvSpPr>
        <p:spPr>
          <a:xfrm>
            <a:off x="592326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2" name="F2_precision_recall_distributions_6896">
            <a:extLst>
              <a:ext uri="{FF2B5EF4-FFF2-40B4-BE49-F238E27FC236}">
                <a16:creationId xmlns:a16="http://schemas.microsoft.com/office/drawing/2014/main" id="{81F37CD3-AE40-4691-BBD2-D53D8117B37F}"/>
              </a:ext>
            </a:extLst>
          </p:cNvPr>
          <p:cNvSpPr>
            <a:spLocks noGrp="1"/>
          </p:cNvSpPr>
          <p:nvPr/>
        </p:nvSpPr>
        <p:spPr>
          <a:xfrm>
            <a:off x="6143837" y="615420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3" name="F2_precision_recall_distributions_6897">
            <a:extLst>
              <a:ext uri="{FF2B5EF4-FFF2-40B4-BE49-F238E27FC236}">
                <a16:creationId xmlns:a16="http://schemas.microsoft.com/office/drawing/2014/main" id="{58A1AAF6-0497-4E0C-822C-8CF0DE8C7339}"/>
              </a:ext>
            </a:extLst>
          </p:cNvPr>
          <p:cNvSpPr>
            <a:spLocks noGrp="1"/>
          </p:cNvSpPr>
          <p:nvPr/>
        </p:nvSpPr>
        <p:spPr>
          <a:xfrm>
            <a:off x="590258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4" name="F2_precision_recall_distributions_6898">
            <a:extLst>
              <a:ext uri="{FF2B5EF4-FFF2-40B4-BE49-F238E27FC236}">
                <a16:creationId xmlns:a16="http://schemas.microsoft.com/office/drawing/2014/main" id="{C5712329-14D4-4466-B0FB-9697A9142076}"/>
              </a:ext>
            </a:extLst>
          </p:cNvPr>
          <p:cNvSpPr>
            <a:spLocks noGrp="1"/>
          </p:cNvSpPr>
          <p:nvPr/>
        </p:nvSpPr>
        <p:spPr>
          <a:xfrm>
            <a:off x="614612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5" name="F2_precision_recall_distributions_6899">
            <a:extLst>
              <a:ext uri="{FF2B5EF4-FFF2-40B4-BE49-F238E27FC236}">
                <a16:creationId xmlns:a16="http://schemas.microsoft.com/office/drawing/2014/main" id="{3E7CB606-C9AE-4AEE-A52F-F0798F7A7E6D}"/>
              </a:ext>
            </a:extLst>
          </p:cNvPr>
          <p:cNvSpPr>
            <a:spLocks noGrp="1"/>
          </p:cNvSpPr>
          <p:nvPr/>
        </p:nvSpPr>
        <p:spPr>
          <a:xfrm>
            <a:off x="612118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6" name="F2_precision_recall_distributions_6900">
            <a:extLst>
              <a:ext uri="{FF2B5EF4-FFF2-40B4-BE49-F238E27FC236}">
                <a16:creationId xmlns:a16="http://schemas.microsoft.com/office/drawing/2014/main" id="{A5E42C4F-56C6-46EF-866C-1507F37EF806}"/>
              </a:ext>
            </a:extLst>
          </p:cNvPr>
          <p:cNvSpPr>
            <a:spLocks noGrp="1"/>
          </p:cNvSpPr>
          <p:nvPr/>
        </p:nvSpPr>
        <p:spPr>
          <a:xfrm>
            <a:off x="6040638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7" name="F2_precision_recall_distributions_6901">
            <a:extLst>
              <a:ext uri="{FF2B5EF4-FFF2-40B4-BE49-F238E27FC236}">
                <a16:creationId xmlns:a16="http://schemas.microsoft.com/office/drawing/2014/main" id="{77EA2A9A-288A-48B6-9F8D-B95B558E8B7A}"/>
              </a:ext>
            </a:extLst>
          </p:cNvPr>
          <p:cNvSpPr>
            <a:spLocks noGrp="1"/>
          </p:cNvSpPr>
          <p:nvPr/>
        </p:nvSpPr>
        <p:spPr>
          <a:xfrm>
            <a:off x="603897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8" name="F2_precision_recall_distributions_6902">
            <a:extLst>
              <a:ext uri="{FF2B5EF4-FFF2-40B4-BE49-F238E27FC236}">
                <a16:creationId xmlns:a16="http://schemas.microsoft.com/office/drawing/2014/main" id="{06CD8C00-CBF4-4966-BFD8-D6B7D1A492D9}"/>
              </a:ext>
            </a:extLst>
          </p:cNvPr>
          <p:cNvSpPr>
            <a:spLocks noGrp="1"/>
          </p:cNvSpPr>
          <p:nvPr/>
        </p:nvSpPr>
        <p:spPr>
          <a:xfrm>
            <a:off x="593764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9" name="F2_precision_recall_distributions_6903">
            <a:extLst>
              <a:ext uri="{FF2B5EF4-FFF2-40B4-BE49-F238E27FC236}">
                <a16:creationId xmlns:a16="http://schemas.microsoft.com/office/drawing/2014/main" id="{603D9D21-A17C-4237-B7B1-3C7B959AC7C0}"/>
              </a:ext>
            </a:extLst>
          </p:cNvPr>
          <p:cNvSpPr>
            <a:spLocks noGrp="1"/>
          </p:cNvSpPr>
          <p:nvPr/>
        </p:nvSpPr>
        <p:spPr>
          <a:xfrm>
            <a:off x="604378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0" name="F2_precision_recall_distributions_6904">
            <a:extLst>
              <a:ext uri="{FF2B5EF4-FFF2-40B4-BE49-F238E27FC236}">
                <a16:creationId xmlns:a16="http://schemas.microsoft.com/office/drawing/2014/main" id="{F62070F5-4201-46CD-A29D-FBF9B1A909F2}"/>
              </a:ext>
            </a:extLst>
          </p:cNvPr>
          <p:cNvSpPr>
            <a:spLocks noGrp="1"/>
          </p:cNvSpPr>
          <p:nvPr/>
        </p:nvSpPr>
        <p:spPr>
          <a:xfrm>
            <a:off x="5897452" y="64432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1" name="F2_precision_recall_distributions_6905">
            <a:extLst>
              <a:ext uri="{FF2B5EF4-FFF2-40B4-BE49-F238E27FC236}">
                <a16:creationId xmlns:a16="http://schemas.microsoft.com/office/drawing/2014/main" id="{35B9BD1E-1BCD-48C8-B72F-DBCC1B0B36BB}"/>
              </a:ext>
            </a:extLst>
          </p:cNvPr>
          <p:cNvSpPr>
            <a:spLocks noGrp="1"/>
          </p:cNvSpPr>
          <p:nvPr/>
        </p:nvSpPr>
        <p:spPr>
          <a:xfrm>
            <a:off x="5982504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2" name="F2_precision_recall_distributions_6906">
            <a:extLst>
              <a:ext uri="{FF2B5EF4-FFF2-40B4-BE49-F238E27FC236}">
                <a16:creationId xmlns:a16="http://schemas.microsoft.com/office/drawing/2014/main" id="{A0FE7EB6-69F3-44D8-89A1-71C9F695FCB2}"/>
              </a:ext>
            </a:extLst>
          </p:cNvPr>
          <p:cNvSpPr>
            <a:spLocks noGrp="1"/>
          </p:cNvSpPr>
          <p:nvPr/>
        </p:nvSpPr>
        <p:spPr>
          <a:xfrm>
            <a:off x="592233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3" name="F2_precision_recall_distributions_6907">
            <a:extLst>
              <a:ext uri="{FF2B5EF4-FFF2-40B4-BE49-F238E27FC236}">
                <a16:creationId xmlns:a16="http://schemas.microsoft.com/office/drawing/2014/main" id="{B9BB4A2E-F2DC-4896-A209-8AD096E06014}"/>
              </a:ext>
            </a:extLst>
          </p:cNvPr>
          <p:cNvSpPr>
            <a:spLocks noGrp="1"/>
          </p:cNvSpPr>
          <p:nvPr/>
        </p:nvSpPr>
        <p:spPr>
          <a:xfrm>
            <a:off x="6828430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674" y="842186"/>
                </a:lnTo>
                <a:lnTo>
                  <a:pt x="22102" y="835606"/>
                </a:lnTo>
                <a:lnTo>
                  <a:pt x="47607" y="829027"/>
                </a:lnTo>
                <a:lnTo>
                  <a:pt x="79711" y="822447"/>
                </a:lnTo>
                <a:lnTo>
                  <a:pt x="115538" y="815868"/>
                </a:lnTo>
                <a:lnTo>
                  <a:pt x="152230" y="809288"/>
                </a:lnTo>
                <a:lnTo>
                  <a:pt x="187317" y="802708"/>
                </a:lnTo>
                <a:lnTo>
                  <a:pt x="218955" y="796129"/>
                </a:lnTo>
                <a:lnTo>
                  <a:pt x="246024" y="789549"/>
                </a:lnTo>
                <a:lnTo>
                  <a:pt x="268091" y="782970"/>
                </a:lnTo>
                <a:lnTo>
                  <a:pt x="285278" y="776390"/>
                </a:lnTo>
                <a:lnTo>
                  <a:pt x="298086" y="769811"/>
                </a:lnTo>
                <a:lnTo>
                  <a:pt x="307214" y="763231"/>
                </a:lnTo>
                <a:lnTo>
                  <a:pt x="313415" y="756651"/>
                </a:lnTo>
                <a:lnTo>
                  <a:pt x="317386" y="750072"/>
                </a:lnTo>
                <a:lnTo>
                  <a:pt x="319718" y="743492"/>
                </a:lnTo>
                <a:lnTo>
                  <a:pt x="320875" y="736913"/>
                </a:lnTo>
                <a:lnTo>
                  <a:pt x="321193" y="730333"/>
                </a:lnTo>
                <a:lnTo>
                  <a:pt x="320907" y="723754"/>
                </a:lnTo>
                <a:lnTo>
                  <a:pt x="320167" y="717174"/>
                </a:lnTo>
                <a:lnTo>
                  <a:pt x="319061" y="710594"/>
                </a:lnTo>
                <a:lnTo>
                  <a:pt x="317642" y="704015"/>
                </a:lnTo>
                <a:lnTo>
                  <a:pt x="315944" y="697435"/>
                </a:lnTo>
                <a:lnTo>
                  <a:pt x="314000" y="690856"/>
                </a:lnTo>
                <a:lnTo>
                  <a:pt x="311861" y="684276"/>
                </a:lnTo>
                <a:lnTo>
                  <a:pt x="309604" y="677697"/>
                </a:lnTo>
                <a:lnTo>
                  <a:pt x="307337" y="671117"/>
                </a:lnTo>
                <a:lnTo>
                  <a:pt x="305194" y="664537"/>
                </a:lnTo>
                <a:lnTo>
                  <a:pt x="303321" y="657958"/>
                </a:lnTo>
                <a:lnTo>
                  <a:pt x="301852" y="651378"/>
                </a:lnTo>
                <a:lnTo>
                  <a:pt x="300886" y="644799"/>
                </a:lnTo>
                <a:lnTo>
                  <a:pt x="300467" y="638219"/>
                </a:lnTo>
                <a:lnTo>
                  <a:pt x="300572" y="631639"/>
                </a:lnTo>
                <a:lnTo>
                  <a:pt x="301111" y="625060"/>
                </a:lnTo>
                <a:lnTo>
                  <a:pt x="301944" y="618480"/>
                </a:lnTo>
                <a:lnTo>
                  <a:pt x="302909" y="611901"/>
                </a:lnTo>
                <a:lnTo>
                  <a:pt x="303852" y="605321"/>
                </a:lnTo>
                <a:lnTo>
                  <a:pt x="304658" y="598742"/>
                </a:lnTo>
                <a:lnTo>
                  <a:pt x="305266" y="592162"/>
                </a:lnTo>
                <a:lnTo>
                  <a:pt x="305678" y="585582"/>
                </a:lnTo>
                <a:lnTo>
                  <a:pt x="305946" y="579003"/>
                </a:lnTo>
                <a:lnTo>
                  <a:pt x="306156" y="572423"/>
                </a:lnTo>
                <a:lnTo>
                  <a:pt x="306398" y="565844"/>
                </a:lnTo>
                <a:lnTo>
                  <a:pt x="306749" y="559264"/>
                </a:lnTo>
                <a:lnTo>
                  <a:pt x="307250" y="552685"/>
                </a:lnTo>
                <a:lnTo>
                  <a:pt x="307902" y="546105"/>
                </a:lnTo>
                <a:lnTo>
                  <a:pt x="308667" y="539525"/>
                </a:lnTo>
                <a:lnTo>
                  <a:pt x="309470" y="532946"/>
                </a:lnTo>
                <a:lnTo>
                  <a:pt x="310217" y="526366"/>
                </a:lnTo>
                <a:lnTo>
                  <a:pt x="310794" y="519787"/>
                </a:lnTo>
                <a:lnTo>
                  <a:pt x="311084" y="513207"/>
                </a:lnTo>
                <a:lnTo>
                  <a:pt x="310965" y="506627"/>
                </a:lnTo>
                <a:lnTo>
                  <a:pt x="310317" y="500048"/>
                </a:lnTo>
                <a:lnTo>
                  <a:pt x="309034" y="493468"/>
                </a:lnTo>
                <a:lnTo>
                  <a:pt x="307033" y="486889"/>
                </a:lnTo>
                <a:lnTo>
                  <a:pt x="304276" y="480309"/>
                </a:lnTo>
                <a:lnTo>
                  <a:pt x="300790" y="473730"/>
                </a:lnTo>
                <a:lnTo>
                  <a:pt x="296691" y="467150"/>
                </a:lnTo>
                <a:lnTo>
                  <a:pt x="292192" y="460570"/>
                </a:lnTo>
                <a:lnTo>
                  <a:pt x="287601" y="453991"/>
                </a:lnTo>
                <a:lnTo>
                  <a:pt x="283296" y="447411"/>
                </a:lnTo>
                <a:lnTo>
                  <a:pt x="279678" y="440832"/>
                </a:lnTo>
                <a:lnTo>
                  <a:pt x="277117" y="434252"/>
                </a:lnTo>
                <a:lnTo>
                  <a:pt x="275889" y="427673"/>
                </a:lnTo>
                <a:lnTo>
                  <a:pt x="276129" y="421093"/>
                </a:lnTo>
                <a:lnTo>
                  <a:pt x="277807" y="414513"/>
                </a:lnTo>
                <a:lnTo>
                  <a:pt x="280736" y="407934"/>
                </a:lnTo>
                <a:lnTo>
                  <a:pt x="284603" y="401354"/>
                </a:lnTo>
                <a:lnTo>
                  <a:pt x="289028" y="394775"/>
                </a:lnTo>
                <a:lnTo>
                  <a:pt x="293620" y="388195"/>
                </a:lnTo>
                <a:lnTo>
                  <a:pt x="298031" y="381616"/>
                </a:lnTo>
                <a:lnTo>
                  <a:pt x="301991" y="375036"/>
                </a:lnTo>
                <a:lnTo>
                  <a:pt x="305315" y="368456"/>
                </a:lnTo>
                <a:lnTo>
                  <a:pt x="307899" y="361877"/>
                </a:lnTo>
                <a:lnTo>
                  <a:pt x="309701" y="355297"/>
                </a:lnTo>
                <a:lnTo>
                  <a:pt x="310719" y="348718"/>
                </a:lnTo>
                <a:lnTo>
                  <a:pt x="310984" y="342138"/>
                </a:lnTo>
                <a:lnTo>
                  <a:pt x="310550" y="335558"/>
                </a:lnTo>
                <a:lnTo>
                  <a:pt x="309507" y="328979"/>
                </a:lnTo>
                <a:lnTo>
                  <a:pt x="307987" y="322399"/>
                </a:lnTo>
                <a:lnTo>
                  <a:pt x="306172" y="315820"/>
                </a:lnTo>
                <a:lnTo>
                  <a:pt x="304288" y="309240"/>
                </a:lnTo>
                <a:lnTo>
                  <a:pt x="302592" y="302661"/>
                </a:lnTo>
                <a:lnTo>
                  <a:pt x="301343" y="296081"/>
                </a:lnTo>
                <a:lnTo>
                  <a:pt x="300763" y="289501"/>
                </a:lnTo>
                <a:lnTo>
                  <a:pt x="301004" y="282922"/>
                </a:lnTo>
                <a:lnTo>
                  <a:pt x="302120" y="276342"/>
                </a:lnTo>
                <a:lnTo>
                  <a:pt x="304061" y="269763"/>
                </a:lnTo>
                <a:lnTo>
                  <a:pt x="306676" y="263183"/>
                </a:lnTo>
                <a:lnTo>
                  <a:pt x="309740" y="256604"/>
                </a:lnTo>
                <a:lnTo>
                  <a:pt x="312994" y="250024"/>
                </a:lnTo>
                <a:lnTo>
                  <a:pt x="316179" y="243444"/>
                </a:lnTo>
                <a:lnTo>
                  <a:pt x="319077" y="236865"/>
                </a:lnTo>
                <a:lnTo>
                  <a:pt x="321531" y="230285"/>
                </a:lnTo>
                <a:lnTo>
                  <a:pt x="323456" y="223706"/>
                </a:lnTo>
                <a:lnTo>
                  <a:pt x="324836" y="217126"/>
                </a:lnTo>
                <a:lnTo>
                  <a:pt x="325712" y="210546"/>
                </a:lnTo>
                <a:lnTo>
                  <a:pt x="326159" y="203967"/>
                </a:lnTo>
                <a:lnTo>
                  <a:pt x="326275" y="197387"/>
                </a:lnTo>
                <a:lnTo>
                  <a:pt x="326159" y="190808"/>
                </a:lnTo>
                <a:lnTo>
                  <a:pt x="325904" y="184228"/>
                </a:lnTo>
                <a:lnTo>
                  <a:pt x="325592" y="177649"/>
                </a:lnTo>
                <a:lnTo>
                  <a:pt x="325290" y="171069"/>
                </a:lnTo>
                <a:lnTo>
                  <a:pt x="325055" y="164489"/>
                </a:lnTo>
                <a:lnTo>
                  <a:pt x="324929" y="157910"/>
                </a:lnTo>
                <a:lnTo>
                  <a:pt x="324941" y="151330"/>
                </a:lnTo>
                <a:lnTo>
                  <a:pt x="325106" y="144751"/>
                </a:lnTo>
                <a:lnTo>
                  <a:pt x="325416" y="138171"/>
                </a:lnTo>
                <a:lnTo>
                  <a:pt x="325838" y="131592"/>
                </a:lnTo>
                <a:lnTo>
                  <a:pt x="326305" y="125012"/>
                </a:lnTo>
                <a:lnTo>
                  <a:pt x="326711" y="118432"/>
                </a:lnTo>
                <a:lnTo>
                  <a:pt x="326895" y="111853"/>
                </a:lnTo>
                <a:lnTo>
                  <a:pt x="326633" y="105273"/>
                </a:lnTo>
                <a:lnTo>
                  <a:pt x="325624" y="98694"/>
                </a:lnTo>
                <a:lnTo>
                  <a:pt x="323475" y="92114"/>
                </a:lnTo>
                <a:lnTo>
                  <a:pt x="319699" y="85535"/>
                </a:lnTo>
                <a:lnTo>
                  <a:pt x="313728" y="78955"/>
                </a:lnTo>
                <a:lnTo>
                  <a:pt x="304958" y="72375"/>
                </a:lnTo>
                <a:lnTo>
                  <a:pt x="292822" y="65796"/>
                </a:lnTo>
                <a:lnTo>
                  <a:pt x="276908" y="59216"/>
                </a:lnTo>
                <a:lnTo>
                  <a:pt x="257093" y="52637"/>
                </a:lnTo>
                <a:lnTo>
                  <a:pt x="233685" y="46057"/>
                </a:lnTo>
                <a:lnTo>
                  <a:pt x="207521" y="39477"/>
                </a:lnTo>
                <a:lnTo>
                  <a:pt x="180003" y="32898"/>
                </a:lnTo>
                <a:lnTo>
                  <a:pt x="153021" y="26318"/>
                </a:lnTo>
                <a:lnTo>
                  <a:pt x="128769" y="19739"/>
                </a:lnTo>
                <a:lnTo>
                  <a:pt x="109463" y="13159"/>
                </a:lnTo>
                <a:lnTo>
                  <a:pt x="97011" y="6580"/>
                </a:lnTo>
                <a:lnTo>
                  <a:pt x="92708" y="0"/>
                </a:lnTo>
                <a:lnTo>
                  <a:pt x="582389" y="0"/>
                </a:lnTo>
                <a:lnTo>
                  <a:pt x="582389" y="0"/>
                </a:lnTo>
                <a:lnTo>
                  <a:pt x="578085" y="6580"/>
                </a:lnTo>
                <a:lnTo>
                  <a:pt x="565634" y="13159"/>
                </a:lnTo>
                <a:lnTo>
                  <a:pt x="546327" y="19739"/>
                </a:lnTo>
                <a:lnTo>
                  <a:pt x="522075" y="26318"/>
                </a:lnTo>
                <a:lnTo>
                  <a:pt x="495094" y="32898"/>
                </a:lnTo>
                <a:lnTo>
                  <a:pt x="467576" y="39477"/>
                </a:lnTo>
                <a:lnTo>
                  <a:pt x="441412" y="46057"/>
                </a:lnTo>
                <a:lnTo>
                  <a:pt x="418003" y="52637"/>
                </a:lnTo>
                <a:lnTo>
                  <a:pt x="398188" y="59216"/>
                </a:lnTo>
                <a:lnTo>
                  <a:pt x="382274" y="65796"/>
                </a:lnTo>
                <a:lnTo>
                  <a:pt x="370139" y="72375"/>
                </a:lnTo>
                <a:lnTo>
                  <a:pt x="361368" y="78955"/>
                </a:lnTo>
                <a:lnTo>
                  <a:pt x="355398" y="85535"/>
                </a:lnTo>
                <a:lnTo>
                  <a:pt x="351621" y="92114"/>
                </a:lnTo>
                <a:lnTo>
                  <a:pt x="349472" y="98694"/>
                </a:lnTo>
                <a:lnTo>
                  <a:pt x="348463" y="105273"/>
                </a:lnTo>
                <a:lnTo>
                  <a:pt x="348202" y="111853"/>
                </a:lnTo>
                <a:lnTo>
                  <a:pt x="348386" y="118432"/>
                </a:lnTo>
                <a:lnTo>
                  <a:pt x="348791" y="125012"/>
                </a:lnTo>
                <a:lnTo>
                  <a:pt x="349259" y="131592"/>
                </a:lnTo>
                <a:lnTo>
                  <a:pt x="349681" y="138171"/>
                </a:lnTo>
                <a:lnTo>
                  <a:pt x="349990" y="144751"/>
                </a:lnTo>
                <a:lnTo>
                  <a:pt x="350155" y="151330"/>
                </a:lnTo>
                <a:lnTo>
                  <a:pt x="350168" y="157910"/>
                </a:lnTo>
                <a:lnTo>
                  <a:pt x="350042" y="164489"/>
                </a:lnTo>
                <a:lnTo>
                  <a:pt x="349806" y="171069"/>
                </a:lnTo>
                <a:lnTo>
                  <a:pt x="349505" y="177649"/>
                </a:lnTo>
                <a:lnTo>
                  <a:pt x="349192" y="184228"/>
                </a:lnTo>
                <a:lnTo>
                  <a:pt x="348937" y="190808"/>
                </a:lnTo>
                <a:lnTo>
                  <a:pt x="348821" y="197387"/>
                </a:lnTo>
                <a:lnTo>
                  <a:pt x="348937" y="203967"/>
                </a:lnTo>
                <a:lnTo>
                  <a:pt x="349385" y="210546"/>
                </a:lnTo>
                <a:lnTo>
                  <a:pt x="350260" y="217126"/>
                </a:lnTo>
                <a:lnTo>
                  <a:pt x="351641" y="223706"/>
                </a:lnTo>
                <a:lnTo>
                  <a:pt x="353566" y="230285"/>
                </a:lnTo>
                <a:lnTo>
                  <a:pt x="356020" y="236865"/>
                </a:lnTo>
                <a:lnTo>
                  <a:pt x="358918" y="243444"/>
                </a:lnTo>
                <a:lnTo>
                  <a:pt x="362103" y="250024"/>
                </a:lnTo>
                <a:lnTo>
                  <a:pt x="365356" y="256604"/>
                </a:lnTo>
                <a:lnTo>
                  <a:pt x="368421" y="263183"/>
                </a:lnTo>
                <a:lnTo>
                  <a:pt x="371035" y="269763"/>
                </a:lnTo>
                <a:lnTo>
                  <a:pt x="372976" y="276342"/>
                </a:lnTo>
                <a:lnTo>
                  <a:pt x="374093" y="282922"/>
                </a:lnTo>
                <a:lnTo>
                  <a:pt x="374333" y="289501"/>
                </a:lnTo>
                <a:lnTo>
                  <a:pt x="373753" y="296081"/>
                </a:lnTo>
                <a:lnTo>
                  <a:pt x="372504" y="302661"/>
                </a:lnTo>
                <a:lnTo>
                  <a:pt x="370809" y="309240"/>
                </a:lnTo>
                <a:lnTo>
                  <a:pt x="368925" y="315820"/>
                </a:lnTo>
                <a:lnTo>
                  <a:pt x="367109" y="322399"/>
                </a:lnTo>
                <a:lnTo>
                  <a:pt x="365589" y="328979"/>
                </a:lnTo>
                <a:lnTo>
                  <a:pt x="364546" y="335558"/>
                </a:lnTo>
                <a:lnTo>
                  <a:pt x="364113" y="342138"/>
                </a:lnTo>
                <a:lnTo>
                  <a:pt x="364377" y="348718"/>
                </a:lnTo>
                <a:lnTo>
                  <a:pt x="365396" y="355297"/>
                </a:lnTo>
                <a:lnTo>
                  <a:pt x="367197" y="361877"/>
                </a:lnTo>
                <a:lnTo>
                  <a:pt x="369781" y="368456"/>
                </a:lnTo>
                <a:lnTo>
                  <a:pt x="373106" y="375036"/>
                </a:lnTo>
                <a:lnTo>
                  <a:pt x="377065" y="381616"/>
                </a:lnTo>
                <a:lnTo>
                  <a:pt x="381477" y="388195"/>
                </a:lnTo>
                <a:lnTo>
                  <a:pt x="386069" y="394775"/>
                </a:lnTo>
                <a:lnTo>
                  <a:pt x="390493" y="401354"/>
                </a:lnTo>
                <a:lnTo>
                  <a:pt x="394360" y="407934"/>
                </a:lnTo>
                <a:lnTo>
                  <a:pt x="397289" y="414513"/>
                </a:lnTo>
                <a:lnTo>
                  <a:pt x="398968" y="421093"/>
                </a:lnTo>
                <a:lnTo>
                  <a:pt x="399208" y="427673"/>
                </a:lnTo>
                <a:lnTo>
                  <a:pt x="397980" y="434252"/>
                </a:lnTo>
                <a:lnTo>
                  <a:pt x="395419" y="440832"/>
                </a:lnTo>
                <a:lnTo>
                  <a:pt x="391801" y="447411"/>
                </a:lnTo>
                <a:lnTo>
                  <a:pt x="387495" y="453991"/>
                </a:lnTo>
                <a:lnTo>
                  <a:pt x="382904" y="460570"/>
                </a:lnTo>
                <a:lnTo>
                  <a:pt x="378405" y="467150"/>
                </a:lnTo>
                <a:lnTo>
                  <a:pt x="374306" y="473730"/>
                </a:lnTo>
                <a:lnTo>
                  <a:pt x="370821" y="480309"/>
                </a:lnTo>
                <a:lnTo>
                  <a:pt x="368063" y="486889"/>
                </a:lnTo>
                <a:lnTo>
                  <a:pt x="366063" y="493468"/>
                </a:lnTo>
                <a:lnTo>
                  <a:pt x="364779" y="500048"/>
                </a:lnTo>
                <a:lnTo>
                  <a:pt x="364132" y="506627"/>
                </a:lnTo>
                <a:lnTo>
                  <a:pt x="364012" y="513207"/>
                </a:lnTo>
                <a:lnTo>
                  <a:pt x="364302" y="519787"/>
                </a:lnTo>
                <a:lnTo>
                  <a:pt x="364880" y="526366"/>
                </a:lnTo>
                <a:lnTo>
                  <a:pt x="365626" y="532946"/>
                </a:lnTo>
                <a:lnTo>
                  <a:pt x="366430" y="539525"/>
                </a:lnTo>
                <a:lnTo>
                  <a:pt x="367194" y="546105"/>
                </a:lnTo>
                <a:lnTo>
                  <a:pt x="367847" y="552685"/>
                </a:lnTo>
                <a:lnTo>
                  <a:pt x="368348" y="559264"/>
                </a:lnTo>
                <a:lnTo>
                  <a:pt x="368698" y="565844"/>
                </a:lnTo>
                <a:lnTo>
                  <a:pt x="368941" y="572423"/>
                </a:lnTo>
                <a:lnTo>
                  <a:pt x="369150" y="579003"/>
                </a:lnTo>
                <a:lnTo>
                  <a:pt x="369418" y="585582"/>
                </a:lnTo>
                <a:lnTo>
                  <a:pt x="369830" y="592162"/>
                </a:lnTo>
                <a:lnTo>
                  <a:pt x="370438" y="598742"/>
                </a:lnTo>
                <a:lnTo>
                  <a:pt x="371244" y="605321"/>
                </a:lnTo>
                <a:lnTo>
                  <a:pt x="372188" y="611901"/>
                </a:lnTo>
                <a:lnTo>
                  <a:pt x="373153" y="618480"/>
                </a:lnTo>
                <a:lnTo>
                  <a:pt x="373986" y="625060"/>
                </a:lnTo>
                <a:lnTo>
                  <a:pt x="374524" y="631639"/>
                </a:lnTo>
                <a:lnTo>
                  <a:pt x="374629" y="638219"/>
                </a:lnTo>
                <a:lnTo>
                  <a:pt x="374211" y="644799"/>
                </a:lnTo>
                <a:lnTo>
                  <a:pt x="373245" y="651378"/>
                </a:lnTo>
                <a:lnTo>
                  <a:pt x="371775" y="657958"/>
                </a:lnTo>
                <a:lnTo>
                  <a:pt x="369902" y="664537"/>
                </a:lnTo>
                <a:lnTo>
                  <a:pt x="367760" y="671117"/>
                </a:lnTo>
                <a:lnTo>
                  <a:pt x="365493" y="677697"/>
                </a:lnTo>
                <a:lnTo>
                  <a:pt x="363236" y="684276"/>
                </a:lnTo>
                <a:lnTo>
                  <a:pt x="361096" y="690856"/>
                </a:lnTo>
                <a:lnTo>
                  <a:pt x="359153" y="697435"/>
                </a:lnTo>
                <a:lnTo>
                  <a:pt x="357454" y="704015"/>
                </a:lnTo>
                <a:lnTo>
                  <a:pt x="356036" y="710594"/>
                </a:lnTo>
                <a:lnTo>
                  <a:pt x="354930" y="717174"/>
                </a:lnTo>
                <a:lnTo>
                  <a:pt x="354189" y="723754"/>
                </a:lnTo>
                <a:lnTo>
                  <a:pt x="353903" y="730333"/>
                </a:lnTo>
                <a:lnTo>
                  <a:pt x="354222" y="736913"/>
                </a:lnTo>
                <a:lnTo>
                  <a:pt x="355378" y="743492"/>
                </a:lnTo>
                <a:lnTo>
                  <a:pt x="357711" y="750072"/>
                </a:lnTo>
                <a:lnTo>
                  <a:pt x="361682" y="756651"/>
                </a:lnTo>
                <a:lnTo>
                  <a:pt x="367882" y="763231"/>
                </a:lnTo>
                <a:lnTo>
                  <a:pt x="377011" y="769811"/>
                </a:lnTo>
                <a:lnTo>
                  <a:pt x="389818" y="776390"/>
                </a:lnTo>
                <a:lnTo>
                  <a:pt x="407005" y="782970"/>
                </a:lnTo>
                <a:lnTo>
                  <a:pt x="429072" y="789549"/>
                </a:lnTo>
                <a:lnTo>
                  <a:pt x="456141" y="796129"/>
                </a:lnTo>
                <a:lnTo>
                  <a:pt x="487779" y="802708"/>
                </a:lnTo>
                <a:lnTo>
                  <a:pt x="522866" y="809288"/>
                </a:lnTo>
                <a:lnTo>
                  <a:pt x="559559" y="815868"/>
                </a:lnTo>
                <a:lnTo>
                  <a:pt x="595385" y="822447"/>
                </a:lnTo>
                <a:lnTo>
                  <a:pt x="627490" y="829027"/>
                </a:lnTo>
                <a:lnTo>
                  <a:pt x="652995" y="835606"/>
                </a:lnTo>
                <a:lnTo>
                  <a:pt x="669423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4094" name="F2_precision_recall_distributions_6908">
            <a:extLst>
              <a:ext uri="{FF2B5EF4-FFF2-40B4-BE49-F238E27FC236}">
                <a16:creationId xmlns:a16="http://schemas.microsoft.com/office/drawing/2014/main" id="{D94DB3FD-F041-400E-B64A-FF47E3203E77}"/>
              </a:ext>
            </a:extLst>
          </p:cNvPr>
          <p:cNvSpPr>
            <a:spLocks noGrp="1"/>
          </p:cNvSpPr>
          <p:nvPr/>
        </p:nvSpPr>
        <p:spPr>
          <a:xfrm>
            <a:off x="726824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5" name="F2_precision_recall_distributions_6909">
            <a:extLst>
              <a:ext uri="{FF2B5EF4-FFF2-40B4-BE49-F238E27FC236}">
                <a16:creationId xmlns:a16="http://schemas.microsoft.com/office/drawing/2014/main" id="{FE886DD4-B0A9-4859-A22C-30AFF3F96A4E}"/>
              </a:ext>
            </a:extLst>
          </p:cNvPr>
          <p:cNvSpPr>
            <a:spLocks noGrp="1"/>
          </p:cNvSpPr>
          <p:nvPr/>
        </p:nvSpPr>
        <p:spPr>
          <a:xfrm>
            <a:off x="725218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6" name="F2_precision_recall_distributions_6910">
            <a:extLst>
              <a:ext uri="{FF2B5EF4-FFF2-40B4-BE49-F238E27FC236}">
                <a16:creationId xmlns:a16="http://schemas.microsoft.com/office/drawing/2014/main" id="{F9EDEDF7-BFA8-47EE-84F5-F89D57A8E935}"/>
              </a:ext>
            </a:extLst>
          </p:cNvPr>
          <p:cNvSpPr>
            <a:spLocks noGrp="1"/>
          </p:cNvSpPr>
          <p:nvPr/>
        </p:nvSpPr>
        <p:spPr>
          <a:xfrm>
            <a:off x="7185725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7" name="F2_precision_recall_distributions_6911">
            <a:extLst>
              <a:ext uri="{FF2B5EF4-FFF2-40B4-BE49-F238E27FC236}">
                <a16:creationId xmlns:a16="http://schemas.microsoft.com/office/drawing/2014/main" id="{431261FA-909B-41EF-AF64-B2C2313845F1}"/>
              </a:ext>
            </a:extLst>
          </p:cNvPr>
          <p:cNvSpPr>
            <a:spLocks noGrp="1"/>
          </p:cNvSpPr>
          <p:nvPr/>
        </p:nvSpPr>
        <p:spPr>
          <a:xfrm>
            <a:off x="7214363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8" name="F2_precision_recall_distributions_6912">
            <a:extLst>
              <a:ext uri="{FF2B5EF4-FFF2-40B4-BE49-F238E27FC236}">
                <a16:creationId xmlns:a16="http://schemas.microsoft.com/office/drawing/2014/main" id="{F68909C0-CF93-4E61-8276-06CF653904A7}"/>
              </a:ext>
            </a:extLst>
          </p:cNvPr>
          <p:cNvSpPr>
            <a:spLocks noGrp="1"/>
          </p:cNvSpPr>
          <p:nvPr/>
        </p:nvSpPr>
        <p:spPr>
          <a:xfrm>
            <a:off x="7143058" y="59554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9" name="F2_precision_recall_distributions_6913">
            <a:extLst>
              <a:ext uri="{FF2B5EF4-FFF2-40B4-BE49-F238E27FC236}">
                <a16:creationId xmlns:a16="http://schemas.microsoft.com/office/drawing/2014/main" id="{9A086BA2-6CD3-48E3-A1C2-6015A30BF70D}"/>
              </a:ext>
            </a:extLst>
          </p:cNvPr>
          <p:cNvSpPr>
            <a:spLocks noGrp="1"/>
          </p:cNvSpPr>
          <p:nvPr/>
        </p:nvSpPr>
        <p:spPr>
          <a:xfrm>
            <a:off x="731526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0" name="F2_precision_recall_distributions_6914">
            <a:extLst>
              <a:ext uri="{FF2B5EF4-FFF2-40B4-BE49-F238E27FC236}">
                <a16:creationId xmlns:a16="http://schemas.microsoft.com/office/drawing/2014/main" id="{64D80048-FBBC-4569-A141-D42955D65EF6}"/>
              </a:ext>
            </a:extLst>
          </p:cNvPr>
          <p:cNvSpPr>
            <a:spLocks noGrp="1"/>
          </p:cNvSpPr>
          <p:nvPr/>
        </p:nvSpPr>
        <p:spPr>
          <a:xfrm>
            <a:off x="704270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1" name="F2_precision_recall_distributions_6915">
            <a:extLst>
              <a:ext uri="{FF2B5EF4-FFF2-40B4-BE49-F238E27FC236}">
                <a16:creationId xmlns:a16="http://schemas.microsoft.com/office/drawing/2014/main" id="{58CFD5B6-1E55-420F-9ECC-E2876A0D95B2}"/>
              </a:ext>
            </a:extLst>
          </p:cNvPr>
          <p:cNvSpPr>
            <a:spLocks noGrp="1"/>
          </p:cNvSpPr>
          <p:nvPr/>
        </p:nvSpPr>
        <p:spPr>
          <a:xfrm>
            <a:off x="700144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2" name="F2_precision_recall_distributions_6916">
            <a:extLst>
              <a:ext uri="{FF2B5EF4-FFF2-40B4-BE49-F238E27FC236}">
                <a16:creationId xmlns:a16="http://schemas.microsoft.com/office/drawing/2014/main" id="{79B65E3B-F0B9-4FD1-BCB3-87959DB5366B}"/>
              </a:ext>
            </a:extLst>
          </p:cNvPr>
          <p:cNvSpPr>
            <a:spLocks noGrp="1"/>
          </p:cNvSpPr>
          <p:nvPr/>
        </p:nvSpPr>
        <p:spPr>
          <a:xfrm>
            <a:off x="7166025" y="63902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3" name="F2_precision_recall_distributions_6917">
            <a:extLst>
              <a:ext uri="{FF2B5EF4-FFF2-40B4-BE49-F238E27FC236}">
                <a16:creationId xmlns:a16="http://schemas.microsoft.com/office/drawing/2014/main" id="{BE3FF6C4-2807-43B7-8CC4-DC6A607463D7}"/>
              </a:ext>
            </a:extLst>
          </p:cNvPr>
          <p:cNvSpPr>
            <a:spLocks noGrp="1"/>
          </p:cNvSpPr>
          <p:nvPr/>
        </p:nvSpPr>
        <p:spPr>
          <a:xfrm>
            <a:off x="722180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4" name="F2_precision_recall_distributions_6918">
            <a:extLst>
              <a:ext uri="{FF2B5EF4-FFF2-40B4-BE49-F238E27FC236}">
                <a16:creationId xmlns:a16="http://schemas.microsoft.com/office/drawing/2014/main" id="{651DC46D-FB6B-41C9-AA03-4318AF5804DB}"/>
              </a:ext>
            </a:extLst>
          </p:cNvPr>
          <p:cNvSpPr>
            <a:spLocks noGrp="1"/>
          </p:cNvSpPr>
          <p:nvPr/>
        </p:nvSpPr>
        <p:spPr>
          <a:xfrm>
            <a:off x="6990631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5" name="F2_precision_recall_distributions_6919">
            <a:extLst>
              <a:ext uri="{FF2B5EF4-FFF2-40B4-BE49-F238E27FC236}">
                <a16:creationId xmlns:a16="http://schemas.microsoft.com/office/drawing/2014/main" id="{7C53560E-9E29-455E-B170-6B6A3E692C4D}"/>
              </a:ext>
            </a:extLst>
          </p:cNvPr>
          <p:cNvSpPr>
            <a:spLocks noGrp="1"/>
          </p:cNvSpPr>
          <p:nvPr/>
        </p:nvSpPr>
        <p:spPr>
          <a:xfrm>
            <a:off x="708960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6" name="F2_precision_recall_distributions_6920">
            <a:extLst>
              <a:ext uri="{FF2B5EF4-FFF2-40B4-BE49-F238E27FC236}">
                <a16:creationId xmlns:a16="http://schemas.microsoft.com/office/drawing/2014/main" id="{3302161F-D492-4DC0-8E83-757EA8EE4D79}"/>
              </a:ext>
            </a:extLst>
          </p:cNvPr>
          <p:cNvSpPr>
            <a:spLocks noGrp="1"/>
          </p:cNvSpPr>
          <p:nvPr/>
        </p:nvSpPr>
        <p:spPr>
          <a:xfrm>
            <a:off x="725723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7" name="F2_precision_recall_distributions_6921">
            <a:extLst>
              <a:ext uri="{FF2B5EF4-FFF2-40B4-BE49-F238E27FC236}">
                <a16:creationId xmlns:a16="http://schemas.microsoft.com/office/drawing/2014/main" id="{1BD75DAE-D44D-45EB-B8CB-EFFBEBA5960F}"/>
              </a:ext>
            </a:extLst>
          </p:cNvPr>
          <p:cNvSpPr>
            <a:spLocks noGrp="1"/>
          </p:cNvSpPr>
          <p:nvPr/>
        </p:nvSpPr>
        <p:spPr>
          <a:xfrm>
            <a:off x="7327509" y="59164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8" name="F2_precision_recall_distributions_6922">
            <a:extLst>
              <a:ext uri="{FF2B5EF4-FFF2-40B4-BE49-F238E27FC236}">
                <a16:creationId xmlns:a16="http://schemas.microsoft.com/office/drawing/2014/main" id="{CE862E54-ECB8-4D69-BFEF-8DAF5D510B3B}"/>
              </a:ext>
            </a:extLst>
          </p:cNvPr>
          <p:cNvSpPr>
            <a:spLocks noGrp="1"/>
          </p:cNvSpPr>
          <p:nvPr/>
        </p:nvSpPr>
        <p:spPr>
          <a:xfrm>
            <a:off x="715128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9" name="F2_precision_recall_distributions_6923">
            <a:extLst>
              <a:ext uri="{FF2B5EF4-FFF2-40B4-BE49-F238E27FC236}">
                <a16:creationId xmlns:a16="http://schemas.microsoft.com/office/drawing/2014/main" id="{509BC6F8-D9B9-468A-82F1-3D88462FDBCF}"/>
              </a:ext>
            </a:extLst>
          </p:cNvPr>
          <p:cNvSpPr>
            <a:spLocks noGrp="1"/>
          </p:cNvSpPr>
          <p:nvPr/>
        </p:nvSpPr>
        <p:spPr>
          <a:xfrm>
            <a:off x="701905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0" name="F2_precision_recall_distributions_6924">
            <a:extLst>
              <a:ext uri="{FF2B5EF4-FFF2-40B4-BE49-F238E27FC236}">
                <a16:creationId xmlns:a16="http://schemas.microsoft.com/office/drawing/2014/main" id="{8F654D45-4A79-4910-8B7A-B0238EAF0940}"/>
              </a:ext>
            </a:extLst>
          </p:cNvPr>
          <p:cNvSpPr>
            <a:spLocks noGrp="1"/>
          </p:cNvSpPr>
          <p:nvPr/>
        </p:nvSpPr>
        <p:spPr>
          <a:xfrm>
            <a:off x="701208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1" name="F2_precision_recall_distributions_6925">
            <a:extLst>
              <a:ext uri="{FF2B5EF4-FFF2-40B4-BE49-F238E27FC236}">
                <a16:creationId xmlns:a16="http://schemas.microsoft.com/office/drawing/2014/main" id="{84981B37-D5B5-4F54-BD7A-B50D32D95F4B}"/>
              </a:ext>
            </a:extLst>
          </p:cNvPr>
          <p:cNvSpPr>
            <a:spLocks noGrp="1"/>
          </p:cNvSpPr>
          <p:nvPr/>
        </p:nvSpPr>
        <p:spPr>
          <a:xfrm>
            <a:off x="713025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2" name="F2_precision_recall_distributions_6926">
            <a:extLst>
              <a:ext uri="{FF2B5EF4-FFF2-40B4-BE49-F238E27FC236}">
                <a16:creationId xmlns:a16="http://schemas.microsoft.com/office/drawing/2014/main" id="{545579EC-4BA2-41B4-8CCE-8E6231245FC1}"/>
              </a:ext>
            </a:extLst>
          </p:cNvPr>
          <p:cNvSpPr>
            <a:spLocks noGrp="1"/>
          </p:cNvSpPr>
          <p:nvPr/>
        </p:nvSpPr>
        <p:spPr>
          <a:xfrm>
            <a:off x="704890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3" name="F2_precision_recall_distributions_6927">
            <a:extLst>
              <a:ext uri="{FF2B5EF4-FFF2-40B4-BE49-F238E27FC236}">
                <a16:creationId xmlns:a16="http://schemas.microsoft.com/office/drawing/2014/main" id="{86584F00-0B91-4B9F-90CE-A12C3A805BEE}"/>
              </a:ext>
            </a:extLst>
          </p:cNvPr>
          <p:cNvSpPr>
            <a:spLocks noGrp="1"/>
          </p:cNvSpPr>
          <p:nvPr/>
        </p:nvSpPr>
        <p:spPr>
          <a:xfrm>
            <a:off x="7318980" y="61285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4" name="F2_precision_recall_distributions_6928">
            <a:extLst>
              <a:ext uri="{FF2B5EF4-FFF2-40B4-BE49-F238E27FC236}">
                <a16:creationId xmlns:a16="http://schemas.microsoft.com/office/drawing/2014/main" id="{2FF59096-227E-43CE-A6B9-DD055B21260F}"/>
              </a:ext>
            </a:extLst>
          </p:cNvPr>
          <p:cNvSpPr>
            <a:spLocks noGrp="1"/>
          </p:cNvSpPr>
          <p:nvPr/>
        </p:nvSpPr>
        <p:spPr>
          <a:xfrm>
            <a:off x="7297236" y="63525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5" name="F2_precision_recall_distributions_6929">
            <a:extLst>
              <a:ext uri="{FF2B5EF4-FFF2-40B4-BE49-F238E27FC236}">
                <a16:creationId xmlns:a16="http://schemas.microsoft.com/office/drawing/2014/main" id="{429481D0-23E3-4EDE-8CF1-9EF81FB97078}"/>
              </a:ext>
            </a:extLst>
          </p:cNvPr>
          <p:cNvSpPr>
            <a:spLocks noGrp="1"/>
          </p:cNvSpPr>
          <p:nvPr/>
        </p:nvSpPr>
        <p:spPr>
          <a:xfrm>
            <a:off x="718351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6" name="F2_precision_recall_distributions_6930">
            <a:extLst>
              <a:ext uri="{FF2B5EF4-FFF2-40B4-BE49-F238E27FC236}">
                <a16:creationId xmlns:a16="http://schemas.microsoft.com/office/drawing/2014/main" id="{D33D5EF5-D372-468F-8BD6-CF8ED2395870}"/>
              </a:ext>
            </a:extLst>
          </p:cNvPr>
          <p:cNvSpPr>
            <a:spLocks noGrp="1"/>
          </p:cNvSpPr>
          <p:nvPr/>
        </p:nvSpPr>
        <p:spPr>
          <a:xfrm>
            <a:off x="7098809" y="6277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7" name="F2_precision_recall_distributions_6931">
            <a:extLst>
              <a:ext uri="{FF2B5EF4-FFF2-40B4-BE49-F238E27FC236}">
                <a16:creationId xmlns:a16="http://schemas.microsoft.com/office/drawing/2014/main" id="{66E5458F-62C2-4890-A54A-93E0DA4B0B2A}"/>
              </a:ext>
            </a:extLst>
          </p:cNvPr>
          <p:cNvSpPr>
            <a:spLocks noGrp="1"/>
          </p:cNvSpPr>
          <p:nvPr/>
        </p:nvSpPr>
        <p:spPr>
          <a:xfrm>
            <a:off x="7270761" y="59164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8" name="F2_precision_recall_distributions_6932">
            <a:extLst>
              <a:ext uri="{FF2B5EF4-FFF2-40B4-BE49-F238E27FC236}">
                <a16:creationId xmlns:a16="http://schemas.microsoft.com/office/drawing/2014/main" id="{E7EFC606-6251-4321-8CFF-19FD5AC56D90}"/>
              </a:ext>
            </a:extLst>
          </p:cNvPr>
          <p:cNvSpPr>
            <a:spLocks noGrp="1"/>
          </p:cNvSpPr>
          <p:nvPr/>
        </p:nvSpPr>
        <p:spPr>
          <a:xfrm>
            <a:off x="7077111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9" name="F2_precision_recall_distributions_6933">
            <a:extLst>
              <a:ext uri="{FF2B5EF4-FFF2-40B4-BE49-F238E27FC236}">
                <a16:creationId xmlns:a16="http://schemas.microsoft.com/office/drawing/2014/main" id="{14AE8A09-D714-491B-9075-46AE770485D8}"/>
              </a:ext>
            </a:extLst>
          </p:cNvPr>
          <p:cNvSpPr>
            <a:spLocks noGrp="1"/>
          </p:cNvSpPr>
          <p:nvPr/>
        </p:nvSpPr>
        <p:spPr>
          <a:xfrm>
            <a:off x="708306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0" name="F2_precision_recall_distributions_6934">
            <a:extLst>
              <a:ext uri="{FF2B5EF4-FFF2-40B4-BE49-F238E27FC236}">
                <a16:creationId xmlns:a16="http://schemas.microsoft.com/office/drawing/2014/main" id="{747C1472-1ECD-4C7D-BD27-A63447DBF78D}"/>
              </a:ext>
            </a:extLst>
          </p:cNvPr>
          <p:cNvSpPr>
            <a:spLocks noGrp="1"/>
          </p:cNvSpPr>
          <p:nvPr/>
        </p:nvSpPr>
        <p:spPr>
          <a:xfrm>
            <a:off x="72133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1" name="F2_precision_recall_distributions_6935">
            <a:extLst>
              <a:ext uri="{FF2B5EF4-FFF2-40B4-BE49-F238E27FC236}">
                <a16:creationId xmlns:a16="http://schemas.microsoft.com/office/drawing/2014/main" id="{944E80E9-04C3-469A-A4E7-268384B37F98}"/>
              </a:ext>
            </a:extLst>
          </p:cNvPr>
          <p:cNvSpPr>
            <a:spLocks noGrp="1"/>
          </p:cNvSpPr>
          <p:nvPr/>
        </p:nvSpPr>
        <p:spPr>
          <a:xfrm>
            <a:off x="7158060" y="62510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2" name="F2_precision_recall_distributions_6936">
            <a:extLst>
              <a:ext uri="{FF2B5EF4-FFF2-40B4-BE49-F238E27FC236}">
                <a16:creationId xmlns:a16="http://schemas.microsoft.com/office/drawing/2014/main" id="{E3261191-8A70-45E0-AF53-D32E589D1BBE}"/>
              </a:ext>
            </a:extLst>
          </p:cNvPr>
          <p:cNvSpPr>
            <a:spLocks noGrp="1"/>
          </p:cNvSpPr>
          <p:nvPr/>
        </p:nvSpPr>
        <p:spPr>
          <a:xfrm>
            <a:off x="7308355" y="63256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3" name="F2_precision_recall_distributions_6937">
            <a:extLst>
              <a:ext uri="{FF2B5EF4-FFF2-40B4-BE49-F238E27FC236}">
                <a16:creationId xmlns:a16="http://schemas.microsoft.com/office/drawing/2014/main" id="{B5F02F1C-E33A-493F-A04B-2755A8F17A35}"/>
              </a:ext>
            </a:extLst>
          </p:cNvPr>
          <p:cNvSpPr>
            <a:spLocks noGrp="1"/>
          </p:cNvSpPr>
          <p:nvPr/>
        </p:nvSpPr>
        <p:spPr>
          <a:xfrm>
            <a:off x="725688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4" name="F2_precision_recall_distributions_6938">
            <a:extLst>
              <a:ext uri="{FF2B5EF4-FFF2-40B4-BE49-F238E27FC236}">
                <a16:creationId xmlns:a16="http://schemas.microsoft.com/office/drawing/2014/main" id="{E7D23261-76A3-4DC4-8EB6-411C576E44BB}"/>
              </a:ext>
            </a:extLst>
          </p:cNvPr>
          <p:cNvSpPr>
            <a:spLocks noGrp="1"/>
          </p:cNvSpPr>
          <p:nvPr/>
        </p:nvSpPr>
        <p:spPr>
          <a:xfrm>
            <a:off x="711040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5" name="F2_precision_recall_distributions_6939">
            <a:extLst>
              <a:ext uri="{FF2B5EF4-FFF2-40B4-BE49-F238E27FC236}">
                <a16:creationId xmlns:a16="http://schemas.microsoft.com/office/drawing/2014/main" id="{F888719A-66F8-4C43-AC64-32710D591916}"/>
              </a:ext>
            </a:extLst>
          </p:cNvPr>
          <p:cNvSpPr>
            <a:spLocks noGrp="1"/>
          </p:cNvSpPr>
          <p:nvPr/>
        </p:nvSpPr>
        <p:spPr>
          <a:xfrm>
            <a:off x="7223291" y="64142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6" name="F2_precision_recall_distributions_6940">
            <a:extLst>
              <a:ext uri="{FF2B5EF4-FFF2-40B4-BE49-F238E27FC236}">
                <a16:creationId xmlns:a16="http://schemas.microsoft.com/office/drawing/2014/main" id="{11C9FA08-6554-4E39-88B0-542BAF7E1643}"/>
              </a:ext>
            </a:extLst>
          </p:cNvPr>
          <p:cNvSpPr>
            <a:spLocks noGrp="1"/>
          </p:cNvSpPr>
          <p:nvPr/>
        </p:nvSpPr>
        <p:spPr>
          <a:xfrm>
            <a:off x="733595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7" name="F2_precision_recall_distributions_6941">
            <a:extLst>
              <a:ext uri="{FF2B5EF4-FFF2-40B4-BE49-F238E27FC236}">
                <a16:creationId xmlns:a16="http://schemas.microsoft.com/office/drawing/2014/main" id="{1483928D-8EF8-4526-BBE7-F2DFE78AEAE8}"/>
              </a:ext>
            </a:extLst>
          </p:cNvPr>
          <p:cNvSpPr>
            <a:spLocks noGrp="1"/>
          </p:cNvSpPr>
          <p:nvPr/>
        </p:nvSpPr>
        <p:spPr>
          <a:xfrm>
            <a:off x="707564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8" name="F2_precision_recall_distributions_6942">
            <a:extLst>
              <a:ext uri="{FF2B5EF4-FFF2-40B4-BE49-F238E27FC236}">
                <a16:creationId xmlns:a16="http://schemas.microsoft.com/office/drawing/2014/main" id="{2E1F4BE3-00D9-4036-8ECA-439478CC52FE}"/>
              </a:ext>
            </a:extLst>
          </p:cNvPr>
          <p:cNvSpPr>
            <a:spLocks noGrp="1"/>
          </p:cNvSpPr>
          <p:nvPr/>
        </p:nvSpPr>
        <p:spPr>
          <a:xfrm>
            <a:off x="7082692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9" name="F2_precision_recall_distributions_6943">
            <a:extLst>
              <a:ext uri="{FF2B5EF4-FFF2-40B4-BE49-F238E27FC236}">
                <a16:creationId xmlns:a16="http://schemas.microsoft.com/office/drawing/2014/main" id="{4DDE4DE1-8636-4D27-894F-E9B210305298}"/>
              </a:ext>
            </a:extLst>
          </p:cNvPr>
          <p:cNvSpPr>
            <a:spLocks noGrp="1"/>
          </p:cNvSpPr>
          <p:nvPr/>
        </p:nvSpPr>
        <p:spPr>
          <a:xfrm>
            <a:off x="725357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0" name="F2_precision_recall_distributions_6944">
            <a:extLst>
              <a:ext uri="{FF2B5EF4-FFF2-40B4-BE49-F238E27FC236}">
                <a16:creationId xmlns:a16="http://schemas.microsoft.com/office/drawing/2014/main" id="{6208896E-2834-498C-AA7D-03155FE839D8}"/>
              </a:ext>
            </a:extLst>
          </p:cNvPr>
          <p:cNvSpPr>
            <a:spLocks noGrp="1"/>
          </p:cNvSpPr>
          <p:nvPr/>
        </p:nvSpPr>
        <p:spPr>
          <a:xfrm>
            <a:off x="703232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1" name="F2_precision_recall_distributions_6945">
            <a:extLst>
              <a:ext uri="{FF2B5EF4-FFF2-40B4-BE49-F238E27FC236}">
                <a16:creationId xmlns:a16="http://schemas.microsoft.com/office/drawing/2014/main" id="{8EB5551A-BAF0-4F4E-AC0C-78A5ABE86E23}"/>
              </a:ext>
            </a:extLst>
          </p:cNvPr>
          <p:cNvSpPr>
            <a:spLocks noGrp="1"/>
          </p:cNvSpPr>
          <p:nvPr/>
        </p:nvSpPr>
        <p:spPr>
          <a:xfrm>
            <a:off x="721199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2" name="F2_precision_recall_distributions_6946">
            <a:extLst>
              <a:ext uri="{FF2B5EF4-FFF2-40B4-BE49-F238E27FC236}">
                <a16:creationId xmlns:a16="http://schemas.microsoft.com/office/drawing/2014/main" id="{5CC64A91-7DC2-4BB8-8D09-00D86F6F7716}"/>
              </a:ext>
            </a:extLst>
          </p:cNvPr>
          <p:cNvSpPr>
            <a:spLocks noGrp="1"/>
          </p:cNvSpPr>
          <p:nvPr/>
        </p:nvSpPr>
        <p:spPr>
          <a:xfrm>
            <a:off x="704503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3" name="F2_precision_recall_distributions_6947">
            <a:extLst>
              <a:ext uri="{FF2B5EF4-FFF2-40B4-BE49-F238E27FC236}">
                <a16:creationId xmlns:a16="http://schemas.microsoft.com/office/drawing/2014/main" id="{7D22F8F3-258B-4159-90A3-0FB508F7FB24}"/>
              </a:ext>
            </a:extLst>
          </p:cNvPr>
          <p:cNvSpPr>
            <a:spLocks noGrp="1"/>
          </p:cNvSpPr>
          <p:nvPr/>
        </p:nvSpPr>
        <p:spPr>
          <a:xfrm>
            <a:off x="7299946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4" name="F2_precision_recall_distributions_6948">
            <a:extLst>
              <a:ext uri="{FF2B5EF4-FFF2-40B4-BE49-F238E27FC236}">
                <a16:creationId xmlns:a16="http://schemas.microsoft.com/office/drawing/2014/main" id="{A6C5D1D9-3553-48E2-8674-1D17ABFA4233}"/>
              </a:ext>
            </a:extLst>
          </p:cNvPr>
          <p:cNvSpPr>
            <a:spLocks noGrp="1"/>
          </p:cNvSpPr>
          <p:nvPr/>
        </p:nvSpPr>
        <p:spPr>
          <a:xfrm>
            <a:off x="726666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5" name="F2_precision_recall_distributions_6949">
            <a:extLst>
              <a:ext uri="{FF2B5EF4-FFF2-40B4-BE49-F238E27FC236}">
                <a16:creationId xmlns:a16="http://schemas.microsoft.com/office/drawing/2014/main" id="{4338F6D8-22C7-42EF-9EDF-5BC27DF15ECA}"/>
              </a:ext>
            </a:extLst>
          </p:cNvPr>
          <p:cNvSpPr>
            <a:spLocks noGrp="1"/>
          </p:cNvSpPr>
          <p:nvPr/>
        </p:nvSpPr>
        <p:spPr>
          <a:xfrm>
            <a:off x="7052699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6" name="F2_precision_recall_distributions_6950">
            <a:extLst>
              <a:ext uri="{FF2B5EF4-FFF2-40B4-BE49-F238E27FC236}">
                <a16:creationId xmlns:a16="http://schemas.microsoft.com/office/drawing/2014/main" id="{6E0168DD-C4F1-41B2-A20D-17F26893A3F6}"/>
              </a:ext>
            </a:extLst>
          </p:cNvPr>
          <p:cNvSpPr>
            <a:spLocks noGrp="1"/>
          </p:cNvSpPr>
          <p:nvPr/>
        </p:nvSpPr>
        <p:spPr>
          <a:xfrm>
            <a:off x="726341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7" name="F2_precision_recall_distributions_6951">
            <a:extLst>
              <a:ext uri="{FF2B5EF4-FFF2-40B4-BE49-F238E27FC236}">
                <a16:creationId xmlns:a16="http://schemas.microsoft.com/office/drawing/2014/main" id="{9FE77ED1-DE2A-4284-8ECD-9DA1C659DE95}"/>
              </a:ext>
            </a:extLst>
          </p:cNvPr>
          <p:cNvSpPr>
            <a:spLocks noGrp="1"/>
          </p:cNvSpPr>
          <p:nvPr/>
        </p:nvSpPr>
        <p:spPr>
          <a:xfrm>
            <a:off x="706756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8" name="F2_precision_recall_distributions_6952">
            <a:extLst>
              <a:ext uri="{FF2B5EF4-FFF2-40B4-BE49-F238E27FC236}">
                <a16:creationId xmlns:a16="http://schemas.microsoft.com/office/drawing/2014/main" id="{1A02D4E9-2CC7-4D97-8EC8-F090AE2815E1}"/>
              </a:ext>
            </a:extLst>
          </p:cNvPr>
          <p:cNvSpPr>
            <a:spLocks noGrp="1"/>
          </p:cNvSpPr>
          <p:nvPr/>
        </p:nvSpPr>
        <p:spPr>
          <a:xfrm>
            <a:off x="712037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9" name="F2_precision_recall_distributions_6953">
            <a:extLst>
              <a:ext uri="{FF2B5EF4-FFF2-40B4-BE49-F238E27FC236}">
                <a16:creationId xmlns:a16="http://schemas.microsoft.com/office/drawing/2014/main" id="{40587991-EA61-4930-82D7-C24ACDE784EA}"/>
              </a:ext>
            </a:extLst>
          </p:cNvPr>
          <p:cNvSpPr>
            <a:spLocks noGrp="1"/>
          </p:cNvSpPr>
          <p:nvPr/>
        </p:nvSpPr>
        <p:spPr>
          <a:xfrm>
            <a:off x="700937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0" name="F2_precision_recall_distributions_6954">
            <a:extLst>
              <a:ext uri="{FF2B5EF4-FFF2-40B4-BE49-F238E27FC236}">
                <a16:creationId xmlns:a16="http://schemas.microsoft.com/office/drawing/2014/main" id="{CEAB2506-79D1-4A88-B91D-FFF4EA76944F}"/>
              </a:ext>
            </a:extLst>
          </p:cNvPr>
          <p:cNvSpPr>
            <a:spLocks noGrp="1"/>
          </p:cNvSpPr>
          <p:nvPr/>
        </p:nvSpPr>
        <p:spPr>
          <a:xfrm>
            <a:off x="7003139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1" name="F2_precision_recall_distributions_6955">
            <a:extLst>
              <a:ext uri="{FF2B5EF4-FFF2-40B4-BE49-F238E27FC236}">
                <a16:creationId xmlns:a16="http://schemas.microsoft.com/office/drawing/2014/main" id="{739CF0A4-1264-4F7B-B7AF-47CC06C58A5B}"/>
              </a:ext>
            </a:extLst>
          </p:cNvPr>
          <p:cNvSpPr>
            <a:spLocks noGrp="1"/>
          </p:cNvSpPr>
          <p:nvPr/>
        </p:nvSpPr>
        <p:spPr>
          <a:xfrm>
            <a:off x="733022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2" name="F2_precision_recall_distributions_6956">
            <a:extLst>
              <a:ext uri="{FF2B5EF4-FFF2-40B4-BE49-F238E27FC236}">
                <a16:creationId xmlns:a16="http://schemas.microsoft.com/office/drawing/2014/main" id="{B5E59673-518F-4EB6-83F0-927A89614D68}"/>
              </a:ext>
            </a:extLst>
          </p:cNvPr>
          <p:cNvSpPr>
            <a:spLocks noGrp="1"/>
          </p:cNvSpPr>
          <p:nvPr/>
        </p:nvSpPr>
        <p:spPr>
          <a:xfrm>
            <a:off x="7273030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3" name="F2_precision_recall_distributions_6957">
            <a:extLst>
              <a:ext uri="{FF2B5EF4-FFF2-40B4-BE49-F238E27FC236}">
                <a16:creationId xmlns:a16="http://schemas.microsoft.com/office/drawing/2014/main" id="{2082B6F5-732A-4339-B709-06919C880BCC}"/>
              </a:ext>
            </a:extLst>
          </p:cNvPr>
          <p:cNvSpPr>
            <a:spLocks noGrp="1"/>
          </p:cNvSpPr>
          <p:nvPr/>
        </p:nvSpPr>
        <p:spPr>
          <a:xfrm>
            <a:off x="7125395" y="58103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4" name="F2_precision_recall_distributions_6958">
            <a:extLst>
              <a:ext uri="{FF2B5EF4-FFF2-40B4-BE49-F238E27FC236}">
                <a16:creationId xmlns:a16="http://schemas.microsoft.com/office/drawing/2014/main" id="{99A01092-3F48-464F-9A33-21DECA95E2EA}"/>
              </a:ext>
            </a:extLst>
          </p:cNvPr>
          <p:cNvSpPr>
            <a:spLocks noGrp="1"/>
          </p:cNvSpPr>
          <p:nvPr/>
        </p:nvSpPr>
        <p:spPr>
          <a:xfrm>
            <a:off x="72259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5" name="F2_precision_recall_distributions_6959">
            <a:extLst>
              <a:ext uri="{FF2B5EF4-FFF2-40B4-BE49-F238E27FC236}">
                <a16:creationId xmlns:a16="http://schemas.microsoft.com/office/drawing/2014/main" id="{E054973A-FAE5-4C1A-A097-37367B8B05A7}"/>
              </a:ext>
            </a:extLst>
          </p:cNvPr>
          <p:cNvSpPr>
            <a:spLocks noGrp="1"/>
          </p:cNvSpPr>
          <p:nvPr/>
        </p:nvSpPr>
        <p:spPr>
          <a:xfrm>
            <a:off x="703842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6" name="F2_precision_recall_distributions_6960">
            <a:extLst>
              <a:ext uri="{FF2B5EF4-FFF2-40B4-BE49-F238E27FC236}">
                <a16:creationId xmlns:a16="http://schemas.microsoft.com/office/drawing/2014/main" id="{F39F3F46-5FAD-4EF2-82C2-10B208BD4A6E}"/>
              </a:ext>
            </a:extLst>
          </p:cNvPr>
          <p:cNvSpPr>
            <a:spLocks noGrp="1"/>
          </p:cNvSpPr>
          <p:nvPr/>
        </p:nvSpPr>
        <p:spPr>
          <a:xfrm>
            <a:off x="7121010" y="58633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7" name="F2_precision_recall_distributions_6961">
            <a:extLst>
              <a:ext uri="{FF2B5EF4-FFF2-40B4-BE49-F238E27FC236}">
                <a16:creationId xmlns:a16="http://schemas.microsoft.com/office/drawing/2014/main" id="{EF382BC1-7E6F-453E-94E1-26776ECBCAC7}"/>
              </a:ext>
            </a:extLst>
          </p:cNvPr>
          <p:cNvSpPr>
            <a:spLocks noGrp="1"/>
          </p:cNvSpPr>
          <p:nvPr/>
        </p:nvSpPr>
        <p:spPr>
          <a:xfrm>
            <a:off x="7074176" y="62552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8" name="F2_precision_recall_distributions_6962">
            <a:extLst>
              <a:ext uri="{FF2B5EF4-FFF2-40B4-BE49-F238E27FC236}">
                <a16:creationId xmlns:a16="http://schemas.microsoft.com/office/drawing/2014/main" id="{7B1EAA59-43FC-4C9F-9394-1B5856A7A75E}"/>
              </a:ext>
            </a:extLst>
          </p:cNvPr>
          <p:cNvSpPr>
            <a:spLocks noGrp="1"/>
          </p:cNvSpPr>
          <p:nvPr/>
        </p:nvSpPr>
        <p:spPr>
          <a:xfrm>
            <a:off x="7155889" y="60427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9" name="F2_precision_recall_distributions_6963">
            <a:extLst>
              <a:ext uri="{FF2B5EF4-FFF2-40B4-BE49-F238E27FC236}">
                <a16:creationId xmlns:a16="http://schemas.microsoft.com/office/drawing/2014/main" id="{E0E6140B-0367-4E67-B393-3BB9DA5AD70D}"/>
              </a:ext>
            </a:extLst>
          </p:cNvPr>
          <p:cNvSpPr>
            <a:spLocks noGrp="1"/>
          </p:cNvSpPr>
          <p:nvPr/>
        </p:nvSpPr>
        <p:spPr>
          <a:xfrm>
            <a:off x="6969601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0" name="F2_precision_recall_distributions_6964">
            <a:extLst>
              <a:ext uri="{FF2B5EF4-FFF2-40B4-BE49-F238E27FC236}">
                <a16:creationId xmlns:a16="http://schemas.microsoft.com/office/drawing/2014/main" id="{6851D00B-9773-4B6A-9906-1B80B67E211C}"/>
              </a:ext>
            </a:extLst>
          </p:cNvPr>
          <p:cNvSpPr>
            <a:spLocks noGrp="1"/>
          </p:cNvSpPr>
          <p:nvPr/>
        </p:nvSpPr>
        <p:spPr>
          <a:xfrm>
            <a:off x="708162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1" name="F2_precision_recall_distributions_6965">
            <a:extLst>
              <a:ext uri="{FF2B5EF4-FFF2-40B4-BE49-F238E27FC236}">
                <a16:creationId xmlns:a16="http://schemas.microsoft.com/office/drawing/2014/main" id="{441957EE-1069-4BFA-B9A7-34FF760BE2F2}"/>
              </a:ext>
            </a:extLst>
          </p:cNvPr>
          <p:cNvSpPr>
            <a:spLocks noGrp="1"/>
          </p:cNvSpPr>
          <p:nvPr/>
        </p:nvSpPr>
        <p:spPr>
          <a:xfrm>
            <a:off x="720693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2" name="F2_precision_recall_distributions_6966">
            <a:extLst>
              <a:ext uri="{FF2B5EF4-FFF2-40B4-BE49-F238E27FC236}">
                <a16:creationId xmlns:a16="http://schemas.microsoft.com/office/drawing/2014/main" id="{5BD8168F-C3AE-42B2-8AFF-3D5F955D3CFA}"/>
              </a:ext>
            </a:extLst>
          </p:cNvPr>
          <p:cNvSpPr>
            <a:spLocks noGrp="1"/>
          </p:cNvSpPr>
          <p:nvPr/>
        </p:nvSpPr>
        <p:spPr>
          <a:xfrm>
            <a:off x="6976587" y="64263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3" name="F2_precision_recall_distributions_6967">
            <a:extLst>
              <a:ext uri="{FF2B5EF4-FFF2-40B4-BE49-F238E27FC236}">
                <a16:creationId xmlns:a16="http://schemas.microsoft.com/office/drawing/2014/main" id="{EE1E6CA6-13C4-4555-90ED-45C62F4E19AE}"/>
              </a:ext>
            </a:extLst>
          </p:cNvPr>
          <p:cNvSpPr>
            <a:spLocks noGrp="1"/>
          </p:cNvSpPr>
          <p:nvPr/>
        </p:nvSpPr>
        <p:spPr>
          <a:xfrm>
            <a:off x="7314508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4" name="F2_precision_recall_distributions_6968">
            <a:extLst>
              <a:ext uri="{FF2B5EF4-FFF2-40B4-BE49-F238E27FC236}">
                <a16:creationId xmlns:a16="http://schemas.microsoft.com/office/drawing/2014/main" id="{E8D7C88D-6823-4018-8453-375C1AC82D87}"/>
              </a:ext>
            </a:extLst>
          </p:cNvPr>
          <p:cNvSpPr>
            <a:spLocks noGrp="1"/>
          </p:cNvSpPr>
          <p:nvPr/>
        </p:nvSpPr>
        <p:spPr>
          <a:xfrm>
            <a:off x="7330692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5" name="F2_precision_recall_distributions_6969">
            <a:extLst>
              <a:ext uri="{FF2B5EF4-FFF2-40B4-BE49-F238E27FC236}">
                <a16:creationId xmlns:a16="http://schemas.microsoft.com/office/drawing/2014/main" id="{76F008BF-F9BA-489F-9F44-E3B9F1FA9467}"/>
              </a:ext>
            </a:extLst>
          </p:cNvPr>
          <p:cNvSpPr>
            <a:spLocks noGrp="1"/>
          </p:cNvSpPr>
          <p:nvPr/>
        </p:nvSpPr>
        <p:spPr>
          <a:xfrm>
            <a:off x="719674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6" name="F2_precision_recall_distributions_6970">
            <a:extLst>
              <a:ext uri="{FF2B5EF4-FFF2-40B4-BE49-F238E27FC236}">
                <a16:creationId xmlns:a16="http://schemas.microsoft.com/office/drawing/2014/main" id="{824BD3E8-3892-4338-B7E8-7645A8620E79}"/>
              </a:ext>
            </a:extLst>
          </p:cNvPr>
          <p:cNvSpPr>
            <a:spLocks noGrp="1"/>
          </p:cNvSpPr>
          <p:nvPr/>
        </p:nvSpPr>
        <p:spPr>
          <a:xfrm>
            <a:off x="729249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7" name="F2_precision_recall_distributions_6971">
            <a:extLst>
              <a:ext uri="{FF2B5EF4-FFF2-40B4-BE49-F238E27FC236}">
                <a16:creationId xmlns:a16="http://schemas.microsoft.com/office/drawing/2014/main" id="{5A5B33DD-B7D4-4C3B-AA24-76DD7CD9DD08}"/>
              </a:ext>
            </a:extLst>
          </p:cNvPr>
          <p:cNvSpPr>
            <a:spLocks noGrp="1"/>
          </p:cNvSpPr>
          <p:nvPr/>
        </p:nvSpPr>
        <p:spPr>
          <a:xfrm>
            <a:off x="706493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8" name="F2_precision_recall_distributions_6972">
            <a:extLst>
              <a:ext uri="{FF2B5EF4-FFF2-40B4-BE49-F238E27FC236}">
                <a16:creationId xmlns:a16="http://schemas.microsoft.com/office/drawing/2014/main" id="{8D595DD4-4427-40AF-9DE1-0F016F79718E}"/>
              </a:ext>
            </a:extLst>
          </p:cNvPr>
          <p:cNvSpPr>
            <a:spLocks noGrp="1"/>
          </p:cNvSpPr>
          <p:nvPr/>
        </p:nvSpPr>
        <p:spPr>
          <a:xfrm>
            <a:off x="728511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9" name="F2_precision_recall_distributions_6973">
            <a:extLst>
              <a:ext uri="{FF2B5EF4-FFF2-40B4-BE49-F238E27FC236}">
                <a16:creationId xmlns:a16="http://schemas.microsoft.com/office/drawing/2014/main" id="{92B67658-11EA-414E-A3B0-CC400EE0DE4A}"/>
              </a:ext>
            </a:extLst>
          </p:cNvPr>
          <p:cNvSpPr>
            <a:spLocks noGrp="1"/>
          </p:cNvSpPr>
          <p:nvPr/>
        </p:nvSpPr>
        <p:spPr>
          <a:xfrm>
            <a:off x="7000716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0" name="F2_precision_recall_distributions_6974">
            <a:extLst>
              <a:ext uri="{FF2B5EF4-FFF2-40B4-BE49-F238E27FC236}">
                <a16:creationId xmlns:a16="http://schemas.microsoft.com/office/drawing/2014/main" id="{F22C5D98-7FA7-477D-8225-1AD2FBFA4841}"/>
              </a:ext>
            </a:extLst>
          </p:cNvPr>
          <p:cNvSpPr>
            <a:spLocks noGrp="1"/>
          </p:cNvSpPr>
          <p:nvPr/>
        </p:nvSpPr>
        <p:spPr>
          <a:xfrm>
            <a:off x="7067687" y="59618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1" name="F2_precision_recall_distributions_6975">
            <a:extLst>
              <a:ext uri="{FF2B5EF4-FFF2-40B4-BE49-F238E27FC236}">
                <a16:creationId xmlns:a16="http://schemas.microsoft.com/office/drawing/2014/main" id="{A745FA0D-62E1-4EBE-B9D8-52CC33887C8F}"/>
              </a:ext>
            </a:extLst>
          </p:cNvPr>
          <p:cNvSpPr>
            <a:spLocks noGrp="1"/>
          </p:cNvSpPr>
          <p:nvPr/>
        </p:nvSpPr>
        <p:spPr>
          <a:xfrm>
            <a:off x="711768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2" name="F2_precision_recall_distributions_6976">
            <a:extLst>
              <a:ext uri="{FF2B5EF4-FFF2-40B4-BE49-F238E27FC236}">
                <a16:creationId xmlns:a16="http://schemas.microsoft.com/office/drawing/2014/main" id="{C1F81DCB-CA59-40A4-BC75-0FC326D38143}"/>
              </a:ext>
            </a:extLst>
          </p:cNvPr>
          <p:cNvSpPr>
            <a:spLocks noGrp="1"/>
          </p:cNvSpPr>
          <p:nvPr/>
        </p:nvSpPr>
        <p:spPr>
          <a:xfrm>
            <a:off x="7103896" y="59618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3" name="F2_precision_recall_distributions_6977">
            <a:extLst>
              <a:ext uri="{FF2B5EF4-FFF2-40B4-BE49-F238E27FC236}">
                <a16:creationId xmlns:a16="http://schemas.microsoft.com/office/drawing/2014/main" id="{35B2D43D-9E7F-49BC-840B-6A2227E9DE25}"/>
              </a:ext>
            </a:extLst>
          </p:cNvPr>
          <p:cNvSpPr>
            <a:spLocks noGrp="1"/>
          </p:cNvSpPr>
          <p:nvPr/>
        </p:nvSpPr>
        <p:spPr>
          <a:xfrm>
            <a:off x="7005253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4" name="F2_precision_recall_distributions_6978">
            <a:extLst>
              <a:ext uri="{FF2B5EF4-FFF2-40B4-BE49-F238E27FC236}">
                <a16:creationId xmlns:a16="http://schemas.microsoft.com/office/drawing/2014/main" id="{D982232E-4D47-4E71-80EC-A5EBD27E3979}"/>
              </a:ext>
            </a:extLst>
          </p:cNvPr>
          <p:cNvSpPr>
            <a:spLocks noGrp="1"/>
          </p:cNvSpPr>
          <p:nvPr/>
        </p:nvSpPr>
        <p:spPr>
          <a:xfrm>
            <a:off x="716273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5" name="F2_precision_recall_distributions_6979">
            <a:extLst>
              <a:ext uri="{FF2B5EF4-FFF2-40B4-BE49-F238E27FC236}">
                <a16:creationId xmlns:a16="http://schemas.microsoft.com/office/drawing/2014/main" id="{BBF8D2BB-A20E-407B-B57B-6AD264108999}"/>
              </a:ext>
            </a:extLst>
          </p:cNvPr>
          <p:cNvSpPr>
            <a:spLocks noGrp="1"/>
          </p:cNvSpPr>
          <p:nvPr/>
        </p:nvSpPr>
        <p:spPr>
          <a:xfrm>
            <a:off x="7289258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6" name="F2_precision_recall_distributions_6980">
            <a:extLst>
              <a:ext uri="{FF2B5EF4-FFF2-40B4-BE49-F238E27FC236}">
                <a16:creationId xmlns:a16="http://schemas.microsoft.com/office/drawing/2014/main" id="{DE397516-FC35-45A1-A132-9429FE51FBB0}"/>
              </a:ext>
            </a:extLst>
          </p:cNvPr>
          <p:cNvSpPr>
            <a:spLocks noGrp="1"/>
          </p:cNvSpPr>
          <p:nvPr/>
        </p:nvSpPr>
        <p:spPr>
          <a:xfrm>
            <a:off x="729944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7" name="F2_precision_recall_distributions_6981">
            <a:extLst>
              <a:ext uri="{FF2B5EF4-FFF2-40B4-BE49-F238E27FC236}">
                <a16:creationId xmlns:a16="http://schemas.microsoft.com/office/drawing/2014/main" id="{9FFAF2F5-65A3-4898-A2C8-33F9EECA6208}"/>
              </a:ext>
            </a:extLst>
          </p:cNvPr>
          <p:cNvSpPr>
            <a:spLocks noGrp="1"/>
          </p:cNvSpPr>
          <p:nvPr/>
        </p:nvSpPr>
        <p:spPr>
          <a:xfrm>
            <a:off x="7238285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8" name="F2_precision_recall_distributions_6982">
            <a:extLst>
              <a:ext uri="{FF2B5EF4-FFF2-40B4-BE49-F238E27FC236}">
                <a16:creationId xmlns:a16="http://schemas.microsoft.com/office/drawing/2014/main" id="{D38BA8D2-D107-424C-B481-5DEE4DB5139A}"/>
              </a:ext>
            </a:extLst>
          </p:cNvPr>
          <p:cNvSpPr>
            <a:spLocks noGrp="1"/>
          </p:cNvSpPr>
          <p:nvPr/>
        </p:nvSpPr>
        <p:spPr>
          <a:xfrm>
            <a:off x="709663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9" name="F2_precision_recall_distributions_6983">
            <a:extLst>
              <a:ext uri="{FF2B5EF4-FFF2-40B4-BE49-F238E27FC236}">
                <a16:creationId xmlns:a16="http://schemas.microsoft.com/office/drawing/2014/main" id="{565DB85D-4905-4506-A554-A7EEEBDE2BEA}"/>
              </a:ext>
            </a:extLst>
          </p:cNvPr>
          <p:cNvSpPr>
            <a:spLocks noGrp="1"/>
          </p:cNvSpPr>
          <p:nvPr/>
        </p:nvSpPr>
        <p:spPr>
          <a:xfrm>
            <a:off x="703657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0" name="F2_precision_recall_distributions_6984">
            <a:extLst>
              <a:ext uri="{FF2B5EF4-FFF2-40B4-BE49-F238E27FC236}">
                <a16:creationId xmlns:a16="http://schemas.microsoft.com/office/drawing/2014/main" id="{BC2D2813-B1DD-42A1-97A9-2C10F27F0EC5}"/>
              </a:ext>
            </a:extLst>
          </p:cNvPr>
          <p:cNvSpPr>
            <a:spLocks noGrp="1"/>
          </p:cNvSpPr>
          <p:nvPr/>
        </p:nvSpPr>
        <p:spPr>
          <a:xfrm>
            <a:off x="710602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1" name="F2_precision_recall_distributions_6985">
            <a:extLst>
              <a:ext uri="{FF2B5EF4-FFF2-40B4-BE49-F238E27FC236}">
                <a16:creationId xmlns:a16="http://schemas.microsoft.com/office/drawing/2014/main" id="{DC1968FA-FAF1-4CDF-AEBC-69DF0E94056E}"/>
              </a:ext>
            </a:extLst>
          </p:cNvPr>
          <p:cNvSpPr>
            <a:spLocks noGrp="1"/>
          </p:cNvSpPr>
          <p:nvPr/>
        </p:nvSpPr>
        <p:spPr>
          <a:xfrm>
            <a:off x="7239666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2" name="F2_precision_recall_distributions_6986">
            <a:extLst>
              <a:ext uri="{FF2B5EF4-FFF2-40B4-BE49-F238E27FC236}">
                <a16:creationId xmlns:a16="http://schemas.microsoft.com/office/drawing/2014/main" id="{EF8A1305-3F7B-4FD2-BA17-759EE998A393}"/>
              </a:ext>
            </a:extLst>
          </p:cNvPr>
          <p:cNvSpPr>
            <a:spLocks noGrp="1"/>
          </p:cNvSpPr>
          <p:nvPr/>
        </p:nvSpPr>
        <p:spPr>
          <a:xfrm>
            <a:off x="7180088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3" name="F2_precision_recall_distributions_6987">
            <a:extLst>
              <a:ext uri="{FF2B5EF4-FFF2-40B4-BE49-F238E27FC236}">
                <a16:creationId xmlns:a16="http://schemas.microsoft.com/office/drawing/2014/main" id="{91A7EBA4-4258-40FD-945F-E4233D3746F9}"/>
              </a:ext>
            </a:extLst>
          </p:cNvPr>
          <p:cNvSpPr>
            <a:spLocks noGrp="1"/>
          </p:cNvSpPr>
          <p:nvPr/>
        </p:nvSpPr>
        <p:spPr>
          <a:xfrm>
            <a:off x="7028822" y="57867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4" name="F2_precision_recall_distributions_6988">
            <a:extLst>
              <a:ext uri="{FF2B5EF4-FFF2-40B4-BE49-F238E27FC236}">
                <a16:creationId xmlns:a16="http://schemas.microsoft.com/office/drawing/2014/main" id="{E7B19032-32EB-4DC5-A2FD-07B3771882E0}"/>
              </a:ext>
            </a:extLst>
          </p:cNvPr>
          <p:cNvSpPr>
            <a:spLocks noGrp="1"/>
          </p:cNvSpPr>
          <p:nvPr/>
        </p:nvSpPr>
        <p:spPr>
          <a:xfrm>
            <a:off x="7302233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5" name="F2_precision_recall_distributions_6989">
            <a:extLst>
              <a:ext uri="{FF2B5EF4-FFF2-40B4-BE49-F238E27FC236}">
                <a16:creationId xmlns:a16="http://schemas.microsoft.com/office/drawing/2014/main" id="{6AD796AC-1BEB-4405-A133-52A1EDEFFA31}"/>
              </a:ext>
            </a:extLst>
          </p:cNvPr>
          <p:cNvSpPr>
            <a:spLocks noGrp="1"/>
          </p:cNvSpPr>
          <p:nvPr/>
        </p:nvSpPr>
        <p:spPr>
          <a:xfrm>
            <a:off x="728574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6" name="F2_precision_recall_distributions_6990">
            <a:extLst>
              <a:ext uri="{FF2B5EF4-FFF2-40B4-BE49-F238E27FC236}">
                <a16:creationId xmlns:a16="http://schemas.microsoft.com/office/drawing/2014/main" id="{906BC8F7-EA32-4602-A617-45FA6D1D6247}"/>
              </a:ext>
            </a:extLst>
          </p:cNvPr>
          <p:cNvSpPr>
            <a:spLocks noGrp="1"/>
          </p:cNvSpPr>
          <p:nvPr/>
        </p:nvSpPr>
        <p:spPr>
          <a:xfrm>
            <a:off x="7337133" y="62043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7" name="F2_precision_recall_distributions_6991">
            <a:extLst>
              <a:ext uri="{FF2B5EF4-FFF2-40B4-BE49-F238E27FC236}">
                <a16:creationId xmlns:a16="http://schemas.microsoft.com/office/drawing/2014/main" id="{F851BBE6-4B03-4C7C-9BFF-F1284CCE2EE3}"/>
              </a:ext>
            </a:extLst>
          </p:cNvPr>
          <p:cNvSpPr>
            <a:spLocks noGrp="1"/>
          </p:cNvSpPr>
          <p:nvPr/>
        </p:nvSpPr>
        <p:spPr>
          <a:xfrm>
            <a:off x="723737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8" name="F2_precision_recall_distributions_6992">
            <a:extLst>
              <a:ext uri="{FF2B5EF4-FFF2-40B4-BE49-F238E27FC236}">
                <a16:creationId xmlns:a16="http://schemas.microsoft.com/office/drawing/2014/main" id="{0965B275-771B-4D13-8B4E-D9706E51810D}"/>
              </a:ext>
            </a:extLst>
          </p:cNvPr>
          <p:cNvSpPr>
            <a:spLocks noGrp="1"/>
          </p:cNvSpPr>
          <p:nvPr/>
        </p:nvSpPr>
        <p:spPr>
          <a:xfrm>
            <a:off x="714824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9" name="F2_precision_recall_distributions_6993">
            <a:extLst>
              <a:ext uri="{FF2B5EF4-FFF2-40B4-BE49-F238E27FC236}">
                <a16:creationId xmlns:a16="http://schemas.microsoft.com/office/drawing/2014/main" id="{6B00EBB5-9A16-40E4-ABF2-3076D349324C}"/>
              </a:ext>
            </a:extLst>
          </p:cNvPr>
          <p:cNvSpPr>
            <a:spLocks noGrp="1"/>
          </p:cNvSpPr>
          <p:nvPr/>
        </p:nvSpPr>
        <p:spPr>
          <a:xfrm>
            <a:off x="709274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0" name="F2_precision_recall_distributions_6994">
            <a:extLst>
              <a:ext uri="{FF2B5EF4-FFF2-40B4-BE49-F238E27FC236}">
                <a16:creationId xmlns:a16="http://schemas.microsoft.com/office/drawing/2014/main" id="{F444DA78-C7DE-4F23-83DC-1424E17A0CC5}"/>
              </a:ext>
            </a:extLst>
          </p:cNvPr>
          <p:cNvSpPr>
            <a:spLocks noGrp="1"/>
          </p:cNvSpPr>
          <p:nvPr/>
        </p:nvSpPr>
        <p:spPr>
          <a:xfrm>
            <a:off x="7257775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1" name="F2_precision_recall_distributions_6995">
            <a:extLst>
              <a:ext uri="{FF2B5EF4-FFF2-40B4-BE49-F238E27FC236}">
                <a16:creationId xmlns:a16="http://schemas.microsoft.com/office/drawing/2014/main" id="{22F801FF-FAA9-48C1-AB96-01AC6314E33C}"/>
              </a:ext>
            </a:extLst>
          </p:cNvPr>
          <p:cNvSpPr>
            <a:spLocks noGrp="1"/>
          </p:cNvSpPr>
          <p:nvPr/>
        </p:nvSpPr>
        <p:spPr>
          <a:xfrm>
            <a:off x="719561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2" name="F2_precision_recall_distributions_6996">
            <a:extLst>
              <a:ext uri="{FF2B5EF4-FFF2-40B4-BE49-F238E27FC236}">
                <a16:creationId xmlns:a16="http://schemas.microsoft.com/office/drawing/2014/main" id="{DD918402-E8D4-4963-B4F8-3B3A92AB7BA7}"/>
              </a:ext>
            </a:extLst>
          </p:cNvPr>
          <p:cNvSpPr>
            <a:spLocks noGrp="1"/>
          </p:cNvSpPr>
          <p:nvPr/>
        </p:nvSpPr>
        <p:spPr>
          <a:xfrm>
            <a:off x="732140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3" name="F2_precision_recall_distributions_6997">
            <a:extLst>
              <a:ext uri="{FF2B5EF4-FFF2-40B4-BE49-F238E27FC236}">
                <a16:creationId xmlns:a16="http://schemas.microsoft.com/office/drawing/2014/main" id="{5F1939CD-9B3A-4622-B7F3-3AD8B0D9F43B}"/>
              </a:ext>
            </a:extLst>
          </p:cNvPr>
          <p:cNvSpPr>
            <a:spLocks noGrp="1"/>
          </p:cNvSpPr>
          <p:nvPr/>
        </p:nvSpPr>
        <p:spPr>
          <a:xfrm>
            <a:off x="698788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4" name="F2_precision_recall_distributions_6998">
            <a:extLst>
              <a:ext uri="{FF2B5EF4-FFF2-40B4-BE49-F238E27FC236}">
                <a16:creationId xmlns:a16="http://schemas.microsoft.com/office/drawing/2014/main" id="{D102CA2D-AE9E-4EE6-BE14-B533E3FF878A}"/>
              </a:ext>
            </a:extLst>
          </p:cNvPr>
          <p:cNvSpPr>
            <a:spLocks noGrp="1"/>
          </p:cNvSpPr>
          <p:nvPr/>
        </p:nvSpPr>
        <p:spPr>
          <a:xfrm>
            <a:off x="720676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5" name="F2_precision_recall_distributions_6999">
            <a:extLst>
              <a:ext uri="{FF2B5EF4-FFF2-40B4-BE49-F238E27FC236}">
                <a16:creationId xmlns:a16="http://schemas.microsoft.com/office/drawing/2014/main" id="{7A75A3B7-1071-42B0-BA7F-3292BF011D86}"/>
              </a:ext>
            </a:extLst>
          </p:cNvPr>
          <p:cNvSpPr>
            <a:spLocks noGrp="1"/>
          </p:cNvSpPr>
          <p:nvPr/>
        </p:nvSpPr>
        <p:spPr>
          <a:xfrm>
            <a:off x="7223535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6" name="F2_precision_recall_distributions_7000">
            <a:extLst>
              <a:ext uri="{FF2B5EF4-FFF2-40B4-BE49-F238E27FC236}">
                <a16:creationId xmlns:a16="http://schemas.microsoft.com/office/drawing/2014/main" id="{F9A547E9-A4B8-4EDB-9EE6-5967460D58E5}"/>
              </a:ext>
            </a:extLst>
          </p:cNvPr>
          <p:cNvSpPr>
            <a:spLocks noGrp="1"/>
          </p:cNvSpPr>
          <p:nvPr/>
        </p:nvSpPr>
        <p:spPr>
          <a:xfrm>
            <a:off x="720457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7" name="F2_precision_recall_distributions_7001">
            <a:extLst>
              <a:ext uri="{FF2B5EF4-FFF2-40B4-BE49-F238E27FC236}">
                <a16:creationId xmlns:a16="http://schemas.microsoft.com/office/drawing/2014/main" id="{C8CCEC12-BD7F-43EC-9084-EF7808B32B17}"/>
              </a:ext>
            </a:extLst>
          </p:cNvPr>
          <p:cNvSpPr>
            <a:spLocks noGrp="1"/>
          </p:cNvSpPr>
          <p:nvPr/>
        </p:nvSpPr>
        <p:spPr>
          <a:xfrm>
            <a:off x="7295469" y="56688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8" name="F2_precision_recall_distributions_7002">
            <a:extLst>
              <a:ext uri="{FF2B5EF4-FFF2-40B4-BE49-F238E27FC236}">
                <a16:creationId xmlns:a16="http://schemas.microsoft.com/office/drawing/2014/main" id="{9B7F2101-DB0C-4E01-9E04-E94D5272D248}"/>
              </a:ext>
            </a:extLst>
          </p:cNvPr>
          <p:cNvSpPr>
            <a:spLocks noGrp="1"/>
          </p:cNvSpPr>
          <p:nvPr/>
        </p:nvSpPr>
        <p:spPr>
          <a:xfrm>
            <a:off x="710129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9" name="F2_precision_recall_distributions_7003">
            <a:extLst>
              <a:ext uri="{FF2B5EF4-FFF2-40B4-BE49-F238E27FC236}">
                <a16:creationId xmlns:a16="http://schemas.microsoft.com/office/drawing/2014/main" id="{27F29550-1FFD-4C59-9312-305751B4603D}"/>
              </a:ext>
            </a:extLst>
          </p:cNvPr>
          <p:cNvSpPr>
            <a:spLocks noGrp="1"/>
          </p:cNvSpPr>
          <p:nvPr/>
        </p:nvSpPr>
        <p:spPr>
          <a:xfrm>
            <a:off x="731656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0" name="F2_precision_recall_distributions_7004">
            <a:extLst>
              <a:ext uri="{FF2B5EF4-FFF2-40B4-BE49-F238E27FC236}">
                <a16:creationId xmlns:a16="http://schemas.microsoft.com/office/drawing/2014/main" id="{AC33A410-FFBA-4BD6-AD35-E518668D3766}"/>
              </a:ext>
            </a:extLst>
          </p:cNvPr>
          <p:cNvSpPr>
            <a:spLocks noGrp="1"/>
          </p:cNvSpPr>
          <p:nvPr/>
        </p:nvSpPr>
        <p:spPr>
          <a:xfrm>
            <a:off x="703193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1" name="F2_precision_recall_distributions_7005">
            <a:extLst>
              <a:ext uri="{FF2B5EF4-FFF2-40B4-BE49-F238E27FC236}">
                <a16:creationId xmlns:a16="http://schemas.microsoft.com/office/drawing/2014/main" id="{94128319-AC6D-442A-B4EC-D47438386054}"/>
              </a:ext>
            </a:extLst>
          </p:cNvPr>
          <p:cNvSpPr>
            <a:spLocks noGrp="1"/>
          </p:cNvSpPr>
          <p:nvPr/>
        </p:nvSpPr>
        <p:spPr>
          <a:xfrm>
            <a:off x="6983947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2" name="F2_precision_recall_distributions_7006">
            <a:extLst>
              <a:ext uri="{FF2B5EF4-FFF2-40B4-BE49-F238E27FC236}">
                <a16:creationId xmlns:a16="http://schemas.microsoft.com/office/drawing/2014/main" id="{F6D4079B-D3A4-48B0-93E4-B2585DD07D09}"/>
              </a:ext>
            </a:extLst>
          </p:cNvPr>
          <p:cNvSpPr>
            <a:spLocks noGrp="1"/>
          </p:cNvSpPr>
          <p:nvPr/>
        </p:nvSpPr>
        <p:spPr>
          <a:xfrm>
            <a:off x="719621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3" name="F2_precision_recall_distributions_7007">
            <a:extLst>
              <a:ext uri="{FF2B5EF4-FFF2-40B4-BE49-F238E27FC236}">
                <a16:creationId xmlns:a16="http://schemas.microsoft.com/office/drawing/2014/main" id="{6BD461FF-8265-4642-B7FE-90464DA7258C}"/>
              </a:ext>
            </a:extLst>
          </p:cNvPr>
          <p:cNvSpPr>
            <a:spLocks noGrp="1"/>
          </p:cNvSpPr>
          <p:nvPr/>
        </p:nvSpPr>
        <p:spPr>
          <a:xfrm>
            <a:off x="7097847" y="61270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4" name="F2_precision_recall_distributions_7008">
            <a:extLst>
              <a:ext uri="{FF2B5EF4-FFF2-40B4-BE49-F238E27FC236}">
                <a16:creationId xmlns:a16="http://schemas.microsoft.com/office/drawing/2014/main" id="{FE63E2D7-8B61-418D-AA9C-83175F4D3C36}"/>
              </a:ext>
            </a:extLst>
          </p:cNvPr>
          <p:cNvSpPr>
            <a:spLocks noGrp="1"/>
          </p:cNvSpPr>
          <p:nvPr/>
        </p:nvSpPr>
        <p:spPr>
          <a:xfrm>
            <a:off x="7331455" y="59753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5" name="F2_precision_recall_distributions_7009">
            <a:extLst>
              <a:ext uri="{FF2B5EF4-FFF2-40B4-BE49-F238E27FC236}">
                <a16:creationId xmlns:a16="http://schemas.microsoft.com/office/drawing/2014/main" id="{0E241000-B139-4C0E-BF0E-8BD0020006CF}"/>
              </a:ext>
            </a:extLst>
          </p:cNvPr>
          <p:cNvSpPr>
            <a:spLocks noGrp="1"/>
          </p:cNvSpPr>
          <p:nvPr/>
        </p:nvSpPr>
        <p:spPr>
          <a:xfrm>
            <a:off x="7004910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6" name="F2_precision_recall_distributions_7010">
            <a:extLst>
              <a:ext uri="{FF2B5EF4-FFF2-40B4-BE49-F238E27FC236}">
                <a16:creationId xmlns:a16="http://schemas.microsoft.com/office/drawing/2014/main" id="{19E5476C-88E5-43C9-A120-3452C09AAB62}"/>
              </a:ext>
            </a:extLst>
          </p:cNvPr>
          <p:cNvSpPr>
            <a:spLocks noGrp="1"/>
          </p:cNvSpPr>
          <p:nvPr/>
        </p:nvSpPr>
        <p:spPr>
          <a:xfrm>
            <a:off x="719525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7" name="F2_precision_recall_distributions_7011">
            <a:extLst>
              <a:ext uri="{FF2B5EF4-FFF2-40B4-BE49-F238E27FC236}">
                <a16:creationId xmlns:a16="http://schemas.microsoft.com/office/drawing/2014/main" id="{50C0CC10-5306-4E74-8F07-50BE08D06035}"/>
              </a:ext>
            </a:extLst>
          </p:cNvPr>
          <p:cNvSpPr>
            <a:spLocks noGrp="1"/>
          </p:cNvSpPr>
          <p:nvPr/>
        </p:nvSpPr>
        <p:spPr>
          <a:xfrm>
            <a:off x="706249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8" name="F2_precision_recall_distributions_7012">
            <a:extLst>
              <a:ext uri="{FF2B5EF4-FFF2-40B4-BE49-F238E27FC236}">
                <a16:creationId xmlns:a16="http://schemas.microsoft.com/office/drawing/2014/main" id="{FF48B63B-54E1-465B-9C50-B64B95CCA49D}"/>
              </a:ext>
            </a:extLst>
          </p:cNvPr>
          <p:cNvSpPr>
            <a:spLocks noGrp="1"/>
          </p:cNvSpPr>
          <p:nvPr/>
        </p:nvSpPr>
        <p:spPr>
          <a:xfrm>
            <a:off x="722593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9" name="F2_precision_recall_distributions_7013">
            <a:extLst>
              <a:ext uri="{FF2B5EF4-FFF2-40B4-BE49-F238E27FC236}">
                <a16:creationId xmlns:a16="http://schemas.microsoft.com/office/drawing/2014/main" id="{0C682551-B26B-49ED-80FE-7D261FCD7C4A}"/>
              </a:ext>
            </a:extLst>
          </p:cNvPr>
          <p:cNvSpPr>
            <a:spLocks noGrp="1"/>
          </p:cNvSpPr>
          <p:nvPr/>
        </p:nvSpPr>
        <p:spPr>
          <a:xfrm>
            <a:off x="732414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0" name="F2_precision_recall_distributions_7014">
            <a:extLst>
              <a:ext uri="{FF2B5EF4-FFF2-40B4-BE49-F238E27FC236}">
                <a16:creationId xmlns:a16="http://schemas.microsoft.com/office/drawing/2014/main" id="{93693EC9-D0EC-4984-A4B4-0AEA0DCC48F9}"/>
              </a:ext>
            </a:extLst>
          </p:cNvPr>
          <p:cNvSpPr>
            <a:spLocks noGrp="1"/>
          </p:cNvSpPr>
          <p:nvPr/>
        </p:nvSpPr>
        <p:spPr>
          <a:xfrm>
            <a:off x="7270885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1" name="F2_precision_recall_distributions_7015">
            <a:extLst>
              <a:ext uri="{FF2B5EF4-FFF2-40B4-BE49-F238E27FC236}">
                <a16:creationId xmlns:a16="http://schemas.microsoft.com/office/drawing/2014/main" id="{3DA6EA28-5940-4162-B252-7DD0051CC693}"/>
              </a:ext>
            </a:extLst>
          </p:cNvPr>
          <p:cNvSpPr>
            <a:spLocks noGrp="1"/>
          </p:cNvSpPr>
          <p:nvPr/>
        </p:nvSpPr>
        <p:spPr>
          <a:xfrm>
            <a:off x="7043473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2" name="F2_precision_recall_distributions_7016">
            <a:extLst>
              <a:ext uri="{FF2B5EF4-FFF2-40B4-BE49-F238E27FC236}">
                <a16:creationId xmlns:a16="http://schemas.microsoft.com/office/drawing/2014/main" id="{1225C90B-8AA4-4EB2-AAB4-F19FBCCFA5AF}"/>
              </a:ext>
            </a:extLst>
          </p:cNvPr>
          <p:cNvSpPr>
            <a:spLocks noGrp="1"/>
          </p:cNvSpPr>
          <p:nvPr/>
        </p:nvSpPr>
        <p:spPr>
          <a:xfrm>
            <a:off x="717066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3" name="F2_precision_recall_distributions_7017">
            <a:extLst>
              <a:ext uri="{FF2B5EF4-FFF2-40B4-BE49-F238E27FC236}">
                <a16:creationId xmlns:a16="http://schemas.microsoft.com/office/drawing/2014/main" id="{A8B7A418-321B-46BB-AA09-548BFA1C7E4E}"/>
              </a:ext>
            </a:extLst>
          </p:cNvPr>
          <p:cNvSpPr>
            <a:spLocks noGrp="1"/>
          </p:cNvSpPr>
          <p:nvPr/>
        </p:nvSpPr>
        <p:spPr>
          <a:xfrm>
            <a:off x="703957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4" name="F2_precision_recall_distributions_7018">
            <a:extLst>
              <a:ext uri="{FF2B5EF4-FFF2-40B4-BE49-F238E27FC236}">
                <a16:creationId xmlns:a16="http://schemas.microsoft.com/office/drawing/2014/main" id="{01AEB66D-FD31-463F-A505-9723D900796B}"/>
              </a:ext>
            </a:extLst>
          </p:cNvPr>
          <p:cNvSpPr>
            <a:spLocks noGrp="1"/>
          </p:cNvSpPr>
          <p:nvPr/>
        </p:nvSpPr>
        <p:spPr>
          <a:xfrm>
            <a:off x="718392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5" name="F2_precision_recall_distributions_7019">
            <a:extLst>
              <a:ext uri="{FF2B5EF4-FFF2-40B4-BE49-F238E27FC236}">
                <a16:creationId xmlns:a16="http://schemas.microsoft.com/office/drawing/2014/main" id="{8B25D868-495D-4EA2-AB51-4A4A29B5392C}"/>
              </a:ext>
            </a:extLst>
          </p:cNvPr>
          <p:cNvSpPr>
            <a:spLocks noGrp="1"/>
          </p:cNvSpPr>
          <p:nvPr/>
        </p:nvSpPr>
        <p:spPr>
          <a:xfrm>
            <a:off x="722154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6" name="F2_precision_recall_distributions_7020">
            <a:extLst>
              <a:ext uri="{FF2B5EF4-FFF2-40B4-BE49-F238E27FC236}">
                <a16:creationId xmlns:a16="http://schemas.microsoft.com/office/drawing/2014/main" id="{0E0FC160-C2AB-429F-91DF-9CC5D7A82175}"/>
              </a:ext>
            </a:extLst>
          </p:cNvPr>
          <p:cNvSpPr>
            <a:spLocks noGrp="1"/>
          </p:cNvSpPr>
          <p:nvPr/>
        </p:nvSpPr>
        <p:spPr>
          <a:xfrm>
            <a:off x="7026339" y="59572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7" name="F2_precision_recall_distributions_7021">
            <a:extLst>
              <a:ext uri="{FF2B5EF4-FFF2-40B4-BE49-F238E27FC236}">
                <a16:creationId xmlns:a16="http://schemas.microsoft.com/office/drawing/2014/main" id="{7D729ABB-F826-4453-9B84-0ECE263635F8}"/>
              </a:ext>
            </a:extLst>
          </p:cNvPr>
          <p:cNvSpPr>
            <a:spLocks noGrp="1"/>
          </p:cNvSpPr>
          <p:nvPr/>
        </p:nvSpPr>
        <p:spPr>
          <a:xfrm>
            <a:off x="7028318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8" name="F2_precision_recall_distributions_7022">
            <a:extLst>
              <a:ext uri="{FF2B5EF4-FFF2-40B4-BE49-F238E27FC236}">
                <a16:creationId xmlns:a16="http://schemas.microsoft.com/office/drawing/2014/main" id="{626EC708-4610-41F3-B74A-5304626D4A78}"/>
              </a:ext>
            </a:extLst>
          </p:cNvPr>
          <p:cNvSpPr>
            <a:spLocks noGrp="1"/>
          </p:cNvSpPr>
          <p:nvPr/>
        </p:nvSpPr>
        <p:spPr>
          <a:xfrm>
            <a:off x="7286903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9" name="F2_precision_recall_distributions_7023">
            <a:extLst>
              <a:ext uri="{FF2B5EF4-FFF2-40B4-BE49-F238E27FC236}">
                <a16:creationId xmlns:a16="http://schemas.microsoft.com/office/drawing/2014/main" id="{8BCD65B1-1F5B-4F6A-9E75-3C91368818AF}"/>
              </a:ext>
            </a:extLst>
          </p:cNvPr>
          <p:cNvSpPr>
            <a:spLocks noGrp="1"/>
          </p:cNvSpPr>
          <p:nvPr/>
        </p:nvSpPr>
        <p:spPr>
          <a:xfrm>
            <a:off x="7136583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0" name="F2_precision_recall_distributions_7024">
            <a:extLst>
              <a:ext uri="{FF2B5EF4-FFF2-40B4-BE49-F238E27FC236}">
                <a16:creationId xmlns:a16="http://schemas.microsoft.com/office/drawing/2014/main" id="{E565BBA9-D653-4818-9334-670DE971D89F}"/>
              </a:ext>
            </a:extLst>
          </p:cNvPr>
          <p:cNvSpPr>
            <a:spLocks noGrp="1"/>
          </p:cNvSpPr>
          <p:nvPr/>
        </p:nvSpPr>
        <p:spPr>
          <a:xfrm>
            <a:off x="7065323" y="60932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1" name="F2_precision_recall_distributions_7025">
            <a:extLst>
              <a:ext uri="{FF2B5EF4-FFF2-40B4-BE49-F238E27FC236}">
                <a16:creationId xmlns:a16="http://schemas.microsoft.com/office/drawing/2014/main" id="{B7E901A2-179E-4AB1-B625-8951E6F91935}"/>
              </a:ext>
            </a:extLst>
          </p:cNvPr>
          <p:cNvSpPr>
            <a:spLocks noGrp="1"/>
          </p:cNvSpPr>
          <p:nvPr/>
        </p:nvSpPr>
        <p:spPr>
          <a:xfrm>
            <a:off x="706731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2" name="F2_precision_recall_distributions_7026">
            <a:extLst>
              <a:ext uri="{FF2B5EF4-FFF2-40B4-BE49-F238E27FC236}">
                <a16:creationId xmlns:a16="http://schemas.microsoft.com/office/drawing/2014/main" id="{37F3E888-8F8B-4802-AE08-F74AEB7E105E}"/>
              </a:ext>
            </a:extLst>
          </p:cNvPr>
          <p:cNvSpPr>
            <a:spLocks noGrp="1"/>
          </p:cNvSpPr>
          <p:nvPr/>
        </p:nvSpPr>
        <p:spPr>
          <a:xfrm>
            <a:off x="707279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3" name="F2_precision_recall_distributions_7027">
            <a:extLst>
              <a:ext uri="{FF2B5EF4-FFF2-40B4-BE49-F238E27FC236}">
                <a16:creationId xmlns:a16="http://schemas.microsoft.com/office/drawing/2014/main" id="{BCDFBCEF-3B1F-4B9F-9017-1061C6855E55}"/>
              </a:ext>
            </a:extLst>
          </p:cNvPr>
          <p:cNvSpPr>
            <a:spLocks noGrp="1"/>
          </p:cNvSpPr>
          <p:nvPr/>
        </p:nvSpPr>
        <p:spPr>
          <a:xfrm>
            <a:off x="7262792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4" name="F2_precision_recall_distributions_7028">
            <a:extLst>
              <a:ext uri="{FF2B5EF4-FFF2-40B4-BE49-F238E27FC236}">
                <a16:creationId xmlns:a16="http://schemas.microsoft.com/office/drawing/2014/main" id="{74BB3FF2-4185-4118-9E29-00BACE756682}"/>
              </a:ext>
            </a:extLst>
          </p:cNvPr>
          <p:cNvSpPr>
            <a:spLocks noGrp="1"/>
          </p:cNvSpPr>
          <p:nvPr/>
        </p:nvSpPr>
        <p:spPr>
          <a:xfrm>
            <a:off x="722721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5" name="F2_precision_recall_distributions_7029">
            <a:extLst>
              <a:ext uri="{FF2B5EF4-FFF2-40B4-BE49-F238E27FC236}">
                <a16:creationId xmlns:a16="http://schemas.microsoft.com/office/drawing/2014/main" id="{4537621D-F883-4AD7-8C15-1867BF326133}"/>
              </a:ext>
            </a:extLst>
          </p:cNvPr>
          <p:cNvSpPr>
            <a:spLocks noGrp="1"/>
          </p:cNvSpPr>
          <p:nvPr/>
        </p:nvSpPr>
        <p:spPr>
          <a:xfrm>
            <a:off x="7203691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6" name="F2_precision_recall_distributions_7030">
            <a:extLst>
              <a:ext uri="{FF2B5EF4-FFF2-40B4-BE49-F238E27FC236}">
                <a16:creationId xmlns:a16="http://schemas.microsoft.com/office/drawing/2014/main" id="{D3172560-272B-4485-90BC-D8767A778E17}"/>
              </a:ext>
            </a:extLst>
          </p:cNvPr>
          <p:cNvSpPr>
            <a:spLocks noGrp="1"/>
          </p:cNvSpPr>
          <p:nvPr/>
        </p:nvSpPr>
        <p:spPr>
          <a:xfrm>
            <a:off x="698713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7" name="F2_precision_recall_distributions_7031">
            <a:extLst>
              <a:ext uri="{FF2B5EF4-FFF2-40B4-BE49-F238E27FC236}">
                <a16:creationId xmlns:a16="http://schemas.microsoft.com/office/drawing/2014/main" id="{DC4228D9-5A4E-4FCC-B6A7-F88E0E600E5C}"/>
              </a:ext>
            </a:extLst>
          </p:cNvPr>
          <p:cNvSpPr>
            <a:spLocks noGrp="1"/>
          </p:cNvSpPr>
          <p:nvPr/>
        </p:nvSpPr>
        <p:spPr>
          <a:xfrm>
            <a:off x="7019791" y="63938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8" name="F2_precision_recall_distributions_7032">
            <a:extLst>
              <a:ext uri="{FF2B5EF4-FFF2-40B4-BE49-F238E27FC236}">
                <a16:creationId xmlns:a16="http://schemas.microsoft.com/office/drawing/2014/main" id="{BDD2ECCD-5484-4855-86C0-BA2655F364A6}"/>
              </a:ext>
            </a:extLst>
          </p:cNvPr>
          <p:cNvSpPr>
            <a:spLocks noGrp="1"/>
          </p:cNvSpPr>
          <p:nvPr/>
        </p:nvSpPr>
        <p:spPr>
          <a:xfrm>
            <a:off x="719254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9" name="F2_precision_recall_distributions_7033">
            <a:extLst>
              <a:ext uri="{FF2B5EF4-FFF2-40B4-BE49-F238E27FC236}">
                <a16:creationId xmlns:a16="http://schemas.microsoft.com/office/drawing/2014/main" id="{D1102A62-A341-4F0F-81DB-8C6CA7D77734}"/>
              </a:ext>
            </a:extLst>
          </p:cNvPr>
          <p:cNvSpPr>
            <a:spLocks noGrp="1"/>
          </p:cNvSpPr>
          <p:nvPr/>
        </p:nvSpPr>
        <p:spPr>
          <a:xfrm>
            <a:off x="706153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0" name="F2_precision_recall_distributions_7034">
            <a:extLst>
              <a:ext uri="{FF2B5EF4-FFF2-40B4-BE49-F238E27FC236}">
                <a16:creationId xmlns:a16="http://schemas.microsoft.com/office/drawing/2014/main" id="{E070A010-75F7-449A-817D-8D41943310A4}"/>
              </a:ext>
            </a:extLst>
          </p:cNvPr>
          <p:cNvSpPr>
            <a:spLocks noGrp="1"/>
          </p:cNvSpPr>
          <p:nvPr/>
        </p:nvSpPr>
        <p:spPr>
          <a:xfrm>
            <a:off x="7112614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1" name="F2_precision_recall_distributions_7035">
            <a:extLst>
              <a:ext uri="{FF2B5EF4-FFF2-40B4-BE49-F238E27FC236}">
                <a16:creationId xmlns:a16="http://schemas.microsoft.com/office/drawing/2014/main" id="{26597557-0248-4D98-A289-13E501CD1ABD}"/>
              </a:ext>
            </a:extLst>
          </p:cNvPr>
          <p:cNvSpPr>
            <a:spLocks noGrp="1"/>
          </p:cNvSpPr>
          <p:nvPr/>
        </p:nvSpPr>
        <p:spPr>
          <a:xfrm>
            <a:off x="732271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2" name="F2_precision_recall_distributions_7036">
            <a:extLst>
              <a:ext uri="{FF2B5EF4-FFF2-40B4-BE49-F238E27FC236}">
                <a16:creationId xmlns:a16="http://schemas.microsoft.com/office/drawing/2014/main" id="{4435C579-EB8F-4E2B-A1E8-E5F69A2B28C2}"/>
              </a:ext>
            </a:extLst>
          </p:cNvPr>
          <p:cNvSpPr>
            <a:spLocks noGrp="1"/>
          </p:cNvSpPr>
          <p:nvPr/>
        </p:nvSpPr>
        <p:spPr>
          <a:xfrm>
            <a:off x="69777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3" name="F2_precision_recall_distributions_7037">
            <a:extLst>
              <a:ext uri="{FF2B5EF4-FFF2-40B4-BE49-F238E27FC236}">
                <a16:creationId xmlns:a16="http://schemas.microsoft.com/office/drawing/2014/main" id="{3AA55735-DEB3-44BE-8347-E10307E8FBED}"/>
              </a:ext>
            </a:extLst>
          </p:cNvPr>
          <p:cNvSpPr>
            <a:spLocks noGrp="1"/>
          </p:cNvSpPr>
          <p:nvPr/>
        </p:nvSpPr>
        <p:spPr>
          <a:xfrm>
            <a:off x="7297211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4" name="F2_precision_recall_distributions_7038">
            <a:extLst>
              <a:ext uri="{FF2B5EF4-FFF2-40B4-BE49-F238E27FC236}">
                <a16:creationId xmlns:a16="http://schemas.microsoft.com/office/drawing/2014/main" id="{1D8848FE-AEBE-49F0-ABC0-43F6D1CEFE19}"/>
              </a:ext>
            </a:extLst>
          </p:cNvPr>
          <p:cNvSpPr>
            <a:spLocks noGrp="1"/>
          </p:cNvSpPr>
          <p:nvPr/>
        </p:nvSpPr>
        <p:spPr>
          <a:xfrm>
            <a:off x="715257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5" name="F2_precision_recall_distributions_7039">
            <a:extLst>
              <a:ext uri="{FF2B5EF4-FFF2-40B4-BE49-F238E27FC236}">
                <a16:creationId xmlns:a16="http://schemas.microsoft.com/office/drawing/2014/main" id="{3DFBB9C9-86FA-4308-BAFC-18AB292BA060}"/>
              </a:ext>
            </a:extLst>
          </p:cNvPr>
          <p:cNvSpPr>
            <a:spLocks noGrp="1"/>
          </p:cNvSpPr>
          <p:nvPr/>
        </p:nvSpPr>
        <p:spPr>
          <a:xfrm>
            <a:off x="7137676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6" name="F2_precision_recall_distributions_7040">
            <a:extLst>
              <a:ext uri="{FF2B5EF4-FFF2-40B4-BE49-F238E27FC236}">
                <a16:creationId xmlns:a16="http://schemas.microsoft.com/office/drawing/2014/main" id="{C22EADDB-0C89-45C3-98B7-9AA01F39BB7E}"/>
              </a:ext>
            </a:extLst>
          </p:cNvPr>
          <p:cNvSpPr>
            <a:spLocks noGrp="1"/>
          </p:cNvSpPr>
          <p:nvPr/>
        </p:nvSpPr>
        <p:spPr>
          <a:xfrm>
            <a:off x="722279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7" name="F2_precision_recall_distributions_7041">
            <a:extLst>
              <a:ext uri="{FF2B5EF4-FFF2-40B4-BE49-F238E27FC236}">
                <a16:creationId xmlns:a16="http://schemas.microsoft.com/office/drawing/2014/main" id="{6CEF6553-9E86-4BE8-B7AB-EBAE291B7C94}"/>
              </a:ext>
            </a:extLst>
          </p:cNvPr>
          <p:cNvSpPr>
            <a:spLocks noGrp="1"/>
          </p:cNvSpPr>
          <p:nvPr/>
        </p:nvSpPr>
        <p:spPr>
          <a:xfrm>
            <a:off x="717011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8" name="F2_precision_recall_distributions_7042">
            <a:extLst>
              <a:ext uri="{FF2B5EF4-FFF2-40B4-BE49-F238E27FC236}">
                <a16:creationId xmlns:a16="http://schemas.microsoft.com/office/drawing/2014/main" id="{00DF9904-6501-4927-951F-68B18326092C}"/>
              </a:ext>
            </a:extLst>
          </p:cNvPr>
          <p:cNvSpPr>
            <a:spLocks noGrp="1"/>
          </p:cNvSpPr>
          <p:nvPr/>
        </p:nvSpPr>
        <p:spPr>
          <a:xfrm>
            <a:off x="7248276" y="63761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9" name="F2_precision_recall_distributions_7043">
            <a:extLst>
              <a:ext uri="{FF2B5EF4-FFF2-40B4-BE49-F238E27FC236}">
                <a16:creationId xmlns:a16="http://schemas.microsoft.com/office/drawing/2014/main" id="{FDBE0F2A-EB27-4D8A-BA76-706A22203DE4}"/>
              </a:ext>
            </a:extLst>
          </p:cNvPr>
          <p:cNvSpPr>
            <a:spLocks noGrp="1"/>
          </p:cNvSpPr>
          <p:nvPr/>
        </p:nvSpPr>
        <p:spPr>
          <a:xfrm>
            <a:off x="717891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0" name="F2_precision_recall_distributions_7044">
            <a:extLst>
              <a:ext uri="{FF2B5EF4-FFF2-40B4-BE49-F238E27FC236}">
                <a16:creationId xmlns:a16="http://schemas.microsoft.com/office/drawing/2014/main" id="{D2391672-D174-43F8-9FFB-5BD92A407BD2}"/>
              </a:ext>
            </a:extLst>
          </p:cNvPr>
          <p:cNvSpPr>
            <a:spLocks noGrp="1"/>
          </p:cNvSpPr>
          <p:nvPr/>
        </p:nvSpPr>
        <p:spPr>
          <a:xfrm>
            <a:off x="7000885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1" name="F2_precision_recall_distributions_7045">
            <a:extLst>
              <a:ext uri="{FF2B5EF4-FFF2-40B4-BE49-F238E27FC236}">
                <a16:creationId xmlns:a16="http://schemas.microsoft.com/office/drawing/2014/main" id="{715C8C18-79E0-4A46-945A-2B935A72EE43}"/>
              </a:ext>
            </a:extLst>
          </p:cNvPr>
          <p:cNvSpPr>
            <a:spLocks noGrp="1"/>
          </p:cNvSpPr>
          <p:nvPr/>
        </p:nvSpPr>
        <p:spPr>
          <a:xfrm>
            <a:off x="7270489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2" name="F2_precision_recall_distributions_7046">
            <a:extLst>
              <a:ext uri="{FF2B5EF4-FFF2-40B4-BE49-F238E27FC236}">
                <a16:creationId xmlns:a16="http://schemas.microsoft.com/office/drawing/2014/main" id="{566A4E7B-1C79-4EE9-B097-9C415BFAF5C5}"/>
              </a:ext>
            </a:extLst>
          </p:cNvPr>
          <p:cNvSpPr>
            <a:spLocks noGrp="1"/>
          </p:cNvSpPr>
          <p:nvPr/>
        </p:nvSpPr>
        <p:spPr>
          <a:xfrm>
            <a:off x="717071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3" name="F2_precision_recall_distributions_7047">
            <a:extLst>
              <a:ext uri="{FF2B5EF4-FFF2-40B4-BE49-F238E27FC236}">
                <a16:creationId xmlns:a16="http://schemas.microsoft.com/office/drawing/2014/main" id="{91FA0DA3-EFB5-4110-8045-66874F680050}"/>
              </a:ext>
            </a:extLst>
          </p:cNvPr>
          <p:cNvSpPr>
            <a:spLocks noGrp="1"/>
          </p:cNvSpPr>
          <p:nvPr/>
        </p:nvSpPr>
        <p:spPr>
          <a:xfrm>
            <a:off x="710841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4" name="F2_precision_recall_distributions_7048">
            <a:extLst>
              <a:ext uri="{FF2B5EF4-FFF2-40B4-BE49-F238E27FC236}">
                <a16:creationId xmlns:a16="http://schemas.microsoft.com/office/drawing/2014/main" id="{DF3FAADC-8AA9-40C4-BA3F-C757029574C0}"/>
              </a:ext>
            </a:extLst>
          </p:cNvPr>
          <p:cNvSpPr>
            <a:spLocks noGrp="1"/>
          </p:cNvSpPr>
          <p:nvPr/>
        </p:nvSpPr>
        <p:spPr>
          <a:xfrm>
            <a:off x="7048971" y="60696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5" name="F2_precision_recall_distributions_7049">
            <a:extLst>
              <a:ext uri="{FF2B5EF4-FFF2-40B4-BE49-F238E27FC236}">
                <a16:creationId xmlns:a16="http://schemas.microsoft.com/office/drawing/2014/main" id="{74BD11D8-4AFF-49C0-B3CE-1B272846C0ED}"/>
              </a:ext>
            </a:extLst>
          </p:cNvPr>
          <p:cNvSpPr>
            <a:spLocks noGrp="1"/>
          </p:cNvSpPr>
          <p:nvPr/>
        </p:nvSpPr>
        <p:spPr>
          <a:xfrm>
            <a:off x="711790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6" name="F2_precision_recall_distributions_7050">
            <a:extLst>
              <a:ext uri="{FF2B5EF4-FFF2-40B4-BE49-F238E27FC236}">
                <a16:creationId xmlns:a16="http://schemas.microsoft.com/office/drawing/2014/main" id="{4E4717A0-C80D-465C-95F2-AC3FC82F8D95}"/>
              </a:ext>
            </a:extLst>
          </p:cNvPr>
          <p:cNvSpPr>
            <a:spLocks noGrp="1"/>
          </p:cNvSpPr>
          <p:nvPr/>
        </p:nvSpPr>
        <p:spPr>
          <a:xfrm>
            <a:off x="7193953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7" name="F2_precision_recall_distributions_7051">
            <a:extLst>
              <a:ext uri="{FF2B5EF4-FFF2-40B4-BE49-F238E27FC236}">
                <a16:creationId xmlns:a16="http://schemas.microsoft.com/office/drawing/2014/main" id="{B2B4D927-3F45-4731-BD42-3C25DBE9B280}"/>
              </a:ext>
            </a:extLst>
          </p:cNvPr>
          <p:cNvSpPr>
            <a:spLocks noGrp="1"/>
          </p:cNvSpPr>
          <p:nvPr/>
        </p:nvSpPr>
        <p:spPr>
          <a:xfrm>
            <a:off x="728447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8" name="F2_precision_recall_distributions_7052">
            <a:extLst>
              <a:ext uri="{FF2B5EF4-FFF2-40B4-BE49-F238E27FC236}">
                <a16:creationId xmlns:a16="http://schemas.microsoft.com/office/drawing/2014/main" id="{C1637DBE-E6F2-4959-A7BB-967D309BE827}"/>
              </a:ext>
            </a:extLst>
          </p:cNvPr>
          <p:cNvSpPr>
            <a:spLocks noGrp="1"/>
          </p:cNvSpPr>
          <p:nvPr/>
        </p:nvSpPr>
        <p:spPr>
          <a:xfrm>
            <a:off x="706825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9" name="F2_precision_recall_distributions_7053">
            <a:extLst>
              <a:ext uri="{FF2B5EF4-FFF2-40B4-BE49-F238E27FC236}">
                <a16:creationId xmlns:a16="http://schemas.microsoft.com/office/drawing/2014/main" id="{8183E1EC-469F-4561-8AED-E5C033B2B137}"/>
              </a:ext>
            </a:extLst>
          </p:cNvPr>
          <p:cNvSpPr>
            <a:spLocks noGrp="1"/>
          </p:cNvSpPr>
          <p:nvPr/>
        </p:nvSpPr>
        <p:spPr>
          <a:xfrm>
            <a:off x="709787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0" name="F2_precision_recall_distributions_7054">
            <a:extLst>
              <a:ext uri="{FF2B5EF4-FFF2-40B4-BE49-F238E27FC236}">
                <a16:creationId xmlns:a16="http://schemas.microsoft.com/office/drawing/2014/main" id="{8E57A889-6F02-47EC-A765-8D8EA1DABEC7}"/>
              </a:ext>
            </a:extLst>
          </p:cNvPr>
          <p:cNvSpPr>
            <a:spLocks noGrp="1"/>
          </p:cNvSpPr>
          <p:nvPr/>
        </p:nvSpPr>
        <p:spPr>
          <a:xfrm>
            <a:off x="7197870" y="60696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1" name="F2_precision_recall_distributions_7055">
            <a:extLst>
              <a:ext uri="{FF2B5EF4-FFF2-40B4-BE49-F238E27FC236}">
                <a16:creationId xmlns:a16="http://schemas.microsoft.com/office/drawing/2014/main" id="{34076FD7-60CA-48F0-913D-D02902DBA721}"/>
              </a:ext>
            </a:extLst>
          </p:cNvPr>
          <p:cNvSpPr>
            <a:spLocks noGrp="1"/>
          </p:cNvSpPr>
          <p:nvPr/>
        </p:nvSpPr>
        <p:spPr>
          <a:xfrm>
            <a:off x="715055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2" name="F2_precision_recall_distributions_7056">
            <a:extLst>
              <a:ext uri="{FF2B5EF4-FFF2-40B4-BE49-F238E27FC236}">
                <a16:creationId xmlns:a16="http://schemas.microsoft.com/office/drawing/2014/main" id="{2D7C1FED-DD50-40C9-B015-822E16542434}"/>
              </a:ext>
            </a:extLst>
          </p:cNvPr>
          <p:cNvSpPr>
            <a:spLocks noGrp="1"/>
          </p:cNvSpPr>
          <p:nvPr/>
        </p:nvSpPr>
        <p:spPr>
          <a:xfrm>
            <a:off x="7121626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3" name="F2_precision_recall_distributions_7057">
            <a:extLst>
              <a:ext uri="{FF2B5EF4-FFF2-40B4-BE49-F238E27FC236}">
                <a16:creationId xmlns:a16="http://schemas.microsoft.com/office/drawing/2014/main" id="{05F59C0C-2676-4B8C-873A-F5ABA22969BC}"/>
              </a:ext>
            </a:extLst>
          </p:cNvPr>
          <p:cNvSpPr>
            <a:spLocks noGrp="1"/>
          </p:cNvSpPr>
          <p:nvPr/>
        </p:nvSpPr>
        <p:spPr>
          <a:xfrm>
            <a:off x="727484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4" name="F2_precision_recall_distributions_7058">
            <a:extLst>
              <a:ext uri="{FF2B5EF4-FFF2-40B4-BE49-F238E27FC236}">
                <a16:creationId xmlns:a16="http://schemas.microsoft.com/office/drawing/2014/main" id="{9F851C00-F8D4-462A-B3AA-1ABD2D725689}"/>
              </a:ext>
            </a:extLst>
          </p:cNvPr>
          <p:cNvSpPr>
            <a:spLocks noGrp="1"/>
          </p:cNvSpPr>
          <p:nvPr/>
        </p:nvSpPr>
        <p:spPr>
          <a:xfrm>
            <a:off x="6982818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5" name="F2_precision_recall_distributions_7059">
            <a:extLst>
              <a:ext uri="{FF2B5EF4-FFF2-40B4-BE49-F238E27FC236}">
                <a16:creationId xmlns:a16="http://schemas.microsoft.com/office/drawing/2014/main" id="{F85EC5EA-78FE-4E37-A48A-762DA938C897}"/>
              </a:ext>
            </a:extLst>
          </p:cNvPr>
          <p:cNvSpPr>
            <a:spLocks noGrp="1"/>
          </p:cNvSpPr>
          <p:nvPr/>
        </p:nvSpPr>
        <p:spPr>
          <a:xfrm>
            <a:off x="6991621" y="57678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6" name="F2_precision_recall_distributions_7060">
            <a:extLst>
              <a:ext uri="{FF2B5EF4-FFF2-40B4-BE49-F238E27FC236}">
                <a16:creationId xmlns:a16="http://schemas.microsoft.com/office/drawing/2014/main" id="{CB2536FF-E53B-491E-8E34-E76A4607293A}"/>
              </a:ext>
            </a:extLst>
          </p:cNvPr>
          <p:cNvSpPr>
            <a:spLocks noGrp="1"/>
          </p:cNvSpPr>
          <p:nvPr/>
        </p:nvSpPr>
        <p:spPr>
          <a:xfrm>
            <a:off x="7075572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7" name="F2_precision_recall_distributions_7061">
            <a:extLst>
              <a:ext uri="{FF2B5EF4-FFF2-40B4-BE49-F238E27FC236}">
                <a16:creationId xmlns:a16="http://schemas.microsoft.com/office/drawing/2014/main" id="{4FE26E58-5D19-412C-A31E-BEADD0C72A92}"/>
              </a:ext>
            </a:extLst>
          </p:cNvPr>
          <p:cNvSpPr>
            <a:spLocks noGrp="1"/>
          </p:cNvSpPr>
          <p:nvPr/>
        </p:nvSpPr>
        <p:spPr>
          <a:xfrm>
            <a:off x="7202383" y="61285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8" name="F2_precision_recall_distributions_7062">
            <a:extLst>
              <a:ext uri="{FF2B5EF4-FFF2-40B4-BE49-F238E27FC236}">
                <a16:creationId xmlns:a16="http://schemas.microsoft.com/office/drawing/2014/main" id="{E307EEDB-D6D0-49BF-9E43-2DDD01A08B94}"/>
              </a:ext>
            </a:extLst>
          </p:cNvPr>
          <p:cNvSpPr>
            <a:spLocks noGrp="1"/>
          </p:cNvSpPr>
          <p:nvPr/>
        </p:nvSpPr>
        <p:spPr>
          <a:xfrm>
            <a:off x="730607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9" name="F2_precision_recall_distributions_7063">
            <a:extLst>
              <a:ext uri="{FF2B5EF4-FFF2-40B4-BE49-F238E27FC236}">
                <a16:creationId xmlns:a16="http://schemas.microsoft.com/office/drawing/2014/main" id="{0DD2D01E-04BE-4D30-84E9-201100F1AF1F}"/>
              </a:ext>
            </a:extLst>
          </p:cNvPr>
          <p:cNvSpPr>
            <a:spLocks noGrp="1"/>
          </p:cNvSpPr>
          <p:nvPr/>
        </p:nvSpPr>
        <p:spPr>
          <a:xfrm>
            <a:off x="728975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0" name="F2_precision_recall_distributions_7064">
            <a:extLst>
              <a:ext uri="{FF2B5EF4-FFF2-40B4-BE49-F238E27FC236}">
                <a16:creationId xmlns:a16="http://schemas.microsoft.com/office/drawing/2014/main" id="{01CE19D5-3890-465E-BA95-ECA91E70946D}"/>
              </a:ext>
            </a:extLst>
          </p:cNvPr>
          <p:cNvSpPr>
            <a:spLocks noGrp="1"/>
          </p:cNvSpPr>
          <p:nvPr/>
        </p:nvSpPr>
        <p:spPr>
          <a:xfrm>
            <a:off x="696957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1" name="F2_precision_recall_distributions_7065">
            <a:extLst>
              <a:ext uri="{FF2B5EF4-FFF2-40B4-BE49-F238E27FC236}">
                <a16:creationId xmlns:a16="http://schemas.microsoft.com/office/drawing/2014/main" id="{EAA50F78-ADD5-4657-BF93-3E50DB0635A8}"/>
              </a:ext>
            </a:extLst>
          </p:cNvPr>
          <p:cNvSpPr>
            <a:spLocks noGrp="1"/>
          </p:cNvSpPr>
          <p:nvPr/>
        </p:nvSpPr>
        <p:spPr>
          <a:xfrm>
            <a:off x="7318807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2" name="F2_precision_recall_distributions_7066">
            <a:extLst>
              <a:ext uri="{FF2B5EF4-FFF2-40B4-BE49-F238E27FC236}">
                <a16:creationId xmlns:a16="http://schemas.microsoft.com/office/drawing/2014/main" id="{52A43014-C5A1-4DD2-AD6F-F9BFD51E429A}"/>
              </a:ext>
            </a:extLst>
          </p:cNvPr>
          <p:cNvSpPr>
            <a:spLocks noGrp="1"/>
          </p:cNvSpPr>
          <p:nvPr/>
        </p:nvSpPr>
        <p:spPr>
          <a:xfrm>
            <a:off x="7254749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3" name="F2_precision_recall_distributions_7067">
            <a:extLst>
              <a:ext uri="{FF2B5EF4-FFF2-40B4-BE49-F238E27FC236}">
                <a16:creationId xmlns:a16="http://schemas.microsoft.com/office/drawing/2014/main" id="{74868DE8-76DB-4B34-BDDD-3D25F3771F6C}"/>
              </a:ext>
            </a:extLst>
          </p:cNvPr>
          <p:cNvSpPr>
            <a:spLocks noGrp="1"/>
          </p:cNvSpPr>
          <p:nvPr/>
        </p:nvSpPr>
        <p:spPr>
          <a:xfrm>
            <a:off x="7119988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4" name="F2_precision_recall_distributions_7068">
            <a:extLst>
              <a:ext uri="{FF2B5EF4-FFF2-40B4-BE49-F238E27FC236}">
                <a16:creationId xmlns:a16="http://schemas.microsoft.com/office/drawing/2014/main" id="{FC3439D7-BFAC-471D-A4D6-D0DAFBAE92EF}"/>
              </a:ext>
            </a:extLst>
          </p:cNvPr>
          <p:cNvSpPr>
            <a:spLocks noGrp="1"/>
          </p:cNvSpPr>
          <p:nvPr/>
        </p:nvSpPr>
        <p:spPr>
          <a:xfrm>
            <a:off x="732362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5" name="F2_precision_recall_distributions_7069">
            <a:extLst>
              <a:ext uri="{FF2B5EF4-FFF2-40B4-BE49-F238E27FC236}">
                <a16:creationId xmlns:a16="http://schemas.microsoft.com/office/drawing/2014/main" id="{639662C6-7BF2-44F0-9BEB-CC1AF6C4339D}"/>
              </a:ext>
            </a:extLst>
          </p:cNvPr>
          <p:cNvSpPr>
            <a:spLocks noGrp="1"/>
          </p:cNvSpPr>
          <p:nvPr/>
        </p:nvSpPr>
        <p:spPr>
          <a:xfrm>
            <a:off x="726937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6" name="F2_precision_recall_distributions_7070">
            <a:extLst>
              <a:ext uri="{FF2B5EF4-FFF2-40B4-BE49-F238E27FC236}">
                <a16:creationId xmlns:a16="http://schemas.microsoft.com/office/drawing/2014/main" id="{6C9AB884-9EAA-4FAE-82E3-0E92243355C3}"/>
              </a:ext>
            </a:extLst>
          </p:cNvPr>
          <p:cNvSpPr>
            <a:spLocks noGrp="1"/>
          </p:cNvSpPr>
          <p:nvPr/>
        </p:nvSpPr>
        <p:spPr>
          <a:xfrm>
            <a:off x="7257821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7" name="F2_precision_recall_distributions_7071">
            <a:extLst>
              <a:ext uri="{FF2B5EF4-FFF2-40B4-BE49-F238E27FC236}">
                <a16:creationId xmlns:a16="http://schemas.microsoft.com/office/drawing/2014/main" id="{22A3F533-80C6-403E-A17C-A1BDD8CDC8DB}"/>
              </a:ext>
            </a:extLst>
          </p:cNvPr>
          <p:cNvSpPr>
            <a:spLocks noGrp="1"/>
          </p:cNvSpPr>
          <p:nvPr/>
        </p:nvSpPr>
        <p:spPr>
          <a:xfrm>
            <a:off x="731931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8" name="F2_precision_recall_distributions_7072">
            <a:extLst>
              <a:ext uri="{FF2B5EF4-FFF2-40B4-BE49-F238E27FC236}">
                <a16:creationId xmlns:a16="http://schemas.microsoft.com/office/drawing/2014/main" id="{6A73E706-B065-412D-A71E-ECDF952FF239}"/>
              </a:ext>
            </a:extLst>
          </p:cNvPr>
          <p:cNvSpPr>
            <a:spLocks noGrp="1"/>
          </p:cNvSpPr>
          <p:nvPr/>
        </p:nvSpPr>
        <p:spPr>
          <a:xfrm>
            <a:off x="715425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9" name="F2_precision_recall_distributions_7073">
            <a:extLst>
              <a:ext uri="{FF2B5EF4-FFF2-40B4-BE49-F238E27FC236}">
                <a16:creationId xmlns:a16="http://schemas.microsoft.com/office/drawing/2014/main" id="{54B5116C-16E2-4A70-867F-50FD203D10A9}"/>
              </a:ext>
            </a:extLst>
          </p:cNvPr>
          <p:cNvSpPr>
            <a:spLocks noGrp="1"/>
          </p:cNvSpPr>
          <p:nvPr/>
        </p:nvSpPr>
        <p:spPr>
          <a:xfrm>
            <a:off x="7136684" y="60831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0" name="F2_precision_recall_distributions_7074">
            <a:extLst>
              <a:ext uri="{FF2B5EF4-FFF2-40B4-BE49-F238E27FC236}">
                <a16:creationId xmlns:a16="http://schemas.microsoft.com/office/drawing/2014/main" id="{D9E4D569-6020-486B-98E9-EACF80F52F91}"/>
              </a:ext>
            </a:extLst>
          </p:cNvPr>
          <p:cNvSpPr>
            <a:spLocks noGrp="1"/>
          </p:cNvSpPr>
          <p:nvPr/>
        </p:nvSpPr>
        <p:spPr>
          <a:xfrm>
            <a:off x="7099768" y="57193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1" name="F2_precision_recall_distributions_7075">
            <a:extLst>
              <a:ext uri="{FF2B5EF4-FFF2-40B4-BE49-F238E27FC236}">
                <a16:creationId xmlns:a16="http://schemas.microsoft.com/office/drawing/2014/main" id="{DA67FF75-017F-4334-A645-421C4132A6C5}"/>
              </a:ext>
            </a:extLst>
          </p:cNvPr>
          <p:cNvSpPr>
            <a:spLocks noGrp="1"/>
          </p:cNvSpPr>
          <p:nvPr/>
        </p:nvSpPr>
        <p:spPr>
          <a:xfrm>
            <a:off x="721987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2" name="F2_precision_recall_distributions_7076">
            <a:extLst>
              <a:ext uri="{FF2B5EF4-FFF2-40B4-BE49-F238E27FC236}">
                <a16:creationId xmlns:a16="http://schemas.microsoft.com/office/drawing/2014/main" id="{80A4FDAC-63E6-473A-A1DE-FBBB1C21C4EC}"/>
              </a:ext>
            </a:extLst>
          </p:cNvPr>
          <p:cNvSpPr>
            <a:spLocks noGrp="1"/>
          </p:cNvSpPr>
          <p:nvPr/>
        </p:nvSpPr>
        <p:spPr>
          <a:xfrm>
            <a:off x="7183380" y="61834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3" name="F2_precision_recall_distributions_7077">
            <a:extLst>
              <a:ext uri="{FF2B5EF4-FFF2-40B4-BE49-F238E27FC236}">
                <a16:creationId xmlns:a16="http://schemas.microsoft.com/office/drawing/2014/main" id="{2C89E99A-2D38-4451-B57A-9A5E08D44482}"/>
              </a:ext>
            </a:extLst>
          </p:cNvPr>
          <p:cNvSpPr>
            <a:spLocks noGrp="1"/>
          </p:cNvSpPr>
          <p:nvPr/>
        </p:nvSpPr>
        <p:spPr>
          <a:xfrm>
            <a:off x="6989386" y="6277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4" name="F2_precision_recall_distributions_7078">
            <a:extLst>
              <a:ext uri="{FF2B5EF4-FFF2-40B4-BE49-F238E27FC236}">
                <a16:creationId xmlns:a16="http://schemas.microsoft.com/office/drawing/2014/main" id="{78F9781C-4449-4307-BC96-8F58CC70FC78}"/>
              </a:ext>
            </a:extLst>
          </p:cNvPr>
          <p:cNvSpPr>
            <a:spLocks noGrp="1"/>
          </p:cNvSpPr>
          <p:nvPr/>
        </p:nvSpPr>
        <p:spPr>
          <a:xfrm>
            <a:off x="716561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5" name="F2_precision_recall_distributions_7079">
            <a:extLst>
              <a:ext uri="{FF2B5EF4-FFF2-40B4-BE49-F238E27FC236}">
                <a16:creationId xmlns:a16="http://schemas.microsoft.com/office/drawing/2014/main" id="{7CB6706D-7CAB-48A8-8B67-887B258FDADA}"/>
              </a:ext>
            </a:extLst>
          </p:cNvPr>
          <p:cNvSpPr>
            <a:spLocks noGrp="1"/>
          </p:cNvSpPr>
          <p:nvPr/>
        </p:nvSpPr>
        <p:spPr>
          <a:xfrm>
            <a:off x="719714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6" name="F2_precision_recall_distributions_7080">
            <a:extLst>
              <a:ext uri="{FF2B5EF4-FFF2-40B4-BE49-F238E27FC236}">
                <a16:creationId xmlns:a16="http://schemas.microsoft.com/office/drawing/2014/main" id="{F41DAFEA-8EA1-42F5-8223-C806AC6AD5A7}"/>
              </a:ext>
            </a:extLst>
          </p:cNvPr>
          <p:cNvSpPr>
            <a:spLocks noGrp="1"/>
          </p:cNvSpPr>
          <p:nvPr/>
        </p:nvSpPr>
        <p:spPr>
          <a:xfrm>
            <a:off x="71466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7" name="F2_precision_recall_distributions_7081">
            <a:extLst>
              <a:ext uri="{FF2B5EF4-FFF2-40B4-BE49-F238E27FC236}">
                <a16:creationId xmlns:a16="http://schemas.microsoft.com/office/drawing/2014/main" id="{6C57124C-3F59-4DC2-85DC-8245197C406E}"/>
              </a:ext>
            </a:extLst>
          </p:cNvPr>
          <p:cNvSpPr>
            <a:spLocks noGrp="1"/>
          </p:cNvSpPr>
          <p:nvPr/>
        </p:nvSpPr>
        <p:spPr>
          <a:xfrm>
            <a:off x="733744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8" name="F2_precision_recall_distributions_7082">
            <a:extLst>
              <a:ext uri="{FF2B5EF4-FFF2-40B4-BE49-F238E27FC236}">
                <a16:creationId xmlns:a16="http://schemas.microsoft.com/office/drawing/2014/main" id="{BEEB0802-5F9B-4B62-B146-8683A98DF839}"/>
              </a:ext>
            </a:extLst>
          </p:cNvPr>
          <p:cNvSpPr>
            <a:spLocks noGrp="1"/>
          </p:cNvSpPr>
          <p:nvPr/>
        </p:nvSpPr>
        <p:spPr>
          <a:xfrm>
            <a:off x="707469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9" name="F2_precision_recall_distributions_7083">
            <a:extLst>
              <a:ext uri="{FF2B5EF4-FFF2-40B4-BE49-F238E27FC236}">
                <a16:creationId xmlns:a16="http://schemas.microsoft.com/office/drawing/2014/main" id="{6E3DF168-C24F-4046-A168-C89359EC1D48}"/>
              </a:ext>
            </a:extLst>
          </p:cNvPr>
          <p:cNvSpPr>
            <a:spLocks noGrp="1"/>
          </p:cNvSpPr>
          <p:nvPr/>
        </p:nvSpPr>
        <p:spPr>
          <a:xfrm>
            <a:off x="733230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0" name="F2_precision_recall_distributions_7084">
            <a:extLst>
              <a:ext uri="{FF2B5EF4-FFF2-40B4-BE49-F238E27FC236}">
                <a16:creationId xmlns:a16="http://schemas.microsoft.com/office/drawing/2014/main" id="{B59CDB44-EEC9-4D14-B2EB-2E4C4092D110}"/>
              </a:ext>
            </a:extLst>
          </p:cNvPr>
          <p:cNvSpPr>
            <a:spLocks noGrp="1"/>
          </p:cNvSpPr>
          <p:nvPr/>
        </p:nvSpPr>
        <p:spPr>
          <a:xfrm>
            <a:off x="6984860" y="642851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1" name="F2_precision_recall_distributions_7085">
            <a:extLst>
              <a:ext uri="{FF2B5EF4-FFF2-40B4-BE49-F238E27FC236}">
                <a16:creationId xmlns:a16="http://schemas.microsoft.com/office/drawing/2014/main" id="{F4CBECA4-1E87-4ED9-8788-A1508D6AEDB0}"/>
              </a:ext>
            </a:extLst>
          </p:cNvPr>
          <p:cNvSpPr>
            <a:spLocks noGrp="1"/>
          </p:cNvSpPr>
          <p:nvPr/>
        </p:nvSpPr>
        <p:spPr>
          <a:xfrm>
            <a:off x="729426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2" name="F2_precision_recall_distributions_7086">
            <a:extLst>
              <a:ext uri="{FF2B5EF4-FFF2-40B4-BE49-F238E27FC236}">
                <a16:creationId xmlns:a16="http://schemas.microsoft.com/office/drawing/2014/main" id="{9A053E88-440C-4789-9914-2842A28E6955}"/>
              </a:ext>
            </a:extLst>
          </p:cNvPr>
          <p:cNvSpPr>
            <a:spLocks noGrp="1"/>
          </p:cNvSpPr>
          <p:nvPr/>
        </p:nvSpPr>
        <p:spPr>
          <a:xfrm>
            <a:off x="706920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3" name="F2_precision_recall_distributions_7087">
            <a:extLst>
              <a:ext uri="{FF2B5EF4-FFF2-40B4-BE49-F238E27FC236}">
                <a16:creationId xmlns:a16="http://schemas.microsoft.com/office/drawing/2014/main" id="{C525FBA9-5C11-4870-97F0-C9184C46DE88}"/>
              </a:ext>
            </a:extLst>
          </p:cNvPr>
          <p:cNvSpPr>
            <a:spLocks noGrp="1"/>
          </p:cNvSpPr>
          <p:nvPr/>
        </p:nvSpPr>
        <p:spPr>
          <a:xfrm>
            <a:off x="7992389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507" y="842186"/>
                </a:lnTo>
                <a:lnTo>
                  <a:pt x="21478" y="835606"/>
                </a:lnTo>
                <a:lnTo>
                  <a:pt x="46347" y="829027"/>
                </a:lnTo>
                <a:lnTo>
                  <a:pt x="77789" y="822447"/>
                </a:lnTo>
                <a:lnTo>
                  <a:pt x="113076" y="815868"/>
                </a:lnTo>
                <a:lnTo>
                  <a:pt x="149463" y="809288"/>
                </a:lnTo>
                <a:lnTo>
                  <a:pt x="184528" y="802708"/>
                </a:lnTo>
                <a:lnTo>
                  <a:pt x="216412" y="796129"/>
                </a:lnTo>
                <a:lnTo>
                  <a:pt x="243931" y="789549"/>
                </a:lnTo>
                <a:lnTo>
                  <a:pt x="266566" y="782970"/>
                </a:lnTo>
                <a:lnTo>
                  <a:pt x="284360" y="776390"/>
                </a:lnTo>
                <a:lnTo>
                  <a:pt x="297766" y="769811"/>
                </a:lnTo>
                <a:lnTo>
                  <a:pt x="307471" y="763231"/>
                </a:lnTo>
                <a:lnTo>
                  <a:pt x="314254" y="756651"/>
                </a:lnTo>
                <a:lnTo>
                  <a:pt x="318867" y="750072"/>
                </a:lnTo>
                <a:lnTo>
                  <a:pt x="321964" y="743492"/>
                </a:lnTo>
                <a:lnTo>
                  <a:pt x="324064" y="736913"/>
                </a:lnTo>
                <a:lnTo>
                  <a:pt x="325549" y="730333"/>
                </a:lnTo>
                <a:lnTo>
                  <a:pt x="326677" y="723754"/>
                </a:lnTo>
                <a:lnTo>
                  <a:pt x="327603" y="717174"/>
                </a:lnTo>
                <a:lnTo>
                  <a:pt x="328409" y="710594"/>
                </a:lnTo>
                <a:lnTo>
                  <a:pt x="329128" y="704015"/>
                </a:lnTo>
                <a:lnTo>
                  <a:pt x="329764" y="697435"/>
                </a:lnTo>
                <a:lnTo>
                  <a:pt x="330313" y="690856"/>
                </a:lnTo>
                <a:lnTo>
                  <a:pt x="330768" y="684276"/>
                </a:lnTo>
                <a:lnTo>
                  <a:pt x="331127" y="677697"/>
                </a:lnTo>
                <a:lnTo>
                  <a:pt x="331399" y="671117"/>
                </a:lnTo>
                <a:lnTo>
                  <a:pt x="331595" y="664537"/>
                </a:lnTo>
                <a:lnTo>
                  <a:pt x="331734" y="657958"/>
                </a:lnTo>
                <a:lnTo>
                  <a:pt x="331833" y="651378"/>
                </a:lnTo>
                <a:lnTo>
                  <a:pt x="331907" y="644799"/>
                </a:lnTo>
                <a:lnTo>
                  <a:pt x="331967" y="638219"/>
                </a:lnTo>
                <a:lnTo>
                  <a:pt x="332015" y="631639"/>
                </a:lnTo>
                <a:lnTo>
                  <a:pt x="332049" y="625060"/>
                </a:lnTo>
                <a:lnTo>
                  <a:pt x="332063" y="618480"/>
                </a:lnTo>
                <a:lnTo>
                  <a:pt x="332050" y="611901"/>
                </a:lnTo>
                <a:lnTo>
                  <a:pt x="332006" y="605321"/>
                </a:lnTo>
                <a:lnTo>
                  <a:pt x="331936" y="598742"/>
                </a:lnTo>
                <a:lnTo>
                  <a:pt x="331850" y="592162"/>
                </a:lnTo>
                <a:lnTo>
                  <a:pt x="331769" y="585582"/>
                </a:lnTo>
                <a:lnTo>
                  <a:pt x="331717" y="579003"/>
                </a:lnTo>
                <a:lnTo>
                  <a:pt x="331720" y="572423"/>
                </a:lnTo>
                <a:lnTo>
                  <a:pt x="331798" y="565844"/>
                </a:lnTo>
                <a:lnTo>
                  <a:pt x="331962" y="559264"/>
                </a:lnTo>
                <a:lnTo>
                  <a:pt x="332214" y="552685"/>
                </a:lnTo>
                <a:lnTo>
                  <a:pt x="332541" y="546105"/>
                </a:lnTo>
                <a:lnTo>
                  <a:pt x="332921" y="539525"/>
                </a:lnTo>
                <a:lnTo>
                  <a:pt x="333327" y="532946"/>
                </a:lnTo>
                <a:lnTo>
                  <a:pt x="333726" y="526366"/>
                </a:lnTo>
                <a:lnTo>
                  <a:pt x="334088" y="519787"/>
                </a:lnTo>
                <a:lnTo>
                  <a:pt x="334381" y="513207"/>
                </a:lnTo>
                <a:lnTo>
                  <a:pt x="334579" y="506627"/>
                </a:lnTo>
                <a:lnTo>
                  <a:pt x="334656" y="500048"/>
                </a:lnTo>
                <a:lnTo>
                  <a:pt x="334590" y="493468"/>
                </a:lnTo>
                <a:lnTo>
                  <a:pt x="334368" y="486889"/>
                </a:lnTo>
                <a:lnTo>
                  <a:pt x="333982" y="480309"/>
                </a:lnTo>
                <a:lnTo>
                  <a:pt x="333436" y="473730"/>
                </a:lnTo>
                <a:lnTo>
                  <a:pt x="332752" y="467150"/>
                </a:lnTo>
                <a:lnTo>
                  <a:pt x="331967" y="460570"/>
                </a:lnTo>
                <a:lnTo>
                  <a:pt x="331136" y="453991"/>
                </a:lnTo>
                <a:lnTo>
                  <a:pt x="330325" y="447411"/>
                </a:lnTo>
                <a:lnTo>
                  <a:pt x="329606" y="440832"/>
                </a:lnTo>
                <a:lnTo>
                  <a:pt x="329050" y="434252"/>
                </a:lnTo>
                <a:lnTo>
                  <a:pt x="328709" y="427673"/>
                </a:lnTo>
                <a:lnTo>
                  <a:pt x="328620" y="421093"/>
                </a:lnTo>
                <a:lnTo>
                  <a:pt x="328789" y="414513"/>
                </a:lnTo>
                <a:lnTo>
                  <a:pt x="329200" y="407934"/>
                </a:lnTo>
                <a:lnTo>
                  <a:pt x="329813" y="401354"/>
                </a:lnTo>
                <a:lnTo>
                  <a:pt x="330571" y="394775"/>
                </a:lnTo>
                <a:lnTo>
                  <a:pt x="331415" y="388195"/>
                </a:lnTo>
                <a:lnTo>
                  <a:pt x="332284" y="381616"/>
                </a:lnTo>
                <a:lnTo>
                  <a:pt x="333125" y="375036"/>
                </a:lnTo>
                <a:lnTo>
                  <a:pt x="333898" y="368456"/>
                </a:lnTo>
                <a:lnTo>
                  <a:pt x="334576" y="361877"/>
                </a:lnTo>
                <a:lnTo>
                  <a:pt x="335144" y="355297"/>
                </a:lnTo>
                <a:lnTo>
                  <a:pt x="335597" y="348718"/>
                </a:lnTo>
                <a:lnTo>
                  <a:pt x="335938" y="342138"/>
                </a:lnTo>
                <a:lnTo>
                  <a:pt x="336176" y="335558"/>
                </a:lnTo>
                <a:lnTo>
                  <a:pt x="336322" y="328979"/>
                </a:lnTo>
                <a:lnTo>
                  <a:pt x="336393" y="322399"/>
                </a:lnTo>
                <a:lnTo>
                  <a:pt x="336405" y="315820"/>
                </a:lnTo>
                <a:lnTo>
                  <a:pt x="336376" y="309240"/>
                </a:lnTo>
                <a:lnTo>
                  <a:pt x="336322" y="302661"/>
                </a:lnTo>
                <a:lnTo>
                  <a:pt x="336259" y="296081"/>
                </a:lnTo>
                <a:lnTo>
                  <a:pt x="336200" y="289501"/>
                </a:lnTo>
                <a:lnTo>
                  <a:pt x="336152" y="282922"/>
                </a:lnTo>
                <a:lnTo>
                  <a:pt x="336118" y="276342"/>
                </a:lnTo>
                <a:lnTo>
                  <a:pt x="336099" y="269763"/>
                </a:lnTo>
                <a:lnTo>
                  <a:pt x="336091" y="263183"/>
                </a:lnTo>
                <a:lnTo>
                  <a:pt x="336090" y="256604"/>
                </a:lnTo>
                <a:lnTo>
                  <a:pt x="336091" y="250024"/>
                </a:lnTo>
                <a:lnTo>
                  <a:pt x="336092" y="243444"/>
                </a:lnTo>
                <a:lnTo>
                  <a:pt x="336094" y="236865"/>
                </a:lnTo>
                <a:lnTo>
                  <a:pt x="336101" y="230285"/>
                </a:lnTo>
                <a:lnTo>
                  <a:pt x="336118" y="223706"/>
                </a:lnTo>
                <a:lnTo>
                  <a:pt x="336151" y="217126"/>
                </a:lnTo>
                <a:lnTo>
                  <a:pt x="336206" y="210546"/>
                </a:lnTo>
                <a:lnTo>
                  <a:pt x="336285" y="203967"/>
                </a:lnTo>
                <a:lnTo>
                  <a:pt x="336388" y="197387"/>
                </a:lnTo>
                <a:lnTo>
                  <a:pt x="336511" y="190808"/>
                </a:lnTo>
                <a:lnTo>
                  <a:pt x="336647" y="184228"/>
                </a:lnTo>
                <a:lnTo>
                  <a:pt x="336789" y="177649"/>
                </a:lnTo>
                <a:lnTo>
                  <a:pt x="336928" y="171069"/>
                </a:lnTo>
                <a:lnTo>
                  <a:pt x="337057" y="164489"/>
                </a:lnTo>
                <a:lnTo>
                  <a:pt x="337172" y="157910"/>
                </a:lnTo>
                <a:lnTo>
                  <a:pt x="337268" y="151330"/>
                </a:lnTo>
                <a:lnTo>
                  <a:pt x="337344" y="144751"/>
                </a:lnTo>
                <a:lnTo>
                  <a:pt x="337399" y="138171"/>
                </a:lnTo>
                <a:lnTo>
                  <a:pt x="337433" y="131592"/>
                </a:lnTo>
                <a:lnTo>
                  <a:pt x="337446" y="125012"/>
                </a:lnTo>
                <a:lnTo>
                  <a:pt x="337434" y="118432"/>
                </a:lnTo>
                <a:lnTo>
                  <a:pt x="337391" y="111853"/>
                </a:lnTo>
                <a:lnTo>
                  <a:pt x="337308" y="105273"/>
                </a:lnTo>
                <a:lnTo>
                  <a:pt x="337168" y="98694"/>
                </a:lnTo>
                <a:lnTo>
                  <a:pt x="336951" y="92114"/>
                </a:lnTo>
                <a:lnTo>
                  <a:pt x="336632" y="85535"/>
                </a:lnTo>
                <a:lnTo>
                  <a:pt x="336182" y="78955"/>
                </a:lnTo>
                <a:lnTo>
                  <a:pt x="335572" y="72375"/>
                </a:lnTo>
                <a:lnTo>
                  <a:pt x="334779" y="65796"/>
                </a:lnTo>
                <a:lnTo>
                  <a:pt x="333789" y="59216"/>
                </a:lnTo>
                <a:lnTo>
                  <a:pt x="332604" y="52637"/>
                </a:lnTo>
                <a:lnTo>
                  <a:pt x="331250" y="46057"/>
                </a:lnTo>
                <a:lnTo>
                  <a:pt x="329779" y="39477"/>
                </a:lnTo>
                <a:lnTo>
                  <a:pt x="328268" y="32898"/>
                </a:lnTo>
                <a:lnTo>
                  <a:pt x="326814" y="26318"/>
                </a:lnTo>
                <a:lnTo>
                  <a:pt x="325527" y="19739"/>
                </a:lnTo>
                <a:lnTo>
                  <a:pt x="324514" y="13159"/>
                </a:lnTo>
                <a:lnTo>
                  <a:pt x="323865" y="6580"/>
                </a:lnTo>
                <a:lnTo>
                  <a:pt x="323642" y="0"/>
                </a:lnTo>
                <a:lnTo>
                  <a:pt x="351454" y="0"/>
                </a:lnTo>
                <a:lnTo>
                  <a:pt x="351454" y="0"/>
                </a:lnTo>
                <a:lnTo>
                  <a:pt x="351231" y="6580"/>
                </a:lnTo>
                <a:lnTo>
                  <a:pt x="350582" y="13159"/>
                </a:lnTo>
                <a:lnTo>
                  <a:pt x="349569" y="19739"/>
                </a:lnTo>
                <a:lnTo>
                  <a:pt x="348282" y="26318"/>
                </a:lnTo>
                <a:lnTo>
                  <a:pt x="346828" y="32898"/>
                </a:lnTo>
                <a:lnTo>
                  <a:pt x="345317" y="39477"/>
                </a:lnTo>
                <a:lnTo>
                  <a:pt x="343846" y="46057"/>
                </a:lnTo>
                <a:lnTo>
                  <a:pt x="342493" y="52637"/>
                </a:lnTo>
                <a:lnTo>
                  <a:pt x="341308" y="59216"/>
                </a:lnTo>
                <a:lnTo>
                  <a:pt x="340317" y="65796"/>
                </a:lnTo>
                <a:lnTo>
                  <a:pt x="339524" y="72375"/>
                </a:lnTo>
                <a:lnTo>
                  <a:pt x="338915" y="78955"/>
                </a:lnTo>
                <a:lnTo>
                  <a:pt x="338465" y="85535"/>
                </a:lnTo>
                <a:lnTo>
                  <a:pt x="338146" y="92114"/>
                </a:lnTo>
                <a:lnTo>
                  <a:pt x="337929" y="98694"/>
                </a:lnTo>
                <a:lnTo>
                  <a:pt x="337789" y="105273"/>
                </a:lnTo>
                <a:lnTo>
                  <a:pt x="337705" y="111853"/>
                </a:lnTo>
                <a:lnTo>
                  <a:pt x="337662" y="118432"/>
                </a:lnTo>
                <a:lnTo>
                  <a:pt x="337650" y="125012"/>
                </a:lnTo>
                <a:lnTo>
                  <a:pt x="337663" y="131592"/>
                </a:lnTo>
                <a:lnTo>
                  <a:pt x="337697" y="138171"/>
                </a:lnTo>
                <a:lnTo>
                  <a:pt x="337753" y="144751"/>
                </a:lnTo>
                <a:lnTo>
                  <a:pt x="337829" y="151330"/>
                </a:lnTo>
                <a:lnTo>
                  <a:pt x="337925" y="157910"/>
                </a:lnTo>
                <a:lnTo>
                  <a:pt x="338039" y="164489"/>
                </a:lnTo>
                <a:lnTo>
                  <a:pt x="338169" y="171069"/>
                </a:lnTo>
                <a:lnTo>
                  <a:pt x="338308" y="177649"/>
                </a:lnTo>
                <a:lnTo>
                  <a:pt x="338450" y="184228"/>
                </a:lnTo>
                <a:lnTo>
                  <a:pt x="338586" y="190808"/>
                </a:lnTo>
                <a:lnTo>
                  <a:pt x="338708" y="197387"/>
                </a:lnTo>
                <a:lnTo>
                  <a:pt x="338811" y="203967"/>
                </a:lnTo>
                <a:lnTo>
                  <a:pt x="338890" y="210546"/>
                </a:lnTo>
                <a:lnTo>
                  <a:pt x="338945" y="217126"/>
                </a:lnTo>
                <a:lnTo>
                  <a:pt x="338979" y="223706"/>
                </a:lnTo>
                <a:lnTo>
                  <a:pt x="338996" y="230285"/>
                </a:lnTo>
                <a:lnTo>
                  <a:pt x="339002" y="236865"/>
                </a:lnTo>
                <a:lnTo>
                  <a:pt x="339005" y="243444"/>
                </a:lnTo>
                <a:lnTo>
                  <a:pt x="339006" y="250024"/>
                </a:lnTo>
                <a:lnTo>
                  <a:pt x="339007" y="256604"/>
                </a:lnTo>
                <a:lnTo>
                  <a:pt x="339005" y="263183"/>
                </a:lnTo>
                <a:lnTo>
                  <a:pt x="338997" y="269763"/>
                </a:lnTo>
                <a:lnTo>
                  <a:pt x="338978" y="276342"/>
                </a:lnTo>
                <a:lnTo>
                  <a:pt x="338945" y="282922"/>
                </a:lnTo>
                <a:lnTo>
                  <a:pt x="338897" y="289501"/>
                </a:lnTo>
                <a:lnTo>
                  <a:pt x="338837" y="296081"/>
                </a:lnTo>
                <a:lnTo>
                  <a:pt x="338774" y="302661"/>
                </a:lnTo>
                <a:lnTo>
                  <a:pt x="338721" y="309240"/>
                </a:lnTo>
                <a:lnTo>
                  <a:pt x="338691" y="315820"/>
                </a:lnTo>
                <a:lnTo>
                  <a:pt x="338703" y="322399"/>
                </a:lnTo>
                <a:lnTo>
                  <a:pt x="338774" y="328979"/>
                </a:lnTo>
                <a:lnTo>
                  <a:pt x="338921" y="335558"/>
                </a:lnTo>
                <a:lnTo>
                  <a:pt x="339158" y="342138"/>
                </a:lnTo>
                <a:lnTo>
                  <a:pt x="339500" y="348718"/>
                </a:lnTo>
                <a:lnTo>
                  <a:pt x="339953" y="355297"/>
                </a:lnTo>
                <a:lnTo>
                  <a:pt x="340521" y="361877"/>
                </a:lnTo>
                <a:lnTo>
                  <a:pt x="341199" y="368456"/>
                </a:lnTo>
                <a:lnTo>
                  <a:pt x="341972" y="375036"/>
                </a:lnTo>
                <a:lnTo>
                  <a:pt x="342813" y="381616"/>
                </a:lnTo>
                <a:lnTo>
                  <a:pt x="343681" y="388195"/>
                </a:lnTo>
                <a:lnTo>
                  <a:pt x="344525" y="394775"/>
                </a:lnTo>
                <a:lnTo>
                  <a:pt x="345284" y="401354"/>
                </a:lnTo>
                <a:lnTo>
                  <a:pt x="345896" y="407934"/>
                </a:lnTo>
                <a:lnTo>
                  <a:pt x="346307" y="414513"/>
                </a:lnTo>
                <a:lnTo>
                  <a:pt x="346477" y="421093"/>
                </a:lnTo>
                <a:lnTo>
                  <a:pt x="346387" y="427673"/>
                </a:lnTo>
                <a:lnTo>
                  <a:pt x="346047" y="434252"/>
                </a:lnTo>
                <a:lnTo>
                  <a:pt x="345490" y="440832"/>
                </a:lnTo>
                <a:lnTo>
                  <a:pt x="344772" y="447411"/>
                </a:lnTo>
                <a:lnTo>
                  <a:pt x="343961" y="453991"/>
                </a:lnTo>
                <a:lnTo>
                  <a:pt x="343129" y="460570"/>
                </a:lnTo>
                <a:lnTo>
                  <a:pt x="342344" y="467150"/>
                </a:lnTo>
                <a:lnTo>
                  <a:pt x="341660" y="473730"/>
                </a:lnTo>
                <a:lnTo>
                  <a:pt x="341115" y="480309"/>
                </a:lnTo>
                <a:lnTo>
                  <a:pt x="340728" y="486889"/>
                </a:lnTo>
                <a:lnTo>
                  <a:pt x="340506" y="493468"/>
                </a:lnTo>
                <a:lnTo>
                  <a:pt x="340441" y="500048"/>
                </a:lnTo>
                <a:lnTo>
                  <a:pt x="340518" y="506627"/>
                </a:lnTo>
                <a:lnTo>
                  <a:pt x="340715" y="513207"/>
                </a:lnTo>
                <a:lnTo>
                  <a:pt x="341009" y="519787"/>
                </a:lnTo>
                <a:lnTo>
                  <a:pt x="341370" y="526366"/>
                </a:lnTo>
                <a:lnTo>
                  <a:pt x="341770" y="532946"/>
                </a:lnTo>
                <a:lnTo>
                  <a:pt x="342176" y="539525"/>
                </a:lnTo>
                <a:lnTo>
                  <a:pt x="342556" y="546105"/>
                </a:lnTo>
                <a:lnTo>
                  <a:pt x="342883" y="552685"/>
                </a:lnTo>
                <a:lnTo>
                  <a:pt x="343134" y="559264"/>
                </a:lnTo>
                <a:lnTo>
                  <a:pt x="343299" y="565844"/>
                </a:lnTo>
                <a:lnTo>
                  <a:pt x="343377" y="572423"/>
                </a:lnTo>
                <a:lnTo>
                  <a:pt x="343379" y="579003"/>
                </a:lnTo>
                <a:lnTo>
                  <a:pt x="343328" y="585582"/>
                </a:lnTo>
                <a:lnTo>
                  <a:pt x="343246" y="592162"/>
                </a:lnTo>
                <a:lnTo>
                  <a:pt x="343161" y="598742"/>
                </a:lnTo>
                <a:lnTo>
                  <a:pt x="343090" y="605321"/>
                </a:lnTo>
                <a:lnTo>
                  <a:pt x="343046" y="611901"/>
                </a:lnTo>
                <a:lnTo>
                  <a:pt x="343033" y="618480"/>
                </a:lnTo>
                <a:lnTo>
                  <a:pt x="343047" y="625060"/>
                </a:lnTo>
                <a:lnTo>
                  <a:pt x="343082" y="631639"/>
                </a:lnTo>
                <a:lnTo>
                  <a:pt x="343130" y="638219"/>
                </a:lnTo>
                <a:lnTo>
                  <a:pt x="343189" y="644799"/>
                </a:lnTo>
                <a:lnTo>
                  <a:pt x="343264" y="651378"/>
                </a:lnTo>
                <a:lnTo>
                  <a:pt x="343362" y="657958"/>
                </a:lnTo>
                <a:lnTo>
                  <a:pt x="343501" y="664537"/>
                </a:lnTo>
                <a:lnTo>
                  <a:pt x="343698" y="671117"/>
                </a:lnTo>
                <a:lnTo>
                  <a:pt x="343969" y="677697"/>
                </a:lnTo>
                <a:lnTo>
                  <a:pt x="344329" y="684276"/>
                </a:lnTo>
                <a:lnTo>
                  <a:pt x="344784" y="690856"/>
                </a:lnTo>
                <a:lnTo>
                  <a:pt x="345332" y="697435"/>
                </a:lnTo>
                <a:lnTo>
                  <a:pt x="345969" y="704015"/>
                </a:lnTo>
                <a:lnTo>
                  <a:pt x="346687" y="710594"/>
                </a:lnTo>
                <a:lnTo>
                  <a:pt x="347493" y="717174"/>
                </a:lnTo>
                <a:lnTo>
                  <a:pt x="348419" y="723754"/>
                </a:lnTo>
                <a:lnTo>
                  <a:pt x="349547" y="730333"/>
                </a:lnTo>
                <a:lnTo>
                  <a:pt x="351033" y="736913"/>
                </a:lnTo>
                <a:lnTo>
                  <a:pt x="353133" y="743492"/>
                </a:lnTo>
                <a:lnTo>
                  <a:pt x="356229" y="750072"/>
                </a:lnTo>
                <a:lnTo>
                  <a:pt x="360842" y="756651"/>
                </a:lnTo>
                <a:lnTo>
                  <a:pt x="367625" y="763231"/>
                </a:lnTo>
                <a:lnTo>
                  <a:pt x="377331" y="769811"/>
                </a:lnTo>
                <a:lnTo>
                  <a:pt x="390736" y="776390"/>
                </a:lnTo>
                <a:lnTo>
                  <a:pt x="408531" y="782970"/>
                </a:lnTo>
                <a:lnTo>
                  <a:pt x="431166" y="789549"/>
                </a:lnTo>
                <a:lnTo>
                  <a:pt x="458685" y="796129"/>
                </a:lnTo>
                <a:lnTo>
                  <a:pt x="490569" y="802708"/>
                </a:lnTo>
                <a:lnTo>
                  <a:pt x="525634" y="809288"/>
                </a:lnTo>
                <a:lnTo>
                  <a:pt x="562020" y="815868"/>
                </a:lnTo>
                <a:lnTo>
                  <a:pt x="597308" y="822447"/>
                </a:lnTo>
                <a:lnTo>
                  <a:pt x="628750" y="829027"/>
                </a:lnTo>
                <a:lnTo>
                  <a:pt x="653619" y="835606"/>
                </a:lnTo>
                <a:lnTo>
                  <a:pt x="6695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4274" name="F2_precision_recall_distributions_7088">
            <a:extLst>
              <a:ext uri="{FF2B5EF4-FFF2-40B4-BE49-F238E27FC236}">
                <a16:creationId xmlns:a16="http://schemas.microsoft.com/office/drawing/2014/main" id="{2A473083-1A3B-49DA-A371-460D4EF0D028}"/>
              </a:ext>
            </a:extLst>
          </p:cNvPr>
          <p:cNvSpPr>
            <a:spLocks noGrp="1"/>
          </p:cNvSpPr>
          <p:nvPr/>
        </p:nvSpPr>
        <p:spPr>
          <a:xfrm>
            <a:off x="821254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5" name="F2_precision_recall_distributions_7089">
            <a:extLst>
              <a:ext uri="{FF2B5EF4-FFF2-40B4-BE49-F238E27FC236}">
                <a16:creationId xmlns:a16="http://schemas.microsoft.com/office/drawing/2014/main" id="{4FF18409-A6C2-4939-A124-492CB73E7251}"/>
              </a:ext>
            </a:extLst>
          </p:cNvPr>
          <p:cNvSpPr>
            <a:spLocks noGrp="1"/>
          </p:cNvSpPr>
          <p:nvPr/>
        </p:nvSpPr>
        <p:spPr>
          <a:xfrm>
            <a:off x="819493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6" name="F2_precision_recall_distributions_7090">
            <a:extLst>
              <a:ext uri="{FF2B5EF4-FFF2-40B4-BE49-F238E27FC236}">
                <a16:creationId xmlns:a16="http://schemas.microsoft.com/office/drawing/2014/main" id="{9BDB44E5-B8AA-4646-8CEB-6B77C7A9103E}"/>
              </a:ext>
            </a:extLst>
          </p:cNvPr>
          <p:cNvSpPr>
            <a:spLocks noGrp="1"/>
          </p:cNvSpPr>
          <p:nvPr/>
        </p:nvSpPr>
        <p:spPr>
          <a:xfrm>
            <a:off x="814785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7" name="F2_precision_recall_distributions_7091">
            <a:extLst>
              <a:ext uri="{FF2B5EF4-FFF2-40B4-BE49-F238E27FC236}">
                <a16:creationId xmlns:a16="http://schemas.microsoft.com/office/drawing/2014/main" id="{0C4EE823-86F4-4138-8BEA-7ECD0576383C}"/>
              </a:ext>
            </a:extLst>
          </p:cNvPr>
          <p:cNvSpPr>
            <a:spLocks noGrp="1"/>
          </p:cNvSpPr>
          <p:nvPr/>
        </p:nvSpPr>
        <p:spPr>
          <a:xfrm>
            <a:off x="843111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8" name="F2_precision_recall_distributions_7092">
            <a:extLst>
              <a:ext uri="{FF2B5EF4-FFF2-40B4-BE49-F238E27FC236}">
                <a16:creationId xmlns:a16="http://schemas.microsoft.com/office/drawing/2014/main" id="{FEFC771E-CD86-445B-AA7B-2D78AF03CBE2}"/>
              </a:ext>
            </a:extLst>
          </p:cNvPr>
          <p:cNvSpPr>
            <a:spLocks noGrp="1"/>
          </p:cNvSpPr>
          <p:nvPr/>
        </p:nvSpPr>
        <p:spPr>
          <a:xfrm>
            <a:off x="8210142" y="622352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9" name="F2_precision_recall_distributions_7093">
            <a:extLst>
              <a:ext uri="{FF2B5EF4-FFF2-40B4-BE49-F238E27FC236}">
                <a16:creationId xmlns:a16="http://schemas.microsoft.com/office/drawing/2014/main" id="{7CCF46BC-B85D-45A9-9627-1F6DD73FE85E}"/>
              </a:ext>
            </a:extLst>
          </p:cNvPr>
          <p:cNvSpPr>
            <a:spLocks noGrp="1"/>
          </p:cNvSpPr>
          <p:nvPr/>
        </p:nvSpPr>
        <p:spPr>
          <a:xfrm>
            <a:off x="826109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0" name="F2_precision_recall_distributions_7094">
            <a:extLst>
              <a:ext uri="{FF2B5EF4-FFF2-40B4-BE49-F238E27FC236}">
                <a16:creationId xmlns:a16="http://schemas.microsoft.com/office/drawing/2014/main" id="{4AE1A0D3-3108-4846-8C77-A9ADDB2DD6B7}"/>
              </a:ext>
            </a:extLst>
          </p:cNvPr>
          <p:cNvSpPr>
            <a:spLocks noGrp="1"/>
          </p:cNvSpPr>
          <p:nvPr/>
        </p:nvSpPr>
        <p:spPr>
          <a:xfrm>
            <a:off x="848901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1" name="F2_precision_recall_distributions_7095">
            <a:extLst>
              <a:ext uri="{FF2B5EF4-FFF2-40B4-BE49-F238E27FC236}">
                <a16:creationId xmlns:a16="http://schemas.microsoft.com/office/drawing/2014/main" id="{2D2F74A6-5579-4FC7-A94E-9726F1DC1A68}"/>
              </a:ext>
            </a:extLst>
          </p:cNvPr>
          <p:cNvSpPr>
            <a:spLocks noGrp="1"/>
          </p:cNvSpPr>
          <p:nvPr/>
        </p:nvSpPr>
        <p:spPr>
          <a:xfrm>
            <a:off x="8394478" y="581030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2" name="F2_precision_recall_distributions_7096">
            <a:extLst>
              <a:ext uri="{FF2B5EF4-FFF2-40B4-BE49-F238E27FC236}">
                <a16:creationId xmlns:a16="http://schemas.microsoft.com/office/drawing/2014/main" id="{FD04AA0F-A517-4D82-9B1D-C02D91C6A81D}"/>
              </a:ext>
            </a:extLst>
          </p:cNvPr>
          <p:cNvSpPr>
            <a:spLocks noGrp="1"/>
          </p:cNvSpPr>
          <p:nvPr/>
        </p:nvSpPr>
        <p:spPr>
          <a:xfrm>
            <a:off x="821205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3" name="F2_precision_recall_distributions_7097">
            <a:extLst>
              <a:ext uri="{FF2B5EF4-FFF2-40B4-BE49-F238E27FC236}">
                <a16:creationId xmlns:a16="http://schemas.microsoft.com/office/drawing/2014/main" id="{C6E97096-8A93-4C97-A718-A3A551B3957C}"/>
              </a:ext>
            </a:extLst>
          </p:cNvPr>
          <p:cNvSpPr>
            <a:spLocks noGrp="1"/>
          </p:cNvSpPr>
          <p:nvPr/>
        </p:nvSpPr>
        <p:spPr>
          <a:xfrm>
            <a:off x="8137104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4" name="F2_precision_recall_distributions_7098">
            <a:extLst>
              <a:ext uri="{FF2B5EF4-FFF2-40B4-BE49-F238E27FC236}">
                <a16:creationId xmlns:a16="http://schemas.microsoft.com/office/drawing/2014/main" id="{D3BB2947-5AE4-42B2-B79A-B57988D4B6EA}"/>
              </a:ext>
            </a:extLst>
          </p:cNvPr>
          <p:cNvSpPr>
            <a:spLocks noGrp="1"/>
          </p:cNvSpPr>
          <p:nvPr/>
        </p:nvSpPr>
        <p:spPr>
          <a:xfrm>
            <a:off x="8203586" y="64327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5" name="F2_precision_recall_distributions_7099">
            <a:extLst>
              <a:ext uri="{FF2B5EF4-FFF2-40B4-BE49-F238E27FC236}">
                <a16:creationId xmlns:a16="http://schemas.microsoft.com/office/drawing/2014/main" id="{3323BAC4-DE34-4EFB-A125-4BC10B8AF85A}"/>
              </a:ext>
            </a:extLst>
          </p:cNvPr>
          <p:cNvSpPr>
            <a:spLocks noGrp="1"/>
          </p:cNvSpPr>
          <p:nvPr/>
        </p:nvSpPr>
        <p:spPr>
          <a:xfrm>
            <a:off x="8434170" y="58810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6" name="F2_precision_recall_distributions_7100">
            <a:extLst>
              <a:ext uri="{FF2B5EF4-FFF2-40B4-BE49-F238E27FC236}">
                <a16:creationId xmlns:a16="http://schemas.microsoft.com/office/drawing/2014/main" id="{1B5C6A60-259B-48D1-9E67-7BFDBA92BA84}"/>
              </a:ext>
            </a:extLst>
          </p:cNvPr>
          <p:cNvSpPr>
            <a:spLocks noGrp="1"/>
          </p:cNvSpPr>
          <p:nvPr/>
        </p:nvSpPr>
        <p:spPr>
          <a:xfrm>
            <a:off x="8448935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7" name="F2_precision_recall_distributions_7101">
            <a:extLst>
              <a:ext uri="{FF2B5EF4-FFF2-40B4-BE49-F238E27FC236}">
                <a16:creationId xmlns:a16="http://schemas.microsoft.com/office/drawing/2014/main" id="{48D7E6B1-A569-4C3A-B173-635DDCA49045}"/>
              </a:ext>
            </a:extLst>
          </p:cNvPr>
          <p:cNvSpPr>
            <a:spLocks noGrp="1"/>
          </p:cNvSpPr>
          <p:nvPr/>
        </p:nvSpPr>
        <p:spPr>
          <a:xfrm>
            <a:off x="823242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8" name="F2_precision_recall_distributions_7102">
            <a:extLst>
              <a:ext uri="{FF2B5EF4-FFF2-40B4-BE49-F238E27FC236}">
                <a16:creationId xmlns:a16="http://schemas.microsoft.com/office/drawing/2014/main" id="{1D81AECF-689F-4021-B75E-64A092021AB8}"/>
              </a:ext>
            </a:extLst>
          </p:cNvPr>
          <p:cNvSpPr>
            <a:spLocks noGrp="1"/>
          </p:cNvSpPr>
          <p:nvPr/>
        </p:nvSpPr>
        <p:spPr>
          <a:xfrm>
            <a:off x="844545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9" name="F2_precision_recall_distributions_7103">
            <a:extLst>
              <a:ext uri="{FF2B5EF4-FFF2-40B4-BE49-F238E27FC236}">
                <a16:creationId xmlns:a16="http://schemas.microsoft.com/office/drawing/2014/main" id="{BAE2CDF1-B9D5-4DA7-93F9-857C246C76B5}"/>
              </a:ext>
            </a:extLst>
          </p:cNvPr>
          <p:cNvSpPr>
            <a:spLocks noGrp="1"/>
          </p:cNvSpPr>
          <p:nvPr/>
        </p:nvSpPr>
        <p:spPr>
          <a:xfrm>
            <a:off x="8271309" y="62346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0" name="F2_precision_recall_distributions_7104">
            <a:extLst>
              <a:ext uri="{FF2B5EF4-FFF2-40B4-BE49-F238E27FC236}">
                <a16:creationId xmlns:a16="http://schemas.microsoft.com/office/drawing/2014/main" id="{A0831AB1-76D5-433F-AB2E-E718B8131EE3}"/>
              </a:ext>
            </a:extLst>
          </p:cNvPr>
          <p:cNvSpPr>
            <a:spLocks noGrp="1"/>
          </p:cNvSpPr>
          <p:nvPr/>
        </p:nvSpPr>
        <p:spPr>
          <a:xfrm>
            <a:off x="82583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1" name="F2_precision_recall_distributions_7105">
            <a:extLst>
              <a:ext uri="{FF2B5EF4-FFF2-40B4-BE49-F238E27FC236}">
                <a16:creationId xmlns:a16="http://schemas.microsoft.com/office/drawing/2014/main" id="{27C02169-063F-498A-914F-1604139FDE4C}"/>
              </a:ext>
            </a:extLst>
          </p:cNvPr>
          <p:cNvSpPr>
            <a:spLocks noGrp="1"/>
          </p:cNvSpPr>
          <p:nvPr/>
        </p:nvSpPr>
        <p:spPr>
          <a:xfrm>
            <a:off x="835041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2" name="F2_precision_recall_distributions_7106">
            <a:extLst>
              <a:ext uri="{FF2B5EF4-FFF2-40B4-BE49-F238E27FC236}">
                <a16:creationId xmlns:a16="http://schemas.microsoft.com/office/drawing/2014/main" id="{F21D3068-5F75-42C8-97F0-27177BBA7CE4}"/>
              </a:ext>
            </a:extLst>
          </p:cNvPr>
          <p:cNvSpPr>
            <a:spLocks noGrp="1"/>
          </p:cNvSpPr>
          <p:nvPr/>
        </p:nvSpPr>
        <p:spPr>
          <a:xfrm>
            <a:off x="823876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3" name="F2_precision_recall_distributions_7107">
            <a:extLst>
              <a:ext uri="{FF2B5EF4-FFF2-40B4-BE49-F238E27FC236}">
                <a16:creationId xmlns:a16="http://schemas.microsoft.com/office/drawing/2014/main" id="{14C2EC23-A7B8-4ED8-BE90-F0772F076250}"/>
              </a:ext>
            </a:extLst>
          </p:cNvPr>
          <p:cNvSpPr>
            <a:spLocks noGrp="1"/>
          </p:cNvSpPr>
          <p:nvPr/>
        </p:nvSpPr>
        <p:spPr>
          <a:xfrm>
            <a:off x="8204871" y="63407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4" name="F2_precision_recall_distributions_7108">
            <a:extLst>
              <a:ext uri="{FF2B5EF4-FFF2-40B4-BE49-F238E27FC236}">
                <a16:creationId xmlns:a16="http://schemas.microsoft.com/office/drawing/2014/main" id="{A0721698-7449-4529-B065-99284F01527D}"/>
              </a:ext>
            </a:extLst>
          </p:cNvPr>
          <p:cNvSpPr>
            <a:spLocks noGrp="1"/>
          </p:cNvSpPr>
          <p:nvPr/>
        </p:nvSpPr>
        <p:spPr>
          <a:xfrm>
            <a:off x="834235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5" name="F2_precision_recall_distributions_7109">
            <a:extLst>
              <a:ext uri="{FF2B5EF4-FFF2-40B4-BE49-F238E27FC236}">
                <a16:creationId xmlns:a16="http://schemas.microsoft.com/office/drawing/2014/main" id="{69C36AA2-64A3-457D-8762-E19C4309AEB8}"/>
              </a:ext>
            </a:extLst>
          </p:cNvPr>
          <p:cNvSpPr>
            <a:spLocks noGrp="1"/>
          </p:cNvSpPr>
          <p:nvPr/>
        </p:nvSpPr>
        <p:spPr>
          <a:xfrm>
            <a:off x="822244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6" name="F2_precision_recall_distributions_7110">
            <a:extLst>
              <a:ext uri="{FF2B5EF4-FFF2-40B4-BE49-F238E27FC236}">
                <a16:creationId xmlns:a16="http://schemas.microsoft.com/office/drawing/2014/main" id="{00B9527D-1C44-4C09-A280-B814F810D0B4}"/>
              </a:ext>
            </a:extLst>
          </p:cNvPr>
          <p:cNvSpPr>
            <a:spLocks noGrp="1"/>
          </p:cNvSpPr>
          <p:nvPr/>
        </p:nvSpPr>
        <p:spPr>
          <a:xfrm>
            <a:off x="8322074" y="62771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7" name="F2_precision_recall_distributions_7111">
            <a:extLst>
              <a:ext uri="{FF2B5EF4-FFF2-40B4-BE49-F238E27FC236}">
                <a16:creationId xmlns:a16="http://schemas.microsoft.com/office/drawing/2014/main" id="{4D753936-5A65-49E4-AF49-8FE1012C9814}"/>
              </a:ext>
            </a:extLst>
          </p:cNvPr>
          <p:cNvSpPr>
            <a:spLocks noGrp="1"/>
          </p:cNvSpPr>
          <p:nvPr/>
        </p:nvSpPr>
        <p:spPr>
          <a:xfrm>
            <a:off x="8369765" y="63407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8" name="F2_precision_recall_distributions_7112">
            <a:extLst>
              <a:ext uri="{FF2B5EF4-FFF2-40B4-BE49-F238E27FC236}">
                <a16:creationId xmlns:a16="http://schemas.microsoft.com/office/drawing/2014/main" id="{DC663ACD-F74F-4B2E-856D-E4CD5E4A0FA8}"/>
              </a:ext>
            </a:extLst>
          </p:cNvPr>
          <p:cNvSpPr>
            <a:spLocks noGrp="1"/>
          </p:cNvSpPr>
          <p:nvPr/>
        </p:nvSpPr>
        <p:spPr>
          <a:xfrm>
            <a:off x="83032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9" name="F2_precision_recall_distributions_7113">
            <a:extLst>
              <a:ext uri="{FF2B5EF4-FFF2-40B4-BE49-F238E27FC236}">
                <a16:creationId xmlns:a16="http://schemas.microsoft.com/office/drawing/2014/main" id="{45B499AA-D4B4-4284-80A6-21F58F41A90B}"/>
              </a:ext>
            </a:extLst>
          </p:cNvPr>
          <p:cNvSpPr>
            <a:spLocks noGrp="1"/>
          </p:cNvSpPr>
          <p:nvPr/>
        </p:nvSpPr>
        <p:spPr>
          <a:xfrm>
            <a:off x="848531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0" name="F2_precision_recall_distributions_7114">
            <a:extLst>
              <a:ext uri="{FF2B5EF4-FFF2-40B4-BE49-F238E27FC236}">
                <a16:creationId xmlns:a16="http://schemas.microsoft.com/office/drawing/2014/main" id="{430EA3F6-D890-420D-BDC0-A4DC5AFCA0D9}"/>
              </a:ext>
            </a:extLst>
          </p:cNvPr>
          <p:cNvSpPr>
            <a:spLocks noGrp="1"/>
          </p:cNvSpPr>
          <p:nvPr/>
        </p:nvSpPr>
        <p:spPr>
          <a:xfrm>
            <a:off x="835592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1" name="F2_precision_recall_distributions_7115">
            <a:extLst>
              <a:ext uri="{FF2B5EF4-FFF2-40B4-BE49-F238E27FC236}">
                <a16:creationId xmlns:a16="http://schemas.microsoft.com/office/drawing/2014/main" id="{E7E66D4D-FB98-4D63-B3A7-6B9B7E8F3DDE}"/>
              </a:ext>
            </a:extLst>
          </p:cNvPr>
          <p:cNvSpPr>
            <a:spLocks noGrp="1"/>
          </p:cNvSpPr>
          <p:nvPr/>
        </p:nvSpPr>
        <p:spPr>
          <a:xfrm>
            <a:off x="82498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2" name="F2_precision_recall_distributions_7116">
            <a:extLst>
              <a:ext uri="{FF2B5EF4-FFF2-40B4-BE49-F238E27FC236}">
                <a16:creationId xmlns:a16="http://schemas.microsoft.com/office/drawing/2014/main" id="{8895E7F3-9980-4A71-BFA0-3C0E69CD7758}"/>
              </a:ext>
            </a:extLst>
          </p:cNvPr>
          <p:cNvSpPr>
            <a:spLocks noGrp="1"/>
          </p:cNvSpPr>
          <p:nvPr/>
        </p:nvSpPr>
        <p:spPr>
          <a:xfrm>
            <a:off x="8134544" y="63256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3" name="F2_precision_recall_distributions_7117">
            <a:extLst>
              <a:ext uri="{FF2B5EF4-FFF2-40B4-BE49-F238E27FC236}">
                <a16:creationId xmlns:a16="http://schemas.microsoft.com/office/drawing/2014/main" id="{C43D451D-B029-415C-9215-4C01D65E1094}"/>
              </a:ext>
            </a:extLst>
          </p:cNvPr>
          <p:cNvSpPr>
            <a:spLocks noGrp="1"/>
          </p:cNvSpPr>
          <p:nvPr/>
        </p:nvSpPr>
        <p:spPr>
          <a:xfrm>
            <a:off x="818190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4" name="F2_precision_recall_distributions_7118">
            <a:extLst>
              <a:ext uri="{FF2B5EF4-FFF2-40B4-BE49-F238E27FC236}">
                <a16:creationId xmlns:a16="http://schemas.microsoft.com/office/drawing/2014/main" id="{53D4F106-2999-46A2-8824-B48101D09014}"/>
              </a:ext>
            </a:extLst>
          </p:cNvPr>
          <p:cNvSpPr>
            <a:spLocks noGrp="1"/>
          </p:cNvSpPr>
          <p:nvPr/>
        </p:nvSpPr>
        <p:spPr>
          <a:xfrm>
            <a:off x="829334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5" name="F2_precision_recall_distributions_7119">
            <a:extLst>
              <a:ext uri="{FF2B5EF4-FFF2-40B4-BE49-F238E27FC236}">
                <a16:creationId xmlns:a16="http://schemas.microsoft.com/office/drawing/2014/main" id="{9F39BBB0-1253-4386-86C6-3F73A7554C59}"/>
              </a:ext>
            </a:extLst>
          </p:cNvPr>
          <p:cNvSpPr>
            <a:spLocks noGrp="1"/>
          </p:cNvSpPr>
          <p:nvPr/>
        </p:nvSpPr>
        <p:spPr>
          <a:xfrm>
            <a:off x="8477943" y="64142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6" name="F2_precision_recall_distributions_7120">
            <a:extLst>
              <a:ext uri="{FF2B5EF4-FFF2-40B4-BE49-F238E27FC236}">
                <a16:creationId xmlns:a16="http://schemas.microsoft.com/office/drawing/2014/main" id="{E2971A2D-042B-4B5E-8EFD-C5B5AAF1A941}"/>
              </a:ext>
            </a:extLst>
          </p:cNvPr>
          <p:cNvSpPr>
            <a:spLocks noGrp="1"/>
          </p:cNvSpPr>
          <p:nvPr/>
        </p:nvSpPr>
        <p:spPr>
          <a:xfrm>
            <a:off x="836213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7" name="F2_precision_recall_distributions_7121">
            <a:extLst>
              <a:ext uri="{FF2B5EF4-FFF2-40B4-BE49-F238E27FC236}">
                <a16:creationId xmlns:a16="http://schemas.microsoft.com/office/drawing/2014/main" id="{ADBCFADD-E7CE-49F9-B4A7-6B17E75F8862}"/>
              </a:ext>
            </a:extLst>
          </p:cNvPr>
          <p:cNvSpPr>
            <a:spLocks noGrp="1"/>
          </p:cNvSpPr>
          <p:nvPr/>
        </p:nvSpPr>
        <p:spPr>
          <a:xfrm>
            <a:off x="817636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8" name="F2_precision_recall_distributions_7122">
            <a:extLst>
              <a:ext uri="{FF2B5EF4-FFF2-40B4-BE49-F238E27FC236}">
                <a16:creationId xmlns:a16="http://schemas.microsoft.com/office/drawing/2014/main" id="{3D58A37B-294B-4BC4-89BA-8F16C8B9C5A8}"/>
              </a:ext>
            </a:extLst>
          </p:cNvPr>
          <p:cNvSpPr>
            <a:spLocks noGrp="1"/>
          </p:cNvSpPr>
          <p:nvPr/>
        </p:nvSpPr>
        <p:spPr>
          <a:xfrm>
            <a:off x="828432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9" name="F2_precision_recall_distributions_7123">
            <a:extLst>
              <a:ext uri="{FF2B5EF4-FFF2-40B4-BE49-F238E27FC236}">
                <a16:creationId xmlns:a16="http://schemas.microsoft.com/office/drawing/2014/main" id="{1990E590-7347-4CB5-A32F-12CF0C5BE8E3}"/>
              </a:ext>
            </a:extLst>
          </p:cNvPr>
          <p:cNvSpPr>
            <a:spLocks noGrp="1"/>
          </p:cNvSpPr>
          <p:nvPr/>
        </p:nvSpPr>
        <p:spPr>
          <a:xfrm>
            <a:off x="82694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0" name="F2_precision_recall_distributions_7124">
            <a:extLst>
              <a:ext uri="{FF2B5EF4-FFF2-40B4-BE49-F238E27FC236}">
                <a16:creationId xmlns:a16="http://schemas.microsoft.com/office/drawing/2014/main" id="{C10B06FD-C267-49E0-989A-DBD88A6673B2}"/>
              </a:ext>
            </a:extLst>
          </p:cNvPr>
          <p:cNvSpPr>
            <a:spLocks noGrp="1"/>
          </p:cNvSpPr>
          <p:nvPr/>
        </p:nvSpPr>
        <p:spPr>
          <a:xfrm>
            <a:off x="82153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1" name="F2_precision_recall_distributions_7125">
            <a:extLst>
              <a:ext uri="{FF2B5EF4-FFF2-40B4-BE49-F238E27FC236}">
                <a16:creationId xmlns:a16="http://schemas.microsoft.com/office/drawing/2014/main" id="{E6D3A2DC-DBCA-451F-8549-7AAD63F598ED}"/>
              </a:ext>
            </a:extLst>
          </p:cNvPr>
          <p:cNvSpPr>
            <a:spLocks noGrp="1"/>
          </p:cNvSpPr>
          <p:nvPr/>
        </p:nvSpPr>
        <p:spPr>
          <a:xfrm>
            <a:off x="839820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2" name="F2_precision_recall_distributions_7126">
            <a:extLst>
              <a:ext uri="{FF2B5EF4-FFF2-40B4-BE49-F238E27FC236}">
                <a16:creationId xmlns:a16="http://schemas.microsoft.com/office/drawing/2014/main" id="{6F29AA93-1F92-4B09-BBB8-2AE1A101C777}"/>
              </a:ext>
            </a:extLst>
          </p:cNvPr>
          <p:cNvSpPr>
            <a:spLocks noGrp="1"/>
          </p:cNvSpPr>
          <p:nvPr/>
        </p:nvSpPr>
        <p:spPr>
          <a:xfrm>
            <a:off x="847913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3" name="F2_precision_recall_distributions_7127">
            <a:extLst>
              <a:ext uri="{FF2B5EF4-FFF2-40B4-BE49-F238E27FC236}">
                <a16:creationId xmlns:a16="http://schemas.microsoft.com/office/drawing/2014/main" id="{8BBB5DD9-ADE9-457E-9D2B-7DB7DE8DF898}"/>
              </a:ext>
            </a:extLst>
          </p:cNvPr>
          <p:cNvSpPr>
            <a:spLocks noGrp="1"/>
          </p:cNvSpPr>
          <p:nvPr/>
        </p:nvSpPr>
        <p:spPr>
          <a:xfrm>
            <a:off x="840264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4" name="F2_precision_recall_distributions_7128">
            <a:extLst>
              <a:ext uri="{FF2B5EF4-FFF2-40B4-BE49-F238E27FC236}">
                <a16:creationId xmlns:a16="http://schemas.microsoft.com/office/drawing/2014/main" id="{9248FEEA-454B-44E6-ACCD-C3409C40A0DA}"/>
              </a:ext>
            </a:extLst>
          </p:cNvPr>
          <p:cNvSpPr>
            <a:spLocks noGrp="1"/>
          </p:cNvSpPr>
          <p:nvPr/>
        </p:nvSpPr>
        <p:spPr>
          <a:xfrm>
            <a:off x="822725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5" name="F2_precision_recall_distributions_7129">
            <a:extLst>
              <a:ext uri="{FF2B5EF4-FFF2-40B4-BE49-F238E27FC236}">
                <a16:creationId xmlns:a16="http://schemas.microsoft.com/office/drawing/2014/main" id="{FE01F765-201F-498D-AA31-3CEFC1A4638F}"/>
              </a:ext>
            </a:extLst>
          </p:cNvPr>
          <p:cNvSpPr>
            <a:spLocks noGrp="1"/>
          </p:cNvSpPr>
          <p:nvPr/>
        </p:nvSpPr>
        <p:spPr>
          <a:xfrm>
            <a:off x="81740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6" name="F2_precision_recall_distributions_7130">
            <a:extLst>
              <a:ext uri="{FF2B5EF4-FFF2-40B4-BE49-F238E27FC236}">
                <a16:creationId xmlns:a16="http://schemas.microsoft.com/office/drawing/2014/main" id="{482068E8-2154-4F4D-B960-02780CB93280}"/>
              </a:ext>
            </a:extLst>
          </p:cNvPr>
          <p:cNvSpPr>
            <a:spLocks noGrp="1"/>
          </p:cNvSpPr>
          <p:nvPr/>
        </p:nvSpPr>
        <p:spPr>
          <a:xfrm>
            <a:off x="83634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7" name="F2_precision_recall_distributions_7131">
            <a:extLst>
              <a:ext uri="{FF2B5EF4-FFF2-40B4-BE49-F238E27FC236}">
                <a16:creationId xmlns:a16="http://schemas.microsoft.com/office/drawing/2014/main" id="{A5796F8F-D1A0-459C-9885-269D93195D82}"/>
              </a:ext>
            </a:extLst>
          </p:cNvPr>
          <p:cNvSpPr>
            <a:spLocks noGrp="1"/>
          </p:cNvSpPr>
          <p:nvPr/>
        </p:nvSpPr>
        <p:spPr>
          <a:xfrm>
            <a:off x="838547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8" name="F2_precision_recall_distributions_7132">
            <a:extLst>
              <a:ext uri="{FF2B5EF4-FFF2-40B4-BE49-F238E27FC236}">
                <a16:creationId xmlns:a16="http://schemas.microsoft.com/office/drawing/2014/main" id="{98AF7CE0-74E6-40D5-9EC1-DBAA5F9035E2}"/>
              </a:ext>
            </a:extLst>
          </p:cNvPr>
          <p:cNvSpPr>
            <a:spLocks noGrp="1"/>
          </p:cNvSpPr>
          <p:nvPr/>
        </p:nvSpPr>
        <p:spPr>
          <a:xfrm>
            <a:off x="836901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9" name="F2_precision_recall_distributions_7133">
            <a:extLst>
              <a:ext uri="{FF2B5EF4-FFF2-40B4-BE49-F238E27FC236}">
                <a16:creationId xmlns:a16="http://schemas.microsoft.com/office/drawing/2014/main" id="{02AFA088-77CC-4E2C-BF20-CCFF06D79F60}"/>
              </a:ext>
            </a:extLst>
          </p:cNvPr>
          <p:cNvSpPr>
            <a:spLocks noGrp="1"/>
          </p:cNvSpPr>
          <p:nvPr/>
        </p:nvSpPr>
        <p:spPr>
          <a:xfrm>
            <a:off x="819486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0" name="F2_precision_recall_distributions_7134">
            <a:extLst>
              <a:ext uri="{FF2B5EF4-FFF2-40B4-BE49-F238E27FC236}">
                <a16:creationId xmlns:a16="http://schemas.microsoft.com/office/drawing/2014/main" id="{19D60B38-029D-4565-8733-B2C45AAFEB74}"/>
              </a:ext>
            </a:extLst>
          </p:cNvPr>
          <p:cNvSpPr>
            <a:spLocks noGrp="1"/>
          </p:cNvSpPr>
          <p:nvPr/>
        </p:nvSpPr>
        <p:spPr>
          <a:xfrm>
            <a:off x="8405347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1" name="F2_precision_recall_distributions_7135">
            <a:extLst>
              <a:ext uri="{FF2B5EF4-FFF2-40B4-BE49-F238E27FC236}">
                <a16:creationId xmlns:a16="http://schemas.microsoft.com/office/drawing/2014/main" id="{5B468146-3D45-43FB-AF5C-8BDB849C47D7}"/>
              </a:ext>
            </a:extLst>
          </p:cNvPr>
          <p:cNvSpPr>
            <a:spLocks noGrp="1"/>
          </p:cNvSpPr>
          <p:nvPr/>
        </p:nvSpPr>
        <p:spPr>
          <a:xfrm>
            <a:off x="824748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2" name="F2_precision_recall_distributions_7136">
            <a:extLst>
              <a:ext uri="{FF2B5EF4-FFF2-40B4-BE49-F238E27FC236}">
                <a16:creationId xmlns:a16="http://schemas.microsoft.com/office/drawing/2014/main" id="{5E63A7A9-93BD-4F09-A69F-B7D938020B0F}"/>
              </a:ext>
            </a:extLst>
          </p:cNvPr>
          <p:cNvSpPr>
            <a:spLocks noGrp="1"/>
          </p:cNvSpPr>
          <p:nvPr/>
        </p:nvSpPr>
        <p:spPr>
          <a:xfrm>
            <a:off x="839168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3" name="F2_precision_recall_distributions_7137">
            <a:extLst>
              <a:ext uri="{FF2B5EF4-FFF2-40B4-BE49-F238E27FC236}">
                <a16:creationId xmlns:a16="http://schemas.microsoft.com/office/drawing/2014/main" id="{46453BC9-3519-4B69-89FD-1951BAB1E612}"/>
              </a:ext>
            </a:extLst>
          </p:cNvPr>
          <p:cNvSpPr>
            <a:spLocks noGrp="1"/>
          </p:cNvSpPr>
          <p:nvPr/>
        </p:nvSpPr>
        <p:spPr>
          <a:xfrm>
            <a:off x="849335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4" name="F2_precision_recall_distributions_7138">
            <a:extLst>
              <a:ext uri="{FF2B5EF4-FFF2-40B4-BE49-F238E27FC236}">
                <a16:creationId xmlns:a16="http://schemas.microsoft.com/office/drawing/2014/main" id="{323E2F11-BD54-46FE-9E71-CDA3A3A0E0ED}"/>
              </a:ext>
            </a:extLst>
          </p:cNvPr>
          <p:cNvSpPr>
            <a:spLocks noGrp="1"/>
          </p:cNvSpPr>
          <p:nvPr/>
        </p:nvSpPr>
        <p:spPr>
          <a:xfrm>
            <a:off x="823366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5" name="F2_precision_recall_distributions_7139">
            <a:extLst>
              <a:ext uri="{FF2B5EF4-FFF2-40B4-BE49-F238E27FC236}">
                <a16:creationId xmlns:a16="http://schemas.microsoft.com/office/drawing/2014/main" id="{B877A09D-25AB-43A1-B1F1-E733F820D302}"/>
              </a:ext>
            </a:extLst>
          </p:cNvPr>
          <p:cNvSpPr>
            <a:spLocks noGrp="1"/>
          </p:cNvSpPr>
          <p:nvPr/>
        </p:nvSpPr>
        <p:spPr>
          <a:xfrm>
            <a:off x="827399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6" name="F2_precision_recall_distributions_7140">
            <a:extLst>
              <a:ext uri="{FF2B5EF4-FFF2-40B4-BE49-F238E27FC236}">
                <a16:creationId xmlns:a16="http://schemas.microsoft.com/office/drawing/2014/main" id="{39229E3C-8F40-4AA7-B745-3504DEFE9CFD}"/>
              </a:ext>
            </a:extLst>
          </p:cNvPr>
          <p:cNvSpPr>
            <a:spLocks noGrp="1"/>
          </p:cNvSpPr>
          <p:nvPr/>
        </p:nvSpPr>
        <p:spPr>
          <a:xfrm>
            <a:off x="826620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7" name="F2_precision_recall_distributions_7141">
            <a:extLst>
              <a:ext uri="{FF2B5EF4-FFF2-40B4-BE49-F238E27FC236}">
                <a16:creationId xmlns:a16="http://schemas.microsoft.com/office/drawing/2014/main" id="{54739A6D-D32D-4D9F-8858-BCB9E88B7E80}"/>
              </a:ext>
            </a:extLst>
          </p:cNvPr>
          <p:cNvSpPr>
            <a:spLocks noGrp="1"/>
          </p:cNvSpPr>
          <p:nvPr/>
        </p:nvSpPr>
        <p:spPr>
          <a:xfrm>
            <a:off x="8197528" y="63191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8" name="F2_precision_recall_distributions_7142">
            <a:extLst>
              <a:ext uri="{FF2B5EF4-FFF2-40B4-BE49-F238E27FC236}">
                <a16:creationId xmlns:a16="http://schemas.microsoft.com/office/drawing/2014/main" id="{D4E1DAA0-37CE-4C34-A412-1DC09E498D62}"/>
              </a:ext>
            </a:extLst>
          </p:cNvPr>
          <p:cNvSpPr>
            <a:spLocks noGrp="1"/>
          </p:cNvSpPr>
          <p:nvPr/>
        </p:nvSpPr>
        <p:spPr>
          <a:xfrm>
            <a:off x="81485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9" name="F2_precision_recall_distributions_7143">
            <a:extLst>
              <a:ext uri="{FF2B5EF4-FFF2-40B4-BE49-F238E27FC236}">
                <a16:creationId xmlns:a16="http://schemas.microsoft.com/office/drawing/2014/main" id="{D0C5CAB8-0F75-4694-AF4D-F46E9B759BB3}"/>
              </a:ext>
            </a:extLst>
          </p:cNvPr>
          <p:cNvSpPr>
            <a:spLocks noGrp="1"/>
          </p:cNvSpPr>
          <p:nvPr/>
        </p:nvSpPr>
        <p:spPr>
          <a:xfrm>
            <a:off x="823659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0" name="F2_precision_recall_distributions_7144">
            <a:extLst>
              <a:ext uri="{FF2B5EF4-FFF2-40B4-BE49-F238E27FC236}">
                <a16:creationId xmlns:a16="http://schemas.microsoft.com/office/drawing/2014/main" id="{4F58902B-218D-4D7C-A595-622C711DB874}"/>
              </a:ext>
            </a:extLst>
          </p:cNvPr>
          <p:cNvSpPr>
            <a:spLocks noGrp="1"/>
          </p:cNvSpPr>
          <p:nvPr/>
        </p:nvSpPr>
        <p:spPr>
          <a:xfrm>
            <a:off x="820004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1" name="F2_precision_recall_distributions_7145">
            <a:extLst>
              <a:ext uri="{FF2B5EF4-FFF2-40B4-BE49-F238E27FC236}">
                <a16:creationId xmlns:a16="http://schemas.microsoft.com/office/drawing/2014/main" id="{5C808110-8029-43F5-900C-521EEABC1520}"/>
              </a:ext>
            </a:extLst>
          </p:cNvPr>
          <p:cNvSpPr>
            <a:spLocks noGrp="1"/>
          </p:cNvSpPr>
          <p:nvPr/>
        </p:nvSpPr>
        <p:spPr>
          <a:xfrm>
            <a:off x="824946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2" name="F2_precision_recall_distributions_7146">
            <a:extLst>
              <a:ext uri="{FF2B5EF4-FFF2-40B4-BE49-F238E27FC236}">
                <a16:creationId xmlns:a16="http://schemas.microsoft.com/office/drawing/2014/main" id="{8B6A9705-05CB-4A4A-A9C2-69B91B618A2A}"/>
              </a:ext>
            </a:extLst>
          </p:cNvPr>
          <p:cNvSpPr>
            <a:spLocks noGrp="1"/>
          </p:cNvSpPr>
          <p:nvPr/>
        </p:nvSpPr>
        <p:spPr>
          <a:xfrm>
            <a:off x="8151709" y="64297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3" name="F2_precision_recall_distributions_7147">
            <a:extLst>
              <a:ext uri="{FF2B5EF4-FFF2-40B4-BE49-F238E27FC236}">
                <a16:creationId xmlns:a16="http://schemas.microsoft.com/office/drawing/2014/main" id="{03005AFB-46D6-4ADB-9EC1-EAEA2218958B}"/>
              </a:ext>
            </a:extLst>
          </p:cNvPr>
          <p:cNvSpPr>
            <a:spLocks noGrp="1"/>
          </p:cNvSpPr>
          <p:nvPr/>
        </p:nvSpPr>
        <p:spPr>
          <a:xfrm>
            <a:off x="82006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4" name="F2_precision_recall_distributions_7148">
            <a:extLst>
              <a:ext uri="{FF2B5EF4-FFF2-40B4-BE49-F238E27FC236}">
                <a16:creationId xmlns:a16="http://schemas.microsoft.com/office/drawing/2014/main" id="{55F41E1F-0498-41A7-A78A-4D34BC54C653}"/>
              </a:ext>
            </a:extLst>
          </p:cNvPr>
          <p:cNvSpPr>
            <a:spLocks noGrp="1"/>
          </p:cNvSpPr>
          <p:nvPr/>
        </p:nvSpPr>
        <p:spPr>
          <a:xfrm>
            <a:off x="813852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5" name="F2_precision_recall_distributions_7149">
            <a:extLst>
              <a:ext uri="{FF2B5EF4-FFF2-40B4-BE49-F238E27FC236}">
                <a16:creationId xmlns:a16="http://schemas.microsoft.com/office/drawing/2014/main" id="{532D469F-7A6C-41A0-9101-D9F83F67DF6E}"/>
              </a:ext>
            </a:extLst>
          </p:cNvPr>
          <p:cNvSpPr>
            <a:spLocks noGrp="1"/>
          </p:cNvSpPr>
          <p:nvPr/>
        </p:nvSpPr>
        <p:spPr>
          <a:xfrm>
            <a:off x="82760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6" name="F2_precision_recall_distributions_7150">
            <a:extLst>
              <a:ext uri="{FF2B5EF4-FFF2-40B4-BE49-F238E27FC236}">
                <a16:creationId xmlns:a16="http://schemas.microsoft.com/office/drawing/2014/main" id="{1E05BC8B-43EF-48A3-BB6D-9712FCECF9D9}"/>
              </a:ext>
            </a:extLst>
          </p:cNvPr>
          <p:cNvSpPr>
            <a:spLocks noGrp="1"/>
          </p:cNvSpPr>
          <p:nvPr/>
        </p:nvSpPr>
        <p:spPr>
          <a:xfrm>
            <a:off x="82890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7" name="F2_precision_recall_distributions_7151">
            <a:extLst>
              <a:ext uri="{FF2B5EF4-FFF2-40B4-BE49-F238E27FC236}">
                <a16:creationId xmlns:a16="http://schemas.microsoft.com/office/drawing/2014/main" id="{B9BFE408-98F7-4851-866C-802A0888FB78}"/>
              </a:ext>
            </a:extLst>
          </p:cNvPr>
          <p:cNvSpPr>
            <a:spLocks noGrp="1"/>
          </p:cNvSpPr>
          <p:nvPr/>
        </p:nvSpPr>
        <p:spPr>
          <a:xfrm>
            <a:off x="81350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8" name="F2_precision_recall_distributions_7152">
            <a:extLst>
              <a:ext uri="{FF2B5EF4-FFF2-40B4-BE49-F238E27FC236}">
                <a16:creationId xmlns:a16="http://schemas.microsoft.com/office/drawing/2014/main" id="{DEAC13CA-1ACB-421B-B740-5D889EB965E5}"/>
              </a:ext>
            </a:extLst>
          </p:cNvPr>
          <p:cNvSpPr>
            <a:spLocks noGrp="1"/>
          </p:cNvSpPr>
          <p:nvPr/>
        </p:nvSpPr>
        <p:spPr>
          <a:xfrm>
            <a:off x="8362684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9" name="F2_precision_recall_distributions_7153">
            <a:extLst>
              <a:ext uri="{FF2B5EF4-FFF2-40B4-BE49-F238E27FC236}">
                <a16:creationId xmlns:a16="http://schemas.microsoft.com/office/drawing/2014/main" id="{523606DC-9649-4004-B057-DA037C40AA13}"/>
              </a:ext>
            </a:extLst>
          </p:cNvPr>
          <p:cNvSpPr>
            <a:spLocks noGrp="1"/>
          </p:cNvSpPr>
          <p:nvPr/>
        </p:nvSpPr>
        <p:spPr>
          <a:xfrm>
            <a:off x="82471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0" name="F2_precision_recall_distributions_7154">
            <a:extLst>
              <a:ext uri="{FF2B5EF4-FFF2-40B4-BE49-F238E27FC236}">
                <a16:creationId xmlns:a16="http://schemas.microsoft.com/office/drawing/2014/main" id="{84119635-C520-4B4F-A2B5-29317C9A8C4A}"/>
              </a:ext>
            </a:extLst>
          </p:cNvPr>
          <p:cNvSpPr>
            <a:spLocks noGrp="1"/>
          </p:cNvSpPr>
          <p:nvPr/>
        </p:nvSpPr>
        <p:spPr>
          <a:xfrm>
            <a:off x="845136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1" name="F2_precision_recall_distributions_7155">
            <a:extLst>
              <a:ext uri="{FF2B5EF4-FFF2-40B4-BE49-F238E27FC236}">
                <a16:creationId xmlns:a16="http://schemas.microsoft.com/office/drawing/2014/main" id="{BC27BC84-2CEF-46C4-BD66-4FB6572DE3ED}"/>
              </a:ext>
            </a:extLst>
          </p:cNvPr>
          <p:cNvSpPr>
            <a:spLocks noGrp="1"/>
          </p:cNvSpPr>
          <p:nvPr/>
        </p:nvSpPr>
        <p:spPr>
          <a:xfrm>
            <a:off x="847805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2" name="F2_precision_recall_distributions_7156">
            <a:extLst>
              <a:ext uri="{FF2B5EF4-FFF2-40B4-BE49-F238E27FC236}">
                <a16:creationId xmlns:a16="http://schemas.microsoft.com/office/drawing/2014/main" id="{4A0B88C8-7FF2-4162-AB05-0F4959CA89F8}"/>
              </a:ext>
            </a:extLst>
          </p:cNvPr>
          <p:cNvSpPr>
            <a:spLocks noGrp="1"/>
          </p:cNvSpPr>
          <p:nvPr/>
        </p:nvSpPr>
        <p:spPr>
          <a:xfrm>
            <a:off x="8272140" y="63256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3" name="F2_precision_recall_distributions_7157">
            <a:extLst>
              <a:ext uri="{FF2B5EF4-FFF2-40B4-BE49-F238E27FC236}">
                <a16:creationId xmlns:a16="http://schemas.microsoft.com/office/drawing/2014/main" id="{CE51B600-8BB1-4589-B6AF-CC8D93E1546E}"/>
              </a:ext>
            </a:extLst>
          </p:cNvPr>
          <p:cNvSpPr>
            <a:spLocks noGrp="1"/>
          </p:cNvSpPr>
          <p:nvPr/>
        </p:nvSpPr>
        <p:spPr>
          <a:xfrm>
            <a:off x="814576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4" name="F2_precision_recall_distributions_7158">
            <a:extLst>
              <a:ext uri="{FF2B5EF4-FFF2-40B4-BE49-F238E27FC236}">
                <a16:creationId xmlns:a16="http://schemas.microsoft.com/office/drawing/2014/main" id="{911F3490-430C-4867-AD7E-8CFA73C6C15C}"/>
              </a:ext>
            </a:extLst>
          </p:cNvPr>
          <p:cNvSpPr>
            <a:spLocks noGrp="1"/>
          </p:cNvSpPr>
          <p:nvPr/>
        </p:nvSpPr>
        <p:spPr>
          <a:xfrm>
            <a:off x="8288638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5" name="F2_precision_recall_distributions_7159">
            <a:extLst>
              <a:ext uri="{FF2B5EF4-FFF2-40B4-BE49-F238E27FC236}">
                <a16:creationId xmlns:a16="http://schemas.microsoft.com/office/drawing/2014/main" id="{28677243-BC65-49B3-BC35-D8C8EB9E302F}"/>
              </a:ext>
            </a:extLst>
          </p:cNvPr>
          <p:cNvSpPr>
            <a:spLocks noGrp="1"/>
          </p:cNvSpPr>
          <p:nvPr/>
        </p:nvSpPr>
        <p:spPr>
          <a:xfrm>
            <a:off x="83480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6" name="F2_precision_recall_distributions_7160">
            <a:extLst>
              <a:ext uri="{FF2B5EF4-FFF2-40B4-BE49-F238E27FC236}">
                <a16:creationId xmlns:a16="http://schemas.microsoft.com/office/drawing/2014/main" id="{176E8BF3-1223-4F11-A030-6D3C20D49127}"/>
              </a:ext>
            </a:extLst>
          </p:cNvPr>
          <p:cNvSpPr>
            <a:spLocks noGrp="1"/>
          </p:cNvSpPr>
          <p:nvPr/>
        </p:nvSpPr>
        <p:spPr>
          <a:xfrm>
            <a:off x="846614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7" name="F2_precision_recall_distributions_7161">
            <a:extLst>
              <a:ext uri="{FF2B5EF4-FFF2-40B4-BE49-F238E27FC236}">
                <a16:creationId xmlns:a16="http://schemas.microsoft.com/office/drawing/2014/main" id="{95A54956-0DD5-4EBD-8BFA-9E6B0E85A9D0}"/>
              </a:ext>
            </a:extLst>
          </p:cNvPr>
          <p:cNvSpPr>
            <a:spLocks noGrp="1"/>
          </p:cNvSpPr>
          <p:nvPr/>
        </p:nvSpPr>
        <p:spPr>
          <a:xfrm>
            <a:off x="8171578" y="62346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8" name="F2_precision_recall_distributions_7162">
            <a:extLst>
              <a:ext uri="{FF2B5EF4-FFF2-40B4-BE49-F238E27FC236}">
                <a16:creationId xmlns:a16="http://schemas.microsoft.com/office/drawing/2014/main" id="{1FC5DBBB-A4FD-4E66-A138-30988FAD9923}"/>
              </a:ext>
            </a:extLst>
          </p:cNvPr>
          <p:cNvSpPr>
            <a:spLocks noGrp="1"/>
          </p:cNvSpPr>
          <p:nvPr/>
        </p:nvSpPr>
        <p:spPr>
          <a:xfrm>
            <a:off x="847114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9" name="F2_precision_recall_distributions_7163">
            <a:extLst>
              <a:ext uri="{FF2B5EF4-FFF2-40B4-BE49-F238E27FC236}">
                <a16:creationId xmlns:a16="http://schemas.microsoft.com/office/drawing/2014/main" id="{5A52CDC1-9801-46AB-ADE0-A6F2C7EA8694}"/>
              </a:ext>
            </a:extLst>
          </p:cNvPr>
          <p:cNvSpPr>
            <a:spLocks noGrp="1"/>
          </p:cNvSpPr>
          <p:nvPr/>
        </p:nvSpPr>
        <p:spPr>
          <a:xfrm>
            <a:off x="82817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0" name="F2_precision_recall_distributions_7164">
            <a:extLst>
              <a:ext uri="{FF2B5EF4-FFF2-40B4-BE49-F238E27FC236}">
                <a16:creationId xmlns:a16="http://schemas.microsoft.com/office/drawing/2014/main" id="{DAC8E522-88A4-4EB8-830F-1309A75F461E}"/>
              </a:ext>
            </a:extLst>
          </p:cNvPr>
          <p:cNvSpPr>
            <a:spLocks noGrp="1"/>
          </p:cNvSpPr>
          <p:nvPr/>
        </p:nvSpPr>
        <p:spPr>
          <a:xfrm>
            <a:off x="824115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1" name="F2_precision_recall_distributions_7165">
            <a:extLst>
              <a:ext uri="{FF2B5EF4-FFF2-40B4-BE49-F238E27FC236}">
                <a16:creationId xmlns:a16="http://schemas.microsoft.com/office/drawing/2014/main" id="{BD16718E-9DA1-4ACC-982B-8FDA9E79545D}"/>
              </a:ext>
            </a:extLst>
          </p:cNvPr>
          <p:cNvSpPr>
            <a:spLocks noGrp="1"/>
          </p:cNvSpPr>
          <p:nvPr/>
        </p:nvSpPr>
        <p:spPr>
          <a:xfrm>
            <a:off x="8159405" y="61639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2" name="F2_precision_recall_distributions_7166">
            <a:extLst>
              <a:ext uri="{FF2B5EF4-FFF2-40B4-BE49-F238E27FC236}">
                <a16:creationId xmlns:a16="http://schemas.microsoft.com/office/drawing/2014/main" id="{7383E41A-732F-45FD-BBD7-7B14B7078CBD}"/>
              </a:ext>
            </a:extLst>
          </p:cNvPr>
          <p:cNvSpPr>
            <a:spLocks noGrp="1"/>
          </p:cNvSpPr>
          <p:nvPr/>
        </p:nvSpPr>
        <p:spPr>
          <a:xfrm>
            <a:off x="819074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3" name="F2_precision_recall_distributions_7167">
            <a:extLst>
              <a:ext uri="{FF2B5EF4-FFF2-40B4-BE49-F238E27FC236}">
                <a16:creationId xmlns:a16="http://schemas.microsoft.com/office/drawing/2014/main" id="{E07B4FC8-16D1-4A7C-9D40-8CC4FBE6AD0E}"/>
              </a:ext>
            </a:extLst>
          </p:cNvPr>
          <p:cNvSpPr>
            <a:spLocks noGrp="1"/>
          </p:cNvSpPr>
          <p:nvPr/>
        </p:nvSpPr>
        <p:spPr>
          <a:xfrm>
            <a:off x="817561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4" name="F2_precision_recall_distributions_7168">
            <a:extLst>
              <a:ext uri="{FF2B5EF4-FFF2-40B4-BE49-F238E27FC236}">
                <a16:creationId xmlns:a16="http://schemas.microsoft.com/office/drawing/2014/main" id="{F44078B3-99DD-4444-8CA8-4334298CC03E}"/>
              </a:ext>
            </a:extLst>
          </p:cNvPr>
          <p:cNvSpPr>
            <a:spLocks noGrp="1"/>
          </p:cNvSpPr>
          <p:nvPr/>
        </p:nvSpPr>
        <p:spPr>
          <a:xfrm>
            <a:off x="8150794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5" name="F2_precision_recall_distributions_7169">
            <a:extLst>
              <a:ext uri="{FF2B5EF4-FFF2-40B4-BE49-F238E27FC236}">
                <a16:creationId xmlns:a16="http://schemas.microsoft.com/office/drawing/2014/main" id="{C070D655-A4B2-4C50-AD59-8FC61C236096}"/>
              </a:ext>
            </a:extLst>
          </p:cNvPr>
          <p:cNvSpPr>
            <a:spLocks noGrp="1"/>
          </p:cNvSpPr>
          <p:nvPr/>
        </p:nvSpPr>
        <p:spPr>
          <a:xfrm>
            <a:off x="847467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6" name="F2_precision_recall_distributions_7170">
            <a:extLst>
              <a:ext uri="{FF2B5EF4-FFF2-40B4-BE49-F238E27FC236}">
                <a16:creationId xmlns:a16="http://schemas.microsoft.com/office/drawing/2014/main" id="{4CC54949-2E5B-4BF6-A06B-E9A9EAFA40FB}"/>
              </a:ext>
            </a:extLst>
          </p:cNvPr>
          <p:cNvSpPr>
            <a:spLocks noGrp="1"/>
          </p:cNvSpPr>
          <p:nvPr/>
        </p:nvSpPr>
        <p:spPr>
          <a:xfrm>
            <a:off x="843553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7" name="F2_precision_recall_distributions_7171">
            <a:extLst>
              <a:ext uri="{FF2B5EF4-FFF2-40B4-BE49-F238E27FC236}">
                <a16:creationId xmlns:a16="http://schemas.microsoft.com/office/drawing/2014/main" id="{377B0DAB-BB82-4837-89AE-6CC607E1AF87}"/>
              </a:ext>
            </a:extLst>
          </p:cNvPr>
          <p:cNvSpPr>
            <a:spLocks noGrp="1"/>
          </p:cNvSpPr>
          <p:nvPr/>
        </p:nvSpPr>
        <p:spPr>
          <a:xfrm>
            <a:off x="825891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8" name="F2_precision_recall_distributions_7172">
            <a:extLst>
              <a:ext uri="{FF2B5EF4-FFF2-40B4-BE49-F238E27FC236}">
                <a16:creationId xmlns:a16="http://schemas.microsoft.com/office/drawing/2014/main" id="{5BB0EFBA-77E3-4352-8434-BFA52267CD77}"/>
              </a:ext>
            </a:extLst>
          </p:cNvPr>
          <p:cNvSpPr>
            <a:spLocks noGrp="1"/>
          </p:cNvSpPr>
          <p:nvPr/>
        </p:nvSpPr>
        <p:spPr>
          <a:xfrm>
            <a:off x="826278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9" name="F2_precision_recall_distributions_7173">
            <a:extLst>
              <a:ext uri="{FF2B5EF4-FFF2-40B4-BE49-F238E27FC236}">
                <a16:creationId xmlns:a16="http://schemas.microsoft.com/office/drawing/2014/main" id="{170E6F45-A947-4DDA-ABD5-01D36A83DDEC}"/>
              </a:ext>
            </a:extLst>
          </p:cNvPr>
          <p:cNvSpPr>
            <a:spLocks noGrp="1"/>
          </p:cNvSpPr>
          <p:nvPr/>
        </p:nvSpPr>
        <p:spPr>
          <a:xfrm>
            <a:off x="8453060" y="63489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0" name="F2_precision_recall_distributions_7174">
            <a:extLst>
              <a:ext uri="{FF2B5EF4-FFF2-40B4-BE49-F238E27FC236}">
                <a16:creationId xmlns:a16="http://schemas.microsoft.com/office/drawing/2014/main" id="{E29E6BD8-E1BD-472B-B95A-B9A0723056C5}"/>
              </a:ext>
            </a:extLst>
          </p:cNvPr>
          <p:cNvSpPr>
            <a:spLocks noGrp="1"/>
          </p:cNvSpPr>
          <p:nvPr/>
        </p:nvSpPr>
        <p:spPr>
          <a:xfrm>
            <a:off x="8177482" y="61639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1" name="F2_precision_recall_distributions_7175">
            <a:extLst>
              <a:ext uri="{FF2B5EF4-FFF2-40B4-BE49-F238E27FC236}">
                <a16:creationId xmlns:a16="http://schemas.microsoft.com/office/drawing/2014/main" id="{A3F84251-31FA-4F74-8B5C-1DCD2384315D}"/>
              </a:ext>
            </a:extLst>
          </p:cNvPr>
          <p:cNvSpPr>
            <a:spLocks noGrp="1"/>
          </p:cNvSpPr>
          <p:nvPr/>
        </p:nvSpPr>
        <p:spPr>
          <a:xfrm>
            <a:off x="824292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2" name="F2_precision_recall_distributions_7176">
            <a:extLst>
              <a:ext uri="{FF2B5EF4-FFF2-40B4-BE49-F238E27FC236}">
                <a16:creationId xmlns:a16="http://schemas.microsoft.com/office/drawing/2014/main" id="{3072190D-6B6B-425A-BE0E-94F6BD36C28E}"/>
              </a:ext>
            </a:extLst>
          </p:cNvPr>
          <p:cNvSpPr>
            <a:spLocks noGrp="1"/>
          </p:cNvSpPr>
          <p:nvPr/>
        </p:nvSpPr>
        <p:spPr>
          <a:xfrm>
            <a:off x="83136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3" name="F2_precision_recall_distributions_7177">
            <a:extLst>
              <a:ext uri="{FF2B5EF4-FFF2-40B4-BE49-F238E27FC236}">
                <a16:creationId xmlns:a16="http://schemas.microsoft.com/office/drawing/2014/main" id="{4560C54B-0172-4B63-AC66-6B7DFB83F717}"/>
              </a:ext>
            </a:extLst>
          </p:cNvPr>
          <p:cNvSpPr>
            <a:spLocks noGrp="1"/>
          </p:cNvSpPr>
          <p:nvPr/>
        </p:nvSpPr>
        <p:spPr>
          <a:xfrm>
            <a:off x="8146198" y="56198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4" name="F2_precision_recall_distributions_7178">
            <a:extLst>
              <a:ext uri="{FF2B5EF4-FFF2-40B4-BE49-F238E27FC236}">
                <a16:creationId xmlns:a16="http://schemas.microsoft.com/office/drawing/2014/main" id="{16EDF5A4-284B-46C7-B064-18C1C3EE7066}"/>
              </a:ext>
            </a:extLst>
          </p:cNvPr>
          <p:cNvSpPr>
            <a:spLocks noGrp="1"/>
          </p:cNvSpPr>
          <p:nvPr/>
        </p:nvSpPr>
        <p:spPr>
          <a:xfrm>
            <a:off x="82297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5" name="F2_precision_recall_distributions_7179">
            <a:extLst>
              <a:ext uri="{FF2B5EF4-FFF2-40B4-BE49-F238E27FC236}">
                <a16:creationId xmlns:a16="http://schemas.microsoft.com/office/drawing/2014/main" id="{2F14CED3-647E-429C-9EEE-2F9268E79326}"/>
              </a:ext>
            </a:extLst>
          </p:cNvPr>
          <p:cNvSpPr>
            <a:spLocks noGrp="1"/>
          </p:cNvSpPr>
          <p:nvPr/>
        </p:nvSpPr>
        <p:spPr>
          <a:xfrm>
            <a:off x="81703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6" name="F2_precision_recall_distributions_7180">
            <a:extLst>
              <a:ext uri="{FF2B5EF4-FFF2-40B4-BE49-F238E27FC236}">
                <a16:creationId xmlns:a16="http://schemas.microsoft.com/office/drawing/2014/main" id="{8E8FC1A6-E83A-48F1-8479-6351CFF2F758}"/>
              </a:ext>
            </a:extLst>
          </p:cNvPr>
          <p:cNvSpPr>
            <a:spLocks noGrp="1"/>
          </p:cNvSpPr>
          <p:nvPr/>
        </p:nvSpPr>
        <p:spPr>
          <a:xfrm>
            <a:off x="833897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7" name="F2_precision_recall_distributions_7181">
            <a:extLst>
              <a:ext uri="{FF2B5EF4-FFF2-40B4-BE49-F238E27FC236}">
                <a16:creationId xmlns:a16="http://schemas.microsoft.com/office/drawing/2014/main" id="{7C70EB7A-7469-4263-B35D-766B811E64E0}"/>
              </a:ext>
            </a:extLst>
          </p:cNvPr>
          <p:cNvSpPr>
            <a:spLocks noGrp="1"/>
          </p:cNvSpPr>
          <p:nvPr/>
        </p:nvSpPr>
        <p:spPr>
          <a:xfrm>
            <a:off x="828666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8" name="F2_precision_recall_distributions_7182">
            <a:extLst>
              <a:ext uri="{FF2B5EF4-FFF2-40B4-BE49-F238E27FC236}">
                <a16:creationId xmlns:a16="http://schemas.microsoft.com/office/drawing/2014/main" id="{9DD8B00D-8229-435C-B894-D9B73C9A2A63}"/>
              </a:ext>
            </a:extLst>
          </p:cNvPr>
          <p:cNvSpPr>
            <a:spLocks noGrp="1"/>
          </p:cNvSpPr>
          <p:nvPr/>
        </p:nvSpPr>
        <p:spPr>
          <a:xfrm>
            <a:off x="825028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9" name="F2_precision_recall_distributions_7183">
            <a:extLst>
              <a:ext uri="{FF2B5EF4-FFF2-40B4-BE49-F238E27FC236}">
                <a16:creationId xmlns:a16="http://schemas.microsoft.com/office/drawing/2014/main" id="{426EA6CB-00EB-471B-89DF-5E6F080BD7F2}"/>
              </a:ext>
            </a:extLst>
          </p:cNvPr>
          <p:cNvSpPr>
            <a:spLocks noGrp="1"/>
          </p:cNvSpPr>
          <p:nvPr/>
        </p:nvSpPr>
        <p:spPr>
          <a:xfrm>
            <a:off x="8152955" y="61639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0" name="F2_precision_recall_distributions_7184">
            <a:extLst>
              <a:ext uri="{FF2B5EF4-FFF2-40B4-BE49-F238E27FC236}">
                <a16:creationId xmlns:a16="http://schemas.microsoft.com/office/drawing/2014/main" id="{0533AF77-01AD-4EE0-A550-45BBAF9C4B75}"/>
              </a:ext>
            </a:extLst>
          </p:cNvPr>
          <p:cNvSpPr>
            <a:spLocks noGrp="1"/>
          </p:cNvSpPr>
          <p:nvPr/>
        </p:nvSpPr>
        <p:spPr>
          <a:xfrm>
            <a:off x="820065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1" name="F2_precision_recall_distributions_7185">
            <a:extLst>
              <a:ext uri="{FF2B5EF4-FFF2-40B4-BE49-F238E27FC236}">
                <a16:creationId xmlns:a16="http://schemas.microsoft.com/office/drawing/2014/main" id="{D61B0FA6-DA92-4759-894A-D52B38BE1889}"/>
              </a:ext>
            </a:extLst>
          </p:cNvPr>
          <p:cNvSpPr>
            <a:spLocks noGrp="1"/>
          </p:cNvSpPr>
          <p:nvPr/>
        </p:nvSpPr>
        <p:spPr>
          <a:xfrm>
            <a:off x="835486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2" name="F2_precision_recall_distributions_7186">
            <a:extLst>
              <a:ext uri="{FF2B5EF4-FFF2-40B4-BE49-F238E27FC236}">
                <a16:creationId xmlns:a16="http://schemas.microsoft.com/office/drawing/2014/main" id="{434005D5-6967-4E0A-84B0-37DF2D936297}"/>
              </a:ext>
            </a:extLst>
          </p:cNvPr>
          <p:cNvSpPr>
            <a:spLocks noGrp="1"/>
          </p:cNvSpPr>
          <p:nvPr/>
        </p:nvSpPr>
        <p:spPr>
          <a:xfrm>
            <a:off x="843764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3" name="F2_precision_recall_distributions_7187">
            <a:extLst>
              <a:ext uri="{FF2B5EF4-FFF2-40B4-BE49-F238E27FC236}">
                <a16:creationId xmlns:a16="http://schemas.microsoft.com/office/drawing/2014/main" id="{2ED37BDC-4776-452A-B61A-F91B2973221D}"/>
              </a:ext>
            </a:extLst>
          </p:cNvPr>
          <p:cNvSpPr>
            <a:spLocks noGrp="1"/>
          </p:cNvSpPr>
          <p:nvPr/>
        </p:nvSpPr>
        <p:spPr>
          <a:xfrm>
            <a:off x="844678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4" name="F2_precision_recall_distributions_7188">
            <a:extLst>
              <a:ext uri="{FF2B5EF4-FFF2-40B4-BE49-F238E27FC236}">
                <a16:creationId xmlns:a16="http://schemas.microsoft.com/office/drawing/2014/main" id="{1B0555AC-9236-456A-9BBC-2189EEABC0BA}"/>
              </a:ext>
            </a:extLst>
          </p:cNvPr>
          <p:cNvSpPr>
            <a:spLocks noGrp="1"/>
          </p:cNvSpPr>
          <p:nvPr/>
        </p:nvSpPr>
        <p:spPr>
          <a:xfrm>
            <a:off x="8490661" y="597534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5" name="F2_precision_recall_distributions_7189">
            <a:extLst>
              <a:ext uri="{FF2B5EF4-FFF2-40B4-BE49-F238E27FC236}">
                <a16:creationId xmlns:a16="http://schemas.microsoft.com/office/drawing/2014/main" id="{FA272C76-D08D-43BE-976E-F63B900BC8E7}"/>
              </a:ext>
            </a:extLst>
          </p:cNvPr>
          <p:cNvSpPr>
            <a:spLocks noGrp="1"/>
          </p:cNvSpPr>
          <p:nvPr/>
        </p:nvSpPr>
        <p:spPr>
          <a:xfrm>
            <a:off x="84975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6" name="F2_precision_recall_distributions_7190">
            <a:extLst>
              <a:ext uri="{FF2B5EF4-FFF2-40B4-BE49-F238E27FC236}">
                <a16:creationId xmlns:a16="http://schemas.microsoft.com/office/drawing/2014/main" id="{4BABEF95-1459-4507-A3E4-A10F7491D15B}"/>
              </a:ext>
            </a:extLst>
          </p:cNvPr>
          <p:cNvSpPr>
            <a:spLocks noGrp="1"/>
          </p:cNvSpPr>
          <p:nvPr/>
        </p:nvSpPr>
        <p:spPr>
          <a:xfrm>
            <a:off x="83091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7" name="F2_precision_recall_distributions_7191">
            <a:extLst>
              <a:ext uri="{FF2B5EF4-FFF2-40B4-BE49-F238E27FC236}">
                <a16:creationId xmlns:a16="http://schemas.microsoft.com/office/drawing/2014/main" id="{78C72522-DA58-4C3B-B6F6-18EDC528CC9F}"/>
              </a:ext>
            </a:extLst>
          </p:cNvPr>
          <p:cNvSpPr>
            <a:spLocks noGrp="1"/>
          </p:cNvSpPr>
          <p:nvPr/>
        </p:nvSpPr>
        <p:spPr>
          <a:xfrm>
            <a:off x="8407634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8" name="F2_precision_recall_distributions_7192">
            <a:extLst>
              <a:ext uri="{FF2B5EF4-FFF2-40B4-BE49-F238E27FC236}">
                <a16:creationId xmlns:a16="http://schemas.microsoft.com/office/drawing/2014/main" id="{E7038352-9E69-4F7B-8217-CB10D30CC8E4}"/>
              </a:ext>
            </a:extLst>
          </p:cNvPr>
          <p:cNvSpPr>
            <a:spLocks noGrp="1"/>
          </p:cNvSpPr>
          <p:nvPr/>
        </p:nvSpPr>
        <p:spPr>
          <a:xfrm>
            <a:off x="84894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9" name="F2_precision_recall_distributions_7193">
            <a:extLst>
              <a:ext uri="{FF2B5EF4-FFF2-40B4-BE49-F238E27FC236}">
                <a16:creationId xmlns:a16="http://schemas.microsoft.com/office/drawing/2014/main" id="{2AF0A571-FD47-40AF-8BBA-0495F019BD18}"/>
              </a:ext>
            </a:extLst>
          </p:cNvPr>
          <p:cNvSpPr>
            <a:spLocks noGrp="1"/>
          </p:cNvSpPr>
          <p:nvPr/>
        </p:nvSpPr>
        <p:spPr>
          <a:xfrm>
            <a:off x="8489613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0" name="F2_precision_recall_distributions_7194">
            <a:extLst>
              <a:ext uri="{FF2B5EF4-FFF2-40B4-BE49-F238E27FC236}">
                <a16:creationId xmlns:a16="http://schemas.microsoft.com/office/drawing/2014/main" id="{1A319506-4D79-4771-8B33-2366BAB4C5A9}"/>
              </a:ext>
            </a:extLst>
          </p:cNvPr>
          <p:cNvSpPr>
            <a:spLocks noGrp="1"/>
          </p:cNvSpPr>
          <p:nvPr/>
        </p:nvSpPr>
        <p:spPr>
          <a:xfrm>
            <a:off x="8328721" y="64044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1" name="F2_precision_recall_distributions_7195">
            <a:extLst>
              <a:ext uri="{FF2B5EF4-FFF2-40B4-BE49-F238E27FC236}">
                <a16:creationId xmlns:a16="http://schemas.microsoft.com/office/drawing/2014/main" id="{0AE62F90-2F8E-4266-8BE2-800F8125F942}"/>
              </a:ext>
            </a:extLst>
          </p:cNvPr>
          <p:cNvSpPr>
            <a:spLocks noGrp="1"/>
          </p:cNvSpPr>
          <p:nvPr/>
        </p:nvSpPr>
        <p:spPr>
          <a:xfrm>
            <a:off x="8249420" y="62771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2" name="F2_precision_recall_distributions_7196">
            <a:extLst>
              <a:ext uri="{FF2B5EF4-FFF2-40B4-BE49-F238E27FC236}">
                <a16:creationId xmlns:a16="http://schemas.microsoft.com/office/drawing/2014/main" id="{2E91F0DE-79A0-460B-B4F0-C0F55039DB26}"/>
              </a:ext>
            </a:extLst>
          </p:cNvPr>
          <p:cNvSpPr>
            <a:spLocks noGrp="1"/>
          </p:cNvSpPr>
          <p:nvPr/>
        </p:nvSpPr>
        <p:spPr>
          <a:xfrm>
            <a:off x="832941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3" name="F2_precision_recall_distributions_7197">
            <a:extLst>
              <a:ext uri="{FF2B5EF4-FFF2-40B4-BE49-F238E27FC236}">
                <a16:creationId xmlns:a16="http://schemas.microsoft.com/office/drawing/2014/main" id="{3F2D2736-7E15-4602-AC10-FFCFA75CCAE8}"/>
              </a:ext>
            </a:extLst>
          </p:cNvPr>
          <p:cNvSpPr>
            <a:spLocks noGrp="1"/>
          </p:cNvSpPr>
          <p:nvPr/>
        </p:nvSpPr>
        <p:spPr>
          <a:xfrm>
            <a:off x="83933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4" name="F2_precision_recall_distributions_7198">
            <a:extLst>
              <a:ext uri="{FF2B5EF4-FFF2-40B4-BE49-F238E27FC236}">
                <a16:creationId xmlns:a16="http://schemas.microsoft.com/office/drawing/2014/main" id="{05958EC2-8836-46AE-88D4-59FFBAE9389A}"/>
              </a:ext>
            </a:extLst>
          </p:cNvPr>
          <p:cNvSpPr>
            <a:spLocks noGrp="1"/>
          </p:cNvSpPr>
          <p:nvPr/>
        </p:nvSpPr>
        <p:spPr>
          <a:xfrm>
            <a:off x="83610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5" name="F2_precision_recall_distributions_7199">
            <a:extLst>
              <a:ext uri="{FF2B5EF4-FFF2-40B4-BE49-F238E27FC236}">
                <a16:creationId xmlns:a16="http://schemas.microsoft.com/office/drawing/2014/main" id="{1D482DA1-82AD-4ED2-BDC8-CAAB05223167}"/>
              </a:ext>
            </a:extLst>
          </p:cNvPr>
          <p:cNvSpPr>
            <a:spLocks noGrp="1"/>
          </p:cNvSpPr>
          <p:nvPr/>
        </p:nvSpPr>
        <p:spPr>
          <a:xfrm>
            <a:off x="813699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6" name="F2_precision_recall_distributions_7200">
            <a:extLst>
              <a:ext uri="{FF2B5EF4-FFF2-40B4-BE49-F238E27FC236}">
                <a16:creationId xmlns:a16="http://schemas.microsoft.com/office/drawing/2014/main" id="{45C6F8FB-D3A6-4B66-BED9-794825227F48}"/>
              </a:ext>
            </a:extLst>
          </p:cNvPr>
          <p:cNvSpPr>
            <a:spLocks noGrp="1"/>
          </p:cNvSpPr>
          <p:nvPr/>
        </p:nvSpPr>
        <p:spPr>
          <a:xfrm>
            <a:off x="821543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7" name="F2_precision_recall_distributions_7201">
            <a:extLst>
              <a:ext uri="{FF2B5EF4-FFF2-40B4-BE49-F238E27FC236}">
                <a16:creationId xmlns:a16="http://schemas.microsoft.com/office/drawing/2014/main" id="{5148918D-EB12-4BE5-B609-967578E36598}"/>
              </a:ext>
            </a:extLst>
          </p:cNvPr>
          <p:cNvSpPr>
            <a:spLocks noGrp="1"/>
          </p:cNvSpPr>
          <p:nvPr/>
        </p:nvSpPr>
        <p:spPr>
          <a:xfrm>
            <a:off x="841875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8" name="F2_precision_recall_distributions_7202">
            <a:extLst>
              <a:ext uri="{FF2B5EF4-FFF2-40B4-BE49-F238E27FC236}">
                <a16:creationId xmlns:a16="http://schemas.microsoft.com/office/drawing/2014/main" id="{14A29371-5D2D-4D24-A4F4-D369AEDC563C}"/>
              </a:ext>
            </a:extLst>
          </p:cNvPr>
          <p:cNvSpPr>
            <a:spLocks noGrp="1"/>
          </p:cNvSpPr>
          <p:nvPr/>
        </p:nvSpPr>
        <p:spPr>
          <a:xfrm>
            <a:off x="84557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9" name="F2_precision_recall_distributions_7203">
            <a:extLst>
              <a:ext uri="{FF2B5EF4-FFF2-40B4-BE49-F238E27FC236}">
                <a16:creationId xmlns:a16="http://schemas.microsoft.com/office/drawing/2014/main" id="{A3A43B41-914C-4A19-B82C-8EA188455832}"/>
              </a:ext>
            </a:extLst>
          </p:cNvPr>
          <p:cNvSpPr>
            <a:spLocks noGrp="1"/>
          </p:cNvSpPr>
          <p:nvPr/>
        </p:nvSpPr>
        <p:spPr>
          <a:xfrm>
            <a:off x="832262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0" name="F2_precision_recall_distributions_7204">
            <a:extLst>
              <a:ext uri="{FF2B5EF4-FFF2-40B4-BE49-F238E27FC236}">
                <a16:creationId xmlns:a16="http://schemas.microsoft.com/office/drawing/2014/main" id="{0F3623AF-5CDC-4ECE-A5C0-8FA6649945B7}"/>
              </a:ext>
            </a:extLst>
          </p:cNvPr>
          <p:cNvSpPr>
            <a:spLocks noGrp="1"/>
          </p:cNvSpPr>
          <p:nvPr/>
        </p:nvSpPr>
        <p:spPr>
          <a:xfrm>
            <a:off x="8356860" y="64115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1" name="F2_precision_recall_distributions_7205">
            <a:extLst>
              <a:ext uri="{FF2B5EF4-FFF2-40B4-BE49-F238E27FC236}">
                <a16:creationId xmlns:a16="http://schemas.microsoft.com/office/drawing/2014/main" id="{24CE6AE2-9B1F-4217-AEB9-C90261E4ED94}"/>
              </a:ext>
            </a:extLst>
          </p:cNvPr>
          <p:cNvSpPr>
            <a:spLocks noGrp="1"/>
          </p:cNvSpPr>
          <p:nvPr/>
        </p:nvSpPr>
        <p:spPr>
          <a:xfrm>
            <a:off x="81852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2" name="F2_precision_recall_distributions_7206">
            <a:extLst>
              <a:ext uri="{FF2B5EF4-FFF2-40B4-BE49-F238E27FC236}">
                <a16:creationId xmlns:a16="http://schemas.microsoft.com/office/drawing/2014/main" id="{C10F9B0E-B9E4-4D3B-BE14-86D6F47F8E2D}"/>
              </a:ext>
            </a:extLst>
          </p:cNvPr>
          <p:cNvSpPr>
            <a:spLocks noGrp="1"/>
          </p:cNvSpPr>
          <p:nvPr/>
        </p:nvSpPr>
        <p:spPr>
          <a:xfrm>
            <a:off x="81863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3" name="F2_precision_recall_distributions_7207">
            <a:extLst>
              <a:ext uri="{FF2B5EF4-FFF2-40B4-BE49-F238E27FC236}">
                <a16:creationId xmlns:a16="http://schemas.microsoft.com/office/drawing/2014/main" id="{78EFDB51-1F7A-435C-9CED-4BFF7833834F}"/>
              </a:ext>
            </a:extLst>
          </p:cNvPr>
          <p:cNvSpPr>
            <a:spLocks noGrp="1"/>
          </p:cNvSpPr>
          <p:nvPr/>
        </p:nvSpPr>
        <p:spPr>
          <a:xfrm>
            <a:off x="8308722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4" name="F2_precision_recall_distributions_7208">
            <a:extLst>
              <a:ext uri="{FF2B5EF4-FFF2-40B4-BE49-F238E27FC236}">
                <a16:creationId xmlns:a16="http://schemas.microsoft.com/office/drawing/2014/main" id="{B0EE8EDB-5CEB-4A20-B142-6B679AAC6FC3}"/>
              </a:ext>
            </a:extLst>
          </p:cNvPr>
          <p:cNvSpPr>
            <a:spLocks noGrp="1"/>
          </p:cNvSpPr>
          <p:nvPr/>
        </p:nvSpPr>
        <p:spPr>
          <a:xfrm>
            <a:off x="825650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5" name="F2_precision_recall_distributions_7209">
            <a:extLst>
              <a:ext uri="{FF2B5EF4-FFF2-40B4-BE49-F238E27FC236}">
                <a16:creationId xmlns:a16="http://schemas.microsoft.com/office/drawing/2014/main" id="{0AE739B0-A8E8-420B-8640-887DBBAB1595}"/>
              </a:ext>
            </a:extLst>
          </p:cNvPr>
          <p:cNvSpPr>
            <a:spLocks noGrp="1"/>
          </p:cNvSpPr>
          <p:nvPr/>
        </p:nvSpPr>
        <p:spPr>
          <a:xfrm>
            <a:off x="816833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6" name="F2_precision_recall_distributions_7210">
            <a:extLst>
              <a:ext uri="{FF2B5EF4-FFF2-40B4-BE49-F238E27FC236}">
                <a16:creationId xmlns:a16="http://schemas.microsoft.com/office/drawing/2014/main" id="{A4C9A275-EF31-448C-8F57-8B12F75682D8}"/>
              </a:ext>
            </a:extLst>
          </p:cNvPr>
          <p:cNvSpPr>
            <a:spLocks noGrp="1"/>
          </p:cNvSpPr>
          <p:nvPr/>
        </p:nvSpPr>
        <p:spPr>
          <a:xfrm>
            <a:off x="837082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7" name="F2_precision_recall_distributions_7211">
            <a:extLst>
              <a:ext uri="{FF2B5EF4-FFF2-40B4-BE49-F238E27FC236}">
                <a16:creationId xmlns:a16="http://schemas.microsoft.com/office/drawing/2014/main" id="{E54FE8DA-A5D9-4F6A-90DA-001BF40C8BCD}"/>
              </a:ext>
            </a:extLst>
          </p:cNvPr>
          <p:cNvSpPr>
            <a:spLocks noGrp="1"/>
          </p:cNvSpPr>
          <p:nvPr/>
        </p:nvSpPr>
        <p:spPr>
          <a:xfrm>
            <a:off x="8440613" y="63407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8" name="F2_precision_recall_distributions_7212">
            <a:extLst>
              <a:ext uri="{FF2B5EF4-FFF2-40B4-BE49-F238E27FC236}">
                <a16:creationId xmlns:a16="http://schemas.microsoft.com/office/drawing/2014/main" id="{BD38EAF1-E049-4E54-A7CA-47FA778E24EA}"/>
              </a:ext>
            </a:extLst>
          </p:cNvPr>
          <p:cNvSpPr>
            <a:spLocks noGrp="1"/>
          </p:cNvSpPr>
          <p:nvPr/>
        </p:nvSpPr>
        <p:spPr>
          <a:xfrm>
            <a:off x="84039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9" name="F2_precision_recall_distributions_7213">
            <a:extLst>
              <a:ext uri="{FF2B5EF4-FFF2-40B4-BE49-F238E27FC236}">
                <a16:creationId xmlns:a16="http://schemas.microsoft.com/office/drawing/2014/main" id="{32D4D132-5159-47D1-AB18-C17C7EB9CD4A}"/>
              </a:ext>
            </a:extLst>
          </p:cNvPr>
          <p:cNvSpPr>
            <a:spLocks noGrp="1"/>
          </p:cNvSpPr>
          <p:nvPr/>
        </p:nvSpPr>
        <p:spPr>
          <a:xfrm>
            <a:off x="83165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0" name="F2_precision_recall_distributions_7214">
            <a:extLst>
              <a:ext uri="{FF2B5EF4-FFF2-40B4-BE49-F238E27FC236}">
                <a16:creationId xmlns:a16="http://schemas.microsoft.com/office/drawing/2014/main" id="{3A6B5B1B-C2EA-43C1-8308-BE0EE7F82CCB}"/>
              </a:ext>
            </a:extLst>
          </p:cNvPr>
          <p:cNvSpPr>
            <a:spLocks noGrp="1"/>
          </p:cNvSpPr>
          <p:nvPr/>
        </p:nvSpPr>
        <p:spPr>
          <a:xfrm>
            <a:off x="81771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1" name="F2_precision_recall_distributions_7215">
            <a:extLst>
              <a:ext uri="{FF2B5EF4-FFF2-40B4-BE49-F238E27FC236}">
                <a16:creationId xmlns:a16="http://schemas.microsoft.com/office/drawing/2014/main" id="{D58C4A7D-45F7-40C4-A931-8E03ADDA4FDB}"/>
              </a:ext>
            </a:extLst>
          </p:cNvPr>
          <p:cNvSpPr>
            <a:spLocks noGrp="1"/>
          </p:cNvSpPr>
          <p:nvPr/>
        </p:nvSpPr>
        <p:spPr>
          <a:xfrm>
            <a:off x="843453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2" name="F2_precision_recall_distributions_7216">
            <a:extLst>
              <a:ext uri="{FF2B5EF4-FFF2-40B4-BE49-F238E27FC236}">
                <a16:creationId xmlns:a16="http://schemas.microsoft.com/office/drawing/2014/main" id="{4D9771F0-7EEB-4414-BE4D-AEFA914CC3EA}"/>
              </a:ext>
            </a:extLst>
          </p:cNvPr>
          <p:cNvSpPr>
            <a:spLocks noGrp="1"/>
          </p:cNvSpPr>
          <p:nvPr/>
        </p:nvSpPr>
        <p:spPr>
          <a:xfrm>
            <a:off x="843006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3" name="F2_precision_recall_distributions_7217">
            <a:extLst>
              <a:ext uri="{FF2B5EF4-FFF2-40B4-BE49-F238E27FC236}">
                <a16:creationId xmlns:a16="http://schemas.microsoft.com/office/drawing/2014/main" id="{43E6AE9C-80C9-4A59-93E0-E9E2AC913A5F}"/>
              </a:ext>
            </a:extLst>
          </p:cNvPr>
          <p:cNvSpPr>
            <a:spLocks noGrp="1"/>
          </p:cNvSpPr>
          <p:nvPr/>
        </p:nvSpPr>
        <p:spPr>
          <a:xfrm>
            <a:off x="8163036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4" name="F2_precision_recall_distributions_7218">
            <a:extLst>
              <a:ext uri="{FF2B5EF4-FFF2-40B4-BE49-F238E27FC236}">
                <a16:creationId xmlns:a16="http://schemas.microsoft.com/office/drawing/2014/main" id="{1F591CC1-F008-4ABE-91A8-F2823A7CE09C}"/>
              </a:ext>
            </a:extLst>
          </p:cNvPr>
          <p:cNvSpPr>
            <a:spLocks noGrp="1"/>
          </p:cNvSpPr>
          <p:nvPr/>
        </p:nvSpPr>
        <p:spPr>
          <a:xfrm>
            <a:off x="83931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5" name="F2_precision_recall_distributions_7219">
            <a:extLst>
              <a:ext uri="{FF2B5EF4-FFF2-40B4-BE49-F238E27FC236}">
                <a16:creationId xmlns:a16="http://schemas.microsoft.com/office/drawing/2014/main" id="{CB3D8EEC-1839-4ED4-B3CF-3CEA01CEA05D}"/>
              </a:ext>
            </a:extLst>
          </p:cNvPr>
          <p:cNvSpPr>
            <a:spLocks noGrp="1"/>
          </p:cNvSpPr>
          <p:nvPr/>
        </p:nvSpPr>
        <p:spPr>
          <a:xfrm>
            <a:off x="8274535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6" name="F2_precision_recall_distributions_7220">
            <a:extLst>
              <a:ext uri="{FF2B5EF4-FFF2-40B4-BE49-F238E27FC236}">
                <a16:creationId xmlns:a16="http://schemas.microsoft.com/office/drawing/2014/main" id="{F6901482-2491-467D-9766-82ECDA3A8B2C}"/>
              </a:ext>
            </a:extLst>
          </p:cNvPr>
          <p:cNvSpPr>
            <a:spLocks noGrp="1"/>
          </p:cNvSpPr>
          <p:nvPr/>
        </p:nvSpPr>
        <p:spPr>
          <a:xfrm>
            <a:off x="816293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7" name="F2_precision_recall_distributions_7221">
            <a:extLst>
              <a:ext uri="{FF2B5EF4-FFF2-40B4-BE49-F238E27FC236}">
                <a16:creationId xmlns:a16="http://schemas.microsoft.com/office/drawing/2014/main" id="{C8C464BB-C4BE-44AD-B643-485E8E99D20E}"/>
              </a:ext>
            </a:extLst>
          </p:cNvPr>
          <p:cNvSpPr>
            <a:spLocks noGrp="1"/>
          </p:cNvSpPr>
          <p:nvPr/>
        </p:nvSpPr>
        <p:spPr>
          <a:xfrm>
            <a:off x="821586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8" name="F2_precision_recall_distributions_7222">
            <a:extLst>
              <a:ext uri="{FF2B5EF4-FFF2-40B4-BE49-F238E27FC236}">
                <a16:creationId xmlns:a16="http://schemas.microsoft.com/office/drawing/2014/main" id="{104B0AA7-9EA9-443E-9F32-E62542C21D06}"/>
              </a:ext>
            </a:extLst>
          </p:cNvPr>
          <p:cNvSpPr>
            <a:spLocks noGrp="1"/>
          </p:cNvSpPr>
          <p:nvPr/>
        </p:nvSpPr>
        <p:spPr>
          <a:xfrm>
            <a:off x="841226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9" name="F2_precision_recall_distributions_7223">
            <a:extLst>
              <a:ext uri="{FF2B5EF4-FFF2-40B4-BE49-F238E27FC236}">
                <a16:creationId xmlns:a16="http://schemas.microsoft.com/office/drawing/2014/main" id="{60AA7D66-4205-4946-BDA5-68A148295D19}"/>
              </a:ext>
            </a:extLst>
          </p:cNvPr>
          <p:cNvSpPr>
            <a:spLocks noGrp="1"/>
          </p:cNvSpPr>
          <p:nvPr/>
        </p:nvSpPr>
        <p:spPr>
          <a:xfrm>
            <a:off x="84156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0" name="F2_precision_recall_distributions_7224">
            <a:extLst>
              <a:ext uri="{FF2B5EF4-FFF2-40B4-BE49-F238E27FC236}">
                <a16:creationId xmlns:a16="http://schemas.microsoft.com/office/drawing/2014/main" id="{93C5AD54-897B-4215-909F-AC13F745D004}"/>
              </a:ext>
            </a:extLst>
          </p:cNvPr>
          <p:cNvSpPr>
            <a:spLocks noGrp="1"/>
          </p:cNvSpPr>
          <p:nvPr/>
        </p:nvSpPr>
        <p:spPr>
          <a:xfrm>
            <a:off x="813867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1" name="F2_precision_recall_distributions_7225">
            <a:extLst>
              <a:ext uri="{FF2B5EF4-FFF2-40B4-BE49-F238E27FC236}">
                <a16:creationId xmlns:a16="http://schemas.microsoft.com/office/drawing/2014/main" id="{73FCAED0-78E7-4183-A56E-1F327F3FE964}"/>
              </a:ext>
            </a:extLst>
          </p:cNvPr>
          <p:cNvSpPr>
            <a:spLocks noGrp="1"/>
          </p:cNvSpPr>
          <p:nvPr/>
        </p:nvSpPr>
        <p:spPr>
          <a:xfrm>
            <a:off x="82456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2" name="F2_precision_recall_distributions_7226">
            <a:extLst>
              <a:ext uri="{FF2B5EF4-FFF2-40B4-BE49-F238E27FC236}">
                <a16:creationId xmlns:a16="http://schemas.microsoft.com/office/drawing/2014/main" id="{2B583472-CA04-4DD4-9183-9B5E82F616CA}"/>
              </a:ext>
            </a:extLst>
          </p:cNvPr>
          <p:cNvSpPr>
            <a:spLocks noGrp="1"/>
          </p:cNvSpPr>
          <p:nvPr/>
        </p:nvSpPr>
        <p:spPr>
          <a:xfrm>
            <a:off x="818183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3" name="F2_precision_recall_distributions_7227">
            <a:extLst>
              <a:ext uri="{FF2B5EF4-FFF2-40B4-BE49-F238E27FC236}">
                <a16:creationId xmlns:a16="http://schemas.microsoft.com/office/drawing/2014/main" id="{9C52B348-0F1D-45BC-AF9C-358BEA5B3201}"/>
              </a:ext>
            </a:extLst>
          </p:cNvPr>
          <p:cNvSpPr>
            <a:spLocks noGrp="1"/>
          </p:cNvSpPr>
          <p:nvPr/>
        </p:nvSpPr>
        <p:spPr>
          <a:xfrm>
            <a:off x="831124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4" name="F2_precision_recall_distributions_7228">
            <a:extLst>
              <a:ext uri="{FF2B5EF4-FFF2-40B4-BE49-F238E27FC236}">
                <a16:creationId xmlns:a16="http://schemas.microsoft.com/office/drawing/2014/main" id="{605FB35D-4EBF-474F-BE99-D31D05449BD5}"/>
              </a:ext>
            </a:extLst>
          </p:cNvPr>
          <p:cNvSpPr>
            <a:spLocks noGrp="1"/>
          </p:cNvSpPr>
          <p:nvPr/>
        </p:nvSpPr>
        <p:spPr>
          <a:xfrm>
            <a:off x="81331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5" name="F2_precision_recall_distributions_7229">
            <a:extLst>
              <a:ext uri="{FF2B5EF4-FFF2-40B4-BE49-F238E27FC236}">
                <a16:creationId xmlns:a16="http://schemas.microsoft.com/office/drawing/2014/main" id="{FC22AC3B-DFCD-4A56-91D5-88A91A90192A}"/>
              </a:ext>
            </a:extLst>
          </p:cNvPr>
          <p:cNvSpPr>
            <a:spLocks noGrp="1"/>
          </p:cNvSpPr>
          <p:nvPr/>
        </p:nvSpPr>
        <p:spPr>
          <a:xfrm>
            <a:off x="820082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6" name="F2_precision_recall_distributions_7230">
            <a:extLst>
              <a:ext uri="{FF2B5EF4-FFF2-40B4-BE49-F238E27FC236}">
                <a16:creationId xmlns:a16="http://schemas.microsoft.com/office/drawing/2014/main" id="{3D80E2DD-CC49-49BB-AC21-82CF4707C7B5}"/>
              </a:ext>
            </a:extLst>
          </p:cNvPr>
          <p:cNvSpPr>
            <a:spLocks noGrp="1"/>
          </p:cNvSpPr>
          <p:nvPr/>
        </p:nvSpPr>
        <p:spPr>
          <a:xfrm>
            <a:off x="81868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7" name="F2_precision_recall_distributions_7231">
            <a:extLst>
              <a:ext uri="{FF2B5EF4-FFF2-40B4-BE49-F238E27FC236}">
                <a16:creationId xmlns:a16="http://schemas.microsoft.com/office/drawing/2014/main" id="{590F1016-C387-42DF-B077-6C8131D860F9}"/>
              </a:ext>
            </a:extLst>
          </p:cNvPr>
          <p:cNvSpPr>
            <a:spLocks noGrp="1"/>
          </p:cNvSpPr>
          <p:nvPr/>
        </p:nvSpPr>
        <p:spPr>
          <a:xfrm>
            <a:off x="814887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8" name="F2_precision_recall_distributions_7232">
            <a:extLst>
              <a:ext uri="{FF2B5EF4-FFF2-40B4-BE49-F238E27FC236}">
                <a16:creationId xmlns:a16="http://schemas.microsoft.com/office/drawing/2014/main" id="{481E30F9-8D3C-466C-9C08-1A25B929F346}"/>
              </a:ext>
            </a:extLst>
          </p:cNvPr>
          <p:cNvSpPr>
            <a:spLocks noGrp="1"/>
          </p:cNvSpPr>
          <p:nvPr/>
        </p:nvSpPr>
        <p:spPr>
          <a:xfrm>
            <a:off x="8393139" y="63620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9" name="F2_precision_recall_distributions_7233">
            <a:extLst>
              <a:ext uri="{FF2B5EF4-FFF2-40B4-BE49-F238E27FC236}">
                <a16:creationId xmlns:a16="http://schemas.microsoft.com/office/drawing/2014/main" id="{9F9A83E8-4B8E-4E41-96F1-615AFC509ECF}"/>
              </a:ext>
            </a:extLst>
          </p:cNvPr>
          <p:cNvSpPr>
            <a:spLocks noGrp="1"/>
          </p:cNvSpPr>
          <p:nvPr/>
        </p:nvSpPr>
        <p:spPr>
          <a:xfrm>
            <a:off x="822731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0" name="F2_precision_recall_distributions_7234">
            <a:extLst>
              <a:ext uri="{FF2B5EF4-FFF2-40B4-BE49-F238E27FC236}">
                <a16:creationId xmlns:a16="http://schemas.microsoft.com/office/drawing/2014/main" id="{0D3D4E28-78DD-47A4-8D8E-8945E24D028A}"/>
              </a:ext>
            </a:extLst>
          </p:cNvPr>
          <p:cNvSpPr>
            <a:spLocks noGrp="1"/>
          </p:cNvSpPr>
          <p:nvPr/>
        </p:nvSpPr>
        <p:spPr>
          <a:xfrm>
            <a:off x="8470065" y="63997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1" name="F2_precision_recall_distributions_7235">
            <a:extLst>
              <a:ext uri="{FF2B5EF4-FFF2-40B4-BE49-F238E27FC236}">
                <a16:creationId xmlns:a16="http://schemas.microsoft.com/office/drawing/2014/main" id="{6AF5D7C0-3E86-4FF3-AA32-994F224161DA}"/>
              </a:ext>
            </a:extLst>
          </p:cNvPr>
          <p:cNvSpPr>
            <a:spLocks noGrp="1"/>
          </p:cNvSpPr>
          <p:nvPr/>
        </p:nvSpPr>
        <p:spPr>
          <a:xfrm>
            <a:off x="841033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2" name="F2_precision_recall_distributions_7236">
            <a:extLst>
              <a:ext uri="{FF2B5EF4-FFF2-40B4-BE49-F238E27FC236}">
                <a16:creationId xmlns:a16="http://schemas.microsoft.com/office/drawing/2014/main" id="{D12E7F75-0A60-4B90-84CF-D4E1CEB0220E}"/>
              </a:ext>
            </a:extLst>
          </p:cNvPr>
          <p:cNvSpPr>
            <a:spLocks noGrp="1"/>
          </p:cNvSpPr>
          <p:nvPr/>
        </p:nvSpPr>
        <p:spPr>
          <a:xfrm>
            <a:off x="84037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3" name="F2_precision_recall_distributions_7237">
            <a:extLst>
              <a:ext uri="{FF2B5EF4-FFF2-40B4-BE49-F238E27FC236}">
                <a16:creationId xmlns:a16="http://schemas.microsoft.com/office/drawing/2014/main" id="{1CD02B68-CA78-4CBC-A086-A89BA88A8C8A}"/>
              </a:ext>
            </a:extLst>
          </p:cNvPr>
          <p:cNvSpPr>
            <a:spLocks noGrp="1"/>
          </p:cNvSpPr>
          <p:nvPr/>
        </p:nvSpPr>
        <p:spPr>
          <a:xfrm>
            <a:off x="825715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4" name="F2_precision_recall_distributions_7238">
            <a:extLst>
              <a:ext uri="{FF2B5EF4-FFF2-40B4-BE49-F238E27FC236}">
                <a16:creationId xmlns:a16="http://schemas.microsoft.com/office/drawing/2014/main" id="{F3715E1E-A55B-47BF-A244-6F760BAD436C}"/>
              </a:ext>
            </a:extLst>
          </p:cNvPr>
          <p:cNvSpPr>
            <a:spLocks noGrp="1"/>
          </p:cNvSpPr>
          <p:nvPr/>
        </p:nvSpPr>
        <p:spPr>
          <a:xfrm>
            <a:off x="8458895" y="61639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5" name="F2_precision_recall_distributions_7239">
            <a:extLst>
              <a:ext uri="{FF2B5EF4-FFF2-40B4-BE49-F238E27FC236}">
                <a16:creationId xmlns:a16="http://schemas.microsoft.com/office/drawing/2014/main" id="{46AC4BB3-ED55-40B9-A296-9AE4EC4ACA17}"/>
              </a:ext>
            </a:extLst>
          </p:cNvPr>
          <p:cNvSpPr>
            <a:spLocks noGrp="1"/>
          </p:cNvSpPr>
          <p:nvPr/>
        </p:nvSpPr>
        <p:spPr>
          <a:xfrm>
            <a:off x="824176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6" name="F2_precision_recall_distributions_7240">
            <a:extLst>
              <a:ext uri="{FF2B5EF4-FFF2-40B4-BE49-F238E27FC236}">
                <a16:creationId xmlns:a16="http://schemas.microsoft.com/office/drawing/2014/main" id="{6D063E12-F5FC-459E-8137-7B5CF33CF9D6}"/>
              </a:ext>
            </a:extLst>
          </p:cNvPr>
          <p:cNvSpPr>
            <a:spLocks noGrp="1"/>
          </p:cNvSpPr>
          <p:nvPr/>
        </p:nvSpPr>
        <p:spPr>
          <a:xfrm>
            <a:off x="836055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7" name="F2_precision_recall_distributions_7241">
            <a:extLst>
              <a:ext uri="{FF2B5EF4-FFF2-40B4-BE49-F238E27FC236}">
                <a16:creationId xmlns:a16="http://schemas.microsoft.com/office/drawing/2014/main" id="{2B5079CF-2305-40EC-B43D-FBAED7CBE4C5}"/>
              </a:ext>
            </a:extLst>
          </p:cNvPr>
          <p:cNvSpPr>
            <a:spLocks noGrp="1"/>
          </p:cNvSpPr>
          <p:nvPr/>
        </p:nvSpPr>
        <p:spPr>
          <a:xfrm>
            <a:off x="834045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8" name="F2_precision_recall_distributions_7242">
            <a:extLst>
              <a:ext uri="{FF2B5EF4-FFF2-40B4-BE49-F238E27FC236}">
                <a16:creationId xmlns:a16="http://schemas.microsoft.com/office/drawing/2014/main" id="{846E33BB-3571-4058-9570-00B03C1A31AE}"/>
              </a:ext>
            </a:extLst>
          </p:cNvPr>
          <p:cNvSpPr>
            <a:spLocks noGrp="1"/>
          </p:cNvSpPr>
          <p:nvPr/>
        </p:nvSpPr>
        <p:spPr>
          <a:xfrm>
            <a:off x="83831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9" name="F2_precision_recall_distributions_7243">
            <a:extLst>
              <a:ext uri="{FF2B5EF4-FFF2-40B4-BE49-F238E27FC236}">
                <a16:creationId xmlns:a16="http://schemas.microsoft.com/office/drawing/2014/main" id="{AB707CD1-4BED-47B2-B32A-0BB4284031E8}"/>
              </a:ext>
            </a:extLst>
          </p:cNvPr>
          <p:cNvSpPr>
            <a:spLocks noGrp="1"/>
          </p:cNvSpPr>
          <p:nvPr/>
        </p:nvSpPr>
        <p:spPr>
          <a:xfrm>
            <a:off x="817627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0" name="F2_precision_recall_distributions_7244">
            <a:extLst>
              <a:ext uri="{FF2B5EF4-FFF2-40B4-BE49-F238E27FC236}">
                <a16:creationId xmlns:a16="http://schemas.microsoft.com/office/drawing/2014/main" id="{982B29A6-34B9-41B5-9BD5-0F23D02D3D6F}"/>
              </a:ext>
            </a:extLst>
          </p:cNvPr>
          <p:cNvSpPr>
            <a:spLocks noGrp="1"/>
          </p:cNvSpPr>
          <p:nvPr/>
        </p:nvSpPr>
        <p:spPr>
          <a:xfrm>
            <a:off x="82522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1" name="F2_precision_recall_distributions_7245">
            <a:extLst>
              <a:ext uri="{FF2B5EF4-FFF2-40B4-BE49-F238E27FC236}">
                <a16:creationId xmlns:a16="http://schemas.microsoft.com/office/drawing/2014/main" id="{FEFE8530-92E5-4F03-B9D6-0B62805BD553}"/>
              </a:ext>
            </a:extLst>
          </p:cNvPr>
          <p:cNvSpPr>
            <a:spLocks noGrp="1"/>
          </p:cNvSpPr>
          <p:nvPr/>
        </p:nvSpPr>
        <p:spPr>
          <a:xfrm>
            <a:off x="849606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2" name="F2_precision_recall_distributions_7246">
            <a:extLst>
              <a:ext uri="{FF2B5EF4-FFF2-40B4-BE49-F238E27FC236}">
                <a16:creationId xmlns:a16="http://schemas.microsoft.com/office/drawing/2014/main" id="{A63C8D04-10F2-4233-94D3-A605D0EA02CE}"/>
              </a:ext>
            </a:extLst>
          </p:cNvPr>
          <p:cNvSpPr>
            <a:spLocks noGrp="1"/>
          </p:cNvSpPr>
          <p:nvPr/>
        </p:nvSpPr>
        <p:spPr>
          <a:xfrm>
            <a:off x="841919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3" name="F2_precision_recall_distributions_7247">
            <a:extLst>
              <a:ext uri="{FF2B5EF4-FFF2-40B4-BE49-F238E27FC236}">
                <a16:creationId xmlns:a16="http://schemas.microsoft.com/office/drawing/2014/main" id="{04568042-2A43-48D5-85A2-4722292A65B1}"/>
              </a:ext>
            </a:extLst>
          </p:cNvPr>
          <p:cNvSpPr>
            <a:spLocks noGrp="1"/>
          </p:cNvSpPr>
          <p:nvPr/>
        </p:nvSpPr>
        <p:spPr>
          <a:xfrm>
            <a:off x="8415746" y="61073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4" name="F2_precision_recall_distributions_7248">
            <a:extLst>
              <a:ext uri="{FF2B5EF4-FFF2-40B4-BE49-F238E27FC236}">
                <a16:creationId xmlns:a16="http://schemas.microsoft.com/office/drawing/2014/main" id="{43FB755A-23D6-451F-9869-8B415422FE91}"/>
              </a:ext>
            </a:extLst>
          </p:cNvPr>
          <p:cNvSpPr>
            <a:spLocks noGrp="1"/>
          </p:cNvSpPr>
          <p:nvPr/>
        </p:nvSpPr>
        <p:spPr>
          <a:xfrm>
            <a:off x="8151750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5" name="F2_precision_recall_distributions_7249">
            <a:extLst>
              <a:ext uri="{FF2B5EF4-FFF2-40B4-BE49-F238E27FC236}">
                <a16:creationId xmlns:a16="http://schemas.microsoft.com/office/drawing/2014/main" id="{7B8BAEB9-F0FF-4DFC-9365-5B6F47DFAC57}"/>
              </a:ext>
            </a:extLst>
          </p:cNvPr>
          <p:cNvSpPr>
            <a:spLocks noGrp="1"/>
          </p:cNvSpPr>
          <p:nvPr/>
        </p:nvSpPr>
        <p:spPr>
          <a:xfrm>
            <a:off x="816646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6" name="F2_precision_recall_distributions_7250">
            <a:extLst>
              <a:ext uri="{FF2B5EF4-FFF2-40B4-BE49-F238E27FC236}">
                <a16:creationId xmlns:a16="http://schemas.microsoft.com/office/drawing/2014/main" id="{9BB38D01-97DF-464D-9060-9C80BCD3175D}"/>
              </a:ext>
            </a:extLst>
          </p:cNvPr>
          <p:cNvSpPr>
            <a:spLocks noGrp="1"/>
          </p:cNvSpPr>
          <p:nvPr/>
        </p:nvSpPr>
        <p:spPr>
          <a:xfrm>
            <a:off x="848072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7" name="F2_precision_recall_distributions_7251">
            <a:extLst>
              <a:ext uri="{FF2B5EF4-FFF2-40B4-BE49-F238E27FC236}">
                <a16:creationId xmlns:a16="http://schemas.microsoft.com/office/drawing/2014/main" id="{9903DB35-DC15-494C-B744-03665B0715B8}"/>
              </a:ext>
            </a:extLst>
          </p:cNvPr>
          <p:cNvSpPr>
            <a:spLocks noGrp="1"/>
          </p:cNvSpPr>
          <p:nvPr/>
        </p:nvSpPr>
        <p:spPr>
          <a:xfrm>
            <a:off x="84191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8" name="F2_precision_recall_distributions_7252">
            <a:extLst>
              <a:ext uri="{FF2B5EF4-FFF2-40B4-BE49-F238E27FC236}">
                <a16:creationId xmlns:a16="http://schemas.microsoft.com/office/drawing/2014/main" id="{9B4E10D2-9BE4-4C8B-A5CB-821EE6DDCF6B}"/>
              </a:ext>
            </a:extLst>
          </p:cNvPr>
          <p:cNvSpPr>
            <a:spLocks noGrp="1"/>
          </p:cNvSpPr>
          <p:nvPr/>
        </p:nvSpPr>
        <p:spPr>
          <a:xfrm>
            <a:off x="845751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9" name="F2_precision_recall_distributions_7253">
            <a:extLst>
              <a:ext uri="{FF2B5EF4-FFF2-40B4-BE49-F238E27FC236}">
                <a16:creationId xmlns:a16="http://schemas.microsoft.com/office/drawing/2014/main" id="{9BBAF306-72C6-4984-B96D-180838D8B5CE}"/>
              </a:ext>
            </a:extLst>
          </p:cNvPr>
          <p:cNvSpPr>
            <a:spLocks noGrp="1"/>
          </p:cNvSpPr>
          <p:nvPr/>
        </p:nvSpPr>
        <p:spPr>
          <a:xfrm>
            <a:off x="8399499" y="63862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0" name="F2_precision_recall_distributions_7254">
            <a:extLst>
              <a:ext uri="{FF2B5EF4-FFF2-40B4-BE49-F238E27FC236}">
                <a16:creationId xmlns:a16="http://schemas.microsoft.com/office/drawing/2014/main" id="{8A9D4568-ED95-45AB-96D1-836A8064B203}"/>
              </a:ext>
            </a:extLst>
          </p:cNvPr>
          <p:cNvSpPr>
            <a:spLocks noGrp="1"/>
          </p:cNvSpPr>
          <p:nvPr/>
        </p:nvSpPr>
        <p:spPr>
          <a:xfrm>
            <a:off x="815370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1" name="F2_precision_recall_distributions_7255">
            <a:extLst>
              <a:ext uri="{FF2B5EF4-FFF2-40B4-BE49-F238E27FC236}">
                <a16:creationId xmlns:a16="http://schemas.microsoft.com/office/drawing/2014/main" id="{39D52E93-E894-4FEB-851C-24C1FD59F814}"/>
              </a:ext>
            </a:extLst>
          </p:cNvPr>
          <p:cNvSpPr>
            <a:spLocks noGrp="1"/>
          </p:cNvSpPr>
          <p:nvPr/>
        </p:nvSpPr>
        <p:spPr>
          <a:xfrm>
            <a:off x="843019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2" name="F2_precision_recall_distributions_7256">
            <a:extLst>
              <a:ext uri="{FF2B5EF4-FFF2-40B4-BE49-F238E27FC236}">
                <a16:creationId xmlns:a16="http://schemas.microsoft.com/office/drawing/2014/main" id="{2F2AC15C-FA01-4380-AE3D-1531BC3E7B6D}"/>
              </a:ext>
            </a:extLst>
          </p:cNvPr>
          <p:cNvSpPr>
            <a:spLocks noGrp="1"/>
          </p:cNvSpPr>
          <p:nvPr/>
        </p:nvSpPr>
        <p:spPr>
          <a:xfrm>
            <a:off x="843650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3" name="F2_precision_recall_distributions_7257">
            <a:extLst>
              <a:ext uri="{FF2B5EF4-FFF2-40B4-BE49-F238E27FC236}">
                <a16:creationId xmlns:a16="http://schemas.microsoft.com/office/drawing/2014/main" id="{F66DD895-1556-4509-9564-B30F13FF740B}"/>
              </a:ext>
            </a:extLst>
          </p:cNvPr>
          <p:cNvSpPr>
            <a:spLocks noGrp="1"/>
          </p:cNvSpPr>
          <p:nvPr/>
        </p:nvSpPr>
        <p:spPr>
          <a:xfrm>
            <a:off x="836041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4" name="F2_precision_recall_distributions_7258">
            <a:extLst>
              <a:ext uri="{FF2B5EF4-FFF2-40B4-BE49-F238E27FC236}">
                <a16:creationId xmlns:a16="http://schemas.microsoft.com/office/drawing/2014/main" id="{B2EBB983-05D6-4BF8-83DA-923E590A014E}"/>
              </a:ext>
            </a:extLst>
          </p:cNvPr>
          <p:cNvSpPr>
            <a:spLocks noGrp="1"/>
          </p:cNvSpPr>
          <p:nvPr/>
        </p:nvSpPr>
        <p:spPr>
          <a:xfrm>
            <a:off x="847234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5" name="F2_precision_recall_distributions_7259">
            <a:extLst>
              <a:ext uri="{FF2B5EF4-FFF2-40B4-BE49-F238E27FC236}">
                <a16:creationId xmlns:a16="http://schemas.microsoft.com/office/drawing/2014/main" id="{808A8CD0-0C7D-4D7A-AFE9-1D53A2F77736}"/>
              </a:ext>
            </a:extLst>
          </p:cNvPr>
          <p:cNvSpPr>
            <a:spLocks noGrp="1"/>
          </p:cNvSpPr>
          <p:nvPr/>
        </p:nvSpPr>
        <p:spPr>
          <a:xfrm>
            <a:off x="841006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6" name="F2_precision_recall_distributions_7260">
            <a:extLst>
              <a:ext uri="{FF2B5EF4-FFF2-40B4-BE49-F238E27FC236}">
                <a16:creationId xmlns:a16="http://schemas.microsoft.com/office/drawing/2014/main" id="{0FAAE145-01D7-483A-90E3-48AE2909D5DB}"/>
              </a:ext>
            </a:extLst>
          </p:cNvPr>
          <p:cNvSpPr>
            <a:spLocks noGrp="1"/>
          </p:cNvSpPr>
          <p:nvPr/>
        </p:nvSpPr>
        <p:spPr>
          <a:xfrm>
            <a:off x="841010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7" name="F2_precision_recall_distributions_7261">
            <a:extLst>
              <a:ext uri="{FF2B5EF4-FFF2-40B4-BE49-F238E27FC236}">
                <a16:creationId xmlns:a16="http://schemas.microsoft.com/office/drawing/2014/main" id="{6497B4D9-0FAD-4233-890D-331B8E0E5B2C}"/>
              </a:ext>
            </a:extLst>
          </p:cNvPr>
          <p:cNvSpPr>
            <a:spLocks noGrp="1"/>
          </p:cNvSpPr>
          <p:nvPr/>
        </p:nvSpPr>
        <p:spPr>
          <a:xfrm>
            <a:off x="830842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8" name="F2_precision_recall_distributions_7262">
            <a:extLst>
              <a:ext uri="{FF2B5EF4-FFF2-40B4-BE49-F238E27FC236}">
                <a16:creationId xmlns:a16="http://schemas.microsoft.com/office/drawing/2014/main" id="{B5081A11-B51B-4863-841E-5CD014D67F93}"/>
              </a:ext>
            </a:extLst>
          </p:cNvPr>
          <p:cNvSpPr>
            <a:spLocks noGrp="1"/>
          </p:cNvSpPr>
          <p:nvPr/>
        </p:nvSpPr>
        <p:spPr>
          <a:xfrm>
            <a:off x="829225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9" name="F2_precision_recall_distributions_7263">
            <a:extLst>
              <a:ext uri="{FF2B5EF4-FFF2-40B4-BE49-F238E27FC236}">
                <a16:creationId xmlns:a16="http://schemas.microsoft.com/office/drawing/2014/main" id="{C0413592-7576-4607-BD87-8EF45B99B42D}"/>
              </a:ext>
            </a:extLst>
          </p:cNvPr>
          <p:cNvSpPr>
            <a:spLocks noGrp="1"/>
          </p:cNvSpPr>
          <p:nvPr/>
        </p:nvSpPr>
        <p:spPr>
          <a:xfrm>
            <a:off x="844752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0" name="F2_precision_recall_distributions_7264">
            <a:extLst>
              <a:ext uri="{FF2B5EF4-FFF2-40B4-BE49-F238E27FC236}">
                <a16:creationId xmlns:a16="http://schemas.microsoft.com/office/drawing/2014/main" id="{6AA58A50-2A1B-4192-9287-A85590D66DC0}"/>
              </a:ext>
            </a:extLst>
          </p:cNvPr>
          <p:cNvSpPr>
            <a:spLocks noGrp="1"/>
          </p:cNvSpPr>
          <p:nvPr/>
        </p:nvSpPr>
        <p:spPr>
          <a:xfrm>
            <a:off x="8237090" y="64321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1" name="F2_precision_recall_distributions_7265">
            <a:extLst>
              <a:ext uri="{FF2B5EF4-FFF2-40B4-BE49-F238E27FC236}">
                <a16:creationId xmlns:a16="http://schemas.microsoft.com/office/drawing/2014/main" id="{7232A10B-1A07-4B80-A63F-9DE775960445}"/>
              </a:ext>
            </a:extLst>
          </p:cNvPr>
          <p:cNvSpPr>
            <a:spLocks noGrp="1"/>
          </p:cNvSpPr>
          <p:nvPr/>
        </p:nvSpPr>
        <p:spPr>
          <a:xfrm>
            <a:off x="834166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2" name="F2_precision_recall_distributions_7266">
            <a:extLst>
              <a:ext uri="{FF2B5EF4-FFF2-40B4-BE49-F238E27FC236}">
                <a16:creationId xmlns:a16="http://schemas.microsoft.com/office/drawing/2014/main" id="{07DB17BB-EDBF-4B84-9600-E8954568C17D}"/>
              </a:ext>
            </a:extLst>
          </p:cNvPr>
          <p:cNvSpPr>
            <a:spLocks noGrp="1"/>
          </p:cNvSpPr>
          <p:nvPr/>
        </p:nvSpPr>
        <p:spPr>
          <a:xfrm>
            <a:off x="8172242" y="63862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3" name="F2_precision_recall_distributions_7267">
            <a:extLst>
              <a:ext uri="{FF2B5EF4-FFF2-40B4-BE49-F238E27FC236}">
                <a16:creationId xmlns:a16="http://schemas.microsoft.com/office/drawing/2014/main" id="{65962A2D-1E5E-49B2-A295-7FA64ED7133F}"/>
              </a:ext>
            </a:extLst>
          </p:cNvPr>
          <p:cNvSpPr>
            <a:spLocks noGrp="1"/>
          </p:cNvSpPr>
          <p:nvPr/>
        </p:nvSpPr>
        <p:spPr>
          <a:xfrm>
            <a:off x="6002018" y="5611749"/>
            <a:ext cx="191" cy="717409"/>
          </a:xfrm>
          <a:custGeom>
            <a:avLst/>
            <a:gdLst/>
            <a:ahLst/>
            <a:cxnLst/>
            <a:rect l="0" t="0" r="0" b="0"/>
            <a:pathLst>
              <a:path w="191" h="717409">
                <a:moveTo>
                  <a:pt x="0" y="717409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4454" name="F2_precision_recall_distributions_7268">
            <a:extLst>
              <a:ext uri="{FF2B5EF4-FFF2-40B4-BE49-F238E27FC236}">
                <a16:creationId xmlns:a16="http://schemas.microsoft.com/office/drawing/2014/main" id="{5687B7B4-C3D7-4EEF-ACC5-9C93C4A3E6C6}"/>
              </a:ext>
            </a:extLst>
          </p:cNvPr>
          <p:cNvSpPr>
            <a:spLocks noGrp="1"/>
          </p:cNvSpPr>
          <p:nvPr/>
        </p:nvSpPr>
        <p:spPr>
          <a:xfrm>
            <a:off x="7165978" y="5753210"/>
            <a:ext cx="191" cy="707305"/>
          </a:xfrm>
          <a:custGeom>
            <a:avLst/>
            <a:gdLst/>
            <a:ahLst/>
            <a:cxnLst/>
            <a:rect l="0" t="0" r="0" b="0"/>
            <a:pathLst>
              <a:path w="191" h="707305">
                <a:moveTo>
                  <a:pt x="0" y="70730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4455" name="F2_precision_recall_distributions_7269">
            <a:extLst>
              <a:ext uri="{FF2B5EF4-FFF2-40B4-BE49-F238E27FC236}">
                <a16:creationId xmlns:a16="http://schemas.microsoft.com/office/drawing/2014/main" id="{B20ABA5F-F0BD-4BDD-9231-92A2D15A9BA2}"/>
              </a:ext>
            </a:extLst>
          </p:cNvPr>
          <p:cNvSpPr>
            <a:spLocks noGrp="1"/>
          </p:cNvSpPr>
          <p:nvPr/>
        </p:nvSpPr>
        <p:spPr>
          <a:xfrm>
            <a:off x="8329937" y="6460515"/>
            <a:ext cx="191" cy="191"/>
          </a:xfrm>
          <a:custGeom>
            <a:avLst/>
            <a:gdLst/>
            <a:ahLst/>
            <a:cxnLst/>
            <a:rect l="0" t="0" r="0" b="0"/>
            <a:pathLst>
              <a:path w="191" h="19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4456" name="F2_precision_recall_distributions_7270">
            <a:extLst>
              <a:ext uri="{FF2B5EF4-FFF2-40B4-BE49-F238E27FC236}">
                <a16:creationId xmlns:a16="http://schemas.microsoft.com/office/drawing/2014/main" id="{781693FB-6EDD-4378-AD14-4221A43FA21D}"/>
              </a:ext>
            </a:extLst>
          </p:cNvPr>
          <p:cNvSpPr>
            <a:spLocks noGrp="1"/>
          </p:cNvSpPr>
          <p:nvPr/>
        </p:nvSpPr>
        <p:spPr>
          <a:xfrm>
            <a:off x="5361841" y="559053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4457" name="F2_precision_recall_distributions_7271">
            <a:extLst>
              <a:ext uri="{FF2B5EF4-FFF2-40B4-BE49-F238E27FC236}">
                <a16:creationId xmlns:a16="http://schemas.microsoft.com/office/drawing/2014/main" id="{F74066CA-96F6-4E65-BBB7-494B4697AA2F}"/>
              </a:ext>
            </a:extLst>
          </p:cNvPr>
          <p:cNvSpPr>
            <a:spLocks noGrp="1"/>
          </p:cNvSpPr>
          <p:nvPr/>
        </p:nvSpPr>
        <p:spPr>
          <a:xfrm>
            <a:off x="5361841" y="647324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4458" name="text_7272">
            <a:extLst>
              <a:ext uri="{FF2B5EF4-FFF2-40B4-BE49-F238E27FC236}">
                <a16:creationId xmlns:a16="http://schemas.microsoft.com/office/drawing/2014/main" id="{66E3DA05-A901-4D9D-A850-CB1D217AB307}"/>
              </a:ext>
            </a:extLst>
          </p:cNvPr>
          <p:cNvSpPr>
            <a:spLocks noGrp="1"/>
          </p:cNvSpPr>
          <p:nvPr/>
        </p:nvSpPr>
        <p:spPr>
          <a:xfrm>
            <a:off x="5361841" y="5409802"/>
            <a:ext cx="1460179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Coverage, τ = 0.6 · Recall</a:t>
            </a:r>
          </a:p>
        </p:txBody>
      </p:sp>
      <p:sp>
        <p:nvSpPr>
          <p:cNvPr id="4459" name="F2_precision_recall_distributions_7273">
            <a:extLst>
              <a:ext uri="{FF2B5EF4-FFF2-40B4-BE49-F238E27FC236}">
                <a16:creationId xmlns:a16="http://schemas.microsoft.com/office/drawing/2014/main" id="{29F35079-601C-4395-9D27-4DB320A25284}"/>
              </a:ext>
            </a:extLst>
          </p:cNvPr>
          <p:cNvSpPr>
            <a:spLocks noGrp="1"/>
          </p:cNvSpPr>
          <p:nvPr/>
        </p:nvSpPr>
        <p:spPr>
          <a:xfrm>
            <a:off x="5973977" y="600809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4460" name="F2_precision_recall_distributions_7274">
            <a:extLst>
              <a:ext uri="{FF2B5EF4-FFF2-40B4-BE49-F238E27FC236}">
                <a16:creationId xmlns:a16="http://schemas.microsoft.com/office/drawing/2014/main" id="{B790A816-3CC6-4C04-BC7D-E60490372584}"/>
              </a:ext>
            </a:extLst>
          </p:cNvPr>
          <p:cNvSpPr>
            <a:spLocks noGrp="1"/>
          </p:cNvSpPr>
          <p:nvPr/>
        </p:nvSpPr>
        <p:spPr>
          <a:xfrm>
            <a:off x="7137937" y="607882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4461" name="F2_precision_recall_distributions_7275">
            <a:extLst>
              <a:ext uri="{FF2B5EF4-FFF2-40B4-BE49-F238E27FC236}">
                <a16:creationId xmlns:a16="http://schemas.microsoft.com/office/drawing/2014/main" id="{D5149C9D-1463-4454-82B7-271009DBBCEF}"/>
              </a:ext>
            </a:extLst>
          </p:cNvPr>
          <p:cNvSpPr>
            <a:spLocks noGrp="1"/>
          </p:cNvSpPr>
          <p:nvPr/>
        </p:nvSpPr>
        <p:spPr>
          <a:xfrm>
            <a:off x="8301896" y="643247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4462" name="F2_precision_recall_distributions_7276">
            <a:extLst>
              <a:ext uri="{FF2B5EF4-FFF2-40B4-BE49-F238E27FC236}">
                <a16:creationId xmlns:a16="http://schemas.microsoft.com/office/drawing/2014/main" id="{0A89FA76-CFD4-48CF-9E4C-128FF255FBDA}"/>
              </a:ext>
            </a:extLst>
          </p:cNvPr>
          <p:cNvSpPr>
            <a:spLocks noGrp="1"/>
          </p:cNvSpPr>
          <p:nvPr/>
        </p:nvSpPr>
        <p:spPr>
          <a:xfrm>
            <a:off x="1212325" y="695874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4463" name="F2_precision_recall_distributions_7277">
            <a:extLst>
              <a:ext uri="{FF2B5EF4-FFF2-40B4-BE49-F238E27FC236}">
                <a16:creationId xmlns:a16="http://schemas.microsoft.com/office/drawing/2014/main" id="{2F0A7D9E-E5ED-4E68-BCCB-75AAC05843A8}"/>
              </a:ext>
            </a:extLst>
          </p:cNvPr>
          <p:cNvSpPr>
            <a:spLocks noGrp="1"/>
          </p:cNvSpPr>
          <p:nvPr/>
        </p:nvSpPr>
        <p:spPr>
          <a:xfrm>
            <a:off x="1212325" y="782872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4464" name="F2_precision_recall_distributions_7278">
            <a:extLst>
              <a:ext uri="{FF2B5EF4-FFF2-40B4-BE49-F238E27FC236}">
                <a16:creationId xmlns:a16="http://schemas.microsoft.com/office/drawing/2014/main" id="{568FD3E5-B44A-4338-9EBA-D3A1641B161D}"/>
              </a:ext>
            </a:extLst>
          </p:cNvPr>
          <p:cNvSpPr>
            <a:spLocks noGrp="1"/>
          </p:cNvSpPr>
          <p:nvPr/>
        </p:nvSpPr>
        <p:spPr>
          <a:xfrm>
            <a:off x="1170051" y="782872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4465" name="text_7279">
            <a:extLst>
              <a:ext uri="{FF2B5EF4-FFF2-40B4-BE49-F238E27FC236}">
                <a16:creationId xmlns:a16="http://schemas.microsoft.com/office/drawing/2014/main" id="{FE3AF130-8D34-42A6-AAE5-D9367391B393}"/>
              </a:ext>
            </a:extLst>
          </p:cNvPr>
          <p:cNvSpPr>
            <a:spLocks noGrp="1"/>
          </p:cNvSpPr>
          <p:nvPr/>
        </p:nvSpPr>
        <p:spPr>
          <a:xfrm>
            <a:off x="958091" y="778123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4466" name="F2_precision_recall_distributions_7280">
            <a:extLst>
              <a:ext uri="{FF2B5EF4-FFF2-40B4-BE49-F238E27FC236}">
                <a16:creationId xmlns:a16="http://schemas.microsoft.com/office/drawing/2014/main" id="{BE438B7B-1900-42D8-892B-DA2BD2857B37}"/>
              </a:ext>
            </a:extLst>
          </p:cNvPr>
          <p:cNvSpPr>
            <a:spLocks noGrp="1"/>
          </p:cNvSpPr>
          <p:nvPr/>
        </p:nvSpPr>
        <p:spPr>
          <a:xfrm>
            <a:off x="1212325" y="740434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4467" name="F2_precision_recall_distributions_7281">
            <a:extLst>
              <a:ext uri="{FF2B5EF4-FFF2-40B4-BE49-F238E27FC236}">
                <a16:creationId xmlns:a16="http://schemas.microsoft.com/office/drawing/2014/main" id="{DFBA6CFF-010C-471F-BB11-08F24519BBA2}"/>
              </a:ext>
            </a:extLst>
          </p:cNvPr>
          <p:cNvSpPr>
            <a:spLocks noGrp="1"/>
          </p:cNvSpPr>
          <p:nvPr/>
        </p:nvSpPr>
        <p:spPr>
          <a:xfrm>
            <a:off x="1170051" y="740434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4468" name="text_7282">
            <a:extLst>
              <a:ext uri="{FF2B5EF4-FFF2-40B4-BE49-F238E27FC236}">
                <a16:creationId xmlns:a16="http://schemas.microsoft.com/office/drawing/2014/main" id="{52AE944C-631F-4540-9E20-FCD87112C172}"/>
              </a:ext>
            </a:extLst>
          </p:cNvPr>
          <p:cNvSpPr>
            <a:spLocks noGrp="1"/>
          </p:cNvSpPr>
          <p:nvPr/>
        </p:nvSpPr>
        <p:spPr>
          <a:xfrm>
            <a:off x="958091" y="735684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4469" name="F2_precision_recall_distributions_7283">
            <a:extLst>
              <a:ext uri="{FF2B5EF4-FFF2-40B4-BE49-F238E27FC236}">
                <a16:creationId xmlns:a16="http://schemas.microsoft.com/office/drawing/2014/main" id="{0BFB372A-EADA-4445-9D40-49F0A9D42BF2}"/>
              </a:ext>
            </a:extLst>
          </p:cNvPr>
          <p:cNvSpPr>
            <a:spLocks noGrp="1"/>
          </p:cNvSpPr>
          <p:nvPr/>
        </p:nvSpPr>
        <p:spPr>
          <a:xfrm>
            <a:off x="1212325" y="697995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4470" name="F2_precision_recall_distributions_7284">
            <a:extLst>
              <a:ext uri="{FF2B5EF4-FFF2-40B4-BE49-F238E27FC236}">
                <a16:creationId xmlns:a16="http://schemas.microsoft.com/office/drawing/2014/main" id="{FE0A15FD-FD2E-43EB-9FDF-6B6F6263857A}"/>
              </a:ext>
            </a:extLst>
          </p:cNvPr>
          <p:cNvSpPr>
            <a:spLocks noGrp="1"/>
          </p:cNvSpPr>
          <p:nvPr/>
        </p:nvSpPr>
        <p:spPr>
          <a:xfrm>
            <a:off x="1170051" y="697995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4471" name="text_7285">
            <a:extLst>
              <a:ext uri="{FF2B5EF4-FFF2-40B4-BE49-F238E27FC236}">
                <a16:creationId xmlns:a16="http://schemas.microsoft.com/office/drawing/2014/main" id="{003F586D-0079-4F44-B779-02B1752C7EB4}"/>
              </a:ext>
            </a:extLst>
          </p:cNvPr>
          <p:cNvSpPr>
            <a:spLocks noGrp="1"/>
          </p:cNvSpPr>
          <p:nvPr/>
        </p:nvSpPr>
        <p:spPr>
          <a:xfrm>
            <a:off x="958091" y="693246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472" name="F2_precision_recall_distributions_7286">
            <a:extLst>
              <a:ext uri="{FF2B5EF4-FFF2-40B4-BE49-F238E27FC236}">
                <a16:creationId xmlns:a16="http://schemas.microsoft.com/office/drawing/2014/main" id="{AA891450-055C-4A52-9B78-BD2504DA1CE2}"/>
              </a:ext>
            </a:extLst>
          </p:cNvPr>
          <p:cNvSpPr>
            <a:spLocks noGrp="1"/>
          </p:cNvSpPr>
          <p:nvPr/>
        </p:nvSpPr>
        <p:spPr>
          <a:xfrm>
            <a:off x="1514954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36182" y="848766"/>
                </a:moveTo>
                <a:lnTo>
                  <a:pt x="138914" y="848766"/>
                </a:lnTo>
                <a:lnTo>
                  <a:pt x="142388" y="842186"/>
                </a:lnTo>
                <a:lnTo>
                  <a:pt x="152435" y="835606"/>
                </a:lnTo>
                <a:lnTo>
                  <a:pt x="167992" y="829027"/>
                </a:lnTo>
                <a:lnTo>
                  <a:pt x="187491" y="822447"/>
                </a:lnTo>
                <a:lnTo>
                  <a:pt x="209109" y="815868"/>
                </a:lnTo>
                <a:lnTo>
                  <a:pt x="231040" y="809288"/>
                </a:lnTo>
                <a:lnTo>
                  <a:pt x="251722" y="802708"/>
                </a:lnTo>
                <a:lnTo>
                  <a:pt x="270000" y="796129"/>
                </a:lnTo>
                <a:lnTo>
                  <a:pt x="285187" y="789549"/>
                </a:lnTo>
                <a:lnTo>
                  <a:pt x="297047" y="782970"/>
                </a:lnTo>
                <a:lnTo>
                  <a:pt x="305716" y="776390"/>
                </a:lnTo>
                <a:lnTo>
                  <a:pt x="311590" y="769811"/>
                </a:lnTo>
                <a:lnTo>
                  <a:pt x="315210" y="763231"/>
                </a:lnTo>
                <a:lnTo>
                  <a:pt x="317160" y="756651"/>
                </a:lnTo>
                <a:lnTo>
                  <a:pt x="317995" y="750072"/>
                </a:lnTo>
                <a:lnTo>
                  <a:pt x="318188" y="743492"/>
                </a:lnTo>
                <a:lnTo>
                  <a:pt x="318111" y="736913"/>
                </a:lnTo>
                <a:lnTo>
                  <a:pt x="318020" y="730333"/>
                </a:lnTo>
                <a:lnTo>
                  <a:pt x="318066" y="723754"/>
                </a:lnTo>
                <a:lnTo>
                  <a:pt x="318310" y="717174"/>
                </a:lnTo>
                <a:lnTo>
                  <a:pt x="318736" y="710594"/>
                </a:lnTo>
                <a:lnTo>
                  <a:pt x="319278" y="704015"/>
                </a:lnTo>
                <a:lnTo>
                  <a:pt x="319843" y="697435"/>
                </a:lnTo>
                <a:lnTo>
                  <a:pt x="320330" y="690856"/>
                </a:lnTo>
                <a:lnTo>
                  <a:pt x="320648" y="684276"/>
                </a:lnTo>
                <a:lnTo>
                  <a:pt x="320731" y="677697"/>
                </a:lnTo>
                <a:lnTo>
                  <a:pt x="320542" y="671117"/>
                </a:lnTo>
                <a:lnTo>
                  <a:pt x="320081" y="664537"/>
                </a:lnTo>
                <a:lnTo>
                  <a:pt x="319377" y="657958"/>
                </a:lnTo>
                <a:lnTo>
                  <a:pt x="318485" y="651378"/>
                </a:lnTo>
                <a:lnTo>
                  <a:pt x="317472" y="644799"/>
                </a:lnTo>
                <a:lnTo>
                  <a:pt x="316409" y="638219"/>
                </a:lnTo>
                <a:lnTo>
                  <a:pt x="315359" y="631639"/>
                </a:lnTo>
                <a:lnTo>
                  <a:pt x="314366" y="625060"/>
                </a:lnTo>
                <a:lnTo>
                  <a:pt x="313458" y="618480"/>
                </a:lnTo>
                <a:lnTo>
                  <a:pt x="312641" y="611901"/>
                </a:lnTo>
                <a:lnTo>
                  <a:pt x="311915" y="605321"/>
                </a:lnTo>
                <a:lnTo>
                  <a:pt x="311274" y="598742"/>
                </a:lnTo>
                <a:lnTo>
                  <a:pt x="310726" y="592162"/>
                </a:lnTo>
                <a:lnTo>
                  <a:pt x="310290" y="585582"/>
                </a:lnTo>
                <a:lnTo>
                  <a:pt x="310000" y="579003"/>
                </a:lnTo>
                <a:lnTo>
                  <a:pt x="309897" y="572423"/>
                </a:lnTo>
                <a:lnTo>
                  <a:pt x="310019" y="565844"/>
                </a:lnTo>
                <a:lnTo>
                  <a:pt x="310389" y="559264"/>
                </a:lnTo>
                <a:lnTo>
                  <a:pt x="311005" y="552685"/>
                </a:lnTo>
                <a:lnTo>
                  <a:pt x="311838" y="546105"/>
                </a:lnTo>
                <a:lnTo>
                  <a:pt x="312835" y="539525"/>
                </a:lnTo>
                <a:lnTo>
                  <a:pt x="313921" y="532946"/>
                </a:lnTo>
                <a:lnTo>
                  <a:pt x="315007" y="526366"/>
                </a:lnTo>
                <a:lnTo>
                  <a:pt x="315997" y="519787"/>
                </a:lnTo>
                <a:lnTo>
                  <a:pt x="316788" y="513207"/>
                </a:lnTo>
                <a:lnTo>
                  <a:pt x="317270" y="506627"/>
                </a:lnTo>
                <a:lnTo>
                  <a:pt x="317324" y="500048"/>
                </a:lnTo>
                <a:lnTo>
                  <a:pt x="316828" y="493468"/>
                </a:lnTo>
                <a:lnTo>
                  <a:pt x="315667" y="486889"/>
                </a:lnTo>
                <a:lnTo>
                  <a:pt x="313755" y="480309"/>
                </a:lnTo>
                <a:lnTo>
                  <a:pt x="311058" y="473730"/>
                </a:lnTo>
                <a:lnTo>
                  <a:pt x="307627" y="467150"/>
                </a:lnTo>
                <a:lnTo>
                  <a:pt x="303613" y="460570"/>
                </a:lnTo>
                <a:lnTo>
                  <a:pt x="299274" y="453991"/>
                </a:lnTo>
                <a:lnTo>
                  <a:pt x="294956" y="447411"/>
                </a:lnTo>
                <a:lnTo>
                  <a:pt x="291057" y="440832"/>
                </a:lnTo>
                <a:lnTo>
                  <a:pt x="287964" y="434252"/>
                </a:lnTo>
                <a:lnTo>
                  <a:pt x="285995" y="427673"/>
                </a:lnTo>
                <a:lnTo>
                  <a:pt x="285347" y="421093"/>
                </a:lnTo>
                <a:lnTo>
                  <a:pt x="286058" y="414513"/>
                </a:lnTo>
                <a:lnTo>
                  <a:pt x="288002" y="407934"/>
                </a:lnTo>
                <a:lnTo>
                  <a:pt x="290915" y="401354"/>
                </a:lnTo>
                <a:lnTo>
                  <a:pt x="294440" y="394775"/>
                </a:lnTo>
                <a:lnTo>
                  <a:pt x="298185" y="388195"/>
                </a:lnTo>
                <a:lnTo>
                  <a:pt x="301779" y="381616"/>
                </a:lnTo>
                <a:lnTo>
                  <a:pt x="304913" y="375036"/>
                </a:lnTo>
                <a:lnTo>
                  <a:pt x="307367" y="368456"/>
                </a:lnTo>
                <a:lnTo>
                  <a:pt x="309014" y="361877"/>
                </a:lnTo>
                <a:lnTo>
                  <a:pt x="309810" y="355297"/>
                </a:lnTo>
                <a:lnTo>
                  <a:pt x="309774" y="348718"/>
                </a:lnTo>
                <a:lnTo>
                  <a:pt x="308978" y="342138"/>
                </a:lnTo>
                <a:lnTo>
                  <a:pt x="307524" y="335558"/>
                </a:lnTo>
                <a:lnTo>
                  <a:pt x="305546" y="328979"/>
                </a:lnTo>
                <a:lnTo>
                  <a:pt x="303207" y="322399"/>
                </a:lnTo>
                <a:lnTo>
                  <a:pt x="300696" y="315820"/>
                </a:lnTo>
                <a:lnTo>
                  <a:pt x="298227" y="309240"/>
                </a:lnTo>
                <a:lnTo>
                  <a:pt x="296029" y="302661"/>
                </a:lnTo>
                <a:lnTo>
                  <a:pt x="294326" y="296081"/>
                </a:lnTo>
                <a:lnTo>
                  <a:pt x="293310" y="289501"/>
                </a:lnTo>
                <a:lnTo>
                  <a:pt x="293122" y="282922"/>
                </a:lnTo>
                <a:lnTo>
                  <a:pt x="293823" y="276342"/>
                </a:lnTo>
                <a:lnTo>
                  <a:pt x="295394" y="269763"/>
                </a:lnTo>
                <a:lnTo>
                  <a:pt x="297730" y="263183"/>
                </a:lnTo>
                <a:lnTo>
                  <a:pt x="300663" y="256604"/>
                </a:lnTo>
                <a:lnTo>
                  <a:pt x="303982" y="250024"/>
                </a:lnTo>
                <a:lnTo>
                  <a:pt x="307463" y="243444"/>
                </a:lnTo>
                <a:lnTo>
                  <a:pt x="310894" y="236865"/>
                </a:lnTo>
                <a:lnTo>
                  <a:pt x="314093" y="230285"/>
                </a:lnTo>
                <a:lnTo>
                  <a:pt x="316921" y="223706"/>
                </a:lnTo>
                <a:lnTo>
                  <a:pt x="319284" y="217126"/>
                </a:lnTo>
                <a:lnTo>
                  <a:pt x="321127" y="210546"/>
                </a:lnTo>
                <a:lnTo>
                  <a:pt x="322433" y="203967"/>
                </a:lnTo>
                <a:lnTo>
                  <a:pt x="323215" y="197387"/>
                </a:lnTo>
                <a:lnTo>
                  <a:pt x="323515" y="190808"/>
                </a:lnTo>
                <a:lnTo>
                  <a:pt x="323396" y="184228"/>
                </a:lnTo>
                <a:lnTo>
                  <a:pt x="322946" y="177649"/>
                </a:lnTo>
                <a:lnTo>
                  <a:pt x="322268" y="171069"/>
                </a:lnTo>
                <a:lnTo>
                  <a:pt x="321480" y="164489"/>
                </a:lnTo>
                <a:lnTo>
                  <a:pt x="320703" y="157910"/>
                </a:lnTo>
                <a:lnTo>
                  <a:pt x="320049" y="151330"/>
                </a:lnTo>
                <a:lnTo>
                  <a:pt x="319611" y="144751"/>
                </a:lnTo>
                <a:lnTo>
                  <a:pt x="319448" y="138171"/>
                </a:lnTo>
                <a:lnTo>
                  <a:pt x="319568" y="131592"/>
                </a:lnTo>
                <a:lnTo>
                  <a:pt x="319920" y="125012"/>
                </a:lnTo>
                <a:lnTo>
                  <a:pt x="320375" y="118432"/>
                </a:lnTo>
                <a:lnTo>
                  <a:pt x="320715" y="111853"/>
                </a:lnTo>
                <a:lnTo>
                  <a:pt x="320615" y="105273"/>
                </a:lnTo>
                <a:lnTo>
                  <a:pt x="319624" y="98694"/>
                </a:lnTo>
                <a:lnTo>
                  <a:pt x="317154" y="92114"/>
                </a:lnTo>
                <a:lnTo>
                  <a:pt x="312481" y="85535"/>
                </a:lnTo>
                <a:lnTo>
                  <a:pt x="304766" y="78955"/>
                </a:lnTo>
                <a:lnTo>
                  <a:pt x="293126" y="72375"/>
                </a:lnTo>
                <a:lnTo>
                  <a:pt x="276742" y="65796"/>
                </a:lnTo>
                <a:lnTo>
                  <a:pt x="255021" y="59216"/>
                </a:lnTo>
                <a:lnTo>
                  <a:pt x="227788" y="52637"/>
                </a:lnTo>
                <a:lnTo>
                  <a:pt x="195479" y="46057"/>
                </a:lnTo>
                <a:lnTo>
                  <a:pt x="159273" y="39477"/>
                </a:lnTo>
                <a:lnTo>
                  <a:pt x="121135" y="32898"/>
                </a:lnTo>
                <a:lnTo>
                  <a:pt x="83709" y="26318"/>
                </a:lnTo>
                <a:lnTo>
                  <a:pt x="50055" y="19739"/>
                </a:lnTo>
                <a:lnTo>
                  <a:pt x="23258" y="13159"/>
                </a:lnTo>
                <a:lnTo>
                  <a:pt x="5974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123" y="6580"/>
                </a:lnTo>
                <a:lnTo>
                  <a:pt x="651838" y="13159"/>
                </a:lnTo>
                <a:lnTo>
                  <a:pt x="625041" y="19739"/>
                </a:lnTo>
                <a:lnTo>
                  <a:pt x="591387" y="26318"/>
                </a:lnTo>
                <a:lnTo>
                  <a:pt x="553962" y="32898"/>
                </a:lnTo>
                <a:lnTo>
                  <a:pt x="515824" y="39477"/>
                </a:lnTo>
                <a:lnTo>
                  <a:pt x="479618" y="46057"/>
                </a:lnTo>
                <a:lnTo>
                  <a:pt x="447308" y="52637"/>
                </a:lnTo>
                <a:lnTo>
                  <a:pt x="420076" y="59216"/>
                </a:lnTo>
                <a:lnTo>
                  <a:pt x="398355" y="65796"/>
                </a:lnTo>
                <a:lnTo>
                  <a:pt x="381970" y="72375"/>
                </a:lnTo>
                <a:lnTo>
                  <a:pt x="370330" y="78955"/>
                </a:lnTo>
                <a:lnTo>
                  <a:pt x="362616" y="85535"/>
                </a:lnTo>
                <a:lnTo>
                  <a:pt x="357942" y="92114"/>
                </a:lnTo>
                <a:lnTo>
                  <a:pt x="355473" y="98694"/>
                </a:lnTo>
                <a:lnTo>
                  <a:pt x="354482" y="105273"/>
                </a:lnTo>
                <a:lnTo>
                  <a:pt x="354382" y="111853"/>
                </a:lnTo>
                <a:lnTo>
                  <a:pt x="354722" y="118432"/>
                </a:lnTo>
                <a:lnTo>
                  <a:pt x="355177" y="125012"/>
                </a:lnTo>
                <a:lnTo>
                  <a:pt x="355528" y="131592"/>
                </a:lnTo>
                <a:lnTo>
                  <a:pt x="355648" y="138171"/>
                </a:lnTo>
                <a:lnTo>
                  <a:pt x="355485" y="144751"/>
                </a:lnTo>
                <a:lnTo>
                  <a:pt x="355048" y="151330"/>
                </a:lnTo>
                <a:lnTo>
                  <a:pt x="354394" y="157910"/>
                </a:lnTo>
                <a:lnTo>
                  <a:pt x="353617" y="164489"/>
                </a:lnTo>
                <a:lnTo>
                  <a:pt x="352829" y="171069"/>
                </a:lnTo>
                <a:lnTo>
                  <a:pt x="352151" y="177649"/>
                </a:lnTo>
                <a:lnTo>
                  <a:pt x="351700" y="184228"/>
                </a:lnTo>
                <a:lnTo>
                  <a:pt x="351582" y="190808"/>
                </a:lnTo>
                <a:lnTo>
                  <a:pt x="351881" y="197387"/>
                </a:lnTo>
                <a:lnTo>
                  <a:pt x="352664" y="203967"/>
                </a:lnTo>
                <a:lnTo>
                  <a:pt x="353970" y="210546"/>
                </a:lnTo>
                <a:lnTo>
                  <a:pt x="355813" y="217126"/>
                </a:lnTo>
                <a:lnTo>
                  <a:pt x="358175" y="223706"/>
                </a:lnTo>
                <a:lnTo>
                  <a:pt x="361004" y="230285"/>
                </a:lnTo>
                <a:lnTo>
                  <a:pt x="364203" y="236865"/>
                </a:lnTo>
                <a:lnTo>
                  <a:pt x="367633" y="243444"/>
                </a:lnTo>
                <a:lnTo>
                  <a:pt x="371114" y="250024"/>
                </a:lnTo>
                <a:lnTo>
                  <a:pt x="374433" y="256604"/>
                </a:lnTo>
                <a:lnTo>
                  <a:pt x="377366" y="263183"/>
                </a:lnTo>
                <a:lnTo>
                  <a:pt x="379702" y="269763"/>
                </a:lnTo>
                <a:lnTo>
                  <a:pt x="381273" y="276342"/>
                </a:lnTo>
                <a:lnTo>
                  <a:pt x="381975" y="282922"/>
                </a:lnTo>
                <a:lnTo>
                  <a:pt x="381786" y="289501"/>
                </a:lnTo>
                <a:lnTo>
                  <a:pt x="380771" y="296081"/>
                </a:lnTo>
                <a:lnTo>
                  <a:pt x="379067" y="302661"/>
                </a:lnTo>
                <a:lnTo>
                  <a:pt x="376870" y="309240"/>
                </a:lnTo>
                <a:lnTo>
                  <a:pt x="374401" y="315820"/>
                </a:lnTo>
                <a:lnTo>
                  <a:pt x="371890" y="322399"/>
                </a:lnTo>
                <a:lnTo>
                  <a:pt x="369550" y="328979"/>
                </a:lnTo>
                <a:lnTo>
                  <a:pt x="367573" y="335558"/>
                </a:lnTo>
                <a:lnTo>
                  <a:pt x="366119" y="342138"/>
                </a:lnTo>
                <a:lnTo>
                  <a:pt x="365322" y="348718"/>
                </a:lnTo>
                <a:lnTo>
                  <a:pt x="365287" y="355297"/>
                </a:lnTo>
                <a:lnTo>
                  <a:pt x="366082" y="361877"/>
                </a:lnTo>
                <a:lnTo>
                  <a:pt x="367729" y="368456"/>
                </a:lnTo>
                <a:lnTo>
                  <a:pt x="370184" y="375036"/>
                </a:lnTo>
                <a:lnTo>
                  <a:pt x="373318" y="381616"/>
                </a:lnTo>
                <a:lnTo>
                  <a:pt x="376911" y="388195"/>
                </a:lnTo>
                <a:lnTo>
                  <a:pt x="380657" y="394775"/>
                </a:lnTo>
                <a:lnTo>
                  <a:pt x="384182" y="401354"/>
                </a:lnTo>
                <a:lnTo>
                  <a:pt x="387095" y="407934"/>
                </a:lnTo>
                <a:lnTo>
                  <a:pt x="389039" y="414513"/>
                </a:lnTo>
                <a:lnTo>
                  <a:pt x="389749" y="421093"/>
                </a:lnTo>
                <a:lnTo>
                  <a:pt x="389101" y="427673"/>
                </a:lnTo>
                <a:lnTo>
                  <a:pt x="387133" y="434252"/>
                </a:lnTo>
                <a:lnTo>
                  <a:pt x="384040" y="440832"/>
                </a:lnTo>
                <a:lnTo>
                  <a:pt x="380140" y="447411"/>
                </a:lnTo>
                <a:lnTo>
                  <a:pt x="375823" y="453991"/>
                </a:lnTo>
                <a:lnTo>
                  <a:pt x="371484" y="460570"/>
                </a:lnTo>
                <a:lnTo>
                  <a:pt x="367470" y="467150"/>
                </a:lnTo>
                <a:lnTo>
                  <a:pt x="364038" y="473730"/>
                </a:lnTo>
                <a:lnTo>
                  <a:pt x="361341" y="480309"/>
                </a:lnTo>
                <a:lnTo>
                  <a:pt x="359429" y="486889"/>
                </a:lnTo>
                <a:lnTo>
                  <a:pt x="358269" y="493468"/>
                </a:lnTo>
                <a:lnTo>
                  <a:pt x="357773" y="500048"/>
                </a:lnTo>
                <a:lnTo>
                  <a:pt x="357827" y="506627"/>
                </a:lnTo>
                <a:lnTo>
                  <a:pt x="358309" y="513207"/>
                </a:lnTo>
                <a:lnTo>
                  <a:pt x="359100" y="519787"/>
                </a:lnTo>
                <a:lnTo>
                  <a:pt x="360090" y="526366"/>
                </a:lnTo>
                <a:lnTo>
                  <a:pt x="361176" y="532946"/>
                </a:lnTo>
                <a:lnTo>
                  <a:pt x="362261" y="539525"/>
                </a:lnTo>
                <a:lnTo>
                  <a:pt x="363258" y="546105"/>
                </a:lnTo>
                <a:lnTo>
                  <a:pt x="364092" y="552685"/>
                </a:lnTo>
                <a:lnTo>
                  <a:pt x="364708" y="559264"/>
                </a:lnTo>
                <a:lnTo>
                  <a:pt x="365077" y="565844"/>
                </a:lnTo>
                <a:lnTo>
                  <a:pt x="365199" y="572423"/>
                </a:lnTo>
                <a:lnTo>
                  <a:pt x="365096" y="579003"/>
                </a:lnTo>
                <a:lnTo>
                  <a:pt x="364806" y="585582"/>
                </a:lnTo>
                <a:lnTo>
                  <a:pt x="364370" y="592162"/>
                </a:lnTo>
                <a:lnTo>
                  <a:pt x="363822" y="598742"/>
                </a:lnTo>
                <a:lnTo>
                  <a:pt x="363182" y="605321"/>
                </a:lnTo>
                <a:lnTo>
                  <a:pt x="362455" y="611901"/>
                </a:lnTo>
                <a:lnTo>
                  <a:pt x="361639" y="618480"/>
                </a:lnTo>
                <a:lnTo>
                  <a:pt x="360730" y="625060"/>
                </a:lnTo>
                <a:lnTo>
                  <a:pt x="359738" y="631639"/>
                </a:lnTo>
                <a:lnTo>
                  <a:pt x="358687" y="638219"/>
                </a:lnTo>
                <a:lnTo>
                  <a:pt x="357625" y="644799"/>
                </a:lnTo>
                <a:lnTo>
                  <a:pt x="356612" y="651378"/>
                </a:lnTo>
                <a:lnTo>
                  <a:pt x="355719" y="657958"/>
                </a:lnTo>
                <a:lnTo>
                  <a:pt x="355016" y="664537"/>
                </a:lnTo>
                <a:lnTo>
                  <a:pt x="354554" y="671117"/>
                </a:lnTo>
                <a:lnTo>
                  <a:pt x="354366" y="677697"/>
                </a:lnTo>
                <a:lnTo>
                  <a:pt x="354448" y="684276"/>
                </a:lnTo>
                <a:lnTo>
                  <a:pt x="354766" y="690856"/>
                </a:lnTo>
                <a:lnTo>
                  <a:pt x="355253" y="697435"/>
                </a:lnTo>
                <a:lnTo>
                  <a:pt x="355818" y="704015"/>
                </a:lnTo>
                <a:lnTo>
                  <a:pt x="356361" y="710594"/>
                </a:lnTo>
                <a:lnTo>
                  <a:pt x="356787" y="717174"/>
                </a:lnTo>
                <a:lnTo>
                  <a:pt x="357030" y="723754"/>
                </a:lnTo>
                <a:lnTo>
                  <a:pt x="357077" y="730333"/>
                </a:lnTo>
                <a:lnTo>
                  <a:pt x="356986" y="736913"/>
                </a:lnTo>
                <a:lnTo>
                  <a:pt x="356908" y="743492"/>
                </a:lnTo>
                <a:lnTo>
                  <a:pt x="357102" y="750072"/>
                </a:lnTo>
                <a:lnTo>
                  <a:pt x="357936" y="756651"/>
                </a:lnTo>
                <a:lnTo>
                  <a:pt x="359887" y="763231"/>
                </a:lnTo>
                <a:lnTo>
                  <a:pt x="363507" y="769811"/>
                </a:lnTo>
                <a:lnTo>
                  <a:pt x="369381" y="776390"/>
                </a:lnTo>
                <a:lnTo>
                  <a:pt x="378050" y="782970"/>
                </a:lnTo>
                <a:lnTo>
                  <a:pt x="389910" y="789549"/>
                </a:lnTo>
                <a:lnTo>
                  <a:pt x="405096" y="796129"/>
                </a:lnTo>
                <a:lnTo>
                  <a:pt x="423374" y="802708"/>
                </a:lnTo>
                <a:lnTo>
                  <a:pt x="444057" y="809288"/>
                </a:lnTo>
                <a:lnTo>
                  <a:pt x="465987" y="815868"/>
                </a:lnTo>
                <a:lnTo>
                  <a:pt x="487606" y="822447"/>
                </a:lnTo>
                <a:lnTo>
                  <a:pt x="507105" y="829027"/>
                </a:lnTo>
                <a:lnTo>
                  <a:pt x="522662" y="835606"/>
                </a:lnTo>
                <a:lnTo>
                  <a:pt x="532708" y="842186"/>
                </a:lnTo>
                <a:lnTo>
                  <a:pt x="536182" y="848766"/>
                </a:lnTo>
                <a:lnTo>
                  <a:pt x="536182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4473" name="F2_precision_recall_distributions_7287">
            <a:extLst>
              <a:ext uri="{FF2B5EF4-FFF2-40B4-BE49-F238E27FC236}">
                <a16:creationId xmlns:a16="http://schemas.microsoft.com/office/drawing/2014/main" id="{DBFD7E84-6DFE-4543-8A8C-EC99D0914C0E}"/>
              </a:ext>
            </a:extLst>
          </p:cNvPr>
          <p:cNvSpPr>
            <a:spLocks noGrp="1"/>
          </p:cNvSpPr>
          <p:nvPr/>
        </p:nvSpPr>
        <p:spPr>
          <a:xfrm>
            <a:off x="177167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4" name="F2_precision_recall_distributions_7288">
            <a:extLst>
              <a:ext uri="{FF2B5EF4-FFF2-40B4-BE49-F238E27FC236}">
                <a16:creationId xmlns:a16="http://schemas.microsoft.com/office/drawing/2014/main" id="{829C73B9-5C6F-4D06-900F-3DE85EB702CA}"/>
              </a:ext>
            </a:extLst>
          </p:cNvPr>
          <p:cNvSpPr>
            <a:spLocks noGrp="1"/>
          </p:cNvSpPr>
          <p:nvPr/>
        </p:nvSpPr>
        <p:spPr>
          <a:xfrm>
            <a:off x="175541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5" name="F2_precision_recall_distributions_7289">
            <a:extLst>
              <a:ext uri="{FF2B5EF4-FFF2-40B4-BE49-F238E27FC236}">
                <a16:creationId xmlns:a16="http://schemas.microsoft.com/office/drawing/2014/main" id="{84F2717A-1133-45F5-AAD2-1622C8A40ACF}"/>
              </a:ext>
            </a:extLst>
          </p:cNvPr>
          <p:cNvSpPr>
            <a:spLocks noGrp="1"/>
          </p:cNvSpPr>
          <p:nvPr/>
        </p:nvSpPr>
        <p:spPr>
          <a:xfrm>
            <a:off x="178989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6" name="F2_precision_recall_distributions_7290">
            <a:extLst>
              <a:ext uri="{FF2B5EF4-FFF2-40B4-BE49-F238E27FC236}">
                <a16:creationId xmlns:a16="http://schemas.microsoft.com/office/drawing/2014/main" id="{C405CC0D-138E-456A-BC96-96CD2A642CFE}"/>
              </a:ext>
            </a:extLst>
          </p:cNvPr>
          <p:cNvSpPr>
            <a:spLocks noGrp="1"/>
          </p:cNvSpPr>
          <p:nvPr/>
        </p:nvSpPr>
        <p:spPr>
          <a:xfrm>
            <a:off x="1967890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7" name="F2_precision_recall_distributions_7291">
            <a:extLst>
              <a:ext uri="{FF2B5EF4-FFF2-40B4-BE49-F238E27FC236}">
                <a16:creationId xmlns:a16="http://schemas.microsoft.com/office/drawing/2014/main" id="{B7A10F2C-BEC8-4583-AAE1-0FB7F4A9EC12}"/>
              </a:ext>
            </a:extLst>
          </p:cNvPr>
          <p:cNvSpPr>
            <a:spLocks noGrp="1"/>
          </p:cNvSpPr>
          <p:nvPr/>
        </p:nvSpPr>
        <p:spPr>
          <a:xfrm>
            <a:off x="1947074" y="7096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8" name="F2_precision_recall_distributions_7292">
            <a:extLst>
              <a:ext uri="{FF2B5EF4-FFF2-40B4-BE49-F238E27FC236}">
                <a16:creationId xmlns:a16="http://schemas.microsoft.com/office/drawing/2014/main" id="{7E84E2BD-18CC-47E2-BFB6-336ABC707B84}"/>
              </a:ext>
            </a:extLst>
          </p:cNvPr>
          <p:cNvSpPr>
            <a:spLocks noGrp="1"/>
          </p:cNvSpPr>
          <p:nvPr/>
        </p:nvSpPr>
        <p:spPr>
          <a:xfrm>
            <a:off x="166127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9" name="F2_precision_recall_distributions_7293">
            <a:extLst>
              <a:ext uri="{FF2B5EF4-FFF2-40B4-BE49-F238E27FC236}">
                <a16:creationId xmlns:a16="http://schemas.microsoft.com/office/drawing/2014/main" id="{12C5E3CD-37E3-4C1C-B17A-21B323C965A9}"/>
              </a:ext>
            </a:extLst>
          </p:cNvPr>
          <p:cNvSpPr>
            <a:spLocks noGrp="1"/>
          </p:cNvSpPr>
          <p:nvPr/>
        </p:nvSpPr>
        <p:spPr>
          <a:xfrm>
            <a:off x="193928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0" name="F2_precision_recall_distributions_7294">
            <a:extLst>
              <a:ext uri="{FF2B5EF4-FFF2-40B4-BE49-F238E27FC236}">
                <a16:creationId xmlns:a16="http://schemas.microsoft.com/office/drawing/2014/main" id="{970F9E37-DA65-41BD-9515-7171CDA16F3A}"/>
              </a:ext>
            </a:extLst>
          </p:cNvPr>
          <p:cNvSpPr>
            <a:spLocks noGrp="1"/>
          </p:cNvSpPr>
          <p:nvPr/>
        </p:nvSpPr>
        <p:spPr>
          <a:xfrm>
            <a:off x="191371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1" name="F2_precision_recall_distributions_7295">
            <a:extLst>
              <a:ext uri="{FF2B5EF4-FFF2-40B4-BE49-F238E27FC236}">
                <a16:creationId xmlns:a16="http://schemas.microsoft.com/office/drawing/2014/main" id="{55DCC1AB-9E36-40C8-BD91-42419963C63E}"/>
              </a:ext>
            </a:extLst>
          </p:cNvPr>
          <p:cNvSpPr>
            <a:spLocks noGrp="1"/>
          </p:cNvSpPr>
          <p:nvPr/>
        </p:nvSpPr>
        <p:spPr>
          <a:xfrm>
            <a:off x="1937386" y="76453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2" name="F2_precision_recall_distributions_7296">
            <a:extLst>
              <a:ext uri="{FF2B5EF4-FFF2-40B4-BE49-F238E27FC236}">
                <a16:creationId xmlns:a16="http://schemas.microsoft.com/office/drawing/2014/main" id="{693890C3-2B44-4F61-A291-ECDEA0E91412}"/>
              </a:ext>
            </a:extLst>
          </p:cNvPr>
          <p:cNvSpPr>
            <a:spLocks noGrp="1"/>
          </p:cNvSpPr>
          <p:nvPr/>
        </p:nvSpPr>
        <p:spPr>
          <a:xfrm>
            <a:off x="1884968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3" name="F2_precision_recall_distributions_7297">
            <a:extLst>
              <a:ext uri="{FF2B5EF4-FFF2-40B4-BE49-F238E27FC236}">
                <a16:creationId xmlns:a16="http://schemas.microsoft.com/office/drawing/2014/main" id="{F1693905-753F-4E0F-9FE6-27B7F7604134}"/>
              </a:ext>
            </a:extLst>
          </p:cNvPr>
          <p:cNvSpPr>
            <a:spLocks noGrp="1"/>
          </p:cNvSpPr>
          <p:nvPr/>
        </p:nvSpPr>
        <p:spPr>
          <a:xfrm>
            <a:off x="1771188" y="73722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4" name="F2_precision_recall_distributions_7298">
            <a:extLst>
              <a:ext uri="{FF2B5EF4-FFF2-40B4-BE49-F238E27FC236}">
                <a16:creationId xmlns:a16="http://schemas.microsoft.com/office/drawing/2014/main" id="{81693050-02A3-4774-904A-439BAE333196}"/>
              </a:ext>
            </a:extLst>
          </p:cNvPr>
          <p:cNvSpPr>
            <a:spLocks noGrp="1"/>
          </p:cNvSpPr>
          <p:nvPr/>
        </p:nvSpPr>
        <p:spPr>
          <a:xfrm>
            <a:off x="183150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5" name="F2_precision_recall_distributions_7299">
            <a:extLst>
              <a:ext uri="{FF2B5EF4-FFF2-40B4-BE49-F238E27FC236}">
                <a16:creationId xmlns:a16="http://schemas.microsoft.com/office/drawing/2014/main" id="{8FF00344-9176-4810-A16D-E64767D2EE5A}"/>
              </a:ext>
            </a:extLst>
          </p:cNvPr>
          <p:cNvSpPr>
            <a:spLocks noGrp="1"/>
          </p:cNvSpPr>
          <p:nvPr/>
        </p:nvSpPr>
        <p:spPr>
          <a:xfrm>
            <a:off x="1969721" y="7305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6" name="F2_precision_recall_distributions_7300">
            <a:extLst>
              <a:ext uri="{FF2B5EF4-FFF2-40B4-BE49-F238E27FC236}">
                <a16:creationId xmlns:a16="http://schemas.microsoft.com/office/drawing/2014/main" id="{3643AE5F-CC22-45BE-B8F4-173688C094F4}"/>
              </a:ext>
            </a:extLst>
          </p:cNvPr>
          <p:cNvSpPr>
            <a:spLocks noGrp="1"/>
          </p:cNvSpPr>
          <p:nvPr/>
        </p:nvSpPr>
        <p:spPr>
          <a:xfrm>
            <a:off x="1765606" y="70875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7" name="F2_precision_recall_distributions_7301">
            <a:extLst>
              <a:ext uri="{FF2B5EF4-FFF2-40B4-BE49-F238E27FC236}">
                <a16:creationId xmlns:a16="http://schemas.microsoft.com/office/drawing/2014/main" id="{A96AA77C-8895-41A9-A685-9F9372CABA03}"/>
              </a:ext>
            </a:extLst>
          </p:cNvPr>
          <p:cNvSpPr>
            <a:spLocks noGrp="1"/>
          </p:cNvSpPr>
          <p:nvPr/>
        </p:nvSpPr>
        <p:spPr>
          <a:xfrm>
            <a:off x="190828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8" name="F2_precision_recall_distributions_7302">
            <a:extLst>
              <a:ext uri="{FF2B5EF4-FFF2-40B4-BE49-F238E27FC236}">
                <a16:creationId xmlns:a16="http://schemas.microsoft.com/office/drawing/2014/main" id="{9EFA34FA-FB28-4C4D-AA02-BF699536E7E5}"/>
              </a:ext>
            </a:extLst>
          </p:cNvPr>
          <p:cNvSpPr>
            <a:spLocks noGrp="1"/>
          </p:cNvSpPr>
          <p:nvPr/>
        </p:nvSpPr>
        <p:spPr>
          <a:xfrm>
            <a:off x="186518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9" name="F2_precision_recall_distributions_7303">
            <a:extLst>
              <a:ext uri="{FF2B5EF4-FFF2-40B4-BE49-F238E27FC236}">
                <a16:creationId xmlns:a16="http://schemas.microsoft.com/office/drawing/2014/main" id="{98F9A67A-33FC-4913-9FCD-91E9E1CAF107}"/>
              </a:ext>
            </a:extLst>
          </p:cNvPr>
          <p:cNvSpPr>
            <a:spLocks noGrp="1"/>
          </p:cNvSpPr>
          <p:nvPr/>
        </p:nvSpPr>
        <p:spPr>
          <a:xfrm>
            <a:off x="1837694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0" name="F2_precision_recall_distributions_7304">
            <a:extLst>
              <a:ext uri="{FF2B5EF4-FFF2-40B4-BE49-F238E27FC236}">
                <a16:creationId xmlns:a16="http://schemas.microsoft.com/office/drawing/2014/main" id="{0EE09487-986D-4909-8E0D-0240FDB4E27E}"/>
              </a:ext>
            </a:extLst>
          </p:cNvPr>
          <p:cNvSpPr>
            <a:spLocks noGrp="1"/>
          </p:cNvSpPr>
          <p:nvPr/>
        </p:nvSpPr>
        <p:spPr>
          <a:xfrm>
            <a:off x="1697939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1" name="F2_precision_recall_distributions_7305">
            <a:extLst>
              <a:ext uri="{FF2B5EF4-FFF2-40B4-BE49-F238E27FC236}">
                <a16:creationId xmlns:a16="http://schemas.microsoft.com/office/drawing/2014/main" id="{A4DB7B35-E857-474A-84C9-CD08B61455E1}"/>
              </a:ext>
            </a:extLst>
          </p:cNvPr>
          <p:cNvSpPr>
            <a:spLocks noGrp="1"/>
          </p:cNvSpPr>
          <p:nvPr/>
        </p:nvSpPr>
        <p:spPr>
          <a:xfrm>
            <a:off x="1896557" y="75836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2" name="F2_precision_recall_distributions_7306">
            <a:extLst>
              <a:ext uri="{FF2B5EF4-FFF2-40B4-BE49-F238E27FC236}">
                <a16:creationId xmlns:a16="http://schemas.microsoft.com/office/drawing/2014/main" id="{5C0E86F3-B771-4DD7-B5AE-D8A347536BF1}"/>
              </a:ext>
            </a:extLst>
          </p:cNvPr>
          <p:cNvSpPr>
            <a:spLocks noGrp="1"/>
          </p:cNvSpPr>
          <p:nvPr/>
        </p:nvSpPr>
        <p:spPr>
          <a:xfrm>
            <a:off x="1746075" y="72846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3" name="F2_precision_recall_distributions_7307">
            <a:extLst>
              <a:ext uri="{FF2B5EF4-FFF2-40B4-BE49-F238E27FC236}">
                <a16:creationId xmlns:a16="http://schemas.microsoft.com/office/drawing/2014/main" id="{16AE6C97-574C-433F-95AD-7DEE6AF96164}"/>
              </a:ext>
            </a:extLst>
          </p:cNvPr>
          <p:cNvSpPr>
            <a:spLocks noGrp="1"/>
          </p:cNvSpPr>
          <p:nvPr/>
        </p:nvSpPr>
        <p:spPr>
          <a:xfrm>
            <a:off x="1902542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4" name="F2_precision_recall_distributions_7308">
            <a:extLst>
              <a:ext uri="{FF2B5EF4-FFF2-40B4-BE49-F238E27FC236}">
                <a16:creationId xmlns:a16="http://schemas.microsoft.com/office/drawing/2014/main" id="{1B5712F4-2A7C-442E-A21C-26F03649A8DA}"/>
              </a:ext>
            </a:extLst>
          </p:cNvPr>
          <p:cNvSpPr>
            <a:spLocks noGrp="1"/>
          </p:cNvSpPr>
          <p:nvPr/>
        </p:nvSpPr>
        <p:spPr>
          <a:xfrm>
            <a:off x="1810390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5" name="F2_precision_recall_distributions_7309">
            <a:extLst>
              <a:ext uri="{FF2B5EF4-FFF2-40B4-BE49-F238E27FC236}">
                <a16:creationId xmlns:a16="http://schemas.microsoft.com/office/drawing/2014/main" id="{AED0712B-974E-40A8-8E34-C74AD6E8A4F0}"/>
              </a:ext>
            </a:extLst>
          </p:cNvPr>
          <p:cNvSpPr>
            <a:spLocks noGrp="1"/>
          </p:cNvSpPr>
          <p:nvPr/>
        </p:nvSpPr>
        <p:spPr>
          <a:xfrm>
            <a:off x="1652932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6" name="F2_precision_recall_distributions_7310">
            <a:extLst>
              <a:ext uri="{FF2B5EF4-FFF2-40B4-BE49-F238E27FC236}">
                <a16:creationId xmlns:a16="http://schemas.microsoft.com/office/drawing/2014/main" id="{26BF27DD-E810-435D-9D26-0EAFE8D6BB26}"/>
              </a:ext>
            </a:extLst>
          </p:cNvPr>
          <p:cNvSpPr>
            <a:spLocks noGrp="1"/>
          </p:cNvSpPr>
          <p:nvPr/>
        </p:nvSpPr>
        <p:spPr>
          <a:xfrm>
            <a:off x="170579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7" name="F2_precision_recall_distributions_7311">
            <a:extLst>
              <a:ext uri="{FF2B5EF4-FFF2-40B4-BE49-F238E27FC236}">
                <a16:creationId xmlns:a16="http://schemas.microsoft.com/office/drawing/2014/main" id="{97FBB13A-3B5C-4154-A046-67BEB60D3AE0}"/>
              </a:ext>
            </a:extLst>
          </p:cNvPr>
          <p:cNvSpPr>
            <a:spLocks noGrp="1"/>
          </p:cNvSpPr>
          <p:nvPr/>
        </p:nvSpPr>
        <p:spPr>
          <a:xfrm>
            <a:off x="1944414" y="7305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8" name="F2_precision_recall_distributions_7312">
            <a:extLst>
              <a:ext uri="{FF2B5EF4-FFF2-40B4-BE49-F238E27FC236}">
                <a16:creationId xmlns:a16="http://schemas.microsoft.com/office/drawing/2014/main" id="{B091E02A-6BA7-4E2D-9768-83CA87987D73}"/>
              </a:ext>
            </a:extLst>
          </p:cNvPr>
          <p:cNvSpPr>
            <a:spLocks noGrp="1"/>
          </p:cNvSpPr>
          <p:nvPr/>
        </p:nvSpPr>
        <p:spPr>
          <a:xfrm>
            <a:off x="182664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9" name="F2_precision_recall_distributions_7313">
            <a:extLst>
              <a:ext uri="{FF2B5EF4-FFF2-40B4-BE49-F238E27FC236}">
                <a16:creationId xmlns:a16="http://schemas.microsoft.com/office/drawing/2014/main" id="{0281F33B-643B-41F1-BDE0-FE45BAC56FB6}"/>
              </a:ext>
            </a:extLst>
          </p:cNvPr>
          <p:cNvSpPr>
            <a:spLocks noGrp="1"/>
          </p:cNvSpPr>
          <p:nvPr/>
        </p:nvSpPr>
        <p:spPr>
          <a:xfrm>
            <a:off x="187894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0" name="F2_precision_recall_distributions_7314">
            <a:extLst>
              <a:ext uri="{FF2B5EF4-FFF2-40B4-BE49-F238E27FC236}">
                <a16:creationId xmlns:a16="http://schemas.microsoft.com/office/drawing/2014/main" id="{C355A389-70F6-47C5-A43E-948E7227E5AA}"/>
              </a:ext>
            </a:extLst>
          </p:cNvPr>
          <p:cNvSpPr>
            <a:spLocks noGrp="1"/>
          </p:cNvSpPr>
          <p:nvPr/>
        </p:nvSpPr>
        <p:spPr>
          <a:xfrm>
            <a:off x="1655024" y="72749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1" name="F2_precision_recall_distributions_7315">
            <a:extLst>
              <a:ext uri="{FF2B5EF4-FFF2-40B4-BE49-F238E27FC236}">
                <a16:creationId xmlns:a16="http://schemas.microsoft.com/office/drawing/2014/main" id="{FB1231AD-2C10-40D9-A6AB-67E67268130A}"/>
              </a:ext>
            </a:extLst>
          </p:cNvPr>
          <p:cNvSpPr>
            <a:spLocks noGrp="1"/>
          </p:cNvSpPr>
          <p:nvPr/>
        </p:nvSpPr>
        <p:spPr>
          <a:xfrm>
            <a:off x="1755502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2" name="F2_precision_recall_distributions_7316">
            <a:extLst>
              <a:ext uri="{FF2B5EF4-FFF2-40B4-BE49-F238E27FC236}">
                <a16:creationId xmlns:a16="http://schemas.microsoft.com/office/drawing/2014/main" id="{A9013DCD-99E3-46EE-A228-6B7C8755D966}"/>
              </a:ext>
            </a:extLst>
          </p:cNvPr>
          <p:cNvSpPr>
            <a:spLocks noGrp="1"/>
          </p:cNvSpPr>
          <p:nvPr/>
        </p:nvSpPr>
        <p:spPr>
          <a:xfrm>
            <a:off x="166589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3" name="F2_precision_recall_distributions_7317">
            <a:extLst>
              <a:ext uri="{FF2B5EF4-FFF2-40B4-BE49-F238E27FC236}">
                <a16:creationId xmlns:a16="http://schemas.microsoft.com/office/drawing/2014/main" id="{A92438EE-7A12-47CD-BB67-14A7D210276F}"/>
              </a:ext>
            </a:extLst>
          </p:cNvPr>
          <p:cNvSpPr>
            <a:spLocks noGrp="1"/>
          </p:cNvSpPr>
          <p:nvPr/>
        </p:nvSpPr>
        <p:spPr>
          <a:xfrm>
            <a:off x="187673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4" name="F2_precision_recall_distributions_7318">
            <a:extLst>
              <a:ext uri="{FF2B5EF4-FFF2-40B4-BE49-F238E27FC236}">
                <a16:creationId xmlns:a16="http://schemas.microsoft.com/office/drawing/2014/main" id="{0E9DE567-F9FE-4414-8B09-DBB745346845}"/>
              </a:ext>
            </a:extLst>
          </p:cNvPr>
          <p:cNvSpPr>
            <a:spLocks noGrp="1"/>
          </p:cNvSpPr>
          <p:nvPr/>
        </p:nvSpPr>
        <p:spPr>
          <a:xfrm>
            <a:off x="1963835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5" name="F2_precision_recall_distributions_7319">
            <a:extLst>
              <a:ext uri="{FF2B5EF4-FFF2-40B4-BE49-F238E27FC236}">
                <a16:creationId xmlns:a16="http://schemas.microsoft.com/office/drawing/2014/main" id="{E337636B-0107-4B1E-ABEA-0A7C4BB18046}"/>
              </a:ext>
            </a:extLst>
          </p:cNvPr>
          <p:cNvSpPr>
            <a:spLocks noGrp="1"/>
          </p:cNvSpPr>
          <p:nvPr/>
        </p:nvSpPr>
        <p:spPr>
          <a:xfrm>
            <a:off x="191757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6" name="F2_precision_recall_distributions_7320">
            <a:extLst>
              <a:ext uri="{FF2B5EF4-FFF2-40B4-BE49-F238E27FC236}">
                <a16:creationId xmlns:a16="http://schemas.microsoft.com/office/drawing/2014/main" id="{BF7C2BB8-B29D-4B10-99A7-6746AD3EEE76}"/>
              </a:ext>
            </a:extLst>
          </p:cNvPr>
          <p:cNvSpPr>
            <a:spLocks noGrp="1"/>
          </p:cNvSpPr>
          <p:nvPr/>
        </p:nvSpPr>
        <p:spPr>
          <a:xfrm>
            <a:off x="1853156" y="77089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7" name="F2_precision_recall_distributions_7321">
            <a:extLst>
              <a:ext uri="{FF2B5EF4-FFF2-40B4-BE49-F238E27FC236}">
                <a16:creationId xmlns:a16="http://schemas.microsoft.com/office/drawing/2014/main" id="{173C55C2-B567-4B8A-A461-0CCAC96F4D17}"/>
              </a:ext>
            </a:extLst>
          </p:cNvPr>
          <p:cNvSpPr>
            <a:spLocks noGrp="1"/>
          </p:cNvSpPr>
          <p:nvPr/>
        </p:nvSpPr>
        <p:spPr>
          <a:xfrm>
            <a:off x="191694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8" name="F2_precision_recall_distributions_7322">
            <a:extLst>
              <a:ext uri="{FF2B5EF4-FFF2-40B4-BE49-F238E27FC236}">
                <a16:creationId xmlns:a16="http://schemas.microsoft.com/office/drawing/2014/main" id="{42AEE407-A6F0-4B91-8D7C-068B6545F05C}"/>
              </a:ext>
            </a:extLst>
          </p:cNvPr>
          <p:cNvSpPr>
            <a:spLocks noGrp="1"/>
          </p:cNvSpPr>
          <p:nvPr/>
        </p:nvSpPr>
        <p:spPr>
          <a:xfrm>
            <a:off x="196571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9" name="F2_precision_recall_distributions_7323">
            <a:extLst>
              <a:ext uri="{FF2B5EF4-FFF2-40B4-BE49-F238E27FC236}">
                <a16:creationId xmlns:a16="http://schemas.microsoft.com/office/drawing/2014/main" id="{55882644-1948-438F-853B-4AB2FFD4F259}"/>
              </a:ext>
            </a:extLst>
          </p:cNvPr>
          <p:cNvSpPr>
            <a:spLocks noGrp="1"/>
          </p:cNvSpPr>
          <p:nvPr/>
        </p:nvSpPr>
        <p:spPr>
          <a:xfrm>
            <a:off x="1954798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0" name="F2_precision_recall_distributions_7324">
            <a:extLst>
              <a:ext uri="{FF2B5EF4-FFF2-40B4-BE49-F238E27FC236}">
                <a16:creationId xmlns:a16="http://schemas.microsoft.com/office/drawing/2014/main" id="{3679A24F-BD74-427B-A4EF-152AEFF2E325}"/>
              </a:ext>
            </a:extLst>
          </p:cNvPr>
          <p:cNvSpPr>
            <a:spLocks noGrp="1"/>
          </p:cNvSpPr>
          <p:nvPr/>
        </p:nvSpPr>
        <p:spPr>
          <a:xfrm>
            <a:off x="1817560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1" name="F2_precision_recall_distributions_7325">
            <a:extLst>
              <a:ext uri="{FF2B5EF4-FFF2-40B4-BE49-F238E27FC236}">
                <a16:creationId xmlns:a16="http://schemas.microsoft.com/office/drawing/2014/main" id="{76C5741F-E881-4E49-B996-AB46E59A8E37}"/>
              </a:ext>
            </a:extLst>
          </p:cNvPr>
          <p:cNvSpPr>
            <a:spLocks noGrp="1"/>
          </p:cNvSpPr>
          <p:nvPr/>
        </p:nvSpPr>
        <p:spPr>
          <a:xfrm>
            <a:off x="170517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2" name="F2_precision_recall_distributions_7326">
            <a:extLst>
              <a:ext uri="{FF2B5EF4-FFF2-40B4-BE49-F238E27FC236}">
                <a16:creationId xmlns:a16="http://schemas.microsoft.com/office/drawing/2014/main" id="{E0249C76-EFBA-4F9D-AD8B-D96104FCB5BC}"/>
              </a:ext>
            </a:extLst>
          </p:cNvPr>
          <p:cNvSpPr>
            <a:spLocks noGrp="1"/>
          </p:cNvSpPr>
          <p:nvPr/>
        </p:nvSpPr>
        <p:spPr>
          <a:xfrm>
            <a:off x="1824344" y="73300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3" name="F2_precision_recall_distributions_7327">
            <a:extLst>
              <a:ext uri="{FF2B5EF4-FFF2-40B4-BE49-F238E27FC236}">
                <a16:creationId xmlns:a16="http://schemas.microsoft.com/office/drawing/2014/main" id="{D4AB0860-83CC-4DD2-B145-3E3EB3666952}"/>
              </a:ext>
            </a:extLst>
          </p:cNvPr>
          <p:cNvSpPr>
            <a:spLocks noGrp="1"/>
          </p:cNvSpPr>
          <p:nvPr/>
        </p:nvSpPr>
        <p:spPr>
          <a:xfrm>
            <a:off x="1780584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4" name="F2_precision_recall_distributions_7328">
            <a:extLst>
              <a:ext uri="{FF2B5EF4-FFF2-40B4-BE49-F238E27FC236}">
                <a16:creationId xmlns:a16="http://schemas.microsoft.com/office/drawing/2014/main" id="{46196467-8D97-4FD2-A125-CDB71E4B50F8}"/>
              </a:ext>
            </a:extLst>
          </p:cNvPr>
          <p:cNvSpPr>
            <a:spLocks noGrp="1"/>
          </p:cNvSpPr>
          <p:nvPr/>
        </p:nvSpPr>
        <p:spPr>
          <a:xfrm>
            <a:off x="185558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5" name="F2_precision_recall_distributions_7329">
            <a:extLst>
              <a:ext uri="{FF2B5EF4-FFF2-40B4-BE49-F238E27FC236}">
                <a16:creationId xmlns:a16="http://schemas.microsoft.com/office/drawing/2014/main" id="{BC04C549-9551-4570-9BB1-8AB8DD55842B}"/>
              </a:ext>
            </a:extLst>
          </p:cNvPr>
          <p:cNvSpPr>
            <a:spLocks noGrp="1"/>
          </p:cNvSpPr>
          <p:nvPr/>
        </p:nvSpPr>
        <p:spPr>
          <a:xfrm>
            <a:off x="170358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6" name="F2_precision_recall_distributions_7330">
            <a:extLst>
              <a:ext uri="{FF2B5EF4-FFF2-40B4-BE49-F238E27FC236}">
                <a16:creationId xmlns:a16="http://schemas.microsoft.com/office/drawing/2014/main" id="{009A8438-6EBF-4392-AE07-8C96017F374D}"/>
              </a:ext>
            </a:extLst>
          </p:cNvPr>
          <p:cNvSpPr>
            <a:spLocks noGrp="1"/>
          </p:cNvSpPr>
          <p:nvPr/>
        </p:nvSpPr>
        <p:spPr>
          <a:xfrm>
            <a:off x="175419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7" name="F2_precision_recall_distributions_7331">
            <a:extLst>
              <a:ext uri="{FF2B5EF4-FFF2-40B4-BE49-F238E27FC236}">
                <a16:creationId xmlns:a16="http://schemas.microsoft.com/office/drawing/2014/main" id="{AFF1858C-17FA-4B2D-8A1A-2B806DC32F7B}"/>
              </a:ext>
            </a:extLst>
          </p:cNvPr>
          <p:cNvSpPr>
            <a:spLocks noGrp="1"/>
          </p:cNvSpPr>
          <p:nvPr/>
        </p:nvSpPr>
        <p:spPr>
          <a:xfrm>
            <a:off x="192448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8" name="F2_precision_recall_distributions_7332">
            <a:extLst>
              <a:ext uri="{FF2B5EF4-FFF2-40B4-BE49-F238E27FC236}">
                <a16:creationId xmlns:a16="http://schemas.microsoft.com/office/drawing/2014/main" id="{5D794520-BB02-4496-ABDE-F8500C613295}"/>
              </a:ext>
            </a:extLst>
          </p:cNvPr>
          <p:cNvSpPr>
            <a:spLocks noGrp="1"/>
          </p:cNvSpPr>
          <p:nvPr/>
        </p:nvSpPr>
        <p:spPr>
          <a:xfrm>
            <a:off x="188111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9" name="F2_precision_recall_distributions_7333">
            <a:extLst>
              <a:ext uri="{FF2B5EF4-FFF2-40B4-BE49-F238E27FC236}">
                <a16:creationId xmlns:a16="http://schemas.microsoft.com/office/drawing/2014/main" id="{630A0E86-6CDA-4679-AD09-DD582221C7DA}"/>
              </a:ext>
            </a:extLst>
          </p:cNvPr>
          <p:cNvSpPr>
            <a:spLocks noGrp="1"/>
          </p:cNvSpPr>
          <p:nvPr/>
        </p:nvSpPr>
        <p:spPr>
          <a:xfrm>
            <a:off x="1995484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0" name="F2_precision_recall_distributions_7334">
            <a:extLst>
              <a:ext uri="{FF2B5EF4-FFF2-40B4-BE49-F238E27FC236}">
                <a16:creationId xmlns:a16="http://schemas.microsoft.com/office/drawing/2014/main" id="{D67CDF0A-C82B-4308-B948-4148A69731E3}"/>
              </a:ext>
            </a:extLst>
          </p:cNvPr>
          <p:cNvSpPr>
            <a:spLocks noGrp="1"/>
          </p:cNvSpPr>
          <p:nvPr/>
        </p:nvSpPr>
        <p:spPr>
          <a:xfrm>
            <a:off x="196006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1" name="F2_precision_recall_distributions_7335">
            <a:extLst>
              <a:ext uri="{FF2B5EF4-FFF2-40B4-BE49-F238E27FC236}">
                <a16:creationId xmlns:a16="http://schemas.microsoft.com/office/drawing/2014/main" id="{CFE3339B-AA85-4A20-85AF-37415F1CB075}"/>
              </a:ext>
            </a:extLst>
          </p:cNvPr>
          <p:cNvSpPr>
            <a:spLocks noGrp="1"/>
          </p:cNvSpPr>
          <p:nvPr/>
        </p:nvSpPr>
        <p:spPr>
          <a:xfrm>
            <a:off x="1739312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2" name="F2_precision_recall_distributions_7336">
            <a:extLst>
              <a:ext uri="{FF2B5EF4-FFF2-40B4-BE49-F238E27FC236}">
                <a16:creationId xmlns:a16="http://schemas.microsoft.com/office/drawing/2014/main" id="{6DE8A90A-5AFC-4C80-8881-03B04512D5E9}"/>
              </a:ext>
            </a:extLst>
          </p:cNvPr>
          <p:cNvSpPr>
            <a:spLocks noGrp="1"/>
          </p:cNvSpPr>
          <p:nvPr/>
        </p:nvSpPr>
        <p:spPr>
          <a:xfrm>
            <a:off x="191337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3" name="F2_precision_recall_distributions_7337">
            <a:extLst>
              <a:ext uri="{FF2B5EF4-FFF2-40B4-BE49-F238E27FC236}">
                <a16:creationId xmlns:a16="http://schemas.microsoft.com/office/drawing/2014/main" id="{13422473-7001-4E1F-A6AD-DB755EA762F8}"/>
              </a:ext>
            </a:extLst>
          </p:cNvPr>
          <p:cNvSpPr>
            <a:spLocks noGrp="1"/>
          </p:cNvSpPr>
          <p:nvPr/>
        </p:nvSpPr>
        <p:spPr>
          <a:xfrm>
            <a:off x="169369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4" name="F2_precision_recall_distributions_7338">
            <a:extLst>
              <a:ext uri="{FF2B5EF4-FFF2-40B4-BE49-F238E27FC236}">
                <a16:creationId xmlns:a16="http://schemas.microsoft.com/office/drawing/2014/main" id="{8EC22A55-E042-4DAD-9320-7CDD9A9AAEB4}"/>
              </a:ext>
            </a:extLst>
          </p:cNvPr>
          <p:cNvSpPr>
            <a:spLocks noGrp="1"/>
          </p:cNvSpPr>
          <p:nvPr/>
        </p:nvSpPr>
        <p:spPr>
          <a:xfrm>
            <a:off x="185225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5" name="F2_precision_recall_distributions_7339">
            <a:extLst>
              <a:ext uri="{FF2B5EF4-FFF2-40B4-BE49-F238E27FC236}">
                <a16:creationId xmlns:a16="http://schemas.microsoft.com/office/drawing/2014/main" id="{60AE2059-C1F3-4084-A155-C39F4A653368}"/>
              </a:ext>
            </a:extLst>
          </p:cNvPr>
          <p:cNvSpPr>
            <a:spLocks noGrp="1"/>
          </p:cNvSpPr>
          <p:nvPr/>
        </p:nvSpPr>
        <p:spPr>
          <a:xfrm>
            <a:off x="2019204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6" name="F2_precision_recall_distributions_7340">
            <a:extLst>
              <a:ext uri="{FF2B5EF4-FFF2-40B4-BE49-F238E27FC236}">
                <a16:creationId xmlns:a16="http://schemas.microsoft.com/office/drawing/2014/main" id="{806C0A49-F358-474B-8CB3-69F8BBD278FE}"/>
              </a:ext>
            </a:extLst>
          </p:cNvPr>
          <p:cNvSpPr>
            <a:spLocks noGrp="1"/>
          </p:cNvSpPr>
          <p:nvPr/>
        </p:nvSpPr>
        <p:spPr>
          <a:xfrm>
            <a:off x="1907242" y="75244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7" name="F2_precision_recall_distributions_7341">
            <a:extLst>
              <a:ext uri="{FF2B5EF4-FFF2-40B4-BE49-F238E27FC236}">
                <a16:creationId xmlns:a16="http://schemas.microsoft.com/office/drawing/2014/main" id="{D4CDFF96-7F5C-42FB-BC98-2EC5294FA344}"/>
              </a:ext>
            </a:extLst>
          </p:cNvPr>
          <p:cNvSpPr>
            <a:spLocks noGrp="1"/>
          </p:cNvSpPr>
          <p:nvPr/>
        </p:nvSpPr>
        <p:spPr>
          <a:xfrm>
            <a:off x="1778912" y="70512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8" name="F2_precision_recall_distributions_7342">
            <a:extLst>
              <a:ext uri="{FF2B5EF4-FFF2-40B4-BE49-F238E27FC236}">
                <a16:creationId xmlns:a16="http://schemas.microsoft.com/office/drawing/2014/main" id="{9A41AB80-5F99-4908-8E3B-BBAC3AF95EC2}"/>
              </a:ext>
            </a:extLst>
          </p:cNvPr>
          <p:cNvSpPr>
            <a:spLocks noGrp="1"/>
          </p:cNvSpPr>
          <p:nvPr/>
        </p:nvSpPr>
        <p:spPr>
          <a:xfrm>
            <a:off x="175818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9" name="F2_precision_recall_distributions_7343">
            <a:extLst>
              <a:ext uri="{FF2B5EF4-FFF2-40B4-BE49-F238E27FC236}">
                <a16:creationId xmlns:a16="http://schemas.microsoft.com/office/drawing/2014/main" id="{AA3ED70E-22DD-4485-8AB5-FD35DEEBAA92}"/>
              </a:ext>
            </a:extLst>
          </p:cNvPr>
          <p:cNvSpPr>
            <a:spLocks noGrp="1"/>
          </p:cNvSpPr>
          <p:nvPr/>
        </p:nvSpPr>
        <p:spPr>
          <a:xfrm>
            <a:off x="1658439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0" name="F2_precision_recall_distributions_7344">
            <a:extLst>
              <a:ext uri="{FF2B5EF4-FFF2-40B4-BE49-F238E27FC236}">
                <a16:creationId xmlns:a16="http://schemas.microsoft.com/office/drawing/2014/main" id="{5F93B97F-2C3A-4CA1-B897-E370F68D829E}"/>
              </a:ext>
            </a:extLst>
          </p:cNvPr>
          <p:cNvSpPr>
            <a:spLocks noGrp="1"/>
          </p:cNvSpPr>
          <p:nvPr/>
        </p:nvSpPr>
        <p:spPr>
          <a:xfrm>
            <a:off x="194242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1" name="F2_precision_recall_distributions_7345">
            <a:extLst>
              <a:ext uri="{FF2B5EF4-FFF2-40B4-BE49-F238E27FC236}">
                <a16:creationId xmlns:a16="http://schemas.microsoft.com/office/drawing/2014/main" id="{6F9ED80A-6D5C-4BE0-A97E-09970E0C1DF2}"/>
              </a:ext>
            </a:extLst>
          </p:cNvPr>
          <p:cNvSpPr>
            <a:spLocks noGrp="1"/>
          </p:cNvSpPr>
          <p:nvPr/>
        </p:nvSpPr>
        <p:spPr>
          <a:xfrm>
            <a:off x="1986523" y="72209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2" name="F2_precision_recall_distributions_7346">
            <a:extLst>
              <a:ext uri="{FF2B5EF4-FFF2-40B4-BE49-F238E27FC236}">
                <a16:creationId xmlns:a16="http://schemas.microsoft.com/office/drawing/2014/main" id="{E43D45C2-3EFF-4878-8FC6-B10C2CD05059}"/>
              </a:ext>
            </a:extLst>
          </p:cNvPr>
          <p:cNvSpPr>
            <a:spLocks noGrp="1"/>
          </p:cNvSpPr>
          <p:nvPr/>
        </p:nvSpPr>
        <p:spPr>
          <a:xfrm>
            <a:off x="166816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3" name="F2_precision_recall_distributions_7347">
            <a:extLst>
              <a:ext uri="{FF2B5EF4-FFF2-40B4-BE49-F238E27FC236}">
                <a16:creationId xmlns:a16="http://schemas.microsoft.com/office/drawing/2014/main" id="{CD78B553-0474-4064-BC61-3676784A494B}"/>
              </a:ext>
            </a:extLst>
          </p:cNvPr>
          <p:cNvSpPr>
            <a:spLocks noGrp="1"/>
          </p:cNvSpPr>
          <p:nvPr/>
        </p:nvSpPr>
        <p:spPr>
          <a:xfrm>
            <a:off x="1757872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4" name="F2_precision_recall_distributions_7348">
            <a:extLst>
              <a:ext uri="{FF2B5EF4-FFF2-40B4-BE49-F238E27FC236}">
                <a16:creationId xmlns:a16="http://schemas.microsoft.com/office/drawing/2014/main" id="{4C03C093-0C72-458B-882C-569135339F6F}"/>
              </a:ext>
            </a:extLst>
          </p:cNvPr>
          <p:cNvSpPr>
            <a:spLocks noGrp="1"/>
          </p:cNvSpPr>
          <p:nvPr/>
        </p:nvSpPr>
        <p:spPr>
          <a:xfrm>
            <a:off x="174521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5" name="F2_precision_recall_distributions_7349">
            <a:extLst>
              <a:ext uri="{FF2B5EF4-FFF2-40B4-BE49-F238E27FC236}">
                <a16:creationId xmlns:a16="http://schemas.microsoft.com/office/drawing/2014/main" id="{E6292E7A-AC1F-4623-8FFE-1E2F18D0CF02}"/>
              </a:ext>
            </a:extLst>
          </p:cNvPr>
          <p:cNvSpPr>
            <a:spLocks noGrp="1"/>
          </p:cNvSpPr>
          <p:nvPr/>
        </p:nvSpPr>
        <p:spPr>
          <a:xfrm>
            <a:off x="191674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6" name="F2_precision_recall_distributions_7350">
            <a:extLst>
              <a:ext uri="{FF2B5EF4-FFF2-40B4-BE49-F238E27FC236}">
                <a16:creationId xmlns:a16="http://schemas.microsoft.com/office/drawing/2014/main" id="{32697E85-CDD1-4D89-BBAF-6F5C128805CF}"/>
              </a:ext>
            </a:extLst>
          </p:cNvPr>
          <p:cNvSpPr>
            <a:spLocks noGrp="1"/>
          </p:cNvSpPr>
          <p:nvPr/>
        </p:nvSpPr>
        <p:spPr>
          <a:xfrm>
            <a:off x="188700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7" name="F2_precision_recall_distributions_7351">
            <a:extLst>
              <a:ext uri="{FF2B5EF4-FFF2-40B4-BE49-F238E27FC236}">
                <a16:creationId xmlns:a16="http://schemas.microsoft.com/office/drawing/2014/main" id="{476FA2D9-44CF-405A-88EA-19C3E2AA4439}"/>
              </a:ext>
            </a:extLst>
          </p:cNvPr>
          <p:cNvSpPr>
            <a:spLocks noGrp="1"/>
          </p:cNvSpPr>
          <p:nvPr/>
        </p:nvSpPr>
        <p:spPr>
          <a:xfrm>
            <a:off x="197043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8" name="F2_precision_recall_distributions_7352">
            <a:extLst>
              <a:ext uri="{FF2B5EF4-FFF2-40B4-BE49-F238E27FC236}">
                <a16:creationId xmlns:a16="http://schemas.microsoft.com/office/drawing/2014/main" id="{F0C730FE-C751-4A6C-BCFF-53447AD6E825}"/>
              </a:ext>
            </a:extLst>
          </p:cNvPr>
          <p:cNvSpPr>
            <a:spLocks noGrp="1"/>
          </p:cNvSpPr>
          <p:nvPr/>
        </p:nvSpPr>
        <p:spPr>
          <a:xfrm>
            <a:off x="1679738" y="74968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9" name="F2_precision_recall_distributions_7353">
            <a:extLst>
              <a:ext uri="{FF2B5EF4-FFF2-40B4-BE49-F238E27FC236}">
                <a16:creationId xmlns:a16="http://schemas.microsoft.com/office/drawing/2014/main" id="{AEDA3577-2EB8-4697-8113-6910A4888805}"/>
              </a:ext>
            </a:extLst>
          </p:cNvPr>
          <p:cNvSpPr>
            <a:spLocks noGrp="1"/>
          </p:cNvSpPr>
          <p:nvPr/>
        </p:nvSpPr>
        <p:spPr>
          <a:xfrm>
            <a:off x="1992716" y="77019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0" name="F2_precision_recall_distributions_7354">
            <a:extLst>
              <a:ext uri="{FF2B5EF4-FFF2-40B4-BE49-F238E27FC236}">
                <a16:creationId xmlns:a16="http://schemas.microsoft.com/office/drawing/2014/main" id="{A797458B-F827-49BE-A331-BE14BFDC01F8}"/>
              </a:ext>
            </a:extLst>
          </p:cNvPr>
          <p:cNvSpPr>
            <a:spLocks noGrp="1"/>
          </p:cNvSpPr>
          <p:nvPr/>
        </p:nvSpPr>
        <p:spPr>
          <a:xfrm>
            <a:off x="178746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1" name="F2_precision_recall_distributions_7355">
            <a:extLst>
              <a:ext uri="{FF2B5EF4-FFF2-40B4-BE49-F238E27FC236}">
                <a16:creationId xmlns:a16="http://schemas.microsoft.com/office/drawing/2014/main" id="{E6964FA4-9AC9-4F1B-9C30-F1A78AA0516F}"/>
              </a:ext>
            </a:extLst>
          </p:cNvPr>
          <p:cNvSpPr>
            <a:spLocks noGrp="1"/>
          </p:cNvSpPr>
          <p:nvPr/>
        </p:nvSpPr>
        <p:spPr>
          <a:xfrm>
            <a:off x="1969349" y="73300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2" name="F2_precision_recall_distributions_7356">
            <a:extLst>
              <a:ext uri="{FF2B5EF4-FFF2-40B4-BE49-F238E27FC236}">
                <a16:creationId xmlns:a16="http://schemas.microsoft.com/office/drawing/2014/main" id="{97DA5CA8-0956-40C2-993F-E340DBF394E3}"/>
              </a:ext>
            </a:extLst>
          </p:cNvPr>
          <p:cNvSpPr>
            <a:spLocks noGrp="1"/>
          </p:cNvSpPr>
          <p:nvPr/>
        </p:nvSpPr>
        <p:spPr>
          <a:xfrm>
            <a:off x="1794650" y="76810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3" name="F2_precision_recall_distributions_7357">
            <a:extLst>
              <a:ext uri="{FF2B5EF4-FFF2-40B4-BE49-F238E27FC236}">
                <a16:creationId xmlns:a16="http://schemas.microsoft.com/office/drawing/2014/main" id="{EDCA8165-C305-42D7-B5A7-BEDC7913415B}"/>
              </a:ext>
            </a:extLst>
          </p:cNvPr>
          <p:cNvSpPr>
            <a:spLocks noGrp="1"/>
          </p:cNvSpPr>
          <p:nvPr/>
        </p:nvSpPr>
        <p:spPr>
          <a:xfrm>
            <a:off x="167726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4" name="F2_precision_recall_distributions_7358">
            <a:extLst>
              <a:ext uri="{FF2B5EF4-FFF2-40B4-BE49-F238E27FC236}">
                <a16:creationId xmlns:a16="http://schemas.microsoft.com/office/drawing/2014/main" id="{1DFEC898-95C5-45C0-8E21-0EEDFA4BFFBF}"/>
              </a:ext>
            </a:extLst>
          </p:cNvPr>
          <p:cNvSpPr>
            <a:spLocks noGrp="1"/>
          </p:cNvSpPr>
          <p:nvPr/>
        </p:nvSpPr>
        <p:spPr>
          <a:xfrm>
            <a:off x="1712056" y="7475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5" name="F2_precision_recall_distributions_7359">
            <a:extLst>
              <a:ext uri="{FF2B5EF4-FFF2-40B4-BE49-F238E27FC236}">
                <a16:creationId xmlns:a16="http://schemas.microsoft.com/office/drawing/2014/main" id="{55146ADB-6E64-433F-A298-FBE2A1C0E8CF}"/>
              </a:ext>
            </a:extLst>
          </p:cNvPr>
          <p:cNvSpPr>
            <a:spLocks noGrp="1"/>
          </p:cNvSpPr>
          <p:nvPr/>
        </p:nvSpPr>
        <p:spPr>
          <a:xfrm>
            <a:off x="201168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6" name="F2_precision_recall_distributions_7360">
            <a:extLst>
              <a:ext uri="{FF2B5EF4-FFF2-40B4-BE49-F238E27FC236}">
                <a16:creationId xmlns:a16="http://schemas.microsoft.com/office/drawing/2014/main" id="{591092B1-B116-4016-A2E7-5DF7A428B9D3}"/>
              </a:ext>
            </a:extLst>
          </p:cNvPr>
          <p:cNvSpPr>
            <a:spLocks noGrp="1"/>
          </p:cNvSpPr>
          <p:nvPr/>
        </p:nvSpPr>
        <p:spPr>
          <a:xfrm>
            <a:off x="180430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7" name="F2_precision_recall_distributions_7361">
            <a:extLst>
              <a:ext uri="{FF2B5EF4-FFF2-40B4-BE49-F238E27FC236}">
                <a16:creationId xmlns:a16="http://schemas.microsoft.com/office/drawing/2014/main" id="{E6C2F71C-7DC2-4A3E-AE5A-1F93C8847057}"/>
              </a:ext>
            </a:extLst>
          </p:cNvPr>
          <p:cNvSpPr>
            <a:spLocks noGrp="1"/>
          </p:cNvSpPr>
          <p:nvPr/>
        </p:nvSpPr>
        <p:spPr>
          <a:xfrm>
            <a:off x="178301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8" name="F2_precision_recall_distributions_7362">
            <a:extLst>
              <a:ext uri="{FF2B5EF4-FFF2-40B4-BE49-F238E27FC236}">
                <a16:creationId xmlns:a16="http://schemas.microsoft.com/office/drawing/2014/main" id="{A644DBFB-9FF6-4B3C-864D-52B9E09CECA7}"/>
              </a:ext>
            </a:extLst>
          </p:cNvPr>
          <p:cNvSpPr>
            <a:spLocks noGrp="1"/>
          </p:cNvSpPr>
          <p:nvPr/>
        </p:nvSpPr>
        <p:spPr>
          <a:xfrm>
            <a:off x="2018375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9" name="F2_precision_recall_distributions_7363">
            <a:extLst>
              <a:ext uri="{FF2B5EF4-FFF2-40B4-BE49-F238E27FC236}">
                <a16:creationId xmlns:a16="http://schemas.microsoft.com/office/drawing/2014/main" id="{5F5A7CDE-659A-4DC4-94DB-D2FFB96586BD}"/>
              </a:ext>
            </a:extLst>
          </p:cNvPr>
          <p:cNvSpPr>
            <a:spLocks noGrp="1"/>
          </p:cNvSpPr>
          <p:nvPr/>
        </p:nvSpPr>
        <p:spPr>
          <a:xfrm>
            <a:off x="196366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0" name="F2_precision_recall_distributions_7364">
            <a:extLst>
              <a:ext uri="{FF2B5EF4-FFF2-40B4-BE49-F238E27FC236}">
                <a16:creationId xmlns:a16="http://schemas.microsoft.com/office/drawing/2014/main" id="{9EA46B1D-C176-46F9-903A-497778265B72}"/>
              </a:ext>
            </a:extLst>
          </p:cNvPr>
          <p:cNvSpPr>
            <a:spLocks noGrp="1"/>
          </p:cNvSpPr>
          <p:nvPr/>
        </p:nvSpPr>
        <p:spPr>
          <a:xfrm>
            <a:off x="200736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1" name="F2_precision_recall_distributions_7365">
            <a:extLst>
              <a:ext uri="{FF2B5EF4-FFF2-40B4-BE49-F238E27FC236}">
                <a16:creationId xmlns:a16="http://schemas.microsoft.com/office/drawing/2014/main" id="{C2AC92AA-46F6-418D-82EB-C66B467CA2E9}"/>
              </a:ext>
            </a:extLst>
          </p:cNvPr>
          <p:cNvSpPr>
            <a:spLocks noGrp="1"/>
          </p:cNvSpPr>
          <p:nvPr/>
        </p:nvSpPr>
        <p:spPr>
          <a:xfrm>
            <a:off x="196790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2" name="F2_precision_recall_distributions_7366">
            <a:extLst>
              <a:ext uri="{FF2B5EF4-FFF2-40B4-BE49-F238E27FC236}">
                <a16:creationId xmlns:a16="http://schemas.microsoft.com/office/drawing/2014/main" id="{FCBEA0B7-50C5-4C3D-A53F-5C97D80B3DA3}"/>
              </a:ext>
            </a:extLst>
          </p:cNvPr>
          <p:cNvSpPr>
            <a:spLocks noGrp="1"/>
          </p:cNvSpPr>
          <p:nvPr/>
        </p:nvSpPr>
        <p:spPr>
          <a:xfrm>
            <a:off x="1782023" y="71254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3" name="F2_precision_recall_distributions_7367">
            <a:extLst>
              <a:ext uri="{FF2B5EF4-FFF2-40B4-BE49-F238E27FC236}">
                <a16:creationId xmlns:a16="http://schemas.microsoft.com/office/drawing/2014/main" id="{70AA4F02-C503-4EA9-99E2-6BA1B4FCA4B1}"/>
              </a:ext>
            </a:extLst>
          </p:cNvPr>
          <p:cNvSpPr>
            <a:spLocks noGrp="1"/>
          </p:cNvSpPr>
          <p:nvPr/>
        </p:nvSpPr>
        <p:spPr>
          <a:xfrm>
            <a:off x="184609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4" name="F2_precision_recall_distributions_7368">
            <a:extLst>
              <a:ext uri="{FF2B5EF4-FFF2-40B4-BE49-F238E27FC236}">
                <a16:creationId xmlns:a16="http://schemas.microsoft.com/office/drawing/2014/main" id="{D843520F-82FD-42A5-92B9-117812E5D344}"/>
              </a:ext>
            </a:extLst>
          </p:cNvPr>
          <p:cNvSpPr>
            <a:spLocks noGrp="1"/>
          </p:cNvSpPr>
          <p:nvPr/>
        </p:nvSpPr>
        <p:spPr>
          <a:xfrm>
            <a:off x="1735204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5" name="F2_precision_recall_distributions_7369">
            <a:extLst>
              <a:ext uri="{FF2B5EF4-FFF2-40B4-BE49-F238E27FC236}">
                <a16:creationId xmlns:a16="http://schemas.microsoft.com/office/drawing/2014/main" id="{EE787BA4-C5E0-413A-802B-517B8479DC05}"/>
              </a:ext>
            </a:extLst>
          </p:cNvPr>
          <p:cNvSpPr>
            <a:spLocks noGrp="1"/>
          </p:cNvSpPr>
          <p:nvPr/>
        </p:nvSpPr>
        <p:spPr>
          <a:xfrm>
            <a:off x="1884282" y="7475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6" name="F2_precision_recall_distributions_7370">
            <a:extLst>
              <a:ext uri="{FF2B5EF4-FFF2-40B4-BE49-F238E27FC236}">
                <a16:creationId xmlns:a16="http://schemas.microsoft.com/office/drawing/2014/main" id="{74CBD1CA-9846-4209-A419-CBF93F5625D5}"/>
              </a:ext>
            </a:extLst>
          </p:cNvPr>
          <p:cNvSpPr>
            <a:spLocks noGrp="1"/>
          </p:cNvSpPr>
          <p:nvPr/>
        </p:nvSpPr>
        <p:spPr>
          <a:xfrm>
            <a:off x="167901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7" name="F2_precision_recall_distributions_7371">
            <a:extLst>
              <a:ext uri="{FF2B5EF4-FFF2-40B4-BE49-F238E27FC236}">
                <a16:creationId xmlns:a16="http://schemas.microsoft.com/office/drawing/2014/main" id="{F8915B17-A5F3-4002-B882-F2E048C95DE0}"/>
              </a:ext>
            </a:extLst>
          </p:cNvPr>
          <p:cNvSpPr>
            <a:spLocks noGrp="1"/>
          </p:cNvSpPr>
          <p:nvPr/>
        </p:nvSpPr>
        <p:spPr>
          <a:xfrm>
            <a:off x="178380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8" name="F2_precision_recall_distributions_7372">
            <a:extLst>
              <a:ext uri="{FF2B5EF4-FFF2-40B4-BE49-F238E27FC236}">
                <a16:creationId xmlns:a16="http://schemas.microsoft.com/office/drawing/2014/main" id="{9E674B4F-AB83-454F-90E7-3AFA40EE17A8}"/>
              </a:ext>
            </a:extLst>
          </p:cNvPr>
          <p:cNvSpPr>
            <a:spLocks noGrp="1"/>
          </p:cNvSpPr>
          <p:nvPr/>
        </p:nvSpPr>
        <p:spPr>
          <a:xfrm>
            <a:off x="182144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9" name="F2_precision_recall_distributions_7373">
            <a:extLst>
              <a:ext uri="{FF2B5EF4-FFF2-40B4-BE49-F238E27FC236}">
                <a16:creationId xmlns:a16="http://schemas.microsoft.com/office/drawing/2014/main" id="{11A80605-A466-4446-A647-750658F01FEC}"/>
              </a:ext>
            </a:extLst>
          </p:cNvPr>
          <p:cNvSpPr>
            <a:spLocks noGrp="1"/>
          </p:cNvSpPr>
          <p:nvPr/>
        </p:nvSpPr>
        <p:spPr>
          <a:xfrm>
            <a:off x="171877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0" name="F2_precision_recall_distributions_7374">
            <a:extLst>
              <a:ext uri="{FF2B5EF4-FFF2-40B4-BE49-F238E27FC236}">
                <a16:creationId xmlns:a16="http://schemas.microsoft.com/office/drawing/2014/main" id="{CFCCBFC8-E289-4F1E-BC29-A2A8965E45BA}"/>
              </a:ext>
            </a:extLst>
          </p:cNvPr>
          <p:cNvSpPr>
            <a:spLocks noGrp="1"/>
          </p:cNvSpPr>
          <p:nvPr/>
        </p:nvSpPr>
        <p:spPr>
          <a:xfrm>
            <a:off x="191923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1" name="F2_precision_recall_distributions_7375">
            <a:extLst>
              <a:ext uri="{FF2B5EF4-FFF2-40B4-BE49-F238E27FC236}">
                <a16:creationId xmlns:a16="http://schemas.microsoft.com/office/drawing/2014/main" id="{B22BEF8C-91E2-4F8A-9EA0-FF4608BC0294}"/>
              </a:ext>
            </a:extLst>
          </p:cNvPr>
          <p:cNvSpPr>
            <a:spLocks noGrp="1"/>
          </p:cNvSpPr>
          <p:nvPr/>
        </p:nvSpPr>
        <p:spPr>
          <a:xfrm>
            <a:off x="171282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2" name="F2_precision_recall_distributions_7376">
            <a:extLst>
              <a:ext uri="{FF2B5EF4-FFF2-40B4-BE49-F238E27FC236}">
                <a16:creationId xmlns:a16="http://schemas.microsoft.com/office/drawing/2014/main" id="{6F827ADE-3689-4B0F-9C45-6429718409BA}"/>
              </a:ext>
            </a:extLst>
          </p:cNvPr>
          <p:cNvSpPr>
            <a:spLocks noGrp="1"/>
          </p:cNvSpPr>
          <p:nvPr/>
        </p:nvSpPr>
        <p:spPr>
          <a:xfrm>
            <a:off x="196664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3" name="F2_precision_recall_distributions_7377">
            <a:extLst>
              <a:ext uri="{FF2B5EF4-FFF2-40B4-BE49-F238E27FC236}">
                <a16:creationId xmlns:a16="http://schemas.microsoft.com/office/drawing/2014/main" id="{9BA0C4AD-502E-476F-B410-11D0EEE617B0}"/>
              </a:ext>
            </a:extLst>
          </p:cNvPr>
          <p:cNvSpPr>
            <a:spLocks noGrp="1"/>
          </p:cNvSpPr>
          <p:nvPr/>
        </p:nvSpPr>
        <p:spPr>
          <a:xfrm>
            <a:off x="1723442" y="73521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4" name="F2_precision_recall_distributions_7378">
            <a:extLst>
              <a:ext uri="{FF2B5EF4-FFF2-40B4-BE49-F238E27FC236}">
                <a16:creationId xmlns:a16="http://schemas.microsoft.com/office/drawing/2014/main" id="{A0DFB16F-2E81-4770-9763-E997937DAE04}"/>
              </a:ext>
            </a:extLst>
          </p:cNvPr>
          <p:cNvSpPr>
            <a:spLocks noGrp="1"/>
          </p:cNvSpPr>
          <p:nvPr/>
        </p:nvSpPr>
        <p:spPr>
          <a:xfrm>
            <a:off x="176792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5" name="F2_precision_recall_distributions_7379">
            <a:extLst>
              <a:ext uri="{FF2B5EF4-FFF2-40B4-BE49-F238E27FC236}">
                <a16:creationId xmlns:a16="http://schemas.microsoft.com/office/drawing/2014/main" id="{AC10DB49-4710-4AB8-8FE7-2CD65DB87364}"/>
              </a:ext>
            </a:extLst>
          </p:cNvPr>
          <p:cNvSpPr>
            <a:spLocks noGrp="1"/>
          </p:cNvSpPr>
          <p:nvPr/>
        </p:nvSpPr>
        <p:spPr>
          <a:xfrm>
            <a:off x="191860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6" name="F2_precision_recall_distributions_7380">
            <a:extLst>
              <a:ext uri="{FF2B5EF4-FFF2-40B4-BE49-F238E27FC236}">
                <a16:creationId xmlns:a16="http://schemas.microsoft.com/office/drawing/2014/main" id="{03BC66CA-0CC4-4C28-80C7-33B7501ED071}"/>
              </a:ext>
            </a:extLst>
          </p:cNvPr>
          <p:cNvSpPr>
            <a:spLocks noGrp="1"/>
          </p:cNvSpPr>
          <p:nvPr/>
        </p:nvSpPr>
        <p:spPr>
          <a:xfrm>
            <a:off x="186950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7" name="F2_precision_recall_distributions_7381">
            <a:extLst>
              <a:ext uri="{FF2B5EF4-FFF2-40B4-BE49-F238E27FC236}">
                <a16:creationId xmlns:a16="http://schemas.microsoft.com/office/drawing/2014/main" id="{527D10E8-88F6-45E9-99B7-81DC0E6BB6B6}"/>
              </a:ext>
            </a:extLst>
          </p:cNvPr>
          <p:cNvSpPr>
            <a:spLocks noGrp="1"/>
          </p:cNvSpPr>
          <p:nvPr/>
        </p:nvSpPr>
        <p:spPr>
          <a:xfrm>
            <a:off x="194824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8" name="F2_precision_recall_distributions_7382">
            <a:extLst>
              <a:ext uri="{FF2B5EF4-FFF2-40B4-BE49-F238E27FC236}">
                <a16:creationId xmlns:a16="http://schemas.microsoft.com/office/drawing/2014/main" id="{864201A6-1824-40AA-8987-64E756D19436}"/>
              </a:ext>
            </a:extLst>
          </p:cNvPr>
          <p:cNvSpPr>
            <a:spLocks noGrp="1"/>
          </p:cNvSpPr>
          <p:nvPr/>
        </p:nvSpPr>
        <p:spPr>
          <a:xfrm>
            <a:off x="202328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9" name="F2_precision_recall_distributions_7383">
            <a:extLst>
              <a:ext uri="{FF2B5EF4-FFF2-40B4-BE49-F238E27FC236}">
                <a16:creationId xmlns:a16="http://schemas.microsoft.com/office/drawing/2014/main" id="{4BC4DB11-A3A4-4FF5-AA76-0F6C53DE329F}"/>
              </a:ext>
            </a:extLst>
          </p:cNvPr>
          <p:cNvSpPr>
            <a:spLocks noGrp="1"/>
          </p:cNvSpPr>
          <p:nvPr/>
        </p:nvSpPr>
        <p:spPr>
          <a:xfrm>
            <a:off x="1894403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0" name="F2_precision_recall_distributions_7384">
            <a:extLst>
              <a:ext uri="{FF2B5EF4-FFF2-40B4-BE49-F238E27FC236}">
                <a16:creationId xmlns:a16="http://schemas.microsoft.com/office/drawing/2014/main" id="{282C4D1A-76BD-424A-A315-D9FE87F6A9BB}"/>
              </a:ext>
            </a:extLst>
          </p:cNvPr>
          <p:cNvSpPr>
            <a:spLocks noGrp="1"/>
          </p:cNvSpPr>
          <p:nvPr/>
        </p:nvSpPr>
        <p:spPr>
          <a:xfrm>
            <a:off x="201873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1" name="F2_precision_recall_distributions_7385">
            <a:extLst>
              <a:ext uri="{FF2B5EF4-FFF2-40B4-BE49-F238E27FC236}">
                <a16:creationId xmlns:a16="http://schemas.microsoft.com/office/drawing/2014/main" id="{4B182046-2C4F-450B-9DB7-9099077A5719}"/>
              </a:ext>
            </a:extLst>
          </p:cNvPr>
          <p:cNvSpPr>
            <a:spLocks noGrp="1"/>
          </p:cNvSpPr>
          <p:nvPr/>
        </p:nvSpPr>
        <p:spPr>
          <a:xfrm>
            <a:off x="171368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2" name="F2_precision_recall_distributions_7386">
            <a:extLst>
              <a:ext uri="{FF2B5EF4-FFF2-40B4-BE49-F238E27FC236}">
                <a16:creationId xmlns:a16="http://schemas.microsoft.com/office/drawing/2014/main" id="{8E3AFF74-266F-4DE7-BDA5-10EDF81559FA}"/>
              </a:ext>
            </a:extLst>
          </p:cNvPr>
          <p:cNvSpPr>
            <a:spLocks noGrp="1"/>
          </p:cNvSpPr>
          <p:nvPr/>
        </p:nvSpPr>
        <p:spPr>
          <a:xfrm>
            <a:off x="1825712" y="72641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3" name="F2_precision_recall_distributions_7387">
            <a:extLst>
              <a:ext uri="{FF2B5EF4-FFF2-40B4-BE49-F238E27FC236}">
                <a16:creationId xmlns:a16="http://schemas.microsoft.com/office/drawing/2014/main" id="{2B64961B-E18A-4E26-872E-8D1EC88E10A9}"/>
              </a:ext>
            </a:extLst>
          </p:cNvPr>
          <p:cNvSpPr>
            <a:spLocks noGrp="1"/>
          </p:cNvSpPr>
          <p:nvPr/>
        </p:nvSpPr>
        <p:spPr>
          <a:xfrm>
            <a:off x="1857314" y="72088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4" name="F2_precision_recall_distributions_7388">
            <a:extLst>
              <a:ext uri="{FF2B5EF4-FFF2-40B4-BE49-F238E27FC236}">
                <a16:creationId xmlns:a16="http://schemas.microsoft.com/office/drawing/2014/main" id="{8324618F-3B1C-4ED8-91AF-5B4F57A289C2}"/>
              </a:ext>
            </a:extLst>
          </p:cNvPr>
          <p:cNvSpPr>
            <a:spLocks noGrp="1"/>
          </p:cNvSpPr>
          <p:nvPr/>
        </p:nvSpPr>
        <p:spPr>
          <a:xfrm>
            <a:off x="179282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5" name="F2_precision_recall_distributions_7389">
            <a:extLst>
              <a:ext uri="{FF2B5EF4-FFF2-40B4-BE49-F238E27FC236}">
                <a16:creationId xmlns:a16="http://schemas.microsoft.com/office/drawing/2014/main" id="{D7A8EF54-41CB-42E0-A508-9E3F8ED1DD37}"/>
              </a:ext>
            </a:extLst>
          </p:cNvPr>
          <p:cNvSpPr>
            <a:spLocks noGrp="1"/>
          </p:cNvSpPr>
          <p:nvPr/>
        </p:nvSpPr>
        <p:spPr>
          <a:xfrm>
            <a:off x="167558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6" name="F2_precision_recall_distributions_7390">
            <a:extLst>
              <a:ext uri="{FF2B5EF4-FFF2-40B4-BE49-F238E27FC236}">
                <a16:creationId xmlns:a16="http://schemas.microsoft.com/office/drawing/2014/main" id="{AD6335F7-AAB0-4F9C-9AF1-2E1061604A45}"/>
              </a:ext>
            </a:extLst>
          </p:cNvPr>
          <p:cNvSpPr>
            <a:spLocks noGrp="1"/>
          </p:cNvSpPr>
          <p:nvPr/>
        </p:nvSpPr>
        <p:spPr>
          <a:xfrm>
            <a:off x="1841599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7" name="F2_precision_recall_distributions_7391">
            <a:extLst>
              <a:ext uri="{FF2B5EF4-FFF2-40B4-BE49-F238E27FC236}">
                <a16:creationId xmlns:a16="http://schemas.microsoft.com/office/drawing/2014/main" id="{53FD6C0D-7F29-4030-9D57-70C8876D197B}"/>
              </a:ext>
            </a:extLst>
          </p:cNvPr>
          <p:cNvSpPr>
            <a:spLocks noGrp="1"/>
          </p:cNvSpPr>
          <p:nvPr/>
        </p:nvSpPr>
        <p:spPr>
          <a:xfrm>
            <a:off x="191128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8" name="F2_precision_recall_distributions_7392">
            <a:extLst>
              <a:ext uri="{FF2B5EF4-FFF2-40B4-BE49-F238E27FC236}">
                <a16:creationId xmlns:a16="http://schemas.microsoft.com/office/drawing/2014/main" id="{EBF5B191-F297-4867-BAD6-C1687FB0127B}"/>
              </a:ext>
            </a:extLst>
          </p:cNvPr>
          <p:cNvSpPr>
            <a:spLocks noGrp="1"/>
          </p:cNvSpPr>
          <p:nvPr/>
        </p:nvSpPr>
        <p:spPr>
          <a:xfrm>
            <a:off x="1978777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9" name="F2_precision_recall_distributions_7393">
            <a:extLst>
              <a:ext uri="{FF2B5EF4-FFF2-40B4-BE49-F238E27FC236}">
                <a16:creationId xmlns:a16="http://schemas.microsoft.com/office/drawing/2014/main" id="{84F105C7-64B4-462A-B51A-772B91B5BE0D}"/>
              </a:ext>
            </a:extLst>
          </p:cNvPr>
          <p:cNvSpPr>
            <a:spLocks noGrp="1"/>
          </p:cNvSpPr>
          <p:nvPr/>
        </p:nvSpPr>
        <p:spPr>
          <a:xfrm>
            <a:off x="175858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0" name="F2_precision_recall_distributions_7394">
            <a:extLst>
              <a:ext uri="{FF2B5EF4-FFF2-40B4-BE49-F238E27FC236}">
                <a16:creationId xmlns:a16="http://schemas.microsoft.com/office/drawing/2014/main" id="{9F881E86-084E-4A75-8932-FEC70528E7C5}"/>
              </a:ext>
            </a:extLst>
          </p:cNvPr>
          <p:cNvSpPr>
            <a:spLocks noGrp="1"/>
          </p:cNvSpPr>
          <p:nvPr/>
        </p:nvSpPr>
        <p:spPr>
          <a:xfrm>
            <a:off x="1890189" y="72315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1" name="F2_precision_recall_distributions_7395">
            <a:extLst>
              <a:ext uri="{FF2B5EF4-FFF2-40B4-BE49-F238E27FC236}">
                <a16:creationId xmlns:a16="http://schemas.microsoft.com/office/drawing/2014/main" id="{0FC38AD6-F8A7-418A-8DD9-43C420ADCB51}"/>
              </a:ext>
            </a:extLst>
          </p:cNvPr>
          <p:cNvSpPr>
            <a:spLocks noGrp="1"/>
          </p:cNvSpPr>
          <p:nvPr/>
        </p:nvSpPr>
        <p:spPr>
          <a:xfrm>
            <a:off x="1846207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2" name="F2_precision_recall_distributions_7396">
            <a:extLst>
              <a:ext uri="{FF2B5EF4-FFF2-40B4-BE49-F238E27FC236}">
                <a16:creationId xmlns:a16="http://schemas.microsoft.com/office/drawing/2014/main" id="{D41C86C0-A7EB-4CDB-A5B4-E95373C9BA78}"/>
              </a:ext>
            </a:extLst>
          </p:cNvPr>
          <p:cNvSpPr>
            <a:spLocks noGrp="1"/>
          </p:cNvSpPr>
          <p:nvPr/>
        </p:nvSpPr>
        <p:spPr>
          <a:xfrm>
            <a:off x="200671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3" name="F2_precision_recall_distributions_7397">
            <a:extLst>
              <a:ext uri="{FF2B5EF4-FFF2-40B4-BE49-F238E27FC236}">
                <a16:creationId xmlns:a16="http://schemas.microsoft.com/office/drawing/2014/main" id="{4432BE9E-5F4F-411B-965A-56F6037D2D0B}"/>
              </a:ext>
            </a:extLst>
          </p:cNvPr>
          <p:cNvSpPr>
            <a:spLocks noGrp="1"/>
          </p:cNvSpPr>
          <p:nvPr/>
        </p:nvSpPr>
        <p:spPr>
          <a:xfrm>
            <a:off x="165612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4" name="F2_precision_recall_distributions_7398">
            <a:extLst>
              <a:ext uri="{FF2B5EF4-FFF2-40B4-BE49-F238E27FC236}">
                <a16:creationId xmlns:a16="http://schemas.microsoft.com/office/drawing/2014/main" id="{5B5DB25A-DBB6-4C7B-A201-15315F7CF1A8}"/>
              </a:ext>
            </a:extLst>
          </p:cNvPr>
          <p:cNvSpPr>
            <a:spLocks noGrp="1"/>
          </p:cNvSpPr>
          <p:nvPr/>
        </p:nvSpPr>
        <p:spPr>
          <a:xfrm>
            <a:off x="197613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5" name="F2_precision_recall_distributions_7399">
            <a:extLst>
              <a:ext uri="{FF2B5EF4-FFF2-40B4-BE49-F238E27FC236}">
                <a16:creationId xmlns:a16="http://schemas.microsoft.com/office/drawing/2014/main" id="{3EF63A15-E3EB-4596-A053-4E89D55DD7EC}"/>
              </a:ext>
            </a:extLst>
          </p:cNvPr>
          <p:cNvSpPr>
            <a:spLocks noGrp="1"/>
          </p:cNvSpPr>
          <p:nvPr/>
        </p:nvSpPr>
        <p:spPr>
          <a:xfrm>
            <a:off x="197553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6" name="F2_precision_recall_distributions_7400">
            <a:extLst>
              <a:ext uri="{FF2B5EF4-FFF2-40B4-BE49-F238E27FC236}">
                <a16:creationId xmlns:a16="http://schemas.microsoft.com/office/drawing/2014/main" id="{B97401AC-9746-4707-84A4-12F16E72CFE4}"/>
              </a:ext>
            </a:extLst>
          </p:cNvPr>
          <p:cNvSpPr>
            <a:spLocks noGrp="1"/>
          </p:cNvSpPr>
          <p:nvPr/>
        </p:nvSpPr>
        <p:spPr>
          <a:xfrm>
            <a:off x="193390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7" name="F2_precision_recall_distributions_7401">
            <a:extLst>
              <a:ext uri="{FF2B5EF4-FFF2-40B4-BE49-F238E27FC236}">
                <a16:creationId xmlns:a16="http://schemas.microsoft.com/office/drawing/2014/main" id="{98C4E915-A626-4DEF-AD49-3E84FB509F77}"/>
              </a:ext>
            </a:extLst>
          </p:cNvPr>
          <p:cNvSpPr>
            <a:spLocks noGrp="1"/>
          </p:cNvSpPr>
          <p:nvPr/>
        </p:nvSpPr>
        <p:spPr>
          <a:xfrm>
            <a:off x="1855551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8" name="F2_precision_recall_distributions_7402">
            <a:extLst>
              <a:ext uri="{FF2B5EF4-FFF2-40B4-BE49-F238E27FC236}">
                <a16:creationId xmlns:a16="http://schemas.microsoft.com/office/drawing/2014/main" id="{2054C62C-A854-41C2-85E3-21CDAB84D95B}"/>
              </a:ext>
            </a:extLst>
          </p:cNvPr>
          <p:cNvSpPr>
            <a:spLocks noGrp="1"/>
          </p:cNvSpPr>
          <p:nvPr/>
        </p:nvSpPr>
        <p:spPr>
          <a:xfrm>
            <a:off x="177320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9" name="F2_precision_recall_distributions_7403">
            <a:extLst>
              <a:ext uri="{FF2B5EF4-FFF2-40B4-BE49-F238E27FC236}">
                <a16:creationId xmlns:a16="http://schemas.microsoft.com/office/drawing/2014/main" id="{B80B05FB-4F72-4E47-A188-E3B957D78915}"/>
              </a:ext>
            </a:extLst>
          </p:cNvPr>
          <p:cNvSpPr>
            <a:spLocks noGrp="1"/>
          </p:cNvSpPr>
          <p:nvPr/>
        </p:nvSpPr>
        <p:spPr>
          <a:xfrm>
            <a:off x="201608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0" name="F2_precision_recall_distributions_7404">
            <a:extLst>
              <a:ext uri="{FF2B5EF4-FFF2-40B4-BE49-F238E27FC236}">
                <a16:creationId xmlns:a16="http://schemas.microsoft.com/office/drawing/2014/main" id="{199FA02D-1972-490D-AE38-5F9B7204D533}"/>
              </a:ext>
            </a:extLst>
          </p:cNvPr>
          <p:cNvSpPr>
            <a:spLocks noGrp="1"/>
          </p:cNvSpPr>
          <p:nvPr/>
        </p:nvSpPr>
        <p:spPr>
          <a:xfrm>
            <a:off x="189054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1" name="F2_precision_recall_distributions_7405">
            <a:extLst>
              <a:ext uri="{FF2B5EF4-FFF2-40B4-BE49-F238E27FC236}">
                <a16:creationId xmlns:a16="http://schemas.microsoft.com/office/drawing/2014/main" id="{4263F01A-FB9A-4CEC-831C-C87C7AEC9D46}"/>
              </a:ext>
            </a:extLst>
          </p:cNvPr>
          <p:cNvSpPr>
            <a:spLocks noGrp="1"/>
          </p:cNvSpPr>
          <p:nvPr/>
        </p:nvSpPr>
        <p:spPr>
          <a:xfrm>
            <a:off x="173114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2" name="F2_precision_recall_distributions_7406">
            <a:extLst>
              <a:ext uri="{FF2B5EF4-FFF2-40B4-BE49-F238E27FC236}">
                <a16:creationId xmlns:a16="http://schemas.microsoft.com/office/drawing/2014/main" id="{B8561390-AF46-4C98-B3FF-FDB507D44935}"/>
              </a:ext>
            </a:extLst>
          </p:cNvPr>
          <p:cNvSpPr>
            <a:spLocks noGrp="1"/>
          </p:cNvSpPr>
          <p:nvPr/>
        </p:nvSpPr>
        <p:spPr>
          <a:xfrm>
            <a:off x="197555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3" name="F2_precision_recall_distributions_7407">
            <a:extLst>
              <a:ext uri="{FF2B5EF4-FFF2-40B4-BE49-F238E27FC236}">
                <a16:creationId xmlns:a16="http://schemas.microsoft.com/office/drawing/2014/main" id="{8CED2C8B-6E63-4FDD-A6F4-A0B74D88CBDB}"/>
              </a:ext>
            </a:extLst>
          </p:cNvPr>
          <p:cNvSpPr>
            <a:spLocks noGrp="1"/>
          </p:cNvSpPr>
          <p:nvPr/>
        </p:nvSpPr>
        <p:spPr>
          <a:xfrm>
            <a:off x="168616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4" name="F2_precision_recall_distributions_7408">
            <a:extLst>
              <a:ext uri="{FF2B5EF4-FFF2-40B4-BE49-F238E27FC236}">
                <a16:creationId xmlns:a16="http://schemas.microsoft.com/office/drawing/2014/main" id="{886789A2-39F2-4E0E-8E92-D4E47180116B}"/>
              </a:ext>
            </a:extLst>
          </p:cNvPr>
          <p:cNvSpPr>
            <a:spLocks noGrp="1"/>
          </p:cNvSpPr>
          <p:nvPr/>
        </p:nvSpPr>
        <p:spPr>
          <a:xfrm>
            <a:off x="1931661" y="72986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5" name="F2_precision_recall_distributions_7409">
            <a:extLst>
              <a:ext uri="{FF2B5EF4-FFF2-40B4-BE49-F238E27FC236}">
                <a16:creationId xmlns:a16="http://schemas.microsoft.com/office/drawing/2014/main" id="{7122C1C2-1B4F-4549-90EA-A723160DE54B}"/>
              </a:ext>
            </a:extLst>
          </p:cNvPr>
          <p:cNvSpPr>
            <a:spLocks noGrp="1"/>
          </p:cNvSpPr>
          <p:nvPr/>
        </p:nvSpPr>
        <p:spPr>
          <a:xfrm>
            <a:off x="200358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6" name="F2_precision_recall_distributions_7410">
            <a:extLst>
              <a:ext uri="{FF2B5EF4-FFF2-40B4-BE49-F238E27FC236}">
                <a16:creationId xmlns:a16="http://schemas.microsoft.com/office/drawing/2014/main" id="{2A1E918B-7202-455B-B8F5-920EA5DE4564}"/>
              </a:ext>
            </a:extLst>
          </p:cNvPr>
          <p:cNvSpPr>
            <a:spLocks noGrp="1"/>
          </p:cNvSpPr>
          <p:nvPr/>
        </p:nvSpPr>
        <p:spPr>
          <a:xfrm>
            <a:off x="1958796" y="74513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7" name="F2_precision_recall_distributions_7411">
            <a:extLst>
              <a:ext uri="{FF2B5EF4-FFF2-40B4-BE49-F238E27FC236}">
                <a16:creationId xmlns:a16="http://schemas.microsoft.com/office/drawing/2014/main" id="{AA897B2D-ACDA-4A0C-886C-8489B01B4BE2}"/>
              </a:ext>
            </a:extLst>
          </p:cNvPr>
          <p:cNvSpPr>
            <a:spLocks noGrp="1"/>
          </p:cNvSpPr>
          <p:nvPr/>
        </p:nvSpPr>
        <p:spPr>
          <a:xfrm>
            <a:off x="183661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8" name="F2_precision_recall_distributions_7412">
            <a:extLst>
              <a:ext uri="{FF2B5EF4-FFF2-40B4-BE49-F238E27FC236}">
                <a16:creationId xmlns:a16="http://schemas.microsoft.com/office/drawing/2014/main" id="{CE21E232-0972-4494-BED9-EF6D05BC4F04}"/>
              </a:ext>
            </a:extLst>
          </p:cNvPr>
          <p:cNvSpPr>
            <a:spLocks noGrp="1"/>
          </p:cNvSpPr>
          <p:nvPr/>
        </p:nvSpPr>
        <p:spPr>
          <a:xfrm>
            <a:off x="201260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9" name="F2_precision_recall_distributions_7413">
            <a:extLst>
              <a:ext uri="{FF2B5EF4-FFF2-40B4-BE49-F238E27FC236}">
                <a16:creationId xmlns:a16="http://schemas.microsoft.com/office/drawing/2014/main" id="{BDEF6B06-F988-4999-A27D-4FEED69EC29F}"/>
              </a:ext>
            </a:extLst>
          </p:cNvPr>
          <p:cNvSpPr>
            <a:spLocks noGrp="1"/>
          </p:cNvSpPr>
          <p:nvPr/>
        </p:nvSpPr>
        <p:spPr>
          <a:xfrm>
            <a:off x="189593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0" name="F2_precision_recall_distributions_7414">
            <a:extLst>
              <a:ext uri="{FF2B5EF4-FFF2-40B4-BE49-F238E27FC236}">
                <a16:creationId xmlns:a16="http://schemas.microsoft.com/office/drawing/2014/main" id="{A8232DCD-F82A-4B20-BCA4-F1FC2D8BD674}"/>
              </a:ext>
            </a:extLst>
          </p:cNvPr>
          <p:cNvSpPr>
            <a:spLocks noGrp="1"/>
          </p:cNvSpPr>
          <p:nvPr/>
        </p:nvSpPr>
        <p:spPr>
          <a:xfrm>
            <a:off x="171672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1" name="F2_precision_recall_distributions_7415">
            <a:extLst>
              <a:ext uri="{FF2B5EF4-FFF2-40B4-BE49-F238E27FC236}">
                <a16:creationId xmlns:a16="http://schemas.microsoft.com/office/drawing/2014/main" id="{B9E0AF98-D03A-4F1B-B3E9-C59858D26632}"/>
              </a:ext>
            </a:extLst>
          </p:cNvPr>
          <p:cNvSpPr>
            <a:spLocks noGrp="1"/>
          </p:cNvSpPr>
          <p:nvPr/>
        </p:nvSpPr>
        <p:spPr>
          <a:xfrm>
            <a:off x="192388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2" name="F2_precision_recall_distributions_7416">
            <a:extLst>
              <a:ext uri="{FF2B5EF4-FFF2-40B4-BE49-F238E27FC236}">
                <a16:creationId xmlns:a16="http://schemas.microsoft.com/office/drawing/2014/main" id="{04375E40-AC28-4B3D-B5AE-33E92D443669}"/>
              </a:ext>
            </a:extLst>
          </p:cNvPr>
          <p:cNvSpPr>
            <a:spLocks noGrp="1"/>
          </p:cNvSpPr>
          <p:nvPr/>
        </p:nvSpPr>
        <p:spPr>
          <a:xfrm>
            <a:off x="188435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3" name="F2_precision_recall_distributions_7417">
            <a:extLst>
              <a:ext uri="{FF2B5EF4-FFF2-40B4-BE49-F238E27FC236}">
                <a16:creationId xmlns:a16="http://schemas.microsoft.com/office/drawing/2014/main" id="{293FB2B9-EB55-401C-B3B6-DA4E33A4923B}"/>
              </a:ext>
            </a:extLst>
          </p:cNvPr>
          <p:cNvSpPr>
            <a:spLocks noGrp="1"/>
          </p:cNvSpPr>
          <p:nvPr/>
        </p:nvSpPr>
        <p:spPr>
          <a:xfrm>
            <a:off x="170290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4" name="F2_precision_recall_distributions_7418">
            <a:extLst>
              <a:ext uri="{FF2B5EF4-FFF2-40B4-BE49-F238E27FC236}">
                <a16:creationId xmlns:a16="http://schemas.microsoft.com/office/drawing/2014/main" id="{D53686C3-1EE5-4017-9B21-375AE56DD3A9}"/>
              </a:ext>
            </a:extLst>
          </p:cNvPr>
          <p:cNvSpPr>
            <a:spLocks noGrp="1"/>
          </p:cNvSpPr>
          <p:nvPr/>
        </p:nvSpPr>
        <p:spPr>
          <a:xfrm>
            <a:off x="1871706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5" name="F2_precision_recall_distributions_7419">
            <a:extLst>
              <a:ext uri="{FF2B5EF4-FFF2-40B4-BE49-F238E27FC236}">
                <a16:creationId xmlns:a16="http://schemas.microsoft.com/office/drawing/2014/main" id="{12C1AB89-AD35-4187-99B2-F0F1B29D7F63}"/>
              </a:ext>
            </a:extLst>
          </p:cNvPr>
          <p:cNvSpPr>
            <a:spLocks noGrp="1"/>
          </p:cNvSpPr>
          <p:nvPr/>
        </p:nvSpPr>
        <p:spPr>
          <a:xfrm>
            <a:off x="182131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6" name="F2_precision_recall_distributions_7420">
            <a:extLst>
              <a:ext uri="{FF2B5EF4-FFF2-40B4-BE49-F238E27FC236}">
                <a16:creationId xmlns:a16="http://schemas.microsoft.com/office/drawing/2014/main" id="{0B41ECF0-19B2-45CE-9C5D-D352F5D20C7F}"/>
              </a:ext>
            </a:extLst>
          </p:cNvPr>
          <p:cNvSpPr>
            <a:spLocks noGrp="1"/>
          </p:cNvSpPr>
          <p:nvPr/>
        </p:nvSpPr>
        <p:spPr>
          <a:xfrm>
            <a:off x="191265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7" name="F2_precision_recall_distributions_7421">
            <a:extLst>
              <a:ext uri="{FF2B5EF4-FFF2-40B4-BE49-F238E27FC236}">
                <a16:creationId xmlns:a16="http://schemas.microsoft.com/office/drawing/2014/main" id="{CDE37718-7623-47A8-B1D9-CF988BC1C7CD}"/>
              </a:ext>
            </a:extLst>
          </p:cNvPr>
          <p:cNvSpPr>
            <a:spLocks noGrp="1"/>
          </p:cNvSpPr>
          <p:nvPr/>
        </p:nvSpPr>
        <p:spPr>
          <a:xfrm>
            <a:off x="1823162" y="77379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8" name="F2_precision_recall_distributions_7422">
            <a:extLst>
              <a:ext uri="{FF2B5EF4-FFF2-40B4-BE49-F238E27FC236}">
                <a16:creationId xmlns:a16="http://schemas.microsoft.com/office/drawing/2014/main" id="{2E579719-B603-4373-8920-6F6B95A80333}"/>
              </a:ext>
            </a:extLst>
          </p:cNvPr>
          <p:cNvSpPr>
            <a:spLocks noGrp="1"/>
          </p:cNvSpPr>
          <p:nvPr/>
        </p:nvSpPr>
        <p:spPr>
          <a:xfrm>
            <a:off x="170378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9" name="F2_precision_recall_distributions_7423">
            <a:extLst>
              <a:ext uri="{FF2B5EF4-FFF2-40B4-BE49-F238E27FC236}">
                <a16:creationId xmlns:a16="http://schemas.microsoft.com/office/drawing/2014/main" id="{D45406E4-5E66-4436-91B5-0DC7FC2D064D}"/>
              </a:ext>
            </a:extLst>
          </p:cNvPr>
          <p:cNvSpPr>
            <a:spLocks noGrp="1"/>
          </p:cNvSpPr>
          <p:nvPr/>
        </p:nvSpPr>
        <p:spPr>
          <a:xfrm>
            <a:off x="1755356" y="713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0" name="F2_precision_recall_distributions_7424">
            <a:extLst>
              <a:ext uri="{FF2B5EF4-FFF2-40B4-BE49-F238E27FC236}">
                <a16:creationId xmlns:a16="http://schemas.microsoft.com/office/drawing/2014/main" id="{74031864-5FB3-488F-9445-85F53A0630A8}"/>
              </a:ext>
            </a:extLst>
          </p:cNvPr>
          <p:cNvSpPr>
            <a:spLocks noGrp="1"/>
          </p:cNvSpPr>
          <p:nvPr/>
        </p:nvSpPr>
        <p:spPr>
          <a:xfrm>
            <a:off x="198759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1" name="F2_precision_recall_distributions_7425">
            <a:extLst>
              <a:ext uri="{FF2B5EF4-FFF2-40B4-BE49-F238E27FC236}">
                <a16:creationId xmlns:a16="http://schemas.microsoft.com/office/drawing/2014/main" id="{81A6984E-0CEC-4997-AC30-F08308E90E5C}"/>
              </a:ext>
            </a:extLst>
          </p:cNvPr>
          <p:cNvSpPr>
            <a:spLocks noGrp="1"/>
          </p:cNvSpPr>
          <p:nvPr/>
        </p:nvSpPr>
        <p:spPr>
          <a:xfrm>
            <a:off x="166503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2" name="F2_precision_recall_distributions_7426">
            <a:extLst>
              <a:ext uri="{FF2B5EF4-FFF2-40B4-BE49-F238E27FC236}">
                <a16:creationId xmlns:a16="http://schemas.microsoft.com/office/drawing/2014/main" id="{083E835C-8CC6-413A-B51B-8B4090E65582}"/>
              </a:ext>
            </a:extLst>
          </p:cNvPr>
          <p:cNvSpPr>
            <a:spLocks noGrp="1"/>
          </p:cNvSpPr>
          <p:nvPr/>
        </p:nvSpPr>
        <p:spPr>
          <a:xfrm>
            <a:off x="1671971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3" name="F2_precision_recall_distributions_7427">
            <a:extLst>
              <a:ext uri="{FF2B5EF4-FFF2-40B4-BE49-F238E27FC236}">
                <a16:creationId xmlns:a16="http://schemas.microsoft.com/office/drawing/2014/main" id="{8BC5360F-798E-4D69-A706-114870A3B947}"/>
              </a:ext>
            </a:extLst>
          </p:cNvPr>
          <p:cNvSpPr>
            <a:spLocks noGrp="1"/>
          </p:cNvSpPr>
          <p:nvPr/>
        </p:nvSpPr>
        <p:spPr>
          <a:xfrm>
            <a:off x="1658760" y="7107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4" name="F2_precision_recall_distributions_7428">
            <a:extLst>
              <a:ext uri="{FF2B5EF4-FFF2-40B4-BE49-F238E27FC236}">
                <a16:creationId xmlns:a16="http://schemas.microsoft.com/office/drawing/2014/main" id="{F42BB9FF-EC3B-4193-A20A-218A72CB2A45}"/>
              </a:ext>
            </a:extLst>
          </p:cNvPr>
          <p:cNvSpPr>
            <a:spLocks noGrp="1"/>
          </p:cNvSpPr>
          <p:nvPr/>
        </p:nvSpPr>
        <p:spPr>
          <a:xfrm>
            <a:off x="181034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5" name="F2_precision_recall_distributions_7429">
            <a:extLst>
              <a:ext uri="{FF2B5EF4-FFF2-40B4-BE49-F238E27FC236}">
                <a16:creationId xmlns:a16="http://schemas.microsoft.com/office/drawing/2014/main" id="{FB221613-7672-4454-B3CC-F0C5DAECF975}"/>
              </a:ext>
            </a:extLst>
          </p:cNvPr>
          <p:cNvSpPr>
            <a:spLocks noGrp="1"/>
          </p:cNvSpPr>
          <p:nvPr/>
        </p:nvSpPr>
        <p:spPr>
          <a:xfrm>
            <a:off x="194770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6" name="F2_precision_recall_distributions_7430">
            <a:extLst>
              <a:ext uri="{FF2B5EF4-FFF2-40B4-BE49-F238E27FC236}">
                <a16:creationId xmlns:a16="http://schemas.microsoft.com/office/drawing/2014/main" id="{F8908F46-5688-4719-A08A-3E4E6E49E95D}"/>
              </a:ext>
            </a:extLst>
          </p:cNvPr>
          <p:cNvSpPr>
            <a:spLocks noGrp="1"/>
          </p:cNvSpPr>
          <p:nvPr/>
        </p:nvSpPr>
        <p:spPr>
          <a:xfrm>
            <a:off x="177217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7" name="F2_precision_recall_distributions_7431">
            <a:extLst>
              <a:ext uri="{FF2B5EF4-FFF2-40B4-BE49-F238E27FC236}">
                <a16:creationId xmlns:a16="http://schemas.microsoft.com/office/drawing/2014/main" id="{523DAD2E-0910-4BBD-927E-07EA0CDE5478}"/>
              </a:ext>
            </a:extLst>
          </p:cNvPr>
          <p:cNvSpPr>
            <a:spLocks noGrp="1"/>
          </p:cNvSpPr>
          <p:nvPr/>
        </p:nvSpPr>
        <p:spPr>
          <a:xfrm>
            <a:off x="168361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8" name="F2_precision_recall_distributions_7432">
            <a:extLst>
              <a:ext uri="{FF2B5EF4-FFF2-40B4-BE49-F238E27FC236}">
                <a16:creationId xmlns:a16="http://schemas.microsoft.com/office/drawing/2014/main" id="{4E415DDA-668C-4974-AE63-41A9836A2236}"/>
              </a:ext>
            </a:extLst>
          </p:cNvPr>
          <p:cNvSpPr>
            <a:spLocks noGrp="1"/>
          </p:cNvSpPr>
          <p:nvPr/>
        </p:nvSpPr>
        <p:spPr>
          <a:xfrm>
            <a:off x="1933216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9" name="F2_precision_recall_distributions_7433">
            <a:extLst>
              <a:ext uri="{FF2B5EF4-FFF2-40B4-BE49-F238E27FC236}">
                <a16:creationId xmlns:a16="http://schemas.microsoft.com/office/drawing/2014/main" id="{6A73EED2-6701-4296-BB7A-5C8A7B9AA9E8}"/>
              </a:ext>
            </a:extLst>
          </p:cNvPr>
          <p:cNvSpPr>
            <a:spLocks noGrp="1"/>
          </p:cNvSpPr>
          <p:nvPr/>
        </p:nvSpPr>
        <p:spPr>
          <a:xfrm>
            <a:off x="1883877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0" name="F2_precision_recall_distributions_7434">
            <a:extLst>
              <a:ext uri="{FF2B5EF4-FFF2-40B4-BE49-F238E27FC236}">
                <a16:creationId xmlns:a16="http://schemas.microsoft.com/office/drawing/2014/main" id="{EB4EAC09-36AD-4564-BB0F-2833F1FCE810}"/>
              </a:ext>
            </a:extLst>
          </p:cNvPr>
          <p:cNvSpPr>
            <a:spLocks noGrp="1"/>
          </p:cNvSpPr>
          <p:nvPr/>
        </p:nvSpPr>
        <p:spPr>
          <a:xfrm>
            <a:off x="181064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1" name="F2_precision_recall_distributions_7435">
            <a:extLst>
              <a:ext uri="{FF2B5EF4-FFF2-40B4-BE49-F238E27FC236}">
                <a16:creationId xmlns:a16="http://schemas.microsoft.com/office/drawing/2014/main" id="{E8C6F601-CAFA-47D1-B5E4-98FAEAF37574}"/>
              </a:ext>
            </a:extLst>
          </p:cNvPr>
          <p:cNvSpPr>
            <a:spLocks noGrp="1"/>
          </p:cNvSpPr>
          <p:nvPr/>
        </p:nvSpPr>
        <p:spPr>
          <a:xfrm>
            <a:off x="1930758" y="722748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2" name="F2_precision_recall_distributions_7436">
            <a:extLst>
              <a:ext uri="{FF2B5EF4-FFF2-40B4-BE49-F238E27FC236}">
                <a16:creationId xmlns:a16="http://schemas.microsoft.com/office/drawing/2014/main" id="{6B87A0F0-DB14-4965-9F67-4B446E34745F}"/>
              </a:ext>
            </a:extLst>
          </p:cNvPr>
          <p:cNvSpPr>
            <a:spLocks noGrp="1"/>
          </p:cNvSpPr>
          <p:nvPr/>
        </p:nvSpPr>
        <p:spPr>
          <a:xfrm>
            <a:off x="2012836" y="71896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3" name="F2_precision_recall_distributions_7437">
            <a:extLst>
              <a:ext uri="{FF2B5EF4-FFF2-40B4-BE49-F238E27FC236}">
                <a16:creationId xmlns:a16="http://schemas.microsoft.com/office/drawing/2014/main" id="{B1965159-B3D4-4DDA-977B-9FB6B9B935C9}"/>
              </a:ext>
            </a:extLst>
          </p:cNvPr>
          <p:cNvSpPr>
            <a:spLocks noGrp="1"/>
          </p:cNvSpPr>
          <p:nvPr/>
        </p:nvSpPr>
        <p:spPr>
          <a:xfrm>
            <a:off x="182914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4" name="F2_precision_recall_distributions_7438">
            <a:extLst>
              <a:ext uri="{FF2B5EF4-FFF2-40B4-BE49-F238E27FC236}">
                <a16:creationId xmlns:a16="http://schemas.microsoft.com/office/drawing/2014/main" id="{54A58763-CB99-4BD0-A55F-863A93147F02}"/>
              </a:ext>
            </a:extLst>
          </p:cNvPr>
          <p:cNvSpPr>
            <a:spLocks noGrp="1"/>
          </p:cNvSpPr>
          <p:nvPr/>
        </p:nvSpPr>
        <p:spPr>
          <a:xfrm>
            <a:off x="177656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5" name="F2_precision_recall_distributions_7439">
            <a:extLst>
              <a:ext uri="{FF2B5EF4-FFF2-40B4-BE49-F238E27FC236}">
                <a16:creationId xmlns:a16="http://schemas.microsoft.com/office/drawing/2014/main" id="{339D2355-51F2-4F14-AA3B-94E33D96477E}"/>
              </a:ext>
            </a:extLst>
          </p:cNvPr>
          <p:cNvSpPr>
            <a:spLocks noGrp="1"/>
          </p:cNvSpPr>
          <p:nvPr/>
        </p:nvSpPr>
        <p:spPr>
          <a:xfrm>
            <a:off x="176909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6" name="F2_precision_recall_distributions_7440">
            <a:extLst>
              <a:ext uri="{FF2B5EF4-FFF2-40B4-BE49-F238E27FC236}">
                <a16:creationId xmlns:a16="http://schemas.microsoft.com/office/drawing/2014/main" id="{FE63D394-7E91-425B-846E-EB8E11218DD8}"/>
              </a:ext>
            </a:extLst>
          </p:cNvPr>
          <p:cNvSpPr>
            <a:spLocks noGrp="1"/>
          </p:cNvSpPr>
          <p:nvPr/>
        </p:nvSpPr>
        <p:spPr>
          <a:xfrm>
            <a:off x="1733722" y="75836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7" name="F2_precision_recall_distributions_7441">
            <a:extLst>
              <a:ext uri="{FF2B5EF4-FFF2-40B4-BE49-F238E27FC236}">
                <a16:creationId xmlns:a16="http://schemas.microsoft.com/office/drawing/2014/main" id="{04BEDA92-7B5B-44F1-AA7F-4B0807E1FD0C}"/>
              </a:ext>
            </a:extLst>
          </p:cNvPr>
          <p:cNvSpPr>
            <a:spLocks noGrp="1"/>
          </p:cNvSpPr>
          <p:nvPr/>
        </p:nvSpPr>
        <p:spPr>
          <a:xfrm>
            <a:off x="190156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8" name="F2_precision_recall_distributions_7442">
            <a:extLst>
              <a:ext uri="{FF2B5EF4-FFF2-40B4-BE49-F238E27FC236}">
                <a16:creationId xmlns:a16="http://schemas.microsoft.com/office/drawing/2014/main" id="{43F9A201-B54F-4273-90C0-101B4F03C433}"/>
              </a:ext>
            </a:extLst>
          </p:cNvPr>
          <p:cNvSpPr>
            <a:spLocks noGrp="1"/>
          </p:cNvSpPr>
          <p:nvPr/>
        </p:nvSpPr>
        <p:spPr>
          <a:xfrm>
            <a:off x="1807682" y="75725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9" name="F2_precision_recall_distributions_7443">
            <a:extLst>
              <a:ext uri="{FF2B5EF4-FFF2-40B4-BE49-F238E27FC236}">
                <a16:creationId xmlns:a16="http://schemas.microsoft.com/office/drawing/2014/main" id="{8028CF33-542B-46CA-9D70-107F38DFE408}"/>
              </a:ext>
            </a:extLst>
          </p:cNvPr>
          <p:cNvSpPr>
            <a:spLocks noGrp="1"/>
          </p:cNvSpPr>
          <p:nvPr/>
        </p:nvSpPr>
        <p:spPr>
          <a:xfrm>
            <a:off x="1865780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0" name="F2_precision_recall_distributions_7444">
            <a:extLst>
              <a:ext uri="{FF2B5EF4-FFF2-40B4-BE49-F238E27FC236}">
                <a16:creationId xmlns:a16="http://schemas.microsoft.com/office/drawing/2014/main" id="{FF0B33B1-CA09-4FCD-ABD7-8AFFA175606F}"/>
              </a:ext>
            </a:extLst>
          </p:cNvPr>
          <p:cNvSpPr>
            <a:spLocks noGrp="1"/>
          </p:cNvSpPr>
          <p:nvPr/>
        </p:nvSpPr>
        <p:spPr>
          <a:xfrm>
            <a:off x="198643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1" name="F2_precision_recall_distributions_7445">
            <a:extLst>
              <a:ext uri="{FF2B5EF4-FFF2-40B4-BE49-F238E27FC236}">
                <a16:creationId xmlns:a16="http://schemas.microsoft.com/office/drawing/2014/main" id="{69B2AE0C-A7DA-4CC0-8697-1984D5B290ED}"/>
              </a:ext>
            </a:extLst>
          </p:cNvPr>
          <p:cNvSpPr>
            <a:spLocks noGrp="1"/>
          </p:cNvSpPr>
          <p:nvPr/>
        </p:nvSpPr>
        <p:spPr>
          <a:xfrm>
            <a:off x="1965310" y="76453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2" name="F2_precision_recall_distributions_7446">
            <a:extLst>
              <a:ext uri="{FF2B5EF4-FFF2-40B4-BE49-F238E27FC236}">
                <a16:creationId xmlns:a16="http://schemas.microsoft.com/office/drawing/2014/main" id="{5FB20C68-5421-49C8-8B38-D2925C0C383A}"/>
              </a:ext>
            </a:extLst>
          </p:cNvPr>
          <p:cNvSpPr>
            <a:spLocks noGrp="1"/>
          </p:cNvSpPr>
          <p:nvPr/>
        </p:nvSpPr>
        <p:spPr>
          <a:xfrm>
            <a:off x="1967670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3" name="F2_precision_recall_distributions_7447">
            <a:extLst>
              <a:ext uri="{FF2B5EF4-FFF2-40B4-BE49-F238E27FC236}">
                <a16:creationId xmlns:a16="http://schemas.microsoft.com/office/drawing/2014/main" id="{12DE2F02-E8E0-46D3-84E6-BA5D4424675F}"/>
              </a:ext>
            </a:extLst>
          </p:cNvPr>
          <p:cNvSpPr>
            <a:spLocks noGrp="1"/>
          </p:cNvSpPr>
          <p:nvPr/>
        </p:nvSpPr>
        <p:spPr>
          <a:xfrm>
            <a:off x="1991088" y="75725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4" name="F2_precision_recall_distributions_7448">
            <a:extLst>
              <a:ext uri="{FF2B5EF4-FFF2-40B4-BE49-F238E27FC236}">
                <a16:creationId xmlns:a16="http://schemas.microsoft.com/office/drawing/2014/main" id="{4D193B92-7B9D-4E9B-9A7A-620E9E0925BE}"/>
              </a:ext>
            </a:extLst>
          </p:cNvPr>
          <p:cNvSpPr>
            <a:spLocks noGrp="1"/>
          </p:cNvSpPr>
          <p:nvPr/>
        </p:nvSpPr>
        <p:spPr>
          <a:xfrm>
            <a:off x="1790854" y="7107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5" name="F2_precision_recall_distributions_7449">
            <a:extLst>
              <a:ext uri="{FF2B5EF4-FFF2-40B4-BE49-F238E27FC236}">
                <a16:creationId xmlns:a16="http://schemas.microsoft.com/office/drawing/2014/main" id="{D7891A62-BB9C-4CCA-AB59-346CE1C3459E}"/>
              </a:ext>
            </a:extLst>
          </p:cNvPr>
          <p:cNvSpPr>
            <a:spLocks noGrp="1"/>
          </p:cNvSpPr>
          <p:nvPr/>
        </p:nvSpPr>
        <p:spPr>
          <a:xfrm>
            <a:off x="1909917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6" name="F2_precision_recall_distributions_7450">
            <a:extLst>
              <a:ext uri="{FF2B5EF4-FFF2-40B4-BE49-F238E27FC236}">
                <a16:creationId xmlns:a16="http://schemas.microsoft.com/office/drawing/2014/main" id="{62FF6521-86B8-4674-AB6E-B3FA9C7DDABA}"/>
              </a:ext>
            </a:extLst>
          </p:cNvPr>
          <p:cNvSpPr>
            <a:spLocks noGrp="1"/>
          </p:cNvSpPr>
          <p:nvPr/>
        </p:nvSpPr>
        <p:spPr>
          <a:xfrm>
            <a:off x="193463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7" name="F2_precision_recall_distributions_7451">
            <a:extLst>
              <a:ext uri="{FF2B5EF4-FFF2-40B4-BE49-F238E27FC236}">
                <a16:creationId xmlns:a16="http://schemas.microsoft.com/office/drawing/2014/main" id="{7FCEF6F9-FA5B-432A-936B-A3D067F093BA}"/>
              </a:ext>
            </a:extLst>
          </p:cNvPr>
          <p:cNvSpPr>
            <a:spLocks noGrp="1"/>
          </p:cNvSpPr>
          <p:nvPr/>
        </p:nvSpPr>
        <p:spPr>
          <a:xfrm>
            <a:off x="168231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8" name="F2_precision_recall_distributions_7452">
            <a:extLst>
              <a:ext uri="{FF2B5EF4-FFF2-40B4-BE49-F238E27FC236}">
                <a16:creationId xmlns:a16="http://schemas.microsoft.com/office/drawing/2014/main" id="{2803C256-7FA3-4DAC-9041-5807ECF22D67}"/>
              </a:ext>
            </a:extLst>
          </p:cNvPr>
          <p:cNvSpPr>
            <a:spLocks noGrp="1"/>
          </p:cNvSpPr>
          <p:nvPr/>
        </p:nvSpPr>
        <p:spPr>
          <a:xfrm>
            <a:off x="1799513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9" name="F2_precision_recall_distributions_7453">
            <a:extLst>
              <a:ext uri="{FF2B5EF4-FFF2-40B4-BE49-F238E27FC236}">
                <a16:creationId xmlns:a16="http://schemas.microsoft.com/office/drawing/2014/main" id="{87504989-52DD-4851-B0A2-EA3E06E955F1}"/>
              </a:ext>
            </a:extLst>
          </p:cNvPr>
          <p:cNvSpPr>
            <a:spLocks noGrp="1"/>
          </p:cNvSpPr>
          <p:nvPr/>
        </p:nvSpPr>
        <p:spPr>
          <a:xfrm>
            <a:off x="1833372" y="75180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0" name="F2_precision_recall_distributions_7454">
            <a:extLst>
              <a:ext uri="{FF2B5EF4-FFF2-40B4-BE49-F238E27FC236}">
                <a16:creationId xmlns:a16="http://schemas.microsoft.com/office/drawing/2014/main" id="{EB885525-1E82-4974-8343-D7CB6EFA2FC5}"/>
              </a:ext>
            </a:extLst>
          </p:cNvPr>
          <p:cNvSpPr>
            <a:spLocks noGrp="1"/>
          </p:cNvSpPr>
          <p:nvPr/>
        </p:nvSpPr>
        <p:spPr>
          <a:xfrm>
            <a:off x="181489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1" name="F2_precision_recall_distributions_7455">
            <a:extLst>
              <a:ext uri="{FF2B5EF4-FFF2-40B4-BE49-F238E27FC236}">
                <a16:creationId xmlns:a16="http://schemas.microsoft.com/office/drawing/2014/main" id="{49468589-F03F-4ADF-86B7-3C0E24C3C220}"/>
              </a:ext>
            </a:extLst>
          </p:cNvPr>
          <p:cNvSpPr>
            <a:spLocks noGrp="1"/>
          </p:cNvSpPr>
          <p:nvPr/>
        </p:nvSpPr>
        <p:spPr>
          <a:xfrm>
            <a:off x="1678293" y="74614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2" name="F2_precision_recall_distributions_7456">
            <a:extLst>
              <a:ext uri="{FF2B5EF4-FFF2-40B4-BE49-F238E27FC236}">
                <a16:creationId xmlns:a16="http://schemas.microsoft.com/office/drawing/2014/main" id="{CBE31CA6-5BB5-416E-A827-071DDFE46CEA}"/>
              </a:ext>
            </a:extLst>
          </p:cNvPr>
          <p:cNvSpPr>
            <a:spLocks noGrp="1"/>
          </p:cNvSpPr>
          <p:nvPr/>
        </p:nvSpPr>
        <p:spPr>
          <a:xfrm>
            <a:off x="167764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3" name="F2_precision_recall_distributions_7457">
            <a:extLst>
              <a:ext uri="{FF2B5EF4-FFF2-40B4-BE49-F238E27FC236}">
                <a16:creationId xmlns:a16="http://schemas.microsoft.com/office/drawing/2014/main" id="{538D5E28-218B-4E3F-A344-4C6B33AD00C0}"/>
              </a:ext>
            </a:extLst>
          </p:cNvPr>
          <p:cNvSpPr>
            <a:spLocks noGrp="1"/>
          </p:cNvSpPr>
          <p:nvPr/>
        </p:nvSpPr>
        <p:spPr>
          <a:xfrm>
            <a:off x="170138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4" name="F2_precision_recall_distributions_7458">
            <a:extLst>
              <a:ext uri="{FF2B5EF4-FFF2-40B4-BE49-F238E27FC236}">
                <a16:creationId xmlns:a16="http://schemas.microsoft.com/office/drawing/2014/main" id="{7534C367-0E92-456C-9DA6-ABC32B020E1F}"/>
              </a:ext>
            </a:extLst>
          </p:cNvPr>
          <p:cNvSpPr>
            <a:spLocks noGrp="1"/>
          </p:cNvSpPr>
          <p:nvPr/>
        </p:nvSpPr>
        <p:spPr>
          <a:xfrm>
            <a:off x="183694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5" name="F2_precision_recall_distributions_7459">
            <a:extLst>
              <a:ext uri="{FF2B5EF4-FFF2-40B4-BE49-F238E27FC236}">
                <a16:creationId xmlns:a16="http://schemas.microsoft.com/office/drawing/2014/main" id="{4B734174-A79D-41AB-80DC-A4D60D9B5F64}"/>
              </a:ext>
            </a:extLst>
          </p:cNvPr>
          <p:cNvSpPr>
            <a:spLocks noGrp="1"/>
          </p:cNvSpPr>
          <p:nvPr/>
        </p:nvSpPr>
        <p:spPr>
          <a:xfrm>
            <a:off x="170010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6" name="F2_precision_recall_distributions_7460">
            <a:extLst>
              <a:ext uri="{FF2B5EF4-FFF2-40B4-BE49-F238E27FC236}">
                <a16:creationId xmlns:a16="http://schemas.microsoft.com/office/drawing/2014/main" id="{B4571B89-7C20-422D-89C5-26F8046A5F93}"/>
              </a:ext>
            </a:extLst>
          </p:cNvPr>
          <p:cNvSpPr>
            <a:spLocks noGrp="1"/>
          </p:cNvSpPr>
          <p:nvPr/>
        </p:nvSpPr>
        <p:spPr>
          <a:xfrm>
            <a:off x="1951326" y="70875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7" name="F2_precision_recall_distributions_7461">
            <a:extLst>
              <a:ext uri="{FF2B5EF4-FFF2-40B4-BE49-F238E27FC236}">
                <a16:creationId xmlns:a16="http://schemas.microsoft.com/office/drawing/2014/main" id="{30998E01-436B-4F35-BDEE-DF3046EB7FF1}"/>
              </a:ext>
            </a:extLst>
          </p:cNvPr>
          <p:cNvSpPr>
            <a:spLocks noGrp="1"/>
          </p:cNvSpPr>
          <p:nvPr/>
        </p:nvSpPr>
        <p:spPr>
          <a:xfrm>
            <a:off x="168614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8" name="F2_precision_recall_distributions_7462">
            <a:extLst>
              <a:ext uri="{FF2B5EF4-FFF2-40B4-BE49-F238E27FC236}">
                <a16:creationId xmlns:a16="http://schemas.microsoft.com/office/drawing/2014/main" id="{063CC80E-53E6-46BE-A046-3BB645520DD2}"/>
              </a:ext>
            </a:extLst>
          </p:cNvPr>
          <p:cNvSpPr>
            <a:spLocks noGrp="1"/>
          </p:cNvSpPr>
          <p:nvPr/>
        </p:nvSpPr>
        <p:spPr>
          <a:xfrm>
            <a:off x="1867184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9" name="F2_precision_recall_distributions_7463">
            <a:extLst>
              <a:ext uri="{FF2B5EF4-FFF2-40B4-BE49-F238E27FC236}">
                <a16:creationId xmlns:a16="http://schemas.microsoft.com/office/drawing/2014/main" id="{D2D987A0-EEB0-468C-A4A3-23974F25D49D}"/>
              </a:ext>
            </a:extLst>
          </p:cNvPr>
          <p:cNvSpPr>
            <a:spLocks noGrp="1"/>
          </p:cNvSpPr>
          <p:nvPr/>
        </p:nvSpPr>
        <p:spPr>
          <a:xfrm>
            <a:off x="194451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0" name="F2_precision_recall_distributions_7464">
            <a:extLst>
              <a:ext uri="{FF2B5EF4-FFF2-40B4-BE49-F238E27FC236}">
                <a16:creationId xmlns:a16="http://schemas.microsoft.com/office/drawing/2014/main" id="{E26D9314-6F87-4582-A0BD-2F33B2161786}"/>
              </a:ext>
            </a:extLst>
          </p:cNvPr>
          <p:cNvSpPr>
            <a:spLocks noGrp="1"/>
          </p:cNvSpPr>
          <p:nvPr/>
        </p:nvSpPr>
        <p:spPr>
          <a:xfrm>
            <a:off x="201246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1" name="F2_precision_recall_distributions_7465">
            <a:extLst>
              <a:ext uri="{FF2B5EF4-FFF2-40B4-BE49-F238E27FC236}">
                <a16:creationId xmlns:a16="http://schemas.microsoft.com/office/drawing/2014/main" id="{8FE0114B-CF4B-43FF-924F-1ABE44B7759A}"/>
              </a:ext>
            </a:extLst>
          </p:cNvPr>
          <p:cNvSpPr>
            <a:spLocks noGrp="1"/>
          </p:cNvSpPr>
          <p:nvPr/>
        </p:nvSpPr>
        <p:spPr>
          <a:xfrm>
            <a:off x="197677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2" name="F2_precision_recall_distributions_7466">
            <a:extLst>
              <a:ext uri="{FF2B5EF4-FFF2-40B4-BE49-F238E27FC236}">
                <a16:creationId xmlns:a16="http://schemas.microsoft.com/office/drawing/2014/main" id="{315E23E1-00CA-45BA-BEA2-BBECF140F9D9}"/>
              </a:ext>
            </a:extLst>
          </p:cNvPr>
          <p:cNvSpPr>
            <a:spLocks noGrp="1"/>
          </p:cNvSpPr>
          <p:nvPr/>
        </p:nvSpPr>
        <p:spPr>
          <a:xfrm>
            <a:off x="2678914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943" y="842186"/>
                </a:lnTo>
                <a:lnTo>
                  <a:pt x="23127" y="835606"/>
                </a:lnTo>
                <a:lnTo>
                  <a:pt x="49739" y="829027"/>
                </a:lnTo>
                <a:lnTo>
                  <a:pt x="83100" y="822447"/>
                </a:lnTo>
                <a:lnTo>
                  <a:pt x="120109" y="815868"/>
                </a:lnTo>
                <a:lnTo>
                  <a:pt x="157706" y="809288"/>
                </a:lnTo>
                <a:lnTo>
                  <a:pt x="193264" y="802708"/>
                </a:lnTo>
                <a:lnTo>
                  <a:pt x="224857" y="796129"/>
                </a:lnTo>
                <a:lnTo>
                  <a:pt x="251358" y="789549"/>
                </a:lnTo>
                <a:lnTo>
                  <a:pt x="272395" y="782970"/>
                </a:lnTo>
                <a:lnTo>
                  <a:pt x="288197" y="776390"/>
                </a:lnTo>
                <a:lnTo>
                  <a:pt x="299402" y="769811"/>
                </a:lnTo>
                <a:lnTo>
                  <a:pt x="306846" y="763231"/>
                </a:lnTo>
                <a:lnTo>
                  <a:pt x="311408" y="756651"/>
                </a:lnTo>
                <a:lnTo>
                  <a:pt x="313892" y="750072"/>
                </a:lnTo>
                <a:lnTo>
                  <a:pt x="314970" y="743492"/>
                </a:lnTo>
                <a:lnTo>
                  <a:pt x="315163" y="736913"/>
                </a:lnTo>
                <a:lnTo>
                  <a:pt x="314851" y="730333"/>
                </a:lnTo>
                <a:lnTo>
                  <a:pt x="314291" y="723754"/>
                </a:lnTo>
                <a:lnTo>
                  <a:pt x="313641" y="717174"/>
                </a:lnTo>
                <a:lnTo>
                  <a:pt x="312980" y="710594"/>
                </a:lnTo>
                <a:lnTo>
                  <a:pt x="312331" y="704015"/>
                </a:lnTo>
                <a:lnTo>
                  <a:pt x="311671" y="697435"/>
                </a:lnTo>
                <a:lnTo>
                  <a:pt x="310956" y="690856"/>
                </a:lnTo>
                <a:lnTo>
                  <a:pt x="310136" y="684276"/>
                </a:lnTo>
                <a:lnTo>
                  <a:pt x="309177" y="677697"/>
                </a:lnTo>
                <a:lnTo>
                  <a:pt x="308071" y="671117"/>
                </a:lnTo>
                <a:lnTo>
                  <a:pt x="306846" y="664537"/>
                </a:lnTo>
                <a:lnTo>
                  <a:pt x="305561" y="657958"/>
                </a:lnTo>
                <a:lnTo>
                  <a:pt x="304290" y="651378"/>
                </a:lnTo>
                <a:lnTo>
                  <a:pt x="303107" y="644799"/>
                </a:lnTo>
                <a:lnTo>
                  <a:pt x="302059" y="638219"/>
                </a:lnTo>
                <a:lnTo>
                  <a:pt x="301155" y="631639"/>
                </a:lnTo>
                <a:lnTo>
                  <a:pt x="300360" y="625060"/>
                </a:lnTo>
                <a:lnTo>
                  <a:pt x="299609" y="618480"/>
                </a:lnTo>
                <a:lnTo>
                  <a:pt x="298825" y="611901"/>
                </a:lnTo>
                <a:lnTo>
                  <a:pt x="297949" y="605321"/>
                </a:lnTo>
                <a:lnTo>
                  <a:pt x="296967" y="598742"/>
                </a:lnTo>
                <a:lnTo>
                  <a:pt x="295923" y="592162"/>
                </a:lnTo>
                <a:lnTo>
                  <a:pt x="294920" y="585582"/>
                </a:lnTo>
                <a:lnTo>
                  <a:pt x="294100" y="579003"/>
                </a:lnTo>
                <a:lnTo>
                  <a:pt x="293612" y="572423"/>
                </a:lnTo>
                <a:lnTo>
                  <a:pt x="293582" y="565844"/>
                </a:lnTo>
                <a:lnTo>
                  <a:pt x="294080" y="559264"/>
                </a:lnTo>
                <a:lnTo>
                  <a:pt x="295105" y="552685"/>
                </a:lnTo>
                <a:lnTo>
                  <a:pt x="296586" y="546105"/>
                </a:lnTo>
                <a:lnTo>
                  <a:pt x="298396" y="539525"/>
                </a:lnTo>
                <a:lnTo>
                  <a:pt x="300378" y="532946"/>
                </a:lnTo>
                <a:lnTo>
                  <a:pt x="302362" y="526366"/>
                </a:lnTo>
                <a:lnTo>
                  <a:pt x="304189" y="519787"/>
                </a:lnTo>
                <a:lnTo>
                  <a:pt x="305707" y="513207"/>
                </a:lnTo>
                <a:lnTo>
                  <a:pt x="306775" y="506627"/>
                </a:lnTo>
                <a:lnTo>
                  <a:pt x="307252" y="500048"/>
                </a:lnTo>
                <a:lnTo>
                  <a:pt x="306998" y="493468"/>
                </a:lnTo>
                <a:lnTo>
                  <a:pt x="305879" y="486889"/>
                </a:lnTo>
                <a:lnTo>
                  <a:pt x="303799" y="480309"/>
                </a:lnTo>
                <a:lnTo>
                  <a:pt x="300727" y="473730"/>
                </a:lnTo>
                <a:lnTo>
                  <a:pt x="296735" y="467150"/>
                </a:lnTo>
                <a:lnTo>
                  <a:pt x="292025" y="460570"/>
                </a:lnTo>
                <a:lnTo>
                  <a:pt x="286932" y="453991"/>
                </a:lnTo>
                <a:lnTo>
                  <a:pt x="281896" y="447411"/>
                </a:lnTo>
                <a:lnTo>
                  <a:pt x="277411" y="440832"/>
                </a:lnTo>
                <a:lnTo>
                  <a:pt x="273946" y="434252"/>
                </a:lnTo>
                <a:lnTo>
                  <a:pt x="271871" y="427673"/>
                </a:lnTo>
                <a:lnTo>
                  <a:pt x="271388" y="421093"/>
                </a:lnTo>
                <a:lnTo>
                  <a:pt x="272498" y="414513"/>
                </a:lnTo>
                <a:lnTo>
                  <a:pt x="275005" y="407934"/>
                </a:lnTo>
                <a:lnTo>
                  <a:pt x="278560" y="401354"/>
                </a:lnTo>
                <a:lnTo>
                  <a:pt x="282729" y="394775"/>
                </a:lnTo>
                <a:lnTo>
                  <a:pt x="287072" y="388195"/>
                </a:lnTo>
                <a:lnTo>
                  <a:pt x="291212" y="381616"/>
                </a:lnTo>
                <a:lnTo>
                  <a:pt x="294885" y="375036"/>
                </a:lnTo>
                <a:lnTo>
                  <a:pt x="297949" y="368456"/>
                </a:lnTo>
                <a:lnTo>
                  <a:pt x="300380" y="361877"/>
                </a:lnTo>
                <a:lnTo>
                  <a:pt x="302233" y="355297"/>
                </a:lnTo>
                <a:lnTo>
                  <a:pt x="303602" y="348718"/>
                </a:lnTo>
                <a:lnTo>
                  <a:pt x="304592" y="342138"/>
                </a:lnTo>
                <a:lnTo>
                  <a:pt x="305288" y="335558"/>
                </a:lnTo>
                <a:lnTo>
                  <a:pt x="305757" y="328979"/>
                </a:lnTo>
                <a:lnTo>
                  <a:pt x="306053" y="322399"/>
                </a:lnTo>
                <a:lnTo>
                  <a:pt x="306231" y="315820"/>
                </a:lnTo>
                <a:lnTo>
                  <a:pt x="306360" y="309240"/>
                </a:lnTo>
                <a:lnTo>
                  <a:pt x="306530" y="302661"/>
                </a:lnTo>
                <a:lnTo>
                  <a:pt x="306849" y="296081"/>
                </a:lnTo>
                <a:lnTo>
                  <a:pt x="307421" y="289501"/>
                </a:lnTo>
                <a:lnTo>
                  <a:pt x="308331" y="282922"/>
                </a:lnTo>
                <a:lnTo>
                  <a:pt x="309623" y="276342"/>
                </a:lnTo>
                <a:lnTo>
                  <a:pt x="311286" y="269763"/>
                </a:lnTo>
                <a:lnTo>
                  <a:pt x="313254" y="263183"/>
                </a:lnTo>
                <a:lnTo>
                  <a:pt x="315412" y="256604"/>
                </a:lnTo>
                <a:lnTo>
                  <a:pt x="317621" y="250024"/>
                </a:lnTo>
                <a:lnTo>
                  <a:pt x="319730" y="243444"/>
                </a:lnTo>
                <a:lnTo>
                  <a:pt x="321605" y="236865"/>
                </a:lnTo>
                <a:lnTo>
                  <a:pt x="323144" y="230285"/>
                </a:lnTo>
                <a:lnTo>
                  <a:pt x="324280" y="223706"/>
                </a:lnTo>
                <a:lnTo>
                  <a:pt x="324986" y="217126"/>
                </a:lnTo>
                <a:lnTo>
                  <a:pt x="325271" y="210546"/>
                </a:lnTo>
                <a:lnTo>
                  <a:pt x="325170" y="203967"/>
                </a:lnTo>
                <a:lnTo>
                  <a:pt x="324736" y="197387"/>
                </a:lnTo>
                <a:lnTo>
                  <a:pt x="324037" y="190808"/>
                </a:lnTo>
                <a:lnTo>
                  <a:pt x="323151" y="184228"/>
                </a:lnTo>
                <a:lnTo>
                  <a:pt x="322161" y="177649"/>
                </a:lnTo>
                <a:lnTo>
                  <a:pt x="321154" y="171069"/>
                </a:lnTo>
                <a:lnTo>
                  <a:pt x="320223" y="164489"/>
                </a:lnTo>
                <a:lnTo>
                  <a:pt x="319453" y="157910"/>
                </a:lnTo>
                <a:lnTo>
                  <a:pt x="318923" y="151330"/>
                </a:lnTo>
                <a:lnTo>
                  <a:pt x="318687" y="144751"/>
                </a:lnTo>
                <a:lnTo>
                  <a:pt x="318765" y="138171"/>
                </a:lnTo>
                <a:lnTo>
                  <a:pt x="319136" y="131592"/>
                </a:lnTo>
                <a:lnTo>
                  <a:pt x="319718" y="125012"/>
                </a:lnTo>
                <a:lnTo>
                  <a:pt x="320372" y="118432"/>
                </a:lnTo>
                <a:lnTo>
                  <a:pt x="320888" y="111853"/>
                </a:lnTo>
                <a:lnTo>
                  <a:pt x="320982" y="105273"/>
                </a:lnTo>
                <a:lnTo>
                  <a:pt x="320296" y="98694"/>
                </a:lnTo>
                <a:lnTo>
                  <a:pt x="318394" y="92114"/>
                </a:lnTo>
                <a:lnTo>
                  <a:pt x="314770" y="85535"/>
                </a:lnTo>
                <a:lnTo>
                  <a:pt x="308863" y="78955"/>
                </a:lnTo>
                <a:lnTo>
                  <a:pt x="300102" y="72375"/>
                </a:lnTo>
                <a:lnTo>
                  <a:pt x="287971" y="65796"/>
                </a:lnTo>
                <a:lnTo>
                  <a:pt x="272117" y="59216"/>
                </a:lnTo>
                <a:lnTo>
                  <a:pt x="252469" y="52637"/>
                </a:lnTo>
                <a:lnTo>
                  <a:pt x="229367" y="46057"/>
                </a:lnTo>
                <a:lnTo>
                  <a:pt x="203654" y="39477"/>
                </a:lnTo>
                <a:lnTo>
                  <a:pt x="176701" y="32898"/>
                </a:lnTo>
                <a:lnTo>
                  <a:pt x="150343" y="26318"/>
                </a:lnTo>
                <a:lnTo>
                  <a:pt x="126696" y="19739"/>
                </a:lnTo>
                <a:lnTo>
                  <a:pt x="107897" y="13159"/>
                </a:lnTo>
                <a:lnTo>
                  <a:pt x="95782" y="6580"/>
                </a:lnTo>
                <a:lnTo>
                  <a:pt x="91597" y="0"/>
                </a:lnTo>
                <a:lnTo>
                  <a:pt x="583500" y="0"/>
                </a:lnTo>
                <a:lnTo>
                  <a:pt x="583500" y="0"/>
                </a:lnTo>
                <a:lnTo>
                  <a:pt x="579315" y="6580"/>
                </a:lnTo>
                <a:lnTo>
                  <a:pt x="567200" y="13159"/>
                </a:lnTo>
                <a:lnTo>
                  <a:pt x="548400" y="19739"/>
                </a:lnTo>
                <a:lnTo>
                  <a:pt x="524754" y="26318"/>
                </a:lnTo>
                <a:lnTo>
                  <a:pt x="498395" y="32898"/>
                </a:lnTo>
                <a:lnTo>
                  <a:pt x="471443" y="39477"/>
                </a:lnTo>
                <a:lnTo>
                  <a:pt x="445729" y="46057"/>
                </a:lnTo>
                <a:lnTo>
                  <a:pt x="422627" y="52637"/>
                </a:lnTo>
                <a:lnTo>
                  <a:pt x="402980" y="59216"/>
                </a:lnTo>
                <a:lnTo>
                  <a:pt x="387126" y="65796"/>
                </a:lnTo>
                <a:lnTo>
                  <a:pt x="374995" y="72375"/>
                </a:lnTo>
                <a:lnTo>
                  <a:pt x="366233" y="78955"/>
                </a:lnTo>
                <a:lnTo>
                  <a:pt x="360326" y="85535"/>
                </a:lnTo>
                <a:lnTo>
                  <a:pt x="356702" y="92114"/>
                </a:lnTo>
                <a:lnTo>
                  <a:pt x="354801" y="98694"/>
                </a:lnTo>
                <a:lnTo>
                  <a:pt x="354115" y="105273"/>
                </a:lnTo>
                <a:lnTo>
                  <a:pt x="354209" y="111853"/>
                </a:lnTo>
                <a:lnTo>
                  <a:pt x="354724" y="118432"/>
                </a:lnTo>
                <a:lnTo>
                  <a:pt x="355378" y="125012"/>
                </a:lnTo>
                <a:lnTo>
                  <a:pt x="355961" y="131592"/>
                </a:lnTo>
                <a:lnTo>
                  <a:pt x="356331" y="138171"/>
                </a:lnTo>
                <a:lnTo>
                  <a:pt x="356410" y="144751"/>
                </a:lnTo>
                <a:lnTo>
                  <a:pt x="356173" y="151330"/>
                </a:lnTo>
                <a:lnTo>
                  <a:pt x="355643" y="157910"/>
                </a:lnTo>
                <a:lnTo>
                  <a:pt x="354874" y="164489"/>
                </a:lnTo>
                <a:lnTo>
                  <a:pt x="353942" y="171069"/>
                </a:lnTo>
                <a:lnTo>
                  <a:pt x="352936" y="177649"/>
                </a:lnTo>
                <a:lnTo>
                  <a:pt x="351945" y="184228"/>
                </a:lnTo>
                <a:lnTo>
                  <a:pt x="351059" y="190808"/>
                </a:lnTo>
                <a:lnTo>
                  <a:pt x="350361" y="197387"/>
                </a:lnTo>
                <a:lnTo>
                  <a:pt x="349927" y="203967"/>
                </a:lnTo>
                <a:lnTo>
                  <a:pt x="349825" y="210546"/>
                </a:lnTo>
                <a:lnTo>
                  <a:pt x="350110" y="217126"/>
                </a:lnTo>
                <a:lnTo>
                  <a:pt x="350817" y="223706"/>
                </a:lnTo>
                <a:lnTo>
                  <a:pt x="351953" y="230285"/>
                </a:lnTo>
                <a:lnTo>
                  <a:pt x="353491" y="236865"/>
                </a:lnTo>
                <a:lnTo>
                  <a:pt x="355367" y="243444"/>
                </a:lnTo>
                <a:lnTo>
                  <a:pt x="357476" y="250024"/>
                </a:lnTo>
                <a:lnTo>
                  <a:pt x="359684" y="256604"/>
                </a:lnTo>
                <a:lnTo>
                  <a:pt x="361843" y="263183"/>
                </a:lnTo>
                <a:lnTo>
                  <a:pt x="363811" y="269763"/>
                </a:lnTo>
                <a:lnTo>
                  <a:pt x="365474" y="276342"/>
                </a:lnTo>
                <a:lnTo>
                  <a:pt x="366765" y="282922"/>
                </a:lnTo>
                <a:lnTo>
                  <a:pt x="367675" y="289501"/>
                </a:lnTo>
                <a:lnTo>
                  <a:pt x="368248" y="296081"/>
                </a:lnTo>
                <a:lnTo>
                  <a:pt x="368566" y="302661"/>
                </a:lnTo>
                <a:lnTo>
                  <a:pt x="368737" y="309240"/>
                </a:lnTo>
                <a:lnTo>
                  <a:pt x="368866" y="315820"/>
                </a:lnTo>
                <a:lnTo>
                  <a:pt x="369043" y="322399"/>
                </a:lnTo>
                <a:lnTo>
                  <a:pt x="369339" y="328979"/>
                </a:lnTo>
                <a:lnTo>
                  <a:pt x="369809" y="335558"/>
                </a:lnTo>
                <a:lnTo>
                  <a:pt x="370505" y="342138"/>
                </a:lnTo>
                <a:lnTo>
                  <a:pt x="371494" y="348718"/>
                </a:lnTo>
                <a:lnTo>
                  <a:pt x="372864" y="355297"/>
                </a:lnTo>
                <a:lnTo>
                  <a:pt x="374716" y="361877"/>
                </a:lnTo>
                <a:lnTo>
                  <a:pt x="377147" y="368456"/>
                </a:lnTo>
                <a:lnTo>
                  <a:pt x="380212" y="375036"/>
                </a:lnTo>
                <a:lnTo>
                  <a:pt x="383884" y="381616"/>
                </a:lnTo>
                <a:lnTo>
                  <a:pt x="388024" y="388195"/>
                </a:lnTo>
                <a:lnTo>
                  <a:pt x="392367" y="394775"/>
                </a:lnTo>
                <a:lnTo>
                  <a:pt x="396536" y="401354"/>
                </a:lnTo>
                <a:lnTo>
                  <a:pt x="400092" y="407934"/>
                </a:lnTo>
                <a:lnTo>
                  <a:pt x="402599" y="414513"/>
                </a:lnTo>
                <a:lnTo>
                  <a:pt x="403709" y="421093"/>
                </a:lnTo>
                <a:lnTo>
                  <a:pt x="403225" y="427673"/>
                </a:lnTo>
                <a:lnTo>
                  <a:pt x="401150" y="434252"/>
                </a:lnTo>
                <a:lnTo>
                  <a:pt x="397686" y="440832"/>
                </a:lnTo>
                <a:lnTo>
                  <a:pt x="393200" y="447411"/>
                </a:lnTo>
                <a:lnTo>
                  <a:pt x="388164" y="453991"/>
                </a:lnTo>
                <a:lnTo>
                  <a:pt x="383071" y="460570"/>
                </a:lnTo>
                <a:lnTo>
                  <a:pt x="378361" y="467150"/>
                </a:lnTo>
                <a:lnTo>
                  <a:pt x="374369" y="473730"/>
                </a:lnTo>
                <a:lnTo>
                  <a:pt x="371297" y="480309"/>
                </a:lnTo>
                <a:lnTo>
                  <a:pt x="369217" y="486889"/>
                </a:lnTo>
                <a:lnTo>
                  <a:pt x="368099" y="493468"/>
                </a:lnTo>
                <a:lnTo>
                  <a:pt x="367844" y="500048"/>
                </a:lnTo>
                <a:lnTo>
                  <a:pt x="368321" y="506627"/>
                </a:lnTo>
                <a:lnTo>
                  <a:pt x="369390" y="513207"/>
                </a:lnTo>
                <a:lnTo>
                  <a:pt x="370908" y="519787"/>
                </a:lnTo>
                <a:lnTo>
                  <a:pt x="372734" y="526366"/>
                </a:lnTo>
                <a:lnTo>
                  <a:pt x="374719" y="532946"/>
                </a:lnTo>
                <a:lnTo>
                  <a:pt x="376700" y="539525"/>
                </a:lnTo>
                <a:lnTo>
                  <a:pt x="378511" y="546105"/>
                </a:lnTo>
                <a:lnTo>
                  <a:pt x="379991" y="552685"/>
                </a:lnTo>
                <a:lnTo>
                  <a:pt x="381016" y="559264"/>
                </a:lnTo>
                <a:lnTo>
                  <a:pt x="381514" y="565844"/>
                </a:lnTo>
                <a:lnTo>
                  <a:pt x="381484" y="572423"/>
                </a:lnTo>
                <a:lnTo>
                  <a:pt x="380997" y="579003"/>
                </a:lnTo>
                <a:lnTo>
                  <a:pt x="380176" y="585582"/>
                </a:lnTo>
                <a:lnTo>
                  <a:pt x="379173" y="592162"/>
                </a:lnTo>
                <a:lnTo>
                  <a:pt x="378130" y="598742"/>
                </a:lnTo>
                <a:lnTo>
                  <a:pt x="377148" y="605321"/>
                </a:lnTo>
                <a:lnTo>
                  <a:pt x="376272" y="611901"/>
                </a:lnTo>
                <a:lnTo>
                  <a:pt x="375487" y="618480"/>
                </a:lnTo>
                <a:lnTo>
                  <a:pt x="374736" y="625060"/>
                </a:lnTo>
                <a:lnTo>
                  <a:pt x="373942" y="631639"/>
                </a:lnTo>
                <a:lnTo>
                  <a:pt x="373037" y="638219"/>
                </a:lnTo>
                <a:lnTo>
                  <a:pt x="371989" y="644799"/>
                </a:lnTo>
                <a:lnTo>
                  <a:pt x="370806" y="651378"/>
                </a:lnTo>
                <a:lnTo>
                  <a:pt x="369536" y="657958"/>
                </a:lnTo>
                <a:lnTo>
                  <a:pt x="368250" y="664537"/>
                </a:lnTo>
                <a:lnTo>
                  <a:pt x="367025" y="671117"/>
                </a:lnTo>
                <a:lnTo>
                  <a:pt x="365919" y="677697"/>
                </a:lnTo>
                <a:lnTo>
                  <a:pt x="364960" y="684276"/>
                </a:lnTo>
                <a:lnTo>
                  <a:pt x="364141" y="690856"/>
                </a:lnTo>
                <a:lnTo>
                  <a:pt x="363426" y="697435"/>
                </a:lnTo>
                <a:lnTo>
                  <a:pt x="362766" y="704015"/>
                </a:lnTo>
                <a:lnTo>
                  <a:pt x="362116" y="710594"/>
                </a:lnTo>
                <a:lnTo>
                  <a:pt x="361456" y="717174"/>
                </a:lnTo>
                <a:lnTo>
                  <a:pt x="360805" y="723754"/>
                </a:lnTo>
                <a:lnTo>
                  <a:pt x="360245" y="730333"/>
                </a:lnTo>
                <a:lnTo>
                  <a:pt x="359933" y="736913"/>
                </a:lnTo>
                <a:lnTo>
                  <a:pt x="360127" y="743492"/>
                </a:lnTo>
                <a:lnTo>
                  <a:pt x="361205" y="750072"/>
                </a:lnTo>
                <a:lnTo>
                  <a:pt x="363689" y="756651"/>
                </a:lnTo>
                <a:lnTo>
                  <a:pt x="368251" y="763231"/>
                </a:lnTo>
                <a:lnTo>
                  <a:pt x="375695" y="769811"/>
                </a:lnTo>
                <a:lnTo>
                  <a:pt x="386899" y="776390"/>
                </a:lnTo>
                <a:lnTo>
                  <a:pt x="402702" y="782970"/>
                </a:lnTo>
                <a:lnTo>
                  <a:pt x="423738" y="789549"/>
                </a:lnTo>
                <a:lnTo>
                  <a:pt x="450239" y="796129"/>
                </a:lnTo>
                <a:lnTo>
                  <a:pt x="481833" y="802708"/>
                </a:lnTo>
                <a:lnTo>
                  <a:pt x="517391" y="809288"/>
                </a:lnTo>
                <a:lnTo>
                  <a:pt x="554987" y="815868"/>
                </a:lnTo>
                <a:lnTo>
                  <a:pt x="591997" y="822447"/>
                </a:lnTo>
                <a:lnTo>
                  <a:pt x="625358" y="829027"/>
                </a:lnTo>
                <a:lnTo>
                  <a:pt x="651969" y="835606"/>
                </a:lnTo>
                <a:lnTo>
                  <a:pt x="669154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4653" name="F2_precision_recall_distributions_7467">
            <a:extLst>
              <a:ext uri="{FF2B5EF4-FFF2-40B4-BE49-F238E27FC236}">
                <a16:creationId xmlns:a16="http://schemas.microsoft.com/office/drawing/2014/main" id="{87E0A149-198E-4841-B638-B3AEFCFA7D6E}"/>
              </a:ext>
            </a:extLst>
          </p:cNvPr>
          <p:cNvSpPr>
            <a:spLocks noGrp="1"/>
          </p:cNvSpPr>
          <p:nvPr/>
        </p:nvSpPr>
        <p:spPr>
          <a:xfrm>
            <a:off x="317057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4" name="F2_precision_recall_distributions_7468">
            <a:extLst>
              <a:ext uri="{FF2B5EF4-FFF2-40B4-BE49-F238E27FC236}">
                <a16:creationId xmlns:a16="http://schemas.microsoft.com/office/drawing/2014/main" id="{36954F12-4AAE-43C9-9624-1DE1ECEE069B}"/>
              </a:ext>
            </a:extLst>
          </p:cNvPr>
          <p:cNvSpPr>
            <a:spLocks noGrp="1"/>
          </p:cNvSpPr>
          <p:nvPr/>
        </p:nvSpPr>
        <p:spPr>
          <a:xfrm>
            <a:off x="2884111" y="70875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5" name="F2_precision_recall_distributions_7469">
            <a:extLst>
              <a:ext uri="{FF2B5EF4-FFF2-40B4-BE49-F238E27FC236}">
                <a16:creationId xmlns:a16="http://schemas.microsoft.com/office/drawing/2014/main" id="{BEBBA096-7733-45DF-923B-7B4C0F29A431}"/>
              </a:ext>
            </a:extLst>
          </p:cNvPr>
          <p:cNvSpPr>
            <a:spLocks noGrp="1"/>
          </p:cNvSpPr>
          <p:nvPr/>
        </p:nvSpPr>
        <p:spPr>
          <a:xfrm>
            <a:off x="293312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6" name="F2_precision_recall_distributions_7470">
            <a:extLst>
              <a:ext uri="{FF2B5EF4-FFF2-40B4-BE49-F238E27FC236}">
                <a16:creationId xmlns:a16="http://schemas.microsoft.com/office/drawing/2014/main" id="{51CBEB99-951F-4DB6-97C3-69C3B7F19CA5}"/>
              </a:ext>
            </a:extLst>
          </p:cNvPr>
          <p:cNvSpPr>
            <a:spLocks noGrp="1"/>
          </p:cNvSpPr>
          <p:nvPr/>
        </p:nvSpPr>
        <p:spPr>
          <a:xfrm>
            <a:off x="3029033" y="773021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7" name="F2_precision_recall_distributions_7471">
            <a:extLst>
              <a:ext uri="{FF2B5EF4-FFF2-40B4-BE49-F238E27FC236}">
                <a16:creationId xmlns:a16="http://schemas.microsoft.com/office/drawing/2014/main" id="{CC49A83C-41BB-43FF-8C03-2EB235967050}"/>
              </a:ext>
            </a:extLst>
          </p:cNvPr>
          <p:cNvSpPr>
            <a:spLocks noGrp="1"/>
          </p:cNvSpPr>
          <p:nvPr/>
        </p:nvSpPr>
        <p:spPr>
          <a:xfrm>
            <a:off x="2920776" y="71482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8" name="F2_precision_recall_distributions_7472">
            <a:extLst>
              <a:ext uri="{FF2B5EF4-FFF2-40B4-BE49-F238E27FC236}">
                <a16:creationId xmlns:a16="http://schemas.microsoft.com/office/drawing/2014/main" id="{6F871DB7-2AC2-4A67-A745-3B16180DB2F6}"/>
              </a:ext>
            </a:extLst>
          </p:cNvPr>
          <p:cNvSpPr>
            <a:spLocks noGrp="1"/>
          </p:cNvSpPr>
          <p:nvPr/>
        </p:nvSpPr>
        <p:spPr>
          <a:xfrm>
            <a:off x="299154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9" name="F2_precision_recall_distributions_7473">
            <a:extLst>
              <a:ext uri="{FF2B5EF4-FFF2-40B4-BE49-F238E27FC236}">
                <a16:creationId xmlns:a16="http://schemas.microsoft.com/office/drawing/2014/main" id="{09214E97-712C-46F9-A0E8-AA171DD88F79}"/>
              </a:ext>
            </a:extLst>
          </p:cNvPr>
          <p:cNvSpPr>
            <a:spLocks noGrp="1"/>
          </p:cNvSpPr>
          <p:nvPr/>
        </p:nvSpPr>
        <p:spPr>
          <a:xfrm>
            <a:off x="301388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0" name="F2_precision_recall_distributions_7474">
            <a:extLst>
              <a:ext uri="{FF2B5EF4-FFF2-40B4-BE49-F238E27FC236}">
                <a16:creationId xmlns:a16="http://schemas.microsoft.com/office/drawing/2014/main" id="{78223ACA-C8E7-420D-A051-AE6009222F62}"/>
              </a:ext>
            </a:extLst>
          </p:cNvPr>
          <p:cNvSpPr>
            <a:spLocks noGrp="1"/>
          </p:cNvSpPr>
          <p:nvPr/>
        </p:nvSpPr>
        <p:spPr>
          <a:xfrm>
            <a:off x="301677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1" name="F2_precision_recall_distributions_7475">
            <a:extLst>
              <a:ext uri="{FF2B5EF4-FFF2-40B4-BE49-F238E27FC236}">
                <a16:creationId xmlns:a16="http://schemas.microsoft.com/office/drawing/2014/main" id="{FF6351D2-B8AC-465A-B82F-FD39B491AD60}"/>
              </a:ext>
            </a:extLst>
          </p:cNvPr>
          <p:cNvSpPr>
            <a:spLocks noGrp="1"/>
          </p:cNvSpPr>
          <p:nvPr/>
        </p:nvSpPr>
        <p:spPr>
          <a:xfrm>
            <a:off x="3011308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2" name="F2_precision_recall_distributions_7476">
            <a:extLst>
              <a:ext uri="{FF2B5EF4-FFF2-40B4-BE49-F238E27FC236}">
                <a16:creationId xmlns:a16="http://schemas.microsoft.com/office/drawing/2014/main" id="{AF3FC539-B3CC-4FD4-9609-1BF00DAA98B1}"/>
              </a:ext>
            </a:extLst>
          </p:cNvPr>
          <p:cNvSpPr>
            <a:spLocks noGrp="1"/>
          </p:cNvSpPr>
          <p:nvPr/>
        </p:nvSpPr>
        <p:spPr>
          <a:xfrm>
            <a:off x="310468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3" name="F2_precision_recall_distributions_7477">
            <a:extLst>
              <a:ext uri="{FF2B5EF4-FFF2-40B4-BE49-F238E27FC236}">
                <a16:creationId xmlns:a16="http://schemas.microsoft.com/office/drawing/2014/main" id="{D046558C-303D-43F5-A1BD-958B36E99D54}"/>
              </a:ext>
            </a:extLst>
          </p:cNvPr>
          <p:cNvSpPr>
            <a:spLocks noGrp="1"/>
          </p:cNvSpPr>
          <p:nvPr/>
        </p:nvSpPr>
        <p:spPr>
          <a:xfrm>
            <a:off x="2894144" y="732305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4" name="F2_precision_recall_distributions_7478">
            <a:extLst>
              <a:ext uri="{FF2B5EF4-FFF2-40B4-BE49-F238E27FC236}">
                <a16:creationId xmlns:a16="http://schemas.microsoft.com/office/drawing/2014/main" id="{F5A041F7-F34F-467C-B1CA-F55B5CDF9C8D}"/>
              </a:ext>
            </a:extLst>
          </p:cNvPr>
          <p:cNvSpPr>
            <a:spLocks noGrp="1"/>
          </p:cNvSpPr>
          <p:nvPr/>
        </p:nvSpPr>
        <p:spPr>
          <a:xfrm>
            <a:off x="287608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5" name="F2_precision_recall_distributions_7479">
            <a:extLst>
              <a:ext uri="{FF2B5EF4-FFF2-40B4-BE49-F238E27FC236}">
                <a16:creationId xmlns:a16="http://schemas.microsoft.com/office/drawing/2014/main" id="{9D342B65-F120-46CE-B02C-1ABC71261B9E}"/>
              </a:ext>
            </a:extLst>
          </p:cNvPr>
          <p:cNvSpPr>
            <a:spLocks noGrp="1"/>
          </p:cNvSpPr>
          <p:nvPr/>
        </p:nvSpPr>
        <p:spPr>
          <a:xfrm>
            <a:off x="3114420" y="7461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6" name="F2_precision_recall_distributions_7480">
            <a:extLst>
              <a:ext uri="{FF2B5EF4-FFF2-40B4-BE49-F238E27FC236}">
                <a16:creationId xmlns:a16="http://schemas.microsoft.com/office/drawing/2014/main" id="{1AE2FE72-2E37-41E7-9A59-18F61F983863}"/>
              </a:ext>
            </a:extLst>
          </p:cNvPr>
          <p:cNvSpPr>
            <a:spLocks noGrp="1"/>
          </p:cNvSpPr>
          <p:nvPr/>
        </p:nvSpPr>
        <p:spPr>
          <a:xfrm>
            <a:off x="305408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7" name="F2_precision_recall_distributions_7481">
            <a:extLst>
              <a:ext uri="{FF2B5EF4-FFF2-40B4-BE49-F238E27FC236}">
                <a16:creationId xmlns:a16="http://schemas.microsoft.com/office/drawing/2014/main" id="{0E30A669-DB76-4959-A6B5-4AACC397773D}"/>
              </a:ext>
            </a:extLst>
          </p:cNvPr>
          <p:cNvSpPr>
            <a:spLocks noGrp="1"/>
          </p:cNvSpPr>
          <p:nvPr/>
        </p:nvSpPr>
        <p:spPr>
          <a:xfrm>
            <a:off x="303500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8" name="F2_precision_recall_distributions_7482">
            <a:extLst>
              <a:ext uri="{FF2B5EF4-FFF2-40B4-BE49-F238E27FC236}">
                <a16:creationId xmlns:a16="http://schemas.microsoft.com/office/drawing/2014/main" id="{B57512C2-02F5-4416-B7ED-19DD9CCF9D52}"/>
              </a:ext>
            </a:extLst>
          </p:cNvPr>
          <p:cNvSpPr>
            <a:spLocks noGrp="1"/>
          </p:cNvSpPr>
          <p:nvPr/>
        </p:nvSpPr>
        <p:spPr>
          <a:xfrm>
            <a:off x="311213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9" name="F2_precision_recall_distributions_7483">
            <a:extLst>
              <a:ext uri="{FF2B5EF4-FFF2-40B4-BE49-F238E27FC236}">
                <a16:creationId xmlns:a16="http://schemas.microsoft.com/office/drawing/2014/main" id="{48E50CAA-4FBA-4CAD-A482-5F75F9F32480}"/>
              </a:ext>
            </a:extLst>
          </p:cNvPr>
          <p:cNvSpPr>
            <a:spLocks noGrp="1"/>
          </p:cNvSpPr>
          <p:nvPr/>
        </p:nvSpPr>
        <p:spPr>
          <a:xfrm>
            <a:off x="304447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0" name="F2_precision_recall_distributions_7484">
            <a:extLst>
              <a:ext uri="{FF2B5EF4-FFF2-40B4-BE49-F238E27FC236}">
                <a16:creationId xmlns:a16="http://schemas.microsoft.com/office/drawing/2014/main" id="{C9E7009C-B74F-4561-BD2B-D8E89EF816F9}"/>
              </a:ext>
            </a:extLst>
          </p:cNvPr>
          <p:cNvSpPr>
            <a:spLocks noGrp="1"/>
          </p:cNvSpPr>
          <p:nvPr/>
        </p:nvSpPr>
        <p:spPr>
          <a:xfrm>
            <a:off x="2881042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1" name="F2_precision_recall_distributions_7485">
            <a:extLst>
              <a:ext uri="{FF2B5EF4-FFF2-40B4-BE49-F238E27FC236}">
                <a16:creationId xmlns:a16="http://schemas.microsoft.com/office/drawing/2014/main" id="{D48BF274-6AFD-4ABD-9701-E2B35ABBDBFD}"/>
              </a:ext>
            </a:extLst>
          </p:cNvPr>
          <p:cNvSpPr>
            <a:spLocks noGrp="1"/>
          </p:cNvSpPr>
          <p:nvPr/>
        </p:nvSpPr>
        <p:spPr>
          <a:xfrm>
            <a:off x="297976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2" name="F2_precision_recall_distributions_7486">
            <a:extLst>
              <a:ext uri="{FF2B5EF4-FFF2-40B4-BE49-F238E27FC236}">
                <a16:creationId xmlns:a16="http://schemas.microsoft.com/office/drawing/2014/main" id="{45A33045-8790-438D-9CF1-B348A876070C}"/>
              </a:ext>
            </a:extLst>
          </p:cNvPr>
          <p:cNvSpPr>
            <a:spLocks noGrp="1"/>
          </p:cNvSpPr>
          <p:nvPr/>
        </p:nvSpPr>
        <p:spPr>
          <a:xfrm>
            <a:off x="3130067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3" name="F2_precision_recall_distributions_7487">
            <a:extLst>
              <a:ext uri="{FF2B5EF4-FFF2-40B4-BE49-F238E27FC236}">
                <a16:creationId xmlns:a16="http://schemas.microsoft.com/office/drawing/2014/main" id="{2281811A-F396-4D98-BEBF-2FC28518B06C}"/>
              </a:ext>
            </a:extLst>
          </p:cNvPr>
          <p:cNvSpPr>
            <a:spLocks noGrp="1"/>
          </p:cNvSpPr>
          <p:nvPr/>
        </p:nvSpPr>
        <p:spPr>
          <a:xfrm>
            <a:off x="3173311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4" name="F2_precision_recall_distributions_7488">
            <a:extLst>
              <a:ext uri="{FF2B5EF4-FFF2-40B4-BE49-F238E27FC236}">
                <a16:creationId xmlns:a16="http://schemas.microsoft.com/office/drawing/2014/main" id="{AD787CC7-5413-4600-8FE4-D57D00898BD5}"/>
              </a:ext>
            </a:extLst>
          </p:cNvPr>
          <p:cNvSpPr>
            <a:spLocks noGrp="1"/>
          </p:cNvSpPr>
          <p:nvPr/>
        </p:nvSpPr>
        <p:spPr>
          <a:xfrm>
            <a:off x="304331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5" name="F2_precision_recall_distributions_7489">
            <a:extLst>
              <a:ext uri="{FF2B5EF4-FFF2-40B4-BE49-F238E27FC236}">
                <a16:creationId xmlns:a16="http://schemas.microsoft.com/office/drawing/2014/main" id="{1AFEF4FE-5697-4A03-A8A1-5823AD9404C4}"/>
              </a:ext>
            </a:extLst>
          </p:cNvPr>
          <p:cNvSpPr>
            <a:spLocks noGrp="1"/>
          </p:cNvSpPr>
          <p:nvPr/>
        </p:nvSpPr>
        <p:spPr>
          <a:xfrm>
            <a:off x="3012522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6" name="F2_precision_recall_distributions_7490">
            <a:extLst>
              <a:ext uri="{FF2B5EF4-FFF2-40B4-BE49-F238E27FC236}">
                <a16:creationId xmlns:a16="http://schemas.microsoft.com/office/drawing/2014/main" id="{37947834-BDED-491A-AEF7-56F2778BB4CC}"/>
              </a:ext>
            </a:extLst>
          </p:cNvPr>
          <p:cNvSpPr>
            <a:spLocks noGrp="1"/>
          </p:cNvSpPr>
          <p:nvPr/>
        </p:nvSpPr>
        <p:spPr>
          <a:xfrm>
            <a:off x="290523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7" name="F2_precision_recall_distributions_7491">
            <a:extLst>
              <a:ext uri="{FF2B5EF4-FFF2-40B4-BE49-F238E27FC236}">
                <a16:creationId xmlns:a16="http://schemas.microsoft.com/office/drawing/2014/main" id="{8050EFAD-421A-4AF2-866A-A74398D408BB}"/>
              </a:ext>
            </a:extLst>
          </p:cNvPr>
          <p:cNvSpPr>
            <a:spLocks noGrp="1"/>
          </p:cNvSpPr>
          <p:nvPr/>
        </p:nvSpPr>
        <p:spPr>
          <a:xfrm>
            <a:off x="2834785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8" name="F2_precision_recall_distributions_7492">
            <a:extLst>
              <a:ext uri="{FF2B5EF4-FFF2-40B4-BE49-F238E27FC236}">
                <a16:creationId xmlns:a16="http://schemas.microsoft.com/office/drawing/2014/main" id="{02E6F2EB-75B5-4954-9D53-9FC8BC41BE87}"/>
              </a:ext>
            </a:extLst>
          </p:cNvPr>
          <p:cNvSpPr>
            <a:spLocks noGrp="1"/>
          </p:cNvSpPr>
          <p:nvPr/>
        </p:nvSpPr>
        <p:spPr>
          <a:xfrm>
            <a:off x="301671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9" name="F2_precision_recall_distributions_7493">
            <a:extLst>
              <a:ext uri="{FF2B5EF4-FFF2-40B4-BE49-F238E27FC236}">
                <a16:creationId xmlns:a16="http://schemas.microsoft.com/office/drawing/2014/main" id="{9D00BBE2-92FD-4641-A892-F73A4E2624D5}"/>
              </a:ext>
            </a:extLst>
          </p:cNvPr>
          <p:cNvSpPr>
            <a:spLocks noGrp="1"/>
          </p:cNvSpPr>
          <p:nvPr/>
        </p:nvSpPr>
        <p:spPr>
          <a:xfrm>
            <a:off x="308739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0" name="F2_precision_recall_distributions_7494">
            <a:extLst>
              <a:ext uri="{FF2B5EF4-FFF2-40B4-BE49-F238E27FC236}">
                <a16:creationId xmlns:a16="http://schemas.microsoft.com/office/drawing/2014/main" id="{EA08F052-0540-4F30-867D-6673E625502F}"/>
              </a:ext>
            </a:extLst>
          </p:cNvPr>
          <p:cNvSpPr>
            <a:spLocks noGrp="1"/>
          </p:cNvSpPr>
          <p:nvPr/>
        </p:nvSpPr>
        <p:spPr>
          <a:xfrm>
            <a:off x="2917296" y="73058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1" name="F2_precision_recall_distributions_7495">
            <a:extLst>
              <a:ext uri="{FF2B5EF4-FFF2-40B4-BE49-F238E27FC236}">
                <a16:creationId xmlns:a16="http://schemas.microsoft.com/office/drawing/2014/main" id="{DA88476C-0C6C-450D-9AE1-B8B142D81083}"/>
              </a:ext>
            </a:extLst>
          </p:cNvPr>
          <p:cNvSpPr>
            <a:spLocks noGrp="1"/>
          </p:cNvSpPr>
          <p:nvPr/>
        </p:nvSpPr>
        <p:spPr>
          <a:xfrm>
            <a:off x="289697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2" name="F2_precision_recall_distributions_7496">
            <a:extLst>
              <a:ext uri="{FF2B5EF4-FFF2-40B4-BE49-F238E27FC236}">
                <a16:creationId xmlns:a16="http://schemas.microsoft.com/office/drawing/2014/main" id="{63397F90-6AB0-4645-9526-4747FF4F2575}"/>
              </a:ext>
            </a:extLst>
          </p:cNvPr>
          <p:cNvSpPr>
            <a:spLocks noGrp="1"/>
          </p:cNvSpPr>
          <p:nvPr/>
        </p:nvSpPr>
        <p:spPr>
          <a:xfrm>
            <a:off x="310444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3" name="F2_precision_recall_distributions_7497">
            <a:extLst>
              <a:ext uri="{FF2B5EF4-FFF2-40B4-BE49-F238E27FC236}">
                <a16:creationId xmlns:a16="http://schemas.microsoft.com/office/drawing/2014/main" id="{48495666-D08D-4E46-A8C0-C55F529F63EA}"/>
              </a:ext>
            </a:extLst>
          </p:cNvPr>
          <p:cNvSpPr>
            <a:spLocks noGrp="1"/>
          </p:cNvSpPr>
          <p:nvPr/>
        </p:nvSpPr>
        <p:spPr>
          <a:xfrm>
            <a:off x="304142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4" name="F2_precision_recall_distributions_7498">
            <a:extLst>
              <a:ext uri="{FF2B5EF4-FFF2-40B4-BE49-F238E27FC236}">
                <a16:creationId xmlns:a16="http://schemas.microsoft.com/office/drawing/2014/main" id="{04477774-CB1E-45FB-952C-2CD24D57DF5E}"/>
              </a:ext>
            </a:extLst>
          </p:cNvPr>
          <p:cNvSpPr>
            <a:spLocks noGrp="1"/>
          </p:cNvSpPr>
          <p:nvPr/>
        </p:nvSpPr>
        <p:spPr>
          <a:xfrm>
            <a:off x="3088028" y="76938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5" name="F2_precision_recall_distributions_7499">
            <a:extLst>
              <a:ext uri="{FF2B5EF4-FFF2-40B4-BE49-F238E27FC236}">
                <a16:creationId xmlns:a16="http://schemas.microsoft.com/office/drawing/2014/main" id="{C9A24C3C-C78A-4C58-966C-D0A70FC4FDF7}"/>
              </a:ext>
            </a:extLst>
          </p:cNvPr>
          <p:cNvSpPr>
            <a:spLocks noGrp="1"/>
          </p:cNvSpPr>
          <p:nvPr/>
        </p:nvSpPr>
        <p:spPr>
          <a:xfrm>
            <a:off x="308728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6" name="F2_precision_recall_distributions_7500">
            <a:extLst>
              <a:ext uri="{FF2B5EF4-FFF2-40B4-BE49-F238E27FC236}">
                <a16:creationId xmlns:a16="http://schemas.microsoft.com/office/drawing/2014/main" id="{879DEBC7-0D87-4506-9BC3-E91F1F3BA652}"/>
              </a:ext>
            </a:extLst>
          </p:cNvPr>
          <p:cNvSpPr>
            <a:spLocks noGrp="1"/>
          </p:cNvSpPr>
          <p:nvPr/>
        </p:nvSpPr>
        <p:spPr>
          <a:xfrm>
            <a:off x="2943546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7" name="F2_precision_recall_distributions_7501">
            <a:extLst>
              <a:ext uri="{FF2B5EF4-FFF2-40B4-BE49-F238E27FC236}">
                <a16:creationId xmlns:a16="http://schemas.microsoft.com/office/drawing/2014/main" id="{32AECD1B-BCFB-49DA-AFBF-E873AED4F8C7}"/>
              </a:ext>
            </a:extLst>
          </p:cNvPr>
          <p:cNvSpPr>
            <a:spLocks noGrp="1"/>
          </p:cNvSpPr>
          <p:nvPr/>
        </p:nvSpPr>
        <p:spPr>
          <a:xfrm>
            <a:off x="302256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8" name="F2_precision_recall_distributions_7502">
            <a:extLst>
              <a:ext uri="{FF2B5EF4-FFF2-40B4-BE49-F238E27FC236}">
                <a16:creationId xmlns:a16="http://schemas.microsoft.com/office/drawing/2014/main" id="{E7EFA3E1-BCFC-4EEA-8E72-EF3A5E4F200D}"/>
              </a:ext>
            </a:extLst>
          </p:cNvPr>
          <p:cNvSpPr>
            <a:spLocks noGrp="1"/>
          </p:cNvSpPr>
          <p:nvPr/>
        </p:nvSpPr>
        <p:spPr>
          <a:xfrm>
            <a:off x="306272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9" name="F2_precision_recall_distributions_7503">
            <a:extLst>
              <a:ext uri="{FF2B5EF4-FFF2-40B4-BE49-F238E27FC236}">
                <a16:creationId xmlns:a16="http://schemas.microsoft.com/office/drawing/2014/main" id="{91ADC11C-F8EF-44BC-B341-11EFB5DAA367}"/>
              </a:ext>
            </a:extLst>
          </p:cNvPr>
          <p:cNvSpPr>
            <a:spLocks noGrp="1"/>
          </p:cNvSpPr>
          <p:nvPr/>
        </p:nvSpPr>
        <p:spPr>
          <a:xfrm>
            <a:off x="308126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0" name="F2_precision_recall_distributions_7504">
            <a:extLst>
              <a:ext uri="{FF2B5EF4-FFF2-40B4-BE49-F238E27FC236}">
                <a16:creationId xmlns:a16="http://schemas.microsoft.com/office/drawing/2014/main" id="{0A3188E8-87FE-406C-9CBE-82B499BD6B9C}"/>
              </a:ext>
            </a:extLst>
          </p:cNvPr>
          <p:cNvSpPr>
            <a:spLocks noGrp="1"/>
          </p:cNvSpPr>
          <p:nvPr/>
        </p:nvSpPr>
        <p:spPr>
          <a:xfrm>
            <a:off x="283169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1" name="F2_precision_recall_distributions_7505">
            <a:extLst>
              <a:ext uri="{FF2B5EF4-FFF2-40B4-BE49-F238E27FC236}">
                <a16:creationId xmlns:a16="http://schemas.microsoft.com/office/drawing/2014/main" id="{8FFA542A-51DE-44F9-BAA0-7CFC37A3F0F0}"/>
              </a:ext>
            </a:extLst>
          </p:cNvPr>
          <p:cNvSpPr>
            <a:spLocks noGrp="1"/>
          </p:cNvSpPr>
          <p:nvPr/>
        </p:nvSpPr>
        <p:spPr>
          <a:xfrm>
            <a:off x="284638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2" name="F2_precision_recall_distributions_7506">
            <a:extLst>
              <a:ext uri="{FF2B5EF4-FFF2-40B4-BE49-F238E27FC236}">
                <a16:creationId xmlns:a16="http://schemas.microsoft.com/office/drawing/2014/main" id="{8B75DFD9-32D9-4BE3-B7EB-209CC191D6F5}"/>
              </a:ext>
            </a:extLst>
          </p:cNvPr>
          <p:cNvSpPr>
            <a:spLocks noGrp="1"/>
          </p:cNvSpPr>
          <p:nvPr/>
        </p:nvSpPr>
        <p:spPr>
          <a:xfrm>
            <a:off x="3095787" y="73300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3" name="F2_precision_recall_distributions_7507">
            <a:extLst>
              <a:ext uri="{FF2B5EF4-FFF2-40B4-BE49-F238E27FC236}">
                <a16:creationId xmlns:a16="http://schemas.microsoft.com/office/drawing/2014/main" id="{76CB73F6-DA30-4845-B97E-80641CB8EF5A}"/>
              </a:ext>
            </a:extLst>
          </p:cNvPr>
          <p:cNvSpPr>
            <a:spLocks noGrp="1"/>
          </p:cNvSpPr>
          <p:nvPr/>
        </p:nvSpPr>
        <p:spPr>
          <a:xfrm>
            <a:off x="310125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4" name="F2_precision_recall_distributions_7508">
            <a:extLst>
              <a:ext uri="{FF2B5EF4-FFF2-40B4-BE49-F238E27FC236}">
                <a16:creationId xmlns:a16="http://schemas.microsoft.com/office/drawing/2014/main" id="{C002E8DB-D7C9-4F54-A6D4-4B7D7360F4BE}"/>
              </a:ext>
            </a:extLst>
          </p:cNvPr>
          <p:cNvSpPr>
            <a:spLocks noGrp="1"/>
          </p:cNvSpPr>
          <p:nvPr/>
        </p:nvSpPr>
        <p:spPr>
          <a:xfrm>
            <a:off x="301203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5" name="F2_precision_recall_distributions_7509">
            <a:extLst>
              <a:ext uri="{FF2B5EF4-FFF2-40B4-BE49-F238E27FC236}">
                <a16:creationId xmlns:a16="http://schemas.microsoft.com/office/drawing/2014/main" id="{CE14B3B6-AD65-4518-8871-14846CE22FA8}"/>
              </a:ext>
            </a:extLst>
          </p:cNvPr>
          <p:cNvSpPr>
            <a:spLocks noGrp="1"/>
          </p:cNvSpPr>
          <p:nvPr/>
        </p:nvSpPr>
        <p:spPr>
          <a:xfrm>
            <a:off x="3170572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6" name="F2_precision_recall_distributions_7510">
            <a:extLst>
              <a:ext uri="{FF2B5EF4-FFF2-40B4-BE49-F238E27FC236}">
                <a16:creationId xmlns:a16="http://schemas.microsoft.com/office/drawing/2014/main" id="{DA73FAD2-62C0-4F9A-904B-863192001526}"/>
              </a:ext>
            </a:extLst>
          </p:cNvPr>
          <p:cNvSpPr>
            <a:spLocks noGrp="1"/>
          </p:cNvSpPr>
          <p:nvPr/>
        </p:nvSpPr>
        <p:spPr>
          <a:xfrm>
            <a:off x="2878269" y="72159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7" name="F2_precision_recall_distributions_7511">
            <a:extLst>
              <a:ext uri="{FF2B5EF4-FFF2-40B4-BE49-F238E27FC236}">
                <a16:creationId xmlns:a16="http://schemas.microsoft.com/office/drawing/2014/main" id="{E3DF4F20-3A39-4C29-BBB0-6A763D9C59D9}"/>
              </a:ext>
            </a:extLst>
          </p:cNvPr>
          <p:cNvSpPr>
            <a:spLocks noGrp="1"/>
          </p:cNvSpPr>
          <p:nvPr/>
        </p:nvSpPr>
        <p:spPr>
          <a:xfrm>
            <a:off x="306593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8" name="F2_precision_recall_distributions_7512">
            <a:extLst>
              <a:ext uri="{FF2B5EF4-FFF2-40B4-BE49-F238E27FC236}">
                <a16:creationId xmlns:a16="http://schemas.microsoft.com/office/drawing/2014/main" id="{21E4C852-2DB5-4FE2-9454-220E0AF68C84}"/>
              </a:ext>
            </a:extLst>
          </p:cNvPr>
          <p:cNvSpPr>
            <a:spLocks noGrp="1"/>
          </p:cNvSpPr>
          <p:nvPr/>
        </p:nvSpPr>
        <p:spPr>
          <a:xfrm>
            <a:off x="2829000" y="73058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9" name="F2_precision_recall_distributions_7513">
            <a:extLst>
              <a:ext uri="{FF2B5EF4-FFF2-40B4-BE49-F238E27FC236}">
                <a16:creationId xmlns:a16="http://schemas.microsoft.com/office/drawing/2014/main" id="{CE94D7B9-9E86-44B8-95DE-39194C90FF2C}"/>
              </a:ext>
            </a:extLst>
          </p:cNvPr>
          <p:cNvSpPr>
            <a:spLocks noGrp="1"/>
          </p:cNvSpPr>
          <p:nvPr/>
        </p:nvSpPr>
        <p:spPr>
          <a:xfrm>
            <a:off x="2894822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0" name="F2_precision_recall_distributions_7514">
            <a:extLst>
              <a:ext uri="{FF2B5EF4-FFF2-40B4-BE49-F238E27FC236}">
                <a16:creationId xmlns:a16="http://schemas.microsoft.com/office/drawing/2014/main" id="{9C738560-F0CD-494A-802D-D20FF0122079}"/>
              </a:ext>
            </a:extLst>
          </p:cNvPr>
          <p:cNvSpPr>
            <a:spLocks noGrp="1"/>
          </p:cNvSpPr>
          <p:nvPr/>
        </p:nvSpPr>
        <p:spPr>
          <a:xfrm>
            <a:off x="314180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1" name="F2_precision_recall_distributions_7515">
            <a:extLst>
              <a:ext uri="{FF2B5EF4-FFF2-40B4-BE49-F238E27FC236}">
                <a16:creationId xmlns:a16="http://schemas.microsoft.com/office/drawing/2014/main" id="{3DD7294D-F3FC-4811-8F01-1148A07FAAB7}"/>
              </a:ext>
            </a:extLst>
          </p:cNvPr>
          <p:cNvSpPr>
            <a:spLocks noGrp="1"/>
          </p:cNvSpPr>
          <p:nvPr/>
        </p:nvSpPr>
        <p:spPr>
          <a:xfrm>
            <a:off x="3085001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2" name="F2_precision_recall_distributions_7516">
            <a:extLst>
              <a:ext uri="{FF2B5EF4-FFF2-40B4-BE49-F238E27FC236}">
                <a16:creationId xmlns:a16="http://schemas.microsoft.com/office/drawing/2014/main" id="{52A96FF9-4B84-4DB7-82E5-A17C915CBF28}"/>
              </a:ext>
            </a:extLst>
          </p:cNvPr>
          <p:cNvSpPr>
            <a:spLocks noGrp="1"/>
          </p:cNvSpPr>
          <p:nvPr/>
        </p:nvSpPr>
        <p:spPr>
          <a:xfrm>
            <a:off x="289965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3" name="F2_precision_recall_distributions_7517">
            <a:extLst>
              <a:ext uri="{FF2B5EF4-FFF2-40B4-BE49-F238E27FC236}">
                <a16:creationId xmlns:a16="http://schemas.microsoft.com/office/drawing/2014/main" id="{40AB8030-D549-46C6-81E7-77A61E9694AC}"/>
              </a:ext>
            </a:extLst>
          </p:cNvPr>
          <p:cNvSpPr>
            <a:spLocks noGrp="1"/>
          </p:cNvSpPr>
          <p:nvPr/>
        </p:nvSpPr>
        <p:spPr>
          <a:xfrm>
            <a:off x="288754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4" name="F2_precision_recall_distributions_7518">
            <a:extLst>
              <a:ext uri="{FF2B5EF4-FFF2-40B4-BE49-F238E27FC236}">
                <a16:creationId xmlns:a16="http://schemas.microsoft.com/office/drawing/2014/main" id="{9BE2B293-DB74-4BB0-BB86-F0B806F20ABF}"/>
              </a:ext>
            </a:extLst>
          </p:cNvPr>
          <p:cNvSpPr>
            <a:spLocks noGrp="1"/>
          </p:cNvSpPr>
          <p:nvPr/>
        </p:nvSpPr>
        <p:spPr>
          <a:xfrm>
            <a:off x="297497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5" name="F2_precision_recall_distributions_7519">
            <a:extLst>
              <a:ext uri="{FF2B5EF4-FFF2-40B4-BE49-F238E27FC236}">
                <a16:creationId xmlns:a16="http://schemas.microsoft.com/office/drawing/2014/main" id="{1CF8B886-3FE0-4D3E-B2A2-79219849F12B}"/>
              </a:ext>
            </a:extLst>
          </p:cNvPr>
          <p:cNvSpPr>
            <a:spLocks noGrp="1"/>
          </p:cNvSpPr>
          <p:nvPr/>
        </p:nvSpPr>
        <p:spPr>
          <a:xfrm>
            <a:off x="3164946" y="74091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6" name="F2_precision_recall_distributions_7520">
            <a:extLst>
              <a:ext uri="{FF2B5EF4-FFF2-40B4-BE49-F238E27FC236}">
                <a16:creationId xmlns:a16="http://schemas.microsoft.com/office/drawing/2014/main" id="{7ACC8FEE-2D75-4ECD-BBE4-7B4D8794F09E}"/>
              </a:ext>
            </a:extLst>
          </p:cNvPr>
          <p:cNvSpPr>
            <a:spLocks noGrp="1"/>
          </p:cNvSpPr>
          <p:nvPr/>
        </p:nvSpPr>
        <p:spPr>
          <a:xfrm>
            <a:off x="3106429" y="75894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7" name="F2_precision_recall_distributions_7521">
            <a:extLst>
              <a:ext uri="{FF2B5EF4-FFF2-40B4-BE49-F238E27FC236}">
                <a16:creationId xmlns:a16="http://schemas.microsoft.com/office/drawing/2014/main" id="{AAF6D06C-F5ED-4CC1-9A19-8E178403A183}"/>
              </a:ext>
            </a:extLst>
          </p:cNvPr>
          <p:cNvSpPr>
            <a:spLocks noGrp="1"/>
          </p:cNvSpPr>
          <p:nvPr/>
        </p:nvSpPr>
        <p:spPr>
          <a:xfrm>
            <a:off x="298817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8" name="F2_precision_recall_distributions_7522">
            <a:extLst>
              <a:ext uri="{FF2B5EF4-FFF2-40B4-BE49-F238E27FC236}">
                <a16:creationId xmlns:a16="http://schemas.microsoft.com/office/drawing/2014/main" id="{AD971839-6906-4F10-8E08-BB19F0A7B829}"/>
              </a:ext>
            </a:extLst>
          </p:cNvPr>
          <p:cNvSpPr>
            <a:spLocks noGrp="1"/>
          </p:cNvSpPr>
          <p:nvPr/>
        </p:nvSpPr>
        <p:spPr>
          <a:xfrm>
            <a:off x="2841341" y="77207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9" name="F2_precision_recall_distributions_7523">
            <a:extLst>
              <a:ext uri="{FF2B5EF4-FFF2-40B4-BE49-F238E27FC236}">
                <a16:creationId xmlns:a16="http://schemas.microsoft.com/office/drawing/2014/main" id="{0C10778B-496E-4584-97F4-9846EB0F10BC}"/>
              </a:ext>
            </a:extLst>
          </p:cNvPr>
          <p:cNvSpPr>
            <a:spLocks noGrp="1"/>
          </p:cNvSpPr>
          <p:nvPr/>
        </p:nvSpPr>
        <p:spPr>
          <a:xfrm>
            <a:off x="296432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0" name="F2_precision_recall_distributions_7524">
            <a:extLst>
              <a:ext uri="{FF2B5EF4-FFF2-40B4-BE49-F238E27FC236}">
                <a16:creationId xmlns:a16="http://schemas.microsoft.com/office/drawing/2014/main" id="{E53AAD45-2694-43E7-BC27-D44DCEE6B39A}"/>
              </a:ext>
            </a:extLst>
          </p:cNvPr>
          <p:cNvSpPr>
            <a:spLocks noGrp="1"/>
          </p:cNvSpPr>
          <p:nvPr/>
        </p:nvSpPr>
        <p:spPr>
          <a:xfrm>
            <a:off x="287936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1" name="F2_precision_recall_distributions_7525">
            <a:extLst>
              <a:ext uri="{FF2B5EF4-FFF2-40B4-BE49-F238E27FC236}">
                <a16:creationId xmlns:a16="http://schemas.microsoft.com/office/drawing/2014/main" id="{1659F40C-E6F8-479D-8432-DE4E34E38E4A}"/>
              </a:ext>
            </a:extLst>
          </p:cNvPr>
          <p:cNvSpPr>
            <a:spLocks noGrp="1"/>
          </p:cNvSpPr>
          <p:nvPr/>
        </p:nvSpPr>
        <p:spPr>
          <a:xfrm>
            <a:off x="2823931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2" name="F2_precision_recall_distributions_7526">
            <a:extLst>
              <a:ext uri="{FF2B5EF4-FFF2-40B4-BE49-F238E27FC236}">
                <a16:creationId xmlns:a16="http://schemas.microsoft.com/office/drawing/2014/main" id="{D7DFA4A7-2FA2-4AD5-AC18-0C245EE864D4}"/>
              </a:ext>
            </a:extLst>
          </p:cNvPr>
          <p:cNvSpPr>
            <a:spLocks noGrp="1"/>
          </p:cNvSpPr>
          <p:nvPr/>
        </p:nvSpPr>
        <p:spPr>
          <a:xfrm>
            <a:off x="308137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3" name="F2_precision_recall_distributions_7527">
            <a:extLst>
              <a:ext uri="{FF2B5EF4-FFF2-40B4-BE49-F238E27FC236}">
                <a16:creationId xmlns:a16="http://schemas.microsoft.com/office/drawing/2014/main" id="{C68585DE-ACEF-44B1-A477-E975E08A36B0}"/>
              </a:ext>
            </a:extLst>
          </p:cNvPr>
          <p:cNvSpPr>
            <a:spLocks noGrp="1"/>
          </p:cNvSpPr>
          <p:nvPr/>
        </p:nvSpPr>
        <p:spPr>
          <a:xfrm>
            <a:off x="3018077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4" name="F2_precision_recall_distributions_7528">
            <a:extLst>
              <a:ext uri="{FF2B5EF4-FFF2-40B4-BE49-F238E27FC236}">
                <a16:creationId xmlns:a16="http://schemas.microsoft.com/office/drawing/2014/main" id="{DB65FC77-1AEF-4883-83E3-91AD6F3B2DAD}"/>
              </a:ext>
            </a:extLst>
          </p:cNvPr>
          <p:cNvSpPr>
            <a:spLocks noGrp="1"/>
          </p:cNvSpPr>
          <p:nvPr/>
        </p:nvSpPr>
        <p:spPr>
          <a:xfrm>
            <a:off x="309681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5" name="F2_precision_recall_distributions_7529">
            <a:extLst>
              <a:ext uri="{FF2B5EF4-FFF2-40B4-BE49-F238E27FC236}">
                <a16:creationId xmlns:a16="http://schemas.microsoft.com/office/drawing/2014/main" id="{A153E95F-6755-4179-9821-49E1ACB92607}"/>
              </a:ext>
            </a:extLst>
          </p:cNvPr>
          <p:cNvSpPr>
            <a:spLocks noGrp="1"/>
          </p:cNvSpPr>
          <p:nvPr/>
        </p:nvSpPr>
        <p:spPr>
          <a:xfrm>
            <a:off x="291799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6" name="F2_precision_recall_distributions_7530">
            <a:extLst>
              <a:ext uri="{FF2B5EF4-FFF2-40B4-BE49-F238E27FC236}">
                <a16:creationId xmlns:a16="http://schemas.microsoft.com/office/drawing/2014/main" id="{7401DAB0-5A4F-4CAD-9DCF-47DC9047BA40}"/>
              </a:ext>
            </a:extLst>
          </p:cNvPr>
          <p:cNvSpPr>
            <a:spLocks noGrp="1"/>
          </p:cNvSpPr>
          <p:nvPr/>
        </p:nvSpPr>
        <p:spPr>
          <a:xfrm>
            <a:off x="283701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7" name="F2_precision_recall_distributions_7531">
            <a:extLst>
              <a:ext uri="{FF2B5EF4-FFF2-40B4-BE49-F238E27FC236}">
                <a16:creationId xmlns:a16="http://schemas.microsoft.com/office/drawing/2014/main" id="{44253922-451A-4C4D-80F1-3A8E6B6EA705}"/>
              </a:ext>
            </a:extLst>
          </p:cNvPr>
          <p:cNvSpPr>
            <a:spLocks noGrp="1"/>
          </p:cNvSpPr>
          <p:nvPr/>
        </p:nvSpPr>
        <p:spPr>
          <a:xfrm>
            <a:off x="304988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8" name="F2_precision_recall_distributions_7532">
            <a:extLst>
              <a:ext uri="{FF2B5EF4-FFF2-40B4-BE49-F238E27FC236}">
                <a16:creationId xmlns:a16="http://schemas.microsoft.com/office/drawing/2014/main" id="{88883B68-C5E4-405C-95CD-B633A3CDA8E5}"/>
              </a:ext>
            </a:extLst>
          </p:cNvPr>
          <p:cNvSpPr>
            <a:spLocks noGrp="1"/>
          </p:cNvSpPr>
          <p:nvPr/>
        </p:nvSpPr>
        <p:spPr>
          <a:xfrm>
            <a:off x="2888950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9" name="F2_precision_recall_distributions_7533">
            <a:extLst>
              <a:ext uri="{FF2B5EF4-FFF2-40B4-BE49-F238E27FC236}">
                <a16:creationId xmlns:a16="http://schemas.microsoft.com/office/drawing/2014/main" id="{08F27E4F-FA54-40F2-A5EB-21C91B8C2E76}"/>
              </a:ext>
            </a:extLst>
          </p:cNvPr>
          <p:cNvSpPr>
            <a:spLocks noGrp="1"/>
          </p:cNvSpPr>
          <p:nvPr/>
        </p:nvSpPr>
        <p:spPr>
          <a:xfrm>
            <a:off x="2933552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0" name="F2_precision_recall_distributions_7534">
            <a:extLst>
              <a:ext uri="{FF2B5EF4-FFF2-40B4-BE49-F238E27FC236}">
                <a16:creationId xmlns:a16="http://schemas.microsoft.com/office/drawing/2014/main" id="{369BF0B4-5167-4ACB-BBF4-078D8EAE98E5}"/>
              </a:ext>
            </a:extLst>
          </p:cNvPr>
          <p:cNvSpPr>
            <a:spLocks noGrp="1"/>
          </p:cNvSpPr>
          <p:nvPr/>
        </p:nvSpPr>
        <p:spPr>
          <a:xfrm>
            <a:off x="299067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1" name="F2_precision_recall_distributions_7535">
            <a:extLst>
              <a:ext uri="{FF2B5EF4-FFF2-40B4-BE49-F238E27FC236}">
                <a16:creationId xmlns:a16="http://schemas.microsoft.com/office/drawing/2014/main" id="{AE40A33C-BAE3-4169-8429-4EFF3C89E5EA}"/>
              </a:ext>
            </a:extLst>
          </p:cNvPr>
          <p:cNvSpPr>
            <a:spLocks noGrp="1"/>
          </p:cNvSpPr>
          <p:nvPr/>
        </p:nvSpPr>
        <p:spPr>
          <a:xfrm>
            <a:off x="2925743" y="73300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2" name="F2_precision_recall_distributions_7536">
            <a:extLst>
              <a:ext uri="{FF2B5EF4-FFF2-40B4-BE49-F238E27FC236}">
                <a16:creationId xmlns:a16="http://schemas.microsoft.com/office/drawing/2014/main" id="{D9D6CD13-C810-4198-A435-E97F650DD283}"/>
              </a:ext>
            </a:extLst>
          </p:cNvPr>
          <p:cNvSpPr>
            <a:spLocks noGrp="1"/>
          </p:cNvSpPr>
          <p:nvPr/>
        </p:nvSpPr>
        <p:spPr>
          <a:xfrm>
            <a:off x="2939176" y="76130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3" name="F2_precision_recall_distributions_7537">
            <a:extLst>
              <a:ext uri="{FF2B5EF4-FFF2-40B4-BE49-F238E27FC236}">
                <a16:creationId xmlns:a16="http://schemas.microsoft.com/office/drawing/2014/main" id="{1FD6D033-778A-472C-B1A8-B12F360A5674}"/>
              </a:ext>
            </a:extLst>
          </p:cNvPr>
          <p:cNvSpPr>
            <a:spLocks noGrp="1"/>
          </p:cNvSpPr>
          <p:nvPr/>
        </p:nvSpPr>
        <p:spPr>
          <a:xfrm>
            <a:off x="296991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4" name="F2_precision_recall_distributions_7538">
            <a:extLst>
              <a:ext uri="{FF2B5EF4-FFF2-40B4-BE49-F238E27FC236}">
                <a16:creationId xmlns:a16="http://schemas.microsoft.com/office/drawing/2014/main" id="{7D7E8FB4-5EA8-4564-B98A-48C0F82654C2}"/>
              </a:ext>
            </a:extLst>
          </p:cNvPr>
          <p:cNvSpPr>
            <a:spLocks noGrp="1"/>
          </p:cNvSpPr>
          <p:nvPr/>
        </p:nvSpPr>
        <p:spPr>
          <a:xfrm>
            <a:off x="3092438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5" name="F2_precision_recall_distributions_7539">
            <a:extLst>
              <a:ext uri="{FF2B5EF4-FFF2-40B4-BE49-F238E27FC236}">
                <a16:creationId xmlns:a16="http://schemas.microsoft.com/office/drawing/2014/main" id="{C66F707A-85D4-4689-862C-7FBD656FA751}"/>
              </a:ext>
            </a:extLst>
          </p:cNvPr>
          <p:cNvSpPr>
            <a:spLocks noGrp="1"/>
          </p:cNvSpPr>
          <p:nvPr/>
        </p:nvSpPr>
        <p:spPr>
          <a:xfrm>
            <a:off x="291102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6" name="F2_precision_recall_distributions_7540">
            <a:extLst>
              <a:ext uri="{FF2B5EF4-FFF2-40B4-BE49-F238E27FC236}">
                <a16:creationId xmlns:a16="http://schemas.microsoft.com/office/drawing/2014/main" id="{241182E1-A4A6-49E2-9EC2-D07EAD6DFC64}"/>
              </a:ext>
            </a:extLst>
          </p:cNvPr>
          <p:cNvSpPr>
            <a:spLocks noGrp="1"/>
          </p:cNvSpPr>
          <p:nvPr/>
        </p:nvSpPr>
        <p:spPr>
          <a:xfrm>
            <a:off x="2870317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7" name="F2_precision_recall_distributions_7541">
            <a:extLst>
              <a:ext uri="{FF2B5EF4-FFF2-40B4-BE49-F238E27FC236}">
                <a16:creationId xmlns:a16="http://schemas.microsoft.com/office/drawing/2014/main" id="{868E858F-6530-4C0A-BEDD-9629861BAB18}"/>
              </a:ext>
            </a:extLst>
          </p:cNvPr>
          <p:cNvSpPr>
            <a:spLocks noGrp="1"/>
          </p:cNvSpPr>
          <p:nvPr/>
        </p:nvSpPr>
        <p:spPr>
          <a:xfrm>
            <a:off x="294877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8" name="F2_precision_recall_distributions_7542">
            <a:extLst>
              <a:ext uri="{FF2B5EF4-FFF2-40B4-BE49-F238E27FC236}">
                <a16:creationId xmlns:a16="http://schemas.microsoft.com/office/drawing/2014/main" id="{24B920DA-733C-4127-8C61-E62086DA897F}"/>
              </a:ext>
            </a:extLst>
          </p:cNvPr>
          <p:cNvSpPr>
            <a:spLocks noGrp="1"/>
          </p:cNvSpPr>
          <p:nvPr/>
        </p:nvSpPr>
        <p:spPr>
          <a:xfrm>
            <a:off x="283164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9" name="F2_precision_recall_distributions_7543">
            <a:extLst>
              <a:ext uri="{FF2B5EF4-FFF2-40B4-BE49-F238E27FC236}">
                <a16:creationId xmlns:a16="http://schemas.microsoft.com/office/drawing/2014/main" id="{F5594082-4EBB-48DB-9608-77A8533C83B8}"/>
              </a:ext>
            </a:extLst>
          </p:cNvPr>
          <p:cNvSpPr>
            <a:spLocks noGrp="1"/>
          </p:cNvSpPr>
          <p:nvPr/>
        </p:nvSpPr>
        <p:spPr>
          <a:xfrm>
            <a:off x="292106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0" name="F2_precision_recall_distributions_7544">
            <a:extLst>
              <a:ext uri="{FF2B5EF4-FFF2-40B4-BE49-F238E27FC236}">
                <a16:creationId xmlns:a16="http://schemas.microsoft.com/office/drawing/2014/main" id="{29F2AF43-25B0-4ACD-B10F-54A4511C1E6E}"/>
              </a:ext>
            </a:extLst>
          </p:cNvPr>
          <p:cNvSpPr>
            <a:spLocks noGrp="1"/>
          </p:cNvSpPr>
          <p:nvPr/>
        </p:nvSpPr>
        <p:spPr>
          <a:xfrm>
            <a:off x="295316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1" name="F2_precision_recall_distributions_7545">
            <a:extLst>
              <a:ext uri="{FF2B5EF4-FFF2-40B4-BE49-F238E27FC236}">
                <a16:creationId xmlns:a16="http://schemas.microsoft.com/office/drawing/2014/main" id="{059D259E-AD58-4B30-8B83-DCEF6724F651}"/>
              </a:ext>
            </a:extLst>
          </p:cNvPr>
          <p:cNvSpPr>
            <a:spLocks noGrp="1"/>
          </p:cNvSpPr>
          <p:nvPr/>
        </p:nvSpPr>
        <p:spPr>
          <a:xfrm>
            <a:off x="300607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2" name="F2_precision_recall_distributions_7546">
            <a:extLst>
              <a:ext uri="{FF2B5EF4-FFF2-40B4-BE49-F238E27FC236}">
                <a16:creationId xmlns:a16="http://schemas.microsoft.com/office/drawing/2014/main" id="{210BAAE3-17FD-4CB2-BDCB-0F70D7D72395}"/>
              </a:ext>
            </a:extLst>
          </p:cNvPr>
          <p:cNvSpPr>
            <a:spLocks noGrp="1"/>
          </p:cNvSpPr>
          <p:nvPr/>
        </p:nvSpPr>
        <p:spPr>
          <a:xfrm>
            <a:off x="2991431" y="70229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3" name="F2_precision_recall_distributions_7547">
            <a:extLst>
              <a:ext uri="{FF2B5EF4-FFF2-40B4-BE49-F238E27FC236}">
                <a16:creationId xmlns:a16="http://schemas.microsoft.com/office/drawing/2014/main" id="{7D327D2A-209B-4A02-A976-1B1B9E46D045}"/>
              </a:ext>
            </a:extLst>
          </p:cNvPr>
          <p:cNvSpPr>
            <a:spLocks noGrp="1"/>
          </p:cNvSpPr>
          <p:nvPr/>
        </p:nvSpPr>
        <p:spPr>
          <a:xfrm>
            <a:off x="310349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4" name="F2_precision_recall_distributions_7548">
            <a:extLst>
              <a:ext uri="{FF2B5EF4-FFF2-40B4-BE49-F238E27FC236}">
                <a16:creationId xmlns:a16="http://schemas.microsoft.com/office/drawing/2014/main" id="{AE4B26F8-4BF7-4685-98C6-E4CDB0CC89BA}"/>
              </a:ext>
            </a:extLst>
          </p:cNvPr>
          <p:cNvSpPr>
            <a:spLocks noGrp="1"/>
          </p:cNvSpPr>
          <p:nvPr/>
        </p:nvSpPr>
        <p:spPr>
          <a:xfrm>
            <a:off x="289551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5" name="F2_precision_recall_distributions_7549">
            <a:extLst>
              <a:ext uri="{FF2B5EF4-FFF2-40B4-BE49-F238E27FC236}">
                <a16:creationId xmlns:a16="http://schemas.microsoft.com/office/drawing/2014/main" id="{4EC20260-9740-4BF9-89AF-E943D825D177}"/>
              </a:ext>
            </a:extLst>
          </p:cNvPr>
          <p:cNvSpPr>
            <a:spLocks noGrp="1"/>
          </p:cNvSpPr>
          <p:nvPr/>
        </p:nvSpPr>
        <p:spPr>
          <a:xfrm>
            <a:off x="3071456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6" name="F2_precision_recall_distributions_7550">
            <a:extLst>
              <a:ext uri="{FF2B5EF4-FFF2-40B4-BE49-F238E27FC236}">
                <a16:creationId xmlns:a16="http://schemas.microsoft.com/office/drawing/2014/main" id="{CC4EB250-2857-4759-81D5-910558C4F876}"/>
              </a:ext>
            </a:extLst>
          </p:cNvPr>
          <p:cNvSpPr>
            <a:spLocks noGrp="1"/>
          </p:cNvSpPr>
          <p:nvPr/>
        </p:nvSpPr>
        <p:spPr>
          <a:xfrm>
            <a:off x="302990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7" name="F2_precision_recall_distributions_7551">
            <a:extLst>
              <a:ext uri="{FF2B5EF4-FFF2-40B4-BE49-F238E27FC236}">
                <a16:creationId xmlns:a16="http://schemas.microsoft.com/office/drawing/2014/main" id="{EF0B4D2F-437C-48CC-9D7B-AFE69E16CF04}"/>
              </a:ext>
            </a:extLst>
          </p:cNvPr>
          <p:cNvSpPr>
            <a:spLocks noGrp="1"/>
          </p:cNvSpPr>
          <p:nvPr/>
        </p:nvSpPr>
        <p:spPr>
          <a:xfrm>
            <a:off x="295438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8" name="F2_precision_recall_distributions_7552">
            <a:extLst>
              <a:ext uri="{FF2B5EF4-FFF2-40B4-BE49-F238E27FC236}">
                <a16:creationId xmlns:a16="http://schemas.microsoft.com/office/drawing/2014/main" id="{E53A81B8-C72E-43B1-AE4F-D13F4991BA2B}"/>
              </a:ext>
            </a:extLst>
          </p:cNvPr>
          <p:cNvSpPr>
            <a:spLocks noGrp="1"/>
          </p:cNvSpPr>
          <p:nvPr/>
        </p:nvSpPr>
        <p:spPr>
          <a:xfrm>
            <a:off x="285753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9" name="F2_precision_recall_distributions_7553">
            <a:extLst>
              <a:ext uri="{FF2B5EF4-FFF2-40B4-BE49-F238E27FC236}">
                <a16:creationId xmlns:a16="http://schemas.microsoft.com/office/drawing/2014/main" id="{A8A8E64E-67F0-4196-AC54-37A64D762243}"/>
              </a:ext>
            </a:extLst>
          </p:cNvPr>
          <p:cNvSpPr>
            <a:spLocks noGrp="1"/>
          </p:cNvSpPr>
          <p:nvPr/>
        </p:nvSpPr>
        <p:spPr>
          <a:xfrm>
            <a:off x="293579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0" name="F2_precision_recall_distributions_7554">
            <a:extLst>
              <a:ext uri="{FF2B5EF4-FFF2-40B4-BE49-F238E27FC236}">
                <a16:creationId xmlns:a16="http://schemas.microsoft.com/office/drawing/2014/main" id="{90BF2D74-B2CF-4693-AC4B-0CC669C5A6F5}"/>
              </a:ext>
            </a:extLst>
          </p:cNvPr>
          <p:cNvSpPr>
            <a:spLocks noGrp="1"/>
          </p:cNvSpPr>
          <p:nvPr/>
        </p:nvSpPr>
        <p:spPr>
          <a:xfrm>
            <a:off x="308981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1" name="F2_precision_recall_distributions_7555">
            <a:extLst>
              <a:ext uri="{FF2B5EF4-FFF2-40B4-BE49-F238E27FC236}">
                <a16:creationId xmlns:a16="http://schemas.microsoft.com/office/drawing/2014/main" id="{C0186704-ED00-4D51-A226-3883201D16E3}"/>
              </a:ext>
            </a:extLst>
          </p:cNvPr>
          <p:cNvSpPr>
            <a:spLocks noGrp="1"/>
          </p:cNvSpPr>
          <p:nvPr/>
        </p:nvSpPr>
        <p:spPr>
          <a:xfrm>
            <a:off x="293206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2" name="F2_precision_recall_distributions_7556">
            <a:extLst>
              <a:ext uri="{FF2B5EF4-FFF2-40B4-BE49-F238E27FC236}">
                <a16:creationId xmlns:a16="http://schemas.microsoft.com/office/drawing/2014/main" id="{623DA0E8-A36D-4A75-AAE5-F31B6734CC57}"/>
              </a:ext>
            </a:extLst>
          </p:cNvPr>
          <p:cNvSpPr>
            <a:spLocks noGrp="1"/>
          </p:cNvSpPr>
          <p:nvPr/>
        </p:nvSpPr>
        <p:spPr>
          <a:xfrm>
            <a:off x="3072154" y="69977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3" name="F2_precision_recall_distributions_7557">
            <a:extLst>
              <a:ext uri="{FF2B5EF4-FFF2-40B4-BE49-F238E27FC236}">
                <a16:creationId xmlns:a16="http://schemas.microsoft.com/office/drawing/2014/main" id="{C2BEFDD3-5EB6-4BE7-9673-B424B7D6541A}"/>
              </a:ext>
            </a:extLst>
          </p:cNvPr>
          <p:cNvSpPr>
            <a:spLocks noGrp="1"/>
          </p:cNvSpPr>
          <p:nvPr/>
        </p:nvSpPr>
        <p:spPr>
          <a:xfrm>
            <a:off x="3118970" y="73058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4" name="F2_precision_recall_distributions_7558">
            <a:extLst>
              <a:ext uri="{FF2B5EF4-FFF2-40B4-BE49-F238E27FC236}">
                <a16:creationId xmlns:a16="http://schemas.microsoft.com/office/drawing/2014/main" id="{5E988640-45A7-4DED-B98D-401C881EBFB5}"/>
              </a:ext>
            </a:extLst>
          </p:cNvPr>
          <p:cNvSpPr>
            <a:spLocks noGrp="1"/>
          </p:cNvSpPr>
          <p:nvPr/>
        </p:nvSpPr>
        <p:spPr>
          <a:xfrm>
            <a:off x="289588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5" name="F2_precision_recall_distributions_7559">
            <a:extLst>
              <a:ext uri="{FF2B5EF4-FFF2-40B4-BE49-F238E27FC236}">
                <a16:creationId xmlns:a16="http://schemas.microsoft.com/office/drawing/2014/main" id="{391E6D75-1661-49D6-A404-54E1466981FD}"/>
              </a:ext>
            </a:extLst>
          </p:cNvPr>
          <p:cNvSpPr>
            <a:spLocks noGrp="1"/>
          </p:cNvSpPr>
          <p:nvPr/>
        </p:nvSpPr>
        <p:spPr>
          <a:xfrm>
            <a:off x="314330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6" name="F2_precision_recall_distributions_7560">
            <a:extLst>
              <a:ext uri="{FF2B5EF4-FFF2-40B4-BE49-F238E27FC236}">
                <a16:creationId xmlns:a16="http://schemas.microsoft.com/office/drawing/2014/main" id="{B0871740-7547-420F-84E2-F31073DCED15}"/>
              </a:ext>
            </a:extLst>
          </p:cNvPr>
          <p:cNvSpPr>
            <a:spLocks noGrp="1"/>
          </p:cNvSpPr>
          <p:nvPr/>
        </p:nvSpPr>
        <p:spPr>
          <a:xfrm>
            <a:off x="302200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7" name="F2_precision_recall_distributions_7561">
            <a:extLst>
              <a:ext uri="{FF2B5EF4-FFF2-40B4-BE49-F238E27FC236}">
                <a16:creationId xmlns:a16="http://schemas.microsoft.com/office/drawing/2014/main" id="{3081541B-2E48-42E1-98DD-B816DAFDA683}"/>
              </a:ext>
            </a:extLst>
          </p:cNvPr>
          <p:cNvSpPr>
            <a:spLocks noGrp="1"/>
          </p:cNvSpPr>
          <p:nvPr/>
        </p:nvSpPr>
        <p:spPr>
          <a:xfrm>
            <a:off x="284305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8" name="F2_precision_recall_distributions_7562">
            <a:extLst>
              <a:ext uri="{FF2B5EF4-FFF2-40B4-BE49-F238E27FC236}">
                <a16:creationId xmlns:a16="http://schemas.microsoft.com/office/drawing/2014/main" id="{85214195-18CA-43B2-A537-4FE036C480D3}"/>
              </a:ext>
            </a:extLst>
          </p:cNvPr>
          <p:cNvSpPr>
            <a:spLocks noGrp="1"/>
          </p:cNvSpPr>
          <p:nvPr/>
        </p:nvSpPr>
        <p:spPr>
          <a:xfrm>
            <a:off x="295665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9" name="F2_precision_recall_distributions_7563">
            <a:extLst>
              <a:ext uri="{FF2B5EF4-FFF2-40B4-BE49-F238E27FC236}">
                <a16:creationId xmlns:a16="http://schemas.microsoft.com/office/drawing/2014/main" id="{4536CC9F-6B05-45D7-AA91-48F037BA1CFA}"/>
              </a:ext>
            </a:extLst>
          </p:cNvPr>
          <p:cNvSpPr>
            <a:spLocks noGrp="1"/>
          </p:cNvSpPr>
          <p:nvPr/>
        </p:nvSpPr>
        <p:spPr>
          <a:xfrm>
            <a:off x="3103761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0" name="F2_precision_recall_distributions_7564">
            <a:extLst>
              <a:ext uri="{FF2B5EF4-FFF2-40B4-BE49-F238E27FC236}">
                <a16:creationId xmlns:a16="http://schemas.microsoft.com/office/drawing/2014/main" id="{891DBCB1-4CB9-41DD-80B4-C7A0468E9FBD}"/>
              </a:ext>
            </a:extLst>
          </p:cNvPr>
          <p:cNvSpPr>
            <a:spLocks noGrp="1"/>
          </p:cNvSpPr>
          <p:nvPr/>
        </p:nvSpPr>
        <p:spPr>
          <a:xfrm>
            <a:off x="305405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1" name="F2_precision_recall_distributions_7565">
            <a:extLst>
              <a:ext uri="{FF2B5EF4-FFF2-40B4-BE49-F238E27FC236}">
                <a16:creationId xmlns:a16="http://schemas.microsoft.com/office/drawing/2014/main" id="{98A48352-C1F2-401D-B493-5E6ABD2CAFAA}"/>
              </a:ext>
            </a:extLst>
          </p:cNvPr>
          <p:cNvSpPr>
            <a:spLocks noGrp="1"/>
          </p:cNvSpPr>
          <p:nvPr/>
        </p:nvSpPr>
        <p:spPr>
          <a:xfrm>
            <a:off x="300110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2" name="F2_precision_recall_distributions_7566">
            <a:extLst>
              <a:ext uri="{FF2B5EF4-FFF2-40B4-BE49-F238E27FC236}">
                <a16:creationId xmlns:a16="http://schemas.microsoft.com/office/drawing/2014/main" id="{0C19D199-D56F-4F9A-B716-87DF8B23693F}"/>
              </a:ext>
            </a:extLst>
          </p:cNvPr>
          <p:cNvSpPr>
            <a:spLocks noGrp="1"/>
          </p:cNvSpPr>
          <p:nvPr/>
        </p:nvSpPr>
        <p:spPr>
          <a:xfrm>
            <a:off x="3085569" y="73823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3" name="F2_precision_recall_distributions_7567">
            <a:extLst>
              <a:ext uri="{FF2B5EF4-FFF2-40B4-BE49-F238E27FC236}">
                <a16:creationId xmlns:a16="http://schemas.microsoft.com/office/drawing/2014/main" id="{5F99FDFC-8505-4D41-BAC6-DEBB3300DDBE}"/>
              </a:ext>
            </a:extLst>
          </p:cNvPr>
          <p:cNvSpPr>
            <a:spLocks noGrp="1"/>
          </p:cNvSpPr>
          <p:nvPr/>
        </p:nvSpPr>
        <p:spPr>
          <a:xfrm>
            <a:off x="3132488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4" name="F2_precision_recall_distributions_7568">
            <a:extLst>
              <a:ext uri="{FF2B5EF4-FFF2-40B4-BE49-F238E27FC236}">
                <a16:creationId xmlns:a16="http://schemas.microsoft.com/office/drawing/2014/main" id="{23FFAC77-ADE3-4D18-8446-FB1276CE3D92}"/>
              </a:ext>
            </a:extLst>
          </p:cNvPr>
          <p:cNvSpPr>
            <a:spLocks noGrp="1"/>
          </p:cNvSpPr>
          <p:nvPr/>
        </p:nvSpPr>
        <p:spPr>
          <a:xfrm>
            <a:off x="2830861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5" name="F2_precision_recall_distributions_7569">
            <a:extLst>
              <a:ext uri="{FF2B5EF4-FFF2-40B4-BE49-F238E27FC236}">
                <a16:creationId xmlns:a16="http://schemas.microsoft.com/office/drawing/2014/main" id="{C7400F36-00CD-42D7-9A8F-B4B6A14154C5}"/>
              </a:ext>
            </a:extLst>
          </p:cNvPr>
          <p:cNvSpPr>
            <a:spLocks noGrp="1"/>
          </p:cNvSpPr>
          <p:nvPr/>
        </p:nvSpPr>
        <p:spPr>
          <a:xfrm>
            <a:off x="289745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6" name="F2_precision_recall_distributions_7570">
            <a:extLst>
              <a:ext uri="{FF2B5EF4-FFF2-40B4-BE49-F238E27FC236}">
                <a16:creationId xmlns:a16="http://schemas.microsoft.com/office/drawing/2014/main" id="{F34D5D16-06AC-411D-A1C0-AAA864B422B1}"/>
              </a:ext>
            </a:extLst>
          </p:cNvPr>
          <p:cNvSpPr>
            <a:spLocks noGrp="1"/>
          </p:cNvSpPr>
          <p:nvPr/>
        </p:nvSpPr>
        <p:spPr>
          <a:xfrm>
            <a:off x="304321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7" name="F2_precision_recall_distributions_7571">
            <a:extLst>
              <a:ext uri="{FF2B5EF4-FFF2-40B4-BE49-F238E27FC236}">
                <a16:creationId xmlns:a16="http://schemas.microsoft.com/office/drawing/2014/main" id="{FB080A27-53D6-42B9-86C1-8A9EB9F1B588}"/>
              </a:ext>
            </a:extLst>
          </p:cNvPr>
          <p:cNvSpPr>
            <a:spLocks noGrp="1"/>
          </p:cNvSpPr>
          <p:nvPr/>
        </p:nvSpPr>
        <p:spPr>
          <a:xfrm>
            <a:off x="313919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8" name="F2_precision_recall_distributions_7572">
            <a:extLst>
              <a:ext uri="{FF2B5EF4-FFF2-40B4-BE49-F238E27FC236}">
                <a16:creationId xmlns:a16="http://schemas.microsoft.com/office/drawing/2014/main" id="{CEF87AE2-6CED-4B67-8CE8-C40A8F267257}"/>
              </a:ext>
            </a:extLst>
          </p:cNvPr>
          <p:cNvSpPr>
            <a:spLocks noGrp="1"/>
          </p:cNvSpPr>
          <p:nvPr/>
        </p:nvSpPr>
        <p:spPr>
          <a:xfrm>
            <a:off x="2996970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9" name="F2_precision_recall_distributions_7573">
            <a:extLst>
              <a:ext uri="{FF2B5EF4-FFF2-40B4-BE49-F238E27FC236}">
                <a16:creationId xmlns:a16="http://schemas.microsoft.com/office/drawing/2014/main" id="{50410B24-96E3-4B01-A764-52E2D35807D2}"/>
              </a:ext>
            </a:extLst>
          </p:cNvPr>
          <p:cNvSpPr>
            <a:spLocks noGrp="1"/>
          </p:cNvSpPr>
          <p:nvPr/>
        </p:nvSpPr>
        <p:spPr>
          <a:xfrm>
            <a:off x="318861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0" name="F2_precision_recall_distributions_7574">
            <a:extLst>
              <a:ext uri="{FF2B5EF4-FFF2-40B4-BE49-F238E27FC236}">
                <a16:creationId xmlns:a16="http://schemas.microsoft.com/office/drawing/2014/main" id="{65EDACD8-1173-4B38-B419-2D7EF25DC642}"/>
              </a:ext>
            </a:extLst>
          </p:cNvPr>
          <p:cNvSpPr>
            <a:spLocks noGrp="1"/>
          </p:cNvSpPr>
          <p:nvPr/>
        </p:nvSpPr>
        <p:spPr>
          <a:xfrm>
            <a:off x="2861353" y="73158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1" name="F2_precision_recall_distributions_7575">
            <a:extLst>
              <a:ext uri="{FF2B5EF4-FFF2-40B4-BE49-F238E27FC236}">
                <a16:creationId xmlns:a16="http://schemas.microsoft.com/office/drawing/2014/main" id="{2D8EC61E-3B99-4767-8E04-2D78BFFA4282}"/>
              </a:ext>
            </a:extLst>
          </p:cNvPr>
          <p:cNvSpPr>
            <a:spLocks noGrp="1"/>
          </p:cNvSpPr>
          <p:nvPr/>
        </p:nvSpPr>
        <p:spPr>
          <a:xfrm>
            <a:off x="2859846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2" name="F2_precision_recall_distributions_7576">
            <a:extLst>
              <a:ext uri="{FF2B5EF4-FFF2-40B4-BE49-F238E27FC236}">
                <a16:creationId xmlns:a16="http://schemas.microsoft.com/office/drawing/2014/main" id="{3FAC3C9F-9627-4C00-BA6C-3919BE889B13}"/>
              </a:ext>
            </a:extLst>
          </p:cNvPr>
          <p:cNvSpPr>
            <a:spLocks noGrp="1"/>
          </p:cNvSpPr>
          <p:nvPr/>
        </p:nvSpPr>
        <p:spPr>
          <a:xfrm>
            <a:off x="301935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3" name="F2_precision_recall_distributions_7577">
            <a:extLst>
              <a:ext uri="{FF2B5EF4-FFF2-40B4-BE49-F238E27FC236}">
                <a16:creationId xmlns:a16="http://schemas.microsoft.com/office/drawing/2014/main" id="{DF0C2EF3-DF5F-4633-89B5-78685D5A0A11}"/>
              </a:ext>
            </a:extLst>
          </p:cNvPr>
          <p:cNvSpPr>
            <a:spLocks noGrp="1"/>
          </p:cNvSpPr>
          <p:nvPr/>
        </p:nvSpPr>
        <p:spPr>
          <a:xfrm>
            <a:off x="294832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4" name="F2_precision_recall_distributions_7578">
            <a:extLst>
              <a:ext uri="{FF2B5EF4-FFF2-40B4-BE49-F238E27FC236}">
                <a16:creationId xmlns:a16="http://schemas.microsoft.com/office/drawing/2014/main" id="{E30B02B5-8E4C-47B9-A723-A60287B51892}"/>
              </a:ext>
            </a:extLst>
          </p:cNvPr>
          <p:cNvSpPr>
            <a:spLocks noGrp="1"/>
          </p:cNvSpPr>
          <p:nvPr/>
        </p:nvSpPr>
        <p:spPr>
          <a:xfrm>
            <a:off x="2902473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5" name="F2_precision_recall_distributions_7579">
            <a:extLst>
              <a:ext uri="{FF2B5EF4-FFF2-40B4-BE49-F238E27FC236}">
                <a16:creationId xmlns:a16="http://schemas.microsoft.com/office/drawing/2014/main" id="{1136AD42-B439-4511-94DB-116CF5A6CE67}"/>
              </a:ext>
            </a:extLst>
          </p:cNvPr>
          <p:cNvSpPr>
            <a:spLocks noGrp="1"/>
          </p:cNvSpPr>
          <p:nvPr/>
        </p:nvSpPr>
        <p:spPr>
          <a:xfrm>
            <a:off x="3182923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6" name="F2_precision_recall_distributions_7580">
            <a:extLst>
              <a:ext uri="{FF2B5EF4-FFF2-40B4-BE49-F238E27FC236}">
                <a16:creationId xmlns:a16="http://schemas.microsoft.com/office/drawing/2014/main" id="{3F6F2E45-BCC3-42B9-8E3B-3FC2B1E31AF4}"/>
              </a:ext>
            </a:extLst>
          </p:cNvPr>
          <p:cNvSpPr>
            <a:spLocks noGrp="1"/>
          </p:cNvSpPr>
          <p:nvPr/>
        </p:nvSpPr>
        <p:spPr>
          <a:xfrm>
            <a:off x="302416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7" name="F2_precision_recall_distributions_7581">
            <a:extLst>
              <a:ext uri="{FF2B5EF4-FFF2-40B4-BE49-F238E27FC236}">
                <a16:creationId xmlns:a16="http://schemas.microsoft.com/office/drawing/2014/main" id="{50961ADF-ACB9-4DE7-9782-FE816A5ECF18}"/>
              </a:ext>
            </a:extLst>
          </p:cNvPr>
          <p:cNvSpPr>
            <a:spLocks noGrp="1"/>
          </p:cNvSpPr>
          <p:nvPr/>
        </p:nvSpPr>
        <p:spPr>
          <a:xfrm>
            <a:off x="2873070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8" name="F2_precision_recall_distributions_7582">
            <a:extLst>
              <a:ext uri="{FF2B5EF4-FFF2-40B4-BE49-F238E27FC236}">
                <a16:creationId xmlns:a16="http://schemas.microsoft.com/office/drawing/2014/main" id="{0D7E4FFB-E6AD-4CDB-A67D-9F18D66BBA8C}"/>
              </a:ext>
            </a:extLst>
          </p:cNvPr>
          <p:cNvSpPr>
            <a:spLocks noGrp="1"/>
          </p:cNvSpPr>
          <p:nvPr/>
        </p:nvSpPr>
        <p:spPr>
          <a:xfrm>
            <a:off x="295788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9" name="F2_precision_recall_distributions_7583">
            <a:extLst>
              <a:ext uri="{FF2B5EF4-FFF2-40B4-BE49-F238E27FC236}">
                <a16:creationId xmlns:a16="http://schemas.microsoft.com/office/drawing/2014/main" id="{1E1E39FB-A9E7-40CE-865B-CDA50CB4D9C5}"/>
              </a:ext>
            </a:extLst>
          </p:cNvPr>
          <p:cNvSpPr>
            <a:spLocks noGrp="1"/>
          </p:cNvSpPr>
          <p:nvPr/>
        </p:nvSpPr>
        <p:spPr>
          <a:xfrm>
            <a:off x="2871359" y="73435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0" name="F2_precision_recall_distributions_7584">
            <a:extLst>
              <a:ext uri="{FF2B5EF4-FFF2-40B4-BE49-F238E27FC236}">
                <a16:creationId xmlns:a16="http://schemas.microsoft.com/office/drawing/2014/main" id="{7E2B6447-3282-45B4-AFA8-0E5D5C6782B3}"/>
              </a:ext>
            </a:extLst>
          </p:cNvPr>
          <p:cNvSpPr>
            <a:spLocks noGrp="1"/>
          </p:cNvSpPr>
          <p:nvPr/>
        </p:nvSpPr>
        <p:spPr>
          <a:xfrm>
            <a:off x="288477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1" name="F2_precision_recall_distributions_7585">
            <a:extLst>
              <a:ext uri="{FF2B5EF4-FFF2-40B4-BE49-F238E27FC236}">
                <a16:creationId xmlns:a16="http://schemas.microsoft.com/office/drawing/2014/main" id="{1AAAE944-F8A8-4C36-9FEC-0F1C8C993DEB}"/>
              </a:ext>
            </a:extLst>
          </p:cNvPr>
          <p:cNvSpPr>
            <a:spLocks noGrp="1"/>
          </p:cNvSpPr>
          <p:nvPr/>
        </p:nvSpPr>
        <p:spPr>
          <a:xfrm>
            <a:off x="290032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2" name="F2_precision_recall_distributions_7586">
            <a:extLst>
              <a:ext uri="{FF2B5EF4-FFF2-40B4-BE49-F238E27FC236}">
                <a16:creationId xmlns:a16="http://schemas.microsoft.com/office/drawing/2014/main" id="{CA9F4938-ECCA-4B32-8E28-E5B3C8A51688}"/>
              </a:ext>
            </a:extLst>
          </p:cNvPr>
          <p:cNvSpPr>
            <a:spLocks noGrp="1"/>
          </p:cNvSpPr>
          <p:nvPr/>
        </p:nvSpPr>
        <p:spPr>
          <a:xfrm>
            <a:off x="283998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3" name="F2_precision_recall_distributions_7587">
            <a:extLst>
              <a:ext uri="{FF2B5EF4-FFF2-40B4-BE49-F238E27FC236}">
                <a16:creationId xmlns:a16="http://schemas.microsoft.com/office/drawing/2014/main" id="{F792D3FD-9D03-43CB-ADD6-D00AA0BBA421}"/>
              </a:ext>
            </a:extLst>
          </p:cNvPr>
          <p:cNvSpPr>
            <a:spLocks noGrp="1"/>
          </p:cNvSpPr>
          <p:nvPr/>
        </p:nvSpPr>
        <p:spPr>
          <a:xfrm>
            <a:off x="298521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4" name="F2_precision_recall_distributions_7588">
            <a:extLst>
              <a:ext uri="{FF2B5EF4-FFF2-40B4-BE49-F238E27FC236}">
                <a16:creationId xmlns:a16="http://schemas.microsoft.com/office/drawing/2014/main" id="{4BA11040-039D-4F76-81F6-4EAA6C425C97}"/>
              </a:ext>
            </a:extLst>
          </p:cNvPr>
          <p:cNvSpPr>
            <a:spLocks noGrp="1"/>
          </p:cNvSpPr>
          <p:nvPr/>
        </p:nvSpPr>
        <p:spPr>
          <a:xfrm>
            <a:off x="3045785" y="72860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5" name="F2_precision_recall_distributions_7589">
            <a:extLst>
              <a:ext uri="{FF2B5EF4-FFF2-40B4-BE49-F238E27FC236}">
                <a16:creationId xmlns:a16="http://schemas.microsoft.com/office/drawing/2014/main" id="{D55BD991-DDE0-4C16-A504-5BA9E4FC5B55}"/>
              </a:ext>
            </a:extLst>
          </p:cNvPr>
          <p:cNvSpPr>
            <a:spLocks noGrp="1"/>
          </p:cNvSpPr>
          <p:nvPr/>
        </p:nvSpPr>
        <p:spPr>
          <a:xfrm>
            <a:off x="295986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6" name="F2_precision_recall_distributions_7590">
            <a:extLst>
              <a:ext uri="{FF2B5EF4-FFF2-40B4-BE49-F238E27FC236}">
                <a16:creationId xmlns:a16="http://schemas.microsoft.com/office/drawing/2014/main" id="{F78D6ABB-79FC-445D-A94D-6C3CA91E8EB2}"/>
              </a:ext>
            </a:extLst>
          </p:cNvPr>
          <p:cNvSpPr>
            <a:spLocks noGrp="1"/>
          </p:cNvSpPr>
          <p:nvPr/>
        </p:nvSpPr>
        <p:spPr>
          <a:xfrm>
            <a:off x="3070324" y="76453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7" name="F2_precision_recall_distributions_7591">
            <a:extLst>
              <a:ext uri="{FF2B5EF4-FFF2-40B4-BE49-F238E27FC236}">
                <a16:creationId xmlns:a16="http://schemas.microsoft.com/office/drawing/2014/main" id="{5EFBA258-CD8F-4B8A-9352-36612A044AA3}"/>
              </a:ext>
            </a:extLst>
          </p:cNvPr>
          <p:cNvSpPr>
            <a:spLocks noGrp="1"/>
          </p:cNvSpPr>
          <p:nvPr/>
        </p:nvSpPr>
        <p:spPr>
          <a:xfrm>
            <a:off x="308277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8" name="F2_precision_recall_distributions_7592">
            <a:extLst>
              <a:ext uri="{FF2B5EF4-FFF2-40B4-BE49-F238E27FC236}">
                <a16:creationId xmlns:a16="http://schemas.microsoft.com/office/drawing/2014/main" id="{581FBDFE-1286-491D-82AA-AD706A6FED79}"/>
              </a:ext>
            </a:extLst>
          </p:cNvPr>
          <p:cNvSpPr>
            <a:spLocks noGrp="1"/>
          </p:cNvSpPr>
          <p:nvPr/>
        </p:nvSpPr>
        <p:spPr>
          <a:xfrm>
            <a:off x="282497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9" name="F2_precision_recall_distributions_7593">
            <a:extLst>
              <a:ext uri="{FF2B5EF4-FFF2-40B4-BE49-F238E27FC236}">
                <a16:creationId xmlns:a16="http://schemas.microsoft.com/office/drawing/2014/main" id="{79B00B07-C0DE-4F1A-A6AE-B92E118357FE}"/>
              </a:ext>
            </a:extLst>
          </p:cNvPr>
          <p:cNvSpPr>
            <a:spLocks noGrp="1"/>
          </p:cNvSpPr>
          <p:nvPr/>
        </p:nvSpPr>
        <p:spPr>
          <a:xfrm>
            <a:off x="3055645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0" name="F2_precision_recall_distributions_7594">
            <a:extLst>
              <a:ext uri="{FF2B5EF4-FFF2-40B4-BE49-F238E27FC236}">
                <a16:creationId xmlns:a16="http://schemas.microsoft.com/office/drawing/2014/main" id="{E1A8E5E5-7FDB-4631-9D19-6742D6DC5498}"/>
              </a:ext>
            </a:extLst>
          </p:cNvPr>
          <p:cNvSpPr>
            <a:spLocks noGrp="1"/>
          </p:cNvSpPr>
          <p:nvPr/>
        </p:nvSpPr>
        <p:spPr>
          <a:xfrm>
            <a:off x="314986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1" name="F2_precision_recall_distributions_7595">
            <a:extLst>
              <a:ext uri="{FF2B5EF4-FFF2-40B4-BE49-F238E27FC236}">
                <a16:creationId xmlns:a16="http://schemas.microsoft.com/office/drawing/2014/main" id="{EB82ACCC-F26A-4C12-B9C8-6634ADAF4B20}"/>
              </a:ext>
            </a:extLst>
          </p:cNvPr>
          <p:cNvSpPr>
            <a:spLocks noGrp="1"/>
          </p:cNvSpPr>
          <p:nvPr/>
        </p:nvSpPr>
        <p:spPr>
          <a:xfrm>
            <a:off x="296710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2" name="F2_precision_recall_distributions_7596">
            <a:extLst>
              <a:ext uri="{FF2B5EF4-FFF2-40B4-BE49-F238E27FC236}">
                <a16:creationId xmlns:a16="http://schemas.microsoft.com/office/drawing/2014/main" id="{BB34D813-E2B4-4846-BE09-7150A146D6B5}"/>
              </a:ext>
            </a:extLst>
          </p:cNvPr>
          <p:cNvSpPr>
            <a:spLocks noGrp="1"/>
          </p:cNvSpPr>
          <p:nvPr/>
        </p:nvSpPr>
        <p:spPr>
          <a:xfrm>
            <a:off x="302499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3" name="F2_precision_recall_distributions_7597">
            <a:extLst>
              <a:ext uri="{FF2B5EF4-FFF2-40B4-BE49-F238E27FC236}">
                <a16:creationId xmlns:a16="http://schemas.microsoft.com/office/drawing/2014/main" id="{FCC74085-8E72-422F-B9D3-4DCB87450FC9}"/>
              </a:ext>
            </a:extLst>
          </p:cNvPr>
          <p:cNvSpPr>
            <a:spLocks noGrp="1"/>
          </p:cNvSpPr>
          <p:nvPr/>
        </p:nvSpPr>
        <p:spPr>
          <a:xfrm>
            <a:off x="308843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4" name="F2_precision_recall_distributions_7598">
            <a:extLst>
              <a:ext uri="{FF2B5EF4-FFF2-40B4-BE49-F238E27FC236}">
                <a16:creationId xmlns:a16="http://schemas.microsoft.com/office/drawing/2014/main" id="{C0BF40CC-5D32-416E-B2C8-9DB74F007B41}"/>
              </a:ext>
            </a:extLst>
          </p:cNvPr>
          <p:cNvSpPr>
            <a:spLocks noGrp="1"/>
          </p:cNvSpPr>
          <p:nvPr/>
        </p:nvSpPr>
        <p:spPr>
          <a:xfrm>
            <a:off x="3021512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5" name="F2_precision_recall_distributions_7599">
            <a:extLst>
              <a:ext uri="{FF2B5EF4-FFF2-40B4-BE49-F238E27FC236}">
                <a16:creationId xmlns:a16="http://schemas.microsoft.com/office/drawing/2014/main" id="{109E3230-C67B-4424-9A56-4D803A9BC9C7}"/>
              </a:ext>
            </a:extLst>
          </p:cNvPr>
          <p:cNvSpPr>
            <a:spLocks noGrp="1"/>
          </p:cNvSpPr>
          <p:nvPr/>
        </p:nvSpPr>
        <p:spPr>
          <a:xfrm>
            <a:off x="283205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6" name="F2_precision_recall_distributions_7600">
            <a:extLst>
              <a:ext uri="{FF2B5EF4-FFF2-40B4-BE49-F238E27FC236}">
                <a16:creationId xmlns:a16="http://schemas.microsoft.com/office/drawing/2014/main" id="{1AC66AE1-FD17-44ED-ABF9-52DC5EF8E1F2}"/>
              </a:ext>
            </a:extLst>
          </p:cNvPr>
          <p:cNvSpPr>
            <a:spLocks noGrp="1"/>
          </p:cNvSpPr>
          <p:nvPr/>
        </p:nvSpPr>
        <p:spPr>
          <a:xfrm>
            <a:off x="316895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7" name="F2_precision_recall_distributions_7601">
            <a:extLst>
              <a:ext uri="{FF2B5EF4-FFF2-40B4-BE49-F238E27FC236}">
                <a16:creationId xmlns:a16="http://schemas.microsoft.com/office/drawing/2014/main" id="{A470F284-93B0-4FAA-8A7D-5D0D35D11623}"/>
              </a:ext>
            </a:extLst>
          </p:cNvPr>
          <p:cNvSpPr>
            <a:spLocks noGrp="1"/>
          </p:cNvSpPr>
          <p:nvPr/>
        </p:nvSpPr>
        <p:spPr>
          <a:xfrm>
            <a:off x="2859414" y="77379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8" name="F2_precision_recall_distributions_7602">
            <a:extLst>
              <a:ext uri="{FF2B5EF4-FFF2-40B4-BE49-F238E27FC236}">
                <a16:creationId xmlns:a16="http://schemas.microsoft.com/office/drawing/2014/main" id="{AE8B8B4C-4F7B-4016-B65E-C955BEB2ED06}"/>
              </a:ext>
            </a:extLst>
          </p:cNvPr>
          <p:cNvSpPr>
            <a:spLocks noGrp="1"/>
          </p:cNvSpPr>
          <p:nvPr/>
        </p:nvSpPr>
        <p:spPr>
          <a:xfrm>
            <a:off x="317137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9" name="F2_precision_recall_distributions_7603">
            <a:extLst>
              <a:ext uri="{FF2B5EF4-FFF2-40B4-BE49-F238E27FC236}">
                <a16:creationId xmlns:a16="http://schemas.microsoft.com/office/drawing/2014/main" id="{4229D35A-A0CA-4849-92B0-FD8CF735429B}"/>
              </a:ext>
            </a:extLst>
          </p:cNvPr>
          <p:cNvSpPr>
            <a:spLocks noGrp="1"/>
          </p:cNvSpPr>
          <p:nvPr/>
        </p:nvSpPr>
        <p:spPr>
          <a:xfrm>
            <a:off x="3156027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0" name="F2_precision_recall_distributions_7604">
            <a:extLst>
              <a:ext uri="{FF2B5EF4-FFF2-40B4-BE49-F238E27FC236}">
                <a16:creationId xmlns:a16="http://schemas.microsoft.com/office/drawing/2014/main" id="{1A5FD71D-3CBB-4466-A257-4D0571203B98}"/>
              </a:ext>
            </a:extLst>
          </p:cNvPr>
          <p:cNvSpPr>
            <a:spLocks noGrp="1"/>
          </p:cNvSpPr>
          <p:nvPr/>
        </p:nvSpPr>
        <p:spPr>
          <a:xfrm>
            <a:off x="298055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1" name="F2_precision_recall_distributions_7605">
            <a:extLst>
              <a:ext uri="{FF2B5EF4-FFF2-40B4-BE49-F238E27FC236}">
                <a16:creationId xmlns:a16="http://schemas.microsoft.com/office/drawing/2014/main" id="{6FC694DB-6CBB-4C30-8655-035131500F78}"/>
              </a:ext>
            </a:extLst>
          </p:cNvPr>
          <p:cNvSpPr>
            <a:spLocks noGrp="1"/>
          </p:cNvSpPr>
          <p:nvPr/>
        </p:nvSpPr>
        <p:spPr>
          <a:xfrm>
            <a:off x="306204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2" name="F2_precision_recall_distributions_7606">
            <a:extLst>
              <a:ext uri="{FF2B5EF4-FFF2-40B4-BE49-F238E27FC236}">
                <a16:creationId xmlns:a16="http://schemas.microsoft.com/office/drawing/2014/main" id="{BFC0BCB7-23D3-4B53-8024-621FFD6D975B}"/>
              </a:ext>
            </a:extLst>
          </p:cNvPr>
          <p:cNvSpPr>
            <a:spLocks noGrp="1"/>
          </p:cNvSpPr>
          <p:nvPr/>
        </p:nvSpPr>
        <p:spPr>
          <a:xfrm>
            <a:off x="302478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3" name="F2_precision_recall_distributions_7607">
            <a:extLst>
              <a:ext uri="{FF2B5EF4-FFF2-40B4-BE49-F238E27FC236}">
                <a16:creationId xmlns:a16="http://schemas.microsoft.com/office/drawing/2014/main" id="{A571FAE6-1BD5-461C-9744-0793096F849D}"/>
              </a:ext>
            </a:extLst>
          </p:cNvPr>
          <p:cNvSpPr>
            <a:spLocks noGrp="1"/>
          </p:cNvSpPr>
          <p:nvPr/>
        </p:nvSpPr>
        <p:spPr>
          <a:xfrm>
            <a:off x="2910038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4" name="F2_precision_recall_distributions_7608">
            <a:extLst>
              <a:ext uri="{FF2B5EF4-FFF2-40B4-BE49-F238E27FC236}">
                <a16:creationId xmlns:a16="http://schemas.microsoft.com/office/drawing/2014/main" id="{105FAC64-48E4-4DE2-8225-56D0BE4496D6}"/>
              </a:ext>
            </a:extLst>
          </p:cNvPr>
          <p:cNvSpPr>
            <a:spLocks noGrp="1"/>
          </p:cNvSpPr>
          <p:nvPr/>
        </p:nvSpPr>
        <p:spPr>
          <a:xfrm>
            <a:off x="298318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5" name="F2_precision_recall_distributions_7609">
            <a:extLst>
              <a:ext uri="{FF2B5EF4-FFF2-40B4-BE49-F238E27FC236}">
                <a16:creationId xmlns:a16="http://schemas.microsoft.com/office/drawing/2014/main" id="{6DC6735D-CB8C-4423-A0BF-A2B38A605CFD}"/>
              </a:ext>
            </a:extLst>
          </p:cNvPr>
          <p:cNvSpPr>
            <a:spLocks noGrp="1"/>
          </p:cNvSpPr>
          <p:nvPr/>
        </p:nvSpPr>
        <p:spPr>
          <a:xfrm>
            <a:off x="2948017" y="756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6" name="F2_precision_recall_distributions_7610">
            <a:extLst>
              <a:ext uri="{FF2B5EF4-FFF2-40B4-BE49-F238E27FC236}">
                <a16:creationId xmlns:a16="http://schemas.microsoft.com/office/drawing/2014/main" id="{64196A16-77D8-483C-972E-FEE2C657E83F}"/>
              </a:ext>
            </a:extLst>
          </p:cNvPr>
          <p:cNvSpPr>
            <a:spLocks noGrp="1"/>
          </p:cNvSpPr>
          <p:nvPr/>
        </p:nvSpPr>
        <p:spPr>
          <a:xfrm>
            <a:off x="312201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7" name="F2_precision_recall_distributions_7611">
            <a:extLst>
              <a:ext uri="{FF2B5EF4-FFF2-40B4-BE49-F238E27FC236}">
                <a16:creationId xmlns:a16="http://schemas.microsoft.com/office/drawing/2014/main" id="{2B36674E-7CA4-404F-BB66-57E6A4DCCC1E}"/>
              </a:ext>
            </a:extLst>
          </p:cNvPr>
          <p:cNvSpPr>
            <a:spLocks noGrp="1"/>
          </p:cNvSpPr>
          <p:nvPr/>
        </p:nvSpPr>
        <p:spPr>
          <a:xfrm>
            <a:off x="305125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8" name="F2_precision_recall_distributions_7612">
            <a:extLst>
              <a:ext uri="{FF2B5EF4-FFF2-40B4-BE49-F238E27FC236}">
                <a16:creationId xmlns:a16="http://schemas.microsoft.com/office/drawing/2014/main" id="{322AF025-C9E3-428E-A187-E923CA893585}"/>
              </a:ext>
            </a:extLst>
          </p:cNvPr>
          <p:cNvSpPr>
            <a:spLocks noGrp="1"/>
          </p:cNvSpPr>
          <p:nvPr/>
        </p:nvSpPr>
        <p:spPr>
          <a:xfrm>
            <a:off x="312098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9" name="F2_precision_recall_distributions_7613">
            <a:extLst>
              <a:ext uri="{FF2B5EF4-FFF2-40B4-BE49-F238E27FC236}">
                <a16:creationId xmlns:a16="http://schemas.microsoft.com/office/drawing/2014/main" id="{00C5B7B4-9E30-46D6-8E23-87556C2953F6}"/>
              </a:ext>
            </a:extLst>
          </p:cNvPr>
          <p:cNvSpPr>
            <a:spLocks noGrp="1"/>
          </p:cNvSpPr>
          <p:nvPr/>
        </p:nvSpPr>
        <p:spPr>
          <a:xfrm>
            <a:off x="3126194" y="75198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0" name="F2_precision_recall_distributions_7614">
            <a:extLst>
              <a:ext uri="{FF2B5EF4-FFF2-40B4-BE49-F238E27FC236}">
                <a16:creationId xmlns:a16="http://schemas.microsoft.com/office/drawing/2014/main" id="{C4A39CC5-7884-4069-BB30-29972F2BDA04}"/>
              </a:ext>
            </a:extLst>
          </p:cNvPr>
          <p:cNvSpPr>
            <a:spLocks noGrp="1"/>
          </p:cNvSpPr>
          <p:nvPr/>
        </p:nvSpPr>
        <p:spPr>
          <a:xfrm>
            <a:off x="317139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1" name="F2_precision_recall_distributions_7615">
            <a:extLst>
              <a:ext uri="{FF2B5EF4-FFF2-40B4-BE49-F238E27FC236}">
                <a16:creationId xmlns:a16="http://schemas.microsoft.com/office/drawing/2014/main" id="{C5D0F354-D2F1-4C95-AECE-DB55D9D54484}"/>
              </a:ext>
            </a:extLst>
          </p:cNvPr>
          <p:cNvSpPr>
            <a:spLocks noGrp="1"/>
          </p:cNvSpPr>
          <p:nvPr/>
        </p:nvSpPr>
        <p:spPr>
          <a:xfrm>
            <a:off x="3138784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2" name="F2_precision_recall_distributions_7616">
            <a:extLst>
              <a:ext uri="{FF2B5EF4-FFF2-40B4-BE49-F238E27FC236}">
                <a16:creationId xmlns:a16="http://schemas.microsoft.com/office/drawing/2014/main" id="{1F77F4E5-1917-4B57-9EAF-379778FA907D}"/>
              </a:ext>
            </a:extLst>
          </p:cNvPr>
          <p:cNvSpPr>
            <a:spLocks noGrp="1"/>
          </p:cNvSpPr>
          <p:nvPr/>
        </p:nvSpPr>
        <p:spPr>
          <a:xfrm>
            <a:off x="2827260" y="70229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3" name="F2_precision_recall_distributions_7617">
            <a:extLst>
              <a:ext uri="{FF2B5EF4-FFF2-40B4-BE49-F238E27FC236}">
                <a16:creationId xmlns:a16="http://schemas.microsoft.com/office/drawing/2014/main" id="{47CE22CC-0395-41E7-B550-88E947ABBAE9}"/>
              </a:ext>
            </a:extLst>
          </p:cNvPr>
          <p:cNvSpPr>
            <a:spLocks noGrp="1"/>
          </p:cNvSpPr>
          <p:nvPr/>
        </p:nvSpPr>
        <p:spPr>
          <a:xfrm>
            <a:off x="3039617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4" name="F2_precision_recall_distributions_7618">
            <a:extLst>
              <a:ext uri="{FF2B5EF4-FFF2-40B4-BE49-F238E27FC236}">
                <a16:creationId xmlns:a16="http://schemas.microsoft.com/office/drawing/2014/main" id="{FBC08EE5-15DA-4B1B-B3B4-17A106790FB1}"/>
              </a:ext>
            </a:extLst>
          </p:cNvPr>
          <p:cNvSpPr>
            <a:spLocks noGrp="1"/>
          </p:cNvSpPr>
          <p:nvPr/>
        </p:nvSpPr>
        <p:spPr>
          <a:xfrm>
            <a:off x="3073809" y="713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5" name="F2_precision_recall_distributions_7619">
            <a:extLst>
              <a:ext uri="{FF2B5EF4-FFF2-40B4-BE49-F238E27FC236}">
                <a16:creationId xmlns:a16="http://schemas.microsoft.com/office/drawing/2014/main" id="{F0C01856-D32B-4F1F-BCEB-94D8F45F44DB}"/>
              </a:ext>
            </a:extLst>
          </p:cNvPr>
          <p:cNvSpPr>
            <a:spLocks noGrp="1"/>
          </p:cNvSpPr>
          <p:nvPr/>
        </p:nvSpPr>
        <p:spPr>
          <a:xfrm>
            <a:off x="305591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6" name="F2_precision_recall_distributions_7620">
            <a:extLst>
              <a:ext uri="{FF2B5EF4-FFF2-40B4-BE49-F238E27FC236}">
                <a16:creationId xmlns:a16="http://schemas.microsoft.com/office/drawing/2014/main" id="{BAFE9196-49B9-405D-8296-70F9050AFFD9}"/>
              </a:ext>
            </a:extLst>
          </p:cNvPr>
          <p:cNvSpPr>
            <a:spLocks noGrp="1"/>
          </p:cNvSpPr>
          <p:nvPr/>
        </p:nvSpPr>
        <p:spPr>
          <a:xfrm>
            <a:off x="2881790" y="76453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7" name="F2_precision_recall_distributions_7621">
            <a:extLst>
              <a:ext uri="{FF2B5EF4-FFF2-40B4-BE49-F238E27FC236}">
                <a16:creationId xmlns:a16="http://schemas.microsoft.com/office/drawing/2014/main" id="{C8B70F6A-C9DC-4EA9-916E-165ABE131C0F}"/>
              </a:ext>
            </a:extLst>
          </p:cNvPr>
          <p:cNvSpPr>
            <a:spLocks noGrp="1"/>
          </p:cNvSpPr>
          <p:nvPr/>
        </p:nvSpPr>
        <p:spPr>
          <a:xfrm>
            <a:off x="294253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8" name="F2_precision_recall_distributions_7622">
            <a:extLst>
              <a:ext uri="{FF2B5EF4-FFF2-40B4-BE49-F238E27FC236}">
                <a16:creationId xmlns:a16="http://schemas.microsoft.com/office/drawing/2014/main" id="{8AB449B3-352D-43AE-B346-6A617D782E7B}"/>
              </a:ext>
            </a:extLst>
          </p:cNvPr>
          <p:cNvSpPr>
            <a:spLocks noGrp="1"/>
          </p:cNvSpPr>
          <p:nvPr/>
        </p:nvSpPr>
        <p:spPr>
          <a:xfrm>
            <a:off x="2901493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9" name="F2_precision_recall_distributions_7623">
            <a:extLst>
              <a:ext uri="{FF2B5EF4-FFF2-40B4-BE49-F238E27FC236}">
                <a16:creationId xmlns:a16="http://schemas.microsoft.com/office/drawing/2014/main" id="{3646F8F5-2FC9-4E54-8A3E-37E5E0FE2318}"/>
              </a:ext>
            </a:extLst>
          </p:cNvPr>
          <p:cNvSpPr>
            <a:spLocks noGrp="1"/>
          </p:cNvSpPr>
          <p:nvPr/>
        </p:nvSpPr>
        <p:spPr>
          <a:xfrm>
            <a:off x="2981197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0" name="F2_precision_recall_distributions_7624">
            <a:extLst>
              <a:ext uri="{FF2B5EF4-FFF2-40B4-BE49-F238E27FC236}">
                <a16:creationId xmlns:a16="http://schemas.microsoft.com/office/drawing/2014/main" id="{0CA477C5-D383-4476-B9A8-EDBFA384ABBA}"/>
              </a:ext>
            </a:extLst>
          </p:cNvPr>
          <p:cNvSpPr>
            <a:spLocks noGrp="1"/>
          </p:cNvSpPr>
          <p:nvPr/>
        </p:nvSpPr>
        <p:spPr>
          <a:xfrm>
            <a:off x="308142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1" name="F2_precision_recall_distributions_7625">
            <a:extLst>
              <a:ext uri="{FF2B5EF4-FFF2-40B4-BE49-F238E27FC236}">
                <a16:creationId xmlns:a16="http://schemas.microsoft.com/office/drawing/2014/main" id="{F38C8E51-78DD-429E-96D9-10B6DDDDC95C}"/>
              </a:ext>
            </a:extLst>
          </p:cNvPr>
          <p:cNvSpPr>
            <a:spLocks noGrp="1"/>
          </p:cNvSpPr>
          <p:nvPr/>
        </p:nvSpPr>
        <p:spPr>
          <a:xfrm>
            <a:off x="2904675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2" name="F2_precision_recall_distributions_7626">
            <a:extLst>
              <a:ext uri="{FF2B5EF4-FFF2-40B4-BE49-F238E27FC236}">
                <a16:creationId xmlns:a16="http://schemas.microsoft.com/office/drawing/2014/main" id="{E0D771C8-9F72-4034-BD4C-AA197E5479D3}"/>
              </a:ext>
            </a:extLst>
          </p:cNvPr>
          <p:cNvSpPr>
            <a:spLocks noGrp="1"/>
          </p:cNvSpPr>
          <p:nvPr/>
        </p:nvSpPr>
        <p:spPr>
          <a:xfrm>
            <a:off x="3012733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3" name="F2_precision_recall_distributions_7627">
            <a:extLst>
              <a:ext uri="{FF2B5EF4-FFF2-40B4-BE49-F238E27FC236}">
                <a16:creationId xmlns:a16="http://schemas.microsoft.com/office/drawing/2014/main" id="{6F07F74B-5CB2-41FD-8022-778F1228F9F4}"/>
              </a:ext>
            </a:extLst>
          </p:cNvPr>
          <p:cNvSpPr>
            <a:spLocks noGrp="1"/>
          </p:cNvSpPr>
          <p:nvPr/>
        </p:nvSpPr>
        <p:spPr>
          <a:xfrm>
            <a:off x="3188838" y="75725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4" name="F2_precision_recall_distributions_7628">
            <a:extLst>
              <a:ext uri="{FF2B5EF4-FFF2-40B4-BE49-F238E27FC236}">
                <a16:creationId xmlns:a16="http://schemas.microsoft.com/office/drawing/2014/main" id="{2F62E181-C693-4F87-B03E-8CA28E17CF3C}"/>
              </a:ext>
            </a:extLst>
          </p:cNvPr>
          <p:cNvSpPr>
            <a:spLocks noGrp="1"/>
          </p:cNvSpPr>
          <p:nvPr/>
        </p:nvSpPr>
        <p:spPr>
          <a:xfrm>
            <a:off x="3129979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5" name="F2_precision_recall_distributions_7629">
            <a:extLst>
              <a:ext uri="{FF2B5EF4-FFF2-40B4-BE49-F238E27FC236}">
                <a16:creationId xmlns:a16="http://schemas.microsoft.com/office/drawing/2014/main" id="{AE986766-5A4A-47F9-A91D-D3BB395B8DE5}"/>
              </a:ext>
            </a:extLst>
          </p:cNvPr>
          <p:cNvSpPr>
            <a:spLocks noGrp="1"/>
          </p:cNvSpPr>
          <p:nvPr/>
        </p:nvSpPr>
        <p:spPr>
          <a:xfrm>
            <a:off x="2879464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6" name="F2_precision_recall_distributions_7630">
            <a:extLst>
              <a:ext uri="{FF2B5EF4-FFF2-40B4-BE49-F238E27FC236}">
                <a16:creationId xmlns:a16="http://schemas.microsoft.com/office/drawing/2014/main" id="{0E583FFA-DEC7-40AC-AAC7-166B74311D19}"/>
              </a:ext>
            </a:extLst>
          </p:cNvPr>
          <p:cNvSpPr>
            <a:spLocks noGrp="1"/>
          </p:cNvSpPr>
          <p:nvPr/>
        </p:nvSpPr>
        <p:spPr>
          <a:xfrm>
            <a:off x="284097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7" name="F2_precision_recall_distributions_7631">
            <a:extLst>
              <a:ext uri="{FF2B5EF4-FFF2-40B4-BE49-F238E27FC236}">
                <a16:creationId xmlns:a16="http://schemas.microsoft.com/office/drawing/2014/main" id="{30941A2C-1EE1-4958-85CE-1BB106936428}"/>
              </a:ext>
            </a:extLst>
          </p:cNvPr>
          <p:cNvSpPr>
            <a:spLocks noGrp="1"/>
          </p:cNvSpPr>
          <p:nvPr/>
        </p:nvSpPr>
        <p:spPr>
          <a:xfrm>
            <a:off x="3089775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8" name="F2_precision_recall_distributions_7632">
            <a:extLst>
              <a:ext uri="{FF2B5EF4-FFF2-40B4-BE49-F238E27FC236}">
                <a16:creationId xmlns:a16="http://schemas.microsoft.com/office/drawing/2014/main" id="{865B7036-64A5-4EF3-9D64-DAB21ADD38D7}"/>
              </a:ext>
            </a:extLst>
          </p:cNvPr>
          <p:cNvSpPr>
            <a:spLocks noGrp="1"/>
          </p:cNvSpPr>
          <p:nvPr/>
        </p:nvSpPr>
        <p:spPr>
          <a:xfrm>
            <a:off x="2913926" y="71785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9" name="F2_precision_recall_distributions_7633">
            <a:extLst>
              <a:ext uri="{FF2B5EF4-FFF2-40B4-BE49-F238E27FC236}">
                <a16:creationId xmlns:a16="http://schemas.microsoft.com/office/drawing/2014/main" id="{241536F2-E70C-4D31-B874-4B8FAF3FA755}"/>
              </a:ext>
            </a:extLst>
          </p:cNvPr>
          <p:cNvSpPr>
            <a:spLocks noGrp="1"/>
          </p:cNvSpPr>
          <p:nvPr/>
        </p:nvSpPr>
        <p:spPr>
          <a:xfrm>
            <a:off x="2967225" y="75155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0" name="F2_precision_recall_distributions_7634">
            <a:extLst>
              <a:ext uri="{FF2B5EF4-FFF2-40B4-BE49-F238E27FC236}">
                <a16:creationId xmlns:a16="http://schemas.microsoft.com/office/drawing/2014/main" id="{72E0A3AF-B1B1-4A00-B352-8B9C0D9AEEAB}"/>
              </a:ext>
            </a:extLst>
          </p:cNvPr>
          <p:cNvSpPr>
            <a:spLocks noGrp="1"/>
          </p:cNvSpPr>
          <p:nvPr/>
        </p:nvSpPr>
        <p:spPr>
          <a:xfrm>
            <a:off x="312208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1" name="F2_precision_recall_distributions_7635">
            <a:extLst>
              <a:ext uri="{FF2B5EF4-FFF2-40B4-BE49-F238E27FC236}">
                <a16:creationId xmlns:a16="http://schemas.microsoft.com/office/drawing/2014/main" id="{AA046EE3-7333-4401-978A-0612CA49089C}"/>
              </a:ext>
            </a:extLst>
          </p:cNvPr>
          <p:cNvSpPr>
            <a:spLocks noGrp="1"/>
          </p:cNvSpPr>
          <p:nvPr/>
        </p:nvSpPr>
        <p:spPr>
          <a:xfrm>
            <a:off x="3150290" y="74513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2" name="F2_precision_recall_distributions_7636">
            <a:extLst>
              <a:ext uri="{FF2B5EF4-FFF2-40B4-BE49-F238E27FC236}">
                <a16:creationId xmlns:a16="http://schemas.microsoft.com/office/drawing/2014/main" id="{43591E27-615D-42EE-875E-2235E404B174}"/>
              </a:ext>
            </a:extLst>
          </p:cNvPr>
          <p:cNvSpPr>
            <a:spLocks noGrp="1"/>
          </p:cNvSpPr>
          <p:nvPr/>
        </p:nvSpPr>
        <p:spPr>
          <a:xfrm>
            <a:off x="2834105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3" name="F2_precision_recall_distributions_7637">
            <a:extLst>
              <a:ext uri="{FF2B5EF4-FFF2-40B4-BE49-F238E27FC236}">
                <a16:creationId xmlns:a16="http://schemas.microsoft.com/office/drawing/2014/main" id="{C74076A8-27CC-49E2-8733-2BFA7BF01A56}"/>
              </a:ext>
            </a:extLst>
          </p:cNvPr>
          <p:cNvSpPr>
            <a:spLocks noGrp="1"/>
          </p:cNvSpPr>
          <p:nvPr/>
        </p:nvSpPr>
        <p:spPr>
          <a:xfrm>
            <a:off x="2894466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4" name="F2_precision_recall_distributions_7638">
            <a:extLst>
              <a:ext uri="{FF2B5EF4-FFF2-40B4-BE49-F238E27FC236}">
                <a16:creationId xmlns:a16="http://schemas.microsoft.com/office/drawing/2014/main" id="{7839653D-865A-46E5-916B-A3B152F8DA46}"/>
              </a:ext>
            </a:extLst>
          </p:cNvPr>
          <p:cNvSpPr>
            <a:spLocks noGrp="1"/>
          </p:cNvSpPr>
          <p:nvPr/>
        </p:nvSpPr>
        <p:spPr>
          <a:xfrm>
            <a:off x="310061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5" name="F2_precision_recall_distributions_7639">
            <a:extLst>
              <a:ext uri="{FF2B5EF4-FFF2-40B4-BE49-F238E27FC236}">
                <a16:creationId xmlns:a16="http://schemas.microsoft.com/office/drawing/2014/main" id="{A3626ACF-C91C-431D-8C6A-1DB493B7C0C7}"/>
              </a:ext>
            </a:extLst>
          </p:cNvPr>
          <p:cNvSpPr>
            <a:spLocks noGrp="1"/>
          </p:cNvSpPr>
          <p:nvPr/>
        </p:nvSpPr>
        <p:spPr>
          <a:xfrm>
            <a:off x="282963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6" name="F2_precision_recall_distributions_7640">
            <a:extLst>
              <a:ext uri="{FF2B5EF4-FFF2-40B4-BE49-F238E27FC236}">
                <a16:creationId xmlns:a16="http://schemas.microsoft.com/office/drawing/2014/main" id="{8DBE5131-D847-4FAA-B114-68CEBDC9DC6D}"/>
              </a:ext>
            </a:extLst>
          </p:cNvPr>
          <p:cNvSpPr>
            <a:spLocks noGrp="1"/>
          </p:cNvSpPr>
          <p:nvPr/>
        </p:nvSpPr>
        <p:spPr>
          <a:xfrm>
            <a:off x="2957258" y="70875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7" name="F2_precision_recall_distributions_7641">
            <a:extLst>
              <a:ext uri="{FF2B5EF4-FFF2-40B4-BE49-F238E27FC236}">
                <a16:creationId xmlns:a16="http://schemas.microsoft.com/office/drawing/2014/main" id="{61D7C108-2259-40D7-B4D3-A0612457CC00}"/>
              </a:ext>
            </a:extLst>
          </p:cNvPr>
          <p:cNvSpPr>
            <a:spLocks noGrp="1"/>
          </p:cNvSpPr>
          <p:nvPr/>
        </p:nvSpPr>
        <p:spPr>
          <a:xfrm>
            <a:off x="291809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8" name="F2_precision_recall_distributions_7642">
            <a:extLst>
              <a:ext uri="{FF2B5EF4-FFF2-40B4-BE49-F238E27FC236}">
                <a16:creationId xmlns:a16="http://schemas.microsoft.com/office/drawing/2014/main" id="{35B980CA-33DB-4824-9BFF-8A594706EBAA}"/>
              </a:ext>
            </a:extLst>
          </p:cNvPr>
          <p:cNvSpPr>
            <a:spLocks noGrp="1"/>
          </p:cNvSpPr>
          <p:nvPr/>
        </p:nvSpPr>
        <p:spPr>
          <a:xfrm>
            <a:off x="294647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9" name="F2_precision_recall_distributions_7643">
            <a:extLst>
              <a:ext uri="{FF2B5EF4-FFF2-40B4-BE49-F238E27FC236}">
                <a16:creationId xmlns:a16="http://schemas.microsoft.com/office/drawing/2014/main" id="{3AE6DFBD-4E7A-486D-9D7C-B319664302CC}"/>
              </a:ext>
            </a:extLst>
          </p:cNvPr>
          <p:cNvSpPr>
            <a:spLocks noGrp="1"/>
          </p:cNvSpPr>
          <p:nvPr/>
        </p:nvSpPr>
        <p:spPr>
          <a:xfrm>
            <a:off x="3059681" y="76824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0" name="F2_precision_recall_distributions_7644">
            <a:extLst>
              <a:ext uri="{FF2B5EF4-FFF2-40B4-BE49-F238E27FC236}">
                <a16:creationId xmlns:a16="http://schemas.microsoft.com/office/drawing/2014/main" id="{B5581494-77C9-4E22-A3D5-98C4215707BF}"/>
              </a:ext>
            </a:extLst>
          </p:cNvPr>
          <p:cNvSpPr>
            <a:spLocks noGrp="1"/>
          </p:cNvSpPr>
          <p:nvPr/>
        </p:nvSpPr>
        <p:spPr>
          <a:xfrm>
            <a:off x="317530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1" name="F2_precision_recall_distributions_7645">
            <a:extLst>
              <a:ext uri="{FF2B5EF4-FFF2-40B4-BE49-F238E27FC236}">
                <a16:creationId xmlns:a16="http://schemas.microsoft.com/office/drawing/2014/main" id="{E6A8DB9C-5D63-4431-AA25-5B26D4D7532E}"/>
              </a:ext>
            </a:extLst>
          </p:cNvPr>
          <p:cNvSpPr>
            <a:spLocks noGrp="1"/>
          </p:cNvSpPr>
          <p:nvPr/>
        </p:nvSpPr>
        <p:spPr>
          <a:xfrm>
            <a:off x="295107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2" name="F2_precision_recall_distributions_7646">
            <a:extLst>
              <a:ext uri="{FF2B5EF4-FFF2-40B4-BE49-F238E27FC236}">
                <a16:creationId xmlns:a16="http://schemas.microsoft.com/office/drawing/2014/main" id="{6A2BF228-51D6-4A3E-A79A-0D321C3E4BA5}"/>
              </a:ext>
            </a:extLst>
          </p:cNvPr>
          <p:cNvSpPr>
            <a:spLocks noGrp="1"/>
          </p:cNvSpPr>
          <p:nvPr/>
        </p:nvSpPr>
        <p:spPr>
          <a:xfrm>
            <a:off x="3842873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438" y="842186"/>
                </a:lnTo>
                <a:lnTo>
                  <a:pt x="21225" y="835606"/>
                </a:lnTo>
                <a:lnTo>
                  <a:pt x="45866" y="829027"/>
                </a:lnTo>
                <a:lnTo>
                  <a:pt x="77133" y="822447"/>
                </a:lnTo>
                <a:lnTo>
                  <a:pt x="112394" y="815868"/>
                </a:lnTo>
                <a:lnTo>
                  <a:pt x="148980" y="809288"/>
                </a:lnTo>
                <a:lnTo>
                  <a:pt x="184507" y="802708"/>
                </a:lnTo>
                <a:lnTo>
                  <a:pt x="217110" y="796129"/>
                </a:lnTo>
                <a:lnTo>
                  <a:pt x="245557" y="789549"/>
                </a:lnTo>
                <a:lnTo>
                  <a:pt x="269255" y="782970"/>
                </a:lnTo>
                <a:lnTo>
                  <a:pt x="288157" y="776390"/>
                </a:lnTo>
                <a:lnTo>
                  <a:pt x="302627" y="769811"/>
                </a:lnTo>
                <a:lnTo>
                  <a:pt x="313278" y="763231"/>
                </a:lnTo>
                <a:lnTo>
                  <a:pt x="320830" y="756651"/>
                </a:lnTo>
                <a:lnTo>
                  <a:pt x="326001" y="750072"/>
                </a:lnTo>
                <a:lnTo>
                  <a:pt x="329432" y="743492"/>
                </a:lnTo>
                <a:lnTo>
                  <a:pt x="331654" y="736913"/>
                </a:lnTo>
                <a:lnTo>
                  <a:pt x="333074" y="730333"/>
                </a:lnTo>
                <a:lnTo>
                  <a:pt x="333988" y="723754"/>
                </a:lnTo>
                <a:lnTo>
                  <a:pt x="334602" y="717174"/>
                </a:lnTo>
                <a:lnTo>
                  <a:pt x="335044" y="710594"/>
                </a:lnTo>
                <a:lnTo>
                  <a:pt x="335396" y="704015"/>
                </a:lnTo>
                <a:lnTo>
                  <a:pt x="335700" y="697435"/>
                </a:lnTo>
                <a:lnTo>
                  <a:pt x="335978" y="690856"/>
                </a:lnTo>
                <a:lnTo>
                  <a:pt x="336236" y="684276"/>
                </a:lnTo>
                <a:lnTo>
                  <a:pt x="336474" y="677697"/>
                </a:lnTo>
                <a:lnTo>
                  <a:pt x="336689" y="671117"/>
                </a:lnTo>
                <a:lnTo>
                  <a:pt x="336879" y="664537"/>
                </a:lnTo>
                <a:lnTo>
                  <a:pt x="337040" y="657958"/>
                </a:lnTo>
                <a:lnTo>
                  <a:pt x="337174" y="651378"/>
                </a:lnTo>
                <a:lnTo>
                  <a:pt x="337280" y="644799"/>
                </a:lnTo>
                <a:lnTo>
                  <a:pt x="337361" y="638219"/>
                </a:lnTo>
                <a:lnTo>
                  <a:pt x="337422" y="631639"/>
                </a:lnTo>
                <a:lnTo>
                  <a:pt x="337466" y="625060"/>
                </a:lnTo>
                <a:lnTo>
                  <a:pt x="337496" y="618480"/>
                </a:lnTo>
                <a:lnTo>
                  <a:pt x="337516" y="611901"/>
                </a:lnTo>
                <a:lnTo>
                  <a:pt x="337529" y="605321"/>
                </a:lnTo>
                <a:lnTo>
                  <a:pt x="337537" y="598742"/>
                </a:lnTo>
                <a:lnTo>
                  <a:pt x="337542" y="592162"/>
                </a:lnTo>
                <a:lnTo>
                  <a:pt x="337545" y="585582"/>
                </a:lnTo>
                <a:lnTo>
                  <a:pt x="337546" y="579003"/>
                </a:lnTo>
                <a:lnTo>
                  <a:pt x="337547" y="572423"/>
                </a:lnTo>
                <a:lnTo>
                  <a:pt x="337548" y="565844"/>
                </a:lnTo>
                <a:lnTo>
                  <a:pt x="337548" y="559264"/>
                </a:lnTo>
                <a:lnTo>
                  <a:pt x="337548" y="552685"/>
                </a:lnTo>
                <a:lnTo>
                  <a:pt x="337548" y="546105"/>
                </a:lnTo>
                <a:lnTo>
                  <a:pt x="337548" y="539525"/>
                </a:lnTo>
                <a:lnTo>
                  <a:pt x="337548" y="532946"/>
                </a:lnTo>
                <a:lnTo>
                  <a:pt x="337548" y="526366"/>
                </a:lnTo>
                <a:lnTo>
                  <a:pt x="337548" y="519787"/>
                </a:lnTo>
                <a:lnTo>
                  <a:pt x="337548" y="513207"/>
                </a:lnTo>
                <a:lnTo>
                  <a:pt x="337548" y="506627"/>
                </a:lnTo>
                <a:lnTo>
                  <a:pt x="337548" y="500048"/>
                </a:lnTo>
                <a:lnTo>
                  <a:pt x="337548" y="493468"/>
                </a:lnTo>
                <a:lnTo>
                  <a:pt x="337548" y="486889"/>
                </a:lnTo>
                <a:lnTo>
                  <a:pt x="337548" y="480309"/>
                </a:lnTo>
                <a:lnTo>
                  <a:pt x="337548" y="473730"/>
                </a:lnTo>
                <a:lnTo>
                  <a:pt x="337548" y="467150"/>
                </a:lnTo>
                <a:lnTo>
                  <a:pt x="337548" y="460570"/>
                </a:lnTo>
                <a:lnTo>
                  <a:pt x="337548" y="453991"/>
                </a:lnTo>
                <a:lnTo>
                  <a:pt x="337548" y="447411"/>
                </a:lnTo>
                <a:lnTo>
                  <a:pt x="337548" y="440832"/>
                </a:lnTo>
                <a:lnTo>
                  <a:pt x="337548" y="434252"/>
                </a:lnTo>
                <a:lnTo>
                  <a:pt x="337548" y="427673"/>
                </a:lnTo>
                <a:lnTo>
                  <a:pt x="337548" y="421093"/>
                </a:lnTo>
                <a:lnTo>
                  <a:pt x="337548" y="414513"/>
                </a:lnTo>
                <a:lnTo>
                  <a:pt x="337548" y="407934"/>
                </a:lnTo>
                <a:lnTo>
                  <a:pt x="337548" y="401354"/>
                </a:lnTo>
                <a:lnTo>
                  <a:pt x="337548" y="394775"/>
                </a:lnTo>
                <a:lnTo>
                  <a:pt x="337548" y="388195"/>
                </a:lnTo>
                <a:lnTo>
                  <a:pt x="337548" y="381616"/>
                </a:lnTo>
                <a:lnTo>
                  <a:pt x="337548" y="375036"/>
                </a:lnTo>
                <a:lnTo>
                  <a:pt x="337548" y="368456"/>
                </a:lnTo>
                <a:lnTo>
                  <a:pt x="337548" y="361877"/>
                </a:lnTo>
                <a:lnTo>
                  <a:pt x="337548" y="355297"/>
                </a:lnTo>
                <a:lnTo>
                  <a:pt x="337548" y="348718"/>
                </a:lnTo>
                <a:lnTo>
                  <a:pt x="337548" y="342138"/>
                </a:lnTo>
                <a:lnTo>
                  <a:pt x="337548" y="335558"/>
                </a:lnTo>
                <a:lnTo>
                  <a:pt x="337548" y="328979"/>
                </a:lnTo>
                <a:lnTo>
                  <a:pt x="337548" y="322399"/>
                </a:lnTo>
                <a:lnTo>
                  <a:pt x="337548" y="315820"/>
                </a:lnTo>
                <a:lnTo>
                  <a:pt x="337548" y="309240"/>
                </a:lnTo>
                <a:lnTo>
                  <a:pt x="337548" y="302661"/>
                </a:lnTo>
                <a:lnTo>
                  <a:pt x="337548" y="296081"/>
                </a:lnTo>
                <a:lnTo>
                  <a:pt x="337548" y="289501"/>
                </a:lnTo>
                <a:lnTo>
                  <a:pt x="337548" y="282922"/>
                </a:lnTo>
                <a:lnTo>
                  <a:pt x="337548" y="276342"/>
                </a:lnTo>
                <a:lnTo>
                  <a:pt x="337548" y="269763"/>
                </a:lnTo>
                <a:lnTo>
                  <a:pt x="337548" y="263183"/>
                </a:lnTo>
                <a:lnTo>
                  <a:pt x="337548" y="256604"/>
                </a:lnTo>
                <a:lnTo>
                  <a:pt x="337548" y="250024"/>
                </a:lnTo>
                <a:lnTo>
                  <a:pt x="337548" y="243444"/>
                </a:lnTo>
                <a:lnTo>
                  <a:pt x="337548" y="236865"/>
                </a:lnTo>
                <a:lnTo>
                  <a:pt x="337548" y="230285"/>
                </a:lnTo>
                <a:lnTo>
                  <a:pt x="337548" y="223706"/>
                </a:lnTo>
                <a:lnTo>
                  <a:pt x="337548" y="217126"/>
                </a:lnTo>
                <a:lnTo>
                  <a:pt x="337548" y="210546"/>
                </a:lnTo>
                <a:lnTo>
                  <a:pt x="337548" y="203967"/>
                </a:lnTo>
                <a:lnTo>
                  <a:pt x="337548" y="197387"/>
                </a:lnTo>
                <a:lnTo>
                  <a:pt x="337548" y="190808"/>
                </a:lnTo>
                <a:lnTo>
                  <a:pt x="337548" y="184228"/>
                </a:lnTo>
                <a:lnTo>
                  <a:pt x="337548" y="177649"/>
                </a:lnTo>
                <a:lnTo>
                  <a:pt x="337548" y="171069"/>
                </a:lnTo>
                <a:lnTo>
                  <a:pt x="337548" y="164489"/>
                </a:lnTo>
                <a:lnTo>
                  <a:pt x="337548" y="157910"/>
                </a:lnTo>
                <a:lnTo>
                  <a:pt x="337548" y="151330"/>
                </a:lnTo>
                <a:lnTo>
                  <a:pt x="337548" y="144751"/>
                </a:lnTo>
                <a:lnTo>
                  <a:pt x="337548" y="138171"/>
                </a:lnTo>
                <a:lnTo>
                  <a:pt x="337548" y="131592"/>
                </a:lnTo>
                <a:lnTo>
                  <a:pt x="337548" y="125012"/>
                </a:lnTo>
                <a:lnTo>
                  <a:pt x="337548" y="118432"/>
                </a:lnTo>
                <a:lnTo>
                  <a:pt x="337548" y="111853"/>
                </a:lnTo>
                <a:lnTo>
                  <a:pt x="337548" y="105273"/>
                </a:lnTo>
                <a:lnTo>
                  <a:pt x="337548" y="98694"/>
                </a:lnTo>
                <a:lnTo>
                  <a:pt x="337548" y="92114"/>
                </a:lnTo>
                <a:lnTo>
                  <a:pt x="337548" y="85535"/>
                </a:lnTo>
                <a:lnTo>
                  <a:pt x="337548" y="78955"/>
                </a:lnTo>
                <a:lnTo>
                  <a:pt x="337548" y="72375"/>
                </a:lnTo>
                <a:lnTo>
                  <a:pt x="337548" y="65796"/>
                </a:lnTo>
                <a:lnTo>
                  <a:pt x="337548" y="59216"/>
                </a:lnTo>
                <a:lnTo>
                  <a:pt x="337548" y="52637"/>
                </a:lnTo>
                <a:lnTo>
                  <a:pt x="337548" y="46057"/>
                </a:lnTo>
                <a:lnTo>
                  <a:pt x="337548" y="39477"/>
                </a:lnTo>
                <a:lnTo>
                  <a:pt x="337548" y="32898"/>
                </a:lnTo>
                <a:lnTo>
                  <a:pt x="337548" y="26318"/>
                </a:lnTo>
                <a:lnTo>
                  <a:pt x="337548" y="19739"/>
                </a:lnTo>
                <a:lnTo>
                  <a:pt x="337548" y="13159"/>
                </a:lnTo>
                <a:lnTo>
                  <a:pt x="337548" y="658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6580"/>
                </a:lnTo>
                <a:lnTo>
                  <a:pt x="337548" y="13159"/>
                </a:lnTo>
                <a:lnTo>
                  <a:pt x="337548" y="19739"/>
                </a:lnTo>
                <a:lnTo>
                  <a:pt x="337548" y="26318"/>
                </a:lnTo>
                <a:lnTo>
                  <a:pt x="337548" y="32898"/>
                </a:lnTo>
                <a:lnTo>
                  <a:pt x="337548" y="39477"/>
                </a:lnTo>
                <a:lnTo>
                  <a:pt x="337548" y="46057"/>
                </a:lnTo>
                <a:lnTo>
                  <a:pt x="337548" y="52637"/>
                </a:lnTo>
                <a:lnTo>
                  <a:pt x="337548" y="59216"/>
                </a:lnTo>
                <a:lnTo>
                  <a:pt x="337548" y="65796"/>
                </a:lnTo>
                <a:lnTo>
                  <a:pt x="337548" y="72375"/>
                </a:lnTo>
                <a:lnTo>
                  <a:pt x="337548" y="78955"/>
                </a:lnTo>
                <a:lnTo>
                  <a:pt x="337548" y="85535"/>
                </a:lnTo>
                <a:lnTo>
                  <a:pt x="337548" y="92114"/>
                </a:lnTo>
                <a:lnTo>
                  <a:pt x="337548" y="98694"/>
                </a:lnTo>
                <a:lnTo>
                  <a:pt x="337548" y="105273"/>
                </a:lnTo>
                <a:lnTo>
                  <a:pt x="337548" y="111853"/>
                </a:lnTo>
                <a:lnTo>
                  <a:pt x="337548" y="118432"/>
                </a:lnTo>
                <a:lnTo>
                  <a:pt x="337548" y="125012"/>
                </a:lnTo>
                <a:lnTo>
                  <a:pt x="337548" y="131592"/>
                </a:lnTo>
                <a:lnTo>
                  <a:pt x="337548" y="138171"/>
                </a:lnTo>
                <a:lnTo>
                  <a:pt x="337548" y="144751"/>
                </a:lnTo>
                <a:lnTo>
                  <a:pt x="337548" y="151330"/>
                </a:lnTo>
                <a:lnTo>
                  <a:pt x="337548" y="157910"/>
                </a:lnTo>
                <a:lnTo>
                  <a:pt x="337548" y="164489"/>
                </a:lnTo>
                <a:lnTo>
                  <a:pt x="337548" y="171069"/>
                </a:lnTo>
                <a:lnTo>
                  <a:pt x="337548" y="177649"/>
                </a:lnTo>
                <a:lnTo>
                  <a:pt x="337548" y="184228"/>
                </a:lnTo>
                <a:lnTo>
                  <a:pt x="337548" y="190808"/>
                </a:lnTo>
                <a:lnTo>
                  <a:pt x="337548" y="197387"/>
                </a:lnTo>
                <a:lnTo>
                  <a:pt x="337548" y="203967"/>
                </a:lnTo>
                <a:lnTo>
                  <a:pt x="337548" y="210546"/>
                </a:lnTo>
                <a:lnTo>
                  <a:pt x="337548" y="217126"/>
                </a:lnTo>
                <a:lnTo>
                  <a:pt x="337548" y="223706"/>
                </a:lnTo>
                <a:lnTo>
                  <a:pt x="337548" y="230285"/>
                </a:lnTo>
                <a:lnTo>
                  <a:pt x="337548" y="236865"/>
                </a:lnTo>
                <a:lnTo>
                  <a:pt x="337548" y="243444"/>
                </a:lnTo>
                <a:lnTo>
                  <a:pt x="337548" y="250024"/>
                </a:lnTo>
                <a:lnTo>
                  <a:pt x="337548" y="256604"/>
                </a:lnTo>
                <a:lnTo>
                  <a:pt x="337548" y="263183"/>
                </a:lnTo>
                <a:lnTo>
                  <a:pt x="337548" y="269763"/>
                </a:lnTo>
                <a:lnTo>
                  <a:pt x="337548" y="276342"/>
                </a:lnTo>
                <a:lnTo>
                  <a:pt x="337548" y="282922"/>
                </a:lnTo>
                <a:lnTo>
                  <a:pt x="337548" y="289501"/>
                </a:lnTo>
                <a:lnTo>
                  <a:pt x="337548" y="296081"/>
                </a:lnTo>
                <a:lnTo>
                  <a:pt x="337548" y="302661"/>
                </a:lnTo>
                <a:lnTo>
                  <a:pt x="337548" y="309240"/>
                </a:lnTo>
                <a:lnTo>
                  <a:pt x="337548" y="315820"/>
                </a:lnTo>
                <a:lnTo>
                  <a:pt x="337548" y="322399"/>
                </a:lnTo>
                <a:lnTo>
                  <a:pt x="337548" y="328979"/>
                </a:lnTo>
                <a:lnTo>
                  <a:pt x="337548" y="335558"/>
                </a:lnTo>
                <a:lnTo>
                  <a:pt x="337548" y="342138"/>
                </a:lnTo>
                <a:lnTo>
                  <a:pt x="337548" y="348718"/>
                </a:lnTo>
                <a:lnTo>
                  <a:pt x="337548" y="355297"/>
                </a:lnTo>
                <a:lnTo>
                  <a:pt x="337548" y="361877"/>
                </a:lnTo>
                <a:lnTo>
                  <a:pt x="337548" y="368456"/>
                </a:lnTo>
                <a:lnTo>
                  <a:pt x="337548" y="375036"/>
                </a:lnTo>
                <a:lnTo>
                  <a:pt x="337548" y="381616"/>
                </a:lnTo>
                <a:lnTo>
                  <a:pt x="337548" y="388195"/>
                </a:lnTo>
                <a:lnTo>
                  <a:pt x="337548" y="394775"/>
                </a:lnTo>
                <a:lnTo>
                  <a:pt x="337548" y="401354"/>
                </a:lnTo>
                <a:lnTo>
                  <a:pt x="337548" y="407934"/>
                </a:lnTo>
                <a:lnTo>
                  <a:pt x="337548" y="414513"/>
                </a:lnTo>
                <a:lnTo>
                  <a:pt x="337548" y="421093"/>
                </a:lnTo>
                <a:lnTo>
                  <a:pt x="337548" y="427673"/>
                </a:lnTo>
                <a:lnTo>
                  <a:pt x="337548" y="434252"/>
                </a:lnTo>
                <a:lnTo>
                  <a:pt x="337548" y="440832"/>
                </a:lnTo>
                <a:lnTo>
                  <a:pt x="337548" y="447411"/>
                </a:lnTo>
                <a:lnTo>
                  <a:pt x="337548" y="453991"/>
                </a:lnTo>
                <a:lnTo>
                  <a:pt x="337548" y="460570"/>
                </a:lnTo>
                <a:lnTo>
                  <a:pt x="337548" y="467150"/>
                </a:lnTo>
                <a:lnTo>
                  <a:pt x="337548" y="473730"/>
                </a:lnTo>
                <a:lnTo>
                  <a:pt x="337548" y="480309"/>
                </a:lnTo>
                <a:lnTo>
                  <a:pt x="337548" y="486889"/>
                </a:lnTo>
                <a:lnTo>
                  <a:pt x="337548" y="493468"/>
                </a:lnTo>
                <a:lnTo>
                  <a:pt x="337548" y="500048"/>
                </a:lnTo>
                <a:lnTo>
                  <a:pt x="337548" y="506627"/>
                </a:lnTo>
                <a:lnTo>
                  <a:pt x="337548" y="513207"/>
                </a:lnTo>
                <a:lnTo>
                  <a:pt x="337548" y="519787"/>
                </a:lnTo>
                <a:lnTo>
                  <a:pt x="337548" y="526366"/>
                </a:lnTo>
                <a:lnTo>
                  <a:pt x="337548" y="532946"/>
                </a:lnTo>
                <a:lnTo>
                  <a:pt x="337548" y="539525"/>
                </a:lnTo>
                <a:lnTo>
                  <a:pt x="337548" y="546105"/>
                </a:lnTo>
                <a:lnTo>
                  <a:pt x="337548" y="552685"/>
                </a:lnTo>
                <a:lnTo>
                  <a:pt x="337548" y="559264"/>
                </a:lnTo>
                <a:lnTo>
                  <a:pt x="337549" y="565844"/>
                </a:lnTo>
                <a:lnTo>
                  <a:pt x="337549" y="572423"/>
                </a:lnTo>
                <a:lnTo>
                  <a:pt x="337550" y="579003"/>
                </a:lnTo>
                <a:lnTo>
                  <a:pt x="337552" y="585582"/>
                </a:lnTo>
                <a:lnTo>
                  <a:pt x="337555" y="592162"/>
                </a:lnTo>
                <a:lnTo>
                  <a:pt x="337559" y="598742"/>
                </a:lnTo>
                <a:lnTo>
                  <a:pt x="337568" y="605321"/>
                </a:lnTo>
                <a:lnTo>
                  <a:pt x="337581" y="611901"/>
                </a:lnTo>
                <a:lnTo>
                  <a:pt x="337601" y="618480"/>
                </a:lnTo>
                <a:lnTo>
                  <a:pt x="337631" y="625060"/>
                </a:lnTo>
                <a:lnTo>
                  <a:pt x="337674" y="631639"/>
                </a:lnTo>
                <a:lnTo>
                  <a:pt x="337735" y="638219"/>
                </a:lnTo>
                <a:lnTo>
                  <a:pt x="337817" y="644799"/>
                </a:lnTo>
                <a:lnTo>
                  <a:pt x="337923" y="651378"/>
                </a:lnTo>
                <a:lnTo>
                  <a:pt x="338056" y="657958"/>
                </a:lnTo>
                <a:lnTo>
                  <a:pt x="338218" y="664537"/>
                </a:lnTo>
                <a:lnTo>
                  <a:pt x="338407" y="671117"/>
                </a:lnTo>
                <a:lnTo>
                  <a:pt x="338623" y="677697"/>
                </a:lnTo>
                <a:lnTo>
                  <a:pt x="338861" y="684276"/>
                </a:lnTo>
                <a:lnTo>
                  <a:pt x="339119" y="690856"/>
                </a:lnTo>
                <a:lnTo>
                  <a:pt x="339396" y="697435"/>
                </a:lnTo>
                <a:lnTo>
                  <a:pt x="339700" y="704015"/>
                </a:lnTo>
                <a:lnTo>
                  <a:pt x="340052" y="710594"/>
                </a:lnTo>
                <a:lnTo>
                  <a:pt x="340495" y="717174"/>
                </a:lnTo>
                <a:lnTo>
                  <a:pt x="341108" y="723754"/>
                </a:lnTo>
                <a:lnTo>
                  <a:pt x="342023" y="730333"/>
                </a:lnTo>
                <a:lnTo>
                  <a:pt x="343443" y="736913"/>
                </a:lnTo>
                <a:lnTo>
                  <a:pt x="345664" y="743492"/>
                </a:lnTo>
                <a:lnTo>
                  <a:pt x="349096" y="750072"/>
                </a:lnTo>
                <a:lnTo>
                  <a:pt x="354267" y="756651"/>
                </a:lnTo>
                <a:lnTo>
                  <a:pt x="361819" y="763231"/>
                </a:lnTo>
                <a:lnTo>
                  <a:pt x="372469" y="769811"/>
                </a:lnTo>
                <a:lnTo>
                  <a:pt x="386939" y="776390"/>
                </a:lnTo>
                <a:lnTo>
                  <a:pt x="405842" y="782970"/>
                </a:lnTo>
                <a:lnTo>
                  <a:pt x="429539" y="789549"/>
                </a:lnTo>
                <a:lnTo>
                  <a:pt x="457987" y="796129"/>
                </a:lnTo>
                <a:lnTo>
                  <a:pt x="490589" y="802708"/>
                </a:lnTo>
                <a:lnTo>
                  <a:pt x="526116" y="809288"/>
                </a:lnTo>
                <a:lnTo>
                  <a:pt x="562703" y="815868"/>
                </a:lnTo>
                <a:lnTo>
                  <a:pt x="597964" y="822447"/>
                </a:lnTo>
                <a:lnTo>
                  <a:pt x="629230" y="829027"/>
                </a:lnTo>
                <a:lnTo>
                  <a:pt x="653872" y="835606"/>
                </a:lnTo>
                <a:lnTo>
                  <a:pt x="66965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4833" name="F2_precision_recall_distributions_7647">
            <a:extLst>
              <a:ext uri="{FF2B5EF4-FFF2-40B4-BE49-F238E27FC236}">
                <a16:creationId xmlns:a16="http://schemas.microsoft.com/office/drawing/2014/main" id="{A76F9BCD-E67F-43A3-A181-984E668DFF11}"/>
              </a:ext>
            </a:extLst>
          </p:cNvPr>
          <p:cNvSpPr>
            <a:spLocks noGrp="1"/>
          </p:cNvSpPr>
          <p:nvPr/>
        </p:nvSpPr>
        <p:spPr>
          <a:xfrm>
            <a:off x="420307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4" name="F2_precision_recall_distributions_7648">
            <a:extLst>
              <a:ext uri="{FF2B5EF4-FFF2-40B4-BE49-F238E27FC236}">
                <a16:creationId xmlns:a16="http://schemas.microsoft.com/office/drawing/2014/main" id="{F025FAA9-8242-491F-B873-F1D41DA53154}"/>
              </a:ext>
            </a:extLst>
          </p:cNvPr>
          <p:cNvSpPr>
            <a:spLocks noGrp="1"/>
          </p:cNvSpPr>
          <p:nvPr/>
        </p:nvSpPr>
        <p:spPr>
          <a:xfrm>
            <a:off x="40215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5" name="F2_precision_recall_distributions_7649">
            <a:extLst>
              <a:ext uri="{FF2B5EF4-FFF2-40B4-BE49-F238E27FC236}">
                <a16:creationId xmlns:a16="http://schemas.microsoft.com/office/drawing/2014/main" id="{013CCF38-BD0D-40B5-8156-B7E3C9F6649C}"/>
              </a:ext>
            </a:extLst>
          </p:cNvPr>
          <p:cNvSpPr>
            <a:spLocks noGrp="1"/>
          </p:cNvSpPr>
          <p:nvPr/>
        </p:nvSpPr>
        <p:spPr>
          <a:xfrm>
            <a:off x="42325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6" name="F2_precision_recall_distributions_7650">
            <a:extLst>
              <a:ext uri="{FF2B5EF4-FFF2-40B4-BE49-F238E27FC236}">
                <a16:creationId xmlns:a16="http://schemas.microsoft.com/office/drawing/2014/main" id="{7A77DF93-6075-48C1-8CF6-5C39780BE725}"/>
              </a:ext>
            </a:extLst>
          </p:cNvPr>
          <p:cNvSpPr>
            <a:spLocks noGrp="1"/>
          </p:cNvSpPr>
          <p:nvPr/>
        </p:nvSpPr>
        <p:spPr>
          <a:xfrm>
            <a:off x="418357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7" name="F2_precision_recall_distributions_7651">
            <a:extLst>
              <a:ext uri="{FF2B5EF4-FFF2-40B4-BE49-F238E27FC236}">
                <a16:creationId xmlns:a16="http://schemas.microsoft.com/office/drawing/2014/main" id="{7C228467-2689-4ECA-A2AD-E3302CBCF890}"/>
              </a:ext>
            </a:extLst>
          </p:cNvPr>
          <p:cNvSpPr>
            <a:spLocks noGrp="1"/>
          </p:cNvSpPr>
          <p:nvPr/>
        </p:nvSpPr>
        <p:spPr>
          <a:xfrm>
            <a:off x="4119899" y="78011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8" name="F2_precision_recall_distributions_7652">
            <a:extLst>
              <a:ext uri="{FF2B5EF4-FFF2-40B4-BE49-F238E27FC236}">
                <a16:creationId xmlns:a16="http://schemas.microsoft.com/office/drawing/2014/main" id="{06584BAE-10AB-45A1-BCFC-F3C5F4CD0449}"/>
              </a:ext>
            </a:extLst>
          </p:cNvPr>
          <p:cNvSpPr>
            <a:spLocks noGrp="1"/>
          </p:cNvSpPr>
          <p:nvPr/>
        </p:nvSpPr>
        <p:spPr>
          <a:xfrm>
            <a:off x="407885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9" name="F2_precision_recall_distributions_7653">
            <a:extLst>
              <a:ext uri="{FF2B5EF4-FFF2-40B4-BE49-F238E27FC236}">
                <a16:creationId xmlns:a16="http://schemas.microsoft.com/office/drawing/2014/main" id="{613E3E2E-5E84-4E5A-B032-B5FA489BB062}"/>
              </a:ext>
            </a:extLst>
          </p:cNvPr>
          <p:cNvSpPr>
            <a:spLocks noGrp="1"/>
          </p:cNvSpPr>
          <p:nvPr/>
        </p:nvSpPr>
        <p:spPr>
          <a:xfrm>
            <a:off x="415700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0" name="F2_precision_recall_distributions_7654">
            <a:extLst>
              <a:ext uri="{FF2B5EF4-FFF2-40B4-BE49-F238E27FC236}">
                <a16:creationId xmlns:a16="http://schemas.microsoft.com/office/drawing/2014/main" id="{E62BBF7C-E579-47C9-ABA6-2E11E6B8FE11}"/>
              </a:ext>
            </a:extLst>
          </p:cNvPr>
          <p:cNvSpPr>
            <a:spLocks noGrp="1"/>
          </p:cNvSpPr>
          <p:nvPr/>
        </p:nvSpPr>
        <p:spPr>
          <a:xfrm>
            <a:off x="4334754" y="78071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1" name="F2_precision_recall_distributions_7655">
            <a:extLst>
              <a:ext uri="{FF2B5EF4-FFF2-40B4-BE49-F238E27FC236}">
                <a16:creationId xmlns:a16="http://schemas.microsoft.com/office/drawing/2014/main" id="{4AEA3313-DB03-430D-818E-AAE3F8E70086}"/>
              </a:ext>
            </a:extLst>
          </p:cNvPr>
          <p:cNvSpPr>
            <a:spLocks noGrp="1"/>
          </p:cNvSpPr>
          <p:nvPr/>
        </p:nvSpPr>
        <p:spPr>
          <a:xfrm>
            <a:off x="42057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2" name="F2_precision_recall_distributions_7656">
            <a:extLst>
              <a:ext uri="{FF2B5EF4-FFF2-40B4-BE49-F238E27FC236}">
                <a16:creationId xmlns:a16="http://schemas.microsoft.com/office/drawing/2014/main" id="{7BAC8EE2-2989-4CDE-A46F-ED4775CD324C}"/>
              </a:ext>
            </a:extLst>
          </p:cNvPr>
          <p:cNvSpPr>
            <a:spLocks noGrp="1"/>
          </p:cNvSpPr>
          <p:nvPr/>
        </p:nvSpPr>
        <p:spPr>
          <a:xfrm>
            <a:off x="4253972" y="78103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3" name="F2_precision_recall_distributions_7657">
            <a:extLst>
              <a:ext uri="{FF2B5EF4-FFF2-40B4-BE49-F238E27FC236}">
                <a16:creationId xmlns:a16="http://schemas.microsoft.com/office/drawing/2014/main" id="{C2068262-808F-4572-80DF-F0BAD66552E8}"/>
              </a:ext>
            </a:extLst>
          </p:cNvPr>
          <p:cNvSpPr>
            <a:spLocks noGrp="1"/>
          </p:cNvSpPr>
          <p:nvPr/>
        </p:nvSpPr>
        <p:spPr>
          <a:xfrm>
            <a:off x="4062381" y="78061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4" name="F2_precision_recall_distributions_7658">
            <a:extLst>
              <a:ext uri="{FF2B5EF4-FFF2-40B4-BE49-F238E27FC236}">
                <a16:creationId xmlns:a16="http://schemas.microsoft.com/office/drawing/2014/main" id="{7B9D7676-4090-4568-9510-1BB02D9A3668}"/>
              </a:ext>
            </a:extLst>
          </p:cNvPr>
          <p:cNvSpPr>
            <a:spLocks noGrp="1"/>
          </p:cNvSpPr>
          <p:nvPr/>
        </p:nvSpPr>
        <p:spPr>
          <a:xfrm>
            <a:off x="4341166" y="77257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5" name="F2_precision_recall_distributions_7659">
            <a:extLst>
              <a:ext uri="{FF2B5EF4-FFF2-40B4-BE49-F238E27FC236}">
                <a16:creationId xmlns:a16="http://schemas.microsoft.com/office/drawing/2014/main" id="{8FE1D838-A400-451D-943D-BA6D0E9D40BA}"/>
              </a:ext>
            </a:extLst>
          </p:cNvPr>
          <p:cNvSpPr>
            <a:spLocks noGrp="1"/>
          </p:cNvSpPr>
          <p:nvPr/>
        </p:nvSpPr>
        <p:spPr>
          <a:xfrm>
            <a:off x="4102116" y="78090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6" name="F2_precision_recall_distributions_7660">
            <a:extLst>
              <a:ext uri="{FF2B5EF4-FFF2-40B4-BE49-F238E27FC236}">
                <a16:creationId xmlns:a16="http://schemas.microsoft.com/office/drawing/2014/main" id="{5F5B9EF9-AA06-472D-9A1C-3D85ACEAA854}"/>
              </a:ext>
            </a:extLst>
          </p:cNvPr>
          <p:cNvSpPr>
            <a:spLocks noGrp="1"/>
          </p:cNvSpPr>
          <p:nvPr/>
        </p:nvSpPr>
        <p:spPr>
          <a:xfrm>
            <a:off x="40935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7" name="F2_precision_recall_distributions_7661">
            <a:extLst>
              <a:ext uri="{FF2B5EF4-FFF2-40B4-BE49-F238E27FC236}">
                <a16:creationId xmlns:a16="http://schemas.microsoft.com/office/drawing/2014/main" id="{B738A2D1-1996-4EA7-ADB4-C2907AEFB415}"/>
              </a:ext>
            </a:extLst>
          </p:cNvPr>
          <p:cNvSpPr>
            <a:spLocks noGrp="1"/>
          </p:cNvSpPr>
          <p:nvPr/>
        </p:nvSpPr>
        <p:spPr>
          <a:xfrm>
            <a:off x="403290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8" name="F2_precision_recall_distributions_7662">
            <a:extLst>
              <a:ext uri="{FF2B5EF4-FFF2-40B4-BE49-F238E27FC236}">
                <a16:creationId xmlns:a16="http://schemas.microsoft.com/office/drawing/2014/main" id="{37607FB3-8FE9-4265-8A5A-F71177854C2C}"/>
              </a:ext>
            </a:extLst>
          </p:cNvPr>
          <p:cNvSpPr>
            <a:spLocks noGrp="1"/>
          </p:cNvSpPr>
          <p:nvPr/>
        </p:nvSpPr>
        <p:spPr>
          <a:xfrm>
            <a:off x="4010501" y="78101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9" name="F2_precision_recall_distributions_7663">
            <a:extLst>
              <a:ext uri="{FF2B5EF4-FFF2-40B4-BE49-F238E27FC236}">
                <a16:creationId xmlns:a16="http://schemas.microsoft.com/office/drawing/2014/main" id="{9558CD6A-8068-4346-BCCE-37DA02E9085E}"/>
              </a:ext>
            </a:extLst>
          </p:cNvPr>
          <p:cNvSpPr>
            <a:spLocks noGrp="1"/>
          </p:cNvSpPr>
          <p:nvPr/>
        </p:nvSpPr>
        <p:spPr>
          <a:xfrm>
            <a:off x="425384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0" name="F2_precision_recall_distributions_7664">
            <a:extLst>
              <a:ext uri="{FF2B5EF4-FFF2-40B4-BE49-F238E27FC236}">
                <a16:creationId xmlns:a16="http://schemas.microsoft.com/office/drawing/2014/main" id="{4536F91F-DFF8-40A8-BF5A-2BE89CC1C0F1}"/>
              </a:ext>
            </a:extLst>
          </p:cNvPr>
          <p:cNvSpPr>
            <a:spLocks noGrp="1"/>
          </p:cNvSpPr>
          <p:nvPr/>
        </p:nvSpPr>
        <p:spPr>
          <a:xfrm>
            <a:off x="427952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1" name="F2_precision_recall_distributions_7665">
            <a:extLst>
              <a:ext uri="{FF2B5EF4-FFF2-40B4-BE49-F238E27FC236}">
                <a16:creationId xmlns:a16="http://schemas.microsoft.com/office/drawing/2014/main" id="{6973D274-2291-4417-81C1-A5D3EE1E921A}"/>
              </a:ext>
            </a:extLst>
          </p:cNvPr>
          <p:cNvSpPr>
            <a:spLocks noGrp="1"/>
          </p:cNvSpPr>
          <p:nvPr/>
        </p:nvSpPr>
        <p:spPr>
          <a:xfrm>
            <a:off x="401646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2" name="F2_precision_recall_distributions_7666">
            <a:extLst>
              <a:ext uri="{FF2B5EF4-FFF2-40B4-BE49-F238E27FC236}">
                <a16:creationId xmlns:a16="http://schemas.microsoft.com/office/drawing/2014/main" id="{5D37B8E3-57C4-4E3B-B2DD-A1F130CC1D24}"/>
              </a:ext>
            </a:extLst>
          </p:cNvPr>
          <p:cNvSpPr>
            <a:spLocks noGrp="1"/>
          </p:cNvSpPr>
          <p:nvPr/>
        </p:nvSpPr>
        <p:spPr>
          <a:xfrm>
            <a:off x="4018814" y="78135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3" name="F2_precision_recall_distributions_7667">
            <a:extLst>
              <a:ext uri="{FF2B5EF4-FFF2-40B4-BE49-F238E27FC236}">
                <a16:creationId xmlns:a16="http://schemas.microsoft.com/office/drawing/2014/main" id="{47B3C1AA-2A64-493E-87C1-F86D343F43D1}"/>
              </a:ext>
            </a:extLst>
          </p:cNvPr>
          <p:cNvSpPr>
            <a:spLocks noGrp="1"/>
          </p:cNvSpPr>
          <p:nvPr/>
        </p:nvSpPr>
        <p:spPr>
          <a:xfrm>
            <a:off x="43380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4" name="F2_precision_recall_distributions_7668">
            <a:extLst>
              <a:ext uri="{FF2B5EF4-FFF2-40B4-BE49-F238E27FC236}">
                <a16:creationId xmlns:a16="http://schemas.microsoft.com/office/drawing/2014/main" id="{BA233392-15BA-40C4-87C9-41AF7DFDD154}"/>
              </a:ext>
            </a:extLst>
          </p:cNvPr>
          <p:cNvSpPr>
            <a:spLocks noGrp="1"/>
          </p:cNvSpPr>
          <p:nvPr/>
        </p:nvSpPr>
        <p:spPr>
          <a:xfrm>
            <a:off x="428049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5" name="F2_precision_recall_distributions_7669">
            <a:extLst>
              <a:ext uri="{FF2B5EF4-FFF2-40B4-BE49-F238E27FC236}">
                <a16:creationId xmlns:a16="http://schemas.microsoft.com/office/drawing/2014/main" id="{EDF3E777-791A-49A3-AFE6-87879ECE45DC}"/>
              </a:ext>
            </a:extLst>
          </p:cNvPr>
          <p:cNvSpPr>
            <a:spLocks noGrp="1"/>
          </p:cNvSpPr>
          <p:nvPr/>
        </p:nvSpPr>
        <p:spPr>
          <a:xfrm>
            <a:off x="4229320" y="77824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6" name="F2_precision_recall_distributions_7670">
            <a:extLst>
              <a:ext uri="{FF2B5EF4-FFF2-40B4-BE49-F238E27FC236}">
                <a16:creationId xmlns:a16="http://schemas.microsoft.com/office/drawing/2014/main" id="{64AC9CF9-C2A2-4C02-B670-BFE0D3BB7E47}"/>
              </a:ext>
            </a:extLst>
          </p:cNvPr>
          <p:cNvSpPr>
            <a:spLocks noGrp="1"/>
          </p:cNvSpPr>
          <p:nvPr/>
        </p:nvSpPr>
        <p:spPr>
          <a:xfrm>
            <a:off x="4283145" y="77781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7" name="F2_precision_recall_distributions_7671">
            <a:extLst>
              <a:ext uri="{FF2B5EF4-FFF2-40B4-BE49-F238E27FC236}">
                <a16:creationId xmlns:a16="http://schemas.microsoft.com/office/drawing/2014/main" id="{90A84E8B-97CE-4A9F-880D-2060F1191CB8}"/>
              </a:ext>
            </a:extLst>
          </p:cNvPr>
          <p:cNvSpPr>
            <a:spLocks noGrp="1"/>
          </p:cNvSpPr>
          <p:nvPr/>
        </p:nvSpPr>
        <p:spPr>
          <a:xfrm>
            <a:off x="409210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8" name="F2_precision_recall_distributions_7672">
            <a:extLst>
              <a:ext uri="{FF2B5EF4-FFF2-40B4-BE49-F238E27FC236}">
                <a16:creationId xmlns:a16="http://schemas.microsoft.com/office/drawing/2014/main" id="{4C67FC44-940D-41F7-A6BA-39A8C69A6B2C}"/>
              </a:ext>
            </a:extLst>
          </p:cNvPr>
          <p:cNvSpPr>
            <a:spLocks noGrp="1"/>
          </p:cNvSpPr>
          <p:nvPr/>
        </p:nvSpPr>
        <p:spPr>
          <a:xfrm>
            <a:off x="41754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9" name="F2_precision_recall_distributions_7673">
            <a:extLst>
              <a:ext uri="{FF2B5EF4-FFF2-40B4-BE49-F238E27FC236}">
                <a16:creationId xmlns:a16="http://schemas.microsoft.com/office/drawing/2014/main" id="{31C12E3F-FEBF-450D-AB41-06585F61CA6F}"/>
              </a:ext>
            </a:extLst>
          </p:cNvPr>
          <p:cNvSpPr>
            <a:spLocks noGrp="1"/>
          </p:cNvSpPr>
          <p:nvPr/>
        </p:nvSpPr>
        <p:spPr>
          <a:xfrm>
            <a:off x="407903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0" name="F2_precision_recall_distributions_7674">
            <a:extLst>
              <a:ext uri="{FF2B5EF4-FFF2-40B4-BE49-F238E27FC236}">
                <a16:creationId xmlns:a16="http://schemas.microsoft.com/office/drawing/2014/main" id="{460E5161-CE2B-4E44-AE74-E13F577B2BFE}"/>
              </a:ext>
            </a:extLst>
          </p:cNvPr>
          <p:cNvSpPr>
            <a:spLocks noGrp="1"/>
          </p:cNvSpPr>
          <p:nvPr/>
        </p:nvSpPr>
        <p:spPr>
          <a:xfrm>
            <a:off x="43337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1" name="F2_precision_recall_distributions_7675">
            <a:extLst>
              <a:ext uri="{FF2B5EF4-FFF2-40B4-BE49-F238E27FC236}">
                <a16:creationId xmlns:a16="http://schemas.microsoft.com/office/drawing/2014/main" id="{7E5B3A18-03BB-4E6F-BC40-A0A3C9168B28}"/>
              </a:ext>
            </a:extLst>
          </p:cNvPr>
          <p:cNvSpPr>
            <a:spLocks noGrp="1"/>
          </p:cNvSpPr>
          <p:nvPr/>
        </p:nvSpPr>
        <p:spPr>
          <a:xfrm>
            <a:off x="4333676" y="78110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2" name="F2_precision_recall_distributions_7676">
            <a:extLst>
              <a:ext uri="{FF2B5EF4-FFF2-40B4-BE49-F238E27FC236}">
                <a16:creationId xmlns:a16="http://schemas.microsoft.com/office/drawing/2014/main" id="{94F37ADB-4B8F-4733-A8A3-C5FC19D026E6}"/>
              </a:ext>
            </a:extLst>
          </p:cNvPr>
          <p:cNvSpPr>
            <a:spLocks noGrp="1"/>
          </p:cNvSpPr>
          <p:nvPr/>
        </p:nvSpPr>
        <p:spPr>
          <a:xfrm>
            <a:off x="405064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3" name="F2_precision_recall_distributions_7677">
            <a:extLst>
              <a:ext uri="{FF2B5EF4-FFF2-40B4-BE49-F238E27FC236}">
                <a16:creationId xmlns:a16="http://schemas.microsoft.com/office/drawing/2014/main" id="{D85C4C0F-6D79-4BDF-9D1E-98F429F1C6B6}"/>
              </a:ext>
            </a:extLst>
          </p:cNvPr>
          <p:cNvSpPr>
            <a:spLocks noGrp="1"/>
          </p:cNvSpPr>
          <p:nvPr/>
        </p:nvSpPr>
        <p:spPr>
          <a:xfrm>
            <a:off x="407604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4" name="F2_precision_recall_distributions_7678">
            <a:extLst>
              <a:ext uri="{FF2B5EF4-FFF2-40B4-BE49-F238E27FC236}">
                <a16:creationId xmlns:a16="http://schemas.microsoft.com/office/drawing/2014/main" id="{7708DECE-0703-412F-AC1F-D1CEB5485187}"/>
              </a:ext>
            </a:extLst>
          </p:cNvPr>
          <p:cNvSpPr>
            <a:spLocks noGrp="1"/>
          </p:cNvSpPr>
          <p:nvPr/>
        </p:nvSpPr>
        <p:spPr>
          <a:xfrm>
            <a:off x="4323560" y="78069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5" name="F2_precision_recall_distributions_7679">
            <a:extLst>
              <a:ext uri="{FF2B5EF4-FFF2-40B4-BE49-F238E27FC236}">
                <a16:creationId xmlns:a16="http://schemas.microsoft.com/office/drawing/2014/main" id="{E3BAD7EC-730B-44D5-94E3-17924D4A3C33}"/>
              </a:ext>
            </a:extLst>
          </p:cNvPr>
          <p:cNvSpPr>
            <a:spLocks noGrp="1"/>
          </p:cNvSpPr>
          <p:nvPr/>
        </p:nvSpPr>
        <p:spPr>
          <a:xfrm>
            <a:off x="429279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6" name="F2_precision_recall_distributions_7680">
            <a:extLst>
              <a:ext uri="{FF2B5EF4-FFF2-40B4-BE49-F238E27FC236}">
                <a16:creationId xmlns:a16="http://schemas.microsoft.com/office/drawing/2014/main" id="{7C002E34-8FF8-49F7-BEBA-02439E1AEB6E}"/>
              </a:ext>
            </a:extLst>
          </p:cNvPr>
          <p:cNvSpPr>
            <a:spLocks noGrp="1"/>
          </p:cNvSpPr>
          <p:nvPr/>
        </p:nvSpPr>
        <p:spPr>
          <a:xfrm>
            <a:off x="430469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7" name="F2_precision_recall_distributions_7681">
            <a:extLst>
              <a:ext uri="{FF2B5EF4-FFF2-40B4-BE49-F238E27FC236}">
                <a16:creationId xmlns:a16="http://schemas.microsoft.com/office/drawing/2014/main" id="{56499FFB-D95E-45F1-9FFB-07B9DC2EF3EF}"/>
              </a:ext>
            </a:extLst>
          </p:cNvPr>
          <p:cNvSpPr>
            <a:spLocks noGrp="1"/>
          </p:cNvSpPr>
          <p:nvPr/>
        </p:nvSpPr>
        <p:spPr>
          <a:xfrm>
            <a:off x="421259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8" name="F2_precision_recall_distributions_7682">
            <a:extLst>
              <a:ext uri="{FF2B5EF4-FFF2-40B4-BE49-F238E27FC236}">
                <a16:creationId xmlns:a16="http://schemas.microsoft.com/office/drawing/2014/main" id="{FA01A578-237D-4145-A40B-297EF570E6E0}"/>
              </a:ext>
            </a:extLst>
          </p:cNvPr>
          <p:cNvSpPr>
            <a:spLocks noGrp="1"/>
          </p:cNvSpPr>
          <p:nvPr/>
        </p:nvSpPr>
        <p:spPr>
          <a:xfrm>
            <a:off x="40980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9" name="F2_precision_recall_distributions_7683">
            <a:extLst>
              <a:ext uri="{FF2B5EF4-FFF2-40B4-BE49-F238E27FC236}">
                <a16:creationId xmlns:a16="http://schemas.microsoft.com/office/drawing/2014/main" id="{CF2A8119-0AAF-4B08-9A68-32BE5EDEBB61}"/>
              </a:ext>
            </a:extLst>
          </p:cNvPr>
          <p:cNvSpPr>
            <a:spLocks noGrp="1"/>
          </p:cNvSpPr>
          <p:nvPr/>
        </p:nvSpPr>
        <p:spPr>
          <a:xfrm>
            <a:off x="41016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0" name="F2_precision_recall_distributions_7684">
            <a:extLst>
              <a:ext uri="{FF2B5EF4-FFF2-40B4-BE49-F238E27FC236}">
                <a16:creationId xmlns:a16="http://schemas.microsoft.com/office/drawing/2014/main" id="{434BE7F1-0E65-4860-B714-B7471F08928B}"/>
              </a:ext>
            </a:extLst>
          </p:cNvPr>
          <p:cNvSpPr>
            <a:spLocks noGrp="1"/>
          </p:cNvSpPr>
          <p:nvPr/>
        </p:nvSpPr>
        <p:spPr>
          <a:xfrm>
            <a:off x="398366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1" name="F2_precision_recall_distributions_7685">
            <a:extLst>
              <a:ext uri="{FF2B5EF4-FFF2-40B4-BE49-F238E27FC236}">
                <a16:creationId xmlns:a16="http://schemas.microsoft.com/office/drawing/2014/main" id="{74BFC462-E80A-4577-968A-88D7AE1CF906}"/>
              </a:ext>
            </a:extLst>
          </p:cNvPr>
          <p:cNvSpPr>
            <a:spLocks noGrp="1"/>
          </p:cNvSpPr>
          <p:nvPr/>
        </p:nvSpPr>
        <p:spPr>
          <a:xfrm>
            <a:off x="426508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2" name="F2_precision_recall_distributions_7686">
            <a:extLst>
              <a:ext uri="{FF2B5EF4-FFF2-40B4-BE49-F238E27FC236}">
                <a16:creationId xmlns:a16="http://schemas.microsoft.com/office/drawing/2014/main" id="{FAB792D5-066C-4BA5-951C-B97A400EBB42}"/>
              </a:ext>
            </a:extLst>
          </p:cNvPr>
          <p:cNvSpPr>
            <a:spLocks noGrp="1"/>
          </p:cNvSpPr>
          <p:nvPr/>
        </p:nvSpPr>
        <p:spPr>
          <a:xfrm>
            <a:off x="39909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3" name="F2_precision_recall_distributions_7687">
            <a:extLst>
              <a:ext uri="{FF2B5EF4-FFF2-40B4-BE49-F238E27FC236}">
                <a16:creationId xmlns:a16="http://schemas.microsoft.com/office/drawing/2014/main" id="{D0A23FE1-B2F3-45A5-984E-31F300D446ED}"/>
              </a:ext>
            </a:extLst>
          </p:cNvPr>
          <p:cNvSpPr>
            <a:spLocks noGrp="1"/>
          </p:cNvSpPr>
          <p:nvPr/>
        </p:nvSpPr>
        <p:spPr>
          <a:xfrm>
            <a:off x="415921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4" name="F2_precision_recall_distributions_7688">
            <a:extLst>
              <a:ext uri="{FF2B5EF4-FFF2-40B4-BE49-F238E27FC236}">
                <a16:creationId xmlns:a16="http://schemas.microsoft.com/office/drawing/2014/main" id="{7DF342BF-7307-4988-8973-FB7C947E9E33}"/>
              </a:ext>
            </a:extLst>
          </p:cNvPr>
          <p:cNvSpPr>
            <a:spLocks noGrp="1"/>
          </p:cNvSpPr>
          <p:nvPr/>
        </p:nvSpPr>
        <p:spPr>
          <a:xfrm>
            <a:off x="399348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5" name="F2_precision_recall_distributions_7689">
            <a:extLst>
              <a:ext uri="{FF2B5EF4-FFF2-40B4-BE49-F238E27FC236}">
                <a16:creationId xmlns:a16="http://schemas.microsoft.com/office/drawing/2014/main" id="{3377F46F-D156-4B9B-9D28-93537A9A5E39}"/>
              </a:ext>
            </a:extLst>
          </p:cNvPr>
          <p:cNvSpPr>
            <a:spLocks noGrp="1"/>
          </p:cNvSpPr>
          <p:nvPr/>
        </p:nvSpPr>
        <p:spPr>
          <a:xfrm>
            <a:off x="400682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6" name="F2_precision_recall_distributions_7690">
            <a:extLst>
              <a:ext uri="{FF2B5EF4-FFF2-40B4-BE49-F238E27FC236}">
                <a16:creationId xmlns:a16="http://schemas.microsoft.com/office/drawing/2014/main" id="{C6981660-A5C8-4211-8A68-CDD89AE689FB}"/>
              </a:ext>
            </a:extLst>
          </p:cNvPr>
          <p:cNvSpPr>
            <a:spLocks noGrp="1"/>
          </p:cNvSpPr>
          <p:nvPr/>
        </p:nvSpPr>
        <p:spPr>
          <a:xfrm>
            <a:off x="41749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7" name="F2_precision_recall_distributions_7691">
            <a:extLst>
              <a:ext uri="{FF2B5EF4-FFF2-40B4-BE49-F238E27FC236}">
                <a16:creationId xmlns:a16="http://schemas.microsoft.com/office/drawing/2014/main" id="{B29A4B81-EB6C-4338-80D8-24CC3BEE8B4F}"/>
              </a:ext>
            </a:extLst>
          </p:cNvPr>
          <p:cNvSpPr>
            <a:spLocks noGrp="1"/>
          </p:cNvSpPr>
          <p:nvPr/>
        </p:nvSpPr>
        <p:spPr>
          <a:xfrm>
            <a:off x="434443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8" name="F2_precision_recall_distributions_7692">
            <a:extLst>
              <a:ext uri="{FF2B5EF4-FFF2-40B4-BE49-F238E27FC236}">
                <a16:creationId xmlns:a16="http://schemas.microsoft.com/office/drawing/2014/main" id="{62A10343-17C9-44CE-ABF2-F1F8FB4BE0DC}"/>
              </a:ext>
            </a:extLst>
          </p:cNvPr>
          <p:cNvSpPr>
            <a:spLocks noGrp="1"/>
          </p:cNvSpPr>
          <p:nvPr/>
        </p:nvSpPr>
        <p:spPr>
          <a:xfrm>
            <a:off x="430547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9" name="F2_precision_recall_distributions_7693">
            <a:extLst>
              <a:ext uri="{FF2B5EF4-FFF2-40B4-BE49-F238E27FC236}">
                <a16:creationId xmlns:a16="http://schemas.microsoft.com/office/drawing/2014/main" id="{EF80B8E4-6B4A-4740-8E52-CCB74E352F44}"/>
              </a:ext>
            </a:extLst>
          </p:cNvPr>
          <p:cNvSpPr>
            <a:spLocks noGrp="1"/>
          </p:cNvSpPr>
          <p:nvPr/>
        </p:nvSpPr>
        <p:spPr>
          <a:xfrm>
            <a:off x="4323978" y="78082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0" name="F2_precision_recall_distributions_7694">
            <a:extLst>
              <a:ext uri="{FF2B5EF4-FFF2-40B4-BE49-F238E27FC236}">
                <a16:creationId xmlns:a16="http://schemas.microsoft.com/office/drawing/2014/main" id="{F1237B14-47A1-4681-8FA9-DAC981881F51}"/>
              </a:ext>
            </a:extLst>
          </p:cNvPr>
          <p:cNvSpPr>
            <a:spLocks noGrp="1"/>
          </p:cNvSpPr>
          <p:nvPr/>
        </p:nvSpPr>
        <p:spPr>
          <a:xfrm>
            <a:off x="414368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1" name="F2_precision_recall_distributions_7695">
            <a:extLst>
              <a:ext uri="{FF2B5EF4-FFF2-40B4-BE49-F238E27FC236}">
                <a16:creationId xmlns:a16="http://schemas.microsoft.com/office/drawing/2014/main" id="{FA689CE0-2120-40D1-8300-AE8A9A24C1F6}"/>
              </a:ext>
            </a:extLst>
          </p:cNvPr>
          <p:cNvSpPr>
            <a:spLocks noGrp="1"/>
          </p:cNvSpPr>
          <p:nvPr/>
        </p:nvSpPr>
        <p:spPr>
          <a:xfrm>
            <a:off x="432537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2" name="F2_precision_recall_distributions_7696">
            <a:extLst>
              <a:ext uri="{FF2B5EF4-FFF2-40B4-BE49-F238E27FC236}">
                <a16:creationId xmlns:a16="http://schemas.microsoft.com/office/drawing/2014/main" id="{89451742-73C2-40B4-A91D-EC9F2EA0C921}"/>
              </a:ext>
            </a:extLst>
          </p:cNvPr>
          <p:cNvSpPr>
            <a:spLocks noGrp="1"/>
          </p:cNvSpPr>
          <p:nvPr/>
        </p:nvSpPr>
        <p:spPr>
          <a:xfrm>
            <a:off x="43118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3" name="F2_precision_recall_distributions_7697">
            <a:extLst>
              <a:ext uri="{FF2B5EF4-FFF2-40B4-BE49-F238E27FC236}">
                <a16:creationId xmlns:a16="http://schemas.microsoft.com/office/drawing/2014/main" id="{48A45A16-A383-4B22-8E85-16C5C8B6BC3A}"/>
              </a:ext>
            </a:extLst>
          </p:cNvPr>
          <p:cNvSpPr>
            <a:spLocks noGrp="1"/>
          </p:cNvSpPr>
          <p:nvPr/>
        </p:nvSpPr>
        <p:spPr>
          <a:xfrm>
            <a:off x="434408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4" name="F2_precision_recall_distributions_7698">
            <a:extLst>
              <a:ext uri="{FF2B5EF4-FFF2-40B4-BE49-F238E27FC236}">
                <a16:creationId xmlns:a16="http://schemas.microsoft.com/office/drawing/2014/main" id="{465CAF7D-83FC-4871-BB0F-20AAD168B221}"/>
              </a:ext>
            </a:extLst>
          </p:cNvPr>
          <p:cNvSpPr>
            <a:spLocks noGrp="1"/>
          </p:cNvSpPr>
          <p:nvPr/>
        </p:nvSpPr>
        <p:spPr>
          <a:xfrm>
            <a:off x="411898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5" name="F2_precision_recall_distributions_7699">
            <a:extLst>
              <a:ext uri="{FF2B5EF4-FFF2-40B4-BE49-F238E27FC236}">
                <a16:creationId xmlns:a16="http://schemas.microsoft.com/office/drawing/2014/main" id="{E41C587C-379C-45AD-965B-DF30B72E535A}"/>
              </a:ext>
            </a:extLst>
          </p:cNvPr>
          <p:cNvSpPr>
            <a:spLocks noGrp="1"/>
          </p:cNvSpPr>
          <p:nvPr/>
        </p:nvSpPr>
        <p:spPr>
          <a:xfrm>
            <a:off x="410387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6" name="F2_precision_recall_distributions_7700">
            <a:extLst>
              <a:ext uri="{FF2B5EF4-FFF2-40B4-BE49-F238E27FC236}">
                <a16:creationId xmlns:a16="http://schemas.microsoft.com/office/drawing/2014/main" id="{E2F1A36D-18FA-4974-B847-EFFCCA92429A}"/>
              </a:ext>
            </a:extLst>
          </p:cNvPr>
          <p:cNvSpPr>
            <a:spLocks noGrp="1"/>
          </p:cNvSpPr>
          <p:nvPr/>
        </p:nvSpPr>
        <p:spPr>
          <a:xfrm>
            <a:off x="4130926" y="76997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7" name="F2_precision_recall_distributions_7701">
            <a:extLst>
              <a:ext uri="{FF2B5EF4-FFF2-40B4-BE49-F238E27FC236}">
                <a16:creationId xmlns:a16="http://schemas.microsoft.com/office/drawing/2014/main" id="{7277F543-FA03-4F70-A5AC-F459CE9106F7}"/>
              </a:ext>
            </a:extLst>
          </p:cNvPr>
          <p:cNvSpPr>
            <a:spLocks noGrp="1"/>
          </p:cNvSpPr>
          <p:nvPr/>
        </p:nvSpPr>
        <p:spPr>
          <a:xfrm>
            <a:off x="431267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8" name="F2_precision_recall_distributions_7702">
            <a:extLst>
              <a:ext uri="{FF2B5EF4-FFF2-40B4-BE49-F238E27FC236}">
                <a16:creationId xmlns:a16="http://schemas.microsoft.com/office/drawing/2014/main" id="{355F9C33-4394-4782-9E69-75B268E2D6C0}"/>
              </a:ext>
            </a:extLst>
          </p:cNvPr>
          <p:cNvSpPr>
            <a:spLocks noGrp="1"/>
          </p:cNvSpPr>
          <p:nvPr/>
        </p:nvSpPr>
        <p:spPr>
          <a:xfrm>
            <a:off x="43422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9" name="F2_precision_recall_distributions_7703">
            <a:extLst>
              <a:ext uri="{FF2B5EF4-FFF2-40B4-BE49-F238E27FC236}">
                <a16:creationId xmlns:a16="http://schemas.microsoft.com/office/drawing/2014/main" id="{E9E86A53-E43B-44FB-9489-DAF7D8F3E444}"/>
              </a:ext>
            </a:extLst>
          </p:cNvPr>
          <p:cNvSpPr>
            <a:spLocks noGrp="1"/>
          </p:cNvSpPr>
          <p:nvPr/>
        </p:nvSpPr>
        <p:spPr>
          <a:xfrm>
            <a:off x="425765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0" name="F2_precision_recall_distributions_7704">
            <a:extLst>
              <a:ext uri="{FF2B5EF4-FFF2-40B4-BE49-F238E27FC236}">
                <a16:creationId xmlns:a16="http://schemas.microsoft.com/office/drawing/2014/main" id="{7993FBBD-567C-4CFA-9E35-B1B0A3386A66}"/>
              </a:ext>
            </a:extLst>
          </p:cNvPr>
          <p:cNvSpPr>
            <a:spLocks noGrp="1"/>
          </p:cNvSpPr>
          <p:nvPr/>
        </p:nvSpPr>
        <p:spPr>
          <a:xfrm>
            <a:off x="417658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1" name="F2_precision_recall_distributions_7705">
            <a:extLst>
              <a:ext uri="{FF2B5EF4-FFF2-40B4-BE49-F238E27FC236}">
                <a16:creationId xmlns:a16="http://schemas.microsoft.com/office/drawing/2014/main" id="{84E56B5B-F68A-496B-ADD8-FF5728E3A428}"/>
              </a:ext>
            </a:extLst>
          </p:cNvPr>
          <p:cNvSpPr>
            <a:spLocks noGrp="1"/>
          </p:cNvSpPr>
          <p:nvPr/>
        </p:nvSpPr>
        <p:spPr>
          <a:xfrm>
            <a:off x="4056287" y="776994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2" name="F2_precision_recall_distributions_7706">
            <a:extLst>
              <a:ext uri="{FF2B5EF4-FFF2-40B4-BE49-F238E27FC236}">
                <a16:creationId xmlns:a16="http://schemas.microsoft.com/office/drawing/2014/main" id="{5CD0156A-BDE7-4E1A-9F33-4A8B89FF8B09}"/>
              </a:ext>
            </a:extLst>
          </p:cNvPr>
          <p:cNvSpPr>
            <a:spLocks noGrp="1"/>
          </p:cNvSpPr>
          <p:nvPr/>
        </p:nvSpPr>
        <p:spPr>
          <a:xfrm>
            <a:off x="434575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3" name="F2_precision_recall_distributions_7707">
            <a:extLst>
              <a:ext uri="{FF2B5EF4-FFF2-40B4-BE49-F238E27FC236}">
                <a16:creationId xmlns:a16="http://schemas.microsoft.com/office/drawing/2014/main" id="{81453476-2370-46C2-90B2-AE566B551D68}"/>
              </a:ext>
            </a:extLst>
          </p:cNvPr>
          <p:cNvSpPr>
            <a:spLocks noGrp="1"/>
          </p:cNvSpPr>
          <p:nvPr/>
        </p:nvSpPr>
        <p:spPr>
          <a:xfrm>
            <a:off x="424046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4" name="F2_precision_recall_distributions_7708">
            <a:extLst>
              <a:ext uri="{FF2B5EF4-FFF2-40B4-BE49-F238E27FC236}">
                <a16:creationId xmlns:a16="http://schemas.microsoft.com/office/drawing/2014/main" id="{EA51C984-B5C3-4F6C-9411-414829E90D3D}"/>
              </a:ext>
            </a:extLst>
          </p:cNvPr>
          <p:cNvSpPr>
            <a:spLocks noGrp="1"/>
          </p:cNvSpPr>
          <p:nvPr/>
        </p:nvSpPr>
        <p:spPr>
          <a:xfrm>
            <a:off x="405341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5" name="F2_precision_recall_distributions_7709">
            <a:extLst>
              <a:ext uri="{FF2B5EF4-FFF2-40B4-BE49-F238E27FC236}">
                <a16:creationId xmlns:a16="http://schemas.microsoft.com/office/drawing/2014/main" id="{D40C07B2-671B-466C-9E89-84587CA358DB}"/>
              </a:ext>
            </a:extLst>
          </p:cNvPr>
          <p:cNvSpPr>
            <a:spLocks noGrp="1"/>
          </p:cNvSpPr>
          <p:nvPr/>
        </p:nvSpPr>
        <p:spPr>
          <a:xfrm>
            <a:off x="402539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6" name="F2_precision_recall_distributions_7710">
            <a:extLst>
              <a:ext uri="{FF2B5EF4-FFF2-40B4-BE49-F238E27FC236}">
                <a16:creationId xmlns:a16="http://schemas.microsoft.com/office/drawing/2014/main" id="{68B34F92-68D3-4F0A-812C-6B62DF65E0CA}"/>
              </a:ext>
            </a:extLst>
          </p:cNvPr>
          <p:cNvSpPr>
            <a:spLocks noGrp="1"/>
          </p:cNvSpPr>
          <p:nvPr/>
        </p:nvSpPr>
        <p:spPr>
          <a:xfrm>
            <a:off x="401093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7" name="F2_precision_recall_distributions_7711">
            <a:extLst>
              <a:ext uri="{FF2B5EF4-FFF2-40B4-BE49-F238E27FC236}">
                <a16:creationId xmlns:a16="http://schemas.microsoft.com/office/drawing/2014/main" id="{2A93EC9E-C7E9-48BB-8A79-0471D4384CA6}"/>
              </a:ext>
            </a:extLst>
          </p:cNvPr>
          <p:cNvSpPr>
            <a:spLocks noGrp="1"/>
          </p:cNvSpPr>
          <p:nvPr/>
        </p:nvSpPr>
        <p:spPr>
          <a:xfrm>
            <a:off x="4194532" y="78139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8" name="F2_precision_recall_distributions_7712">
            <a:extLst>
              <a:ext uri="{FF2B5EF4-FFF2-40B4-BE49-F238E27FC236}">
                <a16:creationId xmlns:a16="http://schemas.microsoft.com/office/drawing/2014/main" id="{F4E83B84-6F54-432D-89C6-8A3CC0FFD2B6}"/>
              </a:ext>
            </a:extLst>
          </p:cNvPr>
          <p:cNvSpPr>
            <a:spLocks noGrp="1"/>
          </p:cNvSpPr>
          <p:nvPr/>
        </p:nvSpPr>
        <p:spPr>
          <a:xfrm>
            <a:off x="42189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9" name="F2_precision_recall_distributions_7713">
            <a:extLst>
              <a:ext uri="{FF2B5EF4-FFF2-40B4-BE49-F238E27FC236}">
                <a16:creationId xmlns:a16="http://schemas.microsoft.com/office/drawing/2014/main" id="{C27D9C2C-F264-45AD-93F7-25EC446522A4}"/>
              </a:ext>
            </a:extLst>
          </p:cNvPr>
          <p:cNvSpPr>
            <a:spLocks noGrp="1"/>
          </p:cNvSpPr>
          <p:nvPr/>
        </p:nvSpPr>
        <p:spPr>
          <a:xfrm>
            <a:off x="410355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0" name="F2_precision_recall_distributions_7714">
            <a:extLst>
              <a:ext uri="{FF2B5EF4-FFF2-40B4-BE49-F238E27FC236}">
                <a16:creationId xmlns:a16="http://schemas.microsoft.com/office/drawing/2014/main" id="{598ED47D-792C-403D-ABAC-E8F336AA3EFD}"/>
              </a:ext>
            </a:extLst>
          </p:cNvPr>
          <p:cNvSpPr>
            <a:spLocks noGrp="1"/>
          </p:cNvSpPr>
          <p:nvPr/>
        </p:nvSpPr>
        <p:spPr>
          <a:xfrm>
            <a:off x="409872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1" name="F2_precision_recall_distributions_7715">
            <a:extLst>
              <a:ext uri="{FF2B5EF4-FFF2-40B4-BE49-F238E27FC236}">
                <a16:creationId xmlns:a16="http://schemas.microsoft.com/office/drawing/2014/main" id="{868F7B2B-C6BB-4B9E-891A-F2115C3697A3}"/>
              </a:ext>
            </a:extLst>
          </p:cNvPr>
          <p:cNvSpPr>
            <a:spLocks noGrp="1"/>
          </p:cNvSpPr>
          <p:nvPr/>
        </p:nvSpPr>
        <p:spPr>
          <a:xfrm>
            <a:off x="3992165" y="78097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2" name="F2_precision_recall_distributions_7716">
            <a:extLst>
              <a:ext uri="{FF2B5EF4-FFF2-40B4-BE49-F238E27FC236}">
                <a16:creationId xmlns:a16="http://schemas.microsoft.com/office/drawing/2014/main" id="{30A56DD3-30D1-4041-BD10-E2D3B9244998}"/>
              </a:ext>
            </a:extLst>
          </p:cNvPr>
          <p:cNvSpPr>
            <a:spLocks noGrp="1"/>
          </p:cNvSpPr>
          <p:nvPr/>
        </p:nvSpPr>
        <p:spPr>
          <a:xfrm>
            <a:off x="42798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3" name="F2_precision_recall_distributions_7717">
            <a:extLst>
              <a:ext uri="{FF2B5EF4-FFF2-40B4-BE49-F238E27FC236}">
                <a16:creationId xmlns:a16="http://schemas.microsoft.com/office/drawing/2014/main" id="{6D588AA0-4311-440A-B805-3D3F872EF41A}"/>
              </a:ext>
            </a:extLst>
          </p:cNvPr>
          <p:cNvSpPr>
            <a:spLocks noGrp="1"/>
          </p:cNvSpPr>
          <p:nvPr/>
        </p:nvSpPr>
        <p:spPr>
          <a:xfrm>
            <a:off x="4342695" y="78136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4" name="F2_precision_recall_distributions_7718">
            <a:extLst>
              <a:ext uri="{FF2B5EF4-FFF2-40B4-BE49-F238E27FC236}">
                <a16:creationId xmlns:a16="http://schemas.microsoft.com/office/drawing/2014/main" id="{57970AA1-035F-48A9-AB49-D381FEB86C64}"/>
              </a:ext>
            </a:extLst>
          </p:cNvPr>
          <p:cNvSpPr>
            <a:spLocks noGrp="1"/>
          </p:cNvSpPr>
          <p:nvPr/>
        </p:nvSpPr>
        <p:spPr>
          <a:xfrm>
            <a:off x="400480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5" name="F2_precision_recall_distributions_7719">
            <a:extLst>
              <a:ext uri="{FF2B5EF4-FFF2-40B4-BE49-F238E27FC236}">
                <a16:creationId xmlns:a16="http://schemas.microsoft.com/office/drawing/2014/main" id="{F75CCD90-67ED-42C5-A09C-2E2536ED7492}"/>
              </a:ext>
            </a:extLst>
          </p:cNvPr>
          <p:cNvSpPr>
            <a:spLocks noGrp="1"/>
          </p:cNvSpPr>
          <p:nvPr/>
        </p:nvSpPr>
        <p:spPr>
          <a:xfrm>
            <a:off x="409863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6" name="F2_precision_recall_distributions_7720">
            <a:extLst>
              <a:ext uri="{FF2B5EF4-FFF2-40B4-BE49-F238E27FC236}">
                <a16:creationId xmlns:a16="http://schemas.microsoft.com/office/drawing/2014/main" id="{16DAC038-F5B8-4056-9CAE-03F07979A926}"/>
              </a:ext>
            </a:extLst>
          </p:cNvPr>
          <p:cNvSpPr>
            <a:spLocks noGrp="1"/>
          </p:cNvSpPr>
          <p:nvPr/>
        </p:nvSpPr>
        <p:spPr>
          <a:xfrm>
            <a:off x="4024174" y="78141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7" name="F2_precision_recall_distributions_7721">
            <a:extLst>
              <a:ext uri="{FF2B5EF4-FFF2-40B4-BE49-F238E27FC236}">
                <a16:creationId xmlns:a16="http://schemas.microsoft.com/office/drawing/2014/main" id="{EAC05D02-F6C0-46C6-B0D5-25F00C9A19C9}"/>
              </a:ext>
            </a:extLst>
          </p:cNvPr>
          <p:cNvSpPr>
            <a:spLocks noGrp="1"/>
          </p:cNvSpPr>
          <p:nvPr/>
        </p:nvSpPr>
        <p:spPr>
          <a:xfrm>
            <a:off x="431370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8" name="F2_precision_recall_distributions_7722">
            <a:extLst>
              <a:ext uri="{FF2B5EF4-FFF2-40B4-BE49-F238E27FC236}">
                <a16:creationId xmlns:a16="http://schemas.microsoft.com/office/drawing/2014/main" id="{66BDED9E-6F02-448B-AC30-3585448A42D9}"/>
              </a:ext>
            </a:extLst>
          </p:cNvPr>
          <p:cNvSpPr>
            <a:spLocks noGrp="1"/>
          </p:cNvSpPr>
          <p:nvPr/>
        </p:nvSpPr>
        <p:spPr>
          <a:xfrm>
            <a:off x="416858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9" name="F2_precision_recall_distributions_7723">
            <a:extLst>
              <a:ext uri="{FF2B5EF4-FFF2-40B4-BE49-F238E27FC236}">
                <a16:creationId xmlns:a16="http://schemas.microsoft.com/office/drawing/2014/main" id="{1494A6CF-2115-40FA-A0A6-5A6908F7A8CD}"/>
              </a:ext>
            </a:extLst>
          </p:cNvPr>
          <p:cNvSpPr>
            <a:spLocks noGrp="1"/>
          </p:cNvSpPr>
          <p:nvPr/>
        </p:nvSpPr>
        <p:spPr>
          <a:xfrm>
            <a:off x="401344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0" name="F2_precision_recall_distributions_7724">
            <a:extLst>
              <a:ext uri="{FF2B5EF4-FFF2-40B4-BE49-F238E27FC236}">
                <a16:creationId xmlns:a16="http://schemas.microsoft.com/office/drawing/2014/main" id="{901662F1-F4D0-496B-8B48-073358830A8E}"/>
              </a:ext>
            </a:extLst>
          </p:cNvPr>
          <p:cNvSpPr>
            <a:spLocks noGrp="1"/>
          </p:cNvSpPr>
          <p:nvPr/>
        </p:nvSpPr>
        <p:spPr>
          <a:xfrm>
            <a:off x="4314406" y="78060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1" name="F2_precision_recall_distributions_7725">
            <a:extLst>
              <a:ext uri="{FF2B5EF4-FFF2-40B4-BE49-F238E27FC236}">
                <a16:creationId xmlns:a16="http://schemas.microsoft.com/office/drawing/2014/main" id="{E837B401-6023-411F-AEE7-7D4705A9A540}"/>
              </a:ext>
            </a:extLst>
          </p:cNvPr>
          <p:cNvSpPr>
            <a:spLocks noGrp="1"/>
          </p:cNvSpPr>
          <p:nvPr/>
        </p:nvSpPr>
        <p:spPr>
          <a:xfrm>
            <a:off x="43289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2" name="F2_precision_recall_distributions_7726">
            <a:extLst>
              <a:ext uri="{FF2B5EF4-FFF2-40B4-BE49-F238E27FC236}">
                <a16:creationId xmlns:a16="http://schemas.microsoft.com/office/drawing/2014/main" id="{93618C1C-DE3E-4AE2-9F4C-52C98BFBD9AD}"/>
              </a:ext>
            </a:extLst>
          </p:cNvPr>
          <p:cNvSpPr>
            <a:spLocks noGrp="1"/>
          </p:cNvSpPr>
          <p:nvPr/>
        </p:nvSpPr>
        <p:spPr>
          <a:xfrm>
            <a:off x="413807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3" name="F2_precision_recall_distributions_7727">
            <a:extLst>
              <a:ext uri="{FF2B5EF4-FFF2-40B4-BE49-F238E27FC236}">
                <a16:creationId xmlns:a16="http://schemas.microsoft.com/office/drawing/2014/main" id="{CB9117A5-64B7-49BB-96C9-FAC984D167AF}"/>
              </a:ext>
            </a:extLst>
          </p:cNvPr>
          <p:cNvSpPr>
            <a:spLocks noGrp="1"/>
          </p:cNvSpPr>
          <p:nvPr/>
        </p:nvSpPr>
        <p:spPr>
          <a:xfrm>
            <a:off x="4311956" y="77951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4" name="F2_precision_recall_distributions_7728">
            <a:extLst>
              <a:ext uri="{FF2B5EF4-FFF2-40B4-BE49-F238E27FC236}">
                <a16:creationId xmlns:a16="http://schemas.microsoft.com/office/drawing/2014/main" id="{6475974C-EDC3-4A77-8FE1-2859D0D9E5C7}"/>
              </a:ext>
            </a:extLst>
          </p:cNvPr>
          <p:cNvSpPr>
            <a:spLocks noGrp="1"/>
          </p:cNvSpPr>
          <p:nvPr/>
        </p:nvSpPr>
        <p:spPr>
          <a:xfrm>
            <a:off x="417612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5" name="F2_precision_recall_distributions_7729">
            <a:extLst>
              <a:ext uri="{FF2B5EF4-FFF2-40B4-BE49-F238E27FC236}">
                <a16:creationId xmlns:a16="http://schemas.microsoft.com/office/drawing/2014/main" id="{71030E56-F3E1-45F2-BDC0-6F5A8872E498}"/>
              </a:ext>
            </a:extLst>
          </p:cNvPr>
          <p:cNvSpPr>
            <a:spLocks noGrp="1"/>
          </p:cNvSpPr>
          <p:nvPr/>
        </p:nvSpPr>
        <p:spPr>
          <a:xfrm>
            <a:off x="42129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6" name="F2_precision_recall_distributions_7730">
            <a:extLst>
              <a:ext uri="{FF2B5EF4-FFF2-40B4-BE49-F238E27FC236}">
                <a16:creationId xmlns:a16="http://schemas.microsoft.com/office/drawing/2014/main" id="{4AE6B1C1-4E4E-4560-A451-A9991F87AF4F}"/>
              </a:ext>
            </a:extLst>
          </p:cNvPr>
          <p:cNvSpPr>
            <a:spLocks noGrp="1"/>
          </p:cNvSpPr>
          <p:nvPr/>
        </p:nvSpPr>
        <p:spPr>
          <a:xfrm>
            <a:off x="421284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7" name="F2_precision_recall_distributions_7731">
            <a:extLst>
              <a:ext uri="{FF2B5EF4-FFF2-40B4-BE49-F238E27FC236}">
                <a16:creationId xmlns:a16="http://schemas.microsoft.com/office/drawing/2014/main" id="{4567318D-7B39-4D0C-AE29-938291B319B4}"/>
              </a:ext>
            </a:extLst>
          </p:cNvPr>
          <p:cNvSpPr>
            <a:spLocks noGrp="1"/>
          </p:cNvSpPr>
          <p:nvPr/>
        </p:nvSpPr>
        <p:spPr>
          <a:xfrm>
            <a:off x="41215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8" name="F2_precision_recall_distributions_7732">
            <a:extLst>
              <a:ext uri="{FF2B5EF4-FFF2-40B4-BE49-F238E27FC236}">
                <a16:creationId xmlns:a16="http://schemas.microsoft.com/office/drawing/2014/main" id="{517183F6-2682-41EB-942C-F0C642C61484}"/>
              </a:ext>
            </a:extLst>
          </p:cNvPr>
          <p:cNvSpPr>
            <a:spLocks noGrp="1"/>
          </p:cNvSpPr>
          <p:nvPr/>
        </p:nvSpPr>
        <p:spPr>
          <a:xfrm>
            <a:off x="4000174" y="78125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9" name="F2_precision_recall_distributions_7733">
            <a:extLst>
              <a:ext uri="{FF2B5EF4-FFF2-40B4-BE49-F238E27FC236}">
                <a16:creationId xmlns:a16="http://schemas.microsoft.com/office/drawing/2014/main" id="{4A17FFF5-2A12-4E6B-A69A-EE73A7485749}"/>
              </a:ext>
            </a:extLst>
          </p:cNvPr>
          <p:cNvSpPr>
            <a:spLocks noGrp="1"/>
          </p:cNvSpPr>
          <p:nvPr/>
        </p:nvSpPr>
        <p:spPr>
          <a:xfrm>
            <a:off x="4073344" y="77651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0" name="F2_precision_recall_distributions_7734">
            <a:extLst>
              <a:ext uri="{FF2B5EF4-FFF2-40B4-BE49-F238E27FC236}">
                <a16:creationId xmlns:a16="http://schemas.microsoft.com/office/drawing/2014/main" id="{DB01DFB7-3BA5-4259-8FA7-8814B3D08A82}"/>
              </a:ext>
            </a:extLst>
          </p:cNvPr>
          <p:cNvSpPr>
            <a:spLocks noGrp="1"/>
          </p:cNvSpPr>
          <p:nvPr/>
        </p:nvSpPr>
        <p:spPr>
          <a:xfrm>
            <a:off x="43389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1" name="F2_precision_recall_distributions_7735">
            <a:extLst>
              <a:ext uri="{FF2B5EF4-FFF2-40B4-BE49-F238E27FC236}">
                <a16:creationId xmlns:a16="http://schemas.microsoft.com/office/drawing/2014/main" id="{5CC88C6D-F0A2-4B80-996D-F5C5A490C16B}"/>
              </a:ext>
            </a:extLst>
          </p:cNvPr>
          <p:cNvSpPr>
            <a:spLocks noGrp="1"/>
          </p:cNvSpPr>
          <p:nvPr/>
        </p:nvSpPr>
        <p:spPr>
          <a:xfrm>
            <a:off x="405774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2" name="F2_precision_recall_distributions_7736">
            <a:extLst>
              <a:ext uri="{FF2B5EF4-FFF2-40B4-BE49-F238E27FC236}">
                <a16:creationId xmlns:a16="http://schemas.microsoft.com/office/drawing/2014/main" id="{591ADB20-982B-4B42-9BA6-60B60575EE1E}"/>
              </a:ext>
            </a:extLst>
          </p:cNvPr>
          <p:cNvSpPr>
            <a:spLocks noGrp="1"/>
          </p:cNvSpPr>
          <p:nvPr/>
        </p:nvSpPr>
        <p:spPr>
          <a:xfrm>
            <a:off x="4279296" y="78024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3" name="F2_precision_recall_distributions_7737">
            <a:extLst>
              <a:ext uri="{FF2B5EF4-FFF2-40B4-BE49-F238E27FC236}">
                <a16:creationId xmlns:a16="http://schemas.microsoft.com/office/drawing/2014/main" id="{F9B2DFB3-F2F6-4459-B571-6DEFCF9C042F}"/>
              </a:ext>
            </a:extLst>
          </p:cNvPr>
          <p:cNvSpPr>
            <a:spLocks noGrp="1"/>
          </p:cNvSpPr>
          <p:nvPr/>
        </p:nvSpPr>
        <p:spPr>
          <a:xfrm>
            <a:off x="417514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4" name="F2_precision_recall_distributions_7738">
            <a:extLst>
              <a:ext uri="{FF2B5EF4-FFF2-40B4-BE49-F238E27FC236}">
                <a16:creationId xmlns:a16="http://schemas.microsoft.com/office/drawing/2014/main" id="{0AD230F6-674A-4202-89A7-D2A36DA46778}"/>
              </a:ext>
            </a:extLst>
          </p:cNvPr>
          <p:cNvSpPr>
            <a:spLocks noGrp="1"/>
          </p:cNvSpPr>
          <p:nvPr/>
        </p:nvSpPr>
        <p:spPr>
          <a:xfrm>
            <a:off x="40719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5" name="F2_precision_recall_distributions_7739">
            <a:extLst>
              <a:ext uri="{FF2B5EF4-FFF2-40B4-BE49-F238E27FC236}">
                <a16:creationId xmlns:a16="http://schemas.microsoft.com/office/drawing/2014/main" id="{8F6B8615-4C22-4111-94DE-0DBFA862EDE8}"/>
              </a:ext>
            </a:extLst>
          </p:cNvPr>
          <p:cNvSpPr>
            <a:spLocks noGrp="1"/>
          </p:cNvSpPr>
          <p:nvPr/>
        </p:nvSpPr>
        <p:spPr>
          <a:xfrm>
            <a:off x="39962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6" name="F2_precision_recall_distributions_7740">
            <a:extLst>
              <a:ext uri="{FF2B5EF4-FFF2-40B4-BE49-F238E27FC236}">
                <a16:creationId xmlns:a16="http://schemas.microsoft.com/office/drawing/2014/main" id="{92B7E82E-7F5D-4D76-9409-BFB4352C4D95}"/>
              </a:ext>
            </a:extLst>
          </p:cNvPr>
          <p:cNvSpPr>
            <a:spLocks noGrp="1"/>
          </p:cNvSpPr>
          <p:nvPr/>
        </p:nvSpPr>
        <p:spPr>
          <a:xfrm>
            <a:off x="419245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7" name="F2_precision_recall_distributions_7741">
            <a:extLst>
              <a:ext uri="{FF2B5EF4-FFF2-40B4-BE49-F238E27FC236}">
                <a16:creationId xmlns:a16="http://schemas.microsoft.com/office/drawing/2014/main" id="{F23659EC-8796-47B5-8FE9-3CADB74FEC3C}"/>
              </a:ext>
            </a:extLst>
          </p:cNvPr>
          <p:cNvSpPr>
            <a:spLocks noGrp="1"/>
          </p:cNvSpPr>
          <p:nvPr/>
        </p:nvSpPr>
        <p:spPr>
          <a:xfrm>
            <a:off x="40247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8" name="F2_precision_recall_distributions_7742">
            <a:extLst>
              <a:ext uri="{FF2B5EF4-FFF2-40B4-BE49-F238E27FC236}">
                <a16:creationId xmlns:a16="http://schemas.microsoft.com/office/drawing/2014/main" id="{4EC8BFB2-3136-42CC-A802-F9BA4981F775}"/>
              </a:ext>
            </a:extLst>
          </p:cNvPr>
          <p:cNvSpPr>
            <a:spLocks noGrp="1"/>
          </p:cNvSpPr>
          <p:nvPr/>
        </p:nvSpPr>
        <p:spPr>
          <a:xfrm>
            <a:off x="4176224" y="77974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9" name="F2_precision_recall_distributions_7743">
            <a:extLst>
              <a:ext uri="{FF2B5EF4-FFF2-40B4-BE49-F238E27FC236}">
                <a16:creationId xmlns:a16="http://schemas.microsoft.com/office/drawing/2014/main" id="{72A67249-B5ED-4217-97C9-38A2EA1C4AF1}"/>
              </a:ext>
            </a:extLst>
          </p:cNvPr>
          <p:cNvSpPr>
            <a:spLocks noGrp="1"/>
          </p:cNvSpPr>
          <p:nvPr/>
        </p:nvSpPr>
        <p:spPr>
          <a:xfrm>
            <a:off x="399488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0" name="F2_precision_recall_distributions_7744">
            <a:extLst>
              <a:ext uri="{FF2B5EF4-FFF2-40B4-BE49-F238E27FC236}">
                <a16:creationId xmlns:a16="http://schemas.microsoft.com/office/drawing/2014/main" id="{886FD456-1EE9-4353-9291-EF67BC4926C8}"/>
              </a:ext>
            </a:extLst>
          </p:cNvPr>
          <p:cNvSpPr>
            <a:spLocks noGrp="1"/>
          </p:cNvSpPr>
          <p:nvPr/>
        </p:nvSpPr>
        <p:spPr>
          <a:xfrm>
            <a:off x="41109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1" name="F2_precision_recall_distributions_7745">
            <a:extLst>
              <a:ext uri="{FF2B5EF4-FFF2-40B4-BE49-F238E27FC236}">
                <a16:creationId xmlns:a16="http://schemas.microsoft.com/office/drawing/2014/main" id="{DAAD5402-CB8C-408E-8BAC-083041F425B8}"/>
              </a:ext>
            </a:extLst>
          </p:cNvPr>
          <p:cNvSpPr>
            <a:spLocks noGrp="1"/>
          </p:cNvSpPr>
          <p:nvPr/>
        </p:nvSpPr>
        <p:spPr>
          <a:xfrm>
            <a:off x="429127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2" name="F2_precision_recall_distributions_7746">
            <a:extLst>
              <a:ext uri="{FF2B5EF4-FFF2-40B4-BE49-F238E27FC236}">
                <a16:creationId xmlns:a16="http://schemas.microsoft.com/office/drawing/2014/main" id="{01231BD5-F1E5-4F32-8964-94C72495EBF2}"/>
              </a:ext>
            </a:extLst>
          </p:cNvPr>
          <p:cNvSpPr>
            <a:spLocks noGrp="1"/>
          </p:cNvSpPr>
          <p:nvPr/>
        </p:nvSpPr>
        <p:spPr>
          <a:xfrm>
            <a:off x="405484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3" name="F2_precision_recall_distributions_7747">
            <a:extLst>
              <a:ext uri="{FF2B5EF4-FFF2-40B4-BE49-F238E27FC236}">
                <a16:creationId xmlns:a16="http://schemas.microsoft.com/office/drawing/2014/main" id="{95AE6FCA-E9D7-4B1D-8665-2C29ED7E86AF}"/>
              </a:ext>
            </a:extLst>
          </p:cNvPr>
          <p:cNvSpPr>
            <a:spLocks noGrp="1"/>
          </p:cNvSpPr>
          <p:nvPr/>
        </p:nvSpPr>
        <p:spPr>
          <a:xfrm>
            <a:off x="4189316" y="76736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4" name="F2_precision_recall_distributions_7748">
            <a:extLst>
              <a:ext uri="{FF2B5EF4-FFF2-40B4-BE49-F238E27FC236}">
                <a16:creationId xmlns:a16="http://schemas.microsoft.com/office/drawing/2014/main" id="{FEDC3294-8C06-4988-9BA4-3A5E4802623A}"/>
              </a:ext>
            </a:extLst>
          </p:cNvPr>
          <p:cNvSpPr>
            <a:spLocks noGrp="1"/>
          </p:cNvSpPr>
          <p:nvPr/>
        </p:nvSpPr>
        <p:spPr>
          <a:xfrm>
            <a:off x="408826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5" name="F2_precision_recall_distributions_7749">
            <a:extLst>
              <a:ext uri="{FF2B5EF4-FFF2-40B4-BE49-F238E27FC236}">
                <a16:creationId xmlns:a16="http://schemas.microsoft.com/office/drawing/2014/main" id="{B8BF31C9-263D-4C2B-9568-DC060DB205C9}"/>
              </a:ext>
            </a:extLst>
          </p:cNvPr>
          <p:cNvSpPr>
            <a:spLocks noGrp="1"/>
          </p:cNvSpPr>
          <p:nvPr/>
        </p:nvSpPr>
        <p:spPr>
          <a:xfrm>
            <a:off x="420314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6" name="F2_precision_recall_distributions_7750">
            <a:extLst>
              <a:ext uri="{FF2B5EF4-FFF2-40B4-BE49-F238E27FC236}">
                <a16:creationId xmlns:a16="http://schemas.microsoft.com/office/drawing/2014/main" id="{83E10C21-23BB-400A-82D9-F1EC3E368187}"/>
              </a:ext>
            </a:extLst>
          </p:cNvPr>
          <p:cNvSpPr>
            <a:spLocks noGrp="1"/>
          </p:cNvSpPr>
          <p:nvPr/>
        </p:nvSpPr>
        <p:spPr>
          <a:xfrm>
            <a:off x="4187582" y="78075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7" name="F2_precision_recall_distributions_7751">
            <a:extLst>
              <a:ext uri="{FF2B5EF4-FFF2-40B4-BE49-F238E27FC236}">
                <a16:creationId xmlns:a16="http://schemas.microsoft.com/office/drawing/2014/main" id="{2661A72D-31B6-4392-A441-E209625A1BB4}"/>
              </a:ext>
            </a:extLst>
          </p:cNvPr>
          <p:cNvSpPr>
            <a:spLocks noGrp="1"/>
          </p:cNvSpPr>
          <p:nvPr/>
        </p:nvSpPr>
        <p:spPr>
          <a:xfrm>
            <a:off x="404689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8" name="F2_precision_recall_distributions_7752">
            <a:extLst>
              <a:ext uri="{FF2B5EF4-FFF2-40B4-BE49-F238E27FC236}">
                <a16:creationId xmlns:a16="http://schemas.microsoft.com/office/drawing/2014/main" id="{9FAA588B-237D-4EF2-A506-87B452ADC27C}"/>
              </a:ext>
            </a:extLst>
          </p:cNvPr>
          <p:cNvSpPr>
            <a:spLocks noGrp="1"/>
          </p:cNvSpPr>
          <p:nvPr/>
        </p:nvSpPr>
        <p:spPr>
          <a:xfrm>
            <a:off x="4307270" y="77963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9" name="F2_precision_recall_distributions_7753">
            <a:extLst>
              <a:ext uri="{FF2B5EF4-FFF2-40B4-BE49-F238E27FC236}">
                <a16:creationId xmlns:a16="http://schemas.microsoft.com/office/drawing/2014/main" id="{1FAA7B11-796F-4ACC-8F7C-9E7FD384B75E}"/>
              </a:ext>
            </a:extLst>
          </p:cNvPr>
          <p:cNvSpPr>
            <a:spLocks noGrp="1"/>
          </p:cNvSpPr>
          <p:nvPr/>
        </p:nvSpPr>
        <p:spPr>
          <a:xfrm>
            <a:off x="4301689" y="78131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0" name="F2_precision_recall_distributions_7754">
            <a:extLst>
              <a:ext uri="{FF2B5EF4-FFF2-40B4-BE49-F238E27FC236}">
                <a16:creationId xmlns:a16="http://schemas.microsoft.com/office/drawing/2014/main" id="{8C6ACD02-8151-4979-9244-946974DD1593}"/>
              </a:ext>
            </a:extLst>
          </p:cNvPr>
          <p:cNvSpPr>
            <a:spLocks noGrp="1"/>
          </p:cNvSpPr>
          <p:nvPr/>
        </p:nvSpPr>
        <p:spPr>
          <a:xfrm>
            <a:off x="4130071" y="78063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1" name="F2_precision_recall_distributions_7755">
            <a:extLst>
              <a:ext uri="{FF2B5EF4-FFF2-40B4-BE49-F238E27FC236}">
                <a16:creationId xmlns:a16="http://schemas.microsoft.com/office/drawing/2014/main" id="{DBF442F9-99D0-4875-8598-DE48536631B2}"/>
              </a:ext>
            </a:extLst>
          </p:cNvPr>
          <p:cNvSpPr>
            <a:spLocks noGrp="1"/>
          </p:cNvSpPr>
          <p:nvPr/>
        </p:nvSpPr>
        <p:spPr>
          <a:xfrm>
            <a:off x="422466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2" name="F2_precision_recall_distributions_7756">
            <a:extLst>
              <a:ext uri="{FF2B5EF4-FFF2-40B4-BE49-F238E27FC236}">
                <a16:creationId xmlns:a16="http://schemas.microsoft.com/office/drawing/2014/main" id="{6746703C-95C0-44DF-8299-8E3216598722}"/>
              </a:ext>
            </a:extLst>
          </p:cNvPr>
          <p:cNvSpPr>
            <a:spLocks noGrp="1"/>
          </p:cNvSpPr>
          <p:nvPr/>
        </p:nvSpPr>
        <p:spPr>
          <a:xfrm>
            <a:off x="42121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3" name="F2_precision_recall_distributions_7757">
            <a:extLst>
              <a:ext uri="{FF2B5EF4-FFF2-40B4-BE49-F238E27FC236}">
                <a16:creationId xmlns:a16="http://schemas.microsoft.com/office/drawing/2014/main" id="{4B87B2A4-28F1-4565-B8E7-891C079EDA41}"/>
              </a:ext>
            </a:extLst>
          </p:cNvPr>
          <p:cNvSpPr>
            <a:spLocks noGrp="1"/>
          </p:cNvSpPr>
          <p:nvPr/>
        </p:nvSpPr>
        <p:spPr>
          <a:xfrm>
            <a:off x="405989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4" name="F2_precision_recall_distributions_7758">
            <a:extLst>
              <a:ext uri="{FF2B5EF4-FFF2-40B4-BE49-F238E27FC236}">
                <a16:creationId xmlns:a16="http://schemas.microsoft.com/office/drawing/2014/main" id="{1FA53D9F-5C70-4AC8-AAD4-1B782DABAD61}"/>
              </a:ext>
            </a:extLst>
          </p:cNvPr>
          <p:cNvSpPr>
            <a:spLocks noGrp="1"/>
          </p:cNvSpPr>
          <p:nvPr/>
        </p:nvSpPr>
        <p:spPr>
          <a:xfrm>
            <a:off x="428959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5" name="F2_precision_recall_distributions_7759">
            <a:extLst>
              <a:ext uri="{FF2B5EF4-FFF2-40B4-BE49-F238E27FC236}">
                <a16:creationId xmlns:a16="http://schemas.microsoft.com/office/drawing/2014/main" id="{69C481B2-8332-42EF-99C1-60B90CA79A92}"/>
              </a:ext>
            </a:extLst>
          </p:cNvPr>
          <p:cNvSpPr>
            <a:spLocks noGrp="1"/>
          </p:cNvSpPr>
          <p:nvPr/>
        </p:nvSpPr>
        <p:spPr>
          <a:xfrm>
            <a:off x="428249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6" name="F2_precision_recall_distributions_7760">
            <a:extLst>
              <a:ext uri="{FF2B5EF4-FFF2-40B4-BE49-F238E27FC236}">
                <a16:creationId xmlns:a16="http://schemas.microsoft.com/office/drawing/2014/main" id="{9477C1F0-F755-485E-909E-DB02CB19662D}"/>
              </a:ext>
            </a:extLst>
          </p:cNvPr>
          <p:cNvSpPr>
            <a:spLocks noGrp="1"/>
          </p:cNvSpPr>
          <p:nvPr/>
        </p:nvSpPr>
        <p:spPr>
          <a:xfrm>
            <a:off x="43267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7" name="F2_precision_recall_distributions_7761">
            <a:extLst>
              <a:ext uri="{FF2B5EF4-FFF2-40B4-BE49-F238E27FC236}">
                <a16:creationId xmlns:a16="http://schemas.microsoft.com/office/drawing/2014/main" id="{8E726799-0631-421B-A6A9-4A51CF3154DB}"/>
              </a:ext>
            </a:extLst>
          </p:cNvPr>
          <p:cNvSpPr>
            <a:spLocks noGrp="1"/>
          </p:cNvSpPr>
          <p:nvPr/>
        </p:nvSpPr>
        <p:spPr>
          <a:xfrm>
            <a:off x="408640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8" name="F2_precision_recall_distributions_7762">
            <a:extLst>
              <a:ext uri="{FF2B5EF4-FFF2-40B4-BE49-F238E27FC236}">
                <a16:creationId xmlns:a16="http://schemas.microsoft.com/office/drawing/2014/main" id="{CF9DA733-357E-4E7A-8694-24D7B4897F2D}"/>
              </a:ext>
            </a:extLst>
          </p:cNvPr>
          <p:cNvSpPr>
            <a:spLocks noGrp="1"/>
          </p:cNvSpPr>
          <p:nvPr/>
        </p:nvSpPr>
        <p:spPr>
          <a:xfrm>
            <a:off x="412040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9" name="F2_precision_recall_distributions_7763">
            <a:extLst>
              <a:ext uri="{FF2B5EF4-FFF2-40B4-BE49-F238E27FC236}">
                <a16:creationId xmlns:a16="http://schemas.microsoft.com/office/drawing/2014/main" id="{E2F31A7E-E005-4849-BBB8-43A284AEB26E}"/>
              </a:ext>
            </a:extLst>
          </p:cNvPr>
          <p:cNvSpPr>
            <a:spLocks noGrp="1"/>
          </p:cNvSpPr>
          <p:nvPr/>
        </p:nvSpPr>
        <p:spPr>
          <a:xfrm>
            <a:off x="4062375" y="77927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0" name="F2_precision_recall_distributions_7764">
            <a:extLst>
              <a:ext uri="{FF2B5EF4-FFF2-40B4-BE49-F238E27FC236}">
                <a16:creationId xmlns:a16="http://schemas.microsoft.com/office/drawing/2014/main" id="{34EC1BA9-665B-4C90-A9C2-BBD4876288E2}"/>
              </a:ext>
            </a:extLst>
          </p:cNvPr>
          <p:cNvSpPr>
            <a:spLocks noGrp="1"/>
          </p:cNvSpPr>
          <p:nvPr/>
        </p:nvSpPr>
        <p:spPr>
          <a:xfrm>
            <a:off x="417993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1" name="F2_precision_recall_distributions_7765">
            <a:extLst>
              <a:ext uri="{FF2B5EF4-FFF2-40B4-BE49-F238E27FC236}">
                <a16:creationId xmlns:a16="http://schemas.microsoft.com/office/drawing/2014/main" id="{90EF666E-122B-405F-9E12-263AB89FA75A}"/>
              </a:ext>
            </a:extLst>
          </p:cNvPr>
          <p:cNvSpPr>
            <a:spLocks noGrp="1"/>
          </p:cNvSpPr>
          <p:nvPr/>
        </p:nvSpPr>
        <p:spPr>
          <a:xfrm>
            <a:off x="403176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2" name="F2_precision_recall_distributions_7766">
            <a:extLst>
              <a:ext uri="{FF2B5EF4-FFF2-40B4-BE49-F238E27FC236}">
                <a16:creationId xmlns:a16="http://schemas.microsoft.com/office/drawing/2014/main" id="{711DE92A-5B84-4D5D-B53C-958B84B7985F}"/>
              </a:ext>
            </a:extLst>
          </p:cNvPr>
          <p:cNvSpPr>
            <a:spLocks noGrp="1"/>
          </p:cNvSpPr>
          <p:nvPr/>
        </p:nvSpPr>
        <p:spPr>
          <a:xfrm>
            <a:off x="4267309" y="78093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3" name="F2_precision_recall_distributions_7767">
            <a:extLst>
              <a:ext uri="{FF2B5EF4-FFF2-40B4-BE49-F238E27FC236}">
                <a16:creationId xmlns:a16="http://schemas.microsoft.com/office/drawing/2014/main" id="{F1DE2BA6-0B4D-4412-BDE7-2FFEA40BBDA6}"/>
              </a:ext>
            </a:extLst>
          </p:cNvPr>
          <p:cNvSpPr>
            <a:spLocks noGrp="1"/>
          </p:cNvSpPr>
          <p:nvPr/>
        </p:nvSpPr>
        <p:spPr>
          <a:xfrm>
            <a:off x="415165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4" name="F2_precision_recall_distributions_7768">
            <a:extLst>
              <a:ext uri="{FF2B5EF4-FFF2-40B4-BE49-F238E27FC236}">
                <a16:creationId xmlns:a16="http://schemas.microsoft.com/office/drawing/2014/main" id="{DDD9CF5D-4A09-4BAF-B7FE-A70D30835B24}"/>
              </a:ext>
            </a:extLst>
          </p:cNvPr>
          <p:cNvSpPr>
            <a:spLocks noGrp="1"/>
          </p:cNvSpPr>
          <p:nvPr/>
        </p:nvSpPr>
        <p:spPr>
          <a:xfrm>
            <a:off x="411564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5" name="F2_precision_recall_distributions_7769">
            <a:extLst>
              <a:ext uri="{FF2B5EF4-FFF2-40B4-BE49-F238E27FC236}">
                <a16:creationId xmlns:a16="http://schemas.microsoft.com/office/drawing/2014/main" id="{95E4352A-E34D-475B-9E10-7FB7D5C85137}"/>
              </a:ext>
            </a:extLst>
          </p:cNvPr>
          <p:cNvSpPr>
            <a:spLocks noGrp="1"/>
          </p:cNvSpPr>
          <p:nvPr/>
        </p:nvSpPr>
        <p:spPr>
          <a:xfrm>
            <a:off x="415297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6" name="F2_precision_recall_distributions_7770">
            <a:extLst>
              <a:ext uri="{FF2B5EF4-FFF2-40B4-BE49-F238E27FC236}">
                <a16:creationId xmlns:a16="http://schemas.microsoft.com/office/drawing/2014/main" id="{633D7B16-D34D-4A2D-B9AC-B71655CA22AB}"/>
              </a:ext>
            </a:extLst>
          </p:cNvPr>
          <p:cNvSpPr>
            <a:spLocks noGrp="1"/>
          </p:cNvSpPr>
          <p:nvPr/>
        </p:nvSpPr>
        <p:spPr>
          <a:xfrm>
            <a:off x="4333317" y="780566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7" name="F2_precision_recall_distributions_7771">
            <a:extLst>
              <a:ext uri="{FF2B5EF4-FFF2-40B4-BE49-F238E27FC236}">
                <a16:creationId xmlns:a16="http://schemas.microsoft.com/office/drawing/2014/main" id="{1756F9FF-35C0-4713-8A95-612DC96136CF}"/>
              </a:ext>
            </a:extLst>
          </p:cNvPr>
          <p:cNvSpPr>
            <a:spLocks noGrp="1"/>
          </p:cNvSpPr>
          <p:nvPr/>
        </p:nvSpPr>
        <p:spPr>
          <a:xfrm>
            <a:off x="417321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8" name="F2_precision_recall_distributions_7772">
            <a:extLst>
              <a:ext uri="{FF2B5EF4-FFF2-40B4-BE49-F238E27FC236}">
                <a16:creationId xmlns:a16="http://schemas.microsoft.com/office/drawing/2014/main" id="{B59E63CA-5793-4252-8561-2F3D831CC2CB}"/>
              </a:ext>
            </a:extLst>
          </p:cNvPr>
          <p:cNvSpPr>
            <a:spLocks noGrp="1"/>
          </p:cNvSpPr>
          <p:nvPr/>
        </p:nvSpPr>
        <p:spPr>
          <a:xfrm>
            <a:off x="415620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9" name="F2_precision_recall_distributions_7773">
            <a:extLst>
              <a:ext uri="{FF2B5EF4-FFF2-40B4-BE49-F238E27FC236}">
                <a16:creationId xmlns:a16="http://schemas.microsoft.com/office/drawing/2014/main" id="{1D799EF8-9744-4A8A-A7BF-E4BACE299AC8}"/>
              </a:ext>
            </a:extLst>
          </p:cNvPr>
          <p:cNvSpPr>
            <a:spLocks noGrp="1"/>
          </p:cNvSpPr>
          <p:nvPr/>
        </p:nvSpPr>
        <p:spPr>
          <a:xfrm>
            <a:off x="41710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0" name="F2_precision_recall_distributions_7774">
            <a:extLst>
              <a:ext uri="{FF2B5EF4-FFF2-40B4-BE49-F238E27FC236}">
                <a16:creationId xmlns:a16="http://schemas.microsoft.com/office/drawing/2014/main" id="{56B864C9-E71A-45A5-B554-E9F9BB805287}"/>
              </a:ext>
            </a:extLst>
          </p:cNvPr>
          <p:cNvSpPr>
            <a:spLocks noGrp="1"/>
          </p:cNvSpPr>
          <p:nvPr/>
        </p:nvSpPr>
        <p:spPr>
          <a:xfrm>
            <a:off x="398063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1" name="F2_precision_recall_distributions_7775">
            <a:extLst>
              <a:ext uri="{FF2B5EF4-FFF2-40B4-BE49-F238E27FC236}">
                <a16:creationId xmlns:a16="http://schemas.microsoft.com/office/drawing/2014/main" id="{927299F2-113D-4118-8FE9-5649B9A22FB1}"/>
              </a:ext>
            </a:extLst>
          </p:cNvPr>
          <p:cNvSpPr>
            <a:spLocks noGrp="1"/>
          </p:cNvSpPr>
          <p:nvPr/>
        </p:nvSpPr>
        <p:spPr>
          <a:xfrm>
            <a:off x="404270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2" name="F2_precision_recall_distributions_7776">
            <a:extLst>
              <a:ext uri="{FF2B5EF4-FFF2-40B4-BE49-F238E27FC236}">
                <a16:creationId xmlns:a16="http://schemas.microsoft.com/office/drawing/2014/main" id="{61EE225E-7B4B-4059-8146-8642FA7447AD}"/>
              </a:ext>
            </a:extLst>
          </p:cNvPr>
          <p:cNvSpPr>
            <a:spLocks noGrp="1"/>
          </p:cNvSpPr>
          <p:nvPr/>
        </p:nvSpPr>
        <p:spPr>
          <a:xfrm>
            <a:off x="4048197" y="78128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3" name="F2_precision_recall_distributions_7777">
            <a:extLst>
              <a:ext uri="{FF2B5EF4-FFF2-40B4-BE49-F238E27FC236}">
                <a16:creationId xmlns:a16="http://schemas.microsoft.com/office/drawing/2014/main" id="{F4D28BCD-021C-4A61-86AE-2E66DDEE856D}"/>
              </a:ext>
            </a:extLst>
          </p:cNvPr>
          <p:cNvSpPr>
            <a:spLocks noGrp="1"/>
          </p:cNvSpPr>
          <p:nvPr/>
        </p:nvSpPr>
        <p:spPr>
          <a:xfrm>
            <a:off x="42244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4" name="F2_precision_recall_distributions_7778">
            <a:extLst>
              <a:ext uri="{FF2B5EF4-FFF2-40B4-BE49-F238E27FC236}">
                <a16:creationId xmlns:a16="http://schemas.microsoft.com/office/drawing/2014/main" id="{8392984D-1285-4D57-8348-78A9D344F982}"/>
              </a:ext>
            </a:extLst>
          </p:cNvPr>
          <p:cNvSpPr>
            <a:spLocks noGrp="1"/>
          </p:cNvSpPr>
          <p:nvPr/>
        </p:nvSpPr>
        <p:spPr>
          <a:xfrm>
            <a:off x="4336345" y="78115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5" name="F2_precision_recall_distributions_7779">
            <a:extLst>
              <a:ext uri="{FF2B5EF4-FFF2-40B4-BE49-F238E27FC236}">
                <a16:creationId xmlns:a16="http://schemas.microsoft.com/office/drawing/2014/main" id="{DEA2B8BA-564C-478B-B684-A7B97341EEA3}"/>
              </a:ext>
            </a:extLst>
          </p:cNvPr>
          <p:cNvSpPr>
            <a:spLocks noGrp="1"/>
          </p:cNvSpPr>
          <p:nvPr/>
        </p:nvSpPr>
        <p:spPr>
          <a:xfrm>
            <a:off x="41378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6" name="F2_precision_recall_distributions_7780">
            <a:extLst>
              <a:ext uri="{FF2B5EF4-FFF2-40B4-BE49-F238E27FC236}">
                <a16:creationId xmlns:a16="http://schemas.microsoft.com/office/drawing/2014/main" id="{97D4C907-C7A8-42C7-BF5C-72D89CD1731B}"/>
              </a:ext>
            </a:extLst>
          </p:cNvPr>
          <p:cNvSpPr>
            <a:spLocks noGrp="1"/>
          </p:cNvSpPr>
          <p:nvPr/>
        </p:nvSpPr>
        <p:spPr>
          <a:xfrm>
            <a:off x="423559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7" name="F2_precision_recall_distributions_7781">
            <a:extLst>
              <a:ext uri="{FF2B5EF4-FFF2-40B4-BE49-F238E27FC236}">
                <a16:creationId xmlns:a16="http://schemas.microsoft.com/office/drawing/2014/main" id="{E41E249A-9C4B-4054-9C6C-8D8B18F78875}"/>
              </a:ext>
            </a:extLst>
          </p:cNvPr>
          <p:cNvSpPr>
            <a:spLocks noGrp="1"/>
          </p:cNvSpPr>
          <p:nvPr/>
        </p:nvSpPr>
        <p:spPr>
          <a:xfrm>
            <a:off x="40789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8" name="F2_precision_recall_distributions_7782">
            <a:extLst>
              <a:ext uri="{FF2B5EF4-FFF2-40B4-BE49-F238E27FC236}">
                <a16:creationId xmlns:a16="http://schemas.microsoft.com/office/drawing/2014/main" id="{9F718E64-5E5B-41B0-8F8D-F00C953A44A9}"/>
              </a:ext>
            </a:extLst>
          </p:cNvPr>
          <p:cNvSpPr>
            <a:spLocks noGrp="1"/>
          </p:cNvSpPr>
          <p:nvPr/>
        </p:nvSpPr>
        <p:spPr>
          <a:xfrm>
            <a:off x="40261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9" name="F2_precision_recall_distributions_7783">
            <a:extLst>
              <a:ext uri="{FF2B5EF4-FFF2-40B4-BE49-F238E27FC236}">
                <a16:creationId xmlns:a16="http://schemas.microsoft.com/office/drawing/2014/main" id="{E9F142B3-A609-4738-8454-FC9FE1A43B32}"/>
              </a:ext>
            </a:extLst>
          </p:cNvPr>
          <p:cNvSpPr>
            <a:spLocks noGrp="1"/>
          </p:cNvSpPr>
          <p:nvPr/>
        </p:nvSpPr>
        <p:spPr>
          <a:xfrm>
            <a:off x="409950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0" name="F2_precision_recall_distributions_7784">
            <a:extLst>
              <a:ext uri="{FF2B5EF4-FFF2-40B4-BE49-F238E27FC236}">
                <a16:creationId xmlns:a16="http://schemas.microsoft.com/office/drawing/2014/main" id="{914D886D-BE19-44C0-B1C1-5CD0D2A4FCF1}"/>
              </a:ext>
            </a:extLst>
          </p:cNvPr>
          <p:cNvSpPr>
            <a:spLocks noGrp="1"/>
          </p:cNvSpPr>
          <p:nvPr/>
        </p:nvSpPr>
        <p:spPr>
          <a:xfrm>
            <a:off x="420893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1" name="F2_precision_recall_distributions_7785">
            <a:extLst>
              <a:ext uri="{FF2B5EF4-FFF2-40B4-BE49-F238E27FC236}">
                <a16:creationId xmlns:a16="http://schemas.microsoft.com/office/drawing/2014/main" id="{C773D4D5-9217-4C80-B872-79B48AAA222A}"/>
              </a:ext>
            </a:extLst>
          </p:cNvPr>
          <p:cNvSpPr>
            <a:spLocks noGrp="1"/>
          </p:cNvSpPr>
          <p:nvPr/>
        </p:nvSpPr>
        <p:spPr>
          <a:xfrm>
            <a:off x="429715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2" name="F2_precision_recall_distributions_7786">
            <a:extLst>
              <a:ext uri="{FF2B5EF4-FFF2-40B4-BE49-F238E27FC236}">
                <a16:creationId xmlns:a16="http://schemas.microsoft.com/office/drawing/2014/main" id="{A1EFE70D-D0C3-4B77-9A33-129B937E70CA}"/>
              </a:ext>
            </a:extLst>
          </p:cNvPr>
          <p:cNvSpPr>
            <a:spLocks noGrp="1"/>
          </p:cNvSpPr>
          <p:nvPr/>
        </p:nvSpPr>
        <p:spPr>
          <a:xfrm>
            <a:off x="42191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3" name="F2_precision_recall_distributions_7787">
            <a:extLst>
              <a:ext uri="{FF2B5EF4-FFF2-40B4-BE49-F238E27FC236}">
                <a16:creationId xmlns:a16="http://schemas.microsoft.com/office/drawing/2014/main" id="{A24BA65F-0798-4F58-953D-5B897CEF3398}"/>
              </a:ext>
            </a:extLst>
          </p:cNvPr>
          <p:cNvSpPr>
            <a:spLocks noGrp="1"/>
          </p:cNvSpPr>
          <p:nvPr/>
        </p:nvSpPr>
        <p:spPr>
          <a:xfrm>
            <a:off x="419494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4" name="F2_precision_recall_distributions_7788">
            <a:extLst>
              <a:ext uri="{FF2B5EF4-FFF2-40B4-BE49-F238E27FC236}">
                <a16:creationId xmlns:a16="http://schemas.microsoft.com/office/drawing/2014/main" id="{31FA40EA-E165-4071-B844-B5A2469E0FA7}"/>
              </a:ext>
            </a:extLst>
          </p:cNvPr>
          <p:cNvSpPr>
            <a:spLocks noGrp="1"/>
          </p:cNvSpPr>
          <p:nvPr/>
        </p:nvSpPr>
        <p:spPr>
          <a:xfrm>
            <a:off x="424922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5" name="F2_precision_recall_distributions_7789">
            <a:extLst>
              <a:ext uri="{FF2B5EF4-FFF2-40B4-BE49-F238E27FC236}">
                <a16:creationId xmlns:a16="http://schemas.microsoft.com/office/drawing/2014/main" id="{17B01118-734E-4556-952F-7B4E8DB6F137}"/>
              </a:ext>
            </a:extLst>
          </p:cNvPr>
          <p:cNvSpPr>
            <a:spLocks noGrp="1"/>
          </p:cNvSpPr>
          <p:nvPr/>
        </p:nvSpPr>
        <p:spPr>
          <a:xfrm>
            <a:off x="433348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6" name="F2_precision_recall_distributions_7790">
            <a:extLst>
              <a:ext uri="{FF2B5EF4-FFF2-40B4-BE49-F238E27FC236}">
                <a16:creationId xmlns:a16="http://schemas.microsoft.com/office/drawing/2014/main" id="{D35639DF-5031-44BB-B76A-22A3F69AE4C2}"/>
              </a:ext>
            </a:extLst>
          </p:cNvPr>
          <p:cNvSpPr>
            <a:spLocks noGrp="1"/>
          </p:cNvSpPr>
          <p:nvPr/>
        </p:nvSpPr>
        <p:spPr>
          <a:xfrm>
            <a:off x="419957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7" name="F2_precision_recall_distributions_7791">
            <a:extLst>
              <a:ext uri="{FF2B5EF4-FFF2-40B4-BE49-F238E27FC236}">
                <a16:creationId xmlns:a16="http://schemas.microsoft.com/office/drawing/2014/main" id="{75CB2BD2-9A37-45AB-80B4-945945CE80F6}"/>
              </a:ext>
            </a:extLst>
          </p:cNvPr>
          <p:cNvSpPr>
            <a:spLocks noGrp="1"/>
          </p:cNvSpPr>
          <p:nvPr/>
        </p:nvSpPr>
        <p:spPr>
          <a:xfrm>
            <a:off x="4032643" y="781029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8" name="F2_precision_recall_distributions_7792">
            <a:extLst>
              <a:ext uri="{FF2B5EF4-FFF2-40B4-BE49-F238E27FC236}">
                <a16:creationId xmlns:a16="http://schemas.microsoft.com/office/drawing/2014/main" id="{7A277796-2AF8-4516-AE5F-3460156A7E74}"/>
              </a:ext>
            </a:extLst>
          </p:cNvPr>
          <p:cNvSpPr>
            <a:spLocks noGrp="1"/>
          </p:cNvSpPr>
          <p:nvPr/>
        </p:nvSpPr>
        <p:spPr>
          <a:xfrm>
            <a:off x="414103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9" name="F2_precision_recall_distributions_7793">
            <a:extLst>
              <a:ext uri="{FF2B5EF4-FFF2-40B4-BE49-F238E27FC236}">
                <a16:creationId xmlns:a16="http://schemas.microsoft.com/office/drawing/2014/main" id="{01C8D649-8913-4EF1-98FE-15B7B45E18B4}"/>
              </a:ext>
            </a:extLst>
          </p:cNvPr>
          <p:cNvSpPr>
            <a:spLocks noGrp="1"/>
          </p:cNvSpPr>
          <p:nvPr/>
        </p:nvSpPr>
        <p:spPr>
          <a:xfrm>
            <a:off x="4087797" y="78133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0" name="F2_precision_recall_distributions_7794">
            <a:extLst>
              <a:ext uri="{FF2B5EF4-FFF2-40B4-BE49-F238E27FC236}">
                <a16:creationId xmlns:a16="http://schemas.microsoft.com/office/drawing/2014/main" id="{AA23CAA6-5DA9-44E9-B6E0-D9AA3563D277}"/>
              </a:ext>
            </a:extLst>
          </p:cNvPr>
          <p:cNvSpPr>
            <a:spLocks noGrp="1"/>
          </p:cNvSpPr>
          <p:nvPr/>
        </p:nvSpPr>
        <p:spPr>
          <a:xfrm>
            <a:off x="433732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1" name="F2_precision_recall_distributions_7795">
            <a:extLst>
              <a:ext uri="{FF2B5EF4-FFF2-40B4-BE49-F238E27FC236}">
                <a16:creationId xmlns:a16="http://schemas.microsoft.com/office/drawing/2014/main" id="{27AA3FFA-9279-431E-818E-453BB65F4E82}"/>
              </a:ext>
            </a:extLst>
          </p:cNvPr>
          <p:cNvSpPr>
            <a:spLocks noGrp="1"/>
          </p:cNvSpPr>
          <p:nvPr/>
        </p:nvSpPr>
        <p:spPr>
          <a:xfrm>
            <a:off x="416116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2" name="F2_precision_recall_distributions_7796">
            <a:extLst>
              <a:ext uri="{FF2B5EF4-FFF2-40B4-BE49-F238E27FC236}">
                <a16:creationId xmlns:a16="http://schemas.microsoft.com/office/drawing/2014/main" id="{90ECC828-1A93-43A4-99F7-DB5CB861D2AD}"/>
              </a:ext>
            </a:extLst>
          </p:cNvPr>
          <p:cNvSpPr>
            <a:spLocks noGrp="1"/>
          </p:cNvSpPr>
          <p:nvPr/>
        </p:nvSpPr>
        <p:spPr>
          <a:xfrm>
            <a:off x="43412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3" name="F2_precision_recall_distributions_7797">
            <a:extLst>
              <a:ext uri="{FF2B5EF4-FFF2-40B4-BE49-F238E27FC236}">
                <a16:creationId xmlns:a16="http://schemas.microsoft.com/office/drawing/2014/main" id="{04051F60-9D56-425F-B114-57F6A168447E}"/>
              </a:ext>
            </a:extLst>
          </p:cNvPr>
          <p:cNvSpPr>
            <a:spLocks noGrp="1"/>
          </p:cNvSpPr>
          <p:nvPr/>
        </p:nvSpPr>
        <p:spPr>
          <a:xfrm>
            <a:off x="4039905" y="78136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4" name="F2_precision_recall_distributions_7798">
            <a:extLst>
              <a:ext uri="{FF2B5EF4-FFF2-40B4-BE49-F238E27FC236}">
                <a16:creationId xmlns:a16="http://schemas.microsoft.com/office/drawing/2014/main" id="{A7883F53-501C-4412-8C95-E0148026C66E}"/>
              </a:ext>
            </a:extLst>
          </p:cNvPr>
          <p:cNvSpPr>
            <a:spLocks noGrp="1"/>
          </p:cNvSpPr>
          <p:nvPr/>
        </p:nvSpPr>
        <p:spPr>
          <a:xfrm>
            <a:off x="40243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5" name="F2_precision_recall_distributions_7799">
            <a:extLst>
              <a:ext uri="{FF2B5EF4-FFF2-40B4-BE49-F238E27FC236}">
                <a16:creationId xmlns:a16="http://schemas.microsoft.com/office/drawing/2014/main" id="{920E65B7-E63F-471A-B7B4-62ACC27AC8E9}"/>
              </a:ext>
            </a:extLst>
          </p:cNvPr>
          <p:cNvSpPr>
            <a:spLocks noGrp="1"/>
          </p:cNvSpPr>
          <p:nvPr/>
        </p:nvSpPr>
        <p:spPr>
          <a:xfrm>
            <a:off x="431463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6" name="F2_precision_recall_distributions_7800">
            <a:extLst>
              <a:ext uri="{FF2B5EF4-FFF2-40B4-BE49-F238E27FC236}">
                <a16:creationId xmlns:a16="http://schemas.microsoft.com/office/drawing/2014/main" id="{089A17E5-D987-4128-A1DA-DE547243EC3D}"/>
              </a:ext>
            </a:extLst>
          </p:cNvPr>
          <p:cNvSpPr>
            <a:spLocks noGrp="1"/>
          </p:cNvSpPr>
          <p:nvPr/>
        </p:nvSpPr>
        <p:spPr>
          <a:xfrm>
            <a:off x="423756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7" name="F2_precision_recall_distributions_7801">
            <a:extLst>
              <a:ext uri="{FF2B5EF4-FFF2-40B4-BE49-F238E27FC236}">
                <a16:creationId xmlns:a16="http://schemas.microsoft.com/office/drawing/2014/main" id="{6C4F7937-0FD4-42B3-BB8A-F0E08106D884}"/>
              </a:ext>
            </a:extLst>
          </p:cNvPr>
          <p:cNvSpPr>
            <a:spLocks noGrp="1"/>
          </p:cNvSpPr>
          <p:nvPr/>
        </p:nvSpPr>
        <p:spPr>
          <a:xfrm>
            <a:off x="419405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8" name="F2_precision_recall_distributions_7802">
            <a:extLst>
              <a:ext uri="{FF2B5EF4-FFF2-40B4-BE49-F238E27FC236}">
                <a16:creationId xmlns:a16="http://schemas.microsoft.com/office/drawing/2014/main" id="{167C2933-B162-4430-A08E-40472F055FD8}"/>
              </a:ext>
            </a:extLst>
          </p:cNvPr>
          <p:cNvSpPr>
            <a:spLocks noGrp="1"/>
          </p:cNvSpPr>
          <p:nvPr/>
        </p:nvSpPr>
        <p:spPr>
          <a:xfrm>
            <a:off x="430576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9" name="F2_precision_recall_distributions_7803">
            <a:extLst>
              <a:ext uri="{FF2B5EF4-FFF2-40B4-BE49-F238E27FC236}">
                <a16:creationId xmlns:a16="http://schemas.microsoft.com/office/drawing/2014/main" id="{A1D4F369-41AE-420D-BC9B-14E90F35F737}"/>
              </a:ext>
            </a:extLst>
          </p:cNvPr>
          <p:cNvSpPr>
            <a:spLocks noGrp="1"/>
          </p:cNvSpPr>
          <p:nvPr/>
        </p:nvSpPr>
        <p:spPr>
          <a:xfrm>
            <a:off x="426684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0" name="F2_precision_recall_distributions_7804">
            <a:extLst>
              <a:ext uri="{FF2B5EF4-FFF2-40B4-BE49-F238E27FC236}">
                <a16:creationId xmlns:a16="http://schemas.microsoft.com/office/drawing/2014/main" id="{E93809C6-3EEC-4ECA-81B4-2AF50965C1D9}"/>
              </a:ext>
            </a:extLst>
          </p:cNvPr>
          <p:cNvSpPr>
            <a:spLocks noGrp="1"/>
          </p:cNvSpPr>
          <p:nvPr/>
        </p:nvSpPr>
        <p:spPr>
          <a:xfrm>
            <a:off x="418608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1" name="F2_precision_recall_distributions_7805">
            <a:extLst>
              <a:ext uri="{FF2B5EF4-FFF2-40B4-BE49-F238E27FC236}">
                <a16:creationId xmlns:a16="http://schemas.microsoft.com/office/drawing/2014/main" id="{6292BE5D-25B7-4D07-BFDE-E0FE2C3089DB}"/>
              </a:ext>
            </a:extLst>
          </p:cNvPr>
          <p:cNvSpPr>
            <a:spLocks noGrp="1"/>
          </p:cNvSpPr>
          <p:nvPr/>
        </p:nvSpPr>
        <p:spPr>
          <a:xfrm>
            <a:off x="414009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2" name="F2_precision_recall_distributions_7806">
            <a:extLst>
              <a:ext uri="{FF2B5EF4-FFF2-40B4-BE49-F238E27FC236}">
                <a16:creationId xmlns:a16="http://schemas.microsoft.com/office/drawing/2014/main" id="{9B6E47B4-FEF5-4ECA-AE72-EC1F21A2C6A2}"/>
              </a:ext>
            </a:extLst>
          </p:cNvPr>
          <p:cNvSpPr>
            <a:spLocks noGrp="1"/>
          </p:cNvSpPr>
          <p:nvPr/>
        </p:nvSpPr>
        <p:spPr>
          <a:xfrm>
            <a:off x="4047140" y="78131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3" name="F2_precision_recall_distributions_7807">
            <a:extLst>
              <a:ext uri="{FF2B5EF4-FFF2-40B4-BE49-F238E27FC236}">
                <a16:creationId xmlns:a16="http://schemas.microsoft.com/office/drawing/2014/main" id="{C64992EE-6612-4B2B-81D8-EFE72231A42E}"/>
              </a:ext>
            </a:extLst>
          </p:cNvPr>
          <p:cNvSpPr>
            <a:spLocks noGrp="1"/>
          </p:cNvSpPr>
          <p:nvPr/>
        </p:nvSpPr>
        <p:spPr>
          <a:xfrm>
            <a:off x="4351250" y="77986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4" name="F2_precision_recall_distributions_7808">
            <a:extLst>
              <a:ext uri="{FF2B5EF4-FFF2-40B4-BE49-F238E27FC236}">
                <a16:creationId xmlns:a16="http://schemas.microsoft.com/office/drawing/2014/main" id="{F61E25A4-46C6-4C5B-ABCE-B879ED86666E}"/>
              </a:ext>
            </a:extLst>
          </p:cNvPr>
          <p:cNvSpPr>
            <a:spLocks noGrp="1"/>
          </p:cNvSpPr>
          <p:nvPr/>
        </p:nvSpPr>
        <p:spPr>
          <a:xfrm>
            <a:off x="417594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5" name="F2_precision_recall_distributions_7809">
            <a:extLst>
              <a:ext uri="{FF2B5EF4-FFF2-40B4-BE49-F238E27FC236}">
                <a16:creationId xmlns:a16="http://schemas.microsoft.com/office/drawing/2014/main" id="{745FE0C3-55B4-41C0-83EE-D799EF45EDAE}"/>
              </a:ext>
            </a:extLst>
          </p:cNvPr>
          <p:cNvSpPr>
            <a:spLocks noGrp="1"/>
          </p:cNvSpPr>
          <p:nvPr/>
        </p:nvSpPr>
        <p:spPr>
          <a:xfrm>
            <a:off x="402595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6" name="F2_precision_recall_distributions_7810">
            <a:extLst>
              <a:ext uri="{FF2B5EF4-FFF2-40B4-BE49-F238E27FC236}">
                <a16:creationId xmlns:a16="http://schemas.microsoft.com/office/drawing/2014/main" id="{7C0B11EC-CFAC-49D5-9173-EB8E3DD873D1}"/>
              </a:ext>
            </a:extLst>
          </p:cNvPr>
          <p:cNvSpPr>
            <a:spLocks noGrp="1"/>
          </p:cNvSpPr>
          <p:nvPr/>
        </p:nvSpPr>
        <p:spPr>
          <a:xfrm>
            <a:off x="403248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7" name="F2_precision_recall_distributions_7811">
            <a:extLst>
              <a:ext uri="{FF2B5EF4-FFF2-40B4-BE49-F238E27FC236}">
                <a16:creationId xmlns:a16="http://schemas.microsoft.com/office/drawing/2014/main" id="{EC0759FB-6840-4C57-B2D3-769FF96098C7}"/>
              </a:ext>
            </a:extLst>
          </p:cNvPr>
          <p:cNvSpPr>
            <a:spLocks noGrp="1"/>
          </p:cNvSpPr>
          <p:nvPr/>
        </p:nvSpPr>
        <p:spPr>
          <a:xfrm>
            <a:off x="41445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8" name="F2_precision_recall_distributions_7812">
            <a:extLst>
              <a:ext uri="{FF2B5EF4-FFF2-40B4-BE49-F238E27FC236}">
                <a16:creationId xmlns:a16="http://schemas.microsoft.com/office/drawing/2014/main" id="{26312827-7787-480B-AFA1-1AF452FF5D76}"/>
              </a:ext>
            </a:extLst>
          </p:cNvPr>
          <p:cNvSpPr>
            <a:spLocks noGrp="1"/>
          </p:cNvSpPr>
          <p:nvPr/>
        </p:nvSpPr>
        <p:spPr>
          <a:xfrm>
            <a:off x="4032751" y="78133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9" name="F2_precision_recall_distributions_7813">
            <a:extLst>
              <a:ext uri="{FF2B5EF4-FFF2-40B4-BE49-F238E27FC236}">
                <a16:creationId xmlns:a16="http://schemas.microsoft.com/office/drawing/2014/main" id="{F511EAFC-5976-479E-8CE7-5F7AD14D8F7A}"/>
              </a:ext>
            </a:extLst>
          </p:cNvPr>
          <p:cNvSpPr>
            <a:spLocks noGrp="1"/>
          </p:cNvSpPr>
          <p:nvPr/>
        </p:nvSpPr>
        <p:spPr>
          <a:xfrm>
            <a:off x="432299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0" name="F2_precision_recall_distributions_7814">
            <a:extLst>
              <a:ext uri="{FF2B5EF4-FFF2-40B4-BE49-F238E27FC236}">
                <a16:creationId xmlns:a16="http://schemas.microsoft.com/office/drawing/2014/main" id="{81D7338E-E0DB-410F-A278-61E70384A531}"/>
              </a:ext>
            </a:extLst>
          </p:cNvPr>
          <p:cNvSpPr>
            <a:spLocks noGrp="1"/>
          </p:cNvSpPr>
          <p:nvPr/>
        </p:nvSpPr>
        <p:spPr>
          <a:xfrm>
            <a:off x="406440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1" name="F2_precision_recall_distributions_7815">
            <a:extLst>
              <a:ext uri="{FF2B5EF4-FFF2-40B4-BE49-F238E27FC236}">
                <a16:creationId xmlns:a16="http://schemas.microsoft.com/office/drawing/2014/main" id="{1D9DF14B-DB0B-475B-BD9D-8EFBCB266B04}"/>
              </a:ext>
            </a:extLst>
          </p:cNvPr>
          <p:cNvSpPr>
            <a:spLocks noGrp="1"/>
          </p:cNvSpPr>
          <p:nvPr/>
        </p:nvSpPr>
        <p:spPr>
          <a:xfrm>
            <a:off x="400065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2" name="F2_precision_recall_distributions_7816">
            <a:extLst>
              <a:ext uri="{FF2B5EF4-FFF2-40B4-BE49-F238E27FC236}">
                <a16:creationId xmlns:a16="http://schemas.microsoft.com/office/drawing/2014/main" id="{2C586A07-C0AF-41B5-AC54-3AD771843A7F}"/>
              </a:ext>
            </a:extLst>
          </p:cNvPr>
          <p:cNvSpPr>
            <a:spLocks noGrp="1"/>
          </p:cNvSpPr>
          <p:nvPr/>
        </p:nvSpPr>
        <p:spPr>
          <a:xfrm>
            <a:off x="419385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3" name="F2_precision_recall_distributions_7817">
            <a:extLst>
              <a:ext uri="{FF2B5EF4-FFF2-40B4-BE49-F238E27FC236}">
                <a16:creationId xmlns:a16="http://schemas.microsoft.com/office/drawing/2014/main" id="{8CAF70D4-0CF5-4EB7-9F81-7A737807D151}"/>
              </a:ext>
            </a:extLst>
          </p:cNvPr>
          <p:cNvSpPr>
            <a:spLocks noGrp="1"/>
          </p:cNvSpPr>
          <p:nvPr/>
        </p:nvSpPr>
        <p:spPr>
          <a:xfrm>
            <a:off x="430746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4" name="F2_precision_recall_distributions_7818">
            <a:extLst>
              <a:ext uri="{FF2B5EF4-FFF2-40B4-BE49-F238E27FC236}">
                <a16:creationId xmlns:a16="http://schemas.microsoft.com/office/drawing/2014/main" id="{D73FC623-1F1C-45A0-A7C8-CA97FBEB9F7F}"/>
              </a:ext>
            </a:extLst>
          </p:cNvPr>
          <p:cNvSpPr>
            <a:spLocks noGrp="1"/>
          </p:cNvSpPr>
          <p:nvPr/>
        </p:nvSpPr>
        <p:spPr>
          <a:xfrm>
            <a:off x="401118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5" name="F2_precision_recall_distributions_7819">
            <a:extLst>
              <a:ext uri="{FF2B5EF4-FFF2-40B4-BE49-F238E27FC236}">
                <a16:creationId xmlns:a16="http://schemas.microsoft.com/office/drawing/2014/main" id="{45D6EFA6-8478-434A-A9F4-8D29D509DD47}"/>
              </a:ext>
            </a:extLst>
          </p:cNvPr>
          <p:cNvSpPr>
            <a:spLocks noGrp="1"/>
          </p:cNvSpPr>
          <p:nvPr/>
        </p:nvSpPr>
        <p:spPr>
          <a:xfrm>
            <a:off x="430703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6" name="F2_precision_recall_distributions_7820">
            <a:extLst>
              <a:ext uri="{FF2B5EF4-FFF2-40B4-BE49-F238E27FC236}">
                <a16:creationId xmlns:a16="http://schemas.microsoft.com/office/drawing/2014/main" id="{DC04C326-3AA8-4D7B-96F5-516F000E3252}"/>
              </a:ext>
            </a:extLst>
          </p:cNvPr>
          <p:cNvSpPr>
            <a:spLocks noGrp="1"/>
          </p:cNvSpPr>
          <p:nvPr/>
        </p:nvSpPr>
        <p:spPr>
          <a:xfrm>
            <a:off x="415671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7" name="F2_precision_recall_distributions_7821">
            <a:extLst>
              <a:ext uri="{FF2B5EF4-FFF2-40B4-BE49-F238E27FC236}">
                <a16:creationId xmlns:a16="http://schemas.microsoft.com/office/drawing/2014/main" id="{3A584DF9-D44D-44A3-9C93-15CB185DAB34}"/>
              </a:ext>
            </a:extLst>
          </p:cNvPr>
          <p:cNvSpPr>
            <a:spLocks noGrp="1"/>
          </p:cNvSpPr>
          <p:nvPr/>
        </p:nvSpPr>
        <p:spPr>
          <a:xfrm>
            <a:off x="412186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8" name="F2_precision_recall_distributions_7822">
            <a:extLst>
              <a:ext uri="{FF2B5EF4-FFF2-40B4-BE49-F238E27FC236}">
                <a16:creationId xmlns:a16="http://schemas.microsoft.com/office/drawing/2014/main" id="{877902D0-2667-42F2-8CCD-E67563A7877E}"/>
              </a:ext>
            </a:extLst>
          </p:cNvPr>
          <p:cNvSpPr>
            <a:spLocks noGrp="1"/>
          </p:cNvSpPr>
          <p:nvPr/>
        </p:nvSpPr>
        <p:spPr>
          <a:xfrm>
            <a:off x="403151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9" name="F2_precision_recall_distributions_7823">
            <a:extLst>
              <a:ext uri="{FF2B5EF4-FFF2-40B4-BE49-F238E27FC236}">
                <a16:creationId xmlns:a16="http://schemas.microsoft.com/office/drawing/2014/main" id="{7117D967-55B5-4195-B6AE-352BECF70635}"/>
              </a:ext>
            </a:extLst>
          </p:cNvPr>
          <p:cNvSpPr>
            <a:spLocks noGrp="1"/>
          </p:cNvSpPr>
          <p:nvPr/>
        </p:nvSpPr>
        <p:spPr>
          <a:xfrm>
            <a:off x="4230180" y="78115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10" name="F2_precision_recall_distributions_7824">
            <a:extLst>
              <a:ext uri="{FF2B5EF4-FFF2-40B4-BE49-F238E27FC236}">
                <a16:creationId xmlns:a16="http://schemas.microsoft.com/office/drawing/2014/main" id="{ADF1F921-11AE-4EFB-A3D1-3B810B57137A}"/>
              </a:ext>
            </a:extLst>
          </p:cNvPr>
          <p:cNvSpPr>
            <a:spLocks noGrp="1"/>
          </p:cNvSpPr>
          <p:nvPr/>
        </p:nvSpPr>
        <p:spPr>
          <a:xfrm>
            <a:off x="433284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11" name="F2_precision_recall_distributions_7825">
            <a:extLst>
              <a:ext uri="{FF2B5EF4-FFF2-40B4-BE49-F238E27FC236}">
                <a16:creationId xmlns:a16="http://schemas.microsoft.com/office/drawing/2014/main" id="{6B58470F-797F-4A1A-8B5F-D55D4E00FACC}"/>
              </a:ext>
            </a:extLst>
          </p:cNvPr>
          <p:cNvSpPr>
            <a:spLocks noGrp="1"/>
          </p:cNvSpPr>
          <p:nvPr/>
        </p:nvSpPr>
        <p:spPr>
          <a:xfrm>
            <a:off x="4266334" y="78049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12" name="F2_precision_recall_distributions_7826">
            <a:extLst>
              <a:ext uri="{FF2B5EF4-FFF2-40B4-BE49-F238E27FC236}">
                <a16:creationId xmlns:a16="http://schemas.microsoft.com/office/drawing/2014/main" id="{D37A221E-D81E-48B6-974A-7C9F186DA418}"/>
              </a:ext>
            </a:extLst>
          </p:cNvPr>
          <p:cNvSpPr>
            <a:spLocks noGrp="1"/>
          </p:cNvSpPr>
          <p:nvPr/>
        </p:nvSpPr>
        <p:spPr>
          <a:xfrm>
            <a:off x="1852503" y="6979959"/>
            <a:ext cx="191" cy="679012"/>
          </a:xfrm>
          <a:custGeom>
            <a:avLst/>
            <a:gdLst/>
            <a:ahLst/>
            <a:cxnLst/>
            <a:rect l="0" t="0" r="0" b="0"/>
            <a:pathLst>
              <a:path w="191" h="679012">
                <a:moveTo>
                  <a:pt x="0" y="679012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5013" name="F2_precision_recall_distributions_7827">
            <a:extLst>
              <a:ext uri="{FF2B5EF4-FFF2-40B4-BE49-F238E27FC236}">
                <a16:creationId xmlns:a16="http://schemas.microsoft.com/office/drawing/2014/main" id="{FDCF8AF4-FC92-44CA-AE4C-6CE139762798}"/>
              </a:ext>
            </a:extLst>
          </p:cNvPr>
          <p:cNvSpPr>
            <a:spLocks noGrp="1"/>
          </p:cNvSpPr>
          <p:nvPr/>
        </p:nvSpPr>
        <p:spPr>
          <a:xfrm>
            <a:off x="3016462" y="7121420"/>
            <a:ext cx="191" cy="707305"/>
          </a:xfrm>
          <a:custGeom>
            <a:avLst/>
            <a:gdLst/>
            <a:ahLst/>
            <a:cxnLst/>
            <a:rect l="0" t="0" r="0" b="0"/>
            <a:pathLst>
              <a:path w="191" h="707305">
                <a:moveTo>
                  <a:pt x="0" y="70730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5014" name="F2_precision_recall_distributions_7828">
            <a:extLst>
              <a:ext uri="{FF2B5EF4-FFF2-40B4-BE49-F238E27FC236}">
                <a16:creationId xmlns:a16="http://schemas.microsoft.com/office/drawing/2014/main" id="{6CDC5A0D-8F46-434E-BBB4-8E9B763BDED8}"/>
              </a:ext>
            </a:extLst>
          </p:cNvPr>
          <p:cNvSpPr>
            <a:spLocks noGrp="1"/>
          </p:cNvSpPr>
          <p:nvPr/>
        </p:nvSpPr>
        <p:spPr>
          <a:xfrm>
            <a:off x="4180422" y="7828725"/>
            <a:ext cx="191" cy="191"/>
          </a:xfrm>
          <a:custGeom>
            <a:avLst/>
            <a:gdLst/>
            <a:ahLst/>
            <a:cxnLst/>
            <a:rect l="0" t="0" r="0" b="0"/>
            <a:pathLst>
              <a:path w="191" h="19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5015" name="F2_precision_recall_distributions_7829">
            <a:extLst>
              <a:ext uri="{FF2B5EF4-FFF2-40B4-BE49-F238E27FC236}">
                <a16:creationId xmlns:a16="http://schemas.microsoft.com/office/drawing/2014/main" id="{5B96D5CA-6F08-4DCA-A0F1-17C1B483F90D}"/>
              </a:ext>
            </a:extLst>
          </p:cNvPr>
          <p:cNvSpPr>
            <a:spLocks noGrp="1"/>
          </p:cNvSpPr>
          <p:nvPr/>
        </p:nvSpPr>
        <p:spPr>
          <a:xfrm>
            <a:off x="1212325" y="695874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016" name="F2_precision_recall_distributions_7830">
            <a:extLst>
              <a:ext uri="{FF2B5EF4-FFF2-40B4-BE49-F238E27FC236}">
                <a16:creationId xmlns:a16="http://schemas.microsoft.com/office/drawing/2014/main" id="{F69BC999-2CDE-4D1F-A35B-9B45497DABDF}"/>
              </a:ext>
            </a:extLst>
          </p:cNvPr>
          <p:cNvSpPr>
            <a:spLocks noGrp="1"/>
          </p:cNvSpPr>
          <p:nvPr/>
        </p:nvSpPr>
        <p:spPr>
          <a:xfrm>
            <a:off x="1212325" y="784145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017" name="text_7831">
            <a:extLst>
              <a:ext uri="{FF2B5EF4-FFF2-40B4-BE49-F238E27FC236}">
                <a16:creationId xmlns:a16="http://schemas.microsoft.com/office/drawing/2014/main" id="{B32923C6-D9AA-435C-9B37-0C6ED505F346}"/>
              </a:ext>
            </a:extLst>
          </p:cNvPr>
          <p:cNvSpPr>
            <a:spLocks noGrp="1"/>
          </p:cNvSpPr>
          <p:nvPr/>
        </p:nvSpPr>
        <p:spPr>
          <a:xfrm>
            <a:off x="1212325" y="6778012"/>
            <a:ext cx="1744096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One-to-one, τ = 0.6 · Precision</a:t>
            </a:r>
          </a:p>
        </p:txBody>
      </p:sp>
      <p:sp>
        <p:nvSpPr>
          <p:cNvPr id="5018" name="F2_precision_recall_distributions_7832">
            <a:extLst>
              <a:ext uri="{FF2B5EF4-FFF2-40B4-BE49-F238E27FC236}">
                <a16:creationId xmlns:a16="http://schemas.microsoft.com/office/drawing/2014/main" id="{70F40A03-5D3F-47DC-B5B1-148CF046676F}"/>
              </a:ext>
            </a:extLst>
          </p:cNvPr>
          <p:cNvSpPr>
            <a:spLocks noGrp="1"/>
          </p:cNvSpPr>
          <p:nvPr/>
        </p:nvSpPr>
        <p:spPr>
          <a:xfrm>
            <a:off x="1824461" y="7270205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5019" name="F2_precision_recall_distributions_7833">
            <a:extLst>
              <a:ext uri="{FF2B5EF4-FFF2-40B4-BE49-F238E27FC236}">
                <a16:creationId xmlns:a16="http://schemas.microsoft.com/office/drawing/2014/main" id="{585A0421-380A-4473-B423-AEEACE38FA74}"/>
              </a:ext>
            </a:extLst>
          </p:cNvPr>
          <p:cNvSpPr>
            <a:spLocks noGrp="1"/>
          </p:cNvSpPr>
          <p:nvPr/>
        </p:nvSpPr>
        <p:spPr>
          <a:xfrm>
            <a:off x="2988421" y="7461177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5020" name="F2_precision_recall_distributions_7834">
            <a:extLst>
              <a:ext uri="{FF2B5EF4-FFF2-40B4-BE49-F238E27FC236}">
                <a16:creationId xmlns:a16="http://schemas.microsoft.com/office/drawing/2014/main" id="{68EFBE07-0C4C-447F-957F-80153F317C02}"/>
              </a:ext>
            </a:extLst>
          </p:cNvPr>
          <p:cNvSpPr>
            <a:spLocks noGrp="1"/>
          </p:cNvSpPr>
          <p:nvPr/>
        </p:nvSpPr>
        <p:spPr>
          <a:xfrm>
            <a:off x="4152380" y="780068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5021" name="F2_precision_recall_distributions_7835">
            <a:extLst>
              <a:ext uri="{FF2B5EF4-FFF2-40B4-BE49-F238E27FC236}">
                <a16:creationId xmlns:a16="http://schemas.microsoft.com/office/drawing/2014/main" id="{234C128A-297C-43F8-8BCD-2BAE5C009BA5}"/>
              </a:ext>
            </a:extLst>
          </p:cNvPr>
          <p:cNvSpPr>
            <a:spLocks noGrp="1"/>
          </p:cNvSpPr>
          <p:nvPr/>
        </p:nvSpPr>
        <p:spPr>
          <a:xfrm>
            <a:off x="5361841" y="695874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5022" name="F2_precision_recall_distributions_7836">
            <a:extLst>
              <a:ext uri="{FF2B5EF4-FFF2-40B4-BE49-F238E27FC236}">
                <a16:creationId xmlns:a16="http://schemas.microsoft.com/office/drawing/2014/main" id="{0E749D42-6008-422C-9B56-F509C31D45BE}"/>
              </a:ext>
            </a:extLst>
          </p:cNvPr>
          <p:cNvSpPr>
            <a:spLocks noGrp="1"/>
          </p:cNvSpPr>
          <p:nvPr/>
        </p:nvSpPr>
        <p:spPr>
          <a:xfrm>
            <a:off x="5361841" y="782872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023" name="F2_precision_recall_distributions_7837">
            <a:extLst>
              <a:ext uri="{FF2B5EF4-FFF2-40B4-BE49-F238E27FC236}">
                <a16:creationId xmlns:a16="http://schemas.microsoft.com/office/drawing/2014/main" id="{C0FE416A-24DB-42D5-BC04-93AA5FADE6CE}"/>
              </a:ext>
            </a:extLst>
          </p:cNvPr>
          <p:cNvSpPr>
            <a:spLocks noGrp="1"/>
          </p:cNvSpPr>
          <p:nvPr/>
        </p:nvSpPr>
        <p:spPr>
          <a:xfrm>
            <a:off x="5319567" y="782872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024" name="F2_precision_recall_distributions_7838">
            <a:extLst>
              <a:ext uri="{FF2B5EF4-FFF2-40B4-BE49-F238E27FC236}">
                <a16:creationId xmlns:a16="http://schemas.microsoft.com/office/drawing/2014/main" id="{61B85EA6-682B-4467-BB25-364E45DB171A}"/>
              </a:ext>
            </a:extLst>
          </p:cNvPr>
          <p:cNvSpPr>
            <a:spLocks noGrp="1"/>
          </p:cNvSpPr>
          <p:nvPr/>
        </p:nvSpPr>
        <p:spPr>
          <a:xfrm>
            <a:off x="5361841" y="740434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025" name="F2_precision_recall_distributions_7839">
            <a:extLst>
              <a:ext uri="{FF2B5EF4-FFF2-40B4-BE49-F238E27FC236}">
                <a16:creationId xmlns:a16="http://schemas.microsoft.com/office/drawing/2014/main" id="{4C818A1F-579C-4FE8-B9C0-1A5FD1645E00}"/>
              </a:ext>
            </a:extLst>
          </p:cNvPr>
          <p:cNvSpPr>
            <a:spLocks noGrp="1"/>
          </p:cNvSpPr>
          <p:nvPr/>
        </p:nvSpPr>
        <p:spPr>
          <a:xfrm>
            <a:off x="5319567" y="740434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026" name="F2_precision_recall_distributions_7840">
            <a:extLst>
              <a:ext uri="{FF2B5EF4-FFF2-40B4-BE49-F238E27FC236}">
                <a16:creationId xmlns:a16="http://schemas.microsoft.com/office/drawing/2014/main" id="{10644EB5-700C-48C1-9C3D-B0A309A97C0F}"/>
              </a:ext>
            </a:extLst>
          </p:cNvPr>
          <p:cNvSpPr>
            <a:spLocks noGrp="1"/>
          </p:cNvSpPr>
          <p:nvPr/>
        </p:nvSpPr>
        <p:spPr>
          <a:xfrm>
            <a:off x="5361841" y="697995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027" name="F2_precision_recall_distributions_7841">
            <a:extLst>
              <a:ext uri="{FF2B5EF4-FFF2-40B4-BE49-F238E27FC236}">
                <a16:creationId xmlns:a16="http://schemas.microsoft.com/office/drawing/2014/main" id="{3A5C2250-960D-4C1E-9DDD-F55EA6C0C395}"/>
              </a:ext>
            </a:extLst>
          </p:cNvPr>
          <p:cNvSpPr>
            <a:spLocks noGrp="1"/>
          </p:cNvSpPr>
          <p:nvPr/>
        </p:nvSpPr>
        <p:spPr>
          <a:xfrm>
            <a:off x="5319567" y="697995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028" name="F2_precision_recall_distributions_7842">
            <a:extLst>
              <a:ext uri="{FF2B5EF4-FFF2-40B4-BE49-F238E27FC236}">
                <a16:creationId xmlns:a16="http://schemas.microsoft.com/office/drawing/2014/main" id="{D0A12F49-E6C3-4373-8B68-B24EBB09E4FF}"/>
              </a:ext>
            </a:extLst>
          </p:cNvPr>
          <p:cNvSpPr>
            <a:spLocks noGrp="1"/>
          </p:cNvSpPr>
          <p:nvPr/>
        </p:nvSpPr>
        <p:spPr>
          <a:xfrm>
            <a:off x="5664470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68453" y="848766"/>
                </a:moveTo>
                <a:lnTo>
                  <a:pt x="106643" y="848766"/>
                </a:lnTo>
                <a:lnTo>
                  <a:pt x="110487" y="842186"/>
                </a:lnTo>
                <a:lnTo>
                  <a:pt x="121618" y="835606"/>
                </a:lnTo>
                <a:lnTo>
                  <a:pt x="138906" y="829027"/>
                </a:lnTo>
                <a:lnTo>
                  <a:pt x="160680" y="822447"/>
                </a:lnTo>
                <a:lnTo>
                  <a:pt x="184997" y="815868"/>
                </a:lnTo>
                <a:lnTo>
                  <a:pt x="209928" y="809288"/>
                </a:lnTo>
                <a:lnTo>
                  <a:pt x="233799" y="802708"/>
                </a:lnTo>
                <a:lnTo>
                  <a:pt x="255355" y="796129"/>
                </a:lnTo>
                <a:lnTo>
                  <a:pt x="273824" y="789549"/>
                </a:lnTo>
                <a:lnTo>
                  <a:pt x="288895" y="782970"/>
                </a:lnTo>
                <a:lnTo>
                  <a:pt x="300632" y="776390"/>
                </a:lnTo>
                <a:lnTo>
                  <a:pt x="309359" y="769811"/>
                </a:lnTo>
                <a:lnTo>
                  <a:pt x="315543" y="763231"/>
                </a:lnTo>
                <a:lnTo>
                  <a:pt x="319702" y="756651"/>
                </a:lnTo>
                <a:lnTo>
                  <a:pt x="322332" y="750072"/>
                </a:lnTo>
                <a:lnTo>
                  <a:pt x="323870" y="743492"/>
                </a:lnTo>
                <a:lnTo>
                  <a:pt x="324674" y="736913"/>
                </a:lnTo>
                <a:lnTo>
                  <a:pt x="325019" y="730333"/>
                </a:lnTo>
                <a:lnTo>
                  <a:pt x="325099" y="723754"/>
                </a:lnTo>
                <a:lnTo>
                  <a:pt x="325035" y="717174"/>
                </a:lnTo>
                <a:lnTo>
                  <a:pt x="324880" y="710594"/>
                </a:lnTo>
                <a:lnTo>
                  <a:pt x="324632" y="704015"/>
                </a:lnTo>
                <a:lnTo>
                  <a:pt x="324246" y="697435"/>
                </a:lnTo>
                <a:lnTo>
                  <a:pt x="323652" y="690856"/>
                </a:lnTo>
                <a:lnTo>
                  <a:pt x="322774" y="684276"/>
                </a:lnTo>
                <a:lnTo>
                  <a:pt x="321552" y="677697"/>
                </a:lnTo>
                <a:lnTo>
                  <a:pt x="319960" y="671117"/>
                </a:lnTo>
                <a:lnTo>
                  <a:pt x="318020" y="664537"/>
                </a:lnTo>
                <a:lnTo>
                  <a:pt x="315804" y="657958"/>
                </a:lnTo>
                <a:lnTo>
                  <a:pt x="313432" y="651378"/>
                </a:lnTo>
                <a:lnTo>
                  <a:pt x="311051" y="644799"/>
                </a:lnTo>
                <a:lnTo>
                  <a:pt x="308816" y="638219"/>
                </a:lnTo>
                <a:lnTo>
                  <a:pt x="306865" y="631639"/>
                </a:lnTo>
                <a:lnTo>
                  <a:pt x="305295" y="625060"/>
                </a:lnTo>
                <a:lnTo>
                  <a:pt x="304155" y="618480"/>
                </a:lnTo>
                <a:lnTo>
                  <a:pt x="303442" y="611901"/>
                </a:lnTo>
                <a:lnTo>
                  <a:pt x="303115" y="605321"/>
                </a:lnTo>
                <a:lnTo>
                  <a:pt x="303110" y="598742"/>
                </a:lnTo>
                <a:lnTo>
                  <a:pt x="303365" y="592162"/>
                </a:lnTo>
                <a:lnTo>
                  <a:pt x="303831" y="585582"/>
                </a:lnTo>
                <a:lnTo>
                  <a:pt x="304480" y="579003"/>
                </a:lnTo>
                <a:lnTo>
                  <a:pt x="305303" y="572423"/>
                </a:lnTo>
                <a:lnTo>
                  <a:pt x="306302" y="565844"/>
                </a:lnTo>
                <a:lnTo>
                  <a:pt x="307470" y="559264"/>
                </a:lnTo>
                <a:lnTo>
                  <a:pt x="308787" y="552685"/>
                </a:lnTo>
                <a:lnTo>
                  <a:pt x="310205" y="546105"/>
                </a:lnTo>
                <a:lnTo>
                  <a:pt x="311655" y="539525"/>
                </a:lnTo>
                <a:lnTo>
                  <a:pt x="313047" y="532946"/>
                </a:lnTo>
                <a:lnTo>
                  <a:pt x="314275" y="526366"/>
                </a:lnTo>
                <a:lnTo>
                  <a:pt x="315226" y="519787"/>
                </a:lnTo>
                <a:lnTo>
                  <a:pt x="315776" y="513207"/>
                </a:lnTo>
                <a:lnTo>
                  <a:pt x="315791" y="506627"/>
                </a:lnTo>
                <a:lnTo>
                  <a:pt x="315128" y="500048"/>
                </a:lnTo>
                <a:lnTo>
                  <a:pt x="313637" y="493468"/>
                </a:lnTo>
                <a:lnTo>
                  <a:pt x="311183" y="486889"/>
                </a:lnTo>
                <a:lnTo>
                  <a:pt x="307669" y="480309"/>
                </a:lnTo>
                <a:lnTo>
                  <a:pt x="303074" y="473730"/>
                </a:lnTo>
                <a:lnTo>
                  <a:pt x="297489" y="467150"/>
                </a:lnTo>
                <a:lnTo>
                  <a:pt x="291139" y="460570"/>
                </a:lnTo>
                <a:lnTo>
                  <a:pt x="284393" y="453991"/>
                </a:lnTo>
                <a:lnTo>
                  <a:pt x="277733" y="447411"/>
                </a:lnTo>
                <a:lnTo>
                  <a:pt x="271702" y="440832"/>
                </a:lnTo>
                <a:lnTo>
                  <a:pt x="266826" y="434252"/>
                </a:lnTo>
                <a:lnTo>
                  <a:pt x="263537" y="427673"/>
                </a:lnTo>
                <a:lnTo>
                  <a:pt x="262097" y="421093"/>
                </a:lnTo>
                <a:lnTo>
                  <a:pt x="262564" y="414513"/>
                </a:lnTo>
                <a:lnTo>
                  <a:pt x="264788" y="407934"/>
                </a:lnTo>
                <a:lnTo>
                  <a:pt x="268445" y="401354"/>
                </a:lnTo>
                <a:lnTo>
                  <a:pt x="273102" y="394775"/>
                </a:lnTo>
                <a:lnTo>
                  <a:pt x="278294" y="388195"/>
                </a:lnTo>
                <a:lnTo>
                  <a:pt x="283586" y="381616"/>
                </a:lnTo>
                <a:lnTo>
                  <a:pt x="288625" y="375036"/>
                </a:lnTo>
                <a:lnTo>
                  <a:pt x="293158" y="368456"/>
                </a:lnTo>
                <a:lnTo>
                  <a:pt x="297031" y="361877"/>
                </a:lnTo>
                <a:lnTo>
                  <a:pt x="300174" y="355297"/>
                </a:lnTo>
                <a:lnTo>
                  <a:pt x="302571" y="348718"/>
                </a:lnTo>
                <a:lnTo>
                  <a:pt x="304245" y="342138"/>
                </a:lnTo>
                <a:lnTo>
                  <a:pt x="305245" y="335558"/>
                </a:lnTo>
                <a:lnTo>
                  <a:pt x="305647" y="328979"/>
                </a:lnTo>
                <a:lnTo>
                  <a:pt x="305556" y="322399"/>
                </a:lnTo>
                <a:lnTo>
                  <a:pt x="305108" y="315820"/>
                </a:lnTo>
                <a:lnTo>
                  <a:pt x="304470" y="309240"/>
                </a:lnTo>
                <a:lnTo>
                  <a:pt x="303825" y="302661"/>
                </a:lnTo>
                <a:lnTo>
                  <a:pt x="303351" y="296081"/>
                </a:lnTo>
                <a:lnTo>
                  <a:pt x="303193" y="289501"/>
                </a:lnTo>
                <a:lnTo>
                  <a:pt x="303443" y="282922"/>
                </a:lnTo>
                <a:lnTo>
                  <a:pt x="304120" y="276342"/>
                </a:lnTo>
                <a:lnTo>
                  <a:pt x="305174" y="269763"/>
                </a:lnTo>
                <a:lnTo>
                  <a:pt x="306500" y="263183"/>
                </a:lnTo>
                <a:lnTo>
                  <a:pt x="307963" y="256604"/>
                </a:lnTo>
                <a:lnTo>
                  <a:pt x="309433" y="250024"/>
                </a:lnTo>
                <a:lnTo>
                  <a:pt x="310812" y="243444"/>
                </a:lnTo>
                <a:lnTo>
                  <a:pt x="312054" y="236865"/>
                </a:lnTo>
                <a:lnTo>
                  <a:pt x="313164" y="230285"/>
                </a:lnTo>
                <a:lnTo>
                  <a:pt x="314195" y="223706"/>
                </a:lnTo>
                <a:lnTo>
                  <a:pt x="315219" y="217126"/>
                </a:lnTo>
                <a:lnTo>
                  <a:pt x="316310" y="210546"/>
                </a:lnTo>
                <a:lnTo>
                  <a:pt x="317519" y="203967"/>
                </a:lnTo>
                <a:lnTo>
                  <a:pt x="318866" y="197387"/>
                </a:lnTo>
                <a:lnTo>
                  <a:pt x="320336" y="190808"/>
                </a:lnTo>
                <a:lnTo>
                  <a:pt x="321886" y="184228"/>
                </a:lnTo>
                <a:lnTo>
                  <a:pt x="323461" y="177649"/>
                </a:lnTo>
                <a:lnTo>
                  <a:pt x="325006" y="171069"/>
                </a:lnTo>
                <a:lnTo>
                  <a:pt x="326475" y="164489"/>
                </a:lnTo>
                <a:lnTo>
                  <a:pt x="327839" y="157910"/>
                </a:lnTo>
                <a:lnTo>
                  <a:pt x="329084" y="151330"/>
                </a:lnTo>
                <a:lnTo>
                  <a:pt x="330202" y="144751"/>
                </a:lnTo>
                <a:lnTo>
                  <a:pt x="331187" y="138171"/>
                </a:lnTo>
                <a:lnTo>
                  <a:pt x="332017" y="131592"/>
                </a:lnTo>
                <a:lnTo>
                  <a:pt x="332640" y="125012"/>
                </a:lnTo>
                <a:lnTo>
                  <a:pt x="332962" y="118432"/>
                </a:lnTo>
                <a:lnTo>
                  <a:pt x="332820" y="111853"/>
                </a:lnTo>
                <a:lnTo>
                  <a:pt x="331960" y="105273"/>
                </a:lnTo>
                <a:lnTo>
                  <a:pt x="330014" y="98694"/>
                </a:lnTo>
                <a:lnTo>
                  <a:pt x="326474" y="92114"/>
                </a:lnTo>
                <a:lnTo>
                  <a:pt x="320687" y="85535"/>
                </a:lnTo>
                <a:lnTo>
                  <a:pt x="311876" y="78955"/>
                </a:lnTo>
                <a:lnTo>
                  <a:pt x="299197" y="72375"/>
                </a:lnTo>
                <a:lnTo>
                  <a:pt x="281856" y="65796"/>
                </a:lnTo>
                <a:lnTo>
                  <a:pt x="259269" y="59216"/>
                </a:lnTo>
                <a:lnTo>
                  <a:pt x="231256" y="52637"/>
                </a:lnTo>
                <a:lnTo>
                  <a:pt x="198242" y="46057"/>
                </a:lnTo>
                <a:lnTo>
                  <a:pt x="161397" y="39477"/>
                </a:lnTo>
                <a:lnTo>
                  <a:pt x="122683" y="32898"/>
                </a:lnTo>
                <a:lnTo>
                  <a:pt x="84748" y="26318"/>
                </a:lnTo>
                <a:lnTo>
                  <a:pt x="50664" y="19739"/>
                </a:lnTo>
                <a:lnTo>
                  <a:pt x="23538" y="13159"/>
                </a:lnTo>
                <a:lnTo>
                  <a:pt x="6045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052" y="6580"/>
                </a:lnTo>
                <a:lnTo>
                  <a:pt x="651559" y="13159"/>
                </a:lnTo>
                <a:lnTo>
                  <a:pt x="624433" y="19739"/>
                </a:lnTo>
                <a:lnTo>
                  <a:pt x="590349" y="26318"/>
                </a:lnTo>
                <a:lnTo>
                  <a:pt x="552413" y="32898"/>
                </a:lnTo>
                <a:lnTo>
                  <a:pt x="513699" y="39477"/>
                </a:lnTo>
                <a:lnTo>
                  <a:pt x="476855" y="46057"/>
                </a:lnTo>
                <a:lnTo>
                  <a:pt x="443841" y="52637"/>
                </a:lnTo>
                <a:lnTo>
                  <a:pt x="415828" y="59216"/>
                </a:lnTo>
                <a:lnTo>
                  <a:pt x="393240" y="65796"/>
                </a:lnTo>
                <a:lnTo>
                  <a:pt x="375899" y="72375"/>
                </a:lnTo>
                <a:lnTo>
                  <a:pt x="363220" y="78955"/>
                </a:lnTo>
                <a:lnTo>
                  <a:pt x="354409" y="85535"/>
                </a:lnTo>
                <a:lnTo>
                  <a:pt x="348623" y="92114"/>
                </a:lnTo>
                <a:lnTo>
                  <a:pt x="345083" y="98694"/>
                </a:lnTo>
                <a:lnTo>
                  <a:pt x="343136" y="105273"/>
                </a:lnTo>
                <a:lnTo>
                  <a:pt x="342277" y="111853"/>
                </a:lnTo>
                <a:lnTo>
                  <a:pt x="342134" y="118432"/>
                </a:lnTo>
                <a:lnTo>
                  <a:pt x="342456" y="125012"/>
                </a:lnTo>
                <a:lnTo>
                  <a:pt x="343080" y="131592"/>
                </a:lnTo>
                <a:lnTo>
                  <a:pt x="343909" y="138171"/>
                </a:lnTo>
                <a:lnTo>
                  <a:pt x="344894" y="144751"/>
                </a:lnTo>
                <a:lnTo>
                  <a:pt x="346013" y="151330"/>
                </a:lnTo>
                <a:lnTo>
                  <a:pt x="347258" y="157910"/>
                </a:lnTo>
                <a:lnTo>
                  <a:pt x="348622" y="164489"/>
                </a:lnTo>
                <a:lnTo>
                  <a:pt x="350091" y="171069"/>
                </a:lnTo>
                <a:lnTo>
                  <a:pt x="351635" y="177649"/>
                </a:lnTo>
                <a:lnTo>
                  <a:pt x="353210" y="184228"/>
                </a:lnTo>
                <a:lnTo>
                  <a:pt x="354761" y="190808"/>
                </a:lnTo>
                <a:lnTo>
                  <a:pt x="356230" y="197387"/>
                </a:lnTo>
                <a:lnTo>
                  <a:pt x="357577" y="203967"/>
                </a:lnTo>
                <a:lnTo>
                  <a:pt x="358787" y="210546"/>
                </a:lnTo>
                <a:lnTo>
                  <a:pt x="359877" y="217126"/>
                </a:lnTo>
                <a:lnTo>
                  <a:pt x="360902" y="223706"/>
                </a:lnTo>
                <a:lnTo>
                  <a:pt x="361932" y="230285"/>
                </a:lnTo>
                <a:lnTo>
                  <a:pt x="363043" y="236865"/>
                </a:lnTo>
                <a:lnTo>
                  <a:pt x="364284" y="243444"/>
                </a:lnTo>
                <a:lnTo>
                  <a:pt x="365664" y="250024"/>
                </a:lnTo>
                <a:lnTo>
                  <a:pt x="367134" y="256604"/>
                </a:lnTo>
                <a:lnTo>
                  <a:pt x="368597" y="263183"/>
                </a:lnTo>
                <a:lnTo>
                  <a:pt x="369923" y="269763"/>
                </a:lnTo>
                <a:lnTo>
                  <a:pt x="370977" y="276342"/>
                </a:lnTo>
                <a:lnTo>
                  <a:pt x="371654" y="282922"/>
                </a:lnTo>
                <a:lnTo>
                  <a:pt x="371904" y="289501"/>
                </a:lnTo>
                <a:lnTo>
                  <a:pt x="371746" y="296081"/>
                </a:lnTo>
                <a:lnTo>
                  <a:pt x="371272" y="302661"/>
                </a:lnTo>
                <a:lnTo>
                  <a:pt x="370627" y="309240"/>
                </a:lnTo>
                <a:lnTo>
                  <a:pt x="369989" y="315820"/>
                </a:lnTo>
                <a:lnTo>
                  <a:pt x="369541" y="322399"/>
                </a:lnTo>
                <a:lnTo>
                  <a:pt x="369449" y="328979"/>
                </a:lnTo>
                <a:lnTo>
                  <a:pt x="369851" y="335558"/>
                </a:lnTo>
                <a:lnTo>
                  <a:pt x="370852" y="342138"/>
                </a:lnTo>
                <a:lnTo>
                  <a:pt x="372525" y="348718"/>
                </a:lnTo>
                <a:lnTo>
                  <a:pt x="374922" y="355297"/>
                </a:lnTo>
                <a:lnTo>
                  <a:pt x="378065" y="361877"/>
                </a:lnTo>
                <a:lnTo>
                  <a:pt x="381939" y="368456"/>
                </a:lnTo>
                <a:lnTo>
                  <a:pt x="386472" y="375036"/>
                </a:lnTo>
                <a:lnTo>
                  <a:pt x="391510" y="381616"/>
                </a:lnTo>
                <a:lnTo>
                  <a:pt x="396802" y="388195"/>
                </a:lnTo>
                <a:lnTo>
                  <a:pt x="401994" y="394775"/>
                </a:lnTo>
                <a:lnTo>
                  <a:pt x="406652" y="401354"/>
                </a:lnTo>
                <a:lnTo>
                  <a:pt x="410308" y="407934"/>
                </a:lnTo>
                <a:lnTo>
                  <a:pt x="412532" y="414513"/>
                </a:lnTo>
                <a:lnTo>
                  <a:pt x="413000" y="421093"/>
                </a:lnTo>
                <a:lnTo>
                  <a:pt x="411560" y="427673"/>
                </a:lnTo>
                <a:lnTo>
                  <a:pt x="408270" y="434252"/>
                </a:lnTo>
                <a:lnTo>
                  <a:pt x="403395" y="440832"/>
                </a:lnTo>
                <a:lnTo>
                  <a:pt x="397363" y="447411"/>
                </a:lnTo>
                <a:lnTo>
                  <a:pt x="390703" y="453991"/>
                </a:lnTo>
                <a:lnTo>
                  <a:pt x="383957" y="460570"/>
                </a:lnTo>
                <a:lnTo>
                  <a:pt x="377608" y="467150"/>
                </a:lnTo>
                <a:lnTo>
                  <a:pt x="372022" y="473730"/>
                </a:lnTo>
                <a:lnTo>
                  <a:pt x="367428" y="480309"/>
                </a:lnTo>
                <a:lnTo>
                  <a:pt x="363914" y="486889"/>
                </a:lnTo>
                <a:lnTo>
                  <a:pt x="361460" y="493468"/>
                </a:lnTo>
                <a:lnTo>
                  <a:pt x="359969" y="500048"/>
                </a:lnTo>
                <a:lnTo>
                  <a:pt x="359305" y="506627"/>
                </a:lnTo>
                <a:lnTo>
                  <a:pt x="359320" y="513207"/>
                </a:lnTo>
                <a:lnTo>
                  <a:pt x="359870" y="519787"/>
                </a:lnTo>
                <a:lnTo>
                  <a:pt x="360821" y="526366"/>
                </a:lnTo>
                <a:lnTo>
                  <a:pt x="362050" y="532946"/>
                </a:lnTo>
                <a:lnTo>
                  <a:pt x="363441" y="539525"/>
                </a:lnTo>
                <a:lnTo>
                  <a:pt x="364891" y="546105"/>
                </a:lnTo>
                <a:lnTo>
                  <a:pt x="366310" y="552685"/>
                </a:lnTo>
                <a:lnTo>
                  <a:pt x="367626" y="559264"/>
                </a:lnTo>
                <a:lnTo>
                  <a:pt x="368795" y="565844"/>
                </a:lnTo>
                <a:lnTo>
                  <a:pt x="369793" y="572423"/>
                </a:lnTo>
                <a:lnTo>
                  <a:pt x="370617" y="579003"/>
                </a:lnTo>
                <a:lnTo>
                  <a:pt x="371266" y="585582"/>
                </a:lnTo>
                <a:lnTo>
                  <a:pt x="371731" y="592162"/>
                </a:lnTo>
                <a:lnTo>
                  <a:pt x="371986" y="598742"/>
                </a:lnTo>
                <a:lnTo>
                  <a:pt x="371982" y="605321"/>
                </a:lnTo>
                <a:lnTo>
                  <a:pt x="371655" y="611901"/>
                </a:lnTo>
                <a:lnTo>
                  <a:pt x="370942" y="618480"/>
                </a:lnTo>
                <a:lnTo>
                  <a:pt x="369801" y="625060"/>
                </a:lnTo>
                <a:lnTo>
                  <a:pt x="368232" y="631639"/>
                </a:lnTo>
                <a:lnTo>
                  <a:pt x="366280" y="638219"/>
                </a:lnTo>
                <a:lnTo>
                  <a:pt x="364046" y="644799"/>
                </a:lnTo>
                <a:lnTo>
                  <a:pt x="361665" y="651378"/>
                </a:lnTo>
                <a:lnTo>
                  <a:pt x="359293" y="657958"/>
                </a:lnTo>
                <a:lnTo>
                  <a:pt x="357077" y="664537"/>
                </a:lnTo>
                <a:lnTo>
                  <a:pt x="355137" y="671117"/>
                </a:lnTo>
                <a:lnTo>
                  <a:pt x="353545" y="677697"/>
                </a:lnTo>
                <a:lnTo>
                  <a:pt x="352323" y="684276"/>
                </a:lnTo>
                <a:lnTo>
                  <a:pt x="351444" y="690856"/>
                </a:lnTo>
                <a:lnTo>
                  <a:pt x="350850" y="697435"/>
                </a:lnTo>
                <a:lnTo>
                  <a:pt x="350464" y="704015"/>
                </a:lnTo>
                <a:lnTo>
                  <a:pt x="350216" y="710594"/>
                </a:lnTo>
                <a:lnTo>
                  <a:pt x="350061" y="717174"/>
                </a:lnTo>
                <a:lnTo>
                  <a:pt x="349997" y="723754"/>
                </a:lnTo>
                <a:lnTo>
                  <a:pt x="350077" y="730333"/>
                </a:lnTo>
                <a:lnTo>
                  <a:pt x="350422" y="736913"/>
                </a:lnTo>
                <a:lnTo>
                  <a:pt x="351226" y="743492"/>
                </a:lnTo>
                <a:lnTo>
                  <a:pt x="352764" y="750072"/>
                </a:lnTo>
                <a:lnTo>
                  <a:pt x="355395" y="756651"/>
                </a:lnTo>
                <a:lnTo>
                  <a:pt x="359553" y="763231"/>
                </a:lnTo>
                <a:lnTo>
                  <a:pt x="365738" y="769811"/>
                </a:lnTo>
                <a:lnTo>
                  <a:pt x="374464" y="776390"/>
                </a:lnTo>
                <a:lnTo>
                  <a:pt x="386201" y="782970"/>
                </a:lnTo>
                <a:lnTo>
                  <a:pt x="401273" y="789549"/>
                </a:lnTo>
                <a:lnTo>
                  <a:pt x="419742" y="796129"/>
                </a:lnTo>
                <a:lnTo>
                  <a:pt x="441298" y="802708"/>
                </a:lnTo>
                <a:lnTo>
                  <a:pt x="465169" y="809288"/>
                </a:lnTo>
                <a:lnTo>
                  <a:pt x="490100" y="815868"/>
                </a:lnTo>
                <a:lnTo>
                  <a:pt x="514417" y="822447"/>
                </a:lnTo>
                <a:lnTo>
                  <a:pt x="536190" y="829027"/>
                </a:lnTo>
                <a:lnTo>
                  <a:pt x="553478" y="835606"/>
                </a:lnTo>
                <a:lnTo>
                  <a:pt x="564609" y="842186"/>
                </a:lnTo>
                <a:lnTo>
                  <a:pt x="568453" y="848766"/>
                </a:lnTo>
                <a:lnTo>
                  <a:pt x="568453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5029" name="F2_precision_recall_distributions_7843">
            <a:extLst>
              <a:ext uri="{FF2B5EF4-FFF2-40B4-BE49-F238E27FC236}">
                <a16:creationId xmlns:a16="http://schemas.microsoft.com/office/drawing/2014/main" id="{EB2BF6F2-70D2-496E-915F-E5B1EFDF031A}"/>
              </a:ext>
            </a:extLst>
          </p:cNvPr>
          <p:cNvSpPr>
            <a:spLocks noGrp="1"/>
          </p:cNvSpPr>
          <p:nvPr/>
        </p:nvSpPr>
        <p:spPr>
          <a:xfrm>
            <a:off x="596466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0" name="F2_precision_recall_distributions_7844">
            <a:extLst>
              <a:ext uri="{FF2B5EF4-FFF2-40B4-BE49-F238E27FC236}">
                <a16:creationId xmlns:a16="http://schemas.microsoft.com/office/drawing/2014/main" id="{71CA5E93-FE7E-4E44-92EA-1688396E8BB8}"/>
              </a:ext>
            </a:extLst>
          </p:cNvPr>
          <p:cNvSpPr>
            <a:spLocks noGrp="1"/>
          </p:cNvSpPr>
          <p:nvPr/>
        </p:nvSpPr>
        <p:spPr>
          <a:xfrm>
            <a:off x="615472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1" name="F2_precision_recall_distributions_7845">
            <a:extLst>
              <a:ext uri="{FF2B5EF4-FFF2-40B4-BE49-F238E27FC236}">
                <a16:creationId xmlns:a16="http://schemas.microsoft.com/office/drawing/2014/main" id="{CA585287-4813-4D55-85C7-C8AD7629F0B1}"/>
              </a:ext>
            </a:extLst>
          </p:cNvPr>
          <p:cNvSpPr>
            <a:spLocks noGrp="1"/>
          </p:cNvSpPr>
          <p:nvPr/>
        </p:nvSpPr>
        <p:spPr>
          <a:xfrm>
            <a:off x="615975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2" name="F2_precision_recall_distributions_7846">
            <a:extLst>
              <a:ext uri="{FF2B5EF4-FFF2-40B4-BE49-F238E27FC236}">
                <a16:creationId xmlns:a16="http://schemas.microsoft.com/office/drawing/2014/main" id="{35927293-1BB6-49D8-873D-62FA4FC3A907}"/>
              </a:ext>
            </a:extLst>
          </p:cNvPr>
          <p:cNvSpPr>
            <a:spLocks noGrp="1"/>
          </p:cNvSpPr>
          <p:nvPr/>
        </p:nvSpPr>
        <p:spPr>
          <a:xfrm>
            <a:off x="6092141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3" name="F2_precision_recall_distributions_7847">
            <a:extLst>
              <a:ext uri="{FF2B5EF4-FFF2-40B4-BE49-F238E27FC236}">
                <a16:creationId xmlns:a16="http://schemas.microsoft.com/office/drawing/2014/main" id="{5BFCE2DC-A3A1-4B95-9732-4D406EF841AE}"/>
              </a:ext>
            </a:extLst>
          </p:cNvPr>
          <p:cNvSpPr>
            <a:spLocks noGrp="1"/>
          </p:cNvSpPr>
          <p:nvPr/>
        </p:nvSpPr>
        <p:spPr>
          <a:xfrm>
            <a:off x="5841368" y="73237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4" name="F2_precision_recall_distributions_7848">
            <a:extLst>
              <a:ext uri="{FF2B5EF4-FFF2-40B4-BE49-F238E27FC236}">
                <a16:creationId xmlns:a16="http://schemas.microsoft.com/office/drawing/2014/main" id="{A245D80F-AEC5-478A-9B6C-9D3A9A711A90}"/>
              </a:ext>
            </a:extLst>
          </p:cNvPr>
          <p:cNvSpPr>
            <a:spLocks noGrp="1"/>
          </p:cNvSpPr>
          <p:nvPr/>
        </p:nvSpPr>
        <p:spPr>
          <a:xfrm>
            <a:off x="601249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5" name="F2_precision_recall_distributions_7849">
            <a:extLst>
              <a:ext uri="{FF2B5EF4-FFF2-40B4-BE49-F238E27FC236}">
                <a16:creationId xmlns:a16="http://schemas.microsoft.com/office/drawing/2014/main" id="{3191E0DF-83FB-475E-8500-DAD2F37152A9}"/>
              </a:ext>
            </a:extLst>
          </p:cNvPr>
          <p:cNvSpPr>
            <a:spLocks noGrp="1"/>
          </p:cNvSpPr>
          <p:nvPr/>
        </p:nvSpPr>
        <p:spPr>
          <a:xfrm>
            <a:off x="585691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6" name="F2_precision_recall_distributions_7850">
            <a:extLst>
              <a:ext uri="{FF2B5EF4-FFF2-40B4-BE49-F238E27FC236}">
                <a16:creationId xmlns:a16="http://schemas.microsoft.com/office/drawing/2014/main" id="{97E6FC04-39BE-4064-9A3F-1AF4D09244F3}"/>
              </a:ext>
            </a:extLst>
          </p:cNvPr>
          <p:cNvSpPr>
            <a:spLocks noGrp="1"/>
          </p:cNvSpPr>
          <p:nvPr/>
        </p:nvSpPr>
        <p:spPr>
          <a:xfrm>
            <a:off x="604134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7" name="F2_precision_recall_distributions_7851">
            <a:extLst>
              <a:ext uri="{FF2B5EF4-FFF2-40B4-BE49-F238E27FC236}">
                <a16:creationId xmlns:a16="http://schemas.microsoft.com/office/drawing/2014/main" id="{D48014DC-ADFC-489A-B22C-88A0790C8ABE}"/>
              </a:ext>
            </a:extLst>
          </p:cNvPr>
          <p:cNvSpPr>
            <a:spLocks noGrp="1"/>
          </p:cNvSpPr>
          <p:nvPr/>
        </p:nvSpPr>
        <p:spPr>
          <a:xfrm>
            <a:off x="5864673" y="77585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8" name="F2_precision_recall_distributions_7852">
            <a:extLst>
              <a:ext uri="{FF2B5EF4-FFF2-40B4-BE49-F238E27FC236}">
                <a16:creationId xmlns:a16="http://schemas.microsoft.com/office/drawing/2014/main" id="{4938880D-CD52-4952-A6BC-21E4F65AA2B0}"/>
              </a:ext>
            </a:extLst>
          </p:cNvPr>
          <p:cNvSpPr>
            <a:spLocks noGrp="1"/>
          </p:cNvSpPr>
          <p:nvPr/>
        </p:nvSpPr>
        <p:spPr>
          <a:xfrm>
            <a:off x="591501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9" name="F2_precision_recall_distributions_7853">
            <a:extLst>
              <a:ext uri="{FF2B5EF4-FFF2-40B4-BE49-F238E27FC236}">
                <a16:creationId xmlns:a16="http://schemas.microsoft.com/office/drawing/2014/main" id="{734D2C3A-198C-4A56-9F84-207A7697B99F}"/>
              </a:ext>
            </a:extLst>
          </p:cNvPr>
          <p:cNvSpPr>
            <a:spLocks noGrp="1"/>
          </p:cNvSpPr>
          <p:nvPr/>
        </p:nvSpPr>
        <p:spPr>
          <a:xfrm>
            <a:off x="5994319" y="713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0" name="F2_precision_recall_distributions_7854">
            <a:extLst>
              <a:ext uri="{FF2B5EF4-FFF2-40B4-BE49-F238E27FC236}">
                <a16:creationId xmlns:a16="http://schemas.microsoft.com/office/drawing/2014/main" id="{0374F361-B8F8-4913-9368-23E8D6B2E741}"/>
              </a:ext>
            </a:extLst>
          </p:cNvPr>
          <p:cNvSpPr>
            <a:spLocks noGrp="1"/>
          </p:cNvSpPr>
          <p:nvPr/>
        </p:nvSpPr>
        <p:spPr>
          <a:xfrm>
            <a:off x="588817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1" name="F2_precision_recall_distributions_7855">
            <a:extLst>
              <a:ext uri="{FF2B5EF4-FFF2-40B4-BE49-F238E27FC236}">
                <a16:creationId xmlns:a16="http://schemas.microsoft.com/office/drawing/2014/main" id="{E2ECFAAA-D39E-43AD-A796-AB4A5AD2CDF8}"/>
              </a:ext>
            </a:extLst>
          </p:cNvPr>
          <p:cNvSpPr>
            <a:spLocks noGrp="1"/>
          </p:cNvSpPr>
          <p:nvPr/>
        </p:nvSpPr>
        <p:spPr>
          <a:xfrm>
            <a:off x="5908901" y="7305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2" name="F2_precision_recall_distributions_7856">
            <a:extLst>
              <a:ext uri="{FF2B5EF4-FFF2-40B4-BE49-F238E27FC236}">
                <a16:creationId xmlns:a16="http://schemas.microsoft.com/office/drawing/2014/main" id="{DE31C6D2-2C4E-47A4-9439-836908EF3124}"/>
              </a:ext>
            </a:extLst>
          </p:cNvPr>
          <p:cNvSpPr>
            <a:spLocks noGrp="1"/>
          </p:cNvSpPr>
          <p:nvPr/>
        </p:nvSpPr>
        <p:spPr>
          <a:xfrm>
            <a:off x="5952244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3" name="F2_precision_recall_distributions_7857">
            <a:extLst>
              <a:ext uri="{FF2B5EF4-FFF2-40B4-BE49-F238E27FC236}">
                <a16:creationId xmlns:a16="http://schemas.microsoft.com/office/drawing/2014/main" id="{95BAF8E2-04E2-408C-9ABF-09CB0C78DE58}"/>
              </a:ext>
            </a:extLst>
          </p:cNvPr>
          <p:cNvSpPr>
            <a:spLocks noGrp="1"/>
          </p:cNvSpPr>
          <p:nvPr/>
        </p:nvSpPr>
        <p:spPr>
          <a:xfrm>
            <a:off x="613797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4" name="F2_precision_recall_distributions_7858">
            <a:extLst>
              <a:ext uri="{FF2B5EF4-FFF2-40B4-BE49-F238E27FC236}">
                <a16:creationId xmlns:a16="http://schemas.microsoft.com/office/drawing/2014/main" id="{1C9E54B5-31C0-4995-9341-9429CC4CD0D1}"/>
              </a:ext>
            </a:extLst>
          </p:cNvPr>
          <p:cNvSpPr>
            <a:spLocks noGrp="1"/>
          </p:cNvSpPr>
          <p:nvPr/>
        </p:nvSpPr>
        <p:spPr>
          <a:xfrm>
            <a:off x="592764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5" name="F2_precision_recall_distributions_7859">
            <a:extLst>
              <a:ext uri="{FF2B5EF4-FFF2-40B4-BE49-F238E27FC236}">
                <a16:creationId xmlns:a16="http://schemas.microsoft.com/office/drawing/2014/main" id="{D30D439B-BB8E-4A60-8ACF-D3ACBDA53442}"/>
              </a:ext>
            </a:extLst>
          </p:cNvPr>
          <p:cNvSpPr>
            <a:spLocks noGrp="1"/>
          </p:cNvSpPr>
          <p:nvPr/>
        </p:nvSpPr>
        <p:spPr>
          <a:xfrm>
            <a:off x="586983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6" name="F2_precision_recall_distributions_7860">
            <a:extLst>
              <a:ext uri="{FF2B5EF4-FFF2-40B4-BE49-F238E27FC236}">
                <a16:creationId xmlns:a16="http://schemas.microsoft.com/office/drawing/2014/main" id="{9D4DE01C-925C-48DB-A901-5D9D095ADD3C}"/>
              </a:ext>
            </a:extLst>
          </p:cNvPr>
          <p:cNvSpPr>
            <a:spLocks noGrp="1"/>
          </p:cNvSpPr>
          <p:nvPr/>
        </p:nvSpPr>
        <p:spPr>
          <a:xfrm>
            <a:off x="6085505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7" name="F2_precision_recall_distributions_7861">
            <a:extLst>
              <a:ext uri="{FF2B5EF4-FFF2-40B4-BE49-F238E27FC236}">
                <a16:creationId xmlns:a16="http://schemas.microsoft.com/office/drawing/2014/main" id="{C7909F06-0179-4809-8D6A-04BBE463581F}"/>
              </a:ext>
            </a:extLst>
          </p:cNvPr>
          <p:cNvSpPr>
            <a:spLocks noGrp="1"/>
          </p:cNvSpPr>
          <p:nvPr/>
        </p:nvSpPr>
        <p:spPr>
          <a:xfrm>
            <a:off x="6014978" y="75836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8" name="F2_precision_recall_distributions_7862">
            <a:extLst>
              <a:ext uri="{FF2B5EF4-FFF2-40B4-BE49-F238E27FC236}">
                <a16:creationId xmlns:a16="http://schemas.microsoft.com/office/drawing/2014/main" id="{70CDE3DB-5E86-4E12-8860-84E38F7354DA}"/>
              </a:ext>
            </a:extLst>
          </p:cNvPr>
          <p:cNvSpPr>
            <a:spLocks noGrp="1"/>
          </p:cNvSpPr>
          <p:nvPr/>
        </p:nvSpPr>
        <p:spPr>
          <a:xfrm>
            <a:off x="6015949" y="72846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9" name="F2_precision_recall_distributions_7863">
            <a:extLst>
              <a:ext uri="{FF2B5EF4-FFF2-40B4-BE49-F238E27FC236}">
                <a16:creationId xmlns:a16="http://schemas.microsoft.com/office/drawing/2014/main" id="{F212CB85-CD7D-42AE-BF8F-554036AD2413}"/>
              </a:ext>
            </a:extLst>
          </p:cNvPr>
          <p:cNvSpPr>
            <a:spLocks noGrp="1"/>
          </p:cNvSpPr>
          <p:nvPr/>
        </p:nvSpPr>
        <p:spPr>
          <a:xfrm>
            <a:off x="5964051" y="76736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0" name="F2_precision_recall_distributions_7864">
            <a:extLst>
              <a:ext uri="{FF2B5EF4-FFF2-40B4-BE49-F238E27FC236}">
                <a16:creationId xmlns:a16="http://schemas.microsoft.com/office/drawing/2014/main" id="{21D2008E-214A-4BB2-8AC6-47F91F07C49B}"/>
              </a:ext>
            </a:extLst>
          </p:cNvPr>
          <p:cNvSpPr>
            <a:spLocks noGrp="1"/>
          </p:cNvSpPr>
          <p:nvPr/>
        </p:nvSpPr>
        <p:spPr>
          <a:xfrm>
            <a:off x="602856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1" name="F2_precision_recall_distributions_7865">
            <a:extLst>
              <a:ext uri="{FF2B5EF4-FFF2-40B4-BE49-F238E27FC236}">
                <a16:creationId xmlns:a16="http://schemas.microsoft.com/office/drawing/2014/main" id="{0C856BC2-C069-4BF2-9937-EA7E9AEDC368}"/>
              </a:ext>
            </a:extLst>
          </p:cNvPr>
          <p:cNvSpPr>
            <a:spLocks noGrp="1"/>
          </p:cNvSpPr>
          <p:nvPr/>
        </p:nvSpPr>
        <p:spPr>
          <a:xfrm>
            <a:off x="6144745" y="7475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2" name="F2_precision_recall_distributions_7866">
            <a:extLst>
              <a:ext uri="{FF2B5EF4-FFF2-40B4-BE49-F238E27FC236}">
                <a16:creationId xmlns:a16="http://schemas.microsoft.com/office/drawing/2014/main" id="{1782B4E9-07CD-4236-8B1F-8876B4430483}"/>
              </a:ext>
            </a:extLst>
          </p:cNvPr>
          <p:cNvSpPr>
            <a:spLocks noGrp="1"/>
          </p:cNvSpPr>
          <p:nvPr/>
        </p:nvSpPr>
        <p:spPr>
          <a:xfrm>
            <a:off x="5839246" y="72846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3" name="F2_precision_recall_distributions_7867">
            <a:extLst>
              <a:ext uri="{FF2B5EF4-FFF2-40B4-BE49-F238E27FC236}">
                <a16:creationId xmlns:a16="http://schemas.microsoft.com/office/drawing/2014/main" id="{0C7BA318-953F-4283-B6A7-9331209305A9}"/>
              </a:ext>
            </a:extLst>
          </p:cNvPr>
          <p:cNvSpPr>
            <a:spLocks noGrp="1"/>
          </p:cNvSpPr>
          <p:nvPr/>
        </p:nvSpPr>
        <p:spPr>
          <a:xfrm>
            <a:off x="5819237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4" name="F2_precision_recall_distributions_7868">
            <a:extLst>
              <a:ext uri="{FF2B5EF4-FFF2-40B4-BE49-F238E27FC236}">
                <a16:creationId xmlns:a16="http://schemas.microsoft.com/office/drawing/2014/main" id="{4C11EAD7-7F1A-468F-86C8-424479EB80AC}"/>
              </a:ext>
            </a:extLst>
          </p:cNvPr>
          <p:cNvSpPr>
            <a:spLocks noGrp="1"/>
          </p:cNvSpPr>
          <p:nvPr/>
        </p:nvSpPr>
        <p:spPr>
          <a:xfrm>
            <a:off x="607593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5" name="F2_precision_recall_distributions_7869">
            <a:extLst>
              <a:ext uri="{FF2B5EF4-FFF2-40B4-BE49-F238E27FC236}">
                <a16:creationId xmlns:a16="http://schemas.microsoft.com/office/drawing/2014/main" id="{A6BCCFCA-67B8-455B-8F5B-6C5D78DD1DDC}"/>
              </a:ext>
            </a:extLst>
          </p:cNvPr>
          <p:cNvSpPr>
            <a:spLocks noGrp="1"/>
          </p:cNvSpPr>
          <p:nvPr/>
        </p:nvSpPr>
        <p:spPr>
          <a:xfrm>
            <a:off x="615377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6" name="F2_precision_recall_distributions_7870">
            <a:extLst>
              <a:ext uri="{FF2B5EF4-FFF2-40B4-BE49-F238E27FC236}">
                <a16:creationId xmlns:a16="http://schemas.microsoft.com/office/drawing/2014/main" id="{BABF88B3-04B7-49EB-BD8D-1BE4CD17B249}"/>
              </a:ext>
            </a:extLst>
          </p:cNvPr>
          <p:cNvSpPr>
            <a:spLocks noGrp="1"/>
          </p:cNvSpPr>
          <p:nvPr/>
        </p:nvSpPr>
        <p:spPr>
          <a:xfrm>
            <a:off x="6050094" y="75865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7" name="F2_precision_recall_distributions_7871">
            <a:extLst>
              <a:ext uri="{FF2B5EF4-FFF2-40B4-BE49-F238E27FC236}">
                <a16:creationId xmlns:a16="http://schemas.microsoft.com/office/drawing/2014/main" id="{CE3AA2A4-3225-47B5-8CD6-B8E1BD8F67F1}"/>
              </a:ext>
            </a:extLst>
          </p:cNvPr>
          <p:cNvSpPr>
            <a:spLocks noGrp="1"/>
          </p:cNvSpPr>
          <p:nvPr/>
        </p:nvSpPr>
        <p:spPr>
          <a:xfrm>
            <a:off x="6119457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8" name="F2_precision_recall_distributions_7872">
            <a:extLst>
              <a:ext uri="{FF2B5EF4-FFF2-40B4-BE49-F238E27FC236}">
                <a16:creationId xmlns:a16="http://schemas.microsoft.com/office/drawing/2014/main" id="{57755A4E-F581-4D8F-AC83-F8735052ABE2}"/>
              </a:ext>
            </a:extLst>
          </p:cNvPr>
          <p:cNvSpPr>
            <a:spLocks noGrp="1"/>
          </p:cNvSpPr>
          <p:nvPr/>
        </p:nvSpPr>
        <p:spPr>
          <a:xfrm>
            <a:off x="591248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9" name="F2_precision_recall_distributions_7873">
            <a:extLst>
              <a:ext uri="{FF2B5EF4-FFF2-40B4-BE49-F238E27FC236}">
                <a16:creationId xmlns:a16="http://schemas.microsoft.com/office/drawing/2014/main" id="{BEB3225E-E3ED-4A68-B647-EA2E35987774}"/>
              </a:ext>
            </a:extLst>
          </p:cNvPr>
          <p:cNvSpPr>
            <a:spLocks noGrp="1"/>
          </p:cNvSpPr>
          <p:nvPr/>
        </p:nvSpPr>
        <p:spPr>
          <a:xfrm>
            <a:off x="608125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0" name="F2_precision_recall_distributions_7874">
            <a:extLst>
              <a:ext uri="{FF2B5EF4-FFF2-40B4-BE49-F238E27FC236}">
                <a16:creationId xmlns:a16="http://schemas.microsoft.com/office/drawing/2014/main" id="{ED36EE6D-658E-4634-A2B0-927EEC04116D}"/>
              </a:ext>
            </a:extLst>
          </p:cNvPr>
          <p:cNvSpPr>
            <a:spLocks noGrp="1"/>
          </p:cNvSpPr>
          <p:nvPr/>
        </p:nvSpPr>
        <p:spPr>
          <a:xfrm>
            <a:off x="6134303" y="75865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1" name="F2_precision_recall_distributions_7875">
            <a:extLst>
              <a:ext uri="{FF2B5EF4-FFF2-40B4-BE49-F238E27FC236}">
                <a16:creationId xmlns:a16="http://schemas.microsoft.com/office/drawing/2014/main" id="{42F53BE0-E4D4-4528-8F11-78D11BDDE883}"/>
              </a:ext>
            </a:extLst>
          </p:cNvPr>
          <p:cNvSpPr>
            <a:spLocks noGrp="1"/>
          </p:cNvSpPr>
          <p:nvPr/>
        </p:nvSpPr>
        <p:spPr>
          <a:xfrm>
            <a:off x="580748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2" name="F2_precision_recall_distributions_7876">
            <a:extLst>
              <a:ext uri="{FF2B5EF4-FFF2-40B4-BE49-F238E27FC236}">
                <a16:creationId xmlns:a16="http://schemas.microsoft.com/office/drawing/2014/main" id="{CE8E706B-5EA6-4803-AE70-F5492433DA23}"/>
              </a:ext>
            </a:extLst>
          </p:cNvPr>
          <p:cNvSpPr>
            <a:spLocks noGrp="1"/>
          </p:cNvSpPr>
          <p:nvPr/>
        </p:nvSpPr>
        <p:spPr>
          <a:xfrm>
            <a:off x="616871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3" name="F2_precision_recall_distributions_7877">
            <a:extLst>
              <a:ext uri="{FF2B5EF4-FFF2-40B4-BE49-F238E27FC236}">
                <a16:creationId xmlns:a16="http://schemas.microsoft.com/office/drawing/2014/main" id="{467E34D2-BE1B-4559-AB37-0DFC74C6CE5E}"/>
              </a:ext>
            </a:extLst>
          </p:cNvPr>
          <p:cNvSpPr>
            <a:spLocks noGrp="1"/>
          </p:cNvSpPr>
          <p:nvPr/>
        </p:nvSpPr>
        <p:spPr>
          <a:xfrm>
            <a:off x="616178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4" name="F2_precision_recall_distributions_7878">
            <a:extLst>
              <a:ext uri="{FF2B5EF4-FFF2-40B4-BE49-F238E27FC236}">
                <a16:creationId xmlns:a16="http://schemas.microsoft.com/office/drawing/2014/main" id="{ED993D76-F9BD-4E45-988A-C3BBE63F39FC}"/>
              </a:ext>
            </a:extLst>
          </p:cNvPr>
          <p:cNvSpPr>
            <a:spLocks noGrp="1"/>
          </p:cNvSpPr>
          <p:nvPr/>
        </p:nvSpPr>
        <p:spPr>
          <a:xfrm>
            <a:off x="608113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5" name="F2_precision_recall_distributions_7879">
            <a:extLst>
              <a:ext uri="{FF2B5EF4-FFF2-40B4-BE49-F238E27FC236}">
                <a16:creationId xmlns:a16="http://schemas.microsoft.com/office/drawing/2014/main" id="{B67FC058-C755-4438-9131-EC9D024CD662}"/>
              </a:ext>
            </a:extLst>
          </p:cNvPr>
          <p:cNvSpPr>
            <a:spLocks noGrp="1"/>
          </p:cNvSpPr>
          <p:nvPr/>
        </p:nvSpPr>
        <p:spPr>
          <a:xfrm>
            <a:off x="589517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6" name="F2_precision_recall_distributions_7880">
            <a:extLst>
              <a:ext uri="{FF2B5EF4-FFF2-40B4-BE49-F238E27FC236}">
                <a16:creationId xmlns:a16="http://schemas.microsoft.com/office/drawing/2014/main" id="{7A5C0DDE-EE0A-4064-8543-9A361326664E}"/>
              </a:ext>
            </a:extLst>
          </p:cNvPr>
          <p:cNvSpPr>
            <a:spLocks noGrp="1"/>
          </p:cNvSpPr>
          <p:nvPr/>
        </p:nvSpPr>
        <p:spPr>
          <a:xfrm>
            <a:off x="595051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7" name="F2_precision_recall_distributions_7881">
            <a:extLst>
              <a:ext uri="{FF2B5EF4-FFF2-40B4-BE49-F238E27FC236}">
                <a16:creationId xmlns:a16="http://schemas.microsoft.com/office/drawing/2014/main" id="{119BEB90-C2A5-4541-AAF6-DBFB3DEB3A10}"/>
              </a:ext>
            </a:extLst>
          </p:cNvPr>
          <p:cNvSpPr>
            <a:spLocks noGrp="1"/>
          </p:cNvSpPr>
          <p:nvPr/>
        </p:nvSpPr>
        <p:spPr>
          <a:xfrm>
            <a:off x="587488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8" name="F2_precision_recall_distributions_7882">
            <a:extLst>
              <a:ext uri="{FF2B5EF4-FFF2-40B4-BE49-F238E27FC236}">
                <a16:creationId xmlns:a16="http://schemas.microsoft.com/office/drawing/2014/main" id="{01E2CACE-C400-4DB3-B40C-6135D350C240}"/>
              </a:ext>
            </a:extLst>
          </p:cNvPr>
          <p:cNvSpPr>
            <a:spLocks noGrp="1"/>
          </p:cNvSpPr>
          <p:nvPr/>
        </p:nvSpPr>
        <p:spPr>
          <a:xfrm>
            <a:off x="6157752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9" name="F2_precision_recall_distributions_7883">
            <a:extLst>
              <a:ext uri="{FF2B5EF4-FFF2-40B4-BE49-F238E27FC236}">
                <a16:creationId xmlns:a16="http://schemas.microsoft.com/office/drawing/2014/main" id="{4A215459-60E5-478A-9C1C-11C8FCD38533}"/>
              </a:ext>
            </a:extLst>
          </p:cNvPr>
          <p:cNvSpPr>
            <a:spLocks noGrp="1"/>
          </p:cNvSpPr>
          <p:nvPr/>
        </p:nvSpPr>
        <p:spPr>
          <a:xfrm>
            <a:off x="6165123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0" name="F2_precision_recall_distributions_7884">
            <a:extLst>
              <a:ext uri="{FF2B5EF4-FFF2-40B4-BE49-F238E27FC236}">
                <a16:creationId xmlns:a16="http://schemas.microsoft.com/office/drawing/2014/main" id="{57E7B407-9A2E-4B5C-84B1-BF297D190995}"/>
              </a:ext>
            </a:extLst>
          </p:cNvPr>
          <p:cNvSpPr>
            <a:spLocks noGrp="1"/>
          </p:cNvSpPr>
          <p:nvPr/>
        </p:nvSpPr>
        <p:spPr>
          <a:xfrm>
            <a:off x="607784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1" name="F2_precision_recall_distributions_7885">
            <a:extLst>
              <a:ext uri="{FF2B5EF4-FFF2-40B4-BE49-F238E27FC236}">
                <a16:creationId xmlns:a16="http://schemas.microsoft.com/office/drawing/2014/main" id="{D29C41D7-1DA9-4B85-A668-C4FA08443023}"/>
              </a:ext>
            </a:extLst>
          </p:cNvPr>
          <p:cNvSpPr>
            <a:spLocks noGrp="1"/>
          </p:cNvSpPr>
          <p:nvPr/>
        </p:nvSpPr>
        <p:spPr>
          <a:xfrm>
            <a:off x="605627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2" name="F2_precision_recall_distributions_7886">
            <a:extLst>
              <a:ext uri="{FF2B5EF4-FFF2-40B4-BE49-F238E27FC236}">
                <a16:creationId xmlns:a16="http://schemas.microsoft.com/office/drawing/2014/main" id="{19D08D15-04F1-406A-AF35-5B5D83BE5801}"/>
              </a:ext>
            </a:extLst>
          </p:cNvPr>
          <p:cNvSpPr>
            <a:spLocks noGrp="1"/>
          </p:cNvSpPr>
          <p:nvPr/>
        </p:nvSpPr>
        <p:spPr>
          <a:xfrm>
            <a:off x="583396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3" name="F2_precision_recall_distributions_7887">
            <a:extLst>
              <a:ext uri="{FF2B5EF4-FFF2-40B4-BE49-F238E27FC236}">
                <a16:creationId xmlns:a16="http://schemas.microsoft.com/office/drawing/2014/main" id="{E56F9508-40C4-445B-A047-231FED86BD04}"/>
              </a:ext>
            </a:extLst>
          </p:cNvPr>
          <p:cNvSpPr>
            <a:spLocks noGrp="1"/>
          </p:cNvSpPr>
          <p:nvPr/>
        </p:nvSpPr>
        <p:spPr>
          <a:xfrm>
            <a:off x="595864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4" name="F2_precision_recall_distributions_7888">
            <a:extLst>
              <a:ext uri="{FF2B5EF4-FFF2-40B4-BE49-F238E27FC236}">
                <a16:creationId xmlns:a16="http://schemas.microsoft.com/office/drawing/2014/main" id="{C3C90CFC-ACF5-47FD-A01A-AF4E61EF2C8E}"/>
              </a:ext>
            </a:extLst>
          </p:cNvPr>
          <p:cNvSpPr>
            <a:spLocks noGrp="1"/>
          </p:cNvSpPr>
          <p:nvPr/>
        </p:nvSpPr>
        <p:spPr>
          <a:xfrm>
            <a:off x="600077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5" name="F2_precision_recall_distributions_7889">
            <a:extLst>
              <a:ext uri="{FF2B5EF4-FFF2-40B4-BE49-F238E27FC236}">
                <a16:creationId xmlns:a16="http://schemas.microsoft.com/office/drawing/2014/main" id="{C3BEF864-BCFA-49E7-A070-C32F6AF077A0}"/>
              </a:ext>
            </a:extLst>
          </p:cNvPr>
          <p:cNvSpPr>
            <a:spLocks noGrp="1"/>
          </p:cNvSpPr>
          <p:nvPr/>
        </p:nvSpPr>
        <p:spPr>
          <a:xfrm>
            <a:off x="589204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6" name="F2_precision_recall_distributions_7890">
            <a:extLst>
              <a:ext uri="{FF2B5EF4-FFF2-40B4-BE49-F238E27FC236}">
                <a16:creationId xmlns:a16="http://schemas.microsoft.com/office/drawing/2014/main" id="{D4EFC8BD-F7D8-4EF1-8D9B-540427241A76}"/>
              </a:ext>
            </a:extLst>
          </p:cNvPr>
          <p:cNvSpPr>
            <a:spLocks noGrp="1"/>
          </p:cNvSpPr>
          <p:nvPr/>
        </p:nvSpPr>
        <p:spPr>
          <a:xfrm>
            <a:off x="596936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7" name="F2_precision_recall_distributions_7891">
            <a:extLst>
              <a:ext uri="{FF2B5EF4-FFF2-40B4-BE49-F238E27FC236}">
                <a16:creationId xmlns:a16="http://schemas.microsoft.com/office/drawing/2014/main" id="{9C67E664-E677-4D2E-8AAB-602E6B873BC3}"/>
              </a:ext>
            </a:extLst>
          </p:cNvPr>
          <p:cNvSpPr>
            <a:spLocks noGrp="1"/>
          </p:cNvSpPr>
          <p:nvPr/>
        </p:nvSpPr>
        <p:spPr>
          <a:xfrm>
            <a:off x="608892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8" name="F2_precision_recall_distributions_7892">
            <a:extLst>
              <a:ext uri="{FF2B5EF4-FFF2-40B4-BE49-F238E27FC236}">
                <a16:creationId xmlns:a16="http://schemas.microsoft.com/office/drawing/2014/main" id="{29105653-61C0-48E3-AEFB-0E543EB0D8C4}"/>
              </a:ext>
            </a:extLst>
          </p:cNvPr>
          <p:cNvSpPr>
            <a:spLocks noGrp="1"/>
          </p:cNvSpPr>
          <p:nvPr/>
        </p:nvSpPr>
        <p:spPr>
          <a:xfrm>
            <a:off x="6167632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9" name="F2_precision_recall_distributions_7893">
            <a:extLst>
              <a:ext uri="{FF2B5EF4-FFF2-40B4-BE49-F238E27FC236}">
                <a16:creationId xmlns:a16="http://schemas.microsoft.com/office/drawing/2014/main" id="{238B4674-33A7-4AB5-AD9C-AC7CB591387C}"/>
              </a:ext>
            </a:extLst>
          </p:cNvPr>
          <p:cNvSpPr>
            <a:spLocks noGrp="1"/>
          </p:cNvSpPr>
          <p:nvPr/>
        </p:nvSpPr>
        <p:spPr>
          <a:xfrm>
            <a:off x="610973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0" name="F2_precision_recall_distributions_7894">
            <a:extLst>
              <a:ext uri="{FF2B5EF4-FFF2-40B4-BE49-F238E27FC236}">
                <a16:creationId xmlns:a16="http://schemas.microsoft.com/office/drawing/2014/main" id="{26FA3D8C-A85A-488A-AD8D-C1AEAFBD991C}"/>
              </a:ext>
            </a:extLst>
          </p:cNvPr>
          <p:cNvSpPr>
            <a:spLocks noGrp="1"/>
          </p:cNvSpPr>
          <p:nvPr/>
        </p:nvSpPr>
        <p:spPr>
          <a:xfrm>
            <a:off x="596629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1" name="F2_precision_recall_distributions_7895">
            <a:extLst>
              <a:ext uri="{FF2B5EF4-FFF2-40B4-BE49-F238E27FC236}">
                <a16:creationId xmlns:a16="http://schemas.microsoft.com/office/drawing/2014/main" id="{FBA2C46F-164B-494B-B20D-70A97F9474D0}"/>
              </a:ext>
            </a:extLst>
          </p:cNvPr>
          <p:cNvSpPr>
            <a:spLocks noGrp="1"/>
          </p:cNvSpPr>
          <p:nvPr/>
        </p:nvSpPr>
        <p:spPr>
          <a:xfrm>
            <a:off x="5915695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2" name="F2_precision_recall_distributions_7896">
            <a:extLst>
              <a:ext uri="{FF2B5EF4-FFF2-40B4-BE49-F238E27FC236}">
                <a16:creationId xmlns:a16="http://schemas.microsoft.com/office/drawing/2014/main" id="{377FCEF1-3436-450F-89F2-711C8DD5F4A7}"/>
              </a:ext>
            </a:extLst>
          </p:cNvPr>
          <p:cNvSpPr>
            <a:spLocks noGrp="1"/>
          </p:cNvSpPr>
          <p:nvPr/>
        </p:nvSpPr>
        <p:spPr>
          <a:xfrm>
            <a:off x="5949076" y="75869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3" name="F2_precision_recall_distributions_7897">
            <a:extLst>
              <a:ext uri="{FF2B5EF4-FFF2-40B4-BE49-F238E27FC236}">
                <a16:creationId xmlns:a16="http://schemas.microsoft.com/office/drawing/2014/main" id="{BA57408B-D962-4128-8701-9E347F930D02}"/>
              </a:ext>
            </a:extLst>
          </p:cNvPr>
          <p:cNvSpPr>
            <a:spLocks noGrp="1"/>
          </p:cNvSpPr>
          <p:nvPr/>
        </p:nvSpPr>
        <p:spPr>
          <a:xfrm>
            <a:off x="6167532" y="74513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4" name="F2_precision_recall_distributions_7898">
            <a:extLst>
              <a:ext uri="{FF2B5EF4-FFF2-40B4-BE49-F238E27FC236}">
                <a16:creationId xmlns:a16="http://schemas.microsoft.com/office/drawing/2014/main" id="{5EDA4812-CE68-4EC7-8EB5-37AEF9325955}"/>
              </a:ext>
            </a:extLst>
          </p:cNvPr>
          <p:cNvSpPr>
            <a:spLocks noGrp="1"/>
          </p:cNvSpPr>
          <p:nvPr/>
        </p:nvSpPr>
        <p:spPr>
          <a:xfrm>
            <a:off x="605081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5" name="F2_precision_recall_distributions_7899">
            <a:extLst>
              <a:ext uri="{FF2B5EF4-FFF2-40B4-BE49-F238E27FC236}">
                <a16:creationId xmlns:a16="http://schemas.microsoft.com/office/drawing/2014/main" id="{699D6940-B0B1-459B-B611-BD9EDEE2B39C}"/>
              </a:ext>
            </a:extLst>
          </p:cNvPr>
          <p:cNvSpPr>
            <a:spLocks noGrp="1"/>
          </p:cNvSpPr>
          <p:nvPr/>
        </p:nvSpPr>
        <p:spPr>
          <a:xfrm>
            <a:off x="5875667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6" name="F2_precision_recall_distributions_7900">
            <a:extLst>
              <a:ext uri="{FF2B5EF4-FFF2-40B4-BE49-F238E27FC236}">
                <a16:creationId xmlns:a16="http://schemas.microsoft.com/office/drawing/2014/main" id="{5C5B492B-4C10-446E-955D-D805540A677E}"/>
              </a:ext>
            </a:extLst>
          </p:cNvPr>
          <p:cNvSpPr>
            <a:spLocks noGrp="1"/>
          </p:cNvSpPr>
          <p:nvPr/>
        </p:nvSpPr>
        <p:spPr>
          <a:xfrm>
            <a:off x="586449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7" name="F2_precision_recall_distributions_7901">
            <a:extLst>
              <a:ext uri="{FF2B5EF4-FFF2-40B4-BE49-F238E27FC236}">
                <a16:creationId xmlns:a16="http://schemas.microsoft.com/office/drawing/2014/main" id="{B9462E55-0A66-4075-95FB-5BE5F57B7E4B}"/>
              </a:ext>
            </a:extLst>
          </p:cNvPr>
          <p:cNvSpPr>
            <a:spLocks noGrp="1"/>
          </p:cNvSpPr>
          <p:nvPr/>
        </p:nvSpPr>
        <p:spPr>
          <a:xfrm>
            <a:off x="6106867" y="77911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8" name="F2_precision_recall_distributions_7902">
            <a:extLst>
              <a:ext uri="{FF2B5EF4-FFF2-40B4-BE49-F238E27FC236}">
                <a16:creationId xmlns:a16="http://schemas.microsoft.com/office/drawing/2014/main" id="{38ED23C7-7951-495F-8862-EB5330D62A07}"/>
              </a:ext>
            </a:extLst>
          </p:cNvPr>
          <p:cNvSpPr>
            <a:spLocks noGrp="1"/>
          </p:cNvSpPr>
          <p:nvPr/>
        </p:nvSpPr>
        <p:spPr>
          <a:xfrm>
            <a:off x="5907572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9" name="F2_precision_recall_distributions_7903">
            <a:extLst>
              <a:ext uri="{FF2B5EF4-FFF2-40B4-BE49-F238E27FC236}">
                <a16:creationId xmlns:a16="http://schemas.microsoft.com/office/drawing/2014/main" id="{792FA238-8D02-4414-8846-2C55FE48366A}"/>
              </a:ext>
            </a:extLst>
          </p:cNvPr>
          <p:cNvSpPr>
            <a:spLocks noGrp="1"/>
          </p:cNvSpPr>
          <p:nvPr/>
        </p:nvSpPr>
        <p:spPr>
          <a:xfrm>
            <a:off x="6111770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0" name="F2_precision_recall_distributions_7904">
            <a:extLst>
              <a:ext uri="{FF2B5EF4-FFF2-40B4-BE49-F238E27FC236}">
                <a16:creationId xmlns:a16="http://schemas.microsoft.com/office/drawing/2014/main" id="{48A85542-8761-46F1-B234-AB305E601D1E}"/>
              </a:ext>
            </a:extLst>
          </p:cNvPr>
          <p:cNvSpPr>
            <a:spLocks noGrp="1"/>
          </p:cNvSpPr>
          <p:nvPr/>
        </p:nvSpPr>
        <p:spPr>
          <a:xfrm>
            <a:off x="611351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1" name="F2_precision_recall_distributions_7905">
            <a:extLst>
              <a:ext uri="{FF2B5EF4-FFF2-40B4-BE49-F238E27FC236}">
                <a16:creationId xmlns:a16="http://schemas.microsoft.com/office/drawing/2014/main" id="{0FAEF608-7787-42ED-B155-459B72EB2A3B}"/>
              </a:ext>
            </a:extLst>
          </p:cNvPr>
          <p:cNvSpPr>
            <a:spLocks noGrp="1"/>
          </p:cNvSpPr>
          <p:nvPr/>
        </p:nvSpPr>
        <p:spPr>
          <a:xfrm>
            <a:off x="611411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2" name="F2_precision_recall_distributions_7906">
            <a:extLst>
              <a:ext uri="{FF2B5EF4-FFF2-40B4-BE49-F238E27FC236}">
                <a16:creationId xmlns:a16="http://schemas.microsoft.com/office/drawing/2014/main" id="{CE1C7AB0-3969-4214-ACB4-2ACBB32DA3C4}"/>
              </a:ext>
            </a:extLst>
          </p:cNvPr>
          <p:cNvSpPr>
            <a:spLocks noGrp="1"/>
          </p:cNvSpPr>
          <p:nvPr/>
        </p:nvSpPr>
        <p:spPr>
          <a:xfrm>
            <a:off x="586579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3" name="F2_precision_recall_distributions_7907">
            <a:extLst>
              <a:ext uri="{FF2B5EF4-FFF2-40B4-BE49-F238E27FC236}">
                <a16:creationId xmlns:a16="http://schemas.microsoft.com/office/drawing/2014/main" id="{2A1BE06F-8138-4C12-AFA3-3142B2777623}"/>
              </a:ext>
            </a:extLst>
          </p:cNvPr>
          <p:cNvSpPr>
            <a:spLocks noGrp="1"/>
          </p:cNvSpPr>
          <p:nvPr/>
        </p:nvSpPr>
        <p:spPr>
          <a:xfrm>
            <a:off x="608601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4" name="F2_precision_recall_distributions_7908">
            <a:extLst>
              <a:ext uri="{FF2B5EF4-FFF2-40B4-BE49-F238E27FC236}">
                <a16:creationId xmlns:a16="http://schemas.microsoft.com/office/drawing/2014/main" id="{B2567621-5171-42A6-A290-9E3D25F1EDC0}"/>
              </a:ext>
            </a:extLst>
          </p:cNvPr>
          <p:cNvSpPr>
            <a:spLocks noGrp="1"/>
          </p:cNvSpPr>
          <p:nvPr/>
        </p:nvSpPr>
        <p:spPr>
          <a:xfrm>
            <a:off x="6041997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5" name="F2_precision_recall_distributions_7909">
            <a:extLst>
              <a:ext uri="{FF2B5EF4-FFF2-40B4-BE49-F238E27FC236}">
                <a16:creationId xmlns:a16="http://schemas.microsoft.com/office/drawing/2014/main" id="{AFDF9364-463B-4147-8406-8CE897CD71D2}"/>
              </a:ext>
            </a:extLst>
          </p:cNvPr>
          <p:cNvSpPr>
            <a:spLocks noGrp="1"/>
          </p:cNvSpPr>
          <p:nvPr/>
        </p:nvSpPr>
        <p:spPr>
          <a:xfrm>
            <a:off x="5965460" y="75725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6" name="F2_precision_recall_distributions_7910">
            <a:extLst>
              <a:ext uri="{FF2B5EF4-FFF2-40B4-BE49-F238E27FC236}">
                <a16:creationId xmlns:a16="http://schemas.microsoft.com/office/drawing/2014/main" id="{CEC1A479-19B6-446A-8799-5D361E1336C7}"/>
              </a:ext>
            </a:extLst>
          </p:cNvPr>
          <p:cNvSpPr>
            <a:spLocks noGrp="1"/>
          </p:cNvSpPr>
          <p:nvPr/>
        </p:nvSpPr>
        <p:spPr>
          <a:xfrm>
            <a:off x="600077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7" name="F2_precision_recall_distributions_7911">
            <a:extLst>
              <a:ext uri="{FF2B5EF4-FFF2-40B4-BE49-F238E27FC236}">
                <a16:creationId xmlns:a16="http://schemas.microsoft.com/office/drawing/2014/main" id="{4EACB33E-6DC7-4966-ABEE-08314EFFCCB4}"/>
              </a:ext>
            </a:extLst>
          </p:cNvPr>
          <p:cNvSpPr>
            <a:spLocks noGrp="1"/>
          </p:cNvSpPr>
          <p:nvPr/>
        </p:nvSpPr>
        <p:spPr>
          <a:xfrm>
            <a:off x="5853337" y="73300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8" name="F2_precision_recall_distributions_7912">
            <a:extLst>
              <a:ext uri="{FF2B5EF4-FFF2-40B4-BE49-F238E27FC236}">
                <a16:creationId xmlns:a16="http://schemas.microsoft.com/office/drawing/2014/main" id="{FB8B9AF5-8404-4D31-B358-4B28A2C3D418}"/>
              </a:ext>
            </a:extLst>
          </p:cNvPr>
          <p:cNvSpPr>
            <a:spLocks noGrp="1"/>
          </p:cNvSpPr>
          <p:nvPr/>
        </p:nvSpPr>
        <p:spPr>
          <a:xfrm>
            <a:off x="596223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9" name="F2_precision_recall_distributions_7913">
            <a:extLst>
              <a:ext uri="{FF2B5EF4-FFF2-40B4-BE49-F238E27FC236}">
                <a16:creationId xmlns:a16="http://schemas.microsoft.com/office/drawing/2014/main" id="{C922CA39-0A0D-4239-98D9-83A7F638E3C2}"/>
              </a:ext>
            </a:extLst>
          </p:cNvPr>
          <p:cNvSpPr>
            <a:spLocks noGrp="1"/>
          </p:cNvSpPr>
          <p:nvPr/>
        </p:nvSpPr>
        <p:spPr>
          <a:xfrm>
            <a:off x="6097942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0" name="F2_precision_recall_distributions_7914">
            <a:extLst>
              <a:ext uri="{FF2B5EF4-FFF2-40B4-BE49-F238E27FC236}">
                <a16:creationId xmlns:a16="http://schemas.microsoft.com/office/drawing/2014/main" id="{41915074-8770-48E1-A0FB-3301792264A2}"/>
              </a:ext>
            </a:extLst>
          </p:cNvPr>
          <p:cNvSpPr>
            <a:spLocks noGrp="1"/>
          </p:cNvSpPr>
          <p:nvPr/>
        </p:nvSpPr>
        <p:spPr>
          <a:xfrm>
            <a:off x="591599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1" name="F2_precision_recall_distributions_7915">
            <a:extLst>
              <a:ext uri="{FF2B5EF4-FFF2-40B4-BE49-F238E27FC236}">
                <a16:creationId xmlns:a16="http://schemas.microsoft.com/office/drawing/2014/main" id="{B471AEA2-5F9F-49B8-8DEA-226F13767EB8}"/>
              </a:ext>
            </a:extLst>
          </p:cNvPr>
          <p:cNvSpPr>
            <a:spLocks noGrp="1"/>
          </p:cNvSpPr>
          <p:nvPr/>
        </p:nvSpPr>
        <p:spPr>
          <a:xfrm>
            <a:off x="607001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2" name="F2_precision_recall_distributions_7916">
            <a:extLst>
              <a:ext uri="{FF2B5EF4-FFF2-40B4-BE49-F238E27FC236}">
                <a16:creationId xmlns:a16="http://schemas.microsoft.com/office/drawing/2014/main" id="{55AF84C6-00FD-4571-8F1A-EDE10CFF79F6}"/>
              </a:ext>
            </a:extLst>
          </p:cNvPr>
          <p:cNvSpPr>
            <a:spLocks noGrp="1"/>
          </p:cNvSpPr>
          <p:nvPr/>
        </p:nvSpPr>
        <p:spPr>
          <a:xfrm>
            <a:off x="609100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3" name="F2_precision_recall_distributions_7917">
            <a:extLst>
              <a:ext uri="{FF2B5EF4-FFF2-40B4-BE49-F238E27FC236}">
                <a16:creationId xmlns:a16="http://schemas.microsoft.com/office/drawing/2014/main" id="{9F57BA63-95BE-4B91-A169-CD4818FB8B5D}"/>
              </a:ext>
            </a:extLst>
          </p:cNvPr>
          <p:cNvSpPr>
            <a:spLocks noGrp="1"/>
          </p:cNvSpPr>
          <p:nvPr/>
        </p:nvSpPr>
        <p:spPr>
          <a:xfrm>
            <a:off x="613492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4" name="F2_precision_recall_distributions_7918">
            <a:extLst>
              <a:ext uri="{FF2B5EF4-FFF2-40B4-BE49-F238E27FC236}">
                <a16:creationId xmlns:a16="http://schemas.microsoft.com/office/drawing/2014/main" id="{28912768-7222-4DBA-BF81-88D62D944457}"/>
              </a:ext>
            </a:extLst>
          </p:cNvPr>
          <p:cNvSpPr>
            <a:spLocks noGrp="1"/>
          </p:cNvSpPr>
          <p:nvPr/>
        </p:nvSpPr>
        <p:spPr>
          <a:xfrm>
            <a:off x="6139366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5" name="F2_precision_recall_distributions_7919">
            <a:extLst>
              <a:ext uri="{FF2B5EF4-FFF2-40B4-BE49-F238E27FC236}">
                <a16:creationId xmlns:a16="http://schemas.microsoft.com/office/drawing/2014/main" id="{A8CBC243-D9FD-40B1-9E1D-9619DB00BFF6}"/>
              </a:ext>
            </a:extLst>
          </p:cNvPr>
          <p:cNvSpPr>
            <a:spLocks noGrp="1"/>
          </p:cNvSpPr>
          <p:nvPr/>
        </p:nvSpPr>
        <p:spPr>
          <a:xfrm>
            <a:off x="612114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6" name="F2_precision_recall_distributions_7920">
            <a:extLst>
              <a:ext uri="{FF2B5EF4-FFF2-40B4-BE49-F238E27FC236}">
                <a16:creationId xmlns:a16="http://schemas.microsoft.com/office/drawing/2014/main" id="{56AAA78C-8F9C-47FF-980B-6E55F1C51B78}"/>
              </a:ext>
            </a:extLst>
          </p:cNvPr>
          <p:cNvSpPr>
            <a:spLocks noGrp="1"/>
          </p:cNvSpPr>
          <p:nvPr/>
        </p:nvSpPr>
        <p:spPr>
          <a:xfrm>
            <a:off x="6026560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7" name="F2_precision_recall_distributions_7921">
            <a:extLst>
              <a:ext uri="{FF2B5EF4-FFF2-40B4-BE49-F238E27FC236}">
                <a16:creationId xmlns:a16="http://schemas.microsoft.com/office/drawing/2014/main" id="{1C63425F-8A20-46E5-9C77-36E6DA073D16}"/>
              </a:ext>
            </a:extLst>
          </p:cNvPr>
          <p:cNvSpPr>
            <a:spLocks noGrp="1"/>
          </p:cNvSpPr>
          <p:nvPr/>
        </p:nvSpPr>
        <p:spPr>
          <a:xfrm>
            <a:off x="5840317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8" name="F2_precision_recall_distributions_7922">
            <a:extLst>
              <a:ext uri="{FF2B5EF4-FFF2-40B4-BE49-F238E27FC236}">
                <a16:creationId xmlns:a16="http://schemas.microsoft.com/office/drawing/2014/main" id="{F987B548-AC4D-4294-A6C2-7F834C26D4F6}"/>
              </a:ext>
            </a:extLst>
          </p:cNvPr>
          <p:cNvSpPr>
            <a:spLocks noGrp="1"/>
          </p:cNvSpPr>
          <p:nvPr/>
        </p:nvSpPr>
        <p:spPr>
          <a:xfrm>
            <a:off x="5889706" y="720209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9" name="F2_precision_recall_distributions_7923">
            <a:extLst>
              <a:ext uri="{FF2B5EF4-FFF2-40B4-BE49-F238E27FC236}">
                <a16:creationId xmlns:a16="http://schemas.microsoft.com/office/drawing/2014/main" id="{144AB3E2-7834-41D3-A821-063AFF995A2E}"/>
              </a:ext>
            </a:extLst>
          </p:cNvPr>
          <p:cNvSpPr>
            <a:spLocks noGrp="1"/>
          </p:cNvSpPr>
          <p:nvPr/>
        </p:nvSpPr>
        <p:spPr>
          <a:xfrm>
            <a:off x="588796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0" name="F2_precision_recall_distributions_7924">
            <a:extLst>
              <a:ext uri="{FF2B5EF4-FFF2-40B4-BE49-F238E27FC236}">
                <a16:creationId xmlns:a16="http://schemas.microsoft.com/office/drawing/2014/main" id="{7BD08CD0-377B-4050-A73C-9894DBD116E6}"/>
              </a:ext>
            </a:extLst>
          </p:cNvPr>
          <p:cNvSpPr>
            <a:spLocks noGrp="1"/>
          </p:cNvSpPr>
          <p:nvPr/>
        </p:nvSpPr>
        <p:spPr>
          <a:xfrm>
            <a:off x="5864539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1" name="F2_precision_recall_distributions_7925">
            <a:extLst>
              <a:ext uri="{FF2B5EF4-FFF2-40B4-BE49-F238E27FC236}">
                <a16:creationId xmlns:a16="http://schemas.microsoft.com/office/drawing/2014/main" id="{0E05493A-3248-450D-A3F2-752899872044}"/>
              </a:ext>
            </a:extLst>
          </p:cNvPr>
          <p:cNvSpPr>
            <a:spLocks noGrp="1"/>
          </p:cNvSpPr>
          <p:nvPr/>
        </p:nvSpPr>
        <p:spPr>
          <a:xfrm>
            <a:off x="5949311" y="75725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2" name="F2_precision_recall_distributions_7926">
            <a:extLst>
              <a:ext uri="{FF2B5EF4-FFF2-40B4-BE49-F238E27FC236}">
                <a16:creationId xmlns:a16="http://schemas.microsoft.com/office/drawing/2014/main" id="{358E29F9-7444-4649-92DB-D9580198078D}"/>
              </a:ext>
            </a:extLst>
          </p:cNvPr>
          <p:cNvSpPr>
            <a:spLocks noGrp="1"/>
          </p:cNvSpPr>
          <p:nvPr/>
        </p:nvSpPr>
        <p:spPr>
          <a:xfrm>
            <a:off x="588931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3" name="F2_precision_recall_distributions_7927">
            <a:extLst>
              <a:ext uri="{FF2B5EF4-FFF2-40B4-BE49-F238E27FC236}">
                <a16:creationId xmlns:a16="http://schemas.microsoft.com/office/drawing/2014/main" id="{4D81E44E-3188-4F62-BF5B-F019D08C4E09}"/>
              </a:ext>
            </a:extLst>
          </p:cNvPr>
          <p:cNvSpPr>
            <a:spLocks noGrp="1"/>
          </p:cNvSpPr>
          <p:nvPr/>
        </p:nvSpPr>
        <p:spPr>
          <a:xfrm>
            <a:off x="580965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4" name="F2_precision_recall_distributions_7928">
            <a:extLst>
              <a:ext uri="{FF2B5EF4-FFF2-40B4-BE49-F238E27FC236}">
                <a16:creationId xmlns:a16="http://schemas.microsoft.com/office/drawing/2014/main" id="{065E4FC9-D2AA-40E7-8833-A039B3CAABBA}"/>
              </a:ext>
            </a:extLst>
          </p:cNvPr>
          <p:cNvSpPr>
            <a:spLocks noGrp="1"/>
          </p:cNvSpPr>
          <p:nvPr/>
        </p:nvSpPr>
        <p:spPr>
          <a:xfrm>
            <a:off x="595076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5" name="F2_precision_recall_distributions_7929">
            <a:extLst>
              <a:ext uri="{FF2B5EF4-FFF2-40B4-BE49-F238E27FC236}">
                <a16:creationId xmlns:a16="http://schemas.microsoft.com/office/drawing/2014/main" id="{52CBC9A2-CC3C-4D97-9402-0D98FAF35195}"/>
              </a:ext>
            </a:extLst>
          </p:cNvPr>
          <p:cNvSpPr>
            <a:spLocks noGrp="1"/>
          </p:cNvSpPr>
          <p:nvPr/>
        </p:nvSpPr>
        <p:spPr>
          <a:xfrm>
            <a:off x="5927307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6" name="F2_precision_recall_distributions_7930">
            <a:extLst>
              <a:ext uri="{FF2B5EF4-FFF2-40B4-BE49-F238E27FC236}">
                <a16:creationId xmlns:a16="http://schemas.microsoft.com/office/drawing/2014/main" id="{BB3A0EAA-9172-4C7E-AD82-5DCF3C3789F4}"/>
              </a:ext>
            </a:extLst>
          </p:cNvPr>
          <p:cNvSpPr>
            <a:spLocks noGrp="1"/>
          </p:cNvSpPr>
          <p:nvPr/>
        </p:nvSpPr>
        <p:spPr>
          <a:xfrm>
            <a:off x="582579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7" name="F2_precision_recall_distributions_7931">
            <a:extLst>
              <a:ext uri="{FF2B5EF4-FFF2-40B4-BE49-F238E27FC236}">
                <a16:creationId xmlns:a16="http://schemas.microsoft.com/office/drawing/2014/main" id="{16B0B013-16A9-4DD9-AAFD-D60A0970555A}"/>
              </a:ext>
            </a:extLst>
          </p:cNvPr>
          <p:cNvSpPr>
            <a:spLocks noGrp="1"/>
          </p:cNvSpPr>
          <p:nvPr/>
        </p:nvSpPr>
        <p:spPr>
          <a:xfrm>
            <a:off x="602547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8" name="F2_precision_recall_distributions_7932">
            <a:extLst>
              <a:ext uri="{FF2B5EF4-FFF2-40B4-BE49-F238E27FC236}">
                <a16:creationId xmlns:a16="http://schemas.microsoft.com/office/drawing/2014/main" id="{03E96089-549D-44F6-B337-30350383230D}"/>
              </a:ext>
            </a:extLst>
          </p:cNvPr>
          <p:cNvSpPr>
            <a:spLocks noGrp="1"/>
          </p:cNvSpPr>
          <p:nvPr/>
        </p:nvSpPr>
        <p:spPr>
          <a:xfrm>
            <a:off x="600486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9" name="F2_precision_recall_distributions_7933">
            <a:extLst>
              <a:ext uri="{FF2B5EF4-FFF2-40B4-BE49-F238E27FC236}">
                <a16:creationId xmlns:a16="http://schemas.microsoft.com/office/drawing/2014/main" id="{D6CBA93E-B1BC-47F8-A61E-1AD825A254C3}"/>
              </a:ext>
            </a:extLst>
          </p:cNvPr>
          <p:cNvSpPr>
            <a:spLocks noGrp="1"/>
          </p:cNvSpPr>
          <p:nvPr/>
        </p:nvSpPr>
        <p:spPr>
          <a:xfrm>
            <a:off x="5959320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0" name="F2_precision_recall_distributions_7934">
            <a:extLst>
              <a:ext uri="{FF2B5EF4-FFF2-40B4-BE49-F238E27FC236}">
                <a16:creationId xmlns:a16="http://schemas.microsoft.com/office/drawing/2014/main" id="{B203FE76-B13B-4C4C-809E-9BA372A2DF83}"/>
              </a:ext>
            </a:extLst>
          </p:cNvPr>
          <p:cNvSpPr>
            <a:spLocks noGrp="1"/>
          </p:cNvSpPr>
          <p:nvPr/>
        </p:nvSpPr>
        <p:spPr>
          <a:xfrm>
            <a:off x="5828645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1" name="F2_precision_recall_distributions_7935">
            <a:extLst>
              <a:ext uri="{FF2B5EF4-FFF2-40B4-BE49-F238E27FC236}">
                <a16:creationId xmlns:a16="http://schemas.microsoft.com/office/drawing/2014/main" id="{2855505A-B620-427D-9331-F8DBF85DFD9A}"/>
              </a:ext>
            </a:extLst>
          </p:cNvPr>
          <p:cNvSpPr>
            <a:spLocks noGrp="1"/>
          </p:cNvSpPr>
          <p:nvPr/>
        </p:nvSpPr>
        <p:spPr>
          <a:xfrm>
            <a:off x="599889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2" name="F2_precision_recall_distributions_7936">
            <a:extLst>
              <a:ext uri="{FF2B5EF4-FFF2-40B4-BE49-F238E27FC236}">
                <a16:creationId xmlns:a16="http://schemas.microsoft.com/office/drawing/2014/main" id="{D654A9FC-0F49-470F-A550-B87344164C1E}"/>
              </a:ext>
            </a:extLst>
          </p:cNvPr>
          <p:cNvSpPr>
            <a:spLocks noGrp="1"/>
          </p:cNvSpPr>
          <p:nvPr/>
        </p:nvSpPr>
        <p:spPr>
          <a:xfrm>
            <a:off x="582367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3" name="F2_precision_recall_distributions_7937">
            <a:extLst>
              <a:ext uri="{FF2B5EF4-FFF2-40B4-BE49-F238E27FC236}">
                <a16:creationId xmlns:a16="http://schemas.microsoft.com/office/drawing/2014/main" id="{CBF8FBD1-D94B-43BC-8881-47B288C27805}"/>
              </a:ext>
            </a:extLst>
          </p:cNvPr>
          <p:cNvSpPr>
            <a:spLocks noGrp="1"/>
          </p:cNvSpPr>
          <p:nvPr/>
        </p:nvSpPr>
        <p:spPr>
          <a:xfrm>
            <a:off x="607146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4" name="F2_precision_recall_distributions_7938">
            <a:extLst>
              <a:ext uri="{FF2B5EF4-FFF2-40B4-BE49-F238E27FC236}">
                <a16:creationId xmlns:a16="http://schemas.microsoft.com/office/drawing/2014/main" id="{7836F66E-91D4-4217-95D2-251CD2D20F9A}"/>
              </a:ext>
            </a:extLst>
          </p:cNvPr>
          <p:cNvSpPr>
            <a:spLocks noGrp="1"/>
          </p:cNvSpPr>
          <p:nvPr/>
        </p:nvSpPr>
        <p:spPr>
          <a:xfrm>
            <a:off x="593093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5" name="F2_precision_recall_distributions_7939">
            <a:extLst>
              <a:ext uri="{FF2B5EF4-FFF2-40B4-BE49-F238E27FC236}">
                <a16:creationId xmlns:a16="http://schemas.microsoft.com/office/drawing/2014/main" id="{AC6BC6BE-3411-4B75-8DFB-09175894CFCA}"/>
              </a:ext>
            </a:extLst>
          </p:cNvPr>
          <p:cNvSpPr>
            <a:spLocks noGrp="1"/>
          </p:cNvSpPr>
          <p:nvPr/>
        </p:nvSpPr>
        <p:spPr>
          <a:xfrm>
            <a:off x="584471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6" name="F2_precision_recall_distributions_7940">
            <a:extLst>
              <a:ext uri="{FF2B5EF4-FFF2-40B4-BE49-F238E27FC236}">
                <a16:creationId xmlns:a16="http://schemas.microsoft.com/office/drawing/2014/main" id="{E6323EC3-DC4C-4FBA-9C22-89398A4CBBFA}"/>
              </a:ext>
            </a:extLst>
          </p:cNvPr>
          <p:cNvSpPr>
            <a:spLocks noGrp="1"/>
          </p:cNvSpPr>
          <p:nvPr/>
        </p:nvSpPr>
        <p:spPr>
          <a:xfrm>
            <a:off x="6043664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7" name="F2_precision_recall_distributions_7941">
            <a:extLst>
              <a:ext uri="{FF2B5EF4-FFF2-40B4-BE49-F238E27FC236}">
                <a16:creationId xmlns:a16="http://schemas.microsoft.com/office/drawing/2014/main" id="{FD8BD5FE-2034-4532-ADF7-83A2DF54036E}"/>
              </a:ext>
            </a:extLst>
          </p:cNvPr>
          <p:cNvSpPr>
            <a:spLocks noGrp="1"/>
          </p:cNvSpPr>
          <p:nvPr/>
        </p:nvSpPr>
        <p:spPr>
          <a:xfrm>
            <a:off x="615558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8" name="F2_precision_recall_distributions_7942">
            <a:extLst>
              <a:ext uri="{FF2B5EF4-FFF2-40B4-BE49-F238E27FC236}">
                <a16:creationId xmlns:a16="http://schemas.microsoft.com/office/drawing/2014/main" id="{58BF76FB-7392-4E28-8E71-442EBA0A1FFB}"/>
              </a:ext>
            </a:extLst>
          </p:cNvPr>
          <p:cNvSpPr>
            <a:spLocks noGrp="1"/>
          </p:cNvSpPr>
          <p:nvPr/>
        </p:nvSpPr>
        <p:spPr>
          <a:xfrm>
            <a:off x="5861956" y="73599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9" name="F2_precision_recall_distributions_7943">
            <a:extLst>
              <a:ext uri="{FF2B5EF4-FFF2-40B4-BE49-F238E27FC236}">
                <a16:creationId xmlns:a16="http://schemas.microsoft.com/office/drawing/2014/main" id="{870AC51B-297D-4B0E-BBCF-2D58E84CD6ED}"/>
              </a:ext>
            </a:extLst>
          </p:cNvPr>
          <p:cNvSpPr>
            <a:spLocks noGrp="1"/>
          </p:cNvSpPr>
          <p:nvPr/>
        </p:nvSpPr>
        <p:spPr>
          <a:xfrm>
            <a:off x="5935853" y="73435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0" name="F2_precision_recall_distributions_7944">
            <a:extLst>
              <a:ext uri="{FF2B5EF4-FFF2-40B4-BE49-F238E27FC236}">
                <a16:creationId xmlns:a16="http://schemas.microsoft.com/office/drawing/2014/main" id="{2B6AD76C-C271-4F50-990A-D0A8FC837965}"/>
              </a:ext>
            </a:extLst>
          </p:cNvPr>
          <p:cNvSpPr>
            <a:spLocks noGrp="1"/>
          </p:cNvSpPr>
          <p:nvPr/>
        </p:nvSpPr>
        <p:spPr>
          <a:xfrm>
            <a:off x="605770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1" name="F2_precision_recall_distributions_7945">
            <a:extLst>
              <a:ext uri="{FF2B5EF4-FFF2-40B4-BE49-F238E27FC236}">
                <a16:creationId xmlns:a16="http://schemas.microsoft.com/office/drawing/2014/main" id="{6BAAA2A5-235A-441C-8938-58419CF66760}"/>
              </a:ext>
            </a:extLst>
          </p:cNvPr>
          <p:cNvSpPr>
            <a:spLocks noGrp="1"/>
          </p:cNvSpPr>
          <p:nvPr/>
        </p:nvSpPr>
        <p:spPr>
          <a:xfrm>
            <a:off x="595668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2" name="F2_precision_recall_distributions_7946">
            <a:extLst>
              <a:ext uri="{FF2B5EF4-FFF2-40B4-BE49-F238E27FC236}">
                <a16:creationId xmlns:a16="http://schemas.microsoft.com/office/drawing/2014/main" id="{92EFD0F4-4335-41A9-9E3D-27D93E716477}"/>
              </a:ext>
            </a:extLst>
          </p:cNvPr>
          <p:cNvSpPr>
            <a:spLocks noGrp="1"/>
          </p:cNvSpPr>
          <p:nvPr/>
        </p:nvSpPr>
        <p:spPr>
          <a:xfrm>
            <a:off x="591718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3" name="F2_precision_recall_distributions_7947">
            <a:extLst>
              <a:ext uri="{FF2B5EF4-FFF2-40B4-BE49-F238E27FC236}">
                <a16:creationId xmlns:a16="http://schemas.microsoft.com/office/drawing/2014/main" id="{88999845-AF07-4D7C-A5D0-6C3C2E2FC51F}"/>
              </a:ext>
            </a:extLst>
          </p:cNvPr>
          <p:cNvSpPr>
            <a:spLocks noGrp="1"/>
          </p:cNvSpPr>
          <p:nvPr/>
        </p:nvSpPr>
        <p:spPr>
          <a:xfrm>
            <a:off x="616314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4" name="F2_precision_recall_distributions_7948">
            <a:extLst>
              <a:ext uri="{FF2B5EF4-FFF2-40B4-BE49-F238E27FC236}">
                <a16:creationId xmlns:a16="http://schemas.microsoft.com/office/drawing/2014/main" id="{D83853B0-421D-4DBB-B21D-AF352709AE1E}"/>
              </a:ext>
            </a:extLst>
          </p:cNvPr>
          <p:cNvSpPr>
            <a:spLocks noGrp="1"/>
          </p:cNvSpPr>
          <p:nvPr/>
        </p:nvSpPr>
        <p:spPr>
          <a:xfrm>
            <a:off x="612340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5" name="F2_precision_recall_distributions_7949">
            <a:extLst>
              <a:ext uri="{FF2B5EF4-FFF2-40B4-BE49-F238E27FC236}">
                <a16:creationId xmlns:a16="http://schemas.microsoft.com/office/drawing/2014/main" id="{738AE595-ABD6-452F-9A52-FBD29D320C9D}"/>
              </a:ext>
            </a:extLst>
          </p:cNvPr>
          <p:cNvSpPr>
            <a:spLocks noGrp="1"/>
          </p:cNvSpPr>
          <p:nvPr/>
        </p:nvSpPr>
        <p:spPr>
          <a:xfrm>
            <a:off x="5878458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6" name="F2_precision_recall_distributions_7950">
            <a:extLst>
              <a:ext uri="{FF2B5EF4-FFF2-40B4-BE49-F238E27FC236}">
                <a16:creationId xmlns:a16="http://schemas.microsoft.com/office/drawing/2014/main" id="{F20832ED-A6D6-42DB-8EF1-E299CADF9738}"/>
              </a:ext>
            </a:extLst>
          </p:cNvPr>
          <p:cNvSpPr>
            <a:spLocks noGrp="1"/>
          </p:cNvSpPr>
          <p:nvPr/>
        </p:nvSpPr>
        <p:spPr>
          <a:xfrm>
            <a:off x="6145853" y="734827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7" name="F2_precision_recall_distributions_7951">
            <a:extLst>
              <a:ext uri="{FF2B5EF4-FFF2-40B4-BE49-F238E27FC236}">
                <a16:creationId xmlns:a16="http://schemas.microsoft.com/office/drawing/2014/main" id="{5B374976-40AB-4E85-867E-08263FFDACAE}"/>
              </a:ext>
            </a:extLst>
          </p:cNvPr>
          <p:cNvSpPr>
            <a:spLocks noGrp="1"/>
          </p:cNvSpPr>
          <p:nvPr/>
        </p:nvSpPr>
        <p:spPr>
          <a:xfrm>
            <a:off x="594731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8" name="F2_precision_recall_distributions_7952">
            <a:extLst>
              <a:ext uri="{FF2B5EF4-FFF2-40B4-BE49-F238E27FC236}">
                <a16:creationId xmlns:a16="http://schemas.microsoft.com/office/drawing/2014/main" id="{EF83D37F-F5EB-4E27-A142-C684FDFBDADC}"/>
              </a:ext>
            </a:extLst>
          </p:cNvPr>
          <p:cNvSpPr>
            <a:spLocks noGrp="1"/>
          </p:cNvSpPr>
          <p:nvPr/>
        </p:nvSpPr>
        <p:spPr>
          <a:xfrm>
            <a:off x="615535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9" name="F2_precision_recall_distributions_7953">
            <a:extLst>
              <a:ext uri="{FF2B5EF4-FFF2-40B4-BE49-F238E27FC236}">
                <a16:creationId xmlns:a16="http://schemas.microsoft.com/office/drawing/2014/main" id="{6E9B5049-9DF0-4DE8-A2B5-371F8C94191D}"/>
              </a:ext>
            </a:extLst>
          </p:cNvPr>
          <p:cNvSpPr>
            <a:spLocks noGrp="1"/>
          </p:cNvSpPr>
          <p:nvPr/>
        </p:nvSpPr>
        <p:spPr>
          <a:xfrm>
            <a:off x="595091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0" name="F2_precision_recall_distributions_7954">
            <a:extLst>
              <a:ext uri="{FF2B5EF4-FFF2-40B4-BE49-F238E27FC236}">
                <a16:creationId xmlns:a16="http://schemas.microsoft.com/office/drawing/2014/main" id="{D8AEF8B0-A61B-4097-805D-F7CE991A50AA}"/>
              </a:ext>
            </a:extLst>
          </p:cNvPr>
          <p:cNvSpPr>
            <a:spLocks noGrp="1"/>
          </p:cNvSpPr>
          <p:nvPr/>
        </p:nvSpPr>
        <p:spPr>
          <a:xfrm>
            <a:off x="602661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1" name="F2_precision_recall_distributions_7955">
            <a:extLst>
              <a:ext uri="{FF2B5EF4-FFF2-40B4-BE49-F238E27FC236}">
                <a16:creationId xmlns:a16="http://schemas.microsoft.com/office/drawing/2014/main" id="{675BC5BC-FEE0-47FE-BE03-AC5B2231EE76}"/>
              </a:ext>
            </a:extLst>
          </p:cNvPr>
          <p:cNvSpPr>
            <a:spLocks noGrp="1"/>
          </p:cNvSpPr>
          <p:nvPr/>
        </p:nvSpPr>
        <p:spPr>
          <a:xfrm>
            <a:off x="6147884" y="73254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2" name="F2_precision_recall_distributions_7956">
            <a:extLst>
              <a:ext uri="{FF2B5EF4-FFF2-40B4-BE49-F238E27FC236}">
                <a16:creationId xmlns:a16="http://schemas.microsoft.com/office/drawing/2014/main" id="{BDE034C6-91CF-45BC-92F6-8C30D38CA9D1}"/>
              </a:ext>
            </a:extLst>
          </p:cNvPr>
          <p:cNvSpPr>
            <a:spLocks noGrp="1"/>
          </p:cNvSpPr>
          <p:nvPr/>
        </p:nvSpPr>
        <p:spPr>
          <a:xfrm>
            <a:off x="6104767" y="7107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3" name="F2_precision_recall_distributions_7957">
            <a:extLst>
              <a:ext uri="{FF2B5EF4-FFF2-40B4-BE49-F238E27FC236}">
                <a16:creationId xmlns:a16="http://schemas.microsoft.com/office/drawing/2014/main" id="{2D2CE80E-FDD0-429F-88B0-2E10AA79A36D}"/>
              </a:ext>
            </a:extLst>
          </p:cNvPr>
          <p:cNvSpPr>
            <a:spLocks noGrp="1"/>
          </p:cNvSpPr>
          <p:nvPr/>
        </p:nvSpPr>
        <p:spPr>
          <a:xfrm>
            <a:off x="6038402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4" name="F2_precision_recall_distributions_7958">
            <a:extLst>
              <a:ext uri="{FF2B5EF4-FFF2-40B4-BE49-F238E27FC236}">
                <a16:creationId xmlns:a16="http://schemas.microsoft.com/office/drawing/2014/main" id="{1C2DAD60-B83A-4284-A16D-548E3B6EE1B5}"/>
              </a:ext>
            </a:extLst>
          </p:cNvPr>
          <p:cNvSpPr>
            <a:spLocks noGrp="1"/>
          </p:cNvSpPr>
          <p:nvPr/>
        </p:nvSpPr>
        <p:spPr>
          <a:xfrm>
            <a:off x="6168158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5" name="F2_precision_recall_distributions_7959">
            <a:extLst>
              <a:ext uri="{FF2B5EF4-FFF2-40B4-BE49-F238E27FC236}">
                <a16:creationId xmlns:a16="http://schemas.microsoft.com/office/drawing/2014/main" id="{05693AD5-1506-4202-B6EF-23F27F893BFB}"/>
              </a:ext>
            </a:extLst>
          </p:cNvPr>
          <p:cNvSpPr>
            <a:spLocks noGrp="1"/>
          </p:cNvSpPr>
          <p:nvPr/>
        </p:nvSpPr>
        <p:spPr>
          <a:xfrm>
            <a:off x="5833480" y="73199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6" name="F2_precision_recall_distributions_7960">
            <a:extLst>
              <a:ext uri="{FF2B5EF4-FFF2-40B4-BE49-F238E27FC236}">
                <a16:creationId xmlns:a16="http://schemas.microsoft.com/office/drawing/2014/main" id="{435B955B-C844-4BE7-ADCE-C7439EE94020}"/>
              </a:ext>
            </a:extLst>
          </p:cNvPr>
          <p:cNvSpPr>
            <a:spLocks noGrp="1"/>
          </p:cNvSpPr>
          <p:nvPr/>
        </p:nvSpPr>
        <p:spPr>
          <a:xfrm>
            <a:off x="590796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7" name="F2_precision_recall_distributions_7961">
            <a:extLst>
              <a:ext uri="{FF2B5EF4-FFF2-40B4-BE49-F238E27FC236}">
                <a16:creationId xmlns:a16="http://schemas.microsoft.com/office/drawing/2014/main" id="{82ED039D-F5C5-453F-8250-7A1F78A5D2E8}"/>
              </a:ext>
            </a:extLst>
          </p:cNvPr>
          <p:cNvSpPr>
            <a:spLocks noGrp="1"/>
          </p:cNvSpPr>
          <p:nvPr/>
        </p:nvSpPr>
        <p:spPr>
          <a:xfrm>
            <a:off x="601741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8" name="F2_precision_recall_distributions_7962">
            <a:extLst>
              <a:ext uri="{FF2B5EF4-FFF2-40B4-BE49-F238E27FC236}">
                <a16:creationId xmlns:a16="http://schemas.microsoft.com/office/drawing/2014/main" id="{E8BAF667-688B-4ED9-8EE3-65C64D147475}"/>
              </a:ext>
            </a:extLst>
          </p:cNvPr>
          <p:cNvSpPr>
            <a:spLocks noGrp="1"/>
          </p:cNvSpPr>
          <p:nvPr/>
        </p:nvSpPr>
        <p:spPr>
          <a:xfrm>
            <a:off x="584328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9" name="F2_precision_recall_distributions_7963">
            <a:extLst>
              <a:ext uri="{FF2B5EF4-FFF2-40B4-BE49-F238E27FC236}">
                <a16:creationId xmlns:a16="http://schemas.microsoft.com/office/drawing/2014/main" id="{1EBCCB39-C2D5-4646-A430-BE86AA1A04E3}"/>
              </a:ext>
            </a:extLst>
          </p:cNvPr>
          <p:cNvSpPr>
            <a:spLocks noGrp="1"/>
          </p:cNvSpPr>
          <p:nvPr/>
        </p:nvSpPr>
        <p:spPr>
          <a:xfrm>
            <a:off x="608346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0" name="F2_precision_recall_distributions_7964">
            <a:extLst>
              <a:ext uri="{FF2B5EF4-FFF2-40B4-BE49-F238E27FC236}">
                <a16:creationId xmlns:a16="http://schemas.microsoft.com/office/drawing/2014/main" id="{BFFACAC3-8DBA-434E-A5C8-AA36F8964371}"/>
              </a:ext>
            </a:extLst>
          </p:cNvPr>
          <p:cNvSpPr>
            <a:spLocks noGrp="1"/>
          </p:cNvSpPr>
          <p:nvPr/>
        </p:nvSpPr>
        <p:spPr>
          <a:xfrm>
            <a:off x="6061674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1" name="F2_precision_recall_distributions_7965">
            <a:extLst>
              <a:ext uri="{FF2B5EF4-FFF2-40B4-BE49-F238E27FC236}">
                <a16:creationId xmlns:a16="http://schemas.microsoft.com/office/drawing/2014/main" id="{D7EFE28B-2A93-4C14-9018-99EEF1BCD822}"/>
              </a:ext>
            </a:extLst>
          </p:cNvPr>
          <p:cNvSpPr>
            <a:spLocks noGrp="1"/>
          </p:cNvSpPr>
          <p:nvPr/>
        </p:nvSpPr>
        <p:spPr>
          <a:xfrm>
            <a:off x="600349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2" name="F2_precision_recall_distributions_7966">
            <a:extLst>
              <a:ext uri="{FF2B5EF4-FFF2-40B4-BE49-F238E27FC236}">
                <a16:creationId xmlns:a16="http://schemas.microsoft.com/office/drawing/2014/main" id="{5383428E-7155-46D1-8D1C-A4C34C9AE3E9}"/>
              </a:ext>
            </a:extLst>
          </p:cNvPr>
          <p:cNvSpPr>
            <a:spLocks noGrp="1"/>
          </p:cNvSpPr>
          <p:nvPr/>
        </p:nvSpPr>
        <p:spPr>
          <a:xfrm>
            <a:off x="5822743" y="76559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3" name="F2_precision_recall_distributions_7967">
            <a:extLst>
              <a:ext uri="{FF2B5EF4-FFF2-40B4-BE49-F238E27FC236}">
                <a16:creationId xmlns:a16="http://schemas.microsoft.com/office/drawing/2014/main" id="{DA62FF81-9A0C-4BD7-A33A-9A9EC35DA5A5}"/>
              </a:ext>
            </a:extLst>
          </p:cNvPr>
          <p:cNvSpPr>
            <a:spLocks noGrp="1"/>
          </p:cNvSpPr>
          <p:nvPr/>
        </p:nvSpPr>
        <p:spPr>
          <a:xfrm>
            <a:off x="592074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4" name="F2_precision_recall_distributions_7968">
            <a:extLst>
              <a:ext uri="{FF2B5EF4-FFF2-40B4-BE49-F238E27FC236}">
                <a16:creationId xmlns:a16="http://schemas.microsoft.com/office/drawing/2014/main" id="{8847DAEB-1776-4245-AB30-CE28CA929F97}"/>
              </a:ext>
            </a:extLst>
          </p:cNvPr>
          <p:cNvSpPr>
            <a:spLocks noGrp="1"/>
          </p:cNvSpPr>
          <p:nvPr/>
        </p:nvSpPr>
        <p:spPr>
          <a:xfrm>
            <a:off x="591875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5" name="F2_precision_recall_distributions_7969">
            <a:extLst>
              <a:ext uri="{FF2B5EF4-FFF2-40B4-BE49-F238E27FC236}">
                <a16:creationId xmlns:a16="http://schemas.microsoft.com/office/drawing/2014/main" id="{34EF5C7C-C13F-409C-9739-880DDFD36124}"/>
              </a:ext>
            </a:extLst>
          </p:cNvPr>
          <p:cNvSpPr>
            <a:spLocks noGrp="1"/>
          </p:cNvSpPr>
          <p:nvPr/>
        </p:nvSpPr>
        <p:spPr>
          <a:xfrm>
            <a:off x="593898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6" name="F2_precision_recall_distributions_7970">
            <a:extLst>
              <a:ext uri="{FF2B5EF4-FFF2-40B4-BE49-F238E27FC236}">
                <a16:creationId xmlns:a16="http://schemas.microsoft.com/office/drawing/2014/main" id="{2150048D-8A92-4882-9E9A-80660754323B}"/>
              </a:ext>
            </a:extLst>
          </p:cNvPr>
          <p:cNvSpPr>
            <a:spLocks noGrp="1"/>
          </p:cNvSpPr>
          <p:nvPr/>
        </p:nvSpPr>
        <p:spPr>
          <a:xfrm>
            <a:off x="612202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7" name="F2_precision_recall_distributions_7971">
            <a:extLst>
              <a:ext uri="{FF2B5EF4-FFF2-40B4-BE49-F238E27FC236}">
                <a16:creationId xmlns:a16="http://schemas.microsoft.com/office/drawing/2014/main" id="{9209ED5C-C7FE-4958-B2A5-F5C4A3F893D5}"/>
              </a:ext>
            </a:extLst>
          </p:cNvPr>
          <p:cNvSpPr>
            <a:spLocks noGrp="1"/>
          </p:cNvSpPr>
          <p:nvPr/>
        </p:nvSpPr>
        <p:spPr>
          <a:xfrm>
            <a:off x="589102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8" name="F2_precision_recall_distributions_7972">
            <a:extLst>
              <a:ext uri="{FF2B5EF4-FFF2-40B4-BE49-F238E27FC236}">
                <a16:creationId xmlns:a16="http://schemas.microsoft.com/office/drawing/2014/main" id="{697963C7-7939-4924-A7C9-8760BC10F053}"/>
              </a:ext>
            </a:extLst>
          </p:cNvPr>
          <p:cNvSpPr>
            <a:spLocks noGrp="1"/>
          </p:cNvSpPr>
          <p:nvPr/>
        </p:nvSpPr>
        <p:spPr>
          <a:xfrm>
            <a:off x="604943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9" name="F2_precision_recall_distributions_7973">
            <a:extLst>
              <a:ext uri="{FF2B5EF4-FFF2-40B4-BE49-F238E27FC236}">
                <a16:creationId xmlns:a16="http://schemas.microsoft.com/office/drawing/2014/main" id="{F2D1887B-B515-4DBC-A46D-4C09DFA3C6A6}"/>
              </a:ext>
            </a:extLst>
          </p:cNvPr>
          <p:cNvSpPr>
            <a:spLocks noGrp="1"/>
          </p:cNvSpPr>
          <p:nvPr/>
        </p:nvSpPr>
        <p:spPr>
          <a:xfrm>
            <a:off x="616869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0" name="F2_precision_recall_distributions_7974">
            <a:extLst>
              <a:ext uri="{FF2B5EF4-FFF2-40B4-BE49-F238E27FC236}">
                <a16:creationId xmlns:a16="http://schemas.microsoft.com/office/drawing/2014/main" id="{F5FE6E62-DC19-45E7-979B-B94A72E8FA98}"/>
              </a:ext>
            </a:extLst>
          </p:cNvPr>
          <p:cNvSpPr>
            <a:spLocks noGrp="1"/>
          </p:cNvSpPr>
          <p:nvPr/>
        </p:nvSpPr>
        <p:spPr>
          <a:xfrm>
            <a:off x="602651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1" name="F2_precision_recall_distributions_7975">
            <a:extLst>
              <a:ext uri="{FF2B5EF4-FFF2-40B4-BE49-F238E27FC236}">
                <a16:creationId xmlns:a16="http://schemas.microsoft.com/office/drawing/2014/main" id="{823A6A72-75DD-44F9-B3C1-F46409B76E10}"/>
              </a:ext>
            </a:extLst>
          </p:cNvPr>
          <p:cNvSpPr>
            <a:spLocks noGrp="1"/>
          </p:cNvSpPr>
          <p:nvPr/>
        </p:nvSpPr>
        <p:spPr>
          <a:xfrm>
            <a:off x="614507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2" name="F2_precision_recall_distributions_7976">
            <a:extLst>
              <a:ext uri="{FF2B5EF4-FFF2-40B4-BE49-F238E27FC236}">
                <a16:creationId xmlns:a16="http://schemas.microsoft.com/office/drawing/2014/main" id="{D5154BE8-84FC-4B8E-8D77-63C7B6BCBE45}"/>
              </a:ext>
            </a:extLst>
          </p:cNvPr>
          <p:cNvSpPr>
            <a:spLocks noGrp="1"/>
          </p:cNvSpPr>
          <p:nvPr/>
        </p:nvSpPr>
        <p:spPr>
          <a:xfrm>
            <a:off x="592972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3" name="F2_precision_recall_distributions_7977">
            <a:extLst>
              <a:ext uri="{FF2B5EF4-FFF2-40B4-BE49-F238E27FC236}">
                <a16:creationId xmlns:a16="http://schemas.microsoft.com/office/drawing/2014/main" id="{5CD3D923-3D00-4F06-851D-7C9F45310E9F}"/>
              </a:ext>
            </a:extLst>
          </p:cNvPr>
          <p:cNvSpPr>
            <a:spLocks noGrp="1"/>
          </p:cNvSpPr>
          <p:nvPr/>
        </p:nvSpPr>
        <p:spPr>
          <a:xfrm>
            <a:off x="5981985" y="77443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4" name="F2_precision_recall_distributions_7978">
            <a:extLst>
              <a:ext uri="{FF2B5EF4-FFF2-40B4-BE49-F238E27FC236}">
                <a16:creationId xmlns:a16="http://schemas.microsoft.com/office/drawing/2014/main" id="{AEC62615-CBE4-4660-87EB-0A51B531A330}"/>
              </a:ext>
            </a:extLst>
          </p:cNvPr>
          <p:cNvSpPr>
            <a:spLocks noGrp="1"/>
          </p:cNvSpPr>
          <p:nvPr/>
        </p:nvSpPr>
        <p:spPr>
          <a:xfrm>
            <a:off x="610792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5" name="F2_precision_recall_distributions_7979">
            <a:extLst>
              <a:ext uri="{FF2B5EF4-FFF2-40B4-BE49-F238E27FC236}">
                <a16:creationId xmlns:a16="http://schemas.microsoft.com/office/drawing/2014/main" id="{1CC8D6A4-97DD-4272-A254-E02DA19AAF68}"/>
              </a:ext>
            </a:extLst>
          </p:cNvPr>
          <p:cNvSpPr>
            <a:spLocks noGrp="1"/>
          </p:cNvSpPr>
          <p:nvPr/>
        </p:nvSpPr>
        <p:spPr>
          <a:xfrm>
            <a:off x="6069418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6" name="F2_precision_recall_distributions_7980">
            <a:extLst>
              <a:ext uri="{FF2B5EF4-FFF2-40B4-BE49-F238E27FC236}">
                <a16:creationId xmlns:a16="http://schemas.microsoft.com/office/drawing/2014/main" id="{5811F6B9-19C1-4798-9183-C663DF008F79}"/>
              </a:ext>
            </a:extLst>
          </p:cNvPr>
          <p:cNvSpPr>
            <a:spLocks noGrp="1"/>
          </p:cNvSpPr>
          <p:nvPr/>
        </p:nvSpPr>
        <p:spPr>
          <a:xfrm>
            <a:off x="6072743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7" name="F2_precision_recall_distributions_7981">
            <a:extLst>
              <a:ext uri="{FF2B5EF4-FFF2-40B4-BE49-F238E27FC236}">
                <a16:creationId xmlns:a16="http://schemas.microsoft.com/office/drawing/2014/main" id="{F4250EC4-70B4-433D-93EC-FCD2AE0D9463}"/>
              </a:ext>
            </a:extLst>
          </p:cNvPr>
          <p:cNvSpPr>
            <a:spLocks noGrp="1"/>
          </p:cNvSpPr>
          <p:nvPr/>
        </p:nvSpPr>
        <p:spPr>
          <a:xfrm>
            <a:off x="617425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8" name="F2_precision_recall_distributions_7982">
            <a:extLst>
              <a:ext uri="{FF2B5EF4-FFF2-40B4-BE49-F238E27FC236}">
                <a16:creationId xmlns:a16="http://schemas.microsoft.com/office/drawing/2014/main" id="{C5AEAFAC-9D18-42D6-9D69-1EB064E3730E}"/>
              </a:ext>
            </a:extLst>
          </p:cNvPr>
          <p:cNvSpPr>
            <a:spLocks noGrp="1"/>
          </p:cNvSpPr>
          <p:nvPr/>
        </p:nvSpPr>
        <p:spPr>
          <a:xfrm>
            <a:off x="584940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9" name="F2_precision_recall_distributions_7983">
            <a:extLst>
              <a:ext uri="{FF2B5EF4-FFF2-40B4-BE49-F238E27FC236}">
                <a16:creationId xmlns:a16="http://schemas.microsoft.com/office/drawing/2014/main" id="{EA2D4F9E-D149-4187-88A1-0A08293765F5}"/>
              </a:ext>
            </a:extLst>
          </p:cNvPr>
          <p:cNvSpPr>
            <a:spLocks noGrp="1"/>
          </p:cNvSpPr>
          <p:nvPr/>
        </p:nvSpPr>
        <p:spPr>
          <a:xfrm>
            <a:off x="6128770" y="73435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0" name="F2_precision_recall_distributions_7984">
            <a:extLst>
              <a:ext uri="{FF2B5EF4-FFF2-40B4-BE49-F238E27FC236}">
                <a16:creationId xmlns:a16="http://schemas.microsoft.com/office/drawing/2014/main" id="{EBF82B98-217B-4E1F-8C2B-9039856AD94C}"/>
              </a:ext>
            </a:extLst>
          </p:cNvPr>
          <p:cNvSpPr>
            <a:spLocks noGrp="1"/>
          </p:cNvSpPr>
          <p:nvPr/>
        </p:nvSpPr>
        <p:spPr>
          <a:xfrm>
            <a:off x="611303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1" name="F2_precision_recall_distributions_7985">
            <a:extLst>
              <a:ext uri="{FF2B5EF4-FFF2-40B4-BE49-F238E27FC236}">
                <a16:creationId xmlns:a16="http://schemas.microsoft.com/office/drawing/2014/main" id="{9A76383A-8433-41DD-B483-C2E9FF578700}"/>
              </a:ext>
            </a:extLst>
          </p:cNvPr>
          <p:cNvSpPr>
            <a:spLocks noGrp="1"/>
          </p:cNvSpPr>
          <p:nvPr/>
        </p:nvSpPr>
        <p:spPr>
          <a:xfrm>
            <a:off x="595444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2" name="F2_precision_recall_distributions_7986">
            <a:extLst>
              <a:ext uri="{FF2B5EF4-FFF2-40B4-BE49-F238E27FC236}">
                <a16:creationId xmlns:a16="http://schemas.microsoft.com/office/drawing/2014/main" id="{BE84DC60-353D-4BE0-BF82-551C39504E12}"/>
              </a:ext>
            </a:extLst>
          </p:cNvPr>
          <p:cNvSpPr>
            <a:spLocks noGrp="1"/>
          </p:cNvSpPr>
          <p:nvPr/>
        </p:nvSpPr>
        <p:spPr>
          <a:xfrm>
            <a:off x="586511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3" name="F2_precision_recall_distributions_7987">
            <a:extLst>
              <a:ext uri="{FF2B5EF4-FFF2-40B4-BE49-F238E27FC236}">
                <a16:creationId xmlns:a16="http://schemas.microsoft.com/office/drawing/2014/main" id="{DECDB2EC-CC6C-4870-A340-830003ADC599}"/>
              </a:ext>
            </a:extLst>
          </p:cNvPr>
          <p:cNvSpPr>
            <a:spLocks noGrp="1"/>
          </p:cNvSpPr>
          <p:nvPr/>
        </p:nvSpPr>
        <p:spPr>
          <a:xfrm>
            <a:off x="6125329" y="777265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4" name="F2_precision_recall_distributions_7988">
            <a:extLst>
              <a:ext uri="{FF2B5EF4-FFF2-40B4-BE49-F238E27FC236}">
                <a16:creationId xmlns:a16="http://schemas.microsoft.com/office/drawing/2014/main" id="{43020753-C135-42A2-88FD-6C6D74F59307}"/>
              </a:ext>
            </a:extLst>
          </p:cNvPr>
          <p:cNvSpPr>
            <a:spLocks noGrp="1"/>
          </p:cNvSpPr>
          <p:nvPr/>
        </p:nvSpPr>
        <p:spPr>
          <a:xfrm>
            <a:off x="6135546" y="77868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5" name="F2_precision_recall_distributions_7989">
            <a:extLst>
              <a:ext uri="{FF2B5EF4-FFF2-40B4-BE49-F238E27FC236}">
                <a16:creationId xmlns:a16="http://schemas.microsoft.com/office/drawing/2014/main" id="{000E352F-00B5-45A6-A6A0-A3B289296FD9}"/>
              </a:ext>
            </a:extLst>
          </p:cNvPr>
          <p:cNvSpPr>
            <a:spLocks noGrp="1"/>
          </p:cNvSpPr>
          <p:nvPr/>
        </p:nvSpPr>
        <p:spPr>
          <a:xfrm>
            <a:off x="6044529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6" name="F2_precision_recall_distributions_7990">
            <a:extLst>
              <a:ext uri="{FF2B5EF4-FFF2-40B4-BE49-F238E27FC236}">
                <a16:creationId xmlns:a16="http://schemas.microsoft.com/office/drawing/2014/main" id="{7663C817-B7A0-4007-9760-A14237B544B1}"/>
              </a:ext>
            </a:extLst>
          </p:cNvPr>
          <p:cNvSpPr>
            <a:spLocks noGrp="1"/>
          </p:cNvSpPr>
          <p:nvPr/>
        </p:nvSpPr>
        <p:spPr>
          <a:xfrm>
            <a:off x="614835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7" name="F2_precision_recall_distributions_7991">
            <a:extLst>
              <a:ext uri="{FF2B5EF4-FFF2-40B4-BE49-F238E27FC236}">
                <a16:creationId xmlns:a16="http://schemas.microsoft.com/office/drawing/2014/main" id="{6F8CF332-AA68-4F77-81BC-3F7B33361EA6}"/>
              </a:ext>
            </a:extLst>
          </p:cNvPr>
          <p:cNvSpPr>
            <a:spLocks noGrp="1"/>
          </p:cNvSpPr>
          <p:nvPr/>
        </p:nvSpPr>
        <p:spPr>
          <a:xfrm>
            <a:off x="6173160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8" name="F2_precision_recall_distributions_7992">
            <a:extLst>
              <a:ext uri="{FF2B5EF4-FFF2-40B4-BE49-F238E27FC236}">
                <a16:creationId xmlns:a16="http://schemas.microsoft.com/office/drawing/2014/main" id="{EA4CEC55-BB5E-4357-B498-732D73190CCB}"/>
              </a:ext>
            </a:extLst>
          </p:cNvPr>
          <p:cNvSpPr>
            <a:spLocks noGrp="1"/>
          </p:cNvSpPr>
          <p:nvPr/>
        </p:nvSpPr>
        <p:spPr>
          <a:xfrm>
            <a:off x="599374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9" name="F2_precision_recall_distributions_7993">
            <a:extLst>
              <a:ext uri="{FF2B5EF4-FFF2-40B4-BE49-F238E27FC236}">
                <a16:creationId xmlns:a16="http://schemas.microsoft.com/office/drawing/2014/main" id="{31881865-DA43-4902-9285-561ED6F211FB}"/>
              </a:ext>
            </a:extLst>
          </p:cNvPr>
          <p:cNvSpPr>
            <a:spLocks noGrp="1"/>
          </p:cNvSpPr>
          <p:nvPr/>
        </p:nvSpPr>
        <p:spPr>
          <a:xfrm>
            <a:off x="5894333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0" name="F2_precision_recall_distributions_7994">
            <a:extLst>
              <a:ext uri="{FF2B5EF4-FFF2-40B4-BE49-F238E27FC236}">
                <a16:creationId xmlns:a16="http://schemas.microsoft.com/office/drawing/2014/main" id="{0E7B3E0D-169F-4352-970F-E45F1B8BA213}"/>
              </a:ext>
            </a:extLst>
          </p:cNvPr>
          <p:cNvSpPr>
            <a:spLocks noGrp="1"/>
          </p:cNvSpPr>
          <p:nvPr/>
        </p:nvSpPr>
        <p:spPr>
          <a:xfrm>
            <a:off x="613117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1" name="F2_precision_recall_distributions_7995">
            <a:extLst>
              <a:ext uri="{FF2B5EF4-FFF2-40B4-BE49-F238E27FC236}">
                <a16:creationId xmlns:a16="http://schemas.microsoft.com/office/drawing/2014/main" id="{FC015EBD-1480-49DD-90EF-332AFF80A097}"/>
              </a:ext>
            </a:extLst>
          </p:cNvPr>
          <p:cNvSpPr>
            <a:spLocks noGrp="1"/>
          </p:cNvSpPr>
          <p:nvPr/>
        </p:nvSpPr>
        <p:spPr>
          <a:xfrm>
            <a:off x="6071638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2" name="F2_precision_recall_distributions_7996">
            <a:extLst>
              <a:ext uri="{FF2B5EF4-FFF2-40B4-BE49-F238E27FC236}">
                <a16:creationId xmlns:a16="http://schemas.microsoft.com/office/drawing/2014/main" id="{AEB702D8-F782-452F-BCF1-76B787B780CC}"/>
              </a:ext>
            </a:extLst>
          </p:cNvPr>
          <p:cNvSpPr>
            <a:spLocks noGrp="1"/>
          </p:cNvSpPr>
          <p:nvPr/>
        </p:nvSpPr>
        <p:spPr>
          <a:xfrm>
            <a:off x="5914707" y="74968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3" name="F2_precision_recall_distributions_7997">
            <a:extLst>
              <a:ext uri="{FF2B5EF4-FFF2-40B4-BE49-F238E27FC236}">
                <a16:creationId xmlns:a16="http://schemas.microsoft.com/office/drawing/2014/main" id="{53B820DF-BC3F-40F7-9E2E-F3952CEF7924}"/>
              </a:ext>
            </a:extLst>
          </p:cNvPr>
          <p:cNvSpPr>
            <a:spLocks noGrp="1"/>
          </p:cNvSpPr>
          <p:nvPr/>
        </p:nvSpPr>
        <p:spPr>
          <a:xfrm>
            <a:off x="587273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4" name="F2_precision_recall_distributions_7998">
            <a:extLst>
              <a:ext uri="{FF2B5EF4-FFF2-40B4-BE49-F238E27FC236}">
                <a16:creationId xmlns:a16="http://schemas.microsoft.com/office/drawing/2014/main" id="{D1F8EDB0-F09A-4012-921B-986EE2F8AEFE}"/>
              </a:ext>
            </a:extLst>
          </p:cNvPr>
          <p:cNvSpPr>
            <a:spLocks noGrp="1"/>
          </p:cNvSpPr>
          <p:nvPr/>
        </p:nvSpPr>
        <p:spPr>
          <a:xfrm>
            <a:off x="606452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5" name="F2_precision_recall_distributions_7999">
            <a:extLst>
              <a:ext uri="{FF2B5EF4-FFF2-40B4-BE49-F238E27FC236}">
                <a16:creationId xmlns:a16="http://schemas.microsoft.com/office/drawing/2014/main" id="{DD20F407-24DA-4FEA-B3AF-7A62B680E7E4}"/>
              </a:ext>
            </a:extLst>
          </p:cNvPr>
          <p:cNvSpPr>
            <a:spLocks noGrp="1"/>
          </p:cNvSpPr>
          <p:nvPr/>
        </p:nvSpPr>
        <p:spPr>
          <a:xfrm>
            <a:off x="589212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6" name="F2_precision_recall_distributions_8000">
            <a:extLst>
              <a:ext uri="{FF2B5EF4-FFF2-40B4-BE49-F238E27FC236}">
                <a16:creationId xmlns:a16="http://schemas.microsoft.com/office/drawing/2014/main" id="{E68BB577-8BCC-4257-9117-BC66D6967D93}"/>
              </a:ext>
            </a:extLst>
          </p:cNvPr>
          <p:cNvSpPr>
            <a:spLocks noGrp="1"/>
          </p:cNvSpPr>
          <p:nvPr/>
        </p:nvSpPr>
        <p:spPr>
          <a:xfrm>
            <a:off x="5993023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7" name="F2_precision_recall_distributions_8001">
            <a:extLst>
              <a:ext uri="{FF2B5EF4-FFF2-40B4-BE49-F238E27FC236}">
                <a16:creationId xmlns:a16="http://schemas.microsoft.com/office/drawing/2014/main" id="{BBB8011B-D737-4872-88EB-37DE7558EC31}"/>
              </a:ext>
            </a:extLst>
          </p:cNvPr>
          <p:cNvSpPr>
            <a:spLocks noGrp="1"/>
          </p:cNvSpPr>
          <p:nvPr/>
        </p:nvSpPr>
        <p:spPr>
          <a:xfrm>
            <a:off x="5916685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8" name="F2_precision_recall_distributions_8002">
            <a:extLst>
              <a:ext uri="{FF2B5EF4-FFF2-40B4-BE49-F238E27FC236}">
                <a16:creationId xmlns:a16="http://schemas.microsoft.com/office/drawing/2014/main" id="{ACFE61EE-BF46-4C0F-8939-8980A7925639}"/>
              </a:ext>
            </a:extLst>
          </p:cNvPr>
          <p:cNvSpPr>
            <a:spLocks noGrp="1"/>
          </p:cNvSpPr>
          <p:nvPr/>
        </p:nvSpPr>
        <p:spPr>
          <a:xfrm>
            <a:off x="6041400" y="7475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9" name="F2_precision_recall_distributions_8003">
            <a:extLst>
              <a:ext uri="{FF2B5EF4-FFF2-40B4-BE49-F238E27FC236}">
                <a16:creationId xmlns:a16="http://schemas.microsoft.com/office/drawing/2014/main" id="{F7F3027D-49B9-44A8-8F83-E195C937147D}"/>
              </a:ext>
            </a:extLst>
          </p:cNvPr>
          <p:cNvSpPr>
            <a:spLocks noGrp="1"/>
          </p:cNvSpPr>
          <p:nvPr/>
        </p:nvSpPr>
        <p:spPr>
          <a:xfrm>
            <a:off x="599692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0" name="F2_precision_recall_distributions_8004">
            <a:extLst>
              <a:ext uri="{FF2B5EF4-FFF2-40B4-BE49-F238E27FC236}">
                <a16:creationId xmlns:a16="http://schemas.microsoft.com/office/drawing/2014/main" id="{9719356B-7CD0-4D26-9795-A754D9E51FD4}"/>
              </a:ext>
            </a:extLst>
          </p:cNvPr>
          <p:cNvSpPr>
            <a:spLocks noGrp="1"/>
          </p:cNvSpPr>
          <p:nvPr/>
        </p:nvSpPr>
        <p:spPr>
          <a:xfrm>
            <a:off x="598527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1" name="F2_precision_recall_distributions_8005">
            <a:extLst>
              <a:ext uri="{FF2B5EF4-FFF2-40B4-BE49-F238E27FC236}">
                <a16:creationId xmlns:a16="http://schemas.microsoft.com/office/drawing/2014/main" id="{E0201DBC-B976-4C0F-A517-C67C31A5A649}"/>
              </a:ext>
            </a:extLst>
          </p:cNvPr>
          <p:cNvSpPr>
            <a:spLocks noGrp="1"/>
          </p:cNvSpPr>
          <p:nvPr/>
        </p:nvSpPr>
        <p:spPr>
          <a:xfrm>
            <a:off x="5805174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2" name="F2_precision_recall_distributions_8006">
            <a:extLst>
              <a:ext uri="{FF2B5EF4-FFF2-40B4-BE49-F238E27FC236}">
                <a16:creationId xmlns:a16="http://schemas.microsoft.com/office/drawing/2014/main" id="{B978BBFD-C709-4FC3-8041-BB052399E7AE}"/>
              </a:ext>
            </a:extLst>
          </p:cNvPr>
          <p:cNvSpPr>
            <a:spLocks noGrp="1"/>
          </p:cNvSpPr>
          <p:nvPr/>
        </p:nvSpPr>
        <p:spPr>
          <a:xfrm>
            <a:off x="614928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3" name="F2_precision_recall_distributions_8007">
            <a:extLst>
              <a:ext uri="{FF2B5EF4-FFF2-40B4-BE49-F238E27FC236}">
                <a16:creationId xmlns:a16="http://schemas.microsoft.com/office/drawing/2014/main" id="{21800426-9E97-4B28-82CA-3008084744CC}"/>
              </a:ext>
            </a:extLst>
          </p:cNvPr>
          <p:cNvSpPr>
            <a:spLocks noGrp="1"/>
          </p:cNvSpPr>
          <p:nvPr/>
        </p:nvSpPr>
        <p:spPr>
          <a:xfrm>
            <a:off x="608239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4" name="F2_precision_recall_distributions_8008">
            <a:extLst>
              <a:ext uri="{FF2B5EF4-FFF2-40B4-BE49-F238E27FC236}">
                <a16:creationId xmlns:a16="http://schemas.microsoft.com/office/drawing/2014/main" id="{E7724E17-FD63-4271-9A22-4D22C237BA85}"/>
              </a:ext>
            </a:extLst>
          </p:cNvPr>
          <p:cNvSpPr>
            <a:spLocks noGrp="1"/>
          </p:cNvSpPr>
          <p:nvPr/>
        </p:nvSpPr>
        <p:spPr>
          <a:xfrm>
            <a:off x="5911845" y="74513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5" name="F2_precision_recall_distributions_8009">
            <a:extLst>
              <a:ext uri="{FF2B5EF4-FFF2-40B4-BE49-F238E27FC236}">
                <a16:creationId xmlns:a16="http://schemas.microsoft.com/office/drawing/2014/main" id="{14D0037C-8889-46BD-9355-2049943ADA21}"/>
              </a:ext>
            </a:extLst>
          </p:cNvPr>
          <p:cNvSpPr>
            <a:spLocks noGrp="1"/>
          </p:cNvSpPr>
          <p:nvPr/>
        </p:nvSpPr>
        <p:spPr>
          <a:xfrm>
            <a:off x="614269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6" name="F2_precision_recall_distributions_8010">
            <a:extLst>
              <a:ext uri="{FF2B5EF4-FFF2-40B4-BE49-F238E27FC236}">
                <a16:creationId xmlns:a16="http://schemas.microsoft.com/office/drawing/2014/main" id="{90D4C6E6-E05D-4FD9-AFA5-C172A5C23A3D}"/>
              </a:ext>
            </a:extLst>
          </p:cNvPr>
          <p:cNvSpPr>
            <a:spLocks noGrp="1"/>
          </p:cNvSpPr>
          <p:nvPr/>
        </p:nvSpPr>
        <p:spPr>
          <a:xfrm>
            <a:off x="589215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7" name="F2_precision_recall_distributions_8011">
            <a:extLst>
              <a:ext uri="{FF2B5EF4-FFF2-40B4-BE49-F238E27FC236}">
                <a16:creationId xmlns:a16="http://schemas.microsoft.com/office/drawing/2014/main" id="{5379A4C9-AF4E-4570-B897-17997F1657AC}"/>
              </a:ext>
            </a:extLst>
          </p:cNvPr>
          <p:cNvSpPr>
            <a:spLocks noGrp="1"/>
          </p:cNvSpPr>
          <p:nvPr/>
        </p:nvSpPr>
        <p:spPr>
          <a:xfrm>
            <a:off x="6138840" y="75224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8" name="F2_precision_recall_distributions_8012">
            <a:extLst>
              <a:ext uri="{FF2B5EF4-FFF2-40B4-BE49-F238E27FC236}">
                <a16:creationId xmlns:a16="http://schemas.microsoft.com/office/drawing/2014/main" id="{F9B9A4E0-F298-4ACA-978A-0F8223B1DE9B}"/>
              </a:ext>
            </a:extLst>
          </p:cNvPr>
          <p:cNvSpPr>
            <a:spLocks noGrp="1"/>
          </p:cNvSpPr>
          <p:nvPr/>
        </p:nvSpPr>
        <p:spPr>
          <a:xfrm>
            <a:off x="580301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9" name="F2_precision_recall_distributions_8013">
            <a:extLst>
              <a:ext uri="{FF2B5EF4-FFF2-40B4-BE49-F238E27FC236}">
                <a16:creationId xmlns:a16="http://schemas.microsoft.com/office/drawing/2014/main" id="{60A34CEE-68A7-47DB-883B-8AC0CEBA634F}"/>
              </a:ext>
            </a:extLst>
          </p:cNvPr>
          <p:cNvSpPr>
            <a:spLocks noGrp="1"/>
          </p:cNvSpPr>
          <p:nvPr/>
        </p:nvSpPr>
        <p:spPr>
          <a:xfrm>
            <a:off x="587868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0" name="F2_precision_recall_distributions_8014">
            <a:extLst>
              <a:ext uri="{FF2B5EF4-FFF2-40B4-BE49-F238E27FC236}">
                <a16:creationId xmlns:a16="http://schemas.microsoft.com/office/drawing/2014/main" id="{57F5518B-891A-41E3-A39C-A51E77FF40A8}"/>
              </a:ext>
            </a:extLst>
          </p:cNvPr>
          <p:cNvSpPr>
            <a:spLocks noGrp="1"/>
          </p:cNvSpPr>
          <p:nvPr/>
        </p:nvSpPr>
        <p:spPr>
          <a:xfrm>
            <a:off x="593172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1" name="F2_precision_recall_distributions_8015">
            <a:extLst>
              <a:ext uri="{FF2B5EF4-FFF2-40B4-BE49-F238E27FC236}">
                <a16:creationId xmlns:a16="http://schemas.microsoft.com/office/drawing/2014/main" id="{3C00FEF1-7E02-46AB-9C8B-EF9BA491E0B7}"/>
              </a:ext>
            </a:extLst>
          </p:cNvPr>
          <p:cNvSpPr>
            <a:spLocks noGrp="1"/>
          </p:cNvSpPr>
          <p:nvPr/>
        </p:nvSpPr>
        <p:spPr>
          <a:xfrm>
            <a:off x="5958266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2" name="F2_precision_recall_distributions_8016">
            <a:extLst>
              <a:ext uri="{FF2B5EF4-FFF2-40B4-BE49-F238E27FC236}">
                <a16:creationId xmlns:a16="http://schemas.microsoft.com/office/drawing/2014/main" id="{696D4472-E4FD-4C35-A417-D7450C848192}"/>
              </a:ext>
            </a:extLst>
          </p:cNvPr>
          <p:cNvSpPr>
            <a:spLocks noGrp="1"/>
          </p:cNvSpPr>
          <p:nvPr/>
        </p:nvSpPr>
        <p:spPr>
          <a:xfrm>
            <a:off x="592123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3" name="F2_precision_recall_distributions_8017">
            <a:extLst>
              <a:ext uri="{FF2B5EF4-FFF2-40B4-BE49-F238E27FC236}">
                <a16:creationId xmlns:a16="http://schemas.microsoft.com/office/drawing/2014/main" id="{01C48F91-2370-40C0-9B94-3E1A41BBA284}"/>
              </a:ext>
            </a:extLst>
          </p:cNvPr>
          <p:cNvSpPr>
            <a:spLocks noGrp="1"/>
          </p:cNvSpPr>
          <p:nvPr/>
        </p:nvSpPr>
        <p:spPr>
          <a:xfrm>
            <a:off x="597117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4" name="F2_precision_recall_distributions_8018">
            <a:extLst>
              <a:ext uri="{FF2B5EF4-FFF2-40B4-BE49-F238E27FC236}">
                <a16:creationId xmlns:a16="http://schemas.microsoft.com/office/drawing/2014/main" id="{A390A3F2-FA2E-4FC2-843D-6AED9EF115CF}"/>
              </a:ext>
            </a:extLst>
          </p:cNvPr>
          <p:cNvSpPr>
            <a:spLocks noGrp="1"/>
          </p:cNvSpPr>
          <p:nvPr/>
        </p:nvSpPr>
        <p:spPr>
          <a:xfrm>
            <a:off x="600642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5" name="F2_precision_recall_distributions_8019">
            <a:extLst>
              <a:ext uri="{FF2B5EF4-FFF2-40B4-BE49-F238E27FC236}">
                <a16:creationId xmlns:a16="http://schemas.microsoft.com/office/drawing/2014/main" id="{C39AAC31-F4FE-4EDD-A870-CE01993FDC9F}"/>
              </a:ext>
            </a:extLst>
          </p:cNvPr>
          <p:cNvSpPr>
            <a:spLocks noGrp="1"/>
          </p:cNvSpPr>
          <p:nvPr/>
        </p:nvSpPr>
        <p:spPr>
          <a:xfrm>
            <a:off x="6036871" y="78114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6" name="F2_precision_recall_distributions_8020">
            <a:extLst>
              <a:ext uri="{FF2B5EF4-FFF2-40B4-BE49-F238E27FC236}">
                <a16:creationId xmlns:a16="http://schemas.microsoft.com/office/drawing/2014/main" id="{D05FF78D-4148-4169-A3C6-349CDB616CFF}"/>
              </a:ext>
            </a:extLst>
          </p:cNvPr>
          <p:cNvSpPr>
            <a:spLocks noGrp="1"/>
          </p:cNvSpPr>
          <p:nvPr/>
        </p:nvSpPr>
        <p:spPr>
          <a:xfrm>
            <a:off x="615620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7" name="F2_precision_recall_distributions_8021">
            <a:extLst>
              <a:ext uri="{FF2B5EF4-FFF2-40B4-BE49-F238E27FC236}">
                <a16:creationId xmlns:a16="http://schemas.microsoft.com/office/drawing/2014/main" id="{EFC9ACDE-1050-4259-AF4C-C544F6BEA3DA}"/>
              </a:ext>
            </a:extLst>
          </p:cNvPr>
          <p:cNvSpPr>
            <a:spLocks noGrp="1"/>
          </p:cNvSpPr>
          <p:nvPr/>
        </p:nvSpPr>
        <p:spPr>
          <a:xfrm>
            <a:off x="605397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8" name="F2_precision_recall_distributions_8022">
            <a:extLst>
              <a:ext uri="{FF2B5EF4-FFF2-40B4-BE49-F238E27FC236}">
                <a16:creationId xmlns:a16="http://schemas.microsoft.com/office/drawing/2014/main" id="{97F26981-6B6D-4601-9713-F6A9E7225613}"/>
              </a:ext>
            </a:extLst>
          </p:cNvPr>
          <p:cNvSpPr>
            <a:spLocks noGrp="1"/>
          </p:cNvSpPr>
          <p:nvPr/>
        </p:nvSpPr>
        <p:spPr>
          <a:xfrm>
            <a:off x="6828430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674" y="842186"/>
                </a:lnTo>
                <a:lnTo>
                  <a:pt x="22102" y="835606"/>
                </a:lnTo>
                <a:lnTo>
                  <a:pt x="47607" y="829027"/>
                </a:lnTo>
                <a:lnTo>
                  <a:pt x="79711" y="822447"/>
                </a:lnTo>
                <a:lnTo>
                  <a:pt x="115538" y="815868"/>
                </a:lnTo>
                <a:lnTo>
                  <a:pt x="152230" y="809288"/>
                </a:lnTo>
                <a:lnTo>
                  <a:pt x="187317" y="802708"/>
                </a:lnTo>
                <a:lnTo>
                  <a:pt x="218955" y="796129"/>
                </a:lnTo>
                <a:lnTo>
                  <a:pt x="246024" y="789549"/>
                </a:lnTo>
                <a:lnTo>
                  <a:pt x="268091" y="782970"/>
                </a:lnTo>
                <a:lnTo>
                  <a:pt x="285278" y="776390"/>
                </a:lnTo>
                <a:lnTo>
                  <a:pt x="298086" y="769811"/>
                </a:lnTo>
                <a:lnTo>
                  <a:pt x="307214" y="763231"/>
                </a:lnTo>
                <a:lnTo>
                  <a:pt x="313415" y="756651"/>
                </a:lnTo>
                <a:lnTo>
                  <a:pt x="317386" y="750072"/>
                </a:lnTo>
                <a:lnTo>
                  <a:pt x="319718" y="743492"/>
                </a:lnTo>
                <a:lnTo>
                  <a:pt x="320875" y="736913"/>
                </a:lnTo>
                <a:lnTo>
                  <a:pt x="321193" y="730333"/>
                </a:lnTo>
                <a:lnTo>
                  <a:pt x="320907" y="723754"/>
                </a:lnTo>
                <a:lnTo>
                  <a:pt x="320167" y="717174"/>
                </a:lnTo>
                <a:lnTo>
                  <a:pt x="319061" y="710594"/>
                </a:lnTo>
                <a:lnTo>
                  <a:pt x="317642" y="704015"/>
                </a:lnTo>
                <a:lnTo>
                  <a:pt x="315944" y="697435"/>
                </a:lnTo>
                <a:lnTo>
                  <a:pt x="314000" y="690856"/>
                </a:lnTo>
                <a:lnTo>
                  <a:pt x="311861" y="684276"/>
                </a:lnTo>
                <a:lnTo>
                  <a:pt x="309604" y="677697"/>
                </a:lnTo>
                <a:lnTo>
                  <a:pt x="307337" y="671117"/>
                </a:lnTo>
                <a:lnTo>
                  <a:pt x="305194" y="664537"/>
                </a:lnTo>
                <a:lnTo>
                  <a:pt x="303321" y="657958"/>
                </a:lnTo>
                <a:lnTo>
                  <a:pt x="301852" y="651378"/>
                </a:lnTo>
                <a:lnTo>
                  <a:pt x="300886" y="644799"/>
                </a:lnTo>
                <a:lnTo>
                  <a:pt x="300467" y="638219"/>
                </a:lnTo>
                <a:lnTo>
                  <a:pt x="300572" y="631639"/>
                </a:lnTo>
                <a:lnTo>
                  <a:pt x="301111" y="625060"/>
                </a:lnTo>
                <a:lnTo>
                  <a:pt x="301944" y="618480"/>
                </a:lnTo>
                <a:lnTo>
                  <a:pt x="302909" y="611901"/>
                </a:lnTo>
                <a:lnTo>
                  <a:pt x="303852" y="605321"/>
                </a:lnTo>
                <a:lnTo>
                  <a:pt x="304658" y="598742"/>
                </a:lnTo>
                <a:lnTo>
                  <a:pt x="305266" y="592162"/>
                </a:lnTo>
                <a:lnTo>
                  <a:pt x="305678" y="585582"/>
                </a:lnTo>
                <a:lnTo>
                  <a:pt x="305946" y="579003"/>
                </a:lnTo>
                <a:lnTo>
                  <a:pt x="306156" y="572423"/>
                </a:lnTo>
                <a:lnTo>
                  <a:pt x="306398" y="565844"/>
                </a:lnTo>
                <a:lnTo>
                  <a:pt x="306749" y="559264"/>
                </a:lnTo>
                <a:lnTo>
                  <a:pt x="307250" y="552685"/>
                </a:lnTo>
                <a:lnTo>
                  <a:pt x="307902" y="546105"/>
                </a:lnTo>
                <a:lnTo>
                  <a:pt x="308667" y="539525"/>
                </a:lnTo>
                <a:lnTo>
                  <a:pt x="309470" y="532946"/>
                </a:lnTo>
                <a:lnTo>
                  <a:pt x="310217" y="526366"/>
                </a:lnTo>
                <a:lnTo>
                  <a:pt x="310794" y="519787"/>
                </a:lnTo>
                <a:lnTo>
                  <a:pt x="311084" y="513207"/>
                </a:lnTo>
                <a:lnTo>
                  <a:pt x="310965" y="506627"/>
                </a:lnTo>
                <a:lnTo>
                  <a:pt x="310317" y="500048"/>
                </a:lnTo>
                <a:lnTo>
                  <a:pt x="309034" y="493468"/>
                </a:lnTo>
                <a:lnTo>
                  <a:pt x="307033" y="486889"/>
                </a:lnTo>
                <a:lnTo>
                  <a:pt x="304276" y="480309"/>
                </a:lnTo>
                <a:lnTo>
                  <a:pt x="300790" y="473730"/>
                </a:lnTo>
                <a:lnTo>
                  <a:pt x="296691" y="467150"/>
                </a:lnTo>
                <a:lnTo>
                  <a:pt x="292192" y="460570"/>
                </a:lnTo>
                <a:lnTo>
                  <a:pt x="287601" y="453991"/>
                </a:lnTo>
                <a:lnTo>
                  <a:pt x="283296" y="447411"/>
                </a:lnTo>
                <a:lnTo>
                  <a:pt x="279678" y="440832"/>
                </a:lnTo>
                <a:lnTo>
                  <a:pt x="277117" y="434252"/>
                </a:lnTo>
                <a:lnTo>
                  <a:pt x="275889" y="427673"/>
                </a:lnTo>
                <a:lnTo>
                  <a:pt x="276129" y="421093"/>
                </a:lnTo>
                <a:lnTo>
                  <a:pt x="277807" y="414513"/>
                </a:lnTo>
                <a:lnTo>
                  <a:pt x="280736" y="407934"/>
                </a:lnTo>
                <a:lnTo>
                  <a:pt x="284603" y="401354"/>
                </a:lnTo>
                <a:lnTo>
                  <a:pt x="289028" y="394775"/>
                </a:lnTo>
                <a:lnTo>
                  <a:pt x="293620" y="388195"/>
                </a:lnTo>
                <a:lnTo>
                  <a:pt x="298031" y="381616"/>
                </a:lnTo>
                <a:lnTo>
                  <a:pt x="301991" y="375036"/>
                </a:lnTo>
                <a:lnTo>
                  <a:pt x="305315" y="368456"/>
                </a:lnTo>
                <a:lnTo>
                  <a:pt x="307899" y="361877"/>
                </a:lnTo>
                <a:lnTo>
                  <a:pt x="309701" y="355297"/>
                </a:lnTo>
                <a:lnTo>
                  <a:pt x="310719" y="348718"/>
                </a:lnTo>
                <a:lnTo>
                  <a:pt x="310984" y="342138"/>
                </a:lnTo>
                <a:lnTo>
                  <a:pt x="310550" y="335558"/>
                </a:lnTo>
                <a:lnTo>
                  <a:pt x="309507" y="328979"/>
                </a:lnTo>
                <a:lnTo>
                  <a:pt x="307987" y="322399"/>
                </a:lnTo>
                <a:lnTo>
                  <a:pt x="306172" y="315820"/>
                </a:lnTo>
                <a:lnTo>
                  <a:pt x="304288" y="309240"/>
                </a:lnTo>
                <a:lnTo>
                  <a:pt x="302592" y="302661"/>
                </a:lnTo>
                <a:lnTo>
                  <a:pt x="301343" y="296081"/>
                </a:lnTo>
                <a:lnTo>
                  <a:pt x="300763" y="289501"/>
                </a:lnTo>
                <a:lnTo>
                  <a:pt x="301004" y="282922"/>
                </a:lnTo>
                <a:lnTo>
                  <a:pt x="302120" y="276342"/>
                </a:lnTo>
                <a:lnTo>
                  <a:pt x="304061" y="269763"/>
                </a:lnTo>
                <a:lnTo>
                  <a:pt x="306676" y="263183"/>
                </a:lnTo>
                <a:lnTo>
                  <a:pt x="309740" y="256604"/>
                </a:lnTo>
                <a:lnTo>
                  <a:pt x="312994" y="250024"/>
                </a:lnTo>
                <a:lnTo>
                  <a:pt x="316179" y="243444"/>
                </a:lnTo>
                <a:lnTo>
                  <a:pt x="319077" y="236865"/>
                </a:lnTo>
                <a:lnTo>
                  <a:pt x="321531" y="230285"/>
                </a:lnTo>
                <a:lnTo>
                  <a:pt x="323456" y="223706"/>
                </a:lnTo>
                <a:lnTo>
                  <a:pt x="324836" y="217126"/>
                </a:lnTo>
                <a:lnTo>
                  <a:pt x="325712" y="210546"/>
                </a:lnTo>
                <a:lnTo>
                  <a:pt x="326159" y="203967"/>
                </a:lnTo>
                <a:lnTo>
                  <a:pt x="326275" y="197387"/>
                </a:lnTo>
                <a:lnTo>
                  <a:pt x="326159" y="190808"/>
                </a:lnTo>
                <a:lnTo>
                  <a:pt x="325904" y="184228"/>
                </a:lnTo>
                <a:lnTo>
                  <a:pt x="325592" y="177649"/>
                </a:lnTo>
                <a:lnTo>
                  <a:pt x="325290" y="171069"/>
                </a:lnTo>
                <a:lnTo>
                  <a:pt x="325055" y="164489"/>
                </a:lnTo>
                <a:lnTo>
                  <a:pt x="324929" y="157910"/>
                </a:lnTo>
                <a:lnTo>
                  <a:pt x="324941" y="151330"/>
                </a:lnTo>
                <a:lnTo>
                  <a:pt x="325106" y="144751"/>
                </a:lnTo>
                <a:lnTo>
                  <a:pt x="325416" y="138171"/>
                </a:lnTo>
                <a:lnTo>
                  <a:pt x="325838" y="131592"/>
                </a:lnTo>
                <a:lnTo>
                  <a:pt x="326305" y="125012"/>
                </a:lnTo>
                <a:lnTo>
                  <a:pt x="326711" y="118432"/>
                </a:lnTo>
                <a:lnTo>
                  <a:pt x="326895" y="111853"/>
                </a:lnTo>
                <a:lnTo>
                  <a:pt x="326633" y="105273"/>
                </a:lnTo>
                <a:lnTo>
                  <a:pt x="325624" y="98694"/>
                </a:lnTo>
                <a:lnTo>
                  <a:pt x="323475" y="92114"/>
                </a:lnTo>
                <a:lnTo>
                  <a:pt x="319699" y="85535"/>
                </a:lnTo>
                <a:lnTo>
                  <a:pt x="313728" y="78955"/>
                </a:lnTo>
                <a:lnTo>
                  <a:pt x="304958" y="72375"/>
                </a:lnTo>
                <a:lnTo>
                  <a:pt x="292822" y="65796"/>
                </a:lnTo>
                <a:lnTo>
                  <a:pt x="276908" y="59216"/>
                </a:lnTo>
                <a:lnTo>
                  <a:pt x="257093" y="52637"/>
                </a:lnTo>
                <a:lnTo>
                  <a:pt x="233685" y="46057"/>
                </a:lnTo>
                <a:lnTo>
                  <a:pt x="207521" y="39477"/>
                </a:lnTo>
                <a:lnTo>
                  <a:pt x="180003" y="32898"/>
                </a:lnTo>
                <a:lnTo>
                  <a:pt x="153021" y="26318"/>
                </a:lnTo>
                <a:lnTo>
                  <a:pt x="128769" y="19739"/>
                </a:lnTo>
                <a:lnTo>
                  <a:pt x="109463" y="13159"/>
                </a:lnTo>
                <a:lnTo>
                  <a:pt x="97011" y="6580"/>
                </a:lnTo>
                <a:lnTo>
                  <a:pt x="92708" y="0"/>
                </a:lnTo>
                <a:lnTo>
                  <a:pt x="582389" y="0"/>
                </a:lnTo>
                <a:lnTo>
                  <a:pt x="582389" y="0"/>
                </a:lnTo>
                <a:lnTo>
                  <a:pt x="578085" y="6580"/>
                </a:lnTo>
                <a:lnTo>
                  <a:pt x="565634" y="13159"/>
                </a:lnTo>
                <a:lnTo>
                  <a:pt x="546327" y="19739"/>
                </a:lnTo>
                <a:lnTo>
                  <a:pt x="522075" y="26318"/>
                </a:lnTo>
                <a:lnTo>
                  <a:pt x="495094" y="32898"/>
                </a:lnTo>
                <a:lnTo>
                  <a:pt x="467576" y="39477"/>
                </a:lnTo>
                <a:lnTo>
                  <a:pt x="441412" y="46057"/>
                </a:lnTo>
                <a:lnTo>
                  <a:pt x="418003" y="52637"/>
                </a:lnTo>
                <a:lnTo>
                  <a:pt x="398188" y="59216"/>
                </a:lnTo>
                <a:lnTo>
                  <a:pt x="382274" y="65796"/>
                </a:lnTo>
                <a:lnTo>
                  <a:pt x="370139" y="72375"/>
                </a:lnTo>
                <a:lnTo>
                  <a:pt x="361368" y="78955"/>
                </a:lnTo>
                <a:lnTo>
                  <a:pt x="355398" y="85535"/>
                </a:lnTo>
                <a:lnTo>
                  <a:pt x="351621" y="92114"/>
                </a:lnTo>
                <a:lnTo>
                  <a:pt x="349472" y="98694"/>
                </a:lnTo>
                <a:lnTo>
                  <a:pt x="348463" y="105273"/>
                </a:lnTo>
                <a:lnTo>
                  <a:pt x="348202" y="111853"/>
                </a:lnTo>
                <a:lnTo>
                  <a:pt x="348386" y="118432"/>
                </a:lnTo>
                <a:lnTo>
                  <a:pt x="348791" y="125012"/>
                </a:lnTo>
                <a:lnTo>
                  <a:pt x="349259" y="131592"/>
                </a:lnTo>
                <a:lnTo>
                  <a:pt x="349681" y="138171"/>
                </a:lnTo>
                <a:lnTo>
                  <a:pt x="349990" y="144751"/>
                </a:lnTo>
                <a:lnTo>
                  <a:pt x="350155" y="151330"/>
                </a:lnTo>
                <a:lnTo>
                  <a:pt x="350168" y="157910"/>
                </a:lnTo>
                <a:lnTo>
                  <a:pt x="350042" y="164489"/>
                </a:lnTo>
                <a:lnTo>
                  <a:pt x="349806" y="171069"/>
                </a:lnTo>
                <a:lnTo>
                  <a:pt x="349505" y="177649"/>
                </a:lnTo>
                <a:lnTo>
                  <a:pt x="349192" y="184228"/>
                </a:lnTo>
                <a:lnTo>
                  <a:pt x="348937" y="190808"/>
                </a:lnTo>
                <a:lnTo>
                  <a:pt x="348821" y="197387"/>
                </a:lnTo>
                <a:lnTo>
                  <a:pt x="348937" y="203967"/>
                </a:lnTo>
                <a:lnTo>
                  <a:pt x="349385" y="210546"/>
                </a:lnTo>
                <a:lnTo>
                  <a:pt x="350260" y="217126"/>
                </a:lnTo>
                <a:lnTo>
                  <a:pt x="351641" y="223706"/>
                </a:lnTo>
                <a:lnTo>
                  <a:pt x="353566" y="230285"/>
                </a:lnTo>
                <a:lnTo>
                  <a:pt x="356020" y="236865"/>
                </a:lnTo>
                <a:lnTo>
                  <a:pt x="358918" y="243444"/>
                </a:lnTo>
                <a:lnTo>
                  <a:pt x="362103" y="250024"/>
                </a:lnTo>
                <a:lnTo>
                  <a:pt x="365356" y="256604"/>
                </a:lnTo>
                <a:lnTo>
                  <a:pt x="368421" y="263183"/>
                </a:lnTo>
                <a:lnTo>
                  <a:pt x="371035" y="269763"/>
                </a:lnTo>
                <a:lnTo>
                  <a:pt x="372976" y="276342"/>
                </a:lnTo>
                <a:lnTo>
                  <a:pt x="374093" y="282922"/>
                </a:lnTo>
                <a:lnTo>
                  <a:pt x="374333" y="289501"/>
                </a:lnTo>
                <a:lnTo>
                  <a:pt x="373753" y="296081"/>
                </a:lnTo>
                <a:lnTo>
                  <a:pt x="372504" y="302661"/>
                </a:lnTo>
                <a:lnTo>
                  <a:pt x="370809" y="309240"/>
                </a:lnTo>
                <a:lnTo>
                  <a:pt x="368925" y="315820"/>
                </a:lnTo>
                <a:lnTo>
                  <a:pt x="367109" y="322399"/>
                </a:lnTo>
                <a:lnTo>
                  <a:pt x="365589" y="328979"/>
                </a:lnTo>
                <a:lnTo>
                  <a:pt x="364546" y="335558"/>
                </a:lnTo>
                <a:lnTo>
                  <a:pt x="364113" y="342138"/>
                </a:lnTo>
                <a:lnTo>
                  <a:pt x="364377" y="348718"/>
                </a:lnTo>
                <a:lnTo>
                  <a:pt x="365396" y="355297"/>
                </a:lnTo>
                <a:lnTo>
                  <a:pt x="367197" y="361877"/>
                </a:lnTo>
                <a:lnTo>
                  <a:pt x="369781" y="368456"/>
                </a:lnTo>
                <a:lnTo>
                  <a:pt x="373106" y="375036"/>
                </a:lnTo>
                <a:lnTo>
                  <a:pt x="377065" y="381616"/>
                </a:lnTo>
                <a:lnTo>
                  <a:pt x="381477" y="388195"/>
                </a:lnTo>
                <a:lnTo>
                  <a:pt x="386069" y="394775"/>
                </a:lnTo>
                <a:lnTo>
                  <a:pt x="390493" y="401354"/>
                </a:lnTo>
                <a:lnTo>
                  <a:pt x="394360" y="407934"/>
                </a:lnTo>
                <a:lnTo>
                  <a:pt x="397289" y="414513"/>
                </a:lnTo>
                <a:lnTo>
                  <a:pt x="398968" y="421093"/>
                </a:lnTo>
                <a:lnTo>
                  <a:pt x="399208" y="427673"/>
                </a:lnTo>
                <a:lnTo>
                  <a:pt x="397980" y="434252"/>
                </a:lnTo>
                <a:lnTo>
                  <a:pt x="395419" y="440832"/>
                </a:lnTo>
                <a:lnTo>
                  <a:pt x="391801" y="447411"/>
                </a:lnTo>
                <a:lnTo>
                  <a:pt x="387495" y="453991"/>
                </a:lnTo>
                <a:lnTo>
                  <a:pt x="382904" y="460570"/>
                </a:lnTo>
                <a:lnTo>
                  <a:pt x="378405" y="467150"/>
                </a:lnTo>
                <a:lnTo>
                  <a:pt x="374306" y="473730"/>
                </a:lnTo>
                <a:lnTo>
                  <a:pt x="370821" y="480309"/>
                </a:lnTo>
                <a:lnTo>
                  <a:pt x="368063" y="486889"/>
                </a:lnTo>
                <a:lnTo>
                  <a:pt x="366063" y="493468"/>
                </a:lnTo>
                <a:lnTo>
                  <a:pt x="364779" y="500048"/>
                </a:lnTo>
                <a:lnTo>
                  <a:pt x="364132" y="506627"/>
                </a:lnTo>
                <a:lnTo>
                  <a:pt x="364012" y="513207"/>
                </a:lnTo>
                <a:lnTo>
                  <a:pt x="364302" y="519787"/>
                </a:lnTo>
                <a:lnTo>
                  <a:pt x="364880" y="526366"/>
                </a:lnTo>
                <a:lnTo>
                  <a:pt x="365626" y="532946"/>
                </a:lnTo>
                <a:lnTo>
                  <a:pt x="366430" y="539525"/>
                </a:lnTo>
                <a:lnTo>
                  <a:pt x="367194" y="546105"/>
                </a:lnTo>
                <a:lnTo>
                  <a:pt x="367847" y="552685"/>
                </a:lnTo>
                <a:lnTo>
                  <a:pt x="368348" y="559264"/>
                </a:lnTo>
                <a:lnTo>
                  <a:pt x="368698" y="565844"/>
                </a:lnTo>
                <a:lnTo>
                  <a:pt x="368941" y="572423"/>
                </a:lnTo>
                <a:lnTo>
                  <a:pt x="369150" y="579003"/>
                </a:lnTo>
                <a:lnTo>
                  <a:pt x="369418" y="585582"/>
                </a:lnTo>
                <a:lnTo>
                  <a:pt x="369830" y="592162"/>
                </a:lnTo>
                <a:lnTo>
                  <a:pt x="370438" y="598742"/>
                </a:lnTo>
                <a:lnTo>
                  <a:pt x="371244" y="605321"/>
                </a:lnTo>
                <a:lnTo>
                  <a:pt x="372188" y="611901"/>
                </a:lnTo>
                <a:lnTo>
                  <a:pt x="373153" y="618480"/>
                </a:lnTo>
                <a:lnTo>
                  <a:pt x="373986" y="625060"/>
                </a:lnTo>
                <a:lnTo>
                  <a:pt x="374524" y="631639"/>
                </a:lnTo>
                <a:lnTo>
                  <a:pt x="374629" y="638219"/>
                </a:lnTo>
                <a:lnTo>
                  <a:pt x="374211" y="644799"/>
                </a:lnTo>
                <a:lnTo>
                  <a:pt x="373245" y="651378"/>
                </a:lnTo>
                <a:lnTo>
                  <a:pt x="371775" y="657958"/>
                </a:lnTo>
                <a:lnTo>
                  <a:pt x="369902" y="664537"/>
                </a:lnTo>
                <a:lnTo>
                  <a:pt x="367760" y="671117"/>
                </a:lnTo>
                <a:lnTo>
                  <a:pt x="365493" y="677697"/>
                </a:lnTo>
                <a:lnTo>
                  <a:pt x="363236" y="684276"/>
                </a:lnTo>
                <a:lnTo>
                  <a:pt x="361096" y="690856"/>
                </a:lnTo>
                <a:lnTo>
                  <a:pt x="359153" y="697435"/>
                </a:lnTo>
                <a:lnTo>
                  <a:pt x="357454" y="704015"/>
                </a:lnTo>
                <a:lnTo>
                  <a:pt x="356036" y="710594"/>
                </a:lnTo>
                <a:lnTo>
                  <a:pt x="354930" y="717174"/>
                </a:lnTo>
                <a:lnTo>
                  <a:pt x="354189" y="723754"/>
                </a:lnTo>
                <a:lnTo>
                  <a:pt x="353903" y="730333"/>
                </a:lnTo>
                <a:lnTo>
                  <a:pt x="354222" y="736913"/>
                </a:lnTo>
                <a:lnTo>
                  <a:pt x="355378" y="743492"/>
                </a:lnTo>
                <a:lnTo>
                  <a:pt x="357711" y="750072"/>
                </a:lnTo>
                <a:lnTo>
                  <a:pt x="361682" y="756651"/>
                </a:lnTo>
                <a:lnTo>
                  <a:pt x="367882" y="763231"/>
                </a:lnTo>
                <a:lnTo>
                  <a:pt x="377011" y="769811"/>
                </a:lnTo>
                <a:lnTo>
                  <a:pt x="389818" y="776390"/>
                </a:lnTo>
                <a:lnTo>
                  <a:pt x="407005" y="782970"/>
                </a:lnTo>
                <a:lnTo>
                  <a:pt x="429072" y="789549"/>
                </a:lnTo>
                <a:lnTo>
                  <a:pt x="456141" y="796129"/>
                </a:lnTo>
                <a:lnTo>
                  <a:pt x="487779" y="802708"/>
                </a:lnTo>
                <a:lnTo>
                  <a:pt x="522866" y="809288"/>
                </a:lnTo>
                <a:lnTo>
                  <a:pt x="559559" y="815868"/>
                </a:lnTo>
                <a:lnTo>
                  <a:pt x="595385" y="822447"/>
                </a:lnTo>
                <a:lnTo>
                  <a:pt x="627490" y="829027"/>
                </a:lnTo>
                <a:lnTo>
                  <a:pt x="652995" y="835606"/>
                </a:lnTo>
                <a:lnTo>
                  <a:pt x="669423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5209" name="F2_precision_recall_distributions_8023">
            <a:extLst>
              <a:ext uri="{FF2B5EF4-FFF2-40B4-BE49-F238E27FC236}">
                <a16:creationId xmlns:a16="http://schemas.microsoft.com/office/drawing/2014/main" id="{85E742AA-6EEB-47EF-9EE5-29313639FFA6}"/>
              </a:ext>
            </a:extLst>
          </p:cNvPr>
          <p:cNvSpPr>
            <a:spLocks noGrp="1"/>
          </p:cNvSpPr>
          <p:nvPr/>
        </p:nvSpPr>
        <p:spPr>
          <a:xfrm>
            <a:off x="706651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0" name="F2_precision_recall_distributions_8024">
            <a:extLst>
              <a:ext uri="{FF2B5EF4-FFF2-40B4-BE49-F238E27FC236}">
                <a16:creationId xmlns:a16="http://schemas.microsoft.com/office/drawing/2014/main" id="{B94FC20C-B035-4271-9374-6DBB1192641B}"/>
              </a:ext>
            </a:extLst>
          </p:cNvPr>
          <p:cNvSpPr>
            <a:spLocks noGrp="1"/>
          </p:cNvSpPr>
          <p:nvPr/>
        </p:nvSpPr>
        <p:spPr>
          <a:xfrm>
            <a:off x="731389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1" name="F2_precision_recall_distributions_8025">
            <a:extLst>
              <a:ext uri="{FF2B5EF4-FFF2-40B4-BE49-F238E27FC236}">
                <a16:creationId xmlns:a16="http://schemas.microsoft.com/office/drawing/2014/main" id="{8456637C-2857-44DE-AA3B-0E27ED5CFDA5}"/>
              </a:ext>
            </a:extLst>
          </p:cNvPr>
          <p:cNvSpPr>
            <a:spLocks noGrp="1"/>
          </p:cNvSpPr>
          <p:nvPr/>
        </p:nvSpPr>
        <p:spPr>
          <a:xfrm>
            <a:off x="717123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2" name="F2_precision_recall_distributions_8026">
            <a:extLst>
              <a:ext uri="{FF2B5EF4-FFF2-40B4-BE49-F238E27FC236}">
                <a16:creationId xmlns:a16="http://schemas.microsoft.com/office/drawing/2014/main" id="{684C42B2-2553-4092-A32B-83F458C37C4A}"/>
              </a:ext>
            </a:extLst>
          </p:cNvPr>
          <p:cNvSpPr>
            <a:spLocks noGrp="1"/>
          </p:cNvSpPr>
          <p:nvPr/>
        </p:nvSpPr>
        <p:spPr>
          <a:xfrm>
            <a:off x="6992955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3" name="F2_precision_recall_distributions_8027">
            <a:extLst>
              <a:ext uri="{FF2B5EF4-FFF2-40B4-BE49-F238E27FC236}">
                <a16:creationId xmlns:a16="http://schemas.microsoft.com/office/drawing/2014/main" id="{C6A4913A-02B4-4885-A390-A1F2F1501AC4}"/>
              </a:ext>
            </a:extLst>
          </p:cNvPr>
          <p:cNvSpPr>
            <a:spLocks noGrp="1"/>
          </p:cNvSpPr>
          <p:nvPr/>
        </p:nvSpPr>
        <p:spPr>
          <a:xfrm>
            <a:off x="7259014" y="73237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4" name="F2_precision_recall_distributions_8028">
            <a:extLst>
              <a:ext uri="{FF2B5EF4-FFF2-40B4-BE49-F238E27FC236}">
                <a16:creationId xmlns:a16="http://schemas.microsoft.com/office/drawing/2014/main" id="{0769E544-D5FF-41BF-B7D2-A0950C6C4F40}"/>
              </a:ext>
            </a:extLst>
          </p:cNvPr>
          <p:cNvSpPr>
            <a:spLocks noGrp="1"/>
          </p:cNvSpPr>
          <p:nvPr/>
        </p:nvSpPr>
        <p:spPr>
          <a:xfrm>
            <a:off x="706801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5" name="F2_precision_recall_distributions_8029">
            <a:extLst>
              <a:ext uri="{FF2B5EF4-FFF2-40B4-BE49-F238E27FC236}">
                <a16:creationId xmlns:a16="http://schemas.microsoft.com/office/drawing/2014/main" id="{744392A9-7DC4-48D7-8FB3-0B59F8819E42}"/>
              </a:ext>
            </a:extLst>
          </p:cNvPr>
          <p:cNvSpPr>
            <a:spLocks noGrp="1"/>
          </p:cNvSpPr>
          <p:nvPr/>
        </p:nvSpPr>
        <p:spPr>
          <a:xfrm>
            <a:off x="727801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6" name="F2_precision_recall_distributions_8030">
            <a:extLst>
              <a:ext uri="{FF2B5EF4-FFF2-40B4-BE49-F238E27FC236}">
                <a16:creationId xmlns:a16="http://schemas.microsoft.com/office/drawing/2014/main" id="{7E14FFB6-584A-4DDC-AB4F-FB9AF93EE383}"/>
              </a:ext>
            </a:extLst>
          </p:cNvPr>
          <p:cNvSpPr>
            <a:spLocks noGrp="1"/>
          </p:cNvSpPr>
          <p:nvPr/>
        </p:nvSpPr>
        <p:spPr>
          <a:xfrm>
            <a:off x="726423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7" name="F2_precision_recall_distributions_8031">
            <a:extLst>
              <a:ext uri="{FF2B5EF4-FFF2-40B4-BE49-F238E27FC236}">
                <a16:creationId xmlns:a16="http://schemas.microsoft.com/office/drawing/2014/main" id="{A5151477-D9FA-4D53-81F1-6B5150963D00}"/>
              </a:ext>
            </a:extLst>
          </p:cNvPr>
          <p:cNvSpPr>
            <a:spLocks noGrp="1"/>
          </p:cNvSpPr>
          <p:nvPr/>
        </p:nvSpPr>
        <p:spPr>
          <a:xfrm>
            <a:off x="7234319" y="77585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8" name="F2_precision_recall_distributions_8032">
            <a:extLst>
              <a:ext uri="{FF2B5EF4-FFF2-40B4-BE49-F238E27FC236}">
                <a16:creationId xmlns:a16="http://schemas.microsoft.com/office/drawing/2014/main" id="{50C43603-6C0B-45BE-AD1F-ACD5F290BFA9}"/>
              </a:ext>
            </a:extLst>
          </p:cNvPr>
          <p:cNvSpPr>
            <a:spLocks noGrp="1"/>
          </p:cNvSpPr>
          <p:nvPr/>
        </p:nvSpPr>
        <p:spPr>
          <a:xfrm>
            <a:off x="710675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9" name="F2_precision_recall_distributions_8033">
            <a:extLst>
              <a:ext uri="{FF2B5EF4-FFF2-40B4-BE49-F238E27FC236}">
                <a16:creationId xmlns:a16="http://schemas.microsoft.com/office/drawing/2014/main" id="{ED18F834-68BD-494E-A87A-D00794927D4E}"/>
              </a:ext>
            </a:extLst>
          </p:cNvPr>
          <p:cNvSpPr>
            <a:spLocks noGrp="1"/>
          </p:cNvSpPr>
          <p:nvPr/>
        </p:nvSpPr>
        <p:spPr>
          <a:xfrm>
            <a:off x="7069272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0" name="F2_precision_recall_distributions_8034">
            <a:extLst>
              <a:ext uri="{FF2B5EF4-FFF2-40B4-BE49-F238E27FC236}">
                <a16:creationId xmlns:a16="http://schemas.microsoft.com/office/drawing/2014/main" id="{15F7DEB8-871C-4E57-9176-C0CB486131A3}"/>
              </a:ext>
            </a:extLst>
          </p:cNvPr>
          <p:cNvSpPr>
            <a:spLocks noGrp="1"/>
          </p:cNvSpPr>
          <p:nvPr/>
        </p:nvSpPr>
        <p:spPr>
          <a:xfrm>
            <a:off x="717542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1" name="F2_precision_recall_distributions_8035">
            <a:extLst>
              <a:ext uri="{FF2B5EF4-FFF2-40B4-BE49-F238E27FC236}">
                <a16:creationId xmlns:a16="http://schemas.microsoft.com/office/drawing/2014/main" id="{0E071797-3E3B-4DC6-9D21-A7CD302B7DCF}"/>
              </a:ext>
            </a:extLst>
          </p:cNvPr>
          <p:cNvSpPr>
            <a:spLocks noGrp="1"/>
          </p:cNvSpPr>
          <p:nvPr/>
        </p:nvSpPr>
        <p:spPr>
          <a:xfrm>
            <a:off x="715150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2" name="F2_precision_recall_distributions_8036">
            <a:extLst>
              <a:ext uri="{FF2B5EF4-FFF2-40B4-BE49-F238E27FC236}">
                <a16:creationId xmlns:a16="http://schemas.microsoft.com/office/drawing/2014/main" id="{146B67E0-B8A6-482F-AA08-4116F07F48B3}"/>
              </a:ext>
            </a:extLst>
          </p:cNvPr>
          <p:cNvSpPr>
            <a:spLocks noGrp="1"/>
          </p:cNvSpPr>
          <p:nvPr/>
        </p:nvSpPr>
        <p:spPr>
          <a:xfrm>
            <a:off x="7305882" y="72846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3" name="F2_precision_recall_distributions_8037">
            <a:extLst>
              <a:ext uri="{FF2B5EF4-FFF2-40B4-BE49-F238E27FC236}">
                <a16:creationId xmlns:a16="http://schemas.microsoft.com/office/drawing/2014/main" id="{AE336F7F-9559-42E7-B386-C5D8C5A19C6E}"/>
              </a:ext>
            </a:extLst>
          </p:cNvPr>
          <p:cNvSpPr>
            <a:spLocks noGrp="1"/>
          </p:cNvSpPr>
          <p:nvPr/>
        </p:nvSpPr>
        <p:spPr>
          <a:xfrm>
            <a:off x="697415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4" name="F2_precision_recall_distributions_8038">
            <a:extLst>
              <a:ext uri="{FF2B5EF4-FFF2-40B4-BE49-F238E27FC236}">
                <a16:creationId xmlns:a16="http://schemas.microsoft.com/office/drawing/2014/main" id="{53F4CEA7-E412-4B8D-8AF6-24B8B7EF4787}"/>
              </a:ext>
            </a:extLst>
          </p:cNvPr>
          <p:cNvSpPr>
            <a:spLocks noGrp="1"/>
          </p:cNvSpPr>
          <p:nvPr/>
        </p:nvSpPr>
        <p:spPr>
          <a:xfrm>
            <a:off x="7314785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5" name="F2_precision_recall_distributions_8039">
            <a:extLst>
              <a:ext uri="{FF2B5EF4-FFF2-40B4-BE49-F238E27FC236}">
                <a16:creationId xmlns:a16="http://schemas.microsoft.com/office/drawing/2014/main" id="{98687630-F434-4A01-A5C4-CD51926243D0}"/>
              </a:ext>
            </a:extLst>
          </p:cNvPr>
          <p:cNvSpPr>
            <a:spLocks noGrp="1"/>
          </p:cNvSpPr>
          <p:nvPr/>
        </p:nvSpPr>
        <p:spPr>
          <a:xfrm>
            <a:off x="7004366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6" name="F2_precision_recall_distributions_8040">
            <a:extLst>
              <a:ext uri="{FF2B5EF4-FFF2-40B4-BE49-F238E27FC236}">
                <a16:creationId xmlns:a16="http://schemas.microsoft.com/office/drawing/2014/main" id="{905A1840-E017-4EE9-9C4D-D6A6CD198F64}"/>
              </a:ext>
            </a:extLst>
          </p:cNvPr>
          <p:cNvSpPr>
            <a:spLocks noGrp="1"/>
          </p:cNvSpPr>
          <p:nvPr/>
        </p:nvSpPr>
        <p:spPr>
          <a:xfrm>
            <a:off x="728030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7" name="F2_precision_recall_distributions_8041">
            <a:extLst>
              <a:ext uri="{FF2B5EF4-FFF2-40B4-BE49-F238E27FC236}">
                <a16:creationId xmlns:a16="http://schemas.microsoft.com/office/drawing/2014/main" id="{4FF59296-2FB5-4BB1-915D-B7A0B55702F8}"/>
              </a:ext>
            </a:extLst>
          </p:cNvPr>
          <p:cNvSpPr>
            <a:spLocks noGrp="1"/>
          </p:cNvSpPr>
          <p:nvPr/>
        </p:nvSpPr>
        <p:spPr>
          <a:xfrm>
            <a:off x="717525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8" name="F2_precision_recall_distributions_8042">
            <a:extLst>
              <a:ext uri="{FF2B5EF4-FFF2-40B4-BE49-F238E27FC236}">
                <a16:creationId xmlns:a16="http://schemas.microsoft.com/office/drawing/2014/main" id="{E5420833-D372-4588-A328-1DA5E42E5D4A}"/>
              </a:ext>
            </a:extLst>
          </p:cNvPr>
          <p:cNvSpPr>
            <a:spLocks noGrp="1"/>
          </p:cNvSpPr>
          <p:nvPr/>
        </p:nvSpPr>
        <p:spPr>
          <a:xfrm>
            <a:off x="7214587" y="74968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9" name="F2_precision_recall_distributions_8043">
            <a:extLst>
              <a:ext uri="{FF2B5EF4-FFF2-40B4-BE49-F238E27FC236}">
                <a16:creationId xmlns:a16="http://schemas.microsoft.com/office/drawing/2014/main" id="{52DCF8EE-7E95-4418-8058-5314DC4BB20B}"/>
              </a:ext>
            </a:extLst>
          </p:cNvPr>
          <p:cNvSpPr>
            <a:spLocks noGrp="1"/>
          </p:cNvSpPr>
          <p:nvPr/>
        </p:nvSpPr>
        <p:spPr>
          <a:xfrm>
            <a:off x="7207919" y="77207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0" name="F2_precision_recall_distributions_8044">
            <a:extLst>
              <a:ext uri="{FF2B5EF4-FFF2-40B4-BE49-F238E27FC236}">
                <a16:creationId xmlns:a16="http://schemas.microsoft.com/office/drawing/2014/main" id="{B2D3939C-C3B2-4977-A13C-B13CF2E6327D}"/>
              </a:ext>
            </a:extLst>
          </p:cNvPr>
          <p:cNvSpPr>
            <a:spLocks noGrp="1"/>
          </p:cNvSpPr>
          <p:nvPr/>
        </p:nvSpPr>
        <p:spPr>
          <a:xfrm>
            <a:off x="701422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1" name="F2_precision_recall_distributions_8045">
            <a:extLst>
              <a:ext uri="{FF2B5EF4-FFF2-40B4-BE49-F238E27FC236}">
                <a16:creationId xmlns:a16="http://schemas.microsoft.com/office/drawing/2014/main" id="{B3D3AD65-71D5-44A2-ABBC-59823EBEB231}"/>
              </a:ext>
            </a:extLst>
          </p:cNvPr>
          <p:cNvSpPr>
            <a:spLocks noGrp="1"/>
          </p:cNvSpPr>
          <p:nvPr/>
        </p:nvSpPr>
        <p:spPr>
          <a:xfrm>
            <a:off x="7228278" y="76453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2" name="F2_precision_recall_distributions_8046">
            <a:extLst>
              <a:ext uri="{FF2B5EF4-FFF2-40B4-BE49-F238E27FC236}">
                <a16:creationId xmlns:a16="http://schemas.microsoft.com/office/drawing/2014/main" id="{5C8FEE86-ED95-4C84-8B9F-E075CE5841D5}"/>
              </a:ext>
            </a:extLst>
          </p:cNvPr>
          <p:cNvSpPr>
            <a:spLocks noGrp="1"/>
          </p:cNvSpPr>
          <p:nvPr/>
        </p:nvSpPr>
        <p:spPr>
          <a:xfrm>
            <a:off x="7093156" y="72846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3" name="F2_precision_recall_distributions_8047">
            <a:extLst>
              <a:ext uri="{FF2B5EF4-FFF2-40B4-BE49-F238E27FC236}">
                <a16:creationId xmlns:a16="http://schemas.microsoft.com/office/drawing/2014/main" id="{8ABDDA87-FECE-46DE-B504-DB5900F8CF8C}"/>
              </a:ext>
            </a:extLst>
          </p:cNvPr>
          <p:cNvSpPr>
            <a:spLocks noGrp="1"/>
          </p:cNvSpPr>
          <p:nvPr/>
        </p:nvSpPr>
        <p:spPr>
          <a:xfrm>
            <a:off x="7064751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4" name="F2_precision_recall_distributions_8048">
            <a:extLst>
              <a:ext uri="{FF2B5EF4-FFF2-40B4-BE49-F238E27FC236}">
                <a16:creationId xmlns:a16="http://schemas.microsoft.com/office/drawing/2014/main" id="{444983EB-E51F-4CC8-A614-55A79AD34CB3}"/>
              </a:ext>
            </a:extLst>
          </p:cNvPr>
          <p:cNvSpPr>
            <a:spLocks noGrp="1"/>
          </p:cNvSpPr>
          <p:nvPr/>
        </p:nvSpPr>
        <p:spPr>
          <a:xfrm>
            <a:off x="704788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5" name="F2_precision_recall_distributions_8049">
            <a:extLst>
              <a:ext uri="{FF2B5EF4-FFF2-40B4-BE49-F238E27FC236}">
                <a16:creationId xmlns:a16="http://schemas.microsoft.com/office/drawing/2014/main" id="{416EC1F7-C669-4F6A-BB0C-B325BC266DE8}"/>
              </a:ext>
            </a:extLst>
          </p:cNvPr>
          <p:cNvSpPr>
            <a:spLocks noGrp="1"/>
          </p:cNvSpPr>
          <p:nvPr/>
        </p:nvSpPr>
        <p:spPr>
          <a:xfrm>
            <a:off x="728179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6" name="F2_precision_recall_distributions_8050">
            <a:extLst>
              <a:ext uri="{FF2B5EF4-FFF2-40B4-BE49-F238E27FC236}">
                <a16:creationId xmlns:a16="http://schemas.microsoft.com/office/drawing/2014/main" id="{3F23FC60-F9D1-4A80-8CD9-1CE935A06BBB}"/>
              </a:ext>
            </a:extLst>
          </p:cNvPr>
          <p:cNvSpPr>
            <a:spLocks noGrp="1"/>
          </p:cNvSpPr>
          <p:nvPr/>
        </p:nvSpPr>
        <p:spPr>
          <a:xfrm>
            <a:off x="7296118" y="76192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7" name="F2_precision_recall_distributions_8051">
            <a:extLst>
              <a:ext uri="{FF2B5EF4-FFF2-40B4-BE49-F238E27FC236}">
                <a16:creationId xmlns:a16="http://schemas.microsoft.com/office/drawing/2014/main" id="{03855770-8E19-4197-BCC3-4664F79FBE52}"/>
              </a:ext>
            </a:extLst>
          </p:cNvPr>
          <p:cNvSpPr>
            <a:spLocks noGrp="1"/>
          </p:cNvSpPr>
          <p:nvPr/>
        </p:nvSpPr>
        <p:spPr>
          <a:xfrm>
            <a:off x="7002181" y="76938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8" name="F2_precision_recall_distributions_8052">
            <a:extLst>
              <a:ext uri="{FF2B5EF4-FFF2-40B4-BE49-F238E27FC236}">
                <a16:creationId xmlns:a16="http://schemas.microsoft.com/office/drawing/2014/main" id="{DCDDDB7F-F14A-4C83-8DA7-12CB541B05C4}"/>
              </a:ext>
            </a:extLst>
          </p:cNvPr>
          <p:cNvSpPr>
            <a:spLocks noGrp="1"/>
          </p:cNvSpPr>
          <p:nvPr/>
        </p:nvSpPr>
        <p:spPr>
          <a:xfrm>
            <a:off x="701136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9" name="F2_precision_recall_distributions_8053">
            <a:extLst>
              <a:ext uri="{FF2B5EF4-FFF2-40B4-BE49-F238E27FC236}">
                <a16:creationId xmlns:a16="http://schemas.microsoft.com/office/drawing/2014/main" id="{72EB3D75-67D1-4F59-8919-CFB5BBD09A72}"/>
              </a:ext>
            </a:extLst>
          </p:cNvPr>
          <p:cNvSpPr>
            <a:spLocks noGrp="1"/>
          </p:cNvSpPr>
          <p:nvPr/>
        </p:nvSpPr>
        <p:spPr>
          <a:xfrm>
            <a:off x="728208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0" name="F2_precision_recall_distributions_8054">
            <a:extLst>
              <a:ext uri="{FF2B5EF4-FFF2-40B4-BE49-F238E27FC236}">
                <a16:creationId xmlns:a16="http://schemas.microsoft.com/office/drawing/2014/main" id="{D28A372F-E416-4DEF-836F-1D79B631AEBD}"/>
              </a:ext>
            </a:extLst>
          </p:cNvPr>
          <p:cNvSpPr>
            <a:spLocks noGrp="1"/>
          </p:cNvSpPr>
          <p:nvPr/>
        </p:nvSpPr>
        <p:spPr>
          <a:xfrm>
            <a:off x="7235912" y="77824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1" name="F2_precision_recall_distributions_8055">
            <a:extLst>
              <a:ext uri="{FF2B5EF4-FFF2-40B4-BE49-F238E27FC236}">
                <a16:creationId xmlns:a16="http://schemas.microsoft.com/office/drawing/2014/main" id="{9DE81D1C-6F37-4FE0-A0AE-664DB0103D40}"/>
              </a:ext>
            </a:extLst>
          </p:cNvPr>
          <p:cNvSpPr>
            <a:spLocks noGrp="1"/>
          </p:cNvSpPr>
          <p:nvPr/>
        </p:nvSpPr>
        <p:spPr>
          <a:xfrm>
            <a:off x="717820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2" name="F2_precision_recall_distributions_8056">
            <a:extLst>
              <a:ext uri="{FF2B5EF4-FFF2-40B4-BE49-F238E27FC236}">
                <a16:creationId xmlns:a16="http://schemas.microsoft.com/office/drawing/2014/main" id="{4728ED04-BC28-4B3D-A3FD-9BAEC6DE0C95}"/>
              </a:ext>
            </a:extLst>
          </p:cNvPr>
          <p:cNvSpPr>
            <a:spLocks noGrp="1"/>
          </p:cNvSpPr>
          <p:nvPr/>
        </p:nvSpPr>
        <p:spPr>
          <a:xfrm>
            <a:off x="724829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3" name="F2_precision_recall_distributions_8057">
            <a:extLst>
              <a:ext uri="{FF2B5EF4-FFF2-40B4-BE49-F238E27FC236}">
                <a16:creationId xmlns:a16="http://schemas.microsoft.com/office/drawing/2014/main" id="{19A8D04B-C5F7-4091-93CB-80F15288562E}"/>
              </a:ext>
            </a:extLst>
          </p:cNvPr>
          <p:cNvSpPr>
            <a:spLocks noGrp="1"/>
          </p:cNvSpPr>
          <p:nvPr/>
        </p:nvSpPr>
        <p:spPr>
          <a:xfrm>
            <a:off x="699827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4" name="F2_precision_recall_distributions_8058">
            <a:extLst>
              <a:ext uri="{FF2B5EF4-FFF2-40B4-BE49-F238E27FC236}">
                <a16:creationId xmlns:a16="http://schemas.microsoft.com/office/drawing/2014/main" id="{E02DDFDB-AA7C-43FA-BA09-4D3CBE99D71D}"/>
              </a:ext>
            </a:extLst>
          </p:cNvPr>
          <p:cNvSpPr>
            <a:spLocks noGrp="1"/>
          </p:cNvSpPr>
          <p:nvPr/>
        </p:nvSpPr>
        <p:spPr>
          <a:xfrm>
            <a:off x="715568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5" name="F2_precision_recall_distributions_8059">
            <a:extLst>
              <a:ext uri="{FF2B5EF4-FFF2-40B4-BE49-F238E27FC236}">
                <a16:creationId xmlns:a16="http://schemas.microsoft.com/office/drawing/2014/main" id="{B61D866E-61DB-4509-B327-AA859AC55EBC}"/>
              </a:ext>
            </a:extLst>
          </p:cNvPr>
          <p:cNvSpPr>
            <a:spLocks noGrp="1"/>
          </p:cNvSpPr>
          <p:nvPr/>
        </p:nvSpPr>
        <p:spPr>
          <a:xfrm>
            <a:off x="715947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6" name="F2_precision_recall_distributions_8060">
            <a:extLst>
              <a:ext uri="{FF2B5EF4-FFF2-40B4-BE49-F238E27FC236}">
                <a16:creationId xmlns:a16="http://schemas.microsoft.com/office/drawing/2014/main" id="{87C52FC5-5CEC-49A9-BEA5-ABEE26FBD03D}"/>
              </a:ext>
            </a:extLst>
          </p:cNvPr>
          <p:cNvSpPr>
            <a:spLocks noGrp="1"/>
          </p:cNvSpPr>
          <p:nvPr/>
        </p:nvSpPr>
        <p:spPr>
          <a:xfrm>
            <a:off x="718110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7" name="F2_precision_recall_distributions_8061">
            <a:extLst>
              <a:ext uri="{FF2B5EF4-FFF2-40B4-BE49-F238E27FC236}">
                <a16:creationId xmlns:a16="http://schemas.microsoft.com/office/drawing/2014/main" id="{63A2E1AB-F67C-4784-8654-3662FD575DD6}"/>
              </a:ext>
            </a:extLst>
          </p:cNvPr>
          <p:cNvSpPr>
            <a:spLocks noGrp="1"/>
          </p:cNvSpPr>
          <p:nvPr/>
        </p:nvSpPr>
        <p:spPr>
          <a:xfrm>
            <a:off x="698191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8" name="F2_precision_recall_distributions_8062">
            <a:extLst>
              <a:ext uri="{FF2B5EF4-FFF2-40B4-BE49-F238E27FC236}">
                <a16:creationId xmlns:a16="http://schemas.microsoft.com/office/drawing/2014/main" id="{1D61B8F1-1587-448B-AEA9-3C24F7E79125}"/>
              </a:ext>
            </a:extLst>
          </p:cNvPr>
          <p:cNvSpPr>
            <a:spLocks noGrp="1"/>
          </p:cNvSpPr>
          <p:nvPr/>
        </p:nvSpPr>
        <p:spPr>
          <a:xfrm>
            <a:off x="7201381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9" name="F2_precision_recall_distributions_8063">
            <a:extLst>
              <a:ext uri="{FF2B5EF4-FFF2-40B4-BE49-F238E27FC236}">
                <a16:creationId xmlns:a16="http://schemas.microsoft.com/office/drawing/2014/main" id="{DD7E4DB7-F81E-4297-A832-90E5185AA659}"/>
              </a:ext>
            </a:extLst>
          </p:cNvPr>
          <p:cNvSpPr>
            <a:spLocks noGrp="1"/>
          </p:cNvSpPr>
          <p:nvPr/>
        </p:nvSpPr>
        <p:spPr>
          <a:xfrm>
            <a:off x="729075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0" name="F2_precision_recall_distributions_8064">
            <a:extLst>
              <a:ext uri="{FF2B5EF4-FFF2-40B4-BE49-F238E27FC236}">
                <a16:creationId xmlns:a16="http://schemas.microsoft.com/office/drawing/2014/main" id="{0EF8A8A4-207F-4E36-81B0-F0E836BC407F}"/>
              </a:ext>
            </a:extLst>
          </p:cNvPr>
          <p:cNvSpPr>
            <a:spLocks noGrp="1"/>
          </p:cNvSpPr>
          <p:nvPr/>
        </p:nvSpPr>
        <p:spPr>
          <a:xfrm>
            <a:off x="731887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1" name="F2_precision_recall_distributions_8065">
            <a:extLst>
              <a:ext uri="{FF2B5EF4-FFF2-40B4-BE49-F238E27FC236}">
                <a16:creationId xmlns:a16="http://schemas.microsoft.com/office/drawing/2014/main" id="{35EFF32B-B261-4802-9188-FC4AFC843D18}"/>
              </a:ext>
            </a:extLst>
          </p:cNvPr>
          <p:cNvSpPr>
            <a:spLocks noGrp="1"/>
          </p:cNvSpPr>
          <p:nvPr/>
        </p:nvSpPr>
        <p:spPr>
          <a:xfrm>
            <a:off x="723090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2" name="F2_precision_recall_distributions_8066">
            <a:extLst>
              <a:ext uri="{FF2B5EF4-FFF2-40B4-BE49-F238E27FC236}">
                <a16:creationId xmlns:a16="http://schemas.microsoft.com/office/drawing/2014/main" id="{4D0071A1-2198-4F81-9313-F4610C2B4C91}"/>
              </a:ext>
            </a:extLst>
          </p:cNvPr>
          <p:cNvSpPr>
            <a:spLocks noGrp="1"/>
          </p:cNvSpPr>
          <p:nvPr/>
        </p:nvSpPr>
        <p:spPr>
          <a:xfrm>
            <a:off x="701472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3" name="F2_precision_recall_distributions_8067">
            <a:extLst>
              <a:ext uri="{FF2B5EF4-FFF2-40B4-BE49-F238E27FC236}">
                <a16:creationId xmlns:a16="http://schemas.microsoft.com/office/drawing/2014/main" id="{9EF7CD86-8912-4397-8C54-3ECC44453DF5}"/>
              </a:ext>
            </a:extLst>
          </p:cNvPr>
          <p:cNvSpPr>
            <a:spLocks noGrp="1"/>
          </p:cNvSpPr>
          <p:nvPr/>
        </p:nvSpPr>
        <p:spPr>
          <a:xfrm>
            <a:off x="717415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4" name="F2_precision_recall_distributions_8068">
            <a:extLst>
              <a:ext uri="{FF2B5EF4-FFF2-40B4-BE49-F238E27FC236}">
                <a16:creationId xmlns:a16="http://schemas.microsoft.com/office/drawing/2014/main" id="{0391CC9D-EB3D-4334-B936-385FB2973720}"/>
              </a:ext>
            </a:extLst>
          </p:cNvPr>
          <p:cNvSpPr>
            <a:spLocks noGrp="1"/>
          </p:cNvSpPr>
          <p:nvPr/>
        </p:nvSpPr>
        <p:spPr>
          <a:xfrm>
            <a:off x="715833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5" name="F2_precision_recall_distributions_8069">
            <a:extLst>
              <a:ext uri="{FF2B5EF4-FFF2-40B4-BE49-F238E27FC236}">
                <a16:creationId xmlns:a16="http://schemas.microsoft.com/office/drawing/2014/main" id="{0C3E1781-8B6E-4DB7-A5E3-FBC7D9868435}"/>
              </a:ext>
            </a:extLst>
          </p:cNvPr>
          <p:cNvSpPr>
            <a:spLocks noGrp="1"/>
          </p:cNvSpPr>
          <p:nvPr/>
        </p:nvSpPr>
        <p:spPr>
          <a:xfrm>
            <a:off x="727978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6" name="F2_precision_recall_distributions_8070">
            <a:extLst>
              <a:ext uri="{FF2B5EF4-FFF2-40B4-BE49-F238E27FC236}">
                <a16:creationId xmlns:a16="http://schemas.microsoft.com/office/drawing/2014/main" id="{5E20466E-B4F3-421D-BD2B-2A7C8D92E619}"/>
              </a:ext>
            </a:extLst>
          </p:cNvPr>
          <p:cNvSpPr>
            <a:spLocks noGrp="1"/>
          </p:cNvSpPr>
          <p:nvPr/>
        </p:nvSpPr>
        <p:spPr>
          <a:xfrm>
            <a:off x="731949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7" name="F2_precision_recall_distributions_8071">
            <a:extLst>
              <a:ext uri="{FF2B5EF4-FFF2-40B4-BE49-F238E27FC236}">
                <a16:creationId xmlns:a16="http://schemas.microsoft.com/office/drawing/2014/main" id="{733D7AFE-4B14-4897-82A8-FEC855A2278F}"/>
              </a:ext>
            </a:extLst>
          </p:cNvPr>
          <p:cNvSpPr>
            <a:spLocks noGrp="1"/>
          </p:cNvSpPr>
          <p:nvPr/>
        </p:nvSpPr>
        <p:spPr>
          <a:xfrm>
            <a:off x="6987255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8" name="F2_precision_recall_distributions_8072">
            <a:extLst>
              <a:ext uri="{FF2B5EF4-FFF2-40B4-BE49-F238E27FC236}">
                <a16:creationId xmlns:a16="http://schemas.microsoft.com/office/drawing/2014/main" id="{E543BF1D-9F75-4570-BE59-E4207E55C54A}"/>
              </a:ext>
            </a:extLst>
          </p:cNvPr>
          <p:cNvSpPr>
            <a:spLocks noGrp="1"/>
          </p:cNvSpPr>
          <p:nvPr/>
        </p:nvSpPr>
        <p:spPr>
          <a:xfrm>
            <a:off x="7181562" y="71785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9" name="F2_precision_recall_distributions_8073">
            <a:extLst>
              <a:ext uri="{FF2B5EF4-FFF2-40B4-BE49-F238E27FC236}">
                <a16:creationId xmlns:a16="http://schemas.microsoft.com/office/drawing/2014/main" id="{E8F45DE1-6465-453E-9D3A-01167C093834}"/>
              </a:ext>
            </a:extLst>
          </p:cNvPr>
          <p:cNvSpPr>
            <a:spLocks noGrp="1"/>
          </p:cNvSpPr>
          <p:nvPr/>
        </p:nvSpPr>
        <p:spPr>
          <a:xfrm>
            <a:off x="700046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0" name="F2_precision_recall_distributions_8074">
            <a:extLst>
              <a:ext uri="{FF2B5EF4-FFF2-40B4-BE49-F238E27FC236}">
                <a16:creationId xmlns:a16="http://schemas.microsoft.com/office/drawing/2014/main" id="{5565B63B-B6D5-480C-9D72-7F8A653150FC}"/>
              </a:ext>
            </a:extLst>
          </p:cNvPr>
          <p:cNvSpPr>
            <a:spLocks noGrp="1"/>
          </p:cNvSpPr>
          <p:nvPr/>
        </p:nvSpPr>
        <p:spPr>
          <a:xfrm>
            <a:off x="698706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1" name="F2_precision_recall_distributions_8075">
            <a:extLst>
              <a:ext uri="{FF2B5EF4-FFF2-40B4-BE49-F238E27FC236}">
                <a16:creationId xmlns:a16="http://schemas.microsoft.com/office/drawing/2014/main" id="{6582E8C4-1096-4369-BE8B-065073479C99}"/>
              </a:ext>
            </a:extLst>
          </p:cNvPr>
          <p:cNvSpPr>
            <a:spLocks noGrp="1"/>
          </p:cNvSpPr>
          <p:nvPr/>
        </p:nvSpPr>
        <p:spPr>
          <a:xfrm>
            <a:off x="7221663" y="72315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2" name="F2_precision_recall_distributions_8076">
            <a:extLst>
              <a:ext uri="{FF2B5EF4-FFF2-40B4-BE49-F238E27FC236}">
                <a16:creationId xmlns:a16="http://schemas.microsoft.com/office/drawing/2014/main" id="{79C001DC-C129-4927-8A15-59A739E1646A}"/>
              </a:ext>
            </a:extLst>
          </p:cNvPr>
          <p:cNvSpPr>
            <a:spLocks noGrp="1"/>
          </p:cNvSpPr>
          <p:nvPr/>
        </p:nvSpPr>
        <p:spPr>
          <a:xfrm>
            <a:off x="7068824" y="76234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3" name="F2_precision_recall_distributions_8077">
            <a:extLst>
              <a:ext uri="{FF2B5EF4-FFF2-40B4-BE49-F238E27FC236}">
                <a16:creationId xmlns:a16="http://schemas.microsoft.com/office/drawing/2014/main" id="{9A81918F-F753-4EFC-A766-5CD8003077DD}"/>
              </a:ext>
            </a:extLst>
          </p:cNvPr>
          <p:cNvSpPr>
            <a:spLocks noGrp="1"/>
          </p:cNvSpPr>
          <p:nvPr/>
        </p:nvSpPr>
        <p:spPr>
          <a:xfrm>
            <a:off x="7139949" y="74109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4" name="F2_precision_recall_distributions_8078">
            <a:extLst>
              <a:ext uri="{FF2B5EF4-FFF2-40B4-BE49-F238E27FC236}">
                <a16:creationId xmlns:a16="http://schemas.microsoft.com/office/drawing/2014/main" id="{9475A41D-6865-481E-B80A-9F28A1E9C85E}"/>
              </a:ext>
            </a:extLst>
          </p:cNvPr>
          <p:cNvSpPr>
            <a:spLocks noGrp="1"/>
          </p:cNvSpPr>
          <p:nvPr/>
        </p:nvSpPr>
        <p:spPr>
          <a:xfrm>
            <a:off x="7004214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5" name="F2_precision_recall_distributions_8079">
            <a:extLst>
              <a:ext uri="{FF2B5EF4-FFF2-40B4-BE49-F238E27FC236}">
                <a16:creationId xmlns:a16="http://schemas.microsoft.com/office/drawing/2014/main" id="{BFBC82B9-795C-4A82-9447-FB61E06CDCD5}"/>
              </a:ext>
            </a:extLst>
          </p:cNvPr>
          <p:cNvSpPr>
            <a:spLocks noGrp="1"/>
          </p:cNvSpPr>
          <p:nvPr/>
        </p:nvSpPr>
        <p:spPr>
          <a:xfrm>
            <a:off x="717820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6" name="F2_precision_recall_distributions_8080">
            <a:extLst>
              <a:ext uri="{FF2B5EF4-FFF2-40B4-BE49-F238E27FC236}">
                <a16:creationId xmlns:a16="http://schemas.microsoft.com/office/drawing/2014/main" id="{B22D51F3-7808-4E0D-828F-83A6E0DC3FE2}"/>
              </a:ext>
            </a:extLst>
          </p:cNvPr>
          <p:cNvSpPr>
            <a:spLocks noGrp="1"/>
          </p:cNvSpPr>
          <p:nvPr/>
        </p:nvSpPr>
        <p:spPr>
          <a:xfrm>
            <a:off x="709152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7" name="F2_precision_recall_distributions_8081">
            <a:extLst>
              <a:ext uri="{FF2B5EF4-FFF2-40B4-BE49-F238E27FC236}">
                <a16:creationId xmlns:a16="http://schemas.microsoft.com/office/drawing/2014/main" id="{EDB43128-4FBD-4D1B-82C6-CC681D57B3E1}"/>
              </a:ext>
            </a:extLst>
          </p:cNvPr>
          <p:cNvSpPr>
            <a:spLocks noGrp="1"/>
          </p:cNvSpPr>
          <p:nvPr/>
        </p:nvSpPr>
        <p:spPr>
          <a:xfrm>
            <a:off x="7169607" y="77945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8" name="F2_precision_recall_distributions_8082">
            <a:extLst>
              <a:ext uri="{FF2B5EF4-FFF2-40B4-BE49-F238E27FC236}">
                <a16:creationId xmlns:a16="http://schemas.microsoft.com/office/drawing/2014/main" id="{9860126B-ABED-4183-8DA4-FF27481B50FE}"/>
              </a:ext>
            </a:extLst>
          </p:cNvPr>
          <p:cNvSpPr>
            <a:spLocks noGrp="1"/>
          </p:cNvSpPr>
          <p:nvPr/>
        </p:nvSpPr>
        <p:spPr>
          <a:xfrm>
            <a:off x="7309333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9" name="F2_precision_recall_distributions_8083">
            <a:extLst>
              <a:ext uri="{FF2B5EF4-FFF2-40B4-BE49-F238E27FC236}">
                <a16:creationId xmlns:a16="http://schemas.microsoft.com/office/drawing/2014/main" id="{BF6A193C-83B0-49E6-9A61-61B12C97C1E8}"/>
              </a:ext>
            </a:extLst>
          </p:cNvPr>
          <p:cNvSpPr>
            <a:spLocks noGrp="1"/>
          </p:cNvSpPr>
          <p:nvPr/>
        </p:nvSpPr>
        <p:spPr>
          <a:xfrm>
            <a:off x="7171911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0" name="F2_precision_recall_distributions_8084">
            <a:extLst>
              <a:ext uri="{FF2B5EF4-FFF2-40B4-BE49-F238E27FC236}">
                <a16:creationId xmlns:a16="http://schemas.microsoft.com/office/drawing/2014/main" id="{2701AC6D-F2C9-4AD5-B57F-260B1993DD25}"/>
              </a:ext>
            </a:extLst>
          </p:cNvPr>
          <p:cNvSpPr>
            <a:spLocks noGrp="1"/>
          </p:cNvSpPr>
          <p:nvPr/>
        </p:nvSpPr>
        <p:spPr>
          <a:xfrm>
            <a:off x="721534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1" name="F2_precision_recall_distributions_8085">
            <a:extLst>
              <a:ext uri="{FF2B5EF4-FFF2-40B4-BE49-F238E27FC236}">
                <a16:creationId xmlns:a16="http://schemas.microsoft.com/office/drawing/2014/main" id="{5CAEA2FE-2EB7-4EA9-A794-6CC04279FF32}"/>
              </a:ext>
            </a:extLst>
          </p:cNvPr>
          <p:cNvSpPr>
            <a:spLocks noGrp="1"/>
          </p:cNvSpPr>
          <p:nvPr/>
        </p:nvSpPr>
        <p:spPr>
          <a:xfrm>
            <a:off x="721723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2" name="F2_precision_recall_distributions_8086">
            <a:extLst>
              <a:ext uri="{FF2B5EF4-FFF2-40B4-BE49-F238E27FC236}">
                <a16:creationId xmlns:a16="http://schemas.microsoft.com/office/drawing/2014/main" id="{ED996205-3F07-482E-811B-562085895E25}"/>
              </a:ext>
            </a:extLst>
          </p:cNvPr>
          <p:cNvSpPr>
            <a:spLocks noGrp="1"/>
          </p:cNvSpPr>
          <p:nvPr/>
        </p:nvSpPr>
        <p:spPr>
          <a:xfrm>
            <a:off x="701595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3" name="F2_precision_recall_distributions_8087">
            <a:extLst>
              <a:ext uri="{FF2B5EF4-FFF2-40B4-BE49-F238E27FC236}">
                <a16:creationId xmlns:a16="http://schemas.microsoft.com/office/drawing/2014/main" id="{49300919-5D35-47CB-B90E-4C5C0B802F79}"/>
              </a:ext>
            </a:extLst>
          </p:cNvPr>
          <p:cNvSpPr>
            <a:spLocks noGrp="1"/>
          </p:cNvSpPr>
          <p:nvPr/>
        </p:nvSpPr>
        <p:spPr>
          <a:xfrm>
            <a:off x="732846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4" name="F2_precision_recall_distributions_8088">
            <a:extLst>
              <a:ext uri="{FF2B5EF4-FFF2-40B4-BE49-F238E27FC236}">
                <a16:creationId xmlns:a16="http://schemas.microsoft.com/office/drawing/2014/main" id="{BF865700-1081-4D76-98EE-BE209A8E6AE1}"/>
              </a:ext>
            </a:extLst>
          </p:cNvPr>
          <p:cNvSpPr>
            <a:spLocks noGrp="1"/>
          </p:cNvSpPr>
          <p:nvPr/>
        </p:nvSpPr>
        <p:spPr>
          <a:xfrm>
            <a:off x="7293252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5" name="F2_precision_recall_distributions_8089">
            <a:extLst>
              <a:ext uri="{FF2B5EF4-FFF2-40B4-BE49-F238E27FC236}">
                <a16:creationId xmlns:a16="http://schemas.microsoft.com/office/drawing/2014/main" id="{5A7953F6-11FB-4004-8AB0-A86686991C6A}"/>
              </a:ext>
            </a:extLst>
          </p:cNvPr>
          <p:cNvSpPr>
            <a:spLocks noGrp="1"/>
          </p:cNvSpPr>
          <p:nvPr/>
        </p:nvSpPr>
        <p:spPr>
          <a:xfrm>
            <a:off x="6981174" y="73300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6" name="F2_precision_recall_distributions_8090">
            <a:extLst>
              <a:ext uri="{FF2B5EF4-FFF2-40B4-BE49-F238E27FC236}">
                <a16:creationId xmlns:a16="http://schemas.microsoft.com/office/drawing/2014/main" id="{B768B575-79C9-4A6C-BEFA-BF7C658D72AF}"/>
              </a:ext>
            </a:extLst>
          </p:cNvPr>
          <p:cNvSpPr>
            <a:spLocks noGrp="1"/>
          </p:cNvSpPr>
          <p:nvPr/>
        </p:nvSpPr>
        <p:spPr>
          <a:xfrm>
            <a:off x="702688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7" name="F2_precision_recall_distributions_8091">
            <a:extLst>
              <a:ext uri="{FF2B5EF4-FFF2-40B4-BE49-F238E27FC236}">
                <a16:creationId xmlns:a16="http://schemas.microsoft.com/office/drawing/2014/main" id="{9D71ADFD-E9AA-4006-A485-AC3EA0EC834F}"/>
              </a:ext>
            </a:extLst>
          </p:cNvPr>
          <p:cNvSpPr>
            <a:spLocks noGrp="1"/>
          </p:cNvSpPr>
          <p:nvPr/>
        </p:nvSpPr>
        <p:spPr>
          <a:xfrm>
            <a:off x="7182839" y="73300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8" name="F2_precision_recall_distributions_8092">
            <a:extLst>
              <a:ext uri="{FF2B5EF4-FFF2-40B4-BE49-F238E27FC236}">
                <a16:creationId xmlns:a16="http://schemas.microsoft.com/office/drawing/2014/main" id="{F6F7777D-7980-49AE-8748-078EF0857D95}"/>
              </a:ext>
            </a:extLst>
          </p:cNvPr>
          <p:cNvSpPr>
            <a:spLocks noGrp="1"/>
          </p:cNvSpPr>
          <p:nvPr/>
        </p:nvSpPr>
        <p:spPr>
          <a:xfrm>
            <a:off x="7017701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9" name="F2_precision_recall_distributions_8093">
            <a:extLst>
              <a:ext uri="{FF2B5EF4-FFF2-40B4-BE49-F238E27FC236}">
                <a16:creationId xmlns:a16="http://schemas.microsoft.com/office/drawing/2014/main" id="{36A441A6-C11F-4526-A75B-8841FD8060E8}"/>
              </a:ext>
            </a:extLst>
          </p:cNvPr>
          <p:cNvSpPr>
            <a:spLocks noGrp="1"/>
          </p:cNvSpPr>
          <p:nvPr/>
        </p:nvSpPr>
        <p:spPr>
          <a:xfrm>
            <a:off x="7299331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0" name="F2_precision_recall_distributions_8094">
            <a:extLst>
              <a:ext uri="{FF2B5EF4-FFF2-40B4-BE49-F238E27FC236}">
                <a16:creationId xmlns:a16="http://schemas.microsoft.com/office/drawing/2014/main" id="{3EF7C6B0-2254-491E-9B19-F21EA4CA08DF}"/>
              </a:ext>
            </a:extLst>
          </p:cNvPr>
          <p:cNvSpPr>
            <a:spLocks noGrp="1"/>
          </p:cNvSpPr>
          <p:nvPr/>
        </p:nvSpPr>
        <p:spPr>
          <a:xfrm>
            <a:off x="7003786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1" name="F2_precision_recall_distributions_8095">
            <a:extLst>
              <a:ext uri="{FF2B5EF4-FFF2-40B4-BE49-F238E27FC236}">
                <a16:creationId xmlns:a16="http://schemas.microsoft.com/office/drawing/2014/main" id="{D57B4961-12DC-44D1-BD91-7AA9700DE59E}"/>
              </a:ext>
            </a:extLst>
          </p:cNvPr>
          <p:cNvSpPr>
            <a:spLocks noGrp="1"/>
          </p:cNvSpPr>
          <p:nvPr/>
        </p:nvSpPr>
        <p:spPr>
          <a:xfrm>
            <a:off x="707705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2" name="F2_precision_recall_distributions_8096">
            <a:extLst>
              <a:ext uri="{FF2B5EF4-FFF2-40B4-BE49-F238E27FC236}">
                <a16:creationId xmlns:a16="http://schemas.microsoft.com/office/drawing/2014/main" id="{7E195BD7-FA59-4ABF-AA36-C8B52D4D6652}"/>
              </a:ext>
            </a:extLst>
          </p:cNvPr>
          <p:cNvSpPr>
            <a:spLocks noGrp="1"/>
          </p:cNvSpPr>
          <p:nvPr/>
        </p:nvSpPr>
        <p:spPr>
          <a:xfrm>
            <a:off x="7212969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3" name="F2_precision_recall_distributions_8097">
            <a:extLst>
              <a:ext uri="{FF2B5EF4-FFF2-40B4-BE49-F238E27FC236}">
                <a16:creationId xmlns:a16="http://schemas.microsoft.com/office/drawing/2014/main" id="{98A315E3-A8F5-44D5-9CB2-16471FCEA752}"/>
              </a:ext>
            </a:extLst>
          </p:cNvPr>
          <p:cNvSpPr>
            <a:spLocks noGrp="1"/>
          </p:cNvSpPr>
          <p:nvPr/>
        </p:nvSpPr>
        <p:spPr>
          <a:xfrm>
            <a:off x="711992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4" name="F2_precision_recall_distributions_8098">
            <a:extLst>
              <a:ext uri="{FF2B5EF4-FFF2-40B4-BE49-F238E27FC236}">
                <a16:creationId xmlns:a16="http://schemas.microsoft.com/office/drawing/2014/main" id="{FF3E2D74-DA30-45F4-A63F-F413C46A3512}"/>
              </a:ext>
            </a:extLst>
          </p:cNvPr>
          <p:cNvSpPr>
            <a:spLocks noGrp="1"/>
          </p:cNvSpPr>
          <p:nvPr/>
        </p:nvSpPr>
        <p:spPr>
          <a:xfrm>
            <a:off x="732446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5" name="F2_precision_recall_distributions_8099">
            <a:extLst>
              <a:ext uri="{FF2B5EF4-FFF2-40B4-BE49-F238E27FC236}">
                <a16:creationId xmlns:a16="http://schemas.microsoft.com/office/drawing/2014/main" id="{1F04E4AA-9BAC-4F28-BA14-FC7509FC8196}"/>
              </a:ext>
            </a:extLst>
          </p:cNvPr>
          <p:cNvSpPr>
            <a:spLocks noGrp="1"/>
          </p:cNvSpPr>
          <p:nvPr/>
        </p:nvSpPr>
        <p:spPr>
          <a:xfrm>
            <a:off x="717053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6" name="F2_precision_recall_distributions_8100">
            <a:extLst>
              <a:ext uri="{FF2B5EF4-FFF2-40B4-BE49-F238E27FC236}">
                <a16:creationId xmlns:a16="http://schemas.microsoft.com/office/drawing/2014/main" id="{C0FA4AEC-9D55-4004-AF4C-B6007B71A4E3}"/>
              </a:ext>
            </a:extLst>
          </p:cNvPr>
          <p:cNvSpPr>
            <a:spLocks noGrp="1"/>
          </p:cNvSpPr>
          <p:nvPr/>
        </p:nvSpPr>
        <p:spPr>
          <a:xfrm>
            <a:off x="7008714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7" name="F2_precision_recall_distributions_8101">
            <a:extLst>
              <a:ext uri="{FF2B5EF4-FFF2-40B4-BE49-F238E27FC236}">
                <a16:creationId xmlns:a16="http://schemas.microsoft.com/office/drawing/2014/main" id="{100695EA-2989-40A3-9D75-5CE4B873ACFF}"/>
              </a:ext>
            </a:extLst>
          </p:cNvPr>
          <p:cNvSpPr>
            <a:spLocks noGrp="1"/>
          </p:cNvSpPr>
          <p:nvPr/>
        </p:nvSpPr>
        <p:spPr>
          <a:xfrm>
            <a:off x="7225957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8" name="F2_precision_recall_distributions_8102">
            <a:extLst>
              <a:ext uri="{FF2B5EF4-FFF2-40B4-BE49-F238E27FC236}">
                <a16:creationId xmlns:a16="http://schemas.microsoft.com/office/drawing/2014/main" id="{928B9F0D-316E-4CBD-85EA-F7C482D383F1}"/>
              </a:ext>
            </a:extLst>
          </p:cNvPr>
          <p:cNvSpPr>
            <a:spLocks noGrp="1"/>
          </p:cNvSpPr>
          <p:nvPr/>
        </p:nvSpPr>
        <p:spPr>
          <a:xfrm>
            <a:off x="7274207" y="71549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9" name="F2_precision_recall_distributions_8103">
            <a:extLst>
              <a:ext uri="{FF2B5EF4-FFF2-40B4-BE49-F238E27FC236}">
                <a16:creationId xmlns:a16="http://schemas.microsoft.com/office/drawing/2014/main" id="{424F9797-DC60-4B39-9548-383790BA8F1C}"/>
              </a:ext>
            </a:extLst>
          </p:cNvPr>
          <p:cNvSpPr>
            <a:spLocks noGrp="1"/>
          </p:cNvSpPr>
          <p:nvPr/>
        </p:nvSpPr>
        <p:spPr>
          <a:xfrm>
            <a:off x="727307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0" name="F2_precision_recall_distributions_8104">
            <a:extLst>
              <a:ext uri="{FF2B5EF4-FFF2-40B4-BE49-F238E27FC236}">
                <a16:creationId xmlns:a16="http://schemas.microsoft.com/office/drawing/2014/main" id="{B1CF0CC5-88C0-4846-B1FE-63A3AC49893F}"/>
              </a:ext>
            </a:extLst>
          </p:cNvPr>
          <p:cNvSpPr>
            <a:spLocks noGrp="1"/>
          </p:cNvSpPr>
          <p:nvPr/>
        </p:nvSpPr>
        <p:spPr>
          <a:xfrm>
            <a:off x="702733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1" name="F2_precision_recall_distributions_8105">
            <a:extLst>
              <a:ext uri="{FF2B5EF4-FFF2-40B4-BE49-F238E27FC236}">
                <a16:creationId xmlns:a16="http://schemas.microsoft.com/office/drawing/2014/main" id="{0E6184F9-4A45-4B5A-8084-56C28DD2C2AD}"/>
              </a:ext>
            </a:extLst>
          </p:cNvPr>
          <p:cNvSpPr>
            <a:spLocks noGrp="1"/>
          </p:cNvSpPr>
          <p:nvPr/>
        </p:nvSpPr>
        <p:spPr>
          <a:xfrm>
            <a:off x="7237549" y="75725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2" name="F2_precision_recall_distributions_8106">
            <a:extLst>
              <a:ext uri="{FF2B5EF4-FFF2-40B4-BE49-F238E27FC236}">
                <a16:creationId xmlns:a16="http://schemas.microsoft.com/office/drawing/2014/main" id="{B472E1A7-74B2-4552-9EF0-B1A018F0365F}"/>
              </a:ext>
            </a:extLst>
          </p:cNvPr>
          <p:cNvSpPr>
            <a:spLocks noGrp="1"/>
          </p:cNvSpPr>
          <p:nvPr/>
        </p:nvSpPr>
        <p:spPr>
          <a:xfrm>
            <a:off x="731549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3" name="F2_precision_recall_distributions_8107">
            <a:extLst>
              <a:ext uri="{FF2B5EF4-FFF2-40B4-BE49-F238E27FC236}">
                <a16:creationId xmlns:a16="http://schemas.microsoft.com/office/drawing/2014/main" id="{34D31524-9411-4BBF-A799-84B9F2019ECF}"/>
              </a:ext>
            </a:extLst>
          </p:cNvPr>
          <p:cNvSpPr>
            <a:spLocks noGrp="1"/>
          </p:cNvSpPr>
          <p:nvPr/>
        </p:nvSpPr>
        <p:spPr>
          <a:xfrm>
            <a:off x="707707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4" name="F2_precision_recall_distributions_8108">
            <a:extLst>
              <a:ext uri="{FF2B5EF4-FFF2-40B4-BE49-F238E27FC236}">
                <a16:creationId xmlns:a16="http://schemas.microsoft.com/office/drawing/2014/main" id="{599D3377-8C42-4871-A0D5-3294B369C13B}"/>
              </a:ext>
            </a:extLst>
          </p:cNvPr>
          <p:cNvSpPr>
            <a:spLocks noGrp="1"/>
          </p:cNvSpPr>
          <p:nvPr/>
        </p:nvSpPr>
        <p:spPr>
          <a:xfrm>
            <a:off x="700533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5" name="F2_precision_recall_distributions_8109">
            <a:extLst>
              <a:ext uri="{FF2B5EF4-FFF2-40B4-BE49-F238E27FC236}">
                <a16:creationId xmlns:a16="http://schemas.microsoft.com/office/drawing/2014/main" id="{B6E0569E-9CF5-4CB1-A539-A9748D6945F1}"/>
              </a:ext>
            </a:extLst>
          </p:cNvPr>
          <p:cNvSpPr>
            <a:spLocks noGrp="1"/>
          </p:cNvSpPr>
          <p:nvPr/>
        </p:nvSpPr>
        <p:spPr>
          <a:xfrm>
            <a:off x="7042040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6" name="F2_precision_recall_distributions_8110">
            <a:extLst>
              <a:ext uri="{FF2B5EF4-FFF2-40B4-BE49-F238E27FC236}">
                <a16:creationId xmlns:a16="http://schemas.microsoft.com/office/drawing/2014/main" id="{A137D5B9-C4F6-4607-BCF9-96A68B08FCDB}"/>
              </a:ext>
            </a:extLst>
          </p:cNvPr>
          <p:cNvSpPr>
            <a:spLocks noGrp="1"/>
          </p:cNvSpPr>
          <p:nvPr/>
        </p:nvSpPr>
        <p:spPr>
          <a:xfrm>
            <a:off x="720068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7" name="F2_precision_recall_distributions_8111">
            <a:extLst>
              <a:ext uri="{FF2B5EF4-FFF2-40B4-BE49-F238E27FC236}">
                <a16:creationId xmlns:a16="http://schemas.microsoft.com/office/drawing/2014/main" id="{EBB9D094-8013-4DA9-B3AC-D0D5CA2DCD41}"/>
              </a:ext>
            </a:extLst>
          </p:cNvPr>
          <p:cNvSpPr>
            <a:spLocks noGrp="1"/>
          </p:cNvSpPr>
          <p:nvPr/>
        </p:nvSpPr>
        <p:spPr>
          <a:xfrm>
            <a:off x="727940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8" name="F2_precision_recall_distributions_8112">
            <a:extLst>
              <a:ext uri="{FF2B5EF4-FFF2-40B4-BE49-F238E27FC236}">
                <a16:creationId xmlns:a16="http://schemas.microsoft.com/office/drawing/2014/main" id="{E3F5D79D-7A8F-45F0-96A6-B78CD004C954}"/>
              </a:ext>
            </a:extLst>
          </p:cNvPr>
          <p:cNvSpPr>
            <a:spLocks noGrp="1"/>
          </p:cNvSpPr>
          <p:nvPr/>
        </p:nvSpPr>
        <p:spPr>
          <a:xfrm>
            <a:off x="711155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9" name="F2_precision_recall_distributions_8113">
            <a:extLst>
              <a:ext uri="{FF2B5EF4-FFF2-40B4-BE49-F238E27FC236}">
                <a16:creationId xmlns:a16="http://schemas.microsoft.com/office/drawing/2014/main" id="{DB6C783A-3F57-4AE0-9E91-AC1F12E463B2}"/>
              </a:ext>
            </a:extLst>
          </p:cNvPr>
          <p:cNvSpPr>
            <a:spLocks noGrp="1"/>
          </p:cNvSpPr>
          <p:nvPr/>
        </p:nvSpPr>
        <p:spPr>
          <a:xfrm>
            <a:off x="7275703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0" name="F2_precision_recall_distributions_8114">
            <a:extLst>
              <a:ext uri="{FF2B5EF4-FFF2-40B4-BE49-F238E27FC236}">
                <a16:creationId xmlns:a16="http://schemas.microsoft.com/office/drawing/2014/main" id="{B6F31446-B72D-4673-9C57-DD78E5F87C25}"/>
              </a:ext>
            </a:extLst>
          </p:cNvPr>
          <p:cNvSpPr>
            <a:spLocks noGrp="1"/>
          </p:cNvSpPr>
          <p:nvPr/>
        </p:nvSpPr>
        <p:spPr>
          <a:xfrm>
            <a:off x="7162062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1" name="F2_precision_recall_distributions_8115">
            <a:extLst>
              <a:ext uri="{FF2B5EF4-FFF2-40B4-BE49-F238E27FC236}">
                <a16:creationId xmlns:a16="http://schemas.microsoft.com/office/drawing/2014/main" id="{AB059DBE-FCCE-4E60-885B-B10178198AB0}"/>
              </a:ext>
            </a:extLst>
          </p:cNvPr>
          <p:cNvSpPr>
            <a:spLocks noGrp="1"/>
          </p:cNvSpPr>
          <p:nvPr/>
        </p:nvSpPr>
        <p:spPr>
          <a:xfrm>
            <a:off x="717108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2" name="F2_precision_recall_distributions_8116">
            <a:extLst>
              <a:ext uri="{FF2B5EF4-FFF2-40B4-BE49-F238E27FC236}">
                <a16:creationId xmlns:a16="http://schemas.microsoft.com/office/drawing/2014/main" id="{128B2C86-5104-444C-B4DD-14AFF40DD60B}"/>
              </a:ext>
            </a:extLst>
          </p:cNvPr>
          <p:cNvSpPr>
            <a:spLocks noGrp="1"/>
          </p:cNvSpPr>
          <p:nvPr/>
        </p:nvSpPr>
        <p:spPr>
          <a:xfrm>
            <a:off x="7250614" y="70370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3" name="F2_precision_recall_distributions_8117">
            <a:extLst>
              <a:ext uri="{FF2B5EF4-FFF2-40B4-BE49-F238E27FC236}">
                <a16:creationId xmlns:a16="http://schemas.microsoft.com/office/drawing/2014/main" id="{531B0EA5-DE29-414E-89CB-B725C0EB9578}"/>
              </a:ext>
            </a:extLst>
          </p:cNvPr>
          <p:cNvSpPr>
            <a:spLocks noGrp="1"/>
          </p:cNvSpPr>
          <p:nvPr/>
        </p:nvSpPr>
        <p:spPr>
          <a:xfrm>
            <a:off x="719419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4" name="F2_precision_recall_distributions_8118">
            <a:extLst>
              <a:ext uri="{FF2B5EF4-FFF2-40B4-BE49-F238E27FC236}">
                <a16:creationId xmlns:a16="http://schemas.microsoft.com/office/drawing/2014/main" id="{A6BB05CA-F37E-4455-A8DB-1F1C84D1B48D}"/>
              </a:ext>
            </a:extLst>
          </p:cNvPr>
          <p:cNvSpPr>
            <a:spLocks noGrp="1"/>
          </p:cNvSpPr>
          <p:nvPr/>
        </p:nvSpPr>
        <p:spPr>
          <a:xfrm>
            <a:off x="732208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5" name="F2_precision_recall_distributions_8119">
            <a:extLst>
              <a:ext uri="{FF2B5EF4-FFF2-40B4-BE49-F238E27FC236}">
                <a16:creationId xmlns:a16="http://schemas.microsoft.com/office/drawing/2014/main" id="{986C35CF-16F0-4519-9823-F6ED9A0021F8}"/>
              </a:ext>
            </a:extLst>
          </p:cNvPr>
          <p:cNvSpPr>
            <a:spLocks noGrp="1"/>
          </p:cNvSpPr>
          <p:nvPr/>
        </p:nvSpPr>
        <p:spPr>
          <a:xfrm>
            <a:off x="702443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6" name="F2_precision_recall_distributions_8120">
            <a:extLst>
              <a:ext uri="{FF2B5EF4-FFF2-40B4-BE49-F238E27FC236}">
                <a16:creationId xmlns:a16="http://schemas.microsoft.com/office/drawing/2014/main" id="{C1D2DFD8-1D00-4073-9D6D-66CF41C039F2}"/>
              </a:ext>
            </a:extLst>
          </p:cNvPr>
          <p:cNvSpPr>
            <a:spLocks noGrp="1"/>
          </p:cNvSpPr>
          <p:nvPr/>
        </p:nvSpPr>
        <p:spPr>
          <a:xfrm>
            <a:off x="7173093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7" name="F2_precision_recall_distributions_8121">
            <a:extLst>
              <a:ext uri="{FF2B5EF4-FFF2-40B4-BE49-F238E27FC236}">
                <a16:creationId xmlns:a16="http://schemas.microsoft.com/office/drawing/2014/main" id="{B3901739-AD6C-4183-BBAF-27682B4DE95B}"/>
              </a:ext>
            </a:extLst>
          </p:cNvPr>
          <p:cNvSpPr>
            <a:spLocks noGrp="1"/>
          </p:cNvSpPr>
          <p:nvPr/>
        </p:nvSpPr>
        <p:spPr>
          <a:xfrm>
            <a:off x="725338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8" name="F2_precision_recall_distributions_8122">
            <a:extLst>
              <a:ext uri="{FF2B5EF4-FFF2-40B4-BE49-F238E27FC236}">
                <a16:creationId xmlns:a16="http://schemas.microsoft.com/office/drawing/2014/main" id="{8F877FD9-0E85-4A1D-82EC-842EDD11438A}"/>
              </a:ext>
            </a:extLst>
          </p:cNvPr>
          <p:cNvSpPr>
            <a:spLocks noGrp="1"/>
          </p:cNvSpPr>
          <p:nvPr/>
        </p:nvSpPr>
        <p:spPr>
          <a:xfrm>
            <a:off x="7120099" y="74952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9" name="F2_precision_recall_distributions_8123">
            <a:extLst>
              <a:ext uri="{FF2B5EF4-FFF2-40B4-BE49-F238E27FC236}">
                <a16:creationId xmlns:a16="http://schemas.microsoft.com/office/drawing/2014/main" id="{CEEE0AD2-6FFB-4D73-8944-AD4E4E1F9460}"/>
              </a:ext>
            </a:extLst>
          </p:cNvPr>
          <p:cNvSpPr>
            <a:spLocks noGrp="1"/>
          </p:cNvSpPr>
          <p:nvPr/>
        </p:nvSpPr>
        <p:spPr>
          <a:xfrm>
            <a:off x="7216414" y="73435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0" name="F2_precision_recall_distributions_8124">
            <a:extLst>
              <a:ext uri="{FF2B5EF4-FFF2-40B4-BE49-F238E27FC236}">
                <a16:creationId xmlns:a16="http://schemas.microsoft.com/office/drawing/2014/main" id="{0C1DD8E3-8D14-4DA2-A0AA-530B58231B63}"/>
              </a:ext>
            </a:extLst>
          </p:cNvPr>
          <p:cNvSpPr>
            <a:spLocks noGrp="1"/>
          </p:cNvSpPr>
          <p:nvPr/>
        </p:nvSpPr>
        <p:spPr>
          <a:xfrm>
            <a:off x="7312277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1" name="F2_precision_recall_distributions_8125">
            <a:extLst>
              <a:ext uri="{FF2B5EF4-FFF2-40B4-BE49-F238E27FC236}">
                <a16:creationId xmlns:a16="http://schemas.microsoft.com/office/drawing/2014/main" id="{011848CA-E5EC-41ED-B273-5894E30E8D60}"/>
              </a:ext>
            </a:extLst>
          </p:cNvPr>
          <p:cNvSpPr>
            <a:spLocks noGrp="1"/>
          </p:cNvSpPr>
          <p:nvPr/>
        </p:nvSpPr>
        <p:spPr>
          <a:xfrm>
            <a:off x="711411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2" name="F2_precision_recall_distributions_8126">
            <a:extLst>
              <a:ext uri="{FF2B5EF4-FFF2-40B4-BE49-F238E27FC236}">
                <a16:creationId xmlns:a16="http://schemas.microsoft.com/office/drawing/2014/main" id="{2A1E1173-FA4A-438C-B413-FA955DE54EF7}"/>
              </a:ext>
            </a:extLst>
          </p:cNvPr>
          <p:cNvSpPr>
            <a:spLocks noGrp="1"/>
          </p:cNvSpPr>
          <p:nvPr/>
        </p:nvSpPr>
        <p:spPr>
          <a:xfrm>
            <a:off x="731343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3" name="F2_precision_recall_distributions_8127">
            <a:extLst>
              <a:ext uri="{FF2B5EF4-FFF2-40B4-BE49-F238E27FC236}">
                <a16:creationId xmlns:a16="http://schemas.microsoft.com/office/drawing/2014/main" id="{546E0D29-D5F1-4643-966C-B8200CFB71E5}"/>
              </a:ext>
            </a:extLst>
          </p:cNvPr>
          <p:cNvSpPr>
            <a:spLocks noGrp="1"/>
          </p:cNvSpPr>
          <p:nvPr/>
        </p:nvSpPr>
        <p:spPr>
          <a:xfrm>
            <a:off x="704370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4" name="F2_precision_recall_distributions_8128">
            <a:extLst>
              <a:ext uri="{FF2B5EF4-FFF2-40B4-BE49-F238E27FC236}">
                <a16:creationId xmlns:a16="http://schemas.microsoft.com/office/drawing/2014/main" id="{ACCF3923-7DCF-4E5D-BB74-A57CAD73B620}"/>
              </a:ext>
            </a:extLst>
          </p:cNvPr>
          <p:cNvSpPr>
            <a:spLocks noGrp="1"/>
          </p:cNvSpPr>
          <p:nvPr/>
        </p:nvSpPr>
        <p:spPr>
          <a:xfrm>
            <a:off x="733126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5" name="F2_precision_recall_distributions_8129">
            <a:extLst>
              <a:ext uri="{FF2B5EF4-FFF2-40B4-BE49-F238E27FC236}">
                <a16:creationId xmlns:a16="http://schemas.microsoft.com/office/drawing/2014/main" id="{43F56318-781A-4961-8B89-7C121AC6B805}"/>
              </a:ext>
            </a:extLst>
          </p:cNvPr>
          <p:cNvSpPr>
            <a:spLocks noGrp="1"/>
          </p:cNvSpPr>
          <p:nvPr/>
        </p:nvSpPr>
        <p:spPr>
          <a:xfrm>
            <a:off x="7308201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6" name="F2_precision_recall_distributions_8130">
            <a:extLst>
              <a:ext uri="{FF2B5EF4-FFF2-40B4-BE49-F238E27FC236}">
                <a16:creationId xmlns:a16="http://schemas.microsoft.com/office/drawing/2014/main" id="{8640A0D4-BE01-4555-B187-42D5DA93E932}"/>
              </a:ext>
            </a:extLst>
          </p:cNvPr>
          <p:cNvSpPr>
            <a:spLocks noGrp="1"/>
          </p:cNvSpPr>
          <p:nvPr/>
        </p:nvSpPr>
        <p:spPr>
          <a:xfrm>
            <a:off x="705087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7" name="F2_precision_recall_distributions_8131">
            <a:extLst>
              <a:ext uri="{FF2B5EF4-FFF2-40B4-BE49-F238E27FC236}">
                <a16:creationId xmlns:a16="http://schemas.microsoft.com/office/drawing/2014/main" id="{0AD10469-D110-4E50-B634-40887052EAC5}"/>
              </a:ext>
            </a:extLst>
          </p:cNvPr>
          <p:cNvSpPr>
            <a:spLocks noGrp="1"/>
          </p:cNvSpPr>
          <p:nvPr/>
        </p:nvSpPr>
        <p:spPr>
          <a:xfrm>
            <a:off x="698455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8" name="F2_precision_recall_distributions_8132">
            <a:extLst>
              <a:ext uri="{FF2B5EF4-FFF2-40B4-BE49-F238E27FC236}">
                <a16:creationId xmlns:a16="http://schemas.microsoft.com/office/drawing/2014/main" id="{5998776C-7439-4750-A0E7-261E3BCD3860}"/>
              </a:ext>
            </a:extLst>
          </p:cNvPr>
          <p:cNvSpPr>
            <a:spLocks noGrp="1"/>
          </p:cNvSpPr>
          <p:nvPr/>
        </p:nvSpPr>
        <p:spPr>
          <a:xfrm>
            <a:off x="709694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9" name="F2_precision_recall_distributions_8133">
            <a:extLst>
              <a:ext uri="{FF2B5EF4-FFF2-40B4-BE49-F238E27FC236}">
                <a16:creationId xmlns:a16="http://schemas.microsoft.com/office/drawing/2014/main" id="{FDFB519A-73F1-488C-892E-66E02278F417}"/>
              </a:ext>
            </a:extLst>
          </p:cNvPr>
          <p:cNvSpPr>
            <a:spLocks noGrp="1"/>
          </p:cNvSpPr>
          <p:nvPr/>
        </p:nvSpPr>
        <p:spPr>
          <a:xfrm>
            <a:off x="700004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0" name="F2_precision_recall_distributions_8134">
            <a:extLst>
              <a:ext uri="{FF2B5EF4-FFF2-40B4-BE49-F238E27FC236}">
                <a16:creationId xmlns:a16="http://schemas.microsoft.com/office/drawing/2014/main" id="{01A3AF77-7272-4CEB-9034-4290962EFA29}"/>
              </a:ext>
            </a:extLst>
          </p:cNvPr>
          <p:cNvSpPr>
            <a:spLocks noGrp="1"/>
          </p:cNvSpPr>
          <p:nvPr/>
        </p:nvSpPr>
        <p:spPr>
          <a:xfrm>
            <a:off x="697169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1" name="F2_precision_recall_distributions_8135">
            <a:extLst>
              <a:ext uri="{FF2B5EF4-FFF2-40B4-BE49-F238E27FC236}">
                <a16:creationId xmlns:a16="http://schemas.microsoft.com/office/drawing/2014/main" id="{BBBE2F67-B20A-4CF9-9CB7-97B3975FC0B1}"/>
              </a:ext>
            </a:extLst>
          </p:cNvPr>
          <p:cNvSpPr>
            <a:spLocks noGrp="1"/>
          </p:cNvSpPr>
          <p:nvPr/>
        </p:nvSpPr>
        <p:spPr>
          <a:xfrm>
            <a:off x="7077414" y="73254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2" name="F2_precision_recall_distributions_8136">
            <a:extLst>
              <a:ext uri="{FF2B5EF4-FFF2-40B4-BE49-F238E27FC236}">
                <a16:creationId xmlns:a16="http://schemas.microsoft.com/office/drawing/2014/main" id="{3B556AA4-F7CD-4767-AADE-2A4F7930DFE7}"/>
              </a:ext>
            </a:extLst>
          </p:cNvPr>
          <p:cNvSpPr>
            <a:spLocks noGrp="1"/>
          </p:cNvSpPr>
          <p:nvPr/>
        </p:nvSpPr>
        <p:spPr>
          <a:xfrm>
            <a:off x="7145109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3" name="F2_precision_recall_distributions_8137">
            <a:extLst>
              <a:ext uri="{FF2B5EF4-FFF2-40B4-BE49-F238E27FC236}">
                <a16:creationId xmlns:a16="http://schemas.microsoft.com/office/drawing/2014/main" id="{E837B0C7-132B-4DAD-9F6C-E5D6842690E9}"/>
              </a:ext>
            </a:extLst>
          </p:cNvPr>
          <p:cNvSpPr>
            <a:spLocks noGrp="1"/>
          </p:cNvSpPr>
          <p:nvPr/>
        </p:nvSpPr>
        <p:spPr>
          <a:xfrm>
            <a:off x="7240359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4" name="F2_precision_recall_distributions_8138">
            <a:extLst>
              <a:ext uri="{FF2B5EF4-FFF2-40B4-BE49-F238E27FC236}">
                <a16:creationId xmlns:a16="http://schemas.microsoft.com/office/drawing/2014/main" id="{D7D12339-DAAE-4797-97E4-4A7BA2C8BDA5}"/>
              </a:ext>
            </a:extLst>
          </p:cNvPr>
          <p:cNvSpPr>
            <a:spLocks noGrp="1"/>
          </p:cNvSpPr>
          <p:nvPr/>
        </p:nvSpPr>
        <p:spPr>
          <a:xfrm>
            <a:off x="7141502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5" name="F2_precision_recall_distributions_8139">
            <a:extLst>
              <a:ext uri="{FF2B5EF4-FFF2-40B4-BE49-F238E27FC236}">
                <a16:creationId xmlns:a16="http://schemas.microsoft.com/office/drawing/2014/main" id="{EC7E9D42-4307-4074-BEE8-85C4F5D7D34F}"/>
              </a:ext>
            </a:extLst>
          </p:cNvPr>
          <p:cNvSpPr>
            <a:spLocks noGrp="1"/>
          </p:cNvSpPr>
          <p:nvPr/>
        </p:nvSpPr>
        <p:spPr>
          <a:xfrm>
            <a:off x="7083171" y="7461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6" name="F2_precision_recall_distributions_8140">
            <a:extLst>
              <a:ext uri="{FF2B5EF4-FFF2-40B4-BE49-F238E27FC236}">
                <a16:creationId xmlns:a16="http://schemas.microsoft.com/office/drawing/2014/main" id="{5175851F-70A9-4B02-947B-B6BE04A4EB65}"/>
              </a:ext>
            </a:extLst>
          </p:cNvPr>
          <p:cNvSpPr>
            <a:spLocks noGrp="1"/>
          </p:cNvSpPr>
          <p:nvPr/>
        </p:nvSpPr>
        <p:spPr>
          <a:xfrm>
            <a:off x="714026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7" name="F2_precision_recall_distributions_8141">
            <a:extLst>
              <a:ext uri="{FF2B5EF4-FFF2-40B4-BE49-F238E27FC236}">
                <a16:creationId xmlns:a16="http://schemas.microsoft.com/office/drawing/2014/main" id="{EE037BCE-83DE-4245-8551-DD762F49E0B0}"/>
              </a:ext>
            </a:extLst>
          </p:cNvPr>
          <p:cNvSpPr>
            <a:spLocks noGrp="1"/>
          </p:cNvSpPr>
          <p:nvPr/>
        </p:nvSpPr>
        <p:spPr>
          <a:xfrm>
            <a:off x="733652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8" name="F2_precision_recall_distributions_8142">
            <a:extLst>
              <a:ext uri="{FF2B5EF4-FFF2-40B4-BE49-F238E27FC236}">
                <a16:creationId xmlns:a16="http://schemas.microsoft.com/office/drawing/2014/main" id="{C772888F-9C86-405E-84F4-89519A288AB3}"/>
              </a:ext>
            </a:extLst>
          </p:cNvPr>
          <p:cNvSpPr>
            <a:spLocks noGrp="1"/>
          </p:cNvSpPr>
          <p:nvPr/>
        </p:nvSpPr>
        <p:spPr>
          <a:xfrm>
            <a:off x="7243535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9" name="F2_precision_recall_distributions_8143">
            <a:extLst>
              <a:ext uri="{FF2B5EF4-FFF2-40B4-BE49-F238E27FC236}">
                <a16:creationId xmlns:a16="http://schemas.microsoft.com/office/drawing/2014/main" id="{A772C75F-AEA9-491A-9851-3D6C5D644F8F}"/>
              </a:ext>
            </a:extLst>
          </p:cNvPr>
          <p:cNvSpPr>
            <a:spLocks noGrp="1"/>
          </p:cNvSpPr>
          <p:nvPr/>
        </p:nvSpPr>
        <p:spPr>
          <a:xfrm>
            <a:off x="727169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0" name="F2_precision_recall_distributions_8144">
            <a:extLst>
              <a:ext uri="{FF2B5EF4-FFF2-40B4-BE49-F238E27FC236}">
                <a16:creationId xmlns:a16="http://schemas.microsoft.com/office/drawing/2014/main" id="{554CF4F6-AA08-4697-A2E1-D6FD8372E7E1}"/>
              </a:ext>
            </a:extLst>
          </p:cNvPr>
          <p:cNvSpPr>
            <a:spLocks noGrp="1"/>
          </p:cNvSpPr>
          <p:nvPr/>
        </p:nvSpPr>
        <p:spPr>
          <a:xfrm>
            <a:off x="725822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1" name="F2_precision_recall_distributions_8145">
            <a:extLst>
              <a:ext uri="{FF2B5EF4-FFF2-40B4-BE49-F238E27FC236}">
                <a16:creationId xmlns:a16="http://schemas.microsoft.com/office/drawing/2014/main" id="{D71F4873-3A57-42BA-B9FA-550A253C01A4}"/>
              </a:ext>
            </a:extLst>
          </p:cNvPr>
          <p:cNvSpPr>
            <a:spLocks noGrp="1"/>
          </p:cNvSpPr>
          <p:nvPr/>
        </p:nvSpPr>
        <p:spPr>
          <a:xfrm>
            <a:off x="722217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2" name="F2_precision_recall_distributions_8146">
            <a:extLst>
              <a:ext uri="{FF2B5EF4-FFF2-40B4-BE49-F238E27FC236}">
                <a16:creationId xmlns:a16="http://schemas.microsoft.com/office/drawing/2014/main" id="{B12A94C7-70E8-4413-A10A-DFE546A6DE3E}"/>
              </a:ext>
            </a:extLst>
          </p:cNvPr>
          <p:cNvSpPr>
            <a:spLocks noGrp="1"/>
          </p:cNvSpPr>
          <p:nvPr/>
        </p:nvSpPr>
        <p:spPr>
          <a:xfrm>
            <a:off x="7046829" y="77620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3" name="F2_precision_recall_distributions_8147">
            <a:extLst>
              <a:ext uri="{FF2B5EF4-FFF2-40B4-BE49-F238E27FC236}">
                <a16:creationId xmlns:a16="http://schemas.microsoft.com/office/drawing/2014/main" id="{5D7E356C-2FCE-4939-BAFE-683A8E6DF7AA}"/>
              </a:ext>
            </a:extLst>
          </p:cNvPr>
          <p:cNvSpPr>
            <a:spLocks noGrp="1"/>
          </p:cNvSpPr>
          <p:nvPr/>
        </p:nvSpPr>
        <p:spPr>
          <a:xfrm>
            <a:off x="732736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4" name="F2_precision_recall_distributions_8148">
            <a:extLst>
              <a:ext uri="{FF2B5EF4-FFF2-40B4-BE49-F238E27FC236}">
                <a16:creationId xmlns:a16="http://schemas.microsoft.com/office/drawing/2014/main" id="{68555EE9-EC35-4240-ACA3-DCC1DC7004F9}"/>
              </a:ext>
            </a:extLst>
          </p:cNvPr>
          <p:cNvSpPr>
            <a:spLocks noGrp="1"/>
          </p:cNvSpPr>
          <p:nvPr/>
        </p:nvSpPr>
        <p:spPr>
          <a:xfrm>
            <a:off x="721339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5" name="F2_precision_recall_distributions_8149">
            <a:extLst>
              <a:ext uri="{FF2B5EF4-FFF2-40B4-BE49-F238E27FC236}">
                <a16:creationId xmlns:a16="http://schemas.microsoft.com/office/drawing/2014/main" id="{0392099E-8BF1-460D-9F79-C4ED63B849E4}"/>
              </a:ext>
            </a:extLst>
          </p:cNvPr>
          <p:cNvSpPr>
            <a:spLocks noGrp="1"/>
          </p:cNvSpPr>
          <p:nvPr/>
        </p:nvSpPr>
        <p:spPr>
          <a:xfrm>
            <a:off x="7076176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6" name="F2_precision_recall_distributions_8150">
            <a:extLst>
              <a:ext uri="{FF2B5EF4-FFF2-40B4-BE49-F238E27FC236}">
                <a16:creationId xmlns:a16="http://schemas.microsoft.com/office/drawing/2014/main" id="{F8F87B8B-F16F-4F9E-8B8F-E1076AD326F9}"/>
              </a:ext>
            </a:extLst>
          </p:cNvPr>
          <p:cNvSpPr>
            <a:spLocks noGrp="1"/>
          </p:cNvSpPr>
          <p:nvPr/>
        </p:nvSpPr>
        <p:spPr>
          <a:xfrm>
            <a:off x="708844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7" name="F2_precision_recall_distributions_8151">
            <a:extLst>
              <a:ext uri="{FF2B5EF4-FFF2-40B4-BE49-F238E27FC236}">
                <a16:creationId xmlns:a16="http://schemas.microsoft.com/office/drawing/2014/main" id="{6BDD11B2-AF78-46E6-AC15-E0B09CA425F6}"/>
              </a:ext>
            </a:extLst>
          </p:cNvPr>
          <p:cNvSpPr>
            <a:spLocks noGrp="1"/>
          </p:cNvSpPr>
          <p:nvPr/>
        </p:nvSpPr>
        <p:spPr>
          <a:xfrm>
            <a:off x="710160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8" name="F2_precision_recall_distributions_8152">
            <a:extLst>
              <a:ext uri="{FF2B5EF4-FFF2-40B4-BE49-F238E27FC236}">
                <a16:creationId xmlns:a16="http://schemas.microsoft.com/office/drawing/2014/main" id="{095E5295-3357-4B8E-85E7-66C99A710701}"/>
              </a:ext>
            </a:extLst>
          </p:cNvPr>
          <p:cNvSpPr>
            <a:spLocks noGrp="1"/>
          </p:cNvSpPr>
          <p:nvPr/>
        </p:nvSpPr>
        <p:spPr>
          <a:xfrm>
            <a:off x="702714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9" name="F2_precision_recall_distributions_8153">
            <a:extLst>
              <a:ext uri="{FF2B5EF4-FFF2-40B4-BE49-F238E27FC236}">
                <a16:creationId xmlns:a16="http://schemas.microsoft.com/office/drawing/2014/main" id="{47E4438F-A7EC-42B6-B5B6-664090A1449E}"/>
              </a:ext>
            </a:extLst>
          </p:cNvPr>
          <p:cNvSpPr>
            <a:spLocks noGrp="1"/>
          </p:cNvSpPr>
          <p:nvPr/>
        </p:nvSpPr>
        <p:spPr>
          <a:xfrm>
            <a:off x="711514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0" name="F2_precision_recall_distributions_8154">
            <a:extLst>
              <a:ext uri="{FF2B5EF4-FFF2-40B4-BE49-F238E27FC236}">
                <a16:creationId xmlns:a16="http://schemas.microsoft.com/office/drawing/2014/main" id="{A594317A-34C5-4BB8-9CE6-81A746FBB9B4}"/>
              </a:ext>
            </a:extLst>
          </p:cNvPr>
          <p:cNvSpPr>
            <a:spLocks noGrp="1"/>
          </p:cNvSpPr>
          <p:nvPr/>
        </p:nvSpPr>
        <p:spPr>
          <a:xfrm>
            <a:off x="7295653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1" name="F2_precision_recall_distributions_8155">
            <a:extLst>
              <a:ext uri="{FF2B5EF4-FFF2-40B4-BE49-F238E27FC236}">
                <a16:creationId xmlns:a16="http://schemas.microsoft.com/office/drawing/2014/main" id="{49A95D55-FB1E-49D3-B019-C65D1E41AFE6}"/>
              </a:ext>
            </a:extLst>
          </p:cNvPr>
          <p:cNvSpPr>
            <a:spLocks noGrp="1"/>
          </p:cNvSpPr>
          <p:nvPr/>
        </p:nvSpPr>
        <p:spPr>
          <a:xfrm>
            <a:off x="716282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2" name="F2_precision_recall_distributions_8156">
            <a:extLst>
              <a:ext uri="{FF2B5EF4-FFF2-40B4-BE49-F238E27FC236}">
                <a16:creationId xmlns:a16="http://schemas.microsoft.com/office/drawing/2014/main" id="{6B14FFFD-EE26-40CF-8608-3123C48C772A}"/>
              </a:ext>
            </a:extLst>
          </p:cNvPr>
          <p:cNvSpPr>
            <a:spLocks noGrp="1"/>
          </p:cNvSpPr>
          <p:nvPr/>
        </p:nvSpPr>
        <p:spPr>
          <a:xfrm>
            <a:off x="702829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3" name="F2_precision_recall_distributions_8157">
            <a:extLst>
              <a:ext uri="{FF2B5EF4-FFF2-40B4-BE49-F238E27FC236}">
                <a16:creationId xmlns:a16="http://schemas.microsoft.com/office/drawing/2014/main" id="{3DAB34D9-A10B-4D15-9021-E7DCC921DF3B}"/>
              </a:ext>
            </a:extLst>
          </p:cNvPr>
          <p:cNvSpPr>
            <a:spLocks noGrp="1"/>
          </p:cNvSpPr>
          <p:nvPr/>
        </p:nvSpPr>
        <p:spPr>
          <a:xfrm>
            <a:off x="7318940" y="77443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4" name="F2_precision_recall_distributions_8158">
            <a:extLst>
              <a:ext uri="{FF2B5EF4-FFF2-40B4-BE49-F238E27FC236}">
                <a16:creationId xmlns:a16="http://schemas.microsoft.com/office/drawing/2014/main" id="{7583B953-70D2-4713-8541-675256255799}"/>
              </a:ext>
            </a:extLst>
          </p:cNvPr>
          <p:cNvSpPr>
            <a:spLocks noGrp="1"/>
          </p:cNvSpPr>
          <p:nvPr/>
        </p:nvSpPr>
        <p:spPr>
          <a:xfrm>
            <a:off x="707765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5" name="F2_precision_recall_distributions_8159">
            <a:extLst>
              <a:ext uri="{FF2B5EF4-FFF2-40B4-BE49-F238E27FC236}">
                <a16:creationId xmlns:a16="http://schemas.microsoft.com/office/drawing/2014/main" id="{3BA09E21-F427-4DDD-8A16-971A796C5379}"/>
              </a:ext>
            </a:extLst>
          </p:cNvPr>
          <p:cNvSpPr>
            <a:spLocks noGrp="1"/>
          </p:cNvSpPr>
          <p:nvPr/>
        </p:nvSpPr>
        <p:spPr>
          <a:xfrm>
            <a:off x="7186032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6" name="F2_precision_recall_distributions_8160">
            <a:extLst>
              <a:ext uri="{FF2B5EF4-FFF2-40B4-BE49-F238E27FC236}">
                <a16:creationId xmlns:a16="http://schemas.microsoft.com/office/drawing/2014/main" id="{47F4D7EB-3692-4AE2-B7F3-93A53B31EAF4}"/>
              </a:ext>
            </a:extLst>
          </p:cNvPr>
          <p:cNvSpPr>
            <a:spLocks noGrp="1"/>
          </p:cNvSpPr>
          <p:nvPr/>
        </p:nvSpPr>
        <p:spPr>
          <a:xfrm>
            <a:off x="7123444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7" name="F2_precision_recall_distributions_8161">
            <a:extLst>
              <a:ext uri="{FF2B5EF4-FFF2-40B4-BE49-F238E27FC236}">
                <a16:creationId xmlns:a16="http://schemas.microsoft.com/office/drawing/2014/main" id="{3B4F36E0-A7B9-45AE-AEC0-248F20B80CD8}"/>
              </a:ext>
            </a:extLst>
          </p:cNvPr>
          <p:cNvSpPr>
            <a:spLocks noGrp="1"/>
          </p:cNvSpPr>
          <p:nvPr/>
        </p:nvSpPr>
        <p:spPr>
          <a:xfrm>
            <a:off x="715867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8" name="F2_precision_recall_distributions_8162">
            <a:extLst>
              <a:ext uri="{FF2B5EF4-FFF2-40B4-BE49-F238E27FC236}">
                <a16:creationId xmlns:a16="http://schemas.microsoft.com/office/drawing/2014/main" id="{A559BB8F-0A14-4534-A70A-4B3BC2533F0E}"/>
              </a:ext>
            </a:extLst>
          </p:cNvPr>
          <p:cNvSpPr>
            <a:spLocks noGrp="1"/>
          </p:cNvSpPr>
          <p:nvPr/>
        </p:nvSpPr>
        <p:spPr>
          <a:xfrm>
            <a:off x="705819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9" name="F2_precision_recall_distributions_8163">
            <a:extLst>
              <a:ext uri="{FF2B5EF4-FFF2-40B4-BE49-F238E27FC236}">
                <a16:creationId xmlns:a16="http://schemas.microsoft.com/office/drawing/2014/main" id="{2F554571-EB7B-456F-BFF6-7C003ECB8A7C}"/>
              </a:ext>
            </a:extLst>
          </p:cNvPr>
          <p:cNvSpPr>
            <a:spLocks noGrp="1"/>
          </p:cNvSpPr>
          <p:nvPr/>
        </p:nvSpPr>
        <p:spPr>
          <a:xfrm>
            <a:off x="7073838" y="74378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0" name="F2_precision_recall_distributions_8164">
            <a:extLst>
              <a:ext uri="{FF2B5EF4-FFF2-40B4-BE49-F238E27FC236}">
                <a16:creationId xmlns:a16="http://schemas.microsoft.com/office/drawing/2014/main" id="{7D4CF970-1381-491C-88AC-68A0DCEA836B}"/>
              </a:ext>
            </a:extLst>
          </p:cNvPr>
          <p:cNvSpPr>
            <a:spLocks noGrp="1"/>
          </p:cNvSpPr>
          <p:nvPr/>
        </p:nvSpPr>
        <p:spPr>
          <a:xfrm>
            <a:off x="704775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1" name="F2_precision_recall_distributions_8165">
            <a:extLst>
              <a:ext uri="{FF2B5EF4-FFF2-40B4-BE49-F238E27FC236}">
                <a16:creationId xmlns:a16="http://schemas.microsoft.com/office/drawing/2014/main" id="{B38D68FD-5814-4F70-A100-FD0BD24FE3A4}"/>
              </a:ext>
            </a:extLst>
          </p:cNvPr>
          <p:cNvSpPr>
            <a:spLocks noGrp="1"/>
          </p:cNvSpPr>
          <p:nvPr/>
        </p:nvSpPr>
        <p:spPr>
          <a:xfrm>
            <a:off x="7330488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2" name="F2_precision_recall_distributions_8166">
            <a:extLst>
              <a:ext uri="{FF2B5EF4-FFF2-40B4-BE49-F238E27FC236}">
                <a16:creationId xmlns:a16="http://schemas.microsoft.com/office/drawing/2014/main" id="{9DC9194C-5AC0-49CD-8460-D7401974F25F}"/>
              </a:ext>
            </a:extLst>
          </p:cNvPr>
          <p:cNvSpPr>
            <a:spLocks noGrp="1"/>
          </p:cNvSpPr>
          <p:nvPr/>
        </p:nvSpPr>
        <p:spPr>
          <a:xfrm>
            <a:off x="728506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3" name="F2_precision_recall_distributions_8167">
            <a:extLst>
              <a:ext uri="{FF2B5EF4-FFF2-40B4-BE49-F238E27FC236}">
                <a16:creationId xmlns:a16="http://schemas.microsoft.com/office/drawing/2014/main" id="{133CF50A-DB51-430A-A901-BA04F89F31D6}"/>
              </a:ext>
            </a:extLst>
          </p:cNvPr>
          <p:cNvSpPr>
            <a:spLocks noGrp="1"/>
          </p:cNvSpPr>
          <p:nvPr/>
        </p:nvSpPr>
        <p:spPr>
          <a:xfrm>
            <a:off x="729793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4" name="F2_precision_recall_distributions_8168">
            <a:extLst>
              <a:ext uri="{FF2B5EF4-FFF2-40B4-BE49-F238E27FC236}">
                <a16:creationId xmlns:a16="http://schemas.microsoft.com/office/drawing/2014/main" id="{B1C3A87E-F63C-440E-9320-72D67CB78BC4}"/>
              </a:ext>
            </a:extLst>
          </p:cNvPr>
          <p:cNvSpPr>
            <a:spLocks noGrp="1"/>
          </p:cNvSpPr>
          <p:nvPr/>
        </p:nvSpPr>
        <p:spPr>
          <a:xfrm>
            <a:off x="698477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5" name="F2_precision_recall_distributions_8169">
            <a:extLst>
              <a:ext uri="{FF2B5EF4-FFF2-40B4-BE49-F238E27FC236}">
                <a16:creationId xmlns:a16="http://schemas.microsoft.com/office/drawing/2014/main" id="{5DC1A42F-99AE-49CE-9218-621581467772}"/>
              </a:ext>
            </a:extLst>
          </p:cNvPr>
          <p:cNvSpPr>
            <a:spLocks noGrp="1"/>
          </p:cNvSpPr>
          <p:nvPr/>
        </p:nvSpPr>
        <p:spPr>
          <a:xfrm>
            <a:off x="6992035" y="74378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6" name="F2_precision_recall_distributions_8170">
            <a:extLst>
              <a:ext uri="{FF2B5EF4-FFF2-40B4-BE49-F238E27FC236}">
                <a16:creationId xmlns:a16="http://schemas.microsoft.com/office/drawing/2014/main" id="{3F74AF58-E29F-4FA6-A5FA-F35CF908547B}"/>
              </a:ext>
            </a:extLst>
          </p:cNvPr>
          <p:cNvSpPr>
            <a:spLocks noGrp="1"/>
          </p:cNvSpPr>
          <p:nvPr/>
        </p:nvSpPr>
        <p:spPr>
          <a:xfrm>
            <a:off x="719341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7" name="F2_precision_recall_distributions_8171">
            <a:extLst>
              <a:ext uri="{FF2B5EF4-FFF2-40B4-BE49-F238E27FC236}">
                <a16:creationId xmlns:a16="http://schemas.microsoft.com/office/drawing/2014/main" id="{BE5B404C-4392-4D5B-A9AB-60C2AAA6B231}"/>
              </a:ext>
            </a:extLst>
          </p:cNvPr>
          <p:cNvSpPr>
            <a:spLocks noGrp="1"/>
          </p:cNvSpPr>
          <p:nvPr/>
        </p:nvSpPr>
        <p:spPr>
          <a:xfrm>
            <a:off x="7246366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8" name="F2_precision_recall_distributions_8172">
            <a:extLst>
              <a:ext uri="{FF2B5EF4-FFF2-40B4-BE49-F238E27FC236}">
                <a16:creationId xmlns:a16="http://schemas.microsoft.com/office/drawing/2014/main" id="{C9D76968-233E-4740-94C6-E2BB6B0FEB2A}"/>
              </a:ext>
            </a:extLst>
          </p:cNvPr>
          <p:cNvSpPr>
            <a:spLocks noGrp="1"/>
          </p:cNvSpPr>
          <p:nvPr/>
        </p:nvSpPr>
        <p:spPr>
          <a:xfrm>
            <a:off x="698282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9" name="F2_precision_recall_distributions_8173">
            <a:extLst>
              <a:ext uri="{FF2B5EF4-FFF2-40B4-BE49-F238E27FC236}">
                <a16:creationId xmlns:a16="http://schemas.microsoft.com/office/drawing/2014/main" id="{CBA306B4-ED62-4784-BD7D-435EB4D6839A}"/>
              </a:ext>
            </a:extLst>
          </p:cNvPr>
          <p:cNvSpPr>
            <a:spLocks noGrp="1"/>
          </p:cNvSpPr>
          <p:nvPr/>
        </p:nvSpPr>
        <p:spPr>
          <a:xfrm>
            <a:off x="6967293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0" name="F2_precision_recall_distributions_8174">
            <a:extLst>
              <a:ext uri="{FF2B5EF4-FFF2-40B4-BE49-F238E27FC236}">
                <a16:creationId xmlns:a16="http://schemas.microsoft.com/office/drawing/2014/main" id="{A1D1423E-ABDC-4269-A04A-9A17425E318F}"/>
              </a:ext>
            </a:extLst>
          </p:cNvPr>
          <p:cNvSpPr>
            <a:spLocks noGrp="1"/>
          </p:cNvSpPr>
          <p:nvPr/>
        </p:nvSpPr>
        <p:spPr>
          <a:xfrm>
            <a:off x="7253337" y="713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1" name="F2_precision_recall_distributions_8175">
            <a:extLst>
              <a:ext uri="{FF2B5EF4-FFF2-40B4-BE49-F238E27FC236}">
                <a16:creationId xmlns:a16="http://schemas.microsoft.com/office/drawing/2014/main" id="{7234B454-B050-40EF-BBF8-84C97DFB76CC}"/>
              </a:ext>
            </a:extLst>
          </p:cNvPr>
          <p:cNvSpPr>
            <a:spLocks noGrp="1"/>
          </p:cNvSpPr>
          <p:nvPr/>
        </p:nvSpPr>
        <p:spPr>
          <a:xfrm>
            <a:off x="7094075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2" name="F2_precision_recall_distributions_8176">
            <a:extLst>
              <a:ext uri="{FF2B5EF4-FFF2-40B4-BE49-F238E27FC236}">
                <a16:creationId xmlns:a16="http://schemas.microsoft.com/office/drawing/2014/main" id="{9306A49E-153A-44F6-9D14-FA6349465914}"/>
              </a:ext>
            </a:extLst>
          </p:cNvPr>
          <p:cNvSpPr>
            <a:spLocks noGrp="1"/>
          </p:cNvSpPr>
          <p:nvPr/>
        </p:nvSpPr>
        <p:spPr>
          <a:xfrm>
            <a:off x="7302300" y="74968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3" name="F2_precision_recall_distributions_8177">
            <a:extLst>
              <a:ext uri="{FF2B5EF4-FFF2-40B4-BE49-F238E27FC236}">
                <a16:creationId xmlns:a16="http://schemas.microsoft.com/office/drawing/2014/main" id="{0FBF4E56-3010-444D-B6A2-50760AEC010C}"/>
              </a:ext>
            </a:extLst>
          </p:cNvPr>
          <p:cNvSpPr>
            <a:spLocks noGrp="1"/>
          </p:cNvSpPr>
          <p:nvPr/>
        </p:nvSpPr>
        <p:spPr>
          <a:xfrm>
            <a:off x="712787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4" name="F2_precision_recall_distributions_8178">
            <a:extLst>
              <a:ext uri="{FF2B5EF4-FFF2-40B4-BE49-F238E27FC236}">
                <a16:creationId xmlns:a16="http://schemas.microsoft.com/office/drawing/2014/main" id="{34CF5D65-0163-4999-A99B-D068FF2DE32A}"/>
              </a:ext>
            </a:extLst>
          </p:cNvPr>
          <p:cNvSpPr>
            <a:spLocks noGrp="1"/>
          </p:cNvSpPr>
          <p:nvPr/>
        </p:nvSpPr>
        <p:spPr>
          <a:xfrm>
            <a:off x="723256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5" name="F2_precision_recall_distributions_8179">
            <a:extLst>
              <a:ext uri="{FF2B5EF4-FFF2-40B4-BE49-F238E27FC236}">
                <a16:creationId xmlns:a16="http://schemas.microsoft.com/office/drawing/2014/main" id="{7980D611-1B10-4F3D-A51E-2746C55173D0}"/>
              </a:ext>
            </a:extLst>
          </p:cNvPr>
          <p:cNvSpPr>
            <a:spLocks noGrp="1"/>
          </p:cNvSpPr>
          <p:nvPr/>
        </p:nvSpPr>
        <p:spPr>
          <a:xfrm>
            <a:off x="709792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6" name="F2_precision_recall_distributions_8180">
            <a:extLst>
              <a:ext uri="{FF2B5EF4-FFF2-40B4-BE49-F238E27FC236}">
                <a16:creationId xmlns:a16="http://schemas.microsoft.com/office/drawing/2014/main" id="{616EB9A1-839E-48DA-8A69-80765EFA96AC}"/>
              </a:ext>
            </a:extLst>
          </p:cNvPr>
          <p:cNvSpPr>
            <a:spLocks noGrp="1"/>
          </p:cNvSpPr>
          <p:nvPr/>
        </p:nvSpPr>
        <p:spPr>
          <a:xfrm>
            <a:off x="6980909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7" name="F2_precision_recall_distributions_8181">
            <a:extLst>
              <a:ext uri="{FF2B5EF4-FFF2-40B4-BE49-F238E27FC236}">
                <a16:creationId xmlns:a16="http://schemas.microsoft.com/office/drawing/2014/main" id="{F548518A-D111-4C99-B09E-569AF20F9563}"/>
              </a:ext>
            </a:extLst>
          </p:cNvPr>
          <p:cNvSpPr>
            <a:spLocks noGrp="1"/>
          </p:cNvSpPr>
          <p:nvPr/>
        </p:nvSpPr>
        <p:spPr>
          <a:xfrm>
            <a:off x="6990833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8" name="F2_precision_recall_distributions_8182">
            <a:extLst>
              <a:ext uri="{FF2B5EF4-FFF2-40B4-BE49-F238E27FC236}">
                <a16:creationId xmlns:a16="http://schemas.microsoft.com/office/drawing/2014/main" id="{CBA0F6C3-F38E-48E3-916E-17FF5AFA6C40}"/>
              </a:ext>
            </a:extLst>
          </p:cNvPr>
          <p:cNvSpPr>
            <a:spLocks noGrp="1"/>
          </p:cNvSpPr>
          <p:nvPr/>
        </p:nvSpPr>
        <p:spPr>
          <a:xfrm>
            <a:off x="7296099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9" name="F2_precision_recall_distributions_8183">
            <a:extLst>
              <a:ext uri="{FF2B5EF4-FFF2-40B4-BE49-F238E27FC236}">
                <a16:creationId xmlns:a16="http://schemas.microsoft.com/office/drawing/2014/main" id="{3717779D-5990-4F1E-9C38-57DB8E34273C}"/>
              </a:ext>
            </a:extLst>
          </p:cNvPr>
          <p:cNvSpPr>
            <a:spLocks noGrp="1"/>
          </p:cNvSpPr>
          <p:nvPr/>
        </p:nvSpPr>
        <p:spPr>
          <a:xfrm>
            <a:off x="711583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0" name="F2_precision_recall_distributions_8184">
            <a:extLst>
              <a:ext uri="{FF2B5EF4-FFF2-40B4-BE49-F238E27FC236}">
                <a16:creationId xmlns:a16="http://schemas.microsoft.com/office/drawing/2014/main" id="{54920248-A302-4C9B-AB81-5E6BA1EEDEEE}"/>
              </a:ext>
            </a:extLst>
          </p:cNvPr>
          <p:cNvSpPr>
            <a:spLocks noGrp="1"/>
          </p:cNvSpPr>
          <p:nvPr/>
        </p:nvSpPr>
        <p:spPr>
          <a:xfrm>
            <a:off x="705888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1" name="F2_precision_recall_distributions_8185">
            <a:extLst>
              <a:ext uri="{FF2B5EF4-FFF2-40B4-BE49-F238E27FC236}">
                <a16:creationId xmlns:a16="http://schemas.microsoft.com/office/drawing/2014/main" id="{A7853A2B-016B-44C0-97A2-62EF43EECC7E}"/>
              </a:ext>
            </a:extLst>
          </p:cNvPr>
          <p:cNvSpPr>
            <a:spLocks noGrp="1"/>
          </p:cNvSpPr>
          <p:nvPr/>
        </p:nvSpPr>
        <p:spPr>
          <a:xfrm>
            <a:off x="7222707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2" name="F2_precision_recall_distributions_8186">
            <a:extLst>
              <a:ext uri="{FF2B5EF4-FFF2-40B4-BE49-F238E27FC236}">
                <a16:creationId xmlns:a16="http://schemas.microsoft.com/office/drawing/2014/main" id="{0523E95B-C61A-48CD-B82E-0E12D7DF4AE0}"/>
              </a:ext>
            </a:extLst>
          </p:cNvPr>
          <p:cNvSpPr>
            <a:spLocks noGrp="1"/>
          </p:cNvSpPr>
          <p:nvPr/>
        </p:nvSpPr>
        <p:spPr>
          <a:xfrm>
            <a:off x="711422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3" name="F2_precision_recall_distributions_8187">
            <a:extLst>
              <a:ext uri="{FF2B5EF4-FFF2-40B4-BE49-F238E27FC236}">
                <a16:creationId xmlns:a16="http://schemas.microsoft.com/office/drawing/2014/main" id="{E6435AE2-FB24-4652-9E3D-1ADD06A4C4F4}"/>
              </a:ext>
            </a:extLst>
          </p:cNvPr>
          <p:cNvSpPr>
            <a:spLocks noGrp="1"/>
          </p:cNvSpPr>
          <p:nvPr/>
        </p:nvSpPr>
        <p:spPr>
          <a:xfrm>
            <a:off x="727689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4" name="F2_precision_recall_distributions_8188">
            <a:extLst>
              <a:ext uri="{FF2B5EF4-FFF2-40B4-BE49-F238E27FC236}">
                <a16:creationId xmlns:a16="http://schemas.microsoft.com/office/drawing/2014/main" id="{FD8FD975-9399-436E-9BA7-3EBDD24C9C64}"/>
              </a:ext>
            </a:extLst>
          </p:cNvPr>
          <p:cNvSpPr>
            <a:spLocks noGrp="1"/>
          </p:cNvSpPr>
          <p:nvPr/>
        </p:nvSpPr>
        <p:spPr>
          <a:xfrm>
            <a:off x="6989695" y="74513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5" name="F2_precision_recall_distributions_8189">
            <a:extLst>
              <a:ext uri="{FF2B5EF4-FFF2-40B4-BE49-F238E27FC236}">
                <a16:creationId xmlns:a16="http://schemas.microsoft.com/office/drawing/2014/main" id="{78D5AC27-95FA-4301-AC80-F791944DBEEC}"/>
              </a:ext>
            </a:extLst>
          </p:cNvPr>
          <p:cNvSpPr>
            <a:spLocks noGrp="1"/>
          </p:cNvSpPr>
          <p:nvPr/>
        </p:nvSpPr>
        <p:spPr>
          <a:xfrm>
            <a:off x="7243134" y="70875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6" name="F2_precision_recall_distributions_8190">
            <a:extLst>
              <a:ext uri="{FF2B5EF4-FFF2-40B4-BE49-F238E27FC236}">
                <a16:creationId xmlns:a16="http://schemas.microsoft.com/office/drawing/2014/main" id="{73D4FCAF-C306-4E99-819E-BB2D2E2369E3}"/>
              </a:ext>
            </a:extLst>
          </p:cNvPr>
          <p:cNvSpPr>
            <a:spLocks noGrp="1"/>
          </p:cNvSpPr>
          <p:nvPr/>
        </p:nvSpPr>
        <p:spPr>
          <a:xfrm>
            <a:off x="729185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7" name="F2_precision_recall_distributions_8191">
            <a:extLst>
              <a:ext uri="{FF2B5EF4-FFF2-40B4-BE49-F238E27FC236}">
                <a16:creationId xmlns:a16="http://schemas.microsoft.com/office/drawing/2014/main" id="{6551392A-0752-4457-B0AC-5B54C047D758}"/>
              </a:ext>
            </a:extLst>
          </p:cNvPr>
          <p:cNvSpPr>
            <a:spLocks noGrp="1"/>
          </p:cNvSpPr>
          <p:nvPr/>
        </p:nvSpPr>
        <p:spPr>
          <a:xfrm>
            <a:off x="7223659" y="75516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8" name="F2_precision_recall_distributions_8192">
            <a:extLst>
              <a:ext uri="{FF2B5EF4-FFF2-40B4-BE49-F238E27FC236}">
                <a16:creationId xmlns:a16="http://schemas.microsoft.com/office/drawing/2014/main" id="{16555E52-2465-46EF-B7AA-D88290E460C2}"/>
              </a:ext>
            </a:extLst>
          </p:cNvPr>
          <p:cNvSpPr>
            <a:spLocks noGrp="1"/>
          </p:cNvSpPr>
          <p:nvPr/>
        </p:nvSpPr>
        <p:spPr>
          <a:xfrm>
            <a:off x="7023110" y="76453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9" name="F2_precision_recall_distributions_8193">
            <a:extLst>
              <a:ext uri="{FF2B5EF4-FFF2-40B4-BE49-F238E27FC236}">
                <a16:creationId xmlns:a16="http://schemas.microsoft.com/office/drawing/2014/main" id="{13274422-9644-448A-9403-2AA53526194E}"/>
              </a:ext>
            </a:extLst>
          </p:cNvPr>
          <p:cNvSpPr>
            <a:spLocks noGrp="1"/>
          </p:cNvSpPr>
          <p:nvPr/>
        </p:nvSpPr>
        <p:spPr>
          <a:xfrm>
            <a:off x="728542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0" name="F2_precision_recall_distributions_8194">
            <a:extLst>
              <a:ext uri="{FF2B5EF4-FFF2-40B4-BE49-F238E27FC236}">
                <a16:creationId xmlns:a16="http://schemas.microsoft.com/office/drawing/2014/main" id="{B9D35527-B473-4D85-A5CF-0936C12B86F0}"/>
              </a:ext>
            </a:extLst>
          </p:cNvPr>
          <p:cNvSpPr>
            <a:spLocks noGrp="1"/>
          </p:cNvSpPr>
          <p:nvPr/>
        </p:nvSpPr>
        <p:spPr>
          <a:xfrm>
            <a:off x="719346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1" name="F2_precision_recall_distributions_8195">
            <a:extLst>
              <a:ext uri="{FF2B5EF4-FFF2-40B4-BE49-F238E27FC236}">
                <a16:creationId xmlns:a16="http://schemas.microsoft.com/office/drawing/2014/main" id="{D34B432D-21C9-4443-B5B4-41A0716D2F9D}"/>
              </a:ext>
            </a:extLst>
          </p:cNvPr>
          <p:cNvSpPr>
            <a:spLocks noGrp="1"/>
          </p:cNvSpPr>
          <p:nvPr/>
        </p:nvSpPr>
        <p:spPr>
          <a:xfrm>
            <a:off x="703043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2" name="F2_precision_recall_distributions_8196">
            <a:extLst>
              <a:ext uri="{FF2B5EF4-FFF2-40B4-BE49-F238E27FC236}">
                <a16:creationId xmlns:a16="http://schemas.microsoft.com/office/drawing/2014/main" id="{BECD1BB3-1449-4BB9-AAF0-D7EA0B30C64B}"/>
              </a:ext>
            </a:extLst>
          </p:cNvPr>
          <p:cNvSpPr>
            <a:spLocks noGrp="1"/>
          </p:cNvSpPr>
          <p:nvPr/>
        </p:nvSpPr>
        <p:spPr>
          <a:xfrm>
            <a:off x="725480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3" name="F2_precision_recall_distributions_8197">
            <a:extLst>
              <a:ext uri="{FF2B5EF4-FFF2-40B4-BE49-F238E27FC236}">
                <a16:creationId xmlns:a16="http://schemas.microsoft.com/office/drawing/2014/main" id="{861FABE3-A9C5-497B-8A3C-04A69618FC83}"/>
              </a:ext>
            </a:extLst>
          </p:cNvPr>
          <p:cNvSpPr>
            <a:spLocks noGrp="1"/>
          </p:cNvSpPr>
          <p:nvPr/>
        </p:nvSpPr>
        <p:spPr>
          <a:xfrm>
            <a:off x="718208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4" name="F2_precision_recall_distributions_8198">
            <a:extLst>
              <a:ext uri="{FF2B5EF4-FFF2-40B4-BE49-F238E27FC236}">
                <a16:creationId xmlns:a16="http://schemas.microsoft.com/office/drawing/2014/main" id="{BC389C36-0D14-43C8-AB29-21098928110A}"/>
              </a:ext>
            </a:extLst>
          </p:cNvPr>
          <p:cNvSpPr>
            <a:spLocks noGrp="1"/>
          </p:cNvSpPr>
          <p:nvPr/>
        </p:nvSpPr>
        <p:spPr>
          <a:xfrm>
            <a:off x="712106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5" name="F2_precision_recall_distributions_8199">
            <a:extLst>
              <a:ext uri="{FF2B5EF4-FFF2-40B4-BE49-F238E27FC236}">
                <a16:creationId xmlns:a16="http://schemas.microsoft.com/office/drawing/2014/main" id="{4A51B771-18AA-414F-8792-B2150B911725}"/>
              </a:ext>
            </a:extLst>
          </p:cNvPr>
          <p:cNvSpPr>
            <a:spLocks noGrp="1"/>
          </p:cNvSpPr>
          <p:nvPr/>
        </p:nvSpPr>
        <p:spPr>
          <a:xfrm>
            <a:off x="7283327" y="77967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6" name="F2_precision_recall_distributions_8200">
            <a:extLst>
              <a:ext uri="{FF2B5EF4-FFF2-40B4-BE49-F238E27FC236}">
                <a16:creationId xmlns:a16="http://schemas.microsoft.com/office/drawing/2014/main" id="{426F2D0E-D4E8-4768-BAFA-87DD8EA57A57}"/>
              </a:ext>
            </a:extLst>
          </p:cNvPr>
          <p:cNvSpPr>
            <a:spLocks noGrp="1"/>
          </p:cNvSpPr>
          <p:nvPr/>
        </p:nvSpPr>
        <p:spPr>
          <a:xfrm>
            <a:off x="707568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7" name="F2_precision_recall_distributions_8201">
            <a:extLst>
              <a:ext uri="{FF2B5EF4-FFF2-40B4-BE49-F238E27FC236}">
                <a16:creationId xmlns:a16="http://schemas.microsoft.com/office/drawing/2014/main" id="{29C7ED6E-394E-4798-BB3C-3330CC5603F7}"/>
              </a:ext>
            </a:extLst>
          </p:cNvPr>
          <p:cNvSpPr>
            <a:spLocks noGrp="1"/>
          </p:cNvSpPr>
          <p:nvPr/>
        </p:nvSpPr>
        <p:spPr>
          <a:xfrm>
            <a:off x="732173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8" name="F2_precision_recall_distributions_8202">
            <a:extLst>
              <a:ext uri="{FF2B5EF4-FFF2-40B4-BE49-F238E27FC236}">
                <a16:creationId xmlns:a16="http://schemas.microsoft.com/office/drawing/2014/main" id="{29BB53FF-9A07-4F6F-88CA-65B3F9A549F7}"/>
              </a:ext>
            </a:extLst>
          </p:cNvPr>
          <p:cNvSpPr>
            <a:spLocks noGrp="1"/>
          </p:cNvSpPr>
          <p:nvPr/>
        </p:nvSpPr>
        <p:spPr>
          <a:xfrm>
            <a:off x="7992389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507" y="842186"/>
                </a:lnTo>
                <a:lnTo>
                  <a:pt x="21478" y="835606"/>
                </a:lnTo>
                <a:lnTo>
                  <a:pt x="46347" y="829027"/>
                </a:lnTo>
                <a:lnTo>
                  <a:pt x="77789" y="822447"/>
                </a:lnTo>
                <a:lnTo>
                  <a:pt x="113076" y="815868"/>
                </a:lnTo>
                <a:lnTo>
                  <a:pt x="149463" y="809288"/>
                </a:lnTo>
                <a:lnTo>
                  <a:pt x="184528" y="802708"/>
                </a:lnTo>
                <a:lnTo>
                  <a:pt x="216412" y="796129"/>
                </a:lnTo>
                <a:lnTo>
                  <a:pt x="243931" y="789549"/>
                </a:lnTo>
                <a:lnTo>
                  <a:pt x="266566" y="782970"/>
                </a:lnTo>
                <a:lnTo>
                  <a:pt x="284360" y="776390"/>
                </a:lnTo>
                <a:lnTo>
                  <a:pt x="297766" y="769811"/>
                </a:lnTo>
                <a:lnTo>
                  <a:pt x="307471" y="763231"/>
                </a:lnTo>
                <a:lnTo>
                  <a:pt x="314254" y="756651"/>
                </a:lnTo>
                <a:lnTo>
                  <a:pt x="318867" y="750072"/>
                </a:lnTo>
                <a:lnTo>
                  <a:pt x="321964" y="743492"/>
                </a:lnTo>
                <a:lnTo>
                  <a:pt x="324064" y="736913"/>
                </a:lnTo>
                <a:lnTo>
                  <a:pt x="325549" y="730333"/>
                </a:lnTo>
                <a:lnTo>
                  <a:pt x="326677" y="723754"/>
                </a:lnTo>
                <a:lnTo>
                  <a:pt x="327603" y="717174"/>
                </a:lnTo>
                <a:lnTo>
                  <a:pt x="328409" y="710594"/>
                </a:lnTo>
                <a:lnTo>
                  <a:pt x="329128" y="704015"/>
                </a:lnTo>
                <a:lnTo>
                  <a:pt x="329764" y="697435"/>
                </a:lnTo>
                <a:lnTo>
                  <a:pt x="330313" y="690856"/>
                </a:lnTo>
                <a:lnTo>
                  <a:pt x="330768" y="684276"/>
                </a:lnTo>
                <a:lnTo>
                  <a:pt x="331127" y="677697"/>
                </a:lnTo>
                <a:lnTo>
                  <a:pt x="331399" y="671117"/>
                </a:lnTo>
                <a:lnTo>
                  <a:pt x="331595" y="664537"/>
                </a:lnTo>
                <a:lnTo>
                  <a:pt x="331734" y="657958"/>
                </a:lnTo>
                <a:lnTo>
                  <a:pt x="331833" y="651378"/>
                </a:lnTo>
                <a:lnTo>
                  <a:pt x="331907" y="644799"/>
                </a:lnTo>
                <a:lnTo>
                  <a:pt x="331967" y="638219"/>
                </a:lnTo>
                <a:lnTo>
                  <a:pt x="332015" y="631639"/>
                </a:lnTo>
                <a:lnTo>
                  <a:pt x="332049" y="625060"/>
                </a:lnTo>
                <a:lnTo>
                  <a:pt x="332063" y="618480"/>
                </a:lnTo>
                <a:lnTo>
                  <a:pt x="332050" y="611901"/>
                </a:lnTo>
                <a:lnTo>
                  <a:pt x="332006" y="605321"/>
                </a:lnTo>
                <a:lnTo>
                  <a:pt x="331936" y="598742"/>
                </a:lnTo>
                <a:lnTo>
                  <a:pt x="331850" y="592162"/>
                </a:lnTo>
                <a:lnTo>
                  <a:pt x="331769" y="585582"/>
                </a:lnTo>
                <a:lnTo>
                  <a:pt x="331717" y="579003"/>
                </a:lnTo>
                <a:lnTo>
                  <a:pt x="331720" y="572423"/>
                </a:lnTo>
                <a:lnTo>
                  <a:pt x="331798" y="565844"/>
                </a:lnTo>
                <a:lnTo>
                  <a:pt x="331962" y="559264"/>
                </a:lnTo>
                <a:lnTo>
                  <a:pt x="332214" y="552685"/>
                </a:lnTo>
                <a:lnTo>
                  <a:pt x="332541" y="546105"/>
                </a:lnTo>
                <a:lnTo>
                  <a:pt x="332921" y="539525"/>
                </a:lnTo>
                <a:lnTo>
                  <a:pt x="333327" y="532946"/>
                </a:lnTo>
                <a:lnTo>
                  <a:pt x="333726" y="526366"/>
                </a:lnTo>
                <a:lnTo>
                  <a:pt x="334088" y="519787"/>
                </a:lnTo>
                <a:lnTo>
                  <a:pt x="334381" y="513207"/>
                </a:lnTo>
                <a:lnTo>
                  <a:pt x="334579" y="506627"/>
                </a:lnTo>
                <a:lnTo>
                  <a:pt x="334656" y="500048"/>
                </a:lnTo>
                <a:lnTo>
                  <a:pt x="334590" y="493468"/>
                </a:lnTo>
                <a:lnTo>
                  <a:pt x="334368" y="486889"/>
                </a:lnTo>
                <a:lnTo>
                  <a:pt x="333982" y="480309"/>
                </a:lnTo>
                <a:lnTo>
                  <a:pt x="333436" y="473730"/>
                </a:lnTo>
                <a:lnTo>
                  <a:pt x="332752" y="467150"/>
                </a:lnTo>
                <a:lnTo>
                  <a:pt x="331967" y="460570"/>
                </a:lnTo>
                <a:lnTo>
                  <a:pt x="331136" y="453991"/>
                </a:lnTo>
                <a:lnTo>
                  <a:pt x="330325" y="447411"/>
                </a:lnTo>
                <a:lnTo>
                  <a:pt x="329606" y="440832"/>
                </a:lnTo>
                <a:lnTo>
                  <a:pt x="329050" y="434252"/>
                </a:lnTo>
                <a:lnTo>
                  <a:pt x="328709" y="427673"/>
                </a:lnTo>
                <a:lnTo>
                  <a:pt x="328620" y="421093"/>
                </a:lnTo>
                <a:lnTo>
                  <a:pt x="328789" y="414513"/>
                </a:lnTo>
                <a:lnTo>
                  <a:pt x="329200" y="407934"/>
                </a:lnTo>
                <a:lnTo>
                  <a:pt x="329813" y="401354"/>
                </a:lnTo>
                <a:lnTo>
                  <a:pt x="330571" y="394775"/>
                </a:lnTo>
                <a:lnTo>
                  <a:pt x="331415" y="388195"/>
                </a:lnTo>
                <a:lnTo>
                  <a:pt x="332284" y="381616"/>
                </a:lnTo>
                <a:lnTo>
                  <a:pt x="333125" y="375036"/>
                </a:lnTo>
                <a:lnTo>
                  <a:pt x="333898" y="368456"/>
                </a:lnTo>
                <a:lnTo>
                  <a:pt x="334576" y="361877"/>
                </a:lnTo>
                <a:lnTo>
                  <a:pt x="335144" y="355297"/>
                </a:lnTo>
                <a:lnTo>
                  <a:pt x="335597" y="348718"/>
                </a:lnTo>
                <a:lnTo>
                  <a:pt x="335938" y="342138"/>
                </a:lnTo>
                <a:lnTo>
                  <a:pt x="336176" y="335558"/>
                </a:lnTo>
                <a:lnTo>
                  <a:pt x="336322" y="328979"/>
                </a:lnTo>
                <a:lnTo>
                  <a:pt x="336393" y="322399"/>
                </a:lnTo>
                <a:lnTo>
                  <a:pt x="336405" y="315820"/>
                </a:lnTo>
                <a:lnTo>
                  <a:pt x="336376" y="309240"/>
                </a:lnTo>
                <a:lnTo>
                  <a:pt x="336322" y="302661"/>
                </a:lnTo>
                <a:lnTo>
                  <a:pt x="336259" y="296081"/>
                </a:lnTo>
                <a:lnTo>
                  <a:pt x="336200" y="289501"/>
                </a:lnTo>
                <a:lnTo>
                  <a:pt x="336152" y="282922"/>
                </a:lnTo>
                <a:lnTo>
                  <a:pt x="336118" y="276342"/>
                </a:lnTo>
                <a:lnTo>
                  <a:pt x="336099" y="269763"/>
                </a:lnTo>
                <a:lnTo>
                  <a:pt x="336091" y="263183"/>
                </a:lnTo>
                <a:lnTo>
                  <a:pt x="336090" y="256604"/>
                </a:lnTo>
                <a:lnTo>
                  <a:pt x="336091" y="250024"/>
                </a:lnTo>
                <a:lnTo>
                  <a:pt x="336092" y="243444"/>
                </a:lnTo>
                <a:lnTo>
                  <a:pt x="336094" y="236865"/>
                </a:lnTo>
                <a:lnTo>
                  <a:pt x="336101" y="230285"/>
                </a:lnTo>
                <a:lnTo>
                  <a:pt x="336118" y="223706"/>
                </a:lnTo>
                <a:lnTo>
                  <a:pt x="336151" y="217126"/>
                </a:lnTo>
                <a:lnTo>
                  <a:pt x="336206" y="210546"/>
                </a:lnTo>
                <a:lnTo>
                  <a:pt x="336285" y="203967"/>
                </a:lnTo>
                <a:lnTo>
                  <a:pt x="336388" y="197387"/>
                </a:lnTo>
                <a:lnTo>
                  <a:pt x="336511" y="190808"/>
                </a:lnTo>
                <a:lnTo>
                  <a:pt x="336647" y="184228"/>
                </a:lnTo>
                <a:lnTo>
                  <a:pt x="336789" y="177649"/>
                </a:lnTo>
                <a:lnTo>
                  <a:pt x="336928" y="171069"/>
                </a:lnTo>
                <a:lnTo>
                  <a:pt x="337057" y="164489"/>
                </a:lnTo>
                <a:lnTo>
                  <a:pt x="337172" y="157910"/>
                </a:lnTo>
                <a:lnTo>
                  <a:pt x="337268" y="151330"/>
                </a:lnTo>
                <a:lnTo>
                  <a:pt x="337344" y="144751"/>
                </a:lnTo>
                <a:lnTo>
                  <a:pt x="337399" y="138171"/>
                </a:lnTo>
                <a:lnTo>
                  <a:pt x="337433" y="131592"/>
                </a:lnTo>
                <a:lnTo>
                  <a:pt x="337446" y="125012"/>
                </a:lnTo>
                <a:lnTo>
                  <a:pt x="337434" y="118432"/>
                </a:lnTo>
                <a:lnTo>
                  <a:pt x="337391" y="111853"/>
                </a:lnTo>
                <a:lnTo>
                  <a:pt x="337308" y="105273"/>
                </a:lnTo>
                <a:lnTo>
                  <a:pt x="337168" y="98694"/>
                </a:lnTo>
                <a:lnTo>
                  <a:pt x="336951" y="92114"/>
                </a:lnTo>
                <a:lnTo>
                  <a:pt x="336632" y="85535"/>
                </a:lnTo>
                <a:lnTo>
                  <a:pt x="336182" y="78955"/>
                </a:lnTo>
                <a:lnTo>
                  <a:pt x="335572" y="72375"/>
                </a:lnTo>
                <a:lnTo>
                  <a:pt x="334779" y="65796"/>
                </a:lnTo>
                <a:lnTo>
                  <a:pt x="333789" y="59216"/>
                </a:lnTo>
                <a:lnTo>
                  <a:pt x="332604" y="52637"/>
                </a:lnTo>
                <a:lnTo>
                  <a:pt x="331250" y="46057"/>
                </a:lnTo>
                <a:lnTo>
                  <a:pt x="329779" y="39477"/>
                </a:lnTo>
                <a:lnTo>
                  <a:pt x="328268" y="32898"/>
                </a:lnTo>
                <a:lnTo>
                  <a:pt x="326814" y="26318"/>
                </a:lnTo>
                <a:lnTo>
                  <a:pt x="325527" y="19739"/>
                </a:lnTo>
                <a:lnTo>
                  <a:pt x="324514" y="13159"/>
                </a:lnTo>
                <a:lnTo>
                  <a:pt x="323865" y="6580"/>
                </a:lnTo>
                <a:lnTo>
                  <a:pt x="323642" y="0"/>
                </a:lnTo>
                <a:lnTo>
                  <a:pt x="351454" y="0"/>
                </a:lnTo>
                <a:lnTo>
                  <a:pt x="351454" y="0"/>
                </a:lnTo>
                <a:lnTo>
                  <a:pt x="351231" y="6580"/>
                </a:lnTo>
                <a:lnTo>
                  <a:pt x="350582" y="13159"/>
                </a:lnTo>
                <a:lnTo>
                  <a:pt x="349569" y="19739"/>
                </a:lnTo>
                <a:lnTo>
                  <a:pt x="348282" y="26318"/>
                </a:lnTo>
                <a:lnTo>
                  <a:pt x="346828" y="32898"/>
                </a:lnTo>
                <a:lnTo>
                  <a:pt x="345317" y="39477"/>
                </a:lnTo>
                <a:lnTo>
                  <a:pt x="343846" y="46057"/>
                </a:lnTo>
                <a:lnTo>
                  <a:pt x="342493" y="52637"/>
                </a:lnTo>
                <a:lnTo>
                  <a:pt x="341308" y="59216"/>
                </a:lnTo>
                <a:lnTo>
                  <a:pt x="340317" y="65796"/>
                </a:lnTo>
                <a:lnTo>
                  <a:pt x="339524" y="72375"/>
                </a:lnTo>
                <a:lnTo>
                  <a:pt x="338915" y="78955"/>
                </a:lnTo>
                <a:lnTo>
                  <a:pt x="338465" y="85535"/>
                </a:lnTo>
                <a:lnTo>
                  <a:pt x="338146" y="92114"/>
                </a:lnTo>
                <a:lnTo>
                  <a:pt x="337929" y="98694"/>
                </a:lnTo>
                <a:lnTo>
                  <a:pt x="337789" y="105273"/>
                </a:lnTo>
                <a:lnTo>
                  <a:pt x="337705" y="111853"/>
                </a:lnTo>
                <a:lnTo>
                  <a:pt x="337662" y="118432"/>
                </a:lnTo>
                <a:lnTo>
                  <a:pt x="337650" y="125012"/>
                </a:lnTo>
                <a:lnTo>
                  <a:pt x="337663" y="131592"/>
                </a:lnTo>
                <a:lnTo>
                  <a:pt x="337697" y="138171"/>
                </a:lnTo>
                <a:lnTo>
                  <a:pt x="337753" y="144751"/>
                </a:lnTo>
                <a:lnTo>
                  <a:pt x="337829" y="151330"/>
                </a:lnTo>
                <a:lnTo>
                  <a:pt x="337925" y="157910"/>
                </a:lnTo>
                <a:lnTo>
                  <a:pt x="338039" y="164489"/>
                </a:lnTo>
                <a:lnTo>
                  <a:pt x="338169" y="171069"/>
                </a:lnTo>
                <a:lnTo>
                  <a:pt x="338308" y="177649"/>
                </a:lnTo>
                <a:lnTo>
                  <a:pt x="338450" y="184228"/>
                </a:lnTo>
                <a:lnTo>
                  <a:pt x="338586" y="190808"/>
                </a:lnTo>
                <a:lnTo>
                  <a:pt x="338708" y="197387"/>
                </a:lnTo>
                <a:lnTo>
                  <a:pt x="338811" y="203967"/>
                </a:lnTo>
                <a:lnTo>
                  <a:pt x="338890" y="210546"/>
                </a:lnTo>
                <a:lnTo>
                  <a:pt x="338945" y="217126"/>
                </a:lnTo>
                <a:lnTo>
                  <a:pt x="338979" y="223706"/>
                </a:lnTo>
                <a:lnTo>
                  <a:pt x="338996" y="230285"/>
                </a:lnTo>
                <a:lnTo>
                  <a:pt x="339002" y="236865"/>
                </a:lnTo>
                <a:lnTo>
                  <a:pt x="339005" y="243444"/>
                </a:lnTo>
                <a:lnTo>
                  <a:pt x="339006" y="250024"/>
                </a:lnTo>
                <a:lnTo>
                  <a:pt x="339007" y="256604"/>
                </a:lnTo>
                <a:lnTo>
                  <a:pt x="339005" y="263183"/>
                </a:lnTo>
                <a:lnTo>
                  <a:pt x="338997" y="269763"/>
                </a:lnTo>
                <a:lnTo>
                  <a:pt x="338978" y="276342"/>
                </a:lnTo>
                <a:lnTo>
                  <a:pt x="338945" y="282922"/>
                </a:lnTo>
                <a:lnTo>
                  <a:pt x="338897" y="289501"/>
                </a:lnTo>
                <a:lnTo>
                  <a:pt x="338837" y="296081"/>
                </a:lnTo>
                <a:lnTo>
                  <a:pt x="338774" y="302661"/>
                </a:lnTo>
                <a:lnTo>
                  <a:pt x="338721" y="309240"/>
                </a:lnTo>
                <a:lnTo>
                  <a:pt x="338691" y="315820"/>
                </a:lnTo>
                <a:lnTo>
                  <a:pt x="338703" y="322399"/>
                </a:lnTo>
                <a:lnTo>
                  <a:pt x="338774" y="328979"/>
                </a:lnTo>
                <a:lnTo>
                  <a:pt x="338921" y="335558"/>
                </a:lnTo>
                <a:lnTo>
                  <a:pt x="339158" y="342138"/>
                </a:lnTo>
                <a:lnTo>
                  <a:pt x="339500" y="348718"/>
                </a:lnTo>
                <a:lnTo>
                  <a:pt x="339953" y="355297"/>
                </a:lnTo>
                <a:lnTo>
                  <a:pt x="340521" y="361877"/>
                </a:lnTo>
                <a:lnTo>
                  <a:pt x="341199" y="368456"/>
                </a:lnTo>
                <a:lnTo>
                  <a:pt x="341972" y="375036"/>
                </a:lnTo>
                <a:lnTo>
                  <a:pt x="342813" y="381616"/>
                </a:lnTo>
                <a:lnTo>
                  <a:pt x="343681" y="388195"/>
                </a:lnTo>
                <a:lnTo>
                  <a:pt x="344525" y="394775"/>
                </a:lnTo>
                <a:lnTo>
                  <a:pt x="345284" y="401354"/>
                </a:lnTo>
                <a:lnTo>
                  <a:pt x="345896" y="407934"/>
                </a:lnTo>
                <a:lnTo>
                  <a:pt x="346307" y="414513"/>
                </a:lnTo>
                <a:lnTo>
                  <a:pt x="346477" y="421093"/>
                </a:lnTo>
                <a:lnTo>
                  <a:pt x="346387" y="427673"/>
                </a:lnTo>
                <a:lnTo>
                  <a:pt x="346047" y="434252"/>
                </a:lnTo>
                <a:lnTo>
                  <a:pt x="345490" y="440832"/>
                </a:lnTo>
                <a:lnTo>
                  <a:pt x="344772" y="447411"/>
                </a:lnTo>
                <a:lnTo>
                  <a:pt x="343961" y="453991"/>
                </a:lnTo>
                <a:lnTo>
                  <a:pt x="343129" y="460570"/>
                </a:lnTo>
                <a:lnTo>
                  <a:pt x="342344" y="467150"/>
                </a:lnTo>
                <a:lnTo>
                  <a:pt x="341660" y="473730"/>
                </a:lnTo>
                <a:lnTo>
                  <a:pt x="341115" y="480309"/>
                </a:lnTo>
                <a:lnTo>
                  <a:pt x="340728" y="486889"/>
                </a:lnTo>
                <a:lnTo>
                  <a:pt x="340506" y="493468"/>
                </a:lnTo>
                <a:lnTo>
                  <a:pt x="340441" y="500048"/>
                </a:lnTo>
                <a:lnTo>
                  <a:pt x="340518" y="506627"/>
                </a:lnTo>
                <a:lnTo>
                  <a:pt x="340715" y="513207"/>
                </a:lnTo>
                <a:lnTo>
                  <a:pt x="341009" y="519787"/>
                </a:lnTo>
                <a:lnTo>
                  <a:pt x="341370" y="526366"/>
                </a:lnTo>
                <a:lnTo>
                  <a:pt x="341770" y="532946"/>
                </a:lnTo>
                <a:lnTo>
                  <a:pt x="342176" y="539525"/>
                </a:lnTo>
                <a:lnTo>
                  <a:pt x="342556" y="546105"/>
                </a:lnTo>
                <a:lnTo>
                  <a:pt x="342883" y="552685"/>
                </a:lnTo>
                <a:lnTo>
                  <a:pt x="343134" y="559264"/>
                </a:lnTo>
                <a:lnTo>
                  <a:pt x="343299" y="565844"/>
                </a:lnTo>
                <a:lnTo>
                  <a:pt x="343377" y="572423"/>
                </a:lnTo>
                <a:lnTo>
                  <a:pt x="343379" y="579003"/>
                </a:lnTo>
                <a:lnTo>
                  <a:pt x="343328" y="585582"/>
                </a:lnTo>
                <a:lnTo>
                  <a:pt x="343246" y="592162"/>
                </a:lnTo>
                <a:lnTo>
                  <a:pt x="343161" y="598742"/>
                </a:lnTo>
                <a:lnTo>
                  <a:pt x="343090" y="605321"/>
                </a:lnTo>
                <a:lnTo>
                  <a:pt x="343046" y="611901"/>
                </a:lnTo>
                <a:lnTo>
                  <a:pt x="343033" y="618480"/>
                </a:lnTo>
                <a:lnTo>
                  <a:pt x="343047" y="625060"/>
                </a:lnTo>
                <a:lnTo>
                  <a:pt x="343082" y="631639"/>
                </a:lnTo>
                <a:lnTo>
                  <a:pt x="343130" y="638219"/>
                </a:lnTo>
                <a:lnTo>
                  <a:pt x="343189" y="644799"/>
                </a:lnTo>
                <a:lnTo>
                  <a:pt x="343264" y="651378"/>
                </a:lnTo>
                <a:lnTo>
                  <a:pt x="343362" y="657958"/>
                </a:lnTo>
                <a:lnTo>
                  <a:pt x="343501" y="664537"/>
                </a:lnTo>
                <a:lnTo>
                  <a:pt x="343698" y="671117"/>
                </a:lnTo>
                <a:lnTo>
                  <a:pt x="343969" y="677697"/>
                </a:lnTo>
                <a:lnTo>
                  <a:pt x="344329" y="684276"/>
                </a:lnTo>
                <a:lnTo>
                  <a:pt x="344784" y="690856"/>
                </a:lnTo>
                <a:lnTo>
                  <a:pt x="345332" y="697435"/>
                </a:lnTo>
                <a:lnTo>
                  <a:pt x="345969" y="704015"/>
                </a:lnTo>
                <a:lnTo>
                  <a:pt x="346687" y="710594"/>
                </a:lnTo>
                <a:lnTo>
                  <a:pt x="347493" y="717174"/>
                </a:lnTo>
                <a:lnTo>
                  <a:pt x="348419" y="723754"/>
                </a:lnTo>
                <a:lnTo>
                  <a:pt x="349547" y="730333"/>
                </a:lnTo>
                <a:lnTo>
                  <a:pt x="351033" y="736913"/>
                </a:lnTo>
                <a:lnTo>
                  <a:pt x="353133" y="743492"/>
                </a:lnTo>
                <a:lnTo>
                  <a:pt x="356229" y="750072"/>
                </a:lnTo>
                <a:lnTo>
                  <a:pt x="360842" y="756651"/>
                </a:lnTo>
                <a:lnTo>
                  <a:pt x="367625" y="763231"/>
                </a:lnTo>
                <a:lnTo>
                  <a:pt x="377331" y="769811"/>
                </a:lnTo>
                <a:lnTo>
                  <a:pt x="390736" y="776390"/>
                </a:lnTo>
                <a:lnTo>
                  <a:pt x="408531" y="782970"/>
                </a:lnTo>
                <a:lnTo>
                  <a:pt x="431166" y="789549"/>
                </a:lnTo>
                <a:lnTo>
                  <a:pt x="458685" y="796129"/>
                </a:lnTo>
                <a:lnTo>
                  <a:pt x="490569" y="802708"/>
                </a:lnTo>
                <a:lnTo>
                  <a:pt x="525634" y="809288"/>
                </a:lnTo>
                <a:lnTo>
                  <a:pt x="562020" y="815868"/>
                </a:lnTo>
                <a:lnTo>
                  <a:pt x="597308" y="822447"/>
                </a:lnTo>
                <a:lnTo>
                  <a:pt x="628750" y="829027"/>
                </a:lnTo>
                <a:lnTo>
                  <a:pt x="653619" y="835606"/>
                </a:lnTo>
                <a:lnTo>
                  <a:pt x="6695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5389" name="F2_precision_recall_distributions_8203">
            <a:extLst>
              <a:ext uri="{FF2B5EF4-FFF2-40B4-BE49-F238E27FC236}">
                <a16:creationId xmlns:a16="http://schemas.microsoft.com/office/drawing/2014/main" id="{26DFFFB4-97A2-43CA-A765-A170521BCB5C}"/>
              </a:ext>
            </a:extLst>
          </p:cNvPr>
          <p:cNvSpPr>
            <a:spLocks noGrp="1"/>
          </p:cNvSpPr>
          <p:nvPr/>
        </p:nvSpPr>
        <p:spPr>
          <a:xfrm>
            <a:off x="845142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0" name="F2_precision_recall_distributions_8204">
            <a:extLst>
              <a:ext uri="{FF2B5EF4-FFF2-40B4-BE49-F238E27FC236}">
                <a16:creationId xmlns:a16="http://schemas.microsoft.com/office/drawing/2014/main" id="{A6CCCD07-4A3D-450A-8EAF-D19A83784D8C}"/>
              </a:ext>
            </a:extLst>
          </p:cNvPr>
          <p:cNvSpPr>
            <a:spLocks noGrp="1"/>
          </p:cNvSpPr>
          <p:nvPr/>
        </p:nvSpPr>
        <p:spPr>
          <a:xfrm>
            <a:off x="823968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1" name="F2_precision_recall_distributions_8205">
            <a:extLst>
              <a:ext uri="{FF2B5EF4-FFF2-40B4-BE49-F238E27FC236}">
                <a16:creationId xmlns:a16="http://schemas.microsoft.com/office/drawing/2014/main" id="{5C640CEB-B8BF-4B34-BAA0-C7057DFFD6FA}"/>
              </a:ext>
            </a:extLst>
          </p:cNvPr>
          <p:cNvSpPr>
            <a:spLocks noGrp="1"/>
          </p:cNvSpPr>
          <p:nvPr/>
        </p:nvSpPr>
        <p:spPr>
          <a:xfrm>
            <a:off x="829715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2" name="F2_precision_recall_distributions_8206">
            <a:extLst>
              <a:ext uri="{FF2B5EF4-FFF2-40B4-BE49-F238E27FC236}">
                <a16:creationId xmlns:a16="http://schemas.microsoft.com/office/drawing/2014/main" id="{81AC65A2-54D4-418B-A403-B6E5DF641CD8}"/>
              </a:ext>
            </a:extLst>
          </p:cNvPr>
          <p:cNvSpPr>
            <a:spLocks noGrp="1"/>
          </p:cNvSpPr>
          <p:nvPr/>
        </p:nvSpPr>
        <p:spPr>
          <a:xfrm>
            <a:off x="84718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3" name="F2_precision_recall_distributions_8207">
            <a:extLst>
              <a:ext uri="{FF2B5EF4-FFF2-40B4-BE49-F238E27FC236}">
                <a16:creationId xmlns:a16="http://schemas.microsoft.com/office/drawing/2014/main" id="{E743055C-99ED-4033-9567-EB2857DFE54E}"/>
              </a:ext>
            </a:extLst>
          </p:cNvPr>
          <p:cNvSpPr>
            <a:spLocks noGrp="1"/>
          </p:cNvSpPr>
          <p:nvPr/>
        </p:nvSpPr>
        <p:spPr>
          <a:xfrm>
            <a:off x="8362698" y="759173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4" name="F2_precision_recall_distributions_8208">
            <a:extLst>
              <a:ext uri="{FF2B5EF4-FFF2-40B4-BE49-F238E27FC236}">
                <a16:creationId xmlns:a16="http://schemas.microsoft.com/office/drawing/2014/main" id="{734B5AC9-E424-4BE5-9FF4-6A3CF9ADCA42}"/>
              </a:ext>
            </a:extLst>
          </p:cNvPr>
          <p:cNvSpPr>
            <a:spLocks noGrp="1"/>
          </p:cNvSpPr>
          <p:nvPr/>
        </p:nvSpPr>
        <p:spPr>
          <a:xfrm>
            <a:off x="83365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5" name="F2_precision_recall_distributions_8209">
            <a:extLst>
              <a:ext uri="{FF2B5EF4-FFF2-40B4-BE49-F238E27FC236}">
                <a16:creationId xmlns:a16="http://schemas.microsoft.com/office/drawing/2014/main" id="{4D6448F4-7278-4031-90FC-401F1EFFFDA3}"/>
              </a:ext>
            </a:extLst>
          </p:cNvPr>
          <p:cNvSpPr>
            <a:spLocks noGrp="1"/>
          </p:cNvSpPr>
          <p:nvPr/>
        </p:nvSpPr>
        <p:spPr>
          <a:xfrm>
            <a:off x="838731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6" name="F2_precision_recall_distributions_8210">
            <a:extLst>
              <a:ext uri="{FF2B5EF4-FFF2-40B4-BE49-F238E27FC236}">
                <a16:creationId xmlns:a16="http://schemas.microsoft.com/office/drawing/2014/main" id="{4A2B5728-E8D4-4C4A-A934-14B3BAF00B8C}"/>
              </a:ext>
            </a:extLst>
          </p:cNvPr>
          <p:cNvSpPr>
            <a:spLocks noGrp="1"/>
          </p:cNvSpPr>
          <p:nvPr/>
        </p:nvSpPr>
        <p:spPr>
          <a:xfrm>
            <a:off x="8365800" y="71785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7" name="F2_precision_recall_distributions_8211">
            <a:extLst>
              <a:ext uri="{FF2B5EF4-FFF2-40B4-BE49-F238E27FC236}">
                <a16:creationId xmlns:a16="http://schemas.microsoft.com/office/drawing/2014/main" id="{944AEA57-C210-439E-896B-19B94A0B26DB}"/>
              </a:ext>
            </a:extLst>
          </p:cNvPr>
          <p:cNvSpPr>
            <a:spLocks noGrp="1"/>
          </p:cNvSpPr>
          <p:nvPr/>
        </p:nvSpPr>
        <p:spPr>
          <a:xfrm>
            <a:off x="816905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8" name="F2_precision_recall_distributions_8212">
            <a:extLst>
              <a:ext uri="{FF2B5EF4-FFF2-40B4-BE49-F238E27FC236}">
                <a16:creationId xmlns:a16="http://schemas.microsoft.com/office/drawing/2014/main" id="{43CC6A52-1FE2-4F23-AF0D-69959657FE51}"/>
              </a:ext>
            </a:extLst>
          </p:cNvPr>
          <p:cNvSpPr>
            <a:spLocks noGrp="1"/>
          </p:cNvSpPr>
          <p:nvPr/>
        </p:nvSpPr>
        <p:spPr>
          <a:xfrm>
            <a:off x="8162877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9" name="F2_precision_recall_distributions_8213">
            <a:extLst>
              <a:ext uri="{FF2B5EF4-FFF2-40B4-BE49-F238E27FC236}">
                <a16:creationId xmlns:a16="http://schemas.microsoft.com/office/drawing/2014/main" id="{C76ADB86-2E62-402C-9030-7F0C9B7284D1}"/>
              </a:ext>
            </a:extLst>
          </p:cNvPr>
          <p:cNvSpPr>
            <a:spLocks noGrp="1"/>
          </p:cNvSpPr>
          <p:nvPr/>
        </p:nvSpPr>
        <p:spPr>
          <a:xfrm>
            <a:off x="8322909" y="78009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0" name="F2_precision_recall_distributions_8214">
            <a:extLst>
              <a:ext uri="{FF2B5EF4-FFF2-40B4-BE49-F238E27FC236}">
                <a16:creationId xmlns:a16="http://schemas.microsoft.com/office/drawing/2014/main" id="{7EB6B194-7A66-428B-B49E-18C9ABC61562}"/>
              </a:ext>
            </a:extLst>
          </p:cNvPr>
          <p:cNvSpPr>
            <a:spLocks noGrp="1"/>
          </p:cNvSpPr>
          <p:nvPr/>
        </p:nvSpPr>
        <p:spPr>
          <a:xfrm>
            <a:off x="8246488" y="72492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1" name="F2_precision_recall_distributions_8215">
            <a:extLst>
              <a:ext uri="{FF2B5EF4-FFF2-40B4-BE49-F238E27FC236}">
                <a16:creationId xmlns:a16="http://schemas.microsoft.com/office/drawing/2014/main" id="{EADCC57A-57C6-4926-A390-92F1E9C0B84D}"/>
              </a:ext>
            </a:extLst>
          </p:cNvPr>
          <p:cNvSpPr>
            <a:spLocks noGrp="1"/>
          </p:cNvSpPr>
          <p:nvPr/>
        </p:nvSpPr>
        <p:spPr>
          <a:xfrm>
            <a:off x="8381680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2" name="F2_precision_recall_distributions_8216">
            <a:extLst>
              <a:ext uri="{FF2B5EF4-FFF2-40B4-BE49-F238E27FC236}">
                <a16:creationId xmlns:a16="http://schemas.microsoft.com/office/drawing/2014/main" id="{12A4B8FF-4A9E-4EC8-90BD-C1E725C089EB}"/>
              </a:ext>
            </a:extLst>
          </p:cNvPr>
          <p:cNvSpPr>
            <a:spLocks noGrp="1"/>
          </p:cNvSpPr>
          <p:nvPr/>
        </p:nvSpPr>
        <p:spPr>
          <a:xfrm>
            <a:off x="819599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3" name="F2_precision_recall_distributions_8217">
            <a:extLst>
              <a:ext uri="{FF2B5EF4-FFF2-40B4-BE49-F238E27FC236}">
                <a16:creationId xmlns:a16="http://schemas.microsoft.com/office/drawing/2014/main" id="{E31B76CA-EDC9-48DC-89BA-4C983690713A}"/>
              </a:ext>
            </a:extLst>
          </p:cNvPr>
          <p:cNvSpPr>
            <a:spLocks noGrp="1"/>
          </p:cNvSpPr>
          <p:nvPr/>
        </p:nvSpPr>
        <p:spPr>
          <a:xfrm>
            <a:off x="84839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4" name="F2_precision_recall_distributions_8218">
            <a:extLst>
              <a:ext uri="{FF2B5EF4-FFF2-40B4-BE49-F238E27FC236}">
                <a16:creationId xmlns:a16="http://schemas.microsoft.com/office/drawing/2014/main" id="{86A9C3D0-8803-4BEE-99FF-B0739A0787B8}"/>
              </a:ext>
            </a:extLst>
          </p:cNvPr>
          <p:cNvSpPr>
            <a:spLocks noGrp="1"/>
          </p:cNvSpPr>
          <p:nvPr/>
        </p:nvSpPr>
        <p:spPr>
          <a:xfrm>
            <a:off x="8467545" y="76029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5" name="F2_precision_recall_distributions_8219">
            <a:extLst>
              <a:ext uri="{FF2B5EF4-FFF2-40B4-BE49-F238E27FC236}">
                <a16:creationId xmlns:a16="http://schemas.microsoft.com/office/drawing/2014/main" id="{98B2E295-BBBA-4DD1-BB61-D0FECA16ABCF}"/>
              </a:ext>
            </a:extLst>
          </p:cNvPr>
          <p:cNvSpPr>
            <a:spLocks noGrp="1"/>
          </p:cNvSpPr>
          <p:nvPr/>
        </p:nvSpPr>
        <p:spPr>
          <a:xfrm>
            <a:off x="83602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6" name="F2_precision_recall_distributions_8220">
            <a:extLst>
              <a:ext uri="{FF2B5EF4-FFF2-40B4-BE49-F238E27FC236}">
                <a16:creationId xmlns:a16="http://schemas.microsoft.com/office/drawing/2014/main" id="{7224FB76-F666-4FC4-86CA-95EA3D413D76}"/>
              </a:ext>
            </a:extLst>
          </p:cNvPr>
          <p:cNvSpPr>
            <a:spLocks noGrp="1"/>
          </p:cNvSpPr>
          <p:nvPr/>
        </p:nvSpPr>
        <p:spPr>
          <a:xfrm>
            <a:off x="818198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7" name="F2_precision_recall_distributions_8221">
            <a:extLst>
              <a:ext uri="{FF2B5EF4-FFF2-40B4-BE49-F238E27FC236}">
                <a16:creationId xmlns:a16="http://schemas.microsoft.com/office/drawing/2014/main" id="{F233782F-0766-4A25-AF07-A792B99693C3}"/>
              </a:ext>
            </a:extLst>
          </p:cNvPr>
          <p:cNvSpPr>
            <a:spLocks noGrp="1"/>
          </p:cNvSpPr>
          <p:nvPr/>
        </p:nvSpPr>
        <p:spPr>
          <a:xfrm>
            <a:off x="813317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8" name="F2_precision_recall_distributions_8222">
            <a:extLst>
              <a:ext uri="{FF2B5EF4-FFF2-40B4-BE49-F238E27FC236}">
                <a16:creationId xmlns:a16="http://schemas.microsoft.com/office/drawing/2014/main" id="{7C8C4CF0-4633-488D-AAD0-E635EE81ABB1}"/>
              </a:ext>
            </a:extLst>
          </p:cNvPr>
          <p:cNvSpPr>
            <a:spLocks noGrp="1"/>
          </p:cNvSpPr>
          <p:nvPr/>
        </p:nvSpPr>
        <p:spPr>
          <a:xfrm>
            <a:off x="8443472" y="77089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9" name="F2_precision_recall_distributions_8223">
            <a:extLst>
              <a:ext uri="{FF2B5EF4-FFF2-40B4-BE49-F238E27FC236}">
                <a16:creationId xmlns:a16="http://schemas.microsoft.com/office/drawing/2014/main" id="{4C04E83C-BC84-4970-80AC-2D02CF3CF1A0}"/>
              </a:ext>
            </a:extLst>
          </p:cNvPr>
          <p:cNvSpPr>
            <a:spLocks noGrp="1"/>
          </p:cNvSpPr>
          <p:nvPr/>
        </p:nvSpPr>
        <p:spPr>
          <a:xfrm>
            <a:off x="823815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0" name="F2_precision_recall_distributions_8224">
            <a:extLst>
              <a:ext uri="{FF2B5EF4-FFF2-40B4-BE49-F238E27FC236}">
                <a16:creationId xmlns:a16="http://schemas.microsoft.com/office/drawing/2014/main" id="{BBC03421-FFBA-447E-A409-E51578D45EED}"/>
              </a:ext>
            </a:extLst>
          </p:cNvPr>
          <p:cNvSpPr>
            <a:spLocks noGrp="1"/>
          </p:cNvSpPr>
          <p:nvPr/>
        </p:nvSpPr>
        <p:spPr>
          <a:xfrm>
            <a:off x="82027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1" name="F2_precision_recall_distributions_8225">
            <a:extLst>
              <a:ext uri="{FF2B5EF4-FFF2-40B4-BE49-F238E27FC236}">
                <a16:creationId xmlns:a16="http://schemas.microsoft.com/office/drawing/2014/main" id="{32A2A54B-BEEB-4E88-ABB9-D28A4304BA96}"/>
              </a:ext>
            </a:extLst>
          </p:cNvPr>
          <p:cNvSpPr>
            <a:spLocks noGrp="1"/>
          </p:cNvSpPr>
          <p:nvPr/>
        </p:nvSpPr>
        <p:spPr>
          <a:xfrm>
            <a:off x="8329561" y="76453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2" name="F2_precision_recall_distributions_8226">
            <a:extLst>
              <a:ext uri="{FF2B5EF4-FFF2-40B4-BE49-F238E27FC236}">
                <a16:creationId xmlns:a16="http://schemas.microsoft.com/office/drawing/2014/main" id="{7C8DFCB0-65BE-4C8B-97C3-8A5492C275A5}"/>
              </a:ext>
            </a:extLst>
          </p:cNvPr>
          <p:cNvSpPr>
            <a:spLocks noGrp="1"/>
          </p:cNvSpPr>
          <p:nvPr/>
        </p:nvSpPr>
        <p:spPr>
          <a:xfrm>
            <a:off x="8426309" y="77089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3" name="F2_precision_recall_distributions_8227">
            <a:extLst>
              <a:ext uri="{FF2B5EF4-FFF2-40B4-BE49-F238E27FC236}">
                <a16:creationId xmlns:a16="http://schemas.microsoft.com/office/drawing/2014/main" id="{B1F95D68-805D-48CB-908C-3FBC79243E2D}"/>
              </a:ext>
            </a:extLst>
          </p:cNvPr>
          <p:cNvSpPr>
            <a:spLocks noGrp="1"/>
          </p:cNvSpPr>
          <p:nvPr/>
        </p:nvSpPr>
        <p:spPr>
          <a:xfrm>
            <a:off x="827218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4" name="F2_precision_recall_distributions_8228">
            <a:extLst>
              <a:ext uri="{FF2B5EF4-FFF2-40B4-BE49-F238E27FC236}">
                <a16:creationId xmlns:a16="http://schemas.microsoft.com/office/drawing/2014/main" id="{80E4DFBC-67D3-4BC0-A2F8-EED806375D21}"/>
              </a:ext>
            </a:extLst>
          </p:cNvPr>
          <p:cNvSpPr>
            <a:spLocks noGrp="1"/>
          </p:cNvSpPr>
          <p:nvPr/>
        </p:nvSpPr>
        <p:spPr>
          <a:xfrm>
            <a:off x="828802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5" name="F2_precision_recall_distributions_8229">
            <a:extLst>
              <a:ext uri="{FF2B5EF4-FFF2-40B4-BE49-F238E27FC236}">
                <a16:creationId xmlns:a16="http://schemas.microsoft.com/office/drawing/2014/main" id="{54F78034-DCDF-4ADF-8303-6A8B60107618}"/>
              </a:ext>
            </a:extLst>
          </p:cNvPr>
          <p:cNvSpPr>
            <a:spLocks noGrp="1"/>
          </p:cNvSpPr>
          <p:nvPr/>
        </p:nvSpPr>
        <p:spPr>
          <a:xfrm>
            <a:off x="81506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6" name="F2_precision_recall_distributions_8230">
            <a:extLst>
              <a:ext uri="{FF2B5EF4-FFF2-40B4-BE49-F238E27FC236}">
                <a16:creationId xmlns:a16="http://schemas.microsoft.com/office/drawing/2014/main" id="{8808BFC4-ABA1-45D3-8F0F-9D5DB283C0F9}"/>
              </a:ext>
            </a:extLst>
          </p:cNvPr>
          <p:cNvSpPr>
            <a:spLocks noGrp="1"/>
          </p:cNvSpPr>
          <p:nvPr/>
        </p:nvSpPr>
        <p:spPr>
          <a:xfrm>
            <a:off x="82697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7" name="F2_precision_recall_distributions_8231">
            <a:extLst>
              <a:ext uri="{FF2B5EF4-FFF2-40B4-BE49-F238E27FC236}">
                <a16:creationId xmlns:a16="http://schemas.microsoft.com/office/drawing/2014/main" id="{8DC1F94D-048E-42DA-BCB0-A8732A81471F}"/>
              </a:ext>
            </a:extLst>
          </p:cNvPr>
          <p:cNvSpPr>
            <a:spLocks noGrp="1"/>
          </p:cNvSpPr>
          <p:nvPr/>
        </p:nvSpPr>
        <p:spPr>
          <a:xfrm>
            <a:off x="8196430" y="76938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8" name="F2_precision_recall_distributions_8232">
            <a:extLst>
              <a:ext uri="{FF2B5EF4-FFF2-40B4-BE49-F238E27FC236}">
                <a16:creationId xmlns:a16="http://schemas.microsoft.com/office/drawing/2014/main" id="{88904172-A490-4365-9210-8BDF3AD80B1E}"/>
              </a:ext>
            </a:extLst>
          </p:cNvPr>
          <p:cNvSpPr>
            <a:spLocks noGrp="1"/>
          </p:cNvSpPr>
          <p:nvPr/>
        </p:nvSpPr>
        <p:spPr>
          <a:xfrm>
            <a:off x="813267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9" name="F2_precision_recall_distributions_8233">
            <a:extLst>
              <a:ext uri="{FF2B5EF4-FFF2-40B4-BE49-F238E27FC236}">
                <a16:creationId xmlns:a16="http://schemas.microsoft.com/office/drawing/2014/main" id="{A31A9958-AE9A-4FFC-9AC6-1C082ADFC85F}"/>
              </a:ext>
            </a:extLst>
          </p:cNvPr>
          <p:cNvSpPr>
            <a:spLocks noGrp="1"/>
          </p:cNvSpPr>
          <p:nvPr/>
        </p:nvSpPr>
        <p:spPr>
          <a:xfrm>
            <a:off x="825387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0" name="F2_precision_recall_distributions_8234">
            <a:extLst>
              <a:ext uri="{FF2B5EF4-FFF2-40B4-BE49-F238E27FC236}">
                <a16:creationId xmlns:a16="http://schemas.microsoft.com/office/drawing/2014/main" id="{FBD988D6-52C5-42B7-86B4-4AEAD2F62BA3}"/>
              </a:ext>
            </a:extLst>
          </p:cNvPr>
          <p:cNvSpPr>
            <a:spLocks noGrp="1"/>
          </p:cNvSpPr>
          <p:nvPr/>
        </p:nvSpPr>
        <p:spPr>
          <a:xfrm>
            <a:off x="8466373" y="77824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1" name="F2_precision_recall_distributions_8235">
            <a:extLst>
              <a:ext uri="{FF2B5EF4-FFF2-40B4-BE49-F238E27FC236}">
                <a16:creationId xmlns:a16="http://schemas.microsoft.com/office/drawing/2014/main" id="{B9E0BC35-5BAE-407A-87AC-52ACD5DE8707}"/>
              </a:ext>
            </a:extLst>
          </p:cNvPr>
          <p:cNvSpPr>
            <a:spLocks noGrp="1"/>
          </p:cNvSpPr>
          <p:nvPr/>
        </p:nvSpPr>
        <p:spPr>
          <a:xfrm>
            <a:off x="825957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2" name="F2_precision_recall_distributions_8236">
            <a:extLst>
              <a:ext uri="{FF2B5EF4-FFF2-40B4-BE49-F238E27FC236}">
                <a16:creationId xmlns:a16="http://schemas.microsoft.com/office/drawing/2014/main" id="{0F71577D-1E6B-44F1-8697-172D2BCA4FCE}"/>
              </a:ext>
            </a:extLst>
          </p:cNvPr>
          <p:cNvSpPr>
            <a:spLocks noGrp="1"/>
          </p:cNvSpPr>
          <p:nvPr/>
        </p:nvSpPr>
        <p:spPr>
          <a:xfrm>
            <a:off x="838717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3" name="F2_precision_recall_distributions_8237">
            <a:extLst>
              <a:ext uri="{FF2B5EF4-FFF2-40B4-BE49-F238E27FC236}">
                <a16:creationId xmlns:a16="http://schemas.microsoft.com/office/drawing/2014/main" id="{DDA6B049-9B8C-45BE-8C88-ABA10F6F859F}"/>
              </a:ext>
            </a:extLst>
          </p:cNvPr>
          <p:cNvSpPr>
            <a:spLocks noGrp="1"/>
          </p:cNvSpPr>
          <p:nvPr/>
        </p:nvSpPr>
        <p:spPr>
          <a:xfrm>
            <a:off x="81394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4" name="F2_precision_recall_distributions_8238">
            <a:extLst>
              <a:ext uri="{FF2B5EF4-FFF2-40B4-BE49-F238E27FC236}">
                <a16:creationId xmlns:a16="http://schemas.microsoft.com/office/drawing/2014/main" id="{47F2B2D7-6419-4C42-907C-3114772C382A}"/>
              </a:ext>
            </a:extLst>
          </p:cNvPr>
          <p:cNvSpPr>
            <a:spLocks noGrp="1"/>
          </p:cNvSpPr>
          <p:nvPr/>
        </p:nvSpPr>
        <p:spPr>
          <a:xfrm>
            <a:off x="833584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5" name="F2_precision_recall_distributions_8239">
            <a:extLst>
              <a:ext uri="{FF2B5EF4-FFF2-40B4-BE49-F238E27FC236}">
                <a16:creationId xmlns:a16="http://schemas.microsoft.com/office/drawing/2014/main" id="{F5AA7F42-EF1C-4AEB-9981-21E3A1C496BD}"/>
              </a:ext>
            </a:extLst>
          </p:cNvPr>
          <p:cNvSpPr>
            <a:spLocks noGrp="1"/>
          </p:cNvSpPr>
          <p:nvPr/>
        </p:nvSpPr>
        <p:spPr>
          <a:xfrm>
            <a:off x="815969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6" name="F2_precision_recall_distributions_8240">
            <a:extLst>
              <a:ext uri="{FF2B5EF4-FFF2-40B4-BE49-F238E27FC236}">
                <a16:creationId xmlns:a16="http://schemas.microsoft.com/office/drawing/2014/main" id="{EE1B64DB-5140-4A27-BBA4-0AD855E6B767}"/>
              </a:ext>
            </a:extLst>
          </p:cNvPr>
          <p:cNvSpPr>
            <a:spLocks noGrp="1"/>
          </p:cNvSpPr>
          <p:nvPr/>
        </p:nvSpPr>
        <p:spPr>
          <a:xfrm>
            <a:off x="816766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7" name="F2_precision_recall_distributions_8241">
            <a:extLst>
              <a:ext uri="{FF2B5EF4-FFF2-40B4-BE49-F238E27FC236}">
                <a16:creationId xmlns:a16="http://schemas.microsoft.com/office/drawing/2014/main" id="{BD2BD0C9-22A5-4275-A9D7-94DF83EDD7C0}"/>
              </a:ext>
            </a:extLst>
          </p:cNvPr>
          <p:cNvSpPr>
            <a:spLocks noGrp="1"/>
          </p:cNvSpPr>
          <p:nvPr/>
        </p:nvSpPr>
        <p:spPr>
          <a:xfrm>
            <a:off x="83713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8" name="F2_precision_recall_distributions_8242">
            <a:extLst>
              <a:ext uri="{FF2B5EF4-FFF2-40B4-BE49-F238E27FC236}">
                <a16:creationId xmlns:a16="http://schemas.microsoft.com/office/drawing/2014/main" id="{FD159CA9-7FA8-4F57-9BD0-3C1BF6AAAC86}"/>
              </a:ext>
            </a:extLst>
          </p:cNvPr>
          <p:cNvSpPr>
            <a:spLocks noGrp="1"/>
          </p:cNvSpPr>
          <p:nvPr/>
        </p:nvSpPr>
        <p:spPr>
          <a:xfrm>
            <a:off x="824935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9" name="F2_precision_recall_distributions_8243">
            <a:extLst>
              <a:ext uri="{FF2B5EF4-FFF2-40B4-BE49-F238E27FC236}">
                <a16:creationId xmlns:a16="http://schemas.microsoft.com/office/drawing/2014/main" id="{FD7466F2-5049-44E1-98E1-4323B370662E}"/>
              </a:ext>
            </a:extLst>
          </p:cNvPr>
          <p:cNvSpPr>
            <a:spLocks noGrp="1"/>
          </p:cNvSpPr>
          <p:nvPr/>
        </p:nvSpPr>
        <p:spPr>
          <a:xfrm>
            <a:off x="824886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0" name="F2_precision_recall_distributions_8244">
            <a:extLst>
              <a:ext uri="{FF2B5EF4-FFF2-40B4-BE49-F238E27FC236}">
                <a16:creationId xmlns:a16="http://schemas.microsoft.com/office/drawing/2014/main" id="{0DB40F12-F675-4543-B50C-AB26DA8BCC47}"/>
              </a:ext>
            </a:extLst>
          </p:cNvPr>
          <p:cNvSpPr>
            <a:spLocks noGrp="1"/>
          </p:cNvSpPr>
          <p:nvPr/>
        </p:nvSpPr>
        <p:spPr>
          <a:xfrm>
            <a:off x="840326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1" name="F2_precision_recall_distributions_8245">
            <a:extLst>
              <a:ext uri="{FF2B5EF4-FFF2-40B4-BE49-F238E27FC236}">
                <a16:creationId xmlns:a16="http://schemas.microsoft.com/office/drawing/2014/main" id="{F5D3969E-4CCC-4C80-A7BF-4B98F6A40B7C}"/>
              </a:ext>
            </a:extLst>
          </p:cNvPr>
          <p:cNvSpPr>
            <a:spLocks noGrp="1"/>
          </p:cNvSpPr>
          <p:nvPr/>
        </p:nvSpPr>
        <p:spPr>
          <a:xfrm>
            <a:off x="836190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2" name="F2_precision_recall_distributions_8246">
            <a:extLst>
              <a:ext uri="{FF2B5EF4-FFF2-40B4-BE49-F238E27FC236}">
                <a16:creationId xmlns:a16="http://schemas.microsoft.com/office/drawing/2014/main" id="{17626937-9A62-4983-9946-10138D63AC57}"/>
              </a:ext>
            </a:extLst>
          </p:cNvPr>
          <p:cNvSpPr>
            <a:spLocks noGrp="1"/>
          </p:cNvSpPr>
          <p:nvPr/>
        </p:nvSpPr>
        <p:spPr>
          <a:xfrm>
            <a:off x="815179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3" name="F2_precision_recall_distributions_8247">
            <a:extLst>
              <a:ext uri="{FF2B5EF4-FFF2-40B4-BE49-F238E27FC236}">
                <a16:creationId xmlns:a16="http://schemas.microsoft.com/office/drawing/2014/main" id="{8F67FE49-AEEF-4F22-AD56-7949F863F2AD}"/>
              </a:ext>
            </a:extLst>
          </p:cNvPr>
          <p:cNvSpPr>
            <a:spLocks noGrp="1"/>
          </p:cNvSpPr>
          <p:nvPr/>
        </p:nvSpPr>
        <p:spPr>
          <a:xfrm>
            <a:off x="829751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4" name="F2_precision_recall_distributions_8248">
            <a:extLst>
              <a:ext uri="{FF2B5EF4-FFF2-40B4-BE49-F238E27FC236}">
                <a16:creationId xmlns:a16="http://schemas.microsoft.com/office/drawing/2014/main" id="{9A482DDE-A2F4-441A-BE23-61C678545695}"/>
              </a:ext>
            </a:extLst>
          </p:cNvPr>
          <p:cNvSpPr>
            <a:spLocks noGrp="1"/>
          </p:cNvSpPr>
          <p:nvPr/>
        </p:nvSpPr>
        <p:spPr>
          <a:xfrm>
            <a:off x="848049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5" name="F2_precision_recall_distributions_8249">
            <a:extLst>
              <a:ext uri="{FF2B5EF4-FFF2-40B4-BE49-F238E27FC236}">
                <a16:creationId xmlns:a16="http://schemas.microsoft.com/office/drawing/2014/main" id="{2F01E130-FED0-417F-B580-E76F674019DA}"/>
              </a:ext>
            </a:extLst>
          </p:cNvPr>
          <p:cNvSpPr>
            <a:spLocks noGrp="1"/>
          </p:cNvSpPr>
          <p:nvPr/>
        </p:nvSpPr>
        <p:spPr>
          <a:xfrm>
            <a:off x="8292552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6" name="F2_precision_recall_distributions_8250">
            <a:extLst>
              <a:ext uri="{FF2B5EF4-FFF2-40B4-BE49-F238E27FC236}">
                <a16:creationId xmlns:a16="http://schemas.microsoft.com/office/drawing/2014/main" id="{4BBF56D0-9174-45DA-9EC4-0918DEFEFB43}"/>
              </a:ext>
            </a:extLst>
          </p:cNvPr>
          <p:cNvSpPr>
            <a:spLocks noGrp="1"/>
          </p:cNvSpPr>
          <p:nvPr/>
        </p:nvSpPr>
        <p:spPr>
          <a:xfrm>
            <a:off x="82493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7" name="F2_precision_recall_distributions_8251">
            <a:extLst>
              <a:ext uri="{FF2B5EF4-FFF2-40B4-BE49-F238E27FC236}">
                <a16:creationId xmlns:a16="http://schemas.microsoft.com/office/drawing/2014/main" id="{CDC25E24-AF06-469D-9DF7-70C587E67C1E}"/>
              </a:ext>
            </a:extLst>
          </p:cNvPr>
          <p:cNvSpPr>
            <a:spLocks noGrp="1"/>
          </p:cNvSpPr>
          <p:nvPr/>
        </p:nvSpPr>
        <p:spPr>
          <a:xfrm>
            <a:off x="814597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8" name="F2_precision_recall_distributions_8252">
            <a:extLst>
              <a:ext uri="{FF2B5EF4-FFF2-40B4-BE49-F238E27FC236}">
                <a16:creationId xmlns:a16="http://schemas.microsoft.com/office/drawing/2014/main" id="{A884816A-3983-46ED-A8B3-1FECF7B2DAC2}"/>
              </a:ext>
            </a:extLst>
          </p:cNvPr>
          <p:cNvSpPr>
            <a:spLocks noGrp="1"/>
          </p:cNvSpPr>
          <p:nvPr/>
        </p:nvSpPr>
        <p:spPr>
          <a:xfrm>
            <a:off x="839034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9" name="F2_precision_recall_distributions_8253">
            <a:extLst>
              <a:ext uri="{FF2B5EF4-FFF2-40B4-BE49-F238E27FC236}">
                <a16:creationId xmlns:a16="http://schemas.microsoft.com/office/drawing/2014/main" id="{AF646EAF-D0E7-4170-B079-4F42373E5736}"/>
              </a:ext>
            </a:extLst>
          </p:cNvPr>
          <p:cNvSpPr>
            <a:spLocks noGrp="1"/>
          </p:cNvSpPr>
          <p:nvPr/>
        </p:nvSpPr>
        <p:spPr>
          <a:xfrm>
            <a:off x="836547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0" name="F2_precision_recall_distributions_8254">
            <a:extLst>
              <a:ext uri="{FF2B5EF4-FFF2-40B4-BE49-F238E27FC236}">
                <a16:creationId xmlns:a16="http://schemas.microsoft.com/office/drawing/2014/main" id="{FB0830F3-98B5-4E2D-8ADA-644107A279BE}"/>
              </a:ext>
            </a:extLst>
          </p:cNvPr>
          <p:cNvSpPr>
            <a:spLocks noGrp="1"/>
          </p:cNvSpPr>
          <p:nvPr/>
        </p:nvSpPr>
        <p:spPr>
          <a:xfrm>
            <a:off x="82331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1" name="F2_precision_recall_distributions_8255">
            <a:extLst>
              <a:ext uri="{FF2B5EF4-FFF2-40B4-BE49-F238E27FC236}">
                <a16:creationId xmlns:a16="http://schemas.microsoft.com/office/drawing/2014/main" id="{C1718E39-7A96-4A7D-9863-1988E8BEFF38}"/>
              </a:ext>
            </a:extLst>
          </p:cNvPr>
          <p:cNvSpPr>
            <a:spLocks noGrp="1"/>
          </p:cNvSpPr>
          <p:nvPr/>
        </p:nvSpPr>
        <p:spPr>
          <a:xfrm>
            <a:off x="845787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2" name="F2_precision_recall_distributions_8256">
            <a:extLst>
              <a:ext uri="{FF2B5EF4-FFF2-40B4-BE49-F238E27FC236}">
                <a16:creationId xmlns:a16="http://schemas.microsoft.com/office/drawing/2014/main" id="{3BFEF139-B82F-466E-9EF5-CFA8784787C3}"/>
              </a:ext>
            </a:extLst>
          </p:cNvPr>
          <p:cNvSpPr>
            <a:spLocks noGrp="1"/>
          </p:cNvSpPr>
          <p:nvPr/>
        </p:nvSpPr>
        <p:spPr>
          <a:xfrm>
            <a:off x="8333496" y="76873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3" name="F2_precision_recall_distributions_8257">
            <a:extLst>
              <a:ext uri="{FF2B5EF4-FFF2-40B4-BE49-F238E27FC236}">
                <a16:creationId xmlns:a16="http://schemas.microsoft.com/office/drawing/2014/main" id="{DFA51EE4-BF29-4E03-9C90-36D9B31D2D59}"/>
              </a:ext>
            </a:extLst>
          </p:cNvPr>
          <p:cNvSpPr>
            <a:spLocks noGrp="1"/>
          </p:cNvSpPr>
          <p:nvPr/>
        </p:nvSpPr>
        <p:spPr>
          <a:xfrm>
            <a:off x="84786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4" name="F2_precision_recall_distributions_8258">
            <a:extLst>
              <a:ext uri="{FF2B5EF4-FFF2-40B4-BE49-F238E27FC236}">
                <a16:creationId xmlns:a16="http://schemas.microsoft.com/office/drawing/2014/main" id="{6285A155-4872-4F3C-8A43-9AF59FA96576}"/>
              </a:ext>
            </a:extLst>
          </p:cNvPr>
          <p:cNvSpPr>
            <a:spLocks noGrp="1"/>
          </p:cNvSpPr>
          <p:nvPr/>
        </p:nvSpPr>
        <p:spPr>
          <a:xfrm>
            <a:off x="838644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5" name="F2_precision_recall_distributions_8259">
            <a:extLst>
              <a:ext uri="{FF2B5EF4-FFF2-40B4-BE49-F238E27FC236}">
                <a16:creationId xmlns:a16="http://schemas.microsoft.com/office/drawing/2014/main" id="{CC6FC181-3421-47F4-9219-F0A792DCED39}"/>
              </a:ext>
            </a:extLst>
          </p:cNvPr>
          <p:cNvSpPr>
            <a:spLocks noGrp="1"/>
          </p:cNvSpPr>
          <p:nvPr/>
        </p:nvSpPr>
        <p:spPr>
          <a:xfrm>
            <a:off x="840965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6" name="F2_precision_recall_distributions_8260">
            <a:extLst>
              <a:ext uri="{FF2B5EF4-FFF2-40B4-BE49-F238E27FC236}">
                <a16:creationId xmlns:a16="http://schemas.microsoft.com/office/drawing/2014/main" id="{7B9E5D8F-8246-49F3-8371-05A47151466F}"/>
              </a:ext>
            </a:extLst>
          </p:cNvPr>
          <p:cNvSpPr>
            <a:spLocks noGrp="1"/>
          </p:cNvSpPr>
          <p:nvPr/>
        </p:nvSpPr>
        <p:spPr>
          <a:xfrm>
            <a:off x="827842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7" name="F2_precision_recall_distributions_8261">
            <a:extLst>
              <a:ext uri="{FF2B5EF4-FFF2-40B4-BE49-F238E27FC236}">
                <a16:creationId xmlns:a16="http://schemas.microsoft.com/office/drawing/2014/main" id="{3AFA9D3C-DEB3-43D7-9150-EDCE59D7AAC1}"/>
              </a:ext>
            </a:extLst>
          </p:cNvPr>
          <p:cNvSpPr>
            <a:spLocks noGrp="1"/>
          </p:cNvSpPr>
          <p:nvPr/>
        </p:nvSpPr>
        <p:spPr>
          <a:xfrm>
            <a:off x="8323800" y="77979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8" name="F2_precision_recall_distributions_8262">
            <a:extLst>
              <a:ext uri="{FF2B5EF4-FFF2-40B4-BE49-F238E27FC236}">
                <a16:creationId xmlns:a16="http://schemas.microsoft.com/office/drawing/2014/main" id="{4FA15596-471E-4388-BD64-73647D620083}"/>
              </a:ext>
            </a:extLst>
          </p:cNvPr>
          <p:cNvSpPr>
            <a:spLocks noGrp="1"/>
          </p:cNvSpPr>
          <p:nvPr/>
        </p:nvSpPr>
        <p:spPr>
          <a:xfrm>
            <a:off x="824993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9" name="F2_precision_recall_distributions_8263">
            <a:extLst>
              <a:ext uri="{FF2B5EF4-FFF2-40B4-BE49-F238E27FC236}">
                <a16:creationId xmlns:a16="http://schemas.microsoft.com/office/drawing/2014/main" id="{AB364F43-8110-4DB4-823C-4CD3850AE6CA}"/>
              </a:ext>
            </a:extLst>
          </p:cNvPr>
          <p:cNvSpPr>
            <a:spLocks noGrp="1"/>
          </p:cNvSpPr>
          <p:nvPr/>
        </p:nvSpPr>
        <p:spPr>
          <a:xfrm>
            <a:off x="81916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0" name="F2_precision_recall_distributions_8264">
            <a:extLst>
              <a:ext uri="{FF2B5EF4-FFF2-40B4-BE49-F238E27FC236}">
                <a16:creationId xmlns:a16="http://schemas.microsoft.com/office/drawing/2014/main" id="{D8C88C4C-5FD2-42CB-BB33-3497C0F29E5D}"/>
              </a:ext>
            </a:extLst>
          </p:cNvPr>
          <p:cNvSpPr>
            <a:spLocks noGrp="1"/>
          </p:cNvSpPr>
          <p:nvPr/>
        </p:nvSpPr>
        <p:spPr>
          <a:xfrm>
            <a:off x="817026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1" name="F2_precision_recall_distributions_8265">
            <a:extLst>
              <a:ext uri="{FF2B5EF4-FFF2-40B4-BE49-F238E27FC236}">
                <a16:creationId xmlns:a16="http://schemas.microsoft.com/office/drawing/2014/main" id="{136548C8-B4A3-4914-B2FA-DBE9D4EFFB47}"/>
              </a:ext>
            </a:extLst>
          </p:cNvPr>
          <p:cNvSpPr>
            <a:spLocks noGrp="1"/>
          </p:cNvSpPr>
          <p:nvPr/>
        </p:nvSpPr>
        <p:spPr>
          <a:xfrm>
            <a:off x="813500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2" name="F2_precision_recall_distributions_8266">
            <a:extLst>
              <a:ext uri="{FF2B5EF4-FFF2-40B4-BE49-F238E27FC236}">
                <a16:creationId xmlns:a16="http://schemas.microsoft.com/office/drawing/2014/main" id="{3FE8A177-908D-4207-92A2-E686D18EE0CE}"/>
              </a:ext>
            </a:extLst>
          </p:cNvPr>
          <p:cNvSpPr>
            <a:spLocks noGrp="1"/>
          </p:cNvSpPr>
          <p:nvPr/>
        </p:nvSpPr>
        <p:spPr>
          <a:xfrm>
            <a:off x="825764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3" name="F2_precision_recall_distributions_8267">
            <a:extLst>
              <a:ext uri="{FF2B5EF4-FFF2-40B4-BE49-F238E27FC236}">
                <a16:creationId xmlns:a16="http://schemas.microsoft.com/office/drawing/2014/main" id="{5CF7A974-CC6B-482B-83E9-FE05578C1867}"/>
              </a:ext>
            </a:extLst>
          </p:cNvPr>
          <p:cNvSpPr>
            <a:spLocks noGrp="1"/>
          </p:cNvSpPr>
          <p:nvPr/>
        </p:nvSpPr>
        <p:spPr>
          <a:xfrm>
            <a:off x="8314996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4" name="F2_precision_recall_distributions_8268">
            <a:extLst>
              <a:ext uri="{FF2B5EF4-FFF2-40B4-BE49-F238E27FC236}">
                <a16:creationId xmlns:a16="http://schemas.microsoft.com/office/drawing/2014/main" id="{8D9AABEF-B7C9-4BDC-A4A9-AC017C596635}"/>
              </a:ext>
            </a:extLst>
          </p:cNvPr>
          <p:cNvSpPr>
            <a:spLocks noGrp="1"/>
          </p:cNvSpPr>
          <p:nvPr/>
        </p:nvSpPr>
        <p:spPr>
          <a:xfrm>
            <a:off x="84176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5" name="F2_precision_recall_distributions_8269">
            <a:extLst>
              <a:ext uri="{FF2B5EF4-FFF2-40B4-BE49-F238E27FC236}">
                <a16:creationId xmlns:a16="http://schemas.microsoft.com/office/drawing/2014/main" id="{BD0F09E2-C0C6-4E4F-B500-B702C359F8F1}"/>
              </a:ext>
            </a:extLst>
          </p:cNvPr>
          <p:cNvSpPr>
            <a:spLocks noGrp="1"/>
          </p:cNvSpPr>
          <p:nvPr/>
        </p:nvSpPr>
        <p:spPr>
          <a:xfrm>
            <a:off x="839227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6" name="F2_precision_recall_distributions_8270">
            <a:extLst>
              <a:ext uri="{FF2B5EF4-FFF2-40B4-BE49-F238E27FC236}">
                <a16:creationId xmlns:a16="http://schemas.microsoft.com/office/drawing/2014/main" id="{56CD1B7A-4FA8-4353-A74E-AB128B34F410}"/>
              </a:ext>
            </a:extLst>
          </p:cNvPr>
          <p:cNvSpPr>
            <a:spLocks noGrp="1"/>
          </p:cNvSpPr>
          <p:nvPr/>
        </p:nvSpPr>
        <p:spPr>
          <a:xfrm>
            <a:off x="824889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7" name="F2_precision_recall_distributions_8271">
            <a:extLst>
              <a:ext uri="{FF2B5EF4-FFF2-40B4-BE49-F238E27FC236}">
                <a16:creationId xmlns:a16="http://schemas.microsoft.com/office/drawing/2014/main" id="{AAB57C26-5686-45C2-ABB2-5DE344BE20F4}"/>
              </a:ext>
            </a:extLst>
          </p:cNvPr>
          <p:cNvSpPr>
            <a:spLocks noGrp="1"/>
          </p:cNvSpPr>
          <p:nvPr/>
        </p:nvSpPr>
        <p:spPr>
          <a:xfrm>
            <a:off x="8281587" y="76938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8" name="F2_precision_recall_distributions_8272">
            <a:extLst>
              <a:ext uri="{FF2B5EF4-FFF2-40B4-BE49-F238E27FC236}">
                <a16:creationId xmlns:a16="http://schemas.microsoft.com/office/drawing/2014/main" id="{FF40ABC9-5D35-4516-BE8D-71502BFD5953}"/>
              </a:ext>
            </a:extLst>
          </p:cNvPr>
          <p:cNvSpPr>
            <a:spLocks noGrp="1"/>
          </p:cNvSpPr>
          <p:nvPr/>
        </p:nvSpPr>
        <p:spPr>
          <a:xfrm>
            <a:off x="837963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9" name="F2_precision_recall_distributions_8273">
            <a:extLst>
              <a:ext uri="{FF2B5EF4-FFF2-40B4-BE49-F238E27FC236}">
                <a16:creationId xmlns:a16="http://schemas.microsoft.com/office/drawing/2014/main" id="{6C14E826-2F5F-4D1D-8FBA-3D69FB4DED0E}"/>
              </a:ext>
            </a:extLst>
          </p:cNvPr>
          <p:cNvSpPr>
            <a:spLocks noGrp="1"/>
          </p:cNvSpPr>
          <p:nvPr/>
        </p:nvSpPr>
        <p:spPr>
          <a:xfrm>
            <a:off x="8485854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0" name="F2_precision_recall_distributions_8274">
            <a:extLst>
              <a:ext uri="{FF2B5EF4-FFF2-40B4-BE49-F238E27FC236}">
                <a16:creationId xmlns:a16="http://schemas.microsoft.com/office/drawing/2014/main" id="{AE7A1058-F732-48AB-BB1B-45847C855638}"/>
              </a:ext>
            </a:extLst>
          </p:cNvPr>
          <p:cNvSpPr>
            <a:spLocks noGrp="1"/>
          </p:cNvSpPr>
          <p:nvPr/>
        </p:nvSpPr>
        <p:spPr>
          <a:xfrm>
            <a:off x="820223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1" name="F2_precision_recall_distributions_8275">
            <a:extLst>
              <a:ext uri="{FF2B5EF4-FFF2-40B4-BE49-F238E27FC236}">
                <a16:creationId xmlns:a16="http://schemas.microsoft.com/office/drawing/2014/main" id="{A40A5058-0B8B-4B1C-83D9-BCD5B3D81F54}"/>
              </a:ext>
            </a:extLst>
          </p:cNvPr>
          <p:cNvSpPr>
            <a:spLocks noGrp="1"/>
          </p:cNvSpPr>
          <p:nvPr/>
        </p:nvSpPr>
        <p:spPr>
          <a:xfrm>
            <a:off x="822319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2" name="F2_precision_recall_distributions_8276">
            <a:extLst>
              <a:ext uri="{FF2B5EF4-FFF2-40B4-BE49-F238E27FC236}">
                <a16:creationId xmlns:a16="http://schemas.microsoft.com/office/drawing/2014/main" id="{ADE544EB-AE65-4095-A0C5-C4F07D90F5E7}"/>
              </a:ext>
            </a:extLst>
          </p:cNvPr>
          <p:cNvSpPr>
            <a:spLocks noGrp="1"/>
          </p:cNvSpPr>
          <p:nvPr/>
        </p:nvSpPr>
        <p:spPr>
          <a:xfrm>
            <a:off x="8368989" y="76029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3" name="F2_precision_recall_distributions_8277">
            <a:extLst>
              <a:ext uri="{FF2B5EF4-FFF2-40B4-BE49-F238E27FC236}">
                <a16:creationId xmlns:a16="http://schemas.microsoft.com/office/drawing/2014/main" id="{F1FA8034-1E74-45BA-B3FE-688C6FC0CFFD}"/>
              </a:ext>
            </a:extLst>
          </p:cNvPr>
          <p:cNvSpPr>
            <a:spLocks noGrp="1"/>
          </p:cNvSpPr>
          <p:nvPr/>
        </p:nvSpPr>
        <p:spPr>
          <a:xfrm>
            <a:off x="834627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4" name="F2_precision_recall_distributions_8278">
            <a:extLst>
              <a:ext uri="{FF2B5EF4-FFF2-40B4-BE49-F238E27FC236}">
                <a16:creationId xmlns:a16="http://schemas.microsoft.com/office/drawing/2014/main" id="{0B1AC45E-89C8-44C5-8858-98ADA22BA349}"/>
              </a:ext>
            </a:extLst>
          </p:cNvPr>
          <p:cNvSpPr>
            <a:spLocks noGrp="1"/>
          </p:cNvSpPr>
          <p:nvPr/>
        </p:nvSpPr>
        <p:spPr>
          <a:xfrm>
            <a:off x="847691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5" name="F2_precision_recall_distributions_8279">
            <a:extLst>
              <a:ext uri="{FF2B5EF4-FFF2-40B4-BE49-F238E27FC236}">
                <a16:creationId xmlns:a16="http://schemas.microsoft.com/office/drawing/2014/main" id="{98FBCD69-04F3-4898-BEF5-A5C75903BD54}"/>
              </a:ext>
            </a:extLst>
          </p:cNvPr>
          <p:cNvSpPr>
            <a:spLocks noGrp="1"/>
          </p:cNvSpPr>
          <p:nvPr/>
        </p:nvSpPr>
        <p:spPr>
          <a:xfrm>
            <a:off x="838599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6" name="F2_precision_recall_distributions_8280">
            <a:extLst>
              <a:ext uri="{FF2B5EF4-FFF2-40B4-BE49-F238E27FC236}">
                <a16:creationId xmlns:a16="http://schemas.microsoft.com/office/drawing/2014/main" id="{4A35E0AB-1EBC-4D9B-ABC4-2974580B2D1D}"/>
              </a:ext>
            </a:extLst>
          </p:cNvPr>
          <p:cNvSpPr>
            <a:spLocks noGrp="1"/>
          </p:cNvSpPr>
          <p:nvPr/>
        </p:nvSpPr>
        <p:spPr>
          <a:xfrm>
            <a:off x="8312735" y="75321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7" name="F2_precision_recall_distributions_8281">
            <a:extLst>
              <a:ext uri="{FF2B5EF4-FFF2-40B4-BE49-F238E27FC236}">
                <a16:creationId xmlns:a16="http://schemas.microsoft.com/office/drawing/2014/main" id="{31DF1830-A179-413F-9167-FB88469D6A12}"/>
              </a:ext>
            </a:extLst>
          </p:cNvPr>
          <p:cNvSpPr>
            <a:spLocks noGrp="1"/>
          </p:cNvSpPr>
          <p:nvPr/>
        </p:nvSpPr>
        <p:spPr>
          <a:xfrm>
            <a:off x="845321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8" name="F2_precision_recall_distributions_8282">
            <a:extLst>
              <a:ext uri="{FF2B5EF4-FFF2-40B4-BE49-F238E27FC236}">
                <a16:creationId xmlns:a16="http://schemas.microsoft.com/office/drawing/2014/main" id="{A71BCF0D-7821-4AE6-B34A-8DEF3391ADEA}"/>
              </a:ext>
            </a:extLst>
          </p:cNvPr>
          <p:cNvSpPr>
            <a:spLocks noGrp="1"/>
          </p:cNvSpPr>
          <p:nvPr/>
        </p:nvSpPr>
        <p:spPr>
          <a:xfrm>
            <a:off x="83748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9" name="F2_precision_recall_distributions_8283">
            <a:extLst>
              <a:ext uri="{FF2B5EF4-FFF2-40B4-BE49-F238E27FC236}">
                <a16:creationId xmlns:a16="http://schemas.microsoft.com/office/drawing/2014/main" id="{502368F1-FA10-4444-9E12-8912A3FF9A6C}"/>
              </a:ext>
            </a:extLst>
          </p:cNvPr>
          <p:cNvSpPr>
            <a:spLocks noGrp="1"/>
          </p:cNvSpPr>
          <p:nvPr/>
        </p:nvSpPr>
        <p:spPr>
          <a:xfrm>
            <a:off x="8138539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0" name="F2_precision_recall_distributions_8284">
            <a:extLst>
              <a:ext uri="{FF2B5EF4-FFF2-40B4-BE49-F238E27FC236}">
                <a16:creationId xmlns:a16="http://schemas.microsoft.com/office/drawing/2014/main" id="{55F103F9-74BA-4FB7-B649-3CD3D0E6512E}"/>
              </a:ext>
            </a:extLst>
          </p:cNvPr>
          <p:cNvSpPr>
            <a:spLocks noGrp="1"/>
          </p:cNvSpPr>
          <p:nvPr/>
        </p:nvSpPr>
        <p:spPr>
          <a:xfrm>
            <a:off x="846906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1" name="F2_precision_recall_distributions_8285">
            <a:extLst>
              <a:ext uri="{FF2B5EF4-FFF2-40B4-BE49-F238E27FC236}">
                <a16:creationId xmlns:a16="http://schemas.microsoft.com/office/drawing/2014/main" id="{DC3E0DCD-C583-4601-B4E0-26005765486D}"/>
              </a:ext>
            </a:extLst>
          </p:cNvPr>
          <p:cNvSpPr>
            <a:spLocks noGrp="1"/>
          </p:cNvSpPr>
          <p:nvPr/>
        </p:nvSpPr>
        <p:spPr>
          <a:xfrm>
            <a:off x="849720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2" name="F2_precision_recall_distributions_8286">
            <a:extLst>
              <a:ext uri="{FF2B5EF4-FFF2-40B4-BE49-F238E27FC236}">
                <a16:creationId xmlns:a16="http://schemas.microsoft.com/office/drawing/2014/main" id="{556A4E71-E909-4E4B-AC32-EBBE83481007}"/>
              </a:ext>
            </a:extLst>
          </p:cNvPr>
          <p:cNvSpPr>
            <a:spLocks noGrp="1"/>
          </p:cNvSpPr>
          <p:nvPr/>
        </p:nvSpPr>
        <p:spPr>
          <a:xfrm>
            <a:off x="815202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3" name="F2_precision_recall_distributions_8287">
            <a:extLst>
              <a:ext uri="{FF2B5EF4-FFF2-40B4-BE49-F238E27FC236}">
                <a16:creationId xmlns:a16="http://schemas.microsoft.com/office/drawing/2014/main" id="{E6C52732-6B0E-441C-AB99-809339A6FF1F}"/>
              </a:ext>
            </a:extLst>
          </p:cNvPr>
          <p:cNvSpPr>
            <a:spLocks noGrp="1"/>
          </p:cNvSpPr>
          <p:nvPr/>
        </p:nvSpPr>
        <p:spPr>
          <a:xfrm>
            <a:off x="836750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4" name="F2_precision_recall_distributions_8288">
            <a:extLst>
              <a:ext uri="{FF2B5EF4-FFF2-40B4-BE49-F238E27FC236}">
                <a16:creationId xmlns:a16="http://schemas.microsoft.com/office/drawing/2014/main" id="{51AE5B8F-3C1A-40FE-A1F8-FAC5ADE30282}"/>
              </a:ext>
            </a:extLst>
          </p:cNvPr>
          <p:cNvSpPr>
            <a:spLocks noGrp="1"/>
          </p:cNvSpPr>
          <p:nvPr/>
        </p:nvSpPr>
        <p:spPr>
          <a:xfrm>
            <a:off x="8152266" y="77171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5" name="F2_precision_recall_distributions_8289">
            <a:extLst>
              <a:ext uri="{FF2B5EF4-FFF2-40B4-BE49-F238E27FC236}">
                <a16:creationId xmlns:a16="http://schemas.microsoft.com/office/drawing/2014/main" id="{D91AED41-A3A4-48BD-8DE2-172B565F08E7}"/>
              </a:ext>
            </a:extLst>
          </p:cNvPr>
          <p:cNvSpPr>
            <a:spLocks noGrp="1"/>
          </p:cNvSpPr>
          <p:nvPr/>
        </p:nvSpPr>
        <p:spPr>
          <a:xfrm>
            <a:off x="8354808" y="75321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6" name="F2_precision_recall_distributions_8290">
            <a:extLst>
              <a:ext uri="{FF2B5EF4-FFF2-40B4-BE49-F238E27FC236}">
                <a16:creationId xmlns:a16="http://schemas.microsoft.com/office/drawing/2014/main" id="{D0544384-DB18-47F9-AD55-0FD1DF290703}"/>
              </a:ext>
            </a:extLst>
          </p:cNvPr>
          <p:cNvSpPr>
            <a:spLocks noGrp="1"/>
          </p:cNvSpPr>
          <p:nvPr/>
        </p:nvSpPr>
        <p:spPr>
          <a:xfrm>
            <a:off x="828358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7" name="F2_precision_recall_distributions_8291">
            <a:extLst>
              <a:ext uri="{FF2B5EF4-FFF2-40B4-BE49-F238E27FC236}">
                <a16:creationId xmlns:a16="http://schemas.microsoft.com/office/drawing/2014/main" id="{FEDF055E-A503-4E25-901C-AAD72D2C5F8B}"/>
              </a:ext>
            </a:extLst>
          </p:cNvPr>
          <p:cNvSpPr>
            <a:spLocks noGrp="1"/>
          </p:cNvSpPr>
          <p:nvPr/>
        </p:nvSpPr>
        <p:spPr>
          <a:xfrm>
            <a:off x="823076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8" name="F2_precision_recall_distributions_8292">
            <a:extLst>
              <a:ext uri="{FF2B5EF4-FFF2-40B4-BE49-F238E27FC236}">
                <a16:creationId xmlns:a16="http://schemas.microsoft.com/office/drawing/2014/main" id="{F967F14D-1143-4891-B294-5343BDEB2F1A}"/>
              </a:ext>
            </a:extLst>
          </p:cNvPr>
          <p:cNvSpPr>
            <a:spLocks noGrp="1"/>
          </p:cNvSpPr>
          <p:nvPr/>
        </p:nvSpPr>
        <p:spPr>
          <a:xfrm>
            <a:off x="8319602" y="698809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9" name="F2_precision_recall_distributions_8293">
            <a:extLst>
              <a:ext uri="{FF2B5EF4-FFF2-40B4-BE49-F238E27FC236}">
                <a16:creationId xmlns:a16="http://schemas.microsoft.com/office/drawing/2014/main" id="{1462D297-8A7E-4A2B-9A43-4FD4A8E34AA3}"/>
              </a:ext>
            </a:extLst>
          </p:cNvPr>
          <p:cNvSpPr>
            <a:spLocks noGrp="1"/>
          </p:cNvSpPr>
          <p:nvPr/>
        </p:nvSpPr>
        <p:spPr>
          <a:xfrm>
            <a:off x="822063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0" name="F2_precision_recall_distributions_8294">
            <a:extLst>
              <a:ext uri="{FF2B5EF4-FFF2-40B4-BE49-F238E27FC236}">
                <a16:creationId xmlns:a16="http://schemas.microsoft.com/office/drawing/2014/main" id="{6E2ABD90-FBA4-44B1-867C-162800EDB1E2}"/>
              </a:ext>
            </a:extLst>
          </p:cNvPr>
          <p:cNvSpPr>
            <a:spLocks noGrp="1"/>
          </p:cNvSpPr>
          <p:nvPr/>
        </p:nvSpPr>
        <p:spPr>
          <a:xfrm>
            <a:off x="814965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1" name="F2_precision_recall_distributions_8295">
            <a:extLst>
              <a:ext uri="{FF2B5EF4-FFF2-40B4-BE49-F238E27FC236}">
                <a16:creationId xmlns:a16="http://schemas.microsoft.com/office/drawing/2014/main" id="{4B52FD04-5E8E-482D-AFC7-144F53BD6401}"/>
              </a:ext>
            </a:extLst>
          </p:cNvPr>
          <p:cNvSpPr>
            <a:spLocks noGrp="1"/>
          </p:cNvSpPr>
          <p:nvPr/>
        </p:nvSpPr>
        <p:spPr>
          <a:xfrm>
            <a:off x="817696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2" name="F2_precision_recall_distributions_8296">
            <a:extLst>
              <a:ext uri="{FF2B5EF4-FFF2-40B4-BE49-F238E27FC236}">
                <a16:creationId xmlns:a16="http://schemas.microsoft.com/office/drawing/2014/main" id="{519CF58B-FD6F-4E7F-973A-7A92482665FA}"/>
              </a:ext>
            </a:extLst>
          </p:cNvPr>
          <p:cNvSpPr>
            <a:spLocks noGrp="1"/>
          </p:cNvSpPr>
          <p:nvPr/>
        </p:nvSpPr>
        <p:spPr>
          <a:xfrm>
            <a:off x="848595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3" name="F2_precision_recall_distributions_8297">
            <a:extLst>
              <a:ext uri="{FF2B5EF4-FFF2-40B4-BE49-F238E27FC236}">
                <a16:creationId xmlns:a16="http://schemas.microsoft.com/office/drawing/2014/main" id="{0E969E0C-486F-47FF-9A5D-03AF363619D9}"/>
              </a:ext>
            </a:extLst>
          </p:cNvPr>
          <p:cNvSpPr>
            <a:spLocks noGrp="1"/>
          </p:cNvSpPr>
          <p:nvPr/>
        </p:nvSpPr>
        <p:spPr>
          <a:xfrm>
            <a:off x="816793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4" name="F2_precision_recall_distributions_8298">
            <a:extLst>
              <a:ext uri="{FF2B5EF4-FFF2-40B4-BE49-F238E27FC236}">
                <a16:creationId xmlns:a16="http://schemas.microsoft.com/office/drawing/2014/main" id="{D4AD20B4-8C68-4EB5-8167-D3748F01F14C}"/>
              </a:ext>
            </a:extLst>
          </p:cNvPr>
          <p:cNvSpPr>
            <a:spLocks noGrp="1"/>
          </p:cNvSpPr>
          <p:nvPr/>
        </p:nvSpPr>
        <p:spPr>
          <a:xfrm>
            <a:off x="8246420" y="75321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5" name="F2_precision_recall_distributions_8299">
            <a:extLst>
              <a:ext uri="{FF2B5EF4-FFF2-40B4-BE49-F238E27FC236}">
                <a16:creationId xmlns:a16="http://schemas.microsoft.com/office/drawing/2014/main" id="{CEDA0B5A-55CE-4372-9C61-C0C02874B6BD}"/>
              </a:ext>
            </a:extLst>
          </p:cNvPr>
          <p:cNvSpPr>
            <a:spLocks noGrp="1"/>
          </p:cNvSpPr>
          <p:nvPr/>
        </p:nvSpPr>
        <p:spPr>
          <a:xfrm>
            <a:off x="81907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6" name="F2_precision_recall_distributions_8300">
            <a:extLst>
              <a:ext uri="{FF2B5EF4-FFF2-40B4-BE49-F238E27FC236}">
                <a16:creationId xmlns:a16="http://schemas.microsoft.com/office/drawing/2014/main" id="{C59D749B-FC12-44C8-B733-0BF90D081418}"/>
              </a:ext>
            </a:extLst>
          </p:cNvPr>
          <p:cNvSpPr>
            <a:spLocks noGrp="1"/>
          </p:cNvSpPr>
          <p:nvPr/>
        </p:nvSpPr>
        <p:spPr>
          <a:xfrm>
            <a:off x="83160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7" name="F2_precision_recall_distributions_8301">
            <a:extLst>
              <a:ext uri="{FF2B5EF4-FFF2-40B4-BE49-F238E27FC236}">
                <a16:creationId xmlns:a16="http://schemas.microsoft.com/office/drawing/2014/main" id="{DB81B418-5FA8-444F-AFCC-E7C07DFB1A9C}"/>
              </a:ext>
            </a:extLst>
          </p:cNvPr>
          <p:cNvSpPr>
            <a:spLocks noGrp="1"/>
          </p:cNvSpPr>
          <p:nvPr/>
        </p:nvSpPr>
        <p:spPr>
          <a:xfrm>
            <a:off x="82333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8" name="F2_precision_recall_distributions_8302">
            <a:extLst>
              <a:ext uri="{FF2B5EF4-FFF2-40B4-BE49-F238E27FC236}">
                <a16:creationId xmlns:a16="http://schemas.microsoft.com/office/drawing/2014/main" id="{9F63DC8E-B07A-461C-B907-66D5D15AD424}"/>
              </a:ext>
            </a:extLst>
          </p:cNvPr>
          <p:cNvSpPr>
            <a:spLocks noGrp="1"/>
          </p:cNvSpPr>
          <p:nvPr/>
        </p:nvSpPr>
        <p:spPr>
          <a:xfrm>
            <a:off x="827452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9" name="F2_precision_recall_distributions_8303">
            <a:extLst>
              <a:ext uri="{FF2B5EF4-FFF2-40B4-BE49-F238E27FC236}">
                <a16:creationId xmlns:a16="http://schemas.microsoft.com/office/drawing/2014/main" id="{D45776B3-7C35-41EF-B5AE-CEA4C5997097}"/>
              </a:ext>
            </a:extLst>
          </p:cNvPr>
          <p:cNvSpPr>
            <a:spLocks noGrp="1"/>
          </p:cNvSpPr>
          <p:nvPr/>
        </p:nvSpPr>
        <p:spPr>
          <a:xfrm>
            <a:off x="8358620" y="73435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0" name="F2_precision_recall_distributions_8304">
            <a:extLst>
              <a:ext uri="{FF2B5EF4-FFF2-40B4-BE49-F238E27FC236}">
                <a16:creationId xmlns:a16="http://schemas.microsoft.com/office/drawing/2014/main" id="{D00D36DD-BC58-4C9C-96B0-A8D3248CF0BD}"/>
              </a:ext>
            </a:extLst>
          </p:cNvPr>
          <p:cNvSpPr>
            <a:spLocks noGrp="1"/>
          </p:cNvSpPr>
          <p:nvPr/>
        </p:nvSpPr>
        <p:spPr>
          <a:xfrm>
            <a:off x="83235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1" name="F2_precision_recall_distributions_8305">
            <a:extLst>
              <a:ext uri="{FF2B5EF4-FFF2-40B4-BE49-F238E27FC236}">
                <a16:creationId xmlns:a16="http://schemas.microsoft.com/office/drawing/2014/main" id="{FE939BD4-38DE-4156-BA16-B9C131ADE2AE}"/>
              </a:ext>
            </a:extLst>
          </p:cNvPr>
          <p:cNvSpPr>
            <a:spLocks noGrp="1"/>
          </p:cNvSpPr>
          <p:nvPr/>
        </p:nvSpPr>
        <p:spPr>
          <a:xfrm>
            <a:off x="838346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2" name="F2_precision_recall_distributions_8306">
            <a:extLst>
              <a:ext uri="{FF2B5EF4-FFF2-40B4-BE49-F238E27FC236}">
                <a16:creationId xmlns:a16="http://schemas.microsoft.com/office/drawing/2014/main" id="{FAD2AC3F-0A62-48A8-979D-2853466C217E}"/>
              </a:ext>
            </a:extLst>
          </p:cNvPr>
          <p:cNvSpPr>
            <a:spLocks noGrp="1"/>
          </p:cNvSpPr>
          <p:nvPr/>
        </p:nvSpPr>
        <p:spPr>
          <a:xfrm>
            <a:off x="8260968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3" name="F2_precision_recall_distributions_8307">
            <a:extLst>
              <a:ext uri="{FF2B5EF4-FFF2-40B4-BE49-F238E27FC236}">
                <a16:creationId xmlns:a16="http://schemas.microsoft.com/office/drawing/2014/main" id="{D61A4ACE-C04E-4D9B-B363-84069AA335C8}"/>
              </a:ext>
            </a:extLst>
          </p:cNvPr>
          <p:cNvSpPr>
            <a:spLocks noGrp="1"/>
          </p:cNvSpPr>
          <p:nvPr/>
        </p:nvSpPr>
        <p:spPr>
          <a:xfrm>
            <a:off x="820663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4" name="F2_precision_recall_distributions_8308">
            <a:extLst>
              <a:ext uri="{FF2B5EF4-FFF2-40B4-BE49-F238E27FC236}">
                <a16:creationId xmlns:a16="http://schemas.microsoft.com/office/drawing/2014/main" id="{E5870D4E-F611-43F2-9E4D-8FBA939F89AC}"/>
              </a:ext>
            </a:extLst>
          </p:cNvPr>
          <p:cNvSpPr>
            <a:spLocks noGrp="1"/>
          </p:cNvSpPr>
          <p:nvPr/>
        </p:nvSpPr>
        <p:spPr>
          <a:xfrm>
            <a:off x="8422951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5" name="F2_precision_recall_distributions_8309">
            <a:extLst>
              <a:ext uri="{FF2B5EF4-FFF2-40B4-BE49-F238E27FC236}">
                <a16:creationId xmlns:a16="http://schemas.microsoft.com/office/drawing/2014/main" id="{4CE06828-2ADA-474B-A19A-D5BF68A20979}"/>
              </a:ext>
            </a:extLst>
          </p:cNvPr>
          <p:cNvSpPr>
            <a:spLocks noGrp="1"/>
          </p:cNvSpPr>
          <p:nvPr/>
        </p:nvSpPr>
        <p:spPr>
          <a:xfrm>
            <a:off x="8280274" y="777265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6" name="F2_precision_recall_distributions_8310">
            <a:extLst>
              <a:ext uri="{FF2B5EF4-FFF2-40B4-BE49-F238E27FC236}">
                <a16:creationId xmlns:a16="http://schemas.microsoft.com/office/drawing/2014/main" id="{36057EF2-BA9C-408C-B214-32AA28F4042D}"/>
              </a:ext>
            </a:extLst>
          </p:cNvPr>
          <p:cNvSpPr>
            <a:spLocks noGrp="1"/>
          </p:cNvSpPr>
          <p:nvPr/>
        </p:nvSpPr>
        <p:spPr>
          <a:xfrm>
            <a:off x="8461168" y="76453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7" name="F2_precision_recall_distributions_8311">
            <a:extLst>
              <a:ext uri="{FF2B5EF4-FFF2-40B4-BE49-F238E27FC236}">
                <a16:creationId xmlns:a16="http://schemas.microsoft.com/office/drawing/2014/main" id="{5ED7CE7A-D397-4838-81B2-3E9086D6BFDF}"/>
              </a:ext>
            </a:extLst>
          </p:cNvPr>
          <p:cNvSpPr>
            <a:spLocks noGrp="1"/>
          </p:cNvSpPr>
          <p:nvPr/>
        </p:nvSpPr>
        <p:spPr>
          <a:xfrm>
            <a:off x="815520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8" name="F2_precision_recall_distributions_8312">
            <a:extLst>
              <a:ext uri="{FF2B5EF4-FFF2-40B4-BE49-F238E27FC236}">
                <a16:creationId xmlns:a16="http://schemas.microsoft.com/office/drawing/2014/main" id="{1992E911-CA4E-4A17-B8AA-8756A2105497}"/>
              </a:ext>
            </a:extLst>
          </p:cNvPr>
          <p:cNvSpPr>
            <a:spLocks noGrp="1"/>
          </p:cNvSpPr>
          <p:nvPr/>
        </p:nvSpPr>
        <p:spPr>
          <a:xfrm>
            <a:off x="823808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9" name="F2_precision_recall_distributions_8313">
            <a:extLst>
              <a:ext uri="{FF2B5EF4-FFF2-40B4-BE49-F238E27FC236}">
                <a16:creationId xmlns:a16="http://schemas.microsoft.com/office/drawing/2014/main" id="{CBBD0353-7C88-4A42-AFBC-F0EAE4177779}"/>
              </a:ext>
            </a:extLst>
          </p:cNvPr>
          <p:cNvSpPr>
            <a:spLocks noGrp="1"/>
          </p:cNvSpPr>
          <p:nvPr/>
        </p:nvSpPr>
        <p:spPr>
          <a:xfrm>
            <a:off x="839104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0" name="F2_precision_recall_distributions_8314">
            <a:extLst>
              <a:ext uri="{FF2B5EF4-FFF2-40B4-BE49-F238E27FC236}">
                <a16:creationId xmlns:a16="http://schemas.microsoft.com/office/drawing/2014/main" id="{0E1E8BFA-9128-4CD5-B617-D4452D499881}"/>
              </a:ext>
            </a:extLst>
          </p:cNvPr>
          <p:cNvSpPr>
            <a:spLocks noGrp="1"/>
          </p:cNvSpPr>
          <p:nvPr/>
        </p:nvSpPr>
        <p:spPr>
          <a:xfrm>
            <a:off x="84417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1" name="F2_precision_recall_distributions_8315">
            <a:extLst>
              <a:ext uri="{FF2B5EF4-FFF2-40B4-BE49-F238E27FC236}">
                <a16:creationId xmlns:a16="http://schemas.microsoft.com/office/drawing/2014/main" id="{38EBB55D-946A-470F-AE3C-A4C2B6F0F713}"/>
              </a:ext>
            </a:extLst>
          </p:cNvPr>
          <p:cNvSpPr>
            <a:spLocks noGrp="1"/>
          </p:cNvSpPr>
          <p:nvPr/>
        </p:nvSpPr>
        <p:spPr>
          <a:xfrm>
            <a:off x="848366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2" name="F2_precision_recall_distributions_8316">
            <a:extLst>
              <a:ext uri="{FF2B5EF4-FFF2-40B4-BE49-F238E27FC236}">
                <a16:creationId xmlns:a16="http://schemas.microsoft.com/office/drawing/2014/main" id="{8AD9BE04-3DCD-4247-8DD5-12B6A00DE7A5}"/>
              </a:ext>
            </a:extLst>
          </p:cNvPr>
          <p:cNvSpPr>
            <a:spLocks noGrp="1"/>
          </p:cNvSpPr>
          <p:nvPr/>
        </p:nvSpPr>
        <p:spPr>
          <a:xfrm>
            <a:off x="817685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3" name="F2_precision_recall_distributions_8317">
            <a:extLst>
              <a:ext uri="{FF2B5EF4-FFF2-40B4-BE49-F238E27FC236}">
                <a16:creationId xmlns:a16="http://schemas.microsoft.com/office/drawing/2014/main" id="{249608AC-FD51-4781-8002-02860ED6EE70}"/>
              </a:ext>
            </a:extLst>
          </p:cNvPr>
          <p:cNvSpPr>
            <a:spLocks noGrp="1"/>
          </p:cNvSpPr>
          <p:nvPr/>
        </p:nvSpPr>
        <p:spPr>
          <a:xfrm>
            <a:off x="83150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4" name="F2_precision_recall_distributions_8318">
            <a:extLst>
              <a:ext uri="{FF2B5EF4-FFF2-40B4-BE49-F238E27FC236}">
                <a16:creationId xmlns:a16="http://schemas.microsoft.com/office/drawing/2014/main" id="{213213D1-B4D1-47DD-B85F-AF8D969CB51B}"/>
              </a:ext>
            </a:extLst>
          </p:cNvPr>
          <p:cNvSpPr>
            <a:spLocks noGrp="1"/>
          </p:cNvSpPr>
          <p:nvPr/>
        </p:nvSpPr>
        <p:spPr>
          <a:xfrm>
            <a:off x="81460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5" name="F2_precision_recall_distributions_8319">
            <a:extLst>
              <a:ext uri="{FF2B5EF4-FFF2-40B4-BE49-F238E27FC236}">
                <a16:creationId xmlns:a16="http://schemas.microsoft.com/office/drawing/2014/main" id="{051F54F9-3B6B-4618-9575-9E772D734564}"/>
              </a:ext>
            </a:extLst>
          </p:cNvPr>
          <p:cNvSpPr>
            <a:spLocks noGrp="1"/>
          </p:cNvSpPr>
          <p:nvPr/>
        </p:nvSpPr>
        <p:spPr>
          <a:xfrm>
            <a:off x="8289646" y="77797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6" name="F2_precision_recall_distributions_8320">
            <a:extLst>
              <a:ext uri="{FF2B5EF4-FFF2-40B4-BE49-F238E27FC236}">
                <a16:creationId xmlns:a16="http://schemas.microsoft.com/office/drawing/2014/main" id="{B107934F-18F6-41CD-B193-A1D33CCECE75}"/>
              </a:ext>
            </a:extLst>
          </p:cNvPr>
          <p:cNvSpPr>
            <a:spLocks noGrp="1"/>
          </p:cNvSpPr>
          <p:nvPr/>
        </p:nvSpPr>
        <p:spPr>
          <a:xfrm>
            <a:off x="832245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7" name="F2_precision_recall_distributions_8321">
            <a:extLst>
              <a:ext uri="{FF2B5EF4-FFF2-40B4-BE49-F238E27FC236}">
                <a16:creationId xmlns:a16="http://schemas.microsoft.com/office/drawing/2014/main" id="{A0BDF03E-8A18-4F42-A0A9-CA6B503AC04F}"/>
              </a:ext>
            </a:extLst>
          </p:cNvPr>
          <p:cNvSpPr>
            <a:spLocks noGrp="1"/>
          </p:cNvSpPr>
          <p:nvPr/>
        </p:nvSpPr>
        <p:spPr>
          <a:xfrm>
            <a:off x="833369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8" name="F2_precision_recall_distributions_8322">
            <a:extLst>
              <a:ext uri="{FF2B5EF4-FFF2-40B4-BE49-F238E27FC236}">
                <a16:creationId xmlns:a16="http://schemas.microsoft.com/office/drawing/2014/main" id="{4B97F86D-A595-46AD-A9EF-DB66EC318C58}"/>
              </a:ext>
            </a:extLst>
          </p:cNvPr>
          <p:cNvSpPr>
            <a:spLocks noGrp="1"/>
          </p:cNvSpPr>
          <p:nvPr/>
        </p:nvSpPr>
        <p:spPr>
          <a:xfrm>
            <a:off x="8375635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9" name="F2_precision_recall_distributions_8323">
            <a:extLst>
              <a:ext uri="{FF2B5EF4-FFF2-40B4-BE49-F238E27FC236}">
                <a16:creationId xmlns:a16="http://schemas.microsoft.com/office/drawing/2014/main" id="{76C37B63-2E9B-47E0-ACC3-EC1F9B1A51E7}"/>
              </a:ext>
            </a:extLst>
          </p:cNvPr>
          <p:cNvSpPr>
            <a:spLocks noGrp="1"/>
          </p:cNvSpPr>
          <p:nvPr/>
        </p:nvSpPr>
        <p:spPr>
          <a:xfrm>
            <a:off x="84092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0" name="F2_precision_recall_distributions_8324">
            <a:extLst>
              <a:ext uri="{FF2B5EF4-FFF2-40B4-BE49-F238E27FC236}">
                <a16:creationId xmlns:a16="http://schemas.microsoft.com/office/drawing/2014/main" id="{9E25539B-319F-4377-8666-B8A230122B3B}"/>
              </a:ext>
            </a:extLst>
          </p:cNvPr>
          <p:cNvSpPr>
            <a:spLocks noGrp="1"/>
          </p:cNvSpPr>
          <p:nvPr/>
        </p:nvSpPr>
        <p:spPr>
          <a:xfrm>
            <a:off x="818973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1" name="F2_precision_recall_distributions_8325">
            <a:extLst>
              <a:ext uri="{FF2B5EF4-FFF2-40B4-BE49-F238E27FC236}">
                <a16:creationId xmlns:a16="http://schemas.microsoft.com/office/drawing/2014/main" id="{3166D80B-5D8C-453C-BCEC-A47AC8031F9C}"/>
              </a:ext>
            </a:extLst>
          </p:cNvPr>
          <p:cNvSpPr>
            <a:spLocks noGrp="1"/>
          </p:cNvSpPr>
          <p:nvPr/>
        </p:nvSpPr>
        <p:spPr>
          <a:xfrm>
            <a:off x="823259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2" name="F2_precision_recall_distributions_8326">
            <a:extLst>
              <a:ext uri="{FF2B5EF4-FFF2-40B4-BE49-F238E27FC236}">
                <a16:creationId xmlns:a16="http://schemas.microsoft.com/office/drawing/2014/main" id="{8111046C-394A-4CD5-88D7-4C049C9A4FB5}"/>
              </a:ext>
            </a:extLst>
          </p:cNvPr>
          <p:cNvSpPr>
            <a:spLocks noGrp="1"/>
          </p:cNvSpPr>
          <p:nvPr/>
        </p:nvSpPr>
        <p:spPr>
          <a:xfrm>
            <a:off x="8153650" y="77089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3" name="F2_precision_recall_distributions_8327">
            <a:extLst>
              <a:ext uri="{FF2B5EF4-FFF2-40B4-BE49-F238E27FC236}">
                <a16:creationId xmlns:a16="http://schemas.microsoft.com/office/drawing/2014/main" id="{B7EDD558-9451-4606-BF9E-600A1E29B94B}"/>
              </a:ext>
            </a:extLst>
          </p:cNvPr>
          <p:cNvSpPr>
            <a:spLocks noGrp="1"/>
          </p:cNvSpPr>
          <p:nvPr/>
        </p:nvSpPr>
        <p:spPr>
          <a:xfrm>
            <a:off x="827520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4" name="F2_precision_recall_distributions_8328">
            <a:extLst>
              <a:ext uri="{FF2B5EF4-FFF2-40B4-BE49-F238E27FC236}">
                <a16:creationId xmlns:a16="http://schemas.microsoft.com/office/drawing/2014/main" id="{8597D488-FA84-4D9F-95B0-BB37EE26524C}"/>
              </a:ext>
            </a:extLst>
          </p:cNvPr>
          <p:cNvSpPr>
            <a:spLocks noGrp="1"/>
          </p:cNvSpPr>
          <p:nvPr/>
        </p:nvSpPr>
        <p:spPr>
          <a:xfrm>
            <a:off x="83402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5" name="F2_precision_recall_distributions_8329">
            <a:extLst>
              <a:ext uri="{FF2B5EF4-FFF2-40B4-BE49-F238E27FC236}">
                <a16:creationId xmlns:a16="http://schemas.microsoft.com/office/drawing/2014/main" id="{6DC59EEB-10C4-476E-ABB4-53A5D3D387F6}"/>
              </a:ext>
            </a:extLst>
          </p:cNvPr>
          <p:cNvSpPr>
            <a:spLocks noGrp="1"/>
          </p:cNvSpPr>
          <p:nvPr/>
        </p:nvSpPr>
        <p:spPr>
          <a:xfrm>
            <a:off x="83628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6" name="F2_precision_recall_distributions_8330">
            <a:extLst>
              <a:ext uri="{FF2B5EF4-FFF2-40B4-BE49-F238E27FC236}">
                <a16:creationId xmlns:a16="http://schemas.microsoft.com/office/drawing/2014/main" id="{015CAF0E-D7CB-4053-B434-B524C257B62D}"/>
              </a:ext>
            </a:extLst>
          </p:cNvPr>
          <p:cNvSpPr>
            <a:spLocks noGrp="1"/>
          </p:cNvSpPr>
          <p:nvPr/>
        </p:nvSpPr>
        <p:spPr>
          <a:xfrm>
            <a:off x="819712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7" name="F2_precision_recall_distributions_8331">
            <a:extLst>
              <a:ext uri="{FF2B5EF4-FFF2-40B4-BE49-F238E27FC236}">
                <a16:creationId xmlns:a16="http://schemas.microsoft.com/office/drawing/2014/main" id="{167E11F1-9DBE-41B6-9664-D44EE7E47264}"/>
              </a:ext>
            </a:extLst>
          </p:cNvPr>
          <p:cNvSpPr>
            <a:spLocks noGrp="1"/>
          </p:cNvSpPr>
          <p:nvPr/>
        </p:nvSpPr>
        <p:spPr>
          <a:xfrm>
            <a:off x="840211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8" name="F2_precision_recall_distributions_8332">
            <a:extLst>
              <a:ext uri="{FF2B5EF4-FFF2-40B4-BE49-F238E27FC236}">
                <a16:creationId xmlns:a16="http://schemas.microsoft.com/office/drawing/2014/main" id="{25E3B874-02BF-408D-9080-FEEEFB88C4BF}"/>
              </a:ext>
            </a:extLst>
          </p:cNvPr>
          <p:cNvSpPr>
            <a:spLocks noGrp="1"/>
          </p:cNvSpPr>
          <p:nvPr/>
        </p:nvSpPr>
        <p:spPr>
          <a:xfrm>
            <a:off x="8474266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9" name="F2_precision_recall_distributions_8333">
            <a:extLst>
              <a:ext uri="{FF2B5EF4-FFF2-40B4-BE49-F238E27FC236}">
                <a16:creationId xmlns:a16="http://schemas.microsoft.com/office/drawing/2014/main" id="{F030A702-A952-4414-8EE6-EA0408BFD184}"/>
              </a:ext>
            </a:extLst>
          </p:cNvPr>
          <p:cNvSpPr>
            <a:spLocks noGrp="1"/>
          </p:cNvSpPr>
          <p:nvPr/>
        </p:nvSpPr>
        <p:spPr>
          <a:xfrm>
            <a:off x="831667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0" name="F2_precision_recall_distributions_8334">
            <a:extLst>
              <a:ext uri="{FF2B5EF4-FFF2-40B4-BE49-F238E27FC236}">
                <a16:creationId xmlns:a16="http://schemas.microsoft.com/office/drawing/2014/main" id="{3356B78D-3D31-4129-94F2-6A64971B47D1}"/>
              </a:ext>
            </a:extLst>
          </p:cNvPr>
          <p:cNvSpPr>
            <a:spLocks noGrp="1"/>
          </p:cNvSpPr>
          <p:nvPr/>
        </p:nvSpPr>
        <p:spPr>
          <a:xfrm>
            <a:off x="8398257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1" name="F2_precision_recall_distributions_8335">
            <a:extLst>
              <a:ext uri="{FF2B5EF4-FFF2-40B4-BE49-F238E27FC236}">
                <a16:creationId xmlns:a16="http://schemas.microsoft.com/office/drawing/2014/main" id="{F5E8C3B9-66D7-4CBD-848F-56352A59CF29}"/>
              </a:ext>
            </a:extLst>
          </p:cNvPr>
          <p:cNvSpPr>
            <a:spLocks noGrp="1"/>
          </p:cNvSpPr>
          <p:nvPr/>
        </p:nvSpPr>
        <p:spPr>
          <a:xfrm>
            <a:off x="838732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2" name="F2_precision_recall_distributions_8336">
            <a:extLst>
              <a:ext uri="{FF2B5EF4-FFF2-40B4-BE49-F238E27FC236}">
                <a16:creationId xmlns:a16="http://schemas.microsoft.com/office/drawing/2014/main" id="{97902E35-A99F-4C74-9C3C-FC9B9A8740B6}"/>
              </a:ext>
            </a:extLst>
          </p:cNvPr>
          <p:cNvSpPr>
            <a:spLocks noGrp="1"/>
          </p:cNvSpPr>
          <p:nvPr/>
        </p:nvSpPr>
        <p:spPr>
          <a:xfrm>
            <a:off x="837691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3" name="F2_precision_recall_distributions_8337">
            <a:extLst>
              <a:ext uri="{FF2B5EF4-FFF2-40B4-BE49-F238E27FC236}">
                <a16:creationId xmlns:a16="http://schemas.microsoft.com/office/drawing/2014/main" id="{00A6B27C-A33C-43F7-9A72-C7E5DD43E01F}"/>
              </a:ext>
            </a:extLst>
          </p:cNvPr>
          <p:cNvSpPr>
            <a:spLocks noGrp="1"/>
          </p:cNvSpPr>
          <p:nvPr/>
        </p:nvSpPr>
        <p:spPr>
          <a:xfrm>
            <a:off x="826264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4" name="F2_precision_recall_distributions_8338">
            <a:extLst>
              <a:ext uri="{FF2B5EF4-FFF2-40B4-BE49-F238E27FC236}">
                <a16:creationId xmlns:a16="http://schemas.microsoft.com/office/drawing/2014/main" id="{931322F4-A721-4424-BEE7-2CC13D937130}"/>
              </a:ext>
            </a:extLst>
          </p:cNvPr>
          <p:cNvSpPr>
            <a:spLocks noGrp="1"/>
          </p:cNvSpPr>
          <p:nvPr/>
        </p:nvSpPr>
        <p:spPr>
          <a:xfrm>
            <a:off x="845201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5" name="F2_precision_recall_distributions_8339">
            <a:extLst>
              <a:ext uri="{FF2B5EF4-FFF2-40B4-BE49-F238E27FC236}">
                <a16:creationId xmlns:a16="http://schemas.microsoft.com/office/drawing/2014/main" id="{B16F156E-DAD6-4A2A-9ED8-96554935A8F0}"/>
              </a:ext>
            </a:extLst>
          </p:cNvPr>
          <p:cNvSpPr>
            <a:spLocks noGrp="1"/>
          </p:cNvSpPr>
          <p:nvPr/>
        </p:nvSpPr>
        <p:spPr>
          <a:xfrm>
            <a:off x="84667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6" name="F2_precision_recall_distributions_8340">
            <a:extLst>
              <a:ext uri="{FF2B5EF4-FFF2-40B4-BE49-F238E27FC236}">
                <a16:creationId xmlns:a16="http://schemas.microsoft.com/office/drawing/2014/main" id="{B0D13C27-F2A7-46D3-8DD5-8C45CCD067F9}"/>
              </a:ext>
            </a:extLst>
          </p:cNvPr>
          <p:cNvSpPr>
            <a:spLocks noGrp="1"/>
          </p:cNvSpPr>
          <p:nvPr/>
        </p:nvSpPr>
        <p:spPr>
          <a:xfrm>
            <a:off x="835270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7" name="F2_precision_recall_distributions_8341">
            <a:extLst>
              <a:ext uri="{FF2B5EF4-FFF2-40B4-BE49-F238E27FC236}">
                <a16:creationId xmlns:a16="http://schemas.microsoft.com/office/drawing/2014/main" id="{5BB4441A-FC4E-48B9-9EA7-8F665ADBCFF7}"/>
              </a:ext>
            </a:extLst>
          </p:cNvPr>
          <p:cNvSpPr>
            <a:spLocks noGrp="1"/>
          </p:cNvSpPr>
          <p:nvPr/>
        </p:nvSpPr>
        <p:spPr>
          <a:xfrm>
            <a:off x="833812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8" name="F2_precision_recall_distributions_8342">
            <a:extLst>
              <a:ext uri="{FF2B5EF4-FFF2-40B4-BE49-F238E27FC236}">
                <a16:creationId xmlns:a16="http://schemas.microsoft.com/office/drawing/2014/main" id="{42100DAB-8703-4219-9E6D-5F97D2764654}"/>
              </a:ext>
            </a:extLst>
          </p:cNvPr>
          <p:cNvSpPr>
            <a:spLocks noGrp="1"/>
          </p:cNvSpPr>
          <p:nvPr/>
        </p:nvSpPr>
        <p:spPr>
          <a:xfrm>
            <a:off x="82607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9" name="F2_precision_recall_distributions_8343">
            <a:extLst>
              <a:ext uri="{FF2B5EF4-FFF2-40B4-BE49-F238E27FC236}">
                <a16:creationId xmlns:a16="http://schemas.microsoft.com/office/drawing/2014/main" id="{AA9CD33B-8D49-48BF-B773-917C7B7A04D3}"/>
              </a:ext>
            </a:extLst>
          </p:cNvPr>
          <p:cNvSpPr>
            <a:spLocks noGrp="1"/>
          </p:cNvSpPr>
          <p:nvPr/>
        </p:nvSpPr>
        <p:spPr>
          <a:xfrm>
            <a:off x="815526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0" name="F2_precision_recall_distributions_8344">
            <a:extLst>
              <a:ext uri="{FF2B5EF4-FFF2-40B4-BE49-F238E27FC236}">
                <a16:creationId xmlns:a16="http://schemas.microsoft.com/office/drawing/2014/main" id="{167E78B6-30F6-4268-9167-0BFEB211C547}"/>
              </a:ext>
            </a:extLst>
          </p:cNvPr>
          <p:cNvSpPr>
            <a:spLocks noGrp="1"/>
          </p:cNvSpPr>
          <p:nvPr/>
        </p:nvSpPr>
        <p:spPr>
          <a:xfrm>
            <a:off x="820156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1" name="F2_precision_recall_distributions_8345">
            <a:extLst>
              <a:ext uri="{FF2B5EF4-FFF2-40B4-BE49-F238E27FC236}">
                <a16:creationId xmlns:a16="http://schemas.microsoft.com/office/drawing/2014/main" id="{08263FF3-FB2D-4523-9816-C5706BD7E086}"/>
              </a:ext>
            </a:extLst>
          </p:cNvPr>
          <p:cNvSpPr>
            <a:spLocks noGrp="1"/>
          </p:cNvSpPr>
          <p:nvPr/>
        </p:nvSpPr>
        <p:spPr>
          <a:xfrm>
            <a:off x="841175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2" name="F2_precision_recall_distributions_8346">
            <a:extLst>
              <a:ext uri="{FF2B5EF4-FFF2-40B4-BE49-F238E27FC236}">
                <a16:creationId xmlns:a16="http://schemas.microsoft.com/office/drawing/2014/main" id="{A5D74EA6-1795-4590-9D17-48B3796D9150}"/>
              </a:ext>
            </a:extLst>
          </p:cNvPr>
          <p:cNvSpPr>
            <a:spLocks noGrp="1"/>
          </p:cNvSpPr>
          <p:nvPr/>
        </p:nvSpPr>
        <p:spPr>
          <a:xfrm>
            <a:off x="839332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3" name="F2_precision_recall_distributions_8347">
            <a:extLst>
              <a:ext uri="{FF2B5EF4-FFF2-40B4-BE49-F238E27FC236}">
                <a16:creationId xmlns:a16="http://schemas.microsoft.com/office/drawing/2014/main" id="{8CBE2421-E8D8-4E4A-9C2C-3176B720E729}"/>
              </a:ext>
            </a:extLst>
          </p:cNvPr>
          <p:cNvSpPr>
            <a:spLocks noGrp="1"/>
          </p:cNvSpPr>
          <p:nvPr/>
        </p:nvSpPr>
        <p:spPr>
          <a:xfrm>
            <a:off x="8163574" y="77302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4" name="F2_precision_recall_distributions_8348">
            <a:extLst>
              <a:ext uri="{FF2B5EF4-FFF2-40B4-BE49-F238E27FC236}">
                <a16:creationId xmlns:a16="http://schemas.microsoft.com/office/drawing/2014/main" id="{91FAB92A-9C0B-4E28-9CC0-D13F72336476}"/>
              </a:ext>
            </a:extLst>
          </p:cNvPr>
          <p:cNvSpPr>
            <a:spLocks noGrp="1"/>
          </p:cNvSpPr>
          <p:nvPr/>
        </p:nvSpPr>
        <p:spPr>
          <a:xfrm>
            <a:off x="81890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5" name="F2_precision_recall_distributions_8349">
            <a:extLst>
              <a:ext uri="{FF2B5EF4-FFF2-40B4-BE49-F238E27FC236}">
                <a16:creationId xmlns:a16="http://schemas.microsoft.com/office/drawing/2014/main" id="{5EBDBCC7-7F5A-4ECD-AB6A-348010210ED1}"/>
              </a:ext>
            </a:extLst>
          </p:cNvPr>
          <p:cNvSpPr>
            <a:spLocks noGrp="1"/>
          </p:cNvSpPr>
          <p:nvPr/>
        </p:nvSpPr>
        <p:spPr>
          <a:xfrm>
            <a:off x="8262882" y="77679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6" name="F2_precision_recall_distributions_8350">
            <a:extLst>
              <a:ext uri="{FF2B5EF4-FFF2-40B4-BE49-F238E27FC236}">
                <a16:creationId xmlns:a16="http://schemas.microsoft.com/office/drawing/2014/main" id="{4ECB56D1-8A85-4E8F-BAD5-8D26BAAEA936}"/>
              </a:ext>
            </a:extLst>
          </p:cNvPr>
          <p:cNvSpPr>
            <a:spLocks noGrp="1"/>
          </p:cNvSpPr>
          <p:nvPr/>
        </p:nvSpPr>
        <p:spPr>
          <a:xfrm>
            <a:off x="82968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7" name="F2_precision_recall_distributions_8351">
            <a:extLst>
              <a:ext uri="{FF2B5EF4-FFF2-40B4-BE49-F238E27FC236}">
                <a16:creationId xmlns:a16="http://schemas.microsoft.com/office/drawing/2014/main" id="{8D64E2B0-568C-4D55-BC86-B7E235D663CA}"/>
              </a:ext>
            </a:extLst>
          </p:cNvPr>
          <p:cNvSpPr>
            <a:spLocks noGrp="1"/>
          </p:cNvSpPr>
          <p:nvPr/>
        </p:nvSpPr>
        <p:spPr>
          <a:xfrm>
            <a:off x="830305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8" name="F2_precision_recall_distributions_8352">
            <a:extLst>
              <a:ext uri="{FF2B5EF4-FFF2-40B4-BE49-F238E27FC236}">
                <a16:creationId xmlns:a16="http://schemas.microsoft.com/office/drawing/2014/main" id="{A1EE7D36-E13E-436D-889D-4EC18DE9199C}"/>
              </a:ext>
            </a:extLst>
          </p:cNvPr>
          <p:cNvSpPr>
            <a:spLocks noGrp="1"/>
          </p:cNvSpPr>
          <p:nvPr/>
        </p:nvSpPr>
        <p:spPr>
          <a:xfrm>
            <a:off x="846712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9" name="F2_precision_recall_distributions_8353">
            <a:extLst>
              <a:ext uri="{FF2B5EF4-FFF2-40B4-BE49-F238E27FC236}">
                <a16:creationId xmlns:a16="http://schemas.microsoft.com/office/drawing/2014/main" id="{B0307C4E-78E7-4FDA-9523-A29C86FCC038}"/>
              </a:ext>
            </a:extLst>
          </p:cNvPr>
          <p:cNvSpPr>
            <a:spLocks noGrp="1"/>
          </p:cNvSpPr>
          <p:nvPr/>
        </p:nvSpPr>
        <p:spPr>
          <a:xfrm>
            <a:off x="8423790" y="75321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0" name="F2_precision_recall_distributions_8354">
            <a:extLst>
              <a:ext uri="{FF2B5EF4-FFF2-40B4-BE49-F238E27FC236}">
                <a16:creationId xmlns:a16="http://schemas.microsoft.com/office/drawing/2014/main" id="{044A244F-3BD5-455A-A83A-7B05CFC205B2}"/>
              </a:ext>
            </a:extLst>
          </p:cNvPr>
          <p:cNvSpPr>
            <a:spLocks noGrp="1"/>
          </p:cNvSpPr>
          <p:nvPr/>
        </p:nvSpPr>
        <p:spPr>
          <a:xfrm>
            <a:off x="82063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1" name="F2_precision_recall_distributions_8355">
            <a:extLst>
              <a:ext uri="{FF2B5EF4-FFF2-40B4-BE49-F238E27FC236}">
                <a16:creationId xmlns:a16="http://schemas.microsoft.com/office/drawing/2014/main" id="{58D95411-A945-4380-AFCD-9288CF8B26B9}"/>
              </a:ext>
            </a:extLst>
          </p:cNvPr>
          <p:cNvSpPr>
            <a:spLocks noGrp="1"/>
          </p:cNvSpPr>
          <p:nvPr/>
        </p:nvSpPr>
        <p:spPr>
          <a:xfrm>
            <a:off x="818054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2" name="F2_precision_recall_distributions_8356">
            <a:extLst>
              <a:ext uri="{FF2B5EF4-FFF2-40B4-BE49-F238E27FC236}">
                <a16:creationId xmlns:a16="http://schemas.microsoft.com/office/drawing/2014/main" id="{DB3785DA-CC97-4A1E-A3A1-065982ABD4AD}"/>
              </a:ext>
            </a:extLst>
          </p:cNvPr>
          <p:cNvSpPr>
            <a:spLocks noGrp="1"/>
          </p:cNvSpPr>
          <p:nvPr/>
        </p:nvSpPr>
        <p:spPr>
          <a:xfrm>
            <a:off x="83542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3" name="F2_precision_recall_distributions_8357">
            <a:extLst>
              <a:ext uri="{FF2B5EF4-FFF2-40B4-BE49-F238E27FC236}">
                <a16:creationId xmlns:a16="http://schemas.microsoft.com/office/drawing/2014/main" id="{7F9BEA86-8D43-48A1-9552-C7FA753D1E51}"/>
              </a:ext>
            </a:extLst>
          </p:cNvPr>
          <p:cNvSpPr>
            <a:spLocks noGrp="1"/>
          </p:cNvSpPr>
          <p:nvPr/>
        </p:nvSpPr>
        <p:spPr>
          <a:xfrm>
            <a:off x="82540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4" name="F2_precision_recall_distributions_8358">
            <a:extLst>
              <a:ext uri="{FF2B5EF4-FFF2-40B4-BE49-F238E27FC236}">
                <a16:creationId xmlns:a16="http://schemas.microsoft.com/office/drawing/2014/main" id="{A1649538-704B-4DFF-8010-D5A77F84084F}"/>
              </a:ext>
            </a:extLst>
          </p:cNvPr>
          <p:cNvSpPr>
            <a:spLocks noGrp="1"/>
          </p:cNvSpPr>
          <p:nvPr/>
        </p:nvSpPr>
        <p:spPr>
          <a:xfrm>
            <a:off x="82620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5" name="F2_precision_recall_distributions_8359">
            <a:extLst>
              <a:ext uri="{FF2B5EF4-FFF2-40B4-BE49-F238E27FC236}">
                <a16:creationId xmlns:a16="http://schemas.microsoft.com/office/drawing/2014/main" id="{16D06822-0F82-4DE8-B322-7D67C9799922}"/>
              </a:ext>
            </a:extLst>
          </p:cNvPr>
          <p:cNvSpPr>
            <a:spLocks noGrp="1"/>
          </p:cNvSpPr>
          <p:nvPr/>
        </p:nvSpPr>
        <p:spPr>
          <a:xfrm>
            <a:off x="824581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6" name="F2_precision_recall_distributions_8360">
            <a:extLst>
              <a:ext uri="{FF2B5EF4-FFF2-40B4-BE49-F238E27FC236}">
                <a16:creationId xmlns:a16="http://schemas.microsoft.com/office/drawing/2014/main" id="{E9986E3B-D7B5-4A00-9F86-2A59B137802D}"/>
              </a:ext>
            </a:extLst>
          </p:cNvPr>
          <p:cNvSpPr>
            <a:spLocks noGrp="1"/>
          </p:cNvSpPr>
          <p:nvPr/>
        </p:nvSpPr>
        <p:spPr>
          <a:xfrm>
            <a:off x="831624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7" name="F2_precision_recall_distributions_8361">
            <a:extLst>
              <a:ext uri="{FF2B5EF4-FFF2-40B4-BE49-F238E27FC236}">
                <a16:creationId xmlns:a16="http://schemas.microsoft.com/office/drawing/2014/main" id="{61713561-8903-4678-A676-CF4E78CA4542}"/>
              </a:ext>
            </a:extLst>
          </p:cNvPr>
          <p:cNvSpPr>
            <a:spLocks noGrp="1"/>
          </p:cNvSpPr>
          <p:nvPr/>
        </p:nvSpPr>
        <p:spPr>
          <a:xfrm>
            <a:off x="846110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8" name="F2_precision_recall_distributions_8362">
            <a:extLst>
              <a:ext uri="{FF2B5EF4-FFF2-40B4-BE49-F238E27FC236}">
                <a16:creationId xmlns:a16="http://schemas.microsoft.com/office/drawing/2014/main" id="{5B735EA9-388A-4787-9493-CE204EF45A06}"/>
              </a:ext>
            </a:extLst>
          </p:cNvPr>
          <p:cNvSpPr>
            <a:spLocks noGrp="1"/>
          </p:cNvSpPr>
          <p:nvPr/>
        </p:nvSpPr>
        <p:spPr>
          <a:xfrm>
            <a:off x="8379192" y="74755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9" name="F2_precision_recall_distributions_8363">
            <a:extLst>
              <a:ext uri="{FF2B5EF4-FFF2-40B4-BE49-F238E27FC236}">
                <a16:creationId xmlns:a16="http://schemas.microsoft.com/office/drawing/2014/main" id="{F823621E-73E3-4F32-963D-82C6B9FF7F0F}"/>
              </a:ext>
            </a:extLst>
          </p:cNvPr>
          <p:cNvSpPr>
            <a:spLocks noGrp="1"/>
          </p:cNvSpPr>
          <p:nvPr/>
        </p:nvSpPr>
        <p:spPr>
          <a:xfrm>
            <a:off x="8143773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0" name="F2_precision_recall_distributions_8364">
            <a:extLst>
              <a:ext uri="{FF2B5EF4-FFF2-40B4-BE49-F238E27FC236}">
                <a16:creationId xmlns:a16="http://schemas.microsoft.com/office/drawing/2014/main" id="{22652BEA-3FFD-4376-A204-827B0A1017B3}"/>
              </a:ext>
            </a:extLst>
          </p:cNvPr>
          <p:cNvSpPr>
            <a:spLocks noGrp="1"/>
          </p:cNvSpPr>
          <p:nvPr/>
        </p:nvSpPr>
        <p:spPr>
          <a:xfrm>
            <a:off x="836671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1" name="F2_precision_recall_distributions_8365">
            <a:extLst>
              <a:ext uri="{FF2B5EF4-FFF2-40B4-BE49-F238E27FC236}">
                <a16:creationId xmlns:a16="http://schemas.microsoft.com/office/drawing/2014/main" id="{EF7AC7DE-C44D-4C01-B8F0-F9026CCEDDB4}"/>
              </a:ext>
            </a:extLst>
          </p:cNvPr>
          <p:cNvSpPr>
            <a:spLocks noGrp="1"/>
          </p:cNvSpPr>
          <p:nvPr/>
        </p:nvSpPr>
        <p:spPr>
          <a:xfrm>
            <a:off x="84609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2" name="F2_precision_recall_distributions_8366">
            <a:extLst>
              <a:ext uri="{FF2B5EF4-FFF2-40B4-BE49-F238E27FC236}">
                <a16:creationId xmlns:a16="http://schemas.microsoft.com/office/drawing/2014/main" id="{D47B3E13-5C08-4EBE-84F5-B55E41EB6FE3}"/>
              </a:ext>
            </a:extLst>
          </p:cNvPr>
          <p:cNvSpPr>
            <a:spLocks noGrp="1"/>
          </p:cNvSpPr>
          <p:nvPr/>
        </p:nvSpPr>
        <p:spPr>
          <a:xfrm>
            <a:off x="84984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3" name="F2_precision_recall_distributions_8367">
            <a:extLst>
              <a:ext uri="{FF2B5EF4-FFF2-40B4-BE49-F238E27FC236}">
                <a16:creationId xmlns:a16="http://schemas.microsoft.com/office/drawing/2014/main" id="{061A4E0B-650D-4EFC-988B-0639EFD1A7D1}"/>
              </a:ext>
            </a:extLst>
          </p:cNvPr>
          <p:cNvSpPr>
            <a:spLocks noGrp="1"/>
          </p:cNvSpPr>
          <p:nvPr/>
        </p:nvSpPr>
        <p:spPr>
          <a:xfrm>
            <a:off x="832614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4" name="F2_precision_recall_distributions_8368">
            <a:extLst>
              <a:ext uri="{FF2B5EF4-FFF2-40B4-BE49-F238E27FC236}">
                <a16:creationId xmlns:a16="http://schemas.microsoft.com/office/drawing/2014/main" id="{B76B9BAB-F889-4F55-BE67-792DE70A8648}"/>
              </a:ext>
            </a:extLst>
          </p:cNvPr>
          <p:cNvSpPr>
            <a:spLocks noGrp="1"/>
          </p:cNvSpPr>
          <p:nvPr/>
        </p:nvSpPr>
        <p:spPr>
          <a:xfrm>
            <a:off x="8131589" y="77544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5" name="F2_precision_recall_distributions_8369">
            <a:extLst>
              <a:ext uri="{FF2B5EF4-FFF2-40B4-BE49-F238E27FC236}">
                <a16:creationId xmlns:a16="http://schemas.microsoft.com/office/drawing/2014/main" id="{35B27436-4601-4E20-AB34-D33F2EF8EC50}"/>
              </a:ext>
            </a:extLst>
          </p:cNvPr>
          <p:cNvSpPr>
            <a:spLocks noGrp="1"/>
          </p:cNvSpPr>
          <p:nvPr/>
        </p:nvSpPr>
        <p:spPr>
          <a:xfrm>
            <a:off x="832839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6" name="F2_precision_recall_distributions_8370">
            <a:extLst>
              <a:ext uri="{FF2B5EF4-FFF2-40B4-BE49-F238E27FC236}">
                <a16:creationId xmlns:a16="http://schemas.microsoft.com/office/drawing/2014/main" id="{646168E1-0B2A-4482-B585-756176344A54}"/>
              </a:ext>
            </a:extLst>
          </p:cNvPr>
          <p:cNvSpPr>
            <a:spLocks noGrp="1"/>
          </p:cNvSpPr>
          <p:nvPr/>
        </p:nvSpPr>
        <p:spPr>
          <a:xfrm>
            <a:off x="82090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7" name="F2_precision_recall_distributions_8371">
            <a:extLst>
              <a:ext uri="{FF2B5EF4-FFF2-40B4-BE49-F238E27FC236}">
                <a16:creationId xmlns:a16="http://schemas.microsoft.com/office/drawing/2014/main" id="{136514FE-1A79-4B2A-92E6-CB906136282B}"/>
              </a:ext>
            </a:extLst>
          </p:cNvPr>
          <p:cNvSpPr>
            <a:spLocks noGrp="1"/>
          </p:cNvSpPr>
          <p:nvPr/>
        </p:nvSpPr>
        <p:spPr>
          <a:xfrm>
            <a:off x="817410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8" name="F2_precision_recall_distributions_8372">
            <a:extLst>
              <a:ext uri="{FF2B5EF4-FFF2-40B4-BE49-F238E27FC236}">
                <a16:creationId xmlns:a16="http://schemas.microsoft.com/office/drawing/2014/main" id="{E4302FAF-42A4-497D-BD84-B17A2D5A8786}"/>
              </a:ext>
            </a:extLst>
          </p:cNvPr>
          <p:cNvSpPr>
            <a:spLocks noGrp="1"/>
          </p:cNvSpPr>
          <p:nvPr/>
        </p:nvSpPr>
        <p:spPr>
          <a:xfrm>
            <a:off x="84535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9" name="F2_precision_recall_distributions_8373">
            <a:extLst>
              <a:ext uri="{FF2B5EF4-FFF2-40B4-BE49-F238E27FC236}">
                <a16:creationId xmlns:a16="http://schemas.microsoft.com/office/drawing/2014/main" id="{7285D5D1-4966-4493-B227-C61060910CB3}"/>
              </a:ext>
            </a:extLst>
          </p:cNvPr>
          <p:cNvSpPr>
            <a:spLocks noGrp="1"/>
          </p:cNvSpPr>
          <p:nvPr/>
        </p:nvSpPr>
        <p:spPr>
          <a:xfrm>
            <a:off x="826137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0" name="F2_precision_recall_distributions_8374">
            <a:extLst>
              <a:ext uri="{FF2B5EF4-FFF2-40B4-BE49-F238E27FC236}">
                <a16:creationId xmlns:a16="http://schemas.microsoft.com/office/drawing/2014/main" id="{A5EA3877-131E-45B7-BB7D-AB44DF14CD03}"/>
              </a:ext>
            </a:extLst>
          </p:cNvPr>
          <p:cNvSpPr>
            <a:spLocks noGrp="1"/>
          </p:cNvSpPr>
          <p:nvPr/>
        </p:nvSpPr>
        <p:spPr>
          <a:xfrm>
            <a:off x="842887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1" name="F2_precision_recall_distributions_8375">
            <a:extLst>
              <a:ext uri="{FF2B5EF4-FFF2-40B4-BE49-F238E27FC236}">
                <a16:creationId xmlns:a16="http://schemas.microsoft.com/office/drawing/2014/main" id="{0D5056E7-D628-4554-BB86-AAE397579EFB}"/>
              </a:ext>
            </a:extLst>
          </p:cNvPr>
          <p:cNvSpPr>
            <a:spLocks noGrp="1"/>
          </p:cNvSpPr>
          <p:nvPr/>
        </p:nvSpPr>
        <p:spPr>
          <a:xfrm>
            <a:off x="840592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2" name="F2_precision_recall_distributions_8376">
            <a:extLst>
              <a:ext uri="{FF2B5EF4-FFF2-40B4-BE49-F238E27FC236}">
                <a16:creationId xmlns:a16="http://schemas.microsoft.com/office/drawing/2014/main" id="{5737B9F4-6733-4C2C-B1DB-5FE441D8DC7E}"/>
              </a:ext>
            </a:extLst>
          </p:cNvPr>
          <p:cNvSpPr>
            <a:spLocks noGrp="1"/>
          </p:cNvSpPr>
          <p:nvPr/>
        </p:nvSpPr>
        <p:spPr>
          <a:xfrm>
            <a:off x="839342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3" name="F2_precision_recall_distributions_8377">
            <a:extLst>
              <a:ext uri="{FF2B5EF4-FFF2-40B4-BE49-F238E27FC236}">
                <a16:creationId xmlns:a16="http://schemas.microsoft.com/office/drawing/2014/main" id="{2EF56D85-4628-433F-91FC-D60897C9204C}"/>
              </a:ext>
            </a:extLst>
          </p:cNvPr>
          <p:cNvSpPr>
            <a:spLocks noGrp="1"/>
          </p:cNvSpPr>
          <p:nvPr/>
        </p:nvSpPr>
        <p:spPr>
          <a:xfrm>
            <a:off x="824952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4" name="F2_precision_recall_distributions_8378">
            <a:extLst>
              <a:ext uri="{FF2B5EF4-FFF2-40B4-BE49-F238E27FC236}">
                <a16:creationId xmlns:a16="http://schemas.microsoft.com/office/drawing/2014/main" id="{D7F24EC9-06F8-4118-94F6-6F8C377C2DEE}"/>
              </a:ext>
            </a:extLst>
          </p:cNvPr>
          <p:cNvSpPr>
            <a:spLocks noGrp="1"/>
          </p:cNvSpPr>
          <p:nvPr/>
        </p:nvSpPr>
        <p:spPr>
          <a:xfrm>
            <a:off x="814467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5" name="F2_precision_recall_distributions_8379">
            <a:extLst>
              <a:ext uri="{FF2B5EF4-FFF2-40B4-BE49-F238E27FC236}">
                <a16:creationId xmlns:a16="http://schemas.microsoft.com/office/drawing/2014/main" id="{A7FBD3B8-D5E2-4E28-ADE5-749162DB6159}"/>
              </a:ext>
            </a:extLst>
          </p:cNvPr>
          <p:cNvSpPr>
            <a:spLocks noGrp="1"/>
          </p:cNvSpPr>
          <p:nvPr/>
        </p:nvSpPr>
        <p:spPr>
          <a:xfrm>
            <a:off x="8218405" y="78003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6" name="F2_precision_recall_distributions_8380">
            <a:extLst>
              <a:ext uri="{FF2B5EF4-FFF2-40B4-BE49-F238E27FC236}">
                <a16:creationId xmlns:a16="http://schemas.microsoft.com/office/drawing/2014/main" id="{AC80EED4-1BFA-496A-9050-AAAF77C47EF2}"/>
              </a:ext>
            </a:extLst>
          </p:cNvPr>
          <p:cNvSpPr>
            <a:spLocks noGrp="1"/>
          </p:cNvSpPr>
          <p:nvPr/>
        </p:nvSpPr>
        <p:spPr>
          <a:xfrm>
            <a:off x="832653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7" name="F2_precision_recall_distributions_8381">
            <a:extLst>
              <a:ext uri="{FF2B5EF4-FFF2-40B4-BE49-F238E27FC236}">
                <a16:creationId xmlns:a16="http://schemas.microsoft.com/office/drawing/2014/main" id="{AEC2121C-EF59-4321-A23D-D26CC886EAE6}"/>
              </a:ext>
            </a:extLst>
          </p:cNvPr>
          <p:cNvSpPr>
            <a:spLocks noGrp="1"/>
          </p:cNvSpPr>
          <p:nvPr/>
        </p:nvSpPr>
        <p:spPr>
          <a:xfrm>
            <a:off x="8218858" y="77544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8" name="F2_precision_recall_distributions_8382">
            <a:extLst>
              <a:ext uri="{FF2B5EF4-FFF2-40B4-BE49-F238E27FC236}">
                <a16:creationId xmlns:a16="http://schemas.microsoft.com/office/drawing/2014/main" id="{5D37306B-C76B-454D-BCB3-EA6DCC4E6B9D}"/>
              </a:ext>
            </a:extLst>
          </p:cNvPr>
          <p:cNvSpPr>
            <a:spLocks noGrp="1"/>
          </p:cNvSpPr>
          <p:nvPr/>
        </p:nvSpPr>
        <p:spPr>
          <a:xfrm>
            <a:off x="6002018" y="6979959"/>
            <a:ext cx="191" cy="717409"/>
          </a:xfrm>
          <a:custGeom>
            <a:avLst/>
            <a:gdLst/>
            <a:ahLst/>
            <a:cxnLst/>
            <a:rect l="0" t="0" r="0" b="0"/>
            <a:pathLst>
              <a:path w="191" h="717409">
                <a:moveTo>
                  <a:pt x="0" y="717409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5569" name="F2_precision_recall_distributions_8383">
            <a:extLst>
              <a:ext uri="{FF2B5EF4-FFF2-40B4-BE49-F238E27FC236}">
                <a16:creationId xmlns:a16="http://schemas.microsoft.com/office/drawing/2014/main" id="{7E62A3A7-E49F-4CE9-AE5E-F88D6FF6BD3D}"/>
              </a:ext>
            </a:extLst>
          </p:cNvPr>
          <p:cNvSpPr>
            <a:spLocks noGrp="1"/>
          </p:cNvSpPr>
          <p:nvPr/>
        </p:nvSpPr>
        <p:spPr>
          <a:xfrm>
            <a:off x="7165978" y="7121420"/>
            <a:ext cx="191" cy="707305"/>
          </a:xfrm>
          <a:custGeom>
            <a:avLst/>
            <a:gdLst/>
            <a:ahLst/>
            <a:cxnLst/>
            <a:rect l="0" t="0" r="0" b="0"/>
            <a:pathLst>
              <a:path w="191" h="707305">
                <a:moveTo>
                  <a:pt x="0" y="70730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5570" name="F2_precision_recall_distributions_8384">
            <a:extLst>
              <a:ext uri="{FF2B5EF4-FFF2-40B4-BE49-F238E27FC236}">
                <a16:creationId xmlns:a16="http://schemas.microsoft.com/office/drawing/2014/main" id="{B6DEE720-8801-4FEE-881E-7D00921342B0}"/>
              </a:ext>
            </a:extLst>
          </p:cNvPr>
          <p:cNvSpPr>
            <a:spLocks noGrp="1"/>
          </p:cNvSpPr>
          <p:nvPr/>
        </p:nvSpPr>
        <p:spPr>
          <a:xfrm>
            <a:off x="8329937" y="7828725"/>
            <a:ext cx="191" cy="191"/>
          </a:xfrm>
          <a:custGeom>
            <a:avLst/>
            <a:gdLst/>
            <a:ahLst/>
            <a:cxnLst/>
            <a:rect l="0" t="0" r="0" b="0"/>
            <a:pathLst>
              <a:path w="191" h="19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5571" name="F2_precision_recall_distributions_8385">
            <a:extLst>
              <a:ext uri="{FF2B5EF4-FFF2-40B4-BE49-F238E27FC236}">
                <a16:creationId xmlns:a16="http://schemas.microsoft.com/office/drawing/2014/main" id="{EEF3779E-992E-4EBB-8102-A5AFE6093B32}"/>
              </a:ext>
            </a:extLst>
          </p:cNvPr>
          <p:cNvSpPr>
            <a:spLocks noGrp="1"/>
          </p:cNvSpPr>
          <p:nvPr/>
        </p:nvSpPr>
        <p:spPr>
          <a:xfrm>
            <a:off x="5361841" y="695874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572" name="F2_precision_recall_distributions_8386">
            <a:extLst>
              <a:ext uri="{FF2B5EF4-FFF2-40B4-BE49-F238E27FC236}">
                <a16:creationId xmlns:a16="http://schemas.microsoft.com/office/drawing/2014/main" id="{62366AE7-8B0D-4915-9BA1-7D6F37982767}"/>
              </a:ext>
            </a:extLst>
          </p:cNvPr>
          <p:cNvSpPr>
            <a:spLocks noGrp="1"/>
          </p:cNvSpPr>
          <p:nvPr/>
        </p:nvSpPr>
        <p:spPr>
          <a:xfrm>
            <a:off x="5361841" y="784145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573" name="text_8387">
            <a:extLst>
              <a:ext uri="{FF2B5EF4-FFF2-40B4-BE49-F238E27FC236}">
                <a16:creationId xmlns:a16="http://schemas.microsoft.com/office/drawing/2014/main" id="{C8101192-8B6A-49C9-81D5-E369FC56E264}"/>
              </a:ext>
            </a:extLst>
          </p:cNvPr>
          <p:cNvSpPr>
            <a:spLocks noGrp="1"/>
          </p:cNvSpPr>
          <p:nvPr/>
        </p:nvSpPr>
        <p:spPr>
          <a:xfrm>
            <a:off x="5361841" y="6778012"/>
            <a:ext cx="1554656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One-to-one, τ = 0.6 · Recall</a:t>
            </a:r>
          </a:p>
        </p:txBody>
      </p:sp>
      <p:sp>
        <p:nvSpPr>
          <p:cNvPr id="5574" name="F2_precision_recall_distributions_8388">
            <a:extLst>
              <a:ext uri="{FF2B5EF4-FFF2-40B4-BE49-F238E27FC236}">
                <a16:creationId xmlns:a16="http://schemas.microsoft.com/office/drawing/2014/main" id="{9617A2C3-F917-467D-A89A-1DA68EDF580C}"/>
              </a:ext>
            </a:extLst>
          </p:cNvPr>
          <p:cNvSpPr>
            <a:spLocks noGrp="1"/>
          </p:cNvSpPr>
          <p:nvPr/>
        </p:nvSpPr>
        <p:spPr>
          <a:xfrm>
            <a:off x="5973977" y="737630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5575" name="F2_precision_recall_distributions_8389">
            <a:extLst>
              <a:ext uri="{FF2B5EF4-FFF2-40B4-BE49-F238E27FC236}">
                <a16:creationId xmlns:a16="http://schemas.microsoft.com/office/drawing/2014/main" id="{2F493342-DE22-4B70-A562-2772243B4D1D}"/>
              </a:ext>
            </a:extLst>
          </p:cNvPr>
          <p:cNvSpPr>
            <a:spLocks noGrp="1"/>
          </p:cNvSpPr>
          <p:nvPr/>
        </p:nvSpPr>
        <p:spPr>
          <a:xfrm>
            <a:off x="7137937" y="744703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5576" name="F2_precision_recall_distributions_8390">
            <a:extLst>
              <a:ext uri="{FF2B5EF4-FFF2-40B4-BE49-F238E27FC236}">
                <a16:creationId xmlns:a16="http://schemas.microsoft.com/office/drawing/2014/main" id="{560BA26A-3FEB-45A9-A615-F37A3650D998}"/>
              </a:ext>
            </a:extLst>
          </p:cNvPr>
          <p:cNvSpPr>
            <a:spLocks noGrp="1"/>
          </p:cNvSpPr>
          <p:nvPr/>
        </p:nvSpPr>
        <p:spPr>
          <a:xfrm>
            <a:off x="8301896" y="780068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5577" name="text_8391">
            <a:extLst>
              <a:ext uri="{FF2B5EF4-FFF2-40B4-BE49-F238E27FC236}">
                <a16:creationId xmlns:a16="http://schemas.microsoft.com/office/drawing/2014/main" id="{C985A464-94CC-493A-B56E-329A41E89F87}"/>
              </a:ext>
            </a:extLst>
          </p:cNvPr>
          <p:cNvSpPr>
            <a:spLocks noGrp="1"/>
          </p:cNvSpPr>
          <p:nvPr/>
        </p:nvSpPr>
        <p:spPr>
          <a:xfrm>
            <a:off x="1212325" y="582763"/>
            <a:ext cx="3532725" cy="21136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31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1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Precision and recall across individual PDBs</a:t>
            </a:r>
          </a:p>
        </p:txBody>
      </p:sp>
      <p:sp>
        <p:nvSpPr>
          <p:cNvPr id="5578" name="text_8392">
            <a:extLst>
              <a:ext uri="{FF2B5EF4-FFF2-40B4-BE49-F238E27FC236}">
                <a16:creationId xmlns:a16="http://schemas.microsoft.com/office/drawing/2014/main" id="{F27EF7D8-96FE-4F27-A2C3-502E610D6CB1}"/>
              </a:ext>
            </a:extLst>
          </p:cNvPr>
          <p:cNvSpPr>
            <a:spLocks noGrp="1"/>
          </p:cNvSpPr>
          <p:nvPr/>
        </p:nvSpPr>
        <p:spPr>
          <a:xfrm>
            <a:off x="993178" y="8059975"/>
            <a:ext cx="4890250" cy="1331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39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839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Dots: individual PDBs. White centres: median. Thick lines: 25th–75th percentiles.</a:t>
            </a:r>
          </a:p>
        </p:txBody>
      </p:sp>
      <p:sp>
        <p:nvSpPr>
          <p:cNvPr id="5579" name="F2_precision_recall_distributions_8393">
            <a:extLst>
              <a:ext uri="{FF2B5EF4-FFF2-40B4-BE49-F238E27FC236}">
                <a16:creationId xmlns:a16="http://schemas.microsoft.com/office/drawing/2014/main" id="{BDAF09AD-32DC-4534-BC8A-B3DF38F1DE00}"/>
              </a:ext>
            </a:extLst>
          </p:cNvPr>
          <p:cNvSpPr>
            <a:spLocks noGrp="1"/>
          </p:cNvSpPr>
          <p:nvPr/>
        </p:nvSpPr>
        <p:spPr>
          <a:xfrm>
            <a:off x="1275025" y="988521"/>
            <a:ext cx="118366" cy="82856"/>
          </a:xfrm>
          <a:custGeom>
            <a:avLst/>
            <a:gdLst/>
            <a:ahLst/>
            <a:cxnLst/>
            <a:rect l="0" t="0" r="0" b="0"/>
            <a:pathLst>
              <a:path w="118366" h="82856">
                <a:moveTo>
                  <a:pt x="0" y="82856"/>
                </a:moveTo>
                <a:lnTo>
                  <a:pt x="118366" y="82856"/>
                </a:lnTo>
                <a:lnTo>
                  <a:pt x="118366" y="0"/>
                </a:lnTo>
                <a:lnTo>
                  <a:pt x="0" y="0"/>
                </a:lnTo>
                <a:lnTo>
                  <a:pt x="0" y="82856"/>
                </a:lnTo>
                <a:close/>
              </a:path>
            </a:pathLst>
          </a:custGeom>
          <a:solidFill>
            <a:srgbClr val="007C83">
              <a:alpha val="75000"/>
            </a:srgbClr>
          </a:solidFill>
          <a:ln w="0">
            <a:noFill/>
            <a:prstDash val="solid"/>
          </a:ln>
        </p:spPr>
      </p:sp>
      <p:sp>
        <p:nvSpPr>
          <p:cNvPr id="5580" name="text_8394">
            <a:extLst>
              <a:ext uri="{FF2B5EF4-FFF2-40B4-BE49-F238E27FC236}">
                <a16:creationId xmlns:a16="http://schemas.microsoft.com/office/drawing/2014/main" id="{D3CA45F3-9C48-4D5C-B565-DA4D2DB5D523}"/>
              </a:ext>
            </a:extLst>
          </p:cNvPr>
          <p:cNvSpPr>
            <a:spLocks noGrp="1"/>
          </p:cNvSpPr>
          <p:nvPr/>
        </p:nvSpPr>
        <p:spPr>
          <a:xfrm>
            <a:off x="1488084" y="977868"/>
            <a:ext cx="1106978" cy="14795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3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3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GT receptor</a:t>
            </a:r>
          </a:p>
        </p:txBody>
      </p:sp>
      <p:sp>
        <p:nvSpPr>
          <p:cNvPr id="5581" name="F2_precision_recall_distributions_8395">
            <a:extLst>
              <a:ext uri="{FF2B5EF4-FFF2-40B4-BE49-F238E27FC236}">
                <a16:creationId xmlns:a16="http://schemas.microsoft.com/office/drawing/2014/main" id="{9790844A-112B-4677-A931-6EC74158EB35}"/>
              </a:ext>
            </a:extLst>
          </p:cNvPr>
          <p:cNvSpPr>
            <a:spLocks noGrp="1"/>
          </p:cNvSpPr>
          <p:nvPr/>
        </p:nvSpPr>
        <p:spPr>
          <a:xfrm>
            <a:off x="2762056" y="988521"/>
            <a:ext cx="118366" cy="82856"/>
          </a:xfrm>
          <a:custGeom>
            <a:avLst/>
            <a:gdLst/>
            <a:ahLst/>
            <a:cxnLst/>
            <a:rect l="0" t="0" r="0" b="0"/>
            <a:pathLst>
              <a:path w="118366" h="82856">
                <a:moveTo>
                  <a:pt x="0" y="82856"/>
                </a:moveTo>
                <a:lnTo>
                  <a:pt x="118366" y="82856"/>
                </a:lnTo>
                <a:lnTo>
                  <a:pt x="118366" y="0"/>
                </a:lnTo>
                <a:lnTo>
                  <a:pt x="0" y="0"/>
                </a:lnTo>
                <a:lnTo>
                  <a:pt x="0" y="82856"/>
                </a:lnTo>
                <a:close/>
              </a:path>
            </a:pathLst>
          </a:custGeom>
          <a:solidFill>
            <a:srgbClr val="566AB4">
              <a:alpha val="75000"/>
            </a:srgbClr>
          </a:solidFill>
          <a:ln w="0">
            <a:noFill/>
            <a:prstDash val="solid"/>
          </a:ln>
        </p:spPr>
      </p:sp>
      <p:sp>
        <p:nvSpPr>
          <p:cNvPr id="5582" name="text_8396">
            <a:extLst>
              <a:ext uri="{FF2B5EF4-FFF2-40B4-BE49-F238E27FC236}">
                <a16:creationId xmlns:a16="http://schemas.microsoft.com/office/drawing/2014/main" id="{F0A38235-0BE7-47C5-A85F-209ED735A97D}"/>
              </a:ext>
            </a:extLst>
          </p:cNvPr>
          <p:cNvSpPr>
            <a:spLocks noGrp="1"/>
          </p:cNvSpPr>
          <p:nvPr/>
        </p:nvSpPr>
        <p:spPr>
          <a:xfrm>
            <a:off x="2975116" y="977868"/>
            <a:ext cx="1534551" cy="14795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3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3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CryoAtom2 receptor</a:t>
            </a:r>
          </a:p>
        </p:txBody>
      </p:sp>
      <p:sp>
        <p:nvSpPr>
          <p:cNvPr id="5583" name="F2_precision_recall_distributions_8397">
            <a:extLst>
              <a:ext uri="{FF2B5EF4-FFF2-40B4-BE49-F238E27FC236}">
                <a16:creationId xmlns:a16="http://schemas.microsoft.com/office/drawing/2014/main" id="{8A666145-0839-4783-AF69-2089B93A59A2}"/>
              </a:ext>
            </a:extLst>
          </p:cNvPr>
          <p:cNvSpPr>
            <a:spLocks noGrp="1"/>
          </p:cNvSpPr>
          <p:nvPr/>
        </p:nvSpPr>
        <p:spPr>
          <a:xfrm>
            <a:off x="4678775" y="988521"/>
            <a:ext cx="118366" cy="82856"/>
          </a:xfrm>
          <a:custGeom>
            <a:avLst/>
            <a:gdLst/>
            <a:ahLst/>
            <a:cxnLst/>
            <a:rect l="0" t="0" r="0" b="0"/>
            <a:pathLst>
              <a:path w="118366" h="82856">
                <a:moveTo>
                  <a:pt x="0" y="82856"/>
                </a:moveTo>
                <a:lnTo>
                  <a:pt x="118366" y="82856"/>
                </a:lnTo>
                <a:lnTo>
                  <a:pt x="118366" y="0"/>
                </a:lnTo>
                <a:lnTo>
                  <a:pt x="0" y="0"/>
                </a:lnTo>
                <a:lnTo>
                  <a:pt x="0" y="82856"/>
                </a:lnTo>
                <a:close/>
              </a:path>
            </a:pathLst>
          </a:custGeom>
          <a:solidFill>
            <a:srgbClr val="92979D">
              <a:alpha val="75000"/>
            </a:srgbClr>
          </a:solidFill>
          <a:ln w="0">
            <a:noFill/>
            <a:prstDash val="solid"/>
          </a:ln>
        </p:spPr>
      </p:sp>
      <p:sp>
        <p:nvSpPr>
          <p:cNvPr id="5584" name="text_8398">
            <a:extLst>
              <a:ext uri="{FF2B5EF4-FFF2-40B4-BE49-F238E27FC236}">
                <a16:creationId xmlns:a16="http://schemas.microsoft.com/office/drawing/2014/main" id="{BE15993A-361A-437B-A9A8-46F4F13D1484}"/>
              </a:ext>
            </a:extLst>
          </p:cNvPr>
          <p:cNvSpPr>
            <a:spLocks noGrp="1"/>
          </p:cNvSpPr>
          <p:nvPr/>
        </p:nvSpPr>
        <p:spPr>
          <a:xfrm>
            <a:off x="4891835" y="977868"/>
            <a:ext cx="501805" cy="14795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3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3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</p:spTree>
    <p:extLst>
      <p:ext uri="{BB962C8B-B14F-4D97-AF65-F5344CB8AC3E}">
        <p14:creationId xmlns:p14="http://schemas.microsoft.com/office/powerpoint/2010/main" val="1873502138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矩形 69">
            <a:extLst>
              <a:ext uri="{FF2B5EF4-FFF2-40B4-BE49-F238E27FC236}">
                <a16:creationId xmlns:a16="http://schemas.microsoft.com/office/drawing/2014/main" id="{D838C12F-C369-4CAD-A27D-CDDC008453CD}"/>
              </a:ext>
            </a:extLst>
          </p:cNvPr>
          <p:cNvSpPr>
            <a:spLocks noGrp="1"/>
          </p:cNvSpPr>
          <p:nvPr/>
        </p:nvSpPr>
        <p:spPr>
          <a:xfrm>
            <a:off x="185208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Global context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834CB52-7640-42CD-BB27-53D15228C7D6}"/>
              </a:ext>
            </a:extLst>
          </p:cNvPr>
          <p:cNvSpPr>
            <a:spLocks noGrp="1"/>
          </p:cNvSpPr>
          <p:nvPr/>
        </p:nvSpPr>
        <p:spPr>
          <a:xfrm>
            <a:off x="185208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Deposited structure + map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A4DAF2A8-36D6-4F43-AF63-3D8C6EA411F7}"/>
              </a:ext>
            </a:extLst>
          </p:cNvPr>
          <p:cNvSpPr>
            <a:spLocks noGrp="1"/>
          </p:cNvSpPr>
          <p:nvPr/>
        </p:nvSpPr>
        <p:spPr>
          <a:xfrm>
            <a:off x="2010833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Ligand reference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DA8528BD-2E22-49C9-B5B1-B743B5C0775C}"/>
              </a:ext>
            </a:extLst>
          </p:cNvPr>
          <p:cNvSpPr>
            <a:spLocks noGrp="1"/>
          </p:cNvSpPr>
          <p:nvPr/>
        </p:nvSpPr>
        <p:spPr>
          <a:xfrm>
            <a:off x="2010833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Deposited receptor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320872BD-5F5B-47A9-A107-89A0343D4F20}"/>
              </a:ext>
            </a:extLst>
          </p:cNvPr>
          <p:cNvSpPr>
            <a:spLocks noGrp="1"/>
          </p:cNvSpPr>
          <p:nvPr/>
        </p:nvSpPr>
        <p:spPr>
          <a:xfrm>
            <a:off x="3836458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Find_1</a:t>
            </a: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8DA73BF2-3FB1-4ED3-8527-D637AF2C8911}"/>
              </a:ext>
            </a:extLst>
          </p:cNvPr>
          <p:cNvSpPr>
            <a:spLocks noGrp="1"/>
          </p:cNvSpPr>
          <p:nvPr/>
        </p:nvSpPr>
        <p:spPr>
          <a:xfrm>
            <a:off x="3836458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Deposited receptor · Gaussian</a:t>
            </a: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EC3A6FF7-72C0-433F-8FCF-B8C42171CF48}"/>
              </a:ext>
            </a:extLst>
          </p:cNvPr>
          <p:cNvSpPr>
            <a:spLocks noGrp="1"/>
          </p:cNvSpPr>
          <p:nvPr/>
        </p:nvSpPr>
        <p:spPr>
          <a:xfrm>
            <a:off x="5662083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Find_1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BA791628-011F-485B-B277-4F0FE6833337}"/>
              </a:ext>
            </a:extLst>
          </p:cNvPr>
          <p:cNvSpPr>
            <a:spLocks noGrp="1"/>
          </p:cNvSpPr>
          <p:nvPr/>
        </p:nvSpPr>
        <p:spPr>
          <a:xfrm>
            <a:off x="5662083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CryoAtom2 receptor · Gaussian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61A65F0C-13CB-4146-B090-661CE3E269F4}"/>
              </a:ext>
            </a:extLst>
          </p:cNvPr>
          <p:cNvSpPr>
            <a:spLocks noGrp="1"/>
          </p:cNvSpPr>
          <p:nvPr/>
        </p:nvSpPr>
        <p:spPr>
          <a:xfrm>
            <a:off x="7487708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6B78BF2D-F03A-47FF-B1D2-E58BF82DF44D}"/>
              </a:ext>
            </a:extLst>
          </p:cNvPr>
          <p:cNvSpPr>
            <a:spLocks noGrp="1"/>
          </p:cNvSpPr>
          <p:nvPr/>
        </p:nvSpPr>
        <p:spPr>
          <a:xfrm>
            <a:off x="7487708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No receptor input</a:t>
            </a:r>
          </a:p>
        </p:txBody>
      </p:sp>
      <p:sp>
        <p:nvSpPr>
          <p:cNvPr id="11" name="任意多边形: 形状 10">
            <a:extLst>
              <a:ext uri="{FF2B5EF4-FFF2-40B4-BE49-F238E27FC236}">
                <a16:creationId xmlns:a16="http://schemas.microsoft.com/office/drawing/2014/main" id="{C2F8C6C0-D9AC-4116-BEDF-6A9F57DA92A7}"/>
              </a:ext>
            </a:extLst>
          </p:cNvPr>
          <p:cNvSpPr>
            <a:spLocks noGrp="1"/>
          </p:cNvSpPr>
          <p:nvPr/>
        </p:nvSpPr>
        <p:spPr>
          <a:xfrm>
            <a:off x="185208" y="2119842"/>
            <a:ext cx="9022292" cy="53"/>
          </a:xfrm>
          <a:custGeom>
            <a:avLst/>
            <a:gdLst/>
            <a:ahLst/>
            <a:cxnLst/>
            <a:rect l="0" t="0" r="0" b="0"/>
            <a:pathLst>
              <a:path w="16240125" h="95">
                <a:moveTo>
                  <a:pt x="0" y="0"/>
                </a:moveTo>
                <a:lnTo>
                  <a:pt x="16240125" y="0"/>
                </a:lnTo>
              </a:path>
            </a:pathLst>
          </a:custGeom>
          <a:noFill/>
          <a:ln w="10478">
            <a:solidFill>
              <a:srgbClr val="89959C"/>
            </a:solidFill>
          </a:ln>
        </p:spPr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F4943175-CBE4-483A-A90F-2254CEB9541F}"/>
              </a:ext>
            </a:extLst>
          </p:cNvPr>
          <p:cNvSpPr>
            <a:spLocks noGrp="1"/>
          </p:cNvSpPr>
          <p:nvPr/>
        </p:nvSpPr>
        <p:spPr>
          <a:xfrm>
            <a:off x="185208" y="2236258"/>
            <a:ext cx="211667" cy="23389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55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41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FEC54646-2EB4-4923-8D35-7B6F22D35CE0}"/>
              </a:ext>
            </a:extLst>
          </p:cNvPr>
          <p:cNvSpPr>
            <a:spLocks noGrp="1"/>
          </p:cNvSpPr>
          <p:nvPr/>
        </p:nvSpPr>
        <p:spPr>
          <a:xfrm>
            <a:off x="433917" y="2252133"/>
            <a:ext cx="7408333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9Z3D  |  SAH A:801  |  EMD-73784  |  2.96 Å</a:t>
            </a:r>
          </a:p>
        </p:txBody>
      </p:sp>
      <p:pic>
        <p:nvPicPr>
          <p:cNvPr id="83" name="图片 82"/>
          <p:cNvPicPr>
            <a:picLocks noChangeAspect="1"/>
          </p:cNvPicPr>
          <p:nvPr/>
        </p:nvPicPr>
        <p:blipFill>
          <a:blip r:embed="rId4"/>
          <a:stretch/>
        </p:blipFill>
        <p:spPr>
          <a:xfrm>
            <a:off x="185208" y="2516717"/>
            <a:ext cx="1719792" cy="1433160"/>
          </a:xfrm>
          <a:prstGeom prst="rect">
            <a:avLst/>
          </a:prstGeom>
        </p:spPr>
      </p:pic>
      <p:pic>
        <p:nvPicPr>
          <p:cNvPr id="84" name="图片 83"/>
          <p:cNvPicPr>
            <a:picLocks noChangeAspect="1"/>
          </p:cNvPicPr>
          <p:nvPr/>
        </p:nvPicPr>
        <p:blipFill>
          <a:blip r:embed="rId5"/>
          <a:stretch/>
        </p:blipFill>
        <p:spPr>
          <a:xfrm>
            <a:off x="2010833" y="2516717"/>
            <a:ext cx="1719792" cy="1433160"/>
          </a:xfrm>
          <a:prstGeom prst="rect">
            <a:avLst/>
          </a:prstGeom>
        </p:spPr>
      </p:pic>
      <p:sp>
        <p:nvSpPr>
          <p:cNvPr id="16" name="任意多边形: 形状 15">
            <a:extLst>
              <a:ext uri="{FF2B5EF4-FFF2-40B4-BE49-F238E27FC236}">
                <a16:creationId xmlns:a16="http://schemas.microsoft.com/office/drawing/2014/main" id="{BFDF3A7D-92C7-4BD9-A84D-F92FC3093055}"/>
              </a:ext>
            </a:extLst>
          </p:cNvPr>
          <p:cNvSpPr>
            <a:spLocks noGrp="1"/>
          </p:cNvSpPr>
          <p:nvPr/>
        </p:nvSpPr>
        <p:spPr>
          <a:xfrm>
            <a:off x="3347796" y="3859919"/>
            <a:ext cx="319329" cy="53"/>
          </a:xfrm>
          <a:custGeom>
            <a:avLst/>
            <a:gdLst/>
            <a:ahLst/>
            <a:cxnLst/>
            <a:rect l="0" t="0" r="0" b="0"/>
            <a:pathLst>
              <a:path w="574792" h="95">
                <a:moveTo>
                  <a:pt x="0" y="0"/>
                </a:moveTo>
                <a:lnTo>
                  <a:pt x="574792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2EC27007-D35D-4B29-A5EE-29896332D349}"/>
              </a:ext>
            </a:extLst>
          </p:cNvPr>
          <p:cNvSpPr>
            <a:spLocks noGrp="1"/>
          </p:cNvSpPr>
          <p:nvPr/>
        </p:nvSpPr>
        <p:spPr>
          <a:xfrm>
            <a:off x="3347796" y="3690585"/>
            <a:ext cx="319329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87" name="图片 86"/>
          <p:cNvPicPr>
            <a:picLocks noChangeAspect="1"/>
          </p:cNvPicPr>
          <p:nvPr/>
        </p:nvPicPr>
        <p:blipFill>
          <a:blip r:embed="rId6"/>
          <a:stretch/>
        </p:blipFill>
        <p:spPr>
          <a:xfrm>
            <a:off x="3836458" y="2516717"/>
            <a:ext cx="1719792" cy="1433160"/>
          </a:xfrm>
          <a:prstGeom prst="rect">
            <a:avLst/>
          </a:prstGeom>
        </p:spPr>
      </p:pic>
      <p:sp>
        <p:nvSpPr>
          <p:cNvPr id="19" name="任意多边形: 形状 18">
            <a:extLst>
              <a:ext uri="{FF2B5EF4-FFF2-40B4-BE49-F238E27FC236}">
                <a16:creationId xmlns:a16="http://schemas.microsoft.com/office/drawing/2014/main" id="{0A49A8A8-065E-4E85-8E14-D6EDA73C9A62}"/>
              </a:ext>
            </a:extLst>
          </p:cNvPr>
          <p:cNvSpPr>
            <a:spLocks noGrp="1"/>
          </p:cNvSpPr>
          <p:nvPr/>
        </p:nvSpPr>
        <p:spPr>
          <a:xfrm>
            <a:off x="5173421" y="3859919"/>
            <a:ext cx="319329" cy="53"/>
          </a:xfrm>
          <a:custGeom>
            <a:avLst/>
            <a:gdLst/>
            <a:ahLst/>
            <a:cxnLst/>
            <a:rect l="0" t="0" r="0" b="0"/>
            <a:pathLst>
              <a:path w="574792" h="95">
                <a:moveTo>
                  <a:pt x="0" y="0"/>
                </a:moveTo>
                <a:lnTo>
                  <a:pt x="574792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D6860990-1C0F-4830-B0D2-DA0F1F640EFB}"/>
              </a:ext>
            </a:extLst>
          </p:cNvPr>
          <p:cNvSpPr>
            <a:spLocks noGrp="1"/>
          </p:cNvSpPr>
          <p:nvPr/>
        </p:nvSpPr>
        <p:spPr>
          <a:xfrm>
            <a:off x="5173421" y="3690585"/>
            <a:ext cx="319329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90" name="图片 89"/>
          <p:cNvPicPr>
            <a:picLocks noChangeAspect="1"/>
          </p:cNvPicPr>
          <p:nvPr/>
        </p:nvPicPr>
        <p:blipFill>
          <a:blip r:embed="rId7"/>
          <a:stretch/>
        </p:blipFill>
        <p:spPr>
          <a:xfrm>
            <a:off x="5662083" y="2516717"/>
            <a:ext cx="1719792" cy="1433160"/>
          </a:xfrm>
          <a:prstGeom prst="rect">
            <a:avLst/>
          </a:prstGeom>
        </p:spPr>
      </p:pic>
      <p:sp>
        <p:nvSpPr>
          <p:cNvPr id="22" name="任意多边形: 形状 21">
            <a:extLst>
              <a:ext uri="{FF2B5EF4-FFF2-40B4-BE49-F238E27FC236}">
                <a16:creationId xmlns:a16="http://schemas.microsoft.com/office/drawing/2014/main" id="{FE6B7693-9B1E-4D51-83E3-4B6C0AE5E615}"/>
              </a:ext>
            </a:extLst>
          </p:cNvPr>
          <p:cNvSpPr>
            <a:spLocks noGrp="1"/>
          </p:cNvSpPr>
          <p:nvPr/>
        </p:nvSpPr>
        <p:spPr>
          <a:xfrm>
            <a:off x="6999046" y="3859919"/>
            <a:ext cx="319329" cy="53"/>
          </a:xfrm>
          <a:custGeom>
            <a:avLst/>
            <a:gdLst/>
            <a:ahLst/>
            <a:cxnLst/>
            <a:rect l="0" t="0" r="0" b="0"/>
            <a:pathLst>
              <a:path w="574792" h="95">
                <a:moveTo>
                  <a:pt x="0" y="0"/>
                </a:moveTo>
                <a:lnTo>
                  <a:pt x="574792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79E059D4-CCB0-411B-A349-4361A6CE7C9B}"/>
              </a:ext>
            </a:extLst>
          </p:cNvPr>
          <p:cNvSpPr>
            <a:spLocks noGrp="1"/>
          </p:cNvSpPr>
          <p:nvPr/>
        </p:nvSpPr>
        <p:spPr>
          <a:xfrm>
            <a:off x="6999046" y="3690585"/>
            <a:ext cx="319329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93" name="图片 92"/>
          <p:cNvPicPr>
            <a:picLocks noChangeAspect="1"/>
          </p:cNvPicPr>
          <p:nvPr/>
        </p:nvPicPr>
        <p:blipFill>
          <a:blip r:embed="rId8"/>
          <a:stretch/>
        </p:blipFill>
        <p:spPr>
          <a:xfrm>
            <a:off x="7487708" y="2516717"/>
            <a:ext cx="1719792" cy="1433160"/>
          </a:xfrm>
          <a:prstGeom prst="rect">
            <a:avLst/>
          </a:prstGeom>
        </p:spPr>
      </p:pic>
      <p:sp>
        <p:nvSpPr>
          <p:cNvPr id="25" name="任意多边形: 形状 24">
            <a:extLst>
              <a:ext uri="{FF2B5EF4-FFF2-40B4-BE49-F238E27FC236}">
                <a16:creationId xmlns:a16="http://schemas.microsoft.com/office/drawing/2014/main" id="{28597C33-366A-4366-BAE4-93C8E5757F7E}"/>
              </a:ext>
            </a:extLst>
          </p:cNvPr>
          <p:cNvSpPr>
            <a:spLocks noGrp="1"/>
          </p:cNvSpPr>
          <p:nvPr/>
        </p:nvSpPr>
        <p:spPr>
          <a:xfrm>
            <a:off x="8824671" y="3859919"/>
            <a:ext cx="319329" cy="53"/>
          </a:xfrm>
          <a:custGeom>
            <a:avLst/>
            <a:gdLst/>
            <a:ahLst/>
            <a:cxnLst/>
            <a:rect l="0" t="0" r="0" b="0"/>
            <a:pathLst>
              <a:path w="574792" h="95">
                <a:moveTo>
                  <a:pt x="0" y="0"/>
                </a:moveTo>
                <a:lnTo>
                  <a:pt x="574792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A4BF139F-D12A-40CA-BE7F-968A3A84529A}"/>
              </a:ext>
            </a:extLst>
          </p:cNvPr>
          <p:cNvSpPr>
            <a:spLocks noGrp="1"/>
          </p:cNvSpPr>
          <p:nvPr/>
        </p:nvSpPr>
        <p:spPr>
          <a:xfrm>
            <a:off x="8824671" y="3690585"/>
            <a:ext cx="319329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6B0FBD3D-8D43-4315-903E-2B909BFB32A4}"/>
              </a:ext>
            </a:extLst>
          </p:cNvPr>
          <p:cNvSpPr>
            <a:spLocks noGrp="1"/>
          </p:cNvSpPr>
          <p:nvPr/>
        </p:nvSpPr>
        <p:spPr>
          <a:xfrm>
            <a:off x="937273" y="3157581"/>
            <a:ext cx="175121" cy="172079"/>
          </a:xfrm>
          <a:prstGeom prst="rect">
            <a:avLst/>
          </a:prstGeom>
          <a:noFill/>
          <a:ln w="19050">
            <a:solidFill>
              <a:srgbClr val="256D91"/>
            </a:solidFill>
          </a:ln>
        </p:spPr>
      </p:sp>
      <p:sp>
        <p:nvSpPr>
          <p:cNvPr id="28" name="任意多边形: 形状 27">
            <a:extLst>
              <a:ext uri="{FF2B5EF4-FFF2-40B4-BE49-F238E27FC236}">
                <a16:creationId xmlns:a16="http://schemas.microsoft.com/office/drawing/2014/main" id="{E0C01989-849D-49A7-AE7E-EC2585978826}"/>
              </a:ext>
            </a:extLst>
          </p:cNvPr>
          <p:cNvSpPr>
            <a:spLocks noGrp="1"/>
          </p:cNvSpPr>
          <p:nvPr/>
        </p:nvSpPr>
        <p:spPr>
          <a:xfrm>
            <a:off x="1112394" y="2622550"/>
            <a:ext cx="861398" cy="535031"/>
          </a:xfrm>
          <a:custGeom>
            <a:avLst/>
            <a:gdLst/>
            <a:ahLst/>
            <a:cxnLst/>
            <a:rect l="0" t="0" r="0" b="0"/>
            <a:pathLst>
              <a:path w="1550516" h="963055">
                <a:moveTo>
                  <a:pt x="0" y="963055"/>
                </a:moveTo>
                <a:lnTo>
                  <a:pt x="1550516" y="0"/>
                </a:lnTo>
              </a:path>
            </a:pathLst>
          </a:custGeom>
          <a:noFill/>
          <a:ln w="15240">
            <a:solidFill>
              <a:srgbClr val="256D91"/>
            </a:solidFill>
          </a:ln>
        </p:spPr>
      </p:sp>
      <p:sp>
        <p:nvSpPr>
          <p:cNvPr id="29" name="任意多边形: 形状 28">
            <a:extLst>
              <a:ext uri="{FF2B5EF4-FFF2-40B4-BE49-F238E27FC236}">
                <a16:creationId xmlns:a16="http://schemas.microsoft.com/office/drawing/2014/main" id="{AD050F78-0F5C-4B77-A382-B7D9C2CDA58B}"/>
              </a:ext>
            </a:extLst>
          </p:cNvPr>
          <p:cNvSpPr>
            <a:spLocks noGrp="1"/>
          </p:cNvSpPr>
          <p:nvPr/>
        </p:nvSpPr>
        <p:spPr>
          <a:xfrm>
            <a:off x="1112394" y="3329660"/>
            <a:ext cx="861398" cy="514383"/>
          </a:xfrm>
          <a:custGeom>
            <a:avLst/>
            <a:gdLst/>
            <a:ahLst/>
            <a:cxnLst/>
            <a:rect l="0" t="0" r="0" b="0"/>
            <a:pathLst>
              <a:path w="1550516" h="925890">
                <a:moveTo>
                  <a:pt x="0" y="0"/>
                </a:moveTo>
                <a:lnTo>
                  <a:pt x="1550516" y="925890"/>
                </a:lnTo>
              </a:path>
            </a:pathLst>
          </a:custGeom>
          <a:noFill/>
          <a:ln w="15240">
            <a:solidFill>
              <a:srgbClr val="256D91"/>
            </a:solidFill>
          </a:ln>
        </p:spPr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1CDF101E-59BC-4E59-A1EF-3DA617594B78}"/>
              </a:ext>
            </a:extLst>
          </p:cNvPr>
          <p:cNvSpPr>
            <a:spLocks noGrp="1"/>
          </p:cNvSpPr>
          <p:nvPr/>
        </p:nvSpPr>
        <p:spPr>
          <a:xfrm>
            <a:off x="185208" y="4018669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Target ligand boxed</a:t>
            </a:r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A1DEDCEF-9206-4BC1-ABC8-8C497712857D}"/>
              </a:ext>
            </a:extLst>
          </p:cNvPr>
          <p:cNvSpPr>
            <a:spLocks noGrp="1"/>
          </p:cNvSpPr>
          <p:nvPr/>
        </p:nvSpPr>
        <p:spPr>
          <a:xfrm>
            <a:off x="2010833" y="4018669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Same ligand and local view</a:t>
            </a:r>
          </a:p>
        </p:txBody>
      </p:sp>
      <p:sp>
        <p:nvSpPr>
          <p:cNvPr id="32" name="矩形 31">
            <a:extLst>
              <a:ext uri="{FF2B5EF4-FFF2-40B4-BE49-F238E27FC236}">
                <a16:creationId xmlns:a16="http://schemas.microsoft.com/office/drawing/2014/main" id="{55D0CED8-38F7-487E-A58F-4E4CADA8DA3A}"/>
              </a:ext>
            </a:extLst>
          </p:cNvPr>
          <p:cNvSpPr>
            <a:spLocks noGrp="1"/>
          </p:cNvSpPr>
          <p:nvPr/>
        </p:nvSpPr>
        <p:spPr>
          <a:xfrm>
            <a:off x="3836458" y="3992210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0.885</a:t>
            </a:r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26BAACE3-D958-4F8B-9935-914DEC48AFDD}"/>
              </a:ext>
            </a:extLst>
          </p:cNvPr>
          <p:cNvSpPr>
            <a:spLocks noGrp="1"/>
          </p:cNvSpPr>
          <p:nvPr/>
        </p:nvSpPr>
        <p:spPr>
          <a:xfrm>
            <a:off x="3836458" y="4203877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0.847     R  0.926</a:t>
            </a:r>
          </a:p>
        </p:txBody>
      </p:sp>
      <p:sp>
        <p:nvSpPr>
          <p:cNvPr id="34" name="矩形 33">
            <a:extLst>
              <a:ext uri="{FF2B5EF4-FFF2-40B4-BE49-F238E27FC236}">
                <a16:creationId xmlns:a16="http://schemas.microsoft.com/office/drawing/2014/main" id="{071AFF1B-A1ED-4647-9533-1ACB10E4CF95}"/>
              </a:ext>
            </a:extLst>
          </p:cNvPr>
          <p:cNvSpPr>
            <a:spLocks noGrp="1"/>
          </p:cNvSpPr>
          <p:nvPr/>
        </p:nvSpPr>
        <p:spPr>
          <a:xfrm>
            <a:off x="5662083" y="3992210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0.875</a:t>
            </a:r>
          </a:p>
        </p:txBody>
      </p:sp>
      <p:sp>
        <p:nvSpPr>
          <p:cNvPr id="35" name="矩形 34">
            <a:extLst>
              <a:ext uri="{FF2B5EF4-FFF2-40B4-BE49-F238E27FC236}">
                <a16:creationId xmlns:a16="http://schemas.microsoft.com/office/drawing/2014/main" id="{DF42131E-CC6D-4AA0-BEF3-F21094BA80EC}"/>
              </a:ext>
            </a:extLst>
          </p:cNvPr>
          <p:cNvSpPr>
            <a:spLocks noGrp="1"/>
          </p:cNvSpPr>
          <p:nvPr/>
        </p:nvSpPr>
        <p:spPr>
          <a:xfrm>
            <a:off x="5662083" y="4203877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0.833     R  0.922</a:t>
            </a: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0488B2B1-C8B3-4E54-B46C-75D01C7BDA21}"/>
              </a:ext>
            </a:extLst>
          </p:cNvPr>
          <p:cNvSpPr>
            <a:spLocks noGrp="1"/>
          </p:cNvSpPr>
          <p:nvPr/>
        </p:nvSpPr>
        <p:spPr>
          <a:xfrm>
            <a:off x="7487708" y="3992210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0.633</a:t>
            </a: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9EDCFF1B-66FB-48DB-B4EF-19CB83B2996C}"/>
              </a:ext>
            </a:extLst>
          </p:cNvPr>
          <p:cNvSpPr>
            <a:spLocks noGrp="1"/>
          </p:cNvSpPr>
          <p:nvPr/>
        </p:nvSpPr>
        <p:spPr>
          <a:xfrm>
            <a:off x="7487708" y="4203877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 dirty="0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0.599     R  0.670</a:t>
            </a:r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C88DE36B-573E-4B38-8ABA-A48E9597A54B}"/>
              </a:ext>
            </a:extLst>
          </p:cNvPr>
          <p:cNvSpPr>
            <a:spLocks noGrp="1"/>
          </p:cNvSpPr>
          <p:nvPr/>
        </p:nvSpPr>
        <p:spPr>
          <a:xfrm>
            <a:off x="185208" y="4469342"/>
            <a:ext cx="211667" cy="23389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55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41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AE171612-446C-48B8-8360-86ED123EBE1D}"/>
              </a:ext>
            </a:extLst>
          </p:cNvPr>
          <p:cNvSpPr>
            <a:spLocks noGrp="1"/>
          </p:cNvSpPr>
          <p:nvPr/>
        </p:nvSpPr>
        <p:spPr>
          <a:xfrm>
            <a:off x="433917" y="4485217"/>
            <a:ext cx="7408333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9HJX  |  NAP B:500  |  EMD-52228  |  3.39 Å</a:t>
            </a:r>
          </a:p>
        </p:txBody>
      </p:sp>
      <p:pic>
        <p:nvPicPr>
          <p:cNvPr id="109" name="图片 108"/>
          <p:cNvPicPr>
            <a:picLocks noChangeAspect="1"/>
          </p:cNvPicPr>
          <p:nvPr/>
        </p:nvPicPr>
        <p:blipFill>
          <a:blip r:embed="rId9"/>
          <a:stretch/>
        </p:blipFill>
        <p:spPr>
          <a:xfrm>
            <a:off x="185208" y="4749800"/>
            <a:ext cx="1719792" cy="1433160"/>
          </a:xfrm>
          <a:prstGeom prst="rect">
            <a:avLst/>
          </a:prstGeom>
        </p:spPr>
      </p:pic>
      <p:pic>
        <p:nvPicPr>
          <p:cNvPr id="110" name="图片 109"/>
          <p:cNvPicPr>
            <a:picLocks noChangeAspect="1"/>
          </p:cNvPicPr>
          <p:nvPr/>
        </p:nvPicPr>
        <p:blipFill>
          <a:blip r:embed="rId10"/>
          <a:stretch/>
        </p:blipFill>
        <p:spPr>
          <a:xfrm>
            <a:off x="2010833" y="4749800"/>
            <a:ext cx="1719792" cy="1433160"/>
          </a:xfrm>
          <a:prstGeom prst="rect">
            <a:avLst/>
          </a:prstGeom>
        </p:spPr>
      </p:pic>
      <p:sp>
        <p:nvSpPr>
          <p:cNvPr id="42" name="任意多边形: 形状 41">
            <a:extLst>
              <a:ext uri="{FF2B5EF4-FFF2-40B4-BE49-F238E27FC236}">
                <a16:creationId xmlns:a16="http://schemas.microsoft.com/office/drawing/2014/main" id="{6C236D3F-B431-462A-96E3-F1DED8925D95}"/>
              </a:ext>
            </a:extLst>
          </p:cNvPr>
          <p:cNvSpPr>
            <a:spLocks noGrp="1"/>
          </p:cNvSpPr>
          <p:nvPr/>
        </p:nvSpPr>
        <p:spPr>
          <a:xfrm>
            <a:off x="3395992" y="6093002"/>
            <a:ext cx="271133" cy="53"/>
          </a:xfrm>
          <a:custGeom>
            <a:avLst/>
            <a:gdLst/>
            <a:ahLst/>
            <a:cxnLst/>
            <a:rect l="0" t="0" r="0" b="0"/>
            <a:pathLst>
              <a:path w="488039" h="95">
                <a:moveTo>
                  <a:pt x="0" y="0"/>
                </a:moveTo>
                <a:lnTo>
                  <a:pt x="488039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id="{BA37FBCE-9DB6-4330-9742-413EFF299BFD}"/>
              </a:ext>
            </a:extLst>
          </p:cNvPr>
          <p:cNvSpPr>
            <a:spLocks noGrp="1"/>
          </p:cNvSpPr>
          <p:nvPr/>
        </p:nvSpPr>
        <p:spPr>
          <a:xfrm>
            <a:off x="3395992" y="5923669"/>
            <a:ext cx="27113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113" name="图片 112"/>
          <p:cNvPicPr>
            <a:picLocks noChangeAspect="1"/>
          </p:cNvPicPr>
          <p:nvPr/>
        </p:nvPicPr>
        <p:blipFill>
          <a:blip r:embed="rId11"/>
          <a:stretch/>
        </p:blipFill>
        <p:spPr>
          <a:xfrm>
            <a:off x="3836458" y="4749800"/>
            <a:ext cx="1719792" cy="1433160"/>
          </a:xfrm>
          <a:prstGeom prst="rect">
            <a:avLst/>
          </a:prstGeom>
        </p:spPr>
      </p:pic>
      <p:sp>
        <p:nvSpPr>
          <p:cNvPr id="45" name="任意多边形: 形状 44">
            <a:extLst>
              <a:ext uri="{FF2B5EF4-FFF2-40B4-BE49-F238E27FC236}">
                <a16:creationId xmlns:a16="http://schemas.microsoft.com/office/drawing/2014/main" id="{5132C4DB-A7DD-4804-B441-E7E1B30246E7}"/>
              </a:ext>
            </a:extLst>
          </p:cNvPr>
          <p:cNvSpPr>
            <a:spLocks noGrp="1"/>
          </p:cNvSpPr>
          <p:nvPr/>
        </p:nvSpPr>
        <p:spPr>
          <a:xfrm>
            <a:off x="5221617" y="6093002"/>
            <a:ext cx="271133" cy="53"/>
          </a:xfrm>
          <a:custGeom>
            <a:avLst/>
            <a:gdLst/>
            <a:ahLst/>
            <a:cxnLst/>
            <a:rect l="0" t="0" r="0" b="0"/>
            <a:pathLst>
              <a:path w="488039" h="95">
                <a:moveTo>
                  <a:pt x="0" y="0"/>
                </a:moveTo>
                <a:lnTo>
                  <a:pt x="488039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46" name="矩形 45">
            <a:extLst>
              <a:ext uri="{FF2B5EF4-FFF2-40B4-BE49-F238E27FC236}">
                <a16:creationId xmlns:a16="http://schemas.microsoft.com/office/drawing/2014/main" id="{0AA98644-F546-44BB-8EC9-2882CFFAEE4F}"/>
              </a:ext>
            </a:extLst>
          </p:cNvPr>
          <p:cNvSpPr>
            <a:spLocks noGrp="1"/>
          </p:cNvSpPr>
          <p:nvPr/>
        </p:nvSpPr>
        <p:spPr>
          <a:xfrm>
            <a:off x="5221617" y="5923669"/>
            <a:ext cx="27113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116" name="图片 115"/>
          <p:cNvPicPr>
            <a:picLocks noChangeAspect="1"/>
          </p:cNvPicPr>
          <p:nvPr/>
        </p:nvPicPr>
        <p:blipFill>
          <a:blip r:embed="rId12"/>
          <a:stretch/>
        </p:blipFill>
        <p:spPr>
          <a:xfrm>
            <a:off x="5662083" y="4749800"/>
            <a:ext cx="1719792" cy="1433160"/>
          </a:xfrm>
          <a:prstGeom prst="rect">
            <a:avLst/>
          </a:prstGeom>
        </p:spPr>
      </p:pic>
      <p:sp>
        <p:nvSpPr>
          <p:cNvPr id="48" name="任意多边形: 形状 47">
            <a:extLst>
              <a:ext uri="{FF2B5EF4-FFF2-40B4-BE49-F238E27FC236}">
                <a16:creationId xmlns:a16="http://schemas.microsoft.com/office/drawing/2014/main" id="{441F5B5C-9E7D-48A9-9CD9-2E5AA4246299}"/>
              </a:ext>
            </a:extLst>
          </p:cNvPr>
          <p:cNvSpPr>
            <a:spLocks noGrp="1"/>
          </p:cNvSpPr>
          <p:nvPr/>
        </p:nvSpPr>
        <p:spPr>
          <a:xfrm>
            <a:off x="7047242" y="6093002"/>
            <a:ext cx="271133" cy="53"/>
          </a:xfrm>
          <a:custGeom>
            <a:avLst/>
            <a:gdLst/>
            <a:ahLst/>
            <a:cxnLst/>
            <a:rect l="0" t="0" r="0" b="0"/>
            <a:pathLst>
              <a:path w="488039" h="95">
                <a:moveTo>
                  <a:pt x="0" y="0"/>
                </a:moveTo>
                <a:lnTo>
                  <a:pt x="488039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49" name="矩形 48">
            <a:extLst>
              <a:ext uri="{FF2B5EF4-FFF2-40B4-BE49-F238E27FC236}">
                <a16:creationId xmlns:a16="http://schemas.microsoft.com/office/drawing/2014/main" id="{D927CC7B-05F2-49A5-9D2B-22BA4B5F5ED5}"/>
              </a:ext>
            </a:extLst>
          </p:cNvPr>
          <p:cNvSpPr>
            <a:spLocks noGrp="1"/>
          </p:cNvSpPr>
          <p:nvPr/>
        </p:nvSpPr>
        <p:spPr>
          <a:xfrm>
            <a:off x="7047242" y="5923669"/>
            <a:ext cx="27113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119" name="图片 118"/>
          <p:cNvPicPr>
            <a:picLocks noChangeAspect="1"/>
          </p:cNvPicPr>
          <p:nvPr/>
        </p:nvPicPr>
        <p:blipFill>
          <a:blip r:embed="rId13"/>
          <a:stretch/>
        </p:blipFill>
        <p:spPr>
          <a:xfrm>
            <a:off x="7487708" y="4749800"/>
            <a:ext cx="1719792" cy="1433160"/>
          </a:xfrm>
          <a:prstGeom prst="rect">
            <a:avLst/>
          </a:prstGeom>
        </p:spPr>
      </p:pic>
      <p:sp>
        <p:nvSpPr>
          <p:cNvPr id="51" name="任意多边形: 形状 50">
            <a:extLst>
              <a:ext uri="{FF2B5EF4-FFF2-40B4-BE49-F238E27FC236}">
                <a16:creationId xmlns:a16="http://schemas.microsoft.com/office/drawing/2014/main" id="{E10C333A-1647-4EDB-B719-983064BA2162}"/>
              </a:ext>
            </a:extLst>
          </p:cNvPr>
          <p:cNvSpPr>
            <a:spLocks noGrp="1"/>
          </p:cNvSpPr>
          <p:nvPr/>
        </p:nvSpPr>
        <p:spPr>
          <a:xfrm>
            <a:off x="8872867" y="6093002"/>
            <a:ext cx="271133" cy="53"/>
          </a:xfrm>
          <a:custGeom>
            <a:avLst/>
            <a:gdLst/>
            <a:ahLst/>
            <a:cxnLst/>
            <a:rect l="0" t="0" r="0" b="0"/>
            <a:pathLst>
              <a:path w="488039" h="95">
                <a:moveTo>
                  <a:pt x="0" y="0"/>
                </a:moveTo>
                <a:lnTo>
                  <a:pt x="488039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52" name="矩形 51">
            <a:extLst>
              <a:ext uri="{FF2B5EF4-FFF2-40B4-BE49-F238E27FC236}">
                <a16:creationId xmlns:a16="http://schemas.microsoft.com/office/drawing/2014/main" id="{38ADB37E-6600-481E-8ECA-F5E4C1960477}"/>
              </a:ext>
            </a:extLst>
          </p:cNvPr>
          <p:cNvSpPr>
            <a:spLocks noGrp="1"/>
          </p:cNvSpPr>
          <p:nvPr/>
        </p:nvSpPr>
        <p:spPr>
          <a:xfrm>
            <a:off x="8872867" y="5923669"/>
            <a:ext cx="27113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53" name="矩形 52">
            <a:extLst>
              <a:ext uri="{FF2B5EF4-FFF2-40B4-BE49-F238E27FC236}">
                <a16:creationId xmlns:a16="http://schemas.microsoft.com/office/drawing/2014/main" id="{CECCD44A-4E2F-4544-8913-6B63E7A54A07}"/>
              </a:ext>
            </a:extLst>
          </p:cNvPr>
          <p:cNvSpPr>
            <a:spLocks noGrp="1"/>
          </p:cNvSpPr>
          <p:nvPr/>
        </p:nvSpPr>
        <p:spPr>
          <a:xfrm>
            <a:off x="824746" y="5392706"/>
            <a:ext cx="183056" cy="193749"/>
          </a:xfrm>
          <a:prstGeom prst="rect">
            <a:avLst/>
          </a:prstGeom>
          <a:noFill/>
          <a:ln w="19050">
            <a:solidFill>
              <a:srgbClr val="256D91"/>
            </a:solidFill>
          </a:ln>
        </p:spPr>
      </p:sp>
      <p:sp>
        <p:nvSpPr>
          <p:cNvPr id="54" name="任意多边形: 形状 53">
            <a:extLst>
              <a:ext uri="{FF2B5EF4-FFF2-40B4-BE49-F238E27FC236}">
                <a16:creationId xmlns:a16="http://schemas.microsoft.com/office/drawing/2014/main" id="{F4BC0B42-A12B-4888-9A82-CC3562D8FA80}"/>
              </a:ext>
            </a:extLst>
          </p:cNvPr>
          <p:cNvSpPr>
            <a:spLocks noGrp="1"/>
          </p:cNvSpPr>
          <p:nvPr/>
        </p:nvSpPr>
        <p:spPr>
          <a:xfrm>
            <a:off x="1007803" y="4855633"/>
            <a:ext cx="965989" cy="537072"/>
          </a:xfrm>
          <a:custGeom>
            <a:avLst/>
            <a:gdLst/>
            <a:ahLst/>
            <a:cxnLst/>
            <a:rect l="0" t="0" r="0" b="0"/>
            <a:pathLst>
              <a:path w="1738781" h="966730">
                <a:moveTo>
                  <a:pt x="0" y="966730"/>
                </a:moveTo>
                <a:lnTo>
                  <a:pt x="1738781" y="0"/>
                </a:lnTo>
              </a:path>
            </a:pathLst>
          </a:custGeom>
          <a:noFill/>
          <a:ln w="15240">
            <a:solidFill>
              <a:srgbClr val="256D91"/>
            </a:solidFill>
          </a:ln>
        </p:spPr>
      </p:sp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CDA31B18-A03B-4D12-BB8A-026549408991}"/>
              </a:ext>
            </a:extLst>
          </p:cNvPr>
          <p:cNvSpPr>
            <a:spLocks noGrp="1"/>
          </p:cNvSpPr>
          <p:nvPr/>
        </p:nvSpPr>
        <p:spPr>
          <a:xfrm>
            <a:off x="1007803" y="5586455"/>
            <a:ext cx="965989" cy="490672"/>
          </a:xfrm>
          <a:custGeom>
            <a:avLst/>
            <a:gdLst/>
            <a:ahLst/>
            <a:cxnLst/>
            <a:rect l="0" t="0" r="0" b="0"/>
            <a:pathLst>
              <a:path w="1738781" h="883209">
                <a:moveTo>
                  <a:pt x="0" y="0"/>
                </a:moveTo>
                <a:lnTo>
                  <a:pt x="1738781" y="883209"/>
                </a:lnTo>
              </a:path>
            </a:pathLst>
          </a:custGeom>
          <a:noFill/>
          <a:ln w="15240">
            <a:solidFill>
              <a:srgbClr val="256D91"/>
            </a:solidFill>
          </a:ln>
        </p:spPr>
      </p:sp>
      <p:sp>
        <p:nvSpPr>
          <p:cNvPr id="56" name="矩形 55">
            <a:extLst>
              <a:ext uri="{FF2B5EF4-FFF2-40B4-BE49-F238E27FC236}">
                <a16:creationId xmlns:a16="http://schemas.microsoft.com/office/drawing/2014/main" id="{5D49D4B3-DE5F-4C54-B007-134259C697A4}"/>
              </a:ext>
            </a:extLst>
          </p:cNvPr>
          <p:cNvSpPr>
            <a:spLocks noGrp="1"/>
          </p:cNvSpPr>
          <p:nvPr/>
        </p:nvSpPr>
        <p:spPr>
          <a:xfrm>
            <a:off x="185208" y="6251752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Target ligand boxed</a:t>
            </a:r>
          </a:p>
        </p:txBody>
      </p:sp>
      <p:sp>
        <p:nvSpPr>
          <p:cNvPr id="57" name="矩形 56">
            <a:extLst>
              <a:ext uri="{FF2B5EF4-FFF2-40B4-BE49-F238E27FC236}">
                <a16:creationId xmlns:a16="http://schemas.microsoft.com/office/drawing/2014/main" id="{9C966D28-28D3-4CBC-970A-F5E2B1F98DCA}"/>
              </a:ext>
            </a:extLst>
          </p:cNvPr>
          <p:cNvSpPr>
            <a:spLocks noGrp="1"/>
          </p:cNvSpPr>
          <p:nvPr/>
        </p:nvSpPr>
        <p:spPr>
          <a:xfrm>
            <a:off x="2010833" y="6251752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Same ligand and local view</a:t>
            </a:r>
          </a:p>
        </p:txBody>
      </p:sp>
      <p:sp>
        <p:nvSpPr>
          <p:cNvPr id="58" name="矩形 57">
            <a:extLst>
              <a:ext uri="{FF2B5EF4-FFF2-40B4-BE49-F238E27FC236}">
                <a16:creationId xmlns:a16="http://schemas.microsoft.com/office/drawing/2014/main" id="{67B53618-EA94-448D-BBAA-A6CDAF6BD6B5}"/>
              </a:ext>
            </a:extLst>
          </p:cNvPr>
          <p:cNvSpPr>
            <a:spLocks noGrp="1"/>
          </p:cNvSpPr>
          <p:nvPr/>
        </p:nvSpPr>
        <p:spPr>
          <a:xfrm>
            <a:off x="3836458" y="6225293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0.845</a:t>
            </a:r>
          </a:p>
        </p:txBody>
      </p:sp>
      <p:sp>
        <p:nvSpPr>
          <p:cNvPr id="59" name="矩形 58">
            <a:extLst>
              <a:ext uri="{FF2B5EF4-FFF2-40B4-BE49-F238E27FC236}">
                <a16:creationId xmlns:a16="http://schemas.microsoft.com/office/drawing/2014/main" id="{07D77760-5520-421E-B5E4-FBFD2A41020B}"/>
              </a:ext>
            </a:extLst>
          </p:cNvPr>
          <p:cNvSpPr>
            <a:spLocks noGrp="1"/>
          </p:cNvSpPr>
          <p:nvPr/>
        </p:nvSpPr>
        <p:spPr>
          <a:xfrm>
            <a:off x="3836458" y="6436960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0.803     R  0.891</a:t>
            </a:r>
          </a:p>
        </p:txBody>
      </p:sp>
      <p:sp>
        <p:nvSpPr>
          <p:cNvPr id="60" name="矩形 59">
            <a:extLst>
              <a:ext uri="{FF2B5EF4-FFF2-40B4-BE49-F238E27FC236}">
                <a16:creationId xmlns:a16="http://schemas.microsoft.com/office/drawing/2014/main" id="{6DDA8CE3-69D2-44A6-B44C-A622FD77E03D}"/>
              </a:ext>
            </a:extLst>
          </p:cNvPr>
          <p:cNvSpPr>
            <a:spLocks noGrp="1"/>
          </p:cNvSpPr>
          <p:nvPr/>
        </p:nvSpPr>
        <p:spPr>
          <a:xfrm>
            <a:off x="5662083" y="6225293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0.640</a:t>
            </a:r>
          </a:p>
        </p:txBody>
      </p:sp>
      <p:sp>
        <p:nvSpPr>
          <p:cNvPr id="61" name="矩形 60">
            <a:extLst>
              <a:ext uri="{FF2B5EF4-FFF2-40B4-BE49-F238E27FC236}">
                <a16:creationId xmlns:a16="http://schemas.microsoft.com/office/drawing/2014/main" id="{0616834A-EA75-4FC6-A133-B004871052DA}"/>
              </a:ext>
            </a:extLst>
          </p:cNvPr>
          <p:cNvSpPr>
            <a:spLocks noGrp="1"/>
          </p:cNvSpPr>
          <p:nvPr/>
        </p:nvSpPr>
        <p:spPr>
          <a:xfrm>
            <a:off x="5662083" y="6436960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0.596     R  0.691</a:t>
            </a:r>
          </a:p>
        </p:txBody>
      </p:sp>
      <p:sp>
        <p:nvSpPr>
          <p:cNvPr id="62" name="矩形 61">
            <a:extLst>
              <a:ext uri="{FF2B5EF4-FFF2-40B4-BE49-F238E27FC236}">
                <a16:creationId xmlns:a16="http://schemas.microsoft.com/office/drawing/2014/main" id="{B5025C35-354C-4E31-A845-271C1DB0FA40}"/>
              </a:ext>
            </a:extLst>
          </p:cNvPr>
          <p:cNvSpPr>
            <a:spLocks noGrp="1"/>
          </p:cNvSpPr>
          <p:nvPr/>
        </p:nvSpPr>
        <p:spPr>
          <a:xfrm>
            <a:off x="7487708" y="6225293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0.421</a:t>
            </a:r>
          </a:p>
        </p:txBody>
      </p:sp>
      <p:sp>
        <p:nvSpPr>
          <p:cNvPr id="63" name="矩形 62">
            <a:extLst>
              <a:ext uri="{FF2B5EF4-FFF2-40B4-BE49-F238E27FC236}">
                <a16:creationId xmlns:a16="http://schemas.microsoft.com/office/drawing/2014/main" id="{F059CFC3-8C63-4362-8661-478186D0C345}"/>
              </a:ext>
            </a:extLst>
          </p:cNvPr>
          <p:cNvSpPr>
            <a:spLocks noGrp="1"/>
          </p:cNvSpPr>
          <p:nvPr/>
        </p:nvSpPr>
        <p:spPr>
          <a:xfrm>
            <a:off x="7487708" y="6436960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0.711     R  0.299</a:t>
            </a:r>
          </a:p>
        </p:txBody>
      </p:sp>
      <p:sp>
        <p:nvSpPr>
          <p:cNvPr id="64" name="任意多边形: 形状 63">
            <a:extLst>
              <a:ext uri="{FF2B5EF4-FFF2-40B4-BE49-F238E27FC236}">
                <a16:creationId xmlns:a16="http://schemas.microsoft.com/office/drawing/2014/main" id="{40FFA23B-0DF5-417D-9604-00972A5A04B5}"/>
              </a:ext>
            </a:extLst>
          </p:cNvPr>
          <p:cNvSpPr>
            <a:spLocks noGrp="1"/>
          </p:cNvSpPr>
          <p:nvPr/>
        </p:nvSpPr>
        <p:spPr>
          <a:xfrm>
            <a:off x="185208" y="6675967"/>
            <a:ext cx="9022292" cy="53"/>
          </a:xfrm>
          <a:custGeom>
            <a:avLst/>
            <a:gdLst/>
            <a:ahLst/>
            <a:cxnLst/>
            <a:rect l="0" t="0" r="0" b="0"/>
            <a:pathLst>
              <a:path w="16240125" h="95">
                <a:moveTo>
                  <a:pt x="0" y="0"/>
                </a:moveTo>
                <a:lnTo>
                  <a:pt x="16240125" y="0"/>
                </a:lnTo>
              </a:path>
            </a:pathLst>
          </a:custGeom>
          <a:noFill/>
          <a:ln w="10478">
            <a:solidFill>
              <a:srgbClr val="89959C"/>
            </a:solidFill>
          </a:ln>
        </p:spPr>
      </p:sp>
      <p:sp>
        <p:nvSpPr>
          <p:cNvPr id="65" name="矩形 64">
            <a:extLst>
              <a:ext uri="{FF2B5EF4-FFF2-40B4-BE49-F238E27FC236}">
                <a16:creationId xmlns:a16="http://schemas.microsoft.com/office/drawing/2014/main" id="{11031D44-269B-4405-A4EE-060E73C09DC8}"/>
              </a:ext>
            </a:extLst>
          </p:cNvPr>
          <p:cNvSpPr>
            <a:spLocks noGrp="1"/>
          </p:cNvSpPr>
          <p:nvPr/>
        </p:nvSpPr>
        <p:spPr>
          <a:xfrm>
            <a:off x="185208" y="6765926"/>
            <a:ext cx="1111250" cy="17197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875" b="1">
                <a:solidFill>
                  <a:srgbClr val="DB661B"/>
                </a:solidFill>
                <a:latin typeface="Arial"/>
                <a:ea typeface="Arial"/>
                <a:cs typeface="Arial"/>
              </a:defRPr>
            </a:pPr>
            <a:r>
              <a:rPr sz="1042" b="1">
                <a:solidFill>
                  <a:srgbClr val="DB661B"/>
                </a:solidFill>
                <a:latin typeface="Arial"/>
                <a:ea typeface="Arial"/>
                <a:cs typeface="Arial"/>
              </a:rPr>
              <a:t>GT ligand</a:t>
            </a:r>
          </a:p>
        </p:txBody>
      </p:sp>
      <p:sp>
        <p:nvSpPr>
          <p:cNvPr id="66" name="矩形 65">
            <a:extLst>
              <a:ext uri="{FF2B5EF4-FFF2-40B4-BE49-F238E27FC236}">
                <a16:creationId xmlns:a16="http://schemas.microsoft.com/office/drawing/2014/main" id="{252AB370-56AC-4665-8540-72CEDDF66FA8}"/>
              </a:ext>
            </a:extLst>
          </p:cNvPr>
          <p:cNvSpPr>
            <a:spLocks noGrp="1"/>
          </p:cNvSpPr>
          <p:nvPr/>
        </p:nvSpPr>
        <p:spPr>
          <a:xfrm>
            <a:off x="1402292" y="6765926"/>
            <a:ext cx="1852083" cy="17197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875" b="1">
                <a:solidFill>
                  <a:srgbClr val="1780A6"/>
                </a:solidFill>
                <a:latin typeface="Arial"/>
                <a:ea typeface="Arial"/>
                <a:cs typeface="Arial"/>
              </a:defRPr>
            </a:pPr>
            <a:r>
              <a:rPr sz="1042" b="1">
                <a:solidFill>
                  <a:srgbClr val="1780A6"/>
                </a:solidFill>
                <a:latin typeface="Arial"/>
                <a:ea typeface="Arial"/>
                <a:cs typeface="Arial"/>
              </a:rPr>
              <a:t>Selected target blob</a:t>
            </a:r>
          </a:p>
        </p:txBody>
      </p:sp>
      <p:sp>
        <p:nvSpPr>
          <p:cNvPr id="67" name="矩形 66">
            <a:extLst>
              <a:ext uri="{FF2B5EF4-FFF2-40B4-BE49-F238E27FC236}">
                <a16:creationId xmlns:a16="http://schemas.microsoft.com/office/drawing/2014/main" id="{513C71EC-7469-4858-8050-755EBB577B52}"/>
              </a:ext>
            </a:extLst>
          </p:cNvPr>
          <p:cNvSpPr>
            <a:spLocks noGrp="1"/>
          </p:cNvSpPr>
          <p:nvPr/>
        </p:nvSpPr>
        <p:spPr>
          <a:xfrm>
            <a:off x="3386667" y="6765926"/>
            <a:ext cx="1799167" cy="17197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875" b="1">
                <a:solidFill>
                  <a:srgbClr val="587B66"/>
                </a:solidFill>
                <a:latin typeface="Arial"/>
                <a:ea typeface="Arial"/>
                <a:cs typeface="Arial"/>
              </a:defRPr>
            </a:pPr>
            <a:r>
              <a:rPr sz="1042" b="1">
                <a:solidFill>
                  <a:srgbClr val="587B66"/>
                </a:solidFill>
                <a:latin typeface="Arial"/>
                <a:ea typeface="Arial"/>
                <a:cs typeface="Arial"/>
              </a:rPr>
              <a:t>Receptor cartoon</a:t>
            </a:r>
          </a:p>
        </p:txBody>
      </p:sp>
      <p:sp>
        <p:nvSpPr>
          <p:cNvPr id="68" name="矩形 67">
            <a:extLst>
              <a:ext uri="{FF2B5EF4-FFF2-40B4-BE49-F238E27FC236}">
                <a16:creationId xmlns:a16="http://schemas.microsoft.com/office/drawing/2014/main" id="{AFAF3210-35E2-4D55-A2D8-0237058EB8EE}"/>
              </a:ext>
            </a:extLst>
          </p:cNvPr>
          <p:cNvSpPr>
            <a:spLocks noGrp="1"/>
          </p:cNvSpPr>
          <p:nvPr/>
        </p:nvSpPr>
        <p:spPr>
          <a:xfrm>
            <a:off x="5265208" y="6765926"/>
            <a:ext cx="3704167" cy="17197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875" b="1">
                <a:solidFill>
                  <a:srgbClr val="536273"/>
                </a:solidFill>
                <a:latin typeface="Arial"/>
                <a:ea typeface="Arial"/>
                <a:cs typeface="Arial"/>
              </a:defRPr>
            </a:pPr>
            <a:r>
              <a:rPr sz="1042" b="1">
                <a:solidFill>
                  <a:srgbClr val="536273"/>
                </a:solidFill>
                <a:latin typeface="Arial"/>
                <a:ea typeface="Arial"/>
                <a:cs typeface="Arial"/>
              </a:rPr>
              <a:t>Experimental density (mesh)</a:t>
            </a:r>
          </a:p>
        </p:txBody>
      </p:sp>
      <p:sp>
        <p:nvSpPr>
          <p:cNvPr id="69" name="矩形 68">
            <a:extLst>
              <a:ext uri="{FF2B5EF4-FFF2-40B4-BE49-F238E27FC236}">
                <a16:creationId xmlns:a16="http://schemas.microsoft.com/office/drawing/2014/main" id="{066E8C27-E946-46AB-82FC-26688A92006C}"/>
              </a:ext>
            </a:extLst>
          </p:cNvPr>
          <p:cNvSpPr>
            <a:spLocks noGrp="1"/>
          </p:cNvSpPr>
          <p:nvPr/>
        </p:nvSpPr>
        <p:spPr>
          <a:xfrm>
            <a:off x="185209" y="7004050"/>
            <a:ext cx="915458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GT ligand is a reference only. Each prediction panel shows the selected blob with the largest GT overlap; P, R and Dice are instance-level metrics.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D838AA53-5809-466F-10A7-ACBB3E0A68EE}"/>
              </a:ext>
            </a:extLst>
          </p:cNvPr>
          <p:cNvSpPr txBox="1"/>
          <p:nvPr/>
        </p:nvSpPr>
        <p:spPr>
          <a:xfrm>
            <a:off x="2861441" y="441434"/>
            <a:ext cx="93968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/>
              <a:t>Us-align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39566317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_0">
            <a:extLst>
              <a:ext uri="{FF2B5EF4-FFF2-40B4-BE49-F238E27FC236}">
                <a16:creationId xmlns:a16="http://schemas.microsoft.com/office/drawing/2014/main" id="{DD7F76FE-FEFE-4715-BB11-A739A6222C7C}"/>
              </a:ext>
            </a:extLst>
          </p:cNvPr>
          <p:cNvSpPr>
            <a:spLocks noGrp="1"/>
          </p:cNvSpPr>
          <p:nvPr/>
        </p:nvSpPr>
        <p:spPr>
          <a:xfrm>
            <a:off x="333375" y="2047875"/>
            <a:ext cx="8858250" cy="457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25" b="1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2025" b="1">
                <a:solidFill>
                  <a:srgbClr val="273238"/>
                </a:solidFill>
                <a:latin typeface="Arial"/>
                <a:ea typeface="Arial"/>
                <a:cs typeface="Arial"/>
              </a:rPr>
              <a:t>Semantic segmentation</a:t>
            </a:r>
          </a:p>
        </p:txBody>
      </p:sp>
      <p:graphicFrame>
        <p:nvGraphicFramePr>
          <p:cNvPr id="8" name="表格 7"/>
          <p:cNvGraphicFramePr/>
          <p:nvPr>
            <p:extLst>
              <p:ext uri="{D42A27DB-BD31-4B8C-83A1-F6EECF244321}">
                <p14:modId xmlns:p14="http://schemas.microsoft.com/office/powerpoint/2010/main" val="3534835455"/>
              </p:ext>
            </p:extLst>
          </p:nvPr>
        </p:nvGraphicFramePr>
        <p:xfrm>
          <a:off x="333375" y="3238500"/>
          <a:ext cx="8858252" cy="3000375"/>
        </p:xfrm>
        <a:graphic>
          <a:graphicData uri="http://schemas.openxmlformats.org/drawingml/2006/table">
            <a:tbl>
              <a:tblPr/>
              <a:tblGrid>
                <a:gridCol w="3543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8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87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287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287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Method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Dice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Precision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Recall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0.5845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0.5848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0.6700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0.6226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0.5832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0.6060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0.6455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0.6226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0.4769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0.4845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0.5735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0.4870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0.4996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0.5727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0.4870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unet_c1 / F1–F1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0.3944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0.4284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0.4730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0.4016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Emap2lig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0.0499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0.0372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0.3440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0.1907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直接连接符 2">
            <a:extLst>
              <a:ext uri="{FF2B5EF4-FFF2-40B4-BE49-F238E27FC236}">
                <a16:creationId xmlns:a16="http://schemas.microsoft.com/office/drawing/2014/main" id="{3C644D6C-F74F-48F6-9A9F-64E9EF90F3D6}"/>
              </a:ext>
            </a:extLst>
          </p:cNvPr>
          <p:cNvSpPr>
            <a:spLocks noGrp="1"/>
          </p:cNvSpPr>
          <p:nvPr/>
        </p:nvSpPr>
        <p:spPr>
          <a:xfrm>
            <a:off x="333375" y="3238500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4" name="直接连接符 3">
            <a:extLst>
              <a:ext uri="{FF2B5EF4-FFF2-40B4-BE49-F238E27FC236}">
                <a16:creationId xmlns:a16="http://schemas.microsoft.com/office/drawing/2014/main" id="{56E94DA2-D6DE-430D-87D0-4854EE9672F9}"/>
              </a:ext>
            </a:extLst>
          </p:cNvPr>
          <p:cNvSpPr>
            <a:spLocks noGrp="1"/>
          </p:cNvSpPr>
          <p:nvPr/>
        </p:nvSpPr>
        <p:spPr>
          <a:xfrm>
            <a:off x="333375" y="3667125"/>
            <a:ext cx="8858250" cy="95"/>
          </a:xfrm>
          <a:prstGeom prst="line">
            <a:avLst/>
          </a:prstGeom>
          <a:noFill/>
          <a:ln w="10478">
            <a:solidFill>
              <a:srgbClr val="273238"/>
            </a:solidFill>
          </a:ln>
        </p:spPr>
      </p:sp>
      <p:sp>
        <p:nvSpPr>
          <p:cNvPr id="5" name="直接连接符 4">
            <a:extLst>
              <a:ext uri="{FF2B5EF4-FFF2-40B4-BE49-F238E27FC236}">
                <a16:creationId xmlns:a16="http://schemas.microsoft.com/office/drawing/2014/main" id="{EE633706-E5B9-4964-B177-9D1A163A98C2}"/>
              </a:ext>
            </a:extLst>
          </p:cNvPr>
          <p:cNvSpPr>
            <a:spLocks noGrp="1"/>
          </p:cNvSpPr>
          <p:nvPr/>
        </p:nvSpPr>
        <p:spPr>
          <a:xfrm>
            <a:off x="333375" y="6238875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6" name="text_1">
            <a:extLst>
              <a:ext uri="{FF2B5EF4-FFF2-40B4-BE49-F238E27FC236}">
                <a16:creationId xmlns:a16="http://schemas.microsoft.com/office/drawing/2014/main" id="{14C6C974-D16B-4AC3-9912-481DABE0D6EA}"/>
              </a:ext>
            </a:extLst>
          </p:cNvPr>
          <p:cNvSpPr>
            <a:spLocks noGrp="1"/>
          </p:cNvSpPr>
          <p:nvPr/>
        </p:nvSpPr>
        <p:spPr>
          <a:xfrm>
            <a:off x="333375" y="6715125"/>
            <a:ext cx="8858250" cy="2667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00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Macro averages. Bold: highest value in each column (including ties).</a:t>
            </a:r>
          </a:p>
        </p:txBody>
      </p:sp>
    </p:spTree>
    <p:extLst>
      <p:ext uri="{BB962C8B-B14F-4D97-AF65-F5344CB8AC3E}">
        <p14:creationId xmlns:p14="http://schemas.microsoft.com/office/powerpoint/2010/main" val="168569879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_2">
            <a:extLst>
              <a:ext uri="{FF2B5EF4-FFF2-40B4-BE49-F238E27FC236}">
                <a16:creationId xmlns:a16="http://schemas.microsoft.com/office/drawing/2014/main" id="{FFE6ACCE-1C60-4789-BDFA-9DF96F746A8B}"/>
              </a:ext>
            </a:extLst>
          </p:cNvPr>
          <p:cNvSpPr>
            <a:spLocks noGrp="1"/>
          </p:cNvSpPr>
          <p:nvPr/>
        </p:nvSpPr>
        <p:spPr>
          <a:xfrm>
            <a:off x="333375" y="2047875"/>
            <a:ext cx="8858250" cy="457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25" b="1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2025" b="1">
                <a:solidFill>
                  <a:srgbClr val="273238"/>
                </a:solidFill>
                <a:latin typeface="Arial"/>
                <a:ea typeface="Arial"/>
                <a:cs typeface="Arial"/>
              </a:rPr>
              <a:t>Instance detection at τ = 0.3</a:t>
            </a:r>
          </a:p>
        </p:txBody>
      </p:sp>
      <p:sp>
        <p:nvSpPr>
          <p:cNvPr id="2" name="text_3">
            <a:extLst>
              <a:ext uri="{FF2B5EF4-FFF2-40B4-BE49-F238E27FC236}">
                <a16:creationId xmlns:a16="http://schemas.microsoft.com/office/drawing/2014/main" id="{B0800B36-E768-4930-AEA6-DF76E29762BE}"/>
              </a:ext>
            </a:extLst>
          </p:cNvPr>
          <p:cNvSpPr>
            <a:spLocks noGrp="1"/>
          </p:cNvSpPr>
          <p:nvPr/>
        </p:nvSpPr>
        <p:spPr>
          <a:xfrm>
            <a:off x="4572000" y="2857500"/>
            <a:ext cx="1714500" cy="285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50" b="0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1350" b="0">
                <a:solidFill>
                  <a:srgbClr val="273238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3" name="text_4">
            <a:extLst>
              <a:ext uri="{FF2B5EF4-FFF2-40B4-BE49-F238E27FC236}">
                <a16:creationId xmlns:a16="http://schemas.microsoft.com/office/drawing/2014/main" id="{E31E19DF-F752-4E4C-A433-CEDC85D5BCD4}"/>
              </a:ext>
            </a:extLst>
          </p:cNvPr>
          <p:cNvSpPr>
            <a:spLocks noGrp="1"/>
          </p:cNvSpPr>
          <p:nvPr/>
        </p:nvSpPr>
        <p:spPr>
          <a:xfrm>
            <a:off x="7258050" y="2857500"/>
            <a:ext cx="1619250" cy="285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50" b="0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1350" b="0">
                <a:solidFill>
                  <a:srgbClr val="273238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graphicFrame>
        <p:nvGraphicFramePr>
          <p:cNvPr id="12" name="表格 11"/>
          <p:cNvGraphicFramePr/>
          <p:nvPr/>
        </p:nvGraphicFramePr>
        <p:xfrm>
          <a:off x="333375" y="3238500"/>
          <a:ext cx="8858250" cy="3000375"/>
        </p:xfrm>
        <a:graphic>
          <a:graphicData uri="http://schemas.openxmlformats.org/drawingml/2006/table">
            <a:tbl>
              <a:tblPr/>
              <a:tblGrid>
                <a:gridCol w="3543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Method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0.7628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0.6880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0.6632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0.7628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0.7059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0.6811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0.7299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0.6873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0.6328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0.7299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0.7059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0.6507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0.6313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0.5942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0.5409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0.6313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0.6075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0.5545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0.6194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0.6172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0.5364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0.6194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0.6313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0.5503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unet_c1 / F1–F1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0.5720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0.4867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0.4460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0.5720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0.4965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0.4523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Emap2lig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0.0368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0.3116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0.2552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0.0368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0.3135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0.2570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直接连接符 4">
            <a:extLst>
              <a:ext uri="{FF2B5EF4-FFF2-40B4-BE49-F238E27FC236}">
                <a16:creationId xmlns:a16="http://schemas.microsoft.com/office/drawing/2014/main" id="{29CB2E37-34D4-4FBE-8B4A-8391D716488D}"/>
              </a:ext>
            </a:extLst>
          </p:cNvPr>
          <p:cNvSpPr>
            <a:spLocks noGrp="1"/>
          </p:cNvSpPr>
          <p:nvPr/>
        </p:nvSpPr>
        <p:spPr>
          <a:xfrm>
            <a:off x="333375" y="3238500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6" name="直接连接符 5">
            <a:extLst>
              <a:ext uri="{FF2B5EF4-FFF2-40B4-BE49-F238E27FC236}">
                <a16:creationId xmlns:a16="http://schemas.microsoft.com/office/drawing/2014/main" id="{6007041A-C77B-46B5-A6EF-BFD525C48B74}"/>
              </a:ext>
            </a:extLst>
          </p:cNvPr>
          <p:cNvSpPr>
            <a:spLocks noGrp="1"/>
          </p:cNvSpPr>
          <p:nvPr/>
        </p:nvSpPr>
        <p:spPr>
          <a:xfrm>
            <a:off x="333375" y="3667125"/>
            <a:ext cx="8858250" cy="95"/>
          </a:xfrm>
          <a:prstGeom prst="line">
            <a:avLst/>
          </a:prstGeom>
          <a:noFill/>
          <a:ln w="10478">
            <a:solidFill>
              <a:srgbClr val="273238"/>
            </a:solidFill>
          </a:ln>
        </p:spPr>
      </p:sp>
      <p:sp>
        <p:nvSpPr>
          <p:cNvPr id="7" name="直接连接符 6">
            <a:extLst>
              <a:ext uri="{FF2B5EF4-FFF2-40B4-BE49-F238E27FC236}">
                <a16:creationId xmlns:a16="http://schemas.microsoft.com/office/drawing/2014/main" id="{DDFC0279-B552-4C0D-8C38-B20EDD6470EE}"/>
              </a:ext>
            </a:extLst>
          </p:cNvPr>
          <p:cNvSpPr>
            <a:spLocks noGrp="1"/>
          </p:cNvSpPr>
          <p:nvPr/>
        </p:nvSpPr>
        <p:spPr>
          <a:xfrm>
            <a:off x="333375" y="6238875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8" name="text_5">
            <a:extLst>
              <a:ext uri="{FF2B5EF4-FFF2-40B4-BE49-F238E27FC236}">
                <a16:creationId xmlns:a16="http://schemas.microsoft.com/office/drawing/2014/main" id="{5A36924A-A371-499B-B45F-48453315756C}"/>
              </a:ext>
            </a:extLst>
          </p:cNvPr>
          <p:cNvSpPr>
            <a:spLocks noGrp="1"/>
          </p:cNvSpPr>
          <p:nvPr/>
        </p:nvSpPr>
        <p:spPr>
          <a:xfrm>
            <a:off x="333375" y="6715125"/>
            <a:ext cx="8858250" cy="2667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00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Macro averages. Bold: highest value in each column (including ties).</a:t>
            </a:r>
          </a:p>
        </p:txBody>
      </p:sp>
    </p:spTree>
    <p:extLst>
      <p:ext uri="{BB962C8B-B14F-4D97-AF65-F5344CB8AC3E}">
        <p14:creationId xmlns:p14="http://schemas.microsoft.com/office/powerpoint/2010/main" val="168478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_6">
            <a:extLst>
              <a:ext uri="{FF2B5EF4-FFF2-40B4-BE49-F238E27FC236}">
                <a16:creationId xmlns:a16="http://schemas.microsoft.com/office/drawing/2014/main" id="{7C2FF315-BCC7-4692-9CC1-F565D109A03E}"/>
              </a:ext>
            </a:extLst>
          </p:cNvPr>
          <p:cNvSpPr>
            <a:spLocks noGrp="1"/>
          </p:cNvSpPr>
          <p:nvPr/>
        </p:nvSpPr>
        <p:spPr>
          <a:xfrm>
            <a:off x="333375" y="2047875"/>
            <a:ext cx="8858250" cy="457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25" b="1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2025" b="1">
                <a:solidFill>
                  <a:srgbClr val="273238"/>
                </a:solidFill>
                <a:latin typeface="Arial"/>
                <a:ea typeface="Arial"/>
                <a:cs typeface="Arial"/>
              </a:rPr>
              <a:t>Instance detection at τ = 0.6</a:t>
            </a:r>
          </a:p>
        </p:txBody>
      </p:sp>
      <p:sp>
        <p:nvSpPr>
          <p:cNvPr id="2" name="text_7">
            <a:extLst>
              <a:ext uri="{FF2B5EF4-FFF2-40B4-BE49-F238E27FC236}">
                <a16:creationId xmlns:a16="http://schemas.microsoft.com/office/drawing/2014/main" id="{9FA2BAD0-E87F-4614-8BE2-5B310490026F}"/>
              </a:ext>
            </a:extLst>
          </p:cNvPr>
          <p:cNvSpPr>
            <a:spLocks noGrp="1"/>
          </p:cNvSpPr>
          <p:nvPr/>
        </p:nvSpPr>
        <p:spPr>
          <a:xfrm>
            <a:off x="4572000" y="2857500"/>
            <a:ext cx="1714500" cy="285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50" b="0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1350" b="0">
                <a:solidFill>
                  <a:srgbClr val="273238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3" name="text_8">
            <a:extLst>
              <a:ext uri="{FF2B5EF4-FFF2-40B4-BE49-F238E27FC236}">
                <a16:creationId xmlns:a16="http://schemas.microsoft.com/office/drawing/2014/main" id="{857B586A-3C01-4C5F-B68A-D610595A48E7}"/>
              </a:ext>
            </a:extLst>
          </p:cNvPr>
          <p:cNvSpPr>
            <a:spLocks noGrp="1"/>
          </p:cNvSpPr>
          <p:nvPr/>
        </p:nvSpPr>
        <p:spPr>
          <a:xfrm>
            <a:off x="7258050" y="2857500"/>
            <a:ext cx="1619250" cy="285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50" b="0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1350" b="0">
                <a:solidFill>
                  <a:srgbClr val="273238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graphicFrame>
        <p:nvGraphicFramePr>
          <p:cNvPr id="12" name="表格 11"/>
          <p:cNvGraphicFramePr/>
          <p:nvPr/>
        </p:nvGraphicFramePr>
        <p:xfrm>
          <a:off x="333375" y="3238500"/>
          <a:ext cx="8858250" cy="3000375"/>
        </p:xfrm>
        <a:graphic>
          <a:graphicData uri="http://schemas.openxmlformats.org/drawingml/2006/table">
            <a:tbl>
              <a:tblPr/>
              <a:tblGrid>
                <a:gridCol w="3543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Method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0.5737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0.4933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0.5737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0.4933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0.5525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0.5407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0.4864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0.5525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0.5407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0.4864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0.4374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0.3760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0.4374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0.3760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0.4493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0.4635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0.3914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0.4493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0.4635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0.3914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unet_c1 / F1–F1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0.3228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0.2894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0.2497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0.3228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0.2894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0.2497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Emap2lig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0.0051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0.0880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0.0680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0.0051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0.0880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0.0680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直接连接符 4">
            <a:extLst>
              <a:ext uri="{FF2B5EF4-FFF2-40B4-BE49-F238E27FC236}">
                <a16:creationId xmlns:a16="http://schemas.microsoft.com/office/drawing/2014/main" id="{083E7FE0-64C9-4625-B560-FF2E34BD8FC4}"/>
              </a:ext>
            </a:extLst>
          </p:cNvPr>
          <p:cNvSpPr>
            <a:spLocks noGrp="1"/>
          </p:cNvSpPr>
          <p:nvPr/>
        </p:nvSpPr>
        <p:spPr>
          <a:xfrm>
            <a:off x="333375" y="3238500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6" name="直接连接符 5">
            <a:extLst>
              <a:ext uri="{FF2B5EF4-FFF2-40B4-BE49-F238E27FC236}">
                <a16:creationId xmlns:a16="http://schemas.microsoft.com/office/drawing/2014/main" id="{55E0EC2F-70B8-4B56-A737-2B3E12DCDC40}"/>
              </a:ext>
            </a:extLst>
          </p:cNvPr>
          <p:cNvSpPr>
            <a:spLocks noGrp="1"/>
          </p:cNvSpPr>
          <p:nvPr/>
        </p:nvSpPr>
        <p:spPr>
          <a:xfrm>
            <a:off x="333375" y="3667125"/>
            <a:ext cx="8858250" cy="95"/>
          </a:xfrm>
          <a:prstGeom prst="line">
            <a:avLst/>
          </a:prstGeom>
          <a:noFill/>
          <a:ln w="10478">
            <a:solidFill>
              <a:srgbClr val="273238"/>
            </a:solidFill>
          </a:ln>
        </p:spPr>
      </p:sp>
      <p:sp>
        <p:nvSpPr>
          <p:cNvPr id="7" name="直接连接符 6">
            <a:extLst>
              <a:ext uri="{FF2B5EF4-FFF2-40B4-BE49-F238E27FC236}">
                <a16:creationId xmlns:a16="http://schemas.microsoft.com/office/drawing/2014/main" id="{F261FAAB-F986-417A-80FA-5B31ADBD4AF2}"/>
              </a:ext>
            </a:extLst>
          </p:cNvPr>
          <p:cNvSpPr>
            <a:spLocks noGrp="1"/>
          </p:cNvSpPr>
          <p:nvPr/>
        </p:nvSpPr>
        <p:spPr>
          <a:xfrm>
            <a:off x="333375" y="6238875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8" name="text_9">
            <a:extLst>
              <a:ext uri="{FF2B5EF4-FFF2-40B4-BE49-F238E27FC236}">
                <a16:creationId xmlns:a16="http://schemas.microsoft.com/office/drawing/2014/main" id="{BFCAE875-5A24-4EE6-8011-BC048E19F3DD}"/>
              </a:ext>
            </a:extLst>
          </p:cNvPr>
          <p:cNvSpPr>
            <a:spLocks noGrp="1"/>
          </p:cNvSpPr>
          <p:nvPr/>
        </p:nvSpPr>
        <p:spPr>
          <a:xfrm>
            <a:off x="333375" y="6715125"/>
            <a:ext cx="8858250" cy="2667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00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Macro averages. Bold: highest value in each column (including ties).</a:t>
            </a:r>
          </a:p>
        </p:txBody>
      </p:sp>
    </p:spTree>
    <p:extLst>
      <p:ext uri="{BB962C8B-B14F-4D97-AF65-F5344CB8AC3E}">
        <p14:creationId xmlns:p14="http://schemas.microsoft.com/office/powerpoint/2010/main" val="182987701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6" name="A1_bar_GT_9357">
            <a:extLst>
              <a:ext uri="{FF2B5EF4-FFF2-40B4-BE49-F238E27FC236}">
                <a16:creationId xmlns:a16="http://schemas.microsoft.com/office/drawing/2014/main" id="{AEF05CC2-58B7-4B04-94C3-FD2343472909}"/>
              </a:ext>
            </a:extLst>
          </p:cNvPr>
          <p:cNvSpPr>
            <a:spLocks noGrp="1"/>
          </p:cNvSpPr>
          <p:nvPr/>
        </p:nvSpPr>
        <p:spPr>
          <a:xfrm>
            <a:off x="190500" y="1543050"/>
            <a:ext cx="9144000" cy="5715000"/>
          </a:xfrm>
          <a:custGeom>
            <a:avLst/>
            <a:gdLst/>
            <a:ahLst/>
            <a:cxnLst/>
            <a:rect l="0" t="0" r="0" b="0"/>
            <a:pathLst>
              <a:path w="9144000" h="5715000">
                <a:moveTo>
                  <a:pt x="0" y="5715000"/>
                </a:moveTo>
                <a:lnTo>
                  <a:pt x="9144000" y="5715000"/>
                </a:lnTo>
                <a:lnTo>
                  <a:pt x="9144000" y="0"/>
                </a:lnTo>
                <a:lnTo>
                  <a:pt x="0" y="0"/>
                </a:lnTo>
                <a:lnTo>
                  <a:pt x="0" y="571500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1_bar_GT_9358">
            <a:extLst>
              <a:ext uri="{FF2B5EF4-FFF2-40B4-BE49-F238E27FC236}">
                <a16:creationId xmlns:a16="http://schemas.microsoft.com/office/drawing/2014/main" id="{28227253-0C30-4696-B2C9-57D5E0F8A145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8183880" cy="3257550"/>
          </a:xfrm>
          <a:custGeom>
            <a:avLst/>
            <a:gdLst/>
            <a:ahLst/>
            <a:cxnLst/>
            <a:rect l="0" t="0" r="0" b="0"/>
            <a:pathLst>
              <a:path w="8183880" h="3257550">
                <a:moveTo>
                  <a:pt x="0" y="3257550"/>
                </a:moveTo>
                <a:lnTo>
                  <a:pt x="8183880" y="3257550"/>
                </a:lnTo>
                <a:lnTo>
                  <a:pt x="8183880" y="0"/>
                </a:lnTo>
                <a:lnTo>
                  <a:pt x="0" y="0"/>
                </a:lnTo>
                <a:lnTo>
                  <a:pt x="0" y="32575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A1_bar_GT_9359">
            <a:extLst>
              <a:ext uri="{FF2B5EF4-FFF2-40B4-BE49-F238E27FC236}">
                <a16:creationId xmlns:a16="http://schemas.microsoft.com/office/drawing/2014/main" id="{93BEB1EA-AFE0-4395-BD57-4221E70EF9EB}"/>
              </a:ext>
            </a:extLst>
          </p:cNvPr>
          <p:cNvSpPr>
            <a:spLocks noGrp="1"/>
          </p:cNvSpPr>
          <p:nvPr/>
        </p:nvSpPr>
        <p:spPr>
          <a:xfrm>
            <a:off x="1912034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4" name="text_9360">
            <a:extLst>
              <a:ext uri="{FF2B5EF4-FFF2-40B4-BE49-F238E27FC236}">
                <a16:creationId xmlns:a16="http://schemas.microsoft.com/office/drawing/2014/main" id="{F94D7BC6-5E1B-4C55-8691-61D385E69266}"/>
              </a:ext>
            </a:extLst>
          </p:cNvPr>
          <p:cNvSpPr>
            <a:spLocks noGrp="1"/>
          </p:cNvSpPr>
          <p:nvPr/>
        </p:nvSpPr>
        <p:spPr>
          <a:xfrm>
            <a:off x="1673097" y="6212374"/>
            <a:ext cx="486692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5" name="A1_bar_GT_9361">
            <a:extLst>
              <a:ext uri="{FF2B5EF4-FFF2-40B4-BE49-F238E27FC236}">
                <a16:creationId xmlns:a16="http://schemas.microsoft.com/office/drawing/2014/main" id="{C3955F83-1723-473A-8CFD-B910A5C7E54F}"/>
              </a:ext>
            </a:extLst>
          </p:cNvPr>
          <p:cNvSpPr>
            <a:spLocks noGrp="1"/>
          </p:cNvSpPr>
          <p:nvPr/>
        </p:nvSpPr>
        <p:spPr>
          <a:xfrm>
            <a:off x="3485857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6" name="text_9362">
            <a:extLst>
              <a:ext uri="{FF2B5EF4-FFF2-40B4-BE49-F238E27FC236}">
                <a16:creationId xmlns:a16="http://schemas.microsoft.com/office/drawing/2014/main" id="{50B86F3B-6C8A-4375-94F9-3D013CF83BB0}"/>
              </a:ext>
            </a:extLst>
          </p:cNvPr>
          <p:cNvSpPr>
            <a:spLocks noGrp="1"/>
          </p:cNvSpPr>
          <p:nvPr/>
        </p:nvSpPr>
        <p:spPr>
          <a:xfrm>
            <a:off x="3237311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7" name="text_9363">
            <a:extLst>
              <a:ext uri="{FF2B5EF4-FFF2-40B4-BE49-F238E27FC236}">
                <a16:creationId xmlns:a16="http://schemas.microsoft.com/office/drawing/2014/main" id="{F05889FF-0F93-4612-B620-4734D028EE49}"/>
              </a:ext>
            </a:extLst>
          </p:cNvPr>
          <p:cNvSpPr>
            <a:spLocks noGrp="1"/>
          </p:cNvSpPr>
          <p:nvPr/>
        </p:nvSpPr>
        <p:spPr>
          <a:xfrm>
            <a:off x="3318195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8" name="A1_bar_GT_9364">
            <a:extLst>
              <a:ext uri="{FF2B5EF4-FFF2-40B4-BE49-F238E27FC236}">
                <a16:creationId xmlns:a16="http://schemas.microsoft.com/office/drawing/2014/main" id="{F6D964FE-486F-4E5B-AC8E-B604FF27F92F}"/>
              </a:ext>
            </a:extLst>
          </p:cNvPr>
          <p:cNvSpPr>
            <a:spLocks noGrp="1"/>
          </p:cNvSpPr>
          <p:nvPr/>
        </p:nvSpPr>
        <p:spPr>
          <a:xfrm>
            <a:off x="5059680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9" name="text_9365">
            <a:extLst>
              <a:ext uri="{FF2B5EF4-FFF2-40B4-BE49-F238E27FC236}">
                <a16:creationId xmlns:a16="http://schemas.microsoft.com/office/drawing/2014/main" id="{DB6FFD23-0368-4FFD-9874-A76505BC6D8A}"/>
              </a:ext>
            </a:extLst>
          </p:cNvPr>
          <p:cNvSpPr>
            <a:spLocks noGrp="1"/>
          </p:cNvSpPr>
          <p:nvPr/>
        </p:nvSpPr>
        <p:spPr>
          <a:xfrm>
            <a:off x="4769716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0" name="text_9366">
            <a:extLst>
              <a:ext uri="{FF2B5EF4-FFF2-40B4-BE49-F238E27FC236}">
                <a16:creationId xmlns:a16="http://schemas.microsoft.com/office/drawing/2014/main" id="{1FE7B40C-C854-4080-AB81-07738161DF30}"/>
              </a:ext>
            </a:extLst>
          </p:cNvPr>
          <p:cNvSpPr>
            <a:spLocks noGrp="1"/>
          </p:cNvSpPr>
          <p:nvPr/>
        </p:nvSpPr>
        <p:spPr>
          <a:xfrm>
            <a:off x="4892018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11" name="A1_bar_GT_9367">
            <a:extLst>
              <a:ext uri="{FF2B5EF4-FFF2-40B4-BE49-F238E27FC236}">
                <a16:creationId xmlns:a16="http://schemas.microsoft.com/office/drawing/2014/main" id="{EE867167-E8A5-4616-BDA1-8A0E9AA034C7}"/>
              </a:ext>
            </a:extLst>
          </p:cNvPr>
          <p:cNvSpPr>
            <a:spLocks noGrp="1"/>
          </p:cNvSpPr>
          <p:nvPr/>
        </p:nvSpPr>
        <p:spPr>
          <a:xfrm>
            <a:off x="6633503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2" name="text_9368">
            <a:extLst>
              <a:ext uri="{FF2B5EF4-FFF2-40B4-BE49-F238E27FC236}">
                <a16:creationId xmlns:a16="http://schemas.microsoft.com/office/drawing/2014/main" id="{AD434E4A-E3E3-40D0-A5FE-24AEDA8279F7}"/>
              </a:ext>
            </a:extLst>
          </p:cNvPr>
          <p:cNvSpPr>
            <a:spLocks noGrp="1"/>
          </p:cNvSpPr>
          <p:nvPr/>
        </p:nvSpPr>
        <p:spPr>
          <a:xfrm>
            <a:off x="6384957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13" name="text_9369">
            <a:extLst>
              <a:ext uri="{FF2B5EF4-FFF2-40B4-BE49-F238E27FC236}">
                <a16:creationId xmlns:a16="http://schemas.microsoft.com/office/drawing/2014/main" id="{FBF55E90-2379-4ADC-BB67-6084342851D8}"/>
              </a:ext>
            </a:extLst>
          </p:cNvPr>
          <p:cNvSpPr>
            <a:spLocks noGrp="1"/>
          </p:cNvSpPr>
          <p:nvPr/>
        </p:nvSpPr>
        <p:spPr>
          <a:xfrm>
            <a:off x="6465841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4" name="A1_bar_GT_9370">
            <a:extLst>
              <a:ext uri="{FF2B5EF4-FFF2-40B4-BE49-F238E27FC236}">
                <a16:creationId xmlns:a16="http://schemas.microsoft.com/office/drawing/2014/main" id="{F254B25C-7397-459E-BCD4-78C4EA31FECA}"/>
              </a:ext>
            </a:extLst>
          </p:cNvPr>
          <p:cNvSpPr>
            <a:spLocks noGrp="1"/>
          </p:cNvSpPr>
          <p:nvPr/>
        </p:nvSpPr>
        <p:spPr>
          <a:xfrm>
            <a:off x="8207326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5" name="text_9371">
            <a:extLst>
              <a:ext uri="{FF2B5EF4-FFF2-40B4-BE49-F238E27FC236}">
                <a16:creationId xmlns:a16="http://schemas.microsoft.com/office/drawing/2014/main" id="{3CDC21C7-7CDF-439F-9AF6-6E99E7FBB2C3}"/>
              </a:ext>
            </a:extLst>
          </p:cNvPr>
          <p:cNvSpPr>
            <a:spLocks noGrp="1"/>
          </p:cNvSpPr>
          <p:nvPr/>
        </p:nvSpPr>
        <p:spPr>
          <a:xfrm>
            <a:off x="7917362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9372">
            <a:extLst>
              <a:ext uri="{FF2B5EF4-FFF2-40B4-BE49-F238E27FC236}">
                <a16:creationId xmlns:a16="http://schemas.microsoft.com/office/drawing/2014/main" id="{D6226A03-6F81-4602-9C4A-7EB61BCE6A44}"/>
              </a:ext>
            </a:extLst>
          </p:cNvPr>
          <p:cNvSpPr>
            <a:spLocks noGrp="1"/>
          </p:cNvSpPr>
          <p:nvPr/>
        </p:nvSpPr>
        <p:spPr>
          <a:xfrm>
            <a:off x="8039664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7" name="A1_bar_GT_9373">
            <a:extLst>
              <a:ext uri="{FF2B5EF4-FFF2-40B4-BE49-F238E27FC236}">
                <a16:creationId xmlns:a16="http://schemas.microsoft.com/office/drawing/2014/main" id="{41D198B4-1408-4DE2-85D3-A365833B4986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18" name="A1_bar_GT_9374">
            <a:extLst>
              <a:ext uri="{FF2B5EF4-FFF2-40B4-BE49-F238E27FC236}">
                <a16:creationId xmlns:a16="http://schemas.microsoft.com/office/drawing/2014/main" id="{6E55F85A-0BB5-459C-A75A-2D32D7660F26}"/>
              </a:ext>
            </a:extLst>
          </p:cNvPr>
          <p:cNvSpPr>
            <a:spLocks noGrp="1"/>
          </p:cNvSpPr>
          <p:nvPr/>
        </p:nvSpPr>
        <p:spPr>
          <a:xfrm>
            <a:off x="923643" y="6115050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9" name="text_9375">
            <a:extLst>
              <a:ext uri="{FF2B5EF4-FFF2-40B4-BE49-F238E27FC236}">
                <a16:creationId xmlns:a16="http://schemas.microsoft.com/office/drawing/2014/main" id="{A7101031-BDBA-41AC-AB09-A3E946C53624}"/>
              </a:ext>
            </a:extLst>
          </p:cNvPr>
          <p:cNvSpPr>
            <a:spLocks noGrp="1"/>
          </p:cNvSpPr>
          <p:nvPr/>
        </p:nvSpPr>
        <p:spPr>
          <a:xfrm>
            <a:off x="702539" y="6065507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0" name="A1_bar_GT_9376">
            <a:extLst>
              <a:ext uri="{FF2B5EF4-FFF2-40B4-BE49-F238E27FC236}">
                <a16:creationId xmlns:a16="http://schemas.microsoft.com/office/drawing/2014/main" id="{48BEF83C-66B4-4715-BB17-C6C3D7E93E54}"/>
              </a:ext>
            </a:extLst>
          </p:cNvPr>
          <p:cNvSpPr>
            <a:spLocks noGrp="1"/>
          </p:cNvSpPr>
          <p:nvPr/>
        </p:nvSpPr>
        <p:spPr>
          <a:xfrm>
            <a:off x="967740" y="5485572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1" name="A1_bar_GT_9377">
            <a:extLst>
              <a:ext uri="{FF2B5EF4-FFF2-40B4-BE49-F238E27FC236}">
                <a16:creationId xmlns:a16="http://schemas.microsoft.com/office/drawing/2014/main" id="{13CAD763-29DC-4EF1-AB08-4CC8696F4ADA}"/>
              </a:ext>
            </a:extLst>
          </p:cNvPr>
          <p:cNvSpPr>
            <a:spLocks noGrp="1"/>
          </p:cNvSpPr>
          <p:nvPr/>
        </p:nvSpPr>
        <p:spPr>
          <a:xfrm>
            <a:off x="923643" y="5485572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2" name="text_9378">
            <a:extLst>
              <a:ext uri="{FF2B5EF4-FFF2-40B4-BE49-F238E27FC236}">
                <a16:creationId xmlns:a16="http://schemas.microsoft.com/office/drawing/2014/main" id="{FE6061BB-71AA-42FA-8DBE-BC2E6EC64A40}"/>
              </a:ext>
            </a:extLst>
          </p:cNvPr>
          <p:cNvSpPr>
            <a:spLocks noGrp="1"/>
          </p:cNvSpPr>
          <p:nvPr/>
        </p:nvSpPr>
        <p:spPr>
          <a:xfrm>
            <a:off x="702539" y="5436029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3" name="A1_bar_GT_9379">
            <a:extLst>
              <a:ext uri="{FF2B5EF4-FFF2-40B4-BE49-F238E27FC236}">
                <a16:creationId xmlns:a16="http://schemas.microsoft.com/office/drawing/2014/main" id="{791BEB94-07EA-4689-AD61-3D74E5C1FBF2}"/>
              </a:ext>
            </a:extLst>
          </p:cNvPr>
          <p:cNvSpPr>
            <a:spLocks noGrp="1"/>
          </p:cNvSpPr>
          <p:nvPr/>
        </p:nvSpPr>
        <p:spPr>
          <a:xfrm>
            <a:off x="967740" y="4856093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4" name="A1_bar_GT_9380">
            <a:extLst>
              <a:ext uri="{FF2B5EF4-FFF2-40B4-BE49-F238E27FC236}">
                <a16:creationId xmlns:a16="http://schemas.microsoft.com/office/drawing/2014/main" id="{8787675D-1F83-4B59-8DDC-8441064A91D7}"/>
              </a:ext>
            </a:extLst>
          </p:cNvPr>
          <p:cNvSpPr>
            <a:spLocks noGrp="1"/>
          </p:cNvSpPr>
          <p:nvPr/>
        </p:nvSpPr>
        <p:spPr>
          <a:xfrm>
            <a:off x="923643" y="4856093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5" name="text_9381">
            <a:extLst>
              <a:ext uri="{FF2B5EF4-FFF2-40B4-BE49-F238E27FC236}">
                <a16:creationId xmlns:a16="http://schemas.microsoft.com/office/drawing/2014/main" id="{304F62E1-41CF-4217-A238-F717C66F3009}"/>
              </a:ext>
            </a:extLst>
          </p:cNvPr>
          <p:cNvSpPr>
            <a:spLocks noGrp="1"/>
          </p:cNvSpPr>
          <p:nvPr/>
        </p:nvSpPr>
        <p:spPr>
          <a:xfrm>
            <a:off x="702539" y="4806551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6" name="A1_bar_GT_9382">
            <a:extLst>
              <a:ext uri="{FF2B5EF4-FFF2-40B4-BE49-F238E27FC236}">
                <a16:creationId xmlns:a16="http://schemas.microsoft.com/office/drawing/2014/main" id="{122D27B0-A76D-4BAC-8231-F4B2DB7C22FE}"/>
              </a:ext>
            </a:extLst>
          </p:cNvPr>
          <p:cNvSpPr>
            <a:spLocks noGrp="1"/>
          </p:cNvSpPr>
          <p:nvPr/>
        </p:nvSpPr>
        <p:spPr>
          <a:xfrm>
            <a:off x="967740" y="4226615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7" name="A1_bar_GT_9383">
            <a:extLst>
              <a:ext uri="{FF2B5EF4-FFF2-40B4-BE49-F238E27FC236}">
                <a16:creationId xmlns:a16="http://schemas.microsoft.com/office/drawing/2014/main" id="{E2D601E4-87F8-449A-AFB7-CE7F41333673}"/>
              </a:ext>
            </a:extLst>
          </p:cNvPr>
          <p:cNvSpPr>
            <a:spLocks noGrp="1"/>
          </p:cNvSpPr>
          <p:nvPr/>
        </p:nvSpPr>
        <p:spPr>
          <a:xfrm>
            <a:off x="923643" y="4226615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8" name="text_9384">
            <a:extLst>
              <a:ext uri="{FF2B5EF4-FFF2-40B4-BE49-F238E27FC236}">
                <a16:creationId xmlns:a16="http://schemas.microsoft.com/office/drawing/2014/main" id="{DBCB6F55-9E88-48FD-BCA4-640EA470025C}"/>
              </a:ext>
            </a:extLst>
          </p:cNvPr>
          <p:cNvSpPr>
            <a:spLocks noGrp="1"/>
          </p:cNvSpPr>
          <p:nvPr/>
        </p:nvSpPr>
        <p:spPr>
          <a:xfrm>
            <a:off x="702539" y="4177073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A1_bar_GT_9385">
            <a:extLst>
              <a:ext uri="{FF2B5EF4-FFF2-40B4-BE49-F238E27FC236}">
                <a16:creationId xmlns:a16="http://schemas.microsoft.com/office/drawing/2014/main" id="{86B7C42D-768E-4698-B24E-EC071CD7DDAB}"/>
              </a:ext>
            </a:extLst>
          </p:cNvPr>
          <p:cNvSpPr>
            <a:spLocks noGrp="1"/>
          </p:cNvSpPr>
          <p:nvPr/>
        </p:nvSpPr>
        <p:spPr>
          <a:xfrm>
            <a:off x="967740" y="3597137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0" name="A1_bar_GT_9386">
            <a:extLst>
              <a:ext uri="{FF2B5EF4-FFF2-40B4-BE49-F238E27FC236}">
                <a16:creationId xmlns:a16="http://schemas.microsoft.com/office/drawing/2014/main" id="{5F9F4697-BBD1-4733-B156-70C188F54F34}"/>
              </a:ext>
            </a:extLst>
          </p:cNvPr>
          <p:cNvSpPr>
            <a:spLocks noGrp="1"/>
          </p:cNvSpPr>
          <p:nvPr/>
        </p:nvSpPr>
        <p:spPr>
          <a:xfrm>
            <a:off x="923643" y="3597137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1" name="text_9387">
            <a:extLst>
              <a:ext uri="{FF2B5EF4-FFF2-40B4-BE49-F238E27FC236}">
                <a16:creationId xmlns:a16="http://schemas.microsoft.com/office/drawing/2014/main" id="{D95EF8E3-A2C9-4464-928D-3BFA78273CF3}"/>
              </a:ext>
            </a:extLst>
          </p:cNvPr>
          <p:cNvSpPr>
            <a:spLocks noGrp="1"/>
          </p:cNvSpPr>
          <p:nvPr/>
        </p:nvSpPr>
        <p:spPr>
          <a:xfrm>
            <a:off x="702539" y="3547594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2" name="A1_bar_GT_9388">
            <a:extLst>
              <a:ext uri="{FF2B5EF4-FFF2-40B4-BE49-F238E27FC236}">
                <a16:creationId xmlns:a16="http://schemas.microsoft.com/office/drawing/2014/main" id="{BE0F4C3D-053B-417A-9CEC-C08E3C7CDAD4}"/>
              </a:ext>
            </a:extLst>
          </p:cNvPr>
          <p:cNvSpPr>
            <a:spLocks noGrp="1"/>
          </p:cNvSpPr>
          <p:nvPr/>
        </p:nvSpPr>
        <p:spPr>
          <a:xfrm>
            <a:off x="967740" y="2967659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3" name="A1_bar_GT_9389">
            <a:extLst>
              <a:ext uri="{FF2B5EF4-FFF2-40B4-BE49-F238E27FC236}">
                <a16:creationId xmlns:a16="http://schemas.microsoft.com/office/drawing/2014/main" id="{ABA190C6-63CE-42EF-8AC1-8DEEB14496D0}"/>
              </a:ext>
            </a:extLst>
          </p:cNvPr>
          <p:cNvSpPr>
            <a:spLocks noGrp="1"/>
          </p:cNvSpPr>
          <p:nvPr/>
        </p:nvSpPr>
        <p:spPr>
          <a:xfrm>
            <a:off x="923643" y="2967659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4" name="text_9390">
            <a:extLst>
              <a:ext uri="{FF2B5EF4-FFF2-40B4-BE49-F238E27FC236}">
                <a16:creationId xmlns:a16="http://schemas.microsoft.com/office/drawing/2014/main" id="{51B35B18-C3B0-4C93-9ADA-73324072D6E8}"/>
              </a:ext>
            </a:extLst>
          </p:cNvPr>
          <p:cNvSpPr>
            <a:spLocks noGrp="1"/>
          </p:cNvSpPr>
          <p:nvPr/>
        </p:nvSpPr>
        <p:spPr>
          <a:xfrm>
            <a:off x="702539" y="2918116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5" name="text_9391">
            <a:extLst>
              <a:ext uri="{FF2B5EF4-FFF2-40B4-BE49-F238E27FC236}">
                <a16:creationId xmlns:a16="http://schemas.microsoft.com/office/drawing/2014/main" id="{BBCE1751-50D8-49B9-B624-BA6C6B086485}"/>
              </a:ext>
            </a:extLst>
          </p:cNvPr>
          <p:cNvSpPr>
            <a:spLocks noGrp="1"/>
          </p:cNvSpPr>
          <p:nvPr/>
        </p:nvSpPr>
        <p:spPr>
          <a:xfrm rot="-5400000">
            <a:off x="370994" y="4409105"/>
            <a:ext cx="440972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36" name="A1_bar_GT_9392">
            <a:extLst>
              <a:ext uri="{FF2B5EF4-FFF2-40B4-BE49-F238E27FC236}">
                <a16:creationId xmlns:a16="http://schemas.microsoft.com/office/drawing/2014/main" id="{8D0587F8-5B80-47A4-A74E-D7D9168F27EF}"/>
              </a:ext>
            </a:extLst>
          </p:cNvPr>
          <p:cNvSpPr>
            <a:spLocks noGrp="1"/>
          </p:cNvSpPr>
          <p:nvPr/>
        </p:nvSpPr>
        <p:spPr>
          <a:xfrm>
            <a:off x="1387164" y="4155423"/>
            <a:ext cx="325781" cy="1959627"/>
          </a:xfrm>
          <a:custGeom>
            <a:avLst/>
            <a:gdLst/>
            <a:ahLst/>
            <a:cxnLst/>
            <a:rect l="0" t="0" r="0" b="0"/>
            <a:pathLst>
              <a:path w="325781" h="1959627">
                <a:moveTo>
                  <a:pt x="0" y="1959627"/>
                </a:moveTo>
                <a:lnTo>
                  <a:pt x="325781" y="1959627"/>
                </a:lnTo>
                <a:lnTo>
                  <a:pt x="325781" y="0"/>
                </a:lnTo>
                <a:lnTo>
                  <a:pt x="0" y="0"/>
                </a:lnTo>
                <a:lnTo>
                  <a:pt x="0" y="1959627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7" name="A1_bar_GT_9393">
            <a:extLst>
              <a:ext uri="{FF2B5EF4-FFF2-40B4-BE49-F238E27FC236}">
                <a16:creationId xmlns:a16="http://schemas.microsoft.com/office/drawing/2014/main" id="{5FA93B5E-EF78-45B2-BD68-DC94489975BE}"/>
              </a:ext>
            </a:extLst>
          </p:cNvPr>
          <p:cNvSpPr>
            <a:spLocks noGrp="1"/>
          </p:cNvSpPr>
          <p:nvPr/>
        </p:nvSpPr>
        <p:spPr>
          <a:xfrm>
            <a:off x="2960987" y="3971311"/>
            <a:ext cx="325781" cy="2143739"/>
          </a:xfrm>
          <a:custGeom>
            <a:avLst/>
            <a:gdLst/>
            <a:ahLst/>
            <a:cxnLst/>
            <a:rect l="0" t="0" r="0" b="0"/>
            <a:pathLst>
              <a:path w="325781" h="2143739">
                <a:moveTo>
                  <a:pt x="0" y="2143739"/>
                </a:moveTo>
                <a:lnTo>
                  <a:pt x="325781" y="2143739"/>
                </a:lnTo>
                <a:lnTo>
                  <a:pt x="325781" y="0"/>
                </a:lnTo>
                <a:lnTo>
                  <a:pt x="0" y="0"/>
                </a:lnTo>
                <a:lnTo>
                  <a:pt x="0" y="2143739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8" name="A1_bar_GT_9394">
            <a:extLst>
              <a:ext uri="{FF2B5EF4-FFF2-40B4-BE49-F238E27FC236}">
                <a16:creationId xmlns:a16="http://schemas.microsoft.com/office/drawing/2014/main" id="{46907CDB-6338-468E-8DCF-1FC17C3392E3}"/>
              </a:ext>
            </a:extLst>
          </p:cNvPr>
          <p:cNvSpPr>
            <a:spLocks noGrp="1"/>
          </p:cNvSpPr>
          <p:nvPr/>
        </p:nvSpPr>
        <p:spPr>
          <a:xfrm>
            <a:off x="4534810" y="4027815"/>
            <a:ext cx="325781" cy="2087235"/>
          </a:xfrm>
          <a:custGeom>
            <a:avLst/>
            <a:gdLst/>
            <a:ahLst/>
            <a:cxnLst/>
            <a:rect l="0" t="0" r="0" b="0"/>
            <a:pathLst>
              <a:path w="325781" h="2087235">
                <a:moveTo>
                  <a:pt x="0" y="2087235"/>
                </a:moveTo>
                <a:lnTo>
                  <a:pt x="325781" y="2087235"/>
                </a:lnTo>
                <a:lnTo>
                  <a:pt x="325781" y="0"/>
                </a:lnTo>
                <a:lnTo>
                  <a:pt x="0" y="0"/>
                </a:lnTo>
                <a:lnTo>
                  <a:pt x="0" y="2087235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9" name="A1_bar_GT_9395">
            <a:extLst>
              <a:ext uri="{FF2B5EF4-FFF2-40B4-BE49-F238E27FC236}">
                <a16:creationId xmlns:a16="http://schemas.microsoft.com/office/drawing/2014/main" id="{85B991FD-D524-42D7-8EFD-852C2E5DC0B3}"/>
              </a:ext>
            </a:extLst>
          </p:cNvPr>
          <p:cNvSpPr>
            <a:spLocks noGrp="1"/>
          </p:cNvSpPr>
          <p:nvPr/>
        </p:nvSpPr>
        <p:spPr>
          <a:xfrm>
            <a:off x="6108633" y="4562329"/>
            <a:ext cx="325781" cy="1552721"/>
          </a:xfrm>
          <a:custGeom>
            <a:avLst/>
            <a:gdLst/>
            <a:ahLst/>
            <a:cxnLst/>
            <a:rect l="0" t="0" r="0" b="0"/>
            <a:pathLst>
              <a:path w="325781" h="1552721">
                <a:moveTo>
                  <a:pt x="0" y="1552721"/>
                </a:moveTo>
                <a:lnTo>
                  <a:pt x="325781" y="1552721"/>
                </a:lnTo>
                <a:lnTo>
                  <a:pt x="325781" y="0"/>
                </a:lnTo>
                <a:lnTo>
                  <a:pt x="0" y="0"/>
                </a:lnTo>
                <a:lnTo>
                  <a:pt x="0" y="1552721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40" name="A1_bar_GT_9396">
            <a:extLst>
              <a:ext uri="{FF2B5EF4-FFF2-40B4-BE49-F238E27FC236}">
                <a16:creationId xmlns:a16="http://schemas.microsoft.com/office/drawing/2014/main" id="{95286742-7853-4E09-A378-2AF8F0843088}"/>
              </a:ext>
            </a:extLst>
          </p:cNvPr>
          <p:cNvSpPr>
            <a:spLocks noGrp="1"/>
          </p:cNvSpPr>
          <p:nvPr/>
        </p:nvSpPr>
        <p:spPr>
          <a:xfrm>
            <a:off x="7682456" y="4562329"/>
            <a:ext cx="325781" cy="1552721"/>
          </a:xfrm>
          <a:custGeom>
            <a:avLst/>
            <a:gdLst/>
            <a:ahLst/>
            <a:cxnLst/>
            <a:rect l="0" t="0" r="0" b="0"/>
            <a:pathLst>
              <a:path w="325781" h="1552721">
                <a:moveTo>
                  <a:pt x="0" y="1552721"/>
                </a:moveTo>
                <a:lnTo>
                  <a:pt x="325781" y="1552721"/>
                </a:lnTo>
                <a:lnTo>
                  <a:pt x="325781" y="0"/>
                </a:lnTo>
                <a:lnTo>
                  <a:pt x="0" y="0"/>
                </a:lnTo>
                <a:lnTo>
                  <a:pt x="0" y="1552721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41" name="A1_bar_GT_9397">
            <a:extLst>
              <a:ext uri="{FF2B5EF4-FFF2-40B4-BE49-F238E27FC236}">
                <a16:creationId xmlns:a16="http://schemas.microsoft.com/office/drawing/2014/main" id="{CC14D27A-15F4-4276-BEE2-1252EE1C34B6}"/>
              </a:ext>
            </a:extLst>
          </p:cNvPr>
          <p:cNvSpPr>
            <a:spLocks noGrp="1"/>
          </p:cNvSpPr>
          <p:nvPr/>
        </p:nvSpPr>
        <p:spPr>
          <a:xfrm>
            <a:off x="1749143" y="4155423"/>
            <a:ext cx="325781" cy="1959627"/>
          </a:xfrm>
          <a:custGeom>
            <a:avLst/>
            <a:gdLst/>
            <a:ahLst/>
            <a:cxnLst/>
            <a:rect l="0" t="0" r="0" b="0"/>
            <a:pathLst>
              <a:path w="325781" h="1959627">
                <a:moveTo>
                  <a:pt x="0" y="1959627"/>
                </a:moveTo>
                <a:lnTo>
                  <a:pt x="325781" y="1959627"/>
                </a:lnTo>
                <a:lnTo>
                  <a:pt x="325781" y="0"/>
                </a:lnTo>
                <a:lnTo>
                  <a:pt x="0" y="0"/>
                </a:lnTo>
                <a:lnTo>
                  <a:pt x="0" y="1959627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2" name="A1_bar_GT_9398">
            <a:extLst>
              <a:ext uri="{FF2B5EF4-FFF2-40B4-BE49-F238E27FC236}">
                <a16:creationId xmlns:a16="http://schemas.microsoft.com/office/drawing/2014/main" id="{4030E252-0B08-4FE5-ACF2-21D280715FEE}"/>
              </a:ext>
            </a:extLst>
          </p:cNvPr>
          <p:cNvSpPr>
            <a:spLocks noGrp="1"/>
          </p:cNvSpPr>
          <p:nvPr/>
        </p:nvSpPr>
        <p:spPr>
          <a:xfrm>
            <a:off x="3322966" y="4067119"/>
            <a:ext cx="325781" cy="2047931"/>
          </a:xfrm>
          <a:custGeom>
            <a:avLst/>
            <a:gdLst/>
            <a:ahLst/>
            <a:cxnLst/>
            <a:rect l="0" t="0" r="0" b="0"/>
            <a:pathLst>
              <a:path w="325781" h="2047931">
                <a:moveTo>
                  <a:pt x="0" y="2047931"/>
                </a:moveTo>
                <a:lnTo>
                  <a:pt x="325781" y="2047931"/>
                </a:lnTo>
                <a:lnTo>
                  <a:pt x="325781" y="0"/>
                </a:lnTo>
                <a:lnTo>
                  <a:pt x="0" y="0"/>
                </a:lnTo>
                <a:lnTo>
                  <a:pt x="0" y="2047931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3" name="A1_bar_GT_9399">
            <a:extLst>
              <a:ext uri="{FF2B5EF4-FFF2-40B4-BE49-F238E27FC236}">
                <a16:creationId xmlns:a16="http://schemas.microsoft.com/office/drawing/2014/main" id="{AA0D1E38-F2B4-424F-87A8-356656618311}"/>
              </a:ext>
            </a:extLst>
          </p:cNvPr>
          <p:cNvSpPr>
            <a:spLocks noGrp="1"/>
          </p:cNvSpPr>
          <p:nvPr/>
        </p:nvSpPr>
        <p:spPr>
          <a:xfrm>
            <a:off x="4896789" y="4123379"/>
            <a:ext cx="325781" cy="1991671"/>
          </a:xfrm>
          <a:custGeom>
            <a:avLst/>
            <a:gdLst/>
            <a:ahLst/>
            <a:cxnLst/>
            <a:rect l="0" t="0" r="0" b="0"/>
            <a:pathLst>
              <a:path w="325781" h="1991671">
                <a:moveTo>
                  <a:pt x="0" y="1991671"/>
                </a:moveTo>
                <a:lnTo>
                  <a:pt x="325781" y="1991671"/>
                </a:lnTo>
                <a:lnTo>
                  <a:pt x="325781" y="0"/>
                </a:lnTo>
                <a:lnTo>
                  <a:pt x="0" y="0"/>
                </a:lnTo>
                <a:lnTo>
                  <a:pt x="0" y="1991671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4" name="A1_bar_GT_9400">
            <a:extLst>
              <a:ext uri="{FF2B5EF4-FFF2-40B4-BE49-F238E27FC236}">
                <a16:creationId xmlns:a16="http://schemas.microsoft.com/office/drawing/2014/main" id="{9BD03034-37C1-4565-9C5A-6FC3DDF3407E}"/>
              </a:ext>
            </a:extLst>
          </p:cNvPr>
          <p:cNvSpPr>
            <a:spLocks noGrp="1"/>
          </p:cNvSpPr>
          <p:nvPr/>
        </p:nvSpPr>
        <p:spPr>
          <a:xfrm>
            <a:off x="6470612" y="4584272"/>
            <a:ext cx="325781" cy="1530778"/>
          </a:xfrm>
          <a:custGeom>
            <a:avLst/>
            <a:gdLst/>
            <a:ahLst/>
            <a:cxnLst/>
            <a:rect l="0" t="0" r="0" b="0"/>
            <a:pathLst>
              <a:path w="325781" h="1530778">
                <a:moveTo>
                  <a:pt x="0" y="1530778"/>
                </a:moveTo>
                <a:lnTo>
                  <a:pt x="325781" y="1530778"/>
                </a:lnTo>
                <a:lnTo>
                  <a:pt x="325781" y="0"/>
                </a:lnTo>
                <a:lnTo>
                  <a:pt x="0" y="0"/>
                </a:lnTo>
                <a:lnTo>
                  <a:pt x="0" y="1530778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5" name="A1_bar_GT_9401">
            <a:extLst>
              <a:ext uri="{FF2B5EF4-FFF2-40B4-BE49-F238E27FC236}">
                <a16:creationId xmlns:a16="http://schemas.microsoft.com/office/drawing/2014/main" id="{D6714545-A74E-47F2-89ED-FDB0C3CC6AA2}"/>
              </a:ext>
            </a:extLst>
          </p:cNvPr>
          <p:cNvSpPr>
            <a:spLocks noGrp="1"/>
          </p:cNvSpPr>
          <p:nvPr/>
        </p:nvSpPr>
        <p:spPr>
          <a:xfrm>
            <a:off x="8044435" y="4584272"/>
            <a:ext cx="325781" cy="1530778"/>
          </a:xfrm>
          <a:custGeom>
            <a:avLst/>
            <a:gdLst/>
            <a:ahLst/>
            <a:cxnLst/>
            <a:rect l="0" t="0" r="0" b="0"/>
            <a:pathLst>
              <a:path w="325781" h="1530778">
                <a:moveTo>
                  <a:pt x="0" y="1530778"/>
                </a:moveTo>
                <a:lnTo>
                  <a:pt x="325781" y="1530778"/>
                </a:lnTo>
                <a:lnTo>
                  <a:pt x="325781" y="0"/>
                </a:lnTo>
                <a:lnTo>
                  <a:pt x="0" y="0"/>
                </a:lnTo>
                <a:lnTo>
                  <a:pt x="0" y="1530778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6" name="A1_bar_GT_9402">
            <a:extLst>
              <a:ext uri="{FF2B5EF4-FFF2-40B4-BE49-F238E27FC236}">
                <a16:creationId xmlns:a16="http://schemas.microsoft.com/office/drawing/2014/main" id="{42AC4526-7D84-4097-BBBD-E368BE9AE597}"/>
              </a:ext>
            </a:extLst>
          </p:cNvPr>
          <p:cNvSpPr>
            <a:spLocks noGrp="1"/>
          </p:cNvSpPr>
          <p:nvPr/>
        </p:nvSpPr>
        <p:spPr>
          <a:xfrm>
            <a:off x="2111122" y="4851001"/>
            <a:ext cx="325781" cy="1264049"/>
          </a:xfrm>
          <a:custGeom>
            <a:avLst/>
            <a:gdLst/>
            <a:ahLst/>
            <a:cxnLst/>
            <a:rect l="0" t="0" r="0" b="0"/>
            <a:pathLst>
              <a:path w="325781" h="1264049">
                <a:moveTo>
                  <a:pt x="0" y="1264049"/>
                </a:moveTo>
                <a:lnTo>
                  <a:pt x="325781" y="1264049"/>
                </a:lnTo>
                <a:lnTo>
                  <a:pt x="325781" y="0"/>
                </a:lnTo>
                <a:lnTo>
                  <a:pt x="0" y="0"/>
                </a:lnTo>
                <a:lnTo>
                  <a:pt x="0" y="1264049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7" name="A1_bar_GT_9403">
            <a:extLst>
              <a:ext uri="{FF2B5EF4-FFF2-40B4-BE49-F238E27FC236}">
                <a16:creationId xmlns:a16="http://schemas.microsoft.com/office/drawing/2014/main" id="{38286105-A2F4-436A-9687-4C37E9476562}"/>
              </a:ext>
            </a:extLst>
          </p:cNvPr>
          <p:cNvSpPr>
            <a:spLocks noGrp="1"/>
          </p:cNvSpPr>
          <p:nvPr/>
        </p:nvSpPr>
        <p:spPr>
          <a:xfrm>
            <a:off x="3684946" y="4691400"/>
            <a:ext cx="325781" cy="1423650"/>
          </a:xfrm>
          <a:custGeom>
            <a:avLst/>
            <a:gdLst/>
            <a:ahLst/>
            <a:cxnLst/>
            <a:rect l="0" t="0" r="0" b="0"/>
            <a:pathLst>
              <a:path w="325781" h="1423650">
                <a:moveTo>
                  <a:pt x="0" y="1423650"/>
                </a:moveTo>
                <a:lnTo>
                  <a:pt x="325781" y="1423650"/>
                </a:lnTo>
                <a:lnTo>
                  <a:pt x="325781" y="0"/>
                </a:lnTo>
                <a:lnTo>
                  <a:pt x="0" y="0"/>
                </a:lnTo>
                <a:lnTo>
                  <a:pt x="0" y="1423650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8" name="A1_bar_GT_9404">
            <a:extLst>
              <a:ext uri="{FF2B5EF4-FFF2-40B4-BE49-F238E27FC236}">
                <a16:creationId xmlns:a16="http://schemas.microsoft.com/office/drawing/2014/main" id="{04B8275E-8EDF-4754-8D1C-998677BA3B42}"/>
              </a:ext>
            </a:extLst>
          </p:cNvPr>
          <p:cNvSpPr>
            <a:spLocks noGrp="1"/>
          </p:cNvSpPr>
          <p:nvPr/>
        </p:nvSpPr>
        <p:spPr>
          <a:xfrm>
            <a:off x="5258769" y="4711386"/>
            <a:ext cx="325781" cy="1403664"/>
          </a:xfrm>
          <a:custGeom>
            <a:avLst/>
            <a:gdLst/>
            <a:ahLst/>
            <a:cxnLst/>
            <a:rect l="0" t="0" r="0" b="0"/>
            <a:pathLst>
              <a:path w="325781" h="1403664">
                <a:moveTo>
                  <a:pt x="0" y="1403664"/>
                </a:moveTo>
                <a:lnTo>
                  <a:pt x="325781" y="1403664"/>
                </a:lnTo>
                <a:lnTo>
                  <a:pt x="325781" y="0"/>
                </a:lnTo>
                <a:lnTo>
                  <a:pt x="0" y="0"/>
                </a:lnTo>
                <a:lnTo>
                  <a:pt x="0" y="1403664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9" name="A1_bar_GT_9405">
            <a:extLst>
              <a:ext uri="{FF2B5EF4-FFF2-40B4-BE49-F238E27FC236}">
                <a16:creationId xmlns:a16="http://schemas.microsoft.com/office/drawing/2014/main" id="{FD9BBCCC-D2D9-4275-BD4C-143305FDA36F}"/>
              </a:ext>
            </a:extLst>
          </p:cNvPr>
          <p:cNvSpPr>
            <a:spLocks noGrp="1"/>
          </p:cNvSpPr>
          <p:nvPr/>
        </p:nvSpPr>
        <p:spPr>
          <a:xfrm>
            <a:off x="6832592" y="5329017"/>
            <a:ext cx="325781" cy="786033"/>
          </a:xfrm>
          <a:custGeom>
            <a:avLst/>
            <a:gdLst/>
            <a:ahLst/>
            <a:cxnLst/>
            <a:rect l="0" t="0" r="0" b="0"/>
            <a:pathLst>
              <a:path w="325781" h="786033">
                <a:moveTo>
                  <a:pt x="0" y="786033"/>
                </a:moveTo>
                <a:lnTo>
                  <a:pt x="325781" y="786033"/>
                </a:lnTo>
                <a:lnTo>
                  <a:pt x="325781" y="0"/>
                </a:lnTo>
                <a:lnTo>
                  <a:pt x="0" y="0"/>
                </a:lnTo>
                <a:lnTo>
                  <a:pt x="0" y="786033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50" name="A1_bar_GT_9406">
            <a:extLst>
              <a:ext uri="{FF2B5EF4-FFF2-40B4-BE49-F238E27FC236}">
                <a16:creationId xmlns:a16="http://schemas.microsoft.com/office/drawing/2014/main" id="{5ACE6C46-D3B2-421D-BED8-BAE73CFB4986}"/>
              </a:ext>
            </a:extLst>
          </p:cNvPr>
          <p:cNvSpPr>
            <a:spLocks noGrp="1"/>
          </p:cNvSpPr>
          <p:nvPr/>
        </p:nvSpPr>
        <p:spPr>
          <a:xfrm>
            <a:off x="8406415" y="5329017"/>
            <a:ext cx="325781" cy="786033"/>
          </a:xfrm>
          <a:custGeom>
            <a:avLst/>
            <a:gdLst/>
            <a:ahLst/>
            <a:cxnLst/>
            <a:rect l="0" t="0" r="0" b="0"/>
            <a:pathLst>
              <a:path w="325781" h="786033">
                <a:moveTo>
                  <a:pt x="0" y="786033"/>
                </a:moveTo>
                <a:lnTo>
                  <a:pt x="325781" y="786033"/>
                </a:lnTo>
                <a:lnTo>
                  <a:pt x="325781" y="0"/>
                </a:lnTo>
                <a:lnTo>
                  <a:pt x="0" y="0"/>
                </a:lnTo>
                <a:lnTo>
                  <a:pt x="0" y="786033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51" name="A1_bar_GT_9407">
            <a:extLst>
              <a:ext uri="{FF2B5EF4-FFF2-40B4-BE49-F238E27FC236}">
                <a16:creationId xmlns:a16="http://schemas.microsoft.com/office/drawing/2014/main" id="{EAEAF813-DD64-4F87-AFFA-139B9E828436}"/>
              </a:ext>
            </a:extLst>
          </p:cNvPr>
          <p:cNvSpPr>
            <a:spLocks noGrp="1"/>
          </p:cNvSpPr>
          <p:nvPr/>
        </p:nvSpPr>
        <p:spPr>
          <a:xfrm>
            <a:off x="1493750" y="36800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" name="A1_bar_GT_9408">
            <a:extLst>
              <a:ext uri="{FF2B5EF4-FFF2-40B4-BE49-F238E27FC236}">
                <a16:creationId xmlns:a16="http://schemas.microsoft.com/office/drawing/2014/main" id="{E303CB6A-E74B-40A9-97AA-D2DF332F01A9}"/>
              </a:ext>
            </a:extLst>
          </p:cNvPr>
          <p:cNvSpPr>
            <a:spLocks noGrp="1"/>
          </p:cNvSpPr>
          <p:nvPr/>
        </p:nvSpPr>
        <p:spPr>
          <a:xfrm>
            <a:off x="1548022" y="32888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" name="A1_bar_GT_9409">
            <a:extLst>
              <a:ext uri="{FF2B5EF4-FFF2-40B4-BE49-F238E27FC236}">
                <a16:creationId xmlns:a16="http://schemas.microsoft.com/office/drawing/2014/main" id="{BD32E0EC-09E1-4907-AF70-C216F0EBEDB6}"/>
              </a:ext>
            </a:extLst>
          </p:cNvPr>
          <p:cNvSpPr>
            <a:spLocks noGrp="1"/>
          </p:cNvSpPr>
          <p:nvPr/>
        </p:nvSpPr>
        <p:spPr>
          <a:xfrm>
            <a:off x="1450543" y="33570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" name="A1_bar_GT_9410">
            <a:extLst>
              <a:ext uri="{FF2B5EF4-FFF2-40B4-BE49-F238E27FC236}">
                <a16:creationId xmlns:a16="http://schemas.microsoft.com/office/drawing/2014/main" id="{17C4D121-7B73-401D-B0D7-3E5B2978047D}"/>
              </a:ext>
            </a:extLst>
          </p:cNvPr>
          <p:cNvSpPr>
            <a:spLocks noGrp="1"/>
          </p:cNvSpPr>
          <p:nvPr/>
        </p:nvSpPr>
        <p:spPr>
          <a:xfrm>
            <a:off x="1597601" y="59192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" name="A1_bar_GT_9411">
            <a:extLst>
              <a:ext uri="{FF2B5EF4-FFF2-40B4-BE49-F238E27FC236}">
                <a16:creationId xmlns:a16="http://schemas.microsoft.com/office/drawing/2014/main" id="{0FB0C0FD-7F6A-45B7-97A7-92963E42195A}"/>
              </a:ext>
            </a:extLst>
          </p:cNvPr>
          <p:cNvSpPr>
            <a:spLocks noGrp="1"/>
          </p:cNvSpPr>
          <p:nvPr/>
        </p:nvSpPr>
        <p:spPr>
          <a:xfrm>
            <a:off x="1588138" y="34746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" name="A1_bar_GT_9412">
            <a:extLst>
              <a:ext uri="{FF2B5EF4-FFF2-40B4-BE49-F238E27FC236}">
                <a16:creationId xmlns:a16="http://schemas.microsoft.com/office/drawing/2014/main" id="{7EB4DCF0-5821-4062-B2C7-5C90A9128502}"/>
              </a:ext>
            </a:extLst>
          </p:cNvPr>
          <p:cNvSpPr>
            <a:spLocks noGrp="1"/>
          </p:cNvSpPr>
          <p:nvPr/>
        </p:nvSpPr>
        <p:spPr>
          <a:xfrm>
            <a:off x="1518221" y="35362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" name="A1_bar_GT_9413">
            <a:extLst>
              <a:ext uri="{FF2B5EF4-FFF2-40B4-BE49-F238E27FC236}">
                <a16:creationId xmlns:a16="http://schemas.microsoft.com/office/drawing/2014/main" id="{21C9D426-DC71-4823-A4CE-F3E607ABA929}"/>
              </a:ext>
            </a:extLst>
          </p:cNvPr>
          <p:cNvSpPr>
            <a:spLocks noGrp="1"/>
          </p:cNvSpPr>
          <p:nvPr/>
        </p:nvSpPr>
        <p:spPr>
          <a:xfrm>
            <a:off x="1414696" y="3325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" name="A1_bar_GT_9414">
            <a:extLst>
              <a:ext uri="{FF2B5EF4-FFF2-40B4-BE49-F238E27FC236}">
                <a16:creationId xmlns:a16="http://schemas.microsoft.com/office/drawing/2014/main" id="{00CCF167-149F-4E53-9BEB-A921B1370430}"/>
              </a:ext>
            </a:extLst>
          </p:cNvPr>
          <p:cNvSpPr>
            <a:spLocks noGrp="1"/>
          </p:cNvSpPr>
          <p:nvPr/>
        </p:nvSpPr>
        <p:spPr>
          <a:xfrm>
            <a:off x="1655404" y="34877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" name="A1_bar_GT_9415">
            <a:extLst>
              <a:ext uri="{FF2B5EF4-FFF2-40B4-BE49-F238E27FC236}">
                <a16:creationId xmlns:a16="http://schemas.microsoft.com/office/drawing/2014/main" id="{E3834977-DA8B-4A77-A59A-8814BFCBA566}"/>
              </a:ext>
            </a:extLst>
          </p:cNvPr>
          <p:cNvSpPr>
            <a:spLocks noGrp="1"/>
          </p:cNvSpPr>
          <p:nvPr/>
        </p:nvSpPr>
        <p:spPr>
          <a:xfrm>
            <a:off x="1605116" y="53896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" name="A1_bar_GT_9416">
            <a:extLst>
              <a:ext uri="{FF2B5EF4-FFF2-40B4-BE49-F238E27FC236}">
                <a16:creationId xmlns:a16="http://schemas.microsoft.com/office/drawing/2014/main" id="{3877868C-29BF-45C1-B269-8BD52D0E86A8}"/>
              </a:ext>
            </a:extLst>
          </p:cNvPr>
          <p:cNvSpPr>
            <a:spLocks noGrp="1"/>
          </p:cNvSpPr>
          <p:nvPr/>
        </p:nvSpPr>
        <p:spPr>
          <a:xfrm>
            <a:off x="1587904" y="3516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" name="A1_bar_GT_9417">
            <a:extLst>
              <a:ext uri="{FF2B5EF4-FFF2-40B4-BE49-F238E27FC236}">
                <a16:creationId xmlns:a16="http://schemas.microsoft.com/office/drawing/2014/main" id="{025C3659-F453-42F4-8478-209E391F2FC0}"/>
              </a:ext>
            </a:extLst>
          </p:cNvPr>
          <p:cNvSpPr>
            <a:spLocks noGrp="1"/>
          </p:cNvSpPr>
          <p:nvPr/>
        </p:nvSpPr>
        <p:spPr>
          <a:xfrm>
            <a:off x="1469189" y="460960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" name="A1_bar_GT_9418">
            <a:extLst>
              <a:ext uri="{FF2B5EF4-FFF2-40B4-BE49-F238E27FC236}">
                <a16:creationId xmlns:a16="http://schemas.microsoft.com/office/drawing/2014/main" id="{ADF0537D-B3AB-41DF-AB6D-1EF8A3296565}"/>
              </a:ext>
            </a:extLst>
          </p:cNvPr>
          <p:cNvSpPr>
            <a:spLocks noGrp="1"/>
          </p:cNvSpPr>
          <p:nvPr/>
        </p:nvSpPr>
        <p:spPr>
          <a:xfrm>
            <a:off x="1413660" y="33739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" name="A1_bar_GT_9419">
            <a:extLst>
              <a:ext uri="{FF2B5EF4-FFF2-40B4-BE49-F238E27FC236}">
                <a16:creationId xmlns:a16="http://schemas.microsoft.com/office/drawing/2014/main" id="{22B4CD50-8135-4EDA-A99E-F7D74EEF5AD8}"/>
              </a:ext>
            </a:extLst>
          </p:cNvPr>
          <p:cNvSpPr>
            <a:spLocks noGrp="1"/>
          </p:cNvSpPr>
          <p:nvPr/>
        </p:nvSpPr>
        <p:spPr>
          <a:xfrm>
            <a:off x="1550912" y="34526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" name="A1_bar_GT_9420">
            <a:extLst>
              <a:ext uri="{FF2B5EF4-FFF2-40B4-BE49-F238E27FC236}">
                <a16:creationId xmlns:a16="http://schemas.microsoft.com/office/drawing/2014/main" id="{DF79EC38-F2E3-4B82-9D64-F42676AD1264}"/>
              </a:ext>
            </a:extLst>
          </p:cNvPr>
          <p:cNvSpPr>
            <a:spLocks noGrp="1"/>
          </p:cNvSpPr>
          <p:nvPr/>
        </p:nvSpPr>
        <p:spPr>
          <a:xfrm>
            <a:off x="1538459" y="4632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" name="A1_bar_GT_9421">
            <a:extLst>
              <a:ext uri="{FF2B5EF4-FFF2-40B4-BE49-F238E27FC236}">
                <a16:creationId xmlns:a16="http://schemas.microsoft.com/office/drawing/2014/main" id="{CFE9F498-0D12-4E21-9D6B-9B375D3D8B0B}"/>
              </a:ext>
            </a:extLst>
          </p:cNvPr>
          <p:cNvSpPr>
            <a:spLocks noGrp="1"/>
          </p:cNvSpPr>
          <p:nvPr/>
        </p:nvSpPr>
        <p:spPr>
          <a:xfrm>
            <a:off x="1572787" y="34685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" name="A1_bar_GT_9422">
            <a:extLst>
              <a:ext uri="{FF2B5EF4-FFF2-40B4-BE49-F238E27FC236}">
                <a16:creationId xmlns:a16="http://schemas.microsoft.com/office/drawing/2014/main" id="{B254C9DB-7C48-4E45-B261-920050420C82}"/>
              </a:ext>
            </a:extLst>
          </p:cNvPr>
          <p:cNvSpPr>
            <a:spLocks noGrp="1"/>
          </p:cNvSpPr>
          <p:nvPr/>
        </p:nvSpPr>
        <p:spPr>
          <a:xfrm>
            <a:off x="1502935" y="36428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" name="A1_bar_GT_9423">
            <a:extLst>
              <a:ext uri="{FF2B5EF4-FFF2-40B4-BE49-F238E27FC236}">
                <a16:creationId xmlns:a16="http://schemas.microsoft.com/office/drawing/2014/main" id="{297C0FDE-5899-4F7D-86E6-D4345E14F3EE}"/>
              </a:ext>
            </a:extLst>
          </p:cNvPr>
          <p:cNvSpPr>
            <a:spLocks noGrp="1"/>
          </p:cNvSpPr>
          <p:nvPr/>
        </p:nvSpPr>
        <p:spPr>
          <a:xfrm>
            <a:off x="1467906" y="54592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" name="A1_bar_GT_9424">
            <a:extLst>
              <a:ext uri="{FF2B5EF4-FFF2-40B4-BE49-F238E27FC236}">
                <a16:creationId xmlns:a16="http://schemas.microsoft.com/office/drawing/2014/main" id="{75612659-F704-421D-8616-BF52350A3F4F}"/>
              </a:ext>
            </a:extLst>
          </p:cNvPr>
          <p:cNvSpPr>
            <a:spLocks noGrp="1"/>
          </p:cNvSpPr>
          <p:nvPr/>
        </p:nvSpPr>
        <p:spPr>
          <a:xfrm>
            <a:off x="1547066" y="359609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" name="A1_bar_GT_9425">
            <a:extLst>
              <a:ext uri="{FF2B5EF4-FFF2-40B4-BE49-F238E27FC236}">
                <a16:creationId xmlns:a16="http://schemas.microsoft.com/office/drawing/2014/main" id="{B06E730B-7C99-432F-8081-B235E1D238FE}"/>
              </a:ext>
            </a:extLst>
          </p:cNvPr>
          <p:cNvSpPr>
            <a:spLocks noGrp="1"/>
          </p:cNvSpPr>
          <p:nvPr/>
        </p:nvSpPr>
        <p:spPr>
          <a:xfrm>
            <a:off x="1629511" y="36352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" name="A1_bar_GT_9426">
            <a:extLst>
              <a:ext uri="{FF2B5EF4-FFF2-40B4-BE49-F238E27FC236}">
                <a16:creationId xmlns:a16="http://schemas.microsoft.com/office/drawing/2014/main" id="{6F413565-A912-4B13-9283-1D98A923C93A}"/>
              </a:ext>
            </a:extLst>
          </p:cNvPr>
          <p:cNvSpPr>
            <a:spLocks noGrp="1"/>
          </p:cNvSpPr>
          <p:nvPr/>
        </p:nvSpPr>
        <p:spPr>
          <a:xfrm>
            <a:off x="1611690" y="40404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" name="A1_bar_GT_9427">
            <a:extLst>
              <a:ext uri="{FF2B5EF4-FFF2-40B4-BE49-F238E27FC236}">
                <a16:creationId xmlns:a16="http://schemas.microsoft.com/office/drawing/2014/main" id="{C031FFB4-3702-462D-A88D-50D0558FAC0E}"/>
              </a:ext>
            </a:extLst>
          </p:cNvPr>
          <p:cNvSpPr>
            <a:spLocks noGrp="1"/>
          </p:cNvSpPr>
          <p:nvPr/>
        </p:nvSpPr>
        <p:spPr>
          <a:xfrm>
            <a:off x="1502299" y="49000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" name="A1_bar_GT_9428">
            <a:extLst>
              <a:ext uri="{FF2B5EF4-FFF2-40B4-BE49-F238E27FC236}">
                <a16:creationId xmlns:a16="http://schemas.microsoft.com/office/drawing/2014/main" id="{F0D20C36-18AD-4636-A890-FB48CC492F03}"/>
              </a:ext>
            </a:extLst>
          </p:cNvPr>
          <p:cNvSpPr>
            <a:spLocks noGrp="1"/>
          </p:cNvSpPr>
          <p:nvPr/>
        </p:nvSpPr>
        <p:spPr>
          <a:xfrm>
            <a:off x="1623251" y="417319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" name="A1_bar_GT_9429">
            <a:extLst>
              <a:ext uri="{FF2B5EF4-FFF2-40B4-BE49-F238E27FC236}">
                <a16:creationId xmlns:a16="http://schemas.microsoft.com/office/drawing/2014/main" id="{1D4CFAC7-C57C-4A9B-B072-A09141C7CBD8}"/>
              </a:ext>
            </a:extLst>
          </p:cNvPr>
          <p:cNvSpPr>
            <a:spLocks noGrp="1"/>
          </p:cNvSpPr>
          <p:nvPr/>
        </p:nvSpPr>
        <p:spPr>
          <a:xfrm>
            <a:off x="1493772" y="4248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" name="A1_bar_GT_9430">
            <a:extLst>
              <a:ext uri="{FF2B5EF4-FFF2-40B4-BE49-F238E27FC236}">
                <a16:creationId xmlns:a16="http://schemas.microsoft.com/office/drawing/2014/main" id="{91860519-5A4D-4269-AFF3-84F5EF9A8F72}"/>
              </a:ext>
            </a:extLst>
          </p:cNvPr>
          <p:cNvSpPr>
            <a:spLocks noGrp="1"/>
          </p:cNvSpPr>
          <p:nvPr/>
        </p:nvSpPr>
        <p:spPr>
          <a:xfrm>
            <a:off x="1563892" y="332988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" name="A1_bar_GT_9431">
            <a:extLst>
              <a:ext uri="{FF2B5EF4-FFF2-40B4-BE49-F238E27FC236}">
                <a16:creationId xmlns:a16="http://schemas.microsoft.com/office/drawing/2014/main" id="{5B932313-C063-4403-9696-11A992D42D4F}"/>
              </a:ext>
            </a:extLst>
          </p:cNvPr>
          <p:cNvSpPr>
            <a:spLocks noGrp="1"/>
          </p:cNvSpPr>
          <p:nvPr/>
        </p:nvSpPr>
        <p:spPr>
          <a:xfrm>
            <a:off x="1519370" y="44555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" name="A1_bar_GT_9432">
            <a:extLst>
              <a:ext uri="{FF2B5EF4-FFF2-40B4-BE49-F238E27FC236}">
                <a16:creationId xmlns:a16="http://schemas.microsoft.com/office/drawing/2014/main" id="{8E46AE35-1B8E-407C-96BC-0EA1044C2B54}"/>
              </a:ext>
            </a:extLst>
          </p:cNvPr>
          <p:cNvSpPr>
            <a:spLocks noGrp="1"/>
          </p:cNvSpPr>
          <p:nvPr/>
        </p:nvSpPr>
        <p:spPr>
          <a:xfrm>
            <a:off x="1413613" y="60774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" name="A1_bar_GT_9433">
            <a:extLst>
              <a:ext uri="{FF2B5EF4-FFF2-40B4-BE49-F238E27FC236}">
                <a16:creationId xmlns:a16="http://schemas.microsoft.com/office/drawing/2014/main" id="{22A6E221-9328-4649-BF75-853B1CFD998C}"/>
              </a:ext>
            </a:extLst>
          </p:cNvPr>
          <p:cNvSpPr>
            <a:spLocks noGrp="1"/>
          </p:cNvSpPr>
          <p:nvPr/>
        </p:nvSpPr>
        <p:spPr>
          <a:xfrm>
            <a:off x="1558338" y="52943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" name="A1_bar_GT_9434">
            <a:extLst>
              <a:ext uri="{FF2B5EF4-FFF2-40B4-BE49-F238E27FC236}">
                <a16:creationId xmlns:a16="http://schemas.microsoft.com/office/drawing/2014/main" id="{17A393D9-B04C-4466-B618-2D68A4A231EC}"/>
              </a:ext>
            </a:extLst>
          </p:cNvPr>
          <p:cNvSpPr>
            <a:spLocks noGrp="1"/>
          </p:cNvSpPr>
          <p:nvPr/>
        </p:nvSpPr>
        <p:spPr>
          <a:xfrm>
            <a:off x="1448821" y="42924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" name="A1_bar_GT_9435">
            <a:extLst>
              <a:ext uri="{FF2B5EF4-FFF2-40B4-BE49-F238E27FC236}">
                <a16:creationId xmlns:a16="http://schemas.microsoft.com/office/drawing/2014/main" id="{A6BDC81D-6400-4DDC-B1C3-6334443B902A}"/>
              </a:ext>
            </a:extLst>
          </p:cNvPr>
          <p:cNvSpPr>
            <a:spLocks noGrp="1"/>
          </p:cNvSpPr>
          <p:nvPr/>
        </p:nvSpPr>
        <p:spPr>
          <a:xfrm>
            <a:off x="1577841" y="3257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" name="A1_bar_GT_9436">
            <a:extLst>
              <a:ext uri="{FF2B5EF4-FFF2-40B4-BE49-F238E27FC236}">
                <a16:creationId xmlns:a16="http://schemas.microsoft.com/office/drawing/2014/main" id="{E58F425A-A8E8-4A0C-A1D1-9A647B695F10}"/>
              </a:ext>
            </a:extLst>
          </p:cNvPr>
          <p:cNvSpPr>
            <a:spLocks noGrp="1"/>
          </p:cNvSpPr>
          <p:nvPr/>
        </p:nvSpPr>
        <p:spPr>
          <a:xfrm>
            <a:off x="1622084" y="3340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" name="A1_bar_GT_9437">
            <a:extLst>
              <a:ext uri="{FF2B5EF4-FFF2-40B4-BE49-F238E27FC236}">
                <a16:creationId xmlns:a16="http://schemas.microsoft.com/office/drawing/2014/main" id="{F5285FC3-4659-463D-85A8-F5A8A22768B0}"/>
              </a:ext>
            </a:extLst>
          </p:cNvPr>
          <p:cNvSpPr>
            <a:spLocks noGrp="1"/>
          </p:cNvSpPr>
          <p:nvPr/>
        </p:nvSpPr>
        <p:spPr>
          <a:xfrm>
            <a:off x="1406767" y="5514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" name="A1_bar_GT_9438">
            <a:extLst>
              <a:ext uri="{FF2B5EF4-FFF2-40B4-BE49-F238E27FC236}">
                <a16:creationId xmlns:a16="http://schemas.microsoft.com/office/drawing/2014/main" id="{DE77341E-3297-4C99-B9AD-FE923252C184}"/>
              </a:ext>
            </a:extLst>
          </p:cNvPr>
          <p:cNvSpPr>
            <a:spLocks noGrp="1"/>
          </p:cNvSpPr>
          <p:nvPr/>
        </p:nvSpPr>
        <p:spPr>
          <a:xfrm>
            <a:off x="1593140" y="40843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" name="A1_bar_GT_9439">
            <a:extLst>
              <a:ext uri="{FF2B5EF4-FFF2-40B4-BE49-F238E27FC236}">
                <a16:creationId xmlns:a16="http://schemas.microsoft.com/office/drawing/2014/main" id="{49A652A4-B9FC-453F-B09F-2E15C45ACFC7}"/>
              </a:ext>
            </a:extLst>
          </p:cNvPr>
          <p:cNvSpPr>
            <a:spLocks noGrp="1"/>
          </p:cNvSpPr>
          <p:nvPr/>
        </p:nvSpPr>
        <p:spPr>
          <a:xfrm>
            <a:off x="1614196" y="45425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" name="A1_bar_GT_9440">
            <a:extLst>
              <a:ext uri="{FF2B5EF4-FFF2-40B4-BE49-F238E27FC236}">
                <a16:creationId xmlns:a16="http://schemas.microsoft.com/office/drawing/2014/main" id="{A71E0A28-8182-4F03-A113-A90E7E1EC5A2}"/>
              </a:ext>
            </a:extLst>
          </p:cNvPr>
          <p:cNvSpPr>
            <a:spLocks noGrp="1"/>
          </p:cNvSpPr>
          <p:nvPr/>
        </p:nvSpPr>
        <p:spPr>
          <a:xfrm>
            <a:off x="1472281" y="56450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" name="A1_bar_GT_9441">
            <a:extLst>
              <a:ext uri="{FF2B5EF4-FFF2-40B4-BE49-F238E27FC236}">
                <a16:creationId xmlns:a16="http://schemas.microsoft.com/office/drawing/2014/main" id="{4209FA2D-D243-4E51-93A2-81A0F619EDBD}"/>
              </a:ext>
            </a:extLst>
          </p:cNvPr>
          <p:cNvSpPr>
            <a:spLocks noGrp="1"/>
          </p:cNvSpPr>
          <p:nvPr/>
        </p:nvSpPr>
        <p:spPr>
          <a:xfrm>
            <a:off x="1586118" y="30894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" name="A1_bar_GT_9442">
            <a:extLst>
              <a:ext uri="{FF2B5EF4-FFF2-40B4-BE49-F238E27FC236}">
                <a16:creationId xmlns:a16="http://schemas.microsoft.com/office/drawing/2014/main" id="{36B9300F-FE1C-47A5-B36B-266C5F63147C}"/>
              </a:ext>
            </a:extLst>
          </p:cNvPr>
          <p:cNvSpPr>
            <a:spLocks noGrp="1"/>
          </p:cNvSpPr>
          <p:nvPr/>
        </p:nvSpPr>
        <p:spPr>
          <a:xfrm>
            <a:off x="1641463" y="60978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" name="A1_bar_GT_9443">
            <a:extLst>
              <a:ext uri="{FF2B5EF4-FFF2-40B4-BE49-F238E27FC236}">
                <a16:creationId xmlns:a16="http://schemas.microsoft.com/office/drawing/2014/main" id="{AFA83E6B-A678-4867-9316-6C3B40BB1B5F}"/>
              </a:ext>
            </a:extLst>
          </p:cNvPr>
          <p:cNvSpPr>
            <a:spLocks noGrp="1"/>
          </p:cNvSpPr>
          <p:nvPr/>
        </p:nvSpPr>
        <p:spPr>
          <a:xfrm>
            <a:off x="1643331" y="50575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" name="A1_bar_GT_9444">
            <a:extLst>
              <a:ext uri="{FF2B5EF4-FFF2-40B4-BE49-F238E27FC236}">
                <a16:creationId xmlns:a16="http://schemas.microsoft.com/office/drawing/2014/main" id="{5A13F32C-547A-4E99-B5E8-46959CB490A7}"/>
              </a:ext>
            </a:extLst>
          </p:cNvPr>
          <p:cNvSpPr>
            <a:spLocks noGrp="1"/>
          </p:cNvSpPr>
          <p:nvPr/>
        </p:nvSpPr>
        <p:spPr>
          <a:xfrm>
            <a:off x="1411127" y="36827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" name="A1_bar_GT_9445">
            <a:extLst>
              <a:ext uri="{FF2B5EF4-FFF2-40B4-BE49-F238E27FC236}">
                <a16:creationId xmlns:a16="http://schemas.microsoft.com/office/drawing/2014/main" id="{23A0ECFA-8EAE-4926-AD05-D9510A37BEFD}"/>
              </a:ext>
            </a:extLst>
          </p:cNvPr>
          <p:cNvSpPr>
            <a:spLocks noGrp="1"/>
          </p:cNvSpPr>
          <p:nvPr/>
        </p:nvSpPr>
        <p:spPr>
          <a:xfrm>
            <a:off x="1499717" y="31239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" name="A1_bar_GT_9446">
            <a:extLst>
              <a:ext uri="{FF2B5EF4-FFF2-40B4-BE49-F238E27FC236}">
                <a16:creationId xmlns:a16="http://schemas.microsoft.com/office/drawing/2014/main" id="{DA724945-AA75-47F4-BD50-7B29AFD8796C}"/>
              </a:ext>
            </a:extLst>
          </p:cNvPr>
          <p:cNvSpPr>
            <a:spLocks noGrp="1"/>
          </p:cNvSpPr>
          <p:nvPr/>
        </p:nvSpPr>
        <p:spPr>
          <a:xfrm>
            <a:off x="1617803" y="32113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" name="A1_bar_GT_9447">
            <a:extLst>
              <a:ext uri="{FF2B5EF4-FFF2-40B4-BE49-F238E27FC236}">
                <a16:creationId xmlns:a16="http://schemas.microsoft.com/office/drawing/2014/main" id="{D69C1F1C-1D70-45D0-B094-774C620BABAF}"/>
              </a:ext>
            </a:extLst>
          </p:cNvPr>
          <p:cNvSpPr>
            <a:spLocks noGrp="1"/>
          </p:cNvSpPr>
          <p:nvPr/>
        </p:nvSpPr>
        <p:spPr>
          <a:xfrm>
            <a:off x="1469832" y="41615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" name="A1_bar_GT_9448">
            <a:extLst>
              <a:ext uri="{FF2B5EF4-FFF2-40B4-BE49-F238E27FC236}">
                <a16:creationId xmlns:a16="http://schemas.microsoft.com/office/drawing/2014/main" id="{1867B065-2E4D-4CBE-B6F6-0A6F32C73CC6}"/>
              </a:ext>
            </a:extLst>
          </p:cNvPr>
          <p:cNvSpPr>
            <a:spLocks noGrp="1"/>
          </p:cNvSpPr>
          <p:nvPr/>
        </p:nvSpPr>
        <p:spPr>
          <a:xfrm>
            <a:off x="1638976" y="3465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" name="A1_bar_GT_9449">
            <a:extLst>
              <a:ext uri="{FF2B5EF4-FFF2-40B4-BE49-F238E27FC236}">
                <a16:creationId xmlns:a16="http://schemas.microsoft.com/office/drawing/2014/main" id="{82DC51FF-6A4E-4F91-B647-386F08E8ADEA}"/>
              </a:ext>
            </a:extLst>
          </p:cNvPr>
          <p:cNvSpPr>
            <a:spLocks noGrp="1"/>
          </p:cNvSpPr>
          <p:nvPr/>
        </p:nvSpPr>
        <p:spPr>
          <a:xfrm>
            <a:off x="1491762" y="316732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" name="A1_bar_GT_9450">
            <a:extLst>
              <a:ext uri="{FF2B5EF4-FFF2-40B4-BE49-F238E27FC236}">
                <a16:creationId xmlns:a16="http://schemas.microsoft.com/office/drawing/2014/main" id="{D03734D0-631C-436F-99D1-5F222E7F6058}"/>
              </a:ext>
            </a:extLst>
          </p:cNvPr>
          <p:cNvSpPr>
            <a:spLocks noGrp="1"/>
          </p:cNvSpPr>
          <p:nvPr/>
        </p:nvSpPr>
        <p:spPr>
          <a:xfrm>
            <a:off x="1624806" y="329976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" name="A1_bar_GT_9451">
            <a:extLst>
              <a:ext uri="{FF2B5EF4-FFF2-40B4-BE49-F238E27FC236}">
                <a16:creationId xmlns:a16="http://schemas.microsoft.com/office/drawing/2014/main" id="{286A655E-4F83-4516-87FB-6133B6919083}"/>
              </a:ext>
            </a:extLst>
          </p:cNvPr>
          <p:cNvSpPr>
            <a:spLocks noGrp="1"/>
          </p:cNvSpPr>
          <p:nvPr/>
        </p:nvSpPr>
        <p:spPr>
          <a:xfrm>
            <a:off x="1487949" y="38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" name="A1_bar_GT_9452">
            <a:extLst>
              <a:ext uri="{FF2B5EF4-FFF2-40B4-BE49-F238E27FC236}">
                <a16:creationId xmlns:a16="http://schemas.microsoft.com/office/drawing/2014/main" id="{8158388D-3A53-45DA-AB85-3B8843D793C1}"/>
              </a:ext>
            </a:extLst>
          </p:cNvPr>
          <p:cNvSpPr>
            <a:spLocks noGrp="1"/>
          </p:cNvSpPr>
          <p:nvPr/>
        </p:nvSpPr>
        <p:spPr>
          <a:xfrm>
            <a:off x="1619760" y="31712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" name="A1_bar_GT_9453">
            <a:extLst>
              <a:ext uri="{FF2B5EF4-FFF2-40B4-BE49-F238E27FC236}">
                <a16:creationId xmlns:a16="http://schemas.microsoft.com/office/drawing/2014/main" id="{8BE00F9C-EC22-4807-9A64-CBC22B9709CB}"/>
              </a:ext>
            </a:extLst>
          </p:cNvPr>
          <p:cNvSpPr>
            <a:spLocks noGrp="1"/>
          </p:cNvSpPr>
          <p:nvPr/>
        </p:nvSpPr>
        <p:spPr>
          <a:xfrm>
            <a:off x="1626976" y="45514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" name="A1_bar_GT_9454">
            <a:extLst>
              <a:ext uri="{FF2B5EF4-FFF2-40B4-BE49-F238E27FC236}">
                <a16:creationId xmlns:a16="http://schemas.microsoft.com/office/drawing/2014/main" id="{AE53D63E-F0CD-43DE-978D-510893AA77C3}"/>
              </a:ext>
            </a:extLst>
          </p:cNvPr>
          <p:cNvSpPr>
            <a:spLocks noGrp="1"/>
          </p:cNvSpPr>
          <p:nvPr/>
        </p:nvSpPr>
        <p:spPr>
          <a:xfrm>
            <a:off x="1481603" y="3524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" name="A1_bar_GT_9455">
            <a:extLst>
              <a:ext uri="{FF2B5EF4-FFF2-40B4-BE49-F238E27FC236}">
                <a16:creationId xmlns:a16="http://schemas.microsoft.com/office/drawing/2014/main" id="{4696DD66-9886-4D49-8D2B-FBD8177CA8B0}"/>
              </a:ext>
            </a:extLst>
          </p:cNvPr>
          <p:cNvSpPr>
            <a:spLocks noGrp="1"/>
          </p:cNvSpPr>
          <p:nvPr/>
        </p:nvSpPr>
        <p:spPr>
          <a:xfrm>
            <a:off x="1652161" y="43192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" name="A1_bar_GT_9456">
            <a:extLst>
              <a:ext uri="{FF2B5EF4-FFF2-40B4-BE49-F238E27FC236}">
                <a16:creationId xmlns:a16="http://schemas.microsoft.com/office/drawing/2014/main" id="{BFC0C1C3-C9C2-4BC9-AA5E-720D73FDEAAE}"/>
              </a:ext>
            </a:extLst>
          </p:cNvPr>
          <p:cNvSpPr>
            <a:spLocks noGrp="1"/>
          </p:cNvSpPr>
          <p:nvPr/>
        </p:nvSpPr>
        <p:spPr>
          <a:xfrm>
            <a:off x="1428904" y="33838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" name="A1_bar_GT_9457">
            <a:extLst>
              <a:ext uri="{FF2B5EF4-FFF2-40B4-BE49-F238E27FC236}">
                <a16:creationId xmlns:a16="http://schemas.microsoft.com/office/drawing/2014/main" id="{6DF8712B-66AA-4734-800B-384E8DDC520C}"/>
              </a:ext>
            </a:extLst>
          </p:cNvPr>
          <p:cNvSpPr>
            <a:spLocks noGrp="1"/>
          </p:cNvSpPr>
          <p:nvPr/>
        </p:nvSpPr>
        <p:spPr>
          <a:xfrm>
            <a:off x="1626903" y="38934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" name="A1_bar_GT_9458">
            <a:extLst>
              <a:ext uri="{FF2B5EF4-FFF2-40B4-BE49-F238E27FC236}">
                <a16:creationId xmlns:a16="http://schemas.microsoft.com/office/drawing/2014/main" id="{2BCB92F9-189B-4913-9ECF-65894658C644}"/>
              </a:ext>
            </a:extLst>
          </p:cNvPr>
          <p:cNvSpPr>
            <a:spLocks noGrp="1"/>
          </p:cNvSpPr>
          <p:nvPr/>
        </p:nvSpPr>
        <p:spPr>
          <a:xfrm>
            <a:off x="1560156" y="43723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" name="A1_bar_GT_9459">
            <a:extLst>
              <a:ext uri="{FF2B5EF4-FFF2-40B4-BE49-F238E27FC236}">
                <a16:creationId xmlns:a16="http://schemas.microsoft.com/office/drawing/2014/main" id="{AB61CAF0-4CAC-4B50-8D0A-223DA28D50A6}"/>
              </a:ext>
            </a:extLst>
          </p:cNvPr>
          <p:cNvSpPr>
            <a:spLocks noGrp="1"/>
          </p:cNvSpPr>
          <p:nvPr/>
        </p:nvSpPr>
        <p:spPr>
          <a:xfrm>
            <a:off x="1574317" y="4411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" name="A1_bar_GT_9460">
            <a:extLst>
              <a:ext uri="{FF2B5EF4-FFF2-40B4-BE49-F238E27FC236}">
                <a16:creationId xmlns:a16="http://schemas.microsoft.com/office/drawing/2014/main" id="{847C52E3-4D75-494C-A6BC-ED8C0526EF37}"/>
              </a:ext>
            </a:extLst>
          </p:cNvPr>
          <p:cNvSpPr>
            <a:spLocks noGrp="1"/>
          </p:cNvSpPr>
          <p:nvPr/>
        </p:nvSpPr>
        <p:spPr>
          <a:xfrm>
            <a:off x="1553372" y="437520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" name="A1_bar_GT_9461">
            <a:extLst>
              <a:ext uri="{FF2B5EF4-FFF2-40B4-BE49-F238E27FC236}">
                <a16:creationId xmlns:a16="http://schemas.microsoft.com/office/drawing/2014/main" id="{A7C96173-995B-4E74-BDDE-45E5C366AA54}"/>
              </a:ext>
            </a:extLst>
          </p:cNvPr>
          <p:cNvSpPr>
            <a:spLocks noGrp="1"/>
          </p:cNvSpPr>
          <p:nvPr/>
        </p:nvSpPr>
        <p:spPr>
          <a:xfrm>
            <a:off x="1486418" y="40828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" name="A1_bar_GT_9462">
            <a:extLst>
              <a:ext uri="{FF2B5EF4-FFF2-40B4-BE49-F238E27FC236}">
                <a16:creationId xmlns:a16="http://schemas.microsoft.com/office/drawing/2014/main" id="{E9F0013A-AD0A-4610-A138-92949EB2306E}"/>
              </a:ext>
            </a:extLst>
          </p:cNvPr>
          <p:cNvSpPr>
            <a:spLocks noGrp="1"/>
          </p:cNvSpPr>
          <p:nvPr/>
        </p:nvSpPr>
        <p:spPr>
          <a:xfrm>
            <a:off x="1650287" y="43731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" name="A1_bar_GT_9463">
            <a:extLst>
              <a:ext uri="{FF2B5EF4-FFF2-40B4-BE49-F238E27FC236}">
                <a16:creationId xmlns:a16="http://schemas.microsoft.com/office/drawing/2014/main" id="{7FF3F5EF-B4FD-4B6C-AEF3-9448CFDAA85C}"/>
              </a:ext>
            </a:extLst>
          </p:cNvPr>
          <p:cNvSpPr>
            <a:spLocks noGrp="1"/>
          </p:cNvSpPr>
          <p:nvPr/>
        </p:nvSpPr>
        <p:spPr>
          <a:xfrm>
            <a:off x="1575821" y="42319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" name="A1_bar_GT_9464">
            <a:extLst>
              <a:ext uri="{FF2B5EF4-FFF2-40B4-BE49-F238E27FC236}">
                <a16:creationId xmlns:a16="http://schemas.microsoft.com/office/drawing/2014/main" id="{AF1C157E-0E57-42E7-98D5-221A367EC684}"/>
              </a:ext>
            </a:extLst>
          </p:cNvPr>
          <p:cNvSpPr>
            <a:spLocks noGrp="1"/>
          </p:cNvSpPr>
          <p:nvPr/>
        </p:nvSpPr>
        <p:spPr>
          <a:xfrm>
            <a:off x="1621352" y="31620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" name="A1_bar_GT_9465">
            <a:extLst>
              <a:ext uri="{FF2B5EF4-FFF2-40B4-BE49-F238E27FC236}">
                <a16:creationId xmlns:a16="http://schemas.microsoft.com/office/drawing/2014/main" id="{E3845CB3-5F6C-44D7-A30A-6ABD26CF538D}"/>
              </a:ext>
            </a:extLst>
          </p:cNvPr>
          <p:cNvSpPr>
            <a:spLocks noGrp="1"/>
          </p:cNvSpPr>
          <p:nvPr/>
        </p:nvSpPr>
        <p:spPr>
          <a:xfrm>
            <a:off x="1657882" y="34560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" name="A1_bar_GT_9466">
            <a:extLst>
              <a:ext uri="{FF2B5EF4-FFF2-40B4-BE49-F238E27FC236}">
                <a16:creationId xmlns:a16="http://schemas.microsoft.com/office/drawing/2014/main" id="{4B015C09-5FB6-471D-BC21-236E4D15B74C}"/>
              </a:ext>
            </a:extLst>
          </p:cNvPr>
          <p:cNvSpPr>
            <a:spLocks noGrp="1"/>
          </p:cNvSpPr>
          <p:nvPr/>
        </p:nvSpPr>
        <p:spPr>
          <a:xfrm>
            <a:off x="1427429" y="343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" name="A1_bar_GT_9467">
            <a:extLst>
              <a:ext uri="{FF2B5EF4-FFF2-40B4-BE49-F238E27FC236}">
                <a16:creationId xmlns:a16="http://schemas.microsoft.com/office/drawing/2014/main" id="{C52F7FD9-C32A-4DB8-B40A-10564A548EFE}"/>
              </a:ext>
            </a:extLst>
          </p:cNvPr>
          <p:cNvSpPr>
            <a:spLocks noGrp="1"/>
          </p:cNvSpPr>
          <p:nvPr/>
        </p:nvSpPr>
        <p:spPr>
          <a:xfrm>
            <a:off x="1570264" y="451375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" name="A1_bar_GT_9468">
            <a:extLst>
              <a:ext uri="{FF2B5EF4-FFF2-40B4-BE49-F238E27FC236}">
                <a16:creationId xmlns:a16="http://schemas.microsoft.com/office/drawing/2014/main" id="{AD589241-65F0-4569-B106-19167643AD1D}"/>
              </a:ext>
            </a:extLst>
          </p:cNvPr>
          <p:cNvSpPr>
            <a:spLocks noGrp="1"/>
          </p:cNvSpPr>
          <p:nvPr/>
        </p:nvSpPr>
        <p:spPr>
          <a:xfrm>
            <a:off x="1658361" y="31400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" name="A1_bar_GT_9469">
            <a:extLst>
              <a:ext uri="{FF2B5EF4-FFF2-40B4-BE49-F238E27FC236}">
                <a16:creationId xmlns:a16="http://schemas.microsoft.com/office/drawing/2014/main" id="{A06E69DA-0860-4217-91D0-E75501406EE3}"/>
              </a:ext>
            </a:extLst>
          </p:cNvPr>
          <p:cNvSpPr>
            <a:spLocks noGrp="1"/>
          </p:cNvSpPr>
          <p:nvPr/>
        </p:nvSpPr>
        <p:spPr>
          <a:xfrm>
            <a:off x="1509750" y="29799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" name="A1_bar_GT_9470">
            <a:extLst>
              <a:ext uri="{FF2B5EF4-FFF2-40B4-BE49-F238E27FC236}">
                <a16:creationId xmlns:a16="http://schemas.microsoft.com/office/drawing/2014/main" id="{7C806C42-572D-469E-9E2C-DCDAB4F74D3B}"/>
              </a:ext>
            </a:extLst>
          </p:cNvPr>
          <p:cNvSpPr>
            <a:spLocks noGrp="1"/>
          </p:cNvSpPr>
          <p:nvPr/>
        </p:nvSpPr>
        <p:spPr>
          <a:xfrm>
            <a:off x="1414612" y="31881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" name="A1_bar_GT_9471">
            <a:extLst>
              <a:ext uri="{FF2B5EF4-FFF2-40B4-BE49-F238E27FC236}">
                <a16:creationId xmlns:a16="http://schemas.microsoft.com/office/drawing/2014/main" id="{022F98E6-81C0-4B63-B471-A079D5259BDE}"/>
              </a:ext>
            </a:extLst>
          </p:cNvPr>
          <p:cNvSpPr>
            <a:spLocks noGrp="1"/>
          </p:cNvSpPr>
          <p:nvPr/>
        </p:nvSpPr>
        <p:spPr>
          <a:xfrm>
            <a:off x="1484588" y="35996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" name="A1_bar_GT_9472">
            <a:extLst>
              <a:ext uri="{FF2B5EF4-FFF2-40B4-BE49-F238E27FC236}">
                <a16:creationId xmlns:a16="http://schemas.microsoft.com/office/drawing/2014/main" id="{8ABE3220-3E26-45D6-914D-23CC5195FAC6}"/>
              </a:ext>
            </a:extLst>
          </p:cNvPr>
          <p:cNvSpPr>
            <a:spLocks noGrp="1"/>
          </p:cNvSpPr>
          <p:nvPr/>
        </p:nvSpPr>
        <p:spPr>
          <a:xfrm>
            <a:off x="1554845" y="48111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" name="A1_bar_GT_9473">
            <a:extLst>
              <a:ext uri="{FF2B5EF4-FFF2-40B4-BE49-F238E27FC236}">
                <a16:creationId xmlns:a16="http://schemas.microsoft.com/office/drawing/2014/main" id="{20B8A568-22F0-4592-894B-BE79A3096D23}"/>
              </a:ext>
            </a:extLst>
          </p:cNvPr>
          <p:cNvSpPr>
            <a:spLocks noGrp="1"/>
          </p:cNvSpPr>
          <p:nvPr/>
        </p:nvSpPr>
        <p:spPr>
          <a:xfrm>
            <a:off x="1441657" y="56522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" name="A1_bar_GT_9474">
            <a:extLst>
              <a:ext uri="{FF2B5EF4-FFF2-40B4-BE49-F238E27FC236}">
                <a16:creationId xmlns:a16="http://schemas.microsoft.com/office/drawing/2014/main" id="{5A66C5EE-4741-4238-82F4-6A6C78B9ACA0}"/>
              </a:ext>
            </a:extLst>
          </p:cNvPr>
          <p:cNvSpPr>
            <a:spLocks noGrp="1"/>
          </p:cNvSpPr>
          <p:nvPr/>
        </p:nvSpPr>
        <p:spPr>
          <a:xfrm>
            <a:off x="1468608" y="47858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" name="A1_bar_GT_9475">
            <a:extLst>
              <a:ext uri="{FF2B5EF4-FFF2-40B4-BE49-F238E27FC236}">
                <a16:creationId xmlns:a16="http://schemas.microsoft.com/office/drawing/2014/main" id="{05BD4012-AC61-4B63-8F02-41F165C468B3}"/>
              </a:ext>
            </a:extLst>
          </p:cNvPr>
          <p:cNvSpPr>
            <a:spLocks noGrp="1"/>
          </p:cNvSpPr>
          <p:nvPr/>
        </p:nvSpPr>
        <p:spPr>
          <a:xfrm>
            <a:off x="1579580" y="39205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" name="A1_bar_GT_9476">
            <a:extLst>
              <a:ext uri="{FF2B5EF4-FFF2-40B4-BE49-F238E27FC236}">
                <a16:creationId xmlns:a16="http://schemas.microsoft.com/office/drawing/2014/main" id="{32A98070-B94C-4F63-8884-327B968008D5}"/>
              </a:ext>
            </a:extLst>
          </p:cNvPr>
          <p:cNvSpPr>
            <a:spLocks noGrp="1"/>
          </p:cNvSpPr>
          <p:nvPr/>
        </p:nvSpPr>
        <p:spPr>
          <a:xfrm>
            <a:off x="1483213" y="51791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" name="A1_bar_GT_9477">
            <a:extLst>
              <a:ext uri="{FF2B5EF4-FFF2-40B4-BE49-F238E27FC236}">
                <a16:creationId xmlns:a16="http://schemas.microsoft.com/office/drawing/2014/main" id="{760B8424-B95F-407F-9571-2E470B3D835B}"/>
              </a:ext>
            </a:extLst>
          </p:cNvPr>
          <p:cNvSpPr>
            <a:spLocks noGrp="1"/>
          </p:cNvSpPr>
          <p:nvPr/>
        </p:nvSpPr>
        <p:spPr>
          <a:xfrm>
            <a:off x="1564496" y="32704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" name="A1_bar_GT_9478">
            <a:extLst>
              <a:ext uri="{FF2B5EF4-FFF2-40B4-BE49-F238E27FC236}">
                <a16:creationId xmlns:a16="http://schemas.microsoft.com/office/drawing/2014/main" id="{543D0054-C8E8-42F4-8C83-A221FEF7185D}"/>
              </a:ext>
            </a:extLst>
          </p:cNvPr>
          <p:cNvSpPr>
            <a:spLocks noGrp="1"/>
          </p:cNvSpPr>
          <p:nvPr/>
        </p:nvSpPr>
        <p:spPr>
          <a:xfrm>
            <a:off x="1535471" y="48112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" name="A1_bar_GT_9479">
            <a:extLst>
              <a:ext uri="{FF2B5EF4-FFF2-40B4-BE49-F238E27FC236}">
                <a16:creationId xmlns:a16="http://schemas.microsoft.com/office/drawing/2014/main" id="{B80A72E7-8CA6-465D-8474-AFDE814B5905}"/>
              </a:ext>
            </a:extLst>
          </p:cNvPr>
          <p:cNvSpPr>
            <a:spLocks noGrp="1"/>
          </p:cNvSpPr>
          <p:nvPr/>
        </p:nvSpPr>
        <p:spPr>
          <a:xfrm>
            <a:off x="1653244" y="408610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" name="A1_bar_GT_9480">
            <a:extLst>
              <a:ext uri="{FF2B5EF4-FFF2-40B4-BE49-F238E27FC236}">
                <a16:creationId xmlns:a16="http://schemas.microsoft.com/office/drawing/2014/main" id="{42224AAC-A12E-4173-9B70-9C6A73CBF424}"/>
              </a:ext>
            </a:extLst>
          </p:cNvPr>
          <p:cNvSpPr>
            <a:spLocks noGrp="1"/>
          </p:cNvSpPr>
          <p:nvPr/>
        </p:nvSpPr>
        <p:spPr>
          <a:xfrm>
            <a:off x="1588286" y="3098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" name="A1_bar_GT_9481">
            <a:extLst>
              <a:ext uri="{FF2B5EF4-FFF2-40B4-BE49-F238E27FC236}">
                <a16:creationId xmlns:a16="http://schemas.microsoft.com/office/drawing/2014/main" id="{38F258F5-B613-49D5-A156-CD74A2B2C551}"/>
              </a:ext>
            </a:extLst>
          </p:cNvPr>
          <p:cNvSpPr>
            <a:spLocks noGrp="1"/>
          </p:cNvSpPr>
          <p:nvPr/>
        </p:nvSpPr>
        <p:spPr>
          <a:xfrm>
            <a:off x="1504051" y="52000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" name="A1_bar_GT_9482">
            <a:extLst>
              <a:ext uri="{FF2B5EF4-FFF2-40B4-BE49-F238E27FC236}">
                <a16:creationId xmlns:a16="http://schemas.microsoft.com/office/drawing/2014/main" id="{B160042B-E35F-4FB0-BDFD-F51A92A88C83}"/>
              </a:ext>
            </a:extLst>
          </p:cNvPr>
          <p:cNvSpPr>
            <a:spLocks noGrp="1"/>
          </p:cNvSpPr>
          <p:nvPr/>
        </p:nvSpPr>
        <p:spPr>
          <a:xfrm>
            <a:off x="1615620" y="3894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" name="A1_bar_GT_9483">
            <a:extLst>
              <a:ext uri="{FF2B5EF4-FFF2-40B4-BE49-F238E27FC236}">
                <a16:creationId xmlns:a16="http://schemas.microsoft.com/office/drawing/2014/main" id="{C25E1EDF-075E-4353-83FC-FEC7DCD74F13}"/>
              </a:ext>
            </a:extLst>
          </p:cNvPr>
          <p:cNvSpPr>
            <a:spLocks noGrp="1"/>
          </p:cNvSpPr>
          <p:nvPr/>
        </p:nvSpPr>
        <p:spPr>
          <a:xfrm>
            <a:off x="1583858" y="52022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" name="A1_bar_GT_9484">
            <a:extLst>
              <a:ext uri="{FF2B5EF4-FFF2-40B4-BE49-F238E27FC236}">
                <a16:creationId xmlns:a16="http://schemas.microsoft.com/office/drawing/2014/main" id="{E41B42DE-E797-498E-A27B-4E86D2CB4F19}"/>
              </a:ext>
            </a:extLst>
          </p:cNvPr>
          <p:cNvSpPr>
            <a:spLocks noGrp="1"/>
          </p:cNvSpPr>
          <p:nvPr/>
        </p:nvSpPr>
        <p:spPr>
          <a:xfrm>
            <a:off x="1438025" y="320340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" name="A1_bar_GT_9485">
            <a:extLst>
              <a:ext uri="{FF2B5EF4-FFF2-40B4-BE49-F238E27FC236}">
                <a16:creationId xmlns:a16="http://schemas.microsoft.com/office/drawing/2014/main" id="{77BC26E3-82D0-45ED-A04E-57C0DEFABA37}"/>
              </a:ext>
            </a:extLst>
          </p:cNvPr>
          <p:cNvSpPr>
            <a:spLocks noGrp="1"/>
          </p:cNvSpPr>
          <p:nvPr/>
        </p:nvSpPr>
        <p:spPr>
          <a:xfrm>
            <a:off x="1515615" y="41988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" name="A1_bar_GT_9486">
            <a:extLst>
              <a:ext uri="{FF2B5EF4-FFF2-40B4-BE49-F238E27FC236}">
                <a16:creationId xmlns:a16="http://schemas.microsoft.com/office/drawing/2014/main" id="{E5AE62F8-7BF5-405E-B167-EBBBC7B8A7AE}"/>
              </a:ext>
            </a:extLst>
          </p:cNvPr>
          <p:cNvSpPr>
            <a:spLocks noGrp="1"/>
          </p:cNvSpPr>
          <p:nvPr/>
        </p:nvSpPr>
        <p:spPr>
          <a:xfrm>
            <a:off x="1527680" y="35632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" name="A1_bar_GT_9487">
            <a:extLst>
              <a:ext uri="{FF2B5EF4-FFF2-40B4-BE49-F238E27FC236}">
                <a16:creationId xmlns:a16="http://schemas.microsoft.com/office/drawing/2014/main" id="{28161F96-1F27-41A2-A795-097D5A03CA1C}"/>
              </a:ext>
            </a:extLst>
          </p:cNvPr>
          <p:cNvSpPr>
            <a:spLocks noGrp="1"/>
          </p:cNvSpPr>
          <p:nvPr/>
        </p:nvSpPr>
        <p:spPr>
          <a:xfrm>
            <a:off x="1446537" y="32987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" name="A1_bar_GT_9488">
            <a:extLst>
              <a:ext uri="{FF2B5EF4-FFF2-40B4-BE49-F238E27FC236}">
                <a16:creationId xmlns:a16="http://schemas.microsoft.com/office/drawing/2014/main" id="{7807B904-F9D4-46FD-93E5-416AB87CCDB4}"/>
              </a:ext>
            </a:extLst>
          </p:cNvPr>
          <p:cNvSpPr>
            <a:spLocks noGrp="1"/>
          </p:cNvSpPr>
          <p:nvPr/>
        </p:nvSpPr>
        <p:spPr>
          <a:xfrm>
            <a:off x="1462499" y="38500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" name="A1_bar_GT_9489">
            <a:extLst>
              <a:ext uri="{FF2B5EF4-FFF2-40B4-BE49-F238E27FC236}">
                <a16:creationId xmlns:a16="http://schemas.microsoft.com/office/drawing/2014/main" id="{68F03066-FC9C-44BC-AE8B-C738ED12992C}"/>
              </a:ext>
            </a:extLst>
          </p:cNvPr>
          <p:cNvSpPr>
            <a:spLocks noGrp="1"/>
          </p:cNvSpPr>
          <p:nvPr/>
        </p:nvSpPr>
        <p:spPr>
          <a:xfrm>
            <a:off x="1612512" y="36247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" name="A1_bar_GT_9490">
            <a:extLst>
              <a:ext uri="{FF2B5EF4-FFF2-40B4-BE49-F238E27FC236}">
                <a16:creationId xmlns:a16="http://schemas.microsoft.com/office/drawing/2014/main" id="{00E41C2E-2697-4156-815B-8CE0D0447F47}"/>
              </a:ext>
            </a:extLst>
          </p:cNvPr>
          <p:cNvSpPr>
            <a:spLocks noGrp="1"/>
          </p:cNvSpPr>
          <p:nvPr/>
        </p:nvSpPr>
        <p:spPr>
          <a:xfrm>
            <a:off x="1588672" y="38762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" name="A1_bar_GT_9491">
            <a:extLst>
              <a:ext uri="{FF2B5EF4-FFF2-40B4-BE49-F238E27FC236}">
                <a16:creationId xmlns:a16="http://schemas.microsoft.com/office/drawing/2014/main" id="{AA7D3463-A5CE-4897-A8DE-FFEE4E5FFD38}"/>
              </a:ext>
            </a:extLst>
          </p:cNvPr>
          <p:cNvSpPr>
            <a:spLocks noGrp="1"/>
          </p:cNvSpPr>
          <p:nvPr/>
        </p:nvSpPr>
        <p:spPr>
          <a:xfrm>
            <a:off x="1637881" y="327570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" name="A1_bar_GT_9492">
            <a:extLst>
              <a:ext uri="{FF2B5EF4-FFF2-40B4-BE49-F238E27FC236}">
                <a16:creationId xmlns:a16="http://schemas.microsoft.com/office/drawing/2014/main" id="{3B9F2C82-9071-4B81-BC69-54C0CA21F036}"/>
              </a:ext>
            </a:extLst>
          </p:cNvPr>
          <p:cNvSpPr>
            <a:spLocks noGrp="1"/>
          </p:cNvSpPr>
          <p:nvPr/>
        </p:nvSpPr>
        <p:spPr>
          <a:xfrm>
            <a:off x="1511604" y="45599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" name="A1_bar_GT_9493">
            <a:extLst>
              <a:ext uri="{FF2B5EF4-FFF2-40B4-BE49-F238E27FC236}">
                <a16:creationId xmlns:a16="http://schemas.microsoft.com/office/drawing/2014/main" id="{4CD8537D-A672-4BCB-920B-D016E81F1F65}"/>
              </a:ext>
            </a:extLst>
          </p:cNvPr>
          <p:cNvSpPr>
            <a:spLocks noGrp="1"/>
          </p:cNvSpPr>
          <p:nvPr/>
        </p:nvSpPr>
        <p:spPr>
          <a:xfrm>
            <a:off x="1432840" y="4738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" name="A1_bar_GT_9494">
            <a:extLst>
              <a:ext uri="{FF2B5EF4-FFF2-40B4-BE49-F238E27FC236}">
                <a16:creationId xmlns:a16="http://schemas.microsoft.com/office/drawing/2014/main" id="{29279C35-A833-4CCC-BBA1-B8FDEBE8C6CC}"/>
              </a:ext>
            </a:extLst>
          </p:cNvPr>
          <p:cNvSpPr>
            <a:spLocks noGrp="1"/>
          </p:cNvSpPr>
          <p:nvPr/>
        </p:nvSpPr>
        <p:spPr>
          <a:xfrm>
            <a:off x="1568328" y="29522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" name="A1_bar_GT_9495">
            <a:extLst>
              <a:ext uri="{FF2B5EF4-FFF2-40B4-BE49-F238E27FC236}">
                <a16:creationId xmlns:a16="http://schemas.microsoft.com/office/drawing/2014/main" id="{84D1D965-7555-41ED-AA12-6FDF27E79FE3}"/>
              </a:ext>
            </a:extLst>
          </p:cNvPr>
          <p:cNvSpPr>
            <a:spLocks noGrp="1"/>
          </p:cNvSpPr>
          <p:nvPr/>
        </p:nvSpPr>
        <p:spPr>
          <a:xfrm>
            <a:off x="1643101" y="60633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" name="A1_bar_GT_9496">
            <a:extLst>
              <a:ext uri="{FF2B5EF4-FFF2-40B4-BE49-F238E27FC236}">
                <a16:creationId xmlns:a16="http://schemas.microsoft.com/office/drawing/2014/main" id="{52F3E6F6-3CB9-4BFB-B7D5-456B76BCE112}"/>
              </a:ext>
            </a:extLst>
          </p:cNvPr>
          <p:cNvSpPr>
            <a:spLocks noGrp="1"/>
          </p:cNvSpPr>
          <p:nvPr/>
        </p:nvSpPr>
        <p:spPr>
          <a:xfrm>
            <a:off x="1557325" y="33112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" name="A1_bar_GT_9497">
            <a:extLst>
              <a:ext uri="{FF2B5EF4-FFF2-40B4-BE49-F238E27FC236}">
                <a16:creationId xmlns:a16="http://schemas.microsoft.com/office/drawing/2014/main" id="{E6178A96-2534-4641-AECF-CD56CA9AC5E4}"/>
              </a:ext>
            </a:extLst>
          </p:cNvPr>
          <p:cNvSpPr>
            <a:spLocks noGrp="1"/>
          </p:cNvSpPr>
          <p:nvPr/>
        </p:nvSpPr>
        <p:spPr>
          <a:xfrm>
            <a:off x="1620613" y="49674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" name="A1_bar_GT_9498">
            <a:extLst>
              <a:ext uri="{FF2B5EF4-FFF2-40B4-BE49-F238E27FC236}">
                <a16:creationId xmlns:a16="http://schemas.microsoft.com/office/drawing/2014/main" id="{65E6083D-023F-46B4-BB93-65B4ECCB9EC8}"/>
              </a:ext>
            </a:extLst>
          </p:cNvPr>
          <p:cNvSpPr>
            <a:spLocks noGrp="1"/>
          </p:cNvSpPr>
          <p:nvPr/>
        </p:nvSpPr>
        <p:spPr>
          <a:xfrm>
            <a:off x="1437588" y="46996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" name="A1_bar_GT_9499">
            <a:extLst>
              <a:ext uri="{FF2B5EF4-FFF2-40B4-BE49-F238E27FC236}">
                <a16:creationId xmlns:a16="http://schemas.microsoft.com/office/drawing/2014/main" id="{9EC9D931-6233-4CFB-A26C-1D64D74BF20F}"/>
              </a:ext>
            </a:extLst>
          </p:cNvPr>
          <p:cNvSpPr>
            <a:spLocks noGrp="1"/>
          </p:cNvSpPr>
          <p:nvPr/>
        </p:nvSpPr>
        <p:spPr>
          <a:xfrm>
            <a:off x="1515173" y="30558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" name="A1_bar_GT_9500">
            <a:extLst>
              <a:ext uri="{FF2B5EF4-FFF2-40B4-BE49-F238E27FC236}">
                <a16:creationId xmlns:a16="http://schemas.microsoft.com/office/drawing/2014/main" id="{D6EBB546-BE1F-4EAC-B583-0B00A1527343}"/>
              </a:ext>
            </a:extLst>
          </p:cNvPr>
          <p:cNvSpPr>
            <a:spLocks noGrp="1"/>
          </p:cNvSpPr>
          <p:nvPr/>
        </p:nvSpPr>
        <p:spPr>
          <a:xfrm>
            <a:off x="1595144" y="34599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" name="A1_bar_GT_9501">
            <a:extLst>
              <a:ext uri="{FF2B5EF4-FFF2-40B4-BE49-F238E27FC236}">
                <a16:creationId xmlns:a16="http://schemas.microsoft.com/office/drawing/2014/main" id="{6ACCB4C5-727B-4999-8516-AE3CE47E5503}"/>
              </a:ext>
            </a:extLst>
          </p:cNvPr>
          <p:cNvSpPr>
            <a:spLocks noGrp="1"/>
          </p:cNvSpPr>
          <p:nvPr/>
        </p:nvSpPr>
        <p:spPr>
          <a:xfrm>
            <a:off x="1630171" y="30896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" name="A1_bar_GT_9502">
            <a:extLst>
              <a:ext uri="{FF2B5EF4-FFF2-40B4-BE49-F238E27FC236}">
                <a16:creationId xmlns:a16="http://schemas.microsoft.com/office/drawing/2014/main" id="{EFF0EAD2-97FB-41BC-BF0D-11E8E0C2D8D6}"/>
              </a:ext>
            </a:extLst>
          </p:cNvPr>
          <p:cNvSpPr>
            <a:spLocks noGrp="1"/>
          </p:cNvSpPr>
          <p:nvPr/>
        </p:nvSpPr>
        <p:spPr>
          <a:xfrm>
            <a:off x="1573291" y="4958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" name="A1_bar_GT_9503">
            <a:extLst>
              <a:ext uri="{FF2B5EF4-FFF2-40B4-BE49-F238E27FC236}">
                <a16:creationId xmlns:a16="http://schemas.microsoft.com/office/drawing/2014/main" id="{B167E356-942E-4295-9E9D-645EC8546C95}"/>
              </a:ext>
            </a:extLst>
          </p:cNvPr>
          <p:cNvSpPr>
            <a:spLocks noGrp="1"/>
          </p:cNvSpPr>
          <p:nvPr/>
        </p:nvSpPr>
        <p:spPr>
          <a:xfrm>
            <a:off x="1496105" y="47375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" name="A1_bar_GT_9504">
            <a:extLst>
              <a:ext uri="{FF2B5EF4-FFF2-40B4-BE49-F238E27FC236}">
                <a16:creationId xmlns:a16="http://schemas.microsoft.com/office/drawing/2014/main" id="{682FAA45-B113-451F-B5B1-C5FE7463AF3D}"/>
              </a:ext>
            </a:extLst>
          </p:cNvPr>
          <p:cNvSpPr>
            <a:spLocks noGrp="1"/>
          </p:cNvSpPr>
          <p:nvPr/>
        </p:nvSpPr>
        <p:spPr>
          <a:xfrm>
            <a:off x="1460546" y="4171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" name="A1_bar_GT_9505">
            <a:extLst>
              <a:ext uri="{FF2B5EF4-FFF2-40B4-BE49-F238E27FC236}">
                <a16:creationId xmlns:a16="http://schemas.microsoft.com/office/drawing/2014/main" id="{0B5289C4-6819-4C81-9AD0-275B9B4AFD18}"/>
              </a:ext>
            </a:extLst>
          </p:cNvPr>
          <p:cNvSpPr>
            <a:spLocks noGrp="1"/>
          </p:cNvSpPr>
          <p:nvPr/>
        </p:nvSpPr>
        <p:spPr>
          <a:xfrm>
            <a:off x="1465461" y="47237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" name="A1_bar_GT_9506">
            <a:extLst>
              <a:ext uri="{FF2B5EF4-FFF2-40B4-BE49-F238E27FC236}">
                <a16:creationId xmlns:a16="http://schemas.microsoft.com/office/drawing/2014/main" id="{A92D5829-A640-45BB-A5AF-E720D10CAECA}"/>
              </a:ext>
            </a:extLst>
          </p:cNvPr>
          <p:cNvSpPr>
            <a:spLocks noGrp="1"/>
          </p:cNvSpPr>
          <p:nvPr/>
        </p:nvSpPr>
        <p:spPr>
          <a:xfrm>
            <a:off x="1646823" y="38647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" name="A1_bar_GT_9507">
            <a:extLst>
              <a:ext uri="{FF2B5EF4-FFF2-40B4-BE49-F238E27FC236}">
                <a16:creationId xmlns:a16="http://schemas.microsoft.com/office/drawing/2014/main" id="{AA8411E4-DEA0-4C93-9578-BF39C4D79014}"/>
              </a:ext>
            </a:extLst>
          </p:cNvPr>
          <p:cNvSpPr>
            <a:spLocks noGrp="1"/>
          </p:cNvSpPr>
          <p:nvPr/>
        </p:nvSpPr>
        <p:spPr>
          <a:xfrm>
            <a:off x="1446142" y="3288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" name="A1_bar_GT_9508">
            <a:extLst>
              <a:ext uri="{FF2B5EF4-FFF2-40B4-BE49-F238E27FC236}">
                <a16:creationId xmlns:a16="http://schemas.microsoft.com/office/drawing/2014/main" id="{48021933-63EE-4656-9C98-DDFFE81DFCD9}"/>
              </a:ext>
            </a:extLst>
          </p:cNvPr>
          <p:cNvSpPr>
            <a:spLocks noGrp="1"/>
          </p:cNvSpPr>
          <p:nvPr/>
        </p:nvSpPr>
        <p:spPr>
          <a:xfrm>
            <a:off x="1634317" y="32810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" name="A1_bar_GT_9509">
            <a:extLst>
              <a:ext uri="{FF2B5EF4-FFF2-40B4-BE49-F238E27FC236}">
                <a16:creationId xmlns:a16="http://schemas.microsoft.com/office/drawing/2014/main" id="{B13B94C0-FE52-48CB-9A65-A43404799E96}"/>
              </a:ext>
            </a:extLst>
          </p:cNvPr>
          <p:cNvSpPr>
            <a:spLocks noGrp="1"/>
          </p:cNvSpPr>
          <p:nvPr/>
        </p:nvSpPr>
        <p:spPr>
          <a:xfrm>
            <a:off x="1641278" y="565076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" name="A1_bar_GT_9510">
            <a:extLst>
              <a:ext uri="{FF2B5EF4-FFF2-40B4-BE49-F238E27FC236}">
                <a16:creationId xmlns:a16="http://schemas.microsoft.com/office/drawing/2014/main" id="{6903C9C1-871C-4560-91B7-AC9F606FDA40}"/>
              </a:ext>
            </a:extLst>
          </p:cNvPr>
          <p:cNvSpPr>
            <a:spLocks noGrp="1"/>
          </p:cNvSpPr>
          <p:nvPr/>
        </p:nvSpPr>
        <p:spPr>
          <a:xfrm>
            <a:off x="1444059" y="4070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" name="A1_bar_GT_9511">
            <a:extLst>
              <a:ext uri="{FF2B5EF4-FFF2-40B4-BE49-F238E27FC236}">
                <a16:creationId xmlns:a16="http://schemas.microsoft.com/office/drawing/2014/main" id="{19BC5412-AB44-47A0-94BC-AE0248B55EBF}"/>
              </a:ext>
            </a:extLst>
          </p:cNvPr>
          <p:cNvSpPr>
            <a:spLocks noGrp="1"/>
          </p:cNvSpPr>
          <p:nvPr/>
        </p:nvSpPr>
        <p:spPr>
          <a:xfrm>
            <a:off x="1545872" y="54258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" name="A1_bar_GT_9512">
            <a:extLst>
              <a:ext uri="{FF2B5EF4-FFF2-40B4-BE49-F238E27FC236}">
                <a16:creationId xmlns:a16="http://schemas.microsoft.com/office/drawing/2014/main" id="{ACE5D3B9-B5C8-40D2-A6DD-BFB522CBE618}"/>
              </a:ext>
            </a:extLst>
          </p:cNvPr>
          <p:cNvSpPr>
            <a:spLocks noGrp="1"/>
          </p:cNvSpPr>
          <p:nvPr/>
        </p:nvSpPr>
        <p:spPr>
          <a:xfrm>
            <a:off x="1467083" y="41185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" name="A1_bar_GT_9513">
            <a:extLst>
              <a:ext uri="{FF2B5EF4-FFF2-40B4-BE49-F238E27FC236}">
                <a16:creationId xmlns:a16="http://schemas.microsoft.com/office/drawing/2014/main" id="{7036E4A1-FBFE-4FFE-82D5-28E766ECE690}"/>
              </a:ext>
            </a:extLst>
          </p:cNvPr>
          <p:cNvSpPr>
            <a:spLocks noGrp="1"/>
          </p:cNvSpPr>
          <p:nvPr/>
        </p:nvSpPr>
        <p:spPr>
          <a:xfrm>
            <a:off x="1500902" y="31860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" name="A1_bar_GT_9514">
            <a:extLst>
              <a:ext uri="{FF2B5EF4-FFF2-40B4-BE49-F238E27FC236}">
                <a16:creationId xmlns:a16="http://schemas.microsoft.com/office/drawing/2014/main" id="{8FC1C18B-6A87-4C89-9294-059F381D9EC3}"/>
              </a:ext>
            </a:extLst>
          </p:cNvPr>
          <p:cNvSpPr>
            <a:spLocks noGrp="1"/>
          </p:cNvSpPr>
          <p:nvPr/>
        </p:nvSpPr>
        <p:spPr>
          <a:xfrm>
            <a:off x="1433165" y="3613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" name="A1_bar_GT_9515">
            <a:extLst>
              <a:ext uri="{FF2B5EF4-FFF2-40B4-BE49-F238E27FC236}">
                <a16:creationId xmlns:a16="http://schemas.microsoft.com/office/drawing/2014/main" id="{719591C6-7DA2-4135-98C8-BA352EDC3881}"/>
              </a:ext>
            </a:extLst>
          </p:cNvPr>
          <p:cNvSpPr>
            <a:spLocks noGrp="1"/>
          </p:cNvSpPr>
          <p:nvPr/>
        </p:nvSpPr>
        <p:spPr>
          <a:xfrm>
            <a:off x="1479126" y="4635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" name="A1_bar_GT_9516">
            <a:extLst>
              <a:ext uri="{FF2B5EF4-FFF2-40B4-BE49-F238E27FC236}">
                <a16:creationId xmlns:a16="http://schemas.microsoft.com/office/drawing/2014/main" id="{C4D016A1-2096-402C-B5CB-403E9E1706B6}"/>
              </a:ext>
            </a:extLst>
          </p:cNvPr>
          <p:cNvSpPr>
            <a:spLocks noGrp="1"/>
          </p:cNvSpPr>
          <p:nvPr/>
        </p:nvSpPr>
        <p:spPr>
          <a:xfrm>
            <a:off x="1635369" y="47473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" name="A1_bar_GT_9517">
            <a:extLst>
              <a:ext uri="{FF2B5EF4-FFF2-40B4-BE49-F238E27FC236}">
                <a16:creationId xmlns:a16="http://schemas.microsoft.com/office/drawing/2014/main" id="{BFB1E6B4-BB7C-450F-92B4-8EA056898FB0}"/>
              </a:ext>
            </a:extLst>
          </p:cNvPr>
          <p:cNvSpPr>
            <a:spLocks noGrp="1"/>
          </p:cNvSpPr>
          <p:nvPr/>
        </p:nvSpPr>
        <p:spPr>
          <a:xfrm>
            <a:off x="1630284" y="4211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" name="A1_bar_GT_9518">
            <a:extLst>
              <a:ext uri="{FF2B5EF4-FFF2-40B4-BE49-F238E27FC236}">
                <a16:creationId xmlns:a16="http://schemas.microsoft.com/office/drawing/2014/main" id="{10E09C86-5D69-4195-B478-116D6B88C5AA}"/>
              </a:ext>
            </a:extLst>
          </p:cNvPr>
          <p:cNvSpPr>
            <a:spLocks noGrp="1"/>
          </p:cNvSpPr>
          <p:nvPr/>
        </p:nvSpPr>
        <p:spPr>
          <a:xfrm>
            <a:off x="1488747" y="503442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" name="A1_bar_GT_9519">
            <a:extLst>
              <a:ext uri="{FF2B5EF4-FFF2-40B4-BE49-F238E27FC236}">
                <a16:creationId xmlns:a16="http://schemas.microsoft.com/office/drawing/2014/main" id="{BC176747-3CAE-4FE3-B31D-A40D26DB0A7C}"/>
              </a:ext>
            </a:extLst>
          </p:cNvPr>
          <p:cNvSpPr>
            <a:spLocks noGrp="1"/>
          </p:cNvSpPr>
          <p:nvPr/>
        </p:nvSpPr>
        <p:spPr>
          <a:xfrm>
            <a:off x="1640607" y="3753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" name="A1_bar_GT_9520">
            <a:extLst>
              <a:ext uri="{FF2B5EF4-FFF2-40B4-BE49-F238E27FC236}">
                <a16:creationId xmlns:a16="http://schemas.microsoft.com/office/drawing/2014/main" id="{B27FE75F-C608-428A-BC50-6252D978859F}"/>
              </a:ext>
            </a:extLst>
          </p:cNvPr>
          <p:cNvSpPr>
            <a:spLocks noGrp="1"/>
          </p:cNvSpPr>
          <p:nvPr/>
        </p:nvSpPr>
        <p:spPr>
          <a:xfrm>
            <a:off x="1656237" y="39974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" name="A1_bar_GT_9521">
            <a:extLst>
              <a:ext uri="{FF2B5EF4-FFF2-40B4-BE49-F238E27FC236}">
                <a16:creationId xmlns:a16="http://schemas.microsoft.com/office/drawing/2014/main" id="{1BDA121F-95C4-46F7-B9BB-687F24641097}"/>
              </a:ext>
            </a:extLst>
          </p:cNvPr>
          <p:cNvSpPr>
            <a:spLocks noGrp="1"/>
          </p:cNvSpPr>
          <p:nvPr/>
        </p:nvSpPr>
        <p:spPr>
          <a:xfrm>
            <a:off x="1428252" y="42544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" name="A1_bar_GT_9522">
            <a:extLst>
              <a:ext uri="{FF2B5EF4-FFF2-40B4-BE49-F238E27FC236}">
                <a16:creationId xmlns:a16="http://schemas.microsoft.com/office/drawing/2014/main" id="{80066C97-BC67-42B9-A047-A91621E5893A}"/>
              </a:ext>
            </a:extLst>
          </p:cNvPr>
          <p:cNvSpPr>
            <a:spLocks noGrp="1"/>
          </p:cNvSpPr>
          <p:nvPr/>
        </p:nvSpPr>
        <p:spPr>
          <a:xfrm>
            <a:off x="1440736" y="50367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" name="A1_bar_GT_9523">
            <a:extLst>
              <a:ext uri="{FF2B5EF4-FFF2-40B4-BE49-F238E27FC236}">
                <a16:creationId xmlns:a16="http://schemas.microsoft.com/office/drawing/2014/main" id="{E613348F-F84A-447A-9FC8-E69E6AAA0135}"/>
              </a:ext>
            </a:extLst>
          </p:cNvPr>
          <p:cNvSpPr>
            <a:spLocks noGrp="1"/>
          </p:cNvSpPr>
          <p:nvPr/>
        </p:nvSpPr>
        <p:spPr>
          <a:xfrm>
            <a:off x="1525980" y="57018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" name="A1_bar_GT_9524">
            <a:extLst>
              <a:ext uri="{FF2B5EF4-FFF2-40B4-BE49-F238E27FC236}">
                <a16:creationId xmlns:a16="http://schemas.microsoft.com/office/drawing/2014/main" id="{E3B9B2EB-0BB4-4DC6-9B5C-B9CC7AE9C7FA}"/>
              </a:ext>
            </a:extLst>
          </p:cNvPr>
          <p:cNvSpPr>
            <a:spLocks noGrp="1"/>
          </p:cNvSpPr>
          <p:nvPr/>
        </p:nvSpPr>
        <p:spPr>
          <a:xfrm>
            <a:off x="1512972" y="35887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" name="A1_bar_GT_9525">
            <a:extLst>
              <a:ext uri="{FF2B5EF4-FFF2-40B4-BE49-F238E27FC236}">
                <a16:creationId xmlns:a16="http://schemas.microsoft.com/office/drawing/2014/main" id="{633D1B95-F4EF-47A5-9E29-559EC914780A}"/>
              </a:ext>
            </a:extLst>
          </p:cNvPr>
          <p:cNvSpPr>
            <a:spLocks noGrp="1"/>
          </p:cNvSpPr>
          <p:nvPr/>
        </p:nvSpPr>
        <p:spPr>
          <a:xfrm>
            <a:off x="1570194" y="60978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" name="A1_bar_GT_9526">
            <a:extLst>
              <a:ext uri="{FF2B5EF4-FFF2-40B4-BE49-F238E27FC236}">
                <a16:creationId xmlns:a16="http://schemas.microsoft.com/office/drawing/2014/main" id="{E8FA8E11-BE91-4627-AA89-A60657F5BB90}"/>
              </a:ext>
            </a:extLst>
          </p:cNvPr>
          <p:cNvSpPr>
            <a:spLocks noGrp="1"/>
          </p:cNvSpPr>
          <p:nvPr/>
        </p:nvSpPr>
        <p:spPr>
          <a:xfrm>
            <a:off x="1425604" y="35132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" name="A1_bar_GT_9527">
            <a:extLst>
              <a:ext uri="{FF2B5EF4-FFF2-40B4-BE49-F238E27FC236}">
                <a16:creationId xmlns:a16="http://schemas.microsoft.com/office/drawing/2014/main" id="{B9B7604C-33BD-4D49-ACDF-AC0AE7A98CA1}"/>
              </a:ext>
            </a:extLst>
          </p:cNvPr>
          <p:cNvSpPr>
            <a:spLocks noGrp="1"/>
          </p:cNvSpPr>
          <p:nvPr/>
        </p:nvSpPr>
        <p:spPr>
          <a:xfrm>
            <a:off x="1634979" y="52754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" name="A1_bar_GT_9528">
            <a:extLst>
              <a:ext uri="{FF2B5EF4-FFF2-40B4-BE49-F238E27FC236}">
                <a16:creationId xmlns:a16="http://schemas.microsoft.com/office/drawing/2014/main" id="{FC044984-DB84-49B8-AD43-0A864BBA23DF}"/>
              </a:ext>
            </a:extLst>
          </p:cNvPr>
          <p:cNvSpPr>
            <a:spLocks noGrp="1"/>
          </p:cNvSpPr>
          <p:nvPr/>
        </p:nvSpPr>
        <p:spPr>
          <a:xfrm>
            <a:off x="1622860" y="42991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" name="A1_bar_GT_9529">
            <a:extLst>
              <a:ext uri="{FF2B5EF4-FFF2-40B4-BE49-F238E27FC236}">
                <a16:creationId xmlns:a16="http://schemas.microsoft.com/office/drawing/2014/main" id="{98D6DC18-3895-4C88-89F6-A50F8AD59E91}"/>
              </a:ext>
            </a:extLst>
          </p:cNvPr>
          <p:cNvSpPr>
            <a:spLocks noGrp="1"/>
          </p:cNvSpPr>
          <p:nvPr/>
        </p:nvSpPr>
        <p:spPr>
          <a:xfrm>
            <a:off x="1525256" y="39345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" name="A1_bar_GT_9530">
            <a:extLst>
              <a:ext uri="{FF2B5EF4-FFF2-40B4-BE49-F238E27FC236}">
                <a16:creationId xmlns:a16="http://schemas.microsoft.com/office/drawing/2014/main" id="{76CA81E0-5993-4D71-8827-009B6C597E4F}"/>
              </a:ext>
            </a:extLst>
          </p:cNvPr>
          <p:cNvSpPr>
            <a:spLocks noGrp="1"/>
          </p:cNvSpPr>
          <p:nvPr/>
        </p:nvSpPr>
        <p:spPr>
          <a:xfrm>
            <a:off x="1643106" y="43937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" name="A1_bar_GT_9531">
            <a:extLst>
              <a:ext uri="{FF2B5EF4-FFF2-40B4-BE49-F238E27FC236}">
                <a16:creationId xmlns:a16="http://schemas.microsoft.com/office/drawing/2014/main" id="{6EC56036-BE15-41F8-A6B5-7DDACF778113}"/>
              </a:ext>
            </a:extLst>
          </p:cNvPr>
          <p:cNvSpPr>
            <a:spLocks noGrp="1"/>
          </p:cNvSpPr>
          <p:nvPr/>
        </p:nvSpPr>
        <p:spPr>
          <a:xfrm>
            <a:off x="1510865" y="37340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" name="A1_bar_GT_9532">
            <a:extLst>
              <a:ext uri="{FF2B5EF4-FFF2-40B4-BE49-F238E27FC236}">
                <a16:creationId xmlns:a16="http://schemas.microsoft.com/office/drawing/2014/main" id="{E9B43FAA-D57E-470E-8436-3A05B7C8AEA4}"/>
              </a:ext>
            </a:extLst>
          </p:cNvPr>
          <p:cNvSpPr>
            <a:spLocks noGrp="1"/>
          </p:cNvSpPr>
          <p:nvPr/>
        </p:nvSpPr>
        <p:spPr>
          <a:xfrm>
            <a:off x="1644072" y="31262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" name="A1_bar_GT_9533">
            <a:extLst>
              <a:ext uri="{FF2B5EF4-FFF2-40B4-BE49-F238E27FC236}">
                <a16:creationId xmlns:a16="http://schemas.microsoft.com/office/drawing/2014/main" id="{553C38FC-AC7B-47A5-AFEC-E5FD4122D9AD}"/>
              </a:ext>
            </a:extLst>
          </p:cNvPr>
          <p:cNvSpPr>
            <a:spLocks noGrp="1"/>
          </p:cNvSpPr>
          <p:nvPr/>
        </p:nvSpPr>
        <p:spPr>
          <a:xfrm>
            <a:off x="1439253" y="33047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" name="A1_bar_GT_9534">
            <a:extLst>
              <a:ext uri="{FF2B5EF4-FFF2-40B4-BE49-F238E27FC236}">
                <a16:creationId xmlns:a16="http://schemas.microsoft.com/office/drawing/2014/main" id="{99A8DB30-2ACA-40BA-B08F-6202B84E43B5}"/>
              </a:ext>
            </a:extLst>
          </p:cNvPr>
          <p:cNvSpPr>
            <a:spLocks noGrp="1"/>
          </p:cNvSpPr>
          <p:nvPr/>
        </p:nvSpPr>
        <p:spPr>
          <a:xfrm>
            <a:off x="1541621" y="6097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" name="A1_bar_GT_9535">
            <a:extLst>
              <a:ext uri="{FF2B5EF4-FFF2-40B4-BE49-F238E27FC236}">
                <a16:creationId xmlns:a16="http://schemas.microsoft.com/office/drawing/2014/main" id="{1BD4AC19-DA0F-4FD0-89E1-710D919A30DC}"/>
              </a:ext>
            </a:extLst>
          </p:cNvPr>
          <p:cNvSpPr>
            <a:spLocks noGrp="1"/>
          </p:cNvSpPr>
          <p:nvPr/>
        </p:nvSpPr>
        <p:spPr>
          <a:xfrm>
            <a:off x="1541657" y="36409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" name="A1_bar_GT_9536">
            <a:extLst>
              <a:ext uri="{FF2B5EF4-FFF2-40B4-BE49-F238E27FC236}">
                <a16:creationId xmlns:a16="http://schemas.microsoft.com/office/drawing/2014/main" id="{0C6F8381-19E0-4DCC-808B-72DCDF1D00D5}"/>
              </a:ext>
            </a:extLst>
          </p:cNvPr>
          <p:cNvSpPr>
            <a:spLocks noGrp="1"/>
          </p:cNvSpPr>
          <p:nvPr/>
        </p:nvSpPr>
        <p:spPr>
          <a:xfrm>
            <a:off x="1542281" y="34592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" name="A1_bar_GT_9537">
            <a:extLst>
              <a:ext uri="{FF2B5EF4-FFF2-40B4-BE49-F238E27FC236}">
                <a16:creationId xmlns:a16="http://schemas.microsoft.com/office/drawing/2014/main" id="{80E3B86A-09CC-4241-8951-DA6BC1288432}"/>
              </a:ext>
            </a:extLst>
          </p:cNvPr>
          <p:cNvSpPr>
            <a:spLocks noGrp="1"/>
          </p:cNvSpPr>
          <p:nvPr/>
        </p:nvSpPr>
        <p:spPr>
          <a:xfrm>
            <a:off x="1438354" y="39981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" name="A1_bar_GT_9538">
            <a:extLst>
              <a:ext uri="{FF2B5EF4-FFF2-40B4-BE49-F238E27FC236}">
                <a16:creationId xmlns:a16="http://schemas.microsoft.com/office/drawing/2014/main" id="{631013E1-F435-4B15-8EAA-0B8F02D9247A}"/>
              </a:ext>
            </a:extLst>
          </p:cNvPr>
          <p:cNvSpPr>
            <a:spLocks noGrp="1"/>
          </p:cNvSpPr>
          <p:nvPr/>
        </p:nvSpPr>
        <p:spPr>
          <a:xfrm>
            <a:off x="1567508" y="40695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" name="A1_bar_GT_9539">
            <a:extLst>
              <a:ext uri="{FF2B5EF4-FFF2-40B4-BE49-F238E27FC236}">
                <a16:creationId xmlns:a16="http://schemas.microsoft.com/office/drawing/2014/main" id="{9EB54EB3-1D63-4645-9BFC-E0133F50490C}"/>
              </a:ext>
            </a:extLst>
          </p:cNvPr>
          <p:cNvSpPr>
            <a:spLocks noGrp="1"/>
          </p:cNvSpPr>
          <p:nvPr/>
        </p:nvSpPr>
        <p:spPr>
          <a:xfrm>
            <a:off x="1440185" y="36205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" name="A1_bar_GT_9540">
            <a:extLst>
              <a:ext uri="{FF2B5EF4-FFF2-40B4-BE49-F238E27FC236}">
                <a16:creationId xmlns:a16="http://schemas.microsoft.com/office/drawing/2014/main" id="{0E97A115-AE53-4EB8-97A8-6D98D6D98117}"/>
              </a:ext>
            </a:extLst>
          </p:cNvPr>
          <p:cNvSpPr>
            <a:spLocks noGrp="1"/>
          </p:cNvSpPr>
          <p:nvPr/>
        </p:nvSpPr>
        <p:spPr>
          <a:xfrm>
            <a:off x="1618713" y="34812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" name="A1_bar_GT_9541">
            <a:extLst>
              <a:ext uri="{FF2B5EF4-FFF2-40B4-BE49-F238E27FC236}">
                <a16:creationId xmlns:a16="http://schemas.microsoft.com/office/drawing/2014/main" id="{B6CFEE5D-647B-48D3-B932-A3DBDA1132CA}"/>
              </a:ext>
            </a:extLst>
          </p:cNvPr>
          <p:cNvSpPr>
            <a:spLocks noGrp="1"/>
          </p:cNvSpPr>
          <p:nvPr/>
        </p:nvSpPr>
        <p:spPr>
          <a:xfrm>
            <a:off x="1527338" y="46761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" name="A1_bar_GT_9542">
            <a:extLst>
              <a:ext uri="{FF2B5EF4-FFF2-40B4-BE49-F238E27FC236}">
                <a16:creationId xmlns:a16="http://schemas.microsoft.com/office/drawing/2014/main" id="{9DBDD11A-AF17-4A7F-8AB4-00C3DAFDBB61}"/>
              </a:ext>
            </a:extLst>
          </p:cNvPr>
          <p:cNvSpPr>
            <a:spLocks noGrp="1"/>
          </p:cNvSpPr>
          <p:nvPr/>
        </p:nvSpPr>
        <p:spPr>
          <a:xfrm>
            <a:off x="1624104" y="32410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" name="A1_bar_GT_9543">
            <a:extLst>
              <a:ext uri="{FF2B5EF4-FFF2-40B4-BE49-F238E27FC236}">
                <a16:creationId xmlns:a16="http://schemas.microsoft.com/office/drawing/2014/main" id="{52CA18D2-9319-4873-B080-3BC80E654013}"/>
              </a:ext>
            </a:extLst>
          </p:cNvPr>
          <p:cNvSpPr>
            <a:spLocks noGrp="1"/>
          </p:cNvSpPr>
          <p:nvPr/>
        </p:nvSpPr>
        <p:spPr>
          <a:xfrm>
            <a:off x="1635745" y="38397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" name="A1_bar_GT_9544">
            <a:extLst>
              <a:ext uri="{FF2B5EF4-FFF2-40B4-BE49-F238E27FC236}">
                <a16:creationId xmlns:a16="http://schemas.microsoft.com/office/drawing/2014/main" id="{9B23B32C-917D-4610-9BA4-35E878D1BCAE}"/>
              </a:ext>
            </a:extLst>
          </p:cNvPr>
          <p:cNvSpPr>
            <a:spLocks noGrp="1"/>
          </p:cNvSpPr>
          <p:nvPr/>
        </p:nvSpPr>
        <p:spPr>
          <a:xfrm>
            <a:off x="1596659" y="37386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" name="A1_bar_GT_9545">
            <a:extLst>
              <a:ext uri="{FF2B5EF4-FFF2-40B4-BE49-F238E27FC236}">
                <a16:creationId xmlns:a16="http://schemas.microsoft.com/office/drawing/2014/main" id="{195FB497-DF49-4832-AE0E-47D0D2153858}"/>
              </a:ext>
            </a:extLst>
          </p:cNvPr>
          <p:cNvSpPr>
            <a:spLocks noGrp="1"/>
          </p:cNvSpPr>
          <p:nvPr/>
        </p:nvSpPr>
        <p:spPr>
          <a:xfrm>
            <a:off x="1658410" y="60414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" name="A1_bar_GT_9546">
            <a:extLst>
              <a:ext uri="{FF2B5EF4-FFF2-40B4-BE49-F238E27FC236}">
                <a16:creationId xmlns:a16="http://schemas.microsoft.com/office/drawing/2014/main" id="{196C06EF-E04C-4B36-AB56-C0E911332BA3}"/>
              </a:ext>
            </a:extLst>
          </p:cNvPr>
          <p:cNvSpPr>
            <a:spLocks noGrp="1"/>
          </p:cNvSpPr>
          <p:nvPr/>
        </p:nvSpPr>
        <p:spPr>
          <a:xfrm>
            <a:off x="1453244" y="43358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" name="A1_bar_GT_9547">
            <a:extLst>
              <a:ext uri="{FF2B5EF4-FFF2-40B4-BE49-F238E27FC236}">
                <a16:creationId xmlns:a16="http://schemas.microsoft.com/office/drawing/2014/main" id="{97EE8CDE-41D4-4102-A4BB-F23BD5D48BC7}"/>
              </a:ext>
            </a:extLst>
          </p:cNvPr>
          <p:cNvSpPr>
            <a:spLocks noGrp="1"/>
          </p:cNvSpPr>
          <p:nvPr/>
        </p:nvSpPr>
        <p:spPr>
          <a:xfrm>
            <a:off x="1479151" y="34086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" name="A1_bar_GT_9548">
            <a:extLst>
              <a:ext uri="{FF2B5EF4-FFF2-40B4-BE49-F238E27FC236}">
                <a16:creationId xmlns:a16="http://schemas.microsoft.com/office/drawing/2014/main" id="{880D5478-A62B-40A4-BC16-90CFA7F5B4D2}"/>
              </a:ext>
            </a:extLst>
          </p:cNvPr>
          <p:cNvSpPr>
            <a:spLocks noGrp="1"/>
          </p:cNvSpPr>
          <p:nvPr/>
        </p:nvSpPr>
        <p:spPr>
          <a:xfrm>
            <a:off x="1475929" y="31287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" name="A1_bar_GT_9549">
            <a:extLst>
              <a:ext uri="{FF2B5EF4-FFF2-40B4-BE49-F238E27FC236}">
                <a16:creationId xmlns:a16="http://schemas.microsoft.com/office/drawing/2014/main" id="{583CE186-D641-4660-B85D-2079F4B69F4E}"/>
              </a:ext>
            </a:extLst>
          </p:cNvPr>
          <p:cNvSpPr>
            <a:spLocks noGrp="1"/>
          </p:cNvSpPr>
          <p:nvPr/>
        </p:nvSpPr>
        <p:spPr>
          <a:xfrm>
            <a:off x="1620665" y="43792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" name="A1_bar_GT_9550">
            <a:extLst>
              <a:ext uri="{FF2B5EF4-FFF2-40B4-BE49-F238E27FC236}">
                <a16:creationId xmlns:a16="http://schemas.microsoft.com/office/drawing/2014/main" id="{0FB17380-1818-4C18-AA4D-A0018345C56E}"/>
              </a:ext>
            </a:extLst>
          </p:cNvPr>
          <p:cNvSpPr>
            <a:spLocks noGrp="1"/>
          </p:cNvSpPr>
          <p:nvPr/>
        </p:nvSpPr>
        <p:spPr>
          <a:xfrm>
            <a:off x="1541726" y="609776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" name="A1_bar_GT_9551">
            <a:extLst>
              <a:ext uri="{FF2B5EF4-FFF2-40B4-BE49-F238E27FC236}">
                <a16:creationId xmlns:a16="http://schemas.microsoft.com/office/drawing/2014/main" id="{2EC8A8C0-20B9-4D18-9293-5545E611897E}"/>
              </a:ext>
            </a:extLst>
          </p:cNvPr>
          <p:cNvSpPr>
            <a:spLocks noGrp="1"/>
          </p:cNvSpPr>
          <p:nvPr/>
        </p:nvSpPr>
        <p:spPr>
          <a:xfrm>
            <a:off x="1509020" y="49902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" name="A1_bar_GT_9552">
            <a:extLst>
              <a:ext uri="{FF2B5EF4-FFF2-40B4-BE49-F238E27FC236}">
                <a16:creationId xmlns:a16="http://schemas.microsoft.com/office/drawing/2014/main" id="{2368498E-CC20-4AC8-A305-85A7A505FEB9}"/>
              </a:ext>
            </a:extLst>
          </p:cNvPr>
          <p:cNvSpPr>
            <a:spLocks noGrp="1"/>
          </p:cNvSpPr>
          <p:nvPr/>
        </p:nvSpPr>
        <p:spPr>
          <a:xfrm>
            <a:off x="1644172" y="393546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" name="A1_bar_GT_9553">
            <a:extLst>
              <a:ext uri="{FF2B5EF4-FFF2-40B4-BE49-F238E27FC236}">
                <a16:creationId xmlns:a16="http://schemas.microsoft.com/office/drawing/2014/main" id="{43EE5233-13EB-45AA-98F1-18E6BE07BB54}"/>
              </a:ext>
            </a:extLst>
          </p:cNvPr>
          <p:cNvSpPr>
            <a:spLocks noGrp="1"/>
          </p:cNvSpPr>
          <p:nvPr/>
        </p:nvSpPr>
        <p:spPr>
          <a:xfrm>
            <a:off x="1648384" y="38999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" name="A1_bar_GT_9554">
            <a:extLst>
              <a:ext uri="{FF2B5EF4-FFF2-40B4-BE49-F238E27FC236}">
                <a16:creationId xmlns:a16="http://schemas.microsoft.com/office/drawing/2014/main" id="{3AB87FB5-993A-4005-9126-F45993AFB66A}"/>
              </a:ext>
            </a:extLst>
          </p:cNvPr>
          <p:cNvSpPr>
            <a:spLocks noGrp="1"/>
          </p:cNvSpPr>
          <p:nvPr/>
        </p:nvSpPr>
        <p:spPr>
          <a:xfrm>
            <a:off x="1578352" y="583896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" name="A1_bar_GT_9555">
            <a:extLst>
              <a:ext uri="{FF2B5EF4-FFF2-40B4-BE49-F238E27FC236}">
                <a16:creationId xmlns:a16="http://schemas.microsoft.com/office/drawing/2014/main" id="{E8A7F580-847C-424B-B43F-9A44C9165AD5}"/>
              </a:ext>
            </a:extLst>
          </p:cNvPr>
          <p:cNvSpPr>
            <a:spLocks noGrp="1"/>
          </p:cNvSpPr>
          <p:nvPr/>
        </p:nvSpPr>
        <p:spPr>
          <a:xfrm>
            <a:off x="1634113" y="3691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" name="A1_bar_GT_9556">
            <a:extLst>
              <a:ext uri="{FF2B5EF4-FFF2-40B4-BE49-F238E27FC236}">
                <a16:creationId xmlns:a16="http://schemas.microsoft.com/office/drawing/2014/main" id="{4D1B4E90-3558-43AB-ACB3-3322A32E3829}"/>
              </a:ext>
            </a:extLst>
          </p:cNvPr>
          <p:cNvSpPr>
            <a:spLocks noGrp="1"/>
          </p:cNvSpPr>
          <p:nvPr/>
        </p:nvSpPr>
        <p:spPr>
          <a:xfrm>
            <a:off x="1455777" y="35738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" name="A1_bar_GT_9557">
            <a:extLst>
              <a:ext uri="{FF2B5EF4-FFF2-40B4-BE49-F238E27FC236}">
                <a16:creationId xmlns:a16="http://schemas.microsoft.com/office/drawing/2014/main" id="{BFA4EB63-DFC7-4BAE-9227-63C903555306}"/>
              </a:ext>
            </a:extLst>
          </p:cNvPr>
          <p:cNvSpPr>
            <a:spLocks noGrp="1"/>
          </p:cNvSpPr>
          <p:nvPr/>
        </p:nvSpPr>
        <p:spPr>
          <a:xfrm>
            <a:off x="1450150" y="32236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" name="A1_bar_GT_9558">
            <a:extLst>
              <a:ext uri="{FF2B5EF4-FFF2-40B4-BE49-F238E27FC236}">
                <a16:creationId xmlns:a16="http://schemas.microsoft.com/office/drawing/2014/main" id="{50FE03EA-FA90-4C39-B478-F2005B56DC0E}"/>
              </a:ext>
            </a:extLst>
          </p:cNvPr>
          <p:cNvSpPr>
            <a:spLocks noGrp="1"/>
          </p:cNvSpPr>
          <p:nvPr/>
        </p:nvSpPr>
        <p:spPr>
          <a:xfrm>
            <a:off x="1579435" y="34208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" name="A1_bar_GT_9559">
            <a:extLst>
              <a:ext uri="{FF2B5EF4-FFF2-40B4-BE49-F238E27FC236}">
                <a16:creationId xmlns:a16="http://schemas.microsoft.com/office/drawing/2014/main" id="{E0D269F1-8277-48D4-B697-01DB617093CA}"/>
              </a:ext>
            </a:extLst>
          </p:cNvPr>
          <p:cNvSpPr>
            <a:spLocks noGrp="1"/>
          </p:cNvSpPr>
          <p:nvPr/>
        </p:nvSpPr>
        <p:spPr>
          <a:xfrm>
            <a:off x="1489081" y="519795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" name="A1_bar_GT_9560">
            <a:extLst>
              <a:ext uri="{FF2B5EF4-FFF2-40B4-BE49-F238E27FC236}">
                <a16:creationId xmlns:a16="http://schemas.microsoft.com/office/drawing/2014/main" id="{55A43214-45D8-41C5-A818-A0CAFE571364}"/>
              </a:ext>
            </a:extLst>
          </p:cNvPr>
          <p:cNvSpPr>
            <a:spLocks noGrp="1"/>
          </p:cNvSpPr>
          <p:nvPr/>
        </p:nvSpPr>
        <p:spPr>
          <a:xfrm>
            <a:off x="1583300" y="4301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" name="A1_bar_GT_9561">
            <a:extLst>
              <a:ext uri="{FF2B5EF4-FFF2-40B4-BE49-F238E27FC236}">
                <a16:creationId xmlns:a16="http://schemas.microsoft.com/office/drawing/2014/main" id="{7B85A9D7-6085-44AC-97C3-685A442E93C5}"/>
              </a:ext>
            </a:extLst>
          </p:cNvPr>
          <p:cNvSpPr>
            <a:spLocks noGrp="1"/>
          </p:cNvSpPr>
          <p:nvPr/>
        </p:nvSpPr>
        <p:spPr>
          <a:xfrm>
            <a:off x="1451255" y="4730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" name="A1_bar_GT_9562">
            <a:extLst>
              <a:ext uri="{FF2B5EF4-FFF2-40B4-BE49-F238E27FC236}">
                <a16:creationId xmlns:a16="http://schemas.microsoft.com/office/drawing/2014/main" id="{3C7E562C-9EC0-473C-B3FF-7B4EC7DB0C2F}"/>
              </a:ext>
            </a:extLst>
          </p:cNvPr>
          <p:cNvSpPr>
            <a:spLocks noGrp="1"/>
          </p:cNvSpPr>
          <p:nvPr/>
        </p:nvSpPr>
        <p:spPr>
          <a:xfrm>
            <a:off x="1508416" y="45909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" name="A1_bar_GT_9563">
            <a:extLst>
              <a:ext uri="{FF2B5EF4-FFF2-40B4-BE49-F238E27FC236}">
                <a16:creationId xmlns:a16="http://schemas.microsoft.com/office/drawing/2014/main" id="{932002EE-E4E1-4005-ACD9-9818F41AEFA5}"/>
              </a:ext>
            </a:extLst>
          </p:cNvPr>
          <p:cNvSpPr>
            <a:spLocks noGrp="1"/>
          </p:cNvSpPr>
          <p:nvPr/>
        </p:nvSpPr>
        <p:spPr>
          <a:xfrm>
            <a:off x="1658524" y="379708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" name="A1_bar_GT_9564">
            <a:extLst>
              <a:ext uri="{FF2B5EF4-FFF2-40B4-BE49-F238E27FC236}">
                <a16:creationId xmlns:a16="http://schemas.microsoft.com/office/drawing/2014/main" id="{0132D025-6BED-45FA-91AD-BBC264902D8F}"/>
              </a:ext>
            </a:extLst>
          </p:cNvPr>
          <p:cNvSpPr>
            <a:spLocks noGrp="1"/>
          </p:cNvSpPr>
          <p:nvPr/>
        </p:nvSpPr>
        <p:spPr>
          <a:xfrm>
            <a:off x="1616342" y="34374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" name="A1_bar_GT_9565">
            <a:extLst>
              <a:ext uri="{FF2B5EF4-FFF2-40B4-BE49-F238E27FC236}">
                <a16:creationId xmlns:a16="http://schemas.microsoft.com/office/drawing/2014/main" id="{F17CC855-9200-4098-A3C8-72909C92C0C2}"/>
              </a:ext>
            </a:extLst>
          </p:cNvPr>
          <p:cNvSpPr>
            <a:spLocks noGrp="1"/>
          </p:cNvSpPr>
          <p:nvPr/>
        </p:nvSpPr>
        <p:spPr>
          <a:xfrm>
            <a:off x="1433516" y="47795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" name="A1_bar_GT_9566">
            <a:extLst>
              <a:ext uri="{FF2B5EF4-FFF2-40B4-BE49-F238E27FC236}">
                <a16:creationId xmlns:a16="http://schemas.microsoft.com/office/drawing/2014/main" id="{AE4C5BBE-7EB3-46CD-B5E3-984A59968068}"/>
              </a:ext>
            </a:extLst>
          </p:cNvPr>
          <p:cNvSpPr>
            <a:spLocks noGrp="1"/>
          </p:cNvSpPr>
          <p:nvPr/>
        </p:nvSpPr>
        <p:spPr>
          <a:xfrm>
            <a:off x="1595102" y="353279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" name="A1_bar_GT_9567">
            <a:extLst>
              <a:ext uri="{FF2B5EF4-FFF2-40B4-BE49-F238E27FC236}">
                <a16:creationId xmlns:a16="http://schemas.microsoft.com/office/drawing/2014/main" id="{D9DF4506-41DE-43BB-AE5A-D322854BBF10}"/>
              </a:ext>
            </a:extLst>
          </p:cNvPr>
          <p:cNvSpPr>
            <a:spLocks noGrp="1"/>
          </p:cNvSpPr>
          <p:nvPr/>
        </p:nvSpPr>
        <p:spPr>
          <a:xfrm>
            <a:off x="1543789" y="55838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" name="A1_bar_GT_9568">
            <a:extLst>
              <a:ext uri="{FF2B5EF4-FFF2-40B4-BE49-F238E27FC236}">
                <a16:creationId xmlns:a16="http://schemas.microsoft.com/office/drawing/2014/main" id="{DCF999B9-81BF-42C9-A7C9-663257432BC6}"/>
              </a:ext>
            </a:extLst>
          </p:cNvPr>
          <p:cNvSpPr>
            <a:spLocks noGrp="1"/>
          </p:cNvSpPr>
          <p:nvPr/>
        </p:nvSpPr>
        <p:spPr>
          <a:xfrm>
            <a:off x="1435006" y="36721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" name="A1_bar_GT_9569">
            <a:extLst>
              <a:ext uri="{FF2B5EF4-FFF2-40B4-BE49-F238E27FC236}">
                <a16:creationId xmlns:a16="http://schemas.microsoft.com/office/drawing/2014/main" id="{DB07AC9B-C744-48DA-84CF-77BDCEA36C69}"/>
              </a:ext>
            </a:extLst>
          </p:cNvPr>
          <p:cNvSpPr>
            <a:spLocks noGrp="1"/>
          </p:cNvSpPr>
          <p:nvPr/>
        </p:nvSpPr>
        <p:spPr>
          <a:xfrm>
            <a:off x="1440255" y="43552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" name="A1_bar_GT_9570">
            <a:extLst>
              <a:ext uri="{FF2B5EF4-FFF2-40B4-BE49-F238E27FC236}">
                <a16:creationId xmlns:a16="http://schemas.microsoft.com/office/drawing/2014/main" id="{1E868836-2E53-410C-A9DC-5000A775F211}"/>
              </a:ext>
            </a:extLst>
          </p:cNvPr>
          <p:cNvSpPr>
            <a:spLocks noGrp="1"/>
          </p:cNvSpPr>
          <p:nvPr/>
        </p:nvSpPr>
        <p:spPr>
          <a:xfrm>
            <a:off x="1412282" y="3284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" name="A1_bar_GT_9571">
            <a:extLst>
              <a:ext uri="{FF2B5EF4-FFF2-40B4-BE49-F238E27FC236}">
                <a16:creationId xmlns:a16="http://schemas.microsoft.com/office/drawing/2014/main" id="{E6998876-2AE0-40A7-94B0-4E5CA64131ED}"/>
              </a:ext>
            </a:extLst>
          </p:cNvPr>
          <p:cNvSpPr>
            <a:spLocks noGrp="1"/>
          </p:cNvSpPr>
          <p:nvPr/>
        </p:nvSpPr>
        <p:spPr>
          <a:xfrm>
            <a:off x="1407304" y="34876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" name="A1_bar_GT_9572">
            <a:extLst>
              <a:ext uri="{FF2B5EF4-FFF2-40B4-BE49-F238E27FC236}">
                <a16:creationId xmlns:a16="http://schemas.microsoft.com/office/drawing/2014/main" id="{01546DC0-C034-4EA2-8904-339199A1AACB}"/>
              </a:ext>
            </a:extLst>
          </p:cNvPr>
          <p:cNvSpPr>
            <a:spLocks noGrp="1"/>
          </p:cNvSpPr>
          <p:nvPr/>
        </p:nvSpPr>
        <p:spPr>
          <a:xfrm>
            <a:off x="1642267" y="39260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" name="A1_bar_GT_9573">
            <a:extLst>
              <a:ext uri="{FF2B5EF4-FFF2-40B4-BE49-F238E27FC236}">
                <a16:creationId xmlns:a16="http://schemas.microsoft.com/office/drawing/2014/main" id="{5AE92308-0756-4C1B-8CDD-08BE282D9B6B}"/>
              </a:ext>
            </a:extLst>
          </p:cNvPr>
          <p:cNvSpPr>
            <a:spLocks noGrp="1"/>
          </p:cNvSpPr>
          <p:nvPr/>
        </p:nvSpPr>
        <p:spPr>
          <a:xfrm>
            <a:off x="1491752" y="459393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" name="A1_bar_GT_9574">
            <a:extLst>
              <a:ext uri="{FF2B5EF4-FFF2-40B4-BE49-F238E27FC236}">
                <a16:creationId xmlns:a16="http://schemas.microsoft.com/office/drawing/2014/main" id="{988EC174-F27B-4736-BCC8-9EC7D7F5543B}"/>
              </a:ext>
            </a:extLst>
          </p:cNvPr>
          <p:cNvSpPr>
            <a:spLocks noGrp="1"/>
          </p:cNvSpPr>
          <p:nvPr/>
        </p:nvSpPr>
        <p:spPr>
          <a:xfrm>
            <a:off x="1510768" y="48804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" name="A1_bar_GT_9575">
            <a:extLst>
              <a:ext uri="{FF2B5EF4-FFF2-40B4-BE49-F238E27FC236}">
                <a16:creationId xmlns:a16="http://schemas.microsoft.com/office/drawing/2014/main" id="{CF3B4369-F562-4B04-BB3D-226AFD8D727B}"/>
              </a:ext>
            </a:extLst>
          </p:cNvPr>
          <p:cNvSpPr>
            <a:spLocks noGrp="1"/>
          </p:cNvSpPr>
          <p:nvPr/>
        </p:nvSpPr>
        <p:spPr>
          <a:xfrm>
            <a:off x="1589417" y="4450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" name="A1_bar_GT_9576">
            <a:extLst>
              <a:ext uri="{FF2B5EF4-FFF2-40B4-BE49-F238E27FC236}">
                <a16:creationId xmlns:a16="http://schemas.microsoft.com/office/drawing/2014/main" id="{2352153D-1CE9-4509-9374-B104647DDBEE}"/>
              </a:ext>
            </a:extLst>
          </p:cNvPr>
          <p:cNvSpPr>
            <a:spLocks noGrp="1"/>
          </p:cNvSpPr>
          <p:nvPr/>
        </p:nvSpPr>
        <p:spPr>
          <a:xfrm>
            <a:off x="1604511" y="38144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" name="A1_bar_GT_9577">
            <a:extLst>
              <a:ext uri="{FF2B5EF4-FFF2-40B4-BE49-F238E27FC236}">
                <a16:creationId xmlns:a16="http://schemas.microsoft.com/office/drawing/2014/main" id="{C98A2A2A-AE03-46DB-BEB8-D901942AB08F}"/>
              </a:ext>
            </a:extLst>
          </p:cNvPr>
          <p:cNvSpPr>
            <a:spLocks noGrp="1"/>
          </p:cNvSpPr>
          <p:nvPr/>
        </p:nvSpPr>
        <p:spPr>
          <a:xfrm>
            <a:off x="1453587" y="34125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" name="A1_bar_GT_9578">
            <a:extLst>
              <a:ext uri="{FF2B5EF4-FFF2-40B4-BE49-F238E27FC236}">
                <a16:creationId xmlns:a16="http://schemas.microsoft.com/office/drawing/2014/main" id="{FF536319-4EA9-4A6D-9DA3-E747AAFAE62B}"/>
              </a:ext>
            </a:extLst>
          </p:cNvPr>
          <p:cNvSpPr>
            <a:spLocks noGrp="1"/>
          </p:cNvSpPr>
          <p:nvPr/>
        </p:nvSpPr>
        <p:spPr>
          <a:xfrm>
            <a:off x="1574619" y="45329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" name="A1_bar_GT_9579">
            <a:extLst>
              <a:ext uri="{FF2B5EF4-FFF2-40B4-BE49-F238E27FC236}">
                <a16:creationId xmlns:a16="http://schemas.microsoft.com/office/drawing/2014/main" id="{24F496FB-2FFB-4CC0-A0D4-F35A0EC8524D}"/>
              </a:ext>
            </a:extLst>
          </p:cNvPr>
          <p:cNvSpPr>
            <a:spLocks noGrp="1"/>
          </p:cNvSpPr>
          <p:nvPr/>
        </p:nvSpPr>
        <p:spPr>
          <a:xfrm>
            <a:off x="1508907" y="3867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" name="A1_bar_GT_9580">
            <a:extLst>
              <a:ext uri="{FF2B5EF4-FFF2-40B4-BE49-F238E27FC236}">
                <a16:creationId xmlns:a16="http://schemas.microsoft.com/office/drawing/2014/main" id="{60DA56AA-49FC-4495-9055-FB095AA20D8B}"/>
              </a:ext>
            </a:extLst>
          </p:cNvPr>
          <p:cNvSpPr>
            <a:spLocks noGrp="1"/>
          </p:cNvSpPr>
          <p:nvPr/>
        </p:nvSpPr>
        <p:spPr>
          <a:xfrm>
            <a:off x="1438150" y="345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" name="A1_bar_GT_9581">
            <a:extLst>
              <a:ext uri="{FF2B5EF4-FFF2-40B4-BE49-F238E27FC236}">
                <a16:creationId xmlns:a16="http://schemas.microsoft.com/office/drawing/2014/main" id="{5A9B76AF-2F1F-4E52-A36B-E4EE98733ABF}"/>
              </a:ext>
            </a:extLst>
          </p:cNvPr>
          <p:cNvSpPr>
            <a:spLocks noGrp="1"/>
          </p:cNvSpPr>
          <p:nvPr/>
        </p:nvSpPr>
        <p:spPr>
          <a:xfrm>
            <a:off x="1570097" y="43957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" name="A1_bar_GT_9582">
            <a:extLst>
              <a:ext uri="{FF2B5EF4-FFF2-40B4-BE49-F238E27FC236}">
                <a16:creationId xmlns:a16="http://schemas.microsoft.com/office/drawing/2014/main" id="{8AE7798A-646E-4A7E-9243-D3B72F72A781}"/>
              </a:ext>
            </a:extLst>
          </p:cNvPr>
          <p:cNvSpPr>
            <a:spLocks noGrp="1"/>
          </p:cNvSpPr>
          <p:nvPr/>
        </p:nvSpPr>
        <p:spPr>
          <a:xfrm>
            <a:off x="1591797" y="47036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" name="A1_bar_GT_9583">
            <a:extLst>
              <a:ext uri="{FF2B5EF4-FFF2-40B4-BE49-F238E27FC236}">
                <a16:creationId xmlns:a16="http://schemas.microsoft.com/office/drawing/2014/main" id="{E51FC4FF-E169-442F-9E31-361BAD381E08}"/>
              </a:ext>
            </a:extLst>
          </p:cNvPr>
          <p:cNvSpPr>
            <a:spLocks noGrp="1"/>
          </p:cNvSpPr>
          <p:nvPr/>
        </p:nvSpPr>
        <p:spPr>
          <a:xfrm>
            <a:off x="1610103" y="47401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" name="A1_bar_GT_9584">
            <a:extLst>
              <a:ext uri="{FF2B5EF4-FFF2-40B4-BE49-F238E27FC236}">
                <a16:creationId xmlns:a16="http://schemas.microsoft.com/office/drawing/2014/main" id="{C9E5F22B-CA26-41DA-A763-363BF2FB647C}"/>
              </a:ext>
            </a:extLst>
          </p:cNvPr>
          <p:cNvSpPr>
            <a:spLocks noGrp="1"/>
          </p:cNvSpPr>
          <p:nvPr/>
        </p:nvSpPr>
        <p:spPr>
          <a:xfrm>
            <a:off x="1419706" y="48333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" name="A1_bar_GT_9585">
            <a:extLst>
              <a:ext uri="{FF2B5EF4-FFF2-40B4-BE49-F238E27FC236}">
                <a16:creationId xmlns:a16="http://schemas.microsoft.com/office/drawing/2014/main" id="{369CFBEE-F831-4934-917C-04071EE608A7}"/>
              </a:ext>
            </a:extLst>
          </p:cNvPr>
          <p:cNvSpPr>
            <a:spLocks noGrp="1"/>
          </p:cNvSpPr>
          <p:nvPr/>
        </p:nvSpPr>
        <p:spPr>
          <a:xfrm>
            <a:off x="1518488" y="466616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" name="A1_bar_GT_9586">
            <a:extLst>
              <a:ext uri="{FF2B5EF4-FFF2-40B4-BE49-F238E27FC236}">
                <a16:creationId xmlns:a16="http://schemas.microsoft.com/office/drawing/2014/main" id="{E8C518B6-DBFD-4947-8A93-064AC830B2F4}"/>
              </a:ext>
            </a:extLst>
          </p:cNvPr>
          <p:cNvSpPr>
            <a:spLocks noGrp="1"/>
          </p:cNvSpPr>
          <p:nvPr/>
        </p:nvSpPr>
        <p:spPr>
          <a:xfrm>
            <a:off x="29882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" name="A1_bar_GT_9587">
            <a:extLst>
              <a:ext uri="{FF2B5EF4-FFF2-40B4-BE49-F238E27FC236}">
                <a16:creationId xmlns:a16="http://schemas.microsoft.com/office/drawing/2014/main" id="{879972CC-B02B-4AB9-96B7-0396BF782A8C}"/>
              </a:ext>
            </a:extLst>
          </p:cNvPr>
          <p:cNvSpPr>
            <a:spLocks noGrp="1"/>
          </p:cNvSpPr>
          <p:nvPr/>
        </p:nvSpPr>
        <p:spPr>
          <a:xfrm>
            <a:off x="321370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" name="A1_bar_GT_9588">
            <a:extLst>
              <a:ext uri="{FF2B5EF4-FFF2-40B4-BE49-F238E27FC236}">
                <a16:creationId xmlns:a16="http://schemas.microsoft.com/office/drawing/2014/main" id="{B06F956D-0CCB-4DD3-B8E8-5872279DDC45}"/>
              </a:ext>
            </a:extLst>
          </p:cNvPr>
          <p:cNvSpPr>
            <a:spLocks noGrp="1"/>
          </p:cNvSpPr>
          <p:nvPr/>
        </p:nvSpPr>
        <p:spPr>
          <a:xfrm>
            <a:off x="31909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" name="A1_bar_GT_9589">
            <a:extLst>
              <a:ext uri="{FF2B5EF4-FFF2-40B4-BE49-F238E27FC236}">
                <a16:creationId xmlns:a16="http://schemas.microsoft.com/office/drawing/2014/main" id="{73B773C4-813B-40B9-937F-D0B18B3730FD}"/>
              </a:ext>
            </a:extLst>
          </p:cNvPr>
          <p:cNvSpPr>
            <a:spLocks noGrp="1"/>
          </p:cNvSpPr>
          <p:nvPr/>
        </p:nvSpPr>
        <p:spPr>
          <a:xfrm>
            <a:off x="3014690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" name="A1_bar_GT_9590">
            <a:extLst>
              <a:ext uri="{FF2B5EF4-FFF2-40B4-BE49-F238E27FC236}">
                <a16:creationId xmlns:a16="http://schemas.microsoft.com/office/drawing/2014/main" id="{175831F7-AA28-456F-9AB2-27C9602F9691}"/>
              </a:ext>
            </a:extLst>
          </p:cNvPr>
          <p:cNvSpPr>
            <a:spLocks noGrp="1"/>
          </p:cNvSpPr>
          <p:nvPr/>
        </p:nvSpPr>
        <p:spPr>
          <a:xfrm>
            <a:off x="3220566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" name="A1_bar_GT_9591">
            <a:extLst>
              <a:ext uri="{FF2B5EF4-FFF2-40B4-BE49-F238E27FC236}">
                <a16:creationId xmlns:a16="http://schemas.microsoft.com/office/drawing/2014/main" id="{5E0D62E4-4770-4F2B-9F38-A70C66DC188C}"/>
              </a:ext>
            </a:extLst>
          </p:cNvPr>
          <p:cNvSpPr>
            <a:spLocks noGrp="1"/>
          </p:cNvSpPr>
          <p:nvPr/>
        </p:nvSpPr>
        <p:spPr>
          <a:xfrm>
            <a:off x="302928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" name="A1_bar_GT_9592">
            <a:extLst>
              <a:ext uri="{FF2B5EF4-FFF2-40B4-BE49-F238E27FC236}">
                <a16:creationId xmlns:a16="http://schemas.microsoft.com/office/drawing/2014/main" id="{C1A4A699-8A68-4D0C-8DAC-D7061349687D}"/>
              </a:ext>
            </a:extLst>
          </p:cNvPr>
          <p:cNvSpPr>
            <a:spLocks noGrp="1"/>
          </p:cNvSpPr>
          <p:nvPr/>
        </p:nvSpPr>
        <p:spPr>
          <a:xfrm>
            <a:off x="31336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" name="A1_bar_GT_9593">
            <a:extLst>
              <a:ext uri="{FF2B5EF4-FFF2-40B4-BE49-F238E27FC236}">
                <a16:creationId xmlns:a16="http://schemas.microsoft.com/office/drawing/2014/main" id="{623BC86B-507C-4085-8209-4D86DA81B3CC}"/>
              </a:ext>
            </a:extLst>
          </p:cNvPr>
          <p:cNvSpPr>
            <a:spLocks noGrp="1"/>
          </p:cNvSpPr>
          <p:nvPr/>
        </p:nvSpPr>
        <p:spPr>
          <a:xfrm>
            <a:off x="299251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" name="A1_bar_GT_9594">
            <a:extLst>
              <a:ext uri="{FF2B5EF4-FFF2-40B4-BE49-F238E27FC236}">
                <a16:creationId xmlns:a16="http://schemas.microsoft.com/office/drawing/2014/main" id="{A2FFAB14-73F6-40A0-9F26-6814D04CE892}"/>
              </a:ext>
            </a:extLst>
          </p:cNvPr>
          <p:cNvSpPr>
            <a:spLocks noGrp="1"/>
          </p:cNvSpPr>
          <p:nvPr/>
        </p:nvSpPr>
        <p:spPr>
          <a:xfrm>
            <a:off x="3017347" y="495780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" name="A1_bar_GT_9595">
            <a:extLst>
              <a:ext uri="{FF2B5EF4-FFF2-40B4-BE49-F238E27FC236}">
                <a16:creationId xmlns:a16="http://schemas.microsoft.com/office/drawing/2014/main" id="{6AB42211-8D07-40A4-B262-B5E386654745}"/>
              </a:ext>
            </a:extLst>
          </p:cNvPr>
          <p:cNvSpPr>
            <a:spLocks noGrp="1"/>
          </p:cNvSpPr>
          <p:nvPr/>
        </p:nvSpPr>
        <p:spPr>
          <a:xfrm>
            <a:off x="31946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" name="A1_bar_GT_9596">
            <a:extLst>
              <a:ext uri="{FF2B5EF4-FFF2-40B4-BE49-F238E27FC236}">
                <a16:creationId xmlns:a16="http://schemas.microsoft.com/office/drawing/2014/main" id="{819ED337-8AF4-42D4-AD9F-A3A81DB0B4EE}"/>
              </a:ext>
            </a:extLst>
          </p:cNvPr>
          <p:cNvSpPr>
            <a:spLocks noGrp="1"/>
          </p:cNvSpPr>
          <p:nvPr/>
        </p:nvSpPr>
        <p:spPr>
          <a:xfrm>
            <a:off x="3037625" y="4335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" name="A1_bar_GT_9597">
            <a:extLst>
              <a:ext uri="{FF2B5EF4-FFF2-40B4-BE49-F238E27FC236}">
                <a16:creationId xmlns:a16="http://schemas.microsoft.com/office/drawing/2014/main" id="{B9E7D9D0-0437-46D5-8B2B-18CD440FAC90}"/>
              </a:ext>
            </a:extLst>
          </p:cNvPr>
          <p:cNvSpPr>
            <a:spLocks noGrp="1"/>
          </p:cNvSpPr>
          <p:nvPr/>
        </p:nvSpPr>
        <p:spPr>
          <a:xfrm>
            <a:off x="314410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" name="A1_bar_GT_9598">
            <a:extLst>
              <a:ext uri="{FF2B5EF4-FFF2-40B4-BE49-F238E27FC236}">
                <a16:creationId xmlns:a16="http://schemas.microsoft.com/office/drawing/2014/main" id="{F298D3FF-5DC3-4340-9C0A-F4CF80CFBF4D}"/>
              </a:ext>
            </a:extLst>
          </p:cNvPr>
          <p:cNvSpPr>
            <a:spLocks noGrp="1"/>
          </p:cNvSpPr>
          <p:nvPr/>
        </p:nvSpPr>
        <p:spPr>
          <a:xfrm>
            <a:off x="31178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" name="A1_bar_GT_9599">
            <a:extLst>
              <a:ext uri="{FF2B5EF4-FFF2-40B4-BE49-F238E27FC236}">
                <a16:creationId xmlns:a16="http://schemas.microsoft.com/office/drawing/2014/main" id="{2B3668B9-F40F-43AF-8CDB-90C90B812039}"/>
              </a:ext>
            </a:extLst>
          </p:cNvPr>
          <p:cNvSpPr>
            <a:spLocks noGrp="1"/>
          </p:cNvSpPr>
          <p:nvPr/>
        </p:nvSpPr>
        <p:spPr>
          <a:xfrm>
            <a:off x="2999599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" name="A1_bar_GT_9600">
            <a:extLst>
              <a:ext uri="{FF2B5EF4-FFF2-40B4-BE49-F238E27FC236}">
                <a16:creationId xmlns:a16="http://schemas.microsoft.com/office/drawing/2014/main" id="{BE48017D-0EC1-414A-9FAF-1A78A8052993}"/>
              </a:ext>
            </a:extLst>
          </p:cNvPr>
          <p:cNvSpPr>
            <a:spLocks noGrp="1"/>
          </p:cNvSpPr>
          <p:nvPr/>
        </p:nvSpPr>
        <p:spPr>
          <a:xfrm>
            <a:off x="315296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" name="A1_bar_GT_9601">
            <a:extLst>
              <a:ext uri="{FF2B5EF4-FFF2-40B4-BE49-F238E27FC236}">
                <a16:creationId xmlns:a16="http://schemas.microsoft.com/office/drawing/2014/main" id="{32069A1F-E2CF-47BD-BD67-862BFE460C69}"/>
              </a:ext>
            </a:extLst>
          </p:cNvPr>
          <p:cNvSpPr>
            <a:spLocks noGrp="1"/>
          </p:cNvSpPr>
          <p:nvPr/>
        </p:nvSpPr>
        <p:spPr>
          <a:xfrm>
            <a:off x="299754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" name="A1_bar_GT_9602">
            <a:extLst>
              <a:ext uri="{FF2B5EF4-FFF2-40B4-BE49-F238E27FC236}">
                <a16:creationId xmlns:a16="http://schemas.microsoft.com/office/drawing/2014/main" id="{545C442D-5479-4F36-811C-B47CE652C7C7}"/>
              </a:ext>
            </a:extLst>
          </p:cNvPr>
          <p:cNvSpPr>
            <a:spLocks noGrp="1"/>
          </p:cNvSpPr>
          <p:nvPr/>
        </p:nvSpPr>
        <p:spPr>
          <a:xfrm>
            <a:off x="307729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" name="A1_bar_GT_9603">
            <a:extLst>
              <a:ext uri="{FF2B5EF4-FFF2-40B4-BE49-F238E27FC236}">
                <a16:creationId xmlns:a16="http://schemas.microsoft.com/office/drawing/2014/main" id="{363BEEB1-FF59-418F-A108-D5C0F8A0CF42}"/>
              </a:ext>
            </a:extLst>
          </p:cNvPr>
          <p:cNvSpPr>
            <a:spLocks noGrp="1"/>
          </p:cNvSpPr>
          <p:nvPr/>
        </p:nvSpPr>
        <p:spPr>
          <a:xfrm>
            <a:off x="31805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" name="A1_bar_GT_9604">
            <a:extLst>
              <a:ext uri="{FF2B5EF4-FFF2-40B4-BE49-F238E27FC236}">
                <a16:creationId xmlns:a16="http://schemas.microsoft.com/office/drawing/2014/main" id="{C4A8ED1B-6399-4DCA-A3E9-980E8EBEE8CB}"/>
              </a:ext>
            </a:extLst>
          </p:cNvPr>
          <p:cNvSpPr>
            <a:spLocks noGrp="1"/>
          </p:cNvSpPr>
          <p:nvPr/>
        </p:nvSpPr>
        <p:spPr>
          <a:xfrm>
            <a:off x="30300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" name="A1_bar_GT_9605">
            <a:extLst>
              <a:ext uri="{FF2B5EF4-FFF2-40B4-BE49-F238E27FC236}">
                <a16:creationId xmlns:a16="http://schemas.microsoft.com/office/drawing/2014/main" id="{475B3CFF-EB25-4AE9-8657-D8ED6D13AC40}"/>
              </a:ext>
            </a:extLst>
          </p:cNvPr>
          <p:cNvSpPr>
            <a:spLocks noGrp="1"/>
          </p:cNvSpPr>
          <p:nvPr/>
        </p:nvSpPr>
        <p:spPr>
          <a:xfrm>
            <a:off x="300486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" name="A1_bar_GT_9606">
            <a:extLst>
              <a:ext uri="{FF2B5EF4-FFF2-40B4-BE49-F238E27FC236}">
                <a16:creationId xmlns:a16="http://schemas.microsoft.com/office/drawing/2014/main" id="{8604DA6B-5AE2-41E8-B3EA-32C238853F70}"/>
              </a:ext>
            </a:extLst>
          </p:cNvPr>
          <p:cNvSpPr>
            <a:spLocks noGrp="1"/>
          </p:cNvSpPr>
          <p:nvPr/>
        </p:nvSpPr>
        <p:spPr>
          <a:xfrm>
            <a:off x="2987945" y="41744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" name="A1_bar_GT_9607">
            <a:extLst>
              <a:ext uri="{FF2B5EF4-FFF2-40B4-BE49-F238E27FC236}">
                <a16:creationId xmlns:a16="http://schemas.microsoft.com/office/drawing/2014/main" id="{08730F13-FFCC-4479-A501-0A546A36907B}"/>
              </a:ext>
            </a:extLst>
          </p:cNvPr>
          <p:cNvSpPr>
            <a:spLocks noGrp="1"/>
          </p:cNvSpPr>
          <p:nvPr/>
        </p:nvSpPr>
        <p:spPr>
          <a:xfrm>
            <a:off x="310296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" name="A1_bar_GT_9608">
            <a:extLst>
              <a:ext uri="{FF2B5EF4-FFF2-40B4-BE49-F238E27FC236}">
                <a16:creationId xmlns:a16="http://schemas.microsoft.com/office/drawing/2014/main" id="{9189F4DE-9EC2-4BEC-8633-FEA9F50DC905}"/>
              </a:ext>
            </a:extLst>
          </p:cNvPr>
          <p:cNvSpPr>
            <a:spLocks noGrp="1"/>
          </p:cNvSpPr>
          <p:nvPr/>
        </p:nvSpPr>
        <p:spPr>
          <a:xfrm>
            <a:off x="3198666" y="35799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" name="A1_bar_GT_9609">
            <a:extLst>
              <a:ext uri="{FF2B5EF4-FFF2-40B4-BE49-F238E27FC236}">
                <a16:creationId xmlns:a16="http://schemas.microsoft.com/office/drawing/2014/main" id="{E2F2D73C-541F-419C-AF41-C2A6BB063278}"/>
              </a:ext>
            </a:extLst>
          </p:cNvPr>
          <p:cNvSpPr>
            <a:spLocks noGrp="1"/>
          </p:cNvSpPr>
          <p:nvPr/>
        </p:nvSpPr>
        <p:spPr>
          <a:xfrm>
            <a:off x="3100649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" name="A1_bar_GT_9610">
            <a:extLst>
              <a:ext uri="{FF2B5EF4-FFF2-40B4-BE49-F238E27FC236}">
                <a16:creationId xmlns:a16="http://schemas.microsoft.com/office/drawing/2014/main" id="{FED3517E-122C-4565-A554-B8A3CDD8B666}"/>
              </a:ext>
            </a:extLst>
          </p:cNvPr>
          <p:cNvSpPr>
            <a:spLocks noGrp="1"/>
          </p:cNvSpPr>
          <p:nvPr/>
        </p:nvSpPr>
        <p:spPr>
          <a:xfrm>
            <a:off x="3130800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" name="A1_bar_GT_9611">
            <a:extLst>
              <a:ext uri="{FF2B5EF4-FFF2-40B4-BE49-F238E27FC236}">
                <a16:creationId xmlns:a16="http://schemas.microsoft.com/office/drawing/2014/main" id="{2B0C26FE-1696-4AB0-8E5D-4ADA4E0FC7A3}"/>
              </a:ext>
            </a:extLst>
          </p:cNvPr>
          <p:cNvSpPr>
            <a:spLocks noGrp="1"/>
          </p:cNvSpPr>
          <p:nvPr/>
        </p:nvSpPr>
        <p:spPr>
          <a:xfrm>
            <a:off x="319775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" name="A1_bar_GT_9612">
            <a:extLst>
              <a:ext uri="{FF2B5EF4-FFF2-40B4-BE49-F238E27FC236}">
                <a16:creationId xmlns:a16="http://schemas.microsoft.com/office/drawing/2014/main" id="{D3F262F4-7046-4EF3-BBDA-98B95B050DF0}"/>
              </a:ext>
            </a:extLst>
          </p:cNvPr>
          <p:cNvSpPr>
            <a:spLocks noGrp="1"/>
          </p:cNvSpPr>
          <p:nvPr/>
        </p:nvSpPr>
        <p:spPr>
          <a:xfrm>
            <a:off x="31792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" name="A1_bar_GT_9613">
            <a:extLst>
              <a:ext uri="{FF2B5EF4-FFF2-40B4-BE49-F238E27FC236}">
                <a16:creationId xmlns:a16="http://schemas.microsoft.com/office/drawing/2014/main" id="{65A3FE41-1229-4CBD-B8C9-79E86C83CC79}"/>
              </a:ext>
            </a:extLst>
          </p:cNvPr>
          <p:cNvSpPr>
            <a:spLocks noGrp="1"/>
          </p:cNvSpPr>
          <p:nvPr/>
        </p:nvSpPr>
        <p:spPr>
          <a:xfrm>
            <a:off x="3141054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" name="A1_bar_GT_9614">
            <a:extLst>
              <a:ext uri="{FF2B5EF4-FFF2-40B4-BE49-F238E27FC236}">
                <a16:creationId xmlns:a16="http://schemas.microsoft.com/office/drawing/2014/main" id="{F440FB76-6DAF-4F3B-ADB0-0249A22F6BB5}"/>
              </a:ext>
            </a:extLst>
          </p:cNvPr>
          <p:cNvSpPr>
            <a:spLocks noGrp="1"/>
          </p:cNvSpPr>
          <p:nvPr/>
        </p:nvSpPr>
        <p:spPr>
          <a:xfrm>
            <a:off x="3224339" y="47489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" name="A1_bar_GT_9615">
            <a:extLst>
              <a:ext uri="{FF2B5EF4-FFF2-40B4-BE49-F238E27FC236}">
                <a16:creationId xmlns:a16="http://schemas.microsoft.com/office/drawing/2014/main" id="{879FCEB4-27D3-45D2-8266-EF723EA7520E}"/>
              </a:ext>
            </a:extLst>
          </p:cNvPr>
          <p:cNvSpPr>
            <a:spLocks noGrp="1"/>
          </p:cNvSpPr>
          <p:nvPr/>
        </p:nvSpPr>
        <p:spPr>
          <a:xfrm>
            <a:off x="29953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" name="A1_bar_GT_9616">
            <a:extLst>
              <a:ext uri="{FF2B5EF4-FFF2-40B4-BE49-F238E27FC236}">
                <a16:creationId xmlns:a16="http://schemas.microsoft.com/office/drawing/2014/main" id="{3B628A5A-AB02-40B4-88C7-C5333BE2EA15}"/>
              </a:ext>
            </a:extLst>
          </p:cNvPr>
          <p:cNvSpPr>
            <a:spLocks noGrp="1"/>
          </p:cNvSpPr>
          <p:nvPr/>
        </p:nvSpPr>
        <p:spPr>
          <a:xfrm>
            <a:off x="30510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" name="A1_bar_GT_9617">
            <a:extLst>
              <a:ext uri="{FF2B5EF4-FFF2-40B4-BE49-F238E27FC236}">
                <a16:creationId xmlns:a16="http://schemas.microsoft.com/office/drawing/2014/main" id="{82DF0BD9-F07A-4B13-9C43-2D7570695182}"/>
              </a:ext>
            </a:extLst>
          </p:cNvPr>
          <p:cNvSpPr>
            <a:spLocks noGrp="1"/>
          </p:cNvSpPr>
          <p:nvPr/>
        </p:nvSpPr>
        <p:spPr>
          <a:xfrm>
            <a:off x="3000023" y="49709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" name="A1_bar_GT_9618">
            <a:extLst>
              <a:ext uri="{FF2B5EF4-FFF2-40B4-BE49-F238E27FC236}">
                <a16:creationId xmlns:a16="http://schemas.microsoft.com/office/drawing/2014/main" id="{9BE81265-902A-4DE8-8AF1-6CDE4216D699}"/>
              </a:ext>
            </a:extLst>
          </p:cNvPr>
          <p:cNvSpPr>
            <a:spLocks noGrp="1"/>
          </p:cNvSpPr>
          <p:nvPr/>
        </p:nvSpPr>
        <p:spPr>
          <a:xfrm>
            <a:off x="303108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" name="A1_bar_GT_9619">
            <a:extLst>
              <a:ext uri="{FF2B5EF4-FFF2-40B4-BE49-F238E27FC236}">
                <a16:creationId xmlns:a16="http://schemas.microsoft.com/office/drawing/2014/main" id="{0E8311D6-A0CA-4935-B42A-AA47CBA2908D}"/>
              </a:ext>
            </a:extLst>
          </p:cNvPr>
          <p:cNvSpPr>
            <a:spLocks noGrp="1"/>
          </p:cNvSpPr>
          <p:nvPr/>
        </p:nvSpPr>
        <p:spPr>
          <a:xfrm>
            <a:off x="3021760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" name="A1_bar_GT_9620">
            <a:extLst>
              <a:ext uri="{FF2B5EF4-FFF2-40B4-BE49-F238E27FC236}">
                <a16:creationId xmlns:a16="http://schemas.microsoft.com/office/drawing/2014/main" id="{8C3F0AFC-5680-411B-9BA0-DC79FC0A5C39}"/>
              </a:ext>
            </a:extLst>
          </p:cNvPr>
          <p:cNvSpPr>
            <a:spLocks noGrp="1"/>
          </p:cNvSpPr>
          <p:nvPr/>
        </p:nvSpPr>
        <p:spPr>
          <a:xfrm>
            <a:off x="320956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" name="A1_bar_GT_9621">
            <a:extLst>
              <a:ext uri="{FF2B5EF4-FFF2-40B4-BE49-F238E27FC236}">
                <a16:creationId xmlns:a16="http://schemas.microsoft.com/office/drawing/2014/main" id="{3722493B-3539-4300-A736-966C6202175C}"/>
              </a:ext>
            </a:extLst>
          </p:cNvPr>
          <p:cNvSpPr>
            <a:spLocks noGrp="1"/>
          </p:cNvSpPr>
          <p:nvPr/>
        </p:nvSpPr>
        <p:spPr>
          <a:xfrm>
            <a:off x="316744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" name="A1_bar_GT_9622">
            <a:extLst>
              <a:ext uri="{FF2B5EF4-FFF2-40B4-BE49-F238E27FC236}">
                <a16:creationId xmlns:a16="http://schemas.microsoft.com/office/drawing/2014/main" id="{1030E753-4374-459B-8081-9ABCE6D870EA}"/>
              </a:ext>
            </a:extLst>
          </p:cNvPr>
          <p:cNvSpPr>
            <a:spLocks noGrp="1"/>
          </p:cNvSpPr>
          <p:nvPr/>
        </p:nvSpPr>
        <p:spPr>
          <a:xfrm>
            <a:off x="30752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" name="A1_bar_GT_9623">
            <a:extLst>
              <a:ext uri="{FF2B5EF4-FFF2-40B4-BE49-F238E27FC236}">
                <a16:creationId xmlns:a16="http://schemas.microsoft.com/office/drawing/2014/main" id="{FD204386-92C3-4686-8316-E947D4C677FB}"/>
              </a:ext>
            </a:extLst>
          </p:cNvPr>
          <p:cNvSpPr>
            <a:spLocks noGrp="1"/>
          </p:cNvSpPr>
          <p:nvPr/>
        </p:nvSpPr>
        <p:spPr>
          <a:xfrm>
            <a:off x="322553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" name="A1_bar_GT_9624">
            <a:extLst>
              <a:ext uri="{FF2B5EF4-FFF2-40B4-BE49-F238E27FC236}">
                <a16:creationId xmlns:a16="http://schemas.microsoft.com/office/drawing/2014/main" id="{B8A51411-C9EC-4B95-A6CD-C73994ED0CFA}"/>
              </a:ext>
            </a:extLst>
          </p:cNvPr>
          <p:cNvSpPr>
            <a:spLocks noGrp="1"/>
          </p:cNvSpPr>
          <p:nvPr/>
        </p:nvSpPr>
        <p:spPr>
          <a:xfrm>
            <a:off x="305963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" name="A1_bar_GT_9625">
            <a:extLst>
              <a:ext uri="{FF2B5EF4-FFF2-40B4-BE49-F238E27FC236}">
                <a16:creationId xmlns:a16="http://schemas.microsoft.com/office/drawing/2014/main" id="{8D428790-3FC6-469A-82A3-2C404A4351CB}"/>
              </a:ext>
            </a:extLst>
          </p:cNvPr>
          <p:cNvSpPr>
            <a:spLocks noGrp="1"/>
          </p:cNvSpPr>
          <p:nvPr/>
        </p:nvSpPr>
        <p:spPr>
          <a:xfrm>
            <a:off x="30335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" name="A1_bar_GT_9626">
            <a:extLst>
              <a:ext uri="{FF2B5EF4-FFF2-40B4-BE49-F238E27FC236}">
                <a16:creationId xmlns:a16="http://schemas.microsoft.com/office/drawing/2014/main" id="{49464737-005B-4B6F-ABC2-D7AC507B7E7A}"/>
              </a:ext>
            </a:extLst>
          </p:cNvPr>
          <p:cNvSpPr>
            <a:spLocks noGrp="1"/>
          </p:cNvSpPr>
          <p:nvPr/>
        </p:nvSpPr>
        <p:spPr>
          <a:xfrm>
            <a:off x="305120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" name="A1_bar_GT_9627">
            <a:extLst>
              <a:ext uri="{FF2B5EF4-FFF2-40B4-BE49-F238E27FC236}">
                <a16:creationId xmlns:a16="http://schemas.microsoft.com/office/drawing/2014/main" id="{5C4E040B-A03F-433C-8C8A-1BFA76D12288}"/>
              </a:ext>
            </a:extLst>
          </p:cNvPr>
          <p:cNvSpPr>
            <a:spLocks noGrp="1"/>
          </p:cNvSpPr>
          <p:nvPr/>
        </p:nvSpPr>
        <p:spPr>
          <a:xfrm>
            <a:off x="317092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" name="A1_bar_GT_9628">
            <a:extLst>
              <a:ext uri="{FF2B5EF4-FFF2-40B4-BE49-F238E27FC236}">
                <a16:creationId xmlns:a16="http://schemas.microsoft.com/office/drawing/2014/main" id="{5AF6D236-7EC7-454A-895D-EF87A890FB3B}"/>
              </a:ext>
            </a:extLst>
          </p:cNvPr>
          <p:cNvSpPr>
            <a:spLocks noGrp="1"/>
          </p:cNvSpPr>
          <p:nvPr/>
        </p:nvSpPr>
        <p:spPr>
          <a:xfrm>
            <a:off x="29815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" name="A1_bar_GT_9629">
            <a:extLst>
              <a:ext uri="{FF2B5EF4-FFF2-40B4-BE49-F238E27FC236}">
                <a16:creationId xmlns:a16="http://schemas.microsoft.com/office/drawing/2014/main" id="{F329AE02-7901-4236-9C25-CC030D5CB6B7}"/>
              </a:ext>
            </a:extLst>
          </p:cNvPr>
          <p:cNvSpPr>
            <a:spLocks noGrp="1"/>
          </p:cNvSpPr>
          <p:nvPr/>
        </p:nvSpPr>
        <p:spPr>
          <a:xfrm>
            <a:off x="305105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4" name="A1_bar_GT_9630">
            <a:extLst>
              <a:ext uri="{FF2B5EF4-FFF2-40B4-BE49-F238E27FC236}">
                <a16:creationId xmlns:a16="http://schemas.microsoft.com/office/drawing/2014/main" id="{14D38C4A-E570-4A16-8A4D-1E132DBB964A}"/>
              </a:ext>
            </a:extLst>
          </p:cNvPr>
          <p:cNvSpPr>
            <a:spLocks noGrp="1"/>
          </p:cNvSpPr>
          <p:nvPr/>
        </p:nvSpPr>
        <p:spPr>
          <a:xfrm>
            <a:off x="30025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5" name="A1_bar_GT_9631">
            <a:extLst>
              <a:ext uri="{FF2B5EF4-FFF2-40B4-BE49-F238E27FC236}">
                <a16:creationId xmlns:a16="http://schemas.microsoft.com/office/drawing/2014/main" id="{28DF2ABA-9F87-4817-939E-9E5B4A01D3E4}"/>
              </a:ext>
            </a:extLst>
          </p:cNvPr>
          <p:cNvSpPr>
            <a:spLocks noGrp="1"/>
          </p:cNvSpPr>
          <p:nvPr/>
        </p:nvSpPr>
        <p:spPr>
          <a:xfrm>
            <a:off x="299047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6" name="A1_bar_GT_9632">
            <a:extLst>
              <a:ext uri="{FF2B5EF4-FFF2-40B4-BE49-F238E27FC236}">
                <a16:creationId xmlns:a16="http://schemas.microsoft.com/office/drawing/2014/main" id="{6E9D125C-2D18-4B0B-8B3A-339CCACAFE4C}"/>
              </a:ext>
            </a:extLst>
          </p:cNvPr>
          <p:cNvSpPr>
            <a:spLocks noGrp="1"/>
          </p:cNvSpPr>
          <p:nvPr/>
        </p:nvSpPr>
        <p:spPr>
          <a:xfrm>
            <a:off x="3148436" y="36024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7" name="A1_bar_GT_9633">
            <a:extLst>
              <a:ext uri="{FF2B5EF4-FFF2-40B4-BE49-F238E27FC236}">
                <a16:creationId xmlns:a16="http://schemas.microsoft.com/office/drawing/2014/main" id="{908DB35F-AAA2-44EC-8056-FCE9503A2F0E}"/>
              </a:ext>
            </a:extLst>
          </p:cNvPr>
          <p:cNvSpPr>
            <a:spLocks noGrp="1"/>
          </p:cNvSpPr>
          <p:nvPr/>
        </p:nvSpPr>
        <p:spPr>
          <a:xfrm>
            <a:off x="30732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8" name="A1_bar_GT_9634">
            <a:extLst>
              <a:ext uri="{FF2B5EF4-FFF2-40B4-BE49-F238E27FC236}">
                <a16:creationId xmlns:a16="http://schemas.microsoft.com/office/drawing/2014/main" id="{CCB44D75-3D81-4E0D-8418-827F97A53A6E}"/>
              </a:ext>
            </a:extLst>
          </p:cNvPr>
          <p:cNvSpPr>
            <a:spLocks noGrp="1"/>
          </p:cNvSpPr>
          <p:nvPr/>
        </p:nvSpPr>
        <p:spPr>
          <a:xfrm>
            <a:off x="30575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9" name="A1_bar_GT_9635">
            <a:extLst>
              <a:ext uri="{FF2B5EF4-FFF2-40B4-BE49-F238E27FC236}">
                <a16:creationId xmlns:a16="http://schemas.microsoft.com/office/drawing/2014/main" id="{F7D6D271-7569-42E4-8DB8-1A6F4BDB8EEE}"/>
              </a:ext>
            </a:extLst>
          </p:cNvPr>
          <p:cNvSpPr>
            <a:spLocks noGrp="1"/>
          </p:cNvSpPr>
          <p:nvPr/>
        </p:nvSpPr>
        <p:spPr>
          <a:xfrm>
            <a:off x="3034658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0" name="A1_bar_GT_9636">
            <a:extLst>
              <a:ext uri="{FF2B5EF4-FFF2-40B4-BE49-F238E27FC236}">
                <a16:creationId xmlns:a16="http://schemas.microsoft.com/office/drawing/2014/main" id="{F4B29BCA-268F-4276-8DCB-666909D98464}"/>
              </a:ext>
            </a:extLst>
          </p:cNvPr>
          <p:cNvSpPr>
            <a:spLocks noGrp="1"/>
          </p:cNvSpPr>
          <p:nvPr/>
        </p:nvSpPr>
        <p:spPr>
          <a:xfrm>
            <a:off x="3198177" y="33438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1" name="A1_bar_GT_9637">
            <a:extLst>
              <a:ext uri="{FF2B5EF4-FFF2-40B4-BE49-F238E27FC236}">
                <a16:creationId xmlns:a16="http://schemas.microsoft.com/office/drawing/2014/main" id="{2A35C5E6-60D1-48F7-93F3-375D24C4BC42}"/>
              </a:ext>
            </a:extLst>
          </p:cNvPr>
          <p:cNvSpPr>
            <a:spLocks noGrp="1"/>
          </p:cNvSpPr>
          <p:nvPr/>
        </p:nvSpPr>
        <p:spPr>
          <a:xfrm>
            <a:off x="29856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2" name="A1_bar_GT_9638">
            <a:extLst>
              <a:ext uri="{FF2B5EF4-FFF2-40B4-BE49-F238E27FC236}">
                <a16:creationId xmlns:a16="http://schemas.microsoft.com/office/drawing/2014/main" id="{87CBBBC5-461A-4612-9BB3-3DD19BB79841}"/>
              </a:ext>
            </a:extLst>
          </p:cNvPr>
          <p:cNvSpPr>
            <a:spLocks noGrp="1"/>
          </p:cNvSpPr>
          <p:nvPr/>
        </p:nvSpPr>
        <p:spPr>
          <a:xfrm>
            <a:off x="3173446" y="3197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3" name="A1_bar_GT_9639">
            <a:extLst>
              <a:ext uri="{FF2B5EF4-FFF2-40B4-BE49-F238E27FC236}">
                <a16:creationId xmlns:a16="http://schemas.microsoft.com/office/drawing/2014/main" id="{B418D017-0ADA-43AD-811A-4CA5C025161F}"/>
              </a:ext>
            </a:extLst>
          </p:cNvPr>
          <p:cNvSpPr>
            <a:spLocks noGrp="1"/>
          </p:cNvSpPr>
          <p:nvPr/>
        </p:nvSpPr>
        <p:spPr>
          <a:xfrm>
            <a:off x="3222061" y="38000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4" name="A1_bar_GT_9640">
            <a:extLst>
              <a:ext uri="{FF2B5EF4-FFF2-40B4-BE49-F238E27FC236}">
                <a16:creationId xmlns:a16="http://schemas.microsoft.com/office/drawing/2014/main" id="{10C93E12-0C3B-4889-A15A-BA484AE8660F}"/>
              </a:ext>
            </a:extLst>
          </p:cNvPr>
          <p:cNvSpPr>
            <a:spLocks noGrp="1"/>
          </p:cNvSpPr>
          <p:nvPr/>
        </p:nvSpPr>
        <p:spPr>
          <a:xfrm>
            <a:off x="3012335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5" name="A1_bar_GT_9641">
            <a:extLst>
              <a:ext uri="{FF2B5EF4-FFF2-40B4-BE49-F238E27FC236}">
                <a16:creationId xmlns:a16="http://schemas.microsoft.com/office/drawing/2014/main" id="{F180FFF9-3CBF-479A-8613-8FD454BC4FA5}"/>
              </a:ext>
            </a:extLst>
          </p:cNvPr>
          <p:cNvSpPr>
            <a:spLocks noGrp="1"/>
          </p:cNvSpPr>
          <p:nvPr/>
        </p:nvSpPr>
        <p:spPr>
          <a:xfrm>
            <a:off x="3198810" y="4228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6" name="A1_bar_GT_9642">
            <a:extLst>
              <a:ext uri="{FF2B5EF4-FFF2-40B4-BE49-F238E27FC236}">
                <a16:creationId xmlns:a16="http://schemas.microsoft.com/office/drawing/2014/main" id="{ACF32BBE-4457-4800-A57D-5FF4292D2BA1}"/>
              </a:ext>
            </a:extLst>
          </p:cNvPr>
          <p:cNvSpPr>
            <a:spLocks noGrp="1"/>
          </p:cNvSpPr>
          <p:nvPr/>
        </p:nvSpPr>
        <p:spPr>
          <a:xfrm>
            <a:off x="3167020" y="38497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7" name="A1_bar_GT_9643">
            <a:extLst>
              <a:ext uri="{FF2B5EF4-FFF2-40B4-BE49-F238E27FC236}">
                <a16:creationId xmlns:a16="http://schemas.microsoft.com/office/drawing/2014/main" id="{77167957-B6D6-4284-B051-FE2897ABD8EF}"/>
              </a:ext>
            </a:extLst>
          </p:cNvPr>
          <p:cNvSpPr>
            <a:spLocks noGrp="1"/>
          </p:cNvSpPr>
          <p:nvPr/>
        </p:nvSpPr>
        <p:spPr>
          <a:xfrm>
            <a:off x="30930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8" name="A1_bar_GT_9644">
            <a:extLst>
              <a:ext uri="{FF2B5EF4-FFF2-40B4-BE49-F238E27FC236}">
                <a16:creationId xmlns:a16="http://schemas.microsoft.com/office/drawing/2014/main" id="{C937CDE1-AD6D-4525-B140-738FB3D913C2}"/>
              </a:ext>
            </a:extLst>
          </p:cNvPr>
          <p:cNvSpPr>
            <a:spLocks noGrp="1"/>
          </p:cNvSpPr>
          <p:nvPr/>
        </p:nvSpPr>
        <p:spPr>
          <a:xfrm>
            <a:off x="3067041" y="60142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9" name="A1_bar_GT_9645">
            <a:extLst>
              <a:ext uri="{FF2B5EF4-FFF2-40B4-BE49-F238E27FC236}">
                <a16:creationId xmlns:a16="http://schemas.microsoft.com/office/drawing/2014/main" id="{73686086-1DEA-4325-A73F-1973CEAA35A3}"/>
              </a:ext>
            </a:extLst>
          </p:cNvPr>
          <p:cNvSpPr>
            <a:spLocks noGrp="1"/>
          </p:cNvSpPr>
          <p:nvPr/>
        </p:nvSpPr>
        <p:spPr>
          <a:xfrm>
            <a:off x="302888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0" name="A1_bar_GT_9646">
            <a:extLst>
              <a:ext uri="{FF2B5EF4-FFF2-40B4-BE49-F238E27FC236}">
                <a16:creationId xmlns:a16="http://schemas.microsoft.com/office/drawing/2014/main" id="{0F066A1C-2B00-4500-86D0-C12F9DC465F2}"/>
              </a:ext>
            </a:extLst>
          </p:cNvPr>
          <p:cNvSpPr>
            <a:spLocks noGrp="1"/>
          </p:cNvSpPr>
          <p:nvPr/>
        </p:nvSpPr>
        <p:spPr>
          <a:xfrm>
            <a:off x="3187797" y="4065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1" name="A1_bar_GT_9647">
            <a:extLst>
              <a:ext uri="{FF2B5EF4-FFF2-40B4-BE49-F238E27FC236}">
                <a16:creationId xmlns:a16="http://schemas.microsoft.com/office/drawing/2014/main" id="{EC23BBE4-0F78-40EF-9A4B-B1B248114390}"/>
              </a:ext>
            </a:extLst>
          </p:cNvPr>
          <p:cNvSpPr>
            <a:spLocks noGrp="1"/>
          </p:cNvSpPr>
          <p:nvPr/>
        </p:nvSpPr>
        <p:spPr>
          <a:xfrm>
            <a:off x="30888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2" name="A1_bar_GT_9648">
            <a:extLst>
              <a:ext uri="{FF2B5EF4-FFF2-40B4-BE49-F238E27FC236}">
                <a16:creationId xmlns:a16="http://schemas.microsoft.com/office/drawing/2014/main" id="{1DB02ADC-62A5-49D2-A9F0-32421F68D01E}"/>
              </a:ext>
            </a:extLst>
          </p:cNvPr>
          <p:cNvSpPr>
            <a:spLocks noGrp="1"/>
          </p:cNvSpPr>
          <p:nvPr/>
        </p:nvSpPr>
        <p:spPr>
          <a:xfrm>
            <a:off x="301490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3" name="A1_bar_GT_9649">
            <a:extLst>
              <a:ext uri="{FF2B5EF4-FFF2-40B4-BE49-F238E27FC236}">
                <a16:creationId xmlns:a16="http://schemas.microsoft.com/office/drawing/2014/main" id="{5C261AA7-0440-47FF-B1AF-636632D6901D}"/>
              </a:ext>
            </a:extLst>
          </p:cNvPr>
          <p:cNvSpPr>
            <a:spLocks noGrp="1"/>
          </p:cNvSpPr>
          <p:nvPr/>
        </p:nvSpPr>
        <p:spPr>
          <a:xfrm>
            <a:off x="3004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4" name="A1_bar_GT_9650">
            <a:extLst>
              <a:ext uri="{FF2B5EF4-FFF2-40B4-BE49-F238E27FC236}">
                <a16:creationId xmlns:a16="http://schemas.microsoft.com/office/drawing/2014/main" id="{26D4F26B-EE3F-43B0-9D6B-6CDCCB2743C3}"/>
              </a:ext>
            </a:extLst>
          </p:cNvPr>
          <p:cNvSpPr>
            <a:spLocks noGrp="1"/>
          </p:cNvSpPr>
          <p:nvPr/>
        </p:nvSpPr>
        <p:spPr>
          <a:xfrm>
            <a:off x="302522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5" name="A1_bar_GT_9651">
            <a:extLst>
              <a:ext uri="{FF2B5EF4-FFF2-40B4-BE49-F238E27FC236}">
                <a16:creationId xmlns:a16="http://schemas.microsoft.com/office/drawing/2014/main" id="{2D4D069C-76CE-4ACE-9CA9-C53A037E71F4}"/>
              </a:ext>
            </a:extLst>
          </p:cNvPr>
          <p:cNvSpPr>
            <a:spLocks noGrp="1"/>
          </p:cNvSpPr>
          <p:nvPr/>
        </p:nvSpPr>
        <p:spPr>
          <a:xfrm>
            <a:off x="3197653" y="42356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6" name="A1_bar_GT_9652">
            <a:extLst>
              <a:ext uri="{FF2B5EF4-FFF2-40B4-BE49-F238E27FC236}">
                <a16:creationId xmlns:a16="http://schemas.microsoft.com/office/drawing/2014/main" id="{6678E9C8-002E-462E-A4F8-71E89C8A9E2C}"/>
              </a:ext>
            </a:extLst>
          </p:cNvPr>
          <p:cNvSpPr>
            <a:spLocks noGrp="1"/>
          </p:cNvSpPr>
          <p:nvPr/>
        </p:nvSpPr>
        <p:spPr>
          <a:xfrm>
            <a:off x="3120831" y="45016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7" name="A1_bar_GT_9653">
            <a:extLst>
              <a:ext uri="{FF2B5EF4-FFF2-40B4-BE49-F238E27FC236}">
                <a16:creationId xmlns:a16="http://schemas.microsoft.com/office/drawing/2014/main" id="{EF631402-EE35-4640-833A-03066D3D5466}"/>
              </a:ext>
            </a:extLst>
          </p:cNvPr>
          <p:cNvSpPr>
            <a:spLocks noGrp="1"/>
          </p:cNvSpPr>
          <p:nvPr/>
        </p:nvSpPr>
        <p:spPr>
          <a:xfrm>
            <a:off x="303531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8" name="A1_bar_GT_9654">
            <a:extLst>
              <a:ext uri="{FF2B5EF4-FFF2-40B4-BE49-F238E27FC236}">
                <a16:creationId xmlns:a16="http://schemas.microsoft.com/office/drawing/2014/main" id="{72806931-1BCE-4F1F-A34A-7EFEBCFD84E6}"/>
              </a:ext>
            </a:extLst>
          </p:cNvPr>
          <p:cNvSpPr>
            <a:spLocks noGrp="1"/>
          </p:cNvSpPr>
          <p:nvPr/>
        </p:nvSpPr>
        <p:spPr>
          <a:xfrm>
            <a:off x="304005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9" name="A1_bar_GT_9655">
            <a:extLst>
              <a:ext uri="{FF2B5EF4-FFF2-40B4-BE49-F238E27FC236}">
                <a16:creationId xmlns:a16="http://schemas.microsoft.com/office/drawing/2014/main" id="{E447532D-0B78-4DD2-9C04-D661CC413EA7}"/>
              </a:ext>
            </a:extLst>
          </p:cNvPr>
          <p:cNvSpPr>
            <a:spLocks noGrp="1"/>
          </p:cNvSpPr>
          <p:nvPr/>
        </p:nvSpPr>
        <p:spPr>
          <a:xfrm>
            <a:off x="3105484" y="30378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0" name="A1_bar_GT_9656">
            <a:extLst>
              <a:ext uri="{FF2B5EF4-FFF2-40B4-BE49-F238E27FC236}">
                <a16:creationId xmlns:a16="http://schemas.microsoft.com/office/drawing/2014/main" id="{341C3043-3CBC-4972-AE6A-90EEE7D974C5}"/>
              </a:ext>
            </a:extLst>
          </p:cNvPr>
          <p:cNvSpPr>
            <a:spLocks noGrp="1"/>
          </p:cNvSpPr>
          <p:nvPr/>
        </p:nvSpPr>
        <p:spPr>
          <a:xfrm>
            <a:off x="320121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1" name="A1_bar_GT_9657">
            <a:extLst>
              <a:ext uri="{FF2B5EF4-FFF2-40B4-BE49-F238E27FC236}">
                <a16:creationId xmlns:a16="http://schemas.microsoft.com/office/drawing/2014/main" id="{04237C0E-93D7-4F9C-8F3A-2CEA72552D75}"/>
              </a:ext>
            </a:extLst>
          </p:cNvPr>
          <p:cNvSpPr>
            <a:spLocks noGrp="1"/>
          </p:cNvSpPr>
          <p:nvPr/>
        </p:nvSpPr>
        <p:spPr>
          <a:xfrm>
            <a:off x="3051204" y="33045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2" name="A1_bar_GT_9658">
            <a:extLst>
              <a:ext uri="{FF2B5EF4-FFF2-40B4-BE49-F238E27FC236}">
                <a16:creationId xmlns:a16="http://schemas.microsoft.com/office/drawing/2014/main" id="{1A7019BB-1CF0-40CB-A18C-1671D0AE25DB}"/>
              </a:ext>
            </a:extLst>
          </p:cNvPr>
          <p:cNvSpPr>
            <a:spLocks noGrp="1"/>
          </p:cNvSpPr>
          <p:nvPr/>
        </p:nvSpPr>
        <p:spPr>
          <a:xfrm>
            <a:off x="319422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3" name="A1_bar_GT_9659">
            <a:extLst>
              <a:ext uri="{FF2B5EF4-FFF2-40B4-BE49-F238E27FC236}">
                <a16:creationId xmlns:a16="http://schemas.microsoft.com/office/drawing/2014/main" id="{34E05855-BDA2-410D-9386-91684F7FD9DD}"/>
              </a:ext>
            </a:extLst>
          </p:cNvPr>
          <p:cNvSpPr>
            <a:spLocks noGrp="1"/>
          </p:cNvSpPr>
          <p:nvPr/>
        </p:nvSpPr>
        <p:spPr>
          <a:xfrm>
            <a:off x="312483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4" name="A1_bar_GT_9660">
            <a:extLst>
              <a:ext uri="{FF2B5EF4-FFF2-40B4-BE49-F238E27FC236}">
                <a16:creationId xmlns:a16="http://schemas.microsoft.com/office/drawing/2014/main" id="{7798A20C-EA2E-48B0-B2BA-E2E171A47D68}"/>
              </a:ext>
            </a:extLst>
          </p:cNvPr>
          <p:cNvSpPr>
            <a:spLocks noGrp="1"/>
          </p:cNvSpPr>
          <p:nvPr/>
        </p:nvSpPr>
        <p:spPr>
          <a:xfrm>
            <a:off x="3220890" y="5046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5" name="A1_bar_GT_9661">
            <a:extLst>
              <a:ext uri="{FF2B5EF4-FFF2-40B4-BE49-F238E27FC236}">
                <a16:creationId xmlns:a16="http://schemas.microsoft.com/office/drawing/2014/main" id="{70C5FDC4-C3A8-4FB9-848B-4991FAC2E6A8}"/>
              </a:ext>
            </a:extLst>
          </p:cNvPr>
          <p:cNvSpPr>
            <a:spLocks noGrp="1"/>
          </p:cNvSpPr>
          <p:nvPr/>
        </p:nvSpPr>
        <p:spPr>
          <a:xfrm>
            <a:off x="300053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6" name="A1_bar_GT_9662">
            <a:extLst>
              <a:ext uri="{FF2B5EF4-FFF2-40B4-BE49-F238E27FC236}">
                <a16:creationId xmlns:a16="http://schemas.microsoft.com/office/drawing/2014/main" id="{4F8CACEF-BC8A-4F45-B49C-7E4518E19E27}"/>
              </a:ext>
            </a:extLst>
          </p:cNvPr>
          <p:cNvSpPr>
            <a:spLocks noGrp="1"/>
          </p:cNvSpPr>
          <p:nvPr/>
        </p:nvSpPr>
        <p:spPr>
          <a:xfrm>
            <a:off x="3091098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7" name="A1_bar_GT_9663">
            <a:extLst>
              <a:ext uri="{FF2B5EF4-FFF2-40B4-BE49-F238E27FC236}">
                <a16:creationId xmlns:a16="http://schemas.microsoft.com/office/drawing/2014/main" id="{EBE37269-F913-48F5-900F-30AD4C57A6ED}"/>
              </a:ext>
            </a:extLst>
          </p:cNvPr>
          <p:cNvSpPr>
            <a:spLocks noGrp="1"/>
          </p:cNvSpPr>
          <p:nvPr/>
        </p:nvSpPr>
        <p:spPr>
          <a:xfrm>
            <a:off x="304886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8" name="A1_bar_GT_9664">
            <a:extLst>
              <a:ext uri="{FF2B5EF4-FFF2-40B4-BE49-F238E27FC236}">
                <a16:creationId xmlns:a16="http://schemas.microsoft.com/office/drawing/2014/main" id="{A678303F-3AC6-4425-A71E-2F02E61BF3BE}"/>
              </a:ext>
            </a:extLst>
          </p:cNvPr>
          <p:cNvSpPr>
            <a:spLocks noGrp="1"/>
          </p:cNvSpPr>
          <p:nvPr/>
        </p:nvSpPr>
        <p:spPr>
          <a:xfrm>
            <a:off x="318470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9" name="A1_bar_GT_9665">
            <a:extLst>
              <a:ext uri="{FF2B5EF4-FFF2-40B4-BE49-F238E27FC236}">
                <a16:creationId xmlns:a16="http://schemas.microsoft.com/office/drawing/2014/main" id="{5871D3C5-1524-432E-AA1D-643F408A062E}"/>
              </a:ext>
            </a:extLst>
          </p:cNvPr>
          <p:cNvSpPr>
            <a:spLocks noGrp="1"/>
          </p:cNvSpPr>
          <p:nvPr/>
        </p:nvSpPr>
        <p:spPr>
          <a:xfrm>
            <a:off x="3226420" y="380317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0" name="A1_bar_GT_9666">
            <a:extLst>
              <a:ext uri="{FF2B5EF4-FFF2-40B4-BE49-F238E27FC236}">
                <a16:creationId xmlns:a16="http://schemas.microsoft.com/office/drawing/2014/main" id="{DBEF96D5-7253-4002-8606-BE22503BDB9F}"/>
              </a:ext>
            </a:extLst>
          </p:cNvPr>
          <p:cNvSpPr>
            <a:spLocks noGrp="1"/>
          </p:cNvSpPr>
          <p:nvPr/>
        </p:nvSpPr>
        <p:spPr>
          <a:xfrm>
            <a:off x="318290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1" name="A1_bar_GT_9667">
            <a:extLst>
              <a:ext uri="{FF2B5EF4-FFF2-40B4-BE49-F238E27FC236}">
                <a16:creationId xmlns:a16="http://schemas.microsoft.com/office/drawing/2014/main" id="{7311C043-66BE-469A-83C0-C8F7336CBC65}"/>
              </a:ext>
            </a:extLst>
          </p:cNvPr>
          <p:cNvSpPr>
            <a:spLocks noGrp="1"/>
          </p:cNvSpPr>
          <p:nvPr/>
        </p:nvSpPr>
        <p:spPr>
          <a:xfrm>
            <a:off x="30774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2" name="A1_bar_GT_9668">
            <a:extLst>
              <a:ext uri="{FF2B5EF4-FFF2-40B4-BE49-F238E27FC236}">
                <a16:creationId xmlns:a16="http://schemas.microsoft.com/office/drawing/2014/main" id="{67A43D38-14B6-4373-981D-ADF8D3EB64B6}"/>
              </a:ext>
            </a:extLst>
          </p:cNvPr>
          <p:cNvSpPr>
            <a:spLocks noGrp="1"/>
          </p:cNvSpPr>
          <p:nvPr/>
        </p:nvSpPr>
        <p:spPr>
          <a:xfrm>
            <a:off x="30459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3" name="A1_bar_GT_9669">
            <a:extLst>
              <a:ext uri="{FF2B5EF4-FFF2-40B4-BE49-F238E27FC236}">
                <a16:creationId xmlns:a16="http://schemas.microsoft.com/office/drawing/2014/main" id="{047ED193-142A-4340-A4DF-EE77D799E88B}"/>
              </a:ext>
            </a:extLst>
          </p:cNvPr>
          <p:cNvSpPr>
            <a:spLocks noGrp="1"/>
          </p:cNvSpPr>
          <p:nvPr/>
        </p:nvSpPr>
        <p:spPr>
          <a:xfrm>
            <a:off x="30662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4" name="A1_bar_GT_9670">
            <a:extLst>
              <a:ext uri="{FF2B5EF4-FFF2-40B4-BE49-F238E27FC236}">
                <a16:creationId xmlns:a16="http://schemas.microsoft.com/office/drawing/2014/main" id="{9ED0E490-2DFC-41B9-90C2-CD94A3E3F2FA}"/>
              </a:ext>
            </a:extLst>
          </p:cNvPr>
          <p:cNvSpPr>
            <a:spLocks noGrp="1"/>
          </p:cNvSpPr>
          <p:nvPr/>
        </p:nvSpPr>
        <p:spPr>
          <a:xfrm>
            <a:off x="3013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5" name="A1_bar_GT_9671">
            <a:extLst>
              <a:ext uri="{FF2B5EF4-FFF2-40B4-BE49-F238E27FC236}">
                <a16:creationId xmlns:a16="http://schemas.microsoft.com/office/drawing/2014/main" id="{494502CD-7155-4BCC-BD08-1B58FB2F36AE}"/>
              </a:ext>
            </a:extLst>
          </p:cNvPr>
          <p:cNvSpPr>
            <a:spLocks noGrp="1"/>
          </p:cNvSpPr>
          <p:nvPr/>
        </p:nvSpPr>
        <p:spPr>
          <a:xfrm>
            <a:off x="3052391" y="43163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6" name="A1_bar_GT_9672">
            <a:extLst>
              <a:ext uri="{FF2B5EF4-FFF2-40B4-BE49-F238E27FC236}">
                <a16:creationId xmlns:a16="http://schemas.microsoft.com/office/drawing/2014/main" id="{D2812949-DFE3-4FD6-90D8-95BD5B5F92B7}"/>
              </a:ext>
            </a:extLst>
          </p:cNvPr>
          <p:cNvSpPr>
            <a:spLocks noGrp="1"/>
          </p:cNvSpPr>
          <p:nvPr/>
        </p:nvSpPr>
        <p:spPr>
          <a:xfrm>
            <a:off x="312739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7" name="A1_bar_GT_9673">
            <a:extLst>
              <a:ext uri="{FF2B5EF4-FFF2-40B4-BE49-F238E27FC236}">
                <a16:creationId xmlns:a16="http://schemas.microsoft.com/office/drawing/2014/main" id="{61AA39CF-A7BF-4CB2-AC3B-248BED898AEF}"/>
              </a:ext>
            </a:extLst>
          </p:cNvPr>
          <p:cNvSpPr>
            <a:spLocks noGrp="1"/>
          </p:cNvSpPr>
          <p:nvPr/>
        </p:nvSpPr>
        <p:spPr>
          <a:xfrm>
            <a:off x="30684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8" name="A1_bar_GT_9674">
            <a:extLst>
              <a:ext uri="{FF2B5EF4-FFF2-40B4-BE49-F238E27FC236}">
                <a16:creationId xmlns:a16="http://schemas.microsoft.com/office/drawing/2014/main" id="{E62893D4-8DD9-401D-9112-BC6D378BEDE0}"/>
              </a:ext>
            </a:extLst>
          </p:cNvPr>
          <p:cNvSpPr>
            <a:spLocks noGrp="1"/>
          </p:cNvSpPr>
          <p:nvPr/>
        </p:nvSpPr>
        <p:spPr>
          <a:xfrm>
            <a:off x="313982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9" name="A1_bar_GT_9675">
            <a:extLst>
              <a:ext uri="{FF2B5EF4-FFF2-40B4-BE49-F238E27FC236}">
                <a16:creationId xmlns:a16="http://schemas.microsoft.com/office/drawing/2014/main" id="{A845FDD6-592C-4EE8-A950-0B9D8B2AFA28}"/>
              </a:ext>
            </a:extLst>
          </p:cNvPr>
          <p:cNvSpPr>
            <a:spLocks noGrp="1"/>
          </p:cNvSpPr>
          <p:nvPr/>
        </p:nvSpPr>
        <p:spPr>
          <a:xfrm>
            <a:off x="322119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0" name="A1_bar_GT_9676">
            <a:extLst>
              <a:ext uri="{FF2B5EF4-FFF2-40B4-BE49-F238E27FC236}">
                <a16:creationId xmlns:a16="http://schemas.microsoft.com/office/drawing/2014/main" id="{7B9FA982-0CAC-4E50-89D5-7D21F4A617BB}"/>
              </a:ext>
            </a:extLst>
          </p:cNvPr>
          <p:cNvSpPr>
            <a:spLocks noGrp="1"/>
          </p:cNvSpPr>
          <p:nvPr/>
        </p:nvSpPr>
        <p:spPr>
          <a:xfrm>
            <a:off x="3160389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1" name="A1_bar_GT_9677">
            <a:extLst>
              <a:ext uri="{FF2B5EF4-FFF2-40B4-BE49-F238E27FC236}">
                <a16:creationId xmlns:a16="http://schemas.microsoft.com/office/drawing/2014/main" id="{A0451B77-D822-416B-BF94-A61693DE2EA1}"/>
              </a:ext>
            </a:extLst>
          </p:cNvPr>
          <p:cNvSpPr>
            <a:spLocks noGrp="1"/>
          </p:cNvSpPr>
          <p:nvPr/>
        </p:nvSpPr>
        <p:spPr>
          <a:xfrm>
            <a:off x="315953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2" name="A1_bar_GT_9678">
            <a:extLst>
              <a:ext uri="{FF2B5EF4-FFF2-40B4-BE49-F238E27FC236}">
                <a16:creationId xmlns:a16="http://schemas.microsoft.com/office/drawing/2014/main" id="{A92D8213-AF8C-4C2C-AAA5-EAFCCEBE0672}"/>
              </a:ext>
            </a:extLst>
          </p:cNvPr>
          <p:cNvSpPr>
            <a:spLocks noGrp="1"/>
          </p:cNvSpPr>
          <p:nvPr/>
        </p:nvSpPr>
        <p:spPr>
          <a:xfrm>
            <a:off x="319220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3" name="A1_bar_GT_9679">
            <a:extLst>
              <a:ext uri="{FF2B5EF4-FFF2-40B4-BE49-F238E27FC236}">
                <a16:creationId xmlns:a16="http://schemas.microsoft.com/office/drawing/2014/main" id="{BF96173F-DC2D-436A-AD22-3068419CAA97}"/>
              </a:ext>
            </a:extLst>
          </p:cNvPr>
          <p:cNvSpPr>
            <a:spLocks noGrp="1"/>
          </p:cNvSpPr>
          <p:nvPr/>
        </p:nvSpPr>
        <p:spPr>
          <a:xfrm>
            <a:off x="31729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4" name="A1_bar_GT_9680">
            <a:extLst>
              <a:ext uri="{FF2B5EF4-FFF2-40B4-BE49-F238E27FC236}">
                <a16:creationId xmlns:a16="http://schemas.microsoft.com/office/drawing/2014/main" id="{A62809AD-D01C-4E2C-9303-4C138A883364}"/>
              </a:ext>
            </a:extLst>
          </p:cNvPr>
          <p:cNvSpPr>
            <a:spLocks noGrp="1"/>
          </p:cNvSpPr>
          <p:nvPr/>
        </p:nvSpPr>
        <p:spPr>
          <a:xfrm>
            <a:off x="314288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5" name="A1_bar_GT_9681">
            <a:extLst>
              <a:ext uri="{FF2B5EF4-FFF2-40B4-BE49-F238E27FC236}">
                <a16:creationId xmlns:a16="http://schemas.microsoft.com/office/drawing/2014/main" id="{79908538-FAAB-45DC-BA23-EB30DF7E0DEF}"/>
              </a:ext>
            </a:extLst>
          </p:cNvPr>
          <p:cNvSpPr>
            <a:spLocks noGrp="1"/>
          </p:cNvSpPr>
          <p:nvPr/>
        </p:nvSpPr>
        <p:spPr>
          <a:xfrm>
            <a:off x="3088671" y="48738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6" name="A1_bar_GT_9682">
            <a:extLst>
              <a:ext uri="{FF2B5EF4-FFF2-40B4-BE49-F238E27FC236}">
                <a16:creationId xmlns:a16="http://schemas.microsoft.com/office/drawing/2014/main" id="{52877A67-1B21-4088-A5BB-3E978139463D}"/>
              </a:ext>
            </a:extLst>
          </p:cNvPr>
          <p:cNvSpPr>
            <a:spLocks noGrp="1"/>
          </p:cNvSpPr>
          <p:nvPr/>
        </p:nvSpPr>
        <p:spPr>
          <a:xfrm>
            <a:off x="3199783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7" name="A1_bar_GT_9683">
            <a:extLst>
              <a:ext uri="{FF2B5EF4-FFF2-40B4-BE49-F238E27FC236}">
                <a16:creationId xmlns:a16="http://schemas.microsoft.com/office/drawing/2014/main" id="{7E37C472-FDCA-42EE-AE8D-A85F2248E9FF}"/>
              </a:ext>
            </a:extLst>
          </p:cNvPr>
          <p:cNvSpPr>
            <a:spLocks noGrp="1"/>
          </p:cNvSpPr>
          <p:nvPr/>
        </p:nvSpPr>
        <p:spPr>
          <a:xfrm>
            <a:off x="3144880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8" name="A1_bar_GT_9684">
            <a:extLst>
              <a:ext uri="{FF2B5EF4-FFF2-40B4-BE49-F238E27FC236}">
                <a16:creationId xmlns:a16="http://schemas.microsoft.com/office/drawing/2014/main" id="{53C2E3D0-643C-4DCF-B763-4EB92609B77B}"/>
              </a:ext>
            </a:extLst>
          </p:cNvPr>
          <p:cNvSpPr>
            <a:spLocks noGrp="1"/>
          </p:cNvSpPr>
          <p:nvPr/>
        </p:nvSpPr>
        <p:spPr>
          <a:xfrm>
            <a:off x="3187101" y="56482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9" name="A1_bar_GT_9685">
            <a:extLst>
              <a:ext uri="{FF2B5EF4-FFF2-40B4-BE49-F238E27FC236}">
                <a16:creationId xmlns:a16="http://schemas.microsoft.com/office/drawing/2014/main" id="{66B4C5BD-71F0-496F-B9F1-C5071BA8F882}"/>
              </a:ext>
            </a:extLst>
          </p:cNvPr>
          <p:cNvSpPr>
            <a:spLocks noGrp="1"/>
          </p:cNvSpPr>
          <p:nvPr/>
        </p:nvSpPr>
        <p:spPr>
          <a:xfrm>
            <a:off x="3020761" y="40172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0" name="A1_bar_GT_9686">
            <a:extLst>
              <a:ext uri="{FF2B5EF4-FFF2-40B4-BE49-F238E27FC236}">
                <a16:creationId xmlns:a16="http://schemas.microsoft.com/office/drawing/2014/main" id="{EF3E319A-D151-41D4-AFFC-3668AAD47676}"/>
              </a:ext>
            </a:extLst>
          </p:cNvPr>
          <p:cNvSpPr>
            <a:spLocks noGrp="1"/>
          </p:cNvSpPr>
          <p:nvPr/>
        </p:nvSpPr>
        <p:spPr>
          <a:xfrm>
            <a:off x="3184820" y="36498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1" name="A1_bar_GT_9687">
            <a:extLst>
              <a:ext uri="{FF2B5EF4-FFF2-40B4-BE49-F238E27FC236}">
                <a16:creationId xmlns:a16="http://schemas.microsoft.com/office/drawing/2014/main" id="{52B0C154-FF5C-41B4-A12E-DE7B9440AED1}"/>
              </a:ext>
            </a:extLst>
          </p:cNvPr>
          <p:cNvSpPr>
            <a:spLocks noGrp="1"/>
          </p:cNvSpPr>
          <p:nvPr/>
        </p:nvSpPr>
        <p:spPr>
          <a:xfrm>
            <a:off x="29869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2" name="A1_bar_GT_9688">
            <a:extLst>
              <a:ext uri="{FF2B5EF4-FFF2-40B4-BE49-F238E27FC236}">
                <a16:creationId xmlns:a16="http://schemas.microsoft.com/office/drawing/2014/main" id="{2F676BD3-D3D3-4AD9-8A75-2C3D42F14A1C}"/>
              </a:ext>
            </a:extLst>
          </p:cNvPr>
          <p:cNvSpPr>
            <a:spLocks noGrp="1"/>
          </p:cNvSpPr>
          <p:nvPr/>
        </p:nvSpPr>
        <p:spPr>
          <a:xfrm>
            <a:off x="320147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3" name="A1_bar_GT_9689">
            <a:extLst>
              <a:ext uri="{FF2B5EF4-FFF2-40B4-BE49-F238E27FC236}">
                <a16:creationId xmlns:a16="http://schemas.microsoft.com/office/drawing/2014/main" id="{97224120-93E1-4B8A-B010-732D1DF2CFDC}"/>
              </a:ext>
            </a:extLst>
          </p:cNvPr>
          <p:cNvSpPr>
            <a:spLocks noGrp="1"/>
          </p:cNvSpPr>
          <p:nvPr/>
        </p:nvSpPr>
        <p:spPr>
          <a:xfrm>
            <a:off x="3001781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4" name="A1_bar_GT_9690">
            <a:extLst>
              <a:ext uri="{FF2B5EF4-FFF2-40B4-BE49-F238E27FC236}">
                <a16:creationId xmlns:a16="http://schemas.microsoft.com/office/drawing/2014/main" id="{6AE8B205-F488-42E3-8C20-D0D374A14F18}"/>
              </a:ext>
            </a:extLst>
          </p:cNvPr>
          <p:cNvSpPr>
            <a:spLocks noGrp="1"/>
          </p:cNvSpPr>
          <p:nvPr/>
        </p:nvSpPr>
        <p:spPr>
          <a:xfrm>
            <a:off x="3227906" y="33004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5" name="A1_bar_GT_9691">
            <a:extLst>
              <a:ext uri="{FF2B5EF4-FFF2-40B4-BE49-F238E27FC236}">
                <a16:creationId xmlns:a16="http://schemas.microsoft.com/office/drawing/2014/main" id="{2818E28C-7842-44A0-A677-FB2791D976FF}"/>
              </a:ext>
            </a:extLst>
          </p:cNvPr>
          <p:cNvSpPr>
            <a:spLocks noGrp="1"/>
          </p:cNvSpPr>
          <p:nvPr/>
        </p:nvSpPr>
        <p:spPr>
          <a:xfrm>
            <a:off x="3004008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6" name="A1_bar_GT_9692">
            <a:extLst>
              <a:ext uri="{FF2B5EF4-FFF2-40B4-BE49-F238E27FC236}">
                <a16:creationId xmlns:a16="http://schemas.microsoft.com/office/drawing/2014/main" id="{C1078612-472A-43C2-BC2B-A19EEE5C75DD}"/>
              </a:ext>
            </a:extLst>
          </p:cNvPr>
          <p:cNvSpPr>
            <a:spLocks noGrp="1"/>
          </p:cNvSpPr>
          <p:nvPr/>
        </p:nvSpPr>
        <p:spPr>
          <a:xfrm>
            <a:off x="316767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7" name="A1_bar_GT_9693">
            <a:extLst>
              <a:ext uri="{FF2B5EF4-FFF2-40B4-BE49-F238E27FC236}">
                <a16:creationId xmlns:a16="http://schemas.microsoft.com/office/drawing/2014/main" id="{E1B52917-60DC-4864-A816-888743281717}"/>
              </a:ext>
            </a:extLst>
          </p:cNvPr>
          <p:cNvSpPr>
            <a:spLocks noGrp="1"/>
          </p:cNvSpPr>
          <p:nvPr/>
        </p:nvSpPr>
        <p:spPr>
          <a:xfrm>
            <a:off x="3141336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8" name="A1_bar_GT_9694">
            <a:extLst>
              <a:ext uri="{FF2B5EF4-FFF2-40B4-BE49-F238E27FC236}">
                <a16:creationId xmlns:a16="http://schemas.microsoft.com/office/drawing/2014/main" id="{098B92D3-D5ED-43C0-8EC5-269DC3303895}"/>
              </a:ext>
            </a:extLst>
          </p:cNvPr>
          <p:cNvSpPr>
            <a:spLocks noGrp="1"/>
          </p:cNvSpPr>
          <p:nvPr/>
        </p:nvSpPr>
        <p:spPr>
          <a:xfrm>
            <a:off x="3223012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9" name="A1_bar_GT_9695">
            <a:extLst>
              <a:ext uri="{FF2B5EF4-FFF2-40B4-BE49-F238E27FC236}">
                <a16:creationId xmlns:a16="http://schemas.microsoft.com/office/drawing/2014/main" id="{9BB57CD1-CB21-404B-888D-99B9EAF1BF3D}"/>
              </a:ext>
            </a:extLst>
          </p:cNvPr>
          <p:cNvSpPr>
            <a:spLocks noGrp="1"/>
          </p:cNvSpPr>
          <p:nvPr/>
        </p:nvSpPr>
        <p:spPr>
          <a:xfrm>
            <a:off x="30858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0" name="A1_bar_GT_9696">
            <a:extLst>
              <a:ext uri="{FF2B5EF4-FFF2-40B4-BE49-F238E27FC236}">
                <a16:creationId xmlns:a16="http://schemas.microsoft.com/office/drawing/2014/main" id="{A3E35E14-8C7B-42AD-B468-B473A00E598D}"/>
              </a:ext>
            </a:extLst>
          </p:cNvPr>
          <p:cNvSpPr>
            <a:spLocks noGrp="1"/>
          </p:cNvSpPr>
          <p:nvPr/>
        </p:nvSpPr>
        <p:spPr>
          <a:xfrm>
            <a:off x="30221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1" name="A1_bar_GT_9697">
            <a:extLst>
              <a:ext uri="{FF2B5EF4-FFF2-40B4-BE49-F238E27FC236}">
                <a16:creationId xmlns:a16="http://schemas.microsoft.com/office/drawing/2014/main" id="{37735770-D7AB-4017-9086-9EBEA932EBAC}"/>
              </a:ext>
            </a:extLst>
          </p:cNvPr>
          <p:cNvSpPr>
            <a:spLocks noGrp="1"/>
          </p:cNvSpPr>
          <p:nvPr/>
        </p:nvSpPr>
        <p:spPr>
          <a:xfrm>
            <a:off x="30345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2" name="A1_bar_GT_9698">
            <a:extLst>
              <a:ext uri="{FF2B5EF4-FFF2-40B4-BE49-F238E27FC236}">
                <a16:creationId xmlns:a16="http://schemas.microsoft.com/office/drawing/2014/main" id="{414E08A2-A102-4634-985E-EA72BDF13E9B}"/>
              </a:ext>
            </a:extLst>
          </p:cNvPr>
          <p:cNvSpPr>
            <a:spLocks noGrp="1"/>
          </p:cNvSpPr>
          <p:nvPr/>
        </p:nvSpPr>
        <p:spPr>
          <a:xfrm>
            <a:off x="3027288" y="37439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3" name="A1_bar_GT_9699">
            <a:extLst>
              <a:ext uri="{FF2B5EF4-FFF2-40B4-BE49-F238E27FC236}">
                <a16:creationId xmlns:a16="http://schemas.microsoft.com/office/drawing/2014/main" id="{E1DDABE9-0C8B-4DE9-B872-AFCF52F9CFF4}"/>
              </a:ext>
            </a:extLst>
          </p:cNvPr>
          <p:cNvSpPr>
            <a:spLocks noGrp="1"/>
          </p:cNvSpPr>
          <p:nvPr/>
        </p:nvSpPr>
        <p:spPr>
          <a:xfrm>
            <a:off x="3065873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4" name="A1_bar_GT_9700">
            <a:extLst>
              <a:ext uri="{FF2B5EF4-FFF2-40B4-BE49-F238E27FC236}">
                <a16:creationId xmlns:a16="http://schemas.microsoft.com/office/drawing/2014/main" id="{B1339440-565D-4BF6-8E7C-DA827CB49FF1}"/>
              </a:ext>
            </a:extLst>
          </p:cNvPr>
          <p:cNvSpPr>
            <a:spLocks noGrp="1"/>
          </p:cNvSpPr>
          <p:nvPr/>
        </p:nvSpPr>
        <p:spPr>
          <a:xfrm>
            <a:off x="305941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5" name="A1_bar_GT_9701">
            <a:extLst>
              <a:ext uri="{FF2B5EF4-FFF2-40B4-BE49-F238E27FC236}">
                <a16:creationId xmlns:a16="http://schemas.microsoft.com/office/drawing/2014/main" id="{921F7B30-7B9B-4582-AC24-5FC624494D42}"/>
              </a:ext>
            </a:extLst>
          </p:cNvPr>
          <p:cNvSpPr>
            <a:spLocks noGrp="1"/>
          </p:cNvSpPr>
          <p:nvPr/>
        </p:nvSpPr>
        <p:spPr>
          <a:xfrm>
            <a:off x="30388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6" name="A1_bar_GT_9702">
            <a:extLst>
              <a:ext uri="{FF2B5EF4-FFF2-40B4-BE49-F238E27FC236}">
                <a16:creationId xmlns:a16="http://schemas.microsoft.com/office/drawing/2014/main" id="{91D1962B-F901-441C-ADD4-C6942155E5AF}"/>
              </a:ext>
            </a:extLst>
          </p:cNvPr>
          <p:cNvSpPr>
            <a:spLocks noGrp="1"/>
          </p:cNvSpPr>
          <p:nvPr/>
        </p:nvSpPr>
        <p:spPr>
          <a:xfrm>
            <a:off x="3218469" y="39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7" name="A1_bar_GT_9703">
            <a:extLst>
              <a:ext uri="{FF2B5EF4-FFF2-40B4-BE49-F238E27FC236}">
                <a16:creationId xmlns:a16="http://schemas.microsoft.com/office/drawing/2014/main" id="{8BB2FF12-EE07-4150-9667-7A610CF00989}"/>
              </a:ext>
            </a:extLst>
          </p:cNvPr>
          <p:cNvSpPr>
            <a:spLocks noGrp="1"/>
          </p:cNvSpPr>
          <p:nvPr/>
        </p:nvSpPr>
        <p:spPr>
          <a:xfrm>
            <a:off x="320835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8" name="A1_bar_GT_9704">
            <a:extLst>
              <a:ext uri="{FF2B5EF4-FFF2-40B4-BE49-F238E27FC236}">
                <a16:creationId xmlns:a16="http://schemas.microsoft.com/office/drawing/2014/main" id="{84D0D097-ACE2-406B-B496-63A8681FF752}"/>
              </a:ext>
            </a:extLst>
          </p:cNvPr>
          <p:cNvSpPr>
            <a:spLocks noGrp="1"/>
          </p:cNvSpPr>
          <p:nvPr/>
        </p:nvSpPr>
        <p:spPr>
          <a:xfrm>
            <a:off x="300138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9" name="A1_bar_GT_9705">
            <a:extLst>
              <a:ext uri="{FF2B5EF4-FFF2-40B4-BE49-F238E27FC236}">
                <a16:creationId xmlns:a16="http://schemas.microsoft.com/office/drawing/2014/main" id="{D599463D-A117-47CD-AFC8-5DE9E1A4204A}"/>
              </a:ext>
            </a:extLst>
          </p:cNvPr>
          <p:cNvSpPr>
            <a:spLocks noGrp="1"/>
          </p:cNvSpPr>
          <p:nvPr/>
        </p:nvSpPr>
        <p:spPr>
          <a:xfrm>
            <a:off x="298621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0" name="A1_bar_GT_9706">
            <a:extLst>
              <a:ext uri="{FF2B5EF4-FFF2-40B4-BE49-F238E27FC236}">
                <a16:creationId xmlns:a16="http://schemas.microsoft.com/office/drawing/2014/main" id="{3FB59095-B558-4792-9620-58DF7E153DDB}"/>
              </a:ext>
            </a:extLst>
          </p:cNvPr>
          <p:cNvSpPr>
            <a:spLocks noGrp="1"/>
          </p:cNvSpPr>
          <p:nvPr/>
        </p:nvSpPr>
        <p:spPr>
          <a:xfrm>
            <a:off x="298549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1" name="A1_bar_GT_9707">
            <a:extLst>
              <a:ext uri="{FF2B5EF4-FFF2-40B4-BE49-F238E27FC236}">
                <a16:creationId xmlns:a16="http://schemas.microsoft.com/office/drawing/2014/main" id="{86D7A9EE-DC74-41D1-9368-4228845AB2B1}"/>
              </a:ext>
            </a:extLst>
          </p:cNvPr>
          <p:cNvSpPr>
            <a:spLocks noGrp="1"/>
          </p:cNvSpPr>
          <p:nvPr/>
        </p:nvSpPr>
        <p:spPr>
          <a:xfrm>
            <a:off x="3213724" y="41548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2" name="A1_bar_GT_9708">
            <a:extLst>
              <a:ext uri="{FF2B5EF4-FFF2-40B4-BE49-F238E27FC236}">
                <a16:creationId xmlns:a16="http://schemas.microsoft.com/office/drawing/2014/main" id="{DAED014D-5969-43E6-905F-BE2A78D9E1FA}"/>
              </a:ext>
            </a:extLst>
          </p:cNvPr>
          <p:cNvSpPr>
            <a:spLocks noGrp="1"/>
          </p:cNvSpPr>
          <p:nvPr/>
        </p:nvSpPr>
        <p:spPr>
          <a:xfrm>
            <a:off x="31604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3" name="A1_bar_GT_9709">
            <a:extLst>
              <a:ext uri="{FF2B5EF4-FFF2-40B4-BE49-F238E27FC236}">
                <a16:creationId xmlns:a16="http://schemas.microsoft.com/office/drawing/2014/main" id="{687F9175-7780-496E-9CDE-9D38D2B2D4AC}"/>
              </a:ext>
            </a:extLst>
          </p:cNvPr>
          <p:cNvSpPr>
            <a:spLocks noGrp="1"/>
          </p:cNvSpPr>
          <p:nvPr/>
        </p:nvSpPr>
        <p:spPr>
          <a:xfrm>
            <a:off x="3104236" y="55286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4" name="A1_bar_GT_9710">
            <a:extLst>
              <a:ext uri="{FF2B5EF4-FFF2-40B4-BE49-F238E27FC236}">
                <a16:creationId xmlns:a16="http://schemas.microsoft.com/office/drawing/2014/main" id="{040E1BC1-0F10-4BD1-A64D-80C4346D74F9}"/>
              </a:ext>
            </a:extLst>
          </p:cNvPr>
          <p:cNvSpPr>
            <a:spLocks noGrp="1"/>
          </p:cNvSpPr>
          <p:nvPr/>
        </p:nvSpPr>
        <p:spPr>
          <a:xfrm>
            <a:off x="31288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5" name="A1_bar_GT_9711">
            <a:extLst>
              <a:ext uri="{FF2B5EF4-FFF2-40B4-BE49-F238E27FC236}">
                <a16:creationId xmlns:a16="http://schemas.microsoft.com/office/drawing/2014/main" id="{884E615C-D1C9-421C-ACAF-53B2EF49BFA0}"/>
              </a:ext>
            </a:extLst>
          </p:cNvPr>
          <p:cNvSpPr>
            <a:spLocks noGrp="1"/>
          </p:cNvSpPr>
          <p:nvPr/>
        </p:nvSpPr>
        <p:spPr>
          <a:xfrm>
            <a:off x="31925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6" name="A1_bar_GT_9712">
            <a:extLst>
              <a:ext uri="{FF2B5EF4-FFF2-40B4-BE49-F238E27FC236}">
                <a16:creationId xmlns:a16="http://schemas.microsoft.com/office/drawing/2014/main" id="{145B990B-3548-48CE-81D3-E3AB8CED895E}"/>
              </a:ext>
            </a:extLst>
          </p:cNvPr>
          <p:cNvSpPr>
            <a:spLocks noGrp="1"/>
          </p:cNvSpPr>
          <p:nvPr/>
        </p:nvSpPr>
        <p:spPr>
          <a:xfrm>
            <a:off x="31858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7" name="A1_bar_GT_9713">
            <a:extLst>
              <a:ext uri="{FF2B5EF4-FFF2-40B4-BE49-F238E27FC236}">
                <a16:creationId xmlns:a16="http://schemas.microsoft.com/office/drawing/2014/main" id="{19DED8EC-9847-4E13-A04A-42992AD3149F}"/>
              </a:ext>
            </a:extLst>
          </p:cNvPr>
          <p:cNvSpPr>
            <a:spLocks noGrp="1"/>
          </p:cNvSpPr>
          <p:nvPr/>
        </p:nvSpPr>
        <p:spPr>
          <a:xfrm>
            <a:off x="303338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8" name="A1_bar_GT_9714">
            <a:extLst>
              <a:ext uri="{FF2B5EF4-FFF2-40B4-BE49-F238E27FC236}">
                <a16:creationId xmlns:a16="http://schemas.microsoft.com/office/drawing/2014/main" id="{4052D4D8-A6C0-4465-98F1-21165182C4CF}"/>
              </a:ext>
            </a:extLst>
          </p:cNvPr>
          <p:cNvSpPr>
            <a:spLocks noGrp="1"/>
          </p:cNvSpPr>
          <p:nvPr/>
        </p:nvSpPr>
        <p:spPr>
          <a:xfrm>
            <a:off x="31127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9" name="A1_bar_GT_9715">
            <a:extLst>
              <a:ext uri="{FF2B5EF4-FFF2-40B4-BE49-F238E27FC236}">
                <a16:creationId xmlns:a16="http://schemas.microsoft.com/office/drawing/2014/main" id="{5146389B-C8B5-489D-BDEE-16B40C4DF9A6}"/>
              </a:ext>
            </a:extLst>
          </p:cNvPr>
          <p:cNvSpPr>
            <a:spLocks noGrp="1"/>
          </p:cNvSpPr>
          <p:nvPr/>
        </p:nvSpPr>
        <p:spPr>
          <a:xfrm>
            <a:off x="31615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0" name="A1_bar_GT_9716">
            <a:extLst>
              <a:ext uri="{FF2B5EF4-FFF2-40B4-BE49-F238E27FC236}">
                <a16:creationId xmlns:a16="http://schemas.microsoft.com/office/drawing/2014/main" id="{99AD061E-3EE6-43EB-AF91-401D59A9F8FA}"/>
              </a:ext>
            </a:extLst>
          </p:cNvPr>
          <p:cNvSpPr>
            <a:spLocks noGrp="1"/>
          </p:cNvSpPr>
          <p:nvPr/>
        </p:nvSpPr>
        <p:spPr>
          <a:xfrm>
            <a:off x="3078170" y="59185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1" name="A1_bar_GT_9717">
            <a:extLst>
              <a:ext uri="{FF2B5EF4-FFF2-40B4-BE49-F238E27FC236}">
                <a16:creationId xmlns:a16="http://schemas.microsoft.com/office/drawing/2014/main" id="{49E73BD1-CDC1-47B6-A2F9-5072D48E9A1A}"/>
              </a:ext>
            </a:extLst>
          </p:cNvPr>
          <p:cNvSpPr>
            <a:spLocks noGrp="1"/>
          </p:cNvSpPr>
          <p:nvPr/>
        </p:nvSpPr>
        <p:spPr>
          <a:xfrm>
            <a:off x="315308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2" name="A1_bar_GT_9718">
            <a:extLst>
              <a:ext uri="{FF2B5EF4-FFF2-40B4-BE49-F238E27FC236}">
                <a16:creationId xmlns:a16="http://schemas.microsoft.com/office/drawing/2014/main" id="{3942BECD-1415-40D0-B1EB-40F4224DC803}"/>
              </a:ext>
            </a:extLst>
          </p:cNvPr>
          <p:cNvSpPr>
            <a:spLocks noGrp="1"/>
          </p:cNvSpPr>
          <p:nvPr/>
        </p:nvSpPr>
        <p:spPr>
          <a:xfrm>
            <a:off x="2990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3" name="A1_bar_GT_9719">
            <a:extLst>
              <a:ext uri="{FF2B5EF4-FFF2-40B4-BE49-F238E27FC236}">
                <a16:creationId xmlns:a16="http://schemas.microsoft.com/office/drawing/2014/main" id="{5C578C42-0EB8-4972-A11A-A8FD1FD483F5}"/>
              </a:ext>
            </a:extLst>
          </p:cNvPr>
          <p:cNvSpPr>
            <a:spLocks noGrp="1"/>
          </p:cNvSpPr>
          <p:nvPr/>
        </p:nvSpPr>
        <p:spPr>
          <a:xfrm>
            <a:off x="314351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4" name="A1_bar_GT_9720">
            <a:extLst>
              <a:ext uri="{FF2B5EF4-FFF2-40B4-BE49-F238E27FC236}">
                <a16:creationId xmlns:a16="http://schemas.microsoft.com/office/drawing/2014/main" id="{3CE61C8C-BED3-45CA-AF70-4CA8EFA3BB68}"/>
              </a:ext>
            </a:extLst>
          </p:cNvPr>
          <p:cNvSpPr>
            <a:spLocks noGrp="1"/>
          </p:cNvSpPr>
          <p:nvPr/>
        </p:nvSpPr>
        <p:spPr>
          <a:xfrm>
            <a:off x="3146416" y="48414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5" name="A1_bar_GT_9721">
            <a:extLst>
              <a:ext uri="{FF2B5EF4-FFF2-40B4-BE49-F238E27FC236}">
                <a16:creationId xmlns:a16="http://schemas.microsoft.com/office/drawing/2014/main" id="{4A6C6B10-2C25-4F90-8924-4A3DF5A8C191}"/>
              </a:ext>
            </a:extLst>
          </p:cNvPr>
          <p:cNvSpPr>
            <a:spLocks noGrp="1"/>
          </p:cNvSpPr>
          <p:nvPr/>
        </p:nvSpPr>
        <p:spPr>
          <a:xfrm>
            <a:off x="31692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6" name="A1_bar_GT_9722">
            <a:extLst>
              <a:ext uri="{FF2B5EF4-FFF2-40B4-BE49-F238E27FC236}">
                <a16:creationId xmlns:a16="http://schemas.microsoft.com/office/drawing/2014/main" id="{C891C895-7DFF-4C06-BF7F-49B23F08DA94}"/>
              </a:ext>
            </a:extLst>
          </p:cNvPr>
          <p:cNvSpPr>
            <a:spLocks noGrp="1"/>
          </p:cNvSpPr>
          <p:nvPr/>
        </p:nvSpPr>
        <p:spPr>
          <a:xfrm>
            <a:off x="3179834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7" name="A1_bar_GT_9723">
            <a:extLst>
              <a:ext uri="{FF2B5EF4-FFF2-40B4-BE49-F238E27FC236}">
                <a16:creationId xmlns:a16="http://schemas.microsoft.com/office/drawing/2014/main" id="{CD7C85BC-685C-4E13-AFC4-321F3B59DAA1}"/>
              </a:ext>
            </a:extLst>
          </p:cNvPr>
          <p:cNvSpPr>
            <a:spLocks noGrp="1"/>
          </p:cNvSpPr>
          <p:nvPr/>
        </p:nvSpPr>
        <p:spPr>
          <a:xfrm>
            <a:off x="300014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8" name="A1_bar_GT_9724">
            <a:extLst>
              <a:ext uri="{FF2B5EF4-FFF2-40B4-BE49-F238E27FC236}">
                <a16:creationId xmlns:a16="http://schemas.microsoft.com/office/drawing/2014/main" id="{088D0984-5EA2-44FE-A15C-02E354B09CB4}"/>
              </a:ext>
            </a:extLst>
          </p:cNvPr>
          <p:cNvSpPr>
            <a:spLocks noGrp="1"/>
          </p:cNvSpPr>
          <p:nvPr/>
        </p:nvSpPr>
        <p:spPr>
          <a:xfrm>
            <a:off x="3096261" y="6081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9" name="A1_bar_GT_9725">
            <a:extLst>
              <a:ext uri="{FF2B5EF4-FFF2-40B4-BE49-F238E27FC236}">
                <a16:creationId xmlns:a16="http://schemas.microsoft.com/office/drawing/2014/main" id="{8077878C-FE73-463B-A133-AA55A9A7D3E2}"/>
              </a:ext>
            </a:extLst>
          </p:cNvPr>
          <p:cNvSpPr>
            <a:spLocks noGrp="1"/>
          </p:cNvSpPr>
          <p:nvPr/>
        </p:nvSpPr>
        <p:spPr>
          <a:xfrm>
            <a:off x="3111811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0" name="A1_bar_GT_9726">
            <a:extLst>
              <a:ext uri="{FF2B5EF4-FFF2-40B4-BE49-F238E27FC236}">
                <a16:creationId xmlns:a16="http://schemas.microsoft.com/office/drawing/2014/main" id="{28A9D4B0-E310-40AD-BE10-F95D8D299989}"/>
              </a:ext>
            </a:extLst>
          </p:cNvPr>
          <p:cNvSpPr>
            <a:spLocks noGrp="1"/>
          </p:cNvSpPr>
          <p:nvPr/>
        </p:nvSpPr>
        <p:spPr>
          <a:xfrm>
            <a:off x="303658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1" name="A1_bar_GT_9727">
            <a:extLst>
              <a:ext uri="{FF2B5EF4-FFF2-40B4-BE49-F238E27FC236}">
                <a16:creationId xmlns:a16="http://schemas.microsoft.com/office/drawing/2014/main" id="{748D9BEC-FC20-4DE9-92AA-2F95D869DC2A}"/>
              </a:ext>
            </a:extLst>
          </p:cNvPr>
          <p:cNvSpPr>
            <a:spLocks noGrp="1"/>
          </p:cNvSpPr>
          <p:nvPr/>
        </p:nvSpPr>
        <p:spPr>
          <a:xfrm>
            <a:off x="320507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2" name="A1_bar_GT_9728">
            <a:extLst>
              <a:ext uri="{FF2B5EF4-FFF2-40B4-BE49-F238E27FC236}">
                <a16:creationId xmlns:a16="http://schemas.microsoft.com/office/drawing/2014/main" id="{88D2EA4F-A697-43E6-96D2-916B0AEF7723}"/>
              </a:ext>
            </a:extLst>
          </p:cNvPr>
          <p:cNvSpPr>
            <a:spLocks noGrp="1"/>
          </p:cNvSpPr>
          <p:nvPr/>
        </p:nvSpPr>
        <p:spPr>
          <a:xfrm>
            <a:off x="3191272" y="52943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3" name="A1_bar_GT_9729">
            <a:extLst>
              <a:ext uri="{FF2B5EF4-FFF2-40B4-BE49-F238E27FC236}">
                <a16:creationId xmlns:a16="http://schemas.microsoft.com/office/drawing/2014/main" id="{62ACC167-4475-4ABF-970E-57187CCA8BBA}"/>
              </a:ext>
            </a:extLst>
          </p:cNvPr>
          <p:cNvSpPr>
            <a:spLocks noGrp="1"/>
          </p:cNvSpPr>
          <p:nvPr/>
        </p:nvSpPr>
        <p:spPr>
          <a:xfrm>
            <a:off x="308316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4" name="A1_bar_GT_9730">
            <a:extLst>
              <a:ext uri="{FF2B5EF4-FFF2-40B4-BE49-F238E27FC236}">
                <a16:creationId xmlns:a16="http://schemas.microsoft.com/office/drawing/2014/main" id="{EC7502AB-E20A-4698-8F99-AE73A37C5465}"/>
              </a:ext>
            </a:extLst>
          </p:cNvPr>
          <p:cNvSpPr>
            <a:spLocks noGrp="1"/>
          </p:cNvSpPr>
          <p:nvPr/>
        </p:nvSpPr>
        <p:spPr>
          <a:xfrm>
            <a:off x="2997726" y="5122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5" name="A1_bar_GT_9731">
            <a:extLst>
              <a:ext uri="{FF2B5EF4-FFF2-40B4-BE49-F238E27FC236}">
                <a16:creationId xmlns:a16="http://schemas.microsoft.com/office/drawing/2014/main" id="{487203F9-AADD-4FA3-86C9-E5803C07195E}"/>
              </a:ext>
            </a:extLst>
          </p:cNvPr>
          <p:cNvSpPr>
            <a:spLocks noGrp="1"/>
          </p:cNvSpPr>
          <p:nvPr/>
        </p:nvSpPr>
        <p:spPr>
          <a:xfrm>
            <a:off x="3199217" y="49438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6" name="A1_bar_GT_9732">
            <a:extLst>
              <a:ext uri="{FF2B5EF4-FFF2-40B4-BE49-F238E27FC236}">
                <a16:creationId xmlns:a16="http://schemas.microsoft.com/office/drawing/2014/main" id="{98B5B0A0-D8A7-49FB-A90E-E24F3F3DEF7F}"/>
              </a:ext>
            </a:extLst>
          </p:cNvPr>
          <p:cNvSpPr>
            <a:spLocks noGrp="1"/>
          </p:cNvSpPr>
          <p:nvPr/>
        </p:nvSpPr>
        <p:spPr>
          <a:xfrm>
            <a:off x="3124107" y="4346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7" name="A1_bar_GT_9733">
            <a:extLst>
              <a:ext uri="{FF2B5EF4-FFF2-40B4-BE49-F238E27FC236}">
                <a16:creationId xmlns:a16="http://schemas.microsoft.com/office/drawing/2014/main" id="{05BD61DB-C0AB-47DD-8CFB-FD27E2A594E4}"/>
              </a:ext>
            </a:extLst>
          </p:cNvPr>
          <p:cNvSpPr>
            <a:spLocks noGrp="1"/>
          </p:cNvSpPr>
          <p:nvPr/>
        </p:nvSpPr>
        <p:spPr>
          <a:xfrm>
            <a:off x="31964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8" name="A1_bar_GT_9734">
            <a:extLst>
              <a:ext uri="{FF2B5EF4-FFF2-40B4-BE49-F238E27FC236}">
                <a16:creationId xmlns:a16="http://schemas.microsoft.com/office/drawing/2014/main" id="{AA13F504-CF16-4F68-A5A7-A5755135BE5D}"/>
              </a:ext>
            </a:extLst>
          </p:cNvPr>
          <p:cNvSpPr>
            <a:spLocks noGrp="1"/>
          </p:cNvSpPr>
          <p:nvPr/>
        </p:nvSpPr>
        <p:spPr>
          <a:xfrm>
            <a:off x="3190516" y="30163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9" name="A1_bar_GT_9735">
            <a:extLst>
              <a:ext uri="{FF2B5EF4-FFF2-40B4-BE49-F238E27FC236}">
                <a16:creationId xmlns:a16="http://schemas.microsoft.com/office/drawing/2014/main" id="{93C4B7FE-13CF-4E7E-83D4-56DDAEC36A21}"/>
              </a:ext>
            </a:extLst>
          </p:cNvPr>
          <p:cNvSpPr>
            <a:spLocks noGrp="1"/>
          </p:cNvSpPr>
          <p:nvPr/>
        </p:nvSpPr>
        <p:spPr>
          <a:xfrm>
            <a:off x="318013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0" name="A1_bar_GT_9736">
            <a:extLst>
              <a:ext uri="{FF2B5EF4-FFF2-40B4-BE49-F238E27FC236}">
                <a16:creationId xmlns:a16="http://schemas.microsoft.com/office/drawing/2014/main" id="{24E51D7B-19D8-4B70-96B7-024E2AF5EEDD}"/>
              </a:ext>
            </a:extLst>
          </p:cNvPr>
          <p:cNvSpPr>
            <a:spLocks noGrp="1"/>
          </p:cNvSpPr>
          <p:nvPr/>
        </p:nvSpPr>
        <p:spPr>
          <a:xfrm>
            <a:off x="3161102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1" name="A1_bar_GT_9737">
            <a:extLst>
              <a:ext uri="{FF2B5EF4-FFF2-40B4-BE49-F238E27FC236}">
                <a16:creationId xmlns:a16="http://schemas.microsoft.com/office/drawing/2014/main" id="{D4BF64AF-D309-43C0-A9F8-329407B432D6}"/>
              </a:ext>
            </a:extLst>
          </p:cNvPr>
          <p:cNvSpPr>
            <a:spLocks noGrp="1"/>
          </p:cNvSpPr>
          <p:nvPr/>
        </p:nvSpPr>
        <p:spPr>
          <a:xfrm>
            <a:off x="31028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2" name="A1_bar_GT_9738">
            <a:extLst>
              <a:ext uri="{FF2B5EF4-FFF2-40B4-BE49-F238E27FC236}">
                <a16:creationId xmlns:a16="http://schemas.microsoft.com/office/drawing/2014/main" id="{BE2FB592-E698-45E1-B3EA-7FAA831C216D}"/>
              </a:ext>
            </a:extLst>
          </p:cNvPr>
          <p:cNvSpPr>
            <a:spLocks noGrp="1"/>
          </p:cNvSpPr>
          <p:nvPr/>
        </p:nvSpPr>
        <p:spPr>
          <a:xfrm>
            <a:off x="314806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3" name="A1_bar_GT_9739">
            <a:extLst>
              <a:ext uri="{FF2B5EF4-FFF2-40B4-BE49-F238E27FC236}">
                <a16:creationId xmlns:a16="http://schemas.microsoft.com/office/drawing/2014/main" id="{5B4FAA90-ADFB-4344-86F2-BB762C677885}"/>
              </a:ext>
            </a:extLst>
          </p:cNvPr>
          <p:cNvSpPr>
            <a:spLocks noGrp="1"/>
          </p:cNvSpPr>
          <p:nvPr/>
        </p:nvSpPr>
        <p:spPr>
          <a:xfrm>
            <a:off x="2989436" y="37607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4" name="A1_bar_GT_9740">
            <a:extLst>
              <a:ext uri="{FF2B5EF4-FFF2-40B4-BE49-F238E27FC236}">
                <a16:creationId xmlns:a16="http://schemas.microsoft.com/office/drawing/2014/main" id="{F5086A5A-4201-4D64-AD8D-58E75F84247A}"/>
              </a:ext>
            </a:extLst>
          </p:cNvPr>
          <p:cNvSpPr>
            <a:spLocks noGrp="1"/>
          </p:cNvSpPr>
          <p:nvPr/>
        </p:nvSpPr>
        <p:spPr>
          <a:xfrm>
            <a:off x="3191917" y="5517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5" name="A1_bar_GT_9741">
            <a:extLst>
              <a:ext uri="{FF2B5EF4-FFF2-40B4-BE49-F238E27FC236}">
                <a16:creationId xmlns:a16="http://schemas.microsoft.com/office/drawing/2014/main" id="{F866D0AE-E7CA-469E-9D4A-8D2B8514A174}"/>
              </a:ext>
            </a:extLst>
          </p:cNvPr>
          <p:cNvSpPr>
            <a:spLocks noGrp="1"/>
          </p:cNvSpPr>
          <p:nvPr/>
        </p:nvSpPr>
        <p:spPr>
          <a:xfrm>
            <a:off x="3132586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6" name="A1_bar_GT_9742">
            <a:extLst>
              <a:ext uri="{FF2B5EF4-FFF2-40B4-BE49-F238E27FC236}">
                <a16:creationId xmlns:a16="http://schemas.microsoft.com/office/drawing/2014/main" id="{09324EE8-ED6C-4AF0-8C3D-D8E221E3C9AE}"/>
              </a:ext>
            </a:extLst>
          </p:cNvPr>
          <p:cNvSpPr>
            <a:spLocks noGrp="1"/>
          </p:cNvSpPr>
          <p:nvPr/>
        </p:nvSpPr>
        <p:spPr>
          <a:xfrm>
            <a:off x="31069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7" name="A1_bar_GT_9743">
            <a:extLst>
              <a:ext uri="{FF2B5EF4-FFF2-40B4-BE49-F238E27FC236}">
                <a16:creationId xmlns:a16="http://schemas.microsoft.com/office/drawing/2014/main" id="{E3D81956-8B3D-486E-BFB8-304EBB0AC33B}"/>
              </a:ext>
            </a:extLst>
          </p:cNvPr>
          <p:cNvSpPr>
            <a:spLocks noGrp="1"/>
          </p:cNvSpPr>
          <p:nvPr/>
        </p:nvSpPr>
        <p:spPr>
          <a:xfrm>
            <a:off x="2994023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8" name="A1_bar_GT_9744">
            <a:extLst>
              <a:ext uri="{FF2B5EF4-FFF2-40B4-BE49-F238E27FC236}">
                <a16:creationId xmlns:a16="http://schemas.microsoft.com/office/drawing/2014/main" id="{3039FF7E-41E7-4178-8A5E-F26C60B836F7}"/>
              </a:ext>
            </a:extLst>
          </p:cNvPr>
          <p:cNvSpPr>
            <a:spLocks noGrp="1"/>
          </p:cNvSpPr>
          <p:nvPr/>
        </p:nvSpPr>
        <p:spPr>
          <a:xfrm>
            <a:off x="320100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9" name="A1_bar_GT_9745">
            <a:extLst>
              <a:ext uri="{FF2B5EF4-FFF2-40B4-BE49-F238E27FC236}">
                <a16:creationId xmlns:a16="http://schemas.microsoft.com/office/drawing/2014/main" id="{B7BDBF31-E95F-420C-97B8-C019A714146A}"/>
              </a:ext>
            </a:extLst>
          </p:cNvPr>
          <p:cNvSpPr>
            <a:spLocks noGrp="1"/>
          </p:cNvSpPr>
          <p:nvPr/>
        </p:nvSpPr>
        <p:spPr>
          <a:xfrm>
            <a:off x="3192899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0" name="A1_bar_GT_9746">
            <a:extLst>
              <a:ext uri="{FF2B5EF4-FFF2-40B4-BE49-F238E27FC236}">
                <a16:creationId xmlns:a16="http://schemas.microsoft.com/office/drawing/2014/main" id="{5DB8F197-9506-47AA-AD91-447746FD6542}"/>
              </a:ext>
            </a:extLst>
          </p:cNvPr>
          <p:cNvSpPr>
            <a:spLocks noGrp="1"/>
          </p:cNvSpPr>
          <p:nvPr/>
        </p:nvSpPr>
        <p:spPr>
          <a:xfrm>
            <a:off x="2995791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1" name="A1_bar_GT_9747">
            <a:extLst>
              <a:ext uri="{FF2B5EF4-FFF2-40B4-BE49-F238E27FC236}">
                <a16:creationId xmlns:a16="http://schemas.microsoft.com/office/drawing/2014/main" id="{2A4E2FD2-98A2-462A-87EA-316056734742}"/>
              </a:ext>
            </a:extLst>
          </p:cNvPr>
          <p:cNvSpPr>
            <a:spLocks noGrp="1"/>
          </p:cNvSpPr>
          <p:nvPr/>
        </p:nvSpPr>
        <p:spPr>
          <a:xfrm>
            <a:off x="30601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2" name="A1_bar_GT_9748">
            <a:extLst>
              <a:ext uri="{FF2B5EF4-FFF2-40B4-BE49-F238E27FC236}">
                <a16:creationId xmlns:a16="http://schemas.microsoft.com/office/drawing/2014/main" id="{0458501F-0970-45E1-A4D5-D3AFEC3F3F19}"/>
              </a:ext>
            </a:extLst>
          </p:cNvPr>
          <p:cNvSpPr>
            <a:spLocks noGrp="1"/>
          </p:cNvSpPr>
          <p:nvPr/>
        </p:nvSpPr>
        <p:spPr>
          <a:xfrm>
            <a:off x="318657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3" name="A1_bar_GT_9749">
            <a:extLst>
              <a:ext uri="{FF2B5EF4-FFF2-40B4-BE49-F238E27FC236}">
                <a16:creationId xmlns:a16="http://schemas.microsoft.com/office/drawing/2014/main" id="{711DB270-D117-4127-B3F5-33E7F6D16967}"/>
              </a:ext>
            </a:extLst>
          </p:cNvPr>
          <p:cNvSpPr>
            <a:spLocks noGrp="1"/>
          </p:cNvSpPr>
          <p:nvPr/>
        </p:nvSpPr>
        <p:spPr>
          <a:xfrm>
            <a:off x="30085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4" name="A1_bar_GT_9750">
            <a:extLst>
              <a:ext uri="{FF2B5EF4-FFF2-40B4-BE49-F238E27FC236}">
                <a16:creationId xmlns:a16="http://schemas.microsoft.com/office/drawing/2014/main" id="{8840BB3C-6CEC-4A72-B6F8-CCFC7C9E043D}"/>
              </a:ext>
            </a:extLst>
          </p:cNvPr>
          <p:cNvSpPr>
            <a:spLocks noGrp="1"/>
          </p:cNvSpPr>
          <p:nvPr/>
        </p:nvSpPr>
        <p:spPr>
          <a:xfrm>
            <a:off x="30185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5" name="A1_bar_GT_9751">
            <a:extLst>
              <a:ext uri="{FF2B5EF4-FFF2-40B4-BE49-F238E27FC236}">
                <a16:creationId xmlns:a16="http://schemas.microsoft.com/office/drawing/2014/main" id="{E797E504-A580-49EB-AF57-F29676769898}"/>
              </a:ext>
            </a:extLst>
          </p:cNvPr>
          <p:cNvSpPr>
            <a:spLocks noGrp="1"/>
          </p:cNvSpPr>
          <p:nvPr/>
        </p:nvSpPr>
        <p:spPr>
          <a:xfrm>
            <a:off x="3202263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6" name="A1_bar_GT_9752">
            <a:extLst>
              <a:ext uri="{FF2B5EF4-FFF2-40B4-BE49-F238E27FC236}">
                <a16:creationId xmlns:a16="http://schemas.microsoft.com/office/drawing/2014/main" id="{4F9636A6-5A72-4D6E-B13B-90098AFF01C7}"/>
              </a:ext>
            </a:extLst>
          </p:cNvPr>
          <p:cNvSpPr>
            <a:spLocks noGrp="1"/>
          </p:cNvSpPr>
          <p:nvPr/>
        </p:nvSpPr>
        <p:spPr>
          <a:xfrm>
            <a:off x="2996606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7" name="A1_bar_GT_9753">
            <a:extLst>
              <a:ext uri="{FF2B5EF4-FFF2-40B4-BE49-F238E27FC236}">
                <a16:creationId xmlns:a16="http://schemas.microsoft.com/office/drawing/2014/main" id="{B3F52493-9A3F-4EC0-B9AE-7721327D634F}"/>
              </a:ext>
            </a:extLst>
          </p:cNvPr>
          <p:cNvSpPr>
            <a:spLocks noGrp="1"/>
          </p:cNvSpPr>
          <p:nvPr/>
        </p:nvSpPr>
        <p:spPr>
          <a:xfrm>
            <a:off x="31531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8" name="A1_bar_GT_9754">
            <a:extLst>
              <a:ext uri="{FF2B5EF4-FFF2-40B4-BE49-F238E27FC236}">
                <a16:creationId xmlns:a16="http://schemas.microsoft.com/office/drawing/2014/main" id="{A6425688-125B-492E-A048-2CD6F1166B8F}"/>
              </a:ext>
            </a:extLst>
          </p:cNvPr>
          <p:cNvSpPr>
            <a:spLocks noGrp="1"/>
          </p:cNvSpPr>
          <p:nvPr/>
        </p:nvSpPr>
        <p:spPr>
          <a:xfrm>
            <a:off x="3138517" y="39120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9" name="A1_bar_GT_9755">
            <a:extLst>
              <a:ext uri="{FF2B5EF4-FFF2-40B4-BE49-F238E27FC236}">
                <a16:creationId xmlns:a16="http://schemas.microsoft.com/office/drawing/2014/main" id="{5F2C6BF8-D210-4056-BC3A-7C37E5E08574}"/>
              </a:ext>
            </a:extLst>
          </p:cNvPr>
          <p:cNvSpPr>
            <a:spLocks noGrp="1"/>
          </p:cNvSpPr>
          <p:nvPr/>
        </p:nvSpPr>
        <p:spPr>
          <a:xfrm>
            <a:off x="3138604" y="420942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0" name="A1_bar_GT_9756">
            <a:extLst>
              <a:ext uri="{FF2B5EF4-FFF2-40B4-BE49-F238E27FC236}">
                <a16:creationId xmlns:a16="http://schemas.microsoft.com/office/drawing/2014/main" id="{E9DE0EA6-B85C-4E02-9265-B95FFA905465}"/>
              </a:ext>
            </a:extLst>
          </p:cNvPr>
          <p:cNvSpPr>
            <a:spLocks noGrp="1"/>
          </p:cNvSpPr>
          <p:nvPr/>
        </p:nvSpPr>
        <p:spPr>
          <a:xfrm>
            <a:off x="320003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1" name="A1_bar_GT_9757">
            <a:extLst>
              <a:ext uri="{FF2B5EF4-FFF2-40B4-BE49-F238E27FC236}">
                <a16:creationId xmlns:a16="http://schemas.microsoft.com/office/drawing/2014/main" id="{AC1AEAAB-658F-4E6C-ADEA-24DE911BA96F}"/>
              </a:ext>
            </a:extLst>
          </p:cNvPr>
          <p:cNvSpPr>
            <a:spLocks noGrp="1"/>
          </p:cNvSpPr>
          <p:nvPr/>
        </p:nvSpPr>
        <p:spPr>
          <a:xfrm>
            <a:off x="3202268" y="52207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2" name="A1_bar_GT_9758">
            <a:extLst>
              <a:ext uri="{FF2B5EF4-FFF2-40B4-BE49-F238E27FC236}">
                <a16:creationId xmlns:a16="http://schemas.microsoft.com/office/drawing/2014/main" id="{9979A05F-4128-4098-80EF-2A5E438EE0B3}"/>
              </a:ext>
            </a:extLst>
          </p:cNvPr>
          <p:cNvSpPr>
            <a:spLocks noGrp="1"/>
          </p:cNvSpPr>
          <p:nvPr/>
        </p:nvSpPr>
        <p:spPr>
          <a:xfrm>
            <a:off x="309593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3" name="A1_bar_GT_9759">
            <a:extLst>
              <a:ext uri="{FF2B5EF4-FFF2-40B4-BE49-F238E27FC236}">
                <a16:creationId xmlns:a16="http://schemas.microsoft.com/office/drawing/2014/main" id="{80232336-4007-48FE-9BF0-1949296E71B3}"/>
              </a:ext>
            </a:extLst>
          </p:cNvPr>
          <p:cNvSpPr>
            <a:spLocks noGrp="1"/>
          </p:cNvSpPr>
          <p:nvPr/>
        </p:nvSpPr>
        <p:spPr>
          <a:xfrm>
            <a:off x="314065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4" name="A1_bar_GT_9760">
            <a:extLst>
              <a:ext uri="{FF2B5EF4-FFF2-40B4-BE49-F238E27FC236}">
                <a16:creationId xmlns:a16="http://schemas.microsoft.com/office/drawing/2014/main" id="{493590C7-87EB-4B3E-968C-0FFDB78B1173}"/>
              </a:ext>
            </a:extLst>
          </p:cNvPr>
          <p:cNvSpPr>
            <a:spLocks noGrp="1"/>
          </p:cNvSpPr>
          <p:nvPr/>
        </p:nvSpPr>
        <p:spPr>
          <a:xfrm>
            <a:off x="32012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5" name="A1_bar_GT_9761">
            <a:extLst>
              <a:ext uri="{FF2B5EF4-FFF2-40B4-BE49-F238E27FC236}">
                <a16:creationId xmlns:a16="http://schemas.microsoft.com/office/drawing/2014/main" id="{2BDA75CB-1592-4334-83F0-781929ACD389}"/>
              </a:ext>
            </a:extLst>
          </p:cNvPr>
          <p:cNvSpPr>
            <a:spLocks noGrp="1"/>
          </p:cNvSpPr>
          <p:nvPr/>
        </p:nvSpPr>
        <p:spPr>
          <a:xfrm>
            <a:off x="313986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6" name="A1_bar_GT_9762">
            <a:extLst>
              <a:ext uri="{FF2B5EF4-FFF2-40B4-BE49-F238E27FC236}">
                <a16:creationId xmlns:a16="http://schemas.microsoft.com/office/drawing/2014/main" id="{C54690D1-B2CC-4275-8FA6-ECD3E6C1371C}"/>
              </a:ext>
            </a:extLst>
          </p:cNvPr>
          <p:cNvSpPr>
            <a:spLocks noGrp="1"/>
          </p:cNvSpPr>
          <p:nvPr/>
        </p:nvSpPr>
        <p:spPr>
          <a:xfrm>
            <a:off x="3114724" y="52678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7" name="A1_bar_GT_9763">
            <a:extLst>
              <a:ext uri="{FF2B5EF4-FFF2-40B4-BE49-F238E27FC236}">
                <a16:creationId xmlns:a16="http://schemas.microsoft.com/office/drawing/2014/main" id="{082A1F8B-B3E2-4BD1-8BB7-2C9BC5EC17CB}"/>
              </a:ext>
            </a:extLst>
          </p:cNvPr>
          <p:cNvSpPr>
            <a:spLocks noGrp="1"/>
          </p:cNvSpPr>
          <p:nvPr/>
        </p:nvSpPr>
        <p:spPr>
          <a:xfrm>
            <a:off x="309378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8" name="A1_bar_GT_9764">
            <a:extLst>
              <a:ext uri="{FF2B5EF4-FFF2-40B4-BE49-F238E27FC236}">
                <a16:creationId xmlns:a16="http://schemas.microsoft.com/office/drawing/2014/main" id="{BB23F4A0-C7A6-4153-8443-2487587907A3}"/>
              </a:ext>
            </a:extLst>
          </p:cNvPr>
          <p:cNvSpPr>
            <a:spLocks noGrp="1"/>
          </p:cNvSpPr>
          <p:nvPr/>
        </p:nvSpPr>
        <p:spPr>
          <a:xfrm>
            <a:off x="3104845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9" name="A1_bar_GT_9765">
            <a:extLst>
              <a:ext uri="{FF2B5EF4-FFF2-40B4-BE49-F238E27FC236}">
                <a16:creationId xmlns:a16="http://schemas.microsoft.com/office/drawing/2014/main" id="{334FCD70-AFA4-4126-AAE5-CA37FBCA6421}"/>
              </a:ext>
            </a:extLst>
          </p:cNvPr>
          <p:cNvSpPr>
            <a:spLocks noGrp="1"/>
          </p:cNvSpPr>
          <p:nvPr/>
        </p:nvSpPr>
        <p:spPr>
          <a:xfrm>
            <a:off x="47533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0" name="A1_bar_GT_9766">
            <a:extLst>
              <a:ext uri="{FF2B5EF4-FFF2-40B4-BE49-F238E27FC236}">
                <a16:creationId xmlns:a16="http://schemas.microsoft.com/office/drawing/2014/main" id="{FC20F4E8-1CE7-4444-B04F-5F50E7532DAB}"/>
              </a:ext>
            </a:extLst>
          </p:cNvPr>
          <p:cNvSpPr>
            <a:spLocks noGrp="1"/>
          </p:cNvSpPr>
          <p:nvPr/>
        </p:nvSpPr>
        <p:spPr>
          <a:xfrm>
            <a:off x="47824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1" name="A1_bar_GT_9767">
            <a:extLst>
              <a:ext uri="{FF2B5EF4-FFF2-40B4-BE49-F238E27FC236}">
                <a16:creationId xmlns:a16="http://schemas.microsoft.com/office/drawing/2014/main" id="{F0D8613C-02E7-4714-A4E6-8171A5EF83AE}"/>
              </a:ext>
            </a:extLst>
          </p:cNvPr>
          <p:cNvSpPr>
            <a:spLocks noGrp="1"/>
          </p:cNvSpPr>
          <p:nvPr/>
        </p:nvSpPr>
        <p:spPr>
          <a:xfrm>
            <a:off x="47791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2" name="A1_bar_GT_9768">
            <a:extLst>
              <a:ext uri="{FF2B5EF4-FFF2-40B4-BE49-F238E27FC236}">
                <a16:creationId xmlns:a16="http://schemas.microsoft.com/office/drawing/2014/main" id="{22AFFE14-B736-4D94-B4EA-E17F7531E88D}"/>
              </a:ext>
            </a:extLst>
          </p:cNvPr>
          <p:cNvSpPr>
            <a:spLocks noGrp="1"/>
          </p:cNvSpPr>
          <p:nvPr/>
        </p:nvSpPr>
        <p:spPr>
          <a:xfrm>
            <a:off x="4764436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3" name="A1_bar_GT_9769">
            <a:extLst>
              <a:ext uri="{FF2B5EF4-FFF2-40B4-BE49-F238E27FC236}">
                <a16:creationId xmlns:a16="http://schemas.microsoft.com/office/drawing/2014/main" id="{2E99C2BD-C749-43F8-AB1D-92CA7CD4B17B}"/>
              </a:ext>
            </a:extLst>
          </p:cNvPr>
          <p:cNvSpPr>
            <a:spLocks noGrp="1"/>
          </p:cNvSpPr>
          <p:nvPr/>
        </p:nvSpPr>
        <p:spPr>
          <a:xfrm>
            <a:off x="4659590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4" name="A1_bar_GT_9770">
            <a:extLst>
              <a:ext uri="{FF2B5EF4-FFF2-40B4-BE49-F238E27FC236}">
                <a16:creationId xmlns:a16="http://schemas.microsoft.com/office/drawing/2014/main" id="{835F2346-26BD-4D9B-8367-EA5F2BAC8E23}"/>
              </a:ext>
            </a:extLst>
          </p:cNvPr>
          <p:cNvSpPr>
            <a:spLocks noGrp="1"/>
          </p:cNvSpPr>
          <p:nvPr/>
        </p:nvSpPr>
        <p:spPr>
          <a:xfrm>
            <a:off x="45782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5" name="A1_bar_GT_9771">
            <a:extLst>
              <a:ext uri="{FF2B5EF4-FFF2-40B4-BE49-F238E27FC236}">
                <a16:creationId xmlns:a16="http://schemas.microsoft.com/office/drawing/2014/main" id="{2DBC23BE-03BC-435D-A0D5-E2361E5D844E}"/>
              </a:ext>
            </a:extLst>
          </p:cNvPr>
          <p:cNvSpPr>
            <a:spLocks noGrp="1"/>
          </p:cNvSpPr>
          <p:nvPr/>
        </p:nvSpPr>
        <p:spPr>
          <a:xfrm>
            <a:off x="472630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6" name="A1_bar_GT_9772">
            <a:extLst>
              <a:ext uri="{FF2B5EF4-FFF2-40B4-BE49-F238E27FC236}">
                <a16:creationId xmlns:a16="http://schemas.microsoft.com/office/drawing/2014/main" id="{62080B14-45C8-4943-921A-A2B250D16745}"/>
              </a:ext>
            </a:extLst>
          </p:cNvPr>
          <p:cNvSpPr>
            <a:spLocks noGrp="1"/>
          </p:cNvSpPr>
          <p:nvPr/>
        </p:nvSpPr>
        <p:spPr>
          <a:xfrm>
            <a:off x="4789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7" name="A1_bar_GT_9773">
            <a:extLst>
              <a:ext uri="{FF2B5EF4-FFF2-40B4-BE49-F238E27FC236}">
                <a16:creationId xmlns:a16="http://schemas.microsoft.com/office/drawing/2014/main" id="{A355B8B2-1C36-4F29-82AD-8D1C0DBA3DB9}"/>
              </a:ext>
            </a:extLst>
          </p:cNvPr>
          <p:cNvSpPr>
            <a:spLocks noGrp="1"/>
          </p:cNvSpPr>
          <p:nvPr/>
        </p:nvSpPr>
        <p:spPr>
          <a:xfrm>
            <a:off x="4621956" y="55278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8" name="A1_bar_GT_9774">
            <a:extLst>
              <a:ext uri="{FF2B5EF4-FFF2-40B4-BE49-F238E27FC236}">
                <a16:creationId xmlns:a16="http://schemas.microsoft.com/office/drawing/2014/main" id="{8D456B2C-8018-498C-AD21-FF2657EB1C8B}"/>
              </a:ext>
            </a:extLst>
          </p:cNvPr>
          <p:cNvSpPr>
            <a:spLocks noGrp="1"/>
          </p:cNvSpPr>
          <p:nvPr/>
        </p:nvSpPr>
        <p:spPr>
          <a:xfrm>
            <a:off x="464626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9" name="A1_bar_GT_9775">
            <a:extLst>
              <a:ext uri="{FF2B5EF4-FFF2-40B4-BE49-F238E27FC236}">
                <a16:creationId xmlns:a16="http://schemas.microsoft.com/office/drawing/2014/main" id="{AB0EC2AC-76E1-4447-AFF5-645A4AFDBE7D}"/>
              </a:ext>
            </a:extLst>
          </p:cNvPr>
          <p:cNvSpPr>
            <a:spLocks noGrp="1"/>
          </p:cNvSpPr>
          <p:nvPr/>
        </p:nvSpPr>
        <p:spPr>
          <a:xfrm>
            <a:off x="4594610" y="4335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0" name="A1_bar_GT_9776">
            <a:extLst>
              <a:ext uri="{FF2B5EF4-FFF2-40B4-BE49-F238E27FC236}">
                <a16:creationId xmlns:a16="http://schemas.microsoft.com/office/drawing/2014/main" id="{F977BE5D-8255-4A7A-BD37-B8C6A0EC32EB}"/>
              </a:ext>
            </a:extLst>
          </p:cNvPr>
          <p:cNvSpPr>
            <a:spLocks noGrp="1"/>
          </p:cNvSpPr>
          <p:nvPr/>
        </p:nvSpPr>
        <p:spPr>
          <a:xfrm>
            <a:off x="45757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1" name="A1_bar_GT_9777">
            <a:extLst>
              <a:ext uri="{FF2B5EF4-FFF2-40B4-BE49-F238E27FC236}">
                <a16:creationId xmlns:a16="http://schemas.microsoft.com/office/drawing/2014/main" id="{6AB3D4F7-8A8C-4837-86E3-09C232295BF4}"/>
              </a:ext>
            </a:extLst>
          </p:cNvPr>
          <p:cNvSpPr>
            <a:spLocks noGrp="1"/>
          </p:cNvSpPr>
          <p:nvPr/>
        </p:nvSpPr>
        <p:spPr>
          <a:xfrm>
            <a:off x="467521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2" name="A1_bar_GT_9778">
            <a:extLst>
              <a:ext uri="{FF2B5EF4-FFF2-40B4-BE49-F238E27FC236}">
                <a16:creationId xmlns:a16="http://schemas.microsoft.com/office/drawing/2014/main" id="{9D654723-4BAB-47E9-AE4C-F1D59695B773}"/>
              </a:ext>
            </a:extLst>
          </p:cNvPr>
          <p:cNvSpPr>
            <a:spLocks noGrp="1"/>
          </p:cNvSpPr>
          <p:nvPr/>
        </p:nvSpPr>
        <p:spPr>
          <a:xfrm>
            <a:off x="4588196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3" name="A1_bar_GT_9779">
            <a:extLst>
              <a:ext uri="{FF2B5EF4-FFF2-40B4-BE49-F238E27FC236}">
                <a16:creationId xmlns:a16="http://schemas.microsoft.com/office/drawing/2014/main" id="{5BF30CD3-4D0B-4784-A370-D7F2153D1197}"/>
              </a:ext>
            </a:extLst>
          </p:cNvPr>
          <p:cNvSpPr>
            <a:spLocks noGrp="1"/>
          </p:cNvSpPr>
          <p:nvPr/>
        </p:nvSpPr>
        <p:spPr>
          <a:xfrm>
            <a:off x="4668543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4" name="A1_bar_GT_9780">
            <a:extLst>
              <a:ext uri="{FF2B5EF4-FFF2-40B4-BE49-F238E27FC236}">
                <a16:creationId xmlns:a16="http://schemas.microsoft.com/office/drawing/2014/main" id="{5A61B3DF-4DD9-4ED6-BD7A-17776B2A09DD}"/>
              </a:ext>
            </a:extLst>
          </p:cNvPr>
          <p:cNvSpPr>
            <a:spLocks noGrp="1"/>
          </p:cNvSpPr>
          <p:nvPr/>
        </p:nvSpPr>
        <p:spPr>
          <a:xfrm>
            <a:off x="469354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5" name="A1_bar_GT_9781">
            <a:extLst>
              <a:ext uri="{FF2B5EF4-FFF2-40B4-BE49-F238E27FC236}">
                <a16:creationId xmlns:a16="http://schemas.microsoft.com/office/drawing/2014/main" id="{B34A2C9A-8890-4CEB-9580-EC943A3EBCA7}"/>
              </a:ext>
            </a:extLst>
          </p:cNvPr>
          <p:cNvSpPr>
            <a:spLocks noGrp="1"/>
          </p:cNvSpPr>
          <p:nvPr/>
        </p:nvSpPr>
        <p:spPr>
          <a:xfrm>
            <a:off x="475982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6" name="A1_bar_GT_9782">
            <a:extLst>
              <a:ext uri="{FF2B5EF4-FFF2-40B4-BE49-F238E27FC236}">
                <a16:creationId xmlns:a16="http://schemas.microsoft.com/office/drawing/2014/main" id="{1226D13E-BE74-4104-B8A1-02B74C1E5533}"/>
              </a:ext>
            </a:extLst>
          </p:cNvPr>
          <p:cNvSpPr>
            <a:spLocks noGrp="1"/>
          </p:cNvSpPr>
          <p:nvPr/>
        </p:nvSpPr>
        <p:spPr>
          <a:xfrm>
            <a:off x="463852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7" name="A1_bar_GT_9783">
            <a:extLst>
              <a:ext uri="{FF2B5EF4-FFF2-40B4-BE49-F238E27FC236}">
                <a16:creationId xmlns:a16="http://schemas.microsoft.com/office/drawing/2014/main" id="{D58487CC-9005-4717-9A63-4C027552882B}"/>
              </a:ext>
            </a:extLst>
          </p:cNvPr>
          <p:cNvSpPr>
            <a:spLocks noGrp="1"/>
          </p:cNvSpPr>
          <p:nvPr/>
        </p:nvSpPr>
        <p:spPr>
          <a:xfrm>
            <a:off x="45618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8" name="A1_bar_GT_9784">
            <a:extLst>
              <a:ext uri="{FF2B5EF4-FFF2-40B4-BE49-F238E27FC236}">
                <a16:creationId xmlns:a16="http://schemas.microsoft.com/office/drawing/2014/main" id="{89751B75-E26D-4C28-B921-EDEFC4870718}"/>
              </a:ext>
            </a:extLst>
          </p:cNvPr>
          <p:cNvSpPr>
            <a:spLocks noGrp="1"/>
          </p:cNvSpPr>
          <p:nvPr/>
        </p:nvSpPr>
        <p:spPr>
          <a:xfrm>
            <a:off x="46773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9" name="A1_bar_GT_9785">
            <a:extLst>
              <a:ext uri="{FF2B5EF4-FFF2-40B4-BE49-F238E27FC236}">
                <a16:creationId xmlns:a16="http://schemas.microsoft.com/office/drawing/2014/main" id="{884F5CB8-1145-45D5-91E9-69C5179F5DC9}"/>
              </a:ext>
            </a:extLst>
          </p:cNvPr>
          <p:cNvSpPr>
            <a:spLocks noGrp="1"/>
          </p:cNvSpPr>
          <p:nvPr/>
        </p:nvSpPr>
        <p:spPr>
          <a:xfrm>
            <a:off x="4654218" y="41744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0" name="A1_bar_GT_9786">
            <a:extLst>
              <a:ext uri="{FF2B5EF4-FFF2-40B4-BE49-F238E27FC236}">
                <a16:creationId xmlns:a16="http://schemas.microsoft.com/office/drawing/2014/main" id="{D706372E-50D5-41A8-AA5A-747A1079F7A8}"/>
              </a:ext>
            </a:extLst>
          </p:cNvPr>
          <p:cNvSpPr>
            <a:spLocks noGrp="1"/>
          </p:cNvSpPr>
          <p:nvPr/>
        </p:nvSpPr>
        <p:spPr>
          <a:xfrm>
            <a:off x="46096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1" name="A1_bar_GT_9787">
            <a:extLst>
              <a:ext uri="{FF2B5EF4-FFF2-40B4-BE49-F238E27FC236}">
                <a16:creationId xmlns:a16="http://schemas.microsoft.com/office/drawing/2014/main" id="{2BDFB10D-7842-4E64-8FCB-EB512261C96C}"/>
              </a:ext>
            </a:extLst>
          </p:cNvPr>
          <p:cNvSpPr>
            <a:spLocks noGrp="1"/>
          </p:cNvSpPr>
          <p:nvPr/>
        </p:nvSpPr>
        <p:spPr>
          <a:xfrm>
            <a:off x="4692547" y="35799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2" name="A1_bar_GT_9788">
            <a:extLst>
              <a:ext uri="{FF2B5EF4-FFF2-40B4-BE49-F238E27FC236}">
                <a16:creationId xmlns:a16="http://schemas.microsoft.com/office/drawing/2014/main" id="{CF909B94-852E-4AB6-A2BA-C6999D6C2C73}"/>
              </a:ext>
            </a:extLst>
          </p:cNvPr>
          <p:cNvSpPr>
            <a:spLocks noGrp="1"/>
          </p:cNvSpPr>
          <p:nvPr/>
        </p:nvSpPr>
        <p:spPr>
          <a:xfrm>
            <a:off x="4576379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3" name="A1_bar_GT_9789">
            <a:extLst>
              <a:ext uri="{FF2B5EF4-FFF2-40B4-BE49-F238E27FC236}">
                <a16:creationId xmlns:a16="http://schemas.microsoft.com/office/drawing/2014/main" id="{CC2DBC5B-926E-41F0-AE60-D73D69FA22DC}"/>
              </a:ext>
            </a:extLst>
          </p:cNvPr>
          <p:cNvSpPr>
            <a:spLocks noGrp="1"/>
          </p:cNvSpPr>
          <p:nvPr/>
        </p:nvSpPr>
        <p:spPr>
          <a:xfrm>
            <a:off x="4666552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4" name="A1_bar_GT_9790">
            <a:extLst>
              <a:ext uri="{FF2B5EF4-FFF2-40B4-BE49-F238E27FC236}">
                <a16:creationId xmlns:a16="http://schemas.microsoft.com/office/drawing/2014/main" id="{BF3FE4E2-93AE-4755-9EDD-91405C36DF79}"/>
              </a:ext>
            </a:extLst>
          </p:cNvPr>
          <p:cNvSpPr>
            <a:spLocks noGrp="1"/>
          </p:cNvSpPr>
          <p:nvPr/>
        </p:nvSpPr>
        <p:spPr>
          <a:xfrm>
            <a:off x="45861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5" name="A1_bar_GT_9791">
            <a:extLst>
              <a:ext uri="{FF2B5EF4-FFF2-40B4-BE49-F238E27FC236}">
                <a16:creationId xmlns:a16="http://schemas.microsoft.com/office/drawing/2014/main" id="{80677E2D-6C15-45DB-8A2F-16717C2DA11E}"/>
              </a:ext>
            </a:extLst>
          </p:cNvPr>
          <p:cNvSpPr>
            <a:spLocks noGrp="1"/>
          </p:cNvSpPr>
          <p:nvPr/>
        </p:nvSpPr>
        <p:spPr>
          <a:xfrm>
            <a:off x="47654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6" name="A1_bar_GT_9792">
            <a:extLst>
              <a:ext uri="{FF2B5EF4-FFF2-40B4-BE49-F238E27FC236}">
                <a16:creationId xmlns:a16="http://schemas.microsoft.com/office/drawing/2014/main" id="{40B0EED0-1DD4-4A20-802C-9BD9443ED899}"/>
              </a:ext>
            </a:extLst>
          </p:cNvPr>
          <p:cNvSpPr>
            <a:spLocks noGrp="1"/>
          </p:cNvSpPr>
          <p:nvPr/>
        </p:nvSpPr>
        <p:spPr>
          <a:xfrm>
            <a:off x="4573163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7" name="A1_bar_GT_9793">
            <a:extLst>
              <a:ext uri="{FF2B5EF4-FFF2-40B4-BE49-F238E27FC236}">
                <a16:creationId xmlns:a16="http://schemas.microsoft.com/office/drawing/2014/main" id="{AA1B9F41-0CC1-40D7-9605-0E156D8909C7}"/>
              </a:ext>
            </a:extLst>
          </p:cNvPr>
          <p:cNvSpPr>
            <a:spLocks noGrp="1"/>
          </p:cNvSpPr>
          <p:nvPr/>
        </p:nvSpPr>
        <p:spPr>
          <a:xfrm>
            <a:off x="4606820" y="519860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8" name="A1_bar_GT_9794">
            <a:extLst>
              <a:ext uri="{FF2B5EF4-FFF2-40B4-BE49-F238E27FC236}">
                <a16:creationId xmlns:a16="http://schemas.microsoft.com/office/drawing/2014/main" id="{522CFC82-941A-4A91-88ED-90FBD26A3156}"/>
              </a:ext>
            </a:extLst>
          </p:cNvPr>
          <p:cNvSpPr>
            <a:spLocks noGrp="1"/>
          </p:cNvSpPr>
          <p:nvPr/>
        </p:nvSpPr>
        <p:spPr>
          <a:xfrm>
            <a:off x="47996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9" name="A1_bar_GT_9795">
            <a:extLst>
              <a:ext uri="{FF2B5EF4-FFF2-40B4-BE49-F238E27FC236}">
                <a16:creationId xmlns:a16="http://schemas.microsoft.com/office/drawing/2014/main" id="{290BBB1D-03B7-4883-85C8-8F38637B7584}"/>
              </a:ext>
            </a:extLst>
          </p:cNvPr>
          <p:cNvSpPr>
            <a:spLocks noGrp="1"/>
          </p:cNvSpPr>
          <p:nvPr/>
        </p:nvSpPr>
        <p:spPr>
          <a:xfrm>
            <a:off x="4712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0" name="A1_bar_GT_9796">
            <a:extLst>
              <a:ext uri="{FF2B5EF4-FFF2-40B4-BE49-F238E27FC236}">
                <a16:creationId xmlns:a16="http://schemas.microsoft.com/office/drawing/2014/main" id="{F39EF04C-014B-49B5-B101-6ED14E6E7F26}"/>
              </a:ext>
            </a:extLst>
          </p:cNvPr>
          <p:cNvSpPr>
            <a:spLocks noGrp="1"/>
          </p:cNvSpPr>
          <p:nvPr/>
        </p:nvSpPr>
        <p:spPr>
          <a:xfrm>
            <a:off x="4705658" y="49709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1" name="A1_bar_GT_9797">
            <a:extLst>
              <a:ext uri="{FF2B5EF4-FFF2-40B4-BE49-F238E27FC236}">
                <a16:creationId xmlns:a16="http://schemas.microsoft.com/office/drawing/2014/main" id="{91BFB732-290C-46AA-9A9C-AF779A4BF47C}"/>
              </a:ext>
            </a:extLst>
          </p:cNvPr>
          <p:cNvSpPr>
            <a:spLocks noGrp="1"/>
          </p:cNvSpPr>
          <p:nvPr/>
        </p:nvSpPr>
        <p:spPr>
          <a:xfrm>
            <a:off x="467702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2" name="A1_bar_GT_9798">
            <a:extLst>
              <a:ext uri="{FF2B5EF4-FFF2-40B4-BE49-F238E27FC236}">
                <a16:creationId xmlns:a16="http://schemas.microsoft.com/office/drawing/2014/main" id="{BE0736E2-CFAC-482B-950E-DC5B4DE851FC}"/>
              </a:ext>
            </a:extLst>
          </p:cNvPr>
          <p:cNvSpPr>
            <a:spLocks noGrp="1"/>
          </p:cNvSpPr>
          <p:nvPr/>
        </p:nvSpPr>
        <p:spPr>
          <a:xfrm>
            <a:off x="475812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3" name="A1_bar_GT_9799">
            <a:extLst>
              <a:ext uri="{FF2B5EF4-FFF2-40B4-BE49-F238E27FC236}">
                <a16:creationId xmlns:a16="http://schemas.microsoft.com/office/drawing/2014/main" id="{4D7C1BB2-ED22-4AB5-8EEA-B34F634D9D97}"/>
              </a:ext>
            </a:extLst>
          </p:cNvPr>
          <p:cNvSpPr>
            <a:spLocks noGrp="1"/>
          </p:cNvSpPr>
          <p:nvPr/>
        </p:nvSpPr>
        <p:spPr>
          <a:xfrm>
            <a:off x="46354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4" name="A1_bar_GT_9800">
            <a:extLst>
              <a:ext uri="{FF2B5EF4-FFF2-40B4-BE49-F238E27FC236}">
                <a16:creationId xmlns:a16="http://schemas.microsoft.com/office/drawing/2014/main" id="{6B2C636C-04AF-474A-A780-CBA3F2F8EF9B}"/>
              </a:ext>
            </a:extLst>
          </p:cNvPr>
          <p:cNvSpPr>
            <a:spLocks noGrp="1"/>
          </p:cNvSpPr>
          <p:nvPr/>
        </p:nvSpPr>
        <p:spPr>
          <a:xfrm>
            <a:off x="467902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5" name="A1_bar_GT_9801">
            <a:extLst>
              <a:ext uri="{FF2B5EF4-FFF2-40B4-BE49-F238E27FC236}">
                <a16:creationId xmlns:a16="http://schemas.microsoft.com/office/drawing/2014/main" id="{B182D498-5D50-4369-927A-256C65FA158B}"/>
              </a:ext>
            </a:extLst>
          </p:cNvPr>
          <p:cNvSpPr>
            <a:spLocks noGrp="1"/>
          </p:cNvSpPr>
          <p:nvPr/>
        </p:nvSpPr>
        <p:spPr>
          <a:xfrm>
            <a:off x="462117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6" name="A1_bar_GT_9802">
            <a:extLst>
              <a:ext uri="{FF2B5EF4-FFF2-40B4-BE49-F238E27FC236}">
                <a16:creationId xmlns:a16="http://schemas.microsoft.com/office/drawing/2014/main" id="{E74EF81E-FE37-405B-A735-023D7B868D70}"/>
              </a:ext>
            </a:extLst>
          </p:cNvPr>
          <p:cNvSpPr>
            <a:spLocks noGrp="1"/>
          </p:cNvSpPr>
          <p:nvPr/>
        </p:nvSpPr>
        <p:spPr>
          <a:xfrm>
            <a:off x="478518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7" name="A1_bar_GT_9803">
            <a:extLst>
              <a:ext uri="{FF2B5EF4-FFF2-40B4-BE49-F238E27FC236}">
                <a16:creationId xmlns:a16="http://schemas.microsoft.com/office/drawing/2014/main" id="{B5879F2C-79C9-43BA-8C31-C17742932390}"/>
              </a:ext>
            </a:extLst>
          </p:cNvPr>
          <p:cNvSpPr>
            <a:spLocks noGrp="1"/>
          </p:cNvSpPr>
          <p:nvPr/>
        </p:nvSpPr>
        <p:spPr>
          <a:xfrm>
            <a:off x="46183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8" name="A1_bar_GT_9804">
            <a:extLst>
              <a:ext uri="{FF2B5EF4-FFF2-40B4-BE49-F238E27FC236}">
                <a16:creationId xmlns:a16="http://schemas.microsoft.com/office/drawing/2014/main" id="{1321185D-EF4F-4C0C-8EAE-D5FF0741F3A1}"/>
              </a:ext>
            </a:extLst>
          </p:cNvPr>
          <p:cNvSpPr>
            <a:spLocks noGrp="1"/>
          </p:cNvSpPr>
          <p:nvPr/>
        </p:nvSpPr>
        <p:spPr>
          <a:xfrm>
            <a:off x="4581964" y="33438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9" name="A1_bar_GT_9805">
            <a:extLst>
              <a:ext uri="{FF2B5EF4-FFF2-40B4-BE49-F238E27FC236}">
                <a16:creationId xmlns:a16="http://schemas.microsoft.com/office/drawing/2014/main" id="{8A8936A2-FB24-46C6-A090-63C9D4531EC7}"/>
              </a:ext>
            </a:extLst>
          </p:cNvPr>
          <p:cNvSpPr>
            <a:spLocks noGrp="1"/>
          </p:cNvSpPr>
          <p:nvPr/>
        </p:nvSpPr>
        <p:spPr>
          <a:xfrm>
            <a:off x="464501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0" name="A1_bar_GT_9806">
            <a:extLst>
              <a:ext uri="{FF2B5EF4-FFF2-40B4-BE49-F238E27FC236}">
                <a16:creationId xmlns:a16="http://schemas.microsoft.com/office/drawing/2014/main" id="{FC590560-07F6-4E2F-B1A1-B3B31BD45EFE}"/>
              </a:ext>
            </a:extLst>
          </p:cNvPr>
          <p:cNvSpPr>
            <a:spLocks noGrp="1"/>
          </p:cNvSpPr>
          <p:nvPr/>
        </p:nvSpPr>
        <p:spPr>
          <a:xfrm>
            <a:off x="474948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1" name="A1_bar_GT_9807">
            <a:extLst>
              <a:ext uri="{FF2B5EF4-FFF2-40B4-BE49-F238E27FC236}">
                <a16:creationId xmlns:a16="http://schemas.microsoft.com/office/drawing/2014/main" id="{854A14F4-CFE2-4A1C-8F8E-3A43C3590507}"/>
              </a:ext>
            </a:extLst>
          </p:cNvPr>
          <p:cNvSpPr>
            <a:spLocks noGrp="1"/>
          </p:cNvSpPr>
          <p:nvPr/>
        </p:nvSpPr>
        <p:spPr>
          <a:xfrm>
            <a:off x="46099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2" name="A1_bar_GT_9808">
            <a:extLst>
              <a:ext uri="{FF2B5EF4-FFF2-40B4-BE49-F238E27FC236}">
                <a16:creationId xmlns:a16="http://schemas.microsoft.com/office/drawing/2014/main" id="{B0DEE0B0-3059-42A1-8150-4D02E0CED460}"/>
              </a:ext>
            </a:extLst>
          </p:cNvPr>
          <p:cNvSpPr>
            <a:spLocks noGrp="1"/>
          </p:cNvSpPr>
          <p:nvPr/>
        </p:nvSpPr>
        <p:spPr>
          <a:xfrm>
            <a:off x="47182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3" name="A1_bar_GT_9809">
            <a:extLst>
              <a:ext uri="{FF2B5EF4-FFF2-40B4-BE49-F238E27FC236}">
                <a16:creationId xmlns:a16="http://schemas.microsoft.com/office/drawing/2014/main" id="{4AD78C84-8834-4D90-9BEE-A531DC9861CC}"/>
              </a:ext>
            </a:extLst>
          </p:cNvPr>
          <p:cNvSpPr>
            <a:spLocks noGrp="1"/>
          </p:cNvSpPr>
          <p:nvPr/>
        </p:nvSpPr>
        <p:spPr>
          <a:xfrm>
            <a:off x="465896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4" name="A1_bar_GT_9810">
            <a:extLst>
              <a:ext uri="{FF2B5EF4-FFF2-40B4-BE49-F238E27FC236}">
                <a16:creationId xmlns:a16="http://schemas.microsoft.com/office/drawing/2014/main" id="{F7BEAD33-8731-4E00-850D-C3690A12DE5E}"/>
              </a:ext>
            </a:extLst>
          </p:cNvPr>
          <p:cNvSpPr>
            <a:spLocks noGrp="1"/>
          </p:cNvSpPr>
          <p:nvPr/>
        </p:nvSpPr>
        <p:spPr>
          <a:xfrm>
            <a:off x="47810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5" name="A1_bar_GT_9811">
            <a:extLst>
              <a:ext uri="{FF2B5EF4-FFF2-40B4-BE49-F238E27FC236}">
                <a16:creationId xmlns:a16="http://schemas.microsoft.com/office/drawing/2014/main" id="{EEABB4D4-6919-4C4B-9604-80721AE2A01A}"/>
              </a:ext>
            </a:extLst>
          </p:cNvPr>
          <p:cNvSpPr>
            <a:spLocks noGrp="1"/>
          </p:cNvSpPr>
          <p:nvPr/>
        </p:nvSpPr>
        <p:spPr>
          <a:xfrm>
            <a:off x="4711787" y="36024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6" name="A1_bar_GT_9812">
            <a:extLst>
              <a:ext uri="{FF2B5EF4-FFF2-40B4-BE49-F238E27FC236}">
                <a16:creationId xmlns:a16="http://schemas.microsoft.com/office/drawing/2014/main" id="{9F3136B9-915C-4145-A988-B29B5E564BC7}"/>
              </a:ext>
            </a:extLst>
          </p:cNvPr>
          <p:cNvSpPr>
            <a:spLocks noGrp="1"/>
          </p:cNvSpPr>
          <p:nvPr/>
        </p:nvSpPr>
        <p:spPr>
          <a:xfrm>
            <a:off x="46005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7" name="A1_bar_GT_9813">
            <a:extLst>
              <a:ext uri="{FF2B5EF4-FFF2-40B4-BE49-F238E27FC236}">
                <a16:creationId xmlns:a16="http://schemas.microsoft.com/office/drawing/2014/main" id="{4FA6938D-6759-48C2-94F9-7725069DEA11}"/>
              </a:ext>
            </a:extLst>
          </p:cNvPr>
          <p:cNvSpPr>
            <a:spLocks noGrp="1"/>
          </p:cNvSpPr>
          <p:nvPr/>
        </p:nvSpPr>
        <p:spPr>
          <a:xfrm>
            <a:off x="456550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8" name="A1_bar_GT_9814">
            <a:extLst>
              <a:ext uri="{FF2B5EF4-FFF2-40B4-BE49-F238E27FC236}">
                <a16:creationId xmlns:a16="http://schemas.microsoft.com/office/drawing/2014/main" id="{15A6197D-7538-45B2-8D98-10103E24EC01}"/>
              </a:ext>
            </a:extLst>
          </p:cNvPr>
          <p:cNvSpPr>
            <a:spLocks noGrp="1"/>
          </p:cNvSpPr>
          <p:nvPr/>
        </p:nvSpPr>
        <p:spPr>
          <a:xfrm>
            <a:off x="4696827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9" name="A1_bar_GT_9815">
            <a:extLst>
              <a:ext uri="{FF2B5EF4-FFF2-40B4-BE49-F238E27FC236}">
                <a16:creationId xmlns:a16="http://schemas.microsoft.com/office/drawing/2014/main" id="{892BB129-DCF6-46BA-BB17-38B753B626CF}"/>
              </a:ext>
            </a:extLst>
          </p:cNvPr>
          <p:cNvSpPr>
            <a:spLocks noGrp="1"/>
          </p:cNvSpPr>
          <p:nvPr/>
        </p:nvSpPr>
        <p:spPr>
          <a:xfrm>
            <a:off x="4617310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0" name="A1_bar_GT_9816">
            <a:extLst>
              <a:ext uri="{FF2B5EF4-FFF2-40B4-BE49-F238E27FC236}">
                <a16:creationId xmlns:a16="http://schemas.microsoft.com/office/drawing/2014/main" id="{5565D556-C6B6-460B-8AA3-9C276E456025}"/>
              </a:ext>
            </a:extLst>
          </p:cNvPr>
          <p:cNvSpPr>
            <a:spLocks noGrp="1"/>
          </p:cNvSpPr>
          <p:nvPr/>
        </p:nvSpPr>
        <p:spPr>
          <a:xfrm>
            <a:off x="47815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1" name="A1_bar_GT_9817">
            <a:extLst>
              <a:ext uri="{FF2B5EF4-FFF2-40B4-BE49-F238E27FC236}">
                <a16:creationId xmlns:a16="http://schemas.microsoft.com/office/drawing/2014/main" id="{C00572D6-A2FB-48DB-966F-74793FC9C082}"/>
              </a:ext>
            </a:extLst>
          </p:cNvPr>
          <p:cNvSpPr>
            <a:spLocks noGrp="1"/>
          </p:cNvSpPr>
          <p:nvPr/>
        </p:nvSpPr>
        <p:spPr>
          <a:xfrm>
            <a:off x="4710927" y="3197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2" name="A1_bar_GT_9818">
            <a:extLst>
              <a:ext uri="{FF2B5EF4-FFF2-40B4-BE49-F238E27FC236}">
                <a16:creationId xmlns:a16="http://schemas.microsoft.com/office/drawing/2014/main" id="{DBC310DE-210B-4CE0-B64D-8E6BAC80A6DD}"/>
              </a:ext>
            </a:extLst>
          </p:cNvPr>
          <p:cNvSpPr>
            <a:spLocks noGrp="1"/>
          </p:cNvSpPr>
          <p:nvPr/>
        </p:nvSpPr>
        <p:spPr>
          <a:xfrm>
            <a:off x="4718208" y="38338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3" name="A1_bar_GT_9819">
            <a:extLst>
              <a:ext uri="{FF2B5EF4-FFF2-40B4-BE49-F238E27FC236}">
                <a16:creationId xmlns:a16="http://schemas.microsoft.com/office/drawing/2014/main" id="{6BFC09D6-A11C-4E93-BA53-0EA24B8EB4B0}"/>
              </a:ext>
            </a:extLst>
          </p:cNvPr>
          <p:cNvSpPr>
            <a:spLocks noGrp="1"/>
          </p:cNvSpPr>
          <p:nvPr/>
        </p:nvSpPr>
        <p:spPr>
          <a:xfrm>
            <a:off x="4617352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4" name="A1_bar_GT_9820">
            <a:extLst>
              <a:ext uri="{FF2B5EF4-FFF2-40B4-BE49-F238E27FC236}">
                <a16:creationId xmlns:a16="http://schemas.microsoft.com/office/drawing/2014/main" id="{53EBEB8D-861E-4842-9F72-2A34DED5F6F7}"/>
              </a:ext>
            </a:extLst>
          </p:cNvPr>
          <p:cNvSpPr>
            <a:spLocks noGrp="1"/>
          </p:cNvSpPr>
          <p:nvPr/>
        </p:nvSpPr>
        <p:spPr>
          <a:xfrm>
            <a:off x="4585593" y="4228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5" name="A1_bar_GT_9821">
            <a:extLst>
              <a:ext uri="{FF2B5EF4-FFF2-40B4-BE49-F238E27FC236}">
                <a16:creationId xmlns:a16="http://schemas.microsoft.com/office/drawing/2014/main" id="{C7648B7F-6207-4FD1-9B45-CB04786A5A68}"/>
              </a:ext>
            </a:extLst>
          </p:cNvPr>
          <p:cNvSpPr>
            <a:spLocks noGrp="1"/>
          </p:cNvSpPr>
          <p:nvPr/>
        </p:nvSpPr>
        <p:spPr>
          <a:xfrm>
            <a:off x="4743929" y="42993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6" name="A1_bar_GT_9822">
            <a:extLst>
              <a:ext uri="{FF2B5EF4-FFF2-40B4-BE49-F238E27FC236}">
                <a16:creationId xmlns:a16="http://schemas.microsoft.com/office/drawing/2014/main" id="{AC89D713-B0E4-4610-9116-8347322436CD}"/>
              </a:ext>
            </a:extLst>
          </p:cNvPr>
          <p:cNvSpPr>
            <a:spLocks noGrp="1"/>
          </p:cNvSpPr>
          <p:nvPr/>
        </p:nvSpPr>
        <p:spPr>
          <a:xfrm>
            <a:off x="4566130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7" name="A1_bar_GT_9823">
            <a:extLst>
              <a:ext uri="{FF2B5EF4-FFF2-40B4-BE49-F238E27FC236}">
                <a16:creationId xmlns:a16="http://schemas.microsoft.com/office/drawing/2014/main" id="{1588F642-44D9-49C7-937E-051FEE010805}"/>
              </a:ext>
            </a:extLst>
          </p:cNvPr>
          <p:cNvSpPr>
            <a:spLocks noGrp="1"/>
          </p:cNvSpPr>
          <p:nvPr/>
        </p:nvSpPr>
        <p:spPr>
          <a:xfrm>
            <a:off x="4562745" y="60142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8" name="A1_bar_GT_9824">
            <a:extLst>
              <a:ext uri="{FF2B5EF4-FFF2-40B4-BE49-F238E27FC236}">
                <a16:creationId xmlns:a16="http://schemas.microsoft.com/office/drawing/2014/main" id="{FD153060-BB37-459E-812D-B73FF84846F2}"/>
              </a:ext>
            </a:extLst>
          </p:cNvPr>
          <p:cNvSpPr>
            <a:spLocks noGrp="1"/>
          </p:cNvSpPr>
          <p:nvPr/>
        </p:nvSpPr>
        <p:spPr>
          <a:xfrm>
            <a:off x="472266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9" name="A1_bar_GT_9825">
            <a:extLst>
              <a:ext uri="{FF2B5EF4-FFF2-40B4-BE49-F238E27FC236}">
                <a16:creationId xmlns:a16="http://schemas.microsoft.com/office/drawing/2014/main" id="{A2E956D9-B1FF-4131-AFE1-8E5126FE46E7}"/>
              </a:ext>
            </a:extLst>
          </p:cNvPr>
          <p:cNvSpPr>
            <a:spLocks noGrp="1"/>
          </p:cNvSpPr>
          <p:nvPr/>
        </p:nvSpPr>
        <p:spPr>
          <a:xfrm>
            <a:off x="4670616" y="4065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0" name="A1_bar_GT_9826">
            <a:extLst>
              <a:ext uri="{FF2B5EF4-FFF2-40B4-BE49-F238E27FC236}">
                <a16:creationId xmlns:a16="http://schemas.microsoft.com/office/drawing/2014/main" id="{F196B9B8-F106-4FCB-B32C-FCDFE23F3E9C}"/>
              </a:ext>
            </a:extLst>
          </p:cNvPr>
          <p:cNvSpPr>
            <a:spLocks noGrp="1"/>
          </p:cNvSpPr>
          <p:nvPr/>
        </p:nvSpPr>
        <p:spPr>
          <a:xfrm>
            <a:off x="47819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1" name="A1_bar_GT_9827">
            <a:extLst>
              <a:ext uri="{FF2B5EF4-FFF2-40B4-BE49-F238E27FC236}">
                <a16:creationId xmlns:a16="http://schemas.microsoft.com/office/drawing/2014/main" id="{DE4BD36D-385B-4A01-8B5E-BCBE7F784431}"/>
              </a:ext>
            </a:extLst>
          </p:cNvPr>
          <p:cNvSpPr>
            <a:spLocks noGrp="1"/>
          </p:cNvSpPr>
          <p:nvPr/>
        </p:nvSpPr>
        <p:spPr>
          <a:xfrm>
            <a:off x="47785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2" name="A1_bar_GT_9828">
            <a:extLst>
              <a:ext uri="{FF2B5EF4-FFF2-40B4-BE49-F238E27FC236}">
                <a16:creationId xmlns:a16="http://schemas.microsoft.com/office/drawing/2014/main" id="{8EB07EA9-8EDE-4C14-B1F4-4F72E16D2C49}"/>
              </a:ext>
            </a:extLst>
          </p:cNvPr>
          <p:cNvSpPr>
            <a:spLocks noGrp="1"/>
          </p:cNvSpPr>
          <p:nvPr/>
        </p:nvSpPr>
        <p:spPr>
          <a:xfrm>
            <a:off x="45939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3" name="A1_bar_GT_9829">
            <a:extLst>
              <a:ext uri="{FF2B5EF4-FFF2-40B4-BE49-F238E27FC236}">
                <a16:creationId xmlns:a16="http://schemas.microsoft.com/office/drawing/2014/main" id="{298C7B4E-CB4D-49E7-A820-0F525B13935A}"/>
              </a:ext>
            </a:extLst>
          </p:cNvPr>
          <p:cNvSpPr>
            <a:spLocks noGrp="1"/>
          </p:cNvSpPr>
          <p:nvPr/>
        </p:nvSpPr>
        <p:spPr>
          <a:xfrm>
            <a:off x="47015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4" name="A1_bar_GT_9830">
            <a:extLst>
              <a:ext uri="{FF2B5EF4-FFF2-40B4-BE49-F238E27FC236}">
                <a16:creationId xmlns:a16="http://schemas.microsoft.com/office/drawing/2014/main" id="{030174D1-F15D-41AA-83E4-E71A2AC3002F}"/>
              </a:ext>
            </a:extLst>
          </p:cNvPr>
          <p:cNvSpPr>
            <a:spLocks noGrp="1"/>
          </p:cNvSpPr>
          <p:nvPr/>
        </p:nvSpPr>
        <p:spPr>
          <a:xfrm>
            <a:off x="4675143" y="42356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5" name="A1_bar_GT_9831">
            <a:extLst>
              <a:ext uri="{FF2B5EF4-FFF2-40B4-BE49-F238E27FC236}">
                <a16:creationId xmlns:a16="http://schemas.microsoft.com/office/drawing/2014/main" id="{018A977B-1604-41D2-B43E-B8856161FB32}"/>
              </a:ext>
            </a:extLst>
          </p:cNvPr>
          <p:cNvSpPr>
            <a:spLocks noGrp="1"/>
          </p:cNvSpPr>
          <p:nvPr/>
        </p:nvSpPr>
        <p:spPr>
          <a:xfrm>
            <a:off x="4555565" y="45016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6" name="A1_bar_GT_9832">
            <a:extLst>
              <a:ext uri="{FF2B5EF4-FFF2-40B4-BE49-F238E27FC236}">
                <a16:creationId xmlns:a16="http://schemas.microsoft.com/office/drawing/2014/main" id="{282F595D-3AC9-4504-93E8-653CBA142BA2}"/>
              </a:ext>
            </a:extLst>
          </p:cNvPr>
          <p:cNvSpPr>
            <a:spLocks noGrp="1"/>
          </p:cNvSpPr>
          <p:nvPr/>
        </p:nvSpPr>
        <p:spPr>
          <a:xfrm>
            <a:off x="480615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7" name="A1_bar_GT_9833">
            <a:extLst>
              <a:ext uri="{FF2B5EF4-FFF2-40B4-BE49-F238E27FC236}">
                <a16:creationId xmlns:a16="http://schemas.microsoft.com/office/drawing/2014/main" id="{C645986D-ED26-418A-8FBB-C6D879C4A3D6}"/>
              </a:ext>
            </a:extLst>
          </p:cNvPr>
          <p:cNvSpPr>
            <a:spLocks noGrp="1"/>
          </p:cNvSpPr>
          <p:nvPr/>
        </p:nvSpPr>
        <p:spPr>
          <a:xfrm>
            <a:off x="464295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8" name="A1_bar_GT_9834">
            <a:extLst>
              <a:ext uri="{FF2B5EF4-FFF2-40B4-BE49-F238E27FC236}">
                <a16:creationId xmlns:a16="http://schemas.microsoft.com/office/drawing/2014/main" id="{72F21426-A4B7-433B-8EA1-A37B7D2E632B}"/>
              </a:ext>
            </a:extLst>
          </p:cNvPr>
          <p:cNvSpPr>
            <a:spLocks noGrp="1"/>
          </p:cNvSpPr>
          <p:nvPr/>
        </p:nvSpPr>
        <p:spPr>
          <a:xfrm>
            <a:off x="4779108" y="35624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9" name="A1_bar_GT_9835">
            <a:extLst>
              <a:ext uri="{FF2B5EF4-FFF2-40B4-BE49-F238E27FC236}">
                <a16:creationId xmlns:a16="http://schemas.microsoft.com/office/drawing/2014/main" id="{32D5B9E9-038B-4B34-8A40-49AE80D65450}"/>
              </a:ext>
            </a:extLst>
          </p:cNvPr>
          <p:cNvSpPr>
            <a:spLocks noGrp="1"/>
          </p:cNvSpPr>
          <p:nvPr/>
        </p:nvSpPr>
        <p:spPr>
          <a:xfrm>
            <a:off x="475435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0" name="A1_bar_GT_9836">
            <a:extLst>
              <a:ext uri="{FF2B5EF4-FFF2-40B4-BE49-F238E27FC236}">
                <a16:creationId xmlns:a16="http://schemas.microsoft.com/office/drawing/2014/main" id="{8E4C8987-257B-4DE3-966D-52FF0B12B01D}"/>
              </a:ext>
            </a:extLst>
          </p:cNvPr>
          <p:cNvSpPr>
            <a:spLocks noGrp="1"/>
          </p:cNvSpPr>
          <p:nvPr/>
        </p:nvSpPr>
        <p:spPr>
          <a:xfrm>
            <a:off x="4668632" y="33045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1" name="A1_bar_GT_9837">
            <a:extLst>
              <a:ext uri="{FF2B5EF4-FFF2-40B4-BE49-F238E27FC236}">
                <a16:creationId xmlns:a16="http://schemas.microsoft.com/office/drawing/2014/main" id="{D422F51C-F9EF-4A10-B518-F8F489D532C4}"/>
              </a:ext>
            </a:extLst>
          </p:cNvPr>
          <p:cNvSpPr>
            <a:spLocks noGrp="1"/>
          </p:cNvSpPr>
          <p:nvPr/>
        </p:nvSpPr>
        <p:spPr>
          <a:xfrm>
            <a:off x="4673940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2" name="A1_bar_GT_9838">
            <a:extLst>
              <a:ext uri="{FF2B5EF4-FFF2-40B4-BE49-F238E27FC236}">
                <a16:creationId xmlns:a16="http://schemas.microsoft.com/office/drawing/2014/main" id="{6B5E912D-23A6-4561-9E09-EEDEADD05C7E}"/>
              </a:ext>
            </a:extLst>
          </p:cNvPr>
          <p:cNvSpPr>
            <a:spLocks noGrp="1"/>
          </p:cNvSpPr>
          <p:nvPr/>
        </p:nvSpPr>
        <p:spPr>
          <a:xfrm>
            <a:off x="472451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3" name="A1_bar_GT_9839">
            <a:extLst>
              <a:ext uri="{FF2B5EF4-FFF2-40B4-BE49-F238E27FC236}">
                <a16:creationId xmlns:a16="http://schemas.microsoft.com/office/drawing/2014/main" id="{D2F981D5-F405-467F-AD78-018F2A88DD74}"/>
              </a:ext>
            </a:extLst>
          </p:cNvPr>
          <p:cNvSpPr>
            <a:spLocks noGrp="1"/>
          </p:cNvSpPr>
          <p:nvPr/>
        </p:nvSpPr>
        <p:spPr>
          <a:xfrm>
            <a:off x="4716554" y="5046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4" name="A1_bar_GT_9840">
            <a:extLst>
              <a:ext uri="{FF2B5EF4-FFF2-40B4-BE49-F238E27FC236}">
                <a16:creationId xmlns:a16="http://schemas.microsoft.com/office/drawing/2014/main" id="{F9CBFFAE-2878-4732-A8E4-D1B80D770119}"/>
              </a:ext>
            </a:extLst>
          </p:cNvPr>
          <p:cNvSpPr>
            <a:spLocks noGrp="1"/>
          </p:cNvSpPr>
          <p:nvPr/>
        </p:nvSpPr>
        <p:spPr>
          <a:xfrm>
            <a:off x="46576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5" name="A1_bar_GT_9841">
            <a:extLst>
              <a:ext uri="{FF2B5EF4-FFF2-40B4-BE49-F238E27FC236}">
                <a16:creationId xmlns:a16="http://schemas.microsoft.com/office/drawing/2014/main" id="{75A4E51A-02A5-469C-9FAA-F38150129731}"/>
              </a:ext>
            </a:extLst>
          </p:cNvPr>
          <p:cNvSpPr>
            <a:spLocks noGrp="1"/>
          </p:cNvSpPr>
          <p:nvPr/>
        </p:nvSpPr>
        <p:spPr>
          <a:xfrm>
            <a:off x="4676067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6" name="A1_bar_GT_9842">
            <a:extLst>
              <a:ext uri="{FF2B5EF4-FFF2-40B4-BE49-F238E27FC236}">
                <a16:creationId xmlns:a16="http://schemas.microsoft.com/office/drawing/2014/main" id="{4757001D-0A19-4EE2-8A60-CA41227FB84D}"/>
              </a:ext>
            </a:extLst>
          </p:cNvPr>
          <p:cNvSpPr>
            <a:spLocks noGrp="1"/>
          </p:cNvSpPr>
          <p:nvPr/>
        </p:nvSpPr>
        <p:spPr>
          <a:xfrm>
            <a:off x="4596066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7" name="A1_bar_GT_9843">
            <a:extLst>
              <a:ext uri="{FF2B5EF4-FFF2-40B4-BE49-F238E27FC236}">
                <a16:creationId xmlns:a16="http://schemas.microsoft.com/office/drawing/2014/main" id="{268E8FAD-DD21-4618-B239-EA42BA680ECB}"/>
              </a:ext>
            </a:extLst>
          </p:cNvPr>
          <p:cNvSpPr>
            <a:spLocks noGrp="1"/>
          </p:cNvSpPr>
          <p:nvPr/>
        </p:nvSpPr>
        <p:spPr>
          <a:xfrm>
            <a:off x="471390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8" name="A1_bar_GT_9844">
            <a:extLst>
              <a:ext uri="{FF2B5EF4-FFF2-40B4-BE49-F238E27FC236}">
                <a16:creationId xmlns:a16="http://schemas.microsoft.com/office/drawing/2014/main" id="{FEC07159-AC9C-4F30-8005-CE6BF0F46CFB}"/>
              </a:ext>
            </a:extLst>
          </p:cNvPr>
          <p:cNvSpPr>
            <a:spLocks noGrp="1"/>
          </p:cNvSpPr>
          <p:nvPr/>
        </p:nvSpPr>
        <p:spPr>
          <a:xfrm>
            <a:off x="4623772" y="380317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9" name="A1_bar_GT_9845">
            <a:extLst>
              <a:ext uri="{FF2B5EF4-FFF2-40B4-BE49-F238E27FC236}">
                <a16:creationId xmlns:a16="http://schemas.microsoft.com/office/drawing/2014/main" id="{5F14E8A1-5037-4F59-96DC-B354BD1B313D}"/>
              </a:ext>
            </a:extLst>
          </p:cNvPr>
          <p:cNvSpPr>
            <a:spLocks noGrp="1"/>
          </p:cNvSpPr>
          <p:nvPr/>
        </p:nvSpPr>
        <p:spPr>
          <a:xfrm>
            <a:off x="474634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0" name="A1_bar_GT_9846">
            <a:extLst>
              <a:ext uri="{FF2B5EF4-FFF2-40B4-BE49-F238E27FC236}">
                <a16:creationId xmlns:a16="http://schemas.microsoft.com/office/drawing/2014/main" id="{9F531628-721C-4CA4-BF2F-79A30CA2F6A4}"/>
              </a:ext>
            </a:extLst>
          </p:cNvPr>
          <p:cNvSpPr>
            <a:spLocks noGrp="1"/>
          </p:cNvSpPr>
          <p:nvPr/>
        </p:nvSpPr>
        <p:spPr>
          <a:xfrm>
            <a:off x="466249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1" name="A1_bar_GT_9847">
            <a:extLst>
              <a:ext uri="{FF2B5EF4-FFF2-40B4-BE49-F238E27FC236}">
                <a16:creationId xmlns:a16="http://schemas.microsoft.com/office/drawing/2014/main" id="{DFB7525E-F1F7-4609-AA2F-ECEF897BFA64}"/>
              </a:ext>
            </a:extLst>
          </p:cNvPr>
          <p:cNvSpPr>
            <a:spLocks noGrp="1"/>
          </p:cNvSpPr>
          <p:nvPr/>
        </p:nvSpPr>
        <p:spPr>
          <a:xfrm>
            <a:off x="4560911" y="38497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2" name="A1_bar_GT_9848">
            <a:extLst>
              <a:ext uri="{FF2B5EF4-FFF2-40B4-BE49-F238E27FC236}">
                <a16:creationId xmlns:a16="http://schemas.microsoft.com/office/drawing/2014/main" id="{9CC36DAA-BC2B-4236-88B8-22A7F00C2604}"/>
              </a:ext>
            </a:extLst>
          </p:cNvPr>
          <p:cNvSpPr>
            <a:spLocks noGrp="1"/>
          </p:cNvSpPr>
          <p:nvPr/>
        </p:nvSpPr>
        <p:spPr>
          <a:xfrm>
            <a:off x="46864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3" name="A1_bar_GT_9849">
            <a:extLst>
              <a:ext uri="{FF2B5EF4-FFF2-40B4-BE49-F238E27FC236}">
                <a16:creationId xmlns:a16="http://schemas.microsoft.com/office/drawing/2014/main" id="{7E2170B4-1622-4C20-AAFC-415011B7D9C1}"/>
              </a:ext>
            </a:extLst>
          </p:cNvPr>
          <p:cNvSpPr>
            <a:spLocks noGrp="1"/>
          </p:cNvSpPr>
          <p:nvPr/>
        </p:nvSpPr>
        <p:spPr>
          <a:xfrm>
            <a:off x="46587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4" name="A1_bar_GT_9850">
            <a:extLst>
              <a:ext uri="{FF2B5EF4-FFF2-40B4-BE49-F238E27FC236}">
                <a16:creationId xmlns:a16="http://schemas.microsoft.com/office/drawing/2014/main" id="{07D97249-AB3E-4528-A94B-8427593D491D}"/>
              </a:ext>
            </a:extLst>
          </p:cNvPr>
          <p:cNvSpPr>
            <a:spLocks noGrp="1"/>
          </p:cNvSpPr>
          <p:nvPr/>
        </p:nvSpPr>
        <p:spPr>
          <a:xfrm>
            <a:off x="4583071" y="45209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5" name="A1_bar_GT_9851">
            <a:extLst>
              <a:ext uri="{FF2B5EF4-FFF2-40B4-BE49-F238E27FC236}">
                <a16:creationId xmlns:a16="http://schemas.microsoft.com/office/drawing/2014/main" id="{417EBA66-CC72-4ACC-8C23-31CAC43DC710}"/>
              </a:ext>
            </a:extLst>
          </p:cNvPr>
          <p:cNvSpPr>
            <a:spLocks noGrp="1"/>
          </p:cNvSpPr>
          <p:nvPr/>
        </p:nvSpPr>
        <p:spPr>
          <a:xfrm>
            <a:off x="479229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6" name="A1_bar_GT_9852">
            <a:extLst>
              <a:ext uri="{FF2B5EF4-FFF2-40B4-BE49-F238E27FC236}">
                <a16:creationId xmlns:a16="http://schemas.microsoft.com/office/drawing/2014/main" id="{1E069362-18FC-4A84-A497-ADF99E2EEC4B}"/>
              </a:ext>
            </a:extLst>
          </p:cNvPr>
          <p:cNvSpPr>
            <a:spLocks noGrp="1"/>
          </p:cNvSpPr>
          <p:nvPr/>
        </p:nvSpPr>
        <p:spPr>
          <a:xfrm>
            <a:off x="46034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7" name="A1_bar_GT_9853">
            <a:extLst>
              <a:ext uri="{FF2B5EF4-FFF2-40B4-BE49-F238E27FC236}">
                <a16:creationId xmlns:a16="http://schemas.microsoft.com/office/drawing/2014/main" id="{A6E14755-978E-4D5E-B717-3C7E43522FAC}"/>
              </a:ext>
            </a:extLst>
          </p:cNvPr>
          <p:cNvSpPr>
            <a:spLocks noGrp="1"/>
          </p:cNvSpPr>
          <p:nvPr/>
        </p:nvSpPr>
        <p:spPr>
          <a:xfrm>
            <a:off x="463177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8" name="A1_bar_GT_9854">
            <a:extLst>
              <a:ext uri="{FF2B5EF4-FFF2-40B4-BE49-F238E27FC236}">
                <a16:creationId xmlns:a16="http://schemas.microsoft.com/office/drawing/2014/main" id="{8B586889-2F52-4C6E-8330-A0DC8A6A2293}"/>
              </a:ext>
            </a:extLst>
          </p:cNvPr>
          <p:cNvSpPr>
            <a:spLocks noGrp="1"/>
          </p:cNvSpPr>
          <p:nvPr/>
        </p:nvSpPr>
        <p:spPr>
          <a:xfrm>
            <a:off x="4715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9" name="A1_bar_GT_9855">
            <a:extLst>
              <a:ext uri="{FF2B5EF4-FFF2-40B4-BE49-F238E27FC236}">
                <a16:creationId xmlns:a16="http://schemas.microsoft.com/office/drawing/2014/main" id="{959A022D-39AC-4910-B9A7-DA3567AEF3C9}"/>
              </a:ext>
            </a:extLst>
          </p:cNvPr>
          <p:cNvSpPr>
            <a:spLocks noGrp="1"/>
          </p:cNvSpPr>
          <p:nvPr/>
        </p:nvSpPr>
        <p:spPr>
          <a:xfrm>
            <a:off x="4639466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0" name="A1_bar_GT_9856">
            <a:extLst>
              <a:ext uri="{FF2B5EF4-FFF2-40B4-BE49-F238E27FC236}">
                <a16:creationId xmlns:a16="http://schemas.microsoft.com/office/drawing/2014/main" id="{374152AF-EB83-409F-BB5D-3EE367822E1D}"/>
              </a:ext>
            </a:extLst>
          </p:cNvPr>
          <p:cNvSpPr>
            <a:spLocks noGrp="1"/>
          </p:cNvSpPr>
          <p:nvPr/>
        </p:nvSpPr>
        <p:spPr>
          <a:xfrm>
            <a:off x="4721001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1" name="A1_bar_GT_9857">
            <a:extLst>
              <a:ext uri="{FF2B5EF4-FFF2-40B4-BE49-F238E27FC236}">
                <a16:creationId xmlns:a16="http://schemas.microsoft.com/office/drawing/2014/main" id="{C07EB09A-ADC4-4602-A7EE-0C857D3908BA}"/>
              </a:ext>
            </a:extLst>
          </p:cNvPr>
          <p:cNvSpPr>
            <a:spLocks noGrp="1"/>
          </p:cNvSpPr>
          <p:nvPr/>
        </p:nvSpPr>
        <p:spPr>
          <a:xfrm>
            <a:off x="46143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2" name="A1_bar_GT_9858">
            <a:extLst>
              <a:ext uri="{FF2B5EF4-FFF2-40B4-BE49-F238E27FC236}">
                <a16:creationId xmlns:a16="http://schemas.microsoft.com/office/drawing/2014/main" id="{52C5A4AE-032B-4D08-80E7-743010BE935E}"/>
              </a:ext>
            </a:extLst>
          </p:cNvPr>
          <p:cNvSpPr>
            <a:spLocks noGrp="1"/>
          </p:cNvSpPr>
          <p:nvPr/>
        </p:nvSpPr>
        <p:spPr>
          <a:xfrm>
            <a:off x="47498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3" name="A1_bar_GT_9859">
            <a:extLst>
              <a:ext uri="{FF2B5EF4-FFF2-40B4-BE49-F238E27FC236}">
                <a16:creationId xmlns:a16="http://schemas.microsoft.com/office/drawing/2014/main" id="{DFF590FB-865E-4855-95E5-29A759B6644A}"/>
              </a:ext>
            </a:extLst>
          </p:cNvPr>
          <p:cNvSpPr>
            <a:spLocks noGrp="1"/>
          </p:cNvSpPr>
          <p:nvPr/>
        </p:nvSpPr>
        <p:spPr>
          <a:xfrm>
            <a:off x="456754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4" name="A1_bar_GT_9860">
            <a:extLst>
              <a:ext uri="{FF2B5EF4-FFF2-40B4-BE49-F238E27FC236}">
                <a16:creationId xmlns:a16="http://schemas.microsoft.com/office/drawing/2014/main" id="{73AF2671-88AE-45B1-AB42-8D08C860D3D6}"/>
              </a:ext>
            </a:extLst>
          </p:cNvPr>
          <p:cNvSpPr>
            <a:spLocks noGrp="1"/>
          </p:cNvSpPr>
          <p:nvPr/>
        </p:nvSpPr>
        <p:spPr>
          <a:xfrm>
            <a:off x="4729831" y="48738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5" name="A1_bar_GT_9861">
            <a:extLst>
              <a:ext uri="{FF2B5EF4-FFF2-40B4-BE49-F238E27FC236}">
                <a16:creationId xmlns:a16="http://schemas.microsoft.com/office/drawing/2014/main" id="{7BDFAABD-B76C-47E1-A2DA-C1B7DC9195A1}"/>
              </a:ext>
            </a:extLst>
          </p:cNvPr>
          <p:cNvSpPr>
            <a:spLocks noGrp="1"/>
          </p:cNvSpPr>
          <p:nvPr/>
        </p:nvSpPr>
        <p:spPr>
          <a:xfrm>
            <a:off x="470703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6" name="A1_bar_GT_9862">
            <a:extLst>
              <a:ext uri="{FF2B5EF4-FFF2-40B4-BE49-F238E27FC236}">
                <a16:creationId xmlns:a16="http://schemas.microsoft.com/office/drawing/2014/main" id="{77F35187-9E22-4E76-9A2C-ADAF00BBE47A}"/>
              </a:ext>
            </a:extLst>
          </p:cNvPr>
          <p:cNvSpPr>
            <a:spLocks noGrp="1"/>
          </p:cNvSpPr>
          <p:nvPr/>
        </p:nvSpPr>
        <p:spPr>
          <a:xfrm>
            <a:off x="4600244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7" name="A1_bar_GT_9863">
            <a:extLst>
              <a:ext uri="{FF2B5EF4-FFF2-40B4-BE49-F238E27FC236}">
                <a16:creationId xmlns:a16="http://schemas.microsoft.com/office/drawing/2014/main" id="{A759EFFA-3BE6-4181-946D-79816635BE93}"/>
              </a:ext>
            </a:extLst>
          </p:cNvPr>
          <p:cNvSpPr>
            <a:spLocks noGrp="1"/>
          </p:cNvSpPr>
          <p:nvPr/>
        </p:nvSpPr>
        <p:spPr>
          <a:xfrm>
            <a:off x="4623572" y="56482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8" name="A1_bar_GT_9864">
            <a:extLst>
              <a:ext uri="{FF2B5EF4-FFF2-40B4-BE49-F238E27FC236}">
                <a16:creationId xmlns:a16="http://schemas.microsoft.com/office/drawing/2014/main" id="{C08FF55A-0A6E-4765-B74A-55D19ACF3C80}"/>
              </a:ext>
            </a:extLst>
          </p:cNvPr>
          <p:cNvSpPr>
            <a:spLocks noGrp="1"/>
          </p:cNvSpPr>
          <p:nvPr/>
        </p:nvSpPr>
        <p:spPr>
          <a:xfrm>
            <a:off x="4563492" y="40172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9" name="A1_bar_GT_9865">
            <a:extLst>
              <a:ext uri="{FF2B5EF4-FFF2-40B4-BE49-F238E27FC236}">
                <a16:creationId xmlns:a16="http://schemas.microsoft.com/office/drawing/2014/main" id="{97E0DD02-356E-489A-A884-8D6D15BFDF66}"/>
              </a:ext>
            </a:extLst>
          </p:cNvPr>
          <p:cNvSpPr>
            <a:spLocks noGrp="1"/>
          </p:cNvSpPr>
          <p:nvPr/>
        </p:nvSpPr>
        <p:spPr>
          <a:xfrm>
            <a:off x="462187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0" name="A1_bar_GT_9866">
            <a:extLst>
              <a:ext uri="{FF2B5EF4-FFF2-40B4-BE49-F238E27FC236}">
                <a16:creationId xmlns:a16="http://schemas.microsoft.com/office/drawing/2014/main" id="{CFBF3B34-9338-4C47-9697-A894FC0A1504}"/>
              </a:ext>
            </a:extLst>
          </p:cNvPr>
          <p:cNvSpPr>
            <a:spLocks noGrp="1"/>
          </p:cNvSpPr>
          <p:nvPr/>
        </p:nvSpPr>
        <p:spPr>
          <a:xfrm>
            <a:off x="47988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1" name="A1_bar_GT_9867">
            <a:extLst>
              <a:ext uri="{FF2B5EF4-FFF2-40B4-BE49-F238E27FC236}">
                <a16:creationId xmlns:a16="http://schemas.microsoft.com/office/drawing/2014/main" id="{5FA46965-4C97-40A4-A0AA-31C6F6734EBE}"/>
              </a:ext>
            </a:extLst>
          </p:cNvPr>
          <p:cNvSpPr>
            <a:spLocks noGrp="1"/>
          </p:cNvSpPr>
          <p:nvPr/>
        </p:nvSpPr>
        <p:spPr>
          <a:xfrm>
            <a:off x="474768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2" name="A1_bar_GT_9868">
            <a:extLst>
              <a:ext uri="{FF2B5EF4-FFF2-40B4-BE49-F238E27FC236}">
                <a16:creationId xmlns:a16="http://schemas.microsoft.com/office/drawing/2014/main" id="{B8D5A1C8-B49F-4AEE-9BC2-7A93E8047095}"/>
              </a:ext>
            </a:extLst>
          </p:cNvPr>
          <p:cNvSpPr>
            <a:spLocks noGrp="1"/>
          </p:cNvSpPr>
          <p:nvPr/>
        </p:nvSpPr>
        <p:spPr>
          <a:xfrm>
            <a:off x="4648127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3" name="A1_bar_GT_9869">
            <a:extLst>
              <a:ext uri="{FF2B5EF4-FFF2-40B4-BE49-F238E27FC236}">
                <a16:creationId xmlns:a16="http://schemas.microsoft.com/office/drawing/2014/main" id="{BDDD3435-ADFB-4B73-8213-B0DB6344509A}"/>
              </a:ext>
            </a:extLst>
          </p:cNvPr>
          <p:cNvSpPr>
            <a:spLocks noGrp="1"/>
          </p:cNvSpPr>
          <p:nvPr/>
        </p:nvSpPr>
        <p:spPr>
          <a:xfrm>
            <a:off x="4767030" y="33004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4" name="A1_bar_GT_9870">
            <a:extLst>
              <a:ext uri="{FF2B5EF4-FFF2-40B4-BE49-F238E27FC236}">
                <a16:creationId xmlns:a16="http://schemas.microsoft.com/office/drawing/2014/main" id="{E4981BC2-F747-491A-9C53-3EF031C0DDAF}"/>
              </a:ext>
            </a:extLst>
          </p:cNvPr>
          <p:cNvSpPr>
            <a:spLocks noGrp="1"/>
          </p:cNvSpPr>
          <p:nvPr/>
        </p:nvSpPr>
        <p:spPr>
          <a:xfrm>
            <a:off x="4567897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5" name="A1_bar_GT_9871">
            <a:extLst>
              <a:ext uri="{FF2B5EF4-FFF2-40B4-BE49-F238E27FC236}">
                <a16:creationId xmlns:a16="http://schemas.microsoft.com/office/drawing/2014/main" id="{A6A10F16-074D-4D4F-8088-28B02B800D72}"/>
              </a:ext>
            </a:extLst>
          </p:cNvPr>
          <p:cNvSpPr>
            <a:spLocks noGrp="1"/>
          </p:cNvSpPr>
          <p:nvPr/>
        </p:nvSpPr>
        <p:spPr>
          <a:xfrm>
            <a:off x="462359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6" name="A1_bar_GT_9872">
            <a:extLst>
              <a:ext uri="{FF2B5EF4-FFF2-40B4-BE49-F238E27FC236}">
                <a16:creationId xmlns:a16="http://schemas.microsoft.com/office/drawing/2014/main" id="{A6F960E3-258D-4013-A2D0-7FB5DF71AC9B}"/>
              </a:ext>
            </a:extLst>
          </p:cNvPr>
          <p:cNvSpPr>
            <a:spLocks noGrp="1"/>
          </p:cNvSpPr>
          <p:nvPr/>
        </p:nvSpPr>
        <p:spPr>
          <a:xfrm>
            <a:off x="4650529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7" name="A1_bar_GT_9873">
            <a:extLst>
              <a:ext uri="{FF2B5EF4-FFF2-40B4-BE49-F238E27FC236}">
                <a16:creationId xmlns:a16="http://schemas.microsoft.com/office/drawing/2014/main" id="{4645335A-26F5-46C9-9652-7E44CE350179}"/>
              </a:ext>
            </a:extLst>
          </p:cNvPr>
          <p:cNvSpPr>
            <a:spLocks noGrp="1"/>
          </p:cNvSpPr>
          <p:nvPr/>
        </p:nvSpPr>
        <p:spPr>
          <a:xfrm>
            <a:off x="4613094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8" name="A1_bar_GT_9874">
            <a:extLst>
              <a:ext uri="{FF2B5EF4-FFF2-40B4-BE49-F238E27FC236}">
                <a16:creationId xmlns:a16="http://schemas.microsoft.com/office/drawing/2014/main" id="{CFFE7283-FA27-4CF3-9DD9-4ADBA7D37DD4}"/>
              </a:ext>
            </a:extLst>
          </p:cNvPr>
          <p:cNvSpPr>
            <a:spLocks noGrp="1"/>
          </p:cNvSpPr>
          <p:nvPr/>
        </p:nvSpPr>
        <p:spPr>
          <a:xfrm>
            <a:off x="4642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9" name="A1_bar_GT_9875">
            <a:extLst>
              <a:ext uri="{FF2B5EF4-FFF2-40B4-BE49-F238E27FC236}">
                <a16:creationId xmlns:a16="http://schemas.microsoft.com/office/drawing/2014/main" id="{32AA599E-6CDB-4871-B468-32061505677D}"/>
              </a:ext>
            </a:extLst>
          </p:cNvPr>
          <p:cNvSpPr>
            <a:spLocks noGrp="1"/>
          </p:cNvSpPr>
          <p:nvPr/>
        </p:nvSpPr>
        <p:spPr>
          <a:xfrm>
            <a:off x="45829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0" name="A1_bar_GT_9876">
            <a:extLst>
              <a:ext uri="{FF2B5EF4-FFF2-40B4-BE49-F238E27FC236}">
                <a16:creationId xmlns:a16="http://schemas.microsoft.com/office/drawing/2014/main" id="{BD8E83D7-79D1-49C6-9939-6122CAE40A64}"/>
              </a:ext>
            </a:extLst>
          </p:cNvPr>
          <p:cNvSpPr>
            <a:spLocks noGrp="1"/>
          </p:cNvSpPr>
          <p:nvPr/>
        </p:nvSpPr>
        <p:spPr>
          <a:xfrm>
            <a:off x="46313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1" name="A1_bar_GT_9877">
            <a:extLst>
              <a:ext uri="{FF2B5EF4-FFF2-40B4-BE49-F238E27FC236}">
                <a16:creationId xmlns:a16="http://schemas.microsoft.com/office/drawing/2014/main" id="{64C63D61-CFFD-42F0-A9A8-66C90F1A7BF1}"/>
              </a:ext>
            </a:extLst>
          </p:cNvPr>
          <p:cNvSpPr>
            <a:spLocks noGrp="1"/>
          </p:cNvSpPr>
          <p:nvPr/>
        </p:nvSpPr>
        <p:spPr>
          <a:xfrm>
            <a:off x="4700933" y="37439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2" name="A1_bar_GT_9878">
            <a:extLst>
              <a:ext uri="{FF2B5EF4-FFF2-40B4-BE49-F238E27FC236}">
                <a16:creationId xmlns:a16="http://schemas.microsoft.com/office/drawing/2014/main" id="{FFA160E6-AB40-4C17-969C-A461FA4C0FFC}"/>
              </a:ext>
            </a:extLst>
          </p:cNvPr>
          <p:cNvSpPr>
            <a:spLocks noGrp="1"/>
          </p:cNvSpPr>
          <p:nvPr/>
        </p:nvSpPr>
        <p:spPr>
          <a:xfrm>
            <a:off x="4787096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3" name="A1_bar_GT_9879">
            <a:extLst>
              <a:ext uri="{FF2B5EF4-FFF2-40B4-BE49-F238E27FC236}">
                <a16:creationId xmlns:a16="http://schemas.microsoft.com/office/drawing/2014/main" id="{5DAD6E27-3C88-4EC4-B2E2-3626EDF02237}"/>
              </a:ext>
            </a:extLst>
          </p:cNvPr>
          <p:cNvSpPr>
            <a:spLocks noGrp="1"/>
          </p:cNvSpPr>
          <p:nvPr/>
        </p:nvSpPr>
        <p:spPr>
          <a:xfrm>
            <a:off x="4609622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4" name="A1_bar_GT_9880">
            <a:extLst>
              <a:ext uri="{FF2B5EF4-FFF2-40B4-BE49-F238E27FC236}">
                <a16:creationId xmlns:a16="http://schemas.microsoft.com/office/drawing/2014/main" id="{26A7C784-CC31-4584-8565-93792BB6554C}"/>
              </a:ext>
            </a:extLst>
          </p:cNvPr>
          <p:cNvSpPr>
            <a:spLocks noGrp="1"/>
          </p:cNvSpPr>
          <p:nvPr/>
        </p:nvSpPr>
        <p:spPr>
          <a:xfrm>
            <a:off x="474827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5" name="A1_bar_GT_9881">
            <a:extLst>
              <a:ext uri="{FF2B5EF4-FFF2-40B4-BE49-F238E27FC236}">
                <a16:creationId xmlns:a16="http://schemas.microsoft.com/office/drawing/2014/main" id="{30AF1042-AA90-4CF4-88FC-E6ECD0D05CC2}"/>
              </a:ext>
            </a:extLst>
          </p:cNvPr>
          <p:cNvSpPr>
            <a:spLocks noGrp="1"/>
          </p:cNvSpPr>
          <p:nvPr/>
        </p:nvSpPr>
        <p:spPr>
          <a:xfrm>
            <a:off x="4667323" y="39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6" name="A1_bar_GT_9882">
            <a:extLst>
              <a:ext uri="{FF2B5EF4-FFF2-40B4-BE49-F238E27FC236}">
                <a16:creationId xmlns:a16="http://schemas.microsoft.com/office/drawing/2014/main" id="{5129E97A-F31D-4D41-ACB7-E99E4C4B907C}"/>
              </a:ext>
            </a:extLst>
          </p:cNvPr>
          <p:cNvSpPr>
            <a:spLocks noGrp="1"/>
          </p:cNvSpPr>
          <p:nvPr/>
        </p:nvSpPr>
        <p:spPr>
          <a:xfrm>
            <a:off x="474021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7" name="A1_bar_GT_9883">
            <a:extLst>
              <a:ext uri="{FF2B5EF4-FFF2-40B4-BE49-F238E27FC236}">
                <a16:creationId xmlns:a16="http://schemas.microsoft.com/office/drawing/2014/main" id="{864ABC59-7845-4800-B2F1-46E78295ECDD}"/>
              </a:ext>
            </a:extLst>
          </p:cNvPr>
          <p:cNvSpPr>
            <a:spLocks noGrp="1"/>
          </p:cNvSpPr>
          <p:nvPr/>
        </p:nvSpPr>
        <p:spPr>
          <a:xfrm>
            <a:off x="460019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8" name="A1_bar_GT_9884">
            <a:extLst>
              <a:ext uri="{FF2B5EF4-FFF2-40B4-BE49-F238E27FC236}">
                <a16:creationId xmlns:a16="http://schemas.microsoft.com/office/drawing/2014/main" id="{53F87DED-9AE8-433B-85DB-2AA42056E010}"/>
              </a:ext>
            </a:extLst>
          </p:cNvPr>
          <p:cNvSpPr>
            <a:spLocks noGrp="1"/>
          </p:cNvSpPr>
          <p:nvPr/>
        </p:nvSpPr>
        <p:spPr>
          <a:xfrm>
            <a:off x="468050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9" name="A1_bar_GT_9885">
            <a:extLst>
              <a:ext uri="{FF2B5EF4-FFF2-40B4-BE49-F238E27FC236}">
                <a16:creationId xmlns:a16="http://schemas.microsoft.com/office/drawing/2014/main" id="{146676D1-EE70-4C03-8F1A-679778F78327}"/>
              </a:ext>
            </a:extLst>
          </p:cNvPr>
          <p:cNvSpPr>
            <a:spLocks noGrp="1"/>
          </p:cNvSpPr>
          <p:nvPr/>
        </p:nvSpPr>
        <p:spPr>
          <a:xfrm>
            <a:off x="472922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0" name="A1_bar_GT_9886">
            <a:extLst>
              <a:ext uri="{FF2B5EF4-FFF2-40B4-BE49-F238E27FC236}">
                <a16:creationId xmlns:a16="http://schemas.microsoft.com/office/drawing/2014/main" id="{B31D099C-06DE-47A7-B9DE-2C398D0BA8FC}"/>
              </a:ext>
            </a:extLst>
          </p:cNvPr>
          <p:cNvSpPr>
            <a:spLocks noGrp="1"/>
          </p:cNvSpPr>
          <p:nvPr/>
        </p:nvSpPr>
        <p:spPr>
          <a:xfrm>
            <a:off x="4735706" y="42981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1" name="A1_bar_GT_9887">
            <a:extLst>
              <a:ext uri="{FF2B5EF4-FFF2-40B4-BE49-F238E27FC236}">
                <a16:creationId xmlns:a16="http://schemas.microsoft.com/office/drawing/2014/main" id="{792ED7DA-1D8D-4AA6-9A17-08F42901299B}"/>
              </a:ext>
            </a:extLst>
          </p:cNvPr>
          <p:cNvSpPr>
            <a:spLocks noGrp="1"/>
          </p:cNvSpPr>
          <p:nvPr/>
        </p:nvSpPr>
        <p:spPr>
          <a:xfrm>
            <a:off x="463866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2" name="A1_bar_GT_9888">
            <a:extLst>
              <a:ext uri="{FF2B5EF4-FFF2-40B4-BE49-F238E27FC236}">
                <a16:creationId xmlns:a16="http://schemas.microsoft.com/office/drawing/2014/main" id="{F9C15E89-F642-41E8-A2B3-5C4F9FA3DB9C}"/>
              </a:ext>
            </a:extLst>
          </p:cNvPr>
          <p:cNvSpPr>
            <a:spLocks noGrp="1"/>
          </p:cNvSpPr>
          <p:nvPr/>
        </p:nvSpPr>
        <p:spPr>
          <a:xfrm>
            <a:off x="4571986" y="55286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3" name="A1_bar_GT_9889">
            <a:extLst>
              <a:ext uri="{FF2B5EF4-FFF2-40B4-BE49-F238E27FC236}">
                <a16:creationId xmlns:a16="http://schemas.microsoft.com/office/drawing/2014/main" id="{4353DD7B-443B-402B-9E7F-04F8354A0DCC}"/>
              </a:ext>
            </a:extLst>
          </p:cNvPr>
          <p:cNvSpPr>
            <a:spLocks noGrp="1"/>
          </p:cNvSpPr>
          <p:nvPr/>
        </p:nvSpPr>
        <p:spPr>
          <a:xfrm>
            <a:off x="456032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4" name="A1_bar_GT_9890">
            <a:extLst>
              <a:ext uri="{FF2B5EF4-FFF2-40B4-BE49-F238E27FC236}">
                <a16:creationId xmlns:a16="http://schemas.microsoft.com/office/drawing/2014/main" id="{14A8187D-8E2F-4B3B-8AF5-75F5289DA228}"/>
              </a:ext>
            </a:extLst>
          </p:cNvPr>
          <p:cNvSpPr>
            <a:spLocks noGrp="1"/>
          </p:cNvSpPr>
          <p:nvPr/>
        </p:nvSpPr>
        <p:spPr>
          <a:xfrm>
            <a:off x="46756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5" name="A1_bar_GT_9891">
            <a:extLst>
              <a:ext uri="{FF2B5EF4-FFF2-40B4-BE49-F238E27FC236}">
                <a16:creationId xmlns:a16="http://schemas.microsoft.com/office/drawing/2014/main" id="{F0BD6B33-A2BE-447B-AF6F-42DCA0B98650}"/>
              </a:ext>
            </a:extLst>
          </p:cNvPr>
          <p:cNvSpPr>
            <a:spLocks noGrp="1"/>
          </p:cNvSpPr>
          <p:nvPr/>
        </p:nvSpPr>
        <p:spPr>
          <a:xfrm>
            <a:off x="47672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6" name="A1_bar_GT_9892">
            <a:extLst>
              <a:ext uri="{FF2B5EF4-FFF2-40B4-BE49-F238E27FC236}">
                <a16:creationId xmlns:a16="http://schemas.microsoft.com/office/drawing/2014/main" id="{63EBBF85-FB7E-4C19-BAC1-EB1A03786E2C}"/>
              </a:ext>
            </a:extLst>
          </p:cNvPr>
          <p:cNvSpPr>
            <a:spLocks noGrp="1"/>
          </p:cNvSpPr>
          <p:nvPr/>
        </p:nvSpPr>
        <p:spPr>
          <a:xfrm>
            <a:off x="47007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7" name="A1_bar_GT_9893">
            <a:extLst>
              <a:ext uri="{FF2B5EF4-FFF2-40B4-BE49-F238E27FC236}">
                <a16:creationId xmlns:a16="http://schemas.microsoft.com/office/drawing/2014/main" id="{BC256EC4-DC1C-4EDE-B6AD-95FAA28DBC09}"/>
              </a:ext>
            </a:extLst>
          </p:cNvPr>
          <p:cNvSpPr>
            <a:spLocks noGrp="1"/>
          </p:cNvSpPr>
          <p:nvPr/>
        </p:nvSpPr>
        <p:spPr>
          <a:xfrm>
            <a:off x="47797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8" name="A1_bar_GT_9894">
            <a:extLst>
              <a:ext uri="{FF2B5EF4-FFF2-40B4-BE49-F238E27FC236}">
                <a16:creationId xmlns:a16="http://schemas.microsoft.com/office/drawing/2014/main" id="{EF1A15A3-EBF5-44D8-AAE7-7A38554E820F}"/>
              </a:ext>
            </a:extLst>
          </p:cNvPr>
          <p:cNvSpPr>
            <a:spLocks noGrp="1"/>
          </p:cNvSpPr>
          <p:nvPr/>
        </p:nvSpPr>
        <p:spPr>
          <a:xfrm>
            <a:off x="466816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9" name="A1_bar_GT_9895">
            <a:extLst>
              <a:ext uri="{FF2B5EF4-FFF2-40B4-BE49-F238E27FC236}">
                <a16:creationId xmlns:a16="http://schemas.microsoft.com/office/drawing/2014/main" id="{FB503E10-1DA1-4D66-A50F-028FC786A5C3}"/>
              </a:ext>
            </a:extLst>
          </p:cNvPr>
          <p:cNvSpPr>
            <a:spLocks noGrp="1"/>
          </p:cNvSpPr>
          <p:nvPr/>
        </p:nvSpPr>
        <p:spPr>
          <a:xfrm>
            <a:off x="4724172" y="59185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0" name="A1_bar_GT_9896">
            <a:extLst>
              <a:ext uri="{FF2B5EF4-FFF2-40B4-BE49-F238E27FC236}">
                <a16:creationId xmlns:a16="http://schemas.microsoft.com/office/drawing/2014/main" id="{A1D65843-FD02-4000-8FF6-4422FDA9B75C}"/>
              </a:ext>
            </a:extLst>
          </p:cNvPr>
          <p:cNvSpPr>
            <a:spLocks noGrp="1"/>
          </p:cNvSpPr>
          <p:nvPr/>
        </p:nvSpPr>
        <p:spPr>
          <a:xfrm>
            <a:off x="456308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1" name="A1_bar_GT_9897">
            <a:extLst>
              <a:ext uri="{FF2B5EF4-FFF2-40B4-BE49-F238E27FC236}">
                <a16:creationId xmlns:a16="http://schemas.microsoft.com/office/drawing/2014/main" id="{2BE2826C-FB9F-436D-9081-D34560017D05}"/>
              </a:ext>
            </a:extLst>
          </p:cNvPr>
          <p:cNvSpPr>
            <a:spLocks noGrp="1"/>
          </p:cNvSpPr>
          <p:nvPr/>
        </p:nvSpPr>
        <p:spPr>
          <a:xfrm>
            <a:off x="47830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2" name="A1_bar_GT_9898">
            <a:extLst>
              <a:ext uri="{FF2B5EF4-FFF2-40B4-BE49-F238E27FC236}">
                <a16:creationId xmlns:a16="http://schemas.microsoft.com/office/drawing/2014/main" id="{39F1356D-D111-49E7-9A17-D1A9BAEF7CCA}"/>
              </a:ext>
            </a:extLst>
          </p:cNvPr>
          <p:cNvSpPr>
            <a:spLocks noGrp="1"/>
          </p:cNvSpPr>
          <p:nvPr/>
        </p:nvSpPr>
        <p:spPr>
          <a:xfrm>
            <a:off x="455900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3" name="A1_bar_GT_9899">
            <a:extLst>
              <a:ext uri="{FF2B5EF4-FFF2-40B4-BE49-F238E27FC236}">
                <a16:creationId xmlns:a16="http://schemas.microsoft.com/office/drawing/2014/main" id="{624327CE-E5F9-4614-A4B4-795C1E29E2FB}"/>
              </a:ext>
            </a:extLst>
          </p:cNvPr>
          <p:cNvSpPr>
            <a:spLocks noGrp="1"/>
          </p:cNvSpPr>
          <p:nvPr/>
        </p:nvSpPr>
        <p:spPr>
          <a:xfrm>
            <a:off x="4710688" y="48414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4" name="A1_bar_GT_9900">
            <a:extLst>
              <a:ext uri="{FF2B5EF4-FFF2-40B4-BE49-F238E27FC236}">
                <a16:creationId xmlns:a16="http://schemas.microsoft.com/office/drawing/2014/main" id="{39208543-37FB-457D-937E-EC4053113DF3}"/>
              </a:ext>
            </a:extLst>
          </p:cNvPr>
          <p:cNvSpPr>
            <a:spLocks noGrp="1"/>
          </p:cNvSpPr>
          <p:nvPr/>
        </p:nvSpPr>
        <p:spPr>
          <a:xfrm>
            <a:off x="473783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5" name="A1_bar_GT_9901">
            <a:extLst>
              <a:ext uri="{FF2B5EF4-FFF2-40B4-BE49-F238E27FC236}">
                <a16:creationId xmlns:a16="http://schemas.microsoft.com/office/drawing/2014/main" id="{44199911-1A8D-4527-B374-1E8ADDCC5633}"/>
              </a:ext>
            </a:extLst>
          </p:cNvPr>
          <p:cNvSpPr>
            <a:spLocks noGrp="1"/>
          </p:cNvSpPr>
          <p:nvPr/>
        </p:nvSpPr>
        <p:spPr>
          <a:xfrm>
            <a:off x="4775425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6" name="A1_bar_GT_9902">
            <a:extLst>
              <a:ext uri="{FF2B5EF4-FFF2-40B4-BE49-F238E27FC236}">
                <a16:creationId xmlns:a16="http://schemas.microsoft.com/office/drawing/2014/main" id="{E8AF6309-B5F3-4BF3-91EB-C924A060F357}"/>
              </a:ext>
            </a:extLst>
          </p:cNvPr>
          <p:cNvSpPr>
            <a:spLocks noGrp="1"/>
          </p:cNvSpPr>
          <p:nvPr/>
        </p:nvSpPr>
        <p:spPr>
          <a:xfrm>
            <a:off x="468176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7" name="A1_bar_GT_9903">
            <a:extLst>
              <a:ext uri="{FF2B5EF4-FFF2-40B4-BE49-F238E27FC236}">
                <a16:creationId xmlns:a16="http://schemas.microsoft.com/office/drawing/2014/main" id="{AC8B2ABB-864D-4567-951C-F81664707FD8}"/>
              </a:ext>
            </a:extLst>
          </p:cNvPr>
          <p:cNvSpPr>
            <a:spLocks noGrp="1"/>
          </p:cNvSpPr>
          <p:nvPr/>
        </p:nvSpPr>
        <p:spPr>
          <a:xfrm>
            <a:off x="4769363" y="6081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8" name="A1_bar_GT_9904">
            <a:extLst>
              <a:ext uri="{FF2B5EF4-FFF2-40B4-BE49-F238E27FC236}">
                <a16:creationId xmlns:a16="http://schemas.microsoft.com/office/drawing/2014/main" id="{ECC44AC2-0E57-437E-8C44-D9E5F64D1166}"/>
              </a:ext>
            </a:extLst>
          </p:cNvPr>
          <p:cNvSpPr>
            <a:spLocks noGrp="1"/>
          </p:cNvSpPr>
          <p:nvPr/>
        </p:nvSpPr>
        <p:spPr>
          <a:xfrm>
            <a:off x="4677877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9" name="A1_bar_GT_9905">
            <a:extLst>
              <a:ext uri="{FF2B5EF4-FFF2-40B4-BE49-F238E27FC236}">
                <a16:creationId xmlns:a16="http://schemas.microsoft.com/office/drawing/2014/main" id="{702DC00C-5058-4FE3-B3AC-473B84CCA687}"/>
              </a:ext>
            </a:extLst>
          </p:cNvPr>
          <p:cNvSpPr>
            <a:spLocks noGrp="1"/>
          </p:cNvSpPr>
          <p:nvPr/>
        </p:nvSpPr>
        <p:spPr>
          <a:xfrm>
            <a:off x="465713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0" name="A1_bar_GT_9906">
            <a:extLst>
              <a:ext uri="{FF2B5EF4-FFF2-40B4-BE49-F238E27FC236}">
                <a16:creationId xmlns:a16="http://schemas.microsoft.com/office/drawing/2014/main" id="{A647E485-F05F-4C52-BD1B-30C9FBBD2A6B}"/>
              </a:ext>
            </a:extLst>
          </p:cNvPr>
          <p:cNvSpPr>
            <a:spLocks noGrp="1"/>
          </p:cNvSpPr>
          <p:nvPr/>
        </p:nvSpPr>
        <p:spPr>
          <a:xfrm>
            <a:off x="45664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1" name="A1_bar_GT_9907">
            <a:extLst>
              <a:ext uri="{FF2B5EF4-FFF2-40B4-BE49-F238E27FC236}">
                <a16:creationId xmlns:a16="http://schemas.microsoft.com/office/drawing/2014/main" id="{3EA5DD02-EFC2-41B0-BD2E-52234FA169C8}"/>
              </a:ext>
            </a:extLst>
          </p:cNvPr>
          <p:cNvSpPr>
            <a:spLocks noGrp="1"/>
          </p:cNvSpPr>
          <p:nvPr/>
        </p:nvSpPr>
        <p:spPr>
          <a:xfrm>
            <a:off x="4610999" y="52943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2" name="A1_bar_GT_9908">
            <a:extLst>
              <a:ext uri="{FF2B5EF4-FFF2-40B4-BE49-F238E27FC236}">
                <a16:creationId xmlns:a16="http://schemas.microsoft.com/office/drawing/2014/main" id="{79796663-2B59-4E24-B07C-525F4F056A57}"/>
              </a:ext>
            </a:extLst>
          </p:cNvPr>
          <p:cNvSpPr>
            <a:spLocks noGrp="1"/>
          </p:cNvSpPr>
          <p:nvPr/>
        </p:nvSpPr>
        <p:spPr>
          <a:xfrm>
            <a:off x="468926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3" name="A1_bar_GT_9909">
            <a:extLst>
              <a:ext uri="{FF2B5EF4-FFF2-40B4-BE49-F238E27FC236}">
                <a16:creationId xmlns:a16="http://schemas.microsoft.com/office/drawing/2014/main" id="{68E60DDF-C97C-4B67-910F-F0E88AE7DD59}"/>
              </a:ext>
            </a:extLst>
          </p:cNvPr>
          <p:cNvSpPr>
            <a:spLocks noGrp="1"/>
          </p:cNvSpPr>
          <p:nvPr/>
        </p:nvSpPr>
        <p:spPr>
          <a:xfrm>
            <a:off x="4772391" y="5122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4" name="A1_bar_GT_9910">
            <a:extLst>
              <a:ext uri="{FF2B5EF4-FFF2-40B4-BE49-F238E27FC236}">
                <a16:creationId xmlns:a16="http://schemas.microsoft.com/office/drawing/2014/main" id="{CF453A11-5486-459F-A97F-CAEFC355785E}"/>
              </a:ext>
            </a:extLst>
          </p:cNvPr>
          <p:cNvSpPr>
            <a:spLocks noGrp="1"/>
          </p:cNvSpPr>
          <p:nvPr/>
        </p:nvSpPr>
        <p:spPr>
          <a:xfrm>
            <a:off x="4758029" y="51536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5" name="A1_bar_GT_9911">
            <a:extLst>
              <a:ext uri="{FF2B5EF4-FFF2-40B4-BE49-F238E27FC236}">
                <a16:creationId xmlns:a16="http://schemas.microsoft.com/office/drawing/2014/main" id="{25C2A1EE-8633-4B9D-B2AC-A409EE3F175B}"/>
              </a:ext>
            </a:extLst>
          </p:cNvPr>
          <p:cNvSpPr>
            <a:spLocks noGrp="1"/>
          </p:cNvSpPr>
          <p:nvPr/>
        </p:nvSpPr>
        <p:spPr>
          <a:xfrm>
            <a:off x="4750983" y="4346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6" name="A1_bar_GT_9912">
            <a:extLst>
              <a:ext uri="{FF2B5EF4-FFF2-40B4-BE49-F238E27FC236}">
                <a16:creationId xmlns:a16="http://schemas.microsoft.com/office/drawing/2014/main" id="{B977B490-F914-4423-A042-9D246A420629}"/>
              </a:ext>
            </a:extLst>
          </p:cNvPr>
          <p:cNvSpPr>
            <a:spLocks noGrp="1"/>
          </p:cNvSpPr>
          <p:nvPr/>
        </p:nvSpPr>
        <p:spPr>
          <a:xfrm>
            <a:off x="462190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7" name="A1_bar_GT_9913">
            <a:extLst>
              <a:ext uri="{FF2B5EF4-FFF2-40B4-BE49-F238E27FC236}">
                <a16:creationId xmlns:a16="http://schemas.microsoft.com/office/drawing/2014/main" id="{DCF0EF16-909C-4B9D-BDB6-2A8170B6B5B7}"/>
              </a:ext>
            </a:extLst>
          </p:cNvPr>
          <p:cNvSpPr>
            <a:spLocks noGrp="1"/>
          </p:cNvSpPr>
          <p:nvPr/>
        </p:nvSpPr>
        <p:spPr>
          <a:xfrm>
            <a:off x="4724583" y="30163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8" name="A1_bar_GT_9914">
            <a:extLst>
              <a:ext uri="{FF2B5EF4-FFF2-40B4-BE49-F238E27FC236}">
                <a16:creationId xmlns:a16="http://schemas.microsoft.com/office/drawing/2014/main" id="{3674AA23-D480-4F0F-BE4D-485ECAED044C}"/>
              </a:ext>
            </a:extLst>
          </p:cNvPr>
          <p:cNvSpPr>
            <a:spLocks noGrp="1"/>
          </p:cNvSpPr>
          <p:nvPr/>
        </p:nvSpPr>
        <p:spPr>
          <a:xfrm>
            <a:off x="47271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9" name="A1_bar_GT_9915">
            <a:extLst>
              <a:ext uri="{FF2B5EF4-FFF2-40B4-BE49-F238E27FC236}">
                <a16:creationId xmlns:a16="http://schemas.microsoft.com/office/drawing/2014/main" id="{5BCEA8E3-EBCF-4726-832A-80FA3BED15E9}"/>
              </a:ext>
            </a:extLst>
          </p:cNvPr>
          <p:cNvSpPr>
            <a:spLocks noGrp="1"/>
          </p:cNvSpPr>
          <p:nvPr/>
        </p:nvSpPr>
        <p:spPr>
          <a:xfrm>
            <a:off x="477396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0" name="A1_bar_GT_9916">
            <a:extLst>
              <a:ext uri="{FF2B5EF4-FFF2-40B4-BE49-F238E27FC236}">
                <a16:creationId xmlns:a16="http://schemas.microsoft.com/office/drawing/2014/main" id="{AE095A7E-B7D4-4EA2-B936-8D7510C76ABC}"/>
              </a:ext>
            </a:extLst>
          </p:cNvPr>
          <p:cNvSpPr>
            <a:spLocks noGrp="1"/>
          </p:cNvSpPr>
          <p:nvPr/>
        </p:nvSpPr>
        <p:spPr>
          <a:xfrm>
            <a:off x="46761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1" name="A1_bar_GT_9917">
            <a:extLst>
              <a:ext uri="{FF2B5EF4-FFF2-40B4-BE49-F238E27FC236}">
                <a16:creationId xmlns:a16="http://schemas.microsoft.com/office/drawing/2014/main" id="{5638C51E-1DE0-44BF-8B1A-E98C57C1126C}"/>
              </a:ext>
            </a:extLst>
          </p:cNvPr>
          <p:cNvSpPr>
            <a:spLocks noGrp="1"/>
          </p:cNvSpPr>
          <p:nvPr/>
        </p:nvSpPr>
        <p:spPr>
          <a:xfrm>
            <a:off x="471173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2" name="A1_bar_GT_9918">
            <a:extLst>
              <a:ext uri="{FF2B5EF4-FFF2-40B4-BE49-F238E27FC236}">
                <a16:creationId xmlns:a16="http://schemas.microsoft.com/office/drawing/2014/main" id="{6F8D8189-5A8C-460F-BF01-3A721C992B3A}"/>
              </a:ext>
            </a:extLst>
          </p:cNvPr>
          <p:cNvSpPr>
            <a:spLocks noGrp="1"/>
          </p:cNvSpPr>
          <p:nvPr/>
        </p:nvSpPr>
        <p:spPr>
          <a:xfrm>
            <a:off x="4563212" y="37607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3" name="A1_bar_GT_9919">
            <a:extLst>
              <a:ext uri="{FF2B5EF4-FFF2-40B4-BE49-F238E27FC236}">
                <a16:creationId xmlns:a16="http://schemas.microsoft.com/office/drawing/2014/main" id="{D4458BB5-1799-4B19-B1B1-718C014AC3AB}"/>
              </a:ext>
            </a:extLst>
          </p:cNvPr>
          <p:cNvSpPr>
            <a:spLocks noGrp="1"/>
          </p:cNvSpPr>
          <p:nvPr/>
        </p:nvSpPr>
        <p:spPr>
          <a:xfrm>
            <a:off x="4712421" y="5517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4" name="A1_bar_GT_9920">
            <a:extLst>
              <a:ext uri="{FF2B5EF4-FFF2-40B4-BE49-F238E27FC236}">
                <a16:creationId xmlns:a16="http://schemas.microsoft.com/office/drawing/2014/main" id="{FFFF7CBE-82CB-42CD-95BE-BE199F5C4CBA}"/>
              </a:ext>
            </a:extLst>
          </p:cNvPr>
          <p:cNvSpPr>
            <a:spLocks noGrp="1"/>
          </p:cNvSpPr>
          <p:nvPr/>
        </p:nvSpPr>
        <p:spPr>
          <a:xfrm>
            <a:off x="4796491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5" name="A1_bar_GT_9921">
            <a:extLst>
              <a:ext uri="{FF2B5EF4-FFF2-40B4-BE49-F238E27FC236}">
                <a16:creationId xmlns:a16="http://schemas.microsoft.com/office/drawing/2014/main" id="{99748193-C73F-4AD3-A19F-D0C555A95C17}"/>
              </a:ext>
            </a:extLst>
          </p:cNvPr>
          <p:cNvSpPr>
            <a:spLocks noGrp="1"/>
          </p:cNvSpPr>
          <p:nvPr/>
        </p:nvSpPr>
        <p:spPr>
          <a:xfrm>
            <a:off x="46422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6" name="A1_bar_GT_9922">
            <a:extLst>
              <a:ext uri="{FF2B5EF4-FFF2-40B4-BE49-F238E27FC236}">
                <a16:creationId xmlns:a16="http://schemas.microsoft.com/office/drawing/2014/main" id="{3B99853E-684A-41A9-9C23-F3D0686669BD}"/>
              </a:ext>
            </a:extLst>
          </p:cNvPr>
          <p:cNvSpPr>
            <a:spLocks noGrp="1"/>
          </p:cNvSpPr>
          <p:nvPr/>
        </p:nvSpPr>
        <p:spPr>
          <a:xfrm>
            <a:off x="469838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7" name="A1_bar_GT_9923">
            <a:extLst>
              <a:ext uri="{FF2B5EF4-FFF2-40B4-BE49-F238E27FC236}">
                <a16:creationId xmlns:a16="http://schemas.microsoft.com/office/drawing/2014/main" id="{8D2526DF-C811-4721-A911-677CEFF3995B}"/>
              </a:ext>
            </a:extLst>
          </p:cNvPr>
          <p:cNvSpPr>
            <a:spLocks noGrp="1"/>
          </p:cNvSpPr>
          <p:nvPr/>
        </p:nvSpPr>
        <p:spPr>
          <a:xfrm>
            <a:off x="46510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8" name="A1_bar_GT_9924">
            <a:extLst>
              <a:ext uri="{FF2B5EF4-FFF2-40B4-BE49-F238E27FC236}">
                <a16:creationId xmlns:a16="http://schemas.microsoft.com/office/drawing/2014/main" id="{55B698D4-ACB3-4AE1-A96D-850647BE83F8}"/>
              </a:ext>
            </a:extLst>
          </p:cNvPr>
          <p:cNvSpPr>
            <a:spLocks noGrp="1"/>
          </p:cNvSpPr>
          <p:nvPr/>
        </p:nvSpPr>
        <p:spPr>
          <a:xfrm>
            <a:off x="4636795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9" name="A1_bar_GT_9925">
            <a:extLst>
              <a:ext uri="{FF2B5EF4-FFF2-40B4-BE49-F238E27FC236}">
                <a16:creationId xmlns:a16="http://schemas.microsoft.com/office/drawing/2014/main" id="{C565D183-3FF1-4263-9D8E-51AF4820C32A}"/>
              </a:ext>
            </a:extLst>
          </p:cNvPr>
          <p:cNvSpPr>
            <a:spLocks noGrp="1"/>
          </p:cNvSpPr>
          <p:nvPr/>
        </p:nvSpPr>
        <p:spPr>
          <a:xfrm>
            <a:off x="4578120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0" name="A1_bar_GT_9926">
            <a:extLst>
              <a:ext uri="{FF2B5EF4-FFF2-40B4-BE49-F238E27FC236}">
                <a16:creationId xmlns:a16="http://schemas.microsoft.com/office/drawing/2014/main" id="{D964EC50-5E7F-4CF4-A673-04418B529F5A}"/>
              </a:ext>
            </a:extLst>
          </p:cNvPr>
          <p:cNvSpPr>
            <a:spLocks noGrp="1"/>
          </p:cNvSpPr>
          <p:nvPr/>
        </p:nvSpPr>
        <p:spPr>
          <a:xfrm>
            <a:off x="46888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1" name="A1_bar_GT_9927">
            <a:extLst>
              <a:ext uri="{FF2B5EF4-FFF2-40B4-BE49-F238E27FC236}">
                <a16:creationId xmlns:a16="http://schemas.microsoft.com/office/drawing/2014/main" id="{C93C23F3-B362-4713-9C47-95D3739501E5}"/>
              </a:ext>
            </a:extLst>
          </p:cNvPr>
          <p:cNvSpPr>
            <a:spLocks noGrp="1"/>
          </p:cNvSpPr>
          <p:nvPr/>
        </p:nvSpPr>
        <p:spPr>
          <a:xfrm>
            <a:off x="4655455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2" name="A1_bar_GT_9928">
            <a:extLst>
              <a:ext uri="{FF2B5EF4-FFF2-40B4-BE49-F238E27FC236}">
                <a16:creationId xmlns:a16="http://schemas.microsoft.com/office/drawing/2014/main" id="{D7D4B684-BE8C-41FA-A1AB-D8DA10F65FFB}"/>
              </a:ext>
            </a:extLst>
          </p:cNvPr>
          <p:cNvSpPr>
            <a:spLocks noGrp="1"/>
          </p:cNvSpPr>
          <p:nvPr/>
        </p:nvSpPr>
        <p:spPr>
          <a:xfrm>
            <a:off x="46477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3" name="A1_bar_GT_9929">
            <a:extLst>
              <a:ext uri="{FF2B5EF4-FFF2-40B4-BE49-F238E27FC236}">
                <a16:creationId xmlns:a16="http://schemas.microsoft.com/office/drawing/2014/main" id="{1FCD0684-FE8B-42C2-89E8-0BE3FC7B1324}"/>
              </a:ext>
            </a:extLst>
          </p:cNvPr>
          <p:cNvSpPr>
            <a:spLocks noGrp="1"/>
          </p:cNvSpPr>
          <p:nvPr/>
        </p:nvSpPr>
        <p:spPr>
          <a:xfrm>
            <a:off x="45649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4" name="A1_bar_GT_9930">
            <a:extLst>
              <a:ext uri="{FF2B5EF4-FFF2-40B4-BE49-F238E27FC236}">
                <a16:creationId xmlns:a16="http://schemas.microsoft.com/office/drawing/2014/main" id="{5CD039F0-96D0-4405-96E9-2DEADB3F6FE5}"/>
              </a:ext>
            </a:extLst>
          </p:cNvPr>
          <p:cNvSpPr>
            <a:spLocks noGrp="1"/>
          </p:cNvSpPr>
          <p:nvPr/>
        </p:nvSpPr>
        <p:spPr>
          <a:xfrm>
            <a:off x="4736545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5" name="A1_bar_GT_9931">
            <a:extLst>
              <a:ext uri="{FF2B5EF4-FFF2-40B4-BE49-F238E27FC236}">
                <a16:creationId xmlns:a16="http://schemas.microsoft.com/office/drawing/2014/main" id="{300E0663-23FB-43D8-83B3-BBC0B7EEB009}"/>
              </a:ext>
            </a:extLst>
          </p:cNvPr>
          <p:cNvSpPr>
            <a:spLocks noGrp="1"/>
          </p:cNvSpPr>
          <p:nvPr/>
        </p:nvSpPr>
        <p:spPr>
          <a:xfrm>
            <a:off x="4791306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6" name="A1_bar_GT_9932">
            <a:extLst>
              <a:ext uri="{FF2B5EF4-FFF2-40B4-BE49-F238E27FC236}">
                <a16:creationId xmlns:a16="http://schemas.microsoft.com/office/drawing/2014/main" id="{46CABC57-3335-4A7B-934B-24F63149D69C}"/>
              </a:ext>
            </a:extLst>
          </p:cNvPr>
          <p:cNvSpPr>
            <a:spLocks noGrp="1"/>
          </p:cNvSpPr>
          <p:nvPr/>
        </p:nvSpPr>
        <p:spPr>
          <a:xfrm>
            <a:off x="47932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7" name="A1_bar_GT_9933">
            <a:extLst>
              <a:ext uri="{FF2B5EF4-FFF2-40B4-BE49-F238E27FC236}">
                <a16:creationId xmlns:a16="http://schemas.microsoft.com/office/drawing/2014/main" id="{EEA7D810-4CB3-4E23-A21B-343D1AE0B37E}"/>
              </a:ext>
            </a:extLst>
          </p:cNvPr>
          <p:cNvSpPr>
            <a:spLocks noGrp="1"/>
          </p:cNvSpPr>
          <p:nvPr/>
        </p:nvSpPr>
        <p:spPr>
          <a:xfrm>
            <a:off x="4665825" y="39120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8" name="A1_bar_GT_9934">
            <a:extLst>
              <a:ext uri="{FF2B5EF4-FFF2-40B4-BE49-F238E27FC236}">
                <a16:creationId xmlns:a16="http://schemas.microsoft.com/office/drawing/2014/main" id="{0CE9B3BC-39A8-4858-B945-B31456076BC6}"/>
              </a:ext>
            </a:extLst>
          </p:cNvPr>
          <p:cNvSpPr>
            <a:spLocks noGrp="1"/>
          </p:cNvSpPr>
          <p:nvPr/>
        </p:nvSpPr>
        <p:spPr>
          <a:xfrm>
            <a:off x="4579995" y="420942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9" name="A1_bar_GT_9935">
            <a:extLst>
              <a:ext uri="{FF2B5EF4-FFF2-40B4-BE49-F238E27FC236}">
                <a16:creationId xmlns:a16="http://schemas.microsoft.com/office/drawing/2014/main" id="{B9D4DF6A-7DB0-4D8C-8093-D636834CDC2F}"/>
              </a:ext>
            </a:extLst>
          </p:cNvPr>
          <p:cNvSpPr>
            <a:spLocks noGrp="1"/>
          </p:cNvSpPr>
          <p:nvPr/>
        </p:nvSpPr>
        <p:spPr>
          <a:xfrm>
            <a:off x="46978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0" name="A1_bar_GT_9936">
            <a:extLst>
              <a:ext uri="{FF2B5EF4-FFF2-40B4-BE49-F238E27FC236}">
                <a16:creationId xmlns:a16="http://schemas.microsoft.com/office/drawing/2014/main" id="{9761612F-6F81-45CB-A7A5-18E166FD6528}"/>
              </a:ext>
            </a:extLst>
          </p:cNvPr>
          <p:cNvSpPr>
            <a:spLocks noGrp="1"/>
          </p:cNvSpPr>
          <p:nvPr/>
        </p:nvSpPr>
        <p:spPr>
          <a:xfrm>
            <a:off x="4696917" y="54271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1" name="A1_bar_GT_9937">
            <a:extLst>
              <a:ext uri="{FF2B5EF4-FFF2-40B4-BE49-F238E27FC236}">
                <a16:creationId xmlns:a16="http://schemas.microsoft.com/office/drawing/2014/main" id="{9AC85B29-E7F9-4F9C-97E6-ACCCF5E531A5}"/>
              </a:ext>
            </a:extLst>
          </p:cNvPr>
          <p:cNvSpPr>
            <a:spLocks noGrp="1"/>
          </p:cNvSpPr>
          <p:nvPr/>
        </p:nvSpPr>
        <p:spPr>
          <a:xfrm>
            <a:off x="473514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2" name="A1_bar_GT_9938">
            <a:extLst>
              <a:ext uri="{FF2B5EF4-FFF2-40B4-BE49-F238E27FC236}">
                <a16:creationId xmlns:a16="http://schemas.microsoft.com/office/drawing/2014/main" id="{64BD0309-709D-4EFE-877F-9679AFACBEE6}"/>
              </a:ext>
            </a:extLst>
          </p:cNvPr>
          <p:cNvSpPr>
            <a:spLocks noGrp="1"/>
          </p:cNvSpPr>
          <p:nvPr/>
        </p:nvSpPr>
        <p:spPr>
          <a:xfrm>
            <a:off x="469699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3" name="A1_bar_GT_9939">
            <a:extLst>
              <a:ext uri="{FF2B5EF4-FFF2-40B4-BE49-F238E27FC236}">
                <a16:creationId xmlns:a16="http://schemas.microsoft.com/office/drawing/2014/main" id="{01676569-BC5B-4B34-8957-49D2E186FF11}"/>
              </a:ext>
            </a:extLst>
          </p:cNvPr>
          <p:cNvSpPr>
            <a:spLocks noGrp="1"/>
          </p:cNvSpPr>
          <p:nvPr/>
        </p:nvSpPr>
        <p:spPr>
          <a:xfrm>
            <a:off x="47478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4" name="A1_bar_GT_9940">
            <a:extLst>
              <a:ext uri="{FF2B5EF4-FFF2-40B4-BE49-F238E27FC236}">
                <a16:creationId xmlns:a16="http://schemas.microsoft.com/office/drawing/2014/main" id="{35AFFC25-221F-485A-B1CD-419A72321689}"/>
              </a:ext>
            </a:extLst>
          </p:cNvPr>
          <p:cNvSpPr>
            <a:spLocks noGrp="1"/>
          </p:cNvSpPr>
          <p:nvPr/>
        </p:nvSpPr>
        <p:spPr>
          <a:xfrm>
            <a:off x="47389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5" name="A1_bar_GT_9941">
            <a:extLst>
              <a:ext uri="{FF2B5EF4-FFF2-40B4-BE49-F238E27FC236}">
                <a16:creationId xmlns:a16="http://schemas.microsoft.com/office/drawing/2014/main" id="{885D85A8-AD2D-446E-B8B1-949CA7C92C65}"/>
              </a:ext>
            </a:extLst>
          </p:cNvPr>
          <p:cNvSpPr>
            <a:spLocks noGrp="1"/>
          </p:cNvSpPr>
          <p:nvPr/>
        </p:nvSpPr>
        <p:spPr>
          <a:xfrm>
            <a:off x="4773994" y="53087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6" name="A1_bar_GT_9942">
            <a:extLst>
              <a:ext uri="{FF2B5EF4-FFF2-40B4-BE49-F238E27FC236}">
                <a16:creationId xmlns:a16="http://schemas.microsoft.com/office/drawing/2014/main" id="{9B7D85BB-07F9-4D6A-9B1D-6137A2195A61}"/>
              </a:ext>
            </a:extLst>
          </p:cNvPr>
          <p:cNvSpPr>
            <a:spLocks noGrp="1"/>
          </p:cNvSpPr>
          <p:nvPr/>
        </p:nvSpPr>
        <p:spPr>
          <a:xfrm>
            <a:off x="47839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7" name="A1_bar_GT_9943">
            <a:extLst>
              <a:ext uri="{FF2B5EF4-FFF2-40B4-BE49-F238E27FC236}">
                <a16:creationId xmlns:a16="http://schemas.microsoft.com/office/drawing/2014/main" id="{34573DC2-BD9C-44DA-9373-C93A07CF8913}"/>
              </a:ext>
            </a:extLst>
          </p:cNvPr>
          <p:cNvSpPr>
            <a:spLocks noGrp="1"/>
          </p:cNvSpPr>
          <p:nvPr/>
        </p:nvSpPr>
        <p:spPr>
          <a:xfrm>
            <a:off x="4706821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8" name="A1_bar_GT_9944">
            <a:extLst>
              <a:ext uri="{FF2B5EF4-FFF2-40B4-BE49-F238E27FC236}">
                <a16:creationId xmlns:a16="http://schemas.microsoft.com/office/drawing/2014/main" id="{2B93F399-B85F-4E8E-B4AC-55B1D36784C9}"/>
              </a:ext>
            </a:extLst>
          </p:cNvPr>
          <p:cNvSpPr>
            <a:spLocks noGrp="1"/>
          </p:cNvSpPr>
          <p:nvPr/>
        </p:nvSpPr>
        <p:spPr>
          <a:xfrm>
            <a:off x="636007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9" name="A1_bar_GT_9945">
            <a:extLst>
              <a:ext uri="{FF2B5EF4-FFF2-40B4-BE49-F238E27FC236}">
                <a16:creationId xmlns:a16="http://schemas.microsoft.com/office/drawing/2014/main" id="{7953730B-EB12-4C21-B4BB-E7CA8B589E04}"/>
              </a:ext>
            </a:extLst>
          </p:cNvPr>
          <p:cNvSpPr>
            <a:spLocks noGrp="1"/>
          </p:cNvSpPr>
          <p:nvPr/>
        </p:nvSpPr>
        <p:spPr>
          <a:xfrm>
            <a:off x="629640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0" name="A1_bar_GT_9946">
            <a:extLst>
              <a:ext uri="{FF2B5EF4-FFF2-40B4-BE49-F238E27FC236}">
                <a16:creationId xmlns:a16="http://schemas.microsoft.com/office/drawing/2014/main" id="{52A198DE-F485-4D33-8EF1-E0AEA30F84CD}"/>
              </a:ext>
            </a:extLst>
          </p:cNvPr>
          <p:cNvSpPr>
            <a:spLocks noGrp="1"/>
          </p:cNvSpPr>
          <p:nvPr/>
        </p:nvSpPr>
        <p:spPr>
          <a:xfrm>
            <a:off x="61364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1" name="A1_bar_GT_9947">
            <a:extLst>
              <a:ext uri="{FF2B5EF4-FFF2-40B4-BE49-F238E27FC236}">
                <a16:creationId xmlns:a16="http://schemas.microsoft.com/office/drawing/2014/main" id="{9ED8E7A0-D66A-4B9D-820A-9148D37BFA16}"/>
              </a:ext>
            </a:extLst>
          </p:cNvPr>
          <p:cNvSpPr>
            <a:spLocks noGrp="1"/>
          </p:cNvSpPr>
          <p:nvPr/>
        </p:nvSpPr>
        <p:spPr>
          <a:xfrm>
            <a:off x="6165282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2" name="A1_bar_GT_9948">
            <a:extLst>
              <a:ext uri="{FF2B5EF4-FFF2-40B4-BE49-F238E27FC236}">
                <a16:creationId xmlns:a16="http://schemas.microsoft.com/office/drawing/2014/main" id="{CCFD7CFE-13B3-496F-9D45-6B84087CDB18}"/>
              </a:ext>
            </a:extLst>
          </p:cNvPr>
          <p:cNvSpPr>
            <a:spLocks noGrp="1"/>
          </p:cNvSpPr>
          <p:nvPr/>
        </p:nvSpPr>
        <p:spPr>
          <a:xfrm>
            <a:off x="6216996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3" name="A1_bar_GT_9949">
            <a:extLst>
              <a:ext uri="{FF2B5EF4-FFF2-40B4-BE49-F238E27FC236}">
                <a16:creationId xmlns:a16="http://schemas.microsoft.com/office/drawing/2014/main" id="{C659C4A3-8B25-45D9-96D6-A77FCDE3D3A9}"/>
              </a:ext>
            </a:extLst>
          </p:cNvPr>
          <p:cNvSpPr>
            <a:spLocks noGrp="1"/>
          </p:cNvSpPr>
          <p:nvPr/>
        </p:nvSpPr>
        <p:spPr>
          <a:xfrm>
            <a:off x="626957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4" name="A1_bar_GT_9950">
            <a:extLst>
              <a:ext uri="{FF2B5EF4-FFF2-40B4-BE49-F238E27FC236}">
                <a16:creationId xmlns:a16="http://schemas.microsoft.com/office/drawing/2014/main" id="{434FF4B5-CE45-4D68-B29C-747BFBEFFDD4}"/>
              </a:ext>
            </a:extLst>
          </p:cNvPr>
          <p:cNvSpPr>
            <a:spLocks noGrp="1"/>
          </p:cNvSpPr>
          <p:nvPr/>
        </p:nvSpPr>
        <p:spPr>
          <a:xfrm>
            <a:off x="61692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5" name="A1_bar_GT_9951">
            <a:extLst>
              <a:ext uri="{FF2B5EF4-FFF2-40B4-BE49-F238E27FC236}">
                <a16:creationId xmlns:a16="http://schemas.microsoft.com/office/drawing/2014/main" id="{E8EEF5C7-E562-44BB-AAEA-8D7FC002F38B}"/>
              </a:ext>
            </a:extLst>
          </p:cNvPr>
          <p:cNvSpPr>
            <a:spLocks noGrp="1"/>
          </p:cNvSpPr>
          <p:nvPr/>
        </p:nvSpPr>
        <p:spPr>
          <a:xfrm>
            <a:off x="62135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6" name="A1_bar_GT_9952">
            <a:extLst>
              <a:ext uri="{FF2B5EF4-FFF2-40B4-BE49-F238E27FC236}">
                <a16:creationId xmlns:a16="http://schemas.microsoft.com/office/drawing/2014/main" id="{475C02BD-7DC7-4732-A473-004F31830D6F}"/>
              </a:ext>
            </a:extLst>
          </p:cNvPr>
          <p:cNvSpPr>
            <a:spLocks noGrp="1"/>
          </p:cNvSpPr>
          <p:nvPr/>
        </p:nvSpPr>
        <p:spPr>
          <a:xfrm>
            <a:off x="6278793" y="60558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7" name="A1_bar_GT_9953">
            <a:extLst>
              <a:ext uri="{FF2B5EF4-FFF2-40B4-BE49-F238E27FC236}">
                <a16:creationId xmlns:a16="http://schemas.microsoft.com/office/drawing/2014/main" id="{254666EC-5B22-4D80-B93A-8DFE60AAFFD4}"/>
              </a:ext>
            </a:extLst>
          </p:cNvPr>
          <p:cNvSpPr>
            <a:spLocks noGrp="1"/>
          </p:cNvSpPr>
          <p:nvPr/>
        </p:nvSpPr>
        <p:spPr>
          <a:xfrm>
            <a:off x="62933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8" name="A1_bar_GT_9954">
            <a:extLst>
              <a:ext uri="{FF2B5EF4-FFF2-40B4-BE49-F238E27FC236}">
                <a16:creationId xmlns:a16="http://schemas.microsoft.com/office/drawing/2014/main" id="{04D35465-71F9-4F36-AE53-5AA7D1EDF68C}"/>
              </a:ext>
            </a:extLst>
          </p:cNvPr>
          <p:cNvSpPr>
            <a:spLocks noGrp="1"/>
          </p:cNvSpPr>
          <p:nvPr/>
        </p:nvSpPr>
        <p:spPr>
          <a:xfrm>
            <a:off x="6346025" y="4360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9" name="A1_bar_GT_9955">
            <a:extLst>
              <a:ext uri="{FF2B5EF4-FFF2-40B4-BE49-F238E27FC236}">
                <a16:creationId xmlns:a16="http://schemas.microsoft.com/office/drawing/2014/main" id="{CD50CEC2-19C4-463F-BFE6-95781D836377}"/>
              </a:ext>
            </a:extLst>
          </p:cNvPr>
          <p:cNvSpPr>
            <a:spLocks noGrp="1"/>
          </p:cNvSpPr>
          <p:nvPr/>
        </p:nvSpPr>
        <p:spPr>
          <a:xfrm>
            <a:off x="631759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0" name="A1_bar_GT_9956">
            <a:extLst>
              <a:ext uri="{FF2B5EF4-FFF2-40B4-BE49-F238E27FC236}">
                <a16:creationId xmlns:a16="http://schemas.microsoft.com/office/drawing/2014/main" id="{7668A615-3213-4805-837F-86B8A624EF55}"/>
              </a:ext>
            </a:extLst>
          </p:cNvPr>
          <p:cNvSpPr>
            <a:spLocks noGrp="1"/>
          </p:cNvSpPr>
          <p:nvPr/>
        </p:nvSpPr>
        <p:spPr>
          <a:xfrm>
            <a:off x="6258537" y="46710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1" name="A1_bar_GT_9957">
            <a:extLst>
              <a:ext uri="{FF2B5EF4-FFF2-40B4-BE49-F238E27FC236}">
                <a16:creationId xmlns:a16="http://schemas.microsoft.com/office/drawing/2014/main" id="{2B3D9DD7-DBEA-48BE-A15F-B50C4C7638AC}"/>
              </a:ext>
            </a:extLst>
          </p:cNvPr>
          <p:cNvSpPr>
            <a:spLocks noGrp="1"/>
          </p:cNvSpPr>
          <p:nvPr/>
        </p:nvSpPr>
        <p:spPr>
          <a:xfrm>
            <a:off x="6222316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2" name="A1_bar_GT_9958">
            <a:extLst>
              <a:ext uri="{FF2B5EF4-FFF2-40B4-BE49-F238E27FC236}">
                <a16:creationId xmlns:a16="http://schemas.microsoft.com/office/drawing/2014/main" id="{4490E459-93D7-42A7-9924-22F031CC06C5}"/>
              </a:ext>
            </a:extLst>
          </p:cNvPr>
          <p:cNvSpPr>
            <a:spLocks noGrp="1"/>
          </p:cNvSpPr>
          <p:nvPr/>
        </p:nvSpPr>
        <p:spPr>
          <a:xfrm>
            <a:off x="615192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3" name="A1_bar_GT_9959">
            <a:extLst>
              <a:ext uri="{FF2B5EF4-FFF2-40B4-BE49-F238E27FC236}">
                <a16:creationId xmlns:a16="http://schemas.microsoft.com/office/drawing/2014/main" id="{9FB4C92F-77DF-470C-8BC8-3248F8DC94A2}"/>
              </a:ext>
            </a:extLst>
          </p:cNvPr>
          <p:cNvSpPr>
            <a:spLocks noGrp="1"/>
          </p:cNvSpPr>
          <p:nvPr/>
        </p:nvSpPr>
        <p:spPr>
          <a:xfrm>
            <a:off x="613590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4" name="A1_bar_GT_9960">
            <a:extLst>
              <a:ext uri="{FF2B5EF4-FFF2-40B4-BE49-F238E27FC236}">
                <a16:creationId xmlns:a16="http://schemas.microsoft.com/office/drawing/2014/main" id="{D9DFD2E3-895C-4F7F-866B-7A88919F4FEB}"/>
              </a:ext>
            </a:extLst>
          </p:cNvPr>
          <p:cNvSpPr>
            <a:spLocks noGrp="1"/>
          </p:cNvSpPr>
          <p:nvPr/>
        </p:nvSpPr>
        <p:spPr>
          <a:xfrm>
            <a:off x="637926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5" name="A1_bar_GT_9961">
            <a:extLst>
              <a:ext uri="{FF2B5EF4-FFF2-40B4-BE49-F238E27FC236}">
                <a16:creationId xmlns:a16="http://schemas.microsoft.com/office/drawing/2014/main" id="{553C8402-CDFF-4BA1-A6E6-7683365A632F}"/>
              </a:ext>
            </a:extLst>
          </p:cNvPr>
          <p:cNvSpPr>
            <a:spLocks noGrp="1"/>
          </p:cNvSpPr>
          <p:nvPr/>
        </p:nvSpPr>
        <p:spPr>
          <a:xfrm>
            <a:off x="6293253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6" name="A1_bar_GT_9962">
            <a:extLst>
              <a:ext uri="{FF2B5EF4-FFF2-40B4-BE49-F238E27FC236}">
                <a16:creationId xmlns:a16="http://schemas.microsoft.com/office/drawing/2014/main" id="{F9D8C64A-8DF3-4456-8615-AE4A6838EBC7}"/>
              </a:ext>
            </a:extLst>
          </p:cNvPr>
          <p:cNvSpPr>
            <a:spLocks noGrp="1"/>
          </p:cNvSpPr>
          <p:nvPr/>
        </p:nvSpPr>
        <p:spPr>
          <a:xfrm>
            <a:off x="6151722" y="5845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7" name="A1_bar_GT_9963">
            <a:extLst>
              <a:ext uri="{FF2B5EF4-FFF2-40B4-BE49-F238E27FC236}">
                <a16:creationId xmlns:a16="http://schemas.microsoft.com/office/drawing/2014/main" id="{4A7B3033-FCD3-4B5A-BAB4-2330D86F9C03}"/>
              </a:ext>
            </a:extLst>
          </p:cNvPr>
          <p:cNvSpPr>
            <a:spLocks noGrp="1"/>
          </p:cNvSpPr>
          <p:nvPr/>
        </p:nvSpPr>
        <p:spPr>
          <a:xfrm>
            <a:off x="6191196" y="45667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8" name="A1_bar_GT_9964">
            <a:extLst>
              <a:ext uri="{FF2B5EF4-FFF2-40B4-BE49-F238E27FC236}">
                <a16:creationId xmlns:a16="http://schemas.microsoft.com/office/drawing/2014/main" id="{B7FA9BF6-8E27-4651-9282-37604FF64165}"/>
              </a:ext>
            </a:extLst>
          </p:cNvPr>
          <p:cNvSpPr>
            <a:spLocks noGrp="1"/>
          </p:cNvSpPr>
          <p:nvPr/>
        </p:nvSpPr>
        <p:spPr>
          <a:xfrm>
            <a:off x="6274133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9" name="A1_bar_GT_9965">
            <a:extLst>
              <a:ext uri="{FF2B5EF4-FFF2-40B4-BE49-F238E27FC236}">
                <a16:creationId xmlns:a16="http://schemas.microsoft.com/office/drawing/2014/main" id="{982CB113-1F2D-40BF-A05E-9D0975EDFF99}"/>
              </a:ext>
            </a:extLst>
          </p:cNvPr>
          <p:cNvSpPr>
            <a:spLocks noGrp="1"/>
          </p:cNvSpPr>
          <p:nvPr/>
        </p:nvSpPr>
        <p:spPr>
          <a:xfrm>
            <a:off x="61342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0" name="A1_bar_GT_9966">
            <a:extLst>
              <a:ext uri="{FF2B5EF4-FFF2-40B4-BE49-F238E27FC236}">
                <a16:creationId xmlns:a16="http://schemas.microsoft.com/office/drawing/2014/main" id="{CC2A787B-3F54-437A-B8BE-6C2F740D98D5}"/>
              </a:ext>
            </a:extLst>
          </p:cNvPr>
          <p:cNvSpPr>
            <a:spLocks noGrp="1"/>
          </p:cNvSpPr>
          <p:nvPr/>
        </p:nvSpPr>
        <p:spPr>
          <a:xfrm>
            <a:off x="6267445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1" name="A1_bar_GT_9967">
            <a:extLst>
              <a:ext uri="{FF2B5EF4-FFF2-40B4-BE49-F238E27FC236}">
                <a16:creationId xmlns:a16="http://schemas.microsoft.com/office/drawing/2014/main" id="{171EC0EC-BC1A-4EE3-8795-7C8A2C3039C3}"/>
              </a:ext>
            </a:extLst>
          </p:cNvPr>
          <p:cNvSpPr>
            <a:spLocks noGrp="1"/>
          </p:cNvSpPr>
          <p:nvPr/>
        </p:nvSpPr>
        <p:spPr>
          <a:xfrm>
            <a:off x="6182041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2" name="A1_bar_GT_9968">
            <a:extLst>
              <a:ext uri="{FF2B5EF4-FFF2-40B4-BE49-F238E27FC236}">
                <a16:creationId xmlns:a16="http://schemas.microsoft.com/office/drawing/2014/main" id="{9C823729-F56B-4EAD-9C60-700B7297A7AE}"/>
              </a:ext>
            </a:extLst>
          </p:cNvPr>
          <p:cNvSpPr>
            <a:spLocks noGrp="1"/>
          </p:cNvSpPr>
          <p:nvPr/>
        </p:nvSpPr>
        <p:spPr>
          <a:xfrm>
            <a:off x="6180276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3" name="A1_bar_GT_9969">
            <a:extLst>
              <a:ext uri="{FF2B5EF4-FFF2-40B4-BE49-F238E27FC236}">
                <a16:creationId xmlns:a16="http://schemas.microsoft.com/office/drawing/2014/main" id="{77EC353F-32D8-4540-B6D9-D5D561B44856}"/>
              </a:ext>
            </a:extLst>
          </p:cNvPr>
          <p:cNvSpPr>
            <a:spLocks noGrp="1"/>
          </p:cNvSpPr>
          <p:nvPr/>
        </p:nvSpPr>
        <p:spPr>
          <a:xfrm>
            <a:off x="63795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4" name="A1_bar_GT_9970">
            <a:extLst>
              <a:ext uri="{FF2B5EF4-FFF2-40B4-BE49-F238E27FC236}">
                <a16:creationId xmlns:a16="http://schemas.microsoft.com/office/drawing/2014/main" id="{BDE44BC1-AB5F-4066-9410-F843E2CB2F58}"/>
              </a:ext>
            </a:extLst>
          </p:cNvPr>
          <p:cNvSpPr>
            <a:spLocks noGrp="1"/>
          </p:cNvSpPr>
          <p:nvPr/>
        </p:nvSpPr>
        <p:spPr>
          <a:xfrm>
            <a:off x="621808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5" name="A1_bar_GT_9971">
            <a:extLst>
              <a:ext uri="{FF2B5EF4-FFF2-40B4-BE49-F238E27FC236}">
                <a16:creationId xmlns:a16="http://schemas.microsoft.com/office/drawing/2014/main" id="{3D273CA1-A51F-4D22-8219-489D4257DC8B}"/>
              </a:ext>
            </a:extLst>
          </p:cNvPr>
          <p:cNvSpPr>
            <a:spLocks noGrp="1"/>
          </p:cNvSpPr>
          <p:nvPr/>
        </p:nvSpPr>
        <p:spPr>
          <a:xfrm>
            <a:off x="6134079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6" name="A1_bar_GT_9972">
            <a:extLst>
              <a:ext uri="{FF2B5EF4-FFF2-40B4-BE49-F238E27FC236}">
                <a16:creationId xmlns:a16="http://schemas.microsoft.com/office/drawing/2014/main" id="{4C0D7306-8D04-4B42-9F45-0E0D0F107AAF}"/>
              </a:ext>
            </a:extLst>
          </p:cNvPr>
          <p:cNvSpPr>
            <a:spLocks noGrp="1"/>
          </p:cNvSpPr>
          <p:nvPr/>
        </p:nvSpPr>
        <p:spPr>
          <a:xfrm>
            <a:off x="6267376" y="59335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7" name="A1_bar_GT_9973">
            <a:extLst>
              <a:ext uri="{FF2B5EF4-FFF2-40B4-BE49-F238E27FC236}">
                <a16:creationId xmlns:a16="http://schemas.microsoft.com/office/drawing/2014/main" id="{6632BF4C-CF0D-48D6-8E57-334993DFCABE}"/>
              </a:ext>
            </a:extLst>
          </p:cNvPr>
          <p:cNvSpPr>
            <a:spLocks noGrp="1"/>
          </p:cNvSpPr>
          <p:nvPr/>
        </p:nvSpPr>
        <p:spPr>
          <a:xfrm>
            <a:off x="63239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8" name="A1_bar_GT_9974">
            <a:extLst>
              <a:ext uri="{FF2B5EF4-FFF2-40B4-BE49-F238E27FC236}">
                <a16:creationId xmlns:a16="http://schemas.microsoft.com/office/drawing/2014/main" id="{8ADCA9B0-517D-4F4A-9E35-E3C880C8040A}"/>
              </a:ext>
            </a:extLst>
          </p:cNvPr>
          <p:cNvSpPr>
            <a:spLocks noGrp="1"/>
          </p:cNvSpPr>
          <p:nvPr/>
        </p:nvSpPr>
        <p:spPr>
          <a:xfrm>
            <a:off x="628253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9" name="A1_bar_GT_9975">
            <a:extLst>
              <a:ext uri="{FF2B5EF4-FFF2-40B4-BE49-F238E27FC236}">
                <a16:creationId xmlns:a16="http://schemas.microsoft.com/office/drawing/2014/main" id="{03765365-16A5-4917-9962-A0D924C61A10}"/>
              </a:ext>
            </a:extLst>
          </p:cNvPr>
          <p:cNvSpPr>
            <a:spLocks noGrp="1"/>
          </p:cNvSpPr>
          <p:nvPr/>
        </p:nvSpPr>
        <p:spPr>
          <a:xfrm>
            <a:off x="6197359" y="5741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0" name="A1_bar_GT_9976">
            <a:extLst>
              <a:ext uri="{FF2B5EF4-FFF2-40B4-BE49-F238E27FC236}">
                <a16:creationId xmlns:a16="http://schemas.microsoft.com/office/drawing/2014/main" id="{2C445EFC-D065-46D8-9C21-ECBE3814097F}"/>
              </a:ext>
            </a:extLst>
          </p:cNvPr>
          <p:cNvSpPr>
            <a:spLocks noGrp="1"/>
          </p:cNvSpPr>
          <p:nvPr/>
        </p:nvSpPr>
        <p:spPr>
          <a:xfrm>
            <a:off x="617336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1" name="A1_bar_GT_9977">
            <a:extLst>
              <a:ext uri="{FF2B5EF4-FFF2-40B4-BE49-F238E27FC236}">
                <a16:creationId xmlns:a16="http://schemas.microsoft.com/office/drawing/2014/main" id="{06E195EA-0C4F-4301-9159-C9C0253F955F}"/>
              </a:ext>
            </a:extLst>
          </p:cNvPr>
          <p:cNvSpPr>
            <a:spLocks noGrp="1"/>
          </p:cNvSpPr>
          <p:nvPr/>
        </p:nvSpPr>
        <p:spPr>
          <a:xfrm>
            <a:off x="623533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2" name="A1_bar_GT_9978">
            <a:extLst>
              <a:ext uri="{FF2B5EF4-FFF2-40B4-BE49-F238E27FC236}">
                <a16:creationId xmlns:a16="http://schemas.microsoft.com/office/drawing/2014/main" id="{89C40BE5-0654-46D8-8640-F1741D6D08FF}"/>
              </a:ext>
            </a:extLst>
          </p:cNvPr>
          <p:cNvSpPr>
            <a:spLocks noGrp="1"/>
          </p:cNvSpPr>
          <p:nvPr/>
        </p:nvSpPr>
        <p:spPr>
          <a:xfrm>
            <a:off x="61312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3" name="A1_bar_GT_9979">
            <a:extLst>
              <a:ext uri="{FF2B5EF4-FFF2-40B4-BE49-F238E27FC236}">
                <a16:creationId xmlns:a16="http://schemas.microsoft.com/office/drawing/2014/main" id="{8EFC22FE-710C-4680-AF96-B3669223EDA1}"/>
              </a:ext>
            </a:extLst>
          </p:cNvPr>
          <p:cNvSpPr>
            <a:spLocks noGrp="1"/>
          </p:cNvSpPr>
          <p:nvPr/>
        </p:nvSpPr>
        <p:spPr>
          <a:xfrm>
            <a:off x="63329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4" name="A1_bar_GT_9980">
            <a:extLst>
              <a:ext uri="{FF2B5EF4-FFF2-40B4-BE49-F238E27FC236}">
                <a16:creationId xmlns:a16="http://schemas.microsoft.com/office/drawing/2014/main" id="{274FAD72-723F-4B59-8F05-7F95883BC793}"/>
              </a:ext>
            </a:extLst>
          </p:cNvPr>
          <p:cNvSpPr>
            <a:spLocks noGrp="1"/>
          </p:cNvSpPr>
          <p:nvPr/>
        </p:nvSpPr>
        <p:spPr>
          <a:xfrm>
            <a:off x="62782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5" name="A1_bar_GT_9981">
            <a:extLst>
              <a:ext uri="{FF2B5EF4-FFF2-40B4-BE49-F238E27FC236}">
                <a16:creationId xmlns:a16="http://schemas.microsoft.com/office/drawing/2014/main" id="{91D1FA4F-000F-4EAA-B610-585473D1CD5A}"/>
              </a:ext>
            </a:extLst>
          </p:cNvPr>
          <p:cNvSpPr>
            <a:spLocks noGrp="1"/>
          </p:cNvSpPr>
          <p:nvPr/>
        </p:nvSpPr>
        <p:spPr>
          <a:xfrm>
            <a:off x="62993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6" name="A1_bar_GT_9982">
            <a:extLst>
              <a:ext uri="{FF2B5EF4-FFF2-40B4-BE49-F238E27FC236}">
                <a16:creationId xmlns:a16="http://schemas.microsoft.com/office/drawing/2014/main" id="{4776CEF5-E965-4ECD-BD7A-AD8771888D44}"/>
              </a:ext>
            </a:extLst>
          </p:cNvPr>
          <p:cNvSpPr>
            <a:spLocks noGrp="1"/>
          </p:cNvSpPr>
          <p:nvPr/>
        </p:nvSpPr>
        <p:spPr>
          <a:xfrm>
            <a:off x="621257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7" name="A1_bar_GT_9983">
            <a:extLst>
              <a:ext uri="{FF2B5EF4-FFF2-40B4-BE49-F238E27FC236}">
                <a16:creationId xmlns:a16="http://schemas.microsoft.com/office/drawing/2014/main" id="{D040F309-1385-44D4-8B26-ED50394D3A55}"/>
              </a:ext>
            </a:extLst>
          </p:cNvPr>
          <p:cNvSpPr>
            <a:spLocks noGrp="1"/>
          </p:cNvSpPr>
          <p:nvPr/>
        </p:nvSpPr>
        <p:spPr>
          <a:xfrm>
            <a:off x="6265469" y="50290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8" name="A1_bar_GT_9984">
            <a:extLst>
              <a:ext uri="{FF2B5EF4-FFF2-40B4-BE49-F238E27FC236}">
                <a16:creationId xmlns:a16="http://schemas.microsoft.com/office/drawing/2014/main" id="{87654472-9EA3-493E-9AC6-4C84A43A11C7}"/>
              </a:ext>
            </a:extLst>
          </p:cNvPr>
          <p:cNvSpPr>
            <a:spLocks noGrp="1"/>
          </p:cNvSpPr>
          <p:nvPr/>
        </p:nvSpPr>
        <p:spPr>
          <a:xfrm>
            <a:off x="631719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9" name="A1_bar_GT_9985">
            <a:extLst>
              <a:ext uri="{FF2B5EF4-FFF2-40B4-BE49-F238E27FC236}">
                <a16:creationId xmlns:a16="http://schemas.microsoft.com/office/drawing/2014/main" id="{5A3E5258-C6D8-4CAE-A640-FE288ED1C787}"/>
              </a:ext>
            </a:extLst>
          </p:cNvPr>
          <p:cNvSpPr>
            <a:spLocks noGrp="1"/>
          </p:cNvSpPr>
          <p:nvPr/>
        </p:nvSpPr>
        <p:spPr>
          <a:xfrm>
            <a:off x="61958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0" name="A1_bar_GT_9986">
            <a:extLst>
              <a:ext uri="{FF2B5EF4-FFF2-40B4-BE49-F238E27FC236}">
                <a16:creationId xmlns:a16="http://schemas.microsoft.com/office/drawing/2014/main" id="{FCDC71CF-3691-41CE-98B7-1BBB0508EF28}"/>
              </a:ext>
            </a:extLst>
          </p:cNvPr>
          <p:cNvSpPr>
            <a:spLocks noGrp="1"/>
          </p:cNvSpPr>
          <p:nvPr/>
        </p:nvSpPr>
        <p:spPr>
          <a:xfrm>
            <a:off x="615621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1" name="A1_bar_GT_9987">
            <a:extLst>
              <a:ext uri="{FF2B5EF4-FFF2-40B4-BE49-F238E27FC236}">
                <a16:creationId xmlns:a16="http://schemas.microsoft.com/office/drawing/2014/main" id="{C1141E1B-5033-4F05-B112-63091DDD5538}"/>
              </a:ext>
            </a:extLst>
          </p:cNvPr>
          <p:cNvSpPr>
            <a:spLocks noGrp="1"/>
          </p:cNvSpPr>
          <p:nvPr/>
        </p:nvSpPr>
        <p:spPr>
          <a:xfrm>
            <a:off x="613804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2" name="A1_bar_GT_9988">
            <a:extLst>
              <a:ext uri="{FF2B5EF4-FFF2-40B4-BE49-F238E27FC236}">
                <a16:creationId xmlns:a16="http://schemas.microsoft.com/office/drawing/2014/main" id="{29619F41-DB0D-466B-B360-4B253CDA2C93}"/>
              </a:ext>
            </a:extLst>
          </p:cNvPr>
          <p:cNvSpPr>
            <a:spLocks noGrp="1"/>
          </p:cNvSpPr>
          <p:nvPr/>
        </p:nvSpPr>
        <p:spPr>
          <a:xfrm>
            <a:off x="63498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3" name="A1_bar_GT_9989">
            <a:extLst>
              <a:ext uri="{FF2B5EF4-FFF2-40B4-BE49-F238E27FC236}">
                <a16:creationId xmlns:a16="http://schemas.microsoft.com/office/drawing/2014/main" id="{32F001FF-86FD-4BF5-8139-7453ECBEF4A8}"/>
              </a:ext>
            </a:extLst>
          </p:cNvPr>
          <p:cNvSpPr>
            <a:spLocks noGrp="1"/>
          </p:cNvSpPr>
          <p:nvPr/>
        </p:nvSpPr>
        <p:spPr>
          <a:xfrm>
            <a:off x="61286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4" name="A1_bar_GT_9990">
            <a:extLst>
              <a:ext uri="{FF2B5EF4-FFF2-40B4-BE49-F238E27FC236}">
                <a16:creationId xmlns:a16="http://schemas.microsoft.com/office/drawing/2014/main" id="{63672704-4D6C-4FA4-9A1A-8C7F5CE7EE98}"/>
              </a:ext>
            </a:extLst>
          </p:cNvPr>
          <p:cNvSpPr>
            <a:spLocks noGrp="1"/>
          </p:cNvSpPr>
          <p:nvPr/>
        </p:nvSpPr>
        <p:spPr>
          <a:xfrm>
            <a:off x="6346649" y="4052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5" name="A1_bar_GT_9991">
            <a:extLst>
              <a:ext uri="{FF2B5EF4-FFF2-40B4-BE49-F238E27FC236}">
                <a16:creationId xmlns:a16="http://schemas.microsoft.com/office/drawing/2014/main" id="{331C75FE-74CB-4BBC-9FC3-8D2EEF339253}"/>
              </a:ext>
            </a:extLst>
          </p:cNvPr>
          <p:cNvSpPr>
            <a:spLocks noGrp="1"/>
          </p:cNvSpPr>
          <p:nvPr/>
        </p:nvSpPr>
        <p:spPr>
          <a:xfrm>
            <a:off x="61407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6" name="A1_bar_GT_9992">
            <a:extLst>
              <a:ext uri="{FF2B5EF4-FFF2-40B4-BE49-F238E27FC236}">
                <a16:creationId xmlns:a16="http://schemas.microsoft.com/office/drawing/2014/main" id="{849F21E0-DB9F-4122-87E8-4B9762BB12EC}"/>
              </a:ext>
            </a:extLst>
          </p:cNvPr>
          <p:cNvSpPr>
            <a:spLocks noGrp="1"/>
          </p:cNvSpPr>
          <p:nvPr/>
        </p:nvSpPr>
        <p:spPr>
          <a:xfrm>
            <a:off x="626402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7" name="A1_bar_GT_9993">
            <a:extLst>
              <a:ext uri="{FF2B5EF4-FFF2-40B4-BE49-F238E27FC236}">
                <a16:creationId xmlns:a16="http://schemas.microsoft.com/office/drawing/2014/main" id="{D0A499BB-141D-44E2-800F-8906B316E4D2}"/>
              </a:ext>
            </a:extLst>
          </p:cNvPr>
          <p:cNvSpPr>
            <a:spLocks noGrp="1"/>
          </p:cNvSpPr>
          <p:nvPr/>
        </p:nvSpPr>
        <p:spPr>
          <a:xfrm>
            <a:off x="6254223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8" name="A1_bar_GT_9994">
            <a:extLst>
              <a:ext uri="{FF2B5EF4-FFF2-40B4-BE49-F238E27FC236}">
                <a16:creationId xmlns:a16="http://schemas.microsoft.com/office/drawing/2014/main" id="{3C977653-4121-46B1-AAE6-BBFC956E0A74}"/>
              </a:ext>
            </a:extLst>
          </p:cNvPr>
          <p:cNvSpPr>
            <a:spLocks noGrp="1"/>
          </p:cNvSpPr>
          <p:nvPr/>
        </p:nvSpPr>
        <p:spPr>
          <a:xfrm>
            <a:off x="627747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9" name="A1_bar_GT_9995">
            <a:extLst>
              <a:ext uri="{FF2B5EF4-FFF2-40B4-BE49-F238E27FC236}">
                <a16:creationId xmlns:a16="http://schemas.microsoft.com/office/drawing/2014/main" id="{8C1E86AF-8076-482A-BFD2-8E554F4A56B0}"/>
              </a:ext>
            </a:extLst>
          </p:cNvPr>
          <p:cNvSpPr>
            <a:spLocks noGrp="1"/>
          </p:cNvSpPr>
          <p:nvPr/>
        </p:nvSpPr>
        <p:spPr>
          <a:xfrm>
            <a:off x="615880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0" name="A1_bar_GT_9996">
            <a:extLst>
              <a:ext uri="{FF2B5EF4-FFF2-40B4-BE49-F238E27FC236}">
                <a16:creationId xmlns:a16="http://schemas.microsoft.com/office/drawing/2014/main" id="{0658DAEB-DB92-4D2A-948E-408883D06AFA}"/>
              </a:ext>
            </a:extLst>
          </p:cNvPr>
          <p:cNvSpPr>
            <a:spLocks noGrp="1"/>
          </p:cNvSpPr>
          <p:nvPr/>
        </p:nvSpPr>
        <p:spPr>
          <a:xfrm>
            <a:off x="6166315" y="38825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1" name="A1_bar_GT_9997">
            <a:extLst>
              <a:ext uri="{FF2B5EF4-FFF2-40B4-BE49-F238E27FC236}">
                <a16:creationId xmlns:a16="http://schemas.microsoft.com/office/drawing/2014/main" id="{FA9A4F67-632D-4812-A9E3-D0D5499963FD}"/>
              </a:ext>
            </a:extLst>
          </p:cNvPr>
          <p:cNvSpPr>
            <a:spLocks noGrp="1"/>
          </p:cNvSpPr>
          <p:nvPr/>
        </p:nvSpPr>
        <p:spPr>
          <a:xfrm>
            <a:off x="6217234" y="5594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2" name="A1_bar_GT_9998">
            <a:extLst>
              <a:ext uri="{FF2B5EF4-FFF2-40B4-BE49-F238E27FC236}">
                <a16:creationId xmlns:a16="http://schemas.microsoft.com/office/drawing/2014/main" id="{8169E82B-9E9A-4F16-8863-388B0672D8EA}"/>
              </a:ext>
            </a:extLst>
          </p:cNvPr>
          <p:cNvSpPr>
            <a:spLocks noGrp="1"/>
          </p:cNvSpPr>
          <p:nvPr/>
        </p:nvSpPr>
        <p:spPr>
          <a:xfrm>
            <a:off x="6154121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3" name="A1_bar_GT_9999">
            <a:extLst>
              <a:ext uri="{FF2B5EF4-FFF2-40B4-BE49-F238E27FC236}">
                <a16:creationId xmlns:a16="http://schemas.microsoft.com/office/drawing/2014/main" id="{5356D47F-2964-453A-9D00-E0EA000EF4BF}"/>
              </a:ext>
            </a:extLst>
          </p:cNvPr>
          <p:cNvSpPr>
            <a:spLocks noGrp="1"/>
          </p:cNvSpPr>
          <p:nvPr/>
        </p:nvSpPr>
        <p:spPr>
          <a:xfrm>
            <a:off x="635285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4" name="A1_bar_GT_10000">
            <a:extLst>
              <a:ext uri="{FF2B5EF4-FFF2-40B4-BE49-F238E27FC236}">
                <a16:creationId xmlns:a16="http://schemas.microsoft.com/office/drawing/2014/main" id="{2E9807A4-7646-44C3-8FD0-87F4A4962C5D}"/>
              </a:ext>
            </a:extLst>
          </p:cNvPr>
          <p:cNvSpPr>
            <a:spLocks noGrp="1"/>
          </p:cNvSpPr>
          <p:nvPr/>
        </p:nvSpPr>
        <p:spPr>
          <a:xfrm>
            <a:off x="6236581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5" name="A1_bar_GT_10001">
            <a:extLst>
              <a:ext uri="{FF2B5EF4-FFF2-40B4-BE49-F238E27FC236}">
                <a16:creationId xmlns:a16="http://schemas.microsoft.com/office/drawing/2014/main" id="{8F847A43-CEEE-42E3-9B7A-F25F4EFB837C}"/>
              </a:ext>
            </a:extLst>
          </p:cNvPr>
          <p:cNvSpPr>
            <a:spLocks noGrp="1"/>
          </p:cNvSpPr>
          <p:nvPr/>
        </p:nvSpPr>
        <p:spPr>
          <a:xfrm>
            <a:off x="619630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6" name="A1_bar_GT_10002">
            <a:extLst>
              <a:ext uri="{FF2B5EF4-FFF2-40B4-BE49-F238E27FC236}">
                <a16:creationId xmlns:a16="http://schemas.microsoft.com/office/drawing/2014/main" id="{C5627657-48F8-455C-B4FD-FF5C0683F0AF}"/>
              </a:ext>
            </a:extLst>
          </p:cNvPr>
          <p:cNvSpPr>
            <a:spLocks noGrp="1"/>
          </p:cNvSpPr>
          <p:nvPr/>
        </p:nvSpPr>
        <p:spPr>
          <a:xfrm>
            <a:off x="6195171" y="6042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7" name="A1_bar_GT_10003">
            <a:extLst>
              <a:ext uri="{FF2B5EF4-FFF2-40B4-BE49-F238E27FC236}">
                <a16:creationId xmlns:a16="http://schemas.microsoft.com/office/drawing/2014/main" id="{B99D0867-0C01-46C6-A792-143E654EAD5F}"/>
              </a:ext>
            </a:extLst>
          </p:cNvPr>
          <p:cNvSpPr>
            <a:spLocks noGrp="1"/>
          </p:cNvSpPr>
          <p:nvPr/>
        </p:nvSpPr>
        <p:spPr>
          <a:xfrm>
            <a:off x="625948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8" name="A1_bar_GT_10004">
            <a:extLst>
              <a:ext uri="{FF2B5EF4-FFF2-40B4-BE49-F238E27FC236}">
                <a16:creationId xmlns:a16="http://schemas.microsoft.com/office/drawing/2014/main" id="{165E6F06-7BB6-4A97-9373-AE308C9E430D}"/>
              </a:ext>
            </a:extLst>
          </p:cNvPr>
          <p:cNvSpPr>
            <a:spLocks noGrp="1"/>
          </p:cNvSpPr>
          <p:nvPr/>
        </p:nvSpPr>
        <p:spPr>
          <a:xfrm>
            <a:off x="6260735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9" name="A1_bar_GT_10005">
            <a:extLst>
              <a:ext uri="{FF2B5EF4-FFF2-40B4-BE49-F238E27FC236}">
                <a16:creationId xmlns:a16="http://schemas.microsoft.com/office/drawing/2014/main" id="{79440CE9-865E-4BB5-87DE-5C39EC1EC2F4}"/>
              </a:ext>
            </a:extLst>
          </p:cNvPr>
          <p:cNvSpPr>
            <a:spLocks noGrp="1"/>
          </p:cNvSpPr>
          <p:nvPr/>
        </p:nvSpPr>
        <p:spPr>
          <a:xfrm>
            <a:off x="619681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0" name="A1_bar_GT_10006">
            <a:extLst>
              <a:ext uri="{FF2B5EF4-FFF2-40B4-BE49-F238E27FC236}">
                <a16:creationId xmlns:a16="http://schemas.microsoft.com/office/drawing/2014/main" id="{2312D6EB-95A8-4157-9F23-B3ECEF50507C}"/>
              </a:ext>
            </a:extLst>
          </p:cNvPr>
          <p:cNvSpPr>
            <a:spLocks noGrp="1"/>
          </p:cNvSpPr>
          <p:nvPr/>
        </p:nvSpPr>
        <p:spPr>
          <a:xfrm>
            <a:off x="625978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1" name="A1_bar_GT_10007">
            <a:extLst>
              <a:ext uri="{FF2B5EF4-FFF2-40B4-BE49-F238E27FC236}">
                <a16:creationId xmlns:a16="http://schemas.microsoft.com/office/drawing/2014/main" id="{85397568-7566-441B-8DD9-BE26D2B23988}"/>
              </a:ext>
            </a:extLst>
          </p:cNvPr>
          <p:cNvSpPr>
            <a:spLocks noGrp="1"/>
          </p:cNvSpPr>
          <p:nvPr/>
        </p:nvSpPr>
        <p:spPr>
          <a:xfrm>
            <a:off x="629674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2" name="A1_bar_GT_10008">
            <a:extLst>
              <a:ext uri="{FF2B5EF4-FFF2-40B4-BE49-F238E27FC236}">
                <a16:creationId xmlns:a16="http://schemas.microsoft.com/office/drawing/2014/main" id="{24EDC710-AFD6-4C67-ADFC-6E913DC6A5A0}"/>
              </a:ext>
            </a:extLst>
          </p:cNvPr>
          <p:cNvSpPr>
            <a:spLocks noGrp="1"/>
          </p:cNvSpPr>
          <p:nvPr/>
        </p:nvSpPr>
        <p:spPr>
          <a:xfrm>
            <a:off x="61822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3" name="A1_bar_GT_10009">
            <a:extLst>
              <a:ext uri="{FF2B5EF4-FFF2-40B4-BE49-F238E27FC236}">
                <a16:creationId xmlns:a16="http://schemas.microsoft.com/office/drawing/2014/main" id="{F22A4B3F-2BE7-4F4B-980E-7E0CB9F41888}"/>
              </a:ext>
            </a:extLst>
          </p:cNvPr>
          <p:cNvSpPr>
            <a:spLocks noGrp="1"/>
          </p:cNvSpPr>
          <p:nvPr/>
        </p:nvSpPr>
        <p:spPr>
          <a:xfrm>
            <a:off x="6178172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4" name="A1_bar_GT_10010">
            <a:extLst>
              <a:ext uri="{FF2B5EF4-FFF2-40B4-BE49-F238E27FC236}">
                <a16:creationId xmlns:a16="http://schemas.microsoft.com/office/drawing/2014/main" id="{31900FA7-70B6-4084-8548-A5CFFDCDFEAA}"/>
              </a:ext>
            </a:extLst>
          </p:cNvPr>
          <p:cNvSpPr>
            <a:spLocks noGrp="1"/>
          </p:cNvSpPr>
          <p:nvPr/>
        </p:nvSpPr>
        <p:spPr>
          <a:xfrm>
            <a:off x="6307046" y="58056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5" name="A1_bar_GT_10011">
            <a:extLst>
              <a:ext uri="{FF2B5EF4-FFF2-40B4-BE49-F238E27FC236}">
                <a16:creationId xmlns:a16="http://schemas.microsoft.com/office/drawing/2014/main" id="{7F273240-CE72-499D-8AD9-70343D9B0B88}"/>
              </a:ext>
            </a:extLst>
          </p:cNvPr>
          <p:cNvSpPr>
            <a:spLocks noGrp="1"/>
          </p:cNvSpPr>
          <p:nvPr/>
        </p:nvSpPr>
        <p:spPr>
          <a:xfrm>
            <a:off x="617338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6" name="A1_bar_GT_10012">
            <a:extLst>
              <a:ext uri="{FF2B5EF4-FFF2-40B4-BE49-F238E27FC236}">
                <a16:creationId xmlns:a16="http://schemas.microsoft.com/office/drawing/2014/main" id="{DBE5676F-6565-4DBA-8A0A-910952F29146}"/>
              </a:ext>
            </a:extLst>
          </p:cNvPr>
          <p:cNvSpPr>
            <a:spLocks noGrp="1"/>
          </p:cNvSpPr>
          <p:nvPr/>
        </p:nvSpPr>
        <p:spPr>
          <a:xfrm>
            <a:off x="6179750" y="43724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7" name="A1_bar_GT_10013">
            <a:extLst>
              <a:ext uri="{FF2B5EF4-FFF2-40B4-BE49-F238E27FC236}">
                <a16:creationId xmlns:a16="http://schemas.microsoft.com/office/drawing/2014/main" id="{06AB6BEB-F66D-415D-BB18-2A8050FA8852}"/>
              </a:ext>
            </a:extLst>
          </p:cNvPr>
          <p:cNvSpPr>
            <a:spLocks noGrp="1"/>
          </p:cNvSpPr>
          <p:nvPr/>
        </p:nvSpPr>
        <p:spPr>
          <a:xfrm>
            <a:off x="6266787" y="5092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8" name="A1_bar_GT_10014">
            <a:extLst>
              <a:ext uri="{FF2B5EF4-FFF2-40B4-BE49-F238E27FC236}">
                <a16:creationId xmlns:a16="http://schemas.microsoft.com/office/drawing/2014/main" id="{CF36D045-BDD0-46FE-8912-47AE1056C20E}"/>
              </a:ext>
            </a:extLst>
          </p:cNvPr>
          <p:cNvSpPr>
            <a:spLocks noGrp="1"/>
          </p:cNvSpPr>
          <p:nvPr/>
        </p:nvSpPr>
        <p:spPr>
          <a:xfrm>
            <a:off x="617628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9" name="A1_bar_GT_10015">
            <a:extLst>
              <a:ext uri="{FF2B5EF4-FFF2-40B4-BE49-F238E27FC236}">
                <a16:creationId xmlns:a16="http://schemas.microsoft.com/office/drawing/2014/main" id="{4BD41556-3DE0-4F50-B4D3-CD59BB614A97}"/>
              </a:ext>
            </a:extLst>
          </p:cNvPr>
          <p:cNvSpPr>
            <a:spLocks noGrp="1"/>
          </p:cNvSpPr>
          <p:nvPr/>
        </p:nvSpPr>
        <p:spPr>
          <a:xfrm>
            <a:off x="619990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0" name="A1_bar_GT_10016">
            <a:extLst>
              <a:ext uri="{FF2B5EF4-FFF2-40B4-BE49-F238E27FC236}">
                <a16:creationId xmlns:a16="http://schemas.microsoft.com/office/drawing/2014/main" id="{B34A94DC-263B-40AF-8CD1-4A884E587955}"/>
              </a:ext>
            </a:extLst>
          </p:cNvPr>
          <p:cNvSpPr>
            <a:spLocks noGrp="1"/>
          </p:cNvSpPr>
          <p:nvPr/>
        </p:nvSpPr>
        <p:spPr>
          <a:xfrm>
            <a:off x="614402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1" name="A1_bar_GT_10017">
            <a:extLst>
              <a:ext uri="{FF2B5EF4-FFF2-40B4-BE49-F238E27FC236}">
                <a16:creationId xmlns:a16="http://schemas.microsoft.com/office/drawing/2014/main" id="{C628B8C8-EC9C-40BD-B574-80FA8AB84FC5}"/>
              </a:ext>
            </a:extLst>
          </p:cNvPr>
          <p:cNvSpPr>
            <a:spLocks noGrp="1"/>
          </p:cNvSpPr>
          <p:nvPr/>
        </p:nvSpPr>
        <p:spPr>
          <a:xfrm>
            <a:off x="621781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2" name="A1_bar_GT_10018">
            <a:extLst>
              <a:ext uri="{FF2B5EF4-FFF2-40B4-BE49-F238E27FC236}">
                <a16:creationId xmlns:a16="http://schemas.microsoft.com/office/drawing/2014/main" id="{FE362941-107C-434A-885E-5D9DECEEE81F}"/>
              </a:ext>
            </a:extLst>
          </p:cNvPr>
          <p:cNvSpPr>
            <a:spLocks noGrp="1"/>
          </p:cNvSpPr>
          <p:nvPr/>
        </p:nvSpPr>
        <p:spPr>
          <a:xfrm>
            <a:off x="61471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3" name="A1_bar_GT_10019">
            <a:extLst>
              <a:ext uri="{FF2B5EF4-FFF2-40B4-BE49-F238E27FC236}">
                <a16:creationId xmlns:a16="http://schemas.microsoft.com/office/drawing/2014/main" id="{911F0E22-F974-4C64-AB3B-31ABA70608C2}"/>
              </a:ext>
            </a:extLst>
          </p:cNvPr>
          <p:cNvSpPr>
            <a:spLocks noGrp="1"/>
          </p:cNvSpPr>
          <p:nvPr/>
        </p:nvSpPr>
        <p:spPr>
          <a:xfrm>
            <a:off x="6278142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4" name="A1_bar_GT_10020">
            <a:extLst>
              <a:ext uri="{FF2B5EF4-FFF2-40B4-BE49-F238E27FC236}">
                <a16:creationId xmlns:a16="http://schemas.microsoft.com/office/drawing/2014/main" id="{90E53CEA-8A2E-424D-A935-C5A8F21DAA1F}"/>
              </a:ext>
            </a:extLst>
          </p:cNvPr>
          <p:cNvSpPr>
            <a:spLocks noGrp="1"/>
          </p:cNvSpPr>
          <p:nvPr/>
        </p:nvSpPr>
        <p:spPr>
          <a:xfrm>
            <a:off x="6340817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5" name="A1_bar_GT_10021">
            <a:extLst>
              <a:ext uri="{FF2B5EF4-FFF2-40B4-BE49-F238E27FC236}">
                <a16:creationId xmlns:a16="http://schemas.microsoft.com/office/drawing/2014/main" id="{6B0BA526-4624-490E-8EFB-2AFC575A75F6}"/>
              </a:ext>
            </a:extLst>
          </p:cNvPr>
          <p:cNvSpPr>
            <a:spLocks noGrp="1"/>
          </p:cNvSpPr>
          <p:nvPr/>
        </p:nvSpPr>
        <p:spPr>
          <a:xfrm>
            <a:off x="625210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6" name="A1_bar_GT_10022">
            <a:extLst>
              <a:ext uri="{FF2B5EF4-FFF2-40B4-BE49-F238E27FC236}">
                <a16:creationId xmlns:a16="http://schemas.microsoft.com/office/drawing/2014/main" id="{A15BF069-5D45-4905-804E-334D1441311B}"/>
              </a:ext>
            </a:extLst>
          </p:cNvPr>
          <p:cNvSpPr>
            <a:spLocks noGrp="1"/>
          </p:cNvSpPr>
          <p:nvPr/>
        </p:nvSpPr>
        <p:spPr>
          <a:xfrm>
            <a:off x="617509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7" name="A1_bar_GT_10023">
            <a:extLst>
              <a:ext uri="{FF2B5EF4-FFF2-40B4-BE49-F238E27FC236}">
                <a16:creationId xmlns:a16="http://schemas.microsoft.com/office/drawing/2014/main" id="{59D60357-A0AB-4CBF-9743-B8544F2E2121}"/>
              </a:ext>
            </a:extLst>
          </p:cNvPr>
          <p:cNvSpPr>
            <a:spLocks noGrp="1"/>
          </p:cNvSpPr>
          <p:nvPr/>
        </p:nvSpPr>
        <p:spPr>
          <a:xfrm>
            <a:off x="6254297" y="41169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8" name="A1_bar_GT_10024">
            <a:extLst>
              <a:ext uri="{FF2B5EF4-FFF2-40B4-BE49-F238E27FC236}">
                <a16:creationId xmlns:a16="http://schemas.microsoft.com/office/drawing/2014/main" id="{A329A5A6-F0C7-4407-8FF7-1EA28212B862}"/>
              </a:ext>
            </a:extLst>
          </p:cNvPr>
          <p:cNvSpPr>
            <a:spLocks noGrp="1"/>
          </p:cNvSpPr>
          <p:nvPr/>
        </p:nvSpPr>
        <p:spPr>
          <a:xfrm>
            <a:off x="625296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9" name="A1_bar_GT_10025">
            <a:extLst>
              <a:ext uri="{FF2B5EF4-FFF2-40B4-BE49-F238E27FC236}">
                <a16:creationId xmlns:a16="http://schemas.microsoft.com/office/drawing/2014/main" id="{0298E1E0-A618-4E4C-8A8E-4954FC186534}"/>
              </a:ext>
            </a:extLst>
          </p:cNvPr>
          <p:cNvSpPr>
            <a:spLocks noGrp="1"/>
          </p:cNvSpPr>
          <p:nvPr/>
        </p:nvSpPr>
        <p:spPr>
          <a:xfrm>
            <a:off x="617472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0" name="A1_bar_GT_10026">
            <a:extLst>
              <a:ext uri="{FF2B5EF4-FFF2-40B4-BE49-F238E27FC236}">
                <a16:creationId xmlns:a16="http://schemas.microsoft.com/office/drawing/2014/main" id="{1AD968AD-BA2F-4967-9CA8-08FEB40C3114}"/>
              </a:ext>
            </a:extLst>
          </p:cNvPr>
          <p:cNvSpPr>
            <a:spLocks noGrp="1"/>
          </p:cNvSpPr>
          <p:nvPr/>
        </p:nvSpPr>
        <p:spPr>
          <a:xfrm>
            <a:off x="6148436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1" name="A1_bar_GT_10027">
            <a:extLst>
              <a:ext uri="{FF2B5EF4-FFF2-40B4-BE49-F238E27FC236}">
                <a16:creationId xmlns:a16="http://schemas.microsoft.com/office/drawing/2014/main" id="{61175438-48AD-4562-A6CC-5CB5E7033A6F}"/>
              </a:ext>
            </a:extLst>
          </p:cNvPr>
          <p:cNvSpPr>
            <a:spLocks noGrp="1"/>
          </p:cNvSpPr>
          <p:nvPr/>
        </p:nvSpPr>
        <p:spPr>
          <a:xfrm>
            <a:off x="627707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2" name="A1_bar_GT_10028">
            <a:extLst>
              <a:ext uri="{FF2B5EF4-FFF2-40B4-BE49-F238E27FC236}">
                <a16:creationId xmlns:a16="http://schemas.microsoft.com/office/drawing/2014/main" id="{F18F3071-90D8-4EB4-92B3-5EE550A74F9E}"/>
              </a:ext>
            </a:extLst>
          </p:cNvPr>
          <p:cNvSpPr>
            <a:spLocks noGrp="1"/>
          </p:cNvSpPr>
          <p:nvPr/>
        </p:nvSpPr>
        <p:spPr>
          <a:xfrm>
            <a:off x="634528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3" name="A1_bar_GT_10029">
            <a:extLst>
              <a:ext uri="{FF2B5EF4-FFF2-40B4-BE49-F238E27FC236}">
                <a16:creationId xmlns:a16="http://schemas.microsoft.com/office/drawing/2014/main" id="{6F159E74-09E0-403A-9035-0E467D844A53}"/>
              </a:ext>
            </a:extLst>
          </p:cNvPr>
          <p:cNvSpPr>
            <a:spLocks noGrp="1"/>
          </p:cNvSpPr>
          <p:nvPr/>
        </p:nvSpPr>
        <p:spPr>
          <a:xfrm>
            <a:off x="6281324" y="57816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4" name="A1_bar_GT_10030">
            <a:extLst>
              <a:ext uri="{FF2B5EF4-FFF2-40B4-BE49-F238E27FC236}">
                <a16:creationId xmlns:a16="http://schemas.microsoft.com/office/drawing/2014/main" id="{0DFAB95E-5354-4D94-A0FB-012D89E2A46E}"/>
              </a:ext>
            </a:extLst>
          </p:cNvPr>
          <p:cNvSpPr>
            <a:spLocks noGrp="1"/>
          </p:cNvSpPr>
          <p:nvPr/>
        </p:nvSpPr>
        <p:spPr>
          <a:xfrm>
            <a:off x="618559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5" name="A1_bar_GT_10031">
            <a:extLst>
              <a:ext uri="{FF2B5EF4-FFF2-40B4-BE49-F238E27FC236}">
                <a16:creationId xmlns:a16="http://schemas.microsoft.com/office/drawing/2014/main" id="{033C81F2-8C5C-46FE-BED6-236B39D6CBA3}"/>
              </a:ext>
            </a:extLst>
          </p:cNvPr>
          <p:cNvSpPr>
            <a:spLocks noGrp="1"/>
          </p:cNvSpPr>
          <p:nvPr/>
        </p:nvSpPr>
        <p:spPr>
          <a:xfrm>
            <a:off x="63408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6" name="A1_bar_GT_10032">
            <a:extLst>
              <a:ext uri="{FF2B5EF4-FFF2-40B4-BE49-F238E27FC236}">
                <a16:creationId xmlns:a16="http://schemas.microsoft.com/office/drawing/2014/main" id="{F6B6CC75-4DC2-4160-8598-2FC508DC364C}"/>
              </a:ext>
            </a:extLst>
          </p:cNvPr>
          <p:cNvSpPr>
            <a:spLocks noGrp="1"/>
          </p:cNvSpPr>
          <p:nvPr/>
        </p:nvSpPr>
        <p:spPr>
          <a:xfrm>
            <a:off x="628986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7" name="A1_bar_GT_10033">
            <a:extLst>
              <a:ext uri="{FF2B5EF4-FFF2-40B4-BE49-F238E27FC236}">
                <a16:creationId xmlns:a16="http://schemas.microsoft.com/office/drawing/2014/main" id="{E8BCD7DE-A326-4436-ACE6-68E9700C9DD9}"/>
              </a:ext>
            </a:extLst>
          </p:cNvPr>
          <p:cNvSpPr>
            <a:spLocks noGrp="1"/>
          </p:cNvSpPr>
          <p:nvPr/>
        </p:nvSpPr>
        <p:spPr>
          <a:xfrm>
            <a:off x="62746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8" name="A1_bar_GT_10034">
            <a:extLst>
              <a:ext uri="{FF2B5EF4-FFF2-40B4-BE49-F238E27FC236}">
                <a16:creationId xmlns:a16="http://schemas.microsoft.com/office/drawing/2014/main" id="{5C2949CA-AC17-4D8B-86E3-4099AD6764C3}"/>
              </a:ext>
            </a:extLst>
          </p:cNvPr>
          <p:cNvSpPr>
            <a:spLocks noGrp="1"/>
          </p:cNvSpPr>
          <p:nvPr/>
        </p:nvSpPr>
        <p:spPr>
          <a:xfrm>
            <a:off x="6263464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9" name="A1_bar_GT_10035">
            <a:extLst>
              <a:ext uri="{FF2B5EF4-FFF2-40B4-BE49-F238E27FC236}">
                <a16:creationId xmlns:a16="http://schemas.microsoft.com/office/drawing/2014/main" id="{A05E3A1B-6D28-4C49-AD5B-5C461135407A}"/>
              </a:ext>
            </a:extLst>
          </p:cNvPr>
          <p:cNvSpPr>
            <a:spLocks noGrp="1"/>
          </p:cNvSpPr>
          <p:nvPr/>
        </p:nvSpPr>
        <p:spPr>
          <a:xfrm>
            <a:off x="615341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0" name="A1_bar_GT_10036">
            <a:extLst>
              <a:ext uri="{FF2B5EF4-FFF2-40B4-BE49-F238E27FC236}">
                <a16:creationId xmlns:a16="http://schemas.microsoft.com/office/drawing/2014/main" id="{6A3149E8-954A-4DF1-92B3-DB310EECA329}"/>
              </a:ext>
            </a:extLst>
          </p:cNvPr>
          <p:cNvSpPr>
            <a:spLocks noGrp="1"/>
          </p:cNvSpPr>
          <p:nvPr/>
        </p:nvSpPr>
        <p:spPr>
          <a:xfrm>
            <a:off x="63478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1" name="A1_bar_GT_10037">
            <a:extLst>
              <a:ext uri="{FF2B5EF4-FFF2-40B4-BE49-F238E27FC236}">
                <a16:creationId xmlns:a16="http://schemas.microsoft.com/office/drawing/2014/main" id="{367F4761-0D6E-4BB8-B9AA-BCA156626137}"/>
              </a:ext>
            </a:extLst>
          </p:cNvPr>
          <p:cNvSpPr>
            <a:spLocks noGrp="1"/>
          </p:cNvSpPr>
          <p:nvPr/>
        </p:nvSpPr>
        <p:spPr>
          <a:xfrm>
            <a:off x="6165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2" name="A1_bar_GT_10038">
            <a:extLst>
              <a:ext uri="{FF2B5EF4-FFF2-40B4-BE49-F238E27FC236}">
                <a16:creationId xmlns:a16="http://schemas.microsoft.com/office/drawing/2014/main" id="{0F6DD774-CB3E-4849-AEEF-6AE79BE6DF31}"/>
              </a:ext>
            </a:extLst>
          </p:cNvPr>
          <p:cNvSpPr>
            <a:spLocks noGrp="1"/>
          </p:cNvSpPr>
          <p:nvPr/>
        </p:nvSpPr>
        <p:spPr>
          <a:xfrm>
            <a:off x="614971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3" name="A1_bar_GT_10039">
            <a:extLst>
              <a:ext uri="{FF2B5EF4-FFF2-40B4-BE49-F238E27FC236}">
                <a16:creationId xmlns:a16="http://schemas.microsoft.com/office/drawing/2014/main" id="{2C320E90-0196-4D8F-8D62-157EE22A5524}"/>
              </a:ext>
            </a:extLst>
          </p:cNvPr>
          <p:cNvSpPr>
            <a:spLocks noGrp="1"/>
          </p:cNvSpPr>
          <p:nvPr/>
        </p:nvSpPr>
        <p:spPr>
          <a:xfrm>
            <a:off x="632256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4" name="A1_bar_GT_10040">
            <a:extLst>
              <a:ext uri="{FF2B5EF4-FFF2-40B4-BE49-F238E27FC236}">
                <a16:creationId xmlns:a16="http://schemas.microsoft.com/office/drawing/2014/main" id="{F5E91D02-CE4F-41A0-A434-17512F245B60}"/>
              </a:ext>
            </a:extLst>
          </p:cNvPr>
          <p:cNvSpPr>
            <a:spLocks noGrp="1"/>
          </p:cNvSpPr>
          <p:nvPr/>
        </p:nvSpPr>
        <p:spPr>
          <a:xfrm>
            <a:off x="6175452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5" name="A1_bar_GT_10041">
            <a:extLst>
              <a:ext uri="{FF2B5EF4-FFF2-40B4-BE49-F238E27FC236}">
                <a16:creationId xmlns:a16="http://schemas.microsoft.com/office/drawing/2014/main" id="{219832F6-9920-4F9C-B0BC-70BD3031B429}"/>
              </a:ext>
            </a:extLst>
          </p:cNvPr>
          <p:cNvSpPr>
            <a:spLocks noGrp="1"/>
          </p:cNvSpPr>
          <p:nvPr/>
        </p:nvSpPr>
        <p:spPr>
          <a:xfrm>
            <a:off x="623355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6" name="A1_bar_GT_10042">
            <a:extLst>
              <a:ext uri="{FF2B5EF4-FFF2-40B4-BE49-F238E27FC236}">
                <a16:creationId xmlns:a16="http://schemas.microsoft.com/office/drawing/2014/main" id="{4E7D46B4-1F50-4AF1-BC6A-F0BC62D3F5B1}"/>
              </a:ext>
            </a:extLst>
          </p:cNvPr>
          <p:cNvSpPr>
            <a:spLocks noGrp="1"/>
          </p:cNvSpPr>
          <p:nvPr/>
        </p:nvSpPr>
        <p:spPr>
          <a:xfrm>
            <a:off x="626083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7" name="A1_bar_GT_10043">
            <a:extLst>
              <a:ext uri="{FF2B5EF4-FFF2-40B4-BE49-F238E27FC236}">
                <a16:creationId xmlns:a16="http://schemas.microsoft.com/office/drawing/2014/main" id="{7B3E2349-8384-42D2-9137-EE3B28768C4C}"/>
              </a:ext>
            </a:extLst>
          </p:cNvPr>
          <p:cNvSpPr>
            <a:spLocks noGrp="1"/>
          </p:cNvSpPr>
          <p:nvPr/>
        </p:nvSpPr>
        <p:spPr>
          <a:xfrm>
            <a:off x="6252836" y="51694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8" name="A1_bar_GT_10044">
            <a:extLst>
              <a:ext uri="{FF2B5EF4-FFF2-40B4-BE49-F238E27FC236}">
                <a16:creationId xmlns:a16="http://schemas.microsoft.com/office/drawing/2014/main" id="{F310B6F1-C5C8-4DE8-A3DD-D7FDE40EDDC5}"/>
              </a:ext>
            </a:extLst>
          </p:cNvPr>
          <p:cNvSpPr>
            <a:spLocks noGrp="1"/>
          </p:cNvSpPr>
          <p:nvPr/>
        </p:nvSpPr>
        <p:spPr>
          <a:xfrm>
            <a:off x="6321444" y="48563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9" name="A1_bar_GT_10045">
            <a:extLst>
              <a:ext uri="{FF2B5EF4-FFF2-40B4-BE49-F238E27FC236}">
                <a16:creationId xmlns:a16="http://schemas.microsoft.com/office/drawing/2014/main" id="{0A9F351B-6607-4158-9E35-EFC67E75106B}"/>
              </a:ext>
            </a:extLst>
          </p:cNvPr>
          <p:cNvSpPr>
            <a:spLocks noGrp="1"/>
          </p:cNvSpPr>
          <p:nvPr/>
        </p:nvSpPr>
        <p:spPr>
          <a:xfrm>
            <a:off x="61984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0" name="A1_bar_GT_10046">
            <a:extLst>
              <a:ext uri="{FF2B5EF4-FFF2-40B4-BE49-F238E27FC236}">
                <a16:creationId xmlns:a16="http://schemas.microsoft.com/office/drawing/2014/main" id="{E23DF805-CA15-48ED-B377-FD76B4F2C946}"/>
              </a:ext>
            </a:extLst>
          </p:cNvPr>
          <p:cNvSpPr>
            <a:spLocks noGrp="1"/>
          </p:cNvSpPr>
          <p:nvPr/>
        </p:nvSpPr>
        <p:spPr>
          <a:xfrm>
            <a:off x="62131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1" name="A1_bar_GT_10047">
            <a:extLst>
              <a:ext uri="{FF2B5EF4-FFF2-40B4-BE49-F238E27FC236}">
                <a16:creationId xmlns:a16="http://schemas.microsoft.com/office/drawing/2014/main" id="{658D0243-A5F2-4B57-A33B-F16F1A0705EA}"/>
              </a:ext>
            </a:extLst>
          </p:cNvPr>
          <p:cNvSpPr>
            <a:spLocks noGrp="1"/>
          </p:cNvSpPr>
          <p:nvPr/>
        </p:nvSpPr>
        <p:spPr>
          <a:xfrm>
            <a:off x="6176408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2" name="A1_bar_GT_10048">
            <a:extLst>
              <a:ext uri="{FF2B5EF4-FFF2-40B4-BE49-F238E27FC236}">
                <a16:creationId xmlns:a16="http://schemas.microsoft.com/office/drawing/2014/main" id="{9960A385-12B6-46AE-96AF-43C421A56233}"/>
              </a:ext>
            </a:extLst>
          </p:cNvPr>
          <p:cNvSpPr>
            <a:spLocks noGrp="1"/>
          </p:cNvSpPr>
          <p:nvPr/>
        </p:nvSpPr>
        <p:spPr>
          <a:xfrm>
            <a:off x="618091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3" name="A1_bar_GT_10049">
            <a:extLst>
              <a:ext uri="{FF2B5EF4-FFF2-40B4-BE49-F238E27FC236}">
                <a16:creationId xmlns:a16="http://schemas.microsoft.com/office/drawing/2014/main" id="{54E4EFB7-5055-477F-A409-D583660CAF91}"/>
              </a:ext>
            </a:extLst>
          </p:cNvPr>
          <p:cNvSpPr>
            <a:spLocks noGrp="1"/>
          </p:cNvSpPr>
          <p:nvPr/>
        </p:nvSpPr>
        <p:spPr>
          <a:xfrm>
            <a:off x="6344918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4" name="A1_bar_GT_10050">
            <a:extLst>
              <a:ext uri="{FF2B5EF4-FFF2-40B4-BE49-F238E27FC236}">
                <a16:creationId xmlns:a16="http://schemas.microsoft.com/office/drawing/2014/main" id="{4ED306E9-EC29-4978-BACF-0EFC9FB20692}"/>
              </a:ext>
            </a:extLst>
          </p:cNvPr>
          <p:cNvSpPr>
            <a:spLocks noGrp="1"/>
          </p:cNvSpPr>
          <p:nvPr/>
        </p:nvSpPr>
        <p:spPr>
          <a:xfrm>
            <a:off x="626654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5" name="A1_bar_GT_10051">
            <a:extLst>
              <a:ext uri="{FF2B5EF4-FFF2-40B4-BE49-F238E27FC236}">
                <a16:creationId xmlns:a16="http://schemas.microsoft.com/office/drawing/2014/main" id="{C018B6AC-2642-4AEA-94EC-05E01E169F79}"/>
              </a:ext>
            </a:extLst>
          </p:cNvPr>
          <p:cNvSpPr>
            <a:spLocks noGrp="1"/>
          </p:cNvSpPr>
          <p:nvPr/>
        </p:nvSpPr>
        <p:spPr>
          <a:xfrm>
            <a:off x="6206140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6" name="A1_bar_GT_10052">
            <a:extLst>
              <a:ext uri="{FF2B5EF4-FFF2-40B4-BE49-F238E27FC236}">
                <a16:creationId xmlns:a16="http://schemas.microsoft.com/office/drawing/2014/main" id="{272CA936-D67D-41D3-A14E-C01D0B5617B4}"/>
              </a:ext>
            </a:extLst>
          </p:cNvPr>
          <p:cNvSpPr>
            <a:spLocks noGrp="1"/>
          </p:cNvSpPr>
          <p:nvPr/>
        </p:nvSpPr>
        <p:spPr>
          <a:xfrm>
            <a:off x="6274679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7" name="A1_bar_GT_10053">
            <a:extLst>
              <a:ext uri="{FF2B5EF4-FFF2-40B4-BE49-F238E27FC236}">
                <a16:creationId xmlns:a16="http://schemas.microsoft.com/office/drawing/2014/main" id="{91565037-10A4-441A-A8F2-9EC81588A5E8}"/>
              </a:ext>
            </a:extLst>
          </p:cNvPr>
          <p:cNvSpPr>
            <a:spLocks noGrp="1"/>
          </p:cNvSpPr>
          <p:nvPr/>
        </p:nvSpPr>
        <p:spPr>
          <a:xfrm>
            <a:off x="61572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8" name="A1_bar_GT_10054">
            <a:extLst>
              <a:ext uri="{FF2B5EF4-FFF2-40B4-BE49-F238E27FC236}">
                <a16:creationId xmlns:a16="http://schemas.microsoft.com/office/drawing/2014/main" id="{8008BAEE-232A-4BC5-A51A-5B0EF3395420}"/>
              </a:ext>
            </a:extLst>
          </p:cNvPr>
          <p:cNvSpPr>
            <a:spLocks noGrp="1"/>
          </p:cNvSpPr>
          <p:nvPr/>
        </p:nvSpPr>
        <p:spPr>
          <a:xfrm>
            <a:off x="63337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9" name="A1_bar_GT_10055">
            <a:extLst>
              <a:ext uri="{FF2B5EF4-FFF2-40B4-BE49-F238E27FC236}">
                <a16:creationId xmlns:a16="http://schemas.microsoft.com/office/drawing/2014/main" id="{CBD4BFD8-E5FF-442A-A715-1C6DA6E1AA3D}"/>
              </a:ext>
            </a:extLst>
          </p:cNvPr>
          <p:cNvSpPr>
            <a:spLocks noGrp="1"/>
          </p:cNvSpPr>
          <p:nvPr/>
        </p:nvSpPr>
        <p:spPr>
          <a:xfrm>
            <a:off x="63681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0" name="A1_bar_GT_10056">
            <a:extLst>
              <a:ext uri="{FF2B5EF4-FFF2-40B4-BE49-F238E27FC236}">
                <a16:creationId xmlns:a16="http://schemas.microsoft.com/office/drawing/2014/main" id="{EDD968F9-DE1C-48C5-A489-3B4D93057B66}"/>
              </a:ext>
            </a:extLst>
          </p:cNvPr>
          <p:cNvSpPr>
            <a:spLocks noGrp="1"/>
          </p:cNvSpPr>
          <p:nvPr/>
        </p:nvSpPr>
        <p:spPr>
          <a:xfrm>
            <a:off x="6271741" y="40715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1" name="A1_bar_GT_10057">
            <a:extLst>
              <a:ext uri="{FF2B5EF4-FFF2-40B4-BE49-F238E27FC236}">
                <a16:creationId xmlns:a16="http://schemas.microsoft.com/office/drawing/2014/main" id="{B688959A-3524-4675-B0D3-C268C90D656B}"/>
              </a:ext>
            </a:extLst>
          </p:cNvPr>
          <p:cNvSpPr>
            <a:spLocks noGrp="1"/>
          </p:cNvSpPr>
          <p:nvPr/>
        </p:nvSpPr>
        <p:spPr>
          <a:xfrm>
            <a:off x="637017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2" name="A1_bar_GT_10058">
            <a:extLst>
              <a:ext uri="{FF2B5EF4-FFF2-40B4-BE49-F238E27FC236}">
                <a16:creationId xmlns:a16="http://schemas.microsoft.com/office/drawing/2014/main" id="{BBA4CD22-1465-4FCA-95A9-28F9204206F1}"/>
              </a:ext>
            </a:extLst>
          </p:cNvPr>
          <p:cNvSpPr>
            <a:spLocks noGrp="1"/>
          </p:cNvSpPr>
          <p:nvPr/>
        </p:nvSpPr>
        <p:spPr>
          <a:xfrm>
            <a:off x="634408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3" name="A1_bar_GT_10059">
            <a:extLst>
              <a:ext uri="{FF2B5EF4-FFF2-40B4-BE49-F238E27FC236}">
                <a16:creationId xmlns:a16="http://schemas.microsoft.com/office/drawing/2014/main" id="{816F7883-B91C-44BD-A7A0-739B4CDB7FDB}"/>
              </a:ext>
            </a:extLst>
          </p:cNvPr>
          <p:cNvSpPr>
            <a:spLocks noGrp="1"/>
          </p:cNvSpPr>
          <p:nvPr/>
        </p:nvSpPr>
        <p:spPr>
          <a:xfrm>
            <a:off x="626453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4" name="A1_bar_GT_10060">
            <a:extLst>
              <a:ext uri="{FF2B5EF4-FFF2-40B4-BE49-F238E27FC236}">
                <a16:creationId xmlns:a16="http://schemas.microsoft.com/office/drawing/2014/main" id="{79B3EE7E-897F-4F17-BDA8-A5A5D66A63EC}"/>
              </a:ext>
            </a:extLst>
          </p:cNvPr>
          <p:cNvSpPr>
            <a:spLocks noGrp="1"/>
          </p:cNvSpPr>
          <p:nvPr/>
        </p:nvSpPr>
        <p:spPr>
          <a:xfrm>
            <a:off x="6304424" y="45175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5" name="A1_bar_GT_10061">
            <a:extLst>
              <a:ext uri="{FF2B5EF4-FFF2-40B4-BE49-F238E27FC236}">
                <a16:creationId xmlns:a16="http://schemas.microsoft.com/office/drawing/2014/main" id="{853F86F7-AA02-4636-B422-720D275EB629}"/>
              </a:ext>
            </a:extLst>
          </p:cNvPr>
          <p:cNvSpPr>
            <a:spLocks noGrp="1"/>
          </p:cNvSpPr>
          <p:nvPr/>
        </p:nvSpPr>
        <p:spPr>
          <a:xfrm>
            <a:off x="62517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6" name="A1_bar_GT_10062">
            <a:extLst>
              <a:ext uri="{FF2B5EF4-FFF2-40B4-BE49-F238E27FC236}">
                <a16:creationId xmlns:a16="http://schemas.microsoft.com/office/drawing/2014/main" id="{A6D123DB-B34D-478B-8A57-9D335778EC3E}"/>
              </a:ext>
            </a:extLst>
          </p:cNvPr>
          <p:cNvSpPr>
            <a:spLocks noGrp="1"/>
          </p:cNvSpPr>
          <p:nvPr/>
        </p:nvSpPr>
        <p:spPr>
          <a:xfrm>
            <a:off x="634486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7" name="A1_bar_GT_10063">
            <a:extLst>
              <a:ext uri="{FF2B5EF4-FFF2-40B4-BE49-F238E27FC236}">
                <a16:creationId xmlns:a16="http://schemas.microsoft.com/office/drawing/2014/main" id="{D46ED28F-ACD3-44D0-B4FB-CD121BADC838}"/>
              </a:ext>
            </a:extLst>
          </p:cNvPr>
          <p:cNvSpPr>
            <a:spLocks noGrp="1"/>
          </p:cNvSpPr>
          <p:nvPr/>
        </p:nvSpPr>
        <p:spPr>
          <a:xfrm>
            <a:off x="628878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8" name="A1_bar_GT_10064">
            <a:extLst>
              <a:ext uri="{FF2B5EF4-FFF2-40B4-BE49-F238E27FC236}">
                <a16:creationId xmlns:a16="http://schemas.microsoft.com/office/drawing/2014/main" id="{A6C3A89A-372E-451E-8DA7-502103459A76}"/>
              </a:ext>
            </a:extLst>
          </p:cNvPr>
          <p:cNvSpPr>
            <a:spLocks noGrp="1"/>
          </p:cNvSpPr>
          <p:nvPr/>
        </p:nvSpPr>
        <p:spPr>
          <a:xfrm>
            <a:off x="627992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9" name="A1_bar_GT_10065">
            <a:extLst>
              <a:ext uri="{FF2B5EF4-FFF2-40B4-BE49-F238E27FC236}">
                <a16:creationId xmlns:a16="http://schemas.microsoft.com/office/drawing/2014/main" id="{0D0DE5F2-8C33-45E2-B29E-826D87F0AC3E}"/>
              </a:ext>
            </a:extLst>
          </p:cNvPr>
          <p:cNvSpPr>
            <a:spLocks noGrp="1"/>
          </p:cNvSpPr>
          <p:nvPr/>
        </p:nvSpPr>
        <p:spPr>
          <a:xfrm>
            <a:off x="6279090" y="51206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0" name="A1_bar_GT_10066">
            <a:extLst>
              <a:ext uri="{FF2B5EF4-FFF2-40B4-BE49-F238E27FC236}">
                <a16:creationId xmlns:a16="http://schemas.microsoft.com/office/drawing/2014/main" id="{6B8A47D9-DFFB-44B8-8CB6-5DF1B32643C2}"/>
              </a:ext>
            </a:extLst>
          </p:cNvPr>
          <p:cNvSpPr>
            <a:spLocks noGrp="1"/>
          </p:cNvSpPr>
          <p:nvPr/>
        </p:nvSpPr>
        <p:spPr>
          <a:xfrm>
            <a:off x="62537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1" name="A1_bar_GT_10067">
            <a:extLst>
              <a:ext uri="{FF2B5EF4-FFF2-40B4-BE49-F238E27FC236}">
                <a16:creationId xmlns:a16="http://schemas.microsoft.com/office/drawing/2014/main" id="{C020994E-15C1-45EC-A9C0-CCE12E6961A2}"/>
              </a:ext>
            </a:extLst>
          </p:cNvPr>
          <p:cNvSpPr>
            <a:spLocks noGrp="1"/>
          </p:cNvSpPr>
          <p:nvPr/>
        </p:nvSpPr>
        <p:spPr>
          <a:xfrm>
            <a:off x="6349863" y="569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2" name="A1_bar_GT_10068">
            <a:extLst>
              <a:ext uri="{FF2B5EF4-FFF2-40B4-BE49-F238E27FC236}">
                <a16:creationId xmlns:a16="http://schemas.microsoft.com/office/drawing/2014/main" id="{A50C77C5-FC65-454D-8CA2-16B5561CD65C}"/>
              </a:ext>
            </a:extLst>
          </p:cNvPr>
          <p:cNvSpPr>
            <a:spLocks noGrp="1"/>
          </p:cNvSpPr>
          <p:nvPr/>
        </p:nvSpPr>
        <p:spPr>
          <a:xfrm>
            <a:off x="616764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3" name="A1_bar_GT_10069">
            <a:extLst>
              <a:ext uri="{FF2B5EF4-FFF2-40B4-BE49-F238E27FC236}">
                <a16:creationId xmlns:a16="http://schemas.microsoft.com/office/drawing/2014/main" id="{B25D0764-818F-4B7A-ACB7-1230FD0EDB11}"/>
              </a:ext>
            </a:extLst>
          </p:cNvPr>
          <p:cNvSpPr>
            <a:spLocks noGrp="1"/>
          </p:cNvSpPr>
          <p:nvPr/>
        </p:nvSpPr>
        <p:spPr>
          <a:xfrm>
            <a:off x="62244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4" name="A1_bar_GT_10070">
            <a:extLst>
              <a:ext uri="{FF2B5EF4-FFF2-40B4-BE49-F238E27FC236}">
                <a16:creationId xmlns:a16="http://schemas.microsoft.com/office/drawing/2014/main" id="{26C60929-9D81-4066-BE9B-2C03A9C962E6}"/>
              </a:ext>
            </a:extLst>
          </p:cNvPr>
          <p:cNvSpPr>
            <a:spLocks noGrp="1"/>
          </p:cNvSpPr>
          <p:nvPr/>
        </p:nvSpPr>
        <p:spPr>
          <a:xfrm>
            <a:off x="63089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5" name="A1_bar_GT_10071">
            <a:extLst>
              <a:ext uri="{FF2B5EF4-FFF2-40B4-BE49-F238E27FC236}">
                <a16:creationId xmlns:a16="http://schemas.microsoft.com/office/drawing/2014/main" id="{C8446B4A-8A5B-41F9-9F87-2132B266012E}"/>
              </a:ext>
            </a:extLst>
          </p:cNvPr>
          <p:cNvSpPr>
            <a:spLocks noGrp="1"/>
          </p:cNvSpPr>
          <p:nvPr/>
        </p:nvSpPr>
        <p:spPr>
          <a:xfrm>
            <a:off x="618244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6" name="A1_bar_GT_10072">
            <a:extLst>
              <a:ext uri="{FF2B5EF4-FFF2-40B4-BE49-F238E27FC236}">
                <a16:creationId xmlns:a16="http://schemas.microsoft.com/office/drawing/2014/main" id="{5AB2C66D-949B-40DA-9A02-A063DBC2374A}"/>
              </a:ext>
            </a:extLst>
          </p:cNvPr>
          <p:cNvSpPr>
            <a:spLocks noGrp="1"/>
          </p:cNvSpPr>
          <p:nvPr/>
        </p:nvSpPr>
        <p:spPr>
          <a:xfrm>
            <a:off x="63147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7" name="A1_bar_GT_10073">
            <a:extLst>
              <a:ext uri="{FF2B5EF4-FFF2-40B4-BE49-F238E27FC236}">
                <a16:creationId xmlns:a16="http://schemas.microsoft.com/office/drawing/2014/main" id="{B8A31321-80D2-4EBF-A4C1-62E319968EAD}"/>
              </a:ext>
            </a:extLst>
          </p:cNvPr>
          <p:cNvSpPr>
            <a:spLocks noGrp="1"/>
          </p:cNvSpPr>
          <p:nvPr/>
        </p:nvSpPr>
        <p:spPr>
          <a:xfrm>
            <a:off x="637240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8" name="A1_bar_GT_10074">
            <a:extLst>
              <a:ext uri="{FF2B5EF4-FFF2-40B4-BE49-F238E27FC236}">
                <a16:creationId xmlns:a16="http://schemas.microsoft.com/office/drawing/2014/main" id="{2E4BE500-3ECF-4886-A4F5-62D2EB2C5AEE}"/>
              </a:ext>
            </a:extLst>
          </p:cNvPr>
          <p:cNvSpPr>
            <a:spLocks noGrp="1"/>
          </p:cNvSpPr>
          <p:nvPr/>
        </p:nvSpPr>
        <p:spPr>
          <a:xfrm>
            <a:off x="619044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9" name="A1_bar_GT_10075">
            <a:extLst>
              <a:ext uri="{FF2B5EF4-FFF2-40B4-BE49-F238E27FC236}">
                <a16:creationId xmlns:a16="http://schemas.microsoft.com/office/drawing/2014/main" id="{9A03CDCE-7CA4-43F9-A58F-19F46F595107}"/>
              </a:ext>
            </a:extLst>
          </p:cNvPr>
          <p:cNvSpPr>
            <a:spLocks noGrp="1"/>
          </p:cNvSpPr>
          <p:nvPr/>
        </p:nvSpPr>
        <p:spPr>
          <a:xfrm>
            <a:off x="63410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0" name="A1_bar_GT_10076">
            <a:extLst>
              <a:ext uri="{FF2B5EF4-FFF2-40B4-BE49-F238E27FC236}">
                <a16:creationId xmlns:a16="http://schemas.microsoft.com/office/drawing/2014/main" id="{85471B77-F44C-460F-B73F-1C7DA0A2C200}"/>
              </a:ext>
            </a:extLst>
          </p:cNvPr>
          <p:cNvSpPr>
            <a:spLocks noGrp="1"/>
          </p:cNvSpPr>
          <p:nvPr/>
        </p:nvSpPr>
        <p:spPr>
          <a:xfrm>
            <a:off x="61299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1" name="A1_bar_GT_10077">
            <a:extLst>
              <a:ext uri="{FF2B5EF4-FFF2-40B4-BE49-F238E27FC236}">
                <a16:creationId xmlns:a16="http://schemas.microsoft.com/office/drawing/2014/main" id="{D912336A-2FF8-418E-8E16-764E0A4B36E9}"/>
              </a:ext>
            </a:extLst>
          </p:cNvPr>
          <p:cNvSpPr>
            <a:spLocks noGrp="1"/>
          </p:cNvSpPr>
          <p:nvPr/>
        </p:nvSpPr>
        <p:spPr>
          <a:xfrm>
            <a:off x="621365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2" name="A1_bar_GT_10078">
            <a:extLst>
              <a:ext uri="{FF2B5EF4-FFF2-40B4-BE49-F238E27FC236}">
                <a16:creationId xmlns:a16="http://schemas.microsoft.com/office/drawing/2014/main" id="{0524557C-592F-4F33-A628-8080E1BB19CB}"/>
              </a:ext>
            </a:extLst>
          </p:cNvPr>
          <p:cNvSpPr>
            <a:spLocks noGrp="1"/>
          </p:cNvSpPr>
          <p:nvPr/>
        </p:nvSpPr>
        <p:spPr>
          <a:xfrm>
            <a:off x="6349110" y="606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3" name="A1_bar_GT_10079">
            <a:extLst>
              <a:ext uri="{FF2B5EF4-FFF2-40B4-BE49-F238E27FC236}">
                <a16:creationId xmlns:a16="http://schemas.microsoft.com/office/drawing/2014/main" id="{2E319772-0DC1-4598-8217-30B888206AB7}"/>
              </a:ext>
            </a:extLst>
          </p:cNvPr>
          <p:cNvSpPr>
            <a:spLocks noGrp="1"/>
          </p:cNvSpPr>
          <p:nvPr/>
        </p:nvSpPr>
        <p:spPr>
          <a:xfrm>
            <a:off x="61895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4" name="A1_bar_GT_10080">
            <a:extLst>
              <a:ext uri="{FF2B5EF4-FFF2-40B4-BE49-F238E27FC236}">
                <a16:creationId xmlns:a16="http://schemas.microsoft.com/office/drawing/2014/main" id="{96A8F5BD-C68B-4393-88BA-CB40396E74C3}"/>
              </a:ext>
            </a:extLst>
          </p:cNvPr>
          <p:cNvSpPr>
            <a:spLocks noGrp="1"/>
          </p:cNvSpPr>
          <p:nvPr/>
        </p:nvSpPr>
        <p:spPr>
          <a:xfrm>
            <a:off x="625330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5" name="A1_bar_GT_10081">
            <a:extLst>
              <a:ext uri="{FF2B5EF4-FFF2-40B4-BE49-F238E27FC236}">
                <a16:creationId xmlns:a16="http://schemas.microsoft.com/office/drawing/2014/main" id="{C61EA3E3-77D1-4C78-A4BB-685E146A0E24}"/>
              </a:ext>
            </a:extLst>
          </p:cNvPr>
          <p:cNvSpPr>
            <a:spLocks noGrp="1"/>
          </p:cNvSpPr>
          <p:nvPr/>
        </p:nvSpPr>
        <p:spPr>
          <a:xfrm>
            <a:off x="624710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6" name="A1_bar_GT_10082">
            <a:extLst>
              <a:ext uri="{FF2B5EF4-FFF2-40B4-BE49-F238E27FC236}">
                <a16:creationId xmlns:a16="http://schemas.microsoft.com/office/drawing/2014/main" id="{AFBC68EF-7539-4977-8FF3-70FB61F2979C}"/>
              </a:ext>
            </a:extLst>
          </p:cNvPr>
          <p:cNvSpPr>
            <a:spLocks noGrp="1"/>
          </p:cNvSpPr>
          <p:nvPr/>
        </p:nvSpPr>
        <p:spPr>
          <a:xfrm>
            <a:off x="617510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7" name="A1_bar_GT_10083">
            <a:extLst>
              <a:ext uri="{FF2B5EF4-FFF2-40B4-BE49-F238E27FC236}">
                <a16:creationId xmlns:a16="http://schemas.microsoft.com/office/drawing/2014/main" id="{757AA040-E15A-4F4D-857D-9350AECB14DB}"/>
              </a:ext>
            </a:extLst>
          </p:cNvPr>
          <p:cNvSpPr>
            <a:spLocks noGrp="1"/>
          </p:cNvSpPr>
          <p:nvPr/>
        </p:nvSpPr>
        <p:spPr>
          <a:xfrm>
            <a:off x="6379965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8" name="A1_bar_GT_10084">
            <a:extLst>
              <a:ext uri="{FF2B5EF4-FFF2-40B4-BE49-F238E27FC236}">
                <a16:creationId xmlns:a16="http://schemas.microsoft.com/office/drawing/2014/main" id="{9DFC633B-4669-4E50-80E6-39D6FB30212E}"/>
              </a:ext>
            </a:extLst>
          </p:cNvPr>
          <p:cNvSpPr>
            <a:spLocks noGrp="1"/>
          </p:cNvSpPr>
          <p:nvPr/>
        </p:nvSpPr>
        <p:spPr>
          <a:xfrm>
            <a:off x="6302628" y="45649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9" name="A1_bar_GT_10085">
            <a:extLst>
              <a:ext uri="{FF2B5EF4-FFF2-40B4-BE49-F238E27FC236}">
                <a16:creationId xmlns:a16="http://schemas.microsoft.com/office/drawing/2014/main" id="{13625539-06D4-4B5F-96E4-CFE0A1DCEEB5}"/>
              </a:ext>
            </a:extLst>
          </p:cNvPr>
          <p:cNvSpPr>
            <a:spLocks noGrp="1"/>
          </p:cNvSpPr>
          <p:nvPr/>
        </p:nvSpPr>
        <p:spPr>
          <a:xfrm>
            <a:off x="61791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0" name="A1_bar_GT_10086">
            <a:extLst>
              <a:ext uri="{FF2B5EF4-FFF2-40B4-BE49-F238E27FC236}">
                <a16:creationId xmlns:a16="http://schemas.microsoft.com/office/drawing/2014/main" id="{7B55DBDE-AFDE-4B41-B132-6176E7A20487}"/>
              </a:ext>
            </a:extLst>
          </p:cNvPr>
          <p:cNvSpPr>
            <a:spLocks noGrp="1"/>
          </p:cNvSpPr>
          <p:nvPr/>
        </p:nvSpPr>
        <p:spPr>
          <a:xfrm>
            <a:off x="6214443" y="60136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1" name="A1_bar_GT_10087">
            <a:extLst>
              <a:ext uri="{FF2B5EF4-FFF2-40B4-BE49-F238E27FC236}">
                <a16:creationId xmlns:a16="http://schemas.microsoft.com/office/drawing/2014/main" id="{A8E3F942-6EC9-446B-A316-D8F054FBF715}"/>
              </a:ext>
            </a:extLst>
          </p:cNvPr>
          <p:cNvSpPr>
            <a:spLocks noGrp="1"/>
          </p:cNvSpPr>
          <p:nvPr/>
        </p:nvSpPr>
        <p:spPr>
          <a:xfrm>
            <a:off x="616987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2" name="A1_bar_GT_10088">
            <a:extLst>
              <a:ext uri="{FF2B5EF4-FFF2-40B4-BE49-F238E27FC236}">
                <a16:creationId xmlns:a16="http://schemas.microsoft.com/office/drawing/2014/main" id="{00BE11D5-0FCC-41CD-B6CD-076282192E13}"/>
              </a:ext>
            </a:extLst>
          </p:cNvPr>
          <p:cNvSpPr>
            <a:spLocks noGrp="1"/>
          </p:cNvSpPr>
          <p:nvPr/>
        </p:nvSpPr>
        <p:spPr>
          <a:xfrm>
            <a:off x="6208248" y="566509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3" name="A1_bar_GT_10089">
            <a:extLst>
              <a:ext uri="{FF2B5EF4-FFF2-40B4-BE49-F238E27FC236}">
                <a16:creationId xmlns:a16="http://schemas.microsoft.com/office/drawing/2014/main" id="{575A721E-5DBD-47BB-8D3A-E0B6947A0ACD}"/>
              </a:ext>
            </a:extLst>
          </p:cNvPr>
          <p:cNvSpPr>
            <a:spLocks noGrp="1"/>
          </p:cNvSpPr>
          <p:nvPr/>
        </p:nvSpPr>
        <p:spPr>
          <a:xfrm>
            <a:off x="6231692" y="60216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4" name="A1_bar_GT_10090">
            <a:extLst>
              <a:ext uri="{FF2B5EF4-FFF2-40B4-BE49-F238E27FC236}">
                <a16:creationId xmlns:a16="http://schemas.microsoft.com/office/drawing/2014/main" id="{5ED6D1A2-48C1-4DDB-9688-E7C4FCA1ECB4}"/>
              </a:ext>
            </a:extLst>
          </p:cNvPr>
          <p:cNvSpPr>
            <a:spLocks noGrp="1"/>
          </p:cNvSpPr>
          <p:nvPr/>
        </p:nvSpPr>
        <p:spPr>
          <a:xfrm>
            <a:off x="6172100" y="53095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5" name="A1_bar_GT_10091">
            <a:extLst>
              <a:ext uri="{FF2B5EF4-FFF2-40B4-BE49-F238E27FC236}">
                <a16:creationId xmlns:a16="http://schemas.microsoft.com/office/drawing/2014/main" id="{08474AB3-487E-4ADF-83DA-6D47FD0FB672}"/>
              </a:ext>
            </a:extLst>
          </p:cNvPr>
          <p:cNvSpPr>
            <a:spLocks noGrp="1"/>
          </p:cNvSpPr>
          <p:nvPr/>
        </p:nvSpPr>
        <p:spPr>
          <a:xfrm>
            <a:off x="617877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6" name="A1_bar_GT_10092">
            <a:extLst>
              <a:ext uri="{FF2B5EF4-FFF2-40B4-BE49-F238E27FC236}">
                <a16:creationId xmlns:a16="http://schemas.microsoft.com/office/drawing/2014/main" id="{E9C900D8-49AE-47B1-A78F-2E1DABF42E8D}"/>
              </a:ext>
            </a:extLst>
          </p:cNvPr>
          <p:cNvSpPr>
            <a:spLocks noGrp="1"/>
          </p:cNvSpPr>
          <p:nvPr/>
        </p:nvSpPr>
        <p:spPr>
          <a:xfrm>
            <a:off x="6166061" y="39459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7" name="A1_bar_GT_10093">
            <a:extLst>
              <a:ext uri="{FF2B5EF4-FFF2-40B4-BE49-F238E27FC236}">
                <a16:creationId xmlns:a16="http://schemas.microsoft.com/office/drawing/2014/main" id="{186F21E1-7FF0-42A4-A004-8EA181C832E7}"/>
              </a:ext>
            </a:extLst>
          </p:cNvPr>
          <p:cNvSpPr>
            <a:spLocks noGrp="1"/>
          </p:cNvSpPr>
          <p:nvPr/>
        </p:nvSpPr>
        <p:spPr>
          <a:xfrm>
            <a:off x="63505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8" name="A1_bar_GT_10094">
            <a:extLst>
              <a:ext uri="{FF2B5EF4-FFF2-40B4-BE49-F238E27FC236}">
                <a16:creationId xmlns:a16="http://schemas.microsoft.com/office/drawing/2014/main" id="{0454ADCE-A9D2-44FF-80D5-04264091CFA8}"/>
              </a:ext>
            </a:extLst>
          </p:cNvPr>
          <p:cNvSpPr>
            <a:spLocks noGrp="1"/>
          </p:cNvSpPr>
          <p:nvPr/>
        </p:nvSpPr>
        <p:spPr>
          <a:xfrm>
            <a:off x="626517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9" name="A1_bar_GT_10095">
            <a:extLst>
              <a:ext uri="{FF2B5EF4-FFF2-40B4-BE49-F238E27FC236}">
                <a16:creationId xmlns:a16="http://schemas.microsoft.com/office/drawing/2014/main" id="{009655A1-C6DB-4071-9BB9-C31C6E5B067B}"/>
              </a:ext>
            </a:extLst>
          </p:cNvPr>
          <p:cNvSpPr>
            <a:spLocks noGrp="1"/>
          </p:cNvSpPr>
          <p:nvPr/>
        </p:nvSpPr>
        <p:spPr>
          <a:xfrm>
            <a:off x="628649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0" name="A1_bar_GT_10096">
            <a:extLst>
              <a:ext uri="{FF2B5EF4-FFF2-40B4-BE49-F238E27FC236}">
                <a16:creationId xmlns:a16="http://schemas.microsoft.com/office/drawing/2014/main" id="{CD0306A9-759C-4C45-B344-9740E127B5F5}"/>
              </a:ext>
            </a:extLst>
          </p:cNvPr>
          <p:cNvSpPr>
            <a:spLocks noGrp="1"/>
          </p:cNvSpPr>
          <p:nvPr/>
        </p:nvSpPr>
        <p:spPr>
          <a:xfrm>
            <a:off x="624836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1" name="A1_bar_GT_10097">
            <a:extLst>
              <a:ext uri="{FF2B5EF4-FFF2-40B4-BE49-F238E27FC236}">
                <a16:creationId xmlns:a16="http://schemas.microsoft.com/office/drawing/2014/main" id="{EBCF20C0-AFB2-4C56-AE1E-1CB1707328D4}"/>
              </a:ext>
            </a:extLst>
          </p:cNvPr>
          <p:cNvSpPr>
            <a:spLocks noGrp="1"/>
          </p:cNvSpPr>
          <p:nvPr/>
        </p:nvSpPr>
        <p:spPr>
          <a:xfrm>
            <a:off x="6306266" y="50159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2" name="A1_bar_GT_10098">
            <a:extLst>
              <a:ext uri="{FF2B5EF4-FFF2-40B4-BE49-F238E27FC236}">
                <a16:creationId xmlns:a16="http://schemas.microsoft.com/office/drawing/2014/main" id="{19E5307E-7353-482C-AA12-229CCAED08DA}"/>
              </a:ext>
            </a:extLst>
          </p:cNvPr>
          <p:cNvSpPr>
            <a:spLocks noGrp="1"/>
          </p:cNvSpPr>
          <p:nvPr/>
        </p:nvSpPr>
        <p:spPr>
          <a:xfrm>
            <a:off x="620572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3" name="A1_bar_GT_10099">
            <a:extLst>
              <a:ext uri="{FF2B5EF4-FFF2-40B4-BE49-F238E27FC236}">
                <a16:creationId xmlns:a16="http://schemas.microsoft.com/office/drawing/2014/main" id="{1A5B2FE0-E893-4086-A570-A94651B1E41D}"/>
              </a:ext>
            </a:extLst>
          </p:cNvPr>
          <p:cNvSpPr>
            <a:spLocks noGrp="1"/>
          </p:cNvSpPr>
          <p:nvPr/>
        </p:nvSpPr>
        <p:spPr>
          <a:xfrm>
            <a:off x="6339916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4" name="A1_bar_GT_10100">
            <a:extLst>
              <a:ext uri="{FF2B5EF4-FFF2-40B4-BE49-F238E27FC236}">
                <a16:creationId xmlns:a16="http://schemas.microsoft.com/office/drawing/2014/main" id="{9A54FFFF-9D44-4D2E-8B62-BF8F896A12D7}"/>
              </a:ext>
            </a:extLst>
          </p:cNvPr>
          <p:cNvSpPr>
            <a:spLocks noGrp="1"/>
          </p:cNvSpPr>
          <p:nvPr/>
        </p:nvSpPr>
        <p:spPr>
          <a:xfrm>
            <a:off x="63360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5" name="A1_bar_GT_10101">
            <a:extLst>
              <a:ext uri="{FF2B5EF4-FFF2-40B4-BE49-F238E27FC236}">
                <a16:creationId xmlns:a16="http://schemas.microsoft.com/office/drawing/2014/main" id="{F4B52658-C237-4DC1-B3C8-F777E403E7B4}"/>
              </a:ext>
            </a:extLst>
          </p:cNvPr>
          <p:cNvSpPr>
            <a:spLocks noGrp="1"/>
          </p:cNvSpPr>
          <p:nvPr/>
        </p:nvSpPr>
        <p:spPr>
          <a:xfrm>
            <a:off x="6228499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6" name="A1_bar_GT_10102">
            <a:extLst>
              <a:ext uri="{FF2B5EF4-FFF2-40B4-BE49-F238E27FC236}">
                <a16:creationId xmlns:a16="http://schemas.microsoft.com/office/drawing/2014/main" id="{D50D22E5-0EFB-4661-A775-03D4AA22EE08}"/>
              </a:ext>
            </a:extLst>
          </p:cNvPr>
          <p:cNvSpPr>
            <a:spLocks noGrp="1"/>
          </p:cNvSpPr>
          <p:nvPr/>
        </p:nvSpPr>
        <p:spPr>
          <a:xfrm>
            <a:off x="6191595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7" name="A1_bar_GT_10103">
            <a:extLst>
              <a:ext uri="{FF2B5EF4-FFF2-40B4-BE49-F238E27FC236}">
                <a16:creationId xmlns:a16="http://schemas.microsoft.com/office/drawing/2014/main" id="{3E9BD851-AF88-41C7-A23E-2EB3FC37E0CD}"/>
              </a:ext>
            </a:extLst>
          </p:cNvPr>
          <p:cNvSpPr>
            <a:spLocks noGrp="1"/>
          </p:cNvSpPr>
          <p:nvPr/>
        </p:nvSpPr>
        <p:spPr>
          <a:xfrm>
            <a:off x="6227792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8" name="A1_bar_GT_10104">
            <a:extLst>
              <a:ext uri="{FF2B5EF4-FFF2-40B4-BE49-F238E27FC236}">
                <a16:creationId xmlns:a16="http://schemas.microsoft.com/office/drawing/2014/main" id="{E2B20947-DC7A-4FC1-BCD0-C0D535647D98}"/>
              </a:ext>
            </a:extLst>
          </p:cNvPr>
          <p:cNvSpPr>
            <a:spLocks noGrp="1"/>
          </p:cNvSpPr>
          <p:nvPr/>
        </p:nvSpPr>
        <p:spPr>
          <a:xfrm>
            <a:off x="6307138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9" name="A1_bar_GT_10105">
            <a:extLst>
              <a:ext uri="{FF2B5EF4-FFF2-40B4-BE49-F238E27FC236}">
                <a16:creationId xmlns:a16="http://schemas.microsoft.com/office/drawing/2014/main" id="{88FB575F-D681-4D0C-8E84-CE46767A7EFA}"/>
              </a:ext>
            </a:extLst>
          </p:cNvPr>
          <p:cNvSpPr>
            <a:spLocks noGrp="1"/>
          </p:cNvSpPr>
          <p:nvPr/>
        </p:nvSpPr>
        <p:spPr>
          <a:xfrm>
            <a:off x="61602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0" name="A1_bar_GT_10106">
            <a:extLst>
              <a:ext uri="{FF2B5EF4-FFF2-40B4-BE49-F238E27FC236}">
                <a16:creationId xmlns:a16="http://schemas.microsoft.com/office/drawing/2014/main" id="{B161169A-7933-4F2D-8A81-041C50EA2094}"/>
              </a:ext>
            </a:extLst>
          </p:cNvPr>
          <p:cNvSpPr>
            <a:spLocks noGrp="1"/>
          </p:cNvSpPr>
          <p:nvPr/>
        </p:nvSpPr>
        <p:spPr>
          <a:xfrm>
            <a:off x="620736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1" name="A1_bar_GT_10107">
            <a:extLst>
              <a:ext uri="{FF2B5EF4-FFF2-40B4-BE49-F238E27FC236}">
                <a16:creationId xmlns:a16="http://schemas.microsoft.com/office/drawing/2014/main" id="{A183A648-6535-4D48-9178-933EFA66DBD5}"/>
              </a:ext>
            </a:extLst>
          </p:cNvPr>
          <p:cNvSpPr>
            <a:spLocks noGrp="1"/>
          </p:cNvSpPr>
          <p:nvPr/>
        </p:nvSpPr>
        <p:spPr>
          <a:xfrm>
            <a:off x="6376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2" name="A1_bar_GT_10108">
            <a:extLst>
              <a:ext uri="{FF2B5EF4-FFF2-40B4-BE49-F238E27FC236}">
                <a16:creationId xmlns:a16="http://schemas.microsoft.com/office/drawing/2014/main" id="{076AB93B-8903-4078-B5C5-FF01C5B1315A}"/>
              </a:ext>
            </a:extLst>
          </p:cNvPr>
          <p:cNvSpPr>
            <a:spLocks noGrp="1"/>
          </p:cNvSpPr>
          <p:nvPr/>
        </p:nvSpPr>
        <p:spPr>
          <a:xfrm>
            <a:off x="621663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3" name="A1_bar_GT_10109">
            <a:extLst>
              <a:ext uri="{FF2B5EF4-FFF2-40B4-BE49-F238E27FC236}">
                <a16:creationId xmlns:a16="http://schemas.microsoft.com/office/drawing/2014/main" id="{92C3B8E3-47C6-474D-A654-70A6E6E5558A}"/>
              </a:ext>
            </a:extLst>
          </p:cNvPr>
          <p:cNvSpPr>
            <a:spLocks noGrp="1"/>
          </p:cNvSpPr>
          <p:nvPr/>
        </p:nvSpPr>
        <p:spPr>
          <a:xfrm>
            <a:off x="6250902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4" name="A1_bar_GT_10110">
            <a:extLst>
              <a:ext uri="{FF2B5EF4-FFF2-40B4-BE49-F238E27FC236}">
                <a16:creationId xmlns:a16="http://schemas.microsoft.com/office/drawing/2014/main" id="{8DCE921B-8678-4CA1-99D7-3B3575BC44FA}"/>
              </a:ext>
            </a:extLst>
          </p:cNvPr>
          <p:cNvSpPr>
            <a:spLocks noGrp="1"/>
          </p:cNvSpPr>
          <p:nvPr/>
        </p:nvSpPr>
        <p:spPr>
          <a:xfrm>
            <a:off x="6309681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5" name="A1_bar_GT_10111">
            <a:extLst>
              <a:ext uri="{FF2B5EF4-FFF2-40B4-BE49-F238E27FC236}">
                <a16:creationId xmlns:a16="http://schemas.microsoft.com/office/drawing/2014/main" id="{A3C39256-19CD-43ED-B2A3-B7094F7B7CF6}"/>
              </a:ext>
            </a:extLst>
          </p:cNvPr>
          <p:cNvSpPr>
            <a:spLocks noGrp="1"/>
          </p:cNvSpPr>
          <p:nvPr/>
        </p:nvSpPr>
        <p:spPr>
          <a:xfrm>
            <a:off x="636169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6" name="A1_bar_GT_10112">
            <a:extLst>
              <a:ext uri="{FF2B5EF4-FFF2-40B4-BE49-F238E27FC236}">
                <a16:creationId xmlns:a16="http://schemas.microsoft.com/office/drawing/2014/main" id="{ED35D8F8-2482-4448-BE12-8A6FE4F284D3}"/>
              </a:ext>
            </a:extLst>
          </p:cNvPr>
          <p:cNvSpPr>
            <a:spLocks noGrp="1"/>
          </p:cNvSpPr>
          <p:nvPr/>
        </p:nvSpPr>
        <p:spPr>
          <a:xfrm>
            <a:off x="6268375" y="5285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7" name="A1_bar_GT_10113">
            <a:extLst>
              <a:ext uri="{FF2B5EF4-FFF2-40B4-BE49-F238E27FC236}">
                <a16:creationId xmlns:a16="http://schemas.microsoft.com/office/drawing/2014/main" id="{5C795056-A321-4D23-95B1-4655397607AD}"/>
              </a:ext>
            </a:extLst>
          </p:cNvPr>
          <p:cNvSpPr>
            <a:spLocks noGrp="1"/>
          </p:cNvSpPr>
          <p:nvPr/>
        </p:nvSpPr>
        <p:spPr>
          <a:xfrm>
            <a:off x="615247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8" name="A1_bar_GT_10114">
            <a:extLst>
              <a:ext uri="{FF2B5EF4-FFF2-40B4-BE49-F238E27FC236}">
                <a16:creationId xmlns:a16="http://schemas.microsoft.com/office/drawing/2014/main" id="{62654F7C-66F8-4C59-8973-D96FEED8201C}"/>
              </a:ext>
            </a:extLst>
          </p:cNvPr>
          <p:cNvSpPr>
            <a:spLocks noGrp="1"/>
          </p:cNvSpPr>
          <p:nvPr/>
        </p:nvSpPr>
        <p:spPr>
          <a:xfrm>
            <a:off x="62696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9" name="A1_bar_GT_10115">
            <a:extLst>
              <a:ext uri="{FF2B5EF4-FFF2-40B4-BE49-F238E27FC236}">
                <a16:creationId xmlns:a16="http://schemas.microsoft.com/office/drawing/2014/main" id="{ACE9E28E-05CB-43F8-9445-04F9F3CB9C22}"/>
              </a:ext>
            </a:extLst>
          </p:cNvPr>
          <p:cNvSpPr>
            <a:spLocks noGrp="1"/>
          </p:cNvSpPr>
          <p:nvPr/>
        </p:nvSpPr>
        <p:spPr>
          <a:xfrm>
            <a:off x="6242011" y="58493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0" name="A1_bar_GT_10116">
            <a:extLst>
              <a:ext uri="{FF2B5EF4-FFF2-40B4-BE49-F238E27FC236}">
                <a16:creationId xmlns:a16="http://schemas.microsoft.com/office/drawing/2014/main" id="{53409159-220A-4CFB-B613-4B51FA179FEE}"/>
              </a:ext>
            </a:extLst>
          </p:cNvPr>
          <p:cNvSpPr>
            <a:spLocks noGrp="1"/>
          </p:cNvSpPr>
          <p:nvPr/>
        </p:nvSpPr>
        <p:spPr>
          <a:xfrm>
            <a:off x="6238685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1" name="A1_bar_GT_10117">
            <a:extLst>
              <a:ext uri="{FF2B5EF4-FFF2-40B4-BE49-F238E27FC236}">
                <a16:creationId xmlns:a16="http://schemas.microsoft.com/office/drawing/2014/main" id="{E18A8194-102C-4D08-B162-33A587FD7B7E}"/>
              </a:ext>
            </a:extLst>
          </p:cNvPr>
          <p:cNvSpPr>
            <a:spLocks noGrp="1"/>
          </p:cNvSpPr>
          <p:nvPr/>
        </p:nvSpPr>
        <p:spPr>
          <a:xfrm>
            <a:off x="620014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2" name="A1_bar_GT_10118">
            <a:extLst>
              <a:ext uri="{FF2B5EF4-FFF2-40B4-BE49-F238E27FC236}">
                <a16:creationId xmlns:a16="http://schemas.microsoft.com/office/drawing/2014/main" id="{85A75BEA-47B7-442B-BEF5-E47E24CCDC5C}"/>
              </a:ext>
            </a:extLst>
          </p:cNvPr>
          <p:cNvSpPr>
            <a:spLocks noGrp="1"/>
          </p:cNvSpPr>
          <p:nvPr/>
        </p:nvSpPr>
        <p:spPr>
          <a:xfrm>
            <a:off x="638085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3" name="A1_bar_GT_10119">
            <a:extLst>
              <a:ext uri="{FF2B5EF4-FFF2-40B4-BE49-F238E27FC236}">
                <a16:creationId xmlns:a16="http://schemas.microsoft.com/office/drawing/2014/main" id="{5DD186E1-D829-4AE3-9E31-47163668244B}"/>
              </a:ext>
            </a:extLst>
          </p:cNvPr>
          <p:cNvSpPr>
            <a:spLocks noGrp="1"/>
          </p:cNvSpPr>
          <p:nvPr/>
        </p:nvSpPr>
        <p:spPr>
          <a:xfrm>
            <a:off x="6309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4" name="A1_bar_GT_10120">
            <a:extLst>
              <a:ext uri="{FF2B5EF4-FFF2-40B4-BE49-F238E27FC236}">
                <a16:creationId xmlns:a16="http://schemas.microsoft.com/office/drawing/2014/main" id="{F141E6D9-5C16-489C-BA3D-384352104EF5}"/>
              </a:ext>
            </a:extLst>
          </p:cNvPr>
          <p:cNvSpPr>
            <a:spLocks noGrp="1"/>
          </p:cNvSpPr>
          <p:nvPr/>
        </p:nvSpPr>
        <p:spPr>
          <a:xfrm>
            <a:off x="6288275" y="59261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5" name="A1_bar_GT_10121">
            <a:extLst>
              <a:ext uri="{FF2B5EF4-FFF2-40B4-BE49-F238E27FC236}">
                <a16:creationId xmlns:a16="http://schemas.microsoft.com/office/drawing/2014/main" id="{EBF9D6B8-6187-4A84-8252-544F66027FCA}"/>
              </a:ext>
            </a:extLst>
          </p:cNvPr>
          <p:cNvSpPr>
            <a:spLocks noGrp="1"/>
          </p:cNvSpPr>
          <p:nvPr/>
        </p:nvSpPr>
        <p:spPr>
          <a:xfrm>
            <a:off x="612837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6" name="A1_bar_GT_10122">
            <a:extLst>
              <a:ext uri="{FF2B5EF4-FFF2-40B4-BE49-F238E27FC236}">
                <a16:creationId xmlns:a16="http://schemas.microsoft.com/office/drawing/2014/main" id="{5C70A479-B60B-44D6-A9DD-74230335CC11}"/>
              </a:ext>
            </a:extLst>
          </p:cNvPr>
          <p:cNvSpPr>
            <a:spLocks noGrp="1"/>
          </p:cNvSpPr>
          <p:nvPr/>
        </p:nvSpPr>
        <p:spPr>
          <a:xfrm>
            <a:off x="6349986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7" name="A1_bar_GT_10123">
            <a:extLst>
              <a:ext uri="{FF2B5EF4-FFF2-40B4-BE49-F238E27FC236}">
                <a16:creationId xmlns:a16="http://schemas.microsoft.com/office/drawing/2014/main" id="{45CCA59A-9A03-454C-B637-3C580ED791EE}"/>
              </a:ext>
            </a:extLst>
          </p:cNvPr>
          <p:cNvSpPr>
            <a:spLocks noGrp="1"/>
          </p:cNvSpPr>
          <p:nvPr/>
        </p:nvSpPr>
        <p:spPr>
          <a:xfrm>
            <a:off x="78025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8" name="A1_bar_GT_10124">
            <a:extLst>
              <a:ext uri="{FF2B5EF4-FFF2-40B4-BE49-F238E27FC236}">
                <a16:creationId xmlns:a16="http://schemas.microsoft.com/office/drawing/2014/main" id="{C2BAF986-88B7-45B5-B7AB-20DB6BA37316}"/>
              </a:ext>
            </a:extLst>
          </p:cNvPr>
          <p:cNvSpPr>
            <a:spLocks noGrp="1"/>
          </p:cNvSpPr>
          <p:nvPr/>
        </p:nvSpPr>
        <p:spPr>
          <a:xfrm>
            <a:off x="77475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9" name="A1_bar_GT_10125">
            <a:extLst>
              <a:ext uri="{FF2B5EF4-FFF2-40B4-BE49-F238E27FC236}">
                <a16:creationId xmlns:a16="http://schemas.microsoft.com/office/drawing/2014/main" id="{D5950004-A65B-4A48-B582-052C8425593F}"/>
              </a:ext>
            </a:extLst>
          </p:cNvPr>
          <p:cNvSpPr>
            <a:spLocks noGrp="1"/>
          </p:cNvSpPr>
          <p:nvPr/>
        </p:nvSpPr>
        <p:spPr>
          <a:xfrm>
            <a:off x="77890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0" name="A1_bar_GT_10126">
            <a:extLst>
              <a:ext uri="{FF2B5EF4-FFF2-40B4-BE49-F238E27FC236}">
                <a16:creationId xmlns:a16="http://schemas.microsoft.com/office/drawing/2014/main" id="{58B94421-B6FD-45DA-8209-F6055238C86C}"/>
              </a:ext>
            </a:extLst>
          </p:cNvPr>
          <p:cNvSpPr>
            <a:spLocks noGrp="1"/>
          </p:cNvSpPr>
          <p:nvPr/>
        </p:nvSpPr>
        <p:spPr>
          <a:xfrm>
            <a:off x="7842175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1" name="A1_bar_GT_10127">
            <a:extLst>
              <a:ext uri="{FF2B5EF4-FFF2-40B4-BE49-F238E27FC236}">
                <a16:creationId xmlns:a16="http://schemas.microsoft.com/office/drawing/2014/main" id="{B90583D2-7C64-45FC-B0B8-ED7AE480CFC9}"/>
              </a:ext>
            </a:extLst>
          </p:cNvPr>
          <p:cNvSpPr>
            <a:spLocks noGrp="1"/>
          </p:cNvSpPr>
          <p:nvPr/>
        </p:nvSpPr>
        <p:spPr>
          <a:xfrm>
            <a:off x="7795872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2" name="A1_bar_GT_10128">
            <a:extLst>
              <a:ext uri="{FF2B5EF4-FFF2-40B4-BE49-F238E27FC236}">
                <a16:creationId xmlns:a16="http://schemas.microsoft.com/office/drawing/2014/main" id="{A239BF80-090D-4515-BCB6-0D236C7726F6}"/>
              </a:ext>
            </a:extLst>
          </p:cNvPr>
          <p:cNvSpPr>
            <a:spLocks noGrp="1"/>
          </p:cNvSpPr>
          <p:nvPr/>
        </p:nvSpPr>
        <p:spPr>
          <a:xfrm>
            <a:off x="77450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3" name="A1_bar_GT_10129">
            <a:extLst>
              <a:ext uri="{FF2B5EF4-FFF2-40B4-BE49-F238E27FC236}">
                <a16:creationId xmlns:a16="http://schemas.microsoft.com/office/drawing/2014/main" id="{BF4C6AB5-646A-4AC7-8E52-EEC2A8151520}"/>
              </a:ext>
            </a:extLst>
          </p:cNvPr>
          <p:cNvSpPr>
            <a:spLocks noGrp="1"/>
          </p:cNvSpPr>
          <p:nvPr/>
        </p:nvSpPr>
        <p:spPr>
          <a:xfrm>
            <a:off x="78562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4" name="A1_bar_GT_10130">
            <a:extLst>
              <a:ext uri="{FF2B5EF4-FFF2-40B4-BE49-F238E27FC236}">
                <a16:creationId xmlns:a16="http://schemas.microsoft.com/office/drawing/2014/main" id="{B32BAD95-F9A0-421F-8C97-E4A2FE772ED4}"/>
              </a:ext>
            </a:extLst>
          </p:cNvPr>
          <p:cNvSpPr>
            <a:spLocks noGrp="1"/>
          </p:cNvSpPr>
          <p:nvPr/>
        </p:nvSpPr>
        <p:spPr>
          <a:xfrm>
            <a:off x="792899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5" name="A1_bar_GT_10131">
            <a:extLst>
              <a:ext uri="{FF2B5EF4-FFF2-40B4-BE49-F238E27FC236}">
                <a16:creationId xmlns:a16="http://schemas.microsoft.com/office/drawing/2014/main" id="{F63CD8CE-251B-401D-8A2B-B1DA0F8C687B}"/>
              </a:ext>
            </a:extLst>
          </p:cNvPr>
          <p:cNvSpPr>
            <a:spLocks noGrp="1"/>
          </p:cNvSpPr>
          <p:nvPr/>
        </p:nvSpPr>
        <p:spPr>
          <a:xfrm>
            <a:off x="7764387" y="60558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6" name="A1_bar_GT_10132">
            <a:extLst>
              <a:ext uri="{FF2B5EF4-FFF2-40B4-BE49-F238E27FC236}">
                <a16:creationId xmlns:a16="http://schemas.microsoft.com/office/drawing/2014/main" id="{6CAC2164-8A5F-4138-BB03-A10A4ABDC9AB}"/>
              </a:ext>
            </a:extLst>
          </p:cNvPr>
          <p:cNvSpPr>
            <a:spLocks noGrp="1"/>
          </p:cNvSpPr>
          <p:nvPr/>
        </p:nvSpPr>
        <p:spPr>
          <a:xfrm>
            <a:off x="773139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7" name="A1_bar_GT_10133">
            <a:extLst>
              <a:ext uri="{FF2B5EF4-FFF2-40B4-BE49-F238E27FC236}">
                <a16:creationId xmlns:a16="http://schemas.microsoft.com/office/drawing/2014/main" id="{54B8FCB3-ABB9-4455-AC68-155F5D27E884}"/>
              </a:ext>
            </a:extLst>
          </p:cNvPr>
          <p:cNvSpPr>
            <a:spLocks noGrp="1"/>
          </p:cNvSpPr>
          <p:nvPr/>
        </p:nvSpPr>
        <p:spPr>
          <a:xfrm>
            <a:off x="7909165" y="4360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8" name="A1_bar_GT_10134">
            <a:extLst>
              <a:ext uri="{FF2B5EF4-FFF2-40B4-BE49-F238E27FC236}">
                <a16:creationId xmlns:a16="http://schemas.microsoft.com/office/drawing/2014/main" id="{699BAD71-6A0B-4D51-BFB8-26443A7EDEDE}"/>
              </a:ext>
            </a:extLst>
          </p:cNvPr>
          <p:cNvSpPr>
            <a:spLocks noGrp="1"/>
          </p:cNvSpPr>
          <p:nvPr/>
        </p:nvSpPr>
        <p:spPr>
          <a:xfrm>
            <a:off x="79281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9" name="A1_bar_GT_10135">
            <a:extLst>
              <a:ext uri="{FF2B5EF4-FFF2-40B4-BE49-F238E27FC236}">
                <a16:creationId xmlns:a16="http://schemas.microsoft.com/office/drawing/2014/main" id="{373D9DEB-886A-45C3-832F-6D1F457A5FD5}"/>
              </a:ext>
            </a:extLst>
          </p:cNvPr>
          <p:cNvSpPr>
            <a:spLocks noGrp="1"/>
          </p:cNvSpPr>
          <p:nvPr/>
        </p:nvSpPr>
        <p:spPr>
          <a:xfrm>
            <a:off x="7800626" y="46710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0" name="A1_bar_GT_10136">
            <a:extLst>
              <a:ext uri="{FF2B5EF4-FFF2-40B4-BE49-F238E27FC236}">
                <a16:creationId xmlns:a16="http://schemas.microsoft.com/office/drawing/2014/main" id="{AF2DC3A5-CD79-461E-99BC-47E645FD05D5}"/>
              </a:ext>
            </a:extLst>
          </p:cNvPr>
          <p:cNvSpPr>
            <a:spLocks noGrp="1"/>
          </p:cNvSpPr>
          <p:nvPr/>
        </p:nvSpPr>
        <p:spPr>
          <a:xfrm>
            <a:off x="7765628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1" name="A1_bar_GT_10137">
            <a:extLst>
              <a:ext uri="{FF2B5EF4-FFF2-40B4-BE49-F238E27FC236}">
                <a16:creationId xmlns:a16="http://schemas.microsoft.com/office/drawing/2014/main" id="{8BA797F5-D5B5-4856-BD1F-37BF12DFFF3A}"/>
              </a:ext>
            </a:extLst>
          </p:cNvPr>
          <p:cNvSpPr>
            <a:spLocks noGrp="1"/>
          </p:cNvSpPr>
          <p:nvPr/>
        </p:nvSpPr>
        <p:spPr>
          <a:xfrm>
            <a:off x="781558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2" name="A1_bar_GT_10138">
            <a:extLst>
              <a:ext uri="{FF2B5EF4-FFF2-40B4-BE49-F238E27FC236}">
                <a16:creationId xmlns:a16="http://schemas.microsoft.com/office/drawing/2014/main" id="{B5F39AB4-57A3-43EE-8F8E-4953C5248F77}"/>
              </a:ext>
            </a:extLst>
          </p:cNvPr>
          <p:cNvSpPr>
            <a:spLocks noGrp="1"/>
          </p:cNvSpPr>
          <p:nvPr/>
        </p:nvSpPr>
        <p:spPr>
          <a:xfrm>
            <a:off x="792585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3" name="A1_bar_GT_10139">
            <a:extLst>
              <a:ext uri="{FF2B5EF4-FFF2-40B4-BE49-F238E27FC236}">
                <a16:creationId xmlns:a16="http://schemas.microsoft.com/office/drawing/2014/main" id="{6EE89BF1-AB0F-4A9D-960D-FB43A63E68BC}"/>
              </a:ext>
            </a:extLst>
          </p:cNvPr>
          <p:cNvSpPr>
            <a:spLocks noGrp="1"/>
          </p:cNvSpPr>
          <p:nvPr/>
        </p:nvSpPr>
        <p:spPr>
          <a:xfrm>
            <a:off x="791212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4" name="A1_bar_GT_10140">
            <a:extLst>
              <a:ext uri="{FF2B5EF4-FFF2-40B4-BE49-F238E27FC236}">
                <a16:creationId xmlns:a16="http://schemas.microsoft.com/office/drawing/2014/main" id="{9597606F-FC7A-45E1-9980-A24A1A57F15B}"/>
              </a:ext>
            </a:extLst>
          </p:cNvPr>
          <p:cNvSpPr>
            <a:spLocks noGrp="1"/>
          </p:cNvSpPr>
          <p:nvPr/>
        </p:nvSpPr>
        <p:spPr>
          <a:xfrm>
            <a:off x="792439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5" name="A1_bar_GT_10141">
            <a:extLst>
              <a:ext uri="{FF2B5EF4-FFF2-40B4-BE49-F238E27FC236}">
                <a16:creationId xmlns:a16="http://schemas.microsoft.com/office/drawing/2014/main" id="{2A930A10-F938-4EE4-881B-88D441884828}"/>
              </a:ext>
            </a:extLst>
          </p:cNvPr>
          <p:cNvSpPr>
            <a:spLocks noGrp="1"/>
          </p:cNvSpPr>
          <p:nvPr/>
        </p:nvSpPr>
        <p:spPr>
          <a:xfrm>
            <a:off x="7704352" y="5845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6" name="A1_bar_GT_10142">
            <a:extLst>
              <a:ext uri="{FF2B5EF4-FFF2-40B4-BE49-F238E27FC236}">
                <a16:creationId xmlns:a16="http://schemas.microsoft.com/office/drawing/2014/main" id="{E688035E-89AF-46E2-8D81-F159EC95945D}"/>
              </a:ext>
            </a:extLst>
          </p:cNvPr>
          <p:cNvSpPr>
            <a:spLocks noGrp="1"/>
          </p:cNvSpPr>
          <p:nvPr/>
        </p:nvSpPr>
        <p:spPr>
          <a:xfrm>
            <a:off x="7954393" y="45667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7" name="A1_bar_GT_10143">
            <a:extLst>
              <a:ext uri="{FF2B5EF4-FFF2-40B4-BE49-F238E27FC236}">
                <a16:creationId xmlns:a16="http://schemas.microsoft.com/office/drawing/2014/main" id="{597D6B75-5D8E-4C5D-8039-81DB5F16679E}"/>
              </a:ext>
            </a:extLst>
          </p:cNvPr>
          <p:cNvSpPr>
            <a:spLocks noGrp="1"/>
          </p:cNvSpPr>
          <p:nvPr/>
        </p:nvSpPr>
        <p:spPr>
          <a:xfrm>
            <a:off x="7775352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8" name="A1_bar_GT_10144">
            <a:extLst>
              <a:ext uri="{FF2B5EF4-FFF2-40B4-BE49-F238E27FC236}">
                <a16:creationId xmlns:a16="http://schemas.microsoft.com/office/drawing/2014/main" id="{DD14C758-044B-4860-88E3-23D2658E45CF}"/>
              </a:ext>
            </a:extLst>
          </p:cNvPr>
          <p:cNvSpPr>
            <a:spLocks noGrp="1"/>
          </p:cNvSpPr>
          <p:nvPr/>
        </p:nvSpPr>
        <p:spPr>
          <a:xfrm>
            <a:off x="782032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9" name="A1_bar_GT_10145">
            <a:extLst>
              <a:ext uri="{FF2B5EF4-FFF2-40B4-BE49-F238E27FC236}">
                <a16:creationId xmlns:a16="http://schemas.microsoft.com/office/drawing/2014/main" id="{06BE327A-1F2E-4D3B-B518-6C08A6F6E268}"/>
              </a:ext>
            </a:extLst>
          </p:cNvPr>
          <p:cNvSpPr>
            <a:spLocks noGrp="1"/>
          </p:cNvSpPr>
          <p:nvPr/>
        </p:nvSpPr>
        <p:spPr>
          <a:xfrm>
            <a:off x="7870431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0" name="A1_bar_GT_10146">
            <a:extLst>
              <a:ext uri="{FF2B5EF4-FFF2-40B4-BE49-F238E27FC236}">
                <a16:creationId xmlns:a16="http://schemas.microsoft.com/office/drawing/2014/main" id="{69FF35D2-5B1B-48DC-B350-148BAD7C7271}"/>
              </a:ext>
            </a:extLst>
          </p:cNvPr>
          <p:cNvSpPr>
            <a:spLocks noGrp="1"/>
          </p:cNvSpPr>
          <p:nvPr/>
        </p:nvSpPr>
        <p:spPr>
          <a:xfrm>
            <a:off x="7721254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1" name="A1_bar_GT_10147">
            <a:extLst>
              <a:ext uri="{FF2B5EF4-FFF2-40B4-BE49-F238E27FC236}">
                <a16:creationId xmlns:a16="http://schemas.microsoft.com/office/drawing/2014/main" id="{32957D29-E3F0-4648-92A9-B17909E589B5}"/>
              </a:ext>
            </a:extLst>
          </p:cNvPr>
          <p:cNvSpPr>
            <a:spLocks noGrp="1"/>
          </p:cNvSpPr>
          <p:nvPr/>
        </p:nvSpPr>
        <p:spPr>
          <a:xfrm>
            <a:off x="7724297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2" name="A1_bar_GT_10148">
            <a:extLst>
              <a:ext uri="{FF2B5EF4-FFF2-40B4-BE49-F238E27FC236}">
                <a16:creationId xmlns:a16="http://schemas.microsoft.com/office/drawing/2014/main" id="{2C14AF9D-0317-47AB-AF01-B9C5A8409EE0}"/>
              </a:ext>
            </a:extLst>
          </p:cNvPr>
          <p:cNvSpPr>
            <a:spLocks noGrp="1"/>
          </p:cNvSpPr>
          <p:nvPr/>
        </p:nvSpPr>
        <p:spPr>
          <a:xfrm>
            <a:off x="770378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3" name="A1_bar_GT_10149">
            <a:extLst>
              <a:ext uri="{FF2B5EF4-FFF2-40B4-BE49-F238E27FC236}">
                <a16:creationId xmlns:a16="http://schemas.microsoft.com/office/drawing/2014/main" id="{D9B1B97F-EC62-40C3-A356-DDA33CC30007}"/>
              </a:ext>
            </a:extLst>
          </p:cNvPr>
          <p:cNvSpPr>
            <a:spLocks noGrp="1"/>
          </p:cNvSpPr>
          <p:nvPr/>
        </p:nvSpPr>
        <p:spPr>
          <a:xfrm>
            <a:off x="786460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4" name="A1_bar_GT_10150">
            <a:extLst>
              <a:ext uri="{FF2B5EF4-FFF2-40B4-BE49-F238E27FC236}">
                <a16:creationId xmlns:a16="http://schemas.microsoft.com/office/drawing/2014/main" id="{71B49A09-424F-4EC2-A465-7438AE2E5BFE}"/>
              </a:ext>
            </a:extLst>
          </p:cNvPr>
          <p:cNvSpPr>
            <a:spLocks noGrp="1"/>
          </p:cNvSpPr>
          <p:nvPr/>
        </p:nvSpPr>
        <p:spPr>
          <a:xfrm>
            <a:off x="7900044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5" name="A1_bar_GT_10151">
            <a:extLst>
              <a:ext uri="{FF2B5EF4-FFF2-40B4-BE49-F238E27FC236}">
                <a16:creationId xmlns:a16="http://schemas.microsoft.com/office/drawing/2014/main" id="{3D1B15F8-2219-4CE8-AE2F-E2E84A264D41}"/>
              </a:ext>
            </a:extLst>
          </p:cNvPr>
          <p:cNvSpPr>
            <a:spLocks noGrp="1"/>
          </p:cNvSpPr>
          <p:nvPr/>
        </p:nvSpPr>
        <p:spPr>
          <a:xfrm>
            <a:off x="7899582" y="59335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6" name="A1_bar_GT_10152">
            <a:extLst>
              <a:ext uri="{FF2B5EF4-FFF2-40B4-BE49-F238E27FC236}">
                <a16:creationId xmlns:a16="http://schemas.microsoft.com/office/drawing/2014/main" id="{B66820AE-5842-48C3-9DC5-D8CED73104E2}"/>
              </a:ext>
            </a:extLst>
          </p:cNvPr>
          <p:cNvSpPr>
            <a:spLocks noGrp="1"/>
          </p:cNvSpPr>
          <p:nvPr/>
        </p:nvSpPr>
        <p:spPr>
          <a:xfrm>
            <a:off x="78897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7" name="A1_bar_GT_10153">
            <a:extLst>
              <a:ext uri="{FF2B5EF4-FFF2-40B4-BE49-F238E27FC236}">
                <a16:creationId xmlns:a16="http://schemas.microsoft.com/office/drawing/2014/main" id="{414AD2EA-A449-4003-B87C-B591C7723968}"/>
              </a:ext>
            </a:extLst>
          </p:cNvPr>
          <p:cNvSpPr>
            <a:spLocks noGrp="1"/>
          </p:cNvSpPr>
          <p:nvPr/>
        </p:nvSpPr>
        <p:spPr>
          <a:xfrm>
            <a:off x="772194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8" name="A1_bar_GT_10154">
            <a:extLst>
              <a:ext uri="{FF2B5EF4-FFF2-40B4-BE49-F238E27FC236}">
                <a16:creationId xmlns:a16="http://schemas.microsoft.com/office/drawing/2014/main" id="{D2391C0D-5284-47C7-ADD5-7CB974CDD7E3}"/>
              </a:ext>
            </a:extLst>
          </p:cNvPr>
          <p:cNvSpPr>
            <a:spLocks noGrp="1"/>
          </p:cNvSpPr>
          <p:nvPr/>
        </p:nvSpPr>
        <p:spPr>
          <a:xfrm>
            <a:off x="7758330" y="5741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9" name="A1_bar_GT_10155">
            <a:extLst>
              <a:ext uri="{FF2B5EF4-FFF2-40B4-BE49-F238E27FC236}">
                <a16:creationId xmlns:a16="http://schemas.microsoft.com/office/drawing/2014/main" id="{80B9DA5F-C7D2-4B9E-8FED-6390FF65851F}"/>
              </a:ext>
            </a:extLst>
          </p:cNvPr>
          <p:cNvSpPr>
            <a:spLocks noGrp="1"/>
          </p:cNvSpPr>
          <p:nvPr/>
        </p:nvSpPr>
        <p:spPr>
          <a:xfrm>
            <a:off x="772959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0" name="A1_bar_GT_10156">
            <a:extLst>
              <a:ext uri="{FF2B5EF4-FFF2-40B4-BE49-F238E27FC236}">
                <a16:creationId xmlns:a16="http://schemas.microsoft.com/office/drawing/2014/main" id="{D8C390AC-23E7-4161-81A4-E855D5751DF1}"/>
              </a:ext>
            </a:extLst>
          </p:cNvPr>
          <p:cNvSpPr>
            <a:spLocks noGrp="1"/>
          </p:cNvSpPr>
          <p:nvPr/>
        </p:nvSpPr>
        <p:spPr>
          <a:xfrm>
            <a:off x="7933689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1" name="A1_bar_GT_10157">
            <a:extLst>
              <a:ext uri="{FF2B5EF4-FFF2-40B4-BE49-F238E27FC236}">
                <a16:creationId xmlns:a16="http://schemas.microsoft.com/office/drawing/2014/main" id="{2E0CD59F-8759-4C3C-B875-F20A4A872956}"/>
              </a:ext>
            </a:extLst>
          </p:cNvPr>
          <p:cNvSpPr>
            <a:spLocks noGrp="1"/>
          </p:cNvSpPr>
          <p:nvPr/>
        </p:nvSpPr>
        <p:spPr>
          <a:xfrm>
            <a:off x="78858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2" name="A1_bar_GT_10158">
            <a:extLst>
              <a:ext uri="{FF2B5EF4-FFF2-40B4-BE49-F238E27FC236}">
                <a16:creationId xmlns:a16="http://schemas.microsoft.com/office/drawing/2014/main" id="{084E1634-3234-43F7-BE00-D8C6B1A00F48}"/>
              </a:ext>
            </a:extLst>
          </p:cNvPr>
          <p:cNvSpPr>
            <a:spLocks noGrp="1"/>
          </p:cNvSpPr>
          <p:nvPr/>
        </p:nvSpPr>
        <p:spPr>
          <a:xfrm>
            <a:off x="770956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3" name="A1_bar_GT_10159">
            <a:extLst>
              <a:ext uri="{FF2B5EF4-FFF2-40B4-BE49-F238E27FC236}">
                <a16:creationId xmlns:a16="http://schemas.microsoft.com/office/drawing/2014/main" id="{9A8469A0-4F8B-4F47-B35B-58FEB6ADA34B}"/>
              </a:ext>
            </a:extLst>
          </p:cNvPr>
          <p:cNvSpPr>
            <a:spLocks noGrp="1"/>
          </p:cNvSpPr>
          <p:nvPr/>
        </p:nvSpPr>
        <p:spPr>
          <a:xfrm>
            <a:off x="79117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4" name="A1_bar_GT_10160">
            <a:extLst>
              <a:ext uri="{FF2B5EF4-FFF2-40B4-BE49-F238E27FC236}">
                <a16:creationId xmlns:a16="http://schemas.microsoft.com/office/drawing/2014/main" id="{E9D56840-4C54-461F-9752-E1DD7C072EDC}"/>
              </a:ext>
            </a:extLst>
          </p:cNvPr>
          <p:cNvSpPr>
            <a:spLocks noGrp="1"/>
          </p:cNvSpPr>
          <p:nvPr/>
        </p:nvSpPr>
        <p:spPr>
          <a:xfrm>
            <a:off x="79142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5" name="A1_bar_GT_10161">
            <a:extLst>
              <a:ext uri="{FF2B5EF4-FFF2-40B4-BE49-F238E27FC236}">
                <a16:creationId xmlns:a16="http://schemas.microsoft.com/office/drawing/2014/main" id="{1EF15017-587F-4719-A6A7-38DEA245D3BD}"/>
              </a:ext>
            </a:extLst>
          </p:cNvPr>
          <p:cNvSpPr>
            <a:spLocks noGrp="1"/>
          </p:cNvSpPr>
          <p:nvPr/>
        </p:nvSpPr>
        <p:spPr>
          <a:xfrm>
            <a:off x="77545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6" name="A1_bar_GT_10162">
            <a:extLst>
              <a:ext uri="{FF2B5EF4-FFF2-40B4-BE49-F238E27FC236}">
                <a16:creationId xmlns:a16="http://schemas.microsoft.com/office/drawing/2014/main" id="{B56511D2-BDD6-4EBF-BDA5-3B5906DF4B6F}"/>
              </a:ext>
            </a:extLst>
          </p:cNvPr>
          <p:cNvSpPr>
            <a:spLocks noGrp="1"/>
          </p:cNvSpPr>
          <p:nvPr/>
        </p:nvSpPr>
        <p:spPr>
          <a:xfrm>
            <a:off x="7750602" y="50290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7" name="A1_bar_GT_10163">
            <a:extLst>
              <a:ext uri="{FF2B5EF4-FFF2-40B4-BE49-F238E27FC236}">
                <a16:creationId xmlns:a16="http://schemas.microsoft.com/office/drawing/2014/main" id="{3A6472E5-D3E1-471A-8D78-DB0EB4C79076}"/>
              </a:ext>
            </a:extLst>
          </p:cNvPr>
          <p:cNvSpPr>
            <a:spLocks noGrp="1"/>
          </p:cNvSpPr>
          <p:nvPr/>
        </p:nvSpPr>
        <p:spPr>
          <a:xfrm>
            <a:off x="7763121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8" name="A1_bar_GT_10164">
            <a:extLst>
              <a:ext uri="{FF2B5EF4-FFF2-40B4-BE49-F238E27FC236}">
                <a16:creationId xmlns:a16="http://schemas.microsoft.com/office/drawing/2014/main" id="{A76F4AD3-6795-4BC4-A11B-E4F866E6570F}"/>
              </a:ext>
            </a:extLst>
          </p:cNvPr>
          <p:cNvSpPr>
            <a:spLocks noGrp="1"/>
          </p:cNvSpPr>
          <p:nvPr/>
        </p:nvSpPr>
        <p:spPr>
          <a:xfrm>
            <a:off x="782235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9" name="A1_bar_GT_10165">
            <a:extLst>
              <a:ext uri="{FF2B5EF4-FFF2-40B4-BE49-F238E27FC236}">
                <a16:creationId xmlns:a16="http://schemas.microsoft.com/office/drawing/2014/main" id="{5D1D08A2-BA13-4E03-837C-1740BB553269}"/>
              </a:ext>
            </a:extLst>
          </p:cNvPr>
          <p:cNvSpPr>
            <a:spLocks noGrp="1"/>
          </p:cNvSpPr>
          <p:nvPr/>
        </p:nvSpPr>
        <p:spPr>
          <a:xfrm>
            <a:off x="786950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0" name="A1_bar_GT_10166">
            <a:extLst>
              <a:ext uri="{FF2B5EF4-FFF2-40B4-BE49-F238E27FC236}">
                <a16:creationId xmlns:a16="http://schemas.microsoft.com/office/drawing/2014/main" id="{BAB93BC3-1A67-49F2-B738-45403D51E76E}"/>
              </a:ext>
            </a:extLst>
          </p:cNvPr>
          <p:cNvSpPr>
            <a:spLocks noGrp="1"/>
          </p:cNvSpPr>
          <p:nvPr/>
        </p:nvSpPr>
        <p:spPr>
          <a:xfrm>
            <a:off x="778366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1" name="A1_bar_GT_10167">
            <a:extLst>
              <a:ext uri="{FF2B5EF4-FFF2-40B4-BE49-F238E27FC236}">
                <a16:creationId xmlns:a16="http://schemas.microsoft.com/office/drawing/2014/main" id="{2DA52BA3-42AA-424C-8204-B37570F1DDC2}"/>
              </a:ext>
            </a:extLst>
          </p:cNvPr>
          <p:cNvSpPr>
            <a:spLocks noGrp="1"/>
          </p:cNvSpPr>
          <p:nvPr/>
        </p:nvSpPr>
        <p:spPr>
          <a:xfrm>
            <a:off x="790490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2" name="A1_bar_GT_10168">
            <a:extLst>
              <a:ext uri="{FF2B5EF4-FFF2-40B4-BE49-F238E27FC236}">
                <a16:creationId xmlns:a16="http://schemas.microsoft.com/office/drawing/2014/main" id="{B127E10F-3D22-4925-AB8B-56157B62F49F}"/>
              </a:ext>
            </a:extLst>
          </p:cNvPr>
          <p:cNvSpPr>
            <a:spLocks noGrp="1"/>
          </p:cNvSpPr>
          <p:nvPr/>
        </p:nvSpPr>
        <p:spPr>
          <a:xfrm>
            <a:off x="779600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3" name="A1_bar_GT_10169">
            <a:extLst>
              <a:ext uri="{FF2B5EF4-FFF2-40B4-BE49-F238E27FC236}">
                <a16:creationId xmlns:a16="http://schemas.microsoft.com/office/drawing/2014/main" id="{941EDF4F-5C53-48D0-B1F9-502560A795D4}"/>
              </a:ext>
            </a:extLst>
          </p:cNvPr>
          <p:cNvSpPr>
            <a:spLocks noGrp="1"/>
          </p:cNvSpPr>
          <p:nvPr/>
        </p:nvSpPr>
        <p:spPr>
          <a:xfrm>
            <a:off x="7912209" y="4052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4" name="A1_bar_GT_10170">
            <a:extLst>
              <a:ext uri="{FF2B5EF4-FFF2-40B4-BE49-F238E27FC236}">
                <a16:creationId xmlns:a16="http://schemas.microsoft.com/office/drawing/2014/main" id="{6E3A48E3-BAC4-4467-B8B5-2B9E06C728E0}"/>
              </a:ext>
            </a:extLst>
          </p:cNvPr>
          <p:cNvSpPr>
            <a:spLocks noGrp="1"/>
          </p:cNvSpPr>
          <p:nvPr/>
        </p:nvSpPr>
        <p:spPr>
          <a:xfrm>
            <a:off x="78754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5" name="A1_bar_GT_10171">
            <a:extLst>
              <a:ext uri="{FF2B5EF4-FFF2-40B4-BE49-F238E27FC236}">
                <a16:creationId xmlns:a16="http://schemas.microsoft.com/office/drawing/2014/main" id="{DC0B7027-0A16-4624-B5CC-7133A13DB920}"/>
              </a:ext>
            </a:extLst>
          </p:cNvPr>
          <p:cNvSpPr>
            <a:spLocks noGrp="1"/>
          </p:cNvSpPr>
          <p:nvPr/>
        </p:nvSpPr>
        <p:spPr>
          <a:xfrm>
            <a:off x="785988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6" name="A1_bar_GT_10172">
            <a:extLst>
              <a:ext uri="{FF2B5EF4-FFF2-40B4-BE49-F238E27FC236}">
                <a16:creationId xmlns:a16="http://schemas.microsoft.com/office/drawing/2014/main" id="{147D9AD0-6B58-40F2-89DA-320D03DB40D7}"/>
              </a:ext>
            </a:extLst>
          </p:cNvPr>
          <p:cNvSpPr>
            <a:spLocks noGrp="1"/>
          </p:cNvSpPr>
          <p:nvPr/>
        </p:nvSpPr>
        <p:spPr>
          <a:xfrm>
            <a:off x="7840795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7" name="A1_bar_GT_10173">
            <a:extLst>
              <a:ext uri="{FF2B5EF4-FFF2-40B4-BE49-F238E27FC236}">
                <a16:creationId xmlns:a16="http://schemas.microsoft.com/office/drawing/2014/main" id="{D07822A1-932B-4A09-97AA-E717032CA908}"/>
              </a:ext>
            </a:extLst>
          </p:cNvPr>
          <p:cNvSpPr>
            <a:spLocks noGrp="1"/>
          </p:cNvSpPr>
          <p:nvPr/>
        </p:nvSpPr>
        <p:spPr>
          <a:xfrm>
            <a:off x="794482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8" name="A1_bar_GT_10174">
            <a:extLst>
              <a:ext uri="{FF2B5EF4-FFF2-40B4-BE49-F238E27FC236}">
                <a16:creationId xmlns:a16="http://schemas.microsoft.com/office/drawing/2014/main" id="{B5625FE3-7224-4DF3-9D73-A080FDEAA2CB}"/>
              </a:ext>
            </a:extLst>
          </p:cNvPr>
          <p:cNvSpPr>
            <a:spLocks noGrp="1"/>
          </p:cNvSpPr>
          <p:nvPr/>
        </p:nvSpPr>
        <p:spPr>
          <a:xfrm>
            <a:off x="782313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9" name="A1_bar_GT_10175">
            <a:extLst>
              <a:ext uri="{FF2B5EF4-FFF2-40B4-BE49-F238E27FC236}">
                <a16:creationId xmlns:a16="http://schemas.microsoft.com/office/drawing/2014/main" id="{9B020A83-82D5-434C-9028-F84E073ABB83}"/>
              </a:ext>
            </a:extLst>
          </p:cNvPr>
          <p:cNvSpPr>
            <a:spLocks noGrp="1"/>
          </p:cNvSpPr>
          <p:nvPr/>
        </p:nvSpPr>
        <p:spPr>
          <a:xfrm>
            <a:off x="7946290" y="38825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0" name="A1_bar_GT_10176">
            <a:extLst>
              <a:ext uri="{FF2B5EF4-FFF2-40B4-BE49-F238E27FC236}">
                <a16:creationId xmlns:a16="http://schemas.microsoft.com/office/drawing/2014/main" id="{C19EB116-8E9E-48A6-8532-30C3392EFC68}"/>
              </a:ext>
            </a:extLst>
          </p:cNvPr>
          <p:cNvSpPr>
            <a:spLocks noGrp="1"/>
          </p:cNvSpPr>
          <p:nvPr/>
        </p:nvSpPr>
        <p:spPr>
          <a:xfrm>
            <a:off x="7833748" y="5594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1" name="A1_bar_GT_10177">
            <a:extLst>
              <a:ext uri="{FF2B5EF4-FFF2-40B4-BE49-F238E27FC236}">
                <a16:creationId xmlns:a16="http://schemas.microsoft.com/office/drawing/2014/main" id="{14F87D1D-215D-4BF5-93D7-9816E912C9F6}"/>
              </a:ext>
            </a:extLst>
          </p:cNvPr>
          <p:cNvSpPr>
            <a:spLocks noGrp="1"/>
          </p:cNvSpPr>
          <p:nvPr/>
        </p:nvSpPr>
        <p:spPr>
          <a:xfrm>
            <a:off x="7834516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2" name="A1_bar_GT_10178">
            <a:extLst>
              <a:ext uri="{FF2B5EF4-FFF2-40B4-BE49-F238E27FC236}">
                <a16:creationId xmlns:a16="http://schemas.microsoft.com/office/drawing/2014/main" id="{F2E5BF05-1F3E-431C-8D04-A5E31033E5EC}"/>
              </a:ext>
            </a:extLst>
          </p:cNvPr>
          <p:cNvSpPr>
            <a:spLocks noGrp="1"/>
          </p:cNvSpPr>
          <p:nvPr/>
        </p:nvSpPr>
        <p:spPr>
          <a:xfrm>
            <a:off x="770802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3" name="A1_bar_GT_10179">
            <a:extLst>
              <a:ext uri="{FF2B5EF4-FFF2-40B4-BE49-F238E27FC236}">
                <a16:creationId xmlns:a16="http://schemas.microsoft.com/office/drawing/2014/main" id="{809F0F71-61F0-4198-A4DB-B8895048ECAE}"/>
              </a:ext>
            </a:extLst>
          </p:cNvPr>
          <p:cNvSpPr>
            <a:spLocks noGrp="1"/>
          </p:cNvSpPr>
          <p:nvPr/>
        </p:nvSpPr>
        <p:spPr>
          <a:xfrm>
            <a:off x="7740151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4" name="A1_bar_GT_10180">
            <a:extLst>
              <a:ext uri="{FF2B5EF4-FFF2-40B4-BE49-F238E27FC236}">
                <a16:creationId xmlns:a16="http://schemas.microsoft.com/office/drawing/2014/main" id="{23C1E7B8-A97B-44A6-80C5-4776C202F454}"/>
              </a:ext>
            </a:extLst>
          </p:cNvPr>
          <p:cNvSpPr>
            <a:spLocks noGrp="1"/>
          </p:cNvSpPr>
          <p:nvPr/>
        </p:nvSpPr>
        <p:spPr>
          <a:xfrm>
            <a:off x="782179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5" name="A1_bar_GT_10181">
            <a:extLst>
              <a:ext uri="{FF2B5EF4-FFF2-40B4-BE49-F238E27FC236}">
                <a16:creationId xmlns:a16="http://schemas.microsoft.com/office/drawing/2014/main" id="{C547CB3B-EB8C-4605-A413-DA760A121CB1}"/>
              </a:ext>
            </a:extLst>
          </p:cNvPr>
          <p:cNvSpPr>
            <a:spLocks noGrp="1"/>
          </p:cNvSpPr>
          <p:nvPr/>
        </p:nvSpPr>
        <p:spPr>
          <a:xfrm>
            <a:off x="7803120" y="6042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6" name="A1_bar_GT_10182">
            <a:extLst>
              <a:ext uri="{FF2B5EF4-FFF2-40B4-BE49-F238E27FC236}">
                <a16:creationId xmlns:a16="http://schemas.microsoft.com/office/drawing/2014/main" id="{EEA676B6-9316-46E6-B289-9E7C8EACBDEB}"/>
              </a:ext>
            </a:extLst>
          </p:cNvPr>
          <p:cNvSpPr>
            <a:spLocks noGrp="1"/>
          </p:cNvSpPr>
          <p:nvPr/>
        </p:nvSpPr>
        <p:spPr>
          <a:xfrm>
            <a:off x="776454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7" name="A1_bar_GT_10183">
            <a:extLst>
              <a:ext uri="{FF2B5EF4-FFF2-40B4-BE49-F238E27FC236}">
                <a16:creationId xmlns:a16="http://schemas.microsoft.com/office/drawing/2014/main" id="{9260A8D8-1E8D-45F6-BECA-CA7C7D1289EE}"/>
              </a:ext>
            </a:extLst>
          </p:cNvPr>
          <p:cNvSpPr>
            <a:spLocks noGrp="1"/>
          </p:cNvSpPr>
          <p:nvPr/>
        </p:nvSpPr>
        <p:spPr>
          <a:xfrm>
            <a:off x="7925472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8" name="A1_bar_GT_10184">
            <a:extLst>
              <a:ext uri="{FF2B5EF4-FFF2-40B4-BE49-F238E27FC236}">
                <a16:creationId xmlns:a16="http://schemas.microsoft.com/office/drawing/2014/main" id="{AF8BFF55-6FEF-43B6-953B-642E0A9C5A0A}"/>
              </a:ext>
            </a:extLst>
          </p:cNvPr>
          <p:cNvSpPr>
            <a:spLocks noGrp="1"/>
          </p:cNvSpPr>
          <p:nvPr/>
        </p:nvSpPr>
        <p:spPr>
          <a:xfrm>
            <a:off x="79321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9" name="A1_bar_GT_10185">
            <a:extLst>
              <a:ext uri="{FF2B5EF4-FFF2-40B4-BE49-F238E27FC236}">
                <a16:creationId xmlns:a16="http://schemas.microsoft.com/office/drawing/2014/main" id="{89145943-CF9F-41BD-A4B8-487F55063896}"/>
              </a:ext>
            </a:extLst>
          </p:cNvPr>
          <p:cNvSpPr>
            <a:spLocks noGrp="1"/>
          </p:cNvSpPr>
          <p:nvPr/>
        </p:nvSpPr>
        <p:spPr>
          <a:xfrm>
            <a:off x="783940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0" name="A1_bar_GT_10186">
            <a:extLst>
              <a:ext uri="{FF2B5EF4-FFF2-40B4-BE49-F238E27FC236}">
                <a16:creationId xmlns:a16="http://schemas.microsoft.com/office/drawing/2014/main" id="{B6A80436-AFA9-4752-91AC-8623D4CC9B50}"/>
              </a:ext>
            </a:extLst>
          </p:cNvPr>
          <p:cNvSpPr>
            <a:spLocks noGrp="1"/>
          </p:cNvSpPr>
          <p:nvPr/>
        </p:nvSpPr>
        <p:spPr>
          <a:xfrm>
            <a:off x="775150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1" name="A1_bar_GT_10187">
            <a:extLst>
              <a:ext uri="{FF2B5EF4-FFF2-40B4-BE49-F238E27FC236}">
                <a16:creationId xmlns:a16="http://schemas.microsoft.com/office/drawing/2014/main" id="{FC004C77-C513-44EB-8118-03DC8EDD67E9}"/>
              </a:ext>
            </a:extLst>
          </p:cNvPr>
          <p:cNvSpPr>
            <a:spLocks noGrp="1"/>
          </p:cNvSpPr>
          <p:nvPr/>
        </p:nvSpPr>
        <p:spPr>
          <a:xfrm>
            <a:off x="79301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2" name="A1_bar_GT_10188">
            <a:extLst>
              <a:ext uri="{FF2B5EF4-FFF2-40B4-BE49-F238E27FC236}">
                <a16:creationId xmlns:a16="http://schemas.microsoft.com/office/drawing/2014/main" id="{A81393D1-4826-4571-9BCE-95DA9AEA0460}"/>
              </a:ext>
            </a:extLst>
          </p:cNvPr>
          <p:cNvSpPr>
            <a:spLocks noGrp="1"/>
          </p:cNvSpPr>
          <p:nvPr/>
        </p:nvSpPr>
        <p:spPr>
          <a:xfrm>
            <a:off x="7720009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3" name="A1_bar_GT_10189">
            <a:extLst>
              <a:ext uri="{FF2B5EF4-FFF2-40B4-BE49-F238E27FC236}">
                <a16:creationId xmlns:a16="http://schemas.microsoft.com/office/drawing/2014/main" id="{540B1E72-31AF-484B-8B7C-D62F7C6DD259}"/>
              </a:ext>
            </a:extLst>
          </p:cNvPr>
          <p:cNvSpPr>
            <a:spLocks noGrp="1"/>
          </p:cNvSpPr>
          <p:nvPr/>
        </p:nvSpPr>
        <p:spPr>
          <a:xfrm>
            <a:off x="7898721" y="58056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4" name="A1_bar_GT_10190">
            <a:extLst>
              <a:ext uri="{FF2B5EF4-FFF2-40B4-BE49-F238E27FC236}">
                <a16:creationId xmlns:a16="http://schemas.microsoft.com/office/drawing/2014/main" id="{BC8B4124-7AA2-4114-8547-D54083829CCF}"/>
              </a:ext>
            </a:extLst>
          </p:cNvPr>
          <p:cNvSpPr>
            <a:spLocks noGrp="1"/>
          </p:cNvSpPr>
          <p:nvPr/>
        </p:nvSpPr>
        <p:spPr>
          <a:xfrm>
            <a:off x="78967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5" name="A1_bar_GT_10191">
            <a:extLst>
              <a:ext uri="{FF2B5EF4-FFF2-40B4-BE49-F238E27FC236}">
                <a16:creationId xmlns:a16="http://schemas.microsoft.com/office/drawing/2014/main" id="{62CC6526-096E-4DB1-AC22-8FD41DD80118}"/>
              </a:ext>
            </a:extLst>
          </p:cNvPr>
          <p:cNvSpPr>
            <a:spLocks noGrp="1"/>
          </p:cNvSpPr>
          <p:nvPr/>
        </p:nvSpPr>
        <p:spPr>
          <a:xfrm>
            <a:off x="7933494" y="43724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6" name="A1_bar_GT_10192">
            <a:extLst>
              <a:ext uri="{FF2B5EF4-FFF2-40B4-BE49-F238E27FC236}">
                <a16:creationId xmlns:a16="http://schemas.microsoft.com/office/drawing/2014/main" id="{543DEC95-E8A8-48FC-8D9B-7152C50EE36F}"/>
              </a:ext>
            </a:extLst>
          </p:cNvPr>
          <p:cNvSpPr>
            <a:spLocks noGrp="1"/>
          </p:cNvSpPr>
          <p:nvPr/>
        </p:nvSpPr>
        <p:spPr>
          <a:xfrm>
            <a:off x="7851157" y="5092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7" name="A1_bar_GT_10193">
            <a:extLst>
              <a:ext uri="{FF2B5EF4-FFF2-40B4-BE49-F238E27FC236}">
                <a16:creationId xmlns:a16="http://schemas.microsoft.com/office/drawing/2014/main" id="{1E13213C-27FE-4578-BB4C-972A8427F58D}"/>
              </a:ext>
            </a:extLst>
          </p:cNvPr>
          <p:cNvSpPr>
            <a:spLocks noGrp="1"/>
          </p:cNvSpPr>
          <p:nvPr/>
        </p:nvSpPr>
        <p:spPr>
          <a:xfrm>
            <a:off x="773572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8" name="A1_bar_GT_10194">
            <a:extLst>
              <a:ext uri="{FF2B5EF4-FFF2-40B4-BE49-F238E27FC236}">
                <a16:creationId xmlns:a16="http://schemas.microsoft.com/office/drawing/2014/main" id="{AE7B7E8C-71A9-4CB2-9ED5-DFCB540084AF}"/>
              </a:ext>
            </a:extLst>
          </p:cNvPr>
          <p:cNvSpPr>
            <a:spLocks noGrp="1"/>
          </p:cNvSpPr>
          <p:nvPr/>
        </p:nvSpPr>
        <p:spPr>
          <a:xfrm>
            <a:off x="782484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9" name="A1_bar_GT_10195">
            <a:extLst>
              <a:ext uri="{FF2B5EF4-FFF2-40B4-BE49-F238E27FC236}">
                <a16:creationId xmlns:a16="http://schemas.microsoft.com/office/drawing/2014/main" id="{BBFAEFF9-16C3-4F8D-BC99-9D6A7979F29B}"/>
              </a:ext>
            </a:extLst>
          </p:cNvPr>
          <p:cNvSpPr>
            <a:spLocks noGrp="1"/>
          </p:cNvSpPr>
          <p:nvPr/>
        </p:nvSpPr>
        <p:spPr>
          <a:xfrm>
            <a:off x="794814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0" name="A1_bar_GT_10196">
            <a:extLst>
              <a:ext uri="{FF2B5EF4-FFF2-40B4-BE49-F238E27FC236}">
                <a16:creationId xmlns:a16="http://schemas.microsoft.com/office/drawing/2014/main" id="{153C8209-1C55-4C7A-B222-1BD3D40A3C33}"/>
              </a:ext>
            </a:extLst>
          </p:cNvPr>
          <p:cNvSpPr>
            <a:spLocks noGrp="1"/>
          </p:cNvSpPr>
          <p:nvPr/>
        </p:nvSpPr>
        <p:spPr>
          <a:xfrm>
            <a:off x="782279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1" name="A1_bar_GT_10197">
            <a:extLst>
              <a:ext uri="{FF2B5EF4-FFF2-40B4-BE49-F238E27FC236}">
                <a16:creationId xmlns:a16="http://schemas.microsoft.com/office/drawing/2014/main" id="{23881B60-D1FF-4436-896A-C445F318E6C4}"/>
              </a:ext>
            </a:extLst>
          </p:cNvPr>
          <p:cNvSpPr>
            <a:spLocks noGrp="1"/>
          </p:cNvSpPr>
          <p:nvPr/>
        </p:nvSpPr>
        <p:spPr>
          <a:xfrm>
            <a:off x="79299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2" name="A1_bar_GT_10198">
            <a:extLst>
              <a:ext uri="{FF2B5EF4-FFF2-40B4-BE49-F238E27FC236}">
                <a16:creationId xmlns:a16="http://schemas.microsoft.com/office/drawing/2014/main" id="{8D096F00-5510-48F2-AE19-B325327168FE}"/>
              </a:ext>
            </a:extLst>
          </p:cNvPr>
          <p:cNvSpPr>
            <a:spLocks noGrp="1"/>
          </p:cNvSpPr>
          <p:nvPr/>
        </p:nvSpPr>
        <p:spPr>
          <a:xfrm>
            <a:off x="7854366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3" name="A1_bar_GT_10199">
            <a:extLst>
              <a:ext uri="{FF2B5EF4-FFF2-40B4-BE49-F238E27FC236}">
                <a16:creationId xmlns:a16="http://schemas.microsoft.com/office/drawing/2014/main" id="{1212BC74-A9F3-4AC8-95F0-C0C5C2DB26AC}"/>
              </a:ext>
            </a:extLst>
          </p:cNvPr>
          <p:cNvSpPr>
            <a:spLocks noGrp="1"/>
          </p:cNvSpPr>
          <p:nvPr/>
        </p:nvSpPr>
        <p:spPr>
          <a:xfrm>
            <a:off x="7741584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4" name="A1_bar_GT_10200">
            <a:extLst>
              <a:ext uri="{FF2B5EF4-FFF2-40B4-BE49-F238E27FC236}">
                <a16:creationId xmlns:a16="http://schemas.microsoft.com/office/drawing/2014/main" id="{6C1ABE54-5650-4285-83CF-11A65449CD90}"/>
              </a:ext>
            </a:extLst>
          </p:cNvPr>
          <p:cNvSpPr>
            <a:spLocks noGrp="1"/>
          </p:cNvSpPr>
          <p:nvPr/>
        </p:nvSpPr>
        <p:spPr>
          <a:xfrm>
            <a:off x="793266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5" name="A1_bar_GT_10201">
            <a:extLst>
              <a:ext uri="{FF2B5EF4-FFF2-40B4-BE49-F238E27FC236}">
                <a16:creationId xmlns:a16="http://schemas.microsoft.com/office/drawing/2014/main" id="{0FFE5576-010F-442A-A1AE-9EAE6BF296FD}"/>
              </a:ext>
            </a:extLst>
          </p:cNvPr>
          <p:cNvSpPr>
            <a:spLocks noGrp="1"/>
          </p:cNvSpPr>
          <p:nvPr/>
        </p:nvSpPr>
        <p:spPr>
          <a:xfrm>
            <a:off x="791975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6" name="A1_bar_GT_10202">
            <a:extLst>
              <a:ext uri="{FF2B5EF4-FFF2-40B4-BE49-F238E27FC236}">
                <a16:creationId xmlns:a16="http://schemas.microsoft.com/office/drawing/2014/main" id="{17E46378-CB15-48B5-8976-9ED57C2C1B1E}"/>
              </a:ext>
            </a:extLst>
          </p:cNvPr>
          <p:cNvSpPr>
            <a:spLocks noGrp="1"/>
          </p:cNvSpPr>
          <p:nvPr/>
        </p:nvSpPr>
        <p:spPr>
          <a:xfrm>
            <a:off x="7936361" y="41169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7" name="A1_bar_GT_10203">
            <a:extLst>
              <a:ext uri="{FF2B5EF4-FFF2-40B4-BE49-F238E27FC236}">
                <a16:creationId xmlns:a16="http://schemas.microsoft.com/office/drawing/2014/main" id="{826D8BA9-FCEA-4B9F-AC8E-247439D6DDA8}"/>
              </a:ext>
            </a:extLst>
          </p:cNvPr>
          <p:cNvSpPr>
            <a:spLocks noGrp="1"/>
          </p:cNvSpPr>
          <p:nvPr/>
        </p:nvSpPr>
        <p:spPr>
          <a:xfrm>
            <a:off x="792956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8" name="A1_bar_GT_10204">
            <a:extLst>
              <a:ext uri="{FF2B5EF4-FFF2-40B4-BE49-F238E27FC236}">
                <a16:creationId xmlns:a16="http://schemas.microsoft.com/office/drawing/2014/main" id="{23D08D56-B185-4217-8B7C-5899C255F056}"/>
              </a:ext>
            </a:extLst>
          </p:cNvPr>
          <p:cNvSpPr>
            <a:spLocks noGrp="1"/>
          </p:cNvSpPr>
          <p:nvPr/>
        </p:nvSpPr>
        <p:spPr>
          <a:xfrm>
            <a:off x="773079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9" name="A1_bar_GT_10205">
            <a:extLst>
              <a:ext uri="{FF2B5EF4-FFF2-40B4-BE49-F238E27FC236}">
                <a16:creationId xmlns:a16="http://schemas.microsoft.com/office/drawing/2014/main" id="{B2181151-99B5-4D16-A207-3FCF809CE75A}"/>
              </a:ext>
            </a:extLst>
          </p:cNvPr>
          <p:cNvSpPr>
            <a:spLocks noGrp="1"/>
          </p:cNvSpPr>
          <p:nvPr/>
        </p:nvSpPr>
        <p:spPr>
          <a:xfrm>
            <a:off x="7772632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0" name="A1_bar_GT_10206">
            <a:extLst>
              <a:ext uri="{FF2B5EF4-FFF2-40B4-BE49-F238E27FC236}">
                <a16:creationId xmlns:a16="http://schemas.microsoft.com/office/drawing/2014/main" id="{F6071063-490A-478B-A8FA-F31B2617EC6D}"/>
              </a:ext>
            </a:extLst>
          </p:cNvPr>
          <p:cNvSpPr>
            <a:spLocks noGrp="1"/>
          </p:cNvSpPr>
          <p:nvPr/>
        </p:nvSpPr>
        <p:spPr>
          <a:xfrm>
            <a:off x="77172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1" name="A1_bar_GT_10207">
            <a:extLst>
              <a:ext uri="{FF2B5EF4-FFF2-40B4-BE49-F238E27FC236}">
                <a16:creationId xmlns:a16="http://schemas.microsoft.com/office/drawing/2014/main" id="{26AB2725-3689-481E-B44A-AB7034825545}"/>
              </a:ext>
            </a:extLst>
          </p:cNvPr>
          <p:cNvSpPr>
            <a:spLocks noGrp="1"/>
          </p:cNvSpPr>
          <p:nvPr/>
        </p:nvSpPr>
        <p:spPr>
          <a:xfrm>
            <a:off x="791591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2" name="A1_bar_GT_10208">
            <a:extLst>
              <a:ext uri="{FF2B5EF4-FFF2-40B4-BE49-F238E27FC236}">
                <a16:creationId xmlns:a16="http://schemas.microsoft.com/office/drawing/2014/main" id="{08AA66A2-4B1D-486B-B69F-03A4B08A699D}"/>
              </a:ext>
            </a:extLst>
          </p:cNvPr>
          <p:cNvSpPr>
            <a:spLocks noGrp="1"/>
          </p:cNvSpPr>
          <p:nvPr/>
        </p:nvSpPr>
        <p:spPr>
          <a:xfrm>
            <a:off x="7762325" y="57816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3" name="A1_bar_GT_10209">
            <a:extLst>
              <a:ext uri="{FF2B5EF4-FFF2-40B4-BE49-F238E27FC236}">
                <a16:creationId xmlns:a16="http://schemas.microsoft.com/office/drawing/2014/main" id="{6AECD466-835C-43F0-8EE3-1069A907F055}"/>
              </a:ext>
            </a:extLst>
          </p:cNvPr>
          <p:cNvSpPr>
            <a:spLocks noGrp="1"/>
          </p:cNvSpPr>
          <p:nvPr/>
        </p:nvSpPr>
        <p:spPr>
          <a:xfrm>
            <a:off x="789119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4" name="A1_bar_GT_10210">
            <a:extLst>
              <a:ext uri="{FF2B5EF4-FFF2-40B4-BE49-F238E27FC236}">
                <a16:creationId xmlns:a16="http://schemas.microsoft.com/office/drawing/2014/main" id="{D3E8A22D-330B-42A1-8591-555AC0663B30}"/>
              </a:ext>
            </a:extLst>
          </p:cNvPr>
          <p:cNvSpPr>
            <a:spLocks noGrp="1"/>
          </p:cNvSpPr>
          <p:nvPr/>
        </p:nvSpPr>
        <p:spPr>
          <a:xfrm>
            <a:off x="79371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5" name="A1_bar_GT_10211">
            <a:extLst>
              <a:ext uri="{FF2B5EF4-FFF2-40B4-BE49-F238E27FC236}">
                <a16:creationId xmlns:a16="http://schemas.microsoft.com/office/drawing/2014/main" id="{04DAD5D4-9B0C-4334-B208-585165F3085C}"/>
              </a:ext>
            </a:extLst>
          </p:cNvPr>
          <p:cNvSpPr>
            <a:spLocks noGrp="1"/>
          </p:cNvSpPr>
          <p:nvPr/>
        </p:nvSpPr>
        <p:spPr>
          <a:xfrm>
            <a:off x="773857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6" name="A1_bar_GT_10212">
            <a:extLst>
              <a:ext uri="{FF2B5EF4-FFF2-40B4-BE49-F238E27FC236}">
                <a16:creationId xmlns:a16="http://schemas.microsoft.com/office/drawing/2014/main" id="{FF56C3C6-DC8B-4DEA-8E74-0BE7F47A4D22}"/>
              </a:ext>
            </a:extLst>
          </p:cNvPr>
          <p:cNvSpPr>
            <a:spLocks noGrp="1"/>
          </p:cNvSpPr>
          <p:nvPr/>
        </p:nvSpPr>
        <p:spPr>
          <a:xfrm>
            <a:off x="7903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7" name="A1_bar_GT_10213">
            <a:extLst>
              <a:ext uri="{FF2B5EF4-FFF2-40B4-BE49-F238E27FC236}">
                <a16:creationId xmlns:a16="http://schemas.microsoft.com/office/drawing/2014/main" id="{C9EF291F-9614-47EC-93FA-C04AEB6DD18B}"/>
              </a:ext>
            </a:extLst>
          </p:cNvPr>
          <p:cNvSpPr>
            <a:spLocks noGrp="1"/>
          </p:cNvSpPr>
          <p:nvPr/>
        </p:nvSpPr>
        <p:spPr>
          <a:xfrm>
            <a:off x="7752462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8" name="A1_bar_GT_10214">
            <a:extLst>
              <a:ext uri="{FF2B5EF4-FFF2-40B4-BE49-F238E27FC236}">
                <a16:creationId xmlns:a16="http://schemas.microsoft.com/office/drawing/2014/main" id="{5BAFE0A2-AD08-4A18-819A-A2D949C57BC3}"/>
              </a:ext>
            </a:extLst>
          </p:cNvPr>
          <p:cNvSpPr>
            <a:spLocks noGrp="1"/>
          </p:cNvSpPr>
          <p:nvPr/>
        </p:nvSpPr>
        <p:spPr>
          <a:xfrm>
            <a:off x="779913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9" name="A1_bar_GT_10215">
            <a:extLst>
              <a:ext uri="{FF2B5EF4-FFF2-40B4-BE49-F238E27FC236}">
                <a16:creationId xmlns:a16="http://schemas.microsoft.com/office/drawing/2014/main" id="{99DCCE15-5C2B-4915-93E0-ABBFE3E03349}"/>
              </a:ext>
            </a:extLst>
          </p:cNvPr>
          <p:cNvSpPr>
            <a:spLocks noGrp="1"/>
          </p:cNvSpPr>
          <p:nvPr/>
        </p:nvSpPr>
        <p:spPr>
          <a:xfrm>
            <a:off x="775913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0" name="A1_bar_GT_10216">
            <a:extLst>
              <a:ext uri="{FF2B5EF4-FFF2-40B4-BE49-F238E27FC236}">
                <a16:creationId xmlns:a16="http://schemas.microsoft.com/office/drawing/2014/main" id="{BAEEE1B4-2F24-4946-B4B8-5D5EB03DF5A2}"/>
              </a:ext>
            </a:extLst>
          </p:cNvPr>
          <p:cNvSpPr>
            <a:spLocks noGrp="1"/>
          </p:cNvSpPr>
          <p:nvPr/>
        </p:nvSpPr>
        <p:spPr>
          <a:xfrm>
            <a:off x="77448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1" name="A1_bar_GT_10217">
            <a:extLst>
              <a:ext uri="{FF2B5EF4-FFF2-40B4-BE49-F238E27FC236}">
                <a16:creationId xmlns:a16="http://schemas.microsoft.com/office/drawing/2014/main" id="{8A6DCF80-5AE7-4072-A31B-D8895D91E467}"/>
              </a:ext>
            </a:extLst>
          </p:cNvPr>
          <p:cNvSpPr>
            <a:spLocks noGrp="1"/>
          </p:cNvSpPr>
          <p:nvPr/>
        </p:nvSpPr>
        <p:spPr>
          <a:xfrm>
            <a:off x="79260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2" name="A1_bar_GT_10218">
            <a:extLst>
              <a:ext uri="{FF2B5EF4-FFF2-40B4-BE49-F238E27FC236}">
                <a16:creationId xmlns:a16="http://schemas.microsoft.com/office/drawing/2014/main" id="{8B75F07B-959E-4075-83B9-3E6FF23AD8EE}"/>
              </a:ext>
            </a:extLst>
          </p:cNvPr>
          <p:cNvSpPr>
            <a:spLocks noGrp="1"/>
          </p:cNvSpPr>
          <p:nvPr/>
        </p:nvSpPr>
        <p:spPr>
          <a:xfrm>
            <a:off x="776370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3" name="A1_bar_GT_10219">
            <a:extLst>
              <a:ext uri="{FF2B5EF4-FFF2-40B4-BE49-F238E27FC236}">
                <a16:creationId xmlns:a16="http://schemas.microsoft.com/office/drawing/2014/main" id="{4C83D26B-C900-47B6-A194-413BF7268D11}"/>
              </a:ext>
            </a:extLst>
          </p:cNvPr>
          <p:cNvSpPr>
            <a:spLocks noGrp="1"/>
          </p:cNvSpPr>
          <p:nvPr/>
        </p:nvSpPr>
        <p:spPr>
          <a:xfrm>
            <a:off x="7718545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4" name="A1_bar_GT_10220">
            <a:extLst>
              <a:ext uri="{FF2B5EF4-FFF2-40B4-BE49-F238E27FC236}">
                <a16:creationId xmlns:a16="http://schemas.microsoft.com/office/drawing/2014/main" id="{AABEDFB9-5C66-46D1-9C82-F7BE8ADFC68A}"/>
              </a:ext>
            </a:extLst>
          </p:cNvPr>
          <p:cNvSpPr>
            <a:spLocks noGrp="1"/>
          </p:cNvSpPr>
          <p:nvPr/>
        </p:nvSpPr>
        <p:spPr>
          <a:xfrm>
            <a:off x="782443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5" name="A1_bar_GT_10221">
            <a:extLst>
              <a:ext uri="{FF2B5EF4-FFF2-40B4-BE49-F238E27FC236}">
                <a16:creationId xmlns:a16="http://schemas.microsoft.com/office/drawing/2014/main" id="{B2D18BE7-B653-4E18-9C32-536663622966}"/>
              </a:ext>
            </a:extLst>
          </p:cNvPr>
          <p:cNvSpPr>
            <a:spLocks noGrp="1"/>
          </p:cNvSpPr>
          <p:nvPr/>
        </p:nvSpPr>
        <p:spPr>
          <a:xfrm>
            <a:off x="78556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6" name="A1_bar_GT_10222">
            <a:extLst>
              <a:ext uri="{FF2B5EF4-FFF2-40B4-BE49-F238E27FC236}">
                <a16:creationId xmlns:a16="http://schemas.microsoft.com/office/drawing/2014/main" id="{E0154859-B6FB-4A07-B778-6C1CBEC3AA1D}"/>
              </a:ext>
            </a:extLst>
          </p:cNvPr>
          <p:cNvSpPr>
            <a:spLocks noGrp="1"/>
          </p:cNvSpPr>
          <p:nvPr/>
        </p:nvSpPr>
        <p:spPr>
          <a:xfrm>
            <a:off x="7846939" y="51694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7" name="A1_bar_GT_10223">
            <a:extLst>
              <a:ext uri="{FF2B5EF4-FFF2-40B4-BE49-F238E27FC236}">
                <a16:creationId xmlns:a16="http://schemas.microsoft.com/office/drawing/2014/main" id="{1A9F7FC1-E4D5-4B8C-B80D-C5D4A8BA1A04}"/>
              </a:ext>
            </a:extLst>
          </p:cNvPr>
          <p:cNvSpPr>
            <a:spLocks noGrp="1"/>
          </p:cNvSpPr>
          <p:nvPr/>
        </p:nvSpPr>
        <p:spPr>
          <a:xfrm>
            <a:off x="7738722" y="48563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8" name="A1_bar_GT_10224">
            <a:extLst>
              <a:ext uri="{FF2B5EF4-FFF2-40B4-BE49-F238E27FC236}">
                <a16:creationId xmlns:a16="http://schemas.microsoft.com/office/drawing/2014/main" id="{73C20CEB-ACF2-4AC6-9CD9-BA51FA03F097}"/>
              </a:ext>
            </a:extLst>
          </p:cNvPr>
          <p:cNvSpPr>
            <a:spLocks noGrp="1"/>
          </p:cNvSpPr>
          <p:nvPr/>
        </p:nvSpPr>
        <p:spPr>
          <a:xfrm>
            <a:off x="79161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9" name="A1_bar_GT_10225">
            <a:extLst>
              <a:ext uri="{FF2B5EF4-FFF2-40B4-BE49-F238E27FC236}">
                <a16:creationId xmlns:a16="http://schemas.microsoft.com/office/drawing/2014/main" id="{6B1D0F78-8D10-48BF-AFC1-B0D0F5CA1741}"/>
              </a:ext>
            </a:extLst>
          </p:cNvPr>
          <p:cNvSpPr>
            <a:spLocks noGrp="1"/>
          </p:cNvSpPr>
          <p:nvPr/>
        </p:nvSpPr>
        <p:spPr>
          <a:xfrm>
            <a:off x="787006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0" name="A1_bar_GT_10226">
            <a:extLst>
              <a:ext uri="{FF2B5EF4-FFF2-40B4-BE49-F238E27FC236}">
                <a16:creationId xmlns:a16="http://schemas.microsoft.com/office/drawing/2014/main" id="{95A79410-AFF3-4C7B-9309-5ED033BB2254}"/>
              </a:ext>
            </a:extLst>
          </p:cNvPr>
          <p:cNvSpPr>
            <a:spLocks noGrp="1"/>
          </p:cNvSpPr>
          <p:nvPr/>
        </p:nvSpPr>
        <p:spPr>
          <a:xfrm>
            <a:off x="7765564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1" name="A1_bar_GT_10227">
            <a:extLst>
              <a:ext uri="{FF2B5EF4-FFF2-40B4-BE49-F238E27FC236}">
                <a16:creationId xmlns:a16="http://schemas.microsoft.com/office/drawing/2014/main" id="{165005ED-5AEC-4110-B3EE-253FC837DEA0}"/>
              </a:ext>
            </a:extLst>
          </p:cNvPr>
          <p:cNvSpPr>
            <a:spLocks noGrp="1"/>
          </p:cNvSpPr>
          <p:nvPr/>
        </p:nvSpPr>
        <p:spPr>
          <a:xfrm>
            <a:off x="77910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2" name="A1_bar_GT_10228">
            <a:extLst>
              <a:ext uri="{FF2B5EF4-FFF2-40B4-BE49-F238E27FC236}">
                <a16:creationId xmlns:a16="http://schemas.microsoft.com/office/drawing/2014/main" id="{66FD28D8-5221-4781-B4F8-3C9EC2DA74B7}"/>
              </a:ext>
            </a:extLst>
          </p:cNvPr>
          <p:cNvSpPr>
            <a:spLocks noGrp="1"/>
          </p:cNvSpPr>
          <p:nvPr/>
        </p:nvSpPr>
        <p:spPr>
          <a:xfrm>
            <a:off x="7735686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3" name="A1_bar_GT_10229">
            <a:extLst>
              <a:ext uri="{FF2B5EF4-FFF2-40B4-BE49-F238E27FC236}">
                <a16:creationId xmlns:a16="http://schemas.microsoft.com/office/drawing/2014/main" id="{DAECA7D4-CBB4-426C-A04C-770649F52741}"/>
              </a:ext>
            </a:extLst>
          </p:cNvPr>
          <p:cNvSpPr>
            <a:spLocks noGrp="1"/>
          </p:cNvSpPr>
          <p:nvPr/>
        </p:nvSpPr>
        <p:spPr>
          <a:xfrm>
            <a:off x="77980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4" name="A1_bar_GT_10230">
            <a:extLst>
              <a:ext uri="{FF2B5EF4-FFF2-40B4-BE49-F238E27FC236}">
                <a16:creationId xmlns:a16="http://schemas.microsoft.com/office/drawing/2014/main" id="{924C5D59-14BE-4B51-B901-BBCD12D33B45}"/>
              </a:ext>
            </a:extLst>
          </p:cNvPr>
          <p:cNvSpPr>
            <a:spLocks noGrp="1"/>
          </p:cNvSpPr>
          <p:nvPr/>
        </p:nvSpPr>
        <p:spPr>
          <a:xfrm>
            <a:off x="7822701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5" name="A1_bar_GT_10231">
            <a:extLst>
              <a:ext uri="{FF2B5EF4-FFF2-40B4-BE49-F238E27FC236}">
                <a16:creationId xmlns:a16="http://schemas.microsoft.com/office/drawing/2014/main" id="{ADA20C93-C682-438F-AEF3-FF028DC65C79}"/>
              </a:ext>
            </a:extLst>
          </p:cNvPr>
          <p:cNvSpPr>
            <a:spLocks noGrp="1"/>
          </p:cNvSpPr>
          <p:nvPr/>
        </p:nvSpPr>
        <p:spPr>
          <a:xfrm>
            <a:off x="7907047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6" name="A1_bar_GT_10232">
            <a:extLst>
              <a:ext uri="{FF2B5EF4-FFF2-40B4-BE49-F238E27FC236}">
                <a16:creationId xmlns:a16="http://schemas.microsoft.com/office/drawing/2014/main" id="{92070A3B-B9B3-4197-9684-2A5F99433EB9}"/>
              </a:ext>
            </a:extLst>
          </p:cNvPr>
          <p:cNvSpPr>
            <a:spLocks noGrp="1"/>
          </p:cNvSpPr>
          <p:nvPr/>
        </p:nvSpPr>
        <p:spPr>
          <a:xfrm>
            <a:off x="776193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7" name="A1_bar_GT_10233">
            <a:extLst>
              <a:ext uri="{FF2B5EF4-FFF2-40B4-BE49-F238E27FC236}">
                <a16:creationId xmlns:a16="http://schemas.microsoft.com/office/drawing/2014/main" id="{1D4DE2F9-38F8-4357-81B4-7C66381347E6}"/>
              </a:ext>
            </a:extLst>
          </p:cNvPr>
          <p:cNvSpPr>
            <a:spLocks noGrp="1"/>
          </p:cNvSpPr>
          <p:nvPr/>
        </p:nvSpPr>
        <p:spPr>
          <a:xfrm>
            <a:off x="77827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8" name="A1_bar_GT_10234">
            <a:extLst>
              <a:ext uri="{FF2B5EF4-FFF2-40B4-BE49-F238E27FC236}">
                <a16:creationId xmlns:a16="http://schemas.microsoft.com/office/drawing/2014/main" id="{EB3468DD-70CF-40DB-9C4A-E21967C8D6FA}"/>
              </a:ext>
            </a:extLst>
          </p:cNvPr>
          <p:cNvSpPr>
            <a:spLocks noGrp="1"/>
          </p:cNvSpPr>
          <p:nvPr/>
        </p:nvSpPr>
        <p:spPr>
          <a:xfrm>
            <a:off x="79223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9" name="A1_bar_GT_10235">
            <a:extLst>
              <a:ext uri="{FF2B5EF4-FFF2-40B4-BE49-F238E27FC236}">
                <a16:creationId xmlns:a16="http://schemas.microsoft.com/office/drawing/2014/main" id="{4B6E2A17-D8A1-485F-AF37-37E43DDB2EC8}"/>
              </a:ext>
            </a:extLst>
          </p:cNvPr>
          <p:cNvSpPr>
            <a:spLocks noGrp="1"/>
          </p:cNvSpPr>
          <p:nvPr/>
        </p:nvSpPr>
        <p:spPr>
          <a:xfrm>
            <a:off x="7877139" y="40715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0" name="A1_bar_GT_10236">
            <a:extLst>
              <a:ext uri="{FF2B5EF4-FFF2-40B4-BE49-F238E27FC236}">
                <a16:creationId xmlns:a16="http://schemas.microsoft.com/office/drawing/2014/main" id="{2A958806-0CD8-49FB-AC85-13A32247AC4E}"/>
              </a:ext>
            </a:extLst>
          </p:cNvPr>
          <p:cNvSpPr>
            <a:spLocks noGrp="1"/>
          </p:cNvSpPr>
          <p:nvPr/>
        </p:nvSpPr>
        <p:spPr>
          <a:xfrm>
            <a:off x="7917397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1" name="A1_bar_GT_10237">
            <a:extLst>
              <a:ext uri="{FF2B5EF4-FFF2-40B4-BE49-F238E27FC236}">
                <a16:creationId xmlns:a16="http://schemas.microsoft.com/office/drawing/2014/main" id="{463C3A6A-438B-4C34-A0EF-AD958ECA691E}"/>
              </a:ext>
            </a:extLst>
          </p:cNvPr>
          <p:cNvSpPr>
            <a:spLocks noGrp="1"/>
          </p:cNvSpPr>
          <p:nvPr/>
        </p:nvSpPr>
        <p:spPr>
          <a:xfrm>
            <a:off x="790432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2" name="A1_bar_GT_10238">
            <a:extLst>
              <a:ext uri="{FF2B5EF4-FFF2-40B4-BE49-F238E27FC236}">
                <a16:creationId xmlns:a16="http://schemas.microsoft.com/office/drawing/2014/main" id="{C57875E1-3643-435A-8BFA-35E6FD1F8A8A}"/>
              </a:ext>
            </a:extLst>
          </p:cNvPr>
          <p:cNvSpPr>
            <a:spLocks noGrp="1"/>
          </p:cNvSpPr>
          <p:nvPr/>
        </p:nvSpPr>
        <p:spPr>
          <a:xfrm>
            <a:off x="780248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3" name="A1_bar_GT_10239">
            <a:extLst>
              <a:ext uri="{FF2B5EF4-FFF2-40B4-BE49-F238E27FC236}">
                <a16:creationId xmlns:a16="http://schemas.microsoft.com/office/drawing/2014/main" id="{731C8D09-D1DB-40E8-ADE4-500720D3C5EE}"/>
              </a:ext>
            </a:extLst>
          </p:cNvPr>
          <p:cNvSpPr>
            <a:spLocks noGrp="1"/>
          </p:cNvSpPr>
          <p:nvPr/>
        </p:nvSpPr>
        <p:spPr>
          <a:xfrm>
            <a:off x="7768105" y="45175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4" name="A1_bar_GT_10240">
            <a:extLst>
              <a:ext uri="{FF2B5EF4-FFF2-40B4-BE49-F238E27FC236}">
                <a16:creationId xmlns:a16="http://schemas.microsoft.com/office/drawing/2014/main" id="{C94650B1-41B0-47A7-A44F-4C80CD68B2F2}"/>
              </a:ext>
            </a:extLst>
          </p:cNvPr>
          <p:cNvSpPr>
            <a:spLocks noGrp="1"/>
          </p:cNvSpPr>
          <p:nvPr/>
        </p:nvSpPr>
        <p:spPr>
          <a:xfrm>
            <a:off x="78956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5" name="A1_bar_GT_10241">
            <a:extLst>
              <a:ext uri="{FF2B5EF4-FFF2-40B4-BE49-F238E27FC236}">
                <a16:creationId xmlns:a16="http://schemas.microsoft.com/office/drawing/2014/main" id="{0F9BF6B8-F8F2-486A-B205-830C86BAD760}"/>
              </a:ext>
            </a:extLst>
          </p:cNvPr>
          <p:cNvSpPr>
            <a:spLocks noGrp="1"/>
          </p:cNvSpPr>
          <p:nvPr/>
        </p:nvSpPr>
        <p:spPr>
          <a:xfrm>
            <a:off x="794201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6" name="A1_bar_GT_10242">
            <a:extLst>
              <a:ext uri="{FF2B5EF4-FFF2-40B4-BE49-F238E27FC236}">
                <a16:creationId xmlns:a16="http://schemas.microsoft.com/office/drawing/2014/main" id="{4BDDFD27-61FD-4B8F-A375-CE83EF222011}"/>
              </a:ext>
            </a:extLst>
          </p:cNvPr>
          <p:cNvSpPr>
            <a:spLocks noGrp="1"/>
          </p:cNvSpPr>
          <p:nvPr/>
        </p:nvSpPr>
        <p:spPr>
          <a:xfrm>
            <a:off x="77869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7" name="A1_bar_GT_10243">
            <a:extLst>
              <a:ext uri="{FF2B5EF4-FFF2-40B4-BE49-F238E27FC236}">
                <a16:creationId xmlns:a16="http://schemas.microsoft.com/office/drawing/2014/main" id="{B0A97A02-01C8-4A20-9566-89C4155C1292}"/>
              </a:ext>
            </a:extLst>
          </p:cNvPr>
          <p:cNvSpPr>
            <a:spLocks noGrp="1"/>
          </p:cNvSpPr>
          <p:nvPr/>
        </p:nvSpPr>
        <p:spPr>
          <a:xfrm>
            <a:off x="793977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8" name="A1_bar_GT_10244">
            <a:extLst>
              <a:ext uri="{FF2B5EF4-FFF2-40B4-BE49-F238E27FC236}">
                <a16:creationId xmlns:a16="http://schemas.microsoft.com/office/drawing/2014/main" id="{52497E30-5E18-469C-BCE4-FC590C284844}"/>
              </a:ext>
            </a:extLst>
          </p:cNvPr>
          <p:cNvSpPr>
            <a:spLocks noGrp="1"/>
          </p:cNvSpPr>
          <p:nvPr/>
        </p:nvSpPr>
        <p:spPr>
          <a:xfrm>
            <a:off x="7890875" y="51206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9" name="A1_bar_GT_10245">
            <a:extLst>
              <a:ext uri="{FF2B5EF4-FFF2-40B4-BE49-F238E27FC236}">
                <a16:creationId xmlns:a16="http://schemas.microsoft.com/office/drawing/2014/main" id="{46344893-4FD9-443E-BD25-803F4D9512A5}"/>
              </a:ext>
            </a:extLst>
          </p:cNvPr>
          <p:cNvSpPr>
            <a:spLocks noGrp="1"/>
          </p:cNvSpPr>
          <p:nvPr/>
        </p:nvSpPr>
        <p:spPr>
          <a:xfrm>
            <a:off x="792603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0" name="A1_bar_GT_10246">
            <a:extLst>
              <a:ext uri="{FF2B5EF4-FFF2-40B4-BE49-F238E27FC236}">
                <a16:creationId xmlns:a16="http://schemas.microsoft.com/office/drawing/2014/main" id="{796A7F4E-D5A9-4FA4-A96D-BE68E9DAFB05}"/>
              </a:ext>
            </a:extLst>
          </p:cNvPr>
          <p:cNvSpPr>
            <a:spLocks noGrp="1"/>
          </p:cNvSpPr>
          <p:nvPr/>
        </p:nvSpPr>
        <p:spPr>
          <a:xfrm>
            <a:off x="7777084" y="569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1" name="A1_bar_GT_10247">
            <a:extLst>
              <a:ext uri="{FF2B5EF4-FFF2-40B4-BE49-F238E27FC236}">
                <a16:creationId xmlns:a16="http://schemas.microsoft.com/office/drawing/2014/main" id="{85B2446F-C246-46D6-A20B-E467A1B66B4F}"/>
              </a:ext>
            </a:extLst>
          </p:cNvPr>
          <p:cNvSpPr>
            <a:spLocks noGrp="1"/>
          </p:cNvSpPr>
          <p:nvPr/>
        </p:nvSpPr>
        <p:spPr>
          <a:xfrm>
            <a:off x="77675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2" name="A1_bar_GT_10248">
            <a:extLst>
              <a:ext uri="{FF2B5EF4-FFF2-40B4-BE49-F238E27FC236}">
                <a16:creationId xmlns:a16="http://schemas.microsoft.com/office/drawing/2014/main" id="{01ACE20F-9876-4DE5-B6CD-155C1B5F4BA7}"/>
              </a:ext>
            </a:extLst>
          </p:cNvPr>
          <p:cNvSpPr>
            <a:spLocks noGrp="1"/>
          </p:cNvSpPr>
          <p:nvPr/>
        </p:nvSpPr>
        <p:spPr>
          <a:xfrm>
            <a:off x="77780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3" name="A1_bar_GT_10249">
            <a:extLst>
              <a:ext uri="{FF2B5EF4-FFF2-40B4-BE49-F238E27FC236}">
                <a16:creationId xmlns:a16="http://schemas.microsoft.com/office/drawing/2014/main" id="{01947AB1-80E8-4D1C-872D-94AE8760D6CE}"/>
              </a:ext>
            </a:extLst>
          </p:cNvPr>
          <p:cNvSpPr>
            <a:spLocks noGrp="1"/>
          </p:cNvSpPr>
          <p:nvPr/>
        </p:nvSpPr>
        <p:spPr>
          <a:xfrm>
            <a:off x="783659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4" name="A1_bar_GT_10250">
            <a:extLst>
              <a:ext uri="{FF2B5EF4-FFF2-40B4-BE49-F238E27FC236}">
                <a16:creationId xmlns:a16="http://schemas.microsoft.com/office/drawing/2014/main" id="{B70885B7-84F5-4C3D-8407-2104608452B5}"/>
              </a:ext>
            </a:extLst>
          </p:cNvPr>
          <p:cNvSpPr>
            <a:spLocks noGrp="1"/>
          </p:cNvSpPr>
          <p:nvPr/>
        </p:nvSpPr>
        <p:spPr>
          <a:xfrm>
            <a:off x="773935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5" name="A1_bar_GT_10251">
            <a:extLst>
              <a:ext uri="{FF2B5EF4-FFF2-40B4-BE49-F238E27FC236}">
                <a16:creationId xmlns:a16="http://schemas.microsoft.com/office/drawing/2014/main" id="{6723A0F1-9347-40C1-B750-3A8BFD87455F}"/>
              </a:ext>
            </a:extLst>
          </p:cNvPr>
          <p:cNvSpPr>
            <a:spLocks noGrp="1"/>
          </p:cNvSpPr>
          <p:nvPr/>
        </p:nvSpPr>
        <p:spPr>
          <a:xfrm>
            <a:off x="7921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6" name="A1_bar_GT_10252">
            <a:extLst>
              <a:ext uri="{FF2B5EF4-FFF2-40B4-BE49-F238E27FC236}">
                <a16:creationId xmlns:a16="http://schemas.microsoft.com/office/drawing/2014/main" id="{F9A76870-BC4B-4444-82ED-6891A872F719}"/>
              </a:ext>
            </a:extLst>
          </p:cNvPr>
          <p:cNvSpPr>
            <a:spLocks noGrp="1"/>
          </p:cNvSpPr>
          <p:nvPr/>
        </p:nvSpPr>
        <p:spPr>
          <a:xfrm>
            <a:off x="781686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7" name="A1_bar_GT_10253">
            <a:extLst>
              <a:ext uri="{FF2B5EF4-FFF2-40B4-BE49-F238E27FC236}">
                <a16:creationId xmlns:a16="http://schemas.microsoft.com/office/drawing/2014/main" id="{C1BEB699-1A88-40B5-9717-CC0DE5D8C499}"/>
              </a:ext>
            </a:extLst>
          </p:cNvPr>
          <p:cNvSpPr>
            <a:spLocks noGrp="1"/>
          </p:cNvSpPr>
          <p:nvPr/>
        </p:nvSpPr>
        <p:spPr>
          <a:xfrm>
            <a:off x="78591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8" name="A1_bar_GT_10254">
            <a:extLst>
              <a:ext uri="{FF2B5EF4-FFF2-40B4-BE49-F238E27FC236}">
                <a16:creationId xmlns:a16="http://schemas.microsoft.com/office/drawing/2014/main" id="{DFE63CF1-4756-4F31-9A61-1D23CD971DB6}"/>
              </a:ext>
            </a:extLst>
          </p:cNvPr>
          <p:cNvSpPr>
            <a:spLocks noGrp="1"/>
          </p:cNvSpPr>
          <p:nvPr/>
        </p:nvSpPr>
        <p:spPr>
          <a:xfrm>
            <a:off x="790154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9" name="A1_bar_GT_10255">
            <a:extLst>
              <a:ext uri="{FF2B5EF4-FFF2-40B4-BE49-F238E27FC236}">
                <a16:creationId xmlns:a16="http://schemas.microsoft.com/office/drawing/2014/main" id="{B46339CC-F509-45F9-878C-FDEC2B8DFAC4}"/>
              </a:ext>
            </a:extLst>
          </p:cNvPr>
          <p:cNvSpPr>
            <a:spLocks noGrp="1"/>
          </p:cNvSpPr>
          <p:nvPr/>
        </p:nvSpPr>
        <p:spPr>
          <a:xfrm>
            <a:off x="770288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0" name="A1_bar_GT_10256">
            <a:extLst>
              <a:ext uri="{FF2B5EF4-FFF2-40B4-BE49-F238E27FC236}">
                <a16:creationId xmlns:a16="http://schemas.microsoft.com/office/drawing/2014/main" id="{3F718189-8BD6-4234-9091-523C603B3389}"/>
              </a:ext>
            </a:extLst>
          </p:cNvPr>
          <p:cNvSpPr>
            <a:spLocks noGrp="1"/>
          </p:cNvSpPr>
          <p:nvPr/>
        </p:nvSpPr>
        <p:spPr>
          <a:xfrm>
            <a:off x="792721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1" name="A1_bar_GT_10257">
            <a:extLst>
              <a:ext uri="{FF2B5EF4-FFF2-40B4-BE49-F238E27FC236}">
                <a16:creationId xmlns:a16="http://schemas.microsoft.com/office/drawing/2014/main" id="{3C245E6E-CAD6-4A20-9DD9-87D7D6F4462E}"/>
              </a:ext>
            </a:extLst>
          </p:cNvPr>
          <p:cNvSpPr>
            <a:spLocks noGrp="1"/>
          </p:cNvSpPr>
          <p:nvPr/>
        </p:nvSpPr>
        <p:spPr>
          <a:xfrm>
            <a:off x="7814240" y="606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2" name="A1_bar_GT_10258">
            <a:extLst>
              <a:ext uri="{FF2B5EF4-FFF2-40B4-BE49-F238E27FC236}">
                <a16:creationId xmlns:a16="http://schemas.microsoft.com/office/drawing/2014/main" id="{D8C05551-474E-432E-8054-26560E551AD2}"/>
              </a:ext>
            </a:extLst>
          </p:cNvPr>
          <p:cNvSpPr>
            <a:spLocks noGrp="1"/>
          </p:cNvSpPr>
          <p:nvPr/>
        </p:nvSpPr>
        <p:spPr>
          <a:xfrm>
            <a:off x="78501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3" name="A1_bar_GT_10259">
            <a:extLst>
              <a:ext uri="{FF2B5EF4-FFF2-40B4-BE49-F238E27FC236}">
                <a16:creationId xmlns:a16="http://schemas.microsoft.com/office/drawing/2014/main" id="{47CE83AE-31B6-48A2-9790-09AE94CB757B}"/>
              </a:ext>
            </a:extLst>
          </p:cNvPr>
          <p:cNvSpPr>
            <a:spLocks noGrp="1"/>
          </p:cNvSpPr>
          <p:nvPr/>
        </p:nvSpPr>
        <p:spPr>
          <a:xfrm>
            <a:off x="774855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4" name="A1_bar_GT_10260">
            <a:extLst>
              <a:ext uri="{FF2B5EF4-FFF2-40B4-BE49-F238E27FC236}">
                <a16:creationId xmlns:a16="http://schemas.microsoft.com/office/drawing/2014/main" id="{894E174F-910C-4DC2-8870-F937DF94D238}"/>
              </a:ext>
            </a:extLst>
          </p:cNvPr>
          <p:cNvSpPr>
            <a:spLocks noGrp="1"/>
          </p:cNvSpPr>
          <p:nvPr/>
        </p:nvSpPr>
        <p:spPr>
          <a:xfrm>
            <a:off x="787149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5" name="A1_bar_GT_10261">
            <a:extLst>
              <a:ext uri="{FF2B5EF4-FFF2-40B4-BE49-F238E27FC236}">
                <a16:creationId xmlns:a16="http://schemas.microsoft.com/office/drawing/2014/main" id="{9DA94AD3-1804-4E32-84D1-D93E047326BA}"/>
              </a:ext>
            </a:extLst>
          </p:cNvPr>
          <p:cNvSpPr>
            <a:spLocks noGrp="1"/>
          </p:cNvSpPr>
          <p:nvPr/>
        </p:nvSpPr>
        <p:spPr>
          <a:xfrm>
            <a:off x="79329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6" name="A1_bar_GT_10262">
            <a:extLst>
              <a:ext uri="{FF2B5EF4-FFF2-40B4-BE49-F238E27FC236}">
                <a16:creationId xmlns:a16="http://schemas.microsoft.com/office/drawing/2014/main" id="{91DE149B-9882-485F-9291-A8ED49101358}"/>
              </a:ext>
            </a:extLst>
          </p:cNvPr>
          <p:cNvSpPr>
            <a:spLocks noGrp="1"/>
          </p:cNvSpPr>
          <p:nvPr/>
        </p:nvSpPr>
        <p:spPr>
          <a:xfrm>
            <a:off x="7718604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7" name="A1_bar_GT_10263">
            <a:extLst>
              <a:ext uri="{FF2B5EF4-FFF2-40B4-BE49-F238E27FC236}">
                <a16:creationId xmlns:a16="http://schemas.microsoft.com/office/drawing/2014/main" id="{339C5335-C240-4E25-96CF-7E9F58D24204}"/>
              </a:ext>
            </a:extLst>
          </p:cNvPr>
          <p:cNvSpPr>
            <a:spLocks noGrp="1"/>
          </p:cNvSpPr>
          <p:nvPr/>
        </p:nvSpPr>
        <p:spPr>
          <a:xfrm>
            <a:off x="7709613" y="45649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8" name="A1_bar_GT_10264">
            <a:extLst>
              <a:ext uri="{FF2B5EF4-FFF2-40B4-BE49-F238E27FC236}">
                <a16:creationId xmlns:a16="http://schemas.microsoft.com/office/drawing/2014/main" id="{28F1F931-BA2B-4095-9436-AC46A8A3F688}"/>
              </a:ext>
            </a:extLst>
          </p:cNvPr>
          <p:cNvSpPr>
            <a:spLocks noGrp="1"/>
          </p:cNvSpPr>
          <p:nvPr/>
        </p:nvSpPr>
        <p:spPr>
          <a:xfrm>
            <a:off x="78734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9" name="A1_bar_GT_10265">
            <a:extLst>
              <a:ext uri="{FF2B5EF4-FFF2-40B4-BE49-F238E27FC236}">
                <a16:creationId xmlns:a16="http://schemas.microsoft.com/office/drawing/2014/main" id="{0688B508-ED44-4B5D-BE27-19CB36C885FB}"/>
              </a:ext>
            </a:extLst>
          </p:cNvPr>
          <p:cNvSpPr>
            <a:spLocks noGrp="1"/>
          </p:cNvSpPr>
          <p:nvPr/>
        </p:nvSpPr>
        <p:spPr>
          <a:xfrm>
            <a:off x="7871069" y="60136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0" name="A1_bar_GT_10266">
            <a:extLst>
              <a:ext uri="{FF2B5EF4-FFF2-40B4-BE49-F238E27FC236}">
                <a16:creationId xmlns:a16="http://schemas.microsoft.com/office/drawing/2014/main" id="{48B4EC08-2AF5-4F18-87A4-1486E82C66D3}"/>
              </a:ext>
            </a:extLst>
          </p:cNvPr>
          <p:cNvSpPr>
            <a:spLocks noGrp="1"/>
          </p:cNvSpPr>
          <p:nvPr/>
        </p:nvSpPr>
        <p:spPr>
          <a:xfrm>
            <a:off x="787540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1" name="A1_bar_GT_10267">
            <a:extLst>
              <a:ext uri="{FF2B5EF4-FFF2-40B4-BE49-F238E27FC236}">
                <a16:creationId xmlns:a16="http://schemas.microsoft.com/office/drawing/2014/main" id="{C5C15E1C-0FA0-47E6-8252-CE2EE13F838D}"/>
              </a:ext>
            </a:extLst>
          </p:cNvPr>
          <p:cNvSpPr>
            <a:spLocks noGrp="1"/>
          </p:cNvSpPr>
          <p:nvPr/>
        </p:nvSpPr>
        <p:spPr>
          <a:xfrm>
            <a:off x="7897630" y="566509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2" name="A1_bar_GT_10268">
            <a:extLst>
              <a:ext uri="{FF2B5EF4-FFF2-40B4-BE49-F238E27FC236}">
                <a16:creationId xmlns:a16="http://schemas.microsoft.com/office/drawing/2014/main" id="{BE550CAC-AAB6-4EF2-AD0C-CABA610AC944}"/>
              </a:ext>
            </a:extLst>
          </p:cNvPr>
          <p:cNvSpPr>
            <a:spLocks noGrp="1"/>
          </p:cNvSpPr>
          <p:nvPr/>
        </p:nvSpPr>
        <p:spPr>
          <a:xfrm>
            <a:off x="7761131" y="60216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3" name="A1_bar_GT_10269">
            <a:extLst>
              <a:ext uri="{FF2B5EF4-FFF2-40B4-BE49-F238E27FC236}">
                <a16:creationId xmlns:a16="http://schemas.microsoft.com/office/drawing/2014/main" id="{9B881CD2-D952-4BB3-89BF-3D8E444F4CD1}"/>
              </a:ext>
            </a:extLst>
          </p:cNvPr>
          <p:cNvSpPr>
            <a:spLocks noGrp="1"/>
          </p:cNvSpPr>
          <p:nvPr/>
        </p:nvSpPr>
        <p:spPr>
          <a:xfrm>
            <a:off x="7721602" y="53095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4" name="A1_bar_GT_10270">
            <a:extLst>
              <a:ext uri="{FF2B5EF4-FFF2-40B4-BE49-F238E27FC236}">
                <a16:creationId xmlns:a16="http://schemas.microsoft.com/office/drawing/2014/main" id="{88441289-68E5-40F0-9376-595EE0B844B7}"/>
              </a:ext>
            </a:extLst>
          </p:cNvPr>
          <p:cNvSpPr>
            <a:spLocks noGrp="1"/>
          </p:cNvSpPr>
          <p:nvPr/>
        </p:nvSpPr>
        <p:spPr>
          <a:xfrm>
            <a:off x="777509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5" name="A1_bar_GT_10271">
            <a:extLst>
              <a:ext uri="{FF2B5EF4-FFF2-40B4-BE49-F238E27FC236}">
                <a16:creationId xmlns:a16="http://schemas.microsoft.com/office/drawing/2014/main" id="{FB3A4F31-30C0-4541-9943-77CED42126D5}"/>
              </a:ext>
            </a:extLst>
          </p:cNvPr>
          <p:cNvSpPr>
            <a:spLocks noGrp="1"/>
          </p:cNvSpPr>
          <p:nvPr/>
        </p:nvSpPr>
        <p:spPr>
          <a:xfrm>
            <a:off x="7776049" y="39459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6" name="A1_bar_GT_10272">
            <a:extLst>
              <a:ext uri="{FF2B5EF4-FFF2-40B4-BE49-F238E27FC236}">
                <a16:creationId xmlns:a16="http://schemas.microsoft.com/office/drawing/2014/main" id="{7A83DF4D-D7CC-43C2-AEFE-2EC345F971EB}"/>
              </a:ext>
            </a:extLst>
          </p:cNvPr>
          <p:cNvSpPr>
            <a:spLocks noGrp="1"/>
          </p:cNvSpPr>
          <p:nvPr/>
        </p:nvSpPr>
        <p:spPr>
          <a:xfrm>
            <a:off x="79012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7" name="A1_bar_GT_10273">
            <a:extLst>
              <a:ext uri="{FF2B5EF4-FFF2-40B4-BE49-F238E27FC236}">
                <a16:creationId xmlns:a16="http://schemas.microsoft.com/office/drawing/2014/main" id="{5EE8A390-05E4-40DA-ACBA-69985A4E8DD5}"/>
              </a:ext>
            </a:extLst>
          </p:cNvPr>
          <p:cNvSpPr>
            <a:spLocks noGrp="1"/>
          </p:cNvSpPr>
          <p:nvPr/>
        </p:nvSpPr>
        <p:spPr>
          <a:xfrm>
            <a:off x="7782905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8" name="A1_bar_GT_10274">
            <a:extLst>
              <a:ext uri="{FF2B5EF4-FFF2-40B4-BE49-F238E27FC236}">
                <a16:creationId xmlns:a16="http://schemas.microsoft.com/office/drawing/2014/main" id="{A300B237-BCA2-45C8-A746-3C02A7AA0F99}"/>
              </a:ext>
            </a:extLst>
          </p:cNvPr>
          <p:cNvSpPr>
            <a:spLocks noGrp="1"/>
          </p:cNvSpPr>
          <p:nvPr/>
        </p:nvSpPr>
        <p:spPr>
          <a:xfrm>
            <a:off x="782697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9" name="A1_bar_GT_10275">
            <a:extLst>
              <a:ext uri="{FF2B5EF4-FFF2-40B4-BE49-F238E27FC236}">
                <a16:creationId xmlns:a16="http://schemas.microsoft.com/office/drawing/2014/main" id="{1EEBB684-8C0A-4B49-8DC2-8C132F5DAD16}"/>
              </a:ext>
            </a:extLst>
          </p:cNvPr>
          <p:cNvSpPr>
            <a:spLocks noGrp="1"/>
          </p:cNvSpPr>
          <p:nvPr/>
        </p:nvSpPr>
        <p:spPr>
          <a:xfrm>
            <a:off x="7881890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0" name="A1_bar_GT_10276">
            <a:extLst>
              <a:ext uri="{FF2B5EF4-FFF2-40B4-BE49-F238E27FC236}">
                <a16:creationId xmlns:a16="http://schemas.microsoft.com/office/drawing/2014/main" id="{C4EC5693-C396-42CA-9150-043C20E2B59B}"/>
              </a:ext>
            </a:extLst>
          </p:cNvPr>
          <p:cNvSpPr>
            <a:spLocks noGrp="1"/>
          </p:cNvSpPr>
          <p:nvPr/>
        </p:nvSpPr>
        <p:spPr>
          <a:xfrm>
            <a:off x="7712710" y="50159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1" name="A1_bar_GT_10277">
            <a:extLst>
              <a:ext uri="{FF2B5EF4-FFF2-40B4-BE49-F238E27FC236}">
                <a16:creationId xmlns:a16="http://schemas.microsoft.com/office/drawing/2014/main" id="{15B9480C-6641-4D3D-8084-6D15411A74E5}"/>
              </a:ext>
            </a:extLst>
          </p:cNvPr>
          <p:cNvSpPr>
            <a:spLocks noGrp="1"/>
          </p:cNvSpPr>
          <p:nvPr/>
        </p:nvSpPr>
        <p:spPr>
          <a:xfrm>
            <a:off x="77975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2" name="A1_bar_GT_10278">
            <a:extLst>
              <a:ext uri="{FF2B5EF4-FFF2-40B4-BE49-F238E27FC236}">
                <a16:creationId xmlns:a16="http://schemas.microsoft.com/office/drawing/2014/main" id="{FDA3FDED-2849-4030-AEB7-05CD82FF91C5}"/>
              </a:ext>
            </a:extLst>
          </p:cNvPr>
          <p:cNvSpPr>
            <a:spLocks noGrp="1"/>
          </p:cNvSpPr>
          <p:nvPr/>
        </p:nvSpPr>
        <p:spPr>
          <a:xfrm>
            <a:off x="7949940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3" name="A1_bar_GT_10279">
            <a:extLst>
              <a:ext uri="{FF2B5EF4-FFF2-40B4-BE49-F238E27FC236}">
                <a16:creationId xmlns:a16="http://schemas.microsoft.com/office/drawing/2014/main" id="{255EB324-6B30-4BC3-BD70-22A829094BEE}"/>
              </a:ext>
            </a:extLst>
          </p:cNvPr>
          <p:cNvSpPr>
            <a:spLocks noGrp="1"/>
          </p:cNvSpPr>
          <p:nvPr/>
        </p:nvSpPr>
        <p:spPr>
          <a:xfrm>
            <a:off x="771748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4" name="A1_bar_GT_10280">
            <a:extLst>
              <a:ext uri="{FF2B5EF4-FFF2-40B4-BE49-F238E27FC236}">
                <a16:creationId xmlns:a16="http://schemas.microsoft.com/office/drawing/2014/main" id="{56C089BE-7D50-4417-845E-1143F979F464}"/>
              </a:ext>
            </a:extLst>
          </p:cNvPr>
          <p:cNvSpPr>
            <a:spLocks noGrp="1"/>
          </p:cNvSpPr>
          <p:nvPr/>
        </p:nvSpPr>
        <p:spPr>
          <a:xfrm>
            <a:off x="7799339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5" name="A1_bar_GT_10281">
            <a:extLst>
              <a:ext uri="{FF2B5EF4-FFF2-40B4-BE49-F238E27FC236}">
                <a16:creationId xmlns:a16="http://schemas.microsoft.com/office/drawing/2014/main" id="{6B1C93A6-03F0-4590-9710-D93517CB9766}"/>
              </a:ext>
            </a:extLst>
          </p:cNvPr>
          <p:cNvSpPr>
            <a:spLocks noGrp="1"/>
          </p:cNvSpPr>
          <p:nvPr/>
        </p:nvSpPr>
        <p:spPr>
          <a:xfrm>
            <a:off x="7876745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6" name="A1_bar_GT_10282">
            <a:extLst>
              <a:ext uri="{FF2B5EF4-FFF2-40B4-BE49-F238E27FC236}">
                <a16:creationId xmlns:a16="http://schemas.microsoft.com/office/drawing/2014/main" id="{965C3CBA-404B-4E5C-8B1A-C0D5ABE93845}"/>
              </a:ext>
            </a:extLst>
          </p:cNvPr>
          <p:cNvSpPr>
            <a:spLocks noGrp="1"/>
          </p:cNvSpPr>
          <p:nvPr/>
        </p:nvSpPr>
        <p:spPr>
          <a:xfrm>
            <a:off x="7726077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7" name="A1_bar_GT_10283">
            <a:extLst>
              <a:ext uri="{FF2B5EF4-FFF2-40B4-BE49-F238E27FC236}">
                <a16:creationId xmlns:a16="http://schemas.microsoft.com/office/drawing/2014/main" id="{E9899834-EF2C-4D77-9718-EF297A1B8F08}"/>
              </a:ext>
            </a:extLst>
          </p:cNvPr>
          <p:cNvSpPr>
            <a:spLocks noGrp="1"/>
          </p:cNvSpPr>
          <p:nvPr/>
        </p:nvSpPr>
        <p:spPr>
          <a:xfrm>
            <a:off x="7807503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8" name="A1_bar_GT_10284">
            <a:extLst>
              <a:ext uri="{FF2B5EF4-FFF2-40B4-BE49-F238E27FC236}">
                <a16:creationId xmlns:a16="http://schemas.microsoft.com/office/drawing/2014/main" id="{E1E11224-252C-4FF4-9EFB-34357AA6ABF7}"/>
              </a:ext>
            </a:extLst>
          </p:cNvPr>
          <p:cNvSpPr>
            <a:spLocks noGrp="1"/>
          </p:cNvSpPr>
          <p:nvPr/>
        </p:nvSpPr>
        <p:spPr>
          <a:xfrm>
            <a:off x="777844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9" name="A1_bar_GT_10285">
            <a:extLst>
              <a:ext uri="{FF2B5EF4-FFF2-40B4-BE49-F238E27FC236}">
                <a16:creationId xmlns:a16="http://schemas.microsoft.com/office/drawing/2014/main" id="{1BBEE090-B5D9-428A-8CD4-1F3E8610474A}"/>
              </a:ext>
            </a:extLst>
          </p:cNvPr>
          <p:cNvSpPr>
            <a:spLocks noGrp="1"/>
          </p:cNvSpPr>
          <p:nvPr/>
        </p:nvSpPr>
        <p:spPr>
          <a:xfrm>
            <a:off x="775874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0" name="A1_bar_GT_10286">
            <a:extLst>
              <a:ext uri="{FF2B5EF4-FFF2-40B4-BE49-F238E27FC236}">
                <a16:creationId xmlns:a16="http://schemas.microsoft.com/office/drawing/2014/main" id="{6A5FF9D8-B9A3-4DAD-8388-F850EEE0C423}"/>
              </a:ext>
            </a:extLst>
          </p:cNvPr>
          <p:cNvSpPr>
            <a:spLocks noGrp="1"/>
          </p:cNvSpPr>
          <p:nvPr/>
        </p:nvSpPr>
        <p:spPr>
          <a:xfrm>
            <a:off x="78080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1" name="A1_bar_GT_10287">
            <a:extLst>
              <a:ext uri="{FF2B5EF4-FFF2-40B4-BE49-F238E27FC236}">
                <a16:creationId xmlns:a16="http://schemas.microsoft.com/office/drawing/2014/main" id="{EC4EFF6E-9F86-478C-B9CB-1AEB02CFA77B}"/>
              </a:ext>
            </a:extLst>
          </p:cNvPr>
          <p:cNvSpPr>
            <a:spLocks noGrp="1"/>
          </p:cNvSpPr>
          <p:nvPr/>
        </p:nvSpPr>
        <p:spPr>
          <a:xfrm>
            <a:off x="774805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2" name="A1_bar_GT_10288">
            <a:extLst>
              <a:ext uri="{FF2B5EF4-FFF2-40B4-BE49-F238E27FC236}">
                <a16:creationId xmlns:a16="http://schemas.microsoft.com/office/drawing/2014/main" id="{C4E4C79A-0CA8-41C8-9153-B5C3608AF3C7}"/>
              </a:ext>
            </a:extLst>
          </p:cNvPr>
          <p:cNvSpPr>
            <a:spLocks noGrp="1"/>
          </p:cNvSpPr>
          <p:nvPr/>
        </p:nvSpPr>
        <p:spPr>
          <a:xfrm>
            <a:off x="7759488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3" name="A1_bar_GT_10289">
            <a:extLst>
              <a:ext uri="{FF2B5EF4-FFF2-40B4-BE49-F238E27FC236}">
                <a16:creationId xmlns:a16="http://schemas.microsoft.com/office/drawing/2014/main" id="{5B37BEB5-7FDF-4ACC-86B9-375DDD76BD80}"/>
              </a:ext>
            </a:extLst>
          </p:cNvPr>
          <p:cNvSpPr>
            <a:spLocks noGrp="1"/>
          </p:cNvSpPr>
          <p:nvPr/>
        </p:nvSpPr>
        <p:spPr>
          <a:xfrm>
            <a:off x="7857082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4" name="A1_bar_GT_10290">
            <a:extLst>
              <a:ext uri="{FF2B5EF4-FFF2-40B4-BE49-F238E27FC236}">
                <a16:creationId xmlns:a16="http://schemas.microsoft.com/office/drawing/2014/main" id="{89587463-D2B7-4ABA-99F2-823E26FC11DD}"/>
              </a:ext>
            </a:extLst>
          </p:cNvPr>
          <p:cNvSpPr>
            <a:spLocks noGrp="1"/>
          </p:cNvSpPr>
          <p:nvPr/>
        </p:nvSpPr>
        <p:spPr>
          <a:xfrm>
            <a:off x="775141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5" name="A1_bar_GT_10291">
            <a:extLst>
              <a:ext uri="{FF2B5EF4-FFF2-40B4-BE49-F238E27FC236}">
                <a16:creationId xmlns:a16="http://schemas.microsoft.com/office/drawing/2014/main" id="{20DAE985-12A0-429E-A7E4-F2977CA614CA}"/>
              </a:ext>
            </a:extLst>
          </p:cNvPr>
          <p:cNvSpPr>
            <a:spLocks noGrp="1"/>
          </p:cNvSpPr>
          <p:nvPr/>
        </p:nvSpPr>
        <p:spPr>
          <a:xfrm>
            <a:off x="7874416" y="5285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6" name="A1_bar_GT_10292">
            <a:extLst>
              <a:ext uri="{FF2B5EF4-FFF2-40B4-BE49-F238E27FC236}">
                <a16:creationId xmlns:a16="http://schemas.microsoft.com/office/drawing/2014/main" id="{0485AD50-1C6F-4DEE-9A6D-F11A58CE3CF5}"/>
              </a:ext>
            </a:extLst>
          </p:cNvPr>
          <p:cNvSpPr>
            <a:spLocks noGrp="1"/>
          </p:cNvSpPr>
          <p:nvPr/>
        </p:nvSpPr>
        <p:spPr>
          <a:xfrm>
            <a:off x="771566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7" name="A1_bar_GT_10293">
            <a:extLst>
              <a:ext uri="{FF2B5EF4-FFF2-40B4-BE49-F238E27FC236}">
                <a16:creationId xmlns:a16="http://schemas.microsoft.com/office/drawing/2014/main" id="{08AEB262-AECE-4FE7-B24C-D0F5F414F28E}"/>
              </a:ext>
            </a:extLst>
          </p:cNvPr>
          <p:cNvSpPr>
            <a:spLocks noGrp="1"/>
          </p:cNvSpPr>
          <p:nvPr/>
        </p:nvSpPr>
        <p:spPr>
          <a:xfrm>
            <a:off x="77961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8" name="A1_bar_GT_10294">
            <a:extLst>
              <a:ext uri="{FF2B5EF4-FFF2-40B4-BE49-F238E27FC236}">
                <a16:creationId xmlns:a16="http://schemas.microsoft.com/office/drawing/2014/main" id="{A88F6147-35D4-4E26-8224-C005EDA13CBA}"/>
              </a:ext>
            </a:extLst>
          </p:cNvPr>
          <p:cNvSpPr>
            <a:spLocks noGrp="1"/>
          </p:cNvSpPr>
          <p:nvPr/>
        </p:nvSpPr>
        <p:spPr>
          <a:xfrm>
            <a:off x="7810472" y="58493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9" name="A1_bar_GT_10295">
            <a:extLst>
              <a:ext uri="{FF2B5EF4-FFF2-40B4-BE49-F238E27FC236}">
                <a16:creationId xmlns:a16="http://schemas.microsoft.com/office/drawing/2014/main" id="{F4D1CB8B-3240-40AB-8CBE-0FA106395BC9}"/>
              </a:ext>
            </a:extLst>
          </p:cNvPr>
          <p:cNvSpPr>
            <a:spLocks noGrp="1"/>
          </p:cNvSpPr>
          <p:nvPr/>
        </p:nvSpPr>
        <p:spPr>
          <a:xfrm>
            <a:off x="7825810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0" name="A1_bar_GT_10296">
            <a:extLst>
              <a:ext uri="{FF2B5EF4-FFF2-40B4-BE49-F238E27FC236}">
                <a16:creationId xmlns:a16="http://schemas.microsoft.com/office/drawing/2014/main" id="{B998DE52-64F6-4CA0-A344-F4F35420FAC7}"/>
              </a:ext>
            </a:extLst>
          </p:cNvPr>
          <p:cNvSpPr>
            <a:spLocks noGrp="1"/>
          </p:cNvSpPr>
          <p:nvPr/>
        </p:nvSpPr>
        <p:spPr>
          <a:xfrm>
            <a:off x="78048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1" name="A1_bar_GT_10297">
            <a:extLst>
              <a:ext uri="{FF2B5EF4-FFF2-40B4-BE49-F238E27FC236}">
                <a16:creationId xmlns:a16="http://schemas.microsoft.com/office/drawing/2014/main" id="{2FDCBD68-1CBE-4392-A187-3BC3685B0FF2}"/>
              </a:ext>
            </a:extLst>
          </p:cNvPr>
          <p:cNvSpPr>
            <a:spLocks noGrp="1"/>
          </p:cNvSpPr>
          <p:nvPr/>
        </p:nvSpPr>
        <p:spPr>
          <a:xfrm>
            <a:off x="784796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2" name="A1_bar_GT_10298">
            <a:extLst>
              <a:ext uri="{FF2B5EF4-FFF2-40B4-BE49-F238E27FC236}">
                <a16:creationId xmlns:a16="http://schemas.microsoft.com/office/drawing/2014/main" id="{8CB09E37-2704-4EAF-8229-D57981BEE687}"/>
              </a:ext>
            </a:extLst>
          </p:cNvPr>
          <p:cNvSpPr>
            <a:spLocks noGrp="1"/>
          </p:cNvSpPr>
          <p:nvPr/>
        </p:nvSpPr>
        <p:spPr>
          <a:xfrm>
            <a:off x="793375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3" name="A1_bar_GT_10299">
            <a:extLst>
              <a:ext uri="{FF2B5EF4-FFF2-40B4-BE49-F238E27FC236}">
                <a16:creationId xmlns:a16="http://schemas.microsoft.com/office/drawing/2014/main" id="{CB6EFDEF-BC46-4B01-97EE-E1B2C9508F4A}"/>
              </a:ext>
            </a:extLst>
          </p:cNvPr>
          <p:cNvSpPr>
            <a:spLocks noGrp="1"/>
          </p:cNvSpPr>
          <p:nvPr/>
        </p:nvSpPr>
        <p:spPr>
          <a:xfrm>
            <a:off x="7747799" y="59261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4" name="A1_bar_GT_10300">
            <a:extLst>
              <a:ext uri="{FF2B5EF4-FFF2-40B4-BE49-F238E27FC236}">
                <a16:creationId xmlns:a16="http://schemas.microsoft.com/office/drawing/2014/main" id="{4F370EFF-EE1D-41F1-9FB6-DAAE85ED465B}"/>
              </a:ext>
            </a:extLst>
          </p:cNvPr>
          <p:cNvSpPr>
            <a:spLocks noGrp="1"/>
          </p:cNvSpPr>
          <p:nvPr/>
        </p:nvSpPr>
        <p:spPr>
          <a:xfrm>
            <a:off x="78112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5" name="A1_bar_GT_10301">
            <a:extLst>
              <a:ext uri="{FF2B5EF4-FFF2-40B4-BE49-F238E27FC236}">
                <a16:creationId xmlns:a16="http://schemas.microsoft.com/office/drawing/2014/main" id="{BE7444F1-B431-4C9F-A724-E4A4247D60CB}"/>
              </a:ext>
            </a:extLst>
          </p:cNvPr>
          <p:cNvSpPr>
            <a:spLocks noGrp="1"/>
          </p:cNvSpPr>
          <p:nvPr/>
        </p:nvSpPr>
        <p:spPr>
          <a:xfrm>
            <a:off x="7953882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6" name="A1_bar_GT_10302">
            <a:extLst>
              <a:ext uri="{FF2B5EF4-FFF2-40B4-BE49-F238E27FC236}">
                <a16:creationId xmlns:a16="http://schemas.microsoft.com/office/drawing/2014/main" id="{5E01CE07-D4F1-4824-957F-9BAD4701D219}"/>
              </a:ext>
            </a:extLst>
          </p:cNvPr>
          <p:cNvSpPr>
            <a:spLocks noGrp="1"/>
          </p:cNvSpPr>
          <p:nvPr/>
        </p:nvSpPr>
        <p:spPr>
          <a:xfrm>
            <a:off x="1836206" y="36800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7" name="A1_bar_GT_10303">
            <a:extLst>
              <a:ext uri="{FF2B5EF4-FFF2-40B4-BE49-F238E27FC236}">
                <a16:creationId xmlns:a16="http://schemas.microsoft.com/office/drawing/2014/main" id="{7F4F9462-FE3B-4820-B6D8-DA1D7C3429E9}"/>
              </a:ext>
            </a:extLst>
          </p:cNvPr>
          <p:cNvSpPr>
            <a:spLocks noGrp="1"/>
          </p:cNvSpPr>
          <p:nvPr/>
        </p:nvSpPr>
        <p:spPr>
          <a:xfrm>
            <a:off x="1957138" y="32888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8" name="A1_bar_GT_10304">
            <a:extLst>
              <a:ext uri="{FF2B5EF4-FFF2-40B4-BE49-F238E27FC236}">
                <a16:creationId xmlns:a16="http://schemas.microsoft.com/office/drawing/2014/main" id="{6273EA31-1612-44F0-8C30-BC9AD9325366}"/>
              </a:ext>
            </a:extLst>
          </p:cNvPr>
          <p:cNvSpPr>
            <a:spLocks noGrp="1"/>
          </p:cNvSpPr>
          <p:nvPr/>
        </p:nvSpPr>
        <p:spPr>
          <a:xfrm>
            <a:off x="1820424" y="33570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9" name="A1_bar_GT_10305">
            <a:extLst>
              <a:ext uri="{FF2B5EF4-FFF2-40B4-BE49-F238E27FC236}">
                <a16:creationId xmlns:a16="http://schemas.microsoft.com/office/drawing/2014/main" id="{3A0D1155-E32F-437C-9898-ABE11A5151F4}"/>
              </a:ext>
            </a:extLst>
          </p:cNvPr>
          <p:cNvSpPr>
            <a:spLocks noGrp="1"/>
          </p:cNvSpPr>
          <p:nvPr/>
        </p:nvSpPr>
        <p:spPr>
          <a:xfrm>
            <a:off x="1916807" y="59192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0" name="A1_bar_GT_10306">
            <a:extLst>
              <a:ext uri="{FF2B5EF4-FFF2-40B4-BE49-F238E27FC236}">
                <a16:creationId xmlns:a16="http://schemas.microsoft.com/office/drawing/2014/main" id="{20AA3AB0-D694-48B4-AC7E-B9DFABFCED38}"/>
              </a:ext>
            </a:extLst>
          </p:cNvPr>
          <p:cNvSpPr>
            <a:spLocks noGrp="1"/>
          </p:cNvSpPr>
          <p:nvPr/>
        </p:nvSpPr>
        <p:spPr>
          <a:xfrm>
            <a:off x="2017179" y="34746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1" name="A1_bar_GT_10307">
            <a:extLst>
              <a:ext uri="{FF2B5EF4-FFF2-40B4-BE49-F238E27FC236}">
                <a16:creationId xmlns:a16="http://schemas.microsoft.com/office/drawing/2014/main" id="{8F731694-750D-4297-BF82-F7DCCF45846E}"/>
              </a:ext>
            </a:extLst>
          </p:cNvPr>
          <p:cNvSpPr>
            <a:spLocks noGrp="1"/>
          </p:cNvSpPr>
          <p:nvPr/>
        </p:nvSpPr>
        <p:spPr>
          <a:xfrm>
            <a:off x="1933484" y="35362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2" name="A1_bar_GT_10308">
            <a:extLst>
              <a:ext uri="{FF2B5EF4-FFF2-40B4-BE49-F238E27FC236}">
                <a16:creationId xmlns:a16="http://schemas.microsoft.com/office/drawing/2014/main" id="{0606B34A-01A7-4E30-B007-115C6DD0622F}"/>
              </a:ext>
            </a:extLst>
          </p:cNvPr>
          <p:cNvSpPr>
            <a:spLocks noGrp="1"/>
          </p:cNvSpPr>
          <p:nvPr/>
        </p:nvSpPr>
        <p:spPr>
          <a:xfrm>
            <a:off x="1880315" y="33257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3" name="A1_bar_GT_10309">
            <a:extLst>
              <a:ext uri="{FF2B5EF4-FFF2-40B4-BE49-F238E27FC236}">
                <a16:creationId xmlns:a16="http://schemas.microsoft.com/office/drawing/2014/main" id="{0CBAB5BC-2101-4A85-9DA6-0A0DDD07D147}"/>
              </a:ext>
            </a:extLst>
          </p:cNvPr>
          <p:cNvSpPr>
            <a:spLocks noGrp="1"/>
          </p:cNvSpPr>
          <p:nvPr/>
        </p:nvSpPr>
        <p:spPr>
          <a:xfrm>
            <a:off x="1867920" y="34877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4" name="A1_bar_GT_10310">
            <a:extLst>
              <a:ext uri="{FF2B5EF4-FFF2-40B4-BE49-F238E27FC236}">
                <a16:creationId xmlns:a16="http://schemas.microsoft.com/office/drawing/2014/main" id="{3BCB7A47-3972-41EB-9B23-C89AB1206DC9}"/>
              </a:ext>
            </a:extLst>
          </p:cNvPr>
          <p:cNvSpPr>
            <a:spLocks noGrp="1"/>
          </p:cNvSpPr>
          <p:nvPr/>
        </p:nvSpPr>
        <p:spPr>
          <a:xfrm>
            <a:off x="1820950" y="53896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5" name="A1_bar_GT_10311">
            <a:extLst>
              <a:ext uri="{FF2B5EF4-FFF2-40B4-BE49-F238E27FC236}">
                <a16:creationId xmlns:a16="http://schemas.microsoft.com/office/drawing/2014/main" id="{2C618776-94F4-4500-B004-C8A0FDC3BA4D}"/>
              </a:ext>
            </a:extLst>
          </p:cNvPr>
          <p:cNvSpPr>
            <a:spLocks noGrp="1"/>
          </p:cNvSpPr>
          <p:nvPr/>
        </p:nvSpPr>
        <p:spPr>
          <a:xfrm>
            <a:off x="1875912" y="351648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6" name="A1_bar_GT_10312">
            <a:extLst>
              <a:ext uri="{FF2B5EF4-FFF2-40B4-BE49-F238E27FC236}">
                <a16:creationId xmlns:a16="http://schemas.microsoft.com/office/drawing/2014/main" id="{D7A4F456-D0EE-457B-85AC-DC308E16D155}"/>
              </a:ext>
            </a:extLst>
          </p:cNvPr>
          <p:cNvSpPr>
            <a:spLocks noGrp="1"/>
          </p:cNvSpPr>
          <p:nvPr/>
        </p:nvSpPr>
        <p:spPr>
          <a:xfrm>
            <a:off x="1823092" y="46096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7" name="A1_bar_GT_10313">
            <a:extLst>
              <a:ext uri="{FF2B5EF4-FFF2-40B4-BE49-F238E27FC236}">
                <a16:creationId xmlns:a16="http://schemas.microsoft.com/office/drawing/2014/main" id="{3BB734E2-2D1E-4F81-9B43-CDC0B06E5677}"/>
              </a:ext>
            </a:extLst>
          </p:cNvPr>
          <p:cNvSpPr>
            <a:spLocks noGrp="1"/>
          </p:cNvSpPr>
          <p:nvPr/>
        </p:nvSpPr>
        <p:spPr>
          <a:xfrm>
            <a:off x="1925200" y="33739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8" name="A1_bar_GT_10314">
            <a:extLst>
              <a:ext uri="{FF2B5EF4-FFF2-40B4-BE49-F238E27FC236}">
                <a16:creationId xmlns:a16="http://schemas.microsoft.com/office/drawing/2014/main" id="{74990607-BA8D-4BE8-AC56-BDFED678D87A}"/>
              </a:ext>
            </a:extLst>
          </p:cNvPr>
          <p:cNvSpPr>
            <a:spLocks noGrp="1"/>
          </p:cNvSpPr>
          <p:nvPr/>
        </p:nvSpPr>
        <p:spPr>
          <a:xfrm>
            <a:off x="1981699" y="34526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9" name="A1_bar_GT_10315">
            <a:extLst>
              <a:ext uri="{FF2B5EF4-FFF2-40B4-BE49-F238E27FC236}">
                <a16:creationId xmlns:a16="http://schemas.microsoft.com/office/drawing/2014/main" id="{43626156-E684-4A27-9347-AEE32D6A9257}"/>
              </a:ext>
            </a:extLst>
          </p:cNvPr>
          <p:cNvSpPr>
            <a:spLocks noGrp="1"/>
          </p:cNvSpPr>
          <p:nvPr/>
        </p:nvSpPr>
        <p:spPr>
          <a:xfrm>
            <a:off x="1955334" y="46321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0" name="A1_bar_GT_10316">
            <a:extLst>
              <a:ext uri="{FF2B5EF4-FFF2-40B4-BE49-F238E27FC236}">
                <a16:creationId xmlns:a16="http://schemas.microsoft.com/office/drawing/2014/main" id="{A15FA074-3ED0-403E-88B4-9C917D911045}"/>
              </a:ext>
            </a:extLst>
          </p:cNvPr>
          <p:cNvSpPr>
            <a:spLocks noGrp="1"/>
          </p:cNvSpPr>
          <p:nvPr/>
        </p:nvSpPr>
        <p:spPr>
          <a:xfrm>
            <a:off x="2009791" y="346855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1" name="A1_bar_GT_10317">
            <a:extLst>
              <a:ext uri="{FF2B5EF4-FFF2-40B4-BE49-F238E27FC236}">
                <a16:creationId xmlns:a16="http://schemas.microsoft.com/office/drawing/2014/main" id="{0BDCC227-3975-44BF-8AED-3F06D37B0DF0}"/>
              </a:ext>
            </a:extLst>
          </p:cNvPr>
          <p:cNvSpPr>
            <a:spLocks noGrp="1"/>
          </p:cNvSpPr>
          <p:nvPr/>
        </p:nvSpPr>
        <p:spPr>
          <a:xfrm>
            <a:off x="1987589" y="36428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2" name="A1_bar_GT_10318">
            <a:extLst>
              <a:ext uri="{FF2B5EF4-FFF2-40B4-BE49-F238E27FC236}">
                <a16:creationId xmlns:a16="http://schemas.microsoft.com/office/drawing/2014/main" id="{EEF36222-BA2E-422B-8643-78F61581E386}"/>
              </a:ext>
            </a:extLst>
          </p:cNvPr>
          <p:cNvSpPr>
            <a:spLocks noGrp="1"/>
          </p:cNvSpPr>
          <p:nvPr/>
        </p:nvSpPr>
        <p:spPr>
          <a:xfrm>
            <a:off x="1842931" y="54592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3" name="A1_bar_GT_10319">
            <a:extLst>
              <a:ext uri="{FF2B5EF4-FFF2-40B4-BE49-F238E27FC236}">
                <a16:creationId xmlns:a16="http://schemas.microsoft.com/office/drawing/2014/main" id="{A54446DE-3388-400C-9E26-F9CAB995FECE}"/>
              </a:ext>
            </a:extLst>
          </p:cNvPr>
          <p:cNvSpPr>
            <a:spLocks noGrp="1"/>
          </p:cNvSpPr>
          <p:nvPr/>
        </p:nvSpPr>
        <p:spPr>
          <a:xfrm>
            <a:off x="1855865" y="359609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4" name="A1_bar_GT_10320">
            <a:extLst>
              <a:ext uri="{FF2B5EF4-FFF2-40B4-BE49-F238E27FC236}">
                <a16:creationId xmlns:a16="http://schemas.microsoft.com/office/drawing/2014/main" id="{D6F63EE0-F651-4EA6-BB89-95BF7DAC9009}"/>
              </a:ext>
            </a:extLst>
          </p:cNvPr>
          <p:cNvSpPr>
            <a:spLocks noGrp="1"/>
          </p:cNvSpPr>
          <p:nvPr/>
        </p:nvSpPr>
        <p:spPr>
          <a:xfrm>
            <a:off x="1986169" y="36352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5" name="A1_bar_GT_10321">
            <a:extLst>
              <a:ext uri="{FF2B5EF4-FFF2-40B4-BE49-F238E27FC236}">
                <a16:creationId xmlns:a16="http://schemas.microsoft.com/office/drawing/2014/main" id="{05255ECB-1FDF-4D1F-A20D-18C59B741CCC}"/>
              </a:ext>
            </a:extLst>
          </p:cNvPr>
          <p:cNvSpPr>
            <a:spLocks noGrp="1"/>
          </p:cNvSpPr>
          <p:nvPr/>
        </p:nvSpPr>
        <p:spPr>
          <a:xfrm>
            <a:off x="2015714" y="404049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6" name="A1_bar_GT_10322">
            <a:extLst>
              <a:ext uri="{FF2B5EF4-FFF2-40B4-BE49-F238E27FC236}">
                <a16:creationId xmlns:a16="http://schemas.microsoft.com/office/drawing/2014/main" id="{4F51E30A-F92E-484F-B77A-EBBF7BFFA731}"/>
              </a:ext>
            </a:extLst>
          </p:cNvPr>
          <p:cNvSpPr>
            <a:spLocks noGrp="1"/>
          </p:cNvSpPr>
          <p:nvPr/>
        </p:nvSpPr>
        <p:spPr>
          <a:xfrm>
            <a:off x="1982942" y="49000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7" name="A1_bar_GT_10323">
            <a:extLst>
              <a:ext uri="{FF2B5EF4-FFF2-40B4-BE49-F238E27FC236}">
                <a16:creationId xmlns:a16="http://schemas.microsoft.com/office/drawing/2014/main" id="{669B4F64-DE90-4899-86E2-F1313840FBA9}"/>
              </a:ext>
            </a:extLst>
          </p:cNvPr>
          <p:cNvSpPr>
            <a:spLocks noGrp="1"/>
          </p:cNvSpPr>
          <p:nvPr/>
        </p:nvSpPr>
        <p:spPr>
          <a:xfrm>
            <a:off x="1817155" y="417319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8" name="A1_bar_GT_10324">
            <a:extLst>
              <a:ext uri="{FF2B5EF4-FFF2-40B4-BE49-F238E27FC236}">
                <a16:creationId xmlns:a16="http://schemas.microsoft.com/office/drawing/2014/main" id="{BB9A9D95-94D4-47E2-A70C-211F0684D2BE}"/>
              </a:ext>
            </a:extLst>
          </p:cNvPr>
          <p:cNvSpPr>
            <a:spLocks noGrp="1"/>
          </p:cNvSpPr>
          <p:nvPr/>
        </p:nvSpPr>
        <p:spPr>
          <a:xfrm>
            <a:off x="2017192" y="42485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9" name="A1_bar_GT_10325">
            <a:extLst>
              <a:ext uri="{FF2B5EF4-FFF2-40B4-BE49-F238E27FC236}">
                <a16:creationId xmlns:a16="http://schemas.microsoft.com/office/drawing/2014/main" id="{47831BF9-192C-4D2E-B80E-1FC54561B7D1}"/>
              </a:ext>
            </a:extLst>
          </p:cNvPr>
          <p:cNvSpPr>
            <a:spLocks noGrp="1"/>
          </p:cNvSpPr>
          <p:nvPr/>
        </p:nvSpPr>
        <p:spPr>
          <a:xfrm>
            <a:off x="1807516" y="33298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0" name="A1_bar_GT_10326">
            <a:extLst>
              <a:ext uri="{FF2B5EF4-FFF2-40B4-BE49-F238E27FC236}">
                <a16:creationId xmlns:a16="http://schemas.microsoft.com/office/drawing/2014/main" id="{DC76500C-ECF0-4B2C-9E0F-BA613327779D}"/>
              </a:ext>
            </a:extLst>
          </p:cNvPr>
          <p:cNvSpPr>
            <a:spLocks noGrp="1"/>
          </p:cNvSpPr>
          <p:nvPr/>
        </p:nvSpPr>
        <p:spPr>
          <a:xfrm>
            <a:off x="1780491" y="445551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1" name="A1_bar_GT_10327">
            <a:extLst>
              <a:ext uri="{FF2B5EF4-FFF2-40B4-BE49-F238E27FC236}">
                <a16:creationId xmlns:a16="http://schemas.microsoft.com/office/drawing/2014/main" id="{A012BC02-3841-43D5-B8F4-5286B8F16F23}"/>
              </a:ext>
            </a:extLst>
          </p:cNvPr>
          <p:cNvSpPr>
            <a:spLocks noGrp="1"/>
          </p:cNvSpPr>
          <p:nvPr/>
        </p:nvSpPr>
        <p:spPr>
          <a:xfrm>
            <a:off x="1919378" y="6077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2" name="A1_bar_GT_10328">
            <a:extLst>
              <a:ext uri="{FF2B5EF4-FFF2-40B4-BE49-F238E27FC236}">
                <a16:creationId xmlns:a16="http://schemas.microsoft.com/office/drawing/2014/main" id="{F05BBC55-613F-40C0-92D6-F04DFBC1029F}"/>
              </a:ext>
            </a:extLst>
          </p:cNvPr>
          <p:cNvSpPr>
            <a:spLocks noGrp="1"/>
          </p:cNvSpPr>
          <p:nvPr/>
        </p:nvSpPr>
        <p:spPr>
          <a:xfrm>
            <a:off x="1984089" y="52943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3" name="A1_bar_GT_10329">
            <a:extLst>
              <a:ext uri="{FF2B5EF4-FFF2-40B4-BE49-F238E27FC236}">
                <a16:creationId xmlns:a16="http://schemas.microsoft.com/office/drawing/2014/main" id="{E025703F-A22C-41B8-BE69-EA1348E5056A}"/>
              </a:ext>
            </a:extLst>
          </p:cNvPr>
          <p:cNvSpPr>
            <a:spLocks noGrp="1"/>
          </p:cNvSpPr>
          <p:nvPr/>
        </p:nvSpPr>
        <p:spPr>
          <a:xfrm>
            <a:off x="1900491" y="429246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4" name="A1_bar_GT_10330">
            <a:extLst>
              <a:ext uri="{FF2B5EF4-FFF2-40B4-BE49-F238E27FC236}">
                <a16:creationId xmlns:a16="http://schemas.microsoft.com/office/drawing/2014/main" id="{8AD80E59-0E38-419F-9D34-0350E327C690}"/>
              </a:ext>
            </a:extLst>
          </p:cNvPr>
          <p:cNvSpPr>
            <a:spLocks noGrp="1"/>
          </p:cNvSpPr>
          <p:nvPr/>
        </p:nvSpPr>
        <p:spPr>
          <a:xfrm>
            <a:off x="1861773" y="32571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5" name="A1_bar_GT_10331">
            <a:extLst>
              <a:ext uri="{FF2B5EF4-FFF2-40B4-BE49-F238E27FC236}">
                <a16:creationId xmlns:a16="http://schemas.microsoft.com/office/drawing/2014/main" id="{348BF61E-BD01-486A-8767-93E02A7E24E8}"/>
              </a:ext>
            </a:extLst>
          </p:cNvPr>
          <p:cNvSpPr>
            <a:spLocks noGrp="1"/>
          </p:cNvSpPr>
          <p:nvPr/>
        </p:nvSpPr>
        <p:spPr>
          <a:xfrm>
            <a:off x="1893543" y="334005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6" name="A1_bar_GT_10332">
            <a:extLst>
              <a:ext uri="{FF2B5EF4-FFF2-40B4-BE49-F238E27FC236}">
                <a16:creationId xmlns:a16="http://schemas.microsoft.com/office/drawing/2014/main" id="{C6057D50-68F7-4CAB-9502-D19805FBCB9B}"/>
              </a:ext>
            </a:extLst>
          </p:cNvPr>
          <p:cNvSpPr>
            <a:spLocks noGrp="1"/>
          </p:cNvSpPr>
          <p:nvPr/>
        </p:nvSpPr>
        <p:spPr>
          <a:xfrm>
            <a:off x="1936885" y="551411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7" name="A1_bar_GT_10333">
            <a:extLst>
              <a:ext uri="{FF2B5EF4-FFF2-40B4-BE49-F238E27FC236}">
                <a16:creationId xmlns:a16="http://schemas.microsoft.com/office/drawing/2014/main" id="{B5062D09-8D02-4D00-B312-4FCFD62A9E5A}"/>
              </a:ext>
            </a:extLst>
          </p:cNvPr>
          <p:cNvSpPr>
            <a:spLocks noGrp="1"/>
          </p:cNvSpPr>
          <p:nvPr/>
        </p:nvSpPr>
        <p:spPr>
          <a:xfrm>
            <a:off x="1905356" y="40843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8" name="A1_bar_GT_10334">
            <a:extLst>
              <a:ext uri="{FF2B5EF4-FFF2-40B4-BE49-F238E27FC236}">
                <a16:creationId xmlns:a16="http://schemas.microsoft.com/office/drawing/2014/main" id="{55CB5D9D-03AC-4283-BAA4-0E782D424535}"/>
              </a:ext>
            </a:extLst>
          </p:cNvPr>
          <p:cNvSpPr>
            <a:spLocks noGrp="1"/>
          </p:cNvSpPr>
          <p:nvPr/>
        </p:nvSpPr>
        <p:spPr>
          <a:xfrm>
            <a:off x="1835228" y="454259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9" name="A1_bar_GT_10335">
            <a:extLst>
              <a:ext uri="{FF2B5EF4-FFF2-40B4-BE49-F238E27FC236}">
                <a16:creationId xmlns:a16="http://schemas.microsoft.com/office/drawing/2014/main" id="{7928C47A-1475-4119-A8DD-6B742751D556}"/>
              </a:ext>
            </a:extLst>
          </p:cNvPr>
          <p:cNvSpPr>
            <a:spLocks noGrp="1"/>
          </p:cNvSpPr>
          <p:nvPr/>
        </p:nvSpPr>
        <p:spPr>
          <a:xfrm>
            <a:off x="1910259" y="56450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0" name="A1_bar_GT_10336">
            <a:extLst>
              <a:ext uri="{FF2B5EF4-FFF2-40B4-BE49-F238E27FC236}">
                <a16:creationId xmlns:a16="http://schemas.microsoft.com/office/drawing/2014/main" id="{3176976C-B560-4AD5-872E-134240DE7E3F}"/>
              </a:ext>
            </a:extLst>
          </p:cNvPr>
          <p:cNvSpPr>
            <a:spLocks noGrp="1"/>
          </p:cNvSpPr>
          <p:nvPr/>
        </p:nvSpPr>
        <p:spPr>
          <a:xfrm>
            <a:off x="1939462" y="308946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1" name="A1_bar_GT_10337">
            <a:extLst>
              <a:ext uri="{FF2B5EF4-FFF2-40B4-BE49-F238E27FC236}">
                <a16:creationId xmlns:a16="http://schemas.microsoft.com/office/drawing/2014/main" id="{9BF6CC8C-293B-41D9-A435-F1E16C0BA05C}"/>
              </a:ext>
            </a:extLst>
          </p:cNvPr>
          <p:cNvSpPr>
            <a:spLocks noGrp="1"/>
          </p:cNvSpPr>
          <p:nvPr/>
        </p:nvSpPr>
        <p:spPr>
          <a:xfrm>
            <a:off x="1783370" y="60978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2" name="A1_bar_GT_10338">
            <a:extLst>
              <a:ext uri="{FF2B5EF4-FFF2-40B4-BE49-F238E27FC236}">
                <a16:creationId xmlns:a16="http://schemas.microsoft.com/office/drawing/2014/main" id="{7130E96F-71C2-4434-BB47-F7A6EB2B58B2}"/>
              </a:ext>
            </a:extLst>
          </p:cNvPr>
          <p:cNvSpPr>
            <a:spLocks noGrp="1"/>
          </p:cNvSpPr>
          <p:nvPr/>
        </p:nvSpPr>
        <p:spPr>
          <a:xfrm>
            <a:off x="1855273" y="50575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3" name="A1_bar_GT_10339">
            <a:extLst>
              <a:ext uri="{FF2B5EF4-FFF2-40B4-BE49-F238E27FC236}">
                <a16:creationId xmlns:a16="http://schemas.microsoft.com/office/drawing/2014/main" id="{2FE18C49-C5D6-4838-8A74-0A0C5D5D742D}"/>
              </a:ext>
            </a:extLst>
          </p:cNvPr>
          <p:cNvSpPr>
            <a:spLocks noGrp="1"/>
          </p:cNvSpPr>
          <p:nvPr/>
        </p:nvSpPr>
        <p:spPr>
          <a:xfrm>
            <a:off x="1918225" y="368274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4" name="A1_bar_GT_10340">
            <a:extLst>
              <a:ext uri="{FF2B5EF4-FFF2-40B4-BE49-F238E27FC236}">
                <a16:creationId xmlns:a16="http://schemas.microsoft.com/office/drawing/2014/main" id="{4B8A65BB-3DAE-4F2B-BA58-7460C57AB711}"/>
              </a:ext>
            </a:extLst>
          </p:cNvPr>
          <p:cNvSpPr>
            <a:spLocks noGrp="1"/>
          </p:cNvSpPr>
          <p:nvPr/>
        </p:nvSpPr>
        <p:spPr>
          <a:xfrm>
            <a:off x="1811299" y="312398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5" name="A1_bar_GT_10341">
            <a:extLst>
              <a:ext uri="{FF2B5EF4-FFF2-40B4-BE49-F238E27FC236}">
                <a16:creationId xmlns:a16="http://schemas.microsoft.com/office/drawing/2014/main" id="{F53CBE9F-9AD9-4E8F-BC05-63BBA1D84960}"/>
              </a:ext>
            </a:extLst>
          </p:cNvPr>
          <p:cNvSpPr>
            <a:spLocks noGrp="1"/>
          </p:cNvSpPr>
          <p:nvPr/>
        </p:nvSpPr>
        <p:spPr>
          <a:xfrm>
            <a:off x="1883235" y="321130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6" name="A1_bar_GT_10342">
            <a:extLst>
              <a:ext uri="{FF2B5EF4-FFF2-40B4-BE49-F238E27FC236}">
                <a16:creationId xmlns:a16="http://schemas.microsoft.com/office/drawing/2014/main" id="{D8A695BC-A78E-4FD2-8C6A-A73C6C86BC55}"/>
              </a:ext>
            </a:extLst>
          </p:cNvPr>
          <p:cNvSpPr>
            <a:spLocks noGrp="1"/>
          </p:cNvSpPr>
          <p:nvPr/>
        </p:nvSpPr>
        <p:spPr>
          <a:xfrm>
            <a:off x="1967074" y="416155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7" name="A1_bar_GT_10343">
            <a:extLst>
              <a:ext uri="{FF2B5EF4-FFF2-40B4-BE49-F238E27FC236}">
                <a16:creationId xmlns:a16="http://schemas.microsoft.com/office/drawing/2014/main" id="{391ED8B2-5513-417B-80C6-FEA1CDDBE4F8}"/>
              </a:ext>
            </a:extLst>
          </p:cNvPr>
          <p:cNvSpPr>
            <a:spLocks noGrp="1"/>
          </p:cNvSpPr>
          <p:nvPr/>
        </p:nvSpPr>
        <p:spPr>
          <a:xfrm>
            <a:off x="1829685" y="34655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8" name="A1_bar_GT_10344">
            <a:extLst>
              <a:ext uri="{FF2B5EF4-FFF2-40B4-BE49-F238E27FC236}">
                <a16:creationId xmlns:a16="http://schemas.microsoft.com/office/drawing/2014/main" id="{DD7EE366-B156-4865-A18E-18859B1F7B5A}"/>
              </a:ext>
            </a:extLst>
          </p:cNvPr>
          <p:cNvSpPr>
            <a:spLocks noGrp="1"/>
          </p:cNvSpPr>
          <p:nvPr/>
        </p:nvSpPr>
        <p:spPr>
          <a:xfrm>
            <a:off x="1869545" y="316732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9" name="A1_bar_GT_10345">
            <a:extLst>
              <a:ext uri="{FF2B5EF4-FFF2-40B4-BE49-F238E27FC236}">
                <a16:creationId xmlns:a16="http://schemas.microsoft.com/office/drawing/2014/main" id="{3BE1964E-2ABF-41AD-ACBC-601C3FA14EEB}"/>
              </a:ext>
            </a:extLst>
          </p:cNvPr>
          <p:cNvSpPr>
            <a:spLocks noGrp="1"/>
          </p:cNvSpPr>
          <p:nvPr/>
        </p:nvSpPr>
        <p:spPr>
          <a:xfrm>
            <a:off x="1902100" y="329976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0" name="A1_bar_GT_10346">
            <a:extLst>
              <a:ext uri="{FF2B5EF4-FFF2-40B4-BE49-F238E27FC236}">
                <a16:creationId xmlns:a16="http://schemas.microsoft.com/office/drawing/2014/main" id="{F7059E35-BB5D-450E-A584-92B2048CCA76}"/>
              </a:ext>
            </a:extLst>
          </p:cNvPr>
          <p:cNvSpPr>
            <a:spLocks noGrp="1"/>
          </p:cNvSpPr>
          <p:nvPr/>
        </p:nvSpPr>
        <p:spPr>
          <a:xfrm>
            <a:off x="1879626" y="38953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1" name="A1_bar_GT_10347">
            <a:extLst>
              <a:ext uri="{FF2B5EF4-FFF2-40B4-BE49-F238E27FC236}">
                <a16:creationId xmlns:a16="http://schemas.microsoft.com/office/drawing/2014/main" id="{41ED95BF-C08D-4402-842B-E3BC45137E4B}"/>
              </a:ext>
            </a:extLst>
          </p:cNvPr>
          <p:cNvSpPr>
            <a:spLocks noGrp="1"/>
          </p:cNvSpPr>
          <p:nvPr/>
        </p:nvSpPr>
        <p:spPr>
          <a:xfrm>
            <a:off x="1833191" y="31712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2" name="A1_bar_GT_10348">
            <a:extLst>
              <a:ext uri="{FF2B5EF4-FFF2-40B4-BE49-F238E27FC236}">
                <a16:creationId xmlns:a16="http://schemas.microsoft.com/office/drawing/2014/main" id="{657F4BB3-C1C1-451C-B244-9DF121899CDF}"/>
              </a:ext>
            </a:extLst>
          </p:cNvPr>
          <p:cNvSpPr>
            <a:spLocks noGrp="1"/>
          </p:cNvSpPr>
          <p:nvPr/>
        </p:nvSpPr>
        <p:spPr>
          <a:xfrm>
            <a:off x="1924432" y="45514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3" name="A1_bar_GT_10349">
            <a:extLst>
              <a:ext uri="{FF2B5EF4-FFF2-40B4-BE49-F238E27FC236}">
                <a16:creationId xmlns:a16="http://schemas.microsoft.com/office/drawing/2014/main" id="{927F5312-7D9A-4CD6-AA99-4A79E23D14ED}"/>
              </a:ext>
            </a:extLst>
          </p:cNvPr>
          <p:cNvSpPr>
            <a:spLocks noGrp="1"/>
          </p:cNvSpPr>
          <p:nvPr/>
        </p:nvSpPr>
        <p:spPr>
          <a:xfrm>
            <a:off x="1956701" y="35241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4" name="A1_bar_GT_10350">
            <a:extLst>
              <a:ext uri="{FF2B5EF4-FFF2-40B4-BE49-F238E27FC236}">
                <a16:creationId xmlns:a16="http://schemas.microsoft.com/office/drawing/2014/main" id="{D32C8FD4-3F78-4111-B22B-3FC9E29CBD52}"/>
              </a:ext>
            </a:extLst>
          </p:cNvPr>
          <p:cNvSpPr>
            <a:spLocks noGrp="1"/>
          </p:cNvSpPr>
          <p:nvPr/>
        </p:nvSpPr>
        <p:spPr>
          <a:xfrm>
            <a:off x="1930144" y="43192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5" name="A1_bar_GT_10351">
            <a:extLst>
              <a:ext uri="{FF2B5EF4-FFF2-40B4-BE49-F238E27FC236}">
                <a16:creationId xmlns:a16="http://schemas.microsoft.com/office/drawing/2014/main" id="{32079300-CE66-4609-B2BA-C689947AFEBC}"/>
              </a:ext>
            </a:extLst>
          </p:cNvPr>
          <p:cNvSpPr>
            <a:spLocks noGrp="1"/>
          </p:cNvSpPr>
          <p:nvPr/>
        </p:nvSpPr>
        <p:spPr>
          <a:xfrm>
            <a:off x="1974173" y="338382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6" name="A1_bar_GT_10352">
            <a:extLst>
              <a:ext uri="{FF2B5EF4-FFF2-40B4-BE49-F238E27FC236}">
                <a16:creationId xmlns:a16="http://schemas.microsoft.com/office/drawing/2014/main" id="{EB233B00-30C0-4241-8E2E-A39E1970028C}"/>
              </a:ext>
            </a:extLst>
          </p:cNvPr>
          <p:cNvSpPr>
            <a:spLocks noGrp="1"/>
          </p:cNvSpPr>
          <p:nvPr/>
        </p:nvSpPr>
        <p:spPr>
          <a:xfrm>
            <a:off x="1990081" y="38934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7" name="A1_bar_GT_10353">
            <a:extLst>
              <a:ext uri="{FF2B5EF4-FFF2-40B4-BE49-F238E27FC236}">
                <a16:creationId xmlns:a16="http://schemas.microsoft.com/office/drawing/2014/main" id="{34682461-AB14-496A-93AB-0B41B22FDD34}"/>
              </a:ext>
            </a:extLst>
          </p:cNvPr>
          <p:cNvSpPr>
            <a:spLocks noGrp="1"/>
          </p:cNvSpPr>
          <p:nvPr/>
        </p:nvSpPr>
        <p:spPr>
          <a:xfrm>
            <a:off x="2004455" y="43723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8" name="A1_bar_GT_10354">
            <a:extLst>
              <a:ext uri="{FF2B5EF4-FFF2-40B4-BE49-F238E27FC236}">
                <a16:creationId xmlns:a16="http://schemas.microsoft.com/office/drawing/2014/main" id="{6B7EF38E-0AAF-48A8-9FDA-A2EEE5721510}"/>
              </a:ext>
            </a:extLst>
          </p:cNvPr>
          <p:cNvSpPr>
            <a:spLocks noGrp="1"/>
          </p:cNvSpPr>
          <p:nvPr/>
        </p:nvSpPr>
        <p:spPr>
          <a:xfrm>
            <a:off x="1800365" y="44115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9" name="A1_bar_GT_10355">
            <a:extLst>
              <a:ext uri="{FF2B5EF4-FFF2-40B4-BE49-F238E27FC236}">
                <a16:creationId xmlns:a16="http://schemas.microsoft.com/office/drawing/2014/main" id="{7F29DE37-CE36-4499-A829-5ACD1FD7C5C6}"/>
              </a:ext>
            </a:extLst>
          </p:cNvPr>
          <p:cNvSpPr>
            <a:spLocks noGrp="1"/>
          </p:cNvSpPr>
          <p:nvPr/>
        </p:nvSpPr>
        <p:spPr>
          <a:xfrm>
            <a:off x="1792420" y="437520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0" name="A1_bar_GT_10356">
            <a:extLst>
              <a:ext uri="{FF2B5EF4-FFF2-40B4-BE49-F238E27FC236}">
                <a16:creationId xmlns:a16="http://schemas.microsoft.com/office/drawing/2014/main" id="{01079FDC-BFB7-4E56-AACB-B9DA6D14F919}"/>
              </a:ext>
            </a:extLst>
          </p:cNvPr>
          <p:cNvSpPr>
            <a:spLocks noGrp="1"/>
          </p:cNvSpPr>
          <p:nvPr/>
        </p:nvSpPr>
        <p:spPr>
          <a:xfrm>
            <a:off x="1869968" y="40828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1" name="A1_bar_GT_10357">
            <a:extLst>
              <a:ext uri="{FF2B5EF4-FFF2-40B4-BE49-F238E27FC236}">
                <a16:creationId xmlns:a16="http://schemas.microsoft.com/office/drawing/2014/main" id="{A60A6ADF-BAED-40BB-A86F-45F5D4B9CF81}"/>
              </a:ext>
            </a:extLst>
          </p:cNvPr>
          <p:cNvSpPr>
            <a:spLocks noGrp="1"/>
          </p:cNvSpPr>
          <p:nvPr/>
        </p:nvSpPr>
        <p:spPr>
          <a:xfrm>
            <a:off x="1988545" y="437312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2" name="A1_bar_GT_10358">
            <a:extLst>
              <a:ext uri="{FF2B5EF4-FFF2-40B4-BE49-F238E27FC236}">
                <a16:creationId xmlns:a16="http://schemas.microsoft.com/office/drawing/2014/main" id="{3682FED5-54EB-40E3-BC13-F7225B4B8D81}"/>
              </a:ext>
            </a:extLst>
          </p:cNvPr>
          <p:cNvSpPr>
            <a:spLocks noGrp="1"/>
          </p:cNvSpPr>
          <p:nvPr/>
        </p:nvSpPr>
        <p:spPr>
          <a:xfrm>
            <a:off x="1915571" y="42319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3" name="A1_bar_GT_10359">
            <a:extLst>
              <a:ext uri="{FF2B5EF4-FFF2-40B4-BE49-F238E27FC236}">
                <a16:creationId xmlns:a16="http://schemas.microsoft.com/office/drawing/2014/main" id="{05AE9BA1-69F5-458B-96A1-F45299A39660}"/>
              </a:ext>
            </a:extLst>
          </p:cNvPr>
          <p:cNvSpPr>
            <a:spLocks noGrp="1"/>
          </p:cNvSpPr>
          <p:nvPr/>
        </p:nvSpPr>
        <p:spPr>
          <a:xfrm>
            <a:off x="2004397" y="316204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4" name="A1_bar_GT_10360">
            <a:extLst>
              <a:ext uri="{FF2B5EF4-FFF2-40B4-BE49-F238E27FC236}">
                <a16:creationId xmlns:a16="http://schemas.microsoft.com/office/drawing/2014/main" id="{BE78CBF7-FAC9-42AB-9E1A-B55DCB4CFE69}"/>
              </a:ext>
            </a:extLst>
          </p:cNvPr>
          <p:cNvSpPr>
            <a:spLocks noGrp="1"/>
          </p:cNvSpPr>
          <p:nvPr/>
        </p:nvSpPr>
        <p:spPr>
          <a:xfrm>
            <a:off x="1975931" y="34560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5" name="A1_bar_GT_10361">
            <a:extLst>
              <a:ext uri="{FF2B5EF4-FFF2-40B4-BE49-F238E27FC236}">
                <a16:creationId xmlns:a16="http://schemas.microsoft.com/office/drawing/2014/main" id="{CCD1DA14-2522-495B-B801-49F0C7A885E2}"/>
              </a:ext>
            </a:extLst>
          </p:cNvPr>
          <p:cNvSpPr>
            <a:spLocks noGrp="1"/>
          </p:cNvSpPr>
          <p:nvPr/>
        </p:nvSpPr>
        <p:spPr>
          <a:xfrm>
            <a:off x="1803198" y="343662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6" name="A1_bar_GT_10362">
            <a:extLst>
              <a:ext uri="{FF2B5EF4-FFF2-40B4-BE49-F238E27FC236}">
                <a16:creationId xmlns:a16="http://schemas.microsoft.com/office/drawing/2014/main" id="{98843C60-DDE1-4246-8668-448F103785B9}"/>
              </a:ext>
            </a:extLst>
          </p:cNvPr>
          <p:cNvSpPr>
            <a:spLocks noGrp="1"/>
          </p:cNvSpPr>
          <p:nvPr/>
        </p:nvSpPr>
        <p:spPr>
          <a:xfrm>
            <a:off x="1819096" y="451375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7" name="A1_bar_GT_10363">
            <a:extLst>
              <a:ext uri="{FF2B5EF4-FFF2-40B4-BE49-F238E27FC236}">
                <a16:creationId xmlns:a16="http://schemas.microsoft.com/office/drawing/2014/main" id="{C4845219-375E-4DA9-94F6-6DC73C08FFE4}"/>
              </a:ext>
            </a:extLst>
          </p:cNvPr>
          <p:cNvSpPr>
            <a:spLocks noGrp="1"/>
          </p:cNvSpPr>
          <p:nvPr/>
        </p:nvSpPr>
        <p:spPr>
          <a:xfrm>
            <a:off x="1848217" y="314001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8" name="A1_bar_GT_10364">
            <a:extLst>
              <a:ext uri="{FF2B5EF4-FFF2-40B4-BE49-F238E27FC236}">
                <a16:creationId xmlns:a16="http://schemas.microsoft.com/office/drawing/2014/main" id="{584AFC2B-232D-46F4-AA43-4A10856CB08C}"/>
              </a:ext>
            </a:extLst>
          </p:cNvPr>
          <p:cNvSpPr>
            <a:spLocks noGrp="1"/>
          </p:cNvSpPr>
          <p:nvPr/>
        </p:nvSpPr>
        <p:spPr>
          <a:xfrm>
            <a:off x="1876488" y="29799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9" name="A1_bar_GT_10365">
            <a:extLst>
              <a:ext uri="{FF2B5EF4-FFF2-40B4-BE49-F238E27FC236}">
                <a16:creationId xmlns:a16="http://schemas.microsoft.com/office/drawing/2014/main" id="{61D57A77-48DB-40D1-B81B-571AB177457D}"/>
              </a:ext>
            </a:extLst>
          </p:cNvPr>
          <p:cNvSpPr>
            <a:spLocks noGrp="1"/>
          </p:cNvSpPr>
          <p:nvPr/>
        </p:nvSpPr>
        <p:spPr>
          <a:xfrm>
            <a:off x="1936996" y="318819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0" name="A1_bar_GT_10366">
            <a:extLst>
              <a:ext uri="{FF2B5EF4-FFF2-40B4-BE49-F238E27FC236}">
                <a16:creationId xmlns:a16="http://schemas.microsoft.com/office/drawing/2014/main" id="{5FAD4523-575E-46F3-A4AC-4F979520DEDC}"/>
              </a:ext>
            </a:extLst>
          </p:cNvPr>
          <p:cNvSpPr>
            <a:spLocks noGrp="1"/>
          </p:cNvSpPr>
          <p:nvPr/>
        </p:nvSpPr>
        <p:spPr>
          <a:xfrm>
            <a:off x="1927990" y="35996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1" name="A1_bar_GT_10367">
            <a:extLst>
              <a:ext uri="{FF2B5EF4-FFF2-40B4-BE49-F238E27FC236}">
                <a16:creationId xmlns:a16="http://schemas.microsoft.com/office/drawing/2014/main" id="{4C7DE8F9-D13D-477C-AD49-D8827FB5E37D}"/>
              </a:ext>
            </a:extLst>
          </p:cNvPr>
          <p:cNvSpPr>
            <a:spLocks noGrp="1"/>
          </p:cNvSpPr>
          <p:nvPr/>
        </p:nvSpPr>
        <p:spPr>
          <a:xfrm>
            <a:off x="1960273" y="48111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2" name="A1_bar_GT_10368">
            <a:extLst>
              <a:ext uri="{FF2B5EF4-FFF2-40B4-BE49-F238E27FC236}">
                <a16:creationId xmlns:a16="http://schemas.microsoft.com/office/drawing/2014/main" id="{6FF294FD-7FD8-410A-8D25-4926A60FB7D2}"/>
              </a:ext>
            </a:extLst>
          </p:cNvPr>
          <p:cNvSpPr>
            <a:spLocks noGrp="1"/>
          </p:cNvSpPr>
          <p:nvPr/>
        </p:nvSpPr>
        <p:spPr>
          <a:xfrm>
            <a:off x="1791252" y="56522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3" name="A1_bar_GT_10369">
            <a:extLst>
              <a:ext uri="{FF2B5EF4-FFF2-40B4-BE49-F238E27FC236}">
                <a16:creationId xmlns:a16="http://schemas.microsoft.com/office/drawing/2014/main" id="{12BEFB05-E3A9-4DE3-B1E3-E3BA2FF5F5DC}"/>
              </a:ext>
            </a:extLst>
          </p:cNvPr>
          <p:cNvSpPr>
            <a:spLocks noGrp="1"/>
          </p:cNvSpPr>
          <p:nvPr/>
        </p:nvSpPr>
        <p:spPr>
          <a:xfrm>
            <a:off x="1873754" y="47858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4" name="A1_bar_GT_10370">
            <a:extLst>
              <a:ext uri="{FF2B5EF4-FFF2-40B4-BE49-F238E27FC236}">
                <a16:creationId xmlns:a16="http://schemas.microsoft.com/office/drawing/2014/main" id="{9026DC9D-BCDD-456E-ADC5-3029A5CCC8FF}"/>
              </a:ext>
            </a:extLst>
          </p:cNvPr>
          <p:cNvSpPr>
            <a:spLocks noGrp="1"/>
          </p:cNvSpPr>
          <p:nvPr/>
        </p:nvSpPr>
        <p:spPr>
          <a:xfrm>
            <a:off x="1958499" y="39205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5" name="A1_bar_GT_10371">
            <a:extLst>
              <a:ext uri="{FF2B5EF4-FFF2-40B4-BE49-F238E27FC236}">
                <a16:creationId xmlns:a16="http://schemas.microsoft.com/office/drawing/2014/main" id="{191123B8-03E5-4B3C-8F3D-2F1479E66FEA}"/>
              </a:ext>
            </a:extLst>
          </p:cNvPr>
          <p:cNvSpPr>
            <a:spLocks noGrp="1"/>
          </p:cNvSpPr>
          <p:nvPr/>
        </p:nvSpPr>
        <p:spPr>
          <a:xfrm>
            <a:off x="1903168" y="51791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6" name="A1_bar_GT_10372">
            <a:extLst>
              <a:ext uri="{FF2B5EF4-FFF2-40B4-BE49-F238E27FC236}">
                <a16:creationId xmlns:a16="http://schemas.microsoft.com/office/drawing/2014/main" id="{A268DF8E-7EA8-4FB2-ACD0-F5161352EA69}"/>
              </a:ext>
            </a:extLst>
          </p:cNvPr>
          <p:cNvSpPr>
            <a:spLocks noGrp="1"/>
          </p:cNvSpPr>
          <p:nvPr/>
        </p:nvSpPr>
        <p:spPr>
          <a:xfrm>
            <a:off x="1938651" y="32704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7" name="A1_bar_GT_10373">
            <a:extLst>
              <a:ext uri="{FF2B5EF4-FFF2-40B4-BE49-F238E27FC236}">
                <a16:creationId xmlns:a16="http://schemas.microsoft.com/office/drawing/2014/main" id="{DB477373-D227-47BE-A9F2-9B28B09A97B0}"/>
              </a:ext>
            </a:extLst>
          </p:cNvPr>
          <p:cNvSpPr>
            <a:spLocks noGrp="1"/>
          </p:cNvSpPr>
          <p:nvPr/>
        </p:nvSpPr>
        <p:spPr>
          <a:xfrm>
            <a:off x="2006189" y="481121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8" name="A1_bar_GT_10374">
            <a:extLst>
              <a:ext uri="{FF2B5EF4-FFF2-40B4-BE49-F238E27FC236}">
                <a16:creationId xmlns:a16="http://schemas.microsoft.com/office/drawing/2014/main" id="{53274F8A-B136-44F4-B6CE-463595BB261B}"/>
              </a:ext>
            </a:extLst>
          </p:cNvPr>
          <p:cNvSpPr>
            <a:spLocks noGrp="1"/>
          </p:cNvSpPr>
          <p:nvPr/>
        </p:nvSpPr>
        <p:spPr>
          <a:xfrm>
            <a:off x="1901356" y="408610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9" name="A1_bar_GT_10375">
            <a:extLst>
              <a:ext uri="{FF2B5EF4-FFF2-40B4-BE49-F238E27FC236}">
                <a16:creationId xmlns:a16="http://schemas.microsoft.com/office/drawing/2014/main" id="{DF36E3AD-E821-466E-8090-82D4325E733B}"/>
              </a:ext>
            </a:extLst>
          </p:cNvPr>
          <p:cNvSpPr>
            <a:spLocks noGrp="1"/>
          </p:cNvSpPr>
          <p:nvPr/>
        </p:nvSpPr>
        <p:spPr>
          <a:xfrm>
            <a:off x="1925207" y="30985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0" name="A1_bar_GT_10376">
            <a:extLst>
              <a:ext uri="{FF2B5EF4-FFF2-40B4-BE49-F238E27FC236}">
                <a16:creationId xmlns:a16="http://schemas.microsoft.com/office/drawing/2014/main" id="{C7F54DC3-F524-4E3E-ABB1-88B9A3FBDB7D}"/>
              </a:ext>
            </a:extLst>
          </p:cNvPr>
          <p:cNvSpPr>
            <a:spLocks noGrp="1"/>
          </p:cNvSpPr>
          <p:nvPr/>
        </p:nvSpPr>
        <p:spPr>
          <a:xfrm>
            <a:off x="1977626" y="52000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1" name="A1_bar_GT_10377">
            <a:extLst>
              <a:ext uri="{FF2B5EF4-FFF2-40B4-BE49-F238E27FC236}">
                <a16:creationId xmlns:a16="http://schemas.microsoft.com/office/drawing/2014/main" id="{C78193ED-6BE6-4B70-A865-C52096BD3498}"/>
              </a:ext>
            </a:extLst>
          </p:cNvPr>
          <p:cNvSpPr>
            <a:spLocks noGrp="1"/>
          </p:cNvSpPr>
          <p:nvPr/>
        </p:nvSpPr>
        <p:spPr>
          <a:xfrm>
            <a:off x="1800759" y="38942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2" name="A1_bar_GT_10378">
            <a:extLst>
              <a:ext uri="{FF2B5EF4-FFF2-40B4-BE49-F238E27FC236}">
                <a16:creationId xmlns:a16="http://schemas.microsoft.com/office/drawing/2014/main" id="{71A55D73-2568-48EC-B84B-F27E4CFAD06C}"/>
              </a:ext>
            </a:extLst>
          </p:cNvPr>
          <p:cNvSpPr>
            <a:spLocks noGrp="1"/>
          </p:cNvSpPr>
          <p:nvPr/>
        </p:nvSpPr>
        <p:spPr>
          <a:xfrm>
            <a:off x="1906987" y="520221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3" name="A1_bar_GT_10379">
            <a:extLst>
              <a:ext uri="{FF2B5EF4-FFF2-40B4-BE49-F238E27FC236}">
                <a16:creationId xmlns:a16="http://schemas.microsoft.com/office/drawing/2014/main" id="{D1508359-2611-45DF-8F88-40CF0D696A78}"/>
              </a:ext>
            </a:extLst>
          </p:cNvPr>
          <p:cNvSpPr>
            <a:spLocks noGrp="1"/>
          </p:cNvSpPr>
          <p:nvPr/>
        </p:nvSpPr>
        <p:spPr>
          <a:xfrm>
            <a:off x="1966785" y="320340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4" name="A1_bar_GT_10380">
            <a:extLst>
              <a:ext uri="{FF2B5EF4-FFF2-40B4-BE49-F238E27FC236}">
                <a16:creationId xmlns:a16="http://schemas.microsoft.com/office/drawing/2014/main" id="{A602FF5B-6BCA-42AB-AC5A-F897505433EB}"/>
              </a:ext>
            </a:extLst>
          </p:cNvPr>
          <p:cNvSpPr>
            <a:spLocks noGrp="1"/>
          </p:cNvSpPr>
          <p:nvPr/>
        </p:nvSpPr>
        <p:spPr>
          <a:xfrm>
            <a:off x="1978013" y="419884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5" name="A1_bar_GT_10381">
            <a:extLst>
              <a:ext uri="{FF2B5EF4-FFF2-40B4-BE49-F238E27FC236}">
                <a16:creationId xmlns:a16="http://schemas.microsoft.com/office/drawing/2014/main" id="{21BD8FE2-121B-4D3C-8FAA-4153E808B5B0}"/>
              </a:ext>
            </a:extLst>
          </p:cNvPr>
          <p:cNvSpPr>
            <a:spLocks noGrp="1"/>
          </p:cNvSpPr>
          <p:nvPr/>
        </p:nvSpPr>
        <p:spPr>
          <a:xfrm>
            <a:off x="1849371" y="35632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6" name="A1_bar_GT_10382">
            <a:extLst>
              <a:ext uri="{FF2B5EF4-FFF2-40B4-BE49-F238E27FC236}">
                <a16:creationId xmlns:a16="http://schemas.microsoft.com/office/drawing/2014/main" id="{A6350BF4-C017-4672-9AC1-E9FD6F8DCB5D}"/>
              </a:ext>
            </a:extLst>
          </p:cNvPr>
          <p:cNvSpPr>
            <a:spLocks noGrp="1"/>
          </p:cNvSpPr>
          <p:nvPr/>
        </p:nvSpPr>
        <p:spPr>
          <a:xfrm>
            <a:off x="1947910" y="329877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7" name="A1_bar_GT_10383">
            <a:extLst>
              <a:ext uri="{FF2B5EF4-FFF2-40B4-BE49-F238E27FC236}">
                <a16:creationId xmlns:a16="http://schemas.microsoft.com/office/drawing/2014/main" id="{972D3CD6-99A1-4C45-9DDF-3E8331F9C1EC}"/>
              </a:ext>
            </a:extLst>
          </p:cNvPr>
          <p:cNvSpPr>
            <a:spLocks noGrp="1"/>
          </p:cNvSpPr>
          <p:nvPr/>
        </p:nvSpPr>
        <p:spPr>
          <a:xfrm>
            <a:off x="1790978" y="38500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8" name="A1_bar_GT_10384">
            <a:extLst>
              <a:ext uri="{FF2B5EF4-FFF2-40B4-BE49-F238E27FC236}">
                <a16:creationId xmlns:a16="http://schemas.microsoft.com/office/drawing/2014/main" id="{8B07CCD7-0277-4ABE-87A7-50C3D7B18BFC}"/>
              </a:ext>
            </a:extLst>
          </p:cNvPr>
          <p:cNvSpPr>
            <a:spLocks noGrp="1"/>
          </p:cNvSpPr>
          <p:nvPr/>
        </p:nvSpPr>
        <p:spPr>
          <a:xfrm>
            <a:off x="1845037" y="362470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9" name="A1_bar_GT_10385">
            <a:extLst>
              <a:ext uri="{FF2B5EF4-FFF2-40B4-BE49-F238E27FC236}">
                <a16:creationId xmlns:a16="http://schemas.microsoft.com/office/drawing/2014/main" id="{A494C728-2A7F-411A-A07A-02A546EF67FB}"/>
              </a:ext>
            </a:extLst>
          </p:cNvPr>
          <p:cNvSpPr>
            <a:spLocks noGrp="1"/>
          </p:cNvSpPr>
          <p:nvPr/>
        </p:nvSpPr>
        <p:spPr>
          <a:xfrm>
            <a:off x="1977159" y="387625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0" name="A1_bar_GT_10386">
            <a:extLst>
              <a:ext uri="{FF2B5EF4-FFF2-40B4-BE49-F238E27FC236}">
                <a16:creationId xmlns:a16="http://schemas.microsoft.com/office/drawing/2014/main" id="{20130615-7ED2-41CE-8254-64573FD14A33}"/>
              </a:ext>
            </a:extLst>
          </p:cNvPr>
          <p:cNvSpPr>
            <a:spLocks noGrp="1"/>
          </p:cNvSpPr>
          <p:nvPr/>
        </p:nvSpPr>
        <p:spPr>
          <a:xfrm>
            <a:off x="2011575" y="327570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1" name="A1_bar_GT_10387">
            <a:extLst>
              <a:ext uri="{FF2B5EF4-FFF2-40B4-BE49-F238E27FC236}">
                <a16:creationId xmlns:a16="http://schemas.microsoft.com/office/drawing/2014/main" id="{C9C79714-22BF-493B-9EF1-6B6C7442E4CA}"/>
              </a:ext>
            </a:extLst>
          </p:cNvPr>
          <p:cNvSpPr>
            <a:spLocks noGrp="1"/>
          </p:cNvSpPr>
          <p:nvPr/>
        </p:nvSpPr>
        <p:spPr>
          <a:xfrm>
            <a:off x="1943964" y="45599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2" name="A1_bar_GT_10388">
            <a:extLst>
              <a:ext uri="{FF2B5EF4-FFF2-40B4-BE49-F238E27FC236}">
                <a16:creationId xmlns:a16="http://schemas.microsoft.com/office/drawing/2014/main" id="{B8D26D03-046D-495A-A0D1-49649FC6C564}"/>
              </a:ext>
            </a:extLst>
          </p:cNvPr>
          <p:cNvSpPr>
            <a:spLocks noGrp="1"/>
          </p:cNvSpPr>
          <p:nvPr/>
        </p:nvSpPr>
        <p:spPr>
          <a:xfrm>
            <a:off x="1880746" y="473875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3" name="A1_bar_GT_10389">
            <a:extLst>
              <a:ext uri="{FF2B5EF4-FFF2-40B4-BE49-F238E27FC236}">
                <a16:creationId xmlns:a16="http://schemas.microsoft.com/office/drawing/2014/main" id="{9819E2C3-652A-4116-A871-B44EC4005FFF}"/>
              </a:ext>
            </a:extLst>
          </p:cNvPr>
          <p:cNvSpPr>
            <a:spLocks noGrp="1"/>
          </p:cNvSpPr>
          <p:nvPr/>
        </p:nvSpPr>
        <p:spPr>
          <a:xfrm>
            <a:off x="1773720" y="295229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4" name="A1_bar_GT_10390">
            <a:extLst>
              <a:ext uri="{FF2B5EF4-FFF2-40B4-BE49-F238E27FC236}">
                <a16:creationId xmlns:a16="http://schemas.microsoft.com/office/drawing/2014/main" id="{CF1B1163-DB47-4DAD-A183-2BB9D0595E2C}"/>
              </a:ext>
            </a:extLst>
          </p:cNvPr>
          <p:cNvSpPr>
            <a:spLocks noGrp="1"/>
          </p:cNvSpPr>
          <p:nvPr/>
        </p:nvSpPr>
        <p:spPr>
          <a:xfrm>
            <a:off x="2005139" y="606334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5" name="A1_bar_GT_10391">
            <a:extLst>
              <a:ext uri="{FF2B5EF4-FFF2-40B4-BE49-F238E27FC236}">
                <a16:creationId xmlns:a16="http://schemas.microsoft.com/office/drawing/2014/main" id="{94189ED9-1CC9-4A58-AF31-50EE30F520C0}"/>
              </a:ext>
            </a:extLst>
          </p:cNvPr>
          <p:cNvSpPr>
            <a:spLocks noGrp="1"/>
          </p:cNvSpPr>
          <p:nvPr/>
        </p:nvSpPr>
        <p:spPr>
          <a:xfrm>
            <a:off x="1844107" y="33112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6" name="A1_bar_GT_10392">
            <a:extLst>
              <a:ext uri="{FF2B5EF4-FFF2-40B4-BE49-F238E27FC236}">
                <a16:creationId xmlns:a16="http://schemas.microsoft.com/office/drawing/2014/main" id="{47FACFCA-E1D3-4CC5-AA81-0BE422015865}"/>
              </a:ext>
            </a:extLst>
          </p:cNvPr>
          <p:cNvSpPr>
            <a:spLocks noGrp="1"/>
          </p:cNvSpPr>
          <p:nvPr/>
        </p:nvSpPr>
        <p:spPr>
          <a:xfrm>
            <a:off x="1994487" y="49674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7" name="A1_bar_GT_10393">
            <a:extLst>
              <a:ext uri="{FF2B5EF4-FFF2-40B4-BE49-F238E27FC236}">
                <a16:creationId xmlns:a16="http://schemas.microsoft.com/office/drawing/2014/main" id="{2F7F6E96-EF44-45E5-817D-9709F40DB60E}"/>
              </a:ext>
            </a:extLst>
          </p:cNvPr>
          <p:cNvSpPr>
            <a:spLocks noGrp="1"/>
          </p:cNvSpPr>
          <p:nvPr/>
        </p:nvSpPr>
        <p:spPr>
          <a:xfrm>
            <a:off x="1908338" y="46996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8" name="A1_bar_GT_10394">
            <a:extLst>
              <a:ext uri="{FF2B5EF4-FFF2-40B4-BE49-F238E27FC236}">
                <a16:creationId xmlns:a16="http://schemas.microsoft.com/office/drawing/2014/main" id="{5F237746-B223-4334-8507-C2B6CDEF08EF}"/>
              </a:ext>
            </a:extLst>
          </p:cNvPr>
          <p:cNvSpPr>
            <a:spLocks noGrp="1"/>
          </p:cNvSpPr>
          <p:nvPr/>
        </p:nvSpPr>
        <p:spPr>
          <a:xfrm>
            <a:off x="1860155" y="30558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9" name="A1_bar_GT_10395">
            <a:extLst>
              <a:ext uri="{FF2B5EF4-FFF2-40B4-BE49-F238E27FC236}">
                <a16:creationId xmlns:a16="http://schemas.microsoft.com/office/drawing/2014/main" id="{E7A32DE6-8096-429D-802C-9F91A0703CF3}"/>
              </a:ext>
            </a:extLst>
          </p:cNvPr>
          <p:cNvSpPr>
            <a:spLocks noGrp="1"/>
          </p:cNvSpPr>
          <p:nvPr/>
        </p:nvSpPr>
        <p:spPr>
          <a:xfrm>
            <a:off x="1983748" y="34599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0" name="A1_bar_GT_10396">
            <a:extLst>
              <a:ext uri="{FF2B5EF4-FFF2-40B4-BE49-F238E27FC236}">
                <a16:creationId xmlns:a16="http://schemas.microsoft.com/office/drawing/2014/main" id="{B9F2387F-9788-47C2-89E2-65A716B1B688}"/>
              </a:ext>
            </a:extLst>
          </p:cNvPr>
          <p:cNvSpPr>
            <a:spLocks noGrp="1"/>
          </p:cNvSpPr>
          <p:nvPr/>
        </p:nvSpPr>
        <p:spPr>
          <a:xfrm>
            <a:off x="1928109" y="30896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1" name="A1_bar_GT_10397">
            <a:extLst>
              <a:ext uri="{FF2B5EF4-FFF2-40B4-BE49-F238E27FC236}">
                <a16:creationId xmlns:a16="http://schemas.microsoft.com/office/drawing/2014/main" id="{1C0DDB5B-D151-4CE7-A103-AF42CCF71F85}"/>
              </a:ext>
            </a:extLst>
          </p:cNvPr>
          <p:cNvSpPr>
            <a:spLocks noGrp="1"/>
          </p:cNvSpPr>
          <p:nvPr/>
        </p:nvSpPr>
        <p:spPr>
          <a:xfrm>
            <a:off x="1837674" y="495862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2" name="A1_bar_GT_10398">
            <a:extLst>
              <a:ext uri="{FF2B5EF4-FFF2-40B4-BE49-F238E27FC236}">
                <a16:creationId xmlns:a16="http://schemas.microsoft.com/office/drawing/2014/main" id="{9993B163-90AF-4F14-AA8B-7421951C135C}"/>
              </a:ext>
            </a:extLst>
          </p:cNvPr>
          <p:cNvSpPr>
            <a:spLocks noGrp="1"/>
          </p:cNvSpPr>
          <p:nvPr/>
        </p:nvSpPr>
        <p:spPr>
          <a:xfrm>
            <a:off x="1801188" y="473757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3" name="A1_bar_GT_10399">
            <a:extLst>
              <a:ext uri="{FF2B5EF4-FFF2-40B4-BE49-F238E27FC236}">
                <a16:creationId xmlns:a16="http://schemas.microsoft.com/office/drawing/2014/main" id="{8A3C93EB-53EE-42A2-80B1-572BC1BAF2D1}"/>
              </a:ext>
            </a:extLst>
          </p:cNvPr>
          <p:cNvSpPr>
            <a:spLocks noGrp="1"/>
          </p:cNvSpPr>
          <p:nvPr/>
        </p:nvSpPr>
        <p:spPr>
          <a:xfrm>
            <a:off x="1947768" y="41710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4" name="A1_bar_GT_10400">
            <a:extLst>
              <a:ext uri="{FF2B5EF4-FFF2-40B4-BE49-F238E27FC236}">
                <a16:creationId xmlns:a16="http://schemas.microsoft.com/office/drawing/2014/main" id="{00DA8BA7-FB57-4D23-B1D9-74B87E6A64E4}"/>
              </a:ext>
            </a:extLst>
          </p:cNvPr>
          <p:cNvSpPr>
            <a:spLocks noGrp="1"/>
          </p:cNvSpPr>
          <p:nvPr/>
        </p:nvSpPr>
        <p:spPr>
          <a:xfrm>
            <a:off x="1779576" y="47237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5" name="A1_bar_GT_10401">
            <a:extLst>
              <a:ext uri="{FF2B5EF4-FFF2-40B4-BE49-F238E27FC236}">
                <a16:creationId xmlns:a16="http://schemas.microsoft.com/office/drawing/2014/main" id="{D6101228-3F00-4F1B-A7B3-F53E6A0EE3DE}"/>
              </a:ext>
            </a:extLst>
          </p:cNvPr>
          <p:cNvSpPr>
            <a:spLocks noGrp="1"/>
          </p:cNvSpPr>
          <p:nvPr/>
        </p:nvSpPr>
        <p:spPr>
          <a:xfrm>
            <a:off x="1865140" y="386477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6" name="A1_bar_GT_10402">
            <a:extLst>
              <a:ext uri="{FF2B5EF4-FFF2-40B4-BE49-F238E27FC236}">
                <a16:creationId xmlns:a16="http://schemas.microsoft.com/office/drawing/2014/main" id="{B4126D1B-9C69-45A4-A06C-8FEFA2523B18}"/>
              </a:ext>
            </a:extLst>
          </p:cNvPr>
          <p:cNvSpPr>
            <a:spLocks noGrp="1"/>
          </p:cNvSpPr>
          <p:nvPr/>
        </p:nvSpPr>
        <p:spPr>
          <a:xfrm>
            <a:off x="1871893" y="3288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7" name="A1_bar_GT_10403">
            <a:extLst>
              <a:ext uri="{FF2B5EF4-FFF2-40B4-BE49-F238E27FC236}">
                <a16:creationId xmlns:a16="http://schemas.microsoft.com/office/drawing/2014/main" id="{EFA21DB6-100B-4192-BEE4-59BBD675C24B}"/>
              </a:ext>
            </a:extLst>
          </p:cNvPr>
          <p:cNvSpPr>
            <a:spLocks noGrp="1"/>
          </p:cNvSpPr>
          <p:nvPr/>
        </p:nvSpPr>
        <p:spPr>
          <a:xfrm>
            <a:off x="1836336" y="32810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8" name="A1_bar_GT_10404">
            <a:extLst>
              <a:ext uri="{FF2B5EF4-FFF2-40B4-BE49-F238E27FC236}">
                <a16:creationId xmlns:a16="http://schemas.microsoft.com/office/drawing/2014/main" id="{7DE265F5-43E0-44B0-8942-F6F603C99802}"/>
              </a:ext>
            </a:extLst>
          </p:cNvPr>
          <p:cNvSpPr>
            <a:spLocks noGrp="1"/>
          </p:cNvSpPr>
          <p:nvPr/>
        </p:nvSpPr>
        <p:spPr>
          <a:xfrm>
            <a:off x="1849911" y="56507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9" name="A1_bar_GT_10405">
            <a:extLst>
              <a:ext uri="{FF2B5EF4-FFF2-40B4-BE49-F238E27FC236}">
                <a16:creationId xmlns:a16="http://schemas.microsoft.com/office/drawing/2014/main" id="{22934D3D-3DBB-406F-A218-06D486AE546F}"/>
              </a:ext>
            </a:extLst>
          </p:cNvPr>
          <p:cNvSpPr>
            <a:spLocks noGrp="1"/>
          </p:cNvSpPr>
          <p:nvPr/>
        </p:nvSpPr>
        <p:spPr>
          <a:xfrm>
            <a:off x="1920239" y="40705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0" name="A1_bar_GT_10406">
            <a:extLst>
              <a:ext uri="{FF2B5EF4-FFF2-40B4-BE49-F238E27FC236}">
                <a16:creationId xmlns:a16="http://schemas.microsoft.com/office/drawing/2014/main" id="{C0201814-3FC1-419C-9C66-E884C35F4AD8}"/>
              </a:ext>
            </a:extLst>
          </p:cNvPr>
          <p:cNvSpPr>
            <a:spLocks noGrp="1"/>
          </p:cNvSpPr>
          <p:nvPr/>
        </p:nvSpPr>
        <p:spPr>
          <a:xfrm>
            <a:off x="1851022" y="542584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1" name="A1_bar_GT_10407">
            <a:extLst>
              <a:ext uri="{FF2B5EF4-FFF2-40B4-BE49-F238E27FC236}">
                <a16:creationId xmlns:a16="http://schemas.microsoft.com/office/drawing/2014/main" id="{98B8647B-1EB1-4FA2-BDD7-BE7BFBD49A6D}"/>
              </a:ext>
            </a:extLst>
          </p:cNvPr>
          <p:cNvSpPr>
            <a:spLocks noGrp="1"/>
          </p:cNvSpPr>
          <p:nvPr/>
        </p:nvSpPr>
        <p:spPr>
          <a:xfrm>
            <a:off x="1992154" y="41185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2" name="A1_bar_GT_10408">
            <a:extLst>
              <a:ext uri="{FF2B5EF4-FFF2-40B4-BE49-F238E27FC236}">
                <a16:creationId xmlns:a16="http://schemas.microsoft.com/office/drawing/2014/main" id="{7D8263A8-F020-4D7C-8E95-FFFC3AC5F7BC}"/>
              </a:ext>
            </a:extLst>
          </p:cNvPr>
          <p:cNvSpPr>
            <a:spLocks noGrp="1"/>
          </p:cNvSpPr>
          <p:nvPr/>
        </p:nvSpPr>
        <p:spPr>
          <a:xfrm>
            <a:off x="1903156" y="31860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3" name="A1_bar_GT_10409">
            <a:extLst>
              <a:ext uri="{FF2B5EF4-FFF2-40B4-BE49-F238E27FC236}">
                <a16:creationId xmlns:a16="http://schemas.microsoft.com/office/drawing/2014/main" id="{675F965B-967C-4395-956A-AA9B80B6A435}"/>
              </a:ext>
            </a:extLst>
          </p:cNvPr>
          <p:cNvSpPr>
            <a:spLocks noGrp="1"/>
          </p:cNvSpPr>
          <p:nvPr/>
        </p:nvSpPr>
        <p:spPr>
          <a:xfrm>
            <a:off x="1849637" y="36131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4" name="A1_bar_GT_10410">
            <a:extLst>
              <a:ext uri="{FF2B5EF4-FFF2-40B4-BE49-F238E27FC236}">
                <a16:creationId xmlns:a16="http://schemas.microsoft.com/office/drawing/2014/main" id="{406F9FB2-A01D-49F3-B6E6-698294C5F751}"/>
              </a:ext>
            </a:extLst>
          </p:cNvPr>
          <p:cNvSpPr>
            <a:spLocks noGrp="1"/>
          </p:cNvSpPr>
          <p:nvPr/>
        </p:nvSpPr>
        <p:spPr>
          <a:xfrm>
            <a:off x="1943941" y="463508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5" name="A1_bar_GT_10411">
            <a:extLst>
              <a:ext uri="{FF2B5EF4-FFF2-40B4-BE49-F238E27FC236}">
                <a16:creationId xmlns:a16="http://schemas.microsoft.com/office/drawing/2014/main" id="{D3E62742-03F2-4D8E-8199-89D5F9F57965}"/>
              </a:ext>
            </a:extLst>
          </p:cNvPr>
          <p:cNvSpPr>
            <a:spLocks noGrp="1"/>
          </p:cNvSpPr>
          <p:nvPr/>
        </p:nvSpPr>
        <p:spPr>
          <a:xfrm>
            <a:off x="1976124" y="47473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6" name="A1_bar_GT_10412">
            <a:extLst>
              <a:ext uri="{FF2B5EF4-FFF2-40B4-BE49-F238E27FC236}">
                <a16:creationId xmlns:a16="http://schemas.microsoft.com/office/drawing/2014/main" id="{DE29EC46-BE08-4168-9D7D-803C1D1DBB59}"/>
              </a:ext>
            </a:extLst>
          </p:cNvPr>
          <p:cNvSpPr>
            <a:spLocks noGrp="1"/>
          </p:cNvSpPr>
          <p:nvPr/>
        </p:nvSpPr>
        <p:spPr>
          <a:xfrm>
            <a:off x="1954168" y="421105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7" name="A1_bar_GT_10413">
            <a:extLst>
              <a:ext uri="{FF2B5EF4-FFF2-40B4-BE49-F238E27FC236}">
                <a16:creationId xmlns:a16="http://schemas.microsoft.com/office/drawing/2014/main" id="{E33A86D0-2C18-4BE3-94C0-E9588A9F56C4}"/>
              </a:ext>
            </a:extLst>
          </p:cNvPr>
          <p:cNvSpPr>
            <a:spLocks noGrp="1"/>
          </p:cNvSpPr>
          <p:nvPr/>
        </p:nvSpPr>
        <p:spPr>
          <a:xfrm>
            <a:off x="1890708" y="5034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8" name="A1_bar_GT_10414">
            <a:extLst>
              <a:ext uri="{FF2B5EF4-FFF2-40B4-BE49-F238E27FC236}">
                <a16:creationId xmlns:a16="http://schemas.microsoft.com/office/drawing/2014/main" id="{04BD1C82-C120-4C66-8FD1-23239B38E2DA}"/>
              </a:ext>
            </a:extLst>
          </p:cNvPr>
          <p:cNvSpPr>
            <a:spLocks noGrp="1"/>
          </p:cNvSpPr>
          <p:nvPr/>
        </p:nvSpPr>
        <p:spPr>
          <a:xfrm>
            <a:off x="1857102" y="37533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9" name="A1_bar_GT_10415">
            <a:extLst>
              <a:ext uri="{FF2B5EF4-FFF2-40B4-BE49-F238E27FC236}">
                <a16:creationId xmlns:a16="http://schemas.microsoft.com/office/drawing/2014/main" id="{A4416A2D-8D44-421C-A83C-4819A5AFB3B0}"/>
              </a:ext>
            </a:extLst>
          </p:cNvPr>
          <p:cNvSpPr>
            <a:spLocks noGrp="1"/>
          </p:cNvSpPr>
          <p:nvPr/>
        </p:nvSpPr>
        <p:spPr>
          <a:xfrm>
            <a:off x="1884989" y="39974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0" name="A1_bar_GT_10416">
            <a:extLst>
              <a:ext uri="{FF2B5EF4-FFF2-40B4-BE49-F238E27FC236}">
                <a16:creationId xmlns:a16="http://schemas.microsoft.com/office/drawing/2014/main" id="{FDA2AF39-41B1-47C6-8825-E64CCF649BC7}"/>
              </a:ext>
            </a:extLst>
          </p:cNvPr>
          <p:cNvSpPr>
            <a:spLocks noGrp="1"/>
          </p:cNvSpPr>
          <p:nvPr/>
        </p:nvSpPr>
        <p:spPr>
          <a:xfrm>
            <a:off x="1959611" y="42544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1" name="A1_bar_GT_10417">
            <a:extLst>
              <a:ext uri="{FF2B5EF4-FFF2-40B4-BE49-F238E27FC236}">
                <a16:creationId xmlns:a16="http://schemas.microsoft.com/office/drawing/2014/main" id="{9EF22BBE-5A6E-4CB6-AF61-7B0B7DE8B083}"/>
              </a:ext>
            </a:extLst>
          </p:cNvPr>
          <p:cNvSpPr>
            <a:spLocks noGrp="1"/>
          </p:cNvSpPr>
          <p:nvPr/>
        </p:nvSpPr>
        <p:spPr>
          <a:xfrm>
            <a:off x="1779716" y="50367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2" name="A1_bar_GT_10418">
            <a:extLst>
              <a:ext uri="{FF2B5EF4-FFF2-40B4-BE49-F238E27FC236}">
                <a16:creationId xmlns:a16="http://schemas.microsoft.com/office/drawing/2014/main" id="{30D40AAB-B238-4D45-8016-40462BF77FC8}"/>
              </a:ext>
            </a:extLst>
          </p:cNvPr>
          <p:cNvSpPr>
            <a:spLocks noGrp="1"/>
          </p:cNvSpPr>
          <p:nvPr/>
        </p:nvSpPr>
        <p:spPr>
          <a:xfrm>
            <a:off x="1814677" y="57018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3" name="A1_bar_GT_10419">
            <a:extLst>
              <a:ext uri="{FF2B5EF4-FFF2-40B4-BE49-F238E27FC236}">
                <a16:creationId xmlns:a16="http://schemas.microsoft.com/office/drawing/2014/main" id="{B1724FD5-8439-45FC-89E2-2E22E65E21DC}"/>
              </a:ext>
            </a:extLst>
          </p:cNvPr>
          <p:cNvSpPr>
            <a:spLocks noGrp="1"/>
          </p:cNvSpPr>
          <p:nvPr/>
        </p:nvSpPr>
        <p:spPr>
          <a:xfrm>
            <a:off x="1955070" y="358877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4" name="A1_bar_GT_10420">
            <a:extLst>
              <a:ext uri="{FF2B5EF4-FFF2-40B4-BE49-F238E27FC236}">
                <a16:creationId xmlns:a16="http://schemas.microsoft.com/office/drawing/2014/main" id="{C4A922C3-7E97-4420-AD73-776BC93A9FDA}"/>
              </a:ext>
            </a:extLst>
          </p:cNvPr>
          <p:cNvSpPr>
            <a:spLocks noGrp="1"/>
          </p:cNvSpPr>
          <p:nvPr/>
        </p:nvSpPr>
        <p:spPr>
          <a:xfrm>
            <a:off x="1924015" y="60978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5" name="A1_bar_GT_10421">
            <a:extLst>
              <a:ext uri="{FF2B5EF4-FFF2-40B4-BE49-F238E27FC236}">
                <a16:creationId xmlns:a16="http://schemas.microsoft.com/office/drawing/2014/main" id="{3A8CCE6F-9F3B-4C2D-836B-EA30B0D16C68}"/>
              </a:ext>
            </a:extLst>
          </p:cNvPr>
          <p:cNvSpPr>
            <a:spLocks noGrp="1"/>
          </p:cNvSpPr>
          <p:nvPr/>
        </p:nvSpPr>
        <p:spPr>
          <a:xfrm>
            <a:off x="1987854" y="35132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6" name="A1_bar_GT_10422">
            <a:extLst>
              <a:ext uri="{FF2B5EF4-FFF2-40B4-BE49-F238E27FC236}">
                <a16:creationId xmlns:a16="http://schemas.microsoft.com/office/drawing/2014/main" id="{0FC43BC0-D861-4FD4-884B-F10908F9C314}"/>
              </a:ext>
            </a:extLst>
          </p:cNvPr>
          <p:cNvSpPr>
            <a:spLocks noGrp="1"/>
          </p:cNvSpPr>
          <p:nvPr/>
        </p:nvSpPr>
        <p:spPr>
          <a:xfrm>
            <a:off x="1839461" y="52754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7" name="A1_bar_GT_10423">
            <a:extLst>
              <a:ext uri="{FF2B5EF4-FFF2-40B4-BE49-F238E27FC236}">
                <a16:creationId xmlns:a16="http://schemas.microsoft.com/office/drawing/2014/main" id="{6A808DFF-9F8F-45B9-8414-8B3C21DF495C}"/>
              </a:ext>
            </a:extLst>
          </p:cNvPr>
          <p:cNvSpPr>
            <a:spLocks noGrp="1"/>
          </p:cNvSpPr>
          <p:nvPr/>
        </p:nvSpPr>
        <p:spPr>
          <a:xfrm>
            <a:off x="1904657" y="429918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8" name="A1_bar_GT_10424">
            <a:extLst>
              <a:ext uri="{FF2B5EF4-FFF2-40B4-BE49-F238E27FC236}">
                <a16:creationId xmlns:a16="http://schemas.microsoft.com/office/drawing/2014/main" id="{D3512B9E-7A18-4B66-B548-594EC296D6B0}"/>
              </a:ext>
            </a:extLst>
          </p:cNvPr>
          <p:cNvSpPr>
            <a:spLocks noGrp="1"/>
          </p:cNvSpPr>
          <p:nvPr/>
        </p:nvSpPr>
        <p:spPr>
          <a:xfrm>
            <a:off x="2017496" y="39345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9" name="A1_bar_GT_10425">
            <a:extLst>
              <a:ext uri="{FF2B5EF4-FFF2-40B4-BE49-F238E27FC236}">
                <a16:creationId xmlns:a16="http://schemas.microsoft.com/office/drawing/2014/main" id="{B31A02ED-8425-45CE-B94F-7057738BCA7F}"/>
              </a:ext>
            </a:extLst>
          </p:cNvPr>
          <p:cNvSpPr>
            <a:spLocks noGrp="1"/>
          </p:cNvSpPr>
          <p:nvPr/>
        </p:nvSpPr>
        <p:spPr>
          <a:xfrm>
            <a:off x="1986862" y="43937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0" name="A1_bar_GT_10426">
            <a:extLst>
              <a:ext uri="{FF2B5EF4-FFF2-40B4-BE49-F238E27FC236}">
                <a16:creationId xmlns:a16="http://schemas.microsoft.com/office/drawing/2014/main" id="{F6A21F60-5288-4AFF-AAE3-52B2ABCBDE0A}"/>
              </a:ext>
            </a:extLst>
          </p:cNvPr>
          <p:cNvSpPr>
            <a:spLocks noGrp="1"/>
          </p:cNvSpPr>
          <p:nvPr/>
        </p:nvSpPr>
        <p:spPr>
          <a:xfrm>
            <a:off x="1858856" y="37340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1" name="A1_bar_GT_10427">
            <a:extLst>
              <a:ext uri="{FF2B5EF4-FFF2-40B4-BE49-F238E27FC236}">
                <a16:creationId xmlns:a16="http://schemas.microsoft.com/office/drawing/2014/main" id="{227C82AD-B10E-4B4C-8F89-A43D501EE6AE}"/>
              </a:ext>
            </a:extLst>
          </p:cNvPr>
          <p:cNvSpPr>
            <a:spLocks noGrp="1"/>
          </p:cNvSpPr>
          <p:nvPr/>
        </p:nvSpPr>
        <p:spPr>
          <a:xfrm>
            <a:off x="1976827" y="312620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2" name="A1_bar_GT_10428">
            <a:extLst>
              <a:ext uri="{FF2B5EF4-FFF2-40B4-BE49-F238E27FC236}">
                <a16:creationId xmlns:a16="http://schemas.microsoft.com/office/drawing/2014/main" id="{85456ECA-3234-4C21-8F39-5613DAF216E6}"/>
              </a:ext>
            </a:extLst>
          </p:cNvPr>
          <p:cNvSpPr>
            <a:spLocks noGrp="1"/>
          </p:cNvSpPr>
          <p:nvPr/>
        </p:nvSpPr>
        <p:spPr>
          <a:xfrm>
            <a:off x="1857396" y="33047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3" name="A1_bar_GT_10429">
            <a:extLst>
              <a:ext uri="{FF2B5EF4-FFF2-40B4-BE49-F238E27FC236}">
                <a16:creationId xmlns:a16="http://schemas.microsoft.com/office/drawing/2014/main" id="{295B0A26-5BA8-4559-9833-1EC45D9B8D75}"/>
              </a:ext>
            </a:extLst>
          </p:cNvPr>
          <p:cNvSpPr>
            <a:spLocks noGrp="1"/>
          </p:cNvSpPr>
          <p:nvPr/>
        </p:nvSpPr>
        <p:spPr>
          <a:xfrm>
            <a:off x="1915195" y="609785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4" name="A1_bar_GT_10430">
            <a:extLst>
              <a:ext uri="{FF2B5EF4-FFF2-40B4-BE49-F238E27FC236}">
                <a16:creationId xmlns:a16="http://schemas.microsoft.com/office/drawing/2014/main" id="{47EB016C-0105-4736-B57A-E686FAB7B0FB}"/>
              </a:ext>
            </a:extLst>
          </p:cNvPr>
          <p:cNvSpPr>
            <a:spLocks noGrp="1"/>
          </p:cNvSpPr>
          <p:nvPr/>
        </p:nvSpPr>
        <p:spPr>
          <a:xfrm>
            <a:off x="1933883" y="36409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5" name="A1_bar_GT_10431">
            <a:extLst>
              <a:ext uri="{FF2B5EF4-FFF2-40B4-BE49-F238E27FC236}">
                <a16:creationId xmlns:a16="http://schemas.microsoft.com/office/drawing/2014/main" id="{3C309BCD-93AE-4F32-AD6D-7E69F95A2A55}"/>
              </a:ext>
            </a:extLst>
          </p:cNvPr>
          <p:cNvSpPr>
            <a:spLocks noGrp="1"/>
          </p:cNvSpPr>
          <p:nvPr/>
        </p:nvSpPr>
        <p:spPr>
          <a:xfrm>
            <a:off x="1979910" y="34592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6" name="A1_bar_GT_10432">
            <a:extLst>
              <a:ext uri="{FF2B5EF4-FFF2-40B4-BE49-F238E27FC236}">
                <a16:creationId xmlns:a16="http://schemas.microsoft.com/office/drawing/2014/main" id="{C3B303DB-627E-400A-A841-8F864BC7B85A}"/>
              </a:ext>
            </a:extLst>
          </p:cNvPr>
          <p:cNvSpPr>
            <a:spLocks noGrp="1"/>
          </p:cNvSpPr>
          <p:nvPr/>
        </p:nvSpPr>
        <p:spPr>
          <a:xfrm>
            <a:off x="1854848" y="39981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7" name="A1_bar_GT_10433">
            <a:extLst>
              <a:ext uri="{FF2B5EF4-FFF2-40B4-BE49-F238E27FC236}">
                <a16:creationId xmlns:a16="http://schemas.microsoft.com/office/drawing/2014/main" id="{97816CBF-BA63-474F-8D74-80C87341081B}"/>
              </a:ext>
            </a:extLst>
          </p:cNvPr>
          <p:cNvSpPr>
            <a:spLocks noGrp="1"/>
          </p:cNvSpPr>
          <p:nvPr/>
        </p:nvSpPr>
        <p:spPr>
          <a:xfrm>
            <a:off x="1990646" y="406957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8" name="A1_bar_GT_10434">
            <a:extLst>
              <a:ext uri="{FF2B5EF4-FFF2-40B4-BE49-F238E27FC236}">
                <a16:creationId xmlns:a16="http://schemas.microsoft.com/office/drawing/2014/main" id="{DDA2E1AC-7C91-4FD2-974B-73BEA23C3614}"/>
              </a:ext>
            </a:extLst>
          </p:cNvPr>
          <p:cNvSpPr>
            <a:spLocks noGrp="1"/>
          </p:cNvSpPr>
          <p:nvPr/>
        </p:nvSpPr>
        <p:spPr>
          <a:xfrm>
            <a:off x="1960637" y="36205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9" name="A1_bar_GT_10435">
            <a:extLst>
              <a:ext uri="{FF2B5EF4-FFF2-40B4-BE49-F238E27FC236}">
                <a16:creationId xmlns:a16="http://schemas.microsoft.com/office/drawing/2014/main" id="{5E760B94-8165-4D54-B2C4-0BC9EEC031CD}"/>
              </a:ext>
            </a:extLst>
          </p:cNvPr>
          <p:cNvSpPr>
            <a:spLocks noGrp="1"/>
          </p:cNvSpPr>
          <p:nvPr/>
        </p:nvSpPr>
        <p:spPr>
          <a:xfrm>
            <a:off x="1915228" y="348124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0" name="A1_bar_GT_10436">
            <a:extLst>
              <a:ext uri="{FF2B5EF4-FFF2-40B4-BE49-F238E27FC236}">
                <a16:creationId xmlns:a16="http://schemas.microsoft.com/office/drawing/2014/main" id="{6A8CB648-B447-4128-BBA8-DB01CFA29F21}"/>
              </a:ext>
            </a:extLst>
          </p:cNvPr>
          <p:cNvSpPr>
            <a:spLocks noGrp="1"/>
          </p:cNvSpPr>
          <p:nvPr/>
        </p:nvSpPr>
        <p:spPr>
          <a:xfrm>
            <a:off x="1849674" y="46761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1" name="A1_bar_GT_10437">
            <a:extLst>
              <a:ext uri="{FF2B5EF4-FFF2-40B4-BE49-F238E27FC236}">
                <a16:creationId xmlns:a16="http://schemas.microsoft.com/office/drawing/2014/main" id="{A0A248BE-52DC-4454-B740-A7343FF96AA4}"/>
              </a:ext>
            </a:extLst>
          </p:cNvPr>
          <p:cNvSpPr>
            <a:spLocks noGrp="1"/>
          </p:cNvSpPr>
          <p:nvPr/>
        </p:nvSpPr>
        <p:spPr>
          <a:xfrm>
            <a:off x="1921591" y="324106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2" name="A1_bar_GT_10438">
            <a:extLst>
              <a:ext uri="{FF2B5EF4-FFF2-40B4-BE49-F238E27FC236}">
                <a16:creationId xmlns:a16="http://schemas.microsoft.com/office/drawing/2014/main" id="{04CD0C1C-21C7-482E-B29B-B45B34089275}"/>
              </a:ext>
            </a:extLst>
          </p:cNvPr>
          <p:cNvSpPr>
            <a:spLocks noGrp="1"/>
          </p:cNvSpPr>
          <p:nvPr/>
        </p:nvSpPr>
        <p:spPr>
          <a:xfrm>
            <a:off x="1949985" y="38397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3" name="A1_bar_GT_10439">
            <a:extLst>
              <a:ext uri="{FF2B5EF4-FFF2-40B4-BE49-F238E27FC236}">
                <a16:creationId xmlns:a16="http://schemas.microsoft.com/office/drawing/2014/main" id="{07768CAD-39CE-4C03-A82A-87B8B53F5B03}"/>
              </a:ext>
            </a:extLst>
          </p:cNvPr>
          <p:cNvSpPr>
            <a:spLocks noGrp="1"/>
          </p:cNvSpPr>
          <p:nvPr/>
        </p:nvSpPr>
        <p:spPr>
          <a:xfrm>
            <a:off x="1965830" y="37386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4" name="A1_bar_GT_10440">
            <a:extLst>
              <a:ext uri="{FF2B5EF4-FFF2-40B4-BE49-F238E27FC236}">
                <a16:creationId xmlns:a16="http://schemas.microsoft.com/office/drawing/2014/main" id="{315E387C-E814-4B36-97D8-40FC9F95D0B5}"/>
              </a:ext>
            </a:extLst>
          </p:cNvPr>
          <p:cNvSpPr>
            <a:spLocks noGrp="1"/>
          </p:cNvSpPr>
          <p:nvPr/>
        </p:nvSpPr>
        <p:spPr>
          <a:xfrm>
            <a:off x="1815047" y="60414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5" name="A1_bar_GT_10441">
            <a:extLst>
              <a:ext uri="{FF2B5EF4-FFF2-40B4-BE49-F238E27FC236}">
                <a16:creationId xmlns:a16="http://schemas.microsoft.com/office/drawing/2014/main" id="{7DBEDF2F-761D-40FC-AE86-64F62DB62D1E}"/>
              </a:ext>
            </a:extLst>
          </p:cNvPr>
          <p:cNvSpPr>
            <a:spLocks noGrp="1"/>
          </p:cNvSpPr>
          <p:nvPr/>
        </p:nvSpPr>
        <p:spPr>
          <a:xfrm>
            <a:off x="1788133" y="433586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6" name="A1_bar_GT_10442">
            <a:extLst>
              <a:ext uri="{FF2B5EF4-FFF2-40B4-BE49-F238E27FC236}">
                <a16:creationId xmlns:a16="http://schemas.microsoft.com/office/drawing/2014/main" id="{985E30C9-80CD-4429-8D46-5DAB8ECB5021}"/>
              </a:ext>
            </a:extLst>
          </p:cNvPr>
          <p:cNvSpPr>
            <a:spLocks noGrp="1"/>
          </p:cNvSpPr>
          <p:nvPr/>
        </p:nvSpPr>
        <p:spPr>
          <a:xfrm>
            <a:off x="1895145" y="340869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7" name="A1_bar_GT_10443">
            <a:extLst>
              <a:ext uri="{FF2B5EF4-FFF2-40B4-BE49-F238E27FC236}">
                <a16:creationId xmlns:a16="http://schemas.microsoft.com/office/drawing/2014/main" id="{9F2FFB6E-C92E-4587-BE20-5FBA48F00766}"/>
              </a:ext>
            </a:extLst>
          </p:cNvPr>
          <p:cNvSpPr>
            <a:spLocks noGrp="1"/>
          </p:cNvSpPr>
          <p:nvPr/>
        </p:nvSpPr>
        <p:spPr>
          <a:xfrm>
            <a:off x="1797102" y="31287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8" name="A1_bar_GT_10444">
            <a:extLst>
              <a:ext uri="{FF2B5EF4-FFF2-40B4-BE49-F238E27FC236}">
                <a16:creationId xmlns:a16="http://schemas.microsoft.com/office/drawing/2014/main" id="{E480EE31-E8CD-4229-9CC6-EBD58B9D95E9}"/>
              </a:ext>
            </a:extLst>
          </p:cNvPr>
          <p:cNvSpPr>
            <a:spLocks noGrp="1"/>
          </p:cNvSpPr>
          <p:nvPr/>
        </p:nvSpPr>
        <p:spPr>
          <a:xfrm>
            <a:off x="1889635" y="43792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9" name="A1_bar_GT_10445">
            <a:extLst>
              <a:ext uri="{FF2B5EF4-FFF2-40B4-BE49-F238E27FC236}">
                <a16:creationId xmlns:a16="http://schemas.microsoft.com/office/drawing/2014/main" id="{D0CD2E59-5ACF-4527-A0E8-8B34B8C28D8B}"/>
              </a:ext>
            </a:extLst>
          </p:cNvPr>
          <p:cNvSpPr>
            <a:spLocks noGrp="1"/>
          </p:cNvSpPr>
          <p:nvPr/>
        </p:nvSpPr>
        <p:spPr>
          <a:xfrm>
            <a:off x="1842066" y="609776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0" name="A1_bar_GT_10446">
            <a:extLst>
              <a:ext uri="{FF2B5EF4-FFF2-40B4-BE49-F238E27FC236}">
                <a16:creationId xmlns:a16="http://schemas.microsoft.com/office/drawing/2014/main" id="{0FA54C0A-4472-43CD-8E74-302A11794569}"/>
              </a:ext>
            </a:extLst>
          </p:cNvPr>
          <p:cNvSpPr>
            <a:spLocks noGrp="1"/>
          </p:cNvSpPr>
          <p:nvPr/>
        </p:nvSpPr>
        <p:spPr>
          <a:xfrm>
            <a:off x="2020207" y="499029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1" name="A1_bar_GT_10447">
            <a:extLst>
              <a:ext uri="{FF2B5EF4-FFF2-40B4-BE49-F238E27FC236}">
                <a16:creationId xmlns:a16="http://schemas.microsoft.com/office/drawing/2014/main" id="{479A9FCF-8435-47C1-A770-1B31FE4BE261}"/>
              </a:ext>
            </a:extLst>
          </p:cNvPr>
          <p:cNvSpPr>
            <a:spLocks noGrp="1"/>
          </p:cNvSpPr>
          <p:nvPr/>
        </p:nvSpPr>
        <p:spPr>
          <a:xfrm>
            <a:off x="1996249" y="393546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2" name="A1_bar_GT_10448">
            <a:extLst>
              <a:ext uri="{FF2B5EF4-FFF2-40B4-BE49-F238E27FC236}">
                <a16:creationId xmlns:a16="http://schemas.microsoft.com/office/drawing/2014/main" id="{FD694F79-1674-4648-B6F5-F0EAC3563970}"/>
              </a:ext>
            </a:extLst>
          </p:cNvPr>
          <p:cNvSpPr>
            <a:spLocks noGrp="1"/>
          </p:cNvSpPr>
          <p:nvPr/>
        </p:nvSpPr>
        <p:spPr>
          <a:xfrm>
            <a:off x="1781319" y="38999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3" name="A1_bar_GT_10449">
            <a:extLst>
              <a:ext uri="{FF2B5EF4-FFF2-40B4-BE49-F238E27FC236}">
                <a16:creationId xmlns:a16="http://schemas.microsoft.com/office/drawing/2014/main" id="{16518479-530E-47DE-8AA8-513427A38479}"/>
              </a:ext>
            </a:extLst>
          </p:cNvPr>
          <p:cNvSpPr>
            <a:spLocks noGrp="1"/>
          </p:cNvSpPr>
          <p:nvPr/>
        </p:nvSpPr>
        <p:spPr>
          <a:xfrm>
            <a:off x="2010771" y="583896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4" name="A1_bar_GT_10450">
            <a:extLst>
              <a:ext uri="{FF2B5EF4-FFF2-40B4-BE49-F238E27FC236}">
                <a16:creationId xmlns:a16="http://schemas.microsoft.com/office/drawing/2014/main" id="{05B2F248-07EC-4EB5-988F-9AFC0307A7EC}"/>
              </a:ext>
            </a:extLst>
          </p:cNvPr>
          <p:cNvSpPr>
            <a:spLocks noGrp="1"/>
          </p:cNvSpPr>
          <p:nvPr/>
        </p:nvSpPr>
        <p:spPr>
          <a:xfrm>
            <a:off x="1996403" y="36915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5" name="A1_bar_GT_10451">
            <a:extLst>
              <a:ext uri="{FF2B5EF4-FFF2-40B4-BE49-F238E27FC236}">
                <a16:creationId xmlns:a16="http://schemas.microsoft.com/office/drawing/2014/main" id="{DDF82B9A-5BC8-4EE4-B439-7FEC0EFDB59D}"/>
              </a:ext>
            </a:extLst>
          </p:cNvPr>
          <p:cNvSpPr>
            <a:spLocks noGrp="1"/>
          </p:cNvSpPr>
          <p:nvPr/>
        </p:nvSpPr>
        <p:spPr>
          <a:xfrm>
            <a:off x="1867168" y="35738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6" name="A1_bar_GT_10452">
            <a:extLst>
              <a:ext uri="{FF2B5EF4-FFF2-40B4-BE49-F238E27FC236}">
                <a16:creationId xmlns:a16="http://schemas.microsoft.com/office/drawing/2014/main" id="{40B09A8C-842B-475D-A629-0ACD7E0E6CD0}"/>
              </a:ext>
            </a:extLst>
          </p:cNvPr>
          <p:cNvSpPr>
            <a:spLocks noGrp="1"/>
          </p:cNvSpPr>
          <p:nvPr/>
        </p:nvSpPr>
        <p:spPr>
          <a:xfrm>
            <a:off x="1836018" y="32236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7" name="A1_bar_GT_10453">
            <a:extLst>
              <a:ext uri="{FF2B5EF4-FFF2-40B4-BE49-F238E27FC236}">
                <a16:creationId xmlns:a16="http://schemas.microsoft.com/office/drawing/2014/main" id="{7F39BE3E-BCB7-4314-A757-D62387C568C3}"/>
              </a:ext>
            </a:extLst>
          </p:cNvPr>
          <p:cNvSpPr>
            <a:spLocks noGrp="1"/>
          </p:cNvSpPr>
          <p:nvPr/>
        </p:nvSpPr>
        <p:spPr>
          <a:xfrm>
            <a:off x="2007719" y="34208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8" name="A1_bar_GT_10454">
            <a:extLst>
              <a:ext uri="{FF2B5EF4-FFF2-40B4-BE49-F238E27FC236}">
                <a16:creationId xmlns:a16="http://schemas.microsoft.com/office/drawing/2014/main" id="{744854E8-1407-44D7-AFBD-9C89501FBAAA}"/>
              </a:ext>
            </a:extLst>
          </p:cNvPr>
          <p:cNvSpPr>
            <a:spLocks noGrp="1"/>
          </p:cNvSpPr>
          <p:nvPr/>
        </p:nvSpPr>
        <p:spPr>
          <a:xfrm>
            <a:off x="1922649" y="519795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9" name="A1_bar_GT_10455">
            <a:extLst>
              <a:ext uri="{FF2B5EF4-FFF2-40B4-BE49-F238E27FC236}">
                <a16:creationId xmlns:a16="http://schemas.microsoft.com/office/drawing/2014/main" id="{95832A2C-4132-4F34-B1BD-124B643978AF}"/>
              </a:ext>
            </a:extLst>
          </p:cNvPr>
          <p:cNvSpPr>
            <a:spLocks noGrp="1"/>
          </p:cNvSpPr>
          <p:nvPr/>
        </p:nvSpPr>
        <p:spPr>
          <a:xfrm>
            <a:off x="2018725" y="430125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0" name="A1_bar_GT_10456">
            <a:extLst>
              <a:ext uri="{FF2B5EF4-FFF2-40B4-BE49-F238E27FC236}">
                <a16:creationId xmlns:a16="http://schemas.microsoft.com/office/drawing/2014/main" id="{1579F06C-1D61-4B9F-B914-A9BFF9755A58}"/>
              </a:ext>
            </a:extLst>
          </p:cNvPr>
          <p:cNvSpPr>
            <a:spLocks noGrp="1"/>
          </p:cNvSpPr>
          <p:nvPr/>
        </p:nvSpPr>
        <p:spPr>
          <a:xfrm>
            <a:off x="1988869" y="47307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1" name="A1_bar_GT_10457">
            <a:extLst>
              <a:ext uri="{FF2B5EF4-FFF2-40B4-BE49-F238E27FC236}">
                <a16:creationId xmlns:a16="http://schemas.microsoft.com/office/drawing/2014/main" id="{EDBCFFA3-BEC3-4A98-A949-186B2F00304B}"/>
              </a:ext>
            </a:extLst>
          </p:cNvPr>
          <p:cNvSpPr>
            <a:spLocks noGrp="1"/>
          </p:cNvSpPr>
          <p:nvPr/>
        </p:nvSpPr>
        <p:spPr>
          <a:xfrm>
            <a:off x="1980097" y="459096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2" name="A1_bar_GT_10458">
            <a:extLst>
              <a:ext uri="{FF2B5EF4-FFF2-40B4-BE49-F238E27FC236}">
                <a16:creationId xmlns:a16="http://schemas.microsoft.com/office/drawing/2014/main" id="{08CD7B81-1E30-4962-9406-95157A02E545}"/>
              </a:ext>
            </a:extLst>
          </p:cNvPr>
          <p:cNvSpPr>
            <a:spLocks noGrp="1"/>
          </p:cNvSpPr>
          <p:nvPr/>
        </p:nvSpPr>
        <p:spPr>
          <a:xfrm>
            <a:off x="2008286" y="37970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3" name="A1_bar_GT_10459">
            <a:extLst>
              <a:ext uri="{FF2B5EF4-FFF2-40B4-BE49-F238E27FC236}">
                <a16:creationId xmlns:a16="http://schemas.microsoft.com/office/drawing/2014/main" id="{F8CB3AAD-42AA-4624-9C3E-7E2DF4815003}"/>
              </a:ext>
            </a:extLst>
          </p:cNvPr>
          <p:cNvSpPr>
            <a:spLocks noGrp="1"/>
          </p:cNvSpPr>
          <p:nvPr/>
        </p:nvSpPr>
        <p:spPr>
          <a:xfrm>
            <a:off x="1928477" y="3437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4" name="A1_bar_GT_10460">
            <a:extLst>
              <a:ext uri="{FF2B5EF4-FFF2-40B4-BE49-F238E27FC236}">
                <a16:creationId xmlns:a16="http://schemas.microsoft.com/office/drawing/2014/main" id="{F3964945-02FD-47F0-BCDC-5AA48048CE72}"/>
              </a:ext>
            </a:extLst>
          </p:cNvPr>
          <p:cNvSpPr>
            <a:spLocks noGrp="1"/>
          </p:cNvSpPr>
          <p:nvPr/>
        </p:nvSpPr>
        <p:spPr>
          <a:xfrm>
            <a:off x="1983529" y="477951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5" name="A1_bar_GT_10461">
            <a:extLst>
              <a:ext uri="{FF2B5EF4-FFF2-40B4-BE49-F238E27FC236}">
                <a16:creationId xmlns:a16="http://schemas.microsoft.com/office/drawing/2014/main" id="{2FCD1B95-8E1D-4A14-8589-36980522A55C}"/>
              </a:ext>
            </a:extLst>
          </p:cNvPr>
          <p:cNvSpPr>
            <a:spLocks noGrp="1"/>
          </p:cNvSpPr>
          <p:nvPr/>
        </p:nvSpPr>
        <p:spPr>
          <a:xfrm>
            <a:off x="1794427" y="353279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6" name="A1_bar_GT_10462">
            <a:extLst>
              <a:ext uri="{FF2B5EF4-FFF2-40B4-BE49-F238E27FC236}">
                <a16:creationId xmlns:a16="http://schemas.microsoft.com/office/drawing/2014/main" id="{E12C535A-2614-43D0-A84B-33BF52331F6B}"/>
              </a:ext>
            </a:extLst>
          </p:cNvPr>
          <p:cNvSpPr>
            <a:spLocks noGrp="1"/>
          </p:cNvSpPr>
          <p:nvPr/>
        </p:nvSpPr>
        <p:spPr>
          <a:xfrm>
            <a:off x="2004346" y="55838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7" name="A1_bar_GT_10463">
            <a:extLst>
              <a:ext uri="{FF2B5EF4-FFF2-40B4-BE49-F238E27FC236}">
                <a16:creationId xmlns:a16="http://schemas.microsoft.com/office/drawing/2014/main" id="{30DAB73F-39CB-49AE-8B6E-C7F42A71E023}"/>
              </a:ext>
            </a:extLst>
          </p:cNvPr>
          <p:cNvSpPr>
            <a:spLocks noGrp="1"/>
          </p:cNvSpPr>
          <p:nvPr/>
        </p:nvSpPr>
        <p:spPr>
          <a:xfrm>
            <a:off x="1899960" y="36721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8" name="A1_bar_GT_10464">
            <a:extLst>
              <a:ext uri="{FF2B5EF4-FFF2-40B4-BE49-F238E27FC236}">
                <a16:creationId xmlns:a16="http://schemas.microsoft.com/office/drawing/2014/main" id="{EB0AF13C-35EE-4D6C-B091-49238342C281}"/>
              </a:ext>
            </a:extLst>
          </p:cNvPr>
          <p:cNvSpPr>
            <a:spLocks noGrp="1"/>
          </p:cNvSpPr>
          <p:nvPr/>
        </p:nvSpPr>
        <p:spPr>
          <a:xfrm>
            <a:off x="1974263" y="435524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9" name="A1_bar_GT_10465">
            <a:extLst>
              <a:ext uri="{FF2B5EF4-FFF2-40B4-BE49-F238E27FC236}">
                <a16:creationId xmlns:a16="http://schemas.microsoft.com/office/drawing/2014/main" id="{629E823E-F024-426B-B220-4DFCE8DAB8BF}"/>
              </a:ext>
            </a:extLst>
          </p:cNvPr>
          <p:cNvSpPr>
            <a:spLocks noGrp="1"/>
          </p:cNvSpPr>
          <p:nvPr/>
        </p:nvSpPr>
        <p:spPr>
          <a:xfrm>
            <a:off x="1938067" y="328475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0" name="A1_bar_GT_10466">
            <a:extLst>
              <a:ext uri="{FF2B5EF4-FFF2-40B4-BE49-F238E27FC236}">
                <a16:creationId xmlns:a16="http://schemas.microsoft.com/office/drawing/2014/main" id="{34D34677-32F1-4E4C-AA50-2B2AE1357607}"/>
              </a:ext>
            </a:extLst>
          </p:cNvPr>
          <p:cNvSpPr>
            <a:spLocks noGrp="1"/>
          </p:cNvSpPr>
          <p:nvPr/>
        </p:nvSpPr>
        <p:spPr>
          <a:xfrm>
            <a:off x="1991387" y="348769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1" name="A1_bar_GT_10467">
            <a:extLst>
              <a:ext uri="{FF2B5EF4-FFF2-40B4-BE49-F238E27FC236}">
                <a16:creationId xmlns:a16="http://schemas.microsoft.com/office/drawing/2014/main" id="{B8F7FBC1-C800-4275-8998-CEA5C4515ADE}"/>
              </a:ext>
            </a:extLst>
          </p:cNvPr>
          <p:cNvSpPr>
            <a:spLocks noGrp="1"/>
          </p:cNvSpPr>
          <p:nvPr/>
        </p:nvSpPr>
        <p:spPr>
          <a:xfrm>
            <a:off x="1920699" y="39260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2" name="A1_bar_GT_10468">
            <a:extLst>
              <a:ext uri="{FF2B5EF4-FFF2-40B4-BE49-F238E27FC236}">
                <a16:creationId xmlns:a16="http://schemas.microsoft.com/office/drawing/2014/main" id="{9F1E5759-B624-436D-950A-B88A328259B4}"/>
              </a:ext>
            </a:extLst>
          </p:cNvPr>
          <p:cNvSpPr>
            <a:spLocks noGrp="1"/>
          </p:cNvSpPr>
          <p:nvPr/>
        </p:nvSpPr>
        <p:spPr>
          <a:xfrm>
            <a:off x="1871404" y="459393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3" name="A1_bar_GT_10469">
            <a:extLst>
              <a:ext uri="{FF2B5EF4-FFF2-40B4-BE49-F238E27FC236}">
                <a16:creationId xmlns:a16="http://schemas.microsoft.com/office/drawing/2014/main" id="{B715D97A-8C56-48E8-B7B7-13093DC7A11E}"/>
              </a:ext>
            </a:extLst>
          </p:cNvPr>
          <p:cNvSpPr>
            <a:spLocks noGrp="1"/>
          </p:cNvSpPr>
          <p:nvPr/>
        </p:nvSpPr>
        <p:spPr>
          <a:xfrm>
            <a:off x="1991285" y="48804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4" name="A1_bar_GT_10470">
            <a:extLst>
              <a:ext uri="{FF2B5EF4-FFF2-40B4-BE49-F238E27FC236}">
                <a16:creationId xmlns:a16="http://schemas.microsoft.com/office/drawing/2014/main" id="{86E05B96-A600-40C5-8EAC-EB3C7EAAF631}"/>
              </a:ext>
            </a:extLst>
          </p:cNvPr>
          <p:cNvSpPr>
            <a:spLocks noGrp="1"/>
          </p:cNvSpPr>
          <p:nvPr/>
        </p:nvSpPr>
        <p:spPr>
          <a:xfrm>
            <a:off x="1782755" y="44504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5" name="A1_bar_GT_10471">
            <a:extLst>
              <a:ext uri="{FF2B5EF4-FFF2-40B4-BE49-F238E27FC236}">
                <a16:creationId xmlns:a16="http://schemas.microsoft.com/office/drawing/2014/main" id="{C6208A57-A1BC-48FB-9A23-1A3347E54B0D}"/>
              </a:ext>
            </a:extLst>
          </p:cNvPr>
          <p:cNvSpPr>
            <a:spLocks noGrp="1"/>
          </p:cNvSpPr>
          <p:nvPr/>
        </p:nvSpPr>
        <p:spPr>
          <a:xfrm>
            <a:off x="1779309" y="38144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6" name="A1_bar_GT_10472">
            <a:extLst>
              <a:ext uri="{FF2B5EF4-FFF2-40B4-BE49-F238E27FC236}">
                <a16:creationId xmlns:a16="http://schemas.microsoft.com/office/drawing/2014/main" id="{1556AD6B-6FE8-4DC6-BBE5-FAD64B294E99}"/>
              </a:ext>
            </a:extLst>
          </p:cNvPr>
          <p:cNvSpPr>
            <a:spLocks noGrp="1"/>
          </p:cNvSpPr>
          <p:nvPr/>
        </p:nvSpPr>
        <p:spPr>
          <a:xfrm>
            <a:off x="1968898" y="34125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7" name="A1_bar_GT_10473">
            <a:extLst>
              <a:ext uri="{FF2B5EF4-FFF2-40B4-BE49-F238E27FC236}">
                <a16:creationId xmlns:a16="http://schemas.microsoft.com/office/drawing/2014/main" id="{8C68A90C-569E-4BBA-B466-3AD56F31368A}"/>
              </a:ext>
            </a:extLst>
          </p:cNvPr>
          <p:cNvSpPr>
            <a:spLocks noGrp="1"/>
          </p:cNvSpPr>
          <p:nvPr/>
        </p:nvSpPr>
        <p:spPr>
          <a:xfrm>
            <a:off x="1791530" y="45329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8" name="A1_bar_GT_10474">
            <a:extLst>
              <a:ext uri="{FF2B5EF4-FFF2-40B4-BE49-F238E27FC236}">
                <a16:creationId xmlns:a16="http://schemas.microsoft.com/office/drawing/2014/main" id="{D98A9B58-5A3A-498E-B15D-F5B4E7452EF2}"/>
              </a:ext>
            </a:extLst>
          </p:cNvPr>
          <p:cNvSpPr>
            <a:spLocks noGrp="1"/>
          </p:cNvSpPr>
          <p:nvPr/>
        </p:nvSpPr>
        <p:spPr>
          <a:xfrm>
            <a:off x="1795855" y="386705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9" name="A1_bar_GT_10475">
            <a:extLst>
              <a:ext uri="{FF2B5EF4-FFF2-40B4-BE49-F238E27FC236}">
                <a16:creationId xmlns:a16="http://schemas.microsoft.com/office/drawing/2014/main" id="{D8BD2925-CC4C-45AF-A591-2EE5BBA188F3}"/>
              </a:ext>
            </a:extLst>
          </p:cNvPr>
          <p:cNvSpPr>
            <a:spLocks noGrp="1"/>
          </p:cNvSpPr>
          <p:nvPr/>
        </p:nvSpPr>
        <p:spPr>
          <a:xfrm>
            <a:off x="1926885" y="345507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0" name="A1_bar_GT_10476">
            <a:extLst>
              <a:ext uri="{FF2B5EF4-FFF2-40B4-BE49-F238E27FC236}">
                <a16:creationId xmlns:a16="http://schemas.microsoft.com/office/drawing/2014/main" id="{ABADF9FC-B61F-4578-9858-00C23579E233}"/>
              </a:ext>
            </a:extLst>
          </p:cNvPr>
          <p:cNvSpPr>
            <a:spLocks noGrp="1"/>
          </p:cNvSpPr>
          <p:nvPr/>
        </p:nvSpPr>
        <p:spPr>
          <a:xfrm>
            <a:off x="1872615" y="439572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1" name="A1_bar_GT_10477">
            <a:extLst>
              <a:ext uri="{FF2B5EF4-FFF2-40B4-BE49-F238E27FC236}">
                <a16:creationId xmlns:a16="http://schemas.microsoft.com/office/drawing/2014/main" id="{E13CACE6-13A9-4753-822A-AF46EAC64998}"/>
              </a:ext>
            </a:extLst>
          </p:cNvPr>
          <p:cNvSpPr>
            <a:spLocks noGrp="1"/>
          </p:cNvSpPr>
          <p:nvPr/>
        </p:nvSpPr>
        <p:spPr>
          <a:xfrm>
            <a:off x="1936539" y="47036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2" name="A1_bar_GT_10478">
            <a:extLst>
              <a:ext uri="{FF2B5EF4-FFF2-40B4-BE49-F238E27FC236}">
                <a16:creationId xmlns:a16="http://schemas.microsoft.com/office/drawing/2014/main" id="{0C4B6BDC-099D-484A-859B-D9A3AC887497}"/>
              </a:ext>
            </a:extLst>
          </p:cNvPr>
          <p:cNvSpPr>
            <a:spLocks noGrp="1"/>
          </p:cNvSpPr>
          <p:nvPr/>
        </p:nvSpPr>
        <p:spPr>
          <a:xfrm>
            <a:off x="1843268" y="47401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3" name="A1_bar_GT_10479">
            <a:extLst>
              <a:ext uri="{FF2B5EF4-FFF2-40B4-BE49-F238E27FC236}">
                <a16:creationId xmlns:a16="http://schemas.microsoft.com/office/drawing/2014/main" id="{6843243C-C8D2-4688-866D-FDD9D5405F92}"/>
              </a:ext>
            </a:extLst>
          </p:cNvPr>
          <p:cNvSpPr>
            <a:spLocks noGrp="1"/>
          </p:cNvSpPr>
          <p:nvPr/>
        </p:nvSpPr>
        <p:spPr>
          <a:xfrm>
            <a:off x="1895028" y="483336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4" name="A1_bar_GT_10480">
            <a:extLst>
              <a:ext uri="{FF2B5EF4-FFF2-40B4-BE49-F238E27FC236}">
                <a16:creationId xmlns:a16="http://schemas.microsoft.com/office/drawing/2014/main" id="{B1821FB5-0550-4B13-96A5-3D44FCD460C6}"/>
              </a:ext>
            </a:extLst>
          </p:cNvPr>
          <p:cNvSpPr>
            <a:spLocks noGrp="1"/>
          </p:cNvSpPr>
          <p:nvPr/>
        </p:nvSpPr>
        <p:spPr>
          <a:xfrm>
            <a:off x="1847617" y="466616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5" name="A1_bar_GT_10481">
            <a:extLst>
              <a:ext uri="{FF2B5EF4-FFF2-40B4-BE49-F238E27FC236}">
                <a16:creationId xmlns:a16="http://schemas.microsoft.com/office/drawing/2014/main" id="{9DC34C6F-458F-487C-800B-7626D043B9E9}"/>
              </a:ext>
            </a:extLst>
          </p:cNvPr>
          <p:cNvSpPr>
            <a:spLocks noGrp="1"/>
          </p:cNvSpPr>
          <p:nvPr/>
        </p:nvSpPr>
        <p:spPr>
          <a:xfrm>
            <a:off x="356490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6" name="A1_bar_GT_10482">
            <a:extLst>
              <a:ext uri="{FF2B5EF4-FFF2-40B4-BE49-F238E27FC236}">
                <a16:creationId xmlns:a16="http://schemas.microsoft.com/office/drawing/2014/main" id="{DF4D06B2-2A8D-4A47-B5BE-B2D3AD09A881}"/>
              </a:ext>
            </a:extLst>
          </p:cNvPr>
          <p:cNvSpPr>
            <a:spLocks noGrp="1"/>
          </p:cNvSpPr>
          <p:nvPr/>
        </p:nvSpPr>
        <p:spPr>
          <a:xfrm>
            <a:off x="3545977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7" name="A1_bar_GT_10483">
            <a:extLst>
              <a:ext uri="{FF2B5EF4-FFF2-40B4-BE49-F238E27FC236}">
                <a16:creationId xmlns:a16="http://schemas.microsoft.com/office/drawing/2014/main" id="{C7485C31-3645-4DC1-AEF8-BDAC1272E198}"/>
              </a:ext>
            </a:extLst>
          </p:cNvPr>
          <p:cNvSpPr>
            <a:spLocks noGrp="1"/>
          </p:cNvSpPr>
          <p:nvPr/>
        </p:nvSpPr>
        <p:spPr>
          <a:xfrm>
            <a:off x="340266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8" name="A1_bar_GT_10484">
            <a:extLst>
              <a:ext uri="{FF2B5EF4-FFF2-40B4-BE49-F238E27FC236}">
                <a16:creationId xmlns:a16="http://schemas.microsoft.com/office/drawing/2014/main" id="{AC5E2971-6083-4BDE-8650-7B51A284D681}"/>
              </a:ext>
            </a:extLst>
          </p:cNvPr>
          <p:cNvSpPr>
            <a:spLocks noGrp="1"/>
          </p:cNvSpPr>
          <p:nvPr/>
        </p:nvSpPr>
        <p:spPr>
          <a:xfrm>
            <a:off x="3478115" y="59479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9" name="A1_bar_GT_10485">
            <a:extLst>
              <a:ext uri="{FF2B5EF4-FFF2-40B4-BE49-F238E27FC236}">
                <a16:creationId xmlns:a16="http://schemas.microsoft.com/office/drawing/2014/main" id="{3D393131-0863-4EDC-9088-6E5B4711820B}"/>
              </a:ext>
            </a:extLst>
          </p:cNvPr>
          <p:cNvSpPr>
            <a:spLocks noGrp="1"/>
          </p:cNvSpPr>
          <p:nvPr/>
        </p:nvSpPr>
        <p:spPr>
          <a:xfrm>
            <a:off x="3366313" y="43045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0" name="A1_bar_GT_10486">
            <a:extLst>
              <a:ext uri="{FF2B5EF4-FFF2-40B4-BE49-F238E27FC236}">
                <a16:creationId xmlns:a16="http://schemas.microsoft.com/office/drawing/2014/main" id="{E6C3A455-7C0D-451B-BF89-EE5619C5E2C9}"/>
              </a:ext>
            </a:extLst>
          </p:cNvPr>
          <p:cNvSpPr>
            <a:spLocks noGrp="1"/>
          </p:cNvSpPr>
          <p:nvPr/>
        </p:nvSpPr>
        <p:spPr>
          <a:xfrm>
            <a:off x="342346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1" name="A1_bar_GT_10487">
            <a:extLst>
              <a:ext uri="{FF2B5EF4-FFF2-40B4-BE49-F238E27FC236}">
                <a16:creationId xmlns:a16="http://schemas.microsoft.com/office/drawing/2014/main" id="{6A257170-C809-47A3-A85E-76239AA3B82D}"/>
              </a:ext>
            </a:extLst>
          </p:cNvPr>
          <p:cNvSpPr>
            <a:spLocks noGrp="1"/>
          </p:cNvSpPr>
          <p:nvPr/>
        </p:nvSpPr>
        <p:spPr>
          <a:xfrm>
            <a:off x="353639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2" name="A1_bar_GT_10488">
            <a:extLst>
              <a:ext uri="{FF2B5EF4-FFF2-40B4-BE49-F238E27FC236}">
                <a16:creationId xmlns:a16="http://schemas.microsoft.com/office/drawing/2014/main" id="{CF1FCBB0-9102-41F8-BF4F-644718D14A4A}"/>
              </a:ext>
            </a:extLst>
          </p:cNvPr>
          <p:cNvSpPr>
            <a:spLocks noGrp="1"/>
          </p:cNvSpPr>
          <p:nvPr/>
        </p:nvSpPr>
        <p:spPr>
          <a:xfrm>
            <a:off x="34977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3" name="A1_bar_GT_10489">
            <a:extLst>
              <a:ext uri="{FF2B5EF4-FFF2-40B4-BE49-F238E27FC236}">
                <a16:creationId xmlns:a16="http://schemas.microsoft.com/office/drawing/2014/main" id="{F7FA5560-9258-45AE-85A1-86580BCEB90A}"/>
              </a:ext>
            </a:extLst>
          </p:cNvPr>
          <p:cNvSpPr>
            <a:spLocks noGrp="1"/>
          </p:cNvSpPr>
          <p:nvPr/>
        </p:nvSpPr>
        <p:spPr>
          <a:xfrm>
            <a:off x="3347600" y="44192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4" name="A1_bar_GT_10490">
            <a:extLst>
              <a:ext uri="{FF2B5EF4-FFF2-40B4-BE49-F238E27FC236}">
                <a16:creationId xmlns:a16="http://schemas.microsoft.com/office/drawing/2014/main" id="{9822A584-C3E7-404E-9F28-5B48DB910F18}"/>
              </a:ext>
            </a:extLst>
          </p:cNvPr>
          <p:cNvSpPr>
            <a:spLocks noGrp="1"/>
          </p:cNvSpPr>
          <p:nvPr/>
        </p:nvSpPr>
        <p:spPr>
          <a:xfrm>
            <a:off x="348750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5" name="A1_bar_GT_10491">
            <a:extLst>
              <a:ext uri="{FF2B5EF4-FFF2-40B4-BE49-F238E27FC236}">
                <a16:creationId xmlns:a16="http://schemas.microsoft.com/office/drawing/2014/main" id="{FBE99F2D-B6B6-48CD-8F37-332D0EAA1C39}"/>
              </a:ext>
            </a:extLst>
          </p:cNvPr>
          <p:cNvSpPr>
            <a:spLocks noGrp="1"/>
          </p:cNvSpPr>
          <p:nvPr/>
        </p:nvSpPr>
        <p:spPr>
          <a:xfrm>
            <a:off x="3506567" y="34076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6" name="A1_bar_GT_10492">
            <a:extLst>
              <a:ext uri="{FF2B5EF4-FFF2-40B4-BE49-F238E27FC236}">
                <a16:creationId xmlns:a16="http://schemas.microsoft.com/office/drawing/2014/main" id="{47F9015A-2C97-4FD2-9053-4DA8F9C0CC08}"/>
              </a:ext>
            </a:extLst>
          </p:cNvPr>
          <p:cNvSpPr>
            <a:spLocks noGrp="1"/>
          </p:cNvSpPr>
          <p:nvPr/>
        </p:nvSpPr>
        <p:spPr>
          <a:xfrm>
            <a:off x="35875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7" name="A1_bar_GT_10493">
            <a:extLst>
              <a:ext uri="{FF2B5EF4-FFF2-40B4-BE49-F238E27FC236}">
                <a16:creationId xmlns:a16="http://schemas.microsoft.com/office/drawing/2014/main" id="{C00B3004-F2CD-4A5C-B07A-75EAFCF3D323}"/>
              </a:ext>
            </a:extLst>
          </p:cNvPr>
          <p:cNvSpPr>
            <a:spLocks noGrp="1"/>
          </p:cNvSpPr>
          <p:nvPr/>
        </p:nvSpPr>
        <p:spPr>
          <a:xfrm>
            <a:off x="358587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8" name="A1_bar_GT_10494">
            <a:extLst>
              <a:ext uri="{FF2B5EF4-FFF2-40B4-BE49-F238E27FC236}">
                <a16:creationId xmlns:a16="http://schemas.microsoft.com/office/drawing/2014/main" id="{7B713206-B5F2-48AB-8CCC-4560E1FB1AF3}"/>
              </a:ext>
            </a:extLst>
          </p:cNvPr>
          <p:cNvSpPr>
            <a:spLocks noGrp="1"/>
          </p:cNvSpPr>
          <p:nvPr/>
        </p:nvSpPr>
        <p:spPr>
          <a:xfrm>
            <a:off x="3424336" y="37935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9" name="A1_bar_GT_10495">
            <a:extLst>
              <a:ext uri="{FF2B5EF4-FFF2-40B4-BE49-F238E27FC236}">
                <a16:creationId xmlns:a16="http://schemas.microsoft.com/office/drawing/2014/main" id="{B3ABE8F0-3BE9-459A-90CF-20ADD2026498}"/>
              </a:ext>
            </a:extLst>
          </p:cNvPr>
          <p:cNvSpPr>
            <a:spLocks noGrp="1"/>
          </p:cNvSpPr>
          <p:nvPr/>
        </p:nvSpPr>
        <p:spPr>
          <a:xfrm>
            <a:off x="346199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0" name="A1_bar_GT_10496">
            <a:extLst>
              <a:ext uri="{FF2B5EF4-FFF2-40B4-BE49-F238E27FC236}">
                <a16:creationId xmlns:a16="http://schemas.microsoft.com/office/drawing/2014/main" id="{F61AF4A5-1CC7-4081-96FE-48424793784B}"/>
              </a:ext>
            </a:extLst>
          </p:cNvPr>
          <p:cNvSpPr>
            <a:spLocks noGrp="1"/>
          </p:cNvSpPr>
          <p:nvPr/>
        </p:nvSpPr>
        <p:spPr>
          <a:xfrm>
            <a:off x="339419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1" name="A1_bar_GT_10497">
            <a:extLst>
              <a:ext uri="{FF2B5EF4-FFF2-40B4-BE49-F238E27FC236}">
                <a16:creationId xmlns:a16="http://schemas.microsoft.com/office/drawing/2014/main" id="{B3D0EB48-F1F9-4A26-8669-9159F84A2F37}"/>
              </a:ext>
            </a:extLst>
          </p:cNvPr>
          <p:cNvSpPr>
            <a:spLocks noGrp="1"/>
          </p:cNvSpPr>
          <p:nvPr/>
        </p:nvSpPr>
        <p:spPr>
          <a:xfrm>
            <a:off x="3373244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2" name="A1_bar_GT_10498">
            <a:extLst>
              <a:ext uri="{FF2B5EF4-FFF2-40B4-BE49-F238E27FC236}">
                <a16:creationId xmlns:a16="http://schemas.microsoft.com/office/drawing/2014/main" id="{3545BE7B-1ABB-4B66-B32F-D380A44B3B8F}"/>
              </a:ext>
            </a:extLst>
          </p:cNvPr>
          <p:cNvSpPr>
            <a:spLocks noGrp="1"/>
          </p:cNvSpPr>
          <p:nvPr/>
        </p:nvSpPr>
        <p:spPr>
          <a:xfrm>
            <a:off x="35036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3" name="A1_bar_GT_10499">
            <a:extLst>
              <a:ext uri="{FF2B5EF4-FFF2-40B4-BE49-F238E27FC236}">
                <a16:creationId xmlns:a16="http://schemas.microsoft.com/office/drawing/2014/main" id="{16646197-8238-4905-8510-DB07E0AE053D}"/>
              </a:ext>
            </a:extLst>
          </p:cNvPr>
          <p:cNvSpPr>
            <a:spLocks noGrp="1"/>
          </p:cNvSpPr>
          <p:nvPr/>
        </p:nvSpPr>
        <p:spPr>
          <a:xfrm>
            <a:off x="343141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4" name="A1_bar_GT_10500">
            <a:extLst>
              <a:ext uri="{FF2B5EF4-FFF2-40B4-BE49-F238E27FC236}">
                <a16:creationId xmlns:a16="http://schemas.microsoft.com/office/drawing/2014/main" id="{CA257DEA-3FF2-4314-850B-A1E6B702106C}"/>
              </a:ext>
            </a:extLst>
          </p:cNvPr>
          <p:cNvSpPr>
            <a:spLocks noGrp="1"/>
          </p:cNvSpPr>
          <p:nvPr/>
        </p:nvSpPr>
        <p:spPr>
          <a:xfrm>
            <a:off x="357578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5" name="A1_bar_GT_10501">
            <a:extLst>
              <a:ext uri="{FF2B5EF4-FFF2-40B4-BE49-F238E27FC236}">
                <a16:creationId xmlns:a16="http://schemas.microsoft.com/office/drawing/2014/main" id="{F4FB2B80-7C83-4B36-84C8-D0B2A7FEBBA6}"/>
              </a:ext>
            </a:extLst>
          </p:cNvPr>
          <p:cNvSpPr>
            <a:spLocks noGrp="1"/>
          </p:cNvSpPr>
          <p:nvPr/>
        </p:nvSpPr>
        <p:spPr>
          <a:xfrm>
            <a:off x="3461795" y="4518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6" name="A1_bar_GT_10502">
            <a:extLst>
              <a:ext uri="{FF2B5EF4-FFF2-40B4-BE49-F238E27FC236}">
                <a16:creationId xmlns:a16="http://schemas.microsoft.com/office/drawing/2014/main" id="{3BBEDE01-7BE6-4989-8756-9724F95B06EB}"/>
              </a:ext>
            </a:extLst>
          </p:cNvPr>
          <p:cNvSpPr>
            <a:spLocks noGrp="1"/>
          </p:cNvSpPr>
          <p:nvPr/>
        </p:nvSpPr>
        <p:spPr>
          <a:xfrm>
            <a:off x="3398353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7" name="A1_bar_GT_10503">
            <a:extLst>
              <a:ext uri="{FF2B5EF4-FFF2-40B4-BE49-F238E27FC236}">
                <a16:creationId xmlns:a16="http://schemas.microsoft.com/office/drawing/2014/main" id="{D564A0BC-22D4-4ECD-AC09-F155AD30692F}"/>
              </a:ext>
            </a:extLst>
          </p:cNvPr>
          <p:cNvSpPr>
            <a:spLocks noGrp="1"/>
          </p:cNvSpPr>
          <p:nvPr/>
        </p:nvSpPr>
        <p:spPr>
          <a:xfrm>
            <a:off x="3541113" y="35799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8" name="A1_bar_GT_10504">
            <a:extLst>
              <a:ext uri="{FF2B5EF4-FFF2-40B4-BE49-F238E27FC236}">
                <a16:creationId xmlns:a16="http://schemas.microsoft.com/office/drawing/2014/main" id="{06E09F17-DB31-4C0B-8D5C-D25C0F7ED459}"/>
              </a:ext>
            </a:extLst>
          </p:cNvPr>
          <p:cNvSpPr>
            <a:spLocks noGrp="1"/>
          </p:cNvSpPr>
          <p:nvPr/>
        </p:nvSpPr>
        <p:spPr>
          <a:xfrm>
            <a:off x="3556009" y="41307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9" name="A1_bar_GT_10505">
            <a:extLst>
              <a:ext uri="{FF2B5EF4-FFF2-40B4-BE49-F238E27FC236}">
                <a16:creationId xmlns:a16="http://schemas.microsoft.com/office/drawing/2014/main" id="{E067B0DD-EC08-4C77-A53B-B040F0AF7C6D}"/>
              </a:ext>
            </a:extLst>
          </p:cNvPr>
          <p:cNvSpPr>
            <a:spLocks noGrp="1"/>
          </p:cNvSpPr>
          <p:nvPr/>
        </p:nvSpPr>
        <p:spPr>
          <a:xfrm>
            <a:off x="3442438" y="39340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0" name="A1_bar_GT_10506">
            <a:extLst>
              <a:ext uri="{FF2B5EF4-FFF2-40B4-BE49-F238E27FC236}">
                <a16:creationId xmlns:a16="http://schemas.microsoft.com/office/drawing/2014/main" id="{E79821FE-5ACA-449C-A253-3DBCDDA5AFCC}"/>
              </a:ext>
            </a:extLst>
          </p:cNvPr>
          <p:cNvSpPr>
            <a:spLocks noGrp="1"/>
          </p:cNvSpPr>
          <p:nvPr/>
        </p:nvSpPr>
        <p:spPr>
          <a:xfrm>
            <a:off x="337116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1" name="A1_bar_GT_10507">
            <a:extLst>
              <a:ext uri="{FF2B5EF4-FFF2-40B4-BE49-F238E27FC236}">
                <a16:creationId xmlns:a16="http://schemas.microsoft.com/office/drawing/2014/main" id="{72F911FE-9860-45C7-9F2A-AA533428263F}"/>
              </a:ext>
            </a:extLst>
          </p:cNvPr>
          <p:cNvSpPr>
            <a:spLocks noGrp="1"/>
          </p:cNvSpPr>
          <p:nvPr/>
        </p:nvSpPr>
        <p:spPr>
          <a:xfrm>
            <a:off x="3346916" y="540093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2" name="A1_bar_GT_10508">
            <a:extLst>
              <a:ext uri="{FF2B5EF4-FFF2-40B4-BE49-F238E27FC236}">
                <a16:creationId xmlns:a16="http://schemas.microsoft.com/office/drawing/2014/main" id="{7A9A0DE8-773A-4F62-AA07-93C0FCACC0BB}"/>
              </a:ext>
            </a:extLst>
          </p:cNvPr>
          <p:cNvSpPr>
            <a:spLocks noGrp="1"/>
          </p:cNvSpPr>
          <p:nvPr/>
        </p:nvSpPr>
        <p:spPr>
          <a:xfrm>
            <a:off x="3580520" y="5166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3" name="A1_bar_GT_10509">
            <a:extLst>
              <a:ext uri="{FF2B5EF4-FFF2-40B4-BE49-F238E27FC236}">
                <a16:creationId xmlns:a16="http://schemas.microsoft.com/office/drawing/2014/main" id="{ECA48764-117B-4371-80C2-FE5BAE87342D}"/>
              </a:ext>
            </a:extLst>
          </p:cNvPr>
          <p:cNvSpPr>
            <a:spLocks noGrp="1"/>
          </p:cNvSpPr>
          <p:nvPr/>
        </p:nvSpPr>
        <p:spPr>
          <a:xfrm>
            <a:off x="3468552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4" name="A1_bar_GT_10510">
            <a:extLst>
              <a:ext uri="{FF2B5EF4-FFF2-40B4-BE49-F238E27FC236}">
                <a16:creationId xmlns:a16="http://schemas.microsoft.com/office/drawing/2014/main" id="{A29CA4F3-CA1C-4C1E-99A6-8A73EE85A79D}"/>
              </a:ext>
            </a:extLst>
          </p:cNvPr>
          <p:cNvSpPr>
            <a:spLocks noGrp="1"/>
          </p:cNvSpPr>
          <p:nvPr/>
        </p:nvSpPr>
        <p:spPr>
          <a:xfrm>
            <a:off x="344822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5" name="A1_bar_GT_10511">
            <a:extLst>
              <a:ext uri="{FF2B5EF4-FFF2-40B4-BE49-F238E27FC236}">
                <a16:creationId xmlns:a16="http://schemas.microsoft.com/office/drawing/2014/main" id="{8841DEE6-E6EC-4B16-B987-F8E75BD5D753}"/>
              </a:ext>
            </a:extLst>
          </p:cNvPr>
          <p:cNvSpPr>
            <a:spLocks noGrp="1"/>
          </p:cNvSpPr>
          <p:nvPr/>
        </p:nvSpPr>
        <p:spPr>
          <a:xfrm>
            <a:off x="358905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6" name="A1_bar_GT_10512">
            <a:extLst>
              <a:ext uri="{FF2B5EF4-FFF2-40B4-BE49-F238E27FC236}">
                <a16:creationId xmlns:a16="http://schemas.microsoft.com/office/drawing/2014/main" id="{82F6FB2D-0A65-4887-8B48-A2F6F1F14A4E}"/>
              </a:ext>
            </a:extLst>
          </p:cNvPr>
          <p:cNvSpPr>
            <a:spLocks noGrp="1"/>
          </p:cNvSpPr>
          <p:nvPr/>
        </p:nvSpPr>
        <p:spPr>
          <a:xfrm>
            <a:off x="3535747" y="47470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7" name="A1_bar_GT_10513">
            <a:extLst>
              <a:ext uri="{FF2B5EF4-FFF2-40B4-BE49-F238E27FC236}">
                <a16:creationId xmlns:a16="http://schemas.microsoft.com/office/drawing/2014/main" id="{A2A489D3-4B47-4F08-A629-0AAE490BD236}"/>
              </a:ext>
            </a:extLst>
          </p:cNvPr>
          <p:cNvSpPr>
            <a:spLocks noGrp="1"/>
          </p:cNvSpPr>
          <p:nvPr/>
        </p:nvSpPr>
        <p:spPr>
          <a:xfrm>
            <a:off x="35346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8" name="A1_bar_GT_10514">
            <a:extLst>
              <a:ext uri="{FF2B5EF4-FFF2-40B4-BE49-F238E27FC236}">
                <a16:creationId xmlns:a16="http://schemas.microsoft.com/office/drawing/2014/main" id="{F815CD50-6949-4D7A-ADFF-2F908765541F}"/>
              </a:ext>
            </a:extLst>
          </p:cNvPr>
          <p:cNvSpPr>
            <a:spLocks noGrp="1"/>
          </p:cNvSpPr>
          <p:nvPr/>
        </p:nvSpPr>
        <p:spPr>
          <a:xfrm>
            <a:off x="3381800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9" name="A1_bar_GT_10515">
            <a:extLst>
              <a:ext uri="{FF2B5EF4-FFF2-40B4-BE49-F238E27FC236}">
                <a16:creationId xmlns:a16="http://schemas.microsoft.com/office/drawing/2014/main" id="{D480487D-7C58-4A5E-89DD-26DEB52E77BA}"/>
              </a:ext>
            </a:extLst>
          </p:cNvPr>
          <p:cNvSpPr>
            <a:spLocks noGrp="1"/>
          </p:cNvSpPr>
          <p:nvPr/>
        </p:nvSpPr>
        <p:spPr>
          <a:xfrm>
            <a:off x="343938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0" name="A1_bar_GT_10516">
            <a:extLst>
              <a:ext uri="{FF2B5EF4-FFF2-40B4-BE49-F238E27FC236}">
                <a16:creationId xmlns:a16="http://schemas.microsoft.com/office/drawing/2014/main" id="{706116F4-0CD8-492A-AF9F-57F96E0C7F8F}"/>
              </a:ext>
            </a:extLst>
          </p:cNvPr>
          <p:cNvSpPr>
            <a:spLocks noGrp="1"/>
          </p:cNvSpPr>
          <p:nvPr/>
        </p:nvSpPr>
        <p:spPr>
          <a:xfrm>
            <a:off x="352739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1" name="A1_bar_GT_10517">
            <a:extLst>
              <a:ext uri="{FF2B5EF4-FFF2-40B4-BE49-F238E27FC236}">
                <a16:creationId xmlns:a16="http://schemas.microsoft.com/office/drawing/2014/main" id="{8AB16E41-D620-4A12-B4DA-2DD6259B034D}"/>
              </a:ext>
            </a:extLst>
          </p:cNvPr>
          <p:cNvSpPr>
            <a:spLocks noGrp="1"/>
          </p:cNvSpPr>
          <p:nvPr/>
        </p:nvSpPr>
        <p:spPr>
          <a:xfrm>
            <a:off x="345247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2" name="A1_bar_GT_10518">
            <a:extLst>
              <a:ext uri="{FF2B5EF4-FFF2-40B4-BE49-F238E27FC236}">
                <a16:creationId xmlns:a16="http://schemas.microsoft.com/office/drawing/2014/main" id="{03F754E4-6E6E-4F6A-9A29-7A546465F59C}"/>
              </a:ext>
            </a:extLst>
          </p:cNvPr>
          <p:cNvSpPr>
            <a:spLocks noGrp="1"/>
          </p:cNvSpPr>
          <p:nvPr/>
        </p:nvSpPr>
        <p:spPr>
          <a:xfrm>
            <a:off x="35007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3" name="A1_bar_GT_10519">
            <a:extLst>
              <a:ext uri="{FF2B5EF4-FFF2-40B4-BE49-F238E27FC236}">
                <a16:creationId xmlns:a16="http://schemas.microsoft.com/office/drawing/2014/main" id="{DE7118EB-894E-493F-8328-FC214947CF91}"/>
              </a:ext>
            </a:extLst>
          </p:cNvPr>
          <p:cNvSpPr>
            <a:spLocks noGrp="1"/>
          </p:cNvSpPr>
          <p:nvPr/>
        </p:nvSpPr>
        <p:spPr>
          <a:xfrm>
            <a:off x="334215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4" name="A1_bar_GT_10520">
            <a:extLst>
              <a:ext uri="{FF2B5EF4-FFF2-40B4-BE49-F238E27FC236}">
                <a16:creationId xmlns:a16="http://schemas.microsoft.com/office/drawing/2014/main" id="{C20BDB43-9E6B-41CA-BEB9-D397EEF855B8}"/>
              </a:ext>
            </a:extLst>
          </p:cNvPr>
          <p:cNvSpPr>
            <a:spLocks noGrp="1"/>
          </p:cNvSpPr>
          <p:nvPr/>
        </p:nvSpPr>
        <p:spPr>
          <a:xfrm>
            <a:off x="346180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5" name="A1_bar_GT_10521">
            <a:extLst>
              <a:ext uri="{FF2B5EF4-FFF2-40B4-BE49-F238E27FC236}">
                <a16:creationId xmlns:a16="http://schemas.microsoft.com/office/drawing/2014/main" id="{C9234160-1E84-4B89-8CB2-30F2BC368E41}"/>
              </a:ext>
            </a:extLst>
          </p:cNvPr>
          <p:cNvSpPr>
            <a:spLocks noGrp="1"/>
          </p:cNvSpPr>
          <p:nvPr/>
        </p:nvSpPr>
        <p:spPr>
          <a:xfrm>
            <a:off x="3425843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6" name="A1_bar_GT_10522">
            <a:extLst>
              <a:ext uri="{FF2B5EF4-FFF2-40B4-BE49-F238E27FC236}">
                <a16:creationId xmlns:a16="http://schemas.microsoft.com/office/drawing/2014/main" id="{C76AB6A6-E54F-406F-B170-B1CA253611BD}"/>
              </a:ext>
            </a:extLst>
          </p:cNvPr>
          <p:cNvSpPr>
            <a:spLocks noGrp="1"/>
          </p:cNvSpPr>
          <p:nvPr/>
        </p:nvSpPr>
        <p:spPr>
          <a:xfrm>
            <a:off x="3472400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7" name="A1_bar_GT_10523">
            <a:extLst>
              <a:ext uri="{FF2B5EF4-FFF2-40B4-BE49-F238E27FC236}">
                <a16:creationId xmlns:a16="http://schemas.microsoft.com/office/drawing/2014/main" id="{9498D937-51C8-4BC2-BC7A-2F608ED2A466}"/>
              </a:ext>
            </a:extLst>
          </p:cNvPr>
          <p:cNvSpPr>
            <a:spLocks noGrp="1"/>
          </p:cNvSpPr>
          <p:nvPr/>
        </p:nvSpPr>
        <p:spPr>
          <a:xfrm>
            <a:off x="339460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8" name="A1_bar_GT_10524">
            <a:extLst>
              <a:ext uri="{FF2B5EF4-FFF2-40B4-BE49-F238E27FC236}">
                <a16:creationId xmlns:a16="http://schemas.microsoft.com/office/drawing/2014/main" id="{32200486-85D1-4ACA-AEC7-314CDFC0733E}"/>
              </a:ext>
            </a:extLst>
          </p:cNvPr>
          <p:cNvSpPr>
            <a:spLocks noGrp="1"/>
          </p:cNvSpPr>
          <p:nvPr/>
        </p:nvSpPr>
        <p:spPr>
          <a:xfrm>
            <a:off x="337992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9" name="A1_bar_GT_10525">
            <a:extLst>
              <a:ext uri="{FF2B5EF4-FFF2-40B4-BE49-F238E27FC236}">
                <a16:creationId xmlns:a16="http://schemas.microsoft.com/office/drawing/2014/main" id="{141BA62A-DF28-435D-8EBD-8A6048D85DC4}"/>
              </a:ext>
            </a:extLst>
          </p:cNvPr>
          <p:cNvSpPr>
            <a:spLocks noGrp="1"/>
          </p:cNvSpPr>
          <p:nvPr/>
        </p:nvSpPr>
        <p:spPr>
          <a:xfrm>
            <a:off x="35316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0" name="A1_bar_GT_10526">
            <a:extLst>
              <a:ext uri="{FF2B5EF4-FFF2-40B4-BE49-F238E27FC236}">
                <a16:creationId xmlns:a16="http://schemas.microsoft.com/office/drawing/2014/main" id="{442F1CF7-55D3-4446-8B2C-6A4D497E8DCC}"/>
              </a:ext>
            </a:extLst>
          </p:cNvPr>
          <p:cNvSpPr>
            <a:spLocks noGrp="1"/>
          </p:cNvSpPr>
          <p:nvPr/>
        </p:nvSpPr>
        <p:spPr>
          <a:xfrm>
            <a:off x="337524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1" name="A1_bar_GT_10527">
            <a:extLst>
              <a:ext uri="{FF2B5EF4-FFF2-40B4-BE49-F238E27FC236}">
                <a16:creationId xmlns:a16="http://schemas.microsoft.com/office/drawing/2014/main" id="{86FF98A8-DBF9-4B57-8141-148B9F92DD5A}"/>
              </a:ext>
            </a:extLst>
          </p:cNvPr>
          <p:cNvSpPr>
            <a:spLocks noGrp="1"/>
          </p:cNvSpPr>
          <p:nvPr/>
        </p:nvSpPr>
        <p:spPr>
          <a:xfrm>
            <a:off x="338984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2" name="A1_bar_GT_10528">
            <a:extLst>
              <a:ext uri="{FF2B5EF4-FFF2-40B4-BE49-F238E27FC236}">
                <a16:creationId xmlns:a16="http://schemas.microsoft.com/office/drawing/2014/main" id="{4EF62C77-A321-4513-BC47-1339951A7503}"/>
              </a:ext>
            </a:extLst>
          </p:cNvPr>
          <p:cNvSpPr>
            <a:spLocks noGrp="1"/>
          </p:cNvSpPr>
          <p:nvPr/>
        </p:nvSpPr>
        <p:spPr>
          <a:xfrm>
            <a:off x="353305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3" name="A1_bar_GT_10529">
            <a:extLst>
              <a:ext uri="{FF2B5EF4-FFF2-40B4-BE49-F238E27FC236}">
                <a16:creationId xmlns:a16="http://schemas.microsoft.com/office/drawing/2014/main" id="{AB0F645C-729C-4A12-91F0-7007DD70DA9A}"/>
              </a:ext>
            </a:extLst>
          </p:cNvPr>
          <p:cNvSpPr>
            <a:spLocks noGrp="1"/>
          </p:cNvSpPr>
          <p:nvPr/>
        </p:nvSpPr>
        <p:spPr>
          <a:xfrm>
            <a:off x="358999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4" name="A1_bar_GT_10530">
            <a:extLst>
              <a:ext uri="{FF2B5EF4-FFF2-40B4-BE49-F238E27FC236}">
                <a16:creationId xmlns:a16="http://schemas.microsoft.com/office/drawing/2014/main" id="{29802D45-762E-4409-93B1-DF6EC94223A9}"/>
              </a:ext>
            </a:extLst>
          </p:cNvPr>
          <p:cNvSpPr>
            <a:spLocks noGrp="1"/>
          </p:cNvSpPr>
          <p:nvPr/>
        </p:nvSpPr>
        <p:spPr>
          <a:xfrm>
            <a:off x="3515154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5" name="A1_bar_GT_10531">
            <a:extLst>
              <a:ext uri="{FF2B5EF4-FFF2-40B4-BE49-F238E27FC236}">
                <a16:creationId xmlns:a16="http://schemas.microsoft.com/office/drawing/2014/main" id="{58A13802-BAFB-4873-8A77-35F21B4EED97}"/>
              </a:ext>
            </a:extLst>
          </p:cNvPr>
          <p:cNvSpPr>
            <a:spLocks noGrp="1"/>
          </p:cNvSpPr>
          <p:nvPr/>
        </p:nvSpPr>
        <p:spPr>
          <a:xfrm>
            <a:off x="3459370" y="33438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6" name="A1_bar_GT_10532">
            <a:extLst>
              <a:ext uri="{FF2B5EF4-FFF2-40B4-BE49-F238E27FC236}">
                <a16:creationId xmlns:a16="http://schemas.microsoft.com/office/drawing/2014/main" id="{4F1F7140-055D-4773-8E75-03DF415BE040}"/>
              </a:ext>
            </a:extLst>
          </p:cNvPr>
          <p:cNvSpPr>
            <a:spLocks noGrp="1"/>
          </p:cNvSpPr>
          <p:nvPr/>
        </p:nvSpPr>
        <p:spPr>
          <a:xfrm>
            <a:off x="341287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7" name="A1_bar_GT_10533">
            <a:extLst>
              <a:ext uri="{FF2B5EF4-FFF2-40B4-BE49-F238E27FC236}">
                <a16:creationId xmlns:a16="http://schemas.microsoft.com/office/drawing/2014/main" id="{472E8213-E1EA-4FB0-9FA5-0CA42E4B37C9}"/>
              </a:ext>
            </a:extLst>
          </p:cNvPr>
          <p:cNvSpPr>
            <a:spLocks noGrp="1"/>
          </p:cNvSpPr>
          <p:nvPr/>
        </p:nvSpPr>
        <p:spPr>
          <a:xfrm>
            <a:off x="3520831" y="34510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8" name="A1_bar_GT_10534">
            <a:extLst>
              <a:ext uri="{FF2B5EF4-FFF2-40B4-BE49-F238E27FC236}">
                <a16:creationId xmlns:a16="http://schemas.microsoft.com/office/drawing/2014/main" id="{93E9032C-5001-45EA-8A3E-C84EA5D5A343}"/>
              </a:ext>
            </a:extLst>
          </p:cNvPr>
          <p:cNvSpPr>
            <a:spLocks noGrp="1"/>
          </p:cNvSpPr>
          <p:nvPr/>
        </p:nvSpPr>
        <p:spPr>
          <a:xfrm>
            <a:off x="3549612" y="3953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9" name="A1_bar_GT_10535">
            <a:extLst>
              <a:ext uri="{FF2B5EF4-FFF2-40B4-BE49-F238E27FC236}">
                <a16:creationId xmlns:a16="http://schemas.microsoft.com/office/drawing/2014/main" id="{FA64141E-ED66-4234-8744-8E0E36036BD7}"/>
              </a:ext>
            </a:extLst>
          </p:cNvPr>
          <p:cNvSpPr>
            <a:spLocks noGrp="1"/>
          </p:cNvSpPr>
          <p:nvPr/>
        </p:nvSpPr>
        <p:spPr>
          <a:xfrm>
            <a:off x="3544795" y="43233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0" name="A1_bar_GT_10536">
            <a:extLst>
              <a:ext uri="{FF2B5EF4-FFF2-40B4-BE49-F238E27FC236}">
                <a16:creationId xmlns:a16="http://schemas.microsoft.com/office/drawing/2014/main" id="{5DFE59B8-C3A9-4617-A6AA-098DAA287905}"/>
              </a:ext>
            </a:extLst>
          </p:cNvPr>
          <p:cNvSpPr>
            <a:spLocks noGrp="1"/>
          </p:cNvSpPr>
          <p:nvPr/>
        </p:nvSpPr>
        <p:spPr>
          <a:xfrm>
            <a:off x="3467940" y="39746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1" name="A1_bar_GT_10537">
            <a:extLst>
              <a:ext uri="{FF2B5EF4-FFF2-40B4-BE49-F238E27FC236}">
                <a16:creationId xmlns:a16="http://schemas.microsoft.com/office/drawing/2014/main" id="{DCC8C6C1-0018-41EC-8C7A-775106DF8CD5}"/>
              </a:ext>
            </a:extLst>
          </p:cNvPr>
          <p:cNvSpPr>
            <a:spLocks noGrp="1"/>
          </p:cNvSpPr>
          <p:nvPr/>
        </p:nvSpPr>
        <p:spPr>
          <a:xfrm>
            <a:off x="3387650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2" name="A1_bar_GT_10538">
            <a:extLst>
              <a:ext uri="{FF2B5EF4-FFF2-40B4-BE49-F238E27FC236}">
                <a16:creationId xmlns:a16="http://schemas.microsoft.com/office/drawing/2014/main" id="{796B7CC8-A1C8-40F8-8D76-762FC16AFF8F}"/>
              </a:ext>
            </a:extLst>
          </p:cNvPr>
          <p:cNvSpPr>
            <a:spLocks noGrp="1"/>
          </p:cNvSpPr>
          <p:nvPr/>
        </p:nvSpPr>
        <p:spPr>
          <a:xfrm>
            <a:off x="357322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3" name="A1_bar_GT_10539">
            <a:extLst>
              <a:ext uri="{FF2B5EF4-FFF2-40B4-BE49-F238E27FC236}">
                <a16:creationId xmlns:a16="http://schemas.microsoft.com/office/drawing/2014/main" id="{030AF4E4-E015-43DD-AE61-BA72F75105A8}"/>
              </a:ext>
            </a:extLst>
          </p:cNvPr>
          <p:cNvSpPr>
            <a:spLocks noGrp="1"/>
          </p:cNvSpPr>
          <p:nvPr/>
        </p:nvSpPr>
        <p:spPr>
          <a:xfrm>
            <a:off x="3393961" y="5991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4" name="A1_bar_GT_10540">
            <a:extLst>
              <a:ext uri="{FF2B5EF4-FFF2-40B4-BE49-F238E27FC236}">
                <a16:creationId xmlns:a16="http://schemas.microsoft.com/office/drawing/2014/main" id="{E3AD6226-CB4E-40FE-8A2E-CD18EB9F9195}"/>
              </a:ext>
            </a:extLst>
          </p:cNvPr>
          <p:cNvSpPr>
            <a:spLocks noGrp="1"/>
          </p:cNvSpPr>
          <p:nvPr/>
        </p:nvSpPr>
        <p:spPr>
          <a:xfrm>
            <a:off x="341234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5" name="A1_bar_GT_10541">
            <a:extLst>
              <a:ext uri="{FF2B5EF4-FFF2-40B4-BE49-F238E27FC236}">
                <a16:creationId xmlns:a16="http://schemas.microsoft.com/office/drawing/2014/main" id="{D4498AE3-C505-49E5-8211-14D0B7D676D0}"/>
              </a:ext>
            </a:extLst>
          </p:cNvPr>
          <p:cNvSpPr>
            <a:spLocks noGrp="1"/>
          </p:cNvSpPr>
          <p:nvPr/>
        </p:nvSpPr>
        <p:spPr>
          <a:xfrm>
            <a:off x="3358890" y="36024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6" name="A1_bar_GT_10542">
            <a:extLst>
              <a:ext uri="{FF2B5EF4-FFF2-40B4-BE49-F238E27FC236}">
                <a16:creationId xmlns:a16="http://schemas.microsoft.com/office/drawing/2014/main" id="{8BE9C575-1F2D-4B60-AB1C-DDD139FBAA0A}"/>
              </a:ext>
            </a:extLst>
          </p:cNvPr>
          <p:cNvSpPr>
            <a:spLocks noGrp="1"/>
          </p:cNvSpPr>
          <p:nvPr/>
        </p:nvSpPr>
        <p:spPr>
          <a:xfrm>
            <a:off x="359248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7" name="A1_bar_GT_10543">
            <a:extLst>
              <a:ext uri="{FF2B5EF4-FFF2-40B4-BE49-F238E27FC236}">
                <a16:creationId xmlns:a16="http://schemas.microsoft.com/office/drawing/2014/main" id="{6B44FE41-D9C5-4E66-807A-0761AE42E5C3}"/>
              </a:ext>
            </a:extLst>
          </p:cNvPr>
          <p:cNvSpPr>
            <a:spLocks noGrp="1"/>
          </p:cNvSpPr>
          <p:nvPr/>
        </p:nvSpPr>
        <p:spPr>
          <a:xfrm>
            <a:off x="34462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8" name="A1_bar_GT_10544">
            <a:extLst>
              <a:ext uri="{FF2B5EF4-FFF2-40B4-BE49-F238E27FC236}">
                <a16:creationId xmlns:a16="http://schemas.microsoft.com/office/drawing/2014/main" id="{FCBFA771-2A00-407C-81A1-A4AAA5AB1E0E}"/>
              </a:ext>
            </a:extLst>
          </p:cNvPr>
          <p:cNvSpPr>
            <a:spLocks noGrp="1"/>
          </p:cNvSpPr>
          <p:nvPr/>
        </p:nvSpPr>
        <p:spPr>
          <a:xfrm>
            <a:off x="334996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9" name="A1_bar_GT_10545">
            <a:extLst>
              <a:ext uri="{FF2B5EF4-FFF2-40B4-BE49-F238E27FC236}">
                <a16:creationId xmlns:a16="http://schemas.microsoft.com/office/drawing/2014/main" id="{984EA0B3-DE43-4660-9AA6-B1F2ACE4D32D}"/>
              </a:ext>
            </a:extLst>
          </p:cNvPr>
          <p:cNvSpPr>
            <a:spLocks noGrp="1"/>
          </p:cNvSpPr>
          <p:nvPr/>
        </p:nvSpPr>
        <p:spPr>
          <a:xfrm>
            <a:off x="34569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0" name="A1_bar_GT_10546">
            <a:extLst>
              <a:ext uri="{FF2B5EF4-FFF2-40B4-BE49-F238E27FC236}">
                <a16:creationId xmlns:a16="http://schemas.microsoft.com/office/drawing/2014/main" id="{E461E00C-96A4-4A6E-893B-5410C57A2CDC}"/>
              </a:ext>
            </a:extLst>
          </p:cNvPr>
          <p:cNvSpPr>
            <a:spLocks noGrp="1"/>
          </p:cNvSpPr>
          <p:nvPr/>
        </p:nvSpPr>
        <p:spPr>
          <a:xfrm>
            <a:off x="3381743" y="38965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1" name="A1_bar_GT_10547">
            <a:extLst>
              <a:ext uri="{FF2B5EF4-FFF2-40B4-BE49-F238E27FC236}">
                <a16:creationId xmlns:a16="http://schemas.microsoft.com/office/drawing/2014/main" id="{B134AA1A-DA05-41AE-869E-0D6D4884C252}"/>
              </a:ext>
            </a:extLst>
          </p:cNvPr>
          <p:cNvSpPr>
            <a:spLocks noGrp="1"/>
          </p:cNvSpPr>
          <p:nvPr/>
        </p:nvSpPr>
        <p:spPr>
          <a:xfrm>
            <a:off x="3383745" y="57606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2" name="A1_bar_GT_10548">
            <a:extLst>
              <a:ext uri="{FF2B5EF4-FFF2-40B4-BE49-F238E27FC236}">
                <a16:creationId xmlns:a16="http://schemas.microsoft.com/office/drawing/2014/main" id="{C0F5FC42-A63C-4EE0-8DCA-D1F605BDC75A}"/>
              </a:ext>
            </a:extLst>
          </p:cNvPr>
          <p:cNvSpPr>
            <a:spLocks noGrp="1"/>
          </p:cNvSpPr>
          <p:nvPr/>
        </p:nvSpPr>
        <p:spPr>
          <a:xfrm>
            <a:off x="353159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3" name="A1_bar_GT_10549">
            <a:extLst>
              <a:ext uri="{FF2B5EF4-FFF2-40B4-BE49-F238E27FC236}">
                <a16:creationId xmlns:a16="http://schemas.microsoft.com/office/drawing/2014/main" id="{CBD8546A-E501-4575-968F-9E53E9484180}"/>
              </a:ext>
            </a:extLst>
          </p:cNvPr>
          <p:cNvSpPr>
            <a:spLocks noGrp="1"/>
          </p:cNvSpPr>
          <p:nvPr/>
        </p:nvSpPr>
        <p:spPr>
          <a:xfrm>
            <a:off x="342683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4" name="A1_bar_GT_10550">
            <a:extLst>
              <a:ext uri="{FF2B5EF4-FFF2-40B4-BE49-F238E27FC236}">
                <a16:creationId xmlns:a16="http://schemas.microsoft.com/office/drawing/2014/main" id="{43626FB1-BD24-452B-969A-F45EC4ABA41C}"/>
              </a:ext>
            </a:extLst>
          </p:cNvPr>
          <p:cNvSpPr>
            <a:spLocks noGrp="1"/>
          </p:cNvSpPr>
          <p:nvPr/>
        </p:nvSpPr>
        <p:spPr>
          <a:xfrm>
            <a:off x="3362584" y="50809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5" name="A1_bar_GT_10551">
            <a:extLst>
              <a:ext uri="{FF2B5EF4-FFF2-40B4-BE49-F238E27FC236}">
                <a16:creationId xmlns:a16="http://schemas.microsoft.com/office/drawing/2014/main" id="{96DE7CAF-0E9F-4447-B1BD-B3ACD8CB1353}"/>
              </a:ext>
            </a:extLst>
          </p:cNvPr>
          <p:cNvSpPr>
            <a:spLocks noGrp="1"/>
          </p:cNvSpPr>
          <p:nvPr/>
        </p:nvSpPr>
        <p:spPr>
          <a:xfrm>
            <a:off x="357937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6" name="A1_bar_GT_10552">
            <a:extLst>
              <a:ext uri="{FF2B5EF4-FFF2-40B4-BE49-F238E27FC236}">
                <a16:creationId xmlns:a16="http://schemas.microsoft.com/office/drawing/2014/main" id="{2450FCDA-71D3-459C-BB4A-1318518BB7EB}"/>
              </a:ext>
            </a:extLst>
          </p:cNvPr>
          <p:cNvSpPr>
            <a:spLocks noGrp="1"/>
          </p:cNvSpPr>
          <p:nvPr/>
        </p:nvSpPr>
        <p:spPr>
          <a:xfrm>
            <a:off x="3459134" y="31078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7" name="A1_bar_GT_10553">
            <a:extLst>
              <a:ext uri="{FF2B5EF4-FFF2-40B4-BE49-F238E27FC236}">
                <a16:creationId xmlns:a16="http://schemas.microsoft.com/office/drawing/2014/main" id="{57D85E00-DDEA-4633-921F-13E27EC6BF6A}"/>
              </a:ext>
            </a:extLst>
          </p:cNvPr>
          <p:cNvSpPr>
            <a:spLocks noGrp="1"/>
          </p:cNvSpPr>
          <p:nvPr/>
        </p:nvSpPr>
        <p:spPr>
          <a:xfrm>
            <a:off x="3420560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8" name="A1_bar_GT_10554">
            <a:extLst>
              <a:ext uri="{FF2B5EF4-FFF2-40B4-BE49-F238E27FC236}">
                <a16:creationId xmlns:a16="http://schemas.microsoft.com/office/drawing/2014/main" id="{CA4568D8-C553-461A-A695-3006718762E4}"/>
              </a:ext>
            </a:extLst>
          </p:cNvPr>
          <p:cNvSpPr>
            <a:spLocks noGrp="1"/>
          </p:cNvSpPr>
          <p:nvPr/>
        </p:nvSpPr>
        <p:spPr>
          <a:xfrm>
            <a:off x="357909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9" name="A1_bar_GT_10555">
            <a:extLst>
              <a:ext uri="{FF2B5EF4-FFF2-40B4-BE49-F238E27FC236}">
                <a16:creationId xmlns:a16="http://schemas.microsoft.com/office/drawing/2014/main" id="{827DC7A4-0B3B-475E-982D-D80C41291428}"/>
              </a:ext>
            </a:extLst>
          </p:cNvPr>
          <p:cNvSpPr>
            <a:spLocks noGrp="1"/>
          </p:cNvSpPr>
          <p:nvPr/>
        </p:nvSpPr>
        <p:spPr>
          <a:xfrm>
            <a:off x="3477271" y="52270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0" name="A1_bar_GT_10556">
            <a:extLst>
              <a:ext uri="{FF2B5EF4-FFF2-40B4-BE49-F238E27FC236}">
                <a16:creationId xmlns:a16="http://schemas.microsoft.com/office/drawing/2014/main" id="{01567D93-C345-44AD-9265-541A86878539}"/>
              </a:ext>
            </a:extLst>
          </p:cNvPr>
          <p:cNvSpPr>
            <a:spLocks noGrp="1"/>
          </p:cNvSpPr>
          <p:nvPr/>
        </p:nvSpPr>
        <p:spPr>
          <a:xfrm>
            <a:off x="334807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1" name="A1_bar_GT_10557">
            <a:extLst>
              <a:ext uri="{FF2B5EF4-FFF2-40B4-BE49-F238E27FC236}">
                <a16:creationId xmlns:a16="http://schemas.microsoft.com/office/drawing/2014/main" id="{3F4EEF54-0662-4F90-B9B9-3398CC12CC39}"/>
              </a:ext>
            </a:extLst>
          </p:cNvPr>
          <p:cNvSpPr>
            <a:spLocks noGrp="1"/>
          </p:cNvSpPr>
          <p:nvPr/>
        </p:nvSpPr>
        <p:spPr>
          <a:xfrm>
            <a:off x="337754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2" name="A1_bar_GT_10558">
            <a:extLst>
              <a:ext uri="{FF2B5EF4-FFF2-40B4-BE49-F238E27FC236}">
                <a16:creationId xmlns:a16="http://schemas.microsoft.com/office/drawing/2014/main" id="{A5E63FA1-ED40-44CA-A617-2F1803338D6D}"/>
              </a:ext>
            </a:extLst>
          </p:cNvPr>
          <p:cNvSpPr>
            <a:spLocks noGrp="1"/>
          </p:cNvSpPr>
          <p:nvPr/>
        </p:nvSpPr>
        <p:spPr>
          <a:xfrm>
            <a:off x="3481202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3" name="A1_bar_GT_10559">
            <a:extLst>
              <a:ext uri="{FF2B5EF4-FFF2-40B4-BE49-F238E27FC236}">
                <a16:creationId xmlns:a16="http://schemas.microsoft.com/office/drawing/2014/main" id="{DF54E524-DB36-44AD-8264-0F65923D1AFA}"/>
              </a:ext>
            </a:extLst>
          </p:cNvPr>
          <p:cNvSpPr>
            <a:spLocks noGrp="1"/>
          </p:cNvSpPr>
          <p:nvPr/>
        </p:nvSpPr>
        <p:spPr>
          <a:xfrm>
            <a:off x="3393012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4" name="A1_bar_GT_10560">
            <a:extLst>
              <a:ext uri="{FF2B5EF4-FFF2-40B4-BE49-F238E27FC236}">
                <a16:creationId xmlns:a16="http://schemas.microsoft.com/office/drawing/2014/main" id="{012F808D-1533-4C0E-9E14-62DB7CE7A818}"/>
              </a:ext>
            </a:extLst>
          </p:cNvPr>
          <p:cNvSpPr>
            <a:spLocks noGrp="1"/>
          </p:cNvSpPr>
          <p:nvPr/>
        </p:nvSpPr>
        <p:spPr>
          <a:xfrm>
            <a:off x="3475061" y="35249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5" name="A1_bar_GT_10561">
            <a:extLst>
              <a:ext uri="{FF2B5EF4-FFF2-40B4-BE49-F238E27FC236}">
                <a16:creationId xmlns:a16="http://schemas.microsoft.com/office/drawing/2014/main" id="{78C51C33-2908-4437-9672-ED06D0935F5F}"/>
              </a:ext>
            </a:extLst>
          </p:cNvPr>
          <p:cNvSpPr>
            <a:spLocks noGrp="1"/>
          </p:cNvSpPr>
          <p:nvPr/>
        </p:nvSpPr>
        <p:spPr>
          <a:xfrm>
            <a:off x="3541634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6" name="A1_bar_GT_10562">
            <a:extLst>
              <a:ext uri="{FF2B5EF4-FFF2-40B4-BE49-F238E27FC236}">
                <a16:creationId xmlns:a16="http://schemas.microsoft.com/office/drawing/2014/main" id="{A36DE6A3-94BF-4AB0-9444-CCCEFB765B37}"/>
              </a:ext>
            </a:extLst>
          </p:cNvPr>
          <p:cNvSpPr>
            <a:spLocks noGrp="1"/>
          </p:cNvSpPr>
          <p:nvPr/>
        </p:nvSpPr>
        <p:spPr>
          <a:xfrm>
            <a:off x="3409712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7" name="A1_bar_GT_10563">
            <a:extLst>
              <a:ext uri="{FF2B5EF4-FFF2-40B4-BE49-F238E27FC236}">
                <a16:creationId xmlns:a16="http://schemas.microsoft.com/office/drawing/2014/main" id="{D518C0F4-42E8-4CB4-B22A-76C5E54CBA44}"/>
              </a:ext>
            </a:extLst>
          </p:cNvPr>
          <p:cNvSpPr>
            <a:spLocks noGrp="1"/>
          </p:cNvSpPr>
          <p:nvPr/>
        </p:nvSpPr>
        <p:spPr>
          <a:xfrm>
            <a:off x="358082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8" name="A1_bar_GT_10564">
            <a:extLst>
              <a:ext uri="{FF2B5EF4-FFF2-40B4-BE49-F238E27FC236}">
                <a16:creationId xmlns:a16="http://schemas.microsoft.com/office/drawing/2014/main" id="{64EB9404-27EB-4E8B-8FDD-F7DCF2E93132}"/>
              </a:ext>
            </a:extLst>
          </p:cNvPr>
          <p:cNvSpPr>
            <a:spLocks noGrp="1"/>
          </p:cNvSpPr>
          <p:nvPr/>
        </p:nvSpPr>
        <p:spPr>
          <a:xfrm>
            <a:off x="35422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9" name="A1_bar_GT_10565">
            <a:extLst>
              <a:ext uri="{FF2B5EF4-FFF2-40B4-BE49-F238E27FC236}">
                <a16:creationId xmlns:a16="http://schemas.microsoft.com/office/drawing/2014/main" id="{CE2B5B66-BD4C-4ED0-A868-729A9C573C40}"/>
              </a:ext>
            </a:extLst>
          </p:cNvPr>
          <p:cNvSpPr>
            <a:spLocks noGrp="1"/>
          </p:cNvSpPr>
          <p:nvPr/>
        </p:nvSpPr>
        <p:spPr>
          <a:xfrm>
            <a:off x="33532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0" name="A1_bar_GT_10566">
            <a:extLst>
              <a:ext uri="{FF2B5EF4-FFF2-40B4-BE49-F238E27FC236}">
                <a16:creationId xmlns:a16="http://schemas.microsoft.com/office/drawing/2014/main" id="{7E1F3477-E391-4B75-B03D-1C68BD45C591}"/>
              </a:ext>
            </a:extLst>
          </p:cNvPr>
          <p:cNvSpPr>
            <a:spLocks noGrp="1"/>
          </p:cNvSpPr>
          <p:nvPr/>
        </p:nvSpPr>
        <p:spPr>
          <a:xfrm>
            <a:off x="3511856" y="531600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1" name="A1_bar_GT_10567">
            <a:extLst>
              <a:ext uri="{FF2B5EF4-FFF2-40B4-BE49-F238E27FC236}">
                <a16:creationId xmlns:a16="http://schemas.microsoft.com/office/drawing/2014/main" id="{8CE1A1BC-8051-4F1B-A77D-8430BC7917FE}"/>
              </a:ext>
            </a:extLst>
          </p:cNvPr>
          <p:cNvSpPr>
            <a:spLocks noGrp="1"/>
          </p:cNvSpPr>
          <p:nvPr/>
        </p:nvSpPr>
        <p:spPr>
          <a:xfrm>
            <a:off x="3585909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2" name="A1_bar_GT_10568">
            <a:extLst>
              <a:ext uri="{FF2B5EF4-FFF2-40B4-BE49-F238E27FC236}">
                <a16:creationId xmlns:a16="http://schemas.microsoft.com/office/drawing/2014/main" id="{92C27ED3-584B-4487-8C1C-9EE5A1D5D44E}"/>
              </a:ext>
            </a:extLst>
          </p:cNvPr>
          <p:cNvSpPr>
            <a:spLocks noGrp="1"/>
          </p:cNvSpPr>
          <p:nvPr/>
        </p:nvSpPr>
        <p:spPr>
          <a:xfrm>
            <a:off x="334914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3" name="A1_bar_GT_10569">
            <a:extLst>
              <a:ext uri="{FF2B5EF4-FFF2-40B4-BE49-F238E27FC236}">
                <a16:creationId xmlns:a16="http://schemas.microsoft.com/office/drawing/2014/main" id="{8E60AE06-C3B7-4CCC-83FA-6330B3A5EF83}"/>
              </a:ext>
            </a:extLst>
          </p:cNvPr>
          <p:cNvSpPr>
            <a:spLocks noGrp="1"/>
          </p:cNvSpPr>
          <p:nvPr/>
        </p:nvSpPr>
        <p:spPr>
          <a:xfrm>
            <a:off x="349980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4" name="A1_bar_GT_10570">
            <a:extLst>
              <a:ext uri="{FF2B5EF4-FFF2-40B4-BE49-F238E27FC236}">
                <a16:creationId xmlns:a16="http://schemas.microsoft.com/office/drawing/2014/main" id="{74A5032C-CC3A-4CAB-ABC7-578845CC0803}"/>
              </a:ext>
            </a:extLst>
          </p:cNvPr>
          <p:cNvSpPr>
            <a:spLocks noGrp="1"/>
          </p:cNvSpPr>
          <p:nvPr/>
        </p:nvSpPr>
        <p:spPr>
          <a:xfrm>
            <a:off x="354843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5" name="A1_bar_GT_10571">
            <a:extLst>
              <a:ext uri="{FF2B5EF4-FFF2-40B4-BE49-F238E27FC236}">
                <a16:creationId xmlns:a16="http://schemas.microsoft.com/office/drawing/2014/main" id="{741B0995-228C-4F54-96A3-F9703B7006EC}"/>
              </a:ext>
            </a:extLst>
          </p:cNvPr>
          <p:cNvSpPr>
            <a:spLocks noGrp="1"/>
          </p:cNvSpPr>
          <p:nvPr/>
        </p:nvSpPr>
        <p:spPr>
          <a:xfrm>
            <a:off x="3458868" y="45897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6" name="A1_bar_GT_10572">
            <a:extLst>
              <a:ext uri="{FF2B5EF4-FFF2-40B4-BE49-F238E27FC236}">
                <a16:creationId xmlns:a16="http://schemas.microsoft.com/office/drawing/2014/main" id="{74B3A310-2070-451B-B370-14A77E0592F7}"/>
              </a:ext>
            </a:extLst>
          </p:cNvPr>
          <p:cNvSpPr>
            <a:spLocks noGrp="1"/>
          </p:cNvSpPr>
          <p:nvPr/>
        </p:nvSpPr>
        <p:spPr>
          <a:xfrm>
            <a:off x="3443718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7" name="A1_bar_GT_10573">
            <a:extLst>
              <a:ext uri="{FF2B5EF4-FFF2-40B4-BE49-F238E27FC236}">
                <a16:creationId xmlns:a16="http://schemas.microsoft.com/office/drawing/2014/main" id="{807A6A4B-3B69-4AE5-983B-D534CF177F10}"/>
              </a:ext>
            </a:extLst>
          </p:cNvPr>
          <p:cNvSpPr>
            <a:spLocks noGrp="1"/>
          </p:cNvSpPr>
          <p:nvPr/>
        </p:nvSpPr>
        <p:spPr>
          <a:xfrm>
            <a:off x="352684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8" name="A1_bar_GT_10574">
            <a:extLst>
              <a:ext uri="{FF2B5EF4-FFF2-40B4-BE49-F238E27FC236}">
                <a16:creationId xmlns:a16="http://schemas.microsoft.com/office/drawing/2014/main" id="{56316B5C-145D-451B-AE87-E971590A7475}"/>
              </a:ext>
            </a:extLst>
          </p:cNvPr>
          <p:cNvSpPr>
            <a:spLocks noGrp="1"/>
          </p:cNvSpPr>
          <p:nvPr/>
        </p:nvSpPr>
        <p:spPr>
          <a:xfrm>
            <a:off x="354613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9" name="A1_bar_GT_10575">
            <a:extLst>
              <a:ext uri="{FF2B5EF4-FFF2-40B4-BE49-F238E27FC236}">
                <a16:creationId xmlns:a16="http://schemas.microsoft.com/office/drawing/2014/main" id="{C8CEEE47-77E8-41E0-BD65-6F6F128C420C}"/>
              </a:ext>
            </a:extLst>
          </p:cNvPr>
          <p:cNvSpPr>
            <a:spLocks noGrp="1"/>
          </p:cNvSpPr>
          <p:nvPr/>
        </p:nvSpPr>
        <p:spPr>
          <a:xfrm>
            <a:off x="337358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0" name="A1_bar_GT_10576">
            <a:extLst>
              <a:ext uri="{FF2B5EF4-FFF2-40B4-BE49-F238E27FC236}">
                <a16:creationId xmlns:a16="http://schemas.microsoft.com/office/drawing/2014/main" id="{71A81531-8259-4698-95BA-23916331069E}"/>
              </a:ext>
            </a:extLst>
          </p:cNvPr>
          <p:cNvSpPr>
            <a:spLocks noGrp="1"/>
          </p:cNvSpPr>
          <p:nvPr/>
        </p:nvSpPr>
        <p:spPr>
          <a:xfrm>
            <a:off x="33651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1" name="A1_bar_GT_10577">
            <a:extLst>
              <a:ext uri="{FF2B5EF4-FFF2-40B4-BE49-F238E27FC236}">
                <a16:creationId xmlns:a16="http://schemas.microsoft.com/office/drawing/2014/main" id="{1C8AFC60-BE9E-4E36-A2E7-13D124FFC876}"/>
              </a:ext>
            </a:extLst>
          </p:cNvPr>
          <p:cNvSpPr>
            <a:spLocks noGrp="1"/>
          </p:cNvSpPr>
          <p:nvPr/>
        </p:nvSpPr>
        <p:spPr>
          <a:xfrm>
            <a:off x="33581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2" name="A1_bar_GT_10578">
            <a:extLst>
              <a:ext uri="{FF2B5EF4-FFF2-40B4-BE49-F238E27FC236}">
                <a16:creationId xmlns:a16="http://schemas.microsoft.com/office/drawing/2014/main" id="{24569456-A8F1-49BB-A0E1-5AF971619E7C}"/>
              </a:ext>
            </a:extLst>
          </p:cNvPr>
          <p:cNvSpPr>
            <a:spLocks noGrp="1"/>
          </p:cNvSpPr>
          <p:nvPr/>
        </p:nvSpPr>
        <p:spPr>
          <a:xfrm>
            <a:off x="3549369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3" name="A1_bar_GT_10579">
            <a:extLst>
              <a:ext uri="{FF2B5EF4-FFF2-40B4-BE49-F238E27FC236}">
                <a16:creationId xmlns:a16="http://schemas.microsoft.com/office/drawing/2014/main" id="{DC9FDBA1-B2EE-4C51-A109-54F2E089E109}"/>
              </a:ext>
            </a:extLst>
          </p:cNvPr>
          <p:cNvSpPr>
            <a:spLocks noGrp="1"/>
          </p:cNvSpPr>
          <p:nvPr/>
        </p:nvSpPr>
        <p:spPr>
          <a:xfrm>
            <a:off x="3568781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4" name="A1_bar_GT_10580">
            <a:extLst>
              <a:ext uri="{FF2B5EF4-FFF2-40B4-BE49-F238E27FC236}">
                <a16:creationId xmlns:a16="http://schemas.microsoft.com/office/drawing/2014/main" id="{D192A862-3A95-4C46-99C8-AAE97BE558C6}"/>
              </a:ext>
            </a:extLst>
          </p:cNvPr>
          <p:cNvSpPr>
            <a:spLocks noGrp="1"/>
          </p:cNvSpPr>
          <p:nvPr/>
        </p:nvSpPr>
        <p:spPr>
          <a:xfrm>
            <a:off x="3471926" y="37576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5" name="A1_bar_GT_10581">
            <a:extLst>
              <a:ext uri="{FF2B5EF4-FFF2-40B4-BE49-F238E27FC236}">
                <a16:creationId xmlns:a16="http://schemas.microsoft.com/office/drawing/2014/main" id="{D5660C8E-614B-40D0-9DFE-803F43BBC4BE}"/>
              </a:ext>
            </a:extLst>
          </p:cNvPr>
          <p:cNvSpPr>
            <a:spLocks noGrp="1"/>
          </p:cNvSpPr>
          <p:nvPr/>
        </p:nvSpPr>
        <p:spPr>
          <a:xfrm>
            <a:off x="3541191" y="3649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6" name="A1_bar_GT_10582">
            <a:extLst>
              <a:ext uri="{FF2B5EF4-FFF2-40B4-BE49-F238E27FC236}">
                <a16:creationId xmlns:a16="http://schemas.microsoft.com/office/drawing/2014/main" id="{5E0FE853-FB7A-4C2D-A96D-A3992EFC91DE}"/>
              </a:ext>
            </a:extLst>
          </p:cNvPr>
          <p:cNvSpPr>
            <a:spLocks noGrp="1"/>
          </p:cNvSpPr>
          <p:nvPr/>
        </p:nvSpPr>
        <p:spPr>
          <a:xfrm>
            <a:off x="35093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7" name="A1_bar_GT_10583">
            <a:extLst>
              <a:ext uri="{FF2B5EF4-FFF2-40B4-BE49-F238E27FC236}">
                <a16:creationId xmlns:a16="http://schemas.microsoft.com/office/drawing/2014/main" id="{74B0B0AC-B997-459E-8AB7-7A94E136DBCF}"/>
              </a:ext>
            </a:extLst>
          </p:cNvPr>
          <p:cNvSpPr>
            <a:spLocks noGrp="1"/>
          </p:cNvSpPr>
          <p:nvPr/>
        </p:nvSpPr>
        <p:spPr>
          <a:xfrm>
            <a:off x="338135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8" name="A1_bar_GT_10584">
            <a:extLst>
              <a:ext uri="{FF2B5EF4-FFF2-40B4-BE49-F238E27FC236}">
                <a16:creationId xmlns:a16="http://schemas.microsoft.com/office/drawing/2014/main" id="{55A623D0-83F6-4036-84EC-9D9DFECE61AB}"/>
              </a:ext>
            </a:extLst>
          </p:cNvPr>
          <p:cNvSpPr>
            <a:spLocks noGrp="1"/>
          </p:cNvSpPr>
          <p:nvPr/>
        </p:nvSpPr>
        <p:spPr>
          <a:xfrm>
            <a:off x="3579963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9" name="A1_bar_GT_10585">
            <a:extLst>
              <a:ext uri="{FF2B5EF4-FFF2-40B4-BE49-F238E27FC236}">
                <a16:creationId xmlns:a16="http://schemas.microsoft.com/office/drawing/2014/main" id="{A122ED64-9356-4B1D-A552-47120B524F55}"/>
              </a:ext>
            </a:extLst>
          </p:cNvPr>
          <p:cNvSpPr>
            <a:spLocks noGrp="1"/>
          </p:cNvSpPr>
          <p:nvPr/>
        </p:nvSpPr>
        <p:spPr>
          <a:xfrm>
            <a:off x="3515814" y="29694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0" name="A1_bar_GT_10586">
            <a:extLst>
              <a:ext uri="{FF2B5EF4-FFF2-40B4-BE49-F238E27FC236}">
                <a16:creationId xmlns:a16="http://schemas.microsoft.com/office/drawing/2014/main" id="{06292EBD-CE87-4C1A-9049-3A43EF18BB25}"/>
              </a:ext>
            </a:extLst>
          </p:cNvPr>
          <p:cNvSpPr>
            <a:spLocks noGrp="1"/>
          </p:cNvSpPr>
          <p:nvPr/>
        </p:nvSpPr>
        <p:spPr>
          <a:xfrm>
            <a:off x="3564035" y="32127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1" name="A1_bar_GT_10587">
            <a:extLst>
              <a:ext uri="{FF2B5EF4-FFF2-40B4-BE49-F238E27FC236}">
                <a16:creationId xmlns:a16="http://schemas.microsoft.com/office/drawing/2014/main" id="{7371DB23-ED18-44CF-B4FD-ACA92CE41A45}"/>
              </a:ext>
            </a:extLst>
          </p:cNvPr>
          <p:cNvSpPr>
            <a:spLocks noGrp="1"/>
          </p:cNvSpPr>
          <p:nvPr/>
        </p:nvSpPr>
        <p:spPr>
          <a:xfrm>
            <a:off x="358280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2" name="A1_bar_GT_10588">
            <a:extLst>
              <a:ext uri="{FF2B5EF4-FFF2-40B4-BE49-F238E27FC236}">
                <a16:creationId xmlns:a16="http://schemas.microsoft.com/office/drawing/2014/main" id="{A6C56B70-45E7-4F80-8A11-F36B6514169F}"/>
              </a:ext>
            </a:extLst>
          </p:cNvPr>
          <p:cNvSpPr>
            <a:spLocks noGrp="1"/>
          </p:cNvSpPr>
          <p:nvPr/>
        </p:nvSpPr>
        <p:spPr>
          <a:xfrm>
            <a:off x="3511986" y="46550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3" name="A1_bar_GT_10589">
            <a:extLst>
              <a:ext uri="{FF2B5EF4-FFF2-40B4-BE49-F238E27FC236}">
                <a16:creationId xmlns:a16="http://schemas.microsoft.com/office/drawing/2014/main" id="{78F07A70-5200-44D8-B04B-FD0A48A5F001}"/>
              </a:ext>
            </a:extLst>
          </p:cNvPr>
          <p:cNvSpPr>
            <a:spLocks noGrp="1"/>
          </p:cNvSpPr>
          <p:nvPr/>
        </p:nvSpPr>
        <p:spPr>
          <a:xfrm>
            <a:off x="3528412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4" name="A1_bar_GT_10590">
            <a:extLst>
              <a:ext uri="{FF2B5EF4-FFF2-40B4-BE49-F238E27FC236}">
                <a16:creationId xmlns:a16="http://schemas.microsoft.com/office/drawing/2014/main" id="{7B8B6562-41B1-4B8E-86F2-F55D95EC15E5}"/>
              </a:ext>
            </a:extLst>
          </p:cNvPr>
          <p:cNvSpPr>
            <a:spLocks noGrp="1"/>
          </p:cNvSpPr>
          <p:nvPr/>
        </p:nvSpPr>
        <p:spPr>
          <a:xfrm>
            <a:off x="351397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5" name="A1_bar_GT_10591">
            <a:extLst>
              <a:ext uri="{FF2B5EF4-FFF2-40B4-BE49-F238E27FC236}">
                <a16:creationId xmlns:a16="http://schemas.microsoft.com/office/drawing/2014/main" id="{7097B185-6446-431F-ACD9-DE856516D0A8}"/>
              </a:ext>
            </a:extLst>
          </p:cNvPr>
          <p:cNvSpPr>
            <a:spLocks noGrp="1"/>
          </p:cNvSpPr>
          <p:nvPr/>
        </p:nvSpPr>
        <p:spPr>
          <a:xfrm>
            <a:off x="338276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6" name="A1_bar_GT_10592">
            <a:extLst>
              <a:ext uri="{FF2B5EF4-FFF2-40B4-BE49-F238E27FC236}">
                <a16:creationId xmlns:a16="http://schemas.microsoft.com/office/drawing/2014/main" id="{67B236F1-E33F-4100-A25A-8EDB36060ADC}"/>
              </a:ext>
            </a:extLst>
          </p:cNvPr>
          <p:cNvSpPr>
            <a:spLocks noGrp="1"/>
          </p:cNvSpPr>
          <p:nvPr/>
        </p:nvSpPr>
        <p:spPr>
          <a:xfrm>
            <a:off x="3440028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7" name="A1_bar_GT_10593">
            <a:extLst>
              <a:ext uri="{FF2B5EF4-FFF2-40B4-BE49-F238E27FC236}">
                <a16:creationId xmlns:a16="http://schemas.microsoft.com/office/drawing/2014/main" id="{0251CBD1-72E8-49E7-826E-8497B29C1954}"/>
              </a:ext>
            </a:extLst>
          </p:cNvPr>
          <p:cNvSpPr>
            <a:spLocks noGrp="1"/>
          </p:cNvSpPr>
          <p:nvPr/>
        </p:nvSpPr>
        <p:spPr>
          <a:xfrm>
            <a:off x="3370220" y="38282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8" name="A1_bar_GT_10594">
            <a:extLst>
              <a:ext uri="{FF2B5EF4-FFF2-40B4-BE49-F238E27FC236}">
                <a16:creationId xmlns:a16="http://schemas.microsoft.com/office/drawing/2014/main" id="{C6FAC8A3-B182-4D63-9DB2-C34AFE2DE5F7}"/>
              </a:ext>
            </a:extLst>
          </p:cNvPr>
          <p:cNvSpPr>
            <a:spLocks noGrp="1"/>
          </p:cNvSpPr>
          <p:nvPr/>
        </p:nvSpPr>
        <p:spPr>
          <a:xfrm>
            <a:off x="3398386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9" name="A1_bar_GT_10595">
            <a:extLst>
              <a:ext uri="{FF2B5EF4-FFF2-40B4-BE49-F238E27FC236}">
                <a16:creationId xmlns:a16="http://schemas.microsoft.com/office/drawing/2014/main" id="{E9C4C46B-86A2-4610-A240-92F455673A83}"/>
              </a:ext>
            </a:extLst>
          </p:cNvPr>
          <p:cNvSpPr>
            <a:spLocks noGrp="1"/>
          </p:cNvSpPr>
          <p:nvPr/>
        </p:nvSpPr>
        <p:spPr>
          <a:xfrm>
            <a:off x="3586277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0" name="A1_bar_GT_10596">
            <a:extLst>
              <a:ext uri="{FF2B5EF4-FFF2-40B4-BE49-F238E27FC236}">
                <a16:creationId xmlns:a16="http://schemas.microsoft.com/office/drawing/2014/main" id="{436A50B0-56ED-4E13-B67A-B8F3EE5E66B2}"/>
              </a:ext>
            </a:extLst>
          </p:cNvPr>
          <p:cNvSpPr>
            <a:spLocks noGrp="1"/>
          </p:cNvSpPr>
          <p:nvPr/>
        </p:nvSpPr>
        <p:spPr>
          <a:xfrm>
            <a:off x="347042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1" name="A1_bar_GT_10597">
            <a:extLst>
              <a:ext uri="{FF2B5EF4-FFF2-40B4-BE49-F238E27FC236}">
                <a16:creationId xmlns:a16="http://schemas.microsoft.com/office/drawing/2014/main" id="{A367B8C3-7863-47FA-ACDE-1857A3671E2B}"/>
              </a:ext>
            </a:extLst>
          </p:cNvPr>
          <p:cNvSpPr>
            <a:spLocks noGrp="1"/>
          </p:cNvSpPr>
          <p:nvPr/>
        </p:nvSpPr>
        <p:spPr>
          <a:xfrm>
            <a:off x="3425642" y="41696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2" name="A1_bar_GT_10598">
            <a:extLst>
              <a:ext uri="{FF2B5EF4-FFF2-40B4-BE49-F238E27FC236}">
                <a16:creationId xmlns:a16="http://schemas.microsoft.com/office/drawing/2014/main" id="{28D71B1E-6C27-44CB-A3B7-B1C07130C716}"/>
              </a:ext>
            </a:extLst>
          </p:cNvPr>
          <p:cNvSpPr>
            <a:spLocks noGrp="1"/>
          </p:cNvSpPr>
          <p:nvPr/>
        </p:nvSpPr>
        <p:spPr>
          <a:xfrm>
            <a:off x="33745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3" name="A1_bar_GT_10599">
            <a:extLst>
              <a:ext uri="{FF2B5EF4-FFF2-40B4-BE49-F238E27FC236}">
                <a16:creationId xmlns:a16="http://schemas.microsoft.com/office/drawing/2014/main" id="{1A0AD88E-B0D1-4777-8757-6F30E3C85F3F}"/>
              </a:ext>
            </a:extLst>
          </p:cNvPr>
          <p:cNvSpPr>
            <a:spLocks noGrp="1"/>
          </p:cNvSpPr>
          <p:nvPr/>
        </p:nvSpPr>
        <p:spPr>
          <a:xfrm>
            <a:off x="353954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4" name="A1_bar_GT_10600">
            <a:extLst>
              <a:ext uri="{FF2B5EF4-FFF2-40B4-BE49-F238E27FC236}">
                <a16:creationId xmlns:a16="http://schemas.microsoft.com/office/drawing/2014/main" id="{B0136889-8657-4238-9102-5DC858364EBA}"/>
              </a:ext>
            </a:extLst>
          </p:cNvPr>
          <p:cNvSpPr>
            <a:spLocks noGrp="1"/>
          </p:cNvSpPr>
          <p:nvPr/>
        </p:nvSpPr>
        <p:spPr>
          <a:xfrm>
            <a:off x="346485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5" name="A1_bar_GT_10601">
            <a:extLst>
              <a:ext uri="{FF2B5EF4-FFF2-40B4-BE49-F238E27FC236}">
                <a16:creationId xmlns:a16="http://schemas.microsoft.com/office/drawing/2014/main" id="{8566CF4D-431C-4172-806B-ED2EE4246B43}"/>
              </a:ext>
            </a:extLst>
          </p:cNvPr>
          <p:cNvSpPr>
            <a:spLocks noGrp="1"/>
          </p:cNvSpPr>
          <p:nvPr/>
        </p:nvSpPr>
        <p:spPr>
          <a:xfrm>
            <a:off x="351722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6" name="A1_bar_GT_10602">
            <a:extLst>
              <a:ext uri="{FF2B5EF4-FFF2-40B4-BE49-F238E27FC236}">
                <a16:creationId xmlns:a16="http://schemas.microsoft.com/office/drawing/2014/main" id="{C63A60CD-84D4-4C48-90FB-A81E66CE58D7}"/>
              </a:ext>
            </a:extLst>
          </p:cNvPr>
          <p:cNvSpPr>
            <a:spLocks noGrp="1"/>
          </p:cNvSpPr>
          <p:nvPr/>
        </p:nvSpPr>
        <p:spPr>
          <a:xfrm>
            <a:off x="3540862" y="4208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7" name="A1_bar_GT_10603">
            <a:extLst>
              <a:ext uri="{FF2B5EF4-FFF2-40B4-BE49-F238E27FC236}">
                <a16:creationId xmlns:a16="http://schemas.microsoft.com/office/drawing/2014/main" id="{DAAD5806-DCA1-418B-A999-134C0C5D5776}"/>
              </a:ext>
            </a:extLst>
          </p:cNvPr>
          <p:cNvSpPr>
            <a:spLocks noGrp="1"/>
          </p:cNvSpPr>
          <p:nvPr/>
        </p:nvSpPr>
        <p:spPr>
          <a:xfrm>
            <a:off x="350371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8" name="A1_bar_GT_10604">
            <a:extLst>
              <a:ext uri="{FF2B5EF4-FFF2-40B4-BE49-F238E27FC236}">
                <a16:creationId xmlns:a16="http://schemas.microsoft.com/office/drawing/2014/main" id="{C57310C7-628B-433A-9D0F-FF4E2ACEC3DA}"/>
              </a:ext>
            </a:extLst>
          </p:cNvPr>
          <p:cNvSpPr>
            <a:spLocks noGrp="1"/>
          </p:cNvSpPr>
          <p:nvPr/>
        </p:nvSpPr>
        <p:spPr>
          <a:xfrm>
            <a:off x="3376782" y="509072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9" name="A1_bar_GT_10605">
            <a:extLst>
              <a:ext uri="{FF2B5EF4-FFF2-40B4-BE49-F238E27FC236}">
                <a16:creationId xmlns:a16="http://schemas.microsoft.com/office/drawing/2014/main" id="{E563CBD1-2248-486E-8107-E3A4ABE9ECDF}"/>
              </a:ext>
            </a:extLst>
          </p:cNvPr>
          <p:cNvSpPr>
            <a:spLocks noGrp="1"/>
          </p:cNvSpPr>
          <p:nvPr/>
        </p:nvSpPr>
        <p:spPr>
          <a:xfrm>
            <a:off x="347763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0" name="A1_bar_GT_10606">
            <a:extLst>
              <a:ext uri="{FF2B5EF4-FFF2-40B4-BE49-F238E27FC236}">
                <a16:creationId xmlns:a16="http://schemas.microsoft.com/office/drawing/2014/main" id="{3939F347-D178-4F6B-AD7C-BF3E6819A85F}"/>
              </a:ext>
            </a:extLst>
          </p:cNvPr>
          <p:cNvSpPr>
            <a:spLocks noGrp="1"/>
          </p:cNvSpPr>
          <p:nvPr/>
        </p:nvSpPr>
        <p:spPr>
          <a:xfrm>
            <a:off x="340227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1" name="A1_bar_GT_10607">
            <a:extLst>
              <a:ext uri="{FF2B5EF4-FFF2-40B4-BE49-F238E27FC236}">
                <a16:creationId xmlns:a16="http://schemas.microsoft.com/office/drawing/2014/main" id="{3B2523A3-84C4-4EBD-9935-A5225EAB6088}"/>
              </a:ext>
            </a:extLst>
          </p:cNvPr>
          <p:cNvSpPr>
            <a:spLocks noGrp="1"/>
          </p:cNvSpPr>
          <p:nvPr/>
        </p:nvSpPr>
        <p:spPr>
          <a:xfrm>
            <a:off x="3483032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2" name="A1_bar_GT_10608">
            <a:extLst>
              <a:ext uri="{FF2B5EF4-FFF2-40B4-BE49-F238E27FC236}">
                <a16:creationId xmlns:a16="http://schemas.microsoft.com/office/drawing/2014/main" id="{B50B33B9-DC81-4C21-85D7-398B5E763475}"/>
              </a:ext>
            </a:extLst>
          </p:cNvPr>
          <p:cNvSpPr>
            <a:spLocks noGrp="1"/>
          </p:cNvSpPr>
          <p:nvPr/>
        </p:nvSpPr>
        <p:spPr>
          <a:xfrm>
            <a:off x="34269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3" name="A1_bar_GT_10609">
            <a:extLst>
              <a:ext uri="{FF2B5EF4-FFF2-40B4-BE49-F238E27FC236}">
                <a16:creationId xmlns:a16="http://schemas.microsoft.com/office/drawing/2014/main" id="{CE448039-9BF0-47B2-8155-FC3617427BE7}"/>
              </a:ext>
            </a:extLst>
          </p:cNvPr>
          <p:cNvSpPr>
            <a:spLocks noGrp="1"/>
          </p:cNvSpPr>
          <p:nvPr/>
        </p:nvSpPr>
        <p:spPr>
          <a:xfrm>
            <a:off x="359509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4" name="A1_bar_GT_10610">
            <a:extLst>
              <a:ext uri="{FF2B5EF4-FFF2-40B4-BE49-F238E27FC236}">
                <a16:creationId xmlns:a16="http://schemas.microsoft.com/office/drawing/2014/main" id="{B7827375-D1BE-4858-9FC5-7CA2C9F587E0}"/>
              </a:ext>
            </a:extLst>
          </p:cNvPr>
          <p:cNvSpPr>
            <a:spLocks noGrp="1"/>
          </p:cNvSpPr>
          <p:nvPr/>
        </p:nvSpPr>
        <p:spPr>
          <a:xfrm>
            <a:off x="355463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5" name="A1_bar_GT_10611">
            <a:extLst>
              <a:ext uri="{FF2B5EF4-FFF2-40B4-BE49-F238E27FC236}">
                <a16:creationId xmlns:a16="http://schemas.microsoft.com/office/drawing/2014/main" id="{6C173279-0B83-4F52-AC3F-B3AAB37A7ADC}"/>
              </a:ext>
            </a:extLst>
          </p:cNvPr>
          <p:cNvSpPr>
            <a:spLocks noGrp="1"/>
          </p:cNvSpPr>
          <p:nvPr/>
        </p:nvSpPr>
        <p:spPr>
          <a:xfrm>
            <a:off x="3475385" y="55770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6" name="A1_bar_GT_10612">
            <a:extLst>
              <a:ext uri="{FF2B5EF4-FFF2-40B4-BE49-F238E27FC236}">
                <a16:creationId xmlns:a16="http://schemas.microsoft.com/office/drawing/2014/main" id="{883CCC00-8941-4392-9F52-AD70FAE6EF77}"/>
              </a:ext>
            </a:extLst>
          </p:cNvPr>
          <p:cNvSpPr>
            <a:spLocks noGrp="1"/>
          </p:cNvSpPr>
          <p:nvPr/>
        </p:nvSpPr>
        <p:spPr>
          <a:xfrm>
            <a:off x="3455032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7" name="A1_bar_GT_10613">
            <a:extLst>
              <a:ext uri="{FF2B5EF4-FFF2-40B4-BE49-F238E27FC236}">
                <a16:creationId xmlns:a16="http://schemas.microsoft.com/office/drawing/2014/main" id="{114BEEE4-CEB3-49AA-B6AF-7F3F2C81355F}"/>
              </a:ext>
            </a:extLst>
          </p:cNvPr>
          <p:cNvSpPr>
            <a:spLocks noGrp="1"/>
          </p:cNvSpPr>
          <p:nvPr/>
        </p:nvSpPr>
        <p:spPr>
          <a:xfrm>
            <a:off x="351164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8" name="A1_bar_GT_10614">
            <a:extLst>
              <a:ext uri="{FF2B5EF4-FFF2-40B4-BE49-F238E27FC236}">
                <a16:creationId xmlns:a16="http://schemas.microsoft.com/office/drawing/2014/main" id="{00DC3136-A14A-497E-B1B9-2DB4D133CF43}"/>
              </a:ext>
            </a:extLst>
          </p:cNvPr>
          <p:cNvSpPr>
            <a:spLocks noGrp="1"/>
          </p:cNvSpPr>
          <p:nvPr/>
        </p:nvSpPr>
        <p:spPr>
          <a:xfrm>
            <a:off x="336579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9" name="A1_bar_GT_10615">
            <a:extLst>
              <a:ext uri="{FF2B5EF4-FFF2-40B4-BE49-F238E27FC236}">
                <a16:creationId xmlns:a16="http://schemas.microsoft.com/office/drawing/2014/main" id="{12498281-EE3F-4FC7-AE90-DBC080C9B4A7}"/>
              </a:ext>
            </a:extLst>
          </p:cNvPr>
          <p:cNvSpPr>
            <a:spLocks noGrp="1"/>
          </p:cNvSpPr>
          <p:nvPr/>
        </p:nvSpPr>
        <p:spPr>
          <a:xfrm>
            <a:off x="3437888" y="46138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0" name="A1_bar_GT_10616">
            <a:extLst>
              <a:ext uri="{FF2B5EF4-FFF2-40B4-BE49-F238E27FC236}">
                <a16:creationId xmlns:a16="http://schemas.microsoft.com/office/drawing/2014/main" id="{CE4375BD-8565-4DE6-A903-4F9E5DB1C19C}"/>
              </a:ext>
            </a:extLst>
          </p:cNvPr>
          <p:cNvSpPr>
            <a:spLocks noGrp="1"/>
          </p:cNvSpPr>
          <p:nvPr/>
        </p:nvSpPr>
        <p:spPr>
          <a:xfrm>
            <a:off x="344618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1" name="A1_bar_GT_10617">
            <a:extLst>
              <a:ext uri="{FF2B5EF4-FFF2-40B4-BE49-F238E27FC236}">
                <a16:creationId xmlns:a16="http://schemas.microsoft.com/office/drawing/2014/main" id="{E79CFDD1-30AF-477A-872B-E268CB049E33}"/>
              </a:ext>
            </a:extLst>
          </p:cNvPr>
          <p:cNvSpPr>
            <a:spLocks noGrp="1"/>
          </p:cNvSpPr>
          <p:nvPr/>
        </p:nvSpPr>
        <p:spPr>
          <a:xfrm>
            <a:off x="3544099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2" name="A1_bar_GT_10618">
            <a:extLst>
              <a:ext uri="{FF2B5EF4-FFF2-40B4-BE49-F238E27FC236}">
                <a16:creationId xmlns:a16="http://schemas.microsoft.com/office/drawing/2014/main" id="{26C2759D-4D76-4C73-A17D-8841842E863D}"/>
              </a:ext>
            </a:extLst>
          </p:cNvPr>
          <p:cNvSpPr>
            <a:spLocks noGrp="1"/>
          </p:cNvSpPr>
          <p:nvPr/>
        </p:nvSpPr>
        <p:spPr>
          <a:xfrm>
            <a:off x="3514102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3" name="A1_bar_GT_10619">
            <a:extLst>
              <a:ext uri="{FF2B5EF4-FFF2-40B4-BE49-F238E27FC236}">
                <a16:creationId xmlns:a16="http://schemas.microsoft.com/office/drawing/2014/main" id="{3A82A614-76C7-4DDA-BB1D-106082C21291}"/>
              </a:ext>
            </a:extLst>
          </p:cNvPr>
          <p:cNvSpPr>
            <a:spLocks noGrp="1"/>
          </p:cNvSpPr>
          <p:nvPr/>
        </p:nvSpPr>
        <p:spPr>
          <a:xfrm>
            <a:off x="341775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4" name="A1_bar_GT_10620">
            <a:extLst>
              <a:ext uri="{FF2B5EF4-FFF2-40B4-BE49-F238E27FC236}">
                <a16:creationId xmlns:a16="http://schemas.microsoft.com/office/drawing/2014/main" id="{61662D22-1290-43AA-B582-7D9B6F6F52C0}"/>
              </a:ext>
            </a:extLst>
          </p:cNvPr>
          <p:cNvSpPr>
            <a:spLocks noGrp="1"/>
          </p:cNvSpPr>
          <p:nvPr/>
        </p:nvSpPr>
        <p:spPr>
          <a:xfrm>
            <a:off x="3558750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5" name="A1_bar_GT_10621">
            <a:extLst>
              <a:ext uri="{FF2B5EF4-FFF2-40B4-BE49-F238E27FC236}">
                <a16:creationId xmlns:a16="http://schemas.microsoft.com/office/drawing/2014/main" id="{79F6B4E7-200E-4FFE-A6B1-F308F5BC005C}"/>
              </a:ext>
            </a:extLst>
          </p:cNvPr>
          <p:cNvSpPr>
            <a:spLocks noGrp="1"/>
          </p:cNvSpPr>
          <p:nvPr/>
        </p:nvSpPr>
        <p:spPr>
          <a:xfrm>
            <a:off x="3503211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6" name="A1_bar_GT_10622">
            <a:extLst>
              <a:ext uri="{FF2B5EF4-FFF2-40B4-BE49-F238E27FC236}">
                <a16:creationId xmlns:a16="http://schemas.microsoft.com/office/drawing/2014/main" id="{2D687DAF-F157-4E85-94C1-B50C549B4628}"/>
              </a:ext>
            </a:extLst>
          </p:cNvPr>
          <p:cNvSpPr>
            <a:spLocks noGrp="1"/>
          </p:cNvSpPr>
          <p:nvPr/>
        </p:nvSpPr>
        <p:spPr>
          <a:xfrm>
            <a:off x="345375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7" name="A1_bar_GT_10623">
            <a:extLst>
              <a:ext uri="{FF2B5EF4-FFF2-40B4-BE49-F238E27FC236}">
                <a16:creationId xmlns:a16="http://schemas.microsoft.com/office/drawing/2014/main" id="{DE9FB29B-CDC6-43A2-8AA6-D745A368E25C}"/>
              </a:ext>
            </a:extLst>
          </p:cNvPr>
          <p:cNvSpPr>
            <a:spLocks noGrp="1"/>
          </p:cNvSpPr>
          <p:nvPr/>
        </p:nvSpPr>
        <p:spPr>
          <a:xfrm>
            <a:off x="3534845" y="48766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8" name="A1_bar_GT_10624">
            <a:extLst>
              <a:ext uri="{FF2B5EF4-FFF2-40B4-BE49-F238E27FC236}">
                <a16:creationId xmlns:a16="http://schemas.microsoft.com/office/drawing/2014/main" id="{AF91B3C1-DC73-475D-ADD2-2482D5576DFB}"/>
              </a:ext>
            </a:extLst>
          </p:cNvPr>
          <p:cNvSpPr>
            <a:spLocks noGrp="1"/>
          </p:cNvSpPr>
          <p:nvPr/>
        </p:nvSpPr>
        <p:spPr>
          <a:xfrm>
            <a:off x="344073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9" name="A1_bar_GT_10625">
            <a:extLst>
              <a:ext uri="{FF2B5EF4-FFF2-40B4-BE49-F238E27FC236}">
                <a16:creationId xmlns:a16="http://schemas.microsoft.com/office/drawing/2014/main" id="{B8AE07F2-74F3-4D67-BBB5-3A577D0A465A}"/>
              </a:ext>
            </a:extLst>
          </p:cNvPr>
          <p:cNvSpPr>
            <a:spLocks noGrp="1"/>
          </p:cNvSpPr>
          <p:nvPr/>
        </p:nvSpPr>
        <p:spPr>
          <a:xfrm>
            <a:off x="3496020" y="57831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0" name="A1_bar_GT_10626">
            <a:extLst>
              <a:ext uri="{FF2B5EF4-FFF2-40B4-BE49-F238E27FC236}">
                <a16:creationId xmlns:a16="http://schemas.microsoft.com/office/drawing/2014/main" id="{B906E412-998C-44E6-A83E-8D4001D7F238}"/>
              </a:ext>
            </a:extLst>
          </p:cNvPr>
          <p:cNvSpPr>
            <a:spLocks noGrp="1"/>
          </p:cNvSpPr>
          <p:nvPr/>
        </p:nvSpPr>
        <p:spPr>
          <a:xfrm>
            <a:off x="3485028" y="483890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1" name="A1_bar_GT_10627">
            <a:extLst>
              <a:ext uri="{FF2B5EF4-FFF2-40B4-BE49-F238E27FC236}">
                <a16:creationId xmlns:a16="http://schemas.microsoft.com/office/drawing/2014/main" id="{FFB46EF5-DC2C-4310-9DA4-22EEA5B37154}"/>
              </a:ext>
            </a:extLst>
          </p:cNvPr>
          <p:cNvSpPr>
            <a:spLocks noGrp="1"/>
          </p:cNvSpPr>
          <p:nvPr/>
        </p:nvSpPr>
        <p:spPr>
          <a:xfrm>
            <a:off x="3366122" y="39420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2" name="A1_bar_GT_10628">
            <a:extLst>
              <a:ext uri="{FF2B5EF4-FFF2-40B4-BE49-F238E27FC236}">
                <a16:creationId xmlns:a16="http://schemas.microsoft.com/office/drawing/2014/main" id="{3431D243-5991-4A04-887D-1581EA444C71}"/>
              </a:ext>
            </a:extLst>
          </p:cNvPr>
          <p:cNvSpPr>
            <a:spLocks noGrp="1"/>
          </p:cNvSpPr>
          <p:nvPr/>
        </p:nvSpPr>
        <p:spPr>
          <a:xfrm>
            <a:off x="354990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3" name="A1_bar_GT_10629">
            <a:extLst>
              <a:ext uri="{FF2B5EF4-FFF2-40B4-BE49-F238E27FC236}">
                <a16:creationId xmlns:a16="http://schemas.microsoft.com/office/drawing/2014/main" id="{FF832A45-DD02-46D8-B72E-A9E537126F82}"/>
              </a:ext>
            </a:extLst>
          </p:cNvPr>
          <p:cNvSpPr>
            <a:spLocks noGrp="1"/>
          </p:cNvSpPr>
          <p:nvPr/>
        </p:nvSpPr>
        <p:spPr>
          <a:xfrm>
            <a:off x="3480847" y="30163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4" name="A1_bar_GT_10630">
            <a:extLst>
              <a:ext uri="{FF2B5EF4-FFF2-40B4-BE49-F238E27FC236}">
                <a16:creationId xmlns:a16="http://schemas.microsoft.com/office/drawing/2014/main" id="{938FE106-8C74-4010-B230-0BE7030BBB5D}"/>
              </a:ext>
            </a:extLst>
          </p:cNvPr>
          <p:cNvSpPr>
            <a:spLocks noGrp="1"/>
          </p:cNvSpPr>
          <p:nvPr/>
        </p:nvSpPr>
        <p:spPr>
          <a:xfrm>
            <a:off x="344411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5" name="A1_bar_GT_10631">
            <a:extLst>
              <a:ext uri="{FF2B5EF4-FFF2-40B4-BE49-F238E27FC236}">
                <a16:creationId xmlns:a16="http://schemas.microsoft.com/office/drawing/2014/main" id="{23A879E5-4CB1-4E69-8E20-40DD4A9BA0EC}"/>
              </a:ext>
            </a:extLst>
          </p:cNvPr>
          <p:cNvSpPr>
            <a:spLocks noGrp="1"/>
          </p:cNvSpPr>
          <p:nvPr/>
        </p:nvSpPr>
        <p:spPr>
          <a:xfrm>
            <a:off x="3466009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6" name="A1_bar_GT_10632">
            <a:extLst>
              <a:ext uri="{FF2B5EF4-FFF2-40B4-BE49-F238E27FC236}">
                <a16:creationId xmlns:a16="http://schemas.microsoft.com/office/drawing/2014/main" id="{5B320815-929E-4951-BEBA-53FC966BB527}"/>
              </a:ext>
            </a:extLst>
          </p:cNvPr>
          <p:cNvSpPr>
            <a:spLocks noGrp="1"/>
          </p:cNvSpPr>
          <p:nvPr/>
        </p:nvSpPr>
        <p:spPr>
          <a:xfrm>
            <a:off x="344879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7" name="A1_bar_GT_10633">
            <a:extLst>
              <a:ext uri="{FF2B5EF4-FFF2-40B4-BE49-F238E27FC236}">
                <a16:creationId xmlns:a16="http://schemas.microsoft.com/office/drawing/2014/main" id="{E65FA47D-CCD6-43B5-B876-C574A14073FB}"/>
              </a:ext>
            </a:extLst>
          </p:cNvPr>
          <p:cNvSpPr>
            <a:spLocks noGrp="1"/>
          </p:cNvSpPr>
          <p:nvPr/>
        </p:nvSpPr>
        <p:spPr>
          <a:xfrm>
            <a:off x="3442594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8" name="A1_bar_GT_10634">
            <a:extLst>
              <a:ext uri="{FF2B5EF4-FFF2-40B4-BE49-F238E27FC236}">
                <a16:creationId xmlns:a16="http://schemas.microsoft.com/office/drawing/2014/main" id="{BB784BC7-8F26-42C8-8B71-9499910695C0}"/>
              </a:ext>
            </a:extLst>
          </p:cNvPr>
          <p:cNvSpPr>
            <a:spLocks noGrp="1"/>
          </p:cNvSpPr>
          <p:nvPr/>
        </p:nvSpPr>
        <p:spPr>
          <a:xfrm>
            <a:off x="3542500" y="43140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9" name="A1_bar_GT_10635">
            <a:extLst>
              <a:ext uri="{FF2B5EF4-FFF2-40B4-BE49-F238E27FC236}">
                <a16:creationId xmlns:a16="http://schemas.microsoft.com/office/drawing/2014/main" id="{55D83882-355D-4D50-94EC-63039E3A8F99}"/>
              </a:ext>
            </a:extLst>
          </p:cNvPr>
          <p:cNvSpPr>
            <a:spLocks noGrp="1"/>
          </p:cNvSpPr>
          <p:nvPr/>
        </p:nvSpPr>
        <p:spPr>
          <a:xfrm>
            <a:off x="3458165" y="574814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0" name="A1_bar_GT_10636">
            <a:extLst>
              <a:ext uri="{FF2B5EF4-FFF2-40B4-BE49-F238E27FC236}">
                <a16:creationId xmlns:a16="http://schemas.microsoft.com/office/drawing/2014/main" id="{35A7E0B8-D194-4E98-9890-FA7FF39801E4}"/>
              </a:ext>
            </a:extLst>
          </p:cNvPr>
          <p:cNvSpPr>
            <a:spLocks noGrp="1"/>
          </p:cNvSpPr>
          <p:nvPr/>
        </p:nvSpPr>
        <p:spPr>
          <a:xfrm>
            <a:off x="3441171" y="45766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1" name="A1_bar_GT_10637">
            <a:extLst>
              <a:ext uri="{FF2B5EF4-FFF2-40B4-BE49-F238E27FC236}">
                <a16:creationId xmlns:a16="http://schemas.microsoft.com/office/drawing/2014/main" id="{C34FF8A7-38D1-4F97-87E0-D6F5C11BA401}"/>
              </a:ext>
            </a:extLst>
          </p:cNvPr>
          <p:cNvSpPr>
            <a:spLocks noGrp="1"/>
          </p:cNvSpPr>
          <p:nvPr/>
        </p:nvSpPr>
        <p:spPr>
          <a:xfrm>
            <a:off x="353921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2" name="A1_bar_GT_10638">
            <a:extLst>
              <a:ext uri="{FF2B5EF4-FFF2-40B4-BE49-F238E27FC236}">
                <a16:creationId xmlns:a16="http://schemas.microsoft.com/office/drawing/2014/main" id="{BE14F37D-F348-4038-92A3-987D07D4EBAD}"/>
              </a:ext>
            </a:extLst>
          </p:cNvPr>
          <p:cNvSpPr>
            <a:spLocks noGrp="1"/>
          </p:cNvSpPr>
          <p:nvPr/>
        </p:nvSpPr>
        <p:spPr>
          <a:xfrm>
            <a:off x="3420090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3" name="A1_bar_GT_10639">
            <a:extLst>
              <a:ext uri="{FF2B5EF4-FFF2-40B4-BE49-F238E27FC236}">
                <a16:creationId xmlns:a16="http://schemas.microsoft.com/office/drawing/2014/main" id="{70662EE3-9766-411D-B5C2-5FB7ACF6936A}"/>
              </a:ext>
            </a:extLst>
          </p:cNvPr>
          <p:cNvSpPr>
            <a:spLocks noGrp="1"/>
          </p:cNvSpPr>
          <p:nvPr/>
        </p:nvSpPr>
        <p:spPr>
          <a:xfrm>
            <a:off x="340531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4" name="A1_bar_GT_10640">
            <a:extLst>
              <a:ext uri="{FF2B5EF4-FFF2-40B4-BE49-F238E27FC236}">
                <a16:creationId xmlns:a16="http://schemas.microsoft.com/office/drawing/2014/main" id="{2A29ECE9-3CAD-4BCB-B94A-F4706EE57639}"/>
              </a:ext>
            </a:extLst>
          </p:cNvPr>
          <p:cNvSpPr>
            <a:spLocks noGrp="1"/>
          </p:cNvSpPr>
          <p:nvPr/>
        </p:nvSpPr>
        <p:spPr>
          <a:xfrm>
            <a:off x="3344032" y="420942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5" name="A1_bar_GT_10641">
            <a:extLst>
              <a:ext uri="{FF2B5EF4-FFF2-40B4-BE49-F238E27FC236}">
                <a16:creationId xmlns:a16="http://schemas.microsoft.com/office/drawing/2014/main" id="{586936E7-0E89-4B23-BA6B-A99C7C6449A2}"/>
              </a:ext>
            </a:extLst>
          </p:cNvPr>
          <p:cNvSpPr>
            <a:spLocks noGrp="1"/>
          </p:cNvSpPr>
          <p:nvPr/>
        </p:nvSpPr>
        <p:spPr>
          <a:xfrm>
            <a:off x="3579048" y="51798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6" name="A1_bar_GT_10642">
            <a:extLst>
              <a:ext uri="{FF2B5EF4-FFF2-40B4-BE49-F238E27FC236}">
                <a16:creationId xmlns:a16="http://schemas.microsoft.com/office/drawing/2014/main" id="{3391A67F-3F84-4575-91E2-7B75D84E50E3}"/>
              </a:ext>
            </a:extLst>
          </p:cNvPr>
          <p:cNvSpPr>
            <a:spLocks noGrp="1"/>
          </p:cNvSpPr>
          <p:nvPr/>
        </p:nvSpPr>
        <p:spPr>
          <a:xfrm>
            <a:off x="3379991" y="3548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7" name="A1_bar_GT_10643">
            <a:extLst>
              <a:ext uri="{FF2B5EF4-FFF2-40B4-BE49-F238E27FC236}">
                <a16:creationId xmlns:a16="http://schemas.microsoft.com/office/drawing/2014/main" id="{A70396B8-5E36-4C2D-8A1E-B3519CF13A7B}"/>
              </a:ext>
            </a:extLst>
          </p:cNvPr>
          <p:cNvSpPr>
            <a:spLocks noGrp="1"/>
          </p:cNvSpPr>
          <p:nvPr/>
        </p:nvSpPr>
        <p:spPr>
          <a:xfrm>
            <a:off x="344576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8" name="A1_bar_GT_10644">
            <a:extLst>
              <a:ext uri="{FF2B5EF4-FFF2-40B4-BE49-F238E27FC236}">
                <a16:creationId xmlns:a16="http://schemas.microsoft.com/office/drawing/2014/main" id="{383EE6DC-F978-482D-8574-52940034A135}"/>
              </a:ext>
            </a:extLst>
          </p:cNvPr>
          <p:cNvSpPr>
            <a:spLocks noGrp="1"/>
          </p:cNvSpPr>
          <p:nvPr/>
        </p:nvSpPr>
        <p:spPr>
          <a:xfrm>
            <a:off x="34982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9" name="A1_bar_GT_10645">
            <a:extLst>
              <a:ext uri="{FF2B5EF4-FFF2-40B4-BE49-F238E27FC236}">
                <a16:creationId xmlns:a16="http://schemas.microsoft.com/office/drawing/2014/main" id="{2AB54F12-7802-4966-9F35-69C7EA48B028}"/>
              </a:ext>
            </a:extLst>
          </p:cNvPr>
          <p:cNvSpPr>
            <a:spLocks noGrp="1"/>
          </p:cNvSpPr>
          <p:nvPr/>
        </p:nvSpPr>
        <p:spPr>
          <a:xfrm>
            <a:off x="3471498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0" name="A1_bar_GT_10646">
            <a:extLst>
              <a:ext uri="{FF2B5EF4-FFF2-40B4-BE49-F238E27FC236}">
                <a16:creationId xmlns:a16="http://schemas.microsoft.com/office/drawing/2014/main" id="{7F2243DD-1138-487D-B70D-2003C22DCFA9}"/>
              </a:ext>
            </a:extLst>
          </p:cNvPr>
          <p:cNvSpPr>
            <a:spLocks noGrp="1"/>
          </p:cNvSpPr>
          <p:nvPr/>
        </p:nvSpPr>
        <p:spPr>
          <a:xfrm>
            <a:off x="3399221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1" name="A1_bar_GT_10647">
            <a:extLst>
              <a:ext uri="{FF2B5EF4-FFF2-40B4-BE49-F238E27FC236}">
                <a16:creationId xmlns:a16="http://schemas.microsoft.com/office/drawing/2014/main" id="{AAC94C0C-4CA5-47CC-B37D-44ED18380D15}"/>
              </a:ext>
            </a:extLst>
          </p:cNvPr>
          <p:cNvSpPr>
            <a:spLocks noGrp="1"/>
          </p:cNvSpPr>
          <p:nvPr/>
        </p:nvSpPr>
        <p:spPr>
          <a:xfrm>
            <a:off x="3473975" y="46384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2" name="A1_bar_GT_10648">
            <a:extLst>
              <a:ext uri="{FF2B5EF4-FFF2-40B4-BE49-F238E27FC236}">
                <a16:creationId xmlns:a16="http://schemas.microsoft.com/office/drawing/2014/main" id="{5D9F6F2D-3801-4CC7-94D9-A14F539A958D}"/>
              </a:ext>
            </a:extLst>
          </p:cNvPr>
          <p:cNvSpPr>
            <a:spLocks noGrp="1"/>
          </p:cNvSpPr>
          <p:nvPr/>
        </p:nvSpPr>
        <p:spPr>
          <a:xfrm>
            <a:off x="348944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3" name="A1_bar_GT_10649">
            <a:extLst>
              <a:ext uri="{FF2B5EF4-FFF2-40B4-BE49-F238E27FC236}">
                <a16:creationId xmlns:a16="http://schemas.microsoft.com/office/drawing/2014/main" id="{9AFFA1A6-87EA-406F-8263-567C469F0E61}"/>
              </a:ext>
            </a:extLst>
          </p:cNvPr>
          <p:cNvSpPr>
            <a:spLocks noGrp="1"/>
          </p:cNvSpPr>
          <p:nvPr/>
        </p:nvSpPr>
        <p:spPr>
          <a:xfrm>
            <a:off x="3362213" y="42836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4" name="A1_bar_GT_10650">
            <a:extLst>
              <a:ext uri="{FF2B5EF4-FFF2-40B4-BE49-F238E27FC236}">
                <a16:creationId xmlns:a16="http://schemas.microsoft.com/office/drawing/2014/main" id="{09532347-451B-41C1-B3EA-D5C952EE970D}"/>
              </a:ext>
            </a:extLst>
          </p:cNvPr>
          <p:cNvSpPr>
            <a:spLocks noGrp="1"/>
          </p:cNvSpPr>
          <p:nvPr/>
        </p:nvSpPr>
        <p:spPr>
          <a:xfrm>
            <a:off x="3449990" y="420942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5" name="A1_bar_GT_10651">
            <a:extLst>
              <a:ext uri="{FF2B5EF4-FFF2-40B4-BE49-F238E27FC236}">
                <a16:creationId xmlns:a16="http://schemas.microsoft.com/office/drawing/2014/main" id="{EA2E0E01-F66B-4A72-A8AC-6D4A1A3A933E}"/>
              </a:ext>
            </a:extLst>
          </p:cNvPr>
          <p:cNvSpPr>
            <a:spLocks noGrp="1"/>
          </p:cNvSpPr>
          <p:nvPr/>
        </p:nvSpPr>
        <p:spPr>
          <a:xfrm>
            <a:off x="344283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6" name="A1_bar_GT_10652">
            <a:extLst>
              <a:ext uri="{FF2B5EF4-FFF2-40B4-BE49-F238E27FC236}">
                <a16:creationId xmlns:a16="http://schemas.microsoft.com/office/drawing/2014/main" id="{F5006F54-EDB1-4651-9466-11A4A62D7107}"/>
              </a:ext>
            </a:extLst>
          </p:cNvPr>
          <p:cNvSpPr>
            <a:spLocks noGrp="1"/>
          </p:cNvSpPr>
          <p:nvPr/>
        </p:nvSpPr>
        <p:spPr>
          <a:xfrm>
            <a:off x="3511435" y="542710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7" name="A1_bar_GT_10653">
            <a:extLst>
              <a:ext uri="{FF2B5EF4-FFF2-40B4-BE49-F238E27FC236}">
                <a16:creationId xmlns:a16="http://schemas.microsoft.com/office/drawing/2014/main" id="{DADD664D-61CB-4A1F-A7C5-0DCB2057A71F}"/>
              </a:ext>
            </a:extLst>
          </p:cNvPr>
          <p:cNvSpPr>
            <a:spLocks noGrp="1"/>
          </p:cNvSpPr>
          <p:nvPr/>
        </p:nvSpPr>
        <p:spPr>
          <a:xfrm>
            <a:off x="3521865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8" name="A1_bar_GT_10654">
            <a:extLst>
              <a:ext uri="{FF2B5EF4-FFF2-40B4-BE49-F238E27FC236}">
                <a16:creationId xmlns:a16="http://schemas.microsoft.com/office/drawing/2014/main" id="{4E19E238-2FD0-43D9-8B22-316DEE5C4E58}"/>
              </a:ext>
            </a:extLst>
          </p:cNvPr>
          <p:cNvSpPr>
            <a:spLocks noGrp="1"/>
          </p:cNvSpPr>
          <p:nvPr/>
        </p:nvSpPr>
        <p:spPr>
          <a:xfrm>
            <a:off x="3514391" y="30254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9" name="A1_bar_GT_10655">
            <a:extLst>
              <a:ext uri="{FF2B5EF4-FFF2-40B4-BE49-F238E27FC236}">
                <a16:creationId xmlns:a16="http://schemas.microsoft.com/office/drawing/2014/main" id="{280F618D-F9A9-4AC2-8E30-7502DE13B515}"/>
              </a:ext>
            </a:extLst>
          </p:cNvPr>
          <p:cNvSpPr>
            <a:spLocks noGrp="1"/>
          </p:cNvSpPr>
          <p:nvPr/>
        </p:nvSpPr>
        <p:spPr>
          <a:xfrm>
            <a:off x="342545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0" name="A1_bar_GT_10656">
            <a:extLst>
              <a:ext uri="{FF2B5EF4-FFF2-40B4-BE49-F238E27FC236}">
                <a16:creationId xmlns:a16="http://schemas.microsoft.com/office/drawing/2014/main" id="{4A8315C6-8F13-4FA1-8637-AC4307D584AE}"/>
              </a:ext>
            </a:extLst>
          </p:cNvPr>
          <p:cNvSpPr>
            <a:spLocks noGrp="1"/>
          </p:cNvSpPr>
          <p:nvPr/>
        </p:nvSpPr>
        <p:spPr>
          <a:xfrm>
            <a:off x="3499303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1" name="A1_bar_GT_10657">
            <a:extLst>
              <a:ext uri="{FF2B5EF4-FFF2-40B4-BE49-F238E27FC236}">
                <a16:creationId xmlns:a16="http://schemas.microsoft.com/office/drawing/2014/main" id="{5D16273A-6736-468B-AD47-84DF98519BC9}"/>
              </a:ext>
            </a:extLst>
          </p:cNvPr>
          <p:cNvSpPr>
            <a:spLocks noGrp="1"/>
          </p:cNvSpPr>
          <p:nvPr/>
        </p:nvSpPr>
        <p:spPr>
          <a:xfrm>
            <a:off x="3494313" y="60433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2" name="A1_bar_GT_10658">
            <a:extLst>
              <a:ext uri="{FF2B5EF4-FFF2-40B4-BE49-F238E27FC236}">
                <a16:creationId xmlns:a16="http://schemas.microsoft.com/office/drawing/2014/main" id="{20E5EB9C-0726-4DB8-B75C-11AD100E1A50}"/>
              </a:ext>
            </a:extLst>
          </p:cNvPr>
          <p:cNvSpPr>
            <a:spLocks noGrp="1"/>
          </p:cNvSpPr>
          <p:nvPr/>
        </p:nvSpPr>
        <p:spPr>
          <a:xfrm>
            <a:off x="339783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3" name="A1_bar_GT_10659">
            <a:extLst>
              <a:ext uri="{FF2B5EF4-FFF2-40B4-BE49-F238E27FC236}">
                <a16:creationId xmlns:a16="http://schemas.microsoft.com/office/drawing/2014/main" id="{37E04F33-BBFC-46DD-8FB4-2713F4E050F6}"/>
              </a:ext>
            </a:extLst>
          </p:cNvPr>
          <p:cNvSpPr>
            <a:spLocks noGrp="1"/>
          </p:cNvSpPr>
          <p:nvPr/>
        </p:nvSpPr>
        <p:spPr>
          <a:xfrm>
            <a:off x="351808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4" name="A1_bar_GT_10660">
            <a:extLst>
              <a:ext uri="{FF2B5EF4-FFF2-40B4-BE49-F238E27FC236}">
                <a16:creationId xmlns:a16="http://schemas.microsoft.com/office/drawing/2014/main" id="{DEAF58B1-C85D-4DFA-9861-B6942CB96E8C}"/>
              </a:ext>
            </a:extLst>
          </p:cNvPr>
          <p:cNvSpPr>
            <a:spLocks noGrp="1"/>
          </p:cNvSpPr>
          <p:nvPr/>
        </p:nvSpPr>
        <p:spPr>
          <a:xfrm>
            <a:off x="512869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5" name="A1_bar_GT_10661">
            <a:extLst>
              <a:ext uri="{FF2B5EF4-FFF2-40B4-BE49-F238E27FC236}">
                <a16:creationId xmlns:a16="http://schemas.microsoft.com/office/drawing/2014/main" id="{C70B58E5-DA93-4E4A-B6ED-FDC4D670D4B8}"/>
              </a:ext>
            </a:extLst>
          </p:cNvPr>
          <p:cNvSpPr>
            <a:spLocks noGrp="1"/>
          </p:cNvSpPr>
          <p:nvPr/>
        </p:nvSpPr>
        <p:spPr>
          <a:xfrm>
            <a:off x="4970271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6" name="A1_bar_GT_10662">
            <a:extLst>
              <a:ext uri="{FF2B5EF4-FFF2-40B4-BE49-F238E27FC236}">
                <a16:creationId xmlns:a16="http://schemas.microsoft.com/office/drawing/2014/main" id="{3289D7A3-3003-44C9-BC9D-E86215322138}"/>
              </a:ext>
            </a:extLst>
          </p:cNvPr>
          <p:cNvSpPr>
            <a:spLocks noGrp="1"/>
          </p:cNvSpPr>
          <p:nvPr/>
        </p:nvSpPr>
        <p:spPr>
          <a:xfrm>
            <a:off x="497767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7" name="A1_bar_GT_10663">
            <a:extLst>
              <a:ext uri="{FF2B5EF4-FFF2-40B4-BE49-F238E27FC236}">
                <a16:creationId xmlns:a16="http://schemas.microsoft.com/office/drawing/2014/main" id="{5CAB42A2-2D5A-4336-8F5B-0277E60B95ED}"/>
              </a:ext>
            </a:extLst>
          </p:cNvPr>
          <p:cNvSpPr>
            <a:spLocks noGrp="1"/>
          </p:cNvSpPr>
          <p:nvPr/>
        </p:nvSpPr>
        <p:spPr>
          <a:xfrm>
            <a:off x="5066314" y="59479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8" name="A1_bar_GT_10664">
            <a:extLst>
              <a:ext uri="{FF2B5EF4-FFF2-40B4-BE49-F238E27FC236}">
                <a16:creationId xmlns:a16="http://schemas.microsoft.com/office/drawing/2014/main" id="{CC0BA247-5693-454B-A49B-44DACE84BD72}"/>
              </a:ext>
            </a:extLst>
          </p:cNvPr>
          <p:cNvSpPr>
            <a:spLocks noGrp="1"/>
          </p:cNvSpPr>
          <p:nvPr/>
        </p:nvSpPr>
        <p:spPr>
          <a:xfrm>
            <a:off x="4967003" y="43045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9" name="A1_bar_GT_10665">
            <a:extLst>
              <a:ext uri="{FF2B5EF4-FFF2-40B4-BE49-F238E27FC236}">
                <a16:creationId xmlns:a16="http://schemas.microsoft.com/office/drawing/2014/main" id="{B9135B91-9848-46D3-A066-896FC4AF93E2}"/>
              </a:ext>
            </a:extLst>
          </p:cNvPr>
          <p:cNvSpPr>
            <a:spLocks noGrp="1"/>
          </p:cNvSpPr>
          <p:nvPr/>
        </p:nvSpPr>
        <p:spPr>
          <a:xfrm>
            <a:off x="499295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0" name="A1_bar_GT_10666">
            <a:extLst>
              <a:ext uri="{FF2B5EF4-FFF2-40B4-BE49-F238E27FC236}">
                <a16:creationId xmlns:a16="http://schemas.microsoft.com/office/drawing/2014/main" id="{167F30FA-1B3D-43A7-B35C-068D8BF0A5D0}"/>
              </a:ext>
            </a:extLst>
          </p:cNvPr>
          <p:cNvSpPr>
            <a:spLocks noGrp="1"/>
          </p:cNvSpPr>
          <p:nvPr/>
        </p:nvSpPr>
        <p:spPr>
          <a:xfrm>
            <a:off x="509986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1" name="A1_bar_GT_10667">
            <a:extLst>
              <a:ext uri="{FF2B5EF4-FFF2-40B4-BE49-F238E27FC236}">
                <a16:creationId xmlns:a16="http://schemas.microsoft.com/office/drawing/2014/main" id="{5C96C538-E9D6-4715-AD53-DA935A17595B}"/>
              </a:ext>
            </a:extLst>
          </p:cNvPr>
          <p:cNvSpPr>
            <a:spLocks noGrp="1"/>
          </p:cNvSpPr>
          <p:nvPr/>
        </p:nvSpPr>
        <p:spPr>
          <a:xfrm>
            <a:off x="494075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2" name="A1_bar_GT_10668">
            <a:extLst>
              <a:ext uri="{FF2B5EF4-FFF2-40B4-BE49-F238E27FC236}">
                <a16:creationId xmlns:a16="http://schemas.microsoft.com/office/drawing/2014/main" id="{7F8579B2-80B1-449F-81D5-02BD1FAF0B58}"/>
              </a:ext>
            </a:extLst>
          </p:cNvPr>
          <p:cNvSpPr>
            <a:spLocks noGrp="1"/>
          </p:cNvSpPr>
          <p:nvPr/>
        </p:nvSpPr>
        <p:spPr>
          <a:xfrm>
            <a:off x="5006338" y="525855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3" name="A1_bar_GT_10669">
            <a:extLst>
              <a:ext uri="{FF2B5EF4-FFF2-40B4-BE49-F238E27FC236}">
                <a16:creationId xmlns:a16="http://schemas.microsoft.com/office/drawing/2014/main" id="{FFB47B42-F2F8-458B-96C3-7B2F57766E81}"/>
              </a:ext>
            </a:extLst>
          </p:cNvPr>
          <p:cNvSpPr>
            <a:spLocks noGrp="1"/>
          </p:cNvSpPr>
          <p:nvPr/>
        </p:nvSpPr>
        <p:spPr>
          <a:xfrm>
            <a:off x="49691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4" name="A1_bar_GT_10670">
            <a:extLst>
              <a:ext uri="{FF2B5EF4-FFF2-40B4-BE49-F238E27FC236}">
                <a16:creationId xmlns:a16="http://schemas.microsoft.com/office/drawing/2014/main" id="{D8EF1354-7FD0-4865-B06E-60A4C84D3DE6}"/>
              </a:ext>
            </a:extLst>
          </p:cNvPr>
          <p:cNvSpPr>
            <a:spLocks noGrp="1"/>
          </p:cNvSpPr>
          <p:nvPr/>
        </p:nvSpPr>
        <p:spPr>
          <a:xfrm>
            <a:off x="4968979" y="34076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5" name="A1_bar_GT_10671">
            <a:extLst>
              <a:ext uri="{FF2B5EF4-FFF2-40B4-BE49-F238E27FC236}">
                <a16:creationId xmlns:a16="http://schemas.microsoft.com/office/drawing/2014/main" id="{C34AB2EC-B688-49AE-AA74-5577DA956C92}"/>
              </a:ext>
            </a:extLst>
          </p:cNvPr>
          <p:cNvSpPr>
            <a:spLocks noGrp="1"/>
          </p:cNvSpPr>
          <p:nvPr/>
        </p:nvSpPr>
        <p:spPr>
          <a:xfrm>
            <a:off x="51192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6" name="A1_bar_GT_10672">
            <a:extLst>
              <a:ext uri="{FF2B5EF4-FFF2-40B4-BE49-F238E27FC236}">
                <a16:creationId xmlns:a16="http://schemas.microsoft.com/office/drawing/2014/main" id="{1E8695A5-684C-4D10-8DD7-60DECFDAA4A5}"/>
              </a:ext>
            </a:extLst>
          </p:cNvPr>
          <p:cNvSpPr>
            <a:spLocks noGrp="1"/>
          </p:cNvSpPr>
          <p:nvPr/>
        </p:nvSpPr>
        <p:spPr>
          <a:xfrm>
            <a:off x="50820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7" name="A1_bar_GT_10673">
            <a:extLst>
              <a:ext uri="{FF2B5EF4-FFF2-40B4-BE49-F238E27FC236}">
                <a16:creationId xmlns:a16="http://schemas.microsoft.com/office/drawing/2014/main" id="{3E3FE1C8-D033-4C78-B7FF-1714A46421D4}"/>
              </a:ext>
            </a:extLst>
          </p:cNvPr>
          <p:cNvSpPr>
            <a:spLocks noGrp="1"/>
          </p:cNvSpPr>
          <p:nvPr/>
        </p:nvSpPr>
        <p:spPr>
          <a:xfrm>
            <a:off x="4974513" y="37935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8" name="A1_bar_GT_10674">
            <a:extLst>
              <a:ext uri="{FF2B5EF4-FFF2-40B4-BE49-F238E27FC236}">
                <a16:creationId xmlns:a16="http://schemas.microsoft.com/office/drawing/2014/main" id="{E04A5552-0111-47EC-8138-BE9776890AE5}"/>
              </a:ext>
            </a:extLst>
          </p:cNvPr>
          <p:cNvSpPr>
            <a:spLocks noGrp="1"/>
          </p:cNvSpPr>
          <p:nvPr/>
        </p:nvSpPr>
        <p:spPr>
          <a:xfrm>
            <a:off x="4917673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9" name="A1_bar_GT_10675">
            <a:extLst>
              <a:ext uri="{FF2B5EF4-FFF2-40B4-BE49-F238E27FC236}">
                <a16:creationId xmlns:a16="http://schemas.microsoft.com/office/drawing/2014/main" id="{C737FEAD-9C48-49F8-8767-1A405381A4DC}"/>
              </a:ext>
            </a:extLst>
          </p:cNvPr>
          <p:cNvSpPr>
            <a:spLocks noGrp="1"/>
          </p:cNvSpPr>
          <p:nvPr/>
        </p:nvSpPr>
        <p:spPr>
          <a:xfrm>
            <a:off x="511110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0" name="A1_bar_GT_10676">
            <a:extLst>
              <a:ext uri="{FF2B5EF4-FFF2-40B4-BE49-F238E27FC236}">
                <a16:creationId xmlns:a16="http://schemas.microsoft.com/office/drawing/2014/main" id="{914EBADB-578A-4132-937F-B0073EEC5182}"/>
              </a:ext>
            </a:extLst>
          </p:cNvPr>
          <p:cNvSpPr>
            <a:spLocks noGrp="1"/>
          </p:cNvSpPr>
          <p:nvPr/>
        </p:nvSpPr>
        <p:spPr>
          <a:xfrm>
            <a:off x="504789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1" name="A1_bar_GT_10677">
            <a:extLst>
              <a:ext uri="{FF2B5EF4-FFF2-40B4-BE49-F238E27FC236}">
                <a16:creationId xmlns:a16="http://schemas.microsoft.com/office/drawing/2014/main" id="{6632E2EB-16F7-4D9C-849F-B6437F57DB70}"/>
              </a:ext>
            </a:extLst>
          </p:cNvPr>
          <p:cNvSpPr>
            <a:spLocks noGrp="1"/>
          </p:cNvSpPr>
          <p:nvPr/>
        </p:nvSpPr>
        <p:spPr>
          <a:xfrm>
            <a:off x="506334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2" name="A1_bar_GT_10678">
            <a:extLst>
              <a:ext uri="{FF2B5EF4-FFF2-40B4-BE49-F238E27FC236}">
                <a16:creationId xmlns:a16="http://schemas.microsoft.com/office/drawing/2014/main" id="{D8FA642B-7EAE-43BF-922E-5C0BAEBD7800}"/>
              </a:ext>
            </a:extLst>
          </p:cNvPr>
          <p:cNvSpPr>
            <a:spLocks noGrp="1"/>
          </p:cNvSpPr>
          <p:nvPr/>
        </p:nvSpPr>
        <p:spPr>
          <a:xfrm>
            <a:off x="504473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3" name="A1_bar_GT_10679">
            <a:extLst>
              <a:ext uri="{FF2B5EF4-FFF2-40B4-BE49-F238E27FC236}">
                <a16:creationId xmlns:a16="http://schemas.microsoft.com/office/drawing/2014/main" id="{18E52CD1-8E67-4FF6-A64A-0DA9F63C0965}"/>
              </a:ext>
            </a:extLst>
          </p:cNvPr>
          <p:cNvSpPr>
            <a:spLocks noGrp="1"/>
          </p:cNvSpPr>
          <p:nvPr/>
        </p:nvSpPr>
        <p:spPr>
          <a:xfrm>
            <a:off x="498554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4" name="A1_bar_GT_10680">
            <a:extLst>
              <a:ext uri="{FF2B5EF4-FFF2-40B4-BE49-F238E27FC236}">
                <a16:creationId xmlns:a16="http://schemas.microsoft.com/office/drawing/2014/main" id="{492A7479-BD6C-4528-B14D-4F0D3A069FB4}"/>
              </a:ext>
            </a:extLst>
          </p:cNvPr>
          <p:cNvSpPr>
            <a:spLocks noGrp="1"/>
          </p:cNvSpPr>
          <p:nvPr/>
        </p:nvSpPr>
        <p:spPr>
          <a:xfrm>
            <a:off x="5057267" y="4518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5" name="A1_bar_GT_10681">
            <a:extLst>
              <a:ext uri="{FF2B5EF4-FFF2-40B4-BE49-F238E27FC236}">
                <a16:creationId xmlns:a16="http://schemas.microsoft.com/office/drawing/2014/main" id="{C3F5AD32-9AAB-41CB-8147-46F488B13DBF}"/>
              </a:ext>
            </a:extLst>
          </p:cNvPr>
          <p:cNvSpPr>
            <a:spLocks noGrp="1"/>
          </p:cNvSpPr>
          <p:nvPr/>
        </p:nvSpPr>
        <p:spPr>
          <a:xfrm>
            <a:off x="5004474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6" name="A1_bar_GT_10682">
            <a:extLst>
              <a:ext uri="{FF2B5EF4-FFF2-40B4-BE49-F238E27FC236}">
                <a16:creationId xmlns:a16="http://schemas.microsoft.com/office/drawing/2014/main" id="{7249E297-8F9B-44F5-91D8-F94C1CB6D0F8}"/>
              </a:ext>
            </a:extLst>
          </p:cNvPr>
          <p:cNvSpPr>
            <a:spLocks noGrp="1"/>
          </p:cNvSpPr>
          <p:nvPr/>
        </p:nvSpPr>
        <p:spPr>
          <a:xfrm>
            <a:off x="5099305" y="35799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7" name="A1_bar_GT_10683">
            <a:extLst>
              <a:ext uri="{FF2B5EF4-FFF2-40B4-BE49-F238E27FC236}">
                <a16:creationId xmlns:a16="http://schemas.microsoft.com/office/drawing/2014/main" id="{63A7E284-99D8-43D5-BC06-189A3F06A92B}"/>
              </a:ext>
            </a:extLst>
          </p:cNvPr>
          <p:cNvSpPr>
            <a:spLocks noGrp="1"/>
          </p:cNvSpPr>
          <p:nvPr/>
        </p:nvSpPr>
        <p:spPr>
          <a:xfrm>
            <a:off x="5052117" y="41307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8" name="A1_bar_GT_10684">
            <a:extLst>
              <a:ext uri="{FF2B5EF4-FFF2-40B4-BE49-F238E27FC236}">
                <a16:creationId xmlns:a16="http://schemas.microsoft.com/office/drawing/2014/main" id="{E8C1F3DD-BE0F-48B0-86B2-C93E933B8251}"/>
              </a:ext>
            </a:extLst>
          </p:cNvPr>
          <p:cNvSpPr>
            <a:spLocks noGrp="1"/>
          </p:cNvSpPr>
          <p:nvPr/>
        </p:nvSpPr>
        <p:spPr>
          <a:xfrm>
            <a:off x="5128755" y="39340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9" name="A1_bar_GT_10685">
            <a:extLst>
              <a:ext uri="{FF2B5EF4-FFF2-40B4-BE49-F238E27FC236}">
                <a16:creationId xmlns:a16="http://schemas.microsoft.com/office/drawing/2014/main" id="{213970AF-4C6B-4DB6-8ED0-3F24B5D3526E}"/>
              </a:ext>
            </a:extLst>
          </p:cNvPr>
          <p:cNvSpPr>
            <a:spLocks noGrp="1"/>
          </p:cNvSpPr>
          <p:nvPr/>
        </p:nvSpPr>
        <p:spPr>
          <a:xfrm>
            <a:off x="51179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0" name="A1_bar_GT_10686">
            <a:extLst>
              <a:ext uri="{FF2B5EF4-FFF2-40B4-BE49-F238E27FC236}">
                <a16:creationId xmlns:a16="http://schemas.microsoft.com/office/drawing/2014/main" id="{0B332B8C-1B1D-475D-8EDA-23174C126E52}"/>
              </a:ext>
            </a:extLst>
          </p:cNvPr>
          <p:cNvSpPr>
            <a:spLocks noGrp="1"/>
          </p:cNvSpPr>
          <p:nvPr/>
        </p:nvSpPr>
        <p:spPr>
          <a:xfrm>
            <a:off x="4936916" y="540093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1" name="A1_bar_GT_10687">
            <a:extLst>
              <a:ext uri="{FF2B5EF4-FFF2-40B4-BE49-F238E27FC236}">
                <a16:creationId xmlns:a16="http://schemas.microsoft.com/office/drawing/2014/main" id="{7FF2A9D3-8DBC-4062-A5A4-306CE60E2CA7}"/>
              </a:ext>
            </a:extLst>
          </p:cNvPr>
          <p:cNvSpPr>
            <a:spLocks noGrp="1"/>
          </p:cNvSpPr>
          <p:nvPr/>
        </p:nvSpPr>
        <p:spPr>
          <a:xfrm>
            <a:off x="4919263" y="5166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2" name="A1_bar_GT_10688">
            <a:extLst>
              <a:ext uri="{FF2B5EF4-FFF2-40B4-BE49-F238E27FC236}">
                <a16:creationId xmlns:a16="http://schemas.microsoft.com/office/drawing/2014/main" id="{A73A5F64-6541-464C-AC00-1A9057DECBB7}"/>
              </a:ext>
            </a:extLst>
          </p:cNvPr>
          <p:cNvSpPr>
            <a:spLocks noGrp="1"/>
          </p:cNvSpPr>
          <p:nvPr/>
        </p:nvSpPr>
        <p:spPr>
          <a:xfrm>
            <a:off x="4929271" y="519860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3" name="A1_bar_GT_10689">
            <a:extLst>
              <a:ext uri="{FF2B5EF4-FFF2-40B4-BE49-F238E27FC236}">
                <a16:creationId xmlns:a16="http://schemas.microsoft.com/office/drawing/2014/main" id="{575B607A-4479-48A8-80B7-BF1CAAABBC9D}"/>
              </a:ext>
            </a:extLst>
          </p:cNvPr>
          <p:cNvSpPr>
            <a:spLocks noGrp="1"/>
          </p:cNvSpPr>
          <p:nvPr/>
        </p:nvSpPr>
        <p:spPr>
          <a:xfrm>
            <a:off x="504984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4" name="A1_bar_GT_10690">
            <a:extLst>
              <a:ext uri="{FF2B5EF4-FFF2-40B4-BE49-F238E27FC236}">
                <a16:creationId xmlns:a16="http://schemas.microsoft.com/office/drawing/2014/main" id="{D94833D8-1EED-4A50-84F9-118C37770312}"/>
              </a:ext>
            </a:extLst>
          </p:cNvPr>
          <p:cNvSpPr>
            <a:spLocks noGrp="1"/>
          </p:cNvSpPr>
          <p:nvPr/>
        </p:nvSpPr>
        <p:spPr>
          <a:xfrm>
            <a:off x="506251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5" name="A1_bar_GT_10691">
            <a:extLst>
              <a:ext uri="{FF2B5EF4-FFF2-40B4-BE49-F238E27FC236}">
                <a16:creationId xmlns:a16="http://schemas.microsoft.com/office/drawing/2014/main" id="{CCDD00E2-CE99-4B33-9AAC-9293BF6FA10C}"/>
              </a:ext>
            </a:extLst>
          </p:cNvPr>
          <p:cNvSpPr>
            <a:spLocks noGrp="1"/>
          </p:cNvSpPr>
          <p:nvPr/>
        </p:nvSpPr>
        <p:spPr>
          <a:xfrm>
            <a:off x="5038682" y="47470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6" name="A1_bar_GT_10692">
            <a:extLst>
              <a:ext uri="{FF2B5EF4-FFF2-40B4-BE49-F238E27FC236}">
                <a16:creationId xmlns:a16="http://schemas.microsoft.com/office/drawing/2014/main" id="{B61FADFE-FCA6-480B-A225-450600CC3551}"/>
              </a:ext>
            </a:extLst>
          </p:cNvPr>
          <p:cNvSpPr>
            <a:spLocks noGrp="1"/>
          </p:cNvSpPr>
          <p:nvPr/>
        </p:nvSpPr>
        <p:spPr>
          <a:xfrm>
            <a:off x="509540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7" name="A1_bar_GT_10693">
            <a:extLst>
              <a:ext uri="{FF2B5EF4-FFF2-40B4-BE49-F238E27FC236}">
                <a16:creationId xmlns:a16="http://schemas.microsoft.com/office/drawing/2014/main" id="{0A36888D-BAE7-4BD1-940A-09DFAD5E5520}"/>
              </a:ext>
            </a:extLst>
          </p:cNvPr>
          <p:cNvSpPr>
            <a:spLocks noGrp="1"/>
          </p:cNvSpPr>
          <p:nvPr/>
        </p:nvSpPr>
        <p:spPr>
          <a:xfrm>
            <a:off x="4992437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8" name="A1_bar_GT_10694">
            <a:extLst>
              <a:ext uri="{FF2B5EF4-FFF2-40B4-BE49-F238E27FC236}">
                <a16:creationId xmlns:a16="http://schemas.microsoft.com/office/drawing/2014/main" id="{F16B41EB-962C-492F-923F-E2A5403683AF}"/>
              </a:ext>
            </a:extLst>
          </p:cNvPr>
          <p:cNvSpPr>
            <a:spLocks noGrp="1"/>
          </p:cNvSpPr>
          <p:nvPr/>
        </p:nvSpPr>
        <p:spPr>
          <a:xfrm>
            <a:off x="510284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9" name="A1_bar_GT_10695">
            <a:extLst>
              <a:ext uri="{FF2B5EF4-FFF2-40B4-BE49-F238E27FC236}">
                <a16:creationId xmlns:a16="http://schemas.microsoft.com/office/drawing/2014/main" id="{D5D79751-87A7-4CD7-BA2D-9BA3E5759748}"/>
              </a:ext>
            </a:extLst>
          </p:cNvPr>
          <p:cNvSpPr>
            <a:spLocks noGrp="1"/>
          </p:cNvSpPr>
          <p:nvPr/>
        </p:nvSpPr>
        <p:spPr>
          <a:xfrm>
            <a:off x="502979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0" name="A1_bar_GT_10696">
            <a:extLst>
              <a:ext uri="{FF2B5EF4-FFF2-40B4-BE49-F238E27FC236}">
                <a16:creationId xmlns:a16="http://schemas.microsoft.com/office/drawing/2014/main" id="{EBA83C09-252B-4987-92AA-86C93E71462D}"/>
              </a:ext>
            </a:extLst>
          </p:cNvPr>
          <p:cNvSpPr>
            <a:spLocks noGrp="1"/>
          </p:cNvSpPr>
          <p:nvPr/>
        </p:nvSpPr>
        <p:spPr>
          <a:xfrm>
            <a:off x="5028680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1" name="A1_bar_GT_10697">
            <a:extLst>
              <a:ext uri="{FF2B5EF4-FFF2-40B4-BE49-F238E27FC236}">
                <a16:creationId xmlns:a16="http://schemas.microsoft.com/office/drawing/2014/main" id="{A390FFC3-7974-45FC-80A9-AFCB5AAFF142}"/>
              </a:ext>
            </a:extLst>
          </p:cNvPr>
          <p:cNvSpPr>
            <a:spLocks noGrp="1"/>
          </p:cNvSpPr>
          <p:nvPr/>
        </p:nvSpPr>
        <p:spPr>
          <a:xfrm>
            <a:off x="51606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2" name="A1_bar_GT_10698">
            <a:extLst>
              <a:ext uri="{FF2B5EF4-FFF2-40B4-BE49-F238E27FC236}">
                <a16:creationId xmlns:a16="http://schemas.microsoft.com/office/drawing/2014/main" id="{3602B5C5-22DC-4BF5-B097-CEA4B30BB36D}"/>
              </a:ext>
            </a:extLst>
          </p:cNvPr>
          <p:cNvSpPr>
            <a:spLocks noGrp="1"/>
          </p:cNvSpPr>
          <p:nvPr/>
        </p:nvSpPr>
        <p:spPr>
          <a:xfrm>
            <a:off x="500907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3" name="A1_bar_GT_10699">
            <a:extLst>
              <a:ext uri="{FF2B5EF4-FFF2-40B4-BE49-F238E27FC236}">
                <a16:creationId xmlns:a16="http://schemas.microsoft.com/office/drawing/2014/main" id="{AE3D491D-4E1E-475E-8BA0-81D6F5F7E740}"/>
              </a:ext>
            </a:extLst>
          </p:cNvPr>
          <p:cNvSpPr>
            <a:spLocks noGrp="1"/>
          </p:cNvSpPr>
          <p:nvPr/>
        </p:nvSpPr>
        <p:spPr>
          <a:xfrm>
            <a:off x="5051760" y="33438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4" name="A1_bar_GT_10700">
            <a:extLst>
              <a:ext uri="{FF2B5EF4-FFF2-40B4-BE49-F238E27FC236}">
                <a16:creationId xmlns:a16="http://schemas.microsoft.com/office/drawing/2014/main" id="{B27E4CD2-6E10-464C-8CEE-CD54CEF5156A}"/>
              </a:ext>
            </a:extLst>
          </p:cNvPr>
          <p:cNvSpPr>
            <a:spLocks noGrp="1"/>
          </p:cNvSpPr>
          <p:nvPr/>
        </p:nvSpPr>
        <p:spPr>
          <a:xfrm>
            <a:off x="5012521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5" name="A1_bar_GT_10701">
            <a:extLst>
              <a:ext uri="{FF2B5EF4-FFF2-40B4-BE49-F238E27FC236}">
                <a16:creationId xmlns:a16="http://schemas.microsoft.com/office/drawing/2014/main" id="{EB6D2C20-C738-4324-B419-07AEFC8642A1}"/>
              </a:ext>
            </a:extLst>
          </p:cNvPr>
          <p:cNvSpPr>
            <a:spLocks noGrp="1"/>
          </p:cNvSpPr>
          <p:nvPr/>
        </p:nvSpPr>
        <p:spPr>
          <a:xfrm>
            <a:off x="499938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6" name="A1_bar_GT_10702">
            <a:extLst>
              <a:ext uri="{FF2B5EF4-FFF2-40B4-BE49-F238E27FC236}">
                <a16:creationId xmlns:a16="http://schemas.microsoft.com/office/drawing/2014/main" id="{197C330F-DF87-49FC-B8C7-8609FB28B649}"/>
              </a:ext>
            </a:extLst>
          </p:cNvPr>
          <p:cNvSpPr>
            <a:spLocks noGrp="1"/>
          </p:cNvSpPr>
          <p:nvPr/>
        </p:nvSpPr>
        <p:spPr>
          <a:xfrm>
            <a:off x="513840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7" name="A1_bar_GT_10703">
            <a:extLst>
              <a:ext uri="{FF2B5EF4-FFF2-40B4-BE49-F238E27FC236}">
                <a16:creationId xmlns:a16="http://schemas.microsoft.com/office/drawing/2014/main" id="{E398BC94-92BD-43FE-8C20-F490216CE9AF}"/>
              </a:ext>
            </a:extLst>
          </p:cNvPr>
          <p:cNvSpPr>
            <a:spLocks noGrp="1"/>
          </p:cNvSpPr>
          <p:nvPr/>
        </p:nvSpPr>
        <p:spPr>
          <a:xfrm>
            <a:off x="503366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8" name="A1_bar_GT_10704">
            <a:extLst>
              <a:ext uri="{FF2B5EF4-FFF2-40B4-BE49-F238E27FC236}">
                <a16:creationId xmlns:a16="http://schemas.microsoft.com/office/drawing/2014/main" id="{42BC37CE-0342-4D72-9B41-A8E38265BC49}"/>
              </a:ext>
            </a:extLst>
          </p:cNvPr>
          <p:cNvSpPr>
            <a:spLocks noGrp="1"/>
          </p:cNvSpPr>
          <p:nvPr/>
        </p:nvSpPr>
        <p:spPr>
          <a:xfrm>
            <a:off x="50429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9" name="A1_bar_GT_10705">
            <a:extLst>
              <a:ext uri="{FF2B5EF4-FFF2-40B4-BE49-F238E27FC236}">
                <a16:creationId xmlns:a16="http://schemas.microsoft.com/office/drawing/2014/main" id="{A202016F-D72E-4116-84C2-5F642A91AD5C}"/>
              </a:ext>
            </a:extLst>
          </p:cNvPr>
          <p:cNvSpPr>
            <a:spLocks noGrp="1"/>
          </p:cNvSpPr>
          <p:nvPr/>
        </p:nvSpPr>
        <p:spPr>
          <a:xfrm>
            <a:off x="492944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0" name="A1_bar_GT_10706">
            <a:extLst>
              <a:ext uri="{FF2B5EF4-FFF2-40B4-BE49-F238E27FC236}">
                <a16:creationId xmlns:a16="http://schemas.microsoft.com/office/drawing/2014/main" id="{073C16E4-9260-4D60-AEE7-4033330FE8A4}"/>
              </a:ext>
            </a:extLst>
          </p:cNvPr>
          <p:cNvSpPr>
            <a:spLocks noGrp="1"/>
          </p:cNvSpPr>
          <p:nvPr/>
        </p:nvSpPr>
        <p:spPr>
          <a:xfrm>
            <a:off x="504813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1" name="A1_bar_GT_10707">
            <a:extLst>
              <a:ext uri="{FF2B5EF4-FFF2-40B4-BE49-F238E27FC236}">
                <a16:creationId xmlns:a16="http://schemas.microsoft.com/office/drawing/2014/main" id="{7BC126D7-66E0-4A9A-AE06-750CBA6D612B}"/>
              </a:ext>
            </a:extLst>
          </p:cNvPr>
          <p:cNvSpPr>
            <a:spLocks noGrp="1"/>
          </p:cNvSpPr>
          <p:nvPr/>
        </p:nvSpPr>
        <p:spPr>
          <a:xfrm>
            <a:off x="507027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2" name="A1_bar_GT_10708">
            <a:extLst>
              <a:ext uri="{FF2B5EF4-FFF2-40B4-BE49-F238E27FC236}">
                <a16:creationId xmlns:a16="http://schemas.microsoft.com/office/drawing/2014/main" id="{6B0239ED-6F26-45E6-A03A-6367A4B50E96}"/>
              </a:ext>
            </a:extLst>
          </p:cNvPr>
          <p:cNvSpPr>
            <a:spLocks noGrp="1"/>
          </p:cNvSpPr>
          <p:nvPr/>
        </p:nvSpPr>
        <p:spPr>
          <a:xfrm>
            <a:off x="495888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3" name="A1_bar_GT_10709">
            <a:extLst>
              <a:ext uri="{FF2B5EF4-FFF2-40B4-BE49-F238E27FC236}">
                <a16:creationId xmlns:a16="http://schemas.microsoft.com/office/drawing/2014/main" id="{9E9F899C-DF51-4A5E-B14F-6C2BA458B122}"/>
              </a:ext>
            </a:extLst>
          </p:cNvPr>
          <p:cNvSpPr>
            <a:spLocks noGrp="1"/>
          </p:cNvSpPr>
          <p:nvPr/>
        </p:nvSpPr>
        <p:spPr>
          <a:xfrm>
            <a:off x="5042005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4" name="A1_bar_GT_10710">
            <a:extLst>
              <a:ext uri="{FF2B5EF4-FFF2-40B4-BE49-F238E27FC236}">
                <a16:creationId xmlns:a16="http://schemas.microsoft.com/office/drawing/2014/main" id="{0858C80C-6E3F-4E01-A1F5-016EFF4684B4}"/>
              </a:ext>
            </a:extLst>
          </p:cNvPr>
          <p:cNvSpPr>
            <a:spLocks noGrp="1"/>
          </p:cNvSpPr>
          <p:nvPr/>
        </p:nvSpPr>
        <p:spPr>
          <a:xfrm>
            <a:off x="5132604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5" name="A1_bar_GT_10711">
            <a:extLst>
              <a:ext uri="{FF2B5EF4-FFF2-40B4-BE49-F238E27FC236}">
                <a16:creationId xmlns:a16="http://schemas.microsoft.com/office/drawing/2014/main" id="{4EF1E1AE-A6FE-4495-B908-226DF7FDFC1C}"/>
              </a:ext>
            </a:extLst>
          </p:cNvPr>
          <p:cNvSpPr>
            <a:spLocks noGrp="1"/>
          </p:cNvSpPr>
          <p:nvPr/>
        </p:nvSpPr>
        <p:spPr>
          <a:xfrm>
            <a:off x="50119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6" name="A1_bar_GT_10712">
            <a:extLst>
              <a:ext uri="{FF2B5EF4-FFF2-40B4-BE49-F238E27FC236}">
                <a16:creationId xmlns:a16="http://schemas.microsoft.com/office/drawing/2014/main" id="{1A5B96B4-2DAD-428C-B158-46341EDC74C1}"/>
              </a:ext>
            </a:extLst>
          </p:cNvPr>
          <p:cNvSpPr>
            <a:spLocks noGrp="1"/>
          </p:cNvSpPr>
          <p:nvPr/>
        </p:nvSpPr>
        <p:spPr>
          <a:xfrm>
            <a:off x="5110468" y="34510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7" name="A1_bar_GT_10713">
            <a:extLst>
              <a:ext uri="{FF2B5EF4-FFF2-40B4-BE49-F238E27FC236}">
                <a16:creationId xmlns:a16="http://schemas.microsoft.com/office/drawing/2014/main" id="{82AA2942-3C96-49D6-96E7-B58CFA06257E}"/>
              </a:ext>
            </a:extLst>
          </p:cNvPr>
          <p:cNvSpPr>
            <a:spLocks noGrp="1"/>
          </p:cNvSpPr>
          <p:nvPr/>
        </p:nvSpPr>
        <p:spPr>
          <a:xfrm>
            <a:off x="5043999" y="3953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8" name="A1_bar_GT_10714">
            <a:extLst>
              <a:ext uri="{FF2B5EF4-FFF2-40B4-BE49-F238E27FC236}">
                <a16:creationId xmlns:a16="http://schemas.microsoft.com/office/drawing/2014/main" id="{15AA825C-4DDE-486C-8FCB-11119460D67E}"/>
              </a:ext>
            </a:extLst>
          </p:cNvPr>
          <p:cNvSpPr>
            <a:spLocks noGrp="1"/>
          </p:cNvSpPr>
          <p:nvPr/>
        </p:nvSpPr>
        <p:spPr>
          <a:xfrm>
            <a:off x="5063370" y="43233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9" name="A1_bar_GT_10715">
            <a:extLst>
              <a:ext uri="{FF2B5EF4-FFF2-40B4-BE49-F238E27FC236}">
                <a16:creationId xmlns:a16="http://schemas.microsoft.com/office/drawing/2014/main" id="{AF558C7B-D1E9-4089-A147-143A409A1128}"/>
              </a:ext>
            </a:extLst>
          </p:cNvPr>
          <p:cNvSpPr>
            <a:spLocks noGrp="1"/>
          </p:cNvSpPr>
          <p:nvPr/>
        </p:nvSpPr>
        <p:spPr>
          <a:xfrm>
            <a:off x="4999338" y="39746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0" name="A1_bar_GT_10716">
            <a:extLst>
              <a:ext uri="{FF2B5EF4-FFF2-40B4-BE49-F238E27FC236}">
                <a16:creationId xmlns:a16="http://schemas.microsoft.com/office/drawing/2014/main" id="{D3663C60-3BEA-4E42-82E3-27F0183055FE}"/>
              </a:ext>
            </a:extLst>
          </p:cNvPr>
          <p:cNvSpPr>
            <a:spLocks noGrp="1"/>
          </p:cNvSpPr>
          <p:nvPr/>
        </p:nvSpPr>
        <p:spPr>
          <a:xfrm>
            <a:off x="5078249" y="519860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1" name="A1_bar_GT_10717">
            <a:extLst>
              <a:ext uri="{FF2B5EF4-FFF2-40B4-BE49-F238E27FC236}">
                <a16:creationId xmlns:a16="http://schemas.microsoft.com/office/drawing/2014/main" id="{E29EC112-06F1-452D-99C7-7A3845D440C4}"/>
              </a:ext>
            </a:extLst>
          </p:cNvPr>
          <p:cNvSpPr>
            <a:spLocks noGrp="1"/>
          </p:cNvSpPr>
          <p:nvPr/>
        </p:nvSpPr>
        <p:spPr>
          <a:xfrm>
            <a:off x="514694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2" name="A1_bar_GT_10718">
            <a:extLst>
              <a:ext uri="{FF2B5EF4-FFF2-40B4-BE49-F238E27FC236}">
                <a16:creationId xmlns:a16="http://schemas.microsoft.com/office/drawing/2014/main" id="{D125ED9F-2569-4E79-945D-2B20F669FE1F}"/>
              </a:ext>
            </a:extLst>
          </p:cNvPr>
          <p:cNvSpPr>
            <a:spLocks noGrp="1"/>
          </p:cNvSpPr>
          <p:nvPr/>
        </p:nvSpPr>
        <p:spPr>
          <a:xfrm>
            <a:off x="5077728" y="60022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3" name="A1_bar_GT_10719">
            <a:extLst>
              <a:ext uri="{FF2B5EF4-FFF2-40B4-BE49-F238E27FC236}">
                <a16:creationId xmlns:a16="http://schemas.microsoft.com/office/drawing/2014/main" id="{D6989B3A-B37D-484F-AD02-3BBEA0BC965A}"/>
              </a:ext>
            </a:extLst>
          </p:cNvPr>
          <p:cNvSpPr>
            <a:spLocks noGrp="1"/>
          </p:cNvSpPr>
          <p:nvPr/>
        </p:nvSpPr>
        <p:spPr>
          <a:xfrm>
            <a:off x="4974739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4" name="A1_bar_GT_10720">
            <a:extLst>
              <a:ext uri="{FF2B5EF4-FFF2-40B4-BE49-F238E27FC236}">
                <a16:creationId xmlns:a16="http://schemas.microsoft.com/office/drawing/2014/main" id="{D79EAADB-50A3-4AC9-A4D2-038D8EBDC51E}"/>
              </a:ext>
            </a:extLst>
          </p:cNvPr>
          <p:cNvSpPr>
            <a:spLocks noGrp="1"/>
          </p:cNvSpPr>
          <p:nvPr/>
        </p:nvSpPr>
        <p:spPr>
          <a:xfrm>
            <a:off x="4948820" y="36024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5" name="A1_bar_GT_10721">
            <a:extLst>
              <a:ext uri="{FF2B5EF4-FFF2-40B4-BE49-F238E27FC236}">
                <a16:creationId xmlns:a16="http://schemas.microsoft.com/office/drawing/2014/main" id="{CD5EF7DC-5F13-4B14-BEEC-1BA2F4A3045B}"/>
              </a:ext>
            </a:extLst>
          </p:cNvPr>
          <p:cNvSpPr>
            <a:spLocks noGrp="1"/>
          </p:cNvSpPr>
          <p:nvPr/>
        </p:nvSpPr>
        <p:spPr>
          <a:xfrm>
            <a:off x="51173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6" name="A1_bar_GT_10722">
            <a:extLst>
              <a:ext uri="{FF2B5EF4-FFF2-40B4-BE49-F238E27FC236}">
                <a16:creationId xmlns:a16="http://schemas.microsoft.com/office/drawing/2014/main" id="{82C5614B-2590-4B74-ABE6-9B721612FDE6}"/>
              </a:ext>
            </a:extLst>
          </p:cNvPr>
          <p:cNvSpPr>
            <a:spLocks noGrp="1"/>
          </p:cNvSpPr>
          <p:nvPr/>
        </p:nvSpPr>
        <p:spPr>
          <a:xfrm>
            <a:off x="503449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7" name="A1_bar_GT_10723">
            <a:extLst>
              <a:ext uri="{FF2B5EF4-FFF2-40B4-BE49-F238E27FC236}">
                <a16:creationId xmlns:a16="http://schemas.microsoft.com/office/drawing/2014/main" id="{AD4CAB92-DF37-4E64-A985-02F37AA09D71}"/>
              </a:ext>
            </a:extLst>
          </p:cNvPr>
          <p:cNvSpPr>
            <a:spLocks noGrp="1"/>
          </p:cNvSpPr>
          <p:nvPr/>
        </p:nvSpPr>
        <p:spPr>
          <a:xfrm>
            <a:off x="515695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8" name="A1_bar_GT_10724">
            <a:extLst>
              <a:ext uri="{FF2B5EF4-FFF2-40B4-BE49-F238E27FC236}">
                <a16:creationId xmlns:a16="http://schemas.microsoft.com/office/drawing/2014/main" id="{D08B6A9C-E08F-47C7-9273-6F3697598664}"/>
              </a:ext>
            </a:extLst>
          </p:cNvPr>
          <p:cNvSpPr>
            <a:spLocks noGrp="1"/>
          </p:cNvSpPr>
          <p:nvPr/>
        </p:nvSpPr>
        <p:spPr>
          <a:xfrm>
            <a:off x="510469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9" name="A1_bar_GT_10725">
            <a:extLst>
              <a:ext uri="{FF2B5EF4-FFF2-40B4-BE49-F238E27FC236}">
                <a16:creationId xmlns:a16="http://schemas.microsoft.com/office/drawing/2014/main" id="{2A03425F-33A9-40A9-859A-1C64DC14A250}"/>
              </a:ext>
            </a:extLst>
          </p:cNvPr>
          <p:cNvSpPr>
            <a:spLocks noGrp="1"/>
          </p:cNvSpPr>
          <p:nvPr/>
        </p:nvSpPr>
        <p:spPr>
          <a:xfrm>
            <a:off x="5027880" y="38965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0" name="A1_bar_GT_10726">
            <a:extLst>
              <a:ext uri="{FF2B5EF4-FFF2-40B4-BE49-F238E27FC236}">
                <a16:creationId xmlns:a16="http://schemas.microsoft.com/office/drawing/2014/main" id="{59EB1D56-6F79-41EC-B210-F84C228794BA}"/>
              </a:ext>
            </a:extLst>
          </p:cNvPr>
          <p:cNvSpPr>
            <a:spLocks noGrp="1"/>
          </p:cNvSpPr>
          <p:nvPr/>
        </p:nvSpPr>
        <p:spPr>
          <a:xfrm>
            <a:off x="5083351" y="57606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1" name="A1_bar_GT_10727">
            <a:extLst>
              <a:ext uri="{FF2B5EF4-FFF2-40B4-BE49-F238E27FC236}">
                <a16:creationId xmlns:a16="http://schemas.microsoft.com/office/drawing/2014/main" id="{2AC7F074-2791-447D-A075-0BB4D2780120}"/>
              </a:ext>
            </a:extLst>
          </p:cNvPr>
          <p:cNvSpPr>
            <a:spLocks noGrp="1"/>
          </p:cNvSpPr>
          <p:nvPr/>
        </p:nvSpPr>
        <p:spPr>
          <a:xfrm>
            <a:off x="495269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2" name="A1_bar_GT_10728">
            <a:extLst>
              <a:ext uri="{FF2B5EF4-FFF2-40B4-BE49-F238E27FC236}">
                <a16:creationId xmlns:a16="http://schemas.microsoft.com/office/drawing/2014/main" id="{617BE366-1C0E-4C2B-BB61-AA0D419F49DB}"/>
              </a:ext>
            </a:extLst>
          </p:cNvPr>
          <p:cNvSpPr>
            <a:spLocks noGrp="1"/>
          </p:cNvSpPr>
          <p:nvPr/>
        </p:nvSpPr>
        <p:spPr>
          <a:xfrm>
            <a:off x="50745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3" name="A1_bar_GT_10729">
            <a:extLst>
              <a:ext uri="{FF2B5EF4-FFF2-40B4-BE49-F238E27FC236}">
                <a16:creationId xmlns:a16="http://schemas.microsoft.com/office/drawing/2014/main" id="{D2294549-EEC1-4F56-BC3E-A89CB5AEC139}"/>
              </a:ext>
            </a:extLst>
          </p:cNvPr>
          <p:cNvSpPr>
            <a:spLocks noGrp="1"/>
          </p:cNvSpPr>
          <p:nvPr/>
        </p:nvSpPr>
        <p:spPr>
          <a:xfrm>
            <a:off x="4990177" y="52558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4" name="A1_bar_GT_10730">
            <a:extLst>
              <a:ext uri="{FF2B5EF4-FFF2-40B4-BE49-F238E27FC236}">
                <a16:creationId xmlns:a16="http://schemas.microsoft.com/office/drawing/2014/main" id="{1F9A339D-FF1E-450D-882F-2D50C5692A98}"/>
              </a:ext>
            </a:extLst>
          </p:cNvPr>
          <p:cNvSpPr>
            <a:spLocks noGrp="1"/>
          </p:cNvSpPr>
          <p:nvPr/>
        </p:nvSpPr>
        <p:spPr>
          <a:xfrm>
            <a:off x="4948159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5" name="A1_bar_GT_10731">
            <a:extLst>
              <a:ext uri="{FF2B5EF4-FFF2-40B4-BE49-F238E27FC236}">
                <a16:creationId xmlns:a16="http://schemas.microsoft.com/office/drawing/2014/main" id="{5A945FC3-E87E-4049-B62D-981733326A61}"/>
              </a:ext>
            </a:extLst>
          </p:cNvPr>
          <p:cNvSpPr>
            <a:spLocks noGrp="1"/>
          </p:cNvSpPr>
          <p:nvPr/>
        </p:nvSpPr>
        <p:spPr>
          <a:xfrm>
            <a:off x="5015441" y="31078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6" name="A1_bar_GT_10732">
            <a:extLst>
              <a:ext uri="{FF2B5EF4-FFF2-40B4-BE49-F238E27FC236}">
                <a16:creationId xmlns:a16="http://schemas.microsoft.com/office/drawing/2014/main" id="{6EF34E5C-8411-4E72-BF57-62048873929E}"/>
              </a:ext>
            </a:extLst>
          </p:cNvPr>
          <p:cNvSpPr>
            <a:spLocks noGrp="1"/>
          </p:cNvSpPr>
          <p:nvPr/>
        </p:nvSpPr>
        <p:spPr>
          <a:xfrm>
            <a:off x="5107464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7" name="A1_bar_GT_10733">
            <a:extLst>
              <a:ext uri="{FF2B5EF4-FFF2-40B4-BE49-F238E27FC236}">
                <a16:creationId xmlns:a16="http://schemas.microsoft.com/office/drawing/2014/main" id="{FC234FB7-3045-4309-A243-4DCAF6D654A3}"/>
              </a:ext>
            </a:extLst>
          </p:cNvPr>
          <p:cNvSpPr>
            <a:spLocks noGrp="1"/>
          </p:cNvSpPr>
          <p:nvPr/>
        </p:nvSpPr>
        <p:spPr>
          <a:xfrm>
            <a:off x="5105589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8" name="A1_bar_GT_10734">
            <a:extLst>
              <a:ext uri="{FF2B5EF4-FFF2-40B4-BE49-F238E27FC236}">
                <a16:creationId xmlns:a16="http://schemas.microsoft.com/office/drawing/2014/main" id="{BFE845ED-B6F5-4EAB-A990-529844AB86AA}"/>
              </a:ext>
            </a:extLst>
          </p:cNvPr>
          <p:cNvSpPr>
            <a:spLocks noGrp="1"/>
          </p:cNvSpPr>
          <p:nvPr/>
        </p:nvSpPr>
        <p:spPr>
          <a:xfrm>
            <a:off x="4957630" y="52270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9" name="A1_bar_GT_10735">
            <a:extLst>
              <a:ext uri="{FF2B5EF4-FFF2-40B4-BE49-F238E27FC236}">
                <a16:creationId xmlns:a16="http://schemas.microsoft.com/office/drawing/2014/main" id="{0A8ECA12-A3D5-4D3C-8BE4-9D797946EC19}"/>
              </a:ext>
            </a:extLst>
          </p:cNvPr>
          <p:cNvSpPr>
            <a:spLocks noGrp="1"/>
          </p:cNvSpPr>
          <p:nvPr/>
        </p:nvSpPr>
        <p:spPr>
          <a:xfrm>
            <a:off x="505604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0" name="A1_bar_GT_10736">
            <a:extLst>
              <a:ext uri="{FF2B5EF4-FFF2-40B4-BE49-F238E27FC236}">
                <a16:creationId xmlns:a16="http://schemas.microsoft.com/office/drawing/2014/main" id="{4F971C86-6952-4ED1-9248-7419F8D005D9}"/>
              </a:ext>
            </a:extLst>
          </p:cNvPr>
          <p:cNvSpPr>
            <a:spLocks noGrp="1"/>
          </p:cNvSpPr>
          <p:nvPr/>
        </p:nvSpPr>
        <p:spPr>
          <a:xfrm>
            <a:off x="506203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1" name="A1_bar_GT_10737">
            <a:extLst>
              <a:ext uri="{FF2B5EF4-FFF2-40B4-BE49-F238E27FC236}">
                <a16:creationId xmlns:a16="http://schemas.microsoft.com/office/drawing/2014/main" id="{628C3849-BC94-4C7C-BC2D-C7A41B120360}"/>
              </a:ext>
            </a:extLst>
          </p:cNvPr>
          <p:cNvSpPr>
            <a:spLocks noGrp="1"/>
          </p:cNvSpPr>
          <p:nvPr/>
        </p:nvSpPr>
        <p:spPr>
          <a:xfrm>
            <a:off x="5044955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2" name="A1_bar_GT_10738">
            <a:extLst>
              <a:ext uri="{FF2B5EF4-FFF2-40B4-BE49-F238E27FC236}">
                <a16:creationId xmlns:a16="http://schemas.microsoft.com/office/drawing/2014/main" id="{4899E6CC-0CE7-4E8C-AC0A-7B2ED57824B6}"/>
              </a:ext>
            </a:extLst>
          </p:cNvPr>
          <p:cNvSpPr>
            <a:spLocks noGrp="1"/>
          </p:cNvSpPr>
          <p:nvPr/>
        </p:nvSpPr>
        <p:spPr>
          <a:xfrm>
            <a:off x="5145071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3" name="A1_bar_GT_10739">
            <a:extLst>
              <a:ext uri="{FF2B5EF4-FFF2-40B4-BE49-F238E27FC236}">
                <a16:creationId xmlns:a16="http://schemas.microsoft.com/office/drawing/2014/main" id="{857FFFAD-B114-49E8-801C-5D4C95A18F9A}"/>
              </a:ext>
            </a:extLst>
          </p:cNvPr>
          <p:cNvSpPr>
            <a:spLocks noGrp="1"/>
          </p:cNvSpPr>
          <p:nvPr/>
        </p:nvSpPr>
        <p:spPr>
          <a:xfrm>
            <a:off x="5084481" y="35249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4" name="A1_bar_GT_10740">
            <a:extLst>
              <a:ext uri="{FF2B5EF4-FFF2-40B4-BE49-F238E27FC236}">
                <a16:creationId xmlns:a16="http://schemas.microsoft.com/office/drawing/2014/main" id="{22C4258E-EB7A-4E4D-9314-CE2407A297D8}"/>
              </a:ext>
            </a:extLst>
          </p:cNvPr>
          <p:cNvSpPr>
            <a:spLocks noGrp="1"/>
          </p:cNvSpPr>
          <p:nvPr/>
        </p:nvSpPr>
        <p:spPr>
          <a:xfrm>
            <a:off x="504110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5" name="A1_bar_GT_10741">
            <a:extLst>
              <a:ext uri="{FF2B5EF4-FFF2-40B4-BE49-F238E27FC236}">
                <a16:creationId xmlns:a16="http://schemas.microsoft.com/office/drawing/2014/main" id="{D9E6F63A-E3DB-493C-B334-29DA1A1461C0}"/>
              </a:ext>
            </a:extLst>
          </p:cNvPr>
          <p:cNvSpPr>
            <a:spLocks noGrp="1"/>
          </p:cNvSpPr>
          <p:nvPr/>
        </p:nvSpPr>
        <p:spPr>
          <a:xfrm>
            <a:off x="5003685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6" name="A1_bar_GT_10742">
            <a:extLst>
              <a:ext uri="{FF2B5EF4-FFF2-40B4-BE49-F238E27FC236}">
                <a16:creationId xmlns:a16="http://schemas.microsoft.com/office/drawing/2014/main" id="{02A0F624-DB22-439D-B4ED-0AF82B95E60C}"/>
              </a:ext>
            </a:extLst>
          </p:cNvPr>
          <p:cNvSpPr>
            <a:spLocks noGrp="1"/>
          </p:cNvSpPr>
          <p:nvPr/>
        </p:nvSpPr>
        <p:spPr>
          <a:xfrm>
            <a:off x="5088460" y="384972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7" name="A1_bar_GT_10743">
            <a:extLst>
              <a:ext uri="{FF2B5EF4-FFF2-40B4-BE49-F238E27FC236}">
                <a16:creationId xmlns:a16="http://schemas.microsoft.com/office/drawing/2014/main" id="{ED475BC6-36ED-48BC-A093-C2B439095FC2}"/>
              </a:ext>
            </a:extLst>
          </p:cNvPr>
          <p:cNvSpPr>
            <a:spLocks noGrp="1"/>
          </p:cNvSpPr>
          <p:nvPr/>
        </p:nvSpPr>
        <p:spPr>
          <a:xfrm>
            <a:off x="510724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8" name="A1_bar_GT_10744">
            <a:extLst>
              <a:ext uri="{FF2B5EF4-FFF2-40B4-BE49-F238E27FC236}">
                <a16:creationId xmlns:a16="http://schemas.microsoft.com/office/drawing/2014/main" id="{7EC2C24C-269A-4718-88E2-919B2EE9520D}"/>
              </a:ext>
            </a:extLst>
          </p:cNvPr>
          <p:cNvSpPr>
            <a:spLocks noGrp="1"/>
          </p:cNvSpPr>
          <p:nvPr/>
        </p:nvSpPr>
        <p:spPr>
          <a:xfrm>
            <a:off x="499913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9" name="A1_bar_GT_10745">
            <a:extLst>
              <a:ext uri="{FF2B5EF4-FFF2-40B4-BE49-F238E27FC236}">
                <a16:creationId xmlns:a16="http://schemas.microsoft.com/office/drawing/2014/main" id="{AA6D045C-028F-499F-813E-1F7FDEE7AECD}"/>
              </a:ext>
            </a:extLst>
          </p:cNvPr>
          <p:cNvSpPr>
            <a:spLocks noGrp="1"/>
          </p:cNvSpPr>
          <p:nvPr/>
        </p:nvSpPr>
        <p:spPr>
          <a:xfrm>
            <a:off x="4949982" y="531600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0" name="A1_bar_GT_10746">
            <a:extLst>
              <a:ext uri="{FF2B5EF4-FFF2-40B4-BE49-F238E27FC236}">
                <a16:creationId xmlns:a16="http://schemas.microsoft.com/office/drawing/2014/main" id="{11A62505-0F73-4CB1-ADF8-10FC9D55E304}"/>
              </a:ext>
            </a:extLst>
          </p:cNvPr>
          <p:cNvSpPr>
            <a:spLocks noGrp="1"/>
          </p:cNvSpPr>
          <p:nvPr/>
        </p:nvSpPr>
        <p:spPr>
          <a:xfrm>
            <a:off x="4968327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1" name="A1_bar_GT_10747">
            <a:extLst>
              <a:ext uri="{FF2B5EF4-FFF2-40B4-BE49-F238E27FC236}">
                <a16:creationId xmlns:a16="http://schemas.microsoft.com/office/drawing/2014/main" id="{29F77EB7-93A1-4D26-ACF1-348AF362E273}"/>
              </a:ext>
            </a:extLst>
          </p:cNvPr>
          <p:cNvSpPr>
            <a:spLocks noGrp="1"/>
          </p:cNvSpPr>
          <p:nvPr/>
        </p:nvSpPr>
        <p:spPr>
          <a:xfrm>
            <a:off x="499248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2" name="A1_bar_GT_10748">
            <a:extLst>
              <a:ext uri="{FF2B5EF4-FFF2-40B4-BE49-F238E27FC236}">
                <a16:creationId xmlns:a16="http://schemas.microsoft.com/office/drawing/2014/main" id="{D33CFC51-4A35-4493-ACAE-77B7ED6EFDE9}"/>
              </a:ext>
            </a:extLst>
          </p:cNvPr>
          <p:cNvSpPr>
            <a:spLocks noGrp="1"/>
          </p:cNvSpPr>
          <p:nvPr/>
        </p:nvSpPr>
        <p:spPr>
          <a:xfrm>
            <a:off x="503862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3" name="A1_bar_GT_10749">
            <a:extLst>
              <a:ext uri="{FF2B5EF4-FFF2-40B4-BE49-F238E27FC236}">
                <a16:creationId xmlns:a16="http://schemas.microsoft.com/office/drawing/2014/main" id="{2F1EFEC9-8CE5-4484-AE47-5731A00A21A8}"/>
              </a:ext>
            </a:extLst>
          </p:cNvPr>
          <p:cNvSpPr>
            <a:spLocks noGrp="1"/>
          </p:cNvSpPr>
          <p:nvPr/>
        </p:nvSpPr>
        <p:spPr>
          <a:xfrm>
            <a:off x="513474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4" name="A1_bar_GT_10750">
            <a:extLst>
              <a:ext uri="{FF2B5EF4-FFF2-40B4-BE49-F238E27FC236}">
                <a16:creationId xmlns:a16="http://schemas.microsoft.com/office/drawing/2014/main" id="{137FC9BA-F3A2-49EA-A640-F9D894B36A32}"/>
              </a:ext>
            </a:extLst>
          </p:cNvPr>
          <p:cNvSpPr>
            <a:spLocks noGrp="1"/>
          </p:cNvSpPr>
          <p:nvPr/>
        </p:nvSpPr>
        <p:spPr>
          <a:xfrm>
            <a:off x="4919276" y="45897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5" name="A1_bar_GT_10751">
            <a:extLst>
              <a:ext uri="{FF2B5EF4-FFF2-40B4-BE49-F238E27FC236}">
                <a16:creationId xmlns:a16="http://schemas.microsoft.com/office/drawing/2014/main" id="{441D6261-5BFD-4709-BD90-9A0723051262}"/>
              </a:ext>
            </a:extLst>
          </p:cNvPr>
          <p:cNvSpPr>
            <a:spLocks noGrp="1"/>
          </p:cNvSpPr>
          <p:nvPr/>
        </p:nvSpPr>
        <p:spPr>
          <a:xfrm>
            <a:off x="4992153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6" name="A1_bar_GT_10752">
            <a:extLst>
              <a:ext uri="{FF2B5EF4-FFF2-40B4-BE49-F238E27FC236}">
                <a16:creationId xmlns:a16="http://schemas.microsoft.com/office/drawing/2014/main" id="{99A00F8B-F38D-41CE-ACC3-815198D09916}"/>
              </a:ext>
            </a:extLst>
          </p:cNvPr>
          <p:cNvSpPr>
            <a:spLocks noGrp="1"/>
          </p:cNvSpPr>
          <p:nvPr/>
        </p:nvSpPr>
        <p:spPr>
          <a:xfrm>
            <a:off x="506212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7" name="A1_bar_GT_10753">
            <a:extLst>
              <a:ext uri="{FF2B5EF4-FFF2-40B4-BE49-F238E27FC236}">
                <a16:creationId xmlns:a16="http://schemas.microsoft.com/office/drawing/2014/main" id="{9A6C280D-38BD-4339-A586-52D14DEA00EC}"/>
              </a:ext>
            </a:extLst>
          </p:cNvPr>
          <p:cNvSpPr>
            <a:spLocks noGrp="1"/>
          </p:cNvSpPr>
          <p:nvPr/>
        </p:nvSpPr>
        <p:spPr>
          <a:xfrm>
            <a:off x="500212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8" name="A1_bar_GT_10754">
            <a:extLst>
              <a:ext uri="{FF2B5EF4-FFF2-40B4-BE49-F238E27FC236}">
                <a16:creationId xmlns:a16="http://schemas.microsoft.com/office/drawing/2014/main" id="{3B4F57FD-22EB-48A8-979D-711FAB858DF6}"/>
              </a:ext>
            </a:extLst>
          </p:cNvPr>
          <p:cNvSpPr>
            <a:spLocks noGrp="1"/>
          </p:cNvSpPr>
          <p:nvPr/>
        </p:nvSpPr>
        <p:spPr>
          <a:xfrm>
            <a:off x="497415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9" name="A1_bar_GT_10755">
            <a:extLst>
              <a:ext uri="{FF2B5EF4-FFF2-40B4-BE49-F238E27FC236}">
                <a16:creationId xmlns:a16="http://schemas.microsoft.com/office/drawing/2014/main" id="{8045F9AC-5F70-46E7-BA3D-4006E0A06456}"/>
              </a:ext>
            </a:extLst>
          </p:cNvPr>
          <p:cNvSpPr>
            <a:spLocks noGrp="1"/>
          </p:cNvSpPr>
          <p:nvPr/>
        </p:nvSpPr>
        <p:spPr>
          <a:xfrm>
            <a:off x="514800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0" name="A1_bar_GT_10756">
            <a:extLst>
              <a:ext uri="{FF2B5EF4-FFF2-40B4-BE49-F238E27FC236}">
                <a16:creationId xmlns:a16="http://schemas.microsoft.com/office/drawing/2014/main" id="{B5402D2B-8597-4AD8-A2EC-FF4622D27D71}"/>
              </a:ext>
            </a:extLst>
          </p:cNvPr>
          <p:cNvSpPr>
            <a:spLocks noGrp="1"/>
          </p:cNvSpPr>
          <p:nvPr/>
        </p:nvSpPr>
        <p:spPr>
          <a:xfrm>
            <a:off x="499109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1" name="A1_bar_GT_10757">
            <a:extLst>
              <a:ext uri="{FF2B5EF4-FFF2-40B4-BE49-F238E27FC236}">
                <a16:creationId xmlns:a16="http://schemas.microsoft.com/office/drawing/2014/main" id="{5D2787CB-E3FD-4452-829E-91E801323FC6}"/>
              </a:ext>
            </a:extLst>
          </p:cNvPr>
          <p:cNvSpPr>
            <a:spLocks noGrp="1"/>
          </p:cNvSpPr>
          <p:nvPr/>
        </p:nvSpPr>
        <p:spPr>
          <a:xfrm>
            <a:off x="5097110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2" name="A1_bar_GT_10758">
            <a:extLst>
              <a:ext uri="{FF2B5EF4-FFF2-40B4-BE49-F238E27FC236}">
                <a16:creationId xmlns:a16="http://schemas.microsoft.com/office/drawing/2014/main" id="{78F8467A-EB95-4200-879F-D1FEB3A7E7ED}"/>
              </a:ext>
            </a:extLst>
          </p:cNvPr>
          <p:cNvSpPr>
            <a:spLocks noGrp="1"/>
          </p:cNvSpPr>
          <p:nvPr/>
        </p:nvSpPr>
        <p:spPr>
          <a:xfrm>
            <a:off x="4934038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3" name="A1_bar_GT_10759">
            <a:extLst>
              <a:ext uri="{FF2B5EF4-FFF2-40B4-BE49-F238E27FC236}">
                <a16:creationId xmlns:a16="http://schemas.microsoft.com/office/drawing/2014/main" id="{B75A631D-B9BB-4AC4-AF1D-2568E6BAA1FD}"/>
              </a:ext>
            </a:extLst>
          </p:cNvPr>
          <p:cNvSpPr>
            <a:spLocks noGrp="1"/>
          </p:cNvSpPr>
          <p:nvPr/>
        </p:nvSpPr>
        <p:spPr>
          <a:xfrm>
            <a:off x="5057699" y="37576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4" name="A1_bar_GT_10760">
            <a:extLst>
              <a:ext uri="{FF2B5EF4-FFF2-40B4-BE49-F238E27FC236}">
                <a16:creationId xmlns:a16="http://schemas.microsoft.com/office/drawing/2014/main" id="{E65C652B-2F68-4062-84B1-92BCC46818A7}"/>
              </a:ext>
            </a:extLst>
          </p:cNvPr>
          <p:cNvSpPr>
            <a:spLocks noGrp="1"/>
          </p:cNvSpPr>
          <p:nvPr/>
        </p:nvSpPr>
        <p:spPr>
          <a:xfrm>
            <a:off x="4916902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5" name="A1_bar_GT_10761">
            <a:extLst>
              <a:ext uri="{FF2B5EF4-FFF2-40B4-BE49-F238E27FC236}">
                <a16:creationId xmlns:a16="http://schemas.microsoft.com/office/drawing/2014/main" id="{29468E48-628D-4A6E-8291-7C09F45215ED}"/>
              </a:ext>
            </a:extLst>
          </p:cNvPr>
          <p:cNvSpPr>
            <a:spLocks noGrp="1"/>
          </p:cNvSpPr>
          <p:nvPr/>
        </p:nvSpPr>
        <p:spPr>
          <a:xfrm>
            <a:off x="501757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6" name="A1_bar_GT_10762">
            <a:extLst>
              <a:ext uri="{FF2B5EF4-FFF2-40B4-BE49-F238E27FC236}">
                <a16:creationId xmlns:a16="http://schemas.microsoft.com/office/drawing/2014/main" id="{E634A118-7F63-482E-8F2E-6B1F3F631626}"/>
              </a:ext>
            </a:extLst>
          </p:cNvPr>
          <p:cNvSpPr>
            <a:spLocks noGrp="1"/>
          </p:cNvSpPr>
          <p:nvPr/>
        </p:nvSpPr>
        <p:spPr>
          <a:xfrm>
            <a:off x="496305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7" name="A1_bar_GT_10763">
            <a:extLst>
              <a:ext uri="{FF2B5EF4-FFF2-40B4-BE49-F238E27FC236}">
                <a16:creationId xmlns:a16="http://schemas.microsoft.com/office/drawing/2014/main" id="{7130D5CF-5F67-49E8-AC85-7977B5B67695}"/>
              </a:ext>
            </a:extLst>
          </p:cNvPr>
          <p:cNvSpPr>
            <a:spLocks noGrp="1"/>
          </p:cNvSpPr>
          <p:nvPr/>
        </p:nvSpPr>
        <p:spPr>
          <a:xfrm>
            <a:off x="5025542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8" name="A1_bar_GT_10764">
            <a:extLst>
              <a:ext uri="{FF2B5EF4-FFF2-40B4-BE49-F238E27FC236}">
                <a16:creationId xmlns:a16="http://schemas.microsoft.com/office/drawing/2014/main" id="{AAC9998C-0376-44F6-BF12-EF9D0750A0DD}"/>
              </a:ext>
            </a:extLst>
          </p:cNvPr>
          <p:cNvSpPr>
            <a:spLocks noGrp="1"/>
          </p:cNvSpPr>
          <p:nvPr/>
        </p:nvSpPr>
        <p:spPr>
          <a:xfrm>
            <a:off x="5112106" y="29694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9" name="A1_bar_GT_10765">
            <a:extLst>
              <a:ext uri="{FF2B5EF4-FFF2-40B4-BE49-F238E27FC236}">
                <a16:creationId xmlns:a16="http://schemas.microsoft.com/office/drawing/2014/main" id="{80033451-A432-4363-ABBB-59ED44ABB67C}"/>
              </a:ext>
            </a:extLst>
          </p:cNvPr>
          <p:cNvSpPr>
            <a:spLocks noGrp="1"/>
          </p:cNvSpPr>
          <p:nvPr/>
        </p:nvSpPr>
        <p:spPr>
          <a:xfrm>
            <a:off x="5072526" y="32127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0" name="A1_bar_GT_10766">
            <a:extLst>
              <a:ext uri="{FF2B5EF4-FFF2-40B4-BE49-F238E27FC236}">
                <a16:creationId xmlns:a16="http://schemas.microsoft.com/office/drawing/2014/main" id="{62D459B4-5367-4B83-86ED-21308F36F956}"/>
              </a:ext>
            </a:extLst>
          </p:cNvPr>
          <p:cNvSpPr>
            <a:spLocks noGrp="1"/>
          </p:cNvSpPr>
          <p:nvPr/>
        </p:nvSpPr>
        <p:spPr>
          <a:xfrm>
            <a:off x="503112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1" name="A1_bar_GT_10767">
            <a:extLst>
              <a:ext uri="{FF2B5EF4-FFF2-40B4-BE49-F238E27FC236}">
                <a16:creationId xmlns:a16="http://schemas.microsoft.com/office/drawing/2014/main" id="{7FCEE1D2-427F-45FE-8370-BD5E204310B3}"/>
              </a:ext>
            </a:extLst>
          </p:cNvPr>
          <p:cNvSpPr>
            <a:spLocks noGrp="1"/>
          </p:cNvSpPr>
          <p:nvPr/>
        </p:nvSpPr>
        <p:spPr>
          <a:xfrm>
            <a:off x="5138373" y="46550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2" name="A1_bar_GT_10768">
            <a:extLst>
              <a:ext uri="{FF2B5EF4-FFF2-40B4-BE49-F238E27FC236}">
                <a16:creationId xmlns:a16="http://schemas.microsoft.com/office/drawing/2014/main" id="{3DF8D8C2-5F20-4C53-9C94-966B615B75F2}"/>
              </a:ext>
            </a:extLst>
          </p:cNvPr>
          <p:cNvSpPr>
            <a:spLocks noGrp="1"/>
          </p:cNvSpPr>
          <p:nvPr/>
        </p:nvSpPr>
        <p:spPr>
          <a:xfrm>
            <a:off x="5023442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3" name="A1_bar_GT_10769">
            <a:extLst>
              <a:ext uri="{FF2B5EF4-FFF2-40B4-BE49-F238E27FC236}">
                <a16:creationId xmlns:a16="http://schemas.microsoft.com/office/drawing/2014/main" id="{9160E226-0F25-4CC9-9DBE-C8F0F772AA25}"/>
              </a:ext>
            </a:extLst>
          </p:cNvPr>
          <p:cNvSpPr>
            <a:spLocks noGrp="1"/>
          </p:cNvSpPr>
          <p:nvPr/>
        </p:nvSpPr>
        <p:spPr>
          <a:xfrm>
            <a:off x="514880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4" name="A1_bar_GT_10770">
            <a:extLst>
              <a:ext uri="{FF2B5EF4-FFF2-40B4-BE49-F238E27FC236}">
                <a16:creationId xmlns:a16="http://schemas.microsoft.com/office/drawing/2014/main" id="{B25DFACB-BB72-4905-8379-78D014F251B5}"/>
              </a:ext>
            </a:extLst>
          </p:cNvPr>
          <p:cNvSpPr>
            <a:spLocks noGrp="1"/>
          </p:cNvSpPr>
          <p:nvPr/>
        </p:nvSpPr>
        <p:spPr>
          <a:xfrm>
            <a:off x="513739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5" name="A1_bar_GT_10771">
            <a:extLst>
              <a:ext uri="{FF2B5EF4-FFF2-40B4-BE49-F238E27FC236}">
                <a16:creationId xmlns:a16="http://schemas.microsoft.com/office/drawing/2014/main" id="{116AE0CE-776E-4292-B835-8E2EAE5284ED}"/>
              </a:ext>
            </a:extLst>
          </p:cNvPr>
          <p:cNvSpPr>
            <a:spLocks noGrp="1"/>
          </p:cNvSpPr>
          <p:nvPr/>
        </p:nvSpPr>
        <p:spPr>
          <a:xfrm>
            <a:off x="5130597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6" name="A1_bar_GT_10772">
            <a:extLst>
              <a:ext uri="{FF2B5EF4-FFF2-40B4-BE49-F238E27FC236}">
                <a16:creationId xmlns:a16="http://schemas.microsoft.com/office/drawing/2014/main" id="{951222D7-10A7-4B67-A532-FC058A3ACDF8}"/>
              </a:ext>
            </a:extLst>
          </p:cNvPr>
          <p:cNvSpPr>
            <a:spLocks noGrp="1"/>
          </p:cNvSpPr>
          <p:nvPr/>
        </p:nvSpPr>
        <p:spPr>
          <a:xfrm>
            <a:off x="5070903" y="38282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7" name="A1_bar_GT_10773">
            <a:extLst>
              <a:ext uri="{FF2B5EF4-FFF2-40B4-BE49-F238E27FC236}">
                <a16:creationId xmlns:a16="http://schemas.microsoft.com/office/drawing/2014/main" id="{EF9080B8-5646-45FB-A552-B7D74811440C}"/>
              </a:ext>
            </a:extLst>
          </p:cNvPr>
          <p:cNvSpPr>
            <a:spLocks noGrp="1"/>
          </p:cNvSpPr>
          <p:nvPr/>
        </p:nvSpPr>
        <p:spPr>
          <a:xfrm>
            <a:off x="5056988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8" name="A1_bar_GT_10774">
            <a:extLst>
              <a:ext uri="{FF2B5EF4-FFF2-40B4-BE49-F238E27FC236}">
                <a16:creationId xmlns:a16="http://schemas.microsoft.com/office/drawing/2014/main" id="{0A15BB2B-0A77-45E1-A1F4-737E8BDD1617}"/>
              </a:ext>
            </a:extLst>
          </p:cNvPr>
          <p:cNvSpPr>
            <a:spLocks noGrp="1"/>
          </p:cNvSpPr>
          <p:nvPr/>
        </p:nvSpPr>
        <p:spPr>
          <a:xfrm>
            <a:off x="496789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9" name="A1_bar_GT_10775">
            <a:extLst>
              <a:ext uri="{FF2B5EF4-FFF2-40B4-BE49-F238E27FC236}">
                <a16:creationId xmlns:a16="http://schemas.microsoft.com/office/drawing/2014/main" id="{25E4A393-1383-47EB-9FE0-7CE5E8C17BB8}"/>
              </a:ext>
            </a:extLst>
          </p:cNvPr>
          <p:cNvSpPr>
            <a:spLocks noGrp="1"/>
          </p:cNvSpPr>
          <p:nvPr/>
        </p:nvSpPr>
        <p:spPr>
          <a:xfrm>
            <a:off x="493701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0" name="A1_bar_GT_10776">
            <a:extLst>
              <a:ext uri="{FF2B5EF4-FFF2-40B4-BE49-F238E27FC236}">
                <a16:creationId xmlns:a16="http://schemas.microsoft.com/office/drawing/2014/main" id="{64F0BF8E-8A54-4BDA-94F8-041CA8245A06}"/>
              </a:ext>
            </a:extLst>
          </p:cNvPr>
          <p:cNvSpPr>
            <a:spLocks noGrp="1"/>
          </p:cNvSpPr>
          <p:nvPr/>
        </p:nvSpPr>
        <p:spPr>
          <a:xfrm>
            <a:off x="5141330" y="41696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1" name="A1_bar_GT_10777">
            <a:extLst>
              <a:ext uri="{FF2B5EF4-FFF2-40B4-BE49-F238E27FC236}">
                <a16:creationId xmlns:a16="http://schemas.microsoft.com/office/drawing/2014/main" id="{A376CA9E-DDD8-4FF2-8A13-34B5AEAB2519}"/>
              </a:ext>
            </a:extLst>
          </p:cNvPr>
          <p:cNvSpPr>
            <a:spLocks noGrp="1"/>
          </p:cNvSpPr>
          <p:nvPr/>
        </p:nvSpPr>
        <p:spPr>
          <a:xfrm>
            <a:off x="50620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2" name="A1_bar_GT_10778">
            <a:extLst>
              <a:ext uri="{FF2B5EF4-FFF2-40B4-BE49-F238E27FC236}">
                <a16:creationId xmlns:a16="http://schemas.microsoft.com/office/drawing/2014/main" id="{9B4ADF29-A9F5-486A-B027-CD62E235FE3F}"/>
              </a:ext>
            </a:extLst>
          </p:cNvPr>
          <p:cNvSpPr>
            <a:spLocks noGrp="1"/>
          </p:cNvSpPr>
          <p:nvPr/>
        </p:nvSpPr>
        <p:spPr>
          <a:xfrm>
            <a:off x="508133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3" name="A1_bar_GT_10779">
            <a:extLst>
              <a:ext uri="{FF2B5EF4-FFF2-40B4-BE49-F238E27FC236}">
                <a16:creationId xmlns:a16="http://schemas.microsoft.com/office/drawing/2014/main" id="{25DF17D0-BE39-4EFC-92A1-F443D31D5957}"/>
              </a:ext>
            </a:extLst>
          </p:cNvPr>
          <p:cNvSpPr>
            <a:spLocks noGrp="1"/>
          </p:cNvSpPr>
          <p:nvPr/>
        </p:nvSpPr>
        <p:spPr>
          <a:xfrm>
            <a:off x="5038540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4" name="A1_bar_GT_10780">
            <a:extLst>
              <a:ext uri="{FF2B5EF4-FFF2-40B4-BE49-F238E27FC236}">
                <a16:creationId xmlns:a16="http://schemas.microsoft.com/office/drawing/2014/main" id="{30A55767-2057-44E3-BB35-92796652E946}"/>
              </a:ext>
            </a:extLst>
          </p:cNvPr>
          <p:cNvSpPr>
            <a:spLocks noGrp="1"/>
          </p:cNvSpPr>
          <p:nvPr/>
        </p:nvSpPr>
        <p:spPr>
          <a:xfrm>
            <a:off x="498910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5" name="A1_bar_GT_10781">
            <a:extLst>
              <a:ext uri="{FF2B5EF4-FFF2-40B4-BE49-F238E27FC236}">
                <a16:creationId xmlns:a16="http://schemas.microsoft.com/office/drawing/2014/main" id="{8711BE3B-2DCC-451D-A93D-F7D097A3F261}"/>
              </a:ext>
            </a:extLst>
          </p:cNvPr>
          <p:cNvSpPr>
            <a:spLocks noGrp="1"/>
          </p:cNvSpPr>
          <p:nvPr/>
        </p:nvSpPr>
        <p:spPr>
          <a:xfrm>
            <a:off x="4929412" y="43457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6" name="A1_bar_GT_10782">
            <a:extLst>
              <a:ext uri="{FF2B5EF4-FFF2-40B4-BE49-F238E27FC236}">
                <a16:creationId xmlns:a16="http://schemas.microsoft.com/office/drawing/2014/main" id="{36136E1D-06B8-4F1D-9E5D-45749617B300}"/>
              </a:ext>
            </a:extLst>
          </p:cNvPr>
          <p:cNvSpPr>
            <a:spLocks noGrp="1"/>
          </p:cNvSpPr>
          <p:nvPr/>
        </p:nvSpPr>
        <p:spPr>
          <a:xfrm>
            <a:off x="512135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7" name="A1_bar_GT_10783">
            <a:extLst>
              <a:ext uri="{FF2B5EF4-FFF2-40B4-BE49-F238E27FC236}">
                <a16:creationId xmlns:a16="http://schemas.microsoft.com/office/drawing/2014/main" id="{1460CE56-452D-4459-8F47-85FC5772A8F9}"/>
              </a:ext>
            </a:extLst>
          </p:cNvPr>
          <p:cNvSpPr>
            <a:spLocks noGrp="1"/>
          </p:cNvSpPr>
          <p:nvPr/>
        </p:nvSpPr>
        <p:spPr>
          <a:xfrm>
            <a:off x="4973281" y="52437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8" name="A1_bar_GT_10784">
            <a:extLst>
              <a:ext uri="{FF2B5EF4-FFF2-40B4-BE49-F238E27FC236}">
                <a16:creationId xmlns:a16="http://schemas.microsoft.com/office/drawing/2014/main" id="{7BFA9100-D5F3-440C-9268-CA63233703CA}"/>
              </a:ext>
            </a:extLst>
          </p:cNvPr>
          <p:cNvSpPr>
            <a:spLocks noGrp="1"/>
          </p:cNvSpPr>
          <p:nvPr/>
        </p:nvSpPr>
        <p:spPr>
          <a:xfrm>
            <a:off x="49840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9" name="A1_bar_GT_10785">
            <a:extLst>
              <a:ext uri="{FF2B5EF4-FFF2-40B4-BE49-F238E27FC236}">
                <a16:creationId xmlns:a16="http://schemas.microsoft.com/office/drawing/2014/main" id="{65835AB4-6B4F-4721-84DD-78DAB2FCFC17}"/>
              </a:ext>
            </a:extLst>
          </p:cNvPr>
          <p:cNvSpPr>
            <a:spLocks noGrp="1"/>
          </p:cNvSpPr>
          <p:nvPr/>
        </p:nvSpPr>
        <p:spPr>
          <a:xfrm>
            <a:off x="491808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0" name="A1_bar_GT_10786">
            <a:extLst>
              <a:ext uri="{FF2B5EF4-FFF2-40B4-BE49-F238E27FC236}">
                <a16:creationId xmlns:a16="http://schemas.microsoft.com/office/drawing/2014/main" id="{D340C1BF-D737-464B-880B-12AF8171C4DF}"/>
              </a:ext>
            </a:extLst>
          </p:cNvPr>
          <p:cNvSpPr>
            <a:spLocks noGrp="1"/>
          </p:cNvSpPr>
          <p:nvPr/>
        </p:nvSpPr>
        <p:spPr>
          <a:xfrm>
            <a:off x="5140654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1" name="A1_bar_GT_10787">
            <a:extLst>
              <a:ext uri="{FF2B5EF4-FFF2-40B4-BE49-F238E27FC236}">
                <a16:creationId xmlns:a16="http://schemas.microsoft.com/office/drawing/2014/main" id="{EA69D08E-698F-4D7E-8CBE-6DC14533B910}"/>
              </a:ext>
            </a:extLst>
          </p:cNvPr>
          <p:cNvSpPr>
            <a:spLocks noGrp="1"/>
          </p:cNvSpPr>
          <p:nvPr/>
        </p:nvSpPr>
        <p:spPr>
          <a:xfrm>
            <a:off x="503758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2" name="A1_bar_GT_10788">
            <a:extLst>
              <a:ext uri="{FF2B5EF4-FFF2-40B4-BE49-F238E27FC236}">
                <a16:creationId xmlns:a16="http://schemas.microsoft.com/office/drawing/2014/main" id="{C86D382B-E288-4F92-ADC3-2A242348F823}"/>
              </a:ext>
            </a:extLst>
          </p:cNvPr>
          <p:cNvSpPr>
            <a:spLocks noGrp="1"/>
          </p:cNvSpPr>
          <p:nvPr/>
        </p:nvSpPr>
        <p:spPr>
          <a:xfrm>
            <a:off x="503982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3" name="A1_bar_GT_10789">
            <a:extLst>
              <a:ext uri="{FF2B5EF4-FFF2-40B4-BE49-F238E27FC236}">
                <a16:creationId xmlns:a16="http://schemas.microsoft.com/office/drawing/2014/main" id="{45F5A0C7-18FC-4EF8-92FF-F3A32EFD535A}"/>
              </a:ext>
            </a:extLst>
          </p:cNvPr>
          <p:cNvSpPr>
            <a:spLocks noGrp="1"/>
          </p:cNvSpPr>
          <p:nvPr/>
        </p:nvSpPr>
        <p:spPr>
          <a:xfrm>
            <a:off x="4952130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4" name="A1_bar_GT_10790">
            <a:extLst>
              <a:ext uri="{FF2B5EF4-FFF2-40B4-BE49-F238E27FC236}">
                <a16:creationId xmlns:a16="http://schemas.microsoft.com/office/drawing/2014/main" id="{83EF7E6A-D765-44E2-8E1B-889A51A153E6}"/>
              </a:ext>
            </a:extLst>
          </p:cNvPr>
          <p:cNvSpPr>
            <a:spLocks noGrp="1"/>
          </p:cNvSpPr>
          <p:nvPr/>
        </p:nvSpPr>
        <p:spPr>
          <a:xfrm>
            <a:off x="5089428" y="55770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5" name="A1_bar_GT_10791">
            <a:extLst>
              <a:ext uri="{FF2B5EF4-FFF2-40B4-BE49-F238E27FC236}">
                <a16:creationId xmlns:a16="http://schemas.microsoft.com/office/drawing/2014/main" id="{C24BF4EA-CBEF-4B32-B89E-E09FACA7791A}"/>
              </a:ext>
            </a:extLst>
          </p:cNvPr>
          <p:cNvSpPr>
            <a:spLocks noGrp="1"/>
          </p:cNvSpPr>
          <p:nvPr/>
        </p:nvSpPr>
        <p:spPr>
          <a:xfrm>
            <a:off x="500525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6" name="A1_bar_GT_10792">
            <a:extLst>
              <a:ext uri="{FF2B5EF4-FFF2-40B4-BE49-F238E27FC236}">
                <a16:creationId xmlns:a16="http://schemas.microsoft.com/office/drawing/2014/main" id="{34A498AC-6B11-4397-863D-C3D05552E381}"/>
              </a:ext>
            </a:extLst>
          </p:cNvPr>
          <p:cNvSpPr>
            <a:spLocks noGrp="1"/>
          </p:cNvSpPr>
          <p:nvPr/>
        </p:nvSpPr>
        <p:spPr>
          <a:xfrm>
            <a:off x="499141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7" name="A1_bar_GT_10793">
            <a:extLst>
              <a:ext uri="{FF2B5EF4-FFF2-40B4-BE49-F238E27FC236}">
                <a16:creationId xmlns:a16="http://schemas.microsoft.com/office/drawing/2014/main" id="{80C9650D-42FA-43AD-B854-A4EDFF48AB0B}"/>
              </a:ext>
            </a:extLst>
          </p:cNvPr>
          <p:cNvSpPr>
            <a:spLocks noGrp="1"/>
          </p:cNvSpPr>
          <p:nvPr/>
        </p:nvSpPr>
        <p:spPr>
          <a:xfrm>
            <a:off x="5137722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8" name="A1_bar_GT_10794">
            <a:extLst>
              <a:ext uri="{FF2B5EF4-FFF2-40B4-BE49-F238E27FC236}">
                <a16:creationId xmlns:a16="http://schemas.microsoft.com/office/drawing/2014/main" id="{3110C943-3434-4B3A-91C9-519DBF3B9791}"/>
              </a:ext>
            </a:extLst>
          </p:cNvPr>
          <p:cNvSpPr>
            <a:spLocks noGrp="1"/>
          </p:cNvSpPr>
          <p:nvPr/>
        </p:nvSpPr>
        <p:spPr>
          <a:xfrm>
            <a:off x="5155680" y="46138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9" name="A1_bar_GT_10795">
            <a:extLst>
              <a:ext uri="{FF2B5EF4-FFF2-40B4-BE49-F238E27FC236}">
                <a16:creationId xmlns:a16="http://schemas.microsoft.com/office/drawing/2014/main" id="{4276594E-AB74-48EE-B591-C0C93F8FEDC2}"/>
              </a:ext>
            </a:extLst>
          </p:cNvPr>
          <p:cNvSpPr>
            <a:spLocks noGrp="1"/>
          </p:cNvSpPr>
          <p:nvPr/>
        </p:nvSpPr>
        <p:spPr>
          <a:xfrm>
            <a:off x="496038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0" name="A1_bar_GT_10796">
            <a:extLst>
              <a:ext uri="{FF2B5EF4-FFF2-40B4-BE49-F238E27FC236}">
                <a16:creationId xmlns:a16="http://schemas.microsoft.com/office/drawing/2014/main" id="{DC83154B-6AB6-4309-8E07-50F57B68ED64}"/>
              </a:ext>
            </a:extLst>
          </p:cNvPr>
          <p:cNvSpPr>
            <a:spLocks noGrp="1"/>
          </p:cNvSpPr>
          <p:nvPr/>
        </p:nvSpPr>
        <p:spPr>
          <a:xfrm>
            <a:off x="5099765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1" name="A1_bar_GT_10797">
            <a:extLst>
              <a:ext uri="{FF2B5EF4-FFF2-40B4-BE49-F238E27FC236}">
                <a16:creationId xmlns:a16="http://schemas.microsoft.com/office/drawing/2014/main" id="{694031E4-D964-4A5B-B1BB-421F74E5E1A2}"/>
              </a:ext>
            </a:extLst>
          </p:cNvPr>
          <p:cNvSpPr>
            <a:spLocks noGrp="1"/>
          </p:cNvSpPr>
          <p:nvPr/>
        </p:nvSpPr>
        <p:spPr>
          <a:xfrm>
            <a:off x="5166932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2" name="A1_bar_GT_10798">
            <a:extLst>
              <a:ext uri="{FF2B5EF4-FFF2-40B4-BE49-F238E27FC236}">
                <a16:creationId xmlns:a16="http://schemas.microsoft.com/office/drawing/2014/main" id="{E2DE7555-BC4F-46A5-8EAB-9A028F3FE49D}"/>
              </a:ext>
            </a:extLst>
          </p:cNvPr>
          <p:cNvSpPr>
            <a:spLocks noGrp="1"/>
          </p:cNvSpPr>
          <p:nvPr/>
        </p:nvSpPr>
        <p:spPr>
          <a:xfrm>
            <a:off x="500305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3" name="A1_bar_GT_10799">
            <a:extLst>
              <a:ext uri="{FF2B5EF4-FFF2-40B4-BE49-F238E27FC236}">
                <a16:creationId xmlns:a16="http://schemas.microsoft.com/office/drawing/2014/main" id="{7F45EB8C-8E27-4502-85A7-22A4E7DB13BE}"/>
              </a:ext>
            </a:extLst>
          </p:cNvPr>
          <p:cNvSpPr>
            <a:spLocks noGrp="1"/>
          </p:cNvSpPr>
          <p:nvPr/>
        </p:nvSpPr>
        <p:spPr>
          <a:xfrm>
            <a:off x="5045213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4" name="A1_bar_GT_10800">
            <a:extLst>
              <a:ext uri="{FF2B5EF4-FFF2-40B4-BE49-F238E27FC236}">
                <a16:creationId xmlns:a16="http://schemas.microsoft.com/office/drawing/2014/main" id="{B807FF86-A862-4D6F-86D1-30867438A8A7}"/>
              </a:ext>
            </a:extLst>
          </p:cNvPr>
          <p:cNvSpPr>
            <a:spLocks noGrp="1"/>
          </p:cNvSpPr>
          <p:nvPr/>
        </p:nvSpPr>
        <p:spPr>
          <a:xfrm>
            <a:off x="4973228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5" name="A1_bar_GT_10801">
            <a:extLst>
              <a:ext uri="{FF2B5EF4-FFF2-40B4-BE49-F238E27FC236}">
                <a16:creationId xmlns:a16="http://schemas.microsoft.com/office/drawing/2014/main" id="{E2301D6C-5DCE-4E38-9AA9-069B7A259FBC}"/>
              </a:ext>
            </a:extLst>
          </p:cNvPr>
          <p:cNvSpPr>
            <a:spLocks noGrp="1"/>
          </p:cNvSpPr>
          <p:nvPr/>
        </p:nvSpPr>
        <p:spPr>
          <a:xfrm>
            <a:off x="510113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6" name="A1_bar_GT_10802">
            <a:extLst>
              <a:ext uri="{FF2B5EF4-FFF2-40B4-BE49-F238E27FC236}">
                <a16:creationId xmlns:a16="http://schemas.microsoft.com/office/drawing/2014/main" id="{4477B37B-45E5-4A95-A83B-136744282C36}"/>
              </a:ext>
            </a:extLst>
          </p:cNvPr>
          <p:cNvSpPr>
            <a:spLocks noGrp="1"/>
          </p:cNvSpPr>
          <p:nvPr/>
        </p:nvSpPr>
        <p:spPr>
          <a:xfrm>
            <a:off x="4927661" y="48766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7" name="A1_bar_GT_10803">
            <a:extLst>
              <a:ext uri="{FF2B5EF4-FFF2-40B4-BE49-F238E27FC236}">
                <a16:creationId xmlns:a16="http://schemas.microsoft.com/office/drawing/2014/main" id="{57D7B3D2-1155-4C49-9F56-2B4972C57FBA}"/>
              </a:ext>
            </a:extLst>
          </p:cNvPr>
          <p:cNvSpPr>
            <a:spLocks noGrp="1"/>
          </p:cNvSpPr>
          <p:nvPr/>
        </p:nvSpPr>
        <p:spPr>
          <a:xfrm>
            <a:off x="508884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8" name="A1_bar_GT_10804">
            <a:extLst>
              <a:ext uri="{FF2B5EF4-FFF2-40B4-BE49-F238E27FC236}">
                <a16:creationId xmlns:a16="http://schemas.microsoft.com/office/drawing/2014/main" id="{13819C07-BE0D-4144-B48F-6F16CD04E23E}"/>
              </a:ext>
            </a:extLst>
          </p:cNvPr>
          <p:cNvSpPr>
            <a:spLocks noGrp="1"/>
          </p:cNvSpPr>
          <p:nvPr/>
        </p:nvSpPr>
        <p:spPr>
          <a:xfrm>
            <a:off x="5011913" y="57831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9" name="A1_bar_GT_10805">
            <a:extLst>
              <a:ext uri="{FF2B5EF4-FFF2-40B4-BE49-F238E27FC236}">
                <a16:creationId xmlns:a16="http://schemas.microsoft.com/office/drawing/2014/main" id="{CBBA8625-F23C-4560-9E9F-A21BE2D3CA60}"/>
              </a:ext>
            </a:extLst>
          </p:cNvPr>
          <p:cNvSpPr>
            <a:spLocks noGrp="1"/>
          </p:cNvSpPr>
          <p:nvPr/>
        </p:nvSpPr>
        <p:spPr>
          <a:xfrm>
            <a:off x="4933638" y="525855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0" name="A1_bar_GT_10806">
            <a:extLst>
              <a:ext uri="{FF2B5EF4-FFF2-40B4-BE49-F238E27FC236}">
                <a16:creationId xmlns:a16="http://schemas.microsoft.com/office/drawing/2014/main" id="{75C972BD-F18C-4D99-AB4E-FC19031CF6CA}"/>
              </a:ext>
            </a:extLst>
          </p:cNvPr>
          <p:cNvSpPr>
            <a:spLocks noGrp="1"/>
          </p:cNvSpPr>
          <p:nvPr/>
        </p:nvSpPr>
        <p:spPr>
          <a:xfrm>
            <a:off x="5016350" y="39420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1" name="A1_bar_GT_10807">
            <a:extLst>
              <a:ext uri="{FF2B5EF4-FFF2-40B4-BE49-F238E27FC236}">
                <a16:creationId xmlns:a16="http://schemas.microsoft.com/office/drawing/2014/main" id="{545D2E87-44D4-4D45-9129-BFF74F0AB29B}"/>
              </a:ext>
            </a:extLst>
          </p:cNvPr>
          <p:cNvSpPr>
            <a:spLocks noGrp="1"/>
          </p:cNvSpPr>
          <p:nvPr/>
        </p:nvSpPr>
        <p:spPr>
          <a:xfrm>
            <a:off x="510665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2" name="A1_bar_GT_10808">
            <a:extLst>
              <a:ext uri="{FF2B5EF4-FFF2-40B4-BE49-F238E27FC236}">
                <a16:creationId xmlns:a16="http://schemas.microsoft.com/office/drawing/2014/main" id="{C996EF6A-7D18-4D7F-B16C-29B75EE06248}"/>
              </a:ext>
            </a:extLst>
          </p:cNvPr>
          <p:cNvSpPr>
            <a:spLocks noGrp="1"/>
          </p:cNvSpPr>
          <p:nvPr/>
        </p:nvSpPr>
        <p:spPr>
          <a:xfrm>
            <a:off x="5028376" y="30163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3" name="A1_bar_GT_10809">
            <a:extLst>
              <a:ext uri="{FF2B5EF4-FFF2-40B4-BE49-F238E27FC236}">
                <a16:creationId xmlns:a16="http://schemas.microsoft.com/office/drawing/2014/main" id="{B32EE9A2-FA38-4E94-8F10-D7063D92326E}"/>
              </a:ext>
            </a:extLst>
          </p:cNvPr>
          <p:cNvSpPr>
            <a:spLocks noGrp="1"/>
          </p:cNvSpPr>
          <p:nvPr/>
        </p:nvSpPr>
        <p:spPr>
          <a:xfrm>
            <a:off x="502633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4" name="A1_bar_GT_10810">
            <a:extLst>
              <a:ext uri="{FF2B5EF4-FFF2-40B4-BE49-F238E27FC236}">
                <a16:creationId xmlns:a16="http://schemas.microsoft.com/office/drawing/2014/main" id="{34E61102-4035-4267-B2E1-6798834A4E8D}"/>
              </a:ext>
            </a:extLst>
          </p:cNvPr>
          <p:cNvSpPr>
            <a:spLocks noGrp="1"/>
          </p:cNvSpPr>
          <p:nvPr/>
        </p:nvSpPr>
        <p:spPr>
          <a:xfrm>
            <a:off x="5032726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5" name="A1_bar_GT_10811">
            <a:extLst>
              <a:ext uri="{FF2B5EF4-FFF2-40B4-BE49-F238E27FC236}">
                <a16:creationId xmlns:a16="http://schemas.microsoft.com/office/drawing/2014/main" id="{CC0E9E52-BD83-4DFE-9FFE-ED36D9C3AA7F}"/>
              </a:ext>
            </a:extLst>
          </p:cNvPr>
          <p:cNvSpPr>
            <a:spLocks noGrp="1"/>
          </p:cNvSpPr>
          <p:nvPr/>
        </p:nvSpPr>
        <p:spPr>
          <a:xfrm>
            <a:off x="509440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6" name="A1_bar_GT_10812">
            <a:extLst>
              <a:ext uri="{FF2B5EF4-FFF2-40B4-BE49-F238E27FC236}">
                <a16:creationId xmlns:a16="http://schemas.microsoft.com/office/drawing/2014/main" id="{FD21EC0E-39D0-4B3B-9336-0B350431778E}"/>
              </a:ext>
            </a:extLst>
          </p:cNvPr>
          <p:cNvSpPr>
            <a:spLocks noGrp="1"/>
          </p:cNvSpPr>
          <p:nvPr/>
        </p:nvSpPr>
        <p:spPr>
          <a:xfrm>
            <a:off x="5136081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7" name="A1_bar_GT_10813">
            <a:extLst>
              <a:ext uri="{FF2B5EF4-FFF2-40B4-BE49-F238E27FC236}">
                <a16:creationId xmlns:a16="http://schemas.microsoft.com/office/drawing/2014/main" id="{193D71C4-F252-4AA8-A2BF-F4DBC82B3ED1}"/>
              </a:ext>
            </a:extLst>
          </p:cNvPr>
          <p:cNvSpPr>
            <a:spLocks noGrp="1"/>
          </p:cNvSpPr>
          <p:nvPr/>
        </p:nvSpPr>
        <p:spPr>
          <a:xfrm>
            <a:off x="4950441" y="43140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8" name="A1_bar_GT_10814">
            <a:extLst>
              <a:ext uri="{FF2B5EF4-FFF2-40B4-BE49-F238E27FC236}">
                <a16:creationId xmlns:a16="http://schemas.microsoft.com/office/drawing/2014/main" id="{6268BC27-ECA6-4398-A565-87AD2868D669}"/>
              </a:ext>
            </a:extLst>
          </p:cNvPr>
          <p:cNvSpPr>
            <a:spLocks noGrp="1"/>
          </p:cNvSpPr>
          <p:nvPr/>
        </p:nvSpPr>
        <p:spPr>
          <a:xfrm>
            <a:off x="5044573" y="574814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9" name="A1_bar_GT_10815">
            <a:extLst>
              <a:ext uri="{FF2B5EF4-FFF2-40B4-BE49-F238E27FC236}">
                <a16:creationId xmlns:a16="http://schemas.microsoft.com/office/drawing/2014/main" id="{99137DE9-6FDA-417B-A0C9-4B4C145C0CFE}"/>
              </a:ext>
            </a:extLst>
          </p:cNvPr>
          <p:cNvSpPr>
            <a:spLocks noGrp="1"/>
          </p:cNvSpPr>
          <p:nvPr/>
        </p:nvSpPr>
        <p:spPr>
          <a:xfrm>
            <a:off x="4983998" y="45766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0" name="A1_bar_GT_10816">
            <a:extLst>
              <a:ext uri="{FF2B5EF4-FFF2-40B4-BE49-F238E27FC236}">
                <a16:creationId xmlns:a16="http://schemas.microsoft.com/office/drawing/2014/main" id="{44A00B47-79D8-4A87-93B9-22BBD47F5CAB}"/>
              </a:ext>
            </a:extLst>
          </p:cNvPr>
          <p:cNvSpPr>
            <a:spLocks noGrp="1"/>
          </p:cNvSpPr>
          <p:nvPr/>
        </p:nvSpPr>
        <p:spPr>
          <a:xfrm>
            <a:off x="501416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1" name="A1_bar_GT_10817">
            <a:extLst>
              <a:ext uri="{FF2B5EF4-FFF2-40B4-BE49-F238E27FC236}">
                <a16:creationId xmlns:a16="http://schemas.microsoft.com/office/drawing/2014/main" id="{CDFCD30E-ADC1-4643-8B9A-D6EF261588A3}"/>
              </a:ext>
            </a:extLst>
          </p:cNvPr>
          <p:cNvSpPr>
            <a:spLocks noGrp="1"/>
          </p:cNvSpPr>
          <p:nvPr/>
        </p:nvSpPr>
        <p:spPr>
          <a:xfrm>
            <a:off x="499842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2" name="A1_bar_GT_10818">
            <a:extLst>
              <a:ext uri="{FF2B5EF4-FFF2-40B4-BE49-F238E27FC236}">
                <a16:creationId xmlns:a16="http://schemas.microsoft.com/office/drawing/2014/main" id="{95A122A7-D4B2-4EED-9182-7F8CFFF69145}"/>
              </a:ext>
            </a:extLst>
          </p:cNvPr>
          <p:cNvSpPr>
            <a:spLocks noGrp="1"/>
          </p:cNvSpPr>
          <p:nvPr/>
        </p:nvSpPr>
        <p:spPr>
          <a:xfrm>
            <a:off x="502341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3" name="A1_bar_GT_10819">
            <a:extLst>
              <a:ext uri="{FF2B5EF4-FFF2-40B4-BE49-F238E27FC236}">
                <a16:creationId xmlns:a16="http://schemas.microsoft.com/office/drawing/2014/main" id="{D41CAAC7-F5E5-44AE-872C-139AD37582F4}"/>
              </a:ext>
            </a:extLst>
          </p:cNvPr>
          <p:cNvSpPr>
            <a:spLocks noGrp="1"/>
          </p:cNvSpPr>
          <p:nvPr/>
        </p:nvSpPr>
        <p:spPr>
          <a:xfrm>
            <a:off x="5017387" y="420942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4" name="A1_bar_GT_10820">
            <a:extLst>
              <a:ext uri="{FF2B5EF4-FFF2-40B4-BE49-F238E27FC236}">
                <a16:creationId xmlns:a16="http://schemas.microsoft.com/office/drawing/2014/main" id="{E46FCB42-992D-44E7-B9E8-BC44978D6327}"/>
              </a:ext>
            </a:extLst>
          </p:cNvPr>
          <p:cNvSpPr>
            <a:spLocks noGrp="1"/>
          </p:cNvSpPr>
          <p:nvPr/>
        </p:nvSpPr>
        <p:spPr>
          <a:xfrm>
            <a:off x="4982326" y="51798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5" name="A1_bar_GT_10821">
            <a:extLst>
              <a:ext uri="{FF2B5EF4-FFF2-40B4-BE49-F238E27FC236}">
                <a16:creationId xmlns:a16="http://schemas.microsoft.com/office/drawing/2014/main" id="{606FD974-11D8-4118-955A-6CF2062D4A9B}"/>
              </a:ext>
            </a:extLst>
          </p:cNvPr>
          <p:cNvSpPr>
            <a:spLocks noGrp="1"/>
          </p:cNvSpPr>
          <p:nvPr/>
        </p:nvSpPr>
        <p:spPr>
          <a:xfrm>
            <a:off x="5149013" y="3548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6" name="A1_bar_GT_10822">
            <a:extLst>
              <a:ext uri="{FF2B5EF4-FFF2-40B4-BE49-F238E27FC236}">
                <a16:creationId xmlns:a16="http://schemas.microsoft.com/office/drawing/2014/main" id="{E6CCA3B9-E176-48AB-90A8-8A5F9B3A7AF6}"/>
              </a:ext>
            </a:extLst>
          </p:cNvPr>
          <p:cNvSpPr>
            <a:spLocks noGrp="1"/>
          </p:cNvSpPr>
          <p:nvPr/>
        </p:nvSpPr>
        <p:spPr>
          <a:xfrm>
            <a:off x="5004403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7" name="A1_bar_GT_10823">
            <a:extLst>
              <a:ext uri="{FF2B5EF4-FFF2-40B4-BE49-F238E27FC236}">
                <a16:creationId xmlns:a16="http://schemas.microsoft.com/office/drawing/2014/main" id="{2226BB61-DF08-4972-BC52-86E28C2E5E65}"/>
              </a:ext>
            </a:extLst>
          </p:cNvPr>
          <p:cNvSpPr>
            <a:spLocks noGrp="1"/>
          </p:cNvSpPr>
          <p:nvPr/>
        </p:nvSpPr>
        <p:spPr>
          <a:xfrm>
            <a:off x="508397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8" name="A1_bar_GT_10824">
            <a:extLst>
              <a:ext uri="{FF2B5EF4-FFF2-40B4-BE49-F238E27FC236}">
                <a16:creationId xmlns:a16="http://schemas.microsoft.com/office/drawing/2014/main" id="{5C9A8C8D-A8C4-4CA8-AC01-82093D4B3149}"/>
              </a:ext>
            </a:extLst>
          </p:cNvPr>
          <p:cNvSpPr>
            <a:spLocks noGrp="1"/>
          </p:cNvSpPr>
          <p:nvPr/>
        </p:nvSpPr>
        <p:spPr>
          <a:xfrm>
            <a:off x="5165894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9" name="A1_bar_GT_10825">
            <a:extLst>
              <a:ext uri="{FF2B5EF4-FFF2-40B4-BE49-F238E27FC236}">
                <a16:creationId xmlns:a16="http://schemas.microsoft.com/office/drawing/2014/main" id="{C17C5160-BD16-4266-B6DD-6A7D0CA4604D}"/>
              </a:ext>
            </a:extLst>
          </p:cNvPr>
          <p:cNvSpPr>
            <a:spLocks noGrp="1"/>
          </p:cNvSpPr>
          <p:nvPr/>
        </p:nvSpPr>
        <p:spPr>
          <a:xfrm>
            <a:off x="5167064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0" name="A1_bar_GT_10826">
            <a:extLst>
              <a:ext uri="{FF2B5EF4-FFF2-40B4-BE49-F238E27FC236}">
                <a16:creationId xmlns:a16="http://schemas.microsoft.com/office/drawing/2014/main" id="{39D8B1EB-17C6-4476-88B2-40A91E5AC172}"/>
              </a:ext>
            </a:extLst>
          </p:cNvPr>
          <p:cNvSpPr>
            <a:spLocks noGrp="1"/>
          </p:cNvSpPr>
          <p:nvPr/>
        </p:nvSpPr>
        <p:spPr>
          <a:xfrm>
            <a:off x="5142114" y="46384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1" name="A1_bar_GT_10827">
            <a:extLst>
              <a:ext uri="{FF2B5EF4-FFF2-40B4-BE49-F238E27FC236}">
                <a16:creationId xmlns:a16="http://schemas.microsoft.com/office/drawing/2014/main" id="{7F5E9F3F-19DD-41F4-BD51-EB0A51C7B4C4}"/>
              </a:ext>
            </a:extLst>
          </p:cNvPr>
          <p:cNvSpPr>
            <a:spLocks noGrp="1"/>
          </p:cNvSpPr>
          <p:nvPr/>
        </p:nvSpPr>
        <p:spPr>
          <a:xfrm>
            <a:off x="508967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2" name="A1_bar_GT_10828">
            <a:extLst>
              <a:ext uri="{FF2B5EF4-FFF2-40B4-BE49-F238E27FC236}">
                <a16:creationId xmlns:a16="http://schemas.microsoft.com/office/drawing/2014/main" id="{5D46C33D-43EE-4BB9-837A-A301C3AB0D2E}"/>
              </a:ext>
            </a:extLst>
          </p:cNvPr>
          <p:cNvSpPr>
            <a:spLocks noGrp="1"/>
          </p:cNvSpPr>
          <p:nvPr/>
        </p:nvSpPr>
        <p:spPr>
          <a:xfrm>
            <a:off x="5017692" y="42836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3" name="A1_bar_GT_10829">
            <a:extLst>
              <a:ext uri="{FF2B5EF4-FFF2-40B4-BE49-F238E27FC236}">
                <a16:creationId xmlns:a16="http://schemas.microsoft.com/office/drawing/2014/main" id="{71B2208D-2576-44CA-8366-A56084738DE9}"/>
              </a:ext>
            </a:extLst>
          </p:cNvPr>
          <p:cNvSpPr>
            <a:spLocks noGrp="1"/>
          </p:cNvSpPr>
          <p:nvPr/>
        </p:nvSpPr>
        <p:spPr>
          <a:xfrm>
            <a:off x="4922981" y="420942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4" name="A1_bar_GT_10830">
            <a:extLst>
              <a:ext uri="{FF2B5EF4-FFF2-40B4-BE49-F238E27FC236}">
                <a16:creationId xmlns:a16="http://schemas.microsoft.com/office/drawing/2014/main" id="{98008F50-E58E-433A-B655-F9FEAF14E76C}"/>
              </a:ext>
            </a:extLst>
          </p:cNvPr>
          <p:cNvSpPr>
            <a:spLocks noGrp="1"/>
          </p:cNvSpPr>
          <p:nvPr/>
        </p:nvSpPr>
        <p:spPr>
          <a:xfrm>
            <a:off x="494880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5" name="A1_bar_GT_10831">
            <a:extLst>
              <a:ext uri="{FF2B5EF4-FFF2-40B4-BE49-F238E27FC236}">
                <a16:creationId xmlns:a16="http://schemas.microsoft.com/office/drawing/2014/main" id="{8FF54AE9-B535-4E60-A6A7-80838A23EC6A}"/>
              </a:ext>
            </a:extLst>
          </p:cNvPr>
          <p:cNvSpPr>
            <a:spLocks noGrp="1"/>
          </p:cNvSpPr>
          <p:nvPr/>
        </p:nvSpPr>
        <p:spPr>
          <a:xfrm>
            <a:off x="4972362" y="55818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6" name="A1_bar_GT_10832">
            <a:extLst>
              <a:ext uri="{FF2B5EF4-FFF2-40B4-BE49-F238E27FC236}">
                <a16:creationId xmlns:a16="http://schemas.microsoft.com/office/drawing/2014/main" id="{EF5E6D35-2885-40C2-8C60-47F165704995}"/>
              </a:ext>
            </a:extLst>
          </p:cNvPr>
          <p:cNvSpPr>
            <a:spLocks noGrp="1"/>
          </p:cNvSpPr>
          <p:nvPr/>
        </p:nvSpPr>
        <p:spPr>
          <a:xfrm>
            <a:off x="5088307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7" name="A1_bar_GT_10833">
            <a:extLst>
              <a:ext uri="{FF2B5EF4-FFF2-40B4-BE49-F238E27FC236}">
                <a16:creationId xmlns:a16="http://schemas.microsoft.com/office/drawing/2014/main" id="{C34C1372-515F-4E40-B22C-5301A35F6EA1}"/>
              </a:ext>
            </a:extLst>
          </p:cNvPr>
          <p:cNvSpPr>
            <a:spLocks noGrp="1"/>
          </p:cNvSpPr>
          <p:nvPr/>
        </p:nvSpPr>
        <p:spPr>
          <a:xfrm>
            <a:off x="5020475" y="30254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8" name="A1_bar_GT_10834">
            <a:extLst>
              <a:ext uri="{FF2B5EF4-FFF2-40B4-BE49-F238E27FC236}">
                <a16:creationId xmlns:a16="http://schemas.microsoft.com/office/drawing/2014/main" id="{ACB6A75B-0C02-4C7B-92B3-3A6C74D00878}"/>
              </a:ext>
            </a:extLst>
          </p:cNvPr>
          <p:cNvSpPr>
            <a:spLocks noGrp="1"/>
          </p:cNvSpPr>
          <p:nvPr/>
        </p:nvSpPr>
        <p:spPr>
          <a:xfrm>
            <a:off x="50637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9" name="A1_bar_GT_10835">
            <a:extLst>
              <a:ext uri="{FF2B5EF4-FFF2-40B4-BE49-F238E27FC236}">
                <a16:creationId xmlns:a16="http://schemas.microsoft.com/office/drawing/2014/main" id="{B8E83DBF-7F45-42B1-A1BD-E4736BEABD29}"/>
              </a:ext>
            </a:extLst>
          </p:cNvPr>
          <p:cNvSpPr>
            <a:spLocks noGrp="1"/>
          </p:cNvSpPr>
          <p:nvPr/>
        </p:nvSpPr>
        <p:spPr>
          <a:xfrm>
            <a:off x="5086340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0" name="A1_bar_GT_10836">
            <a:extLst>
              <a:ext uri="{FF2B5EF4-FFF2-40B4-BE49-F238E27FC236}">
                <a16:creationId xmlns:a16="http://schemas.microsoft.com/office/drawing/2014/main" id="{9057547A-5957-46EC-8058-925CD2113638}"/>
              </a:ext>
            </a:extLst>
          </p:cNvPr>
          <p:cNvSpPr>
            <a:spLocks noGrp="1"/>
          </p:cNvSpPr>
          <p:nvPr/>
        </p:nvSpPr>
        <p:spPr>
          <a:xfrm>
            <a:off x="5151473" y="60433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1" name="A1_bar_GT_10837">
            <a:extLst>
              <a:ext uri="{FF2B5EF4-FFF2-40B4-BE49-F238E27FC236}">
                <a16:creationId xmlns:a16="http://schemas.microsoft.com/office/drawing/2014/main" id="{15E878F1-C69A-475A-BCAA-2F65B03CDA6C}"/>
              </a:ext>
            </a:extLst>
          </p:cNvPr>
          <p:cNvSpPr>
            <a:spLocks noGrp="1"/>
          </p:cNvSpPr>
          <p:nvPr/>
        </p:nvSpPr>
        <p:spPr>
          <a:xfrm>
            <a:off x="500968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2" name="A1_bar_GT_10838">
            <a:extLst>
              <a:ext uri="{FF2B5EF4-FFF2-40B4-BE49-F238E27FC236}">
                <a16:creationId xmlns:a16="http://schemas.microsoft.com/office/drawing/2014/main" id="{5A311959-263B-4F40-81F2-117FC34FC80C}"/>
              </a:ext>
            </a:extLst>
          </p:cNvPr>
          <p:cNvSpPr>
            <a:spLocks noGrp="1"/>
          </p:cNvSpPr>
          <p:nvPr/>
        </p:nvSpPr>
        <p:spPr>
          <a:xfrm>
            <a:off x="49883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3" name="A1_bar_GT_10839">
            <a:extLst>
              <a:ext uri="{FF2B5EF4-FFF2-40B4-BE49-F238E27FC236}">
                <a16:creationId xmlns:a16="http://schemas.microsoft.com/office/drawing/2014/main" id="{2D195490-F8BD-4A1B-ADDF-2AD62857A5BC}"/>
              </a:ext>
            </a:extLst>
          </p:cNvPr>
          <p:cNvSpPr>
            <a:spLocks noGrp="1"/>
          </p:cNvSpPr>
          <p:nvPr/>
        </p:nvSpPr>
        <p:spPr>
          <a:xfrm>
            <a:off x="668179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4" name="A1_bar_GT_10840">
            <a:extLst>
              <a:ext uri="{FF2B5EF4-FFF2-40B4-BE49-F238E27FC236}">
                <a16:creationId xmlns:a16="http://schemas.microsoft.com/office/drawing/2014/main" id="{006869E8-FD27-4F52-81E9-D5528600DBEF}"/>
              </a:ext>
            </a:extLst>
          </p:cNvPr>
          <p:cNvSpPr>
            <a:spLocks noGrp="1"/>
          </p:cNvSpPr>
          <p:nvPr/>
        </p:nvSpPr>
        <p:spPr>
          <a:xfrm>
            <a:off x="6647763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5" name="A1_bar_GT_10841">
            <a:extLst>
              <a:ext uri="{FF2B5EF4-FFF2-40B4-BE49-F238E27FC236}">
                <a16:creationId xmlns:a16="http://schemas.microsoft.com/office/drawing/2014/main" id="{8D1A8CB2-9F3E-4688-A3DE-5825BAC41A6A}"/>
              </a:ext>
            </a:extLst>
          </p:cNvPr>
          <p:cNvSpPr>
            <a:spLocks noGrp="1"/>
          </p:cNvSpPr>
          <p:nvPr/>
        </p:nvSpPr>
        <p:spPr>
          <a:xfrm>
            <a:off x="657474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6" name="A1_bar_GT_10842">
            <a:extLst>
              <a:ext uri="{FF2B5EF4-FFF2-40B4-BE49-F238E27FC236}">
                <a16:creationId xmlns:a16="http://schemas.microsoft.com/office/drawing/2014/main" id="{E613A8DD-E21B-4486-B9CC-B122DF7BFE6E}"/>
              </a:ext>
            </a:extLst>
          </p:cNvPr>
          <p:cNvSpPr>
            <a:spLocks noGrp="1"/>
          </p:cNvSpPr>
          <p:nvPr/>
        </p:nvSpPr>
        <p:spPr>
          <a:xfrm>
            <a:off x="6532293" y="59479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7" name="A1_bar_GT_10843">
            <a:extLst>
              <a:ext uri="{FF2B5EF4-FFF2-40B4-BE49-F238E27FC236}">
                <a16:creationId xmlns:a16="http://schemas.microsoft.com/office/drawing/2014/main" id="{198229F2-0331-44EA-A0D2-C035C1D30848}"/>
              </a:ext>
            </a:extLst>
          </p:cNvPr>
          <p:cNvSpPr>
            <a:spLocks noGrp="1"/>
          </p:cNvSpPr>
          <p:nvPr/>
        </p:nvSpPr>
        <p:spPr>
          <a:xfrm>
            <a:off x="6545263" y="43045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8" name="A1_bar_GT_10844">
            <a:extLst>
              <a:ext uri="{FF2B5EF4-FFF2-40B4-BE49-F238E27FC236}">
                <a16:creationId xmlns:a16="http://schemas.microsoft.com/office/drawing/2014/main" id="{A003F18D-CF98-4409-97A9-66229B700411}"/>
              </a:ext>
            </a:extLst>
          </p:cNvPr>
          <p:cNvSpPr>
            <a:spLocks noGrp="1"/>
          </p:cNvSpPr>
          <p:nvPr/>
        </p:nvSpPr>
        <p:spPr>
          <a:xfrm>
            <a:off x="654686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9" name="A1_bar_GT_10845">
            <a:extLst>
              <a:ext uri="{FF2B5EF4-FFF2-40B4-BE49-F238E27FC236}">
                <a16:creationId xmlns:a16="http://schemas.microsoft.com/office/drawing/2014/main" id="{E73ABFA5-D579-43CE-85D0-2785098584CB}"/>
              </a:ext>
            </a:extLst>
          </p:cNvPr>
          <p:cNvSpPr>
            <a:spLocks noGrp="1"/>
          </p:cNvSpPr>
          <p:nvPr/>
        </p:nvSpPr>
        <p:spPr>
          <a:xfrm>
            <a:off x="660485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0" name="A1_bar_GT_10846">
            <a:extLst>
              <a:ext uri="{FF2B5EF4-FFF2-40B4-BE49-F238E27FC236}">
                <a16:creationId xmlns:a16="http://schemas.microsoft.com/office/drawing/2014/main" id="{8E1152AB-AAE6-4BC7-A807-1E1B5C068961}"/>
              </a:ext>
            </a:extLst>
          </p:cNvPr>
          <p:cNvSpPr>
            <a:spLocks noGrp="1"/>
          </p:cNvSpPr>
          <p:nvPr/>
        </p:nvSpPr>
        <p:spPr>
          <a:xfrm>
            <a:off x="649763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1" name="A1_bar_GT_10847">
            <a:extLst>
              <a:ext uri="{FF2B5EF4-FFF2-40B4-BE49-F238E27FC236}">
                <a16:creationId xmlns:a16="http://schemas.microsoft.com/office/drawing/2014/main" id="{929BA8C4-4AA7-4C6C-A902-3C0EFAF22F09}"/>
              </a:ext>
            </a:extLst>
          </p:cNvPr>
          <p:cNvSpPr>
            <a:spLocks noGrp="1"/>
          </p:cNvSpPr>
          <p:nvPr/>
        </p:nvSpPr>
        <p:spPr>
          <a:xfrm>
            <a:off x="6664047" y="5888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2" name="A1_bar_GT_10848">
            <a:extLst>
              <a:ext uri="{FF2B5EF4-FFF2-40B4-BE49-F238E27FC236}">
                <a16:creationId xmlns:a16="http://schemas.microsoft.com/office/drawing/2014/main" id="{4E394C78-E2A5-4A89-831B-7C055990BB9F}"/>
              </a:ext>
            </a:extLst>
          </p:cNvPr>
          <p:cNvSpPr>
            <a:spLocks noGrp="1"/>
          </p:cNvSpPr>
          <p:nvPr/>
        </p:nvSpPr>
        <p:spPr>
          <a:xfrm>
            <a:off x="66828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3" name="A1_bar_GT_10849">
            <a:extLst>
              <a:ext uri="{FF2B5EF4-FFF2-40B4-BE49-F238E27FC236}">
                <a16:creationId xmlns:a16="http://schemas.microsoft.com/office/drawing/2014/main" id="{A60A286E-F1BC-45FB-843A-0133D515B3F7}"/>
              </a:ext>
            </a:extLst>
          </p:cNvPr>
          <p:cNvSpPr>
            <a:spLocks noGrp="1"/>
          </p:cNvSpPr>
          <p:nvPr/>
        </p:nvSpPr>
        <p:spPr>
          <a:xfrm>
            <a:off x="6516663" y="394405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4" name="A1_bar_GT_10850">
            <a:extLst>
              <a:ext uri="{FF2B5EF4-FFF2-40B4-BE49-F238E27FC236}">
                <a16:creationId xmlns:a16="http://schemas.microsoft.com/office/drawing/2014/main" id="{A06D3438-4B9D-4849-B7D2-CD93BAA60F1E}"/>
              </a:ext>
            </a:extLst>
          </p:cNvPr>
          <p:cNvSpPr>
            <a:spLocks noGrp="1"/>
          </p:cNvSpPr>
          <p:nvPr/>
        </p:nvSpPr>
        <p:spPr>
          <a:xfrm>
            <a:off x="662575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5" name="A1_bar_GT_10851">
            <a:extLst>
              <a:ext uri="{FF2B5EF4-FFF2-40B4-BE49-F238E27FC236}">
                <a16:creationId xmlns:a16="http://schemas.microsoft.com/office/drawing/2014/main" id="{85150FBC-511D-4AED-8E8C-9B0E0AC1DB3B}"/>
              </a:ext>
            </a:extLst>
          </p:cNvPr>
          <p:cNvSpPr>
            <a:spLocks noGrp="1"/>
          </p:cNvSpPr>
          <p:nvPr/>
        </p:nvSpPr>
        <p:spPr>
          <a:xfrm>
            <a:off x="6726096" y="35799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6" name="A1_bar_GT_10852">
            <a:extLst>
              <a:ext uri="{FF2B5EF4-FFF2-40B4-BE49-F238E27FC236}">
                <a16:creationId xmlns:a16="http://schemas.microsoft.com/office/drawing/2014/main" id="{5296AECD-6414-4A64-A090-D7ADEAB46870}"/>
              </a:ext>
            </a:extLst>
          </p:cNvPr>
          <p:cNvSpPr>
            <a:spLocks noGrp="1"/>
          </p:cNvSpPr>
          <p:nvPr/>
        </p:nvSpPr>
        <p:spPr>
          <a:xfrm>
            <a:off x="6721183" y="37935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7" name="A1_bar_GT_10853">
            <a:extLst>
              <a:ext uri="{FF2B5EF4-FFF2-40B4-BE49-F238E27FC236}">
                <a16:creationId xmlns:a16="http://schemas.microsoft.com/office/drawing/2014/main" id="{1F505461-9DB2-40B0-A732-9F3CFBA9B516}"/>
              </a:ext>
            </a:extLst>
          </p:cNvPr>
          <p:cNvSpPr>
            <a:spLocks noGrp="1"/>
          </p:cNvSpPr>
          <p:nvPr/>
        </p:nvSpPr>
        <p:spPr>
          <a:xfrm>
            <a:off x="653380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8" name="A1_bar_GT_10854">
            <a:extLst>
              <a:ext uri="{FF2B5EF4-FFF2-40B4-BE49-F238E27FC236}">
                <a16:creationId xmlns:a16="http://schemas.microsoft.com/office/drawing/2014/main" id="{CCF77BB4-2A0F-4990-A073-83E21A9AE69F}"/>
              </a:ext>
            </a:extLst>
          </p:cNvPr>
          <p:cNvSpPr>
            <a:spLocks noGrp="1"/>
          </p:cNvSpPr>
          <p:nvPr/>
        </p:nvSpPr>
        <p:spPr>
          <a:xfrm>
            <a:off x="653333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9" name="A1_bar_GT_10855">
            <a:extLst>
              <a:ext uri="{FF2B5EF4-FFF2-40B4-BE49-F238E27FC236}">
                <a16:creationId xmlns:a16="http://schemas.microsoft.com/office/drawing/2014/main" id="{E9667383-0B57-424D-81D0-1C265A9A4518}"/>
              </a:ext>
            </a:extLst>
          </p:cNvPr>
          <p:cNvSpPr>
            <a:spLocks noGrp="1"/>
          </p:cNvSpPr>
          <p:nvPr/>
        </p:nvSpPr>
        <p:spPr>
          <a:xfrm>
            <a:off x="652207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0" name="A1_bar_GT_10856">
            <a:extLst>
              <a:ext uri="{FF2B5EF4-FFF2-40B4-BE49-F238E27FC236}">
                <a16:creationId xmlns:a16="http://schemas.microsoft.com/office/drawing/2014/main" id="{F74B9A6D-5C56-4534-BAC2-983790B8CE26}"/>
              </a:ext>
            </a:extLst>
          </p:cNvPr>
          <p:cNvSpPr>
            <a:spLocks noGrp="1"/>
          </p:cNvSpPr>
          <p:nvPr/>
        </p:nvSpPr>
        <p:spPr>
          <a:xfrm>
            <a:off x="665094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1" name="A1_bar_GT_10857">
            <a:extLst>
              <a:ext uri="{FF2B5EF4-FFF2-40B4-BE49-F238E27FC236}">
                <a16:creationId xmlns:a16="http://schemas.microsoft.com/office/drawing/2014/main" id="{0502FCF5-BD95-430B-BFD0-CD911CEB5683}"/>
              </a:ext>
            </a:extLst>
          </p:cNvPr>
          <p:cNvSpPr>
            <a:spLocks noGrp="1"/>
          </p:cNvSpPr>
          <p:nvPr/>
        </p:nvSpPr>
        <p:spPr>
          <a:xfrm>
            <a:off x="6630203" y="350456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2" name="A1_bar_GT_10858">
            <a:extLst>
              <a:ext uri="{FF2B5EF4-FFF2-40B4-BE49-F238E27FC236}">
                <a16:creationId xmlns:a16="http://schemas.microsoft.com/office/drawing/2014/main" id="{05074913-FD68-4283-9E80-864A20E07EEF}"/>
              </a:ext>
            </a:extLst>
          </p:cNvPr>
          <p:cNvSpPr>
            <a:spLocks noGrp="1"/>
          </p:cNvSpPr>
          <p:nvPr/>
        </p:nvSpPr>
        <p:spPr>
          <a:xfrm>
            <a:off x="6538517" y="48796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3" name="A1_bar_GT_10859">
            <a:extLst>
              <a:ext uri="{FF2B5EF4-FFF2-40B4-BE49-F238E27FC236}">
                <a16:creationId xmlns:a16="http://schemas.microsoft.com/office/drawing/2014/main" id="{F764E050-ECD2-4646-B798-A7D9EB6276BA}"/>
              </a:ext>
            </a:extLst>
          </p:cNvPr>
          <p:cNvSpPr>
            <a:spLocks noGrp="1"/>
          </p:cNvSpPr>
          <p:nvPr/>
        </p:nvSpPr>
        <p:spPr>
          <a:xfrm>
            <a:off x="6726929" y="55732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4" name="A1_bar_GT_10860">
            <a:extLst>
              <a:ext uri="{FF2B5EF4-FFF2-40B4-BE49-F238E27FC236}">
                <a16:creationId xmlns:a16="http://schemas.microsoft.com/office/drawing/2014/main" id="{D89E6DBD-8E9D-4C7E-8600-281072E102A5}"/>
              </a:ext>
            </a:extLst>
          </p:cNvPr>
          <p:cNvSpPr>
            <a:spLocks noGrp="1"/>
          </p:cNvSpPr>
          <p:nvPr/>
        </p:nvSpPr>
        <p:spPr>
          <a:xfrm>
            <a:off x="6555912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5" name="A1_bar_GT_10861">
            <a:extLst>
              <a:ext uri="{FF2B5EF4-FFF2-40B4-BE49-F238E27FC236}">
                <a16:creationId xmlns:a16="http://schemas.microsoft.com/office/drawing/2014/main" id="{108EDD00-4E89-4EC4-A3E4-C46223A911EB}"/>
              </a:ext>
            </a:extLst>
          </p:cNvPr>
          <p:cNvSpPr>
            <a:spLocks noGrp="1"/>
          </p:cNvSpPr>
          <p:nvPr/>
        </p:nvSpPr>
        <p:spPr>
          <a:xfrm>
            <a:off x="6629111" y="483890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6" name="A1_bar_GT_10862">
            <a:extLst>
              <a:ext uri="{FF2B5EF4-FFF2-40B4-BE49-F238E27FC236}">
                <a16:creationId xmlns:a16="http://schemas.microsoft.com/office/drawing/2014/main" id="{F6F8865F-CCD7-4048-8096-0FE17B1DFD6F}"/>
              </a:ext>
            </a:extLst>
          </p:cNvPr>
          <p:cNvSpPr>
            <a:spLocks noGrp="1"/>
          </p:cNvSpPr>
          <p:nvPr/>
        </p:nvSpPr>
        <p:spPr>
          <a:xfrm>
            <a:off x="6574768" y="41307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7" name="A1_bar_GT_10863">
            <a:extLst>
              <a:ext uri="{FF2B5EF4-FFF2-40B4-BE49-F238E27FC236}">
                <a16:creationId xmlns:a16="http://schemas.microsoft.com/office/drawing/2014/main" id="{66C43672-5F28-4031-9A5A-D91C274368DF}"/>
              </a:ext>
            </a:extLst>
          </p:cNvPr>
          <p:cNvSpPr>
            <a:spLocks noGrp="1"/>
          </p:cNvSpPr>
          <p:nvPr/>
        </p:nvSpPr>
        <p:spPr>
          <a:xfrm>
            <a:off x="6644963" y="39340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8" name="A1_bar_GT_10864">
            <a:extLst>
              <a:ext uri="{FF2B5EF4-FFF2-40B4-BE49-F238E27FC236}">
                <a16:creationId xmlns:a16="http://schemas.microsoft.com/office/drawing/2014/main" id="{CEDD0904-8954-4F14-8203-74669D59BC21}"/>
              </a:ext>
            </a:extLst>
          </p:cNvPr>
          <p:cNvSpPr>
            <a:spLocks noGrp="1"/>
          </p:cNvSpPr>
          <p:nvPr/>
        </p:nvSpPr>
        <p:spPr>
          <a:xfrm>
            <a:off x="67316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9" name="A1_bar_GT_10865">
            <a:extLst>
              <a:ext uri="{FF2B5EF4-FFF2-40B4-BE49-F238E27FC236}">
                <a16:creationId xmlns:a16="http://schemas.microsoft.com/office/drawing/2014/main" id="{D3E4BEE2-FBF5-4016-809E-C64A7693DF8E}"/>
              </a:ext>
            </a:extLst>
          </p:cNvPr>
          <p:cNvSpPr>
            <a:spLocks noGrp="1"/>
          </p:cNvSpPr>
          <p:nvPr/>
        </p:nvSpPr>
        <p:spPr>
          <a:xfrm>
            <a:off x="6698904" y="583557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0" name="A1_bar_GT_10866">
            <a:extLst>
              <a:ext uri="{FF2B5EF4-FFF2-40B4-BE49-F238E27FC236}">
                <a16:creationId xmlns:a16="http://schemas.microsoft.com/office/drawing/2014/main" id="{BD0DF3E0-3D39-4502-B7B0-A248FA707DCE}"/>
              </a:ext>
            </a:extLst>
          </p:cNvPr>
          <p:cNvSpPr>
            <a:spLocks noGrp="1"/>
          </p:cNvSpPr>
          <p:nvPr/>
        </p:nvSpPr>
        <p:spPr>
          <a:xfrm>
            <a:off x="6521610" y="5166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1" name="A1_bar_GT_10867">
            <a:extLst>
              <a:ext uri="{FF2B5EF4-FFF2-40B4-BE49-F238E27FC236}">
                <a16:creationId xmlns:a16="http://schemas.microsoft.com/office/drawing/2014/main" id="{FF935178-901C-46E9-B925-544501C4D121}"/>
              </a:ext>
            </a:extLst>
          </p:cNvPr>
          <p:cNvSpPr>
            <a:spLocks noGrp="1"/>
          </p:cNvSpPr>
          <p:nvPr/>
        </p:nvSpPr>
        <p:spPr>
          <a:xfrm>
            <a:off x="6716575" y="56707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2" name="A1_bar_GT_10868">
            <a:extLst>
              <a:ext uri="{FF2B5EF4-FFF2-40B4-BE49-F238E27FC236}">
                <a16:creationId xmlns:a16="http://schemas.microsoft.com/office/drawing/2014/main" id="{F9C3E782-4DA2-497E-973A-99551589F704}"/>
              </a:ext>
            </a:extLst>
          </p:cNvPr>
          <p:cNvSpPr>
            <a:spLocks noGrp="1"/>
          </p:cNvSpPr>
          <p:nvPr/>
        </p:nvSpPr>
        <p:spPr>
          <a:xfrm>
            <a:off x="656161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3" name="A1_bar_GT_10869">
            <a:extLst>
              <a:ext uri="{FF2B5EF4-FFF2-40B4-BE49-F238E27FC236}">
                <a16:creationId xmlns:a16="http://schemas.microsoft.com/office/drawing/2014/main" id="{B6BF9CF2-45A8-44AC-92CF-1669BA5F37CF}"/>
              </a:ext>
            </a:extLst>
          </p:cNvPr>
          <p:cNvSpPr>
            <a:spLocks noGrp="1"/>
          </p:cNvSpPr>
          <p:nvPr/>
        </p:nvSpPr>
        <p:spPr>
          <a:xfrm>
            <a:off x="671776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4" name="A1_bar_GT_10870">
            <a:extLst>
              <a:ext uri="{FF2B5EF4-FFF2-40B4-BE49-F238E27FC236}">
                <a16:creationId xmlns:a16="http://schemas.microsoft.com/office/drawing/2014/main" id="{E155BC6E-F65A-42A3-9831-6425D45CDF34}"/>
              </a:ext>
            </a:extLst>
          </p:cNvPr>
          <p:cNvSpPr>
            <a:spLocks noGrp="1"/>
          </p:cNvSpPr>
          <p:nvPr/>
        </p:nvSpPr>
        <p:spPr>
          <a:xfrm>
            <a:off x="6702344" y="602292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5" name="A1_bar_GT_10871">
            <a:extLst>
              <a:ext uri="{FF2B5EF4-FFF2-40B4-BE49-F238E27FC236}">
                <a16:creationId xmlns:a16="http://schemas.microsoft.com/office/drawing/2014/main" id="{F2DDDEB2-84B5-4348-A258-9F306F161D4B}"/>
              </a:ext>
            </a:extLst>
          </p:cNvPr>
          <p:cNvSpPr>
            <a:spLocks noGrp="1"/>
          </p:cNvSpPr>
          <p:nvPr/>
        </p:nvSpPr>
        <p:spPr>
          <a:xfrm>
            <a:off x="65586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6" name="A1_bar_GT_10872">
            <a:extLst>
              <a:ext uri="{FF2B5EF4-FFF2-40B4-BE49-F238E27FC236}">
                <a16:creationId xmlns:a16="http://schemas.microsoft.com/office/drawing/2014/main" id="{03091ED3-E118-43E1-947D-FCCF342EEF43}"/>
              </a:ext>
            </a:extLst>
          </p:cNvPr>
          <p:cNvSpPr>
            <a:spLocks noGrp="1"/>
          </p:cNvSpPr>
          <p:nvPr/>
        </p:nvSpPr>
        <p:spPr>
          <a:xfrm>
            <a:off x="6576263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7" name="A1_bar_GT_10873">
            <a:extLst>
              <a:ext uri="{FF2B5EF4-FFF2-40B4-BE49-F238E27FC236}">
                <a16:creationId xmlns:a16="http://schemas.microsoft.com/office/drawing/2014/main" id="{43F5F881-3968-4138-8090-AC2E5036EFCA}"/>
              </a:ext>
            </a:extLst>
          </p:cNvPr>
          <p:cNvSpPr>
            <a:spLocks noGrp="1"/>
          </p:cNvSpPr>
          <p:nvPr/>
        </p:nvSpPr>
        <p:spPr>
          <a:xfrm>
            <a:off x="657161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8" name="A1_bar_GT_10874">
            <a:extLst>
              <a:ext uri="{FF2B5EF4-FFF2-40B4-BE49-F238E27FC236}">
                <a16:creationId xmlns:a16="http://schemas.microsoft.com/office/drawing/2014/main" id="{86BAEA3C-6DCA-4B70-A78E-A19BE790427A}"/>
              </a:ext>
            </a:extLst>
          </p:cNvPr>
          <p:cNvSpPr>
            <a:spLocks noGrp="1"/>
          </p:cNvSpPr>
          <p:nvPr/>
        </p:nvSpPr>
        <p:spPr>
          <a:xfrm>
            <a:off x="667347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9" name="A1_bar_GT_10875">
            <a:extLst>
              <a:ext uri="{FF2B5EF4-FFF2-40B4-BE49-F238E27FC236}">
                <a16:creationId xmlns:a16="http://schemas.microsoft.com/office/drawing/2014/main" id="{65FE2578-54E3-4D95-BAF3-7EAEC4477C68}"/>
              </a:ext>
            </a:extLst>
          </p:cNvPr>
          <p:cNvSpPr>
            <a:spLocks noGrp="1"/>
          </p:cNvSpPr>
          <p:nvPr/>
        </p:nvSpPr>
        <p:spPr>
          <a:xfrm>
            <a:off x="652474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0" name="A1_bar_GT_10876">
            <a:extLst>
              <a:ext uri="{FF2B5EF4-FFF2-40B4-BE49-F238E27FC236}">
                <a16:creationId xmlns:a16="http://schemas.microsoft.com/office/drawing/2014/main" id="{EDA5D6D0-D313-4202-935B-2C9D926B4183}"/>
              </a:ext>
            </a:extLst>
          </p:cNvPr>
          <p:cNvSpPr>
            <a:spLocks noGrp="1"/>
          </p:cNvSpPr>
          <p:nvPr/>
        </p:nvSpPr>
        <p:spPr>
          <a:xfrm>
            <a:off x="672766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1" name="A1_bar_GT_10877">
            <a:extLst>
              <a:ext uri="{FF2B5EF4-FFF2-40B4-BE49-F238E27FC236}">
                <a16:creationId xmlns:a16="http://schemas.microsoft.com/office/drawing/2014/main" id="{D5F554CA-8464-408D-8B04-BC915F6C81D3}"/>
              </a:ext>
            </a:extLst>
          </p:cNvPr>
          <p:cNvSpPr>
            <a:spLocks noGrp="1"/>
          </p:cNvSpPr>
          <p:nvPr/>
        </p:nvSpPr>
        <p:spPr>
          <a:xfrm>
            <a:off x="655725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2" name="A1_bar_GT_10878">
            <a:extLst>
              <a:ext uri="{FF2B5EF4-FFF2-40B4-BE49-F238E27FC236}">
                <a16:creationId xmlns:a16="http://schemas.microsoft.com/office/drawing/2014/main" id="{8177E4E4-6E8D-4860-B935-EDF1C1DF386D}"/>
              </a:ext>
            </a:extLst>
          </p:cNvPr>
          <p:cNvSpPr>
            <a:spLocks noGrp="1"/>
          </p:cNvSpPr>
          <p:nvPr/>
        </p:nvSpPr>
        <p:spPr>
          <a:xfrm>
            <a:off x="6517232" y="470120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3" name="A1_bar_GT_10879">
            <a:extLst>
              <a:ext uri="{FF2B5EF4-FFF2-40B4-BE49-F238E27FC236}">
                <a16:creationId xmlns:a16="http://schemas.microsoft.com/office/drawing/2014/main" id="{9F052276-8050-4E3E-887D-505C46BFB575}"/>
              </a:ext>
            </a:extLst>
          </p:cNvPr>
          <p:cNvSpPr>
            <a:spLocks noGrp="1"/>
          </p:cNvSpPr>
          <p:nvPr/>
        </p:nvSpPr>
        <p:spPr>
          <a:xfrm>
            <a:off x="6507119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4" name="A1_bar_GT_10880">
            <a:extLst>
              <a:ext uri="{FF2B5EF4-FFF2-40B4-BE49-F238E27FC236}">
                <a16:creationId xmlns:a16="http://schemas.microsoft.com/office/drawing/2014/main" id="{D22E77A9-4F86-4179-A2A4-358961AFBACF}"/>
              </a:ext>
            </a:extLst>
          </p:cNvPr>
          <p:cNvSpPr>
            <a:spLocks noGrp="1"/>
          </p:cNvSpPr>
          <p:nvPr/>
        </p:nvSpPr>
        <p:spPr>
          <a:xfrm>
            <a:off x="663817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5" name="A1_bar_GT_10881">
            <a:extLst>
              <a:ext uri="{FF2B5EF4-FFF2-40B4-BE49-F238E27FC236}">
                <a16:creationId xmlns:a16="http://schemas.microsoft.com/office/drawing/2014/main" id="{65B2538A-5E26-4171-822F-F424CFB71E58}"/>
              </a:ext>
            </a:extLst>
          </p:cNvPr>
          <p:cNvSpPr>
            <a:spLocks noGrp="1"/>
          </p:cNvSpPr>
          <p:nvPr/>
        </p:nvSpPr>
        <p:spPr>
          <a:xfrm>
            <a:off x="651685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6" name="A1_bar_GT_10882">
            <a:extLst>
              <a:ext uri="{FF2B5EF4-FFF2-40B4-BE49-F238E27FC236}">
                <a16:creationId xmlns:a16="http://schemas.microsoft.com/office/drawing/2014/main" id="{F8ED61B4-3035-43A5-AE39-420368BEA1FD}"/>
              </a:ext>
            </a:extLst>
          </p:cNvPr>
          <p:cNvSpPr>
            <a:spLocks noGrp="1"/>
          </p:cNvSpPr>
          <p:nvPr/>
        </p:nvSpPr>
        <p:spPr>
          <a:xfrm>
            <a:off x="654061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7" name="A1_bar_GT_10883">
            <a:extLst>
              <a:ext uri="{FF2B5EF4-FFF2-40B4-BE49-F238E27FC236}">
                <a16:creationId xmlns:a16="http://schemas.microsoft.com/office/drawing/2014/main" id="{2A43DD60-5FF1-4448-96B1-B0191ADABC10}"/>
              </a:ext>
            </a:extLst>
          </p:cNvPr>
          <p:cNvSpPr>
            <a:spLocks noGrp="1"/>
          </p:cNvSpPr>
          <p:nvPr/>
        </p:nvSpPr>
        <p:spPr>
          <a:xfrm>
            <a:off x="672908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8" name="A1_bar_GT_10884">
            <a:extLst>
              <a:ext uri="{FF2B5EF4-FFF2-40B4-BE49-F238E27FC236}">
                <a16:creationId xmlns:a16="http://schemas.microsoft.com/office/drawing/2014/main" id="{A2D431A3-8C00-4801-924D-954605DF00A4}"/>
              </a:ext>
            </a:extLst>
          </p:cNvPr>
          <p:cNvSpPr>
            <a:spLocks noGrp="1"/>
          </p:cNvSpPr>
          <p:nvPr/>
        </p:nvSpPr>
        <p:spPr>
          <a:xfrm>
            <a:off x="64978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9" name="A1_bar_GT_10885">
            <a:extLst>
              <a:ext uri="{FF2B5EF4-FFF2-40B4-BE49-F238E27FC236}">
                <a16:creationId xmlns:a16="http://schemas.microsoft.com/office/drawing/2014/main" id="{6A5CB667-9449-479E-AC1C-ABE8EDA22063}"/>
              </a:ext>
            </a:extLst>
          </p:cNvPr>
          <p:cNvSpPr>
            <a:spLocks noGrp="1"/>
          </p:cNvSpPr>
          <p:nvPr/>
        </p:nvSpPr>
        <p:spPr>
          <a:xfrm>
            <a:off x="6737829" y="4917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0" name="A1_bar_GT_10886">
            <a:extLst>
              <a:ext uri="{FF2B5EF4-FFF2-40B4-BE49-F238E27FC236}">
                <a16:creationId xmlns:a16="http://schemas.microsoft.com/office/drawing/2014/main" id="{8A111F4C-E949-441B-9F75-3141045AD6CC}"/>
              </a:ext>
            </a:extLst>
          </p:cNvPr>
          <p:cNvSpPr>
            <a:spLocks noGrp="1"/>
          </p:cNvSpPr>
          <p:nvPr/>
        </p:nvSpPr>
        <p:spPr>
          <a:xfrm>
            <a:off x="66321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1" name="A1_bar_GT_10887">
            <a:extLst>
              <a:ext uri="{FF2B5EF4-FFF2-40B4-BE49-F238E27FC236}">
                <a16:creationId xmlns:a16="http://schemas.microsoft.com/office/drawing/2014/main" id="{2974E635-6287-4147-A552-5B4CBBDD20BE}"/>
              </a:ext>
            </a:extLst>
          </p:cNvPr>
          <p:cNvSpPr>
            <a:spLocks noGrp="1"/>
          </p:cNvSpPr>
          <p:nvPr/>
        </p:nvSpPr>
        <p:spPr>
          <a:xfrm>
            <a:off x="652086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2" name="A1_bar_GT_10888">
            <a:extLst>
              <a:ext uri="{FF2B5EF4-FFF2-40B4-BE49-F238E27FC236}">
                <a16:creationId xmlns:a16="http://schemas.microsoft.com/office/drawing/2014/main" id="{DF1D1007-7602-40FC-A887-22881C8EE5FA}"/>
              </a:ext>
            </a:extLst>
          </p:cNvPr>
          <p:cNvSpPr>
            <a:spLocks noGrp="1"/>
          </p:cNvSpPr>
          <p:nvPr/>
        </p:nvSpPr>
        <p:spPr>
          <a:xfrm>
            <a:off x="6679456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3" name="A1_bar_GT_10889">
            <a:extLst>
              <a:ext uri="{FF2B5EF4-FFF2-40B4-BE49-F238E27FC236}">
                <a16:creationId xmlns:a16="http://schemas.microsoft.com/office/drawing/2014/main" id="{CB4407FE-C1FB-4F17-8EEE-42B3461D6AD3}"/>
              </a:ext>
            </a:extLst>
          </p:cNvPr>
          <p:cNvSpPr>
            <a:spLocks noGrp="1"/>
          </p:cNvSpPr>
          <p:nvPr/>
        </p:nvSpPr>
        <p:spPr>
          <a:xfrm>
            <a:off x="661742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4" name="A1_bar_GT_10890">
            <a:extLst>
              <a:ext uri="{FF2B5EF4-FFF2-40B4-BE49-F238E27FC236}">
                <a16:creationId xmlns:a16="http://schemas.microsoft.com/office/drawing/2014/main" id="{F57CFE28-1F7F-4E3C-91F6-3F49A31F25B5}"/>
              </a:ext>
            </a:extLst>
          </p:cNvPr>
          <p:cNvSpPr>
            <a:spLocks noGrp="1"/>
          </p:cNvSpPr>
          <p:nvPr/>
        </p:nvSpPr>
        <p:spPr>
          <a:xfrm>
            <a:off x="667363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5" name="A1_bar_GT_10891">
            <a:extLst>
              <a:ext uri="{FF2B5EF4-FFF2-40B4-BE49-F238E27FC236}">
                <a16:creationId xmlns:a16="http://schemas.microsoft.com/office/drawing/2014/main" id="{F5666DDB-F4CC-4695-B139-B4A8AD32C029}"/>
              </a:ext>
            </a:extLst>
          </p:cNvPr>
          <p:cNvSpPr>
            <a:spLocks noGrp="1"/>
          </p:cNvSpPr>
          <p:nvPr/>
        </p:nvSpPr>
        <p:spPr>
          <a:xfrm>
            <a:off x="6604766" y="34510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6" name="A1_bar_GT_10892">
            <a:extLst>
              <a:ext uri="{FF2B5EF4-FFF2-40B4-BE49-F238E27FC236}">
                <a16:creationId xmlns:a16="http://schemas.microsoft.com/office/drawing/2014/main" id="{F305BA0C-C11E-4B63-B239-E7F665853714}"/>
              </a:ext>
            </a:extLst>
          </p:cNvPr>
          <p:cNvSpPr>
            <a:spLocks noGrp="1"/>
          </p:cNvSpPr>
          <p:nvPr/>
        </p:nvSpPr>
        <p:spPr>
          <a:xfrm>
            <a:off x="6664491" y="58873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7" name="A1_bar_GT_10893">
            <a:extLst>
              <a:ext uri="{FF2B5EF4-FFF2-40B4-BE49-F238E27FC236}">
                <a16:creationId xmlns:a16="http://schemas.microsoft.com/office/drawing/2014/main" id="{F48086D3-DCDD-4824-BB69-304FC4EE4985}"/>
              </a:ext>
            </a:extLst>
          </p:cNvPr>
          <p:cNvSpPr>
            <a:spLocks noGrp="1"/>
          </p:cNvSpPr>
          <p:nvPr/>
        </p:nvSpPr>
        <p:spPr>
          <a:xfrm>
            <a:off x="6556916" y="44617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8" name="A1_bar_GT_10894">
            <a:extLst>
              <a:ext uri="{FF2B5EF4-FFF2-40B4-BE49-F238E27FC236}">
                <a16:creationId xmlns:a16="http://schemas.microsoft.com/office/drawing/2014/main" id="{B864BDF2-C25F-4EEE-AE5C-B2417B6AAEB9}"/>
              </a:ext>
            </a:extLst>
          </p:cNvPr>
          <p:cNvSpPr>
            <a:spLocks noGrp="1"/>
          </p:cNvSpPr>
          <p:nvPr/>
        </p:nvSpPr>
        <p:spPr>
          <a:xfrm>
            <a:off x="6662936" y="60104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9" name="A1_bar_GT_10895">
            <a:extLst>
              <a:ext uri="{FF2B5EF4-FFF2-40B4-BE49-F238E27FC236}">
                <a16:creationId xmlns:a16="http://schemas.microsoft.com/office/drawing/2014/main" id="{013FE8BD-77DE-4E83-B967-B8599147657E}"/>
              </a:ext>
            </a:extLst>
          </p:cNvPr>
          <p:cNvSpPr>
            <a:spLocks noGrp="1"/>
          </p:cNvSpPr>
          <p:nvPr/>
        </p:nvSpPr>
        <p:spPr>
          <a:xfrm>
            <a:off x="6692219" y="58730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0" name="A1_bar_GT_10896">
            <a:extLst>
              <a:ext uri="{FF2B5EF4-FFF2-40B4-BE49-F238E27FC236}">
                <a16:creationId xmlns:a16="http://schemas.microsoft.com/office/drawing/2014/main" id="{3D39220C-4FAF-4A12-A313-EC4B1F9437EC}"/>
              </a:ext>
            </a:extLst>
          </p:cNvPr>
          <p:cNvSpPr>
            <a:spLocks noGrp="1"/>
          </p:cNvSpPr>
          <p:nvPr/>
        </p:nvSpPr>
        <p:spPr>
          <a:xfrm>
            <a:off x="674252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1" name="A1_bar_GT_10897">
            <a:extLst>
              <a:ext uri="{FF2B5EF4-FFF2-40B4-BE49-F238E27FC236}">
                <a16:creationId xmlns:a16="http://schemas.microsoft.com/office/drawing/2014/main" id="{C9BC046E-2BD6-4436-BADB-15B63F1F32EA}"/>
              </a:ext>
            </a:extLst>
          </p:cNvPr>
          <p:cNvSpPr>
            <a:spLocks noGrp="1"/>
          </p:cNvSpPr>
          <p:nvPr/>
        </p:nvSpPr>
        <p:spPr>
          <a:xfrm>
            <a:off x="6491042" y="602352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2" name="A1_bar_GT_10898">
            <a:extLst>
              <a:ext uri="{FF2B5EF4-FFF2-40B4-BE49-F238E27FC236}">
                <a16:creationId xmlns:a16="http://schemas.microsoft.com/office/drawing/2014/main" id="{89BF1609-14EA-4DCE-8E87-226ABF1D1FA3}"/>
              </a:ext>
            </a:extLst>
          </p:cNvPr>
          <p:cNvSpPr>
            <a:spLocks noGrp="1"/>
          </p:cNvSpPr>
          <p:nvPr/>
        </p:nvSpPr>
        <p:spPr>
          <a:xfrm>
            <a:off x="663428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3" name="A1_bar_GT_10899">
            <a:extLst>
              <a:ext uri="{FF2B5EF4-FFF2-40B4-BE49-F238E27FC236}">
                <a16:creationId xmlns:a16="http://schemas.microsoft.com/office/drawing/2014/main" id="{2414D0C8-2C11-4D2D-AD26-0CB425669BD0}"/>
              </a:ext>
            </a:extLst>
          </p:cNvPr>
          <p:cNvSpPr>
            <a:spLocks noGrp="1"/>
          </p:cNvSpPr>
          <p:nvPr/>
        </p:nvSpPr>
        <p:spPr>
          <a:xfrm>
            <a:off x="6505909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4" name="A1_bar_GT_10900">
            <a:extLst>
              <a:ext uri="{FF2B5EF4-FFF2-40B4-BE49-F238E27FC236}">
                <a16:creationId xmlns:a16="http://schemas.microsoft.com/office/drawing/2014/main" id="{76FBD10C-4532-4270-8CF0-EF62B6B4A4BD}"/>
              </a:ext>
            </a:extLst>
          </p:cNvPr>
          <p:cNvSpPr>
            <a:spLocks noGrp="1"/>
          </p:cNvSpPr>
          <p:nvPr/>
        </p:nvSpPr>
        <p:spPr>
          <a:xfrm>
            <a:off x="669299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5" name="A1_bar_GT_10901">
            <a:extLst>
              <a:ext uri="{FF2B5EF4-FFF2-40B4-BE49-F238E27FC236}">
                <a16:creationId xmlns:a16="http://schemas.microsoft.com/office/drawing/2014/main" id="{A6702544-B47B-49BF-ABC7-76D6AC16452A}"/>
              </a:ext>
            </a:extLst>
          </p:cNvPr>
          <p:cNvSpPr>
            <a:spLocks noGrp="1"/>
          </p:cNvSpPr>
          <p:nvPr/>
        </p:nvSpPr>
        <p:spPr>
          <a:xfrm>
            <a:off x="652341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6" name="A1_bar_GT_10902">
            <a:extLst>
              <a:ext uri="{FF2B5EF4-FFF2-40B4-BE49-F238E27FC236}">
                <a16:creationId xmlns:a16="http://schemas.microsoft.com/office/drawing/2014/main" id="{5F6FF399-5CA1-4E31-B439-9C00FD51B72C}"/>
              </a:ext>
            </a:extLst>
          </p:cNvPr>
          <p:cNvSpPr>
            <a:spLocks noGrp="1"/>
          </p:cNvSpPr>
          <p:nvPr/>
        </p:nvSpPr>
        <p:spPr>
          <a:xfrm>
            <a:off x="662403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7" name="A1_bar_GT_10903">
            <a:extLst>
              <a:ext uri="{FF2B5EF4-FFF2-40B4-BE49-F238E27FC236}">
                <a16:creationId xmlns:a16="http://schemas.microsoft.com/office/drawing/2014/main" id="{5EF956A0-DF00-4ABA-B299-13DDC7577A17}"/>
              </a:ext>
            </a:extLst>
          </p:cNvPr>
          <p:cNvSpPr>
            <a:spLocks noGrp="1"/>
          </p:cNvSpPr>
          <p:nvPr/>
        </p:nvSpPr>
        <p:spPr>
          <a:xfrm>
            <a:off x="67185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8" name="A1_bar_GT_10904">
            <a:extLst>
              <a:ext uri="{FF2B5EF4-FFF2-40B4-BE49-F238E27FC236}">
                <a16:creationId xmlns:a16="http://schemas.microsoft.com/office/drawing/2014/main" id="{22AD3856-F6FD-4FD6-A099-51E9892C16B0}"/>
              </a:ext>
            </a:extLst>
          </p:cNvPr>
          <p:cNvSpPr>
            <a:spLocks noGrp="1"/>
          </p:cNvSpPr>
          <p:nvPr/>
        </p:nvSpPr>
        <p:spPr>
          <a:xfrm>
            <a:off x="6490601" y="47364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9" name="A1_bar_GT_10905">
            <a:extLst>
              <a:ext uri="{FF2B5EF4-FFF2-40B4-BE49-F238E27FC236}">
                <a16:creationId xmlns:a16="http://schemas.microsoft.com/office/drawing/2014/main" id="{1E194829-1025-442B-9E96-72E532D36376}"/>
              </a:ext>
            </a:extLst>
          </p:cNvPr>
          <p:cNvSpPr>
            <a:spLocks noGrp="1"/>
          </p:cNvSpPr>
          <p:nvPr/>
        </p:nvSpPr>
        <p:spPr>
          <a:xfrm>
            <a:off x="6531040" y="59212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0" name="A1_bar_GT_10906">
            <a:extLst>
              <a:ext uri="{FF2B5EF4-FFF2-40B4-BE49-F238E27FC236}">
                <a16:creationId xmlns:a16="http://schemas.microsoft.com/office/drawing/2014/main" id="{5E4DAB2B-F7E0-4018-80EB-8640E11DB9FE}"/>
              </a:ext>
            </a:extLst>
          </p:cNvPr>
          <p:cNvSpPr>
            <a:spLocks noGrp="1"/>
          </p:cNvSpPr>
          <p:nvPr/>
        </p:nvSpPr>
        <p:spPr>
          <a:xfrm>
            <a:off x="657287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1" name="A1_bar_GT_10907">
            <a:extLst>
              <a:ext uri="{FF2B5EF4-FFF2-40B4-BE49-F238E27FC236}">
                <a16:creationId xmlns:a16="http://schemas.microsoft.com/office/drawing/2014/main" id="{EA0D4693-85DE-4583-8ED6-B18AC9B47B17}"/>
              </a:ext>
            </a:extLst>
          </p:cNvPr>
          <p:cNvSpPr>
            <a:spLocks noGrp="1"/>
          </p:cNvSpPr>
          <p:nvPr/>
        </p:nvSpPr>
        <p:spPr>
          <a:xfrm>
            <a:off x="6512401" y="47452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2" name="A1_bar_GT_10908">
            <a:extLst>
              <a:ext uri="{FF2B5EF4-FFF2-40B4-BE49-F238E27FC236}">
                <a16:creationId xmlns:a16="http://schemas.microsoft.com/office/drawing/2014/main" id="{72337030-0F16-4770-8E6D-8DB45215FF09}"/>
              </a:ext>
            </a:extLst>
          </p:cNvPr>
          <p:cNvSpPr>
            <a:spLocks noGrp="1"/>
          </p:cNvSpPr>
          <p:nvPr/>
        </p:nvSpPr>
        <p:spPr>
          <a:xfrm>
            <a:off x="6652555" y="54598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3" name="A1_bar_GT_10909">
            <a:extLst>
              <a:ext uri="{FF2B5EF4-FFF2-40B4-BE49-F238E27FC236}">
                <a16:creationId xmlns:a16="http://schemas.microsoft.com/office/drawing/2014/main" id="{CF93FADF-BB4F-4F2E-AFBE-42EFA477D97F}"/>
              </a:ext>
            </a:extLst>
          </p:cNvPr>
          <p:cNvSpPr>
            <a:spLocks noGrp="1"/>
          </p:cNvSpPr>
          <p:nvPr/>
        </p:nvSpPr>
        <p:spPr>
          <a:xfrm>
            <a:off x="670725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4" name="A1_bar_GT_10910">
            <a:extLst>
              <a:ext uri="{FF2B5EF4-FFF2-40B4-BE49-F238E27FC236}">
                <a16:creationId xmlns:a16="http://schemas.microsoft.com/office/drawing/2014/main" id="{BC36E763-5363-4D49-BE4C-E130B25E1BE7}"/>
              </a:ext>
            </a:extLst>
          </p:cNvPr>
          <p:cNvSpPr>
            <a:spLocks noGrp="1"/>
          </p:cNvSpPr>
          <p:nvPr/>
        </p:nvSpPr>
        <p:spPr>
          <a:xfrm>
            <a:off x="6599579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5" name="A1_bar_GT_10911">
            <a:extLst>
              <a:ext uri="{FF2B5EF4-FFF2-40B4-BE49-F238E27FC236}">
                <a16:creationId xmlns:a16="http://schemas.microsoft.com/office/drawing/2014/main" id="{71D3FD32-F3F9-4C46-B209-FF7D0E4244AD}"/>
              </a:ext>
            </a:extLst>
          </p:cNvPr>
          <p:cNvSpPr>
            <a:spLocks noGrp="1"/>
          </p:cNvSpPr>
          <p:nvPr/>
        </p:nvSpPr>
        <p:spPr>
          <a:xfrm>
            <a:off x="660612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6" name="A1_bar_GT_10912">
            <a:extLst>
              <a:ext uri="{FF2B5EF4-FFF2-40B4-BE49-F238E27FC236}">
                <a16:creationId xmlns:a16="http://schemas.microsoft.com/office/drawing/2014/main" id="{EEAF946F-221A-4F67-863A-E89B3DE8CFC2}"/>
              </a:ext>
            </a:extLst>
          </p:cNvPr>
          <p:cNvSpPr>
            <a:spLocks noGrp="1"/>
          </p:cNvSpPr>
          <p:nvPr/>
        </p:nvSpPr>
        <p:spPr>
          <a:xfrm>
            <a:off x="649768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7" name="A1_bar_GT_10913">
            <a:extLst>
              <a:ext uri="{FF2B5EF4-FFF2-40B4-BE49-F238E27FC236}">
                <a16:creationId xmlns:a16="http://schemas.microsoft.com/office/drawing/2014/main" id="{29409D21-3563-4C94-8860-A295F57802C9}"/>
              </a:ext>
            </a:extLst>
          </p:cNvPr>
          <p:cNvSpPr>
            <a:spLocks noGrp="1"/>
          </p:cNvSpPr>
          <p:nvPr/>
        </p:nvSpPr>
        <p:spPr>
          <a:xfrm>
            <a:off x="673637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8" name="A1_bar_GT_10914">
            <a:extLst>
              <a:ext uri="{FF2B5EF4-FFF2-40B4-BE49-F238E27FC236}">
                <a16:creationId xmlns:a16="http://schemas.microsoft.com/office/drawing/2014/main" id="{CE76AB02-EC4C-45D3-B11A-9947B14035DD}"/>
              </a:ext>
            </a:extLst>
          </p:cNvPr>
          <p:cNvSpPr>
            <a:spLocks noGrp="1"/>
          </p:cNvSpPr>
          <p:nvPr/>
        </p:nvSpPr>
        <p:spPr>
          <a:xfrm>
            <a:off x="6644746" y="49613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9" name="A1_bar_GT_10915">
            <a:extLst>
              <a:ext uri="{FF2B5EF4-FFF2-40B4-BE49-F238E27FC236}">
                <a16:creationId xmlns:a16="http://schemas.microsoft.com/office/drawing/2014/main" id="{93139AAD-77F6-43BC-A990-A208364AB6BD}"/>
              </a:ext>
            </a:extLst>
          </p:cNvPr>
          <p:cNvSpPr>
            <a:spLocks noGrp="1"/>
          </p:cNvSpPr>
          <p:nvPr/>
        </p:nvSpPr>
        <p:spPr>
          <a:xfrm>
            <a:off x="657949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0" name="A1_bar_GT_10916">
            <a:extLst>
              <a:ext uri="{FF2B5EF4-FFF2-40B4-BE49-F238E27FC236}">
                <a16:creationId xmlns:a16="http://schemas.microsoft.com/office/drawing/2014/main" id="{5FE28FA8-049A-44BD-8323-9DBC635EA534}"/>
              </a:ext>
            </a:extLst>
          </p:cNvPr>
          <p:cNvSpPr>
            <a:spLocks noGrp="1"/>
          </p:cNvSpPr>
          <p:nvPr/>
        </p:nvSpPr>
        <p:spPr>
          <a:xfrm>
            <a:off x="6666826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1" name="A1_bar_GT_10917">
            <a:extLst>
              <a:ext uri="{FF2B5EF4-FFF2-40B4-BE49-F238E27FC236}">
                <a16:creationId xmlns:a16="http://schemas.microsoft.com/office/drawing/2014/main" id="{FC7B442E-DBD7-4D51-876D-65D1A66DCDB7}"/>
              </a:ext>
            </a:extLst>
          </p:cNvPr>
          <p:cNvSpPr>
            <a:spLocks noGrp="1"/>
          </p:cNvSpPr>
          <p:nvPr/>
        </p:nvSpPr>
        <p:spPr>
          <a:xfrm>
            <a:off x="6606163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2" name="A1_bar_GT_10918">
            <a:extLst>
              <a:ext uri="{FF2B5EF4-FFF2-40B4-BE49-F238E27FC236}">
                <a16:creationId xmlns:a16="http://schemas.microsoft.com/office/drawing/2014/main" id="{736A3B60-4FA2-4147-A674-96F6121D8875}"/>
              </a:ext>
            </a:extLst>
          </p:cNvPr>
          <p:cNvSpPr>
            <a:spLocks noGrp="1"/>
          </p:cNvSpPr>
          <p:nvPr/>
        </p:nvSpPr>
        <p:spPr>
          <a:xfrm>
            <a:off x="6631778" y="35249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3" name="A1_bar_GT_10919">
            <a:extLst>
              <a:ext uri="{FF2B5EF4-FFF2-40B4-BE49-F238E27FC236}">
                <a16:creationId xmlns:a16="http://schemas.microsoft.com/office/drawing/2014/main" id="{701309DA-4053-4F00-83E2-3D6B13696253}"/>
              </a:ext>
            </a:extLst>
          </p:cNvPr>
          <p:cNvSpPr>
            <a:spLocks noGrp="1"/>
          </p:cNvSpPr>
          <p:nvPr/>
        </p:nvSpPr>
        <p:spPr>
          <a:xfrm>
            <a:off x="650865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4" name="A1_bar_GT_10920">
            <a:extLst>
              <a:ext uri="{FF2B5EF4-FFF2-40B4-BE49-F238E27FC236}">
                <a16:creationId xmlns:a16="http://schemas.microsoft.com/office/drawing/2014/main" id="{415F1025-E129-4FD2-BCBA-25305ECD107D}"/>
              </a:ext>
            </a:extLst>
          </p:cNvPr>
          <p:cNvSpPr>
            <a:spLocks noGrp="1"/>
          </p:cNvSpPr>
          <p:nvPr/>
        </p:nvSpPr>
        <p:spPr>
          <a:xfrm>
            <a:off x="6625519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5" name="A1_bar_GT_10921">
            <a:extLst>
              <a:ext uri="{FF2B5EF4-FFF2-40B4-BE49-F238E27FC236}">
                <a16:creationId xmlns:a16="http://schemas.microsoft.com/office/drawing/2014/main" id="{F7DD4DD8-5AC7-47A5-AE98-5C132C60348F}"/>
              </a:ext>
            </a:extLst>
          </p:cNvPr>
          <p:cNvSpPr>
            <a:spLocks noGrp="1"/>
          </p:cNvSpPr>
          <p:nvPr/>
        </p:nvSpPr>
        <p:spPr>
          <a:xfrm>
            <a:off x="6687750" y="54234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6" name="A1_bar_GT_10922">
            <a:extLst>
              <a:ext uri="{FF2B5EF4-FFF2-40B4-BE49-F238E27FC236}">
                <a16:creationId xmlns:a16="http://schemas.microsoft.com/office/drawing/2014/main" id="{5C503756-8C00-468D-A9F6-41734B8231E0}"/>
              </a:ext>
            </a:extLst>
          </p:cNvPr>
          <p:cNvSpPr>
            <a:spLocks noGrp="1"/>
          </p:cNvSpPr>
          <p:nvPr/>
        </p:nvSpPr>
        <p:spPr>
          <a:xfrm>
            <a:off x="651041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7" name="A1_bar_GT_10923">
            <a:extLst>
              <a:ext uri="{FF2B5EF4-FFF2-40B4-BE49-F238E27FC236}">
                <a16:creationId xmlns:a16="http://schemas.microsoft.com/office/drawing/2014/main" id="{4719A61F-92AB-4F52-BADB-98FF5CBD8FBD}"/>
              </a:ext>
            </a:extLst>
          </p:cNvPr>
          <p:cNvSpPr>
            <a:spLocks noGrp="1"/>
          </p:cNvSpPr>
          <p:nvPr/>
        </p:nvSpPr>
        <p:spPr>
          <a:xfrm>
            <a:off x="664692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8" name="A1_bar_GT_10924">
            <a:extLst>
              <a:ext uri="{FF2B5EF4-FFF2-40B4-BE49-F238E27FC236}">
                <a16:creationId xmlns:a16="http://schemas.microsoft.com/office/drawing/2014/main" id="{67BAAF24-01C9-4F93-B000-8352F8759EFA}"/>
              </a:ext>
            </a:extLst>
          </p:cNvPr>
          <p:cNvSpPr>
            <a:spLocks noGrp="1"/>
          </p:cNvSpPr>
          <p:nvPr/>
        </p:nvSpPr>
        <p:spPr>
          <a:xfrm>
            <a:off x="6579513" y="59148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9" name="A1_bar_GT_10925">
            <a:extLst>
              <a:ext uri="{FF2B5EF4-FFF2-40B4-BE49-F238E27FC236}">
                <a16:creationId xmlns:a16="http://schemas.microsoft.com/office/drawing/2014/main" id="{7E420F7B-4E72-4623-B067-FDB58EBD278B}"/>
              </a:ext>
            </a:extLst>
          </p:cNvPr>
          <p:cNvSpPr>
            <a:spLocks noGrp="1"/>
          </p:cNvSpPr>
          <p:nvPr/>
        </p:nvSpPr>
        <p:spPr>
          <a:xfrm>
            <a:off x="6625897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0" name="A1_bar_GT_10926">
            <a:extLst>
              <a:ext uri="{FF2B5EF4-FFF2-40B4-BE49-F238E27FC236}">
                <a16:creationId xmlns:a16="http://schemas.microsoft.com/office/drawing/2014/main" id="{4F02344B-30AC-49CE-98C9-B48D2451BE87}"/>
              </a:ext>
            </a:extLst>
          </p:cNvPr>
          <p:cNvSpPr>
            <a:spLocks noGrp="1"/>
          </p:cNvSpPr>
          <p:nvPr/>
        </p:nvSpPr>
        <p:spPr>
          <a:xfrm>
            <a:off x="66632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1" name="A1_bar_GT_10927">
            <a:extLst>
              <a:ext uri="{FF2B5EF4-FFF2-40B4-BE49-F238E27FC236}">
                <a16:creationId xmlns:a16="http://schemas.microsoft.com/office/drawing/2014/main" id="{26474510-1428-43D1-901E-BBFB39499223}"/>
              </a:ext>
            </a:extLst>
          </p:cNvPr>
          <p:cNvSpPr>
            <a:spLocks noGrp="1"/>
          </p:cNvSpPr>
          <p:nvPr/>
        </p:nvSpPr>
        <p:spPr>
          <a:xfrm>
            <a:off x="667884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2" name="A1_bar_GT_10928">
            <a:extLst>
              <a:ext uri="{FF2B5EF4-FFF2-40B4-BE49-F238E27FC236}">
                <a16:creationId xmlns:a16="http://schemas.microsoft.com/office/drawing/2014/main" id="{3A316A6B-AFEA-4529-9902-F7EAB1211A93}"/>
              </a:ext>
            </a:extLst>
          </p:cNvPr>
          <p:cNvSpPr>
            <a:spLocks noGrp="1"/>
          </p:cNvSpPr>
          <p:nvPr/>
        </p:nvSpPr>
        <p:spPr>
          <a:xfrm>
            <a:off x="65845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3" name="A1_bar_GT_10929">
            <a:extLst>
              <a:ext uri="{FF2B5EF4-FFF2-40B4-BE49-F238E27FC236}">
                <a16:creationId xmlns:a16="http://schemas.microsoft.com/office/drawing/2014/main" id="{9A6B2872-3AA7-47A9-B018-306DE221A755}"/>
              </a:ext>
            </a:extLst>
          </p:cNvPr>
          <p:cNvSpPr>
            <a:spLocks noGrp="1"/>
          </p:cNvSpPr>
          <p:nvPr/>
        </p:nvSpPr>
        <p:spPr>
          <a:xfrm>
            <a:off x="6522323" y="45897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4" name="A1_bar_GT_10930">
            <a:extLst>
              <a:ext uri="{FF2B5EF4-FFF2-40B4-BE49-F238E27FC236}">
                <a16:creationId xmlns:a16="http://schemas.microsoft.com/office/drawing/2014/main" id="{22DC5E98-1677-4B5E-9EB9-66AE607A60DB}"/>
              </a:ext>
            </a:extLst>
          </p:cNvPr>
          <p:cNvSpPr>
            <a:spLocks noGrp="1"/>
          </p:cNvSpPr>
          <p:nvPr/>
        </p:nvSpPr>
        <p:spPr>
          <a:xfrm>
            <a:off x="6536487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5" name="A1_bar_GT_10931">
            <a:extLst>
              <a:ext uri="{FF2B5EF4-FFF2-40B4-BE49-F238E27FC236}">
                <a16:creationId xmlns:a16="http://schemas.microsoft.com/office/drawing/2014/main" id="{E11513F7-5DF1-4DB0-A854-3AE2BF5D7AE4}"/>
              </a:ext>
            </a:extLst>
          </p:cNvPr>
          <p:cNvSpPr>
            <a:spLocks noGrp="1"/>
          </p:cNvSpPr>
          <p:nvPr/>
        </p:nvSpPr>
        <p:spPr>
          <a:xfrm>
            <a:off x="663926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6" name="A1_bar_GT_10932">
            <a:extLst>
              <a:ext uri="{FF2B5EF4-FFF2-40B4-BE49-F238E27FC236}">
                <a16:creationId xmlns:a16="http://schemas.microsoft.com/office/drawing/2014/main" id="{588A71CC-4FA3-4A08-9FD6-A684DE0AE61A}"/>
              </a:ext>
            </a:extLst>
          </p:cNvPr>
          <p:cNvSpPr>
            <a:spLocks noGrp="1"/>
          </p:cNvSpPr>
          <p:nvPr/>
        </p:nvSpPr>
        <p:spPr>
          <a:xfrm>
            <a:off x="660669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7" name="A1_bar_GT_10933">
            <a:extLst>
              <a:ext uri="{FF2B5EF4-FFF2-40B4-BE49-F238E27FC236}">
                <a16:creationId xmlns:a16="http://schemas.microsoft.com/office/drawing/2014/main" id="{856C4E24-39C7-4428-92B3-728603162C5C}"/>
              </a:ext>
            </a:extLst>
          </p:cNvPr>
          <p:cNvSpPr>
            <a:spLocks noGrp="1"/>
          </p:cNvSpPr>
          <p:nvPr/>
        </p:nvSpPr>
        <p:spPr>
          <a:xfrm>
            <a:off x="672992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8" name="A1_bar_GT_10934">
            <a:extLst>
              <a:ext uri="{FF2B5EF4-FFF2-40B4-BE49-F238E27FC236}">
                <a16:creationId xmlns:a16="http://schemas.microsoft.com/office/drawing/2014/main" id="{5AB4000E-ED04-4BE9-A9F2-E85FF560E4BF}"/>
              </a:ext>
            </a:extLst>
          </p:cNvPr>
          <p:cNvSpPr>
            <a:spLocks noGrp="1"/>
          </p:cNvSpPr>
          <p:nvPr/>
        </p:nvSpPr>
        <p:spPr>
          <a:xfrm>
            <a:off x="659055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9" name="A1_bar_GT_10935">
            <a:extLst>
              <a:ext uri="{FF2B5EF4-FFF2-40B4-BE49-F238E27FC236}">
                <a16:creationId xmlns:a16="http://schemas.microsoft.com/office/drawing/2014/main" id="{BC8469D9-1161-45C0-BB24-E834BD0C536C}"/>
              </a:ext>
            </a:extLst>
          </p:cNvPr>
          <p:cNvSpPr>
            <a:spLocks noGrp="1"/>
          </p:cNvSpPr>
          <p:nvPr/>
        </p:nvSpPr>
        <p:spPr>
          <a:xfrm>
            <a:off x="660955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0" name="A1_bar_GT_10936">
            <a:extLst>
              <a:ext uri="{FF2B5EF4-FFF2-40B4-BE49-F238E27FC236}">
                <a16:creationId xmlns:a16="http://schemas.microsoft.com/office/drawing/2014/main" id="{03736862-3A85-4B4F-A51A-741C7CA6C777}"/>
              </a:ext>
            </a:extLst>
          </p:cNvPr>
          <p:cNvSpPr>
            <a:spLocks noGrp="1"/>
          </p:cNvSpPr>
          <p:nvPr/>
        </p:nvSpPr>
        <p:spPr>
          <a:xfrm>
            <a:off x="6718235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1" name="A1_bar_GT_10937">
            <a:extLst>
              <a:ext uri="{FF2B5EF4-FFF2-40B4-BE49-F238E27FC236}">
                <a16:creationId xmlns:a16="http://schemas.microsoft.com/office/drawing/2014/main" id="{C7D35A18-949D-4844-B5BC-914F84A05EB8}"/>
              </a:ext>
            </a:extLst>
          </p:cNvPr>
          <p:cNvSpPr>
            <a:spLocks noGrp="1"/>
          </p:cNvSpPr>
          <p:nvPr/>
        </p:nvSpPr>
        <p:spPr>
          <a:xfrm>
            <a:off x="6625675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2" name="A1_bar_GT_10938">
            <a:extLst>
              <a:ext uri="{FF2B5EF4-FFF2-40B4-BE49-F238E27FC236}">
                <a16:creationId xmlns:a16="http://schemas.microsoft.com/office/drawing/2014/main" id="{28878DF4-5F3A-4574-8009-BDB25B6EE518}"/>
              </a:ext>
            </a:extLst>
          </p:cNvPr>
          <p:cNvSpPr>
            <a:spLocks noGrp="1"/>
          </p:cNvSpPr>
          <p:nvPr/>
        </p:nvSpPr>
        <p:spPr>
          <a:xfrm>
            <a:off x="6638840" y="511855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3" name="A1_bar_GT_10939">
            <a:extLst>
              <a:ext uri="{FF2B5EF4-FFF2-40B4-BE49-F238E27FC236}">
                <a16:creationId xmlns:a16="http://schemas.microsoft.com/office/drawing/2014/main" id="{3BF8CE19-CE24-45FB-8F31-D7D314682E71}"/>
              </a:ext>
            </a:extLst>
          </p:cNvPr>
          <p:cNvSpPr>
            <a:spLocks noGrp="1"/>
          </p:cNvSpPr>
          <p:nvPr/>
        </p:nvSpPr>
        <p:spPr>
          <a:xfrm>
            <a:off x="6505162" y="45649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4" name="A1_bar_GT_10940">
            <a:extLst>
              <a:ext uri="{FF2B5EF4-FFF2-40B4-BE49-F238E27FC236}">
                <a16:creationId xmlns:a16="http://schemas.microsoft.com/office/drawing/2014/main" id="{6485D79C-1798-4BF6-ADAE-0A95E8FA0A6E}"/>
              </a:ext>
            </a:extLst>
          </p:cNvPr>
          <p:cNvSpPr>
            <a:spLocks noGrp="1"/>
          </p:cNvSpPr>
          <p:nvPr/>
        </p:nvSpPr>
        <p:spPr>
          <a:xfrm>
            <a:off x="650544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5" name="A1_bar_GT_10941">
            <a:extLst>
              <a:ext uri="{FF2B5EF4-FFF2-40B4-BE49-F238E27FC236}">
                <a16:creationId xmlns:a16="http://schemas.microsoft.com/office/drawing/2014/main" id="{C26BE733-959E-4A36-838E-D3FB368B9466}"/>
              </a:ext>
            </a:extLst>
          </p:cNvPr>
          <p:cNvSpPr>
            <a:spLocks noGrp="1"/>
          </p:cNvSpPr>
          <p:nvPr/>
        </p:nvSpPr>
        <p:spPr>
          <a:xfrm>
            <a:off x="669474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6" name="A1_bar_GT_10942">
            <a:extLst>
              <a:ext uri="{FF2B5EF4-FFF2-40B4-BE49-F238E27FC236}">
                <a16:creationId xmlns:a16="http://schemas.microsoft.com/office/drawing/2014/main" id="{1A8C5F9A-8643-467C-9192-5E726A0F9311}"/>
              </a:ext>
            </a:extLst>
          </p:cNvPr>
          <p:cNvSpPr>
            <a:spLocks noGrp="1"/>
          </p:cNvSpPr>
          <p:nvPr/>
        </p:nvSpPr>
        <p:spPr>
          <a:xfrm>
            <a:off x="6577488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7" name="A1_bar_GT_10943">
            <a:extLst>
              <a:ext uri="{FF2B5EF4-FFF2-40B4-BE49-F238E27FC236}">
                <a16:creationId xmlns:a16="http://schemas.microsoft.com/office/drawing/2014/main" id="{3E46029E-8407-46EB-AF30-92484F4B9DD5}"/>
              </a:ext>
            </a:extLst>
          </p:cNvPr>
          <p:cNvSpPr>
            <a:spLocks noGrp="1"/>
          </p:cNvSpPr>
          <p:nvPr/>
        </p:nvSpPr>
        <p:spPr>
          <a:xfrm>
            <a:off x="653235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8" name="A1_bar_GT_10944">
            <a:extLst>
              <a:ext uri="{FF2B5EF4-FFF2-40B4-BE49-F238E27FC236}">
                <a16:creationId xmlns:a16="http://schemas.microsoft.com/office/drawing/2014/main" id="{10DAB3F5-55AA-4A3E-9BA5-9D25DF010123}"/>
              </a:ext>
            </a:extLst>
          </p:cNvPr>
          <p:cNvSpPr>
            <a:spLocks noGrp="1"/>
          </p:cNvSpPr>
          <p:nvPr/>
        </p:nvSpPr>
        <p:spPr>
          <a:xfrm>
            <a:off x="6611975" y="32127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9" name="A1_bar_GT_10945">
            <a:extLst>
              <a:ext uri="{FF2B5EF4-FFF2-40B4-BE49-F238E27FC236}">
                <a16:creationId xmlns:a16="http://schemas.microsoft.com/office/drawing/2014/main" id="{B3512675-6F8E-4526-B7DE-C5043D685E1D}"/>
              </a:ext>
            </a:extLst>
          </p:cNvPr>
          <p:cNvSpPr>
            <a:spLocks noGrp="1"/>
          </p:cNvSpPr>
          <p:nvPr/>
        </p:nvSpPr>
        <p:spPr>
          <a:xfrm>
            <a:off x="660571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0" name="A1_bar_GT_10946">
            <a:extLst>
              <a:ext uri="{FF2B5EF4-FFF2-40B4-BE49-F238E27FC236}">
                <a16:creationId xmlns:a16="http://schemas.microsoft.com/office/drawing/2014/main" id="{0106BA4B-3E10-4FD4-A938-667E48C1D30E}"/>
              </a:ext>
            </a:extLst>
          </p:cNvPr>
          <p:cNvSpPr>
            <a:spLocks noGrp="1"/>
          </p:cNvSpPr>
          <p:nvPr/>
        </p:nvSpPr>
        <p:spPr>
          <a:xfrm>
            <a:off x="6636541" y="46550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1" name="A1_bar_GT_10947">
            <a:extLst>
              <a:ext uri="{FF2B5EF4-FFF2-40B4-BE49-F238E27FC236}">
                <a16:creationId xmlns:a16="http://schemas.microsoft.com/office/drawing/2014/main" id="{2887C709-E0F5-4816-A56C-FC3226D4D687}"/>
              </a:ext>
            </a:extLst>
          </p:cNvPr>
          <p:cNvSpPr>
            <a:spLocks noGrp="1"/>
          </p:cNvSpPr>
          <p:nvPr/>
        </p:nvSpPr>
        <p:spPr>
          <a:xfrm>
            <a:off x="6533753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2" name="A1_bar_GT_10948">
            <a:extLst>
              <a:ext uri="{FF2B5EF4-FFF2-40B4-BE49-F238E27FC236}">
                <a16:creationId xmlns:a16="http://schemas.microsoft.com/office/drawing/2014/main" id="{378AFED4-8E67-41D6-8071-749B5FEBAB9F}"/>
              </a:ext>
            </a:extLst>
          </p:cNvPr>
          <p:cNvSpPr>
            <a:spLocks noGrp="1"/>
          </p:cNvSpPr>
          <p:nvPr/>
        </p:nvSpPr>
        <p:spPr>
          <a:xfrm>
            <a:off x="654372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3" name="A1_bar_GT_10949">
            <a:extLst>
              <a:ext uri="{FF2B5EF4-FFF2-40B4-BE49-F238E27FC236}">
                <a16:creationId xmlns:a16="http://schemas.microsoft.com/office/drawing/2014/main" id="{659D54D1-47D4-4399-9969-F152CF3684DD}"/>
              </a:ext>
            </a:extLst>
          </p:cNvPr>
          <p:cNvSpPr>
            <a:spLocks noGrp="1"/>
          </p:cNvSpPr>
          <p:nvPr/>
        </p:nvSpPr>
        <p:spPr>
          <a:xfrm>
            <a:off x="651844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4" name="A1_bar_GT_10950">
            <a:extLst>
              <a:ext uri="{FF2B5EF4-FFF2-40B4-BE49-F238E27FC236}">
                <a16:creationId xmlns:a16="http://schemas.microsoft.com/office/drawing/2014/main" id="{A149B914-0A19-4820-B895-A82F66229174}"/>
              </a:ext>
            </a:extLst>
          </p:cNvPr>
          <p:cNvSpPr>
            <a:spLocks noGrp="1"/>
          </p:cNvSpPr>
          <p:nvPr/>
        </p:nvSpPr>
        <p:spPr>
          <a:xfrm>
            <a:off x="6491476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5" name="A1_bar_GT_10951">
            <a:extLst>
              <a:ext uri="{FF2B5EF4-FFF2-40B4-BE49-F238E27FC236}">
                <a16:creationId xmlns:a16="http://schemas.microsoft.com/office/drawing/2014/main" id="{3C2821E3-6F31-4956-81DC-F89CE66BA9E4}"/>
              </a:ext>
            </a:extLst>
          </p:cNvPr>
          <p:cNvSpPr>
            <a:spLocks noGrp="1"/>
          </p:cNvSpPr>
          <p:nvPr/>
        </p:nvSpPr>
        <p:spPr>
          <a:xfrm>
            <a:off x="6561876" y="420949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6" name="A1_bar_GT_10952">
            <a:extLst>
              <a:ext uri="{FF2B5EF4-FFF2-40B4-BE49-F238E27FC236}">
                <a16:creationId xmlns:a16="http://schemas.microsoft.com/office/drawing/2014/main" id="{A1F62A66-BD25-42EE-94FF-0B0F9A6E8339}"/>
              </a:ext>
            </a:extLst>
          </p:cNvPr>
          <p:cNvSpPr>
            <a:spLocks noGrp="1"/>
          </p:cNvSpPr>
          <p:nvPr/>
        </p:nvSpPr>
        <p:spPr>
          <a:xfrm>
            <a:off x="6734141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7" name="A1_bar_GT_10953">
            <a:extLst>
              <a:ext uri="{FF2B5EF4-FFF2-40B4-BE49-F238E27FC236}">
                <a16:creationId xmlns:a16="http://schemas.microsoft.com/office/drawing/2014/main" id="{9477E946-C1B5-4272-9EB3-2D5F9552AE07}"/>
              </a:ext>
            </a:extLst>
          </p:cNvPr>
          <p:cNvSpPr>
            <a:spLocks noGrp="1"/>
          </p:cNvSpPr>
          <p:nvPr/>
        </p:nvSpPr>
        <p:spPr>
          <a:xfrm>
            <a:off x="6529133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8" name="A1_bar_GT_10954">
            <a:extLst>
              <a:ext uri="{FF2B5EF4-FFF2-40B4-BE49-F238E27FC236}">
                <a16:creationId xmlns:a16="http://schemas.microsoft.com/office/drawing/2014/main" id="{87F736BC-3710-45F6-A6B0-A817C80D35AF}"/>
              </a:ext>
            </a:extLst>
          </p:cNvPr>
          <p:cNvSpPr>
            <a:spLocks noGrp="1"/>
          </p:cNvSpPr>
          <p:nvPr/>
        </p:nvSpPr>
        <p:spPr>
          <a:xfrm>
            <a:off x="6571373" y="4917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9" name="A1_bar_GT_10955">
            <a:extLst>
              <a:ext uri="{FF2B5EF4-FFF2-40B4-BE49-F238E27FC236}">
                <a16:creationId xmlns:a16="http://schemas.microsoft.com/office/drawing/2014/main" id="{02536D7B-FA74-4C6B-9E3A-33001B83ECCB}"/>
              </a:ext>
            </a:extLst>
          </p:cNvPr>
          <p:cNvSpPr>
            <a:spLocks noGrp="1"/>
          </p:cNvSpPr>
          <p:nvPr/>
        </p:nvSpPr>
        <p:spPr>
          <a:xfrm>
            <a:off x="6602378" y="46242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0" name="A1_bar_GT_10956">
            <a:extLst>
              <a:ext uri="{FF2B5EF4-FFF2-40B4-BE49-F238E27FC236}">
                <a16:creationId xmlns:a16="http://schemas.microsoft.com/office/drawing/2014/main" id="{F116ED85-EAC0-4992-A1BC-F950E151ECC8}"/>
              </a:ext>
            </a:extLst>
          </p:cNvPr>
          <p:cNvSpPr>
            <a:spLocks noGrp="1"/>
          </p:cNvSpPr>
          <p:nvPr/>
        </p:nvSpPr>
        <p:spPr>
          <a:xfrm>
            <a:off x="666701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1" name="A1_bar_GT_10957">
            <a:extLst>
              <a:ext uri="{FF2B5EF4-FFF2-40B4-BE49-F238E27FC236}">
                <a16:creationId xmlns:a16="http://schemas.microsoft.com/office/drawing/2014/main" id="{03B4015A-5C4E-4754-B437-16F6D03524F9}"/>
              </a:ext>
            </a:extLst>
          </p:cNvPr>
          <p:cNvSpPr>
            <a:spLocks noGrp="1"/>
          </p:cNvSpPr>
          <p:nvPr/>
        </p:nvSpPr>
        <p:spPr>
          <a:xfrm>
            <a:off x="662051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2" name="A1_bar_GT_10958">
            <a:extLst>
              <a:ext uri="{FF2B5EF4-FFF2-40B4-BE49-F238E27FC236}">
                <a16:creationId xmlns:a16="http://schemas.microsoft.com/office/drawing/2014/main" id="{27AC51A6-3AD3-419F-ADC0-0BB16D0CBE41}"/>
              </a:ext>
            </a:extLst>
          </p:cNvPr>
          <p:cNvSpPr>
            <a:spLocks noGrp="1"/>
          </p:cNvSpPr>
          <p:nvPr/>
        </p:nvSpPr>
        <p:spPr>
          <a:xfrm>
            <a:off x="665682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3" name="A1_bar_GT_10959">
            <a:extLst>
              <a:ext uri="{FF2B5EF4-FFF2-40B4-BE49-F238E27FC236}">
                <a16:creationId xmlns:a16="http://schemas.microsoft.com/office/drawing/2014/main" id="{ED20F6F5-95BA-4772-A871-20BE328A46D4}"/>
              </a:ext>
            </a:extLst>
          </p:cNvPr>
          <p:cNvSpPr>
            <a:spLocks noGrp="1"/>
          </p:cNvSpPr>
          <p:nvPr/>
        </p:nvSpPr>
        <p:spPr>
          <a:xfrm>
            <a:off x="653694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4" name="A1_bar_GT_10960">
            <a:extLst>
              <a:ext uri="{FF2B5EF4-FFF2-40B4-BE49-F238E27FC236}">
                <a16:creationId xmlns:a16="http://schemas.microsoft.com/office/drawing/2014/main" id="{DFEE2A56-4B68-48D5-AD64-022C40858BB0}"/>
              </a:ext>
            </a:extLst>
          </p:cNvPr>
          <p:cNvSpPr>
            <a:spLocks noGrp="1"/>
          </p:cNvSpPr>
          <p:nvPr/>
        </p:nvSpPr>
        <p:spPr>
          <a:xfrm>
            <a:off x="6585626" y="48882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5" name="A1_bar_GT_10961">
            <a:extLst>
              <a:ext uri="{FF2B5EF4-FFF2-40B4-BE49-F238E27FC236}">
                <a16:creationId xmlns:a16="http://schemas.microsoft.com/office/drawing/2014/main" id="{E69550EC-8680-4CA5-A8DA-CE6D2BF39641}"/>
              </a:ext>
            </a:extLst>
          </p:cNvPr>
          <p:cNvSpPr>
            <a:spLocks noGrp="1"/>
          </p:cNvSpPr>
          <p:nvPr/>
        </p:nvSpPr>
        <p:spPr>
          <a:xfrm>
            <a:off x="6536909" y="55732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6" name="A1_bar_GT_10962">
            <a:extLst>
              <a:ext uri="{FF2B5EF4-FFF2-40B4-BE49-F238E27FC236}">
                <a16:creationId xmlns:a16="http://schemas.microsoft.com/office/drawing/2014/main" id="{F0F60214-0185-4D36-BFC2-F6F02D2921F9}"/>
              </a:ext>
            </a:extLst>
          </p:cNvPr>
          <p:cNvSpPr>
            <a:spLocks noGrp="1"/>
          </p:cNvSpPr>
          <p:nvPr/>
        </p:nvSpPr>
        <p:spPr>
          <a:xfrm>
            <a:off x="6602891" y="586016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7" name="A1_bar_GT_10963">
            <a:extLst>
              <a:ext uri="{FF2B5EF4-FFF2-40B4-BE49-F238E27FC236}">
                <a16:creationId xmlns:a16="http://schemas.microsoft.com/office/drawing/2014/main" id="{AC585557-2C5C-45C4-B71F-91172D187091}"/>
              </a:ext>
            </a:extLst>
          </p:cNvPr>
          <p:cNvSpPr>
            <a:spLocks noGrp="1"/>
          </p:cNvSpPr>
          <p:nvPr/>
        </p:nvSpPr>
        <p:spPr>
          <a:xfrm>
            <a:off x="657641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8" name="A1_bar_GT_10964">
            <a:extLst>
              <a:ext uri="{FF2B5EF4-FFF2-40B4-BE49-F238E27FC236}">
                <a16:creationId xmlns:a16="http://schemas.microsoft.com/office/drawing/2014/main" id="{CD099B7D-4DAC-46F3-A6CC-DA85A0FFEDB1}"/>
              </a:ext>
            </a:extLst>
          </p:cNvPr>
          <p:cNvSpPr>
            <a:spLocks noGrp="1"/>
          </p:cNvSpPr>
          <p:nvPr/>
        </p:nvSpPr>
        <p:spPr>
          <a:xfrm>
            <a:off x="668228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9" name="A1_bar_GT_10965">
            <a:extLst>
              <a:ext uri="{FF2B5EF4-FFF2-40B4-BE49-F238E27FC236}">
                <a16:creationId xmlns:a16="http://schemas.microsoft.com/office/drawing/2014/main" id="{0966FE9E-FB05-4F73-B2D7-01A98FB5EE91}"/>
              </a:ext>
            </a:extLst>
          </p:cNvPr>
          <p:cNvSpPr>
            <a:spLocks noGrp="1"/>
          </p:cNvSpPr>
          <p:nvPr/>
        </p:nvSpPr>
        <p:spPr>
          <a:xfrm>
            <a:off x="6706226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0" name="A1_bar_GT_10966">
            <a:extLst>
              <a:ext uri="{FF2B5EF4-FFF2-40B4-BE49-F238E27FC236}">
                <a16:creationId xmlns:a16="http://schemas.microsoft.com/office/drawing/2014/main" id="{04FF4E0E-AA2C-4C0A-93E0-33B854FDD018}"/>
              </a:ext>
            </a:extLst>
          </p:cNvPr>
          <p:cNvSpPr>
            <a:spLocks noGrp="1"/>
          </p:cNvSpPr>
          <p:nvPr/>
        </p:nvSpPr>
        <p:spPr>
          <a:xfrm>
            <a:off x="673715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1" name="A1_bar_GT_10967">
            <a:extLst>
              <a:ext uri="{FF2B5EF4-FFF2-40B4-BE49-F238E27FC236}">
                <a16:creationId xmlns:a16="http://schemas.microsoft.com/office/drawing/2014/main" id="{8D5CE595-6840-4B8C-A5C8-127A87F98882}"/>
              </a:ext>
            </a:extLst>
          </p:cNvPr>
          <p:cNvSpPr>
            <a:spLocks noGrp="1"/>
          </p:cNvSpPr>
          <p:nvPr/>
        </p:nvSpPr>
        <p:spPr>
          <a:xfrm>
            <a:off x="66726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2" name="A1_bar_GT_10968">
            <a:extLst>
              <a:ext uri="{FF2B5EF4-FFF2-40B4-BE49-F238E27FC236}">
                <a16:creationId xmlns:a16="http://schemas.microsoft.com/office/drawing/2014/main" id="{ACB0A99A-2916-41D1-BDCB-C84D277F9230}"/>
              </a:ext>
            </a:extLst>
          </p:cNvPr>
          <p:cNvSpPr>
            <a:spLocks noGrp="1"/>
          </p:cNvSpPr>
          <p:nvPr/>
        </p:nvSpPr>
        <p:spPr>
          <a:xfrm>
            <a:off x="6507922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3" name="A1_bar_GT_10969">
            <a:extLst>
              <a:ext uri="{FF2B5EF4-FFF2-40B4-BE49-F238E27FC236}">
                <a16:creationId xmlns:a16="http://schemas.microsoft.com/office/drawing/2014/main" id="{410F7296-51EB-4726-80D8-12C85AD721BF}"/>
              </a:ext>
            </a:extLst>
          </p:cNvPr>
          <p:cNvSpPr>
            <a:spLocks noGrp="1"/>
          </p:cNvSpPr>
          <p:nvPr/>
        </p:nvSpPr>
        <p:spPr>
          <a:xfrm>
            <a:off x="658038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4" name="A1_bar_GT_10970">
            <a:extLst>
              <a:ext uri="{FF2B5EF4-FFF2-40B4-BE49-F238E27FC236}">
                <a16:creationId xmlns:a16="http://schemas.microsoft.com/office/drawing/2014/main" id="{58F8E496-149F-44B8-B96F-C5063B695516}"/>
              </a:ext>
            </a:extLst>
          </p:cNvPr>
          <p:cNvSpPr>
            <a:spLocks noGrp="1"/>
          </p:cNvSpPr>
          <p:nvPr/>
        </p:nvSpPr>
        <p:spPr>
          <a:xfrm>
            <a:off x="662855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5" name="A1_bar_GT_10971">
            <a:extLst>
              <a:ext uri="{FF2B5EF4-FFF2-40B4-BE49-F238E27FC236}">
                <a16:creationId xmlns:a16="http://schemas.microsoft.com/office/drawing/2014/main" id="{CAD8C59F-B295-42A0-BF58-7D4869CF7CE4}"/>
              </a:ext>
            </a:extLst>
          </p:cNvPr>
          <p:cNvSpPr>
            <a:spLocks noGrp="1"/>
          </p:cNvSpPr>
          <p:nvPr/>
        </p:nvSpPr>
        <p:spPr>
          <a:xfrm>
            <a:off x="659589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6" name="A1_bar_GT_10972">
            <a:extLst>
              <a:ext uri="{FF2B5EF4-FFF2-40B4-BE49-F238E27FC236}">
                <a16:creationId xmlns:a16="http://schemas.microsoft.com/office/drawing/2014/main" id="{AD8AB9F6-1A0E-488C-9443-807189EB9F54}"/>
              </a:ext>
            </a:extLst>
          </p:cNvPr>
          <p:cNvSpPr>
            <a:spLocks noGrp="1"/>
          </p:cNvSpPr>
          <p:nvPr/>
        </p:nvSpPr>
        <p:spPr>
          <a:xfrm>
            <a:off x="664091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7" name="A1_bar_GT_10973">
            <a:extLst>
              <a:ext uri="{FF2B5EF4-FFF2-40B4-BE49-F238E27FC236}">
                <a16:creationId xmlns:a16="http://schemas.microsoft.com/office/drawing/2014/main" id="{C5DC350F-DB02-4521-AC48-395AA470595C}"/>
              </a:ext>
            </a:extLst>
          </p:cNvPr>
          <p:cNvSpPr>
            <a:spLocks noGrp="1"/>
          </p:cNvSpPr>
          <p:nvPr/>
        </p:nvSpPr>
        <p:spPr>
          <a:xfrm>
            <a:off x="658758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8" name="A1_bar_GT_10974">
            <a:extLst>
              <a:ext uri="{FF2B5EF4-FFF2-40B4-BE49-F238E27FC236}">
                <a16:creationId xmlns:a16="http://schemas.microsoft.com/office/drawing/2014/main" id="{F63706DA-BC48-4CC1-B94E-160CBB6A5CFC}"/>
              </a:ext>
            </a:extLst>
          </p:cNvPr>
          <p:cNvSpPr>
            <a:spLocks noGrp="1"/>
          </p:cNvSpPr>
          <p:nvPr/>
        </p:nvSpPr>
        <p:spPr>
          <a:xfrm>
            <a:off x="660253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9" name="A1_bar_GT_10975">
            <a:extLst>
              <a:ext uri="{FF2B5EF4-FFF2-40B4-BE49-F238E27FC236}">
                <a16:creationId xmlns:a16="http://schemas.microsoft.com/office/drawing/2014/main" id="{B0F67F06-4285-405C-AAE1-287E45C260A6}"/>
              </a:ext>
            </a:extLst>
          </p:cNvPr>
          <p:cNvSpPr>
            <a:spLocks noGrp="1"/>
          </p:cNvSpPr>
          <p:nvPr/>
        </p:nvSpPr>
        <p:spPr>
          <a:xfrm>
            <a:off x="6703392" y="423565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0" name="A1_bar_GT_10976">
            <a:extLst>
              <a:ext uri="{FF2B5EF4-FFF2-40B4-BE49-F238E27FC236}">
                <a16:creationId xmlns:a16="http://schemas.microsoft.com/office/drawing/2014/main" id="{E9878FEA-F49C-4D5F-85EA-DF447B8A3213}"/>
              </a:ext>
            </a:extLst>
          </p:cNvPr>
          <p:cNvSpPr>
            <a:spLocks noGrp="1"/>
          </p:cNvSpPr>
          <p:nvPr/>
        </p:nvSpPr>
        <p:spPr>
          <a:xfrm>
            <a:off x="6514710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1" name="A1_bar_GT_10977">
            <a:extLst>
              <a:ext uri="{FF2B5EF4-FFF2-40B4-BE49-F238E27FC236}">
                <a16:creationId xmlns:a16="http://schemas.microsoft.com/office/drawing/2014/main" id="{46FA692D-B268-4707-B343-D14E6B532D28}"/>
              </a:ext>
            </a:extLst>
          </p:cNvPr>
          <p:cNvSpPr>
            <a:spLocks noGrp="1"/>
          </p:cNvSpPr>
          <p:nvPr/>
        </p:nvSpPr>
        <p:spPr>
          <a:xfrm>
            <a:off x="661484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2" name="A1_bar_GT_10978">
            <a:extLst>
              <a:ext uri="{FF2B5EF4-FFF2-40B4-BE49-F238E27FC236}">
                <a16:creationId xmlns:a16="http://schemas.microsoft.com/office/drawing/2014/main" id="{60C83908-11C8-4B2F-A96F-F43CA576E097}"/>
              </a:ext>
            </a:extLst>
          </p:cNvPr>
          <p:cNvSpPr>
            <a:spLocks noGrp="1"/>
          </p:cNvSpPr>
          <p:nvPr/>
        </p:nvSpPr>
        <p:spPr>
          <a:xfrm>
            <a:off x="6616915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3" name="A1_bar_GT_10979">
            <a:extLst>
              <a:ext uri="{FF2B5EF4-FFF2-40B4-BE49-F238E27FC236}">
                <a16:creationId xmlns:a16="http://schemas.microsoft.com/office/drawing/2014/main" id="{13AB8B6D-EBDC-4341-AB14-C21619B9141F}"/>
              </a:ext>
            </a:extLst>
          </p:cNvPr>
          <p:cNvSpPr>
            <a:spLocks noGrp="1"/>
          </p:cNvSpPr>
          <p:nvPr/>
        </p:nvSpPr>
        <p:spPr>
          <a:xfrm>
            <a:off x="6534875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4" name="A1_bar_GT_10980">
            <a:extLst>
              <a:ext uri="{FF2B5EF4-FFF2-40B4-BE49-F238E27FC236}">
                <a16:creationId xmlns:a16="http://schemas.microsoft.com/office/drawing/2014/main" id="{7AE2742B-EBA5-48B1-B064-F7499C0C1A92}"/>
              </a:ext>
            </a:extLst>
          </p:cNvPr>
          <p:cNvSpPr>
            <a:spLocks noGrp="1"/>
          </p:cNvSpPr>
          <p:nvPr/>
        </p:nvSpPr>
        <p:spPr>
          <a:xfrm>
            <a:off x="661717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5" name="A1_bar_GT_10981">
            <a:extLst>
              <a:ext uri="{FF2B5EF4-FFF2-40B4-BE49-F238E27FC236}">
                <a16:creationId xmlns:a16="http://schemas.microsoft.com/office/drawing/2014/main" id="{E9C4E960-6B3D-4A75-ADBF-B67B543A766E}"/>
              </a:ext>
            </a:extLst>
          </p:cNvPr>
          <p:cNvSpPr>
            <a:spLocks noGrp="1"/>
          </p:cNvSpPr>
          <p:nvPr/>
        </p:nvSpPr>
        <p:spPr>
          <a:xfrm>
            <a:off x="6684556" y="60643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6" name="A1_bar_GT_10982">
            <a:extLst>
              <a:ext uri="{FF2B5EF4-FFF2-40B4-BE49-F238E27FC236}">
                <a16:creationId xmlns:a16="http://schemas.microsoft.com/office/drawing/2014/main" id="{1142AC4C-26E4-4D62-95DD-7F828E8ECEF0}"/>
              </a:ext>
            </a:extLst>
          </p:cNvPr>
          <p:cNvSpPr>
            <a:spLocks noGrp="1"/>
          </p:cNvSpPr>
          <p:nvPr/>
        </p:nvSpPr>
        <p:spPr>
          <a:xfrm>
            <a:off x="662766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7" name="A1_bar_GT_10983">
            <a:extLst>
              <a:ext uri="{FF2B5EF4-FFF2-40B4-BE49-F238E27FC236}">
                <a16:creationId xmlns:a16="http://schemas.microsoft.com/office/drawing/2014/main" id="{A609B6E3-08C1-4DF9-82B0-75F7B0647793}"/>
              </a:ext>
            </a:extLst>
          </p:cNvPr>
          <p:cNvSpPr>
            <a:spLocks noGrp="1"/>
          </p:cNvSpPr>
          <p:nvPr/>
        </p:nvSpPr>
        <p:spPr>
          <a:xfrm>
            <a:off x="6704775" y="594048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8" name="A1_bar_GT_10984">
            <a:extLst>
              <a:ext uri="{FF2B5EF4-FFF2-40B4-BE49-F238E27FC236}">
                <a16:creationId xmlns:a16="http://schemas.microsoft.com/office/drawing/2014/main" id="{F0BF188E-3130-4F42-AB9B-63384ADE1ABF}"/>
              </a:ext>
            </a:extLst>
          </p:cNvPr>
          <p:cNvSpPr>
            <a:spLocks noGrp="1"/>
          </p:cNvSpPr>
          <p:nvPr/>
        </p:nvSpPr>
        <p:spPr>
          <a:xfrm>
            <a:off x="6585805" y="60154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9" name="A1_bar_GT_10985">
            <a:extLst>
              <a:ext uri="{FF2B5EF4-FFF2-40B4-BE49-F238E27FC236}">
                <a16:creationId xmlns:a16="http://schemas.microsoft.com/office/drawing/2014/main" id="{8F20CCB5-6364-4285-8F6A-2AEE99B46FC6}"/>
              </a:ext>
            </a:extLst>
          </p:cNvPr>
          <p:cNvSpPr>
            <a:spLocks noGrp="1"/>
          </p:cNvSpPr>
          <p:nvPr/>
        </p:nvSpPr>
        <p:spPr>
          <a:xfrm>
            <a:off x="6541156" y="52204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0" name="A1_bar_GT_10986">
            <a:extLst>
              <a:ext uri="{FF2B5EF4-FFF2-40B4-BE49-F238E27FC236}">
                <a16:creationId xmlns:a16="http://schemas.microsoft.com/office/drawing/2014/main" id="{BAE860A5-5714-4965-A40B-88C963F3EF24}"/>
              </a:ext>
            </a:extLst>
          </p:cNvPr>
          <p:cNvSpPr>
            <a:spLocks noGrp="1"/>
          </p:cNvSpPr>
          <p:nvPr/>
        </p:nvSpPr>
        <p:spPr>
          <a:xfrm>
            <a:off x="671906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1" name="A1_bar_GT_10987">
            <a:extLst>
              <a:ext uri="{FF2B5EF4-FFF2-40B4-BE49-F238E27FC236}">
                <a16:creationId xmlns:a16="http://schemas.microsoft.com/office/drawing/2014/main" id="{2BFCEC53-49ED-4F3A-9E1F-97B0ADA7EB73}"/>
              </a:ext>
            </a:extLst>
          </p:cNvPr>
          <p:cNvSpPr>
            <a:spLocks noGrp="1"/>
          </p:cNvSpPr>
          <p:nvPr/>
        </p:nvSpPr>
        <p:spPr>
          <a:xfrm>
            <a:off x="6579031" y="32968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2" name="A1_bar_GT_10988">
            <a:extLst>
              <a:ext uri="{FF2B5EF4-FFF2-40B4-BE49-F238E27FC236}">
                <a16:creationId xmlns:a16="http://schemas.microsoft.com/office/drawing/2014/main" id="{DB9927AC-FF72-4B3E-AF8D-23E88215B993}"/>
              </a:ext>
            </a:extLst>
          </p:cNvPr>
          <p:cNvSpPr>
            <a:spLocks noGrp="1"/>
          </p:cNvSpPr>
          <p:nvPr/>
        </p:nvSpPr>
        <p:spPr>
          <a:xfrm>
            <a:off x="64916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3" name="A1_bar_GT_10989">
            <a:extLst>
              <a:ext uri="{FF2B5EF4-FFF2-40B4-BE49-F238E27FC236}">
                <a16:creationId xmlns:a16="http://schemas.microsoft.com/office/drawing/2014/main" id="{B4F86F8A-C3F3-41C2-85F3-33F5819357F6}"/>
              </a:ext>
            </a:extLst>
          </p:cNvPr>
          <p:cNvSpPr>
            <a:spLocks noGrp="1"/>
          </p:cNvSpPr>
          <p:nvPr/>
        </p:nvSpPr>
        <p:spPr>
          <a:xfrm>
            <a:off x="6718198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4" name="A1_bar_GT_10990">
            <a:extLst>
              <a:ext uri="{FF2B5EF4-FFF2-40B4-BE49-F238E27FC236}">
                <a16:creationId xmlns:a16="http://schemas.microsoft.com/office/drawing/2014/main" id="{64CF6813-0C15-48BA-8F48-CA31B723B088}"/>
              </a:ext>
            </a:extLst>
          </p:cNvPr>
          <p:cNvSpPr>
            <a:spLocks noGrp="1"/>
          </p:cNvSpPr>
          <p:nvPr/>
        </p:nvSpPr>
        <p:spPr>
          <a:xfrm>
            <a:off x="670285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5" name="A1_bar_GT_10991">
            <a:extLst>
              <a:ext uri="{FF2B5EF4-FFF2-40B4-BE49-F238E27FC236}">
                <a16:creationId xmlns:a16="http://schemas.microsoft.com/office/drawing/2014/main" id="{50FC2467-8FCF-45CE-B2C4-08979985410E}"/>
              </a:ext>
            </a:extLst>
          </p:cNvPr>
          <p:cNvSpPr>
            <a:spLocks noGrp="1"/>
          </p:cNvSpPr>
          <p:nvPr/>
        </p:nvSpPr>
        <p:spPr>
          <a:xfrm>
            <a:off x="6693258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6" name="A1_bar_GT_10992">
            <a:extLst>
              <a:ext uri="{FF2B5EF4-FFF2-40B4-BE49-F238E27FC236}">
                <a16:creationId xmlns:a16="http://schemas.microsoft.com/office/drawing/2014/main" id="{8D7CE1D3-A4A1-4CF4-BAE2-FF3A9311D554}"/>
              </a:ext>
            </a:extLst>
          </p:cNvPr>
          <p:cNvSpPr>
            <a:spLocks noGrp="1"/>
          </p:cNvSpPr>
          <p:nvPr/>
        </p:nvSpPr>
        <p:spPr>
          <a:xfrm>
            <a:off x="6687892" y="55751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7" name="A1_bar_GT_10993">
            <a:extLst>
              <a:ext uri="{FF2B5EF4-FFF2-40B4-BE49-F238E27FC236}">
                <a16:creationId xmlns:a16="http://schemas.microsoft.com/office/drawing/2014/main" id="{0A1D11E9-E624-47C1-BC70-DA680925CDBB}"/>
              </a:ext>
            </a:extLst>
          </p:cNvPr>
          <p:cNvSpPr>
            <a:spLocks noGrp="1"/>
          </p:cNvSpPr>
          <p:nvPr/>
        </p:nvSpPr>
        <p:spPr>
          <a:xfrm>
            <a:off x="673863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8" name="A1_bar_GT_10994">
            <a:extLst>
              <a:ext uri="{FF2B5EF4-FFF2-40B4-BE49-F238E27FC236}">
                <a16:creationId xmlns:a16="http://schemas.microsoft.com/office/drawing/2014/main" id="{180EBC65-43CD-4A2F-8525-5C3D333B8069}"/>
              </a:ext>
            </a:extLst>
          </p:cNvPr>
          <p:cNvSpPr>
            <a:spLocks noGrp="1"/>
          </p:cNvSpPr>
          <p:nvPr/>
        </p:nvSpPr>
        <p:spPr>
          <a:xfrm>
            <a:off x="6700004" y="45766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9" name="A1_bar_GT_10995">
            <a:extLst>
              <a:ext uri="{FF2B5EF4-FFF2-40B4-BE49-F238E27FC236}">
                <a16:creationId xmlns:a16="http://schemas.microsoft.com/office/drawing/2014/main" id="{6BF22901-3157-4C37-BE8C-6D24FFD3FB6D}"/>
              </a:ext>
            </a:extLst>
          </p:cNvPr>
          <p:cNvSpPr>
            <a:spLocks noGrp="1"/>
          </p:cNvSpPr>
          <p:nvPr/>
        </p:nvSpPr>
        <p:spPr>
          <a:xfrm>
            <a:off x="664623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0" name="A1_bar_GT_10996">
            <a:extLst>
              <a:ext uri="{FF2B5EF4-FFF2-40B4-BE49-F238E27FC236}">
                <a16:creationId xmlns:a16="http://schemas.microsoft.com/office/drawing/2014/main" id="{4F451AEA-601D-458E-A895-D6943F046D65}"/>
              </a:ext>
            </a:extLst>
          </p:cNvPr>
          <p:cNvSpPr>
            <a:spLocks noGrp="1"/>
          </p:cNvSpPr>
          <p:nvPr/>
        </p:nvSpPr>
        <p:spPr>
          <a:xfrm>
            <a:off x="6494699" y="57044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1" name="A1_bar_GT_10997">
            <a:extLst>
              <a:ext uri="{FF2B5EF4-FFF2-40B4-BE49-F238E27FC236}">
                <a16:creationId xmlns:a16="http://schemas.microsoft.com/office/drawing/2014/main" id="{9B5DEFFE-829A-4F90-BE7E-2585B7ECED90}"/>
              </a:ext>
            </a:extLst>
          </p:cNvPr>
          <p:cNvSpPr>
            <a:spLocks noGrp="1"/>
          </p:cNvSpPr>
          <p:nvPr/>
        </p:nvSpPr>
        <p:spPr>
          <a:xfrm>
            <a:off x="6510564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2" name="A1_bar_GT_10998">
            <a:extLst>
              <a:ext uri="{FF2B5EF4-FFF2-40B4-BE49-F238E27FC236}">
                <a16:creationId xmlns:a16="http://schemas.microsoft.com/office/drawing/2014/main" id="{F4ECD0CE-0AC4-4867-945B-86A3FCDF7272}"/>
              </a:ext>
            </a:extLst>
          </p:cNvPr>
          <p:cNvSpPr>
            <a:spLocks noGrp="1"/>
          </p:cNvSpPr>
          <p:nvPr/>
        </p:nvSpPr>
        <p:spPr>
          <a:xfrm>
            <a:off x="6556371" y="5363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3" name="A1_bar_GT_10999">
            <a:extLst>
              <a:ext uri="{FF2B5EF4-FFF2-40B4-BE49-F238E27FC236}">
                <a16:creationId xmlns:a16="http://schemas.microsoft.com/office/drawing/2014/main" id="{7650A8D4-DC8B-4478-974B-E3A246A8A6D4}"/>
              </a:ext>
            </a:extLst>
          </p:cNvPr>
          <p:cNvSpPr>
            <a:spLocks noGrp="1"/>
          </p:cNvSpPr>
          <p:nvPr/>
        </p:nvSpPr>
        <p:spPr>
          <a:xfrm>
            <a:off x="6545807" y="51798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4" name="A1_bar_GT_11000">
            <a:extLst>
              <a:ext uri="{FF2B5EF4-FFF2-40B4-BE49-F238E27FC236}">
                <a16:creationId xmlns:a16="http://schemas.microsoft.com/office/drawing/2014/main" id="{A6AC549F-FB2A-4E46-A6E2-C21EB8DE120A}"/>
              </a:ext>
            </a:extLst>
          </p:cNvPr>
          <p:cNvSpPr>
            <a:spLocks noGrp="1"/>
          </p:cNvSpPr>
          <p:nvPr/>
        </p:nvSpPr>
        <p:spPr>
          <a:xfrm>
            <a:off x="6500617" y="3548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5" name="A1_bar_GT_11001">
            <a:extLst>
              <a:ext uri="{FF2B5EF4-FFF2-40B4-BE49-F238E27FC236}">
                <a16:creationId xmlns:a16="http://schemas.microsoft.com/office/drawing/2014/main" id="{585226D9-A83C-4F26-B12B-543C64B5DC16}"/>
              </a:ext>
            </a:extLst>
          </p:cNvPr>
          <p:cNvSpPr>
            <a:spLocks noGrp="1"/>
          </p:cNvSpPr>
          <p:nvPr/>
        </p:nvSpPr>
        <p:spPr>
          <a:xfrm>
            <a:off x="6567090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6" name="A1_bar_GT_11002">
            <a:extLst>
              <a:ext uri="{FF2B5EF4-FFF2-40B4-BE49-F238E27FC236}">
                <a16:creationId xmlns:a16="http://schemas.microsoft.com/office/drawing/2014/main" id="{EC5190F4-0AF6-4C9B-A764-B26A3BB9E3AB}"/>
              </a:ext>
            </a:extLst>
          </p:cNvPr>
          <p:cNvSpPr>
            <a:spLocks noGrp="1"/>
          </p:cNvSpPr>
          <p:nvPr/>
        </p:nvSpPr>
        <p:spPr>
          <a:xfrm>
            <a:off x="672372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7" name="A1_bar_GT_11003">
            <a:extLst>
              <a:ext uri="{FF2B5EF4-FFF2-40B4-BE49-F238E27FC236}">
                <a16:creationId xmlns:a16="http://schemas.microsoft.com/office/drawing/2014/main" id="{37E4A70E-67D6-41E3-BED9-C6C35A6FF408}"/>
              </a:ext>
            </a:extLst>
          </p:cNvPr>
          <p:cNvSpPr>
            <a:spLocks noGrp="1"/>
          </p:cNvSpPr>
          <p:nvPr/>
        </p:nvSpPr>
        <p:spPr>
          <a:xfrm>
            <a:off x="6639273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8" name="A1_bar_GT_11004">
            <a:extLst>
              <a:ext uri="{FF2B5EF4-FFF2-40B4-BE49-F238E27FC236}">
                <a16:creationId xmlns:a16="http://schemas.microsoft.com/office/drawing/2014/main" id="{EA783EE4-9ABC-40D1-B690-AFA7A8A76EAC}"/>
              </a:ext>
            </a:extLst>
          </p:cNvPr>
          <p:cNvSpPr>
            <a:spLocks noGrp="1"/>
          </p:cNvSpPr>
          <p:nvPr/>
        </p:nvSpPr>
        <p:spPr>
          <a:xfrm>
            <a:off x="6502684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9" name="A1_bar_GT_11005">
            <a:extLst>
              <a:ext uri="{FF2B5EF4-FFF2-40B4-BE49-F238E27FC236}">
                <a16:creationId xmlns:a16="http://schemas.microsoft.com/office/drawing/2014/main" id="{5FCE54B8-63CA-476E-9F70-526BD82AD0F5}"/>
              </a:ext>
            </a:extLst>
          </p:cNvPr>
          <p:cNvSpPr>
            <a:spLocks noGrp="1"/>
          </p:cNvSpPr>
          <p:nvPr/>
        </p:nvSpPr>
        <p:spPr>
          <a:xfrm>
            <a:off x="6659500" y="46384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0" name="A1_bar_GT_11006">
            <a:extLst>
              <a:ext uri="{FF2B5EF4-FFF2-40B4-BE49-F238E27FC236}">
                <a16:creationId xmlns:a16="http://schemas.microsoft.com/office/drawing/2014/main" id="{4E39727A-629E-4D91-A56F-8BC628103570}"/>
              </a:ext>
            </a:extLst>
          </p:cNvPr>
          <p:cNvSpPr>
            <a:spLocks noGrp="1"/>
          </p:cNvSpPr>
          <p:nvPr/>
        </p:nvSpPr>
        <p:spPr>
          <a:xfrm>
            <a:off x="655696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1" name="A1_bar_GT_11007">
            <a:extLst>
              <a:ext uri="{FF2B5EF4-FFF2-40B4-BE49-F238E27FC236}">
                <a16:creationId xmlns:a16="http://schemas.microsoft.com/office/drawing/2014/main" id="{55FEB072-ECB3-41F5-AB6C-007175219E48}"/>
              </a:ext>
            </a:extLst>
          </p:cNvPr>
          <p:cNvSpPr>
            <a:spLocks noGrp="1"/>
          </p:cNvSpPr>
          <p:nvPr/>
        </p:nvSpPr>
        <p:spPr>
          <a:xfrm>
            <a:off x="6691019" y="471095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2" name="A1_bar_GT_11008">
            <a:extLst>
              <a:ext uri="{FF2B5EF4-FFF2-40B4-BE49-F238E27FC236}">
                <a16:creationId xmlns:a16="http://schemas.microsoft.com/office/drawing/2014/main" id="{8C4ABD82-EC8C-4D5E-AB2D-6370ABC246E9}"/>
              </a:ext>
            </a:extLst>
          </p:cNvPr>
          <p:cNvSpPr>
            <a:spLocks noGrp="1"/>
          </p:cNvSpPr>
          <p:nvPr/>
        </p:nvSpPr>
        <p:spPr>
          <a:xfrm>
            <a:off x="672562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3" name="A1_bar_GT_11009">
            <a:extLst>
              <a:ext uri="{FF2B5EF4-FFF2-40B4-BE49-F238E27FC236}">
                <a16:creationId xmlns:a16="http://schemas.microsoft.com/office/drawing/2014/main" id="{1E997F32-1485-481F-AC09-894884FFC0EE}"/>
              </a:ext>
            </a:extLst>
          </p:cNvPr>
          <p:cNvSpPr>
            <a:spLocks noGrp="1"/>
          </p:cNvSpPr>
          <p:nvPr/>
        </p:nvSpPr>
        <p:spPr>
          <a:xfrm>
            <a:off x="669878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4" name="A1_bar_GT_11010">
            <a:extLst>
              <a:ext uri="{FF2B5EF4-FFF2-40B4-BE49-F238E27FC236}">
                <a16:creationId xmlns:a16="http://schemas.microsoft.com/office/drawing/2014/main" id="{3AD750C4-507E-44AA-AC01-3D0B2DD3AFEC}"/>
              </a:ext>
            </a:extLst>
          </p:cNvPr>
          <p:cNvSpPr>
            <a:spLocks noGrp="1"/>
          </p:cNvSpPr>
          <p:nvPr/>
        </p:nvSpPr>
        <p:spPr>
          <a:xfrm>
            <a:off x="6622687" y="59946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5" name="A1_bar_GT_11011">
            <a:extLst>
              <a:ext uri="{FF2B5EF4-FFF2-40B4-BE49-F238E27FC236}">
                <a16:creationId xmlns:a16="http://schemas.microsoft.com/office/drawing/2014/main" id="{7F50AC27-2263-437B-9372-78A77FDBA67C}"/>
              </a:ext>
            </a:extLst>
          </p:cNvPr>
          <p:cNvSpPr>
            <a:spLocks noGrp="1"/>
          </p:cNvSpPr>
          <p:nvPr/>
        </p:nvSpPr>
        <p:spPr>
          <a:xfrm>
            <a:off x="6495548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6" name="A1_bar_GT_11012">
            <a:extLst>
              <a:ext uri="{FF2B5EF4-FFF2-40B4-BE49-F238E27FC236}">
                <a16:creationId xmlns:a16="http://schemas.microsoft.com/office/drawing/2014/main" id="{D73F50DC-378F-4EA1-B7BB-5FDC53B3E262}"/>
              </a:ext>
            </a:extLst>
          </p:cNvPr>
          <p:cNvSpPr>
            <a:spLocks noGrp="1"/>
          </p:cNvSpPr>
          <p:nvPr/>
        </p:nvSpPr>
        <p:spPr>
          <a:xfrm>
            <a:off x="6502565" y="30254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7" name="A1_bar_GT_11013">
            <a:extLst>
              <a:ext uri="{FF2B5EF4-FFF2-40B4-BE49-F238E27FC236}">
                <a16:creationId xmlns:a16="http://schemas.microsoft.com/office/drawing/2014/main" id="{B9911ECC-7B95-4CA5-A079-94755DDD7EE1}"/>
              </a:ext>
            </a:extLst>
          </p:cNvPr>
          <p:cNvSpPr>
            <a:spLocks noGrp="1"/>
          </p:cNvSpPr>
          <p:nvPr/>
        </p:nvSpPr>
        <p:spPr>
          <a:xfrm>
            <a:off x="670091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8" name="A1_bar_GT_11014">
            <a:extLst>
              <a:ext uri="{FF2B5EF4-FFF2-40B4-BE49-F238E27FC236}">
                <a16:creationId xmlns:a16="http://schemas.microsoft.com/office/drawing/2014/main" id="{A994F833-5D61-4DEB-9097-29EE9DEC8E8F}"/>
              </a:ext>
            </a:extLst>
          </p:cNvPr>
          <p:cNvSpPr>
            <a:spLocks noGrp="1"/>
          </p:cNvSpPr>
          <p:nvPr/>
        </p:nvSpPr>
        <p:spPr>
          <a:xfrm>
            <a:off x="664285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9" name="A1_bar_GT_11015">
            <a:extLst>
              <a:ext uri="{FF2B5EF4-FFF2-40B4-BE49-F238E27FC236}">
                <a16:creationId xmlns:a16="http://schemas.microsoft.com/office/drawing/2014/main" id="{571A583E-FAB4-4530-9DFE-137C9057064B}"/>
              </a:ext>
            </a:extLst>
          </p:cNvPr>
          <p:cNvSpPr>
            <a:spLocks noGrp="1"/>
          </p:cNvSpPr>
          <p:nvPr/>
        </p:nvSpPr>
        <p:spPr>
          <a:xfrm>
            <a:off x="6537470" y="60842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0" name="A1_bar_GT_11016">
            <a:extLst>
              <a:ext uri="{FF2B5EF4-FFF2-40B4-BE49-F238E27FC236}">
                <a16:creationId xmlns:a16="http://schemas.microsoft.com/office/drawing/2014/main" id="{361294CC-5E7B-4995-8F48-D683C779FBC8}"/>
              </a:ext>
            </a:extLst>
          </p:cNvPr>
          <p:cNvSpPr>
            <a:spLocks noGrp="1"/>
          </p:cNvSpPr>
          <p:nvPr/>
        </p:nvSpPr>
        <p:spPr>
          <a:xfrm>
            <a:off x="662925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1" name="A1_bar_GT_11017">
            <a:extLst>
              <a:ext uri="{FF2B5EF4-FFF2-40B4-BE49-F238E27FC236}">
                <a16:creationId xmlns:a16="http://schemas.microsoft.com/office/drawing/2014/main" id="{B1EC1B33-6FFF-4F08-84DF-7DE13DDDCA8A}"/>
              </a:ext>
            </a:extLst>
          </p:cNvPr>
          <p:cNvSpPr>
            <a:spLocks noGrp="1"/>
          </p:cNvSpPr>
          <p:nvPr/>
        </p:nvSpPr>
        <p:spPr>
          <a:xfrm>
            <a:off x="653443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2" name="A1_bar_GT_11018">
            <a:extLst>
              <a:ext uri="{FF2B5EF4-FFF2-40B4-BE49-F238E27FC236}">
                <a16:creationId xmlns:a16="http://schemas.microsoft.com/office/drawing/2014/main" id="{C94751B7-0303-452E-9E99-2FC2329C52FC}"/>
              </a:ext>
            </a:extLst>
          </p:cNvPr>
          <p:cNvSpPr>
            <a:spLocks noGrp="1"/>
          </p:cNvSpPr>
          <p:nvPr/>
        </p:nvSpPr>
        <p:spPr>
          <a:xfrm>
            <a:off x="828713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3" name="A1_bar_GT_11019">
            <a:extLst>
              <a:ext uri="{FF2B5EF4-FFF2-40B4-BE49-F238E27FC236}">
                <a16:creationId xmlns:a16="http://schemas.microsoft.com/office/drawing/2014/main" id="{5D01B4EA-2950-4557-908A-FBE0A682B0E2}"/>
              </a:ext>
            </a:extLst>
          </p:cNvPr>
          <p:cNvSpPr>
            <a:spLocks noGrp="1"/>
          </p:cNvSpPr>
          <p:nvPr/>
        </p:nvSpPr>
        <p:spPr>
          <a:xfrm>
            <a:off x="8169870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4" name="A1_bar_GT_11020">
            <a:extLst>
              <a:ext uri="{FF2B5EF4-FFF2-40B4-BE49-F238E27FC236}">
                <a16:creationId xmlns:a16="http://schemas.microsoft.com/office/drawing/2014/main" id="{C35C562D-87E1-4EF1-9B03-25CB3C351E62}"/>
              </a:ext>
            </a:extLst>
          </p:cNvPr>
          <p:cNvSpPr>
            <a:spLocks noGrp="1"/>
          </p:cNvSpPr>
          <p:nvPr/>
        </p:nvSpPr>
        <p:spPr>
          <a:xfrm>
            <a:off x="816980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5" name="A1_bar_GT_11021">
            <a:extLst>
              <a:ext uri="{FF2B5EF4-FFF2-40B4-BE49-F238E27FC236}">
                <a16:creationId xmlns:a16="http://schemas.microsoft.com/office/drawing/2014/main" id="{5B9F63B5-F85D-44F0-A0C0-05EF193227BB}"/>
              </a:ext>
            </a:extLst>
          </p:cNvPr>
          <p:cNvSpPr>
            <a:spLocks noGrp="1"/>
          </p:cNvSpPr>
          <p:nvPr/>
        </p:nvSpPr>
        <p:spPr>
          <a:xfrm>
            <a:off x="8086645" y="59479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6" name="A1_bar_GT_11022">
            <a:extLst>
              <a:ext uri="{FF2B5EF4-FFF2-40B4-BE49-F238E27FC236}">
                <a16:creationId xmlns:a16="http://schemas.microsoft.com/office/drawing/2014/main" id="{1555E2E5-D79C-4291-BB22-324C8D2B117E}"/>
              </a:ext>
            </a:extLst>
          </p:cNvPr>
          <p:cNvSpPr>
            <a:spLocks noGrp="1"/>
          </p:cNvSpPr>
          <p:nvPr/>
        </p:nvSpPr>
        <p:spPr>
          <a:xfrm>
            <a:off x="8190196" y="43045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7" name="A1_bar_GT_11023">
            <a:extLst>
              <a:ext uri="{FF2B5EF4-FFF2-40B4-BE49-F238E27FC236}">
                <a16:creationId xmlns:a16="http://schemas.microsoft.com/office/drawing/2014/main" id="{DDD4755F-C599-4BC8-867D-F332F68A67DF}"/>
              </a:ext>
            </a:extLst>
          </p:cNvPr>
          <p:cNvSpPr>
            <a:spLocks noGrp="1"/>
          </p:cNvSpPr>
          <p:nvPr/>
        </p:nvSpPr>
        <p:spPr>
          <a:xfrm>
            <a:off x="811245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8" name="A1_bar_GT_11024">
            <a:extLst>
              <a:ext uri="{FF2B5EF4-FFF2-40B4-BE49-F238E27FC236}">
                <a16:creationId xmlns:a16="http://schemas.microsoft.com/office/drawing/2014/main" id="{7A7CE86D-4E53-48F8-BD35-C704C4E4844A}"/>
              </a:ext>
            </a:extLst>
          </p:cNvPr>
          <p:cNvSpPr>
            <a:spLocks noGrp="1"/>
          </p:cNvSpPr>
          <p:nvPr/>
        </p:nvSpPr>
        <p:spPr>
          <a:xfrm>
            <a:off x="831506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9" name="A1_bar_GT_11025">
            <a:extLst>
              <a:ext uri="{FF2B5EF4-FFF2-40B4-BE49-F238E27FC236}">
                <a16:creationId xmlns:a16="http://schemas.microsoft.com/office/drawing/2014/main" id="{F79382FF-1B1F-4D94-B162-198A808496CB}"/>
              </a:ext>
            </a:extLst>
          </p:cNvPr>
          <p:cNvSpPr>
            <a:spLocks noGrp="1"/>
          </p:cNvSpPr>
          <p:nvPr/>
        </p:nvSpPr>
        <p:spPr>
          <a:xfrm>
            <a:off x="819592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0" name="A1_bar_GT_11026">
            <a:extLst>
              <a:ext uri="{FF2B5EF4-FFF2-40B4-BE49-F238E27FC236}">
                <a16:creationId xmlns:a16="http://schemas.microsoft.com/office/drawing/2014/main" id="{6549BEA7-03A3-4F08-AFDD-2B812DFCAC2B}"/>
              </a:ext>
            </a:extLst>
          </p:cNvPr>
          <p:cNvSpPr>
            <a:spLocks noGrp="1"/>
          </p:cNvSpPr>
          <p:nvPr/>
        </p:nvSpPr>
        <p:spPr>
          <a:xfrm>
            <a:off x="8274057" y="5888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1" name="A1_bar_GT_11027">
            <a:extLst>
              <a:ext uri="{FF2B5EF4-FFF2-40B4-BE49-F238E27FC236}">
                <a16:creationId xmlns:a16="http://schemas.microsoft.com/office/drawing/2014/main" id="{D17DC787-2BDB-44C1-B748-01ED518C1322}"/>
              </a:ext>
            </a:extLst>
          </p:cNvPr>
          <p:cNvSpPr>
            <a:spLocks noGrp="1"/>
          </p:cNvSpPr>
          <p:nvPr/>
        </p:nvSpPr>
        <p:spPr>
          <a:xfrm>
            <a:off x="830866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2" name="A1_bar_GT_11028">
            <a:extLst>
              <a:ext uri="{FF2B5EF4-FFF2-40B4-BE49-F238E27FC236}">
                <a16:creationId xmlns:a16="http://schemas.microsoft.com/office/drawing/2014/main" id="{6F43A3BD-E2CC-4BCA-8F9D-2C5D4F93CFF7}"/>
              </a:ext>
            </a:extLst>
          </p:cNvPr>
          <p:cNvSpPr>
            <a:spLocks noGrp="1"/>
          </p:cNvSpPr>
          <p:nvPr/>
        </p:nvSpPr>
        <p:spPr>
          <a:xfrm>
            <a:off x="8091379" y="394405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3" name="A1_bar_GT_11029">
            <a:extLst>
              <a:ext uri="{FF2B5EF4-FFF2-40B4-BE49-F238E27FC236}">
                <a16:creationId xmlns:a16="http://schemas.microsoft.com/office/drawing/2014/main" id="{9637C429-9595-4D60-A038-F4643CAA7785}"/>
              </a:ext>
            </a:extLst>
          </p:cNvPr>
          <p:cNvSpPr>
            <a:spLocks noGrp="1"/>
          </p:cNvSpPr>
          <p:nvPr/>
        </p:nvSpPr>
        <p:spPr>
          <a:xfrm>
            <a:off x="815266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4" name="A1_bar_GT_11030">
            <a:extLst>
              <a:ext uri="{FF2B5EF4-FFF2-40B4-BE49-F238E27FC236}">
                <a16:creationId xmlns:a16="http://schemas.microsoft.com/office/drawing/2014/main" id="{9F08B1F1-F62B-4CD2-A2F5-831C8BC2C8E4}"/>
              </a:ext>
            </a:extLst>
          </p:cNvPr>
          <p:cNvSpPr>
            <a:spLocks noGrp="1"/>
          </p:cNvSpPr>
          <p:nvPr/>
        </p:nvSpPr>
        <p:spPr>
          <a:xfrm>
            <a:off x="8134364" y="35799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5" name="A1_bar_GT_11031">
            <a:extLst>
              <a:ext uri="{FF2B5EF4-FFF2-40B4-BE49-F238E27FC236}">
                <a16:creationId xmlns:a16="http://schemas.microsoft.com/office/drawing/2014/main" id="{C9BBFB57-1598-46DC-90C4-245C51FC43F8}"/>
              </a:ext>
            </a:extLst>
          </p:cNvPr>
          <p:cNvSpPr>
            <a:spLocks noGrp="1"/>
          </p:cNvSpPr>
          <p:nvPr/>
        </p:nvSpPr>
        <p:spPr>
          <a:xfrm>
            <a:off x="8207453" y="37935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6" name="A1_bar_GT_11032">
            <a:extLst>
              <a:ext uri="{FF2B5EF4-FFF2-40B4-BE49-F238E27FC236}">
                <a16:creationId xmlns:a16="http://schemas.microsoft.com/office/drawing/2014/main" id="{730062DD-7863-4581-B110-5D5EEB025C7F}"/>
              </a:ext>
            </a:extLst>
          </p:cNvPr>
          <p:cNvSpPr>
            <a:spLocks noGrp="1"/>
          </p:cNvSpPr>
          <p:nvPr/>
        </p:nvSpPr>
        <p:spPr>
          <a:xfrm>
            <a:off x="811789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7" name="A1_bar_GT_11033">
            <a:extLst>
              <a:ext uri="{FF2B5EF4-FFF2-40B4-BE49-F238E27FC236}">
                <a16:creationId xmlns:a16="http://schemas.microsoft.com/office/drawing/2014/main" id="{CBA53126-B75B-4A0C-9C5A-4016D8A1EB26}"/>
              </a:ext>
            </a:extLst>
          </p:cNvPr>
          <p:cNvSpPr>
            <a:spLocks noGrp="1"/>
          </p:cNvSpPr>
          <p:nvPr/>
        </p:nvSpPr>
        <p:spPr>
          <a:xfrm>
            <a:off x="821925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8" name="A1_bar_GT_11034">
            <a:extLst>
              <a:ext uri="{FF2B5EF4-FFF2-40B4-BE49-F238E27FC236}">
                <a16:creationId xmlns:a16="http://schemas.microsoft.com/office/drawing/2014/main" id="{FDA3DAB9-2DC5-477D-BBB0-D66885732A00}"/>
              </a:ext>
            </a:extLst>
          </p:cNvPr>
          <p:cNvSpPr>
            <a:spLocks noGrp="1"/>
          </p:cNvSpPr>
          <p:nvPr/>
        </p:nvSpPr>
        <p:spPr>
          <a:xfrm>
            <a:off x="829541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9" name="A1_bar_GT_11035">
            <a:extLst>
              <a:ext uri="{FF2B5EF4-FFF2-40B4-BE49-F238E27FC236}">
                <a16:creationId xmlns:a16="http://schemas.microsoft.com/office/drawing/2014/main" id="{A5FDA602-0992-47A6-BCD0-D23848008405}"/>
              </a:ext>
            </a:extLst>
          </p:cNvPr>
          <p:cNvSpPr>
            <a:spLocks noGrp="1"/>
          </p:cNvSpPr>
          <p:nvPr/>
        </p:nvSpPr>
        <p:spPr>
          <a:xfrm>
            <a:off x="827199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0" name="A1_bar_GT_11036">
            <a:extLst>
              <a:ext uri="{FF2B5EF4-FFF2-40B4-BE49-F238E27FC236}">
                <a16:creationId xmlns:a16="http://schemas.microsoft.com/office/drawing/2014/main" id="{A3968729-1AEA-42C5-89E6-340136F4322C}"/>
              </a:ext>
            </a:extLst>
          </p:cNvPr>
          <p:cNvSpPr>
            <a:spLocks noGrp="1"/>
          </p:cNvSpPr>
          <p:nvPr/>
        </p:nvSpPr>
        <p:spPr>
          <a:xfrm>
            <a:off x="8281740" y="350456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1" name="A1_bar_GT_11037">
            <a:extLst>
              <a:ext uri="{FF2B5EF4-FFF2-40B4-BE49-F238E27FC236}">
                <a16:creationId xmlns:a16="http://schemas.microsoft.com/office/drawing/2014/main" id="{50800DEA-F68D-456F-88B0-17BCE8F22603}"/>
              </a:ext>
            </a:extLst>
          </p:cNvPr>
          <p:cNvSpPr>
            <a:spLocks noGrp="1"/>
          </p:cNvSpPr>
          <p:nvPr/>
        </p:nvSpPr>
        <p:spPr>
          <a:xfrm>
            <a:off x="8166549" y="48796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2" name="A1_bar_GT_11038">
            <a:extLst>
              <a:ext uri="{FF2B5EF4-FFF2-40B4-BE49-F238E27FC236}">
                <a16:creationId xmlns:a16="http://schemas.microsoft.com/office/drawing/2014/main" id="{61EDB365-983F-48EE-AB9B-E53248C5989D}"/>
              </a:ext>
            </a:extLst>
          </p:cNvPr>
          <p:cNvSpPr>
            <a:spLocks noGrp="1"/>
          </p:cNvSpPr>
          <p:nvPr/>
        </p:nvSpPr>
        <p:spPr>
          <a:xfrm>
            <a:off x="8290152" y="55732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3" name="A1_bar_GT_11039">
            <a:extLst>
              <a:ext uri="{FF2B5EF4-FFF2-40B4-BE49-F238E27FC236}">
                <a16:creationId xmlns:a16="http://schemas.microsoft.com/office/drawing/2014/main" id="{E54C4F4A-EEAB-407B-9AE4-DC55364BAC1F}"/>
              </a:ext>
            </a:extLst>
          </p:cNvPr>
          <p:cNvSpPr>
            <a:spLocks noGrp="1"/>
          </p:cNvSpPr>
          <p:nvPr/>
        </p:nvSpPr>
        <p:spPr>
          <a:xfrm>
            <a:off x="8198364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4" name="A1_bar_GT_11040">
            <a:extLst>
              <a:ext uri="{FF2B5EF4-FFF2-40B4-BE49-F238E27FC236}">
                <a16:creationId xmlns:a16="http://schemas.microsoft.com/office/drawing/2014/main" id="{1B3B3611-02F9-49E7-9142-FDB44C20481E}"/>
              </a:ext>
            </a:extLst>
          </p:cNvPr>
          <p:cNvSpPr>
            <a:spLocks noGrp="1"/>
          </p:cNvSpPr>
          <p:nvPr/>
        </p:nvSpPr>
        <p:spPr>
          <a:xfrm>
            <a:off x="8227339" y="483890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5" name="A1_bar_GT_11041">
            <a:extLst>
              <a:ext uri="{FF2B5EF4-FFF2-40B4-BE49-F238E27FC236}">
                <a16:creationId xmlns:a16="http://schemas.microsoft.com/office/drawing/2014/main" id="{A4B88697-C04D-474A-8B67-8E29A93F47C6}"/>
              </a:ext>
            </a:extLst>
          </p:cNvPr>
          <p:cNvSpPr>
            <a:spLocks noGrp="1"/>
          </p:cNvSpPr>
          <p:nvPr/>
        </p:nvSpPr>
        <p:spPr>
          <a:xfrm>
            <a:off x="8166327" y="41307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6" name="A1_bar_GT_11042">
            <a:extLst>
              <a:ext uri="{FF2B5EF4-FFF2-40B4-BE49-F238E27FC236}">
                <a16:creationId xmlns:a16="http://schemas.microsoft.com/office/drawing/2014/main" id="{3B4BFC45-5E18-486A-B8CE-1B8458AAE855}"/>
              </a:ext>
            </a:extLst>
          </p:cNvPr>
          <p:cNvSpPr>
            <a:spLocks noGrp="1"/>
          </p:cNvSpPr>
          <p:nvPr/>
        </p:nvSpPr>
        <p:spPr>
          <a:xfrm>
            <a:off x="8303281" y="39340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7" name="A1_bar_GT_11043">
            <a:extLst>
              <a:ext uri="{FF2B5EF4-FFF2-40B4-BE49-F238E27FC236}">
                <a16:creationId xmlns:a16="http://schemas.microsoft.com/office/drawing/2014/main" id="{5D1432FA-288D-4D15-8D04-59D8F51B4744}"/>
              </a:ext>
            </a:extLst>
          </p:cNvPr>
          <p:cNvSpPr>
            <a:spLocks noGrp="1"/>
          </p:cNvSpPr>
          <p:nvPr/>
        </p:nvSpPr>
        <p:spPr>
          <a:xfrm>
            <a:off x="825174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8" name="A1_bar_GT_11044">
            <a:extLst>
              <a:ext uri="{FF2B5EF4-FFF2-40B4-BE49-F238E27FC236}">
                <a16:creationId xmlns:a16="http://schemas.microsoft.com/office/drawing/2014/main" id="{1BA97041-921B-4471-AD82-555431B05D40}"/>
              </a:ext>
            </a:extLst>
          </p:cNvPr>
          <p:cNvSpPr>
            <a:spLocks noGrp="1"/>
          </p:cNvSpPr>
          <p:nvPr/>
        </p:nvSpPr>
        <p:spPr>
          <a:xfrm>
            <a:off x="8095702" y="583557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9" name="A1_bar_GT_11045">
            <a:extLst>
              <a:ext uri="{FF2B5EF4-FFF2-40B4-BE49-F238E27FC236}">
                <a16:creationId xmlns:a16="http://schemas.microsoft.com/office/drawing/2014/main" id="{1B18A3BC-F3CF-47C1-8106-D2DCE1A4DFD6}"/>
              </a:ext>
            </a:extLst>
          </p:cNvPr>
          <p:cNvSpPr>
            <a:spLocks noGrp="1"/>
          </p:cNvSpPr>
          <p:nvPr/>
        </p:nvSpPr>
        <p:spPr>
          <a:xfrm>
            <a:off x="8291243" y="5166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0" name="A1_bar_GT_11046">
            <a:extLst>
              <a:ext uri="{FF2B5EF4-FFF2-40B4-BE49-F238E27FC236}">
                <a16:creationId xmlns:a16="http://schemas.microsoft.com/office/drawing/2014/main" id="{A0A9967E-B35F-474B-84DB-41CD315FC2B7}"/>
              </a:ext>
            </a:extLst>
          </p:cNvPr>
          <p:cNvSpPr>
            <a:spLocks noGrp="1"/>
          </p:cNvSpPr>
          <p:nvPr/>
        </p:nvSpPr>
        <p:spPr>
          <a:xfrm>
            <a:off x="8283198" y="56707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1" name="A1_bar_GT_11047">
            <a:extLst>
              <a:ext uri="{FF2B5EF4-FFF2-40B4-BE49-F238E27FC236}">
                <a16:creationId xmlns:a16="http://schemas.microsoft.com/office/drawing/2014/main" id="{D78C778A-7AC3-4A77-AC22-D4D0B94F38CB}"/>
              </a:ext>
            </a:extLst>
          </p:cNvPr>
          <p:cNvSpPr>
            <a:spLocks noGrp="1"/>
          </p:cNvSpPr>
          <p:nvPr/>
        </p:nvSpPr>
        <p:spPr>
          <a:xfrm>
            <a:off x="819715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2" name="A1_bar_GT_11048">
            <a:extLst>
              <a:ext uri="{FF2B5EF4-FFF2-40B4-BE49-F238E27FC236}">
                <a16:creationId xmlns:a16="http://schemas.microsoft.com/office/drawing/2014/main" id="{333B23C4-D1B6-40C7-8FE6-CDAEF30FA7C0}"/>
              </a:ext>
            </a:extLst>
          </p:cNvPr>
          <p:cNvSpPr>
            <a:spLocks noGrp="1"/>
          </p:cNvSpPr>
          <p:nvPr/>
        </p:nvSpPr>
        <p:spPr>
          <a:xfrm>
            <a:off x="823014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3" name="A1_bar_GT_11049">
            <a:extLst>
              <a:ext uri="{FF2B5EF4-FFF2-40B4-BE49-F238E27FC236}">
                <a16:creationId xmlns:a16="http://schemas.microsoft.com/office/drawing/2014/main" id="{650D94B4-A758-448C-A64C-75D0030E0658}"/>
              </a:ext>
            </a:extLst>
          </p:cNvPr>
          <p:cNvSpPr>
            <a:spLocks noGrp="1"/>
          </p:cNvSpPr>
          <p:nvPr/>
        </p:nvSpPr>
        <p:spPr>
          <a:xfrm>
            <a:off x="8147433" y="602292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4" name="A1_bar_GT_11050">
            <a:extLst>
              <a:ext uri="{FF2B5EF4-FFF2-40B4-BE49-F238E27FC236}">
                <a16:creationId xmlns:a16="http://schemas.microsoft.com/office/drawing/2014/main" id="{554B622A-4279-4444-91BD-A9FD2BDCB135}"/>
              </a:ext>
            </a:extLst>
          </p:cNvPr>
          <p:cNvSpPr>
            <a:spLocks noGrp="1"/>
          </p:cNvSpPr>
          <p:nvPr/>
        </p:nvSpPr>
        <p:spPr>
          <a:xfrm>
            <a:off x="807988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5" name="A1_bar_GT_11051">
            <a:extLst>
              <a:ext uri="{FF2B5EF4-FFF2-40B4-BE49-F238E27FC236}">
                <a16:creationId xmlns:a16="http://schemas.microsoft.com/office/drawing/2014/main" id="{48CA8C8F-BCA2-4F70-8E1C-7DC57B492E44}"/>
              </a:ext>
            </a:extLst>
          </p:cNvPr>
          <p:cNvSpPr>
            <a:spLocks noGrp="1"/>
          </p:cNvSpPr>
          <p:nvPr/>
        </p:nvSpPr>
        <p:spPr>
          <a:xfrm>
            <a:off x="8275250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6" name="A1_bar_GT_11052">
            <a:extLst>
              <a:ext uri="{FF2B5EF4-FFF2-40B4-BE49-F238E27FC236}">
                <a16:creationId xmlns:a16="http://schemas.microsoft.com/office/drawing/2014/main" id="{5F4987AF-2088-4E09-AAB0-7716728398FA}"/>
              </a:ext>
            </a:extLst>
          </p:cNvPr>
          <p:cNvSpPr>
            <a:spLocks noGrp="1"/>
          </p:cNvSpPr>
          <p:nvPr/>
        </p:nvSpPr>
        <p:spPr>
          <a:xfrm>
            <a:off x="829056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7" name="A1_bar_GT_11053">
            <a:extLst>
              <a:ext uri="{FF2B5EF4-FFF2-40B4-BE49-F238E27FC236}">
                <a16:creationId xmlns:a16="http://schemas.microsoft.com/office/drawing/2014/main" id="{0177ED12-B531-49F2-9311-D5CD466F2793}"/>
              </a:ext>
            </a:extLst>
          </p:cNvPr>
          <p:cNvSpPr>
            <a:spLocks noGrp="1"/>
          </p:cNvSpPr>
          <p:nvPr/>
        </p:nvSpPr>
        <p:spPr>
          <a:xfrm>
            <a:off x="823519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8" name="A1_bar_GT_11054">
            <a:extLst>
              <a:ext uri="{FF2B5EF4-FFF2-40B4-BE49-F238E27FC236}">
                <a16:creationId xmlns:a16="http://schemas.microsoft.com/office/drawing/2014/main" id="{57CE234A-4E50-439E-912B-3CC786C9C930}"/>
              </a:ext>
            </a:extLst>
          </p:cNvPr>
          <p:cNvSpPr>
            <a:spLocks noGrp="1"/>
          </p:cNvSpPr>
          <p:nvPr/>
        </p:nvSpPr>
        <p:spPr>
          <a:xfrm>
            <a:off x="825933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9" name="A1_bar_GT_11055">
            <a:extLst>
              <a:ext uri="{FF2B5EF4-FFF2-40B4-BE49-F238E27FC236}">
                <a16:creationId xmlns:a16="http://schemas.microsoft.com/office/drawing/2014/main" id="{34B26582-4FD5-4B15-83B0-0B578BE6F215}"/>
              </a:ext>
            </a:extLst>
          </p:cNvPr>
          <p:cNvSpPr>
            <a:spLocks noGrp="1"/>
          </p:cNvSpPr>
          <p:nvPr/>
        </p:nvSpPr>
        <p:spPr>
          <a:xfrm>
            <a:off x="818081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0" name="A1_bar_GT_11056">
            <a:extLst>
              <a:ext uri="{FF2B5EF4-FFF2-40B4-BE49-F238E27FC236}">
                <a16:creationId xmlns:a16="http://schemas.microsoft.com/office/drawing/2014/main" id="{01BBF365-31F2-4B70-B9A0-B08251CBA840}"/>
              </a:ext>
            </a:extLst>
          </p:cNvPr>
          <p:cNvSpPr>
            <a:spLocks noGrp="1"/>
          </p:cNvSpPr>
          <p:nvPr/>
        </p:nvSpPr>
        <p:spPr>
          <a:xfrm>
            <a:off x="822193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1" name="A1_bar_GT_11057">
            <a:extLst>
              <a:ext uri="{FF2B5EF4-FFF2-40B4-BE49-F238E27FC236}">
                <a16:creationId xmlns:a16="http://schemas.microsoft.com/office/drawing/2014/main" id="{7B4CBCA8-F8BE-4551-BE8E-BE171867AD41}"/>
              </a:ext>
            </a:extLst>
          </p:cNvPr>
          <p:cNvSpPr>
            <a:spLocks noGrp="1"/>
          </p:cNvSpPr>
          <p:nvPr/>
        </p:nvSpPr>
        <p:spPr>
          <a:xfrm>
            <a:off x="8148906" y="470120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2" name="A1_bar_GT_11058">
            <a:extLst>
              <a:ext uri="{FF2B5EF4-FFF2-40B4-BE49-F238E27FC236}">
                <a16:creationId xmlns:a16="http://schemas.microsoft.com/office/drawing/2014/main" id="{21B322F2-EB71-4916-9685-203A7F96B707}"/>
              </a:ext>
            </a:extLst>
          </p:cNvPr>
          <p:cNvSpPr>
            <a:spLocks noGrp="1"/>
          </p:cNvSpPr>
          <p:nvPr/>
        </p:nvSpPr>
        <p:spPr>
          <a:xfrm>
            <a:off x="8310831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3" name="A1_bar_GT_11059">
            <a:extLst>
              <a:ext uri="{FF2B5EF4-FFF2-40B4-BE49-F238E27FC236}">
                <a16:creationId xmlns:a16="http://schemas.microsoft.com/office/drawing/2014/main" id="{7A07556A-3EED-4F30-A81A-F9D4AAC019D5}"/>
              </a:ext>
            </a:extLst>
          </p:cNvPr>
          <p:cNvSpPr>
            <a:spLocks noGrp="1"/>
          </p:cNvSpPr>
          <p:nvPr/>
        </p:nvSpPr>
        <p:spPr>
          <a:xfrm>
            <a:off x="826129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4" name="A1_bar_GT_11060">
            <a:extLst>
              <a:ext uri="{FF2B5EF4-FFF2-40B4-BE49-F238E27FC236}">
                <a16:creationId xmlns:a16="http://schemas.microsoft.com/office/drawing/2014/main" id="{AEE671BB-ED30-4F3B-9884-1C53FBCC03BC}"/>
              </a:ext>
            </a:extLst>
          </p:cNvPr>
          <p:cNvSpPr>
            <a:spLocks noGrp="1"/>
          </p:cNvSpPr>
          <p:nvPr/>
        </p:nvSpPr>
        <p:spPr>
          <a:xfrm>
            <a:off x="816682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5" name="A1_bar_GT_11061">
            <a:extLst>
              <a:ext uri="{FF2B5EF4-FFF2-40B4-BE49-F238E27FC236}">
                <a16:creationId xmlns:a16="http://schemas.microsoft.com/office/drawing/2014/main" id="{477AE6E7-9EB7-497E-828A-D944FA7E1201}"/>
              </a:ext>
            </a:extLst>
          </p:cNvPr>
          <p:cNvSpPr>
            <a:spLocks noGrp="1"/>
          </p:cNvSpPr>
          <p:nvPr/>
        </p:nvSpPr>
        <p:spPr>
          <a:xfrm>
            <a:off x="82413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6" name="A1_bar_GT_11062">
            <a:extLst>
              <a:ext uri="{FF2B5EF4-FFF2-40B4-BE49-F238E27FC236}">
                <a16:creationId xmlns:a16="http://schemas.microsoft.com/office/drawing/2014/main" id="{2CD51DCB-3D55-40F4-B2B7-279A8E2BDB86}"/>
              </a:ext>
            </a:extLst>
          </p:cNvPr>
          <p:cNvSpPr>
            <a:spLocks noGrp="1"/>
          </p:cNvSpPr>
          <p:nvPr/>
        </p:nvSpPr>
        <p:spPr>
          <a:xfrm>
            <a:off x="824855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7" name="A1_bar_GT_11063">
            <a:extLst>
              <a:ext uri="{FF2B5EF4-FFF2-40B4-BE49-F238E27FC236}">
                <a16:creationId xmlns:a16="http://schemas.microsoft.com/office/drawing/2014/main" id="{44292D17-FC84-47CC-91B9-5A21F4455167}"/>
              </a:ext>
            </a:extLst>
          </p:cNvPr>
          <p:cNvSpPr>
            <a:spLocks noGrp="1"/>
          </p:cNvSpPr>
          <p:nvPr/>
        </p:nvSpPr>
        <p:spPr>
          <a:xfrm>
            <a:off x="807521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8" name="A1_bar_GT_11064">
            <a:extLst>
              <a:ext uri="{FF2B5EF4-FFF2-40B4-BE49-F238E27FC236}">
                <a16:creationId xmlns:a16="http://schemas.microsoft.com/office/drawing/2014/main" id="{61066105-AF1F-4B00-8B07-12AB60D661BB}"/>
              </a:ext>
            </a:extLst>
          </p:cNvPr>
          <p:cNvSpPr>
            <a:spLocks noGrp="1"/>
          </p:cNvSpPr>
          <p:nvPr/>
        </p:nvSpPr>
        <p:spPr>
          <a:xfrm>
            <a:off x="8244515" y="4917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9" name="A1_bar_GT_11065">
            <a:extLst>
              <a:ext uri="{FF2B5EF4-FFF2-40B4-BE49-F238E27FC236}">
                <a16:creationId xmlns:a16="http://schemas.microsoft.com/office/drawing/2014/main" id="{1C943F24-7B85-4F4A-9C53-598631EF7317}"/>
              </a:ext>
            </a:extLst>
          </p:cNvPr>
          <p:cNvSpPr>
            <a:spLocks noGrp="1"/>
          </p:cNvSpPr>
          <p:nvPr/>
        </p:nvSpPr>
        <p:spPr>
          <a:xfrm>
            <a:off x="830243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0" name="A1_bar_GT_11066">
            <a:extLst>
              <a:ext uri="{FF2B5EF4-FFF2-40B4-BE49-F238E27FC236}">
                <a16:creationId xmlns:a16="http://schemas.microsoft.com/office/drawing/2014/main" id="{D3F6D91E-B757-4071-9671-BF198DED1B8E}"/>
              </a:ext>
            </a:extLst>
          </p:cNvPr>
          <p:cNvSpPr>
            <a:spLocks noGrp="1"/>
          </p:cNvSpPr>
          <p:nvPr/>
        </p:nvSpPr>
        <p:spPr>
          <a:xfrm>
            <a:off x="815271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1" name="A1_bar_GT_11067">
            <a:extLst>
              <a:ext uri="{FF2B5EF4-FFF2-40B4-BE49-F238E27FC236}">
                <a16:creationId xmlns:a16="http://schemas.microsoft.com/office/drawing/2014/main" id="{0EF9CBB4-88D0-4164-971B-2A79C34457DD}"/>
              </a:ext>
            </a:extLst>
          </p:cNvPr>
          <p:cNvSpPr>
            <a:spLocks noGrp="1"/>
          </p:cNvSpPr>
          <p:nvPr/>
        </p:nvSpPr>
        <p:spPr>
          <a:xfrm>
            <a:off x="8270631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2" name="A1_bar_GT_11068">
            <a:extLst>
              <a:ext uri="{FF2B5EF4-FFF2-40B4-BE49-F238E27FC236}">
                <a16:creationId xmlns:a16="http://schemas.microsoft.com/office/drawing/2014/main" id="{E818109F-664A-45E9-A561-9FEEDF357088}"/>
              </a:ext>
            </a:extLst>
          </p:cNvPr>
          <p:cNvSpPr>
            <a:spLocks noGrp="1"/>
          </p:cNvSpPr>
          <p:nvPr/>
        </p:nvSpPr>
        <p:spPr>
          <a:xfrm>
            <a:off x="825260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3" name="A1_bar_GT_11069">
            <a:extLst>
              <a:ext uri="{FF2B5EF4-FFF2-40B4-BE49-F238E27FC236}">
                <a16:creationId xmlns:a16="http://schemas.microsoft.com/office/drawing/2014/main" id="{2F8B1261-EBA0-494F-8830-7B95CF6DA681}"/>
              </a:ext>
            </a:extLst>
          </p:cNvPr>
          <p:cNvSpPr>
            <a:spLocks noGrp="1"/>
          </p:cNvSpPr>
          <p:nvPr/>
        </p:nvSpPr>
        <p:spPr>
          <a:xfrm>
            <a:off x="821225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4" name="A1_bar_GT_11070">
            <a:extLst>
              <a:ext uri="{FF2B5EF4-FFF2-40B4-BE49-F238E27FC236}">
                <a16:creationId xmlns:a16="http://schemas.microsoft.com/office/drawing/2014/main" id="{EB8090A4-A711-4DA1-B7F3-49D70837614F}"/>
              </a:ext>
            </a:extLst>
          </p:cNvPr>
          <p:cNvSpPr>
            <a:spLocks noGrp="1"/>
          </p:cNvSpPr>
          <p:nvPr/>
        </p:nvSpPr>
        <p:spPr>
          <a:xfrm>
            <a:off x="8263119" y="34510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5" name="A1_bar_GT_11071">
            <a:extLst>
              <a:ext uri="{FF2B5EF4-FFF2-40B4-BE49-F238E27FC236}">
                <a16:creationId xmlns:a16="http://schemas.microsoft.com/office/drawing/2014/main" id="{1F67FB1B-62FB-4683-B6F4-B269F9F43753}"/>
              </a:ext>
            </a:extLst>
          </p:cNvPr>
          <p:cNvSpPr>
            <a:spLocks noGrp="1"/>
          </p:cNvSpPr>
          <p:nvPr/>
        </p:nvSpPr>
        <p:spPr>
          <a:xfrm>
            <a:off x="8147648" y="58873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6" name="A1_bar_GT_11072">
            <a:extLst>
              <a:ext uri="{FF2B5EF4-FFF2-40B4-BE49-F238E27FC236}">
                <a16:creationId xmlns:a16="http://schemas.microsoft.com/office/drawing/2014/main" id="{373266BA-D9C9-42F5-A8EB-B740785ECD83}"/>
              </a:ext>
            </a:extLst>
          </p:cNvPr>
          <p:cNvSpPr>
            <a:spLocks noGrp="1"/>
          </p:cNvSpPr>
          <p:nvPr/>
        </p:nvSpPr>
        <p:spPr>
          <a:xfrm>
            <a:off x="8172488" y="44617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7" name="A1_bar_GT_11073">
            <a:extLst>
              <a:ext uri="{FF2B5EF4-FFF2-40B4-BE49-F238E27FC236}">
                <a16:creationId xmlns:a16="http://schemas.microsoft.com/office/drawing/2014/main" id="{69B6075B-B7D8-4518-AA07-72E9105082E3}"/>
              </a:ext>
            </a:extLst>
          </p:cNvPr>
          <p:cNvSpPr>
            <a:spLocks noGrp="1"/>
          </p:cNvSpPr>
          <p:nvPr/>
        </p:nvSpPr>
        <p:spPr>
          <a:xfrm>
            <a:off x="8098088" y="60104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8" name="A1_bar_GT_11074">
            <a:extLst>
              <a:ext uri="{FF2B5EF4-FFF2-40B4-BE49-F238E27FC236}">
                <a16:creationId xmlns:a16="http://schemas.microsoft.com/office/drawing/2014/main" id="{988C8152-6BD3-4C39-A691-641AA8AAE4FB}"/>
              </a:ext>
            </a:extLst>
          </p:cNvPr>
          <p:cNvSpPr>
            <a:spLocks noGrp="1"/>
          </p:cNvSpPr>
          <p:nvPr/>
        </p:nvSpPr>
        <p:spPr>
          <a:xfrm>
            <a:off x="8243767" y="58730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9" name="A1_bar_GT_11075">
            <a:extLst>
              <a:ext uri="{FF2B5EF4-FFF2-40B4-BE49-F238E27FC236}">
                <a16:creationId xmlns:a16="http://schemas.microsoft.com/office/drawing/2014/main" id="{F531F99B-DCC4-41E3-89A9-E99457689F50}"/>
              </a:ext>
            </a:extLst>
          </p:cNvPr>
          <p:cNvSpPr>
            <a:spLocks noGrp="1"/>
          </p:cNvSpPr>
          <p:nvPr/>
        </p:nvSpPr>
        <p:spPr>
          <a:xfrm>
            <a:off x="826465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0" name="A1_bar_GT_11076">
            <a:extLst>
              <a:ext uri="{FF2B5EF4-FFF2-40B4-BE49-F238E27FC236}">
                <a16:creationId xmlns:a16="http://schemas.microsoft.com/office/drawing/2014/main" id="{697A4911-6A66-402E-9B7B-A37FEB379A4D}"/>
              </a:ext>
            </a:extLst>
          </p:cNvPr>
          <p:cNvSpPr>
            <a:spLocks noGrp="1"/>
          </p:cNvSpPr>
          <p:nvPr/>
        </p:nvSpPr>
        <p:spPr>
          <a:xfrm>
            <a:off x="8170020" y="602352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1" name="A1_bar_GT_11077">
            <a:extLst>
              <a:ext uri="{FF2B5EF4-FFF2-40B4-BE49-F238E27FC236}">
                <a16:creationId xmlns:a16="http://schemas.microsoft.com/office/drawing/2014/main" id="{2A6BE3B8-5422-4048-89ED-2FCE3A22FDD4}"/>
              </a:ext>
            </a:extLst>
          </p:cNvPr>
          <p:cNvSpPr>
            <a:spLocks noGrp="1"/>
          </p:cNvSpPr>
          <p:nvPr/>
        </p:nvSpPr>
        <p:spPr>
          <a:xfrm>
            <a:off x="827867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2" name="A1_bar_GT_11078">
            <a:extLst>
              <a:ext uri="{FF2B5EF4-FFF2-40B4-BE49-F238E27FC236}">
                <a16:creationId xmlns:a16="http://schemas.microsoft.com/office/drawing/2014/main" id="{68B01D1F-C9F7-418C-99C4-33119C0A4FD0}"/>
              </a:ext>
            </a:extLst>
          </p:cNvPr>
          <p:cNvSpPr>
            <a:spLocks noGrp="1"/>
          </p:cNvSpPr>
          <p:nvPr/>
        </p:nvSpPr>
        <p:spPr>
          <a:xfrm>
            <a:off x="8261535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3" name="A1_bar_GT_11079">
            <a:extLst>
              <a:ext uri="{FF2B5EF4-FFF2-40B4-BE49-F238E27FC236}">
                <a16:creationId xmlns:a16="http://schemas.microsoft.com/office/drawing/2014/main" id="{E4F6101A-3F38-4054-9A17-259A32DFE988}"/>
              </a:ext>
            </a:extLst>
          </p:cNvPr>
          <p:cNvSpPr>
            <a:spLocks noGrp="1"/>
          </p:cNvSpPr>
          <p:nvPr/>
        </p:nvSpPr>
        <p:spPr>
          <a:xfrm>
            <a:off x="829529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4" name="A1_bar_GT_11080">
            <a:extLst>
              <a:ext uri="{FF2B5EF4-FFF2-40B4-BE49-F238E27FC236}">
                <a16:creationId xmlns:a16="http://schemas.microsoft.com/office/drawing/2014/main" id="{93D5648F-6658-4AF9-B33E-2BDAAAB838AB}"/>
              </a:ext>
            </a:extLst>
          </p:cNvPr>
          <p:cNvSpPr>
            <a:spLocks noGrp="1"/>
          </p:cNvSpPr>
          <p:nvPr/>
        </p:nvSpPr>
        <p:spPr>
          <a:xfrm>
            <a:off x="83104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5" name="A1_bar_GT_11081">
            <a:extLst>
              <a:ext uri="{FF2B5EF4-FFF2-40B4-BE49-F238E27FC236}">
                <a16:creationId xmlns:a16="http://schemas.microsoft.com/office/drawing/2014/main" id="{3712013B-5C21-4191-AE0F-A2A6C26F120D}"/>
              </a:ext>
            </a:extLst>
          </p:cNvPr>
          <p:cNvSpPr>
            <a:spLocks noGrp="1"/>
          </p:cNvSpPr>
          <p:nvPr/>
        </p:nvSpPr>
        <p:spPr>
          <a:xfrm>
            <a:off x="829991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6" name="A1_bar_GT_11082">
            <a:extLst>
              <a:ext uri="{FF2B5EF4-FFF2-40B4-BE49-F238E27FC236}">
                <a16:creationId xmlns:a16="http://schemas.microsoft.com/office/drawing/2014/main" id="{E23D5E1C-F0EA-414D-9E32-98EF6B3A2CC1}"/>
              </a:ext>
            </a:extLst>
          </p:cNvPr>
          <p:cNvSpPr>
            <a:spLocks noGrp="1"/>
          </p:cNvSpPr>
          <p:nvPr/>
        </p:nvSpPr>
        <p:spPr>
          <a:xfrm>
            <a:off x="825126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7" name="A1_bar_GT_11083">
            <a:extLst>
              <a:ext uri="{FF2B5EF4-FFF2-40B4-BE49-F238E27FC236}">
                <a16:creationId xmlns:a16="http://schemas.microsoft.com/office/drawing/2014/main" id="{46C7415E-4764-4E7E-A4D5-4264D717D865}"/>
              </a:ext>
            </a:extLst>
          </p:cNvPr>
          <p:cNvSpPr>
            <a:spLocks noGrp="1"/>
          </p:cNvSpPr>
          <p:nvPr/>
        </p:nvSpPr>
        <p:spPr>
          <a:xfrm>
            <a:off x="8295022" y="47364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8" name="A1_bar_GT_11084">
            <a:extLst>
              <a:ext uri="{FF2B5EF4-FFF2-40B4-BE49-F238E27FC236}">
                <a16:creationId xmlns:a16="http://schemas.microsoft.com/office/drawing/2014/main" id="{2B63BAAD-BB98-45B1-A7FC-E7EF8E4A1074}"/>
              </a:ext>
            </a:extLst>
          </p:cNvPr>
          <p:cNvSpPr>
            <a:spLocks noGrp="1"/>
          </p:cNvSpPr>
          <p:nvPr/>
        </p:nvSpPr>
        <p:spPr>
          <a:xfrm>
            <a:off x="8105336" y="59212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9" name="A1_bar_GT_11085">
            <a:extLst>
              <a:ext uri="{FF2B5EF4-FFF2-40B4-BE49-F238E27FC236}">
                <a16:creationId xmlns:a16="http://schemas.microsoft.com/office/drawing/2014/main" id="{046F819D-369E-4928-B96B-D655F4073C22}"/>
              </a:ext>
            </a:extLst>
          </p:cNvPr>
          <p:cNvSpPr>
            <a:spLocks noGrp="1"/>
          </p:cNvSpPr>
          <p:nvPr/>
        </p:nvSpPr>
        <p:spPr>
          <a:xfrm>
            <a:off x="814225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0" name="A1_bar_GT_11086">
            <a:extLst>
              <a:ext uri="{FF2B5EF4-FFF2-40B4-BE49-F238E27FC236}">
                <a16:creationId xmlns:a16="http://schemas.microsoft.com/office/drawing/2014/main" id="{8F7C404B-C035-43BB-93C1-0F75EA404236}"/>
              </a:ext>
            </a:extLst>
          </p:cNvPr>
          <p:cNvSpPr>
            <a:spLocks noGrp="1"/>
          </p:cNvSpPr>
          <p:nvPr/>
        </p:nvSpPr>
        <p:spPr>
          <a:xfrm>
            <a:off x="8086528" y="47452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1" name="A1_bar_GT_11087">
            <a:extLst>
              <a:ext uri="{FF2B5EF4-FFF2-40B4-BE49-F238E27FC236}">
                <a16:creationId xmlns:a16="http://schemas.microsoft.com/office/drawing/2014/main" id="{9DEA2A74-403B-4E0D-89C7-E48E9BFE1256}"/>
              </a:ext>
            </a:extLst>
          </p:cNvPr>
          <p:cNvSpPr>
            <a:spLocks noGrp="1"/>
          </p:cNvSpPr>
          <p:nvPr/>
        </p:nvSpPr>
        <p:spPr>
          <a:xfrm>
            <a:off x="8250190" y="54598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2" name="A1_bar_GT_11088">
            <a:extLst>
              <a:ext uri="{FF2B5EF4-FFF2-40B4-BE49-F238E27FC236}">
                <a16:creationId xmlns:a16="http://schemas.microsoft.com/office/drawing/2014/main" id="{C69E0AEB-59F1-44E2-A0B0-EEAB8461FE5A}"/>
              </a:ext>
            </a:extLst>
          </p:cNvPr>
          <p:cNvSpPr>
            <a:spLocks noGrp="1"/>
          </p:cNvSpPr>
          <p:nvPr/>
        </p:nvSpPr>
        <p:spPr>
          <a:xfrm>
            <a:off x="8126162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3" name="A1_bar_GT_11089">
            <a:extLst>
              <a:ext uri="{FF2B5EF4-FFF2-40B4-BE49-F238E27FC236}">
                <a16:creationId xmlns:a16="http://schemas.microsoft.com/office/drawing/2014/main" id="{51C7269F-84D3-414C-91C2-BBD1B9DBA714}"/>
              </a:ext>
            </a:extLst>
          </p:cNvPr>
          <p:cNvSpPr>
            <a:spLocks noGrp="1"/>
          </p:cNvSpPr>
          <p:nvPr/>
        </p:nvSpPr>
        <p:spPr>
          <a:xfrm>
            <a:off x="8151913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4" name="A1_bar_GT_11090">
            <a:extLst>
              <a:ext uri="{FF2B5EF4-FFF2-40B4-BE49-F238E27FC236}">
                <a16:creationId xmlns:a16="http://schemas.microsoft.com/office/drawing/2014/main" id="{CEC54C87-5165-415A-97EA-F6F2076E53DB}"/>
              </a:ext>
            </a:extLst>
          </p:cNvPr>
          <p:cNvSpPr>
            <a:spLocks noGrp="1"/>
          </p:cNvSpPr>
          <p:nvPr/>
        </p:nvSpPr>
        <p:spPr>
          <a:xfrm>
            <a:off x="808826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5" name="A1_bar_GT_11091">
            <a:extLst>
              <a:ext uri="{FF2B5EF4-FFF2-40B4-BE49-F238E27FC236}">
                <a16:creationId xmlns:a16="http://schemas.microsoft.com/office/drawing/2014/main" id="{6F148F47-B622-4ACD-8207-B6FC485BDF81}"/>
              </a:ext>
            </a:extLst>
          </p:cNvPr>
          <p:cNvSpPr>
            <a:spLocks noGrp="1"/>
          </p:cNvSpPr>
          <p:nvPr/>
        </p:nvSpPr>
        <p:spPr>
          <a:xfrm>
            <a:off x="814669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6" name="A1_bar_GT_11092">
            <a:extLst>
              <a:ext uri="{FF2B5EF4-FFF2-40B4-BE49-F238E27FC236}">
                <a16:creationId xmlns:a16="http://schemas.microsoft.com/office/drawing/2014/main" id="{F010FE5E-6080-4F25-98BB-3D455598D6DB}"/>
              </a:ext>
            </a:extLst>
          </p:cNvPr>
          <p:cNvSpPr>
            <a:spLocks noGrp="1"/>
          </p:cNvSpPr>
          <p:nvPr/>
        </p:nvSpPr>
        <p:spPr>
          <a:xfrm>
            <a:off x="818138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7" name="A1_bar_GT_11093">
            <a:extLst>
              <a:ext uri="{FF2B5EF4-FFF2-40B4-BE49-F238E27FC236}">
                <a16:creationId xmlns:a16="http://schemas.microsoft.com/office/drawing/2014/main" id="{48906279-F866-492A-B0D8-08D17A7FF992}"/>
              </a:ext>
            </a:extLst>
          </p:cNvPr>
          <p:cNvSpPr>
            <a:spLocks noGrp="1"/>
          </p:cNvSpPr>
          <p:nvPr/>
        </p:nvSpPr>
        <p:spPr>
          <a:xfrm>
            <a:off x="8063545" y="49613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8" name="A1_bar_GT_11094">
            <a:extLst>
              <a:ext uri="{FF2B5EF4-FFF2-40B4-BE49-F238E27FC236}">
                <a16:creationId xmlns:a16="http://schemas.microsoft.com/office/drawing/2014/main" id="{019061DB-02E9-4D78-8C08-DBD3D552BCE3}"/>
              </a:ext>
            </a:extLst>
          </p:cNvPr>
          <p:cNvSpPr>
            <a:spLocks noGrp="1"/>
          </p:cNvSpPr>
          <p:nvPr/>
        </p:nvSpPr>
        <p:spPr>
          <a:xfrm>
            <a:off x="827135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9" name="A1_bar_GT_11095">
            <a:extLst>
              <a:ext uri="{FF2B5EF4-FFF2-40B4-BE49-F238E27FC236}">
                <a16:creationId xmlns:a16="http://schemas.microsoft.com/office/drawing/2014/main" id="{6982B77E-D782-4B1E-82CC-9C5479882ABF}"/>
              </a:ext>
            </a:extLst>
          </p:cNvPr>
          <p:cNvSpPr>
            <a:spLocks noGrp="1"/>
          </p:cNvSpPr>
          <p:nvPr/>
        </p:nvSpPr>
        <p:spPr>
          <a:xfrm>
            <a:off x="8167281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0" name="A1_bar_GT_11096">
            <a:extLst>
              <a:ext uri="{FF2B5EF4-FFF2-40B4-BE49-F238E27FC236}">
                <a16:creationId xmlns:a16="http://schemas.microsoft.com/office/drawing/2014/main" id="{21363FEE-24FE-4B7F-8260-8F7B932E16F1}"/>
              </a:ext>
            </a:extLst>
          </p:cNvPr>
          <p:cNvSpPr>
            <a:spLocks noGrp="1"/>
          </p:cNvSpPr>
          <p:nvPr/>
        </p:nvSpPr>
        <p:spPr>
          <a:xfrm>
            <a:off x="8130309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1" name="A1_bar_GT_11097">
            <a:extLst>
              <a:ext uri="{FF2B5EF4-FFF2-40B4-BE49-F238E27FC236}">
                <a16:creationId xmlns:a16="http://schemas.microsoft.com/office/drawing/2014/main" id="{559C0EFF-1B77-4779-8A28-2C89D54DEC89}"/>
              </a:ext>
            </a:extLst>
          </p:cNvPr>
          <p:cNvSpPr>
            <a:spLocks noGrp="1"/>
          </p:cNvSpPr>
          <p:nvPr/>
        </p:nvSpPr>
        <p:spPr>
          <a:xfrm>
            <a:off x="8158651" y="35249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2" name="A1_bar_GT_11098">
            <a:extLst>
              <a:ext uri="{FF2B5EF4-FFF2-40B4-BE49-F238E27FC236}">
                <a16:creationId xmlns:a16="http://schemas.microsoft.com/office/drawing/2014/main" id="{A625F288-2B53-4FA6-AE12-AB92436885EA}"/>
              </a:ext>
            </a:extLst>
          </p:cNvPr>
          <p:cNvSpPr>
            <a:spLocks noGrp="1"/>
          </p:cNvSpPr>
          <p:nvPr/>
        </p:nvSpPr>
        <p:spPr>
          <a:xfrm>
            <a:off x="826036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3" name="A1_bar_GT_11099">
            <a:extLst>
              <a:ext uri="{FF2B5EF4-FFF2-40B4-BE49-F238E27FC236}">
                <a16:creationId xmlns:a16="http://schemas.microsoft.com/office/drawing/2014/main" id="{DB48BE83-D88A-45B6-989C-A34980EA3778}"/>
              </a:ext>
            </a:extLst>
          </p:cNvPr>
          <p:cNvSpPr>
            <a:spLocks noGrp="1"/>
          </p:cNvSpPr>
          <p:nvPr/>
        </p:nvSpPr>
        <p:spPr>
          <a:xfrm>
            <a:off x="8265444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4" name="A1_bar_GT_11100">
            <a:extLst>
              <a:ext uri="{FF2B5EF4-FFF2-40B4-BE49-F238E27FC236}">
                <a16:creationId xmlns:a16="http://schemas.microsoft.com/office/drawing/2014/main" id="{FD28F7EA-FC30-40C4-91BE-D8378C049775}"/>
              </a:ext>
            </a:extLst>
          </p:cNvPr>
          <p:cNvSpPr>
            <a:spLocks noGrp="1"/>
          </p:cNvSpPr>
          <p:nvPr/>
        </p:nvSpPr>
        <p:spPr>
          <a:xfrm>
            <a:off x="8187995" y="54234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5" name="A1_bar_GT_11101">
            <a:extLst>
              <a:ext uri="{FF2B5EF4-FFF2-40B4-BE49-F238E27FC236}">
                <a16:creationId xmlns:a16="http://schemas.microsoft.com/office/drawing/2014/main" id="{30392230-F761-47A7-86AB-8070E30CA1D5}"/>
              </a:ext>
            </a:extLst>
          </p:cNvPr>
          <p:cNvSpPr>
            <a:spLocks noGrp="1"/>
          </p:cNvSpPr>
          <p:nvPr/>
        </p:nvSpPr>
        <p:spPr>
          <a:xfrm>
            <a:off x="822713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6" name="A1_bar_GT_11102">
            <a:extLst>
              <a:ext uri="{FF2B5EF4-FFF2-40B4-BE49-F238E27FC236}">
                <a16:creationId xmlns:a16="http://schemas.microsoft.com/office/drawing/2014/main" id="{5217D6E0-B6B0-4C64-96DC-6B72521352D1}"/>
              </a:ext>
            </a:extLst>
          </p:cNvPr>
          <p:cNvSpPr>
            <a:spLocks noGrp="1"/>
          </p:cNvSpPr>
          <p:nvPr/>
        </p:nvSpPr>
        <p:spPr>
          <a:xfrm>
            <a:off x="818992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7" name="A1_bar_GT_11103">
            <a:extLst>
              <a:ext uri="{FF2B5EF4-FFF2-40B4-BE49-F238E27FC236}">
                <a16:creationId xmlns:a16="http://schemas.microsoft.com/office/drawing/2014/main" id="{36FACADB-62BE-47B1-899A-2D11CF823005}"/>
              </a:ext>
            </a:extLst>
          </p:cNvPr>
          <p:cNvSpPr>
            <a:spLocks noGrp="1"/>
          </p:cNvSpPr>
          <p:nvPr/>
        </p:nvSpPr>
        <p:spPr>
          <a:xfrm>
            <a:off x="8125522" y="59148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8" name="A1_bar_GT_11104">
            <a:extLst>
              <a:ext uri="{FF2B5EF4-FFF2-40B4-BE49-F238E27FC236}">
                <a16:creationId xmlns:a16="http://schemas.microsoft.com/office/drawing/2014/main" id="{90F247AF-5E1B-482F-B032-894B2D5799BD}"/>
              </a:ext>
            </a:extLst>
          </p:cNvPr>
          <p:cNvSpPr>
            <a:spLocks noGrp="1"/>
          </p:cNvSpPr>
          <p:nvPr/>
        </p:nvSpPr>
        <p:spPr>
          <a:xfrm>
            <a:off x="8200744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9" name="A1_bar_GT_11105">
            <a:extLst>
              <a:ext uri="{FF2B5EF4-FFF2-40B4-BE49-F238E27FC236}">
                <a16:creationId xmlns:a16="http://schemas.microsoft.com/office/drawing/2014/main" id="{CEAB9C97-42D9-4070-9DA9-FD8990A7A338}"/>
              </a:ext>
            </a:extLst>
          </p:cNvPr>
          <p:cNvSpPr>
            <a:spLocks noGrp="1"/>
          </p:cNvSpPr>
          <p:nvPr/>
        </p:nvSpPr>
        <p:spPr>
          <a:xfrm>
            <a:off x="810711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0" name="A1_bar_GT_11106">
            <a:extLst>
              <a:ext uri="{FF2B5EF4-FFF2-40B4-BE49-F238E27FC236}">
                <a16:creationId xmlns:a16="http://schemas.microsoft.com/office/drawing/2014/main" id="{F77A29E5-EFB1-4C10-909E-B2F1755641DE}"/>
              </a:ext>
            </a:extLst>
          </p:cNvPr>
          <p:cNvSpPr>
            <a:spLocks noGrp="1"/>
          </p:cNvSpPr>
          <p:nvPr/>
        </p:nvSpPr>
        <p:spPr>
          <a:xfrm>
            <a:off x="829694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1" name="A1_bar_GT_11107">
            <a:extLst>
              <a:ext uri="{FF2B5EF4-FFF2-40B4-BE49-F238E27FC236}">
                <a16:creationId xmlns:a16="http://schemas.microsoft.com/office/drawing/2014/main" id="{5E1C0BD4-96B8-4697-9BC6-1C423E74BEDD}"/>
              </a:ext>
            </a:extLst>
          </p:cNvPr>
          <p:cNvSpPr>
            <a:spLocks noGrp="1"/>
          </p:cNvSpPr>
          <p:nvPr/>
        </p:nvSpPr>
        <p:spPr>
          <a:xfrm>
            <a:off x="807843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2" name="A1_bar_GT_11108">
            <a:extLst>
              <a:ext uri="{FF2B5EF4-FFF2-40B4-BE49-F238E27FC236}">
                <a16:creationId xmlns:a16="http://schemas.microsoft.com/office/drawing/2014/main" id="{00C38652-CE85-46C4-9B1B-D06B7B94DDE0}"/>
              </a:ext>
            </a:extLst>
          </p:cNvPr>
          <p:cNvSpPr>
            <a:spLocks noGrp="1"/>
          </p:cNvSpPr>
          <p:nvPr/>
        </p:nvSpPr>
        <p:spPr>
          <a:xfrm>
            <a:off x="8287293" y="45897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3" name="A1_bar_GT_11109">
            <a:extLst>
              <a:ext uri="{FF2B5EF4-FFF2-40B4-BE49-F238E27FC236}">
                <a16:creationId xmlns:a16="http://schemas.microsoft.com/office/drawing/2014/main" id="{C90C8E4B-0EC4-4817-BEEF-39AC11EB6792}"/>
              </a:ext>
            </a:extLst>
          </p:cNvPr>
          <p:cNvSpPr>
            <a:spLocks noGrp="1"/>
          </p:cNvSpPr>
          <p:nvPr/>
        </p:nvSpPr>
        <p:spPr>
          <a:xfrm>
            <a:off x="8199356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4" name="A1_bar_GT_11110">
            <a:extLst>
              <a:ext uri="{FF2B5EF4-FFF2-40B4-BE49-F238E27FC236}">
                <a16:creationId xmlns:a16="http://schemas.microsoft.com/office/drawing/2014/main" id="{662265ED-B6DD-432B-9932-9427E3775888}"/>
              </a:ext>
            </a:extLst>
          </p:cNvPr>
          <p:cNvSpPr>
            <a:spLocks noGrp="1"/>
          </p:cNvSpPr>
          <p:nvPr/>
        </p:nvSpPr>
        <p:spPr>
          <a:xfrm>
            <a:off x="816215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5" name="A1_bar_GT_11111">
            <a:extLst>
              <a:ext uri="{FF2B5EF4-FFF2-40B4-BE49-F238E27FC236}">
                <a16:creationId xmlns:a16="http://schemas.microsoft.com/office/drawing/2014/main" id="{23F8EC52-DBDA-4B45-8305-027B88ABC5D9}"/>
              </a:ext>
            </a:extLst>
          </p:cNvPr>
          <p:cNvSpPr>
            <a:spLocks noGrp="1"/>
          </p:cNvSpPr>
          <p:nvPr/>
        </p:nvSpPr>
        <p:spPr>
          <a:xfrm>
            <a:off x="814598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6" name="A1_bar_GT_11112">
            <a:extLst>
              <a:ext uri="{FF2B5EF4-FFF2-40B4-BE49-F238E27FC236}">
                <a16:creationId xmlns:a16="http://schemas.microsoft.com/office/drawing/2014/main" id="{63D860C5-7DE3-452F-A93C-2F2365485A53}"/>
              </a:ext>
            </a:extLst>
          </p:cNvPr>
          <p:cNvSpPr>
            <a:spLocks noGrp="1"/>
          </p:cNvSpPr>
          <p:nvPr/>
        </p:nvSpPr>
        <p:spPr>
          <a:xfrm>
            <a:off x="807767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7" name="A1_bar_GT_11113">
            <a:extLst>
              <a:ext uri="{FF2B5EF4-FFF2-40B4-BE49-F238E27FC236}">
                <a16:creationId xmlns:a16="http://schemas.microsoft.com/office/drawing/2014/main" id="{33052F07-A757-4374-87FD-9540CAF6AA34}"/>
              </a:ext>
            </a:extLst>
          </p:cNvPr>
          <p:cNvSpPr>
            <a:spLocks noGrp="1"/>
          </p:cNvSpPr>
          <p:nvPr/>
        </p:nvSpPr>
        <p:spPr>
          <a:xfrm>
            <a:off x="809031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8" name="A1_bar_GT_11114">
            <a:extLst>
              <a:ext uri="{FF2B5EF4-FFF2-40B4-BE49-F238E27FC236}">
                <a16:creationId xmlns:a16="http://schemas.microsoft.com/office/drawing/2014/main" id="{30029EB1-0564-4B1F-877A-4EC5F1AF264A}"/>
              </a:ext>
            </a:extLst>
          </p:cNvPr>
          <p:cNvSpPr>
            <a:spLocks noGrp="1"/>
          </p:cNvSpPr>
          <p:nvPr/>
        </p:nvSpPr>
        <p:spPr>
          <a:xfrm>
            <a:off x="810387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9" name="A1_bar_GT_11115">
            <a:extLst>
              <a:ext uri="{FF2B5EF4-FFF2-40B4-BE49-F238E27FC236}">
                <a16:creationId xmlns:a16="http://schemas.microsoft.com/office/drawing/2014/main" id="{EEF8DF0E-37F5-459E-89ED-FDA0E058131F}"/>
              </a:ext>
            </a:extLst>
          </p:cNvPr>
          <p:cNvSpPr>
            <a:spLocks noGrp="1"/>
          </p:cNvSpPr>
          <p:nvPr/>
        </p:nvSpPr>
        <p:spPr>
          <a:xfrm>
            <a:off x="8265900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0" name="A1_bar_GT_11116">
            <a:extLst>
              <a:ext uri="{FF2B5EF4-FFF2-40B4-BE49-F238E27FC236}">
                <a16:creationId xmlns:a16="http://schemas.microsoft.com/office/drawing/2014/main" id="{1011AE59-2138-4CE6-81C4-4604F731FE14}"/>
              </a:ext>
            </a:extLst>
          </p:cNvPr>
          <p:cNvSpPr>
            <a:spLocks noGrp="1"/>
          </p:cNvSpPr>
          <p:nvPr/>
        </p:nvSpPr>
        <p:spPr>
          <a:xfrm>
            <a:off x="8109217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1" name="A1_bar_GT_11117">
            <a:extLst>
              <a:ext uri="{FF2B5EF4-FFF2-40B4-BE49-F238E27FC236}">
                <a16:creationId xmlns:a16="http://schemas.microsoft.com/office/drawing/2014/main" id="{978C55D9-3BD4-4DF7-858D-FAF44553E8D5}"/>
              </a:ext>
            </a:extLst>
          </p:cNvPr>
          <p:cNvSpPr>
            <a:spLocks noGrp="1"/>
          </p:cNvSpPr>
          <p:nvPr/>
        </p:nvSpPr>
        <p:spPr>
          <a:xfrm>
            <a:off x="8312086" y="511855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2" name="A1_bar_GT_11118">
            <a:extLst>
              <a:ext uri="{FF2B5EF4-FFF2-40B4-BE49-F238E27FC236}">
                <a16:creationId xmlns:a16="http://schemas.microsoft.com/office/drawing/2014/main" id="{CEC9730E-D3EF-40D3-8172-EEEB43DD51AD}"/>
              </a:ext>
            </a:extLst>
          </p:cNvPr>
          <p:cNvSpPr>
            <a:spLocks noGrp="1"/>
          </p:cNvSpPr>
          <p:nvPr/>
        </p:nvSpPr>
        <p:spPr>
          <a:xfrm>
            <a:off x="8311623" y="45649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3" name="A1_bar_GT_11119">
            <a:extLst>
              <a:ext uri="{FF2B5EF4-FFF2-40B4-BE49-F238E27FC236}">
                <a16:creationId xmlns:a16="http://schemas.microsoft.com/office/drawing/2014/main" id="{C3407B7A-E26B-4D75-B805-7E5396C2D49E}"/>
              </a:ext>
            </a:extLst>
          </p:cNvPr>
          <p:cNvSpPr>
            <a:spLocks noGrp="1"/>
          </p:cNvSpPr>
          <p:nvPr/>
        </p:nvSpPr>
        <p:spPr>
          <a:xfrm>
            <a:off x="815269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4" name="A1_bar_GT_11120">
            <a:extLst>
              <a:ext uri="{FF2B5EF4-FFF2-40B4-BE49-F238E27FC236}">
                <a16:creationId xmlns:a16="http://schemas.microsoft.com/office/drawing/2014/main" id="{86746C11-A364-4FBC-A72A-C1A400328545}"/>
              </a:ext>
            </a:extLst>
          </p:cNvPr>
          <p:cNvSpPr>
            <a:spLocks noGrp="1"/>
          </p:cNvSpPr>
          <p:nvPr/>
        </p:nvSpPr>
        <p:spPr>
          <a:xfrm>
            <a:off x="812012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5" name="A1_bar_GT_11121">
            <a:extLst>
              <a:ext uri="{FF2B5EF4-FFF2-40B4-BE49-F238E27FC236}">
                <a16:creationId xmlns:a16="http://schemas.microsoft.com/office/drawing/2014/main" id="{8399423D-D8FD-4349-9351-BDF3C84DADE8}"/>
              </a:ext>
            </a:extLst>
          </p:cNvPr>
          <p:cNvSpPr>
            <a:spLocks noGrp="1"/>
          </p:cNvSpPr>
          <p:nvPr/>
        </p:nvSpPr>
        <p:spPr>
          <a:xfrm>
            <a:off x="8251491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6" name="A1_bar_GT_11122">
            <a:extLst>
              <a:ext uri="{FF2B5EF4-FFF2-40B4-BE49-F238E27FC236}">
                <a16:creationId xmlns:a16="http://schemas.microsoft.com/office/drawing/2014/main" id="{9DADC732-A8B3-4413-AFE9-B973E870FFFC}"/>
              </a:ext>
            </a:extLst>
          </p:cNvPr>
          <p:cNvSpPr>
            <a:spLocks noGrp="1"/>
          </p:cNvSpPr>
          <p:nvPr/>
        </p:nvSpPr>
        <p:spPr>
          <a:xfrm>
            <a:off x="830864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7" name="A1_bar_GT_11123">
            <a:extLst>
              <a:ext uri="{FF2B5EF4-FFF2-40B4-BE49-F238E27FC236}">
                <a16:creationId xmlns:a16="http://schemas.microsoft.com/office/drawing/2014/main" id="{7CD6D618-218C-4A3F-AB57-31B61FA7D550}"/>
              </a:ext>
            </a:extLst>
          </p:cNvPr>
          <p:cNvSpPr>
            <a:spLocks noGrp="1"/>
          </p:cNvSpPr>
          <p:nvPr/>
        </p:nvSpPr>
        <p:spPr>
          <a:xfrm>
            <a:off x="8081531" y="32127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8" name="A1_bar_GT_11124">
            <a:extLst>
              <a:ext uri="{FF2B5EF4-FFF2-40B4-BE49-F238E27FC236}">
                <a16:creationId xmlns:a16="http://schemas.microsoft.com/office/drawing/2014/main" id="{BD2B4750-44D7-4508-A751-1DCFFD1C79B0}"/>
              </a:ext>
            </a:extLst>
          </p:cNvPr>
          <p:cNvSpPr>
            <a:spLocks noGrp="1"/>
          </p:cNvSpPr>
          <p:nvPr/>
        </p:nvSpPr>
        <p:spPr>
          <a:xfrm>
            <a:off x="808421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9" name="A1_bar_GT_11125">
            <a:extLst>
              <a:ext uri="{FF2B5EF4-FFF2-40B4-BE49-F238E27FC236}">
                <a16:creationId xmlns:a16="http://schemas.microsoft.com/office/drawing/2014/main" id="{EE0FF368-1B2F-4542-94AB-60AE2F254B4D}"/>
              </a:ext>
            </a:extLst>
          </p:cNvPr>
          <p:cNvSpPr>
            <a:spLocks noGrp="1"/>
          </p:cNvSpPr>
          <p:nvPr/>
        </p:nvSpPr>
        <p:spPr>
          <a:xfrm>
            <a:off x="8141102" y="46550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0" name="A1_bar_GT_11126">
            <a:extLst>
              <a:ext uri="{FF2B5EF4-FFF2-40B4-BE49-F238E27FC236}">
                <a16:creationId xmlns:a16="http://schemas.microsoft.com/office/drawing/2014/main" id="{8490291C-7001-4653-9C82-77B1F75DF2DB}"/>
              </a:ext>
            </a:extLst>
          </p:cNvPr>
          <p:cNvSpPr>
            <a:spLocks noGrp="1"/>
          </p:cNvSpPr>
          <p:nvPr/>
        </p:nvSpPr>
        <p:spPr>
          <a:xfrm>
            <a:off x="8202363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1" name="A1_bar_GT_11127">
            <a:extLst>
              <a:ext uri="{FF2B5EF4-FFF2-40B4-BE49-F238E27FC236}">
                <a16:creationId xmlns:a16="http://schemas.microsoft.com/office/drawing/2014/main" id="{80BDEF09-87B5-4385-A49A-DED04DC366B6}"/>
              </a:ext>
            </a:extLst>
          </p:cNvPr>
          <p:cNvSpPr>
            <a:spLocks noGrp="1"/>
          </p:cNvSpPr>
          <p:nvPr/>
        </p:nvSpPr>
        <p:spPr>
          <a:xfrm>
            <a:off x="806948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2" name="A1_bar_GT_11128">
            <a:extLst>
              <a:ext uri="{FF2B5EF4-FFF2-40B4-BE49-F238E27FC236}">
                <a16:creationId xmlns:a16="http://schemas.microsoft.com/office/drawing/2014/main" id="{9B511B2F-376F-4CD0-B57F-0B19BB86A52B}"/>
              </a:ext>
            </a:extLst>
          </p:cNvPr>
          <p:cNvSpPr>
            <a:spLocks noGrp="1"/>
          </p:cNvSpPr>
          <p:nvPr/>
        </p:nvSpPr>
        <p:spPr>
          <a:xfrm>
            <a:off x="819738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3" name="A1_bar_GT_11129">
            <a:extLst>
              <a:ext uri="{FF2B5EF4-FFF2-40B4-BE49-F238E27FC236}">
                <a16:creationId xmlns:a16="http://schemas.microsoft.com/office/drawing/2014/main" id="{91B97D86-27C6-4E58-8B8E-9F4E31CDCEDC}"/>
              </a:ext>
            </a:extLst>
          </p:cNvPr>
          <p:cNvSpPr>
            <a:spLocks noGrp="1"/>
          </p:cNvSpPr>
          <p:nvPr/>
        </p:nvSpPr>
        <p:spPr>
          <a:xfrm>
            <a:off x="8221394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4" name="A1_bar_GT_11130">
            <a:extLst>
              <a:ext uri="{FF2B5EF4-FFF2-40B4-BE49-F238E27FC236}">
                <a16:creationId xmlns:a16="http://schemas.microsoft.com/office/drawing/2014/main" id="{BEA37030-6A14-4585-BE7A-CD769A09E6DA}"/>
              </a:ext>
            </a:extLst>
          </p:cNvPr>
          <p:cNvSpPr>
            <a:spLocks noGrp="1"/>
          </p:cNvSpPr>
          <p:nvPr/>
        </p:nvSpPr>
        <p:spPr>
          <a:xfrm>
            <a:off x="8137703" y="420949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5" name="A1_bar_GT_11131">
            <a:extLst>
              <a:ext uri="{FF2B5EF4-FFF2-40B4-BE49-F238E27FC236}">
                <a16:creationId xmlns:a16="http://schemas.microsoft.com/office/drawing/2014/main" id="{1464981E-8905-49C7-9650-DA21AF25DCF7}"/>
              </a:ext>
            </a:extLst>
          </p:cNvPr>
          <p:cNvSpPr>
            <a:spLocks noGrp="1"/>
          </p:cNvSpPr>
          <p:nvPr/>
        </p:nvSpPr>
        <p:spPr>
          <a:xfrm>
            <a:off x="8120132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6" name="A1_bar_GT_11132">
            <a:extLst>
              <a:ext uri="{FF2B5EF4-FFF2-40B4-BE49-F238E27FC236}">
                <a16:creationId xmlns:a16="http://schemas.microsoft.com/office/drawing/2014/main" id="{8EACF2CE-7D83-4956-8B46-B6942C7D895F}"/>
              </a:ext>
            </a:extLst>
          </p:cNvPr>
          <p:cNvSpPr>
            <a:spLocks noGrp="1"/>
          </p:cNvSpPr>
          <p:nvPr/>
        </p:nvSpPr>
        <p:spPr>
          <a:xfrm>
            <a:off x="8131326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7" name="A1_bar_GT_11133">
            <a:extLst>
              <a:ext uri="{FF2B5EF4-FFF2-40B4-BE49-F238E27FC236}">
                <a16:creationId xmlns:a16="http://schemas.microsoft.com/office/drawing/2014/main" id="{CAEAECEE-827F-4FF0-876D-B8289AD3E7EB}"/>
              </a:ext>
            </a:extLst>
          </p:cNvPr>
          <p:cNvSpPr>
            <a:spLocks noGrp="1"/>
          </p:cNvSpPr>
          <p:nvPr/>
        </p:nvSpPr>
        <p:spPr>
          <a:xfrm>
            <a:off x="8136567" y="4917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8" name="A1_bar_GT_11134">
            <a:extLst>
              <a:ext uri="{FF2B5EF4-FFF2-40B4-BE49-F238E27FC236}">
                <a16:creationId xmlns:a16="http://schemas.microsoft.com/office/drawing/2014/main" id="{4711C918-A647-4221-8297-C624092020A6}"/>
              </a:ext>
            </a:extLst>
          </p:cNvPr>
          <p:cNvSpPr>
            <a:spLocks noGrp="1"/>
          </p:cNvSpPr>
          <p:nvPr/>
        </p:nvSpPr>
        <p:spPr>
          <a:xfrm>
            <a:off x="8165898" y="46242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9" name="A1_bar_GT_11135">
            <a:extLst>
              <a:ext uri="{FF2B5EF4-FFF2-40B4-BE49-F238E27FC236}">
                <a16:creationId xmlns:a16="http://schemas.microsoft.com/office/drawing/2014/main" id="{C5125964-CCFF-4F1A-B4D6-D3B95BB14F97}"/>
              </a:ext>
            </a:extLst>
          </p:cNvPr>
          <p:cNvSpPr>
            <a:spLocks noGrp="1"/>
          </p:cNvSpPr>
          <p:nvPr/>
        </p:nvSpPr>
        <p:spPr>
          <a:xfrm>
            <a:off x="828080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0" name="A1_bar_GT_11136">
            <a:extLst>
              <a:ext uri="{FF2B5EF4-FFF2-40B4-BE49-F238E27FC236}">
                <a16:creationId xmlns:a16="http://schemas.microsoft.com/office/drawing/2014/main" id="{145F564F-C7B7-4A31-A31A-65B5A200B673}"/>
              </a:ext>
            </a:extLst>
          </p:cNvPr>
          <p:cNvSpPr>
            <a:spLocks noGrp="1"/>
          </p:cNvSpPr>
          <p:nvPr/>
        </p:nvSpPr>
        <p:spPr>
          <a:xfrm>
            <a:off x="807424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1" name="A1_bar_GT_11137">
            <a:extLst>
              <a:ext uri="{FF2B5EF4-FFF2-40B4-BE49-F238E27FC236}">
                <a16:creationId xmlns:a16="http://schemas.microsoft.com/office/drawing/2014/main" id="{711D129E-94C6-440F-B8FE-2C015F211A90}"/>
              </a:ext>
            </a:extLst>
          </p:cNvPr>
          <p:cNvSpPr>
            <a:spLocks noGrp="1"/>
          </p:cNvSpPr>
          <p:nvPr/>
        </p:nvSpPr>
        <p:spPr>
          <a:xfrm>
            <a:off x="8085169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2" name="A1_bar_GT_11138">
            <a:extLst>
              <a:ext uri="{FF2B5EF4-FFF2-40B4-BE49-F238E27FC236}">
                <a16:creationId xmlns:a16="http://schemas.microsoft.com/office/drawing/2014/main" id="{781FC55B-4331-4B3A-8B9A-87BA4E846242}"/>
              </a:ext>
            </a:extLst>
          </p:cNvPr>
          <p:cNvSpPr>
            <a:spLocks noGrp="1"/>
          </p:cNvSpPr>
          <p:nvPr/>
        </p:nvSpPr>
        <p:spPr>
          <a:xfrm>
            <a:off x="824424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3" name="A1_bar_GT_11139">
            <a:extLst>
              <a:ext uri="{FF2B5EF4-FFF2-40B4-BE49-F238E27FC236}">
                <a16:creationId xmlns:a16="http://schemas.microsoft.com/office/drawing/2014/main" id="{B7150E13-7C25-4A16-8689-954706A5A9F3}"/>
              </a:ext>
            </a:extLst>
          </p:cNvPr>
          <p:cNvSpPr>
            <a:spLocks noGrp="1"/>
          </p:cNvSpPr>
          <p:nvPr/>
        </p:nvSpPr>
        <p:spPr>
          <a:xfrm>
            <a:off x="8244474" y="48882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4" name="A1_bar_GT_11140">
            <a:extLst>
              <a:ext uri="{FF2B5EF4-FFF2-40B4-BE49-F238E27FC236}">
                <a16:creationId xmlns:a16="http://schemas.microsoft.com/office/drawing/2014/main" id="{458671AE-3FF0-4A72-A1D8-61DE0EB3A350}"/>
              </a:ext>
            </a:extLst>
          </p:cNvPr>
          <p:cNvSpPr>
            <a:spLocks noGrp="1"/>
          </p:cNvSpPr>
          <p:nvPr/>
        </p:nvSpPr>
        <p:spPr>
          <a:xfrm>
            <a:off x="8075129" y="55732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5" name="A1_bar_GT_11141">
            <a:extLst>
              <a:ext uri="{FF2B5EF4-FFF2-40B4-BE49-F238E27FC236}">
                <a16:creationId xmlns:a16="http://schemas.microsoft.com/office/drawing/2014/main" id="{3B76DA21-B279-47C7-BE1F-0CD571666971}"/>
              </a:ext>
            </a:extLst>
          </p:cNvPr>
          <p:cNvSpPr>
            <a:spLocks noGrp="1"/>
          </p:cNvSpPr>
          <p:nvPr/>
        </p:nvSpPr>
        <p:spPr>
          <a:xfrm>
            <a:off x="8192920" y="586016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6" name="A1_bar_GT_11142">
            <a:extLst>
              <a:ext uri="{FF2B5EF4-FFF2-40B4-BE49-F238E27FC236}">
                <a16:creationId xmlns:a16="http://schemas.microsoft.com/office/drawing/2014/main" id="{7F3A3AB4-699E-4B56-8891-EED425C24BEE}"/>
              </a:ext>
            </a:extLst>
          </p:cNvPr>
          <p:cNvSpPr>
            <a:spLocks noGrp="1"/>
          </p:cNvSpPr>
          <p:nvPr/>
        </p:nvSpPr>
        <p:spPr>
          <a:xfrm>
            <a:off x="813469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7" name="A1_bar_GT_11143">
            <a:extLst>
              <a:ext uri="{FF2B5EF4-FFF2-40B4-BE49-F238E27FC236}">
                <a16:creationId xmlns:a16="http://schemas.microsoft.com/office/drawing/2014/main" id="{F118FA14-6485-42A7-A1A6-DFFE6E514298}"/>
              </a:ext>
            </a:extLst>
          </p:cNvPr>
          <p:cNvSpPr>
            <a:spLocks noGrp="1"/>
          </p:cNvSpPr>
          <p:nvPr/>
        </p:nvSpPr>
        <p:spPr>
          <a:xfrm>
            <a:off x="82827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8" name="A1_bar_GT_11144">
            <a:extLst>
              <a:ext uri="{FF2B5EF4-FFF2-40B4-BE49-F238E27FC236}">
                <a16:creationId xmlns:a16="http://schemas.microsoft.com/office/drawing/2014/main" id="{CC34B353-9967-405F-82C3-13D388BA271F}"/>
              </a:ext>
            </a:extLst>
          </p:cNvPr>
          <p:cNvSpPr>
            <a:spLocks noGrp="1"/>
          </p:cNvSpPr>
          <p:nvPr/>
        </p:nvSpPr>
        <p:spPr>
          <a:xfrm>
            <a:off x="8148807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9" name="A1_bar_GT_11145">
            <a:extLst>
              <a:ext uri="{FF2B5EF4-FFF2-40B4-BE49-F238E27FC236}">
                <a16:creationId xmlns:a16="http://schemas.microsoft.com/office/drawing/2014/main" id="{BAD42F53-45AB-4C66-90F5-ADD032E4236C}"/>
              </a:ext>
            </a:extLst>
          </p:cNvPr>
          <p:cNvSpPr>
            <a:spLocks noGrp="1"/>
          </p:cNvSpPr>
          <p:nvPr/>
        </p:nvSpPr>
        <p:spPr>
          <a:xfrm>
            <a:off x="814961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0" name="A1_bar_GT_11146">
            <a:extLst>
              <a:ext uri="{FF2B5EF4-FFF2-40B4-BE49-F238E27FC236}">
                <a16:creationId xmlns:a16="http://schemas.microsoft.com/office/drawing/2014/main" id="{DFE15E3C-5DA6-4ADC-A3D4-201FED08C4A1}"/>
              </a:ext>
            </a:extLst>
          </p:cNvPr>
          <p:cNvSpPr>
            <a:spLocks noGrp="1"/>
          </p:cNvSpPr>
          <p:nvPr/>
        </p:nvSpPr>
        <p:spPr>
          <a:xfrm>
            <a:off x="825931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1" name="A1_bar_GT_11147">
            <a:extLst>
              <a:ext uri="{FF2B5EF4-FFF2-40B4-BE49-F238E27FC236}">
                <a16:creationId xmlns:a16="http://schemas.microsoft.com/office/drawing/2014/main" id="{8C2C2054-54B4-4F16-B7F6-E3D4B0967011}"/>
              </a:ext>
            </a:extLst>
          </p:cNvPr>
          <p:cNvSpPr>
            <a:spLocks noGrp="1"/>
          </p:cNvSpPr>
          <p:nvPr/>
        </p:nvSpPr>
        <p:spPr>
          <a:xfrm>
            <a:off x="825595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2" name="A1_bar_GT_11148">
            <a:extLst>
              <a:ext uri="{FF2B5EF4-FFF2-40B4-BE49-F238E27FC236}">
                <a16:creationId xmlns:a16="http://schemas.microsoft.com/office/drawing/2014/main" id="{C7ABFA5F-BF14-45A4-B0F1-41A8A96110B6}"/>
              </a:ext>
            </a:extLst>
          </p:cNvPr>
          <p:cNvSpPr>
            <a:spLocks noGrp="1"/>
          </p:cNvSpPr>
          <p:nvPr/>
        </p:nvSpPr>
        <p:spPr>
          <a:xfrm>
            <a:off x="823927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3" name="A1_bar_GT_11149">
            <a:extLst>
              <a:ext uri="{FF2B5EF4-FFF2-40B4-BE49-F238E27FC236}">
                <a16:creationId xmlns:a16="http://schemas.microsoft.com/office/drawing/2014/main" id="{BB1E359F-7426-4127-8940-80613793BB40}"/>
              </a:ext>
            </a:extLst>
          </p:cNvPr>
          <p:cNvSpPr>
            <a:spLocks noGrp="1"/>
          </p:cNvSpPr>
          <p:nvPr/>
        </p:nvSpPr>
        <p:spPr>
          <a:xfrm>
            <a:off x="820195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4" name="A1_bar_GT_11150">
            <a:extLst>
              <a:ext uri="{FF2B5EF4-FFF2-40B4-BE49-F238E27FC236}">
                <a16:creationId xmlns:a16="http://schemas.microsoft.com/office/drawing/2014/main" id="{07BEBB34-B1D2-4559-A963-EACB4D1E619A}"/>
              </a:ext>
            </a:extLst>
          </p:cNvPr>
          <p:cNvSpPr>
            <a:spLocks noGrp="1"/>
          </p:cNvSpPr>
          <p:nvPr/>
        </p:nvSpPr>
        <p:spPr>
          <a:xfrm>
            <a:off x="80872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5" name="A1_bar_GT_11151">
            <a:extLst>
              <a:ext uri="{FF2B5EF4-FFF2-40B4-BE49-F238E27FC236}">
                <a16:creationId xmlns:a16="http://schemas.microsoft.com/office/drawing/2014/main" id="{FC67D4B0-0954-4EF7-BDE3-1A04B54A1576}"/>
              </a:ext>
            </a:extLst>
          </p:cNvPr>
          <p:cNvSpPr>
            <a:spLocks noGrp="1"/>
          </p:cNvSpPr>
          <p:nvPr/>
        </p:nvSpPr>
        <p:spPr>
          <a:xfrm>
            <a:off x="8243119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6" name="A1_bar_GT_11152">
            <a:extLst>
              <a:ext uri="{FF2B5EF4-FFF2-40B4-BE49-F238E27FC236}">
                <a16:creationId xmlns:a16="http://schemas.microsoft.com/office/drawing/2014/main" id="{77156321-57D9-4066-99C3-7F32A3B98293}"/>
              </a:ext>
            </a:extLst>
          </p:cNvPr>
          <p:cNvSpPr>
            <a:spLocks noGrp="1"/>
          </p:cNvSpPr>
          <p:nvPr/>
        </p:nvSpPr>
        <p:spPr>
          <a:xfrm>
            <a:off x="819107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7" name="A1_bar_GT_11153">
            <a:extLst>
              <a:ext uri="{FF2B5EF4-FFF2-40B4-BE49-F238E27FC236}">
                <a16:creationId xmlns:a16="http://schemas.microsoft.com/office/drawing/2014/main" id="{3F8A2B15-D9E8-4208-B7E0-92236F35220F}"/>
              </a:ext>
            </a:extLst>
          </p:cNvPr>
          <p:cNvSpPr>
            <a:spLocks noGrp="1"/>
          </p:cNvSpPr>
          <p:nvPr/>
        </p:nvSpPr>
        <p:spPr>
          <a:xfrm>
            <a:off x="80688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8" name="A1_bar_GT_11154">
            <a:extLst>
              <a:ext uri="{FF2B5EF4-FFF2-40B4-BE49-F238E27FC236}">
                <a16:creationId xmlns:a16="http://schemas.microsoft.com/office/drawing/2014/main" id="{49BAB97D-54B1-4A9C-89D3-7578CB270C5D}"/>
              </a:ext>
            </a:extLst>
          </p:cNvPr>
          <p:cNvSpPr>
            <a:spLocks noGrp="1"/>
          </p:cNvSpPr>
          <p:nvPr/>
        </p:nvSpPr>
        <p:spPr>
          <a:xfrm>
            <a:off x="8087562" y="423565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9" name="A1_bar_GT_11155">
            <a:extLst>
              <a:ext uri="{FF2B5EF4-FFF2-40B4-BE49-F238E27FC236}">
                <a16:creationId xmlns:a16="http://schemas.microsoft.com/office/drawing/2014/main" id="{FE2AB980-FF64-401C-B813-313A41D44CAF}"/>
              </a:ext>
            </a:extLst>
          </p:cNvPr>
          <p:cNvSpPr>
            <a:spLocks noGrp="1"/>
          </p:cNvSpPr>
          <p:nvPr/>
        </p:nvSpPr>
        <p:spPr>
          <a:xfrm>
            <a:off x="8245019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0" name="A1_bar_GT_11156">
            <a:extLst>
              <a:ext uri="{FF2B5EF4-FFF2-40B4-BE49-F238E27FC236}">
                <a16:creationId xmlns:a16="http://schemas.microsoft.com/office/drawing/2014/main" id="{3E240361-05CE-4094-B6B7-FA4A4000ACCE}"/>
              </a:ext>
            </a:extLst>
          </p:cNvPr>
          <p:cNvSpPr>
            <a:spLocks noGrp="1"/>
          </p:cNvSpPr>
          <p:nvPr/>
        </p:nvSpPr>
        <p:spPr>
          <a:xfrm>
            <a:off x="811969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1" name="A1_bar_GT_11157">
            <a:extLst>
              <a:ext uri="{FF2B5EF4-FFF2-40B4-BE49-F238E27FC236}">
                <a16:creationId xmlns:a16="http://schemas.microsoft.com/office/drawing/2014/main" id="{283D021B-3A52-49CA-A1A2-020500141DDD}"/>
              </a:ext>
            </a:extLst>
          </p:cNvPr>
          <p:cNvSpPr>
            <a:spLocks noGrp="1"/>
          </p:cNvSpPr>
          <p:nvPr/>
        </p:nvSpPr>
        <p:spPr>
          <a:xfrm>
            <a:off x="8118269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2" name="A1_bar_GT_11158">
            <a:extLst>
              <a:ext uri="{FF2B5EF4-FFF2-40B4-BE49-F238E27FC236}">
                <a16:creationId xmlns:a16="http://schemas.microsoft.com/office/drawing/2014/main" id="{D8DE87F6-7696-4EE6-94D4-E8FA3E6B5D58}"/>
              </a:ext>
            </a:extLst>
          </p:cNvPr>
          <p:cNvSpPr>
            <a:spLocks noGrp="1"/>
          </p:cNvSpPr>
          <p:nvPr/>
        </p:nvSpPr>
        <p:spPr>
          <a:xfrm>
            <a:off x="8130206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3" name="A1_bar_GT_11159">
            <a:extLst>
              <a:ext uri="{FF2B5EF4-FFF2-40B4-BE49-F238E27FC236}">
                <a16:creationId xmlns:a16="http://schemas.microsoft.com/office/drawing/2014/main" id="{53A638DB-286F-45A0-95D4-21FFFC902E98}"/>
              </a:ext>
            </a:extLst>
          </p:cNvPr>
          <p:cNvSpPr>
            <a:spLocks noGrp="1"/>
          </p:cNvSpPr>
          <p:nvPr/>
        </p:nvSpPr>
        <p:spPr>
          <a:xfrm>
            <a:off x="808469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4" name="A1_bar_GT_11160">
            <a:extLst>
              <a:ext uri="{FF2B5EF4-FFF2-40B4-BE49-F238E27FC236}">
                <a16:creationId xmlns:a16="http://schemas.microsoft.com/office/drawing/2014/main" id="{7CFE4241-5009-420D-8535-DACE537D3689}"/>
              </a:ext>
            </a:extLst>
          </p:cNvPr>
          <p:cNvSpPr>
            <a:spLocks noGrp="1"/>
          </p:cNvSpPr>
          <p:nvPr/>
        </p:nvSpPr>
        <p:spPr>
          <a:xfrm>
            <a:off x="8146528" y="60643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5" name="A1_bar_GT_11161">
            <a:extLst>
              <a:ext uri="{FF2B5EF4-FFF2-40B4-BE49-F238E27FC236}">
                <a16:creationId xmlns:a16="http://schemas.microsoft.com/office/drawing/2014/main" id="{990ACB9F-935E-46B5-B485-31D02BE77BA7}"/>
              </a:ext>
            </a:extLst>
          </p:cNvPr>
          <p:cNvSpPr>
            <a:spLocks noGrp="1"/>
          </p:cNvSpPr>
          <p:nvPr/>
        </p:nvSpPr>
        <p:spPr>
          <a:xfrm>
            <a:off x="829144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6" name="A1_bar_GT_11162">
            <a:extLst>
              <a:ext uri="{FF2B5EF4-FFF2-40B4-BE49-F238E27FC236}">
                <a16:creationId xmlns:a16="http://schemas.microsoft.com/office/drawing/2014/main" id="{EA11650F-88E3-4580-B61A-CCCFBDF8F219}"/>
              </a:ext>
            </a:extLst>
          </p:cNvPr>
          <p:cNvSpPr>
            <a:spLocks noGrp="1"/>
          </p:cNvSpPr>
          <p:nvPr/>
        </p:nvSpPr>
        <p:spPr>
          <a:xfrm>
            <a:off x="8084776" y="594048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7" name="A1_bar_GT_11163">
            <a:extLst>
              <a:ext uri="{FF2B5EF4-FFF2-40B4-BE49-F238E27FC236}">
                <a16:creationId xmlns:a16="http://schemas.microsoft.com/office/drawing/2014/main" id="{F7B691D4-15FE-4FD5-8EB1-EC85AA184A14}"/>
              </a:ext>
            </a:extLst>
          </p:cNvPr>
          <p:cNvSpPr>
            <a:spLocks noGrp="1"/>
          </p:cNvSpPr>
          <p:nvPr/>
        </p:nvSpPr>
        <p:spPr>
          <a:xfrm>
            <a:off x="8169351" y="60154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8" name="A1_bar_GT_11164">
            <a:extLst>
              <a:ext uri="{FF2B5EF4-FFF2-40B4-BE49-F238E27FC236}">
                <a16:creationId xmlns:a16="http://schemas.microsoft.com/office/drawing/2014/main" id="{AA2DC285-86F9-4F11-8032-835FA151662A}"/>
              </a:ext>
            </a:extLst>
          </p:cNvPr>
          <p:cNvSpPr>
            <a:spLocks noGrp="1"/>
          </p:cNvSpPr>
          <p:nvPr/>
        </p:nvSpPr>
        <p:spPr>
          <a:xfrm>
            <a:off x="8132884" y="52204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9" name="A1_bar_GT_11165">
            <a:extLst>
              <a:ext uri="{FF2B5EF4-FFF2-40B4-BE49-F238E27FC236}">
                <a16:creationId xmlns:a16="http://schemas.microsoft.com/office/drawing/2014/main" id="{C7ED54D9-734E-42A3-9643-162AB285B65B}"/>
              </a:ext>
            </a:extLst>
          </p:cNvPr>
          <p:cNvSpPr>
            <a:spLocks noGrp="1"/>
          </p:cNvSpPr>
          <p:nvPr/>
        </p:nvSpPr>
        <p:spPr>
          <a:xfrm>
            <a:off x="829417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0" name="A1_bar_GT_11166">
            <a:extLst>
              <a:ext uri="{FF2B5EF4-FFF2-40B4-BE49-F238E27FC236}">
                <a16:creationId xmlns:a16="http://schemas.microsoft.com/office/drawing/2014/main" id="{548916DA-D9F9-4538-98EB-9C1C2D0AF6CA}"/>
              </a:ext>
            </a:extLst>
          </p:cNvPr>
          <p:cNvSpPr>
            <a:spLocks noGrp="1"/>
          </p:cNvSpPr>
          <p:nvPr/>
        </p:nvSpPr>
        <p:spPr>
          <a:xfrm>
            <a:off x="8080833" y="32968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1" name="A1_bar_GT_11167">
            <a:extLst>
              <a:ext uri="{FF2B5EF4-FFF2-40B4-BE49-F238E27FC236}">
                <a16:creationId xmlns:a16="http://schemas.microsoft.com/office/drawing/2014/main" id="{C898EDE5-582C-43A9-A4F2-D1F15C3F81C3}"/>
              </a:ext>
            </a:extLst>
          </p:cNvPr>
          <p:cNvSpPr>
            <a:spLocks noGrp="1"/>
          </p:cNvSpPr>
          <p:nvPr/>
        </p:nvSpPr>
        <p:spPr>
          <a:xfrm>
            <a:off x="82020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2" name="A1_bar_GT_11168">
            <a:extLst>
              <a:ext uri="{FF2B5EF4-FFF2-40B4-BE49-F238E27FC236}">
                <a16:creationId xmlns:a16="http://schemas.microsoft.com/office/drawing/2014/main" id="{466CF54E-A9A2-478A-9F6F-FF5D9CDDE553}"/>
              </a:ext>
            </a:extLst>
          </p:cNvPr>
          <p:cNvSpPr>
            <a:spLocks noGrp="1"/>
          </p:cNvSpPr>
          <p:nvPr/>
        </p:nvSpPr>
        <p:spPr>
          <a:xfrm>
            <a:off x="8224985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3" name="A1_bar_GT_11169">
            <a:extLst>
              <a:ext uri="{FF2B5EF4-FFF2-40B4-BE49-F238E27FC236}">
                <a16:creationId xmlns:a16="http://schemas.microsoft.com/office/drawing/2014/main" id="{65C67D4D-EE04-44A9-8201-0DA260B96F10}"/>
              </a:ext>
            </a:extLst>
          </p:cNvPr>
          <p:cNvSpPr>
            <a:spLocks noGrp="1"/>
          </p:cNvSpPr>
          <p:nvPr/>
        </p:nvSpPr>
        <p:spPr>
          <a:xfrm>
            <a:off x="828328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4" name="A1_bar_GT_11170">
            <a:extLst>
              <a:ext uri="{FF2B5EF4-FFF2-40B4-BE49-F238E27FC236}">
                <a16:creationId xmlns:a16="http://schemas.microsoft.com/office/drawing/2014/main" id="{5FD2DCB4-1A50-4175-87E0-D7686A3C4BC4}"/>
              </a:ext>
            </a:extLst>
          </p:cNvPr>
          <p:cNvSpPr>
            <a:spLocks noGrp="1"/>
          </p:cNvSpPr>
          <p:nvPr/>
        </p:nvSpPr>
        <p:spPr>
          <a:xfrm>
            <a:off x="8280460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5" name="A1_bar_GT_11171">
            <a:extLst>
              <a:ext uri="{FF2B5EF4-FFF2-40B4-BE49-F238E27FC236}">
                <a16:creationId xmlns:a16="http://schemas.microsoft.com/office/drawing/2014/main" id="{D5566AA3-F607-4B4C-B6EE-530DE1F96762}"/>
              </a:ext>
            </a:extLst>
          </p:cNvPr>
          <p:cNvSpPr>
            <a:spLocks noGrp="1"/>
          </p:cNvSpPr>
          <p:nvPr/>
        </p:nvSpPr>
        <p:spPr>
          <a:xfrm>
            <a:off x="8305769" y="55751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6" name="A1_bar_GT_11172">
            <a:extLst>
              <a:ext uri="{FF2B5EF4-FFF2-40B4-BE49-F238E27FC236}">
                <a16:creationId xmlns:a16="http://schemas.microsoft.com/office/drawing/2014/main" id="{E7C7464C-B4A4-41D0-885E-19F685349683}"/>
              </a:ext>
            </a:extLst>
          </p:cNvPr>
          <p:cNvSpPr>
            <a:spLocks noGrp="1"/>
          </p:cNvSpPr>
          <p:nvPr/>
        </p:nvSpPr>
        <p:spPr>
          <a:xfrm>
            <a:off x="821109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7" name="A1_bar_GT_11173">
            <a:extLst>
              <a:ext uri="{FF2B5EF4-FFF2-40B4-BE49-F238E27FC236}">
                <a16:creationId xmlns:a16="http://schemas.microsoft.com/office/drawing/2014/main" id="{DF147ECA-BD9E-4614-B089-9E62A4056923}"/>
              </a:ext>
            </a:extLst>
          </p:cNvPr>
          <p:cNvSpPr>
            <a:spLocks noGrp="1"/>
          </p:cNvSpPr>
          <p:nvPr/>
        </p:nvSpPr>
        <p:spPr>
          <a:xfrm>
            <a:off x="8255471" y="45766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8" name="A1_bar_GT_11174">
            <a:extLst>
              <a:ext uri="{FF2B5EF4-FFF2-40B4-BE49-F238E27FC236}">
                <a16:creationId xmlns:a16="http://schemas.microsoft.com/office/drawing/2014/main" id="{BCC8698F-D43E-433F-9811-BA5A62968B72}"/>
              </a:ext>
            </a:extLst>
          </p:cNvPr>
          <p:cNvSpPr>
            <a:spLocks noGrp="1"/>
          </p:cNvSpPr>
          <p:nvPr/>
        </p:nvSpPr>
        <p:spPr>
          <a:xfrm>
            <a:off x="814525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9" name="A1_bar_GT_11175">
            <a:extLst>
              <a:ext uri="{FF2B5EF4-FFF2-40B4-BE49-F238E27FC236}">
                <a16:creationId xmlns:a16="http://schemas.microsoft.com/office/drawing/2014/main" id="{343D33B0-9B3C-43A4-BF26-E4227EB70D0F}"/>
              </a:ext>
            </a:extLst>
          </p:cNvPr>
          <p:cNvSpPr>
            <a:spLocks noGrp="1"/>
          </p:cNvSpPr>
          <p:nvPr/>
        </p:nvSpPr>
        <p:spPr>
          <a:xfrm>
            <a:off x="8242693" y="57044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0" name="A1_bar_GT_11176">
            <a:extLst>
              <a:ext uri="{FF2B5EF4-FFF2-40B4-BE49-F238E27FC236}">
                <a16:creationId xmlns:a16="http://schemas.microsoft.com/office/drawing/2014/main" id="{BB9F0A68-66B3-4059-A70C-7D5D059B05DD}"/>
              </a:ext>
            </a:extLst>
          </p:cNvPr>
          <p:cNvSpPr>
            <a:spLocks noGrp="1"/>
          </p:cNvSpPr>
          <p:nvPr/>
        </p:nvSpPr>
        <p:spPr>
          <a:xfrm>
            <a:off x="8085325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1" name="A1_bar_GT_11177">
            <a:extLst>
              <a:ext uri="{FF2B5EF4-FFF2-40B4-BE49-F238E27FC236}">
                <a16:creationId xmlns:a16="http://schemas.microsoft.com/office/drawing/2014/main" id="{4C98C12C-F821-4CB9-9880-CEEDD2275ABA}"/>
              </a:ext>
            </a:extLst>
          </p:cNvPr>
          <p:cNvSpPr>
            <a:spLocks noGrp="1"/>
          </p:cNvSpPr>
          <p:nvPr/>
        </p:nvSpPr>
        <p:spPr>
          <a:xfrm>
            <a:off x="8088750" y="5363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2" name="A1_bar_GT_11178">
            <a:extLst>
              <a:ext uri="{FF2B5EF4-FFF2-40B4-BE49-F238E27FC236}">
                <a16:creationId xmlns:a16="http://schemas.microsoft.com/office/drawing/2014/main" id="{227936BA-41B6-4A32-A815-F5B3DF0DB1F3}"/>
              </a:ext>
            </a:extLst>
          </p:cNvPr>
          <p:cNvSpPr>
            <a:spLocks noGrp="1"/>
          </p:cNvSpPr>
          <p:nvPr/>
        </p:nvSpPr>
        <p:spPr>
          <a:xfrm>
            <a:off x="8112183" y="51798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3" name="A1_bar_GT_11179">
            <a:extLst>
              <a:ext uri="{FF2B5EF4-FFF2-40B4-BE49-F238E27FC236}">
                <a16:creationId xmlns:a16="http://schemas.microsoft.com/office/drawing/2014/main" id="{8D8A88CF-B21E-4E82-B530-72A8ED48EBC8}"/>
              </a:ext>
            </a:extLst>
          </p:cNvPr>
          <p:cNvSpPr>
            <a:spLocks noGrp="1"/>
          </p:cNvSpPr>
          <p:nvPr/>
        </p:nvSpPr>
        <p:spPr>
          <a:xfrm>
            <a:off x="8243213" y="3548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4" name="A1_bar_GT_11180">
            <a:extLst>
              <a:ext uri="{FF2B5EF4-FFF2-40B4-BE49-F238E27FC236}">
                <a16:creationId xmlns:a16="http://schemas.microsoft.com/office/drawing/2014/main" id="{341D9247-98C1-44C7-A9A2-333D10D6D5C5}"/>
              </a:ext>
            </a:extLst>
          </p:cNvPr>
          <p:cNvSpPr>
            <a:spLocks noGrp="1"/>
          </p:cNvSpPr>
          <p:nvPr/>
        </p:nvSpPr>
        <p:spPr>
          <a:xfrm>
            <a:off x="8228688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5" name="A1_bar_GT_11181">
            <a:extLst>
              <a:ext uri="{FF2B5EF4-FFF2-40B4-BE49-F238E27FC236}">
                <a16:creationId xmlns:a16="http://schemas.microsoft.com/office/drawing/2014/main" id="{8AD78B70-F5E9-48BF-B0F8-CE0BCC91B15C}"/>
              </a:ext>
            </a:extLst>
          </p:cNvPr>
          <p:cNvSpPr>
            <a:spLocks noGrp="1"/>
          </p:cNvSpPr>
          <p:nvPr/>
        </p:nvSpPr>
        <p:spPr>
          <a:xfrm>
            <a:off x="830463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6" name="A1_bar_GT_11182">
            <a:extLst>
              <a:ext uri="{FF2B5EF4-FFF2-40B4-BE49-F238E27FC236}">
                <a16:creationId xmlns:a16="http://schemas.microsoft.com/office/drawing/2014/main" id="{8A15FC21-2EF8-4C41-94B2-0363ABA7C308}"/>
              </a:ext>
            </a:extLst>
          </p:cNvPr>
          <p:cNvSpPr>
            <a:spLocks noGrp="1"/>
          </p:cNvSpPr>
          <p:nvPr/>
        </p:nvSpPr>
        <p:spPr>
          <a:xfrm>
            <a:off x="8134017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7" name="A1_bar_GT_11183">
            <a:extLst>
              <a:ext uri="{FF2B5EF4-FFF2-40B4-BE49-F238E27FC236}">
                <a16:creationId xmlns:a16="http://schemas.microsoft.com/office/drawing/2014/main" id="{5180BBA5-01FA-4D91-992E-C364980F2B4D}"/>
              </a:ext>
            </a:extLst>
          </p:cNvPr>
          <p:cNvSpPr>
            <a:spLocks noGrp="1"/>
          </p:cNvSpPr>
          <p:nvPr/>
        </p:nvSpPr>
        <p:spPr>
          <a:xfrm>
            <a:off x="8173804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8" name="A1_bar_GT_11184">
            <a:extLst>
              <a:ext uri="{FF2B5EF4-FFF2-40B4-BE49-F238E27FC236}">
                <a16:creationId xmlns:a16="http://schemas.microsoft.com/office/drawing/2014/main" id="{D05B5BB9-1AA8-4B24-819A-FB2ACD3C7171}"/>
              </a:ext>
            </a:extLst>
          </p:cNvPr>
          <p:cNvSpPr>
            <a:spLocks noGrp="1"/>
          </p:cNvSpPr>
          <p:nvPr/>
        </p:nvSpPr>
        <p:spPr>
          <a:xfrm>
            <a:off x="8223601" y="46384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9" name="A1_bar_GT_11185">
            <a:extLst>
              <a:ext uri="{FF2B5EF4-FFF2-40B4-BE49-F238E27FC236}">
                <a16:creationId xmlns:a16="http://schemas.microsoft.com/office/drawing/2014/main" id="{434F408F-082E-4C06-8D12-F8149E1FE9D6}"/>
              </a:ext>
            </a:extLst>
          </p:cNvPr>
          <p:cNvSpPr>
            <a:spLocks noGrp="1"/>
          </p:cNvSpPr>
          <p:nvPr/>
        </p:nvSpPr>
        <p:spPr>
          <a:xfrm>
            <a:off x="83160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0" name="A1_bar_GT_11186">
            <a:extLst>
              <a:ext uri="{FF2B5EF4-FFF2-40B4-BE49-F238E27FC236}">
                <a16:creationId xmlns:a16="http://schemas.microsoft.com/office/drawing/2014/main" id="{3186831A-C892-4570-9DA4-59E9B95294FF}"/>
              </a:ext>
            </a:extLst>
          </p:cNvPr>
          <p:cNvSpPr>
            <a:spLocks noGrp="1"/>
          </p:cNvSpPr>
          <p:nvPr/>
        </p:nvSpPr>
        <p:spPr>
          <a:xfrm>
            <a:off x="8292520" y="471095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1" name="A1_bar_GT_11187">
            <a:extLst>
              <a:ext uri="{FF2B5EF4-FFF2-40B4-BE49-F238E27FC236}">
                <a16:creationId xmlns:a16="http://schemas.microsoft.com/office/drawing/2014/main" id="{8874A6D3-F423-4A62-9192-0714382F063B}"/>
              </a:ext>
            </a:extLst>
          </p:cNvPr>
          <p:cNvSpPr>
            <a:spLocks noGrp="1"/>
          </p:cNvSpPr>
          <p:nvPr/>
        </p:nvSpPr>
        <p:spPr>
          <a:xfrm>
            <a:off x="81809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2" name="A1_bar_GT_11188">
            <a:extLst>
              <a:ext uri="{FF2B5EF4-FFF2-40B4-BE49-F238E27FC236}">
                <a16:creationId xmlns:a16="http://schemas.microsoft.com/office/drawing/2014/main" id="{53D302CF-1F58-4A27-9893-79F0F7B678F6}"/>
              </a:ext>
            </a:extLst>
          </p:cNvPr>
          <p:cNvSpPr>
            <a:spLocks noGrp="1"/>
          </p:cNvSpPr>
          <p:nvPr/>
        </p:nvSpPr>
        <p:spPr>
          <a:xfrm>
            <a:off x="80944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3" name="A1_bar_GT_11189">
            <a:extLst>
              <a:ext uri="{FF2B5EF4-FFF2-40B4-BE49-F238E27FC236}">
                <a16:creationId xmlns:a16="http://schemas.microsoft.com/office/drawing/2014/main" id="{06E34FAC-176A-4929-8C45-6D8F736D4020}"/>
              </a:ext>
            </a:extLst>
          </p:cNvPr>
          <p:cNvSpPr>
            <a:spLocks noGrp="1"/>
          </p:cNvSpPr>
          <p:nvPr/>
        </p:nvSpPr>
        <p:spPr>
          <a:xfrm>
            <a:off x="8251375" y="59946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4" name="A1_bar_GT_11190">
            <a:extLst>
              <a:ext uri="{FF2B5EF4-FFF2-40B4-BE49-F238E27FC236}">
                <a16:creationId xmlns:a16="http://schemas.microsoft.com/office/drawing/2014/main" id="{6F4831C2-EA91-4FD0-A674-BCCC0597EED3}"/>
              </a:ext>
            </a:extLst>
          </p:cNvPr>
          <p:cNvSpPr>
            <a:spLocks noGrp="1"/>
          </p:cNvSpPr>
          <p:nvPr/>
        </p:nvSpPr>
        <p:spPr>
          <a:xfrm>
            <a:off x="8267268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5" name="A1_bar_GT_11191">
            <a:extLst>
              <a:ext uri="{FF2B5EF4-FFF2-40B4-BE49-F238E27FC236}">
                <a16:creationId xmlns:a16="http://schemas.microsoft.com/office/drawing/2014/main" id="{533CDC4E-7342-4F79-8F92-2D5472A23714}"/>
              </a:ext>
            </a:extLst>
          </p:cNvPr>
          <p:cNvSpPr>
            <a:spLocks noGrp="1"/>
          </p:cNvSpPr>
          <p:nvPr/>
        </p:nvSpPr>
        <p:spPr>
          <a:xfrm>
            <a:off x="8180581" y="30254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6" name="A1_bar_GT_11192">
            <a:extLst>
              <a:ext uri="{FF2B5EF4-FFF2-40B4-BE49-F238E27FC236}">
                <a16:creationId xmlns:a16="http://schemas.microsoft.com/office/drawing/2014/main" id="{DCF888E3-9D04-4DB0-9E25-AA2E570ECB67}"/>
              </a:ext>
            </a:extLst>
          </p:cNvPr>
          <p:cNvSpPr>
            <a:spLocks noGrp="1"/>
          </p:cNvSpPr>
          <p:nvPr/>
        </p:nvSpPr>
        <p:spPr>
          <a:xfrm>
            <a:off x="829053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7" name="A1_bar_GT_11193">
            <a:extLst>
              <a:ext uri="{FF2B5EF4-FFF2-40B4-BE49-F238E27FC236}">
                <a16:creationId xmlns:a16="http://schemas.microsoft.com/office/drawing/2014/main" id="{7111A471-1A69-48D6-ACAA-855FE2CA2BCF}"/>
              </a:ext>
            </a:extLst>
          </p:cNvPr>
          <p:cNvSpPr>
            <a:spLocks noGrp="1"/>
          </p:cNvSpPr>
          <p:nvPr/>
        </p:nvSpPr>
        <p:spPr>
          <a:xfrm>
            <a:off x="82157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8" name="A1_bar_GT_11194">
            <a:extLst>
              <a:ext uri="{FF2B5EF4-FFF2-40B4-BE49-F238E27FC236}">
                <a16:creationId xmlns:a16="http://schemas.microsoft.com/office/drawing/2014/main" id="{991234F0-2012-4DD9-BC22-A71D618F0209}"/>
              </a:ext>
            </a:extLst>
          </p:cNvPr>
          <p:cNvSpPr>
            <a:spLocks noGrp="1"/>
          </p:cNvSpPr>
          <p:nvPr/>
        </p:nvSpPr>
        <p:spPr>
          <a:xfrm>
            <a:off x="8082881" y="60842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9" name="A1_bar_GT_11195">
            <a:extLst>
              <a:ext uri="{FF2B5EF4-FFF2-40B4-BE49-F238E27FC236}">
                <a16:creationId xmlns:a16="http://schemas.microsoft.com/office/drawing/2014/main" id="{F9C3450F-5849-43B8-9BC0-F627C6E93295}"/>
              </a:ext>
            </a:extLst>
          </p:cNvPr>
          <p:cNvSpPr>
            <a:spLocks noGrp="1"/>
          </p:cNvSpPr>
          <p:nvPr/>
        </p:nvSpPr>
        <p:spPr>
          <a:xfrm>
            <a:off x="827624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0" name="A1_bar_GT_11196">
            <a:extLst>
              <a:ext uri="{FF2B5EF4-FFF2-40B4-BE49-F238E27FC236}">
                <a16:creationId xmlns:a16="http://schemas.microsoft.com/office/drawing/2014/main" id="{B259019A-43B9-4BE7-AE66-648F3056DE22}"/>
              </a:ext>
            </a:extLst>
          </p:cNvPr>
          <p:cNvSpPr>
            <a:spLocks noGrp="1"/>
          </p:cNvSpPr>
          <p:nvPr/>
        </p:nvSpPr>
        <p:spPr>
          <a:xfrm>
            <a:off x="821226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1" name="A1_bar_GT_11197">
            <a:extLst>
              <a:ext uri="{FF2B5EF4-FFF2-40B4-BE49-F238E27FC236}">
                <a16:creationId xmlns:a16="http://schemas.microsoft.com/office/drawing/2014/main" id="{322737D2-377F-42EA-A0E9-FA82F97C75CD}"/>
              </a:ext>
            </a:extLst>
          </p:cNvPr>
          <p:cNvSpPr>
            <a:spLocks noGrp="1"/>
          </p:cNvSpPr>
          <p:nvPr/>
        </p:nvSpPr>
        <p:spPr>
          <a:xfrm>
            <a:off x="2290773" y="46410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2" name="A1_bar_GT_11198">
            <a:extLst>
              <a:ext uri="{FF2B5EF4-FFF2-40B4-BE49-F238E27FC236}">
                <a16:creationId xmlns:a16="http://schemas.microsoft.com/office/drawing/2014/main" id="{AF8E15A5-93BB-4D70-A5C8-01CE2666E6B0}"/>
              </a:ext>
            </a:extLst>
          </p:cNvPr>
          <p:cNvSpPr>
            <a:spLocks noGrp="1"/>
          </p:cNvSpPr>
          <p:nvPr/>
        </p:nvSpPr>
        <p:spPr>
          <a:xfrm>
            <a:off x="2198589" y="609785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3" name="A1_bar_GT_11199">
            <a:extLst>
              <a:ext uri="{FF2B5EF4-FFF2-40B4-BE49-F238E27FC236}">
                <a16:creationId xmlns:a16="http://schemas.microsoft.com/office/drawing/2014/main" id="{EACE7D48-B3B2-4588-9FBA-1B99F5C75667}"/>
              </a:ext>
            </a:extLst>
          </p:cNvPr>
          <p:cNvSpPr>
            <a:spLocks noGrp="1"/>
          </p:cNvSpPr>
          <p:nvPr/>
        </p:nvSpPr>
        <p:spPr>
          <a:xfrm>
            <a:off x="2199613" y="474991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4" name="A1_bar_GT_11200">
            <a:extLst>
              <a:ext uri="{FF2B5EF4-FFF2-40B4-BE49-F238E27FC236}">
                <a16:creationId xmlns:a16="http://schemas.microsoft.com/office/drawing/2014/main" id="{02D5CF56-9827-46DF-99ED-2F47B0D3B490}"/>
              </a:ext>
            </a:extLst>
          </p:cNvPr>
          <p:cNvSpPr>
            <a:spLocks noGrp="1"/>
          </p:cNvSpPr>
          <p:nvPr/>
        </p:nvSpPr>
        <p:spPr>
          <a:xfrm>
            <a:off x="2362946" y="58942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5" name="A1_bar_GT_11201">
            <a:extLst>
              <a:ext uri="{FF2B5EF4-FFF2-40B4-BE49-F238E27FC236}">
                <a16:creationId xmlns:a16="http://schemas.microsoft.com/office/drawing/2014/main" id="{DEFD8C82-AC02-4150-BEF2-5E3DF78F09F4}"/>
              </a:ext>
            </a:extLst>
          </p:cNvPr>
          <p:cNvSpPr>
            <a:spLocks noGrp="1"/>
          </p:cNvSpPr>
          <p:nvPr/>
        </p:nvSpPr>
        <p:spPr>
          <a:xfrm>
            <a:off x="2278201" y="37859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6" name="A1_bar_GT_11202">
            <a:extLst>
              <a:ext uri="{FF2B5EF4-FFF2-40B4-BE49-F238E27FC236}">
                <a16:creationId xmlns:a16="http://schemas.microsoft.com/office/drawing/2014/main" id="{DEA8C5E2-CA49-4335-8A51-1329BB0100B5}"/>
              </a:ext>
            </a:extLst>
          </p:cNvPr>
          <p:cNvSpPr>
            <a:spLocks noGrp="1"/>
          </p:cNvSpPr>
          <p:nvPr/>
        </p:nvSpPr>
        <p:spPr>
          <a:xfrm>
            <a:off x="2284357" y="60500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7" name="A1_bar_GT_11203">
            <a:extLst>
              <a:ext uri="{FF2B5EF4-FFF2-40B4-BE49-F238E27FC236}">
                <a16:creationId xmlns:a16="http://schemas.microsoft.com/office/drawing/2014/main" id="{D7382D7F-0AD6-4641-B52C-7058A6A8C2BE}"/>
              </a:ext>
            </a:extLst>
          </p:cNvPr>
          <p:cNvSpPr>
            <a:spLocks noGrp="1"/>
          </p:cNvSpPr>
          <p:nvPr/>
        </p:nvSpPr>
        <p:spPr>
          <a:xfrm>
            <a:off x="2277988" y="60156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8" name="A1_bar_GT_11204">
            <a:extLst>
              <a:ext uri="{FF2B5EF4-FFF2-40B4-BE49-F238E27FC236}">
                <a16:creationId xmlns:a16="http://schemas.microsoft.com/office/drawing/2014/main" id="{A643EE85-B3EB-4B7A-9D2A-6151279AD4F8}"/>
              </a:ext>
            </a:extLst>
          </p:cNvPr>
          <p:cNvSpPr>
            <a:spLocks noGrp="1"/>
          </p:cNvSpPr>
          <p:nvPr/>
        </p:nvSpPr>
        <p:spPr>
          <a:xfrm>
            <a:off x="2135118" y="367872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9" name="A1_bar_GT_11205">
            <a:extLst>
              <a:ext uri="{FF2B5EF4-FFF2-40B4-BE49-F238E27FC236}">
                <a16:creationId xmlns:a16="http://schemas.microsoft.com/office/drawing/2014/main" id="{845EC547-718C-4E68-899E-07899A6330E5}"/>
              </a:ext>
            </a:extLst>
          </p:cNvPr>
          <p:cNvSpPr>
            <a:spLocks noGrp="1"/>
          </p:cNvSpPr>
          <p:nvPr/>
        </p:nvSpPr>
        <p:spPr>
          <a:xfrm>
            <a:off x="2145561" y="47240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0" name="A1_bar_GT_11206">
            <a:extLst>
              <a:ext uri="{FF2B5EF4-FFF2-40B4-BE49-F238E27FC236}">
                <a16:creationId xmlns:a16="http://schemas.microsoft.com/office/drawing/2014/main" id="{75B5D357-9BB5-48C3-A75F-BF5E54634F9A}"/>
              </a:ext>
            </a:extLst>
          </p:cNvPr>
          <p:cNvSpPr>
            <a:spLocks noGrp="1"/>
          </p:cNvSpPr>
          <p:nvPr/>
        </p:nvSpPr>
        <p:spPr>
          <a:xfrm>
            <a:off x="2319069" y="39820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1" name="A1_bar_GT_11207">
            <a:extLst>
              <a:ext uri="{FF2B5EF4-FFF2-40B4-BE49-F238E27FC236}">
                <a16:creationId xmlns:a16="http://schemas.microsoft.com/office/drawing/2014/main" id="{2BC2D726-6419-4C63-B218-41886489553A}"/>
              </a:ext>
            </a:extLst>
          </p:cNvPr>
          <p:cNvSpPr>
            <a:spLocks noGrp="1"/>
          </p:cNvSpPr>
          <p:nvPr/>
        </p:nvSpPr>
        <p:spPr>
          <a:xfrm>
            <a:off x="2216411" y="40881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2" name="A1_bar_GT_11208">
            <a:extLst>
              <a:ext uri="{FF2B5EF4-FFF2-40B4-BE49-F238E27FC236}">
                <a16:creationId xmlns:a16="http://schemas.microsoft.com/office/drawing/2014/main" id="{C8EABE95-D396-486D-8752-99E7AA98B91D}"/>
              </a:ext>
            </a:extLst>
          </p:cNvPr>
          <p:cNvSpPr>
            <a:spLocks noGrp="1"/>
          </p:cNvSpPr>
          <p:nvPr/>
        </p:nvSpPr>
        <p:spPr>
          <a:xfrm>
            <a:off x="2245829" y="55367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3" name="A1_bar_GT_11209">
            <a:extLst>
              <a:ext uri="{FF2B5EF4-FFF2-40B4-BE49-F238E27FC236}">
                <a16:creationId xmlns:a16="http://schemas.microsoft.com/office/drawing/2014/main" id="{DB3FE28E-5FD7-44EC-925D-A85654317679}"/>
              </a:ext>
            </a:extLst>
          </p:cNvPr>
          <p:cNvSpPr>
            <a:spLocks noGrp="1"/>
          </p:cNvSpPr>
          <p:nvPr/>
        </p:nvSpPr>
        <p:spPr>
          <a:xfrm>
            <a:off x="2286058" y="397500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4" name="A1_bar_GT_11210">
            <a:extLst>
              <a:ext uri="{FF2B5EF4-FFF2-40B4-BE49-F238E27FC236}">
                <a16:creationId xmlns:a16="http://schemas.microsoft.com/office/drawing/2014/main" id="{B9B9C747-23FE-4801-AC8F-08AD652D1A46}"/>
              </a:ext>
            </a:extLst>
          </p:cNvPr>
          <p:cNvSpPr>
            <a:spLocks noGrp="1"/>
          </p:cNvSpPr>
          <p:nvPr/>
        </p:nvSpPr>
        <p:spPr>
          <a:xfrm>
            <a:off x="2250325" y="50398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5" name="A1_bar_GT_11211">
            <a:extLst>
              <a:ext uri="{FF2B5EF4-FFF2-40B4-BE49-F238E27FC236}">
                <a16:creationId xmlns:a16="http://schemas.microsoft.com/office/drawing/2014/main" id="{80A774B2-5447-4B24-BA13-E3691EA05FC4}"/>
              </a:ext>
            </a:extLst>
          </p:cNvPr>
          <p:cNvSpPr>
            <a:spLocks noGrp="1"/>
          </p:cNvSpPr>
          <p:nvPr/>
        </p:nvSpPr>
        <p:spPr>
          <a:xfrm>
            <a:off x="2212138" y="55555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6" name="A1_bar_GT_11212">
            <a:extLst>
              <a:ext uri="{FF2B5EF4-FFF2-40B4-BE49-F238E27FC236}">
                <a16:creationId xmlns:a16="http://schemas.microsoft.com/office/drawing/2014/main" id="{E752CBF8-9CD6-42CF-88EE-280208542F87}"/>
              </a:ext>
            </a:extLst>
          </p:cNvPr>
          <p:cNvSpPr>
            <a:spLocks noGrp="1"/>
          </p:cNvSpPr>
          <p:nvPr/>
        </p:nvSpPr>
        <p:spPr>
          <a:xfrm>
            <a:off x="2377144" y="409101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7" name="A1_bar_GT_11213">
            <a:extLst>
              <a:ext uri="{FF2B5EF4-FFF2-40B4-BE49-F238E27FC236}">
                <a16:creationId xmlns:a16="http://schemas.microsoft.com/office/drawing/2014/main" id="{EE7FBCD3-76CA-413E-915D-594F31086C1A}"/>
              </a:ext>
            </a:extLst>
          </p:cNvPr>
          <p:cNvSpPr>
            <a:spLocks noGrp="1"/>
          </p:cNvSpPr>
          <p:nvPr/>
        </p:nvSpPr>
        <p:spPr>
          <a:xfrm>
            <a:off x="2196991" y="60978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8" name="A1_bar_GT_11214">
            <a:extLst>
              <a:ext uri="{FF2B5EF4-FFF2-40B4-BE49-F238E27FC236}">
                <a16:creationId xmlns:a16="http://schemas.microsoft.com/office/drawing/2014/main" id="{E2FB5D7D-70B9-46B2-AA0C-EF6370C6F976}"/>
              </a:ext>
            </a:extLst>
          </p:cNvPr>
          <p:cNvSpPr>
            <a:spLocks noGrp="1"/>
          </p:cNvSpPr>
          <p:nvPr/>
        </p:nvSpPr>
        <p:spPr>
          <a:xfrm>
            <a:off x="2356695" y="440891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9" name="A1_bar_GT_11215">
            <a:extLst>
              <a:ext uri="{FF2B5EF4-FFF2-40B4-BE49-F238E27FC236}">
                <a16:creationId xmlns:a16="http://schemas.microsoft.com/office/drawing/2014/main" id="{886ED31D-ED00-4AC5-8219-EA95E8E62987}"/>
              </a:ext>
            </a:extLst>
          </p:cNvPr>
          <p:cNvSpPr>
            <a:spLocks noGrp="1"/>
          </p:cNvSpPr>
          <p:nvPr/>
        </p:nvSpPr>
        <p:spPr>
          <a:xfrm>
            <a:off x="2151799" y="44365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0" name="A1_bar_GT_11216">
            <a:extLst>
              <a:ext uri="{FF2B5EF4-FFF2-40B4-BE49-F238E27FC236}">
                <a16:creationId xmlns:a16="http://schemas.microsoft.com/office/drawing/2014/main" id="{2C47C69C-13CB-4B2D-A35E-873AB61B664C}"/>
              </a:ext>
            </a:extLst>
          </p:cNvPr>
          <p:cNvSpPr>
            <a:spLocks noGrp="1"/>
          </p:cNvSpPr>
          <p:nvPr/>
        </p:nvSpPr>
        <p:spPr>
          <a:xfrm>
            <a:off x="2251440" y="46403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1" name="A1_bar_GT_11217">
            <a:extLst>
              <a:ext uri="{FF2B5EF4-FFF2-40B4-BE49-F238E27FC236}">
                <a16:creationId xmlns:a16="http://schemas.microsoft.com/office/drawing/2014/main" id="{66A88BD0-8E5A-49E5-A644-FD28EA73C528}"/>
              </a:ext>
            </a:extLst>
          </p:cNvPr>
          <p:cNvSpPr>
            <a:spLocks noGrp="1"/>
          </p:cNvSpPr>
          <p:nvPr/>
        </p:nvSpPr>
        <p:spPr>
          <a:xfrm>
            <a:off x="2140330" y="5275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2" name="A1_bar_GT_11218">
            <a:extLst>
              <a:ext uri="{FF2B5EF4-FFF2-40B4-BE49-F238E27FC236}">
                <a16:creationId xmlns:a16="http://schemas.microsoft.com/office/drawing/2014/main" id="{611F88E9-437C-4B65-AE0D-E2569AA834EA}"/>
              </a:ext>
            </a:extLst>
          </p:cNvPr>
          <p:cNvSpPr>
            <a:spLocks noGrp="1"/>
          </p:cNvSpPr>
          <p:nvPr/>
        </p:nvSpPr>
        <p:spPr>
          <a:xfrm>
            <a:off x="2177194" y="60977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3" name="A1_bar_GT_11219">
            <a:extLst>
              <a:ext uri="{FF2B5EF4-FFF2-40B4-BE49-F238E27FC236}">
                <a16:creationId xmlns:a16="http://schemas.microsoft.com/office/drawing/2014/main" id="{71D7EC7F-E092-4C68-B8EA-63E4F7E27258}"/>
              </a:ext>
            </a:extLst>
          </p:cNvPr>
          <p:cNvSpPr>
            <a:spLocks noGrp="1"/>
          </p:cNvSpPr>
          <p:nvPr/>
        </p:nvSpPr>
        <p:spPr>
          <a:xfrm>
            <a:off x="2193071" y="47175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4" name="A1_bar_GT_11220">
            <a:extLst>
              <a:ext uri="{FF2B5EF4-FFF2-40B4-BE49-F238E27FC236}">
                <a16:creationId xmlns:a16="http://schemas.microsoft.com/office/drawing/2014/main" id="{56AE494D-C754-4768-B399-B2D9802B46FC}"/>
              </a:ext>
            </a:extLst>
          </p:cNvPr>
          <p:cNvSpPr>
            <a:spLocks noGrp="1"/>
          </p:cNvSpPr>
          <p:nvPr/>
        </p:nvSpPr>
        <p:spPr>
          <a:xfrm>
            <a:off x="2260080" y="35677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5" name="A1_bar_GT_11221">
            <a:extLst>
              <a:ext uri="{FF2B5EF4-FFF2-40B4-BE49-F238E27FC236}">
                <a16:creationId xmlns:a16="http://schemas.microsoft.com/office/drawing/2014/main" id="{1C90FD0D-C149-4E80-A3AB-4C9301507879}"/>
              </a:ext>
            </a:extLst>
          </p:cNvPr>
          <p:cNvSpPr>
            <a:spLocks noGrp="1"/>
          </p:cNvSpPr>
          <p:nvPr/>
        </p:nvSpPr>
        <p:spPr>
          <a:xfrm>
            <a:off x="2290207" y="60978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6" name="A1_bar_GT_11222">
            <a:extLst>
              <a:ext uri="{FF2B5EF4-FFF2-40B4-BE49-F238E27FC236}">
                <a16:creationId xmlns:a16="http://schemas.microsoft.com/office/drawing/2014/main" id="{2AC72168-82A4-4D97-A6F3-129CD73563C2}"/>
              </a:ext>
            </a:extLst>
          </p:cNvPr>
          <p:cNvSpPr>
            <a:spLocks noGrp="1"/>
          </p:cNvSpPr>
          <p:nvPr/>
        </p:nvSpPr>
        <p:spPr>
          <a:xfrm>
            <a:off x="2368575" y="60269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7" name="A1_bar_GT_11223">
            <a:extLst>
              <a:ext uri="{FF2B5EF4-FFF2-40B4-BE49-F238E27FC236}">
                <a16:creationId xmlns:a16="http://schemas.microsoft.com/office/drawing/2014/main" id="{72BDEBE9-41B3-4490-A1F7-17C508BA0128}"/>
              </a:ext>
            </a:extLst>
          </p:cNvPr>
          <p:cNvSpPr>
            <a:spLocks noGrp="1"/>
          </p:cNvSpPr>
          <p:nvPr/>
        </p:nvSpPr>
        <p:spPr>
          <a:xfrm>
            <a:off x="2246190" y="53459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8" name="A1_bar_GT_11224">
            <a:extLst>
              <a:ext uri="{FF2B5EF4-FFF2-40B4-BE49-F238E27FC236}">
                <a16:creationId xmlns:a16="http://schemas.microsoft.com/office/drawing/2014/main" id="{F7AD1416-69AE-4C43-B9D0-F4C449A722C9}"/>
              </a:ext>
            </a:extLst>
          </p:cNvPr>
          <p:cNvSpPr>
            <a:spLocks noGrp="1"/>
          </p:cNvSpPr>
          <p:nvPr/>
        </p:nvSpPr>
        <p:spPr>
          <a:xfrm>
            <a:off x="2272366" y="46619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9" name="A1_bar_GT_11225">
            <a:extLst>
              <a:ext uri="{FF2B5EF4-FFF2-40B4-BE49-F238E27FC236}">
                <a16:creationId xmlns:a16="http://schemas.microsoft.com/office/drawing/2014/main" id="{3689B4B7-8AFD-4A2F-855E-C6785C5F7F88}"/>
              </a:ext>
            </a:extLst>
          </p:cNvPr>
          <p:cNvSpPr>
            <a:spLocks noGrp="1"/>
          </p:cNvSpPr>
          <p:nvPr/>
        </p:nvSpPr>
        <p:spPr>
          <a:xfrm>
            <a:off x="2167358" y="352910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0" name="A1_bar_GT_11226">
            <a:extLst>
              <a:ext uri="{FF2B5EF4-FFF2-40B4-BE49-F238E27FC236}">
                <a16:creationId xmlns:a16="http://schemas.microsoft.com/office/drawing/2014/main" id="{73DD8088-95B7-4C8C-BEE1-1F4CE0A37420}"/>
              </a:ext>
            </a:extLst>
          </p:cNvPr>
          <p:cNvSpPr>
            <a:spLocks noGrp="1"/>
          </p:cNvSpPr>
          <p:nvPr/>
        </p:nvSpPr>
        <p:spPr>
          <a:xfrm>
            <a:off x="2349541" y="35643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1" name="A1_bar_GT_11227">
            <a:extLst>
              <a:ext uri="{FF2B5EF4-FFF2-40B4-BE49-F238E27FC236}">
                <a16:creationId xmlns:a16="http://schemas.microsoft.com/office/drawing/2014/main" id="{3B9C6CD1-F59D-419C-81FE-96BDC1DB3D35}"/>
              </a:ext>
            </a:extLst>
          </p:cNvPr>
          <p:cNvSpPr>
            <a:spLocks noGrp="1"/>
          </p:cNvSpPr>
          <p:nvPr/>
        </p:nvSpPr>
        <p:spPr>
          <a:xfrm>
            <a:off x="2372678" y="60978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2" name="A1_bar_GT_11228">
            <a:extLst>
              <a:ext uri="{FF2B5EF4-FFF2-40B4-BE49-F238E27FC236}">
                <a16:creationId xmlns:a16="http://schemas.microsoft.com/office/drawing/2014/main" id="{6CD007EC-ADF4-4208-893E-A9C15F0D89B0}"/>
              </a:ext>
            </a:extLst>
          </p:cNvPr>
          <p:cNvSpPr>
            <a:spLocks noGrp="1"/>
          </p:cNvSpPr>
          <p:nvPr/>
        </p:nvSpPr>
        <p:spPr>
          <a:xfrm>
            <a:off x="2232623" y="40887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3" name="A1_bar_GT_11229">
            <a:extLst>
              <a:ext uri="{FF2B5EF4-FFF2-40B4-BE49-F238E27FC236}">
                <a16:creationId xmlns:a16="http://schemas.microsoft.com/office/drawing/2014/main" id="{56E987ED-2D26-4A75-85C7-CEB354B531B1}"/>
              </a:ext>
            </a:extLst>
          </p:cNvPr>
          <p:cNvSpPr>
            <a:spLocks noGrp="1"/>
          </p:cNvSpPr>
          <p:nvPr/>
        </p:nvSpPr>
        <p:spPr>
          <a:xfrm>
            <a:off x="2181588" y="60978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4" name="A1_bar_GT_11230">
            <a:extLst>
              <a:ext uri="{FF2B5EF4-FFF2-40B4-BE49-F238E27FC236}">
                <a16:creationId xmlns:a16="http://schemas.microsoft.com/office/drawing/2014/main" id="{28A63103-BAB2-4D82-8621-A521E8D684B2}"/>
              </a:ext>
            </a:extLst>
          </p:cNvPr>
          <p:cNvSpPr>
            <a:spLocks noGrp="1"/>
          </p:cNvSpPr>
          <p:nvPr/>
        </p:nvSpPr>
        <p:spPr>
          <a:xfrm>
            <a:off x="2343918" y="4932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5" name="A1_bar_GT_11231">
            <a:extLst>
              <a:ext uri="{FF2B5EF4-FFF2-40B4-BE49-F238E27FC236}">
                <a16:creationId xmlns:a16="http://schemas.microsoft.com/office/drawing/2014/main" id="{9A3A3700-2292-4D19-8019-049F2094AE23}"/>
              </a:ext>
            </a:extLst>
          </p:cNvPr>
          <p:cNvSpPr>
            <a:spLocks noGrp="1"/>
          </p:cNvSpPr>
          <p:nvPr/>
        </p:nvSpPr>
        <p:spPr>
          <a:xfrm>
            <a:off x="2232051" y="43462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6" name="A1_bar_GT_11232">
            <a:extLst>
              <a:ext uri="{FF2B5EF4-FFF2-40B4-BE49-F238E27FC236}">
                <a16:creationId xmlns:a16="http://schemas.microsoft.com/office/drawing/2014/main" id="{77696AC7-18AB-43D4-904C-98824CE79004}"/>
              </a:ext>
            </a:extLst>
          </p:cNvPr>
          <p:cNvSpPr>
            <a:spLocks noGrp="1"/>
          </p:cNvSpPr>
          <p:nvPr/>
        </p:nvSpPr>
        <p:spPr>
          <a:xfrm>
            <a:off x="2160034" y="60978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7" name="A1_bar_GT_11233">
            <a:extLst>
              <a:ext uri="{FF2B5EF4-FFF2-40B4-BE49-F238E27FC236}">
                <a16:creationId xmlns:a16="http://schemas.microsoft.com/office/drawing/2014/main" id="{00C23AE0-D079-4A0D-B3F0-F3F20957A207}"/>
              </a:ext>
            </a:extLst>
          </p:cNvPr>
          <p:cNvSpPr>
            <a:spLocks noGrp="1"/>
          </p:cNvSpPr>
          <p:nvPr/>
        </p:nvSpPr>
        <p:spPr>
          <a:xfrm>
            <a:off x="2317432" y="60978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8" name="A1_bar_GT_11234">
            <a:extLst>
              <a:ext uri="{FF2B5EF4-FFF2-40B4-BE49-F238E27FC236}">
                <a16:creationId xmlns:a16="http://schemas.microsoft.com/office/drawing/2014/main" id="{DAFADA90-C45B-4F86-BC88-43018D596EDF}"/>
              </a:ext>
            </a:extLst>
          </p:cNvPr>
          <p:cNvSpPr>
            <a:spLocks noGrp="1"/>
          </p:cNvSpPr>
          <p:nvPr/>
        </p:nvSpPr>
        <p:spPr>
          <a:xfrm>
            <a:off x="2309546" y="443131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9" name="A1_bar_GT_11235">
            <a:extLst>
              <a:ext uri="{FF2B5EF4-FFF2-40B4-BE49-F238E27FC236}">
                <a16:creationId xmlns:a16="http://schemas.microsoft.com/office/drawing/2014/main" id="{10CC0F90-0833-4E4D-A90A-D100D27A7599}"/>
              </a:ext>
            </a:extLst>
          </p:cNvPr>
          <p:cNvSpPr>
            <a:spLocks noGrp="1"/>
          </p:cNvSpPr>
          <p:nvPr/>
        </p:nvSpPr>
        <p:spPr>
          <a:xfrm>
            <a:off x="2289839" y="435785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0" name="A1_bar_GT_11236">
            <a:extLst>
              <a:ext uri="{FF2B5EF4-FFF2-40B4-BE49-F238E27FC236}">
                <a16:creationId xmlns:a16="http://schemas.microsoft.com/office/drawing/2014/main" id="{705A868A-BCA7-4C31-A29F-CAD5EA173B21}"/>
              </a:ext>
            </a:extLst>
          </p:cNvPr>
          <p:cNvSpPr>
            <a:spLocks noGrp="1"/>
          </p:cNvSpPr>
          <p:nvPr/>
        </p:nvSpPr>
        <p:spPr>
          <a:xfrm>
            <a:off x="2243085" y="34473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1" name="A1_bar_GT_11237">
            <a:extLst>
              <a:ext uri="{FF2B5EF4-FFF2-40B4-BE49-F238E27FC236}">
                <a16:creationId xmlns:a16="http://schemas.microsoft.com/office/drawing/2014/main" id="{4C0ACFE5-739E-499E-A3D9-D15C8A6EC69D}"/>
              </a:ext>
            </a:extLst>
          </p:cNvPr>
          <p:cNvSpPr>
            <a:spLocks noGrp="1"/>
          </p:cNvSpPr>
          <p:nvPr/>
        </p:nvSpPr>
        <p:spPr>
          <a:xfrm>
            <a:off x="2340671" y="52378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2" name="A1_bar_GT_11238">
            <a:extLst>
              <a:ext uri="{FF2B5EF4-FFF2-40B4-BE49-F238E27FC236}">
                <a16:creationId xmlns:a16="http://schemas.microsoft.com/office/drawing/2014/main" id="{AA3E5B1D-7E91-4FF7-A3B6-5D798F640DF7}"/>
              </a:ext>
            </a:extLst>
          </p:cNvPr>
          <p:cNvSpPr>
            <a:spLocks noGrp="1"/>
          </p:cNvSpPr>
          <p:nvPr/>
        </p:nvSpPr>
        <p:spPr>
          <a:xfrm>
            <a:off x="2317042" y="35887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3" name="A1_bar_GT_11239">
            <a:extLst>
              <a:ext uri="{FF2B5EF4-FFF2-40B4-BE49-F238E27FC236}">
                <a16:creationId xmlns:a16="http://schemas.microsoft.com/office/drawing/2014/main" id="{31DF66E2-DFAD-4076-BD09-4D67AB0B06C5}"/>
              </a:ext>
            </a:extLst>
          </p:cNvPr>
          <p:cNvSpPr>
            <a:spLocks noGrp="1"/>
          </p:cNvSpPr>
          <p:nvPr/>
        </p:nvSpPr>
        <p:spPr>
          <a:xfrm>
            <a:off x="2166841" y="60978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4" name="A1_bar_GT_11240">
            <a:extLst>
              <a:ext uri="{FF2B5EF4-FFF2-40B4-BE49-F238E27FC236}">
                <a16:creationId xmlns:a16="http://schemas.microsoft.com/office/drawing/2014/main" id="{3A342E60-D6A7-4005-A8FA-F0C4AEA21858}"/>
              </a:ext>
            </a:extLst>
          </p:cNvPr>
          <p:cNvSpPr>
            <a:spLocks noGrp="1"/>
          </p:cNvSpPr>
          <p:nvPr/>
        </p:nvSpPr>
        <p:spPr>
          <a:xfrm>
            <a:off x="2157807" y="47065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5" name="A1_bar_GT_11241">
            <a:extLst>
              <a:ext uri="{FF2B5EF4-FFF2-40B4-BE49-F238E27FC236}">
                <a16:creationId xmlns:a16="http://schemas.microsoft.com/office/drawing/2014/main" id="{71785B52-EBC2-4223-B6E0-2930D5EBF819}"/>
              </a:ext>
            </a:extLst>
          </p:cNvPr>
          <p:cNvSpPr>
            <a:spLocks noGrp="1"/>
          </p:cNvSpPr>
          <p:nvPr/>
        </p:nvSpPr>
        <p:spPr>
          <a:xfrm>
            <a:off x="2208834" y="60978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6" name="A1_bar_GT_11242">
            <a:extLst>
              <a:ext uri="{FF2B5EF4-FFF2-40B4-BE49-F238E27FC236}">
                <a16:creationId xmlns:a16="http://schemas.microsoft.com/office/drawing/2014/main" id="{B1C1ABE0-A529-47E4-80D6-574A46F6DB49}"/>
              </a:ext>
            </a:extLst>
          </p:cNvPr>
          <p:cNvSpPr>
            <a:spLocks noGrp="1"/>
          </p:cNvSpPr>
          <p:nvPr/>
        </p:nvSpPr>
        <p:spPr>
          <a:xfrm>
            <a:off x="2250667" y="37938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7" name="A1_bar_GT_11243">
            <a:extLst>
              <a:ext uri="{FF2B5EF4-FFF2-40B4-BE49-F238E27FC236}">
                <a16:creationId xmlns:a16="http://schemas.microsoft.com/office/drawing/2014/main" id="{DF442935-FE78-44F9-A8A8-11A3F1ED80BD}"/>
              </a:ext>
            </a:extLst>
          </p:cNvPr>
          <p:cNvSpPr>
            <a:spLocks noGrp="1"/>
          </p:cNvSpPr>
          <p:nvPr/>
        </p:nvSpPr>
        <p:spPr>
          <a:xfrm>
            <a:off x="2264862" y="43133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8" name="A1_bar_GT_11244">
            <a:extLst>
              <a:ext uri="{FF2B5EF4-FFF2-40B4-BE49-F238E27FC236}">
                <a16:creationId xmlns:a16="http://schemas.microsoft.com/office/drawing/2014/main" id="{7D1D325F-E07E-448D-A8EE-5FBA207C206D}"/>
              </a:ext>
            </a:extLst>
          </p:cNvPr>
          <p:cNvSpPr>
            <a:spLocks noGrp="1"/>
          </p:cNvSpPr>
          <p:nvPr/>
        </p:nvSpPr>
        <p:spPr>
          <a:xfrm>
            <a:off x="2262311" y="60946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9" name="A1_bar_GT_11245">
            <a:extLst>
              <a:ext uri="{FF2B5EF4-FFF2-40B4-BE49-F238E27FC236}">
                <a16:creationId xmlns:a16="http://schemas.microsoft.com/office/drawing/2014/main" id="{F885A9C2-139F-4F9B-836A-8C042AB99852}"/>
              </a:ext>
            </a:extLst>
          </p:cNvPr>
          <p:cNvSpPr>
            <a:spLocks noGrp="1"/>
          </p:cNvSpPr>
          <p:nvPr/>
        </p:nvSpPr>
        <p:spPr>
          <a:xfrm>
            <a:off x="2311175" y="51563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0" name="A1_bar_GT_11246">
            <a:extLst>
              <a:ext uri="{FF2B5EF4-FFF2-40B4-BE49-F238E27FC236}">
                <a16:creationId xmlns:a16="http://schemas.microsoft.com/office/drawing/2014/main" id="{8E7E51B5-17A7-49CB-B691-7B3D65FDB273}"/>
              </a:ext>
            </a:extLst>
          </p:cNvPr>
          <p:cNvSpPr>
            <a:spLocks noGrp="1"/>
          </p:cNvSpPr>
          <p:nvPr/>
        </p:nvSpPr>
        <p:spPr>
          <a:xfrm>
            <a:off x="2333672" y="36935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1" name="A1_bar_GT_11247">
            <a:extLst>
              <a:ext uri="{FF2B5EF4-FFF2-40B4-BE49-F238E27FC236}">
                <a16:creationId xmlns:a16="http://schemas.microsoft.com/office/drawing/2014/main" id="{991F0453-85CF-4403-9268-A5593808E014}"/>
              </a:ext>
            </a:extLst>
          </p:cNvPr>
          <p:cNvSpPr>
            <a:spLocks noGrp="1"/>
          </p:cNvSpPr>
          <p:nvPr/>
        </p:nvSpPr>
        <p:spPr>
          <a:xfrm>
            <a:off x="2335976" y="49546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2" name="A1_bar_GT_11248">
            <a:extLst>
              <a:ext uri="{FF2B5EF4-FFF2-40B4-BE49-F238E27FC236}">
                <a16:creationId xmlns:a16="http://schemas.microsoft.com/office/drawing/2014/main" id="{B8471D27-340B-47F3-BC4D-D1ACED42F34C}"/>
              </a:ext>
            </a:extLst>
          </p:cNvPr>
          <p:cNvSpPr>
            <a:spLocks noGrp="1"/>
          </p:cNvSpPr>
          <p:nvPr/>
        </p:nvSpPr>
        <p:spPr>
          <a:xfrm>
            <a:off x="2131051" y="60977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3" name="A1_bar_GT_11249">
            <a:extLst>
              <a:ext uri="{FF2B5EF4-FFF2-40B4-BE49-F238E27FC236}">
                <a16:creationId xmlns:a16="http://schemas.microsoft.com/office/drawing/2014/main" id="{A0D12B91-2D5D-4E3E-A11E-913C16199E60}"/>
              </a:ext>
            </a:extLst>
          </p:cNvPr>
          <p:cNvSpPr>
            <a:spLocks noGrp="1"/>
          </p:cNvSpPr>
          <p:nvPr/>
        </p:nvSpPr>
        <p:spPr>
          <a:xfrm>
            <a:off x="2252664" y="47475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4" name="A1_bar_GT_11250">
            <a:extLst>
              <a:ext uri="{FF2B5EF4-FFF2-40B4-BE49-F238E27FC236}">
                <a16:creationId xmlns:a16="http://schemas.microsoft.com/office/drawing/2014/main" id="{CA9A42B1-A44E-411A-8590-4E8DE6AE3334}"/>
              </a:ext>
            </a:extLst>
          </p:cNvPr>
          <p:cNvSpPr>
            <a:spLocks noGrp="1"/>
          </p:cNvSpPr>
          <p:nvPr/>
        </p:nvSpPr>
        <p:spPr>
          <a:xfrm>
            <a:off x="2240351" y="45570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5" name="A1_bar_GT_11251">
            <a:extLst>
              <a:ext uri="{FF2B5EF4-FFF2-40B4-BE49-F238E27FC236}">
                <a16:creationId xmlns:a16="http://schemas.microsoft.com/office/drawing/2014/main" id="{7883F30E-4116-4D7F-AE93-B9D55778898D}"/>
              </a:ext>
            </a:extLst>
          </p:cNvPr>
          <p:cNvSpPr>
            <a:spLocks noGrp="1"/>
          </p:cNvSpPr>
          <p:nvPr/>
        </p:nvSpPr>
        <p:spPr>
          <a:xfrm>
            <a:off x="2294460" y="51425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6" name="A1_bar_GT_11252">
            <a:extLst>
              <a:ext uri="{FF2B5EF4-FFF2-40B4-BE49-F238E27FC236}">
                <a16:creationId xmlns:a16="http://schemas.microsoft.com/office/drawing/2014/main" id="{0F83B868-E7D7-4CFD-ACA3-6E56F2F1ACF3}"/>
              </a:ext>
            </a:extLst>
          </p:cNvPr>
          <p:cNvSpPr>
            <a:spLocks noGrp="1"/>
          </p:cNvSpPr>
          <p:nvPr/>
        </p:nvSpPr>
        <p:spPr>
          <a:xfrm>
            <a:off x="2167985" y="46009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7" name="A1_bar_GT_11253">
            <a:extLst>
              <a:ext uri="{FF2B5EF4-FFF2-40B4-BE49-F238E27FC236}">
                <a16:creationId xmlns:a16="http://schemas.microsoft.com/office/drawing/2014/main" id="{817E9FD4-75B2-4C5E-ABE1-88184FB62999}"/>
              </a:ext>
            </a:extLst>
          </p:cNvPr>
          <p:cNvSpPr>
            <a:spLocks noGrp="1"/>
          </p:cNvSpPr>
          <p:nvPr/>
        </p:nvSpPr>
        <p:spPr>
          <a:xfrm>
            <a:off x="2286714" y="4539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8" name="A1_bar_GT_11254">
            <a:extLst>
              <a:ext uri="{FF2B5EF4-FFF2-40B4-BE49-F238E27FC236}">
                <a16:creationId xmlns:a16="http://schemas.microsoft.com/office/drawing/2014/main" id="{2C864EEE-BFBF-4AC5-808D-0C124932E63D}"/>
              </a:ext>
            </a:extLst>
          </p:cNvPr>
          <p:cNvSpPr>
            <a:spLocks noGrp="1"/>
          </p:cNvSpPr>
          <p:nvPr/>
        </p:nvSpPr>
        <p:spPr>
          <a:xfrm>
            <a:off x="2371152" y="34333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9" name="A1_bar_GT_11255">
            <a:extLst>
              <a:ext uri="{FF2B5EF4-FFF2-40B4-BE49-F238E27FC236}">
                <a16:creationId xmlns:a16="http://schemas.microsoft.com/office/drawing/2014/main" id="{DAA24BF7-81B0-4150-BB4A-85ECC7A86495}"/>
              </a:ext>
            </a:extLst>
          </p:cNvPr>
          <p:cNvSpPr>
            <a:spLocks noGrp="1"/>
          </p:cNvSpPr>
          <p:nvPr/>
        </p:nvSpPr>
        <p:spPr>
          <a:xfrm>
            <a:off x="2200290" y="34844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0" name="A1_bar_GT_11256">
            <a:extLst>
              <a:ext uri="{FF2B5EF4-FFF2-40B4-BE49-F238E27FC236}">
                <a16:creationId xmlns:a16="http://schemas.microsoft.com/office/drawing/2014/main" id="{FDC41BC9-BEA6-442E-905C-7B34AFC46853}"/>
              </a:ext>
            </a:extLst>
          </p:cNvPr>
          <p:cNvSpPr>
            <a:spLocks noGrp="1"/>
          </p:cNvSpPr>
          <p:nvPr/>
        </p:nvSpPr>
        <p:spPr>
          <a:xfrm>
            <a:off x="2130916" y="36460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1" name="A1_bar_GT_11257">
            <a:extLst>
              <a:ext uri="{FF2B5EF4-FFF2-40B4-BE49-F238E27FC236}">
                <a16:creationId xmlns:a16="http://schemas.microsoft.com/office/drawing/2014/main" id="{4CFFBBB2-E7B2-4315-AE89-2A7C1D324216}"/>
              </a:ext>
            </a:extLst>
          </p:cNvPr>
          <p:cNvSpPr>
            <a:spLocks noGrp="1"/>
          </p:cNvSpPr>
          <p:nvPr/>
        </p:nvSpPr>
        <p:spPr>
          <a:xfrm>
            <a:off x="2359535" y="41172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2" name="A1_bar_GT_11258">
            <a:extLst>
              <a:ext uri="{FF2B5EF4-FFF2-40B4-BE49-F238E27FC236}">
                <a16:creationId xmlns:a16="http://schemas.microsoft.com/office/drawing/2014/main" id="{44E146BC-7A05-453A-A8B5-7152DE05674C}"/>
              </a:ext>
            </a:extLst>
          </p:cNvPr>
          <p:cNvSpPr>
            <a:spLocks noGrp="1"/>
          </p:cNvSpPr>
          <p:nvPr/>
        </p:nvSpPr>
        <p:spPr>
          <a:xfrm>
            <a:off x="2383191" y="354550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3" name="A1_bar_GT_11259">
            <a:extLst>
              <a:ext uri="{FF2B5EF4-FFF2-40B4-BE49-F238E27FC236}">
                <a16:creationId xmlns:a16="http://schemas.microsoft.com/office/drawing/2014/main" id="{560B447A-F5B0-414E-B7D4-2144E09BFC37}"/>
              </a:ext>
            </a:extLst>
          </p:cNvPr>
          <p:cNvSpPr>
            <a:spLocks noGrp="1"/>
          </p:cNvSpPr>
          <p:nvPr/>
        </p:nvSpPr>
        <p:spPr>
          <a:xfrm>
            <a:off x="2220806" y="46015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4" name="A1_bar_GT_11260">
            <a:extLst>
              <a:ext uri="{FF2B5EF4-FFF2-40B4-BE49-F238E27FC236}">
                <a16:creationId xmlns:a16="http://schemas.microsoft.com/office/drawing/2014/main" id="{3D5B7E93-F78F-4914-AA0A-CC877865EEAD}"/>
              </a:ext>
            </a:extLst>
          </p:cNvPr>
          <p:cNvSpPr>
            <a:spLocks noGrp="1"/>
          </p:cNvSpPr>
          <p:nvPr/>
        </p:nvSpPr>
        <p:spPr>
          <a:xfrm>
            <a:off x="2357145" y="609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5" name="A1_bar_GT_11261">
            <a:extLst>
              <a:ext uri="{FF2B5EF4-FFF2-40B4-BE49-F238E27FC236}">
                <a16:creationId xmlns:a16="http://schemas.microsoft.com/office/drawing/2014/main" id="{E5A82AED-9D4C-436C-BCE6-65BE30B67F35}"/>
              </a:ext>
            </a:extLst>
          </p:cNvPr>
          <p:cNvSpPr>
            <a:spLocks noGrp="1"/>
          </p:cNvSpPr>
          <p:nvPr/>
        </p:nvSpPr>
        <p:spPr>
          <a:xfrm>
            <a:off x="2294893" y="42664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6" name="A1_bar_GT_11262">
            <a:extLst>
              <a:ext uri="{FF2B5EF4-FFF2-40B4-BE49-F238E27FC236}">
                <a16:creationId xmlns:a16="http://schemas.microsoft.com/office/drawing/2014/main" id="{AAABE52E-1F89-44A6-9D87-B3B4FCEC5775}"/>
              </a:ext>
            </a:extLst>
          </p:cNvPr>
          <p:cNvSpPr>
            <a:spLocks noGrp="1"/>
          </p:cNvSpPr>
          <p:nvPr/>
        </p:nvSpPr>
        <p:spPr>
          <a:xfrm>
            <a:off x="2222217" y="608740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7" name="A1_bar_GT_11263">
            <a:extLst>
              <a:ext uri="{FF2B5EF4-FFF2-40B4-BE49-F238E27FC236}">
                <a16:creationId xmlns:a16="http://schemas.microsoft.com/office/drawing/2014/main" id="{AF81B2B2-10A2-4425-9E1A-BBF296244E74}"/>
              </a:ext>
            </a:extLst>
          </p:cNvPr>
          <p:cNvSpPr>
            <a:spLocks noGrp="1"/>
          </p:cNvSpPr>
          <p:nvPr/>
        </p:nvSpPr>
        <p:spPr>
          <a:xfrm>
            <a:off x="2251605" y="55145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8" name="A1_bar_GT_11264">
            <a:extLst>
              <a:ext uri="{FF2B5EF4-FFF2-40B4-BE49-F238E27FC236}">
                <a16:creationId xmlns:a16="http://schemas.microsoft.com/office/drawing/2014/main" id="{5624A380-FA51-459C-A714-350DAD610FFB}"/>
              </a:ext>
            </a:extLst>
          </p:cNvPr>
          <p:cNvSpPr>
            <a:spLocks noGrp="1"/>
          </p:cNvSpPr>
          <p:nvPr/>
        </p:nvSpPr>
        <p:spPr>
          <a:xfrm>
            <a:off x="2322924" y="560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9" name="A1_bar_GT_11265">
            <a:extLst>
              <a:ext uri="{FF2B5EF4-FFF2-40B4-BE49-F238E27FC236}">
                <a16:creationId xmlns:a16="http://schemas.microsoft.com/office/drawing/2014/main" id="{CE3F8633-6029-44F7-99DD-3AB9E3897D1C}"/>
              </a:ext>
            </a:extLst>
          </p:cNvPr>
          <p:cNvSpPr>
            <a:spLocks noGrp="1"/>
          </p:cNvSpPr>
          <p:nvPr/>
        </p:nvSpPr>
        <p:spPr>
          <a:xfrm>
            <a:off x="2262362" y="41452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0" name="A1_bar_GT_11266">
            <a:extLst>
              <a:ext uri="{FF2B5EF4-FFF2-40B4-BE49-F238E27FC236}">
                <a16:creationId xmlns:a16="http://schemas.microsoft.com/office/drawing/2014/main" id="{E9727796-B2E2-437F-9BC5-93F0DF8615A6}"/>
              </a:ext>
            </a:extLst>
          </p:cNvPr>
          <p:cNvSpPr>
            <a:spLocks noGrp="1"/>
          </p:cNvSpPr>
          <p:nvPr/>
        </p:nvSpPr>
        <p:spPr>
          <a:xfrm>
            <a:off x="2288619" y="54256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1" name="A1_bar_GT_11267">
            <a:extLst>
              <a:ext uri="{FF2B5EF4-FFF2-40B4-BE49-F238E27FC236}">
                <a16:creationId xmlns:a16="http://schemas.microsoft.com/office/drawing/2014/main" id="{04DE53F1-7F2F-42BA-A886-8849B9C6FC59}"/>
              </a:ext>
            </a:extLst>
          </p:cNvPr>
          <p:cNvSpPr>
            <a:spLocks noGrp="1"/>
          </p:cNvSpPr>
          <p:nvPr/>
        </p:nvSpPr>
        <p:spPr>
          <a:xfrm>
            <a:off x="2218043" y="3407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2" name="A1_bar_GT_11268">
            <a:extLst>
              <a:ext uri="{FF2B5EF4-FFF2-40B4-BE49-F238E27FC236}">
                <a16:creationId xmlns:a16="http://schemas.microsoft.com/office/drawing/2014/main" id="{FC5A754C-7A94-453F-BCC4-869848B71B32}"/>
              </a:ext>
            </a:extLst>
          </p:cNvPr>
          <p:cNvSpPr>
            <a:spLocks noGrp="1"/>
          </p:cNvSpPr>
          <p:nvPr/>
        </p:nvSpPr>
        <p:spPr>
          <a:xfrm>
            <a:off x="2316916" y="50553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3" name="A1_bar_GT_11269">
            <a:extLst>
              <a:ext uri="{FF2B5EF4-FFF2-40B4-BE49-F238E27FC236}">
                <a16:creationId xmlns:a16="http://schemas.microsoft.com/office/drawing/2014/main" id="{66D0CCB7-4896-441E-B9A8-73BBFBDEE2C6}"/>
              </a:ext>
            </a:extLst>
          </p:cNvPr>
          <p:cNvSpPr>
            <a:spLocks noGrp="1"/>
          </p:cNvSpPr>
          <p:nvPr/>
        </p:nvSpPr>
        <p:spPr>
          <a:xfrm>
            <a:off x="2379477" y="59848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4" name="A1_bar_GT_11270">
            <a:extLst>
              <a:ext uri="{FF2B5EF4-FFF2-40B4-BE49-F238E27FC236}">
                <a16:creationId xmlns:a16="http://schemas.microsoft.com/office/drawing/2014/main" id="{9B4A3741-05F0-4F98-8231-116BBA22BD7C}"/>
              </a:ext>
            </a:extLst>
          </p:cNvPr>
          <p:cNvSpPr>
            <a:spLocks noGrp="1"/>
          </p:cNvSpPr>
          <p:nvPr/>
        </p:nvSpPr>
        <p:spPr>
          <a:xfrm>
            <a:off x="2372284" y="391423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5" name="A1_bar_GT_11271">
            <a:extLst>
              <a:ext uri="{FF2B5EF4-FFF2-40B4-BE49-F238E27FC236}">
                <a16:creationId xmlns:a16="http://schemas.microsoft.com/office/drawing/2014/main" id="{E18F3A61-BEF0-4C9D-9C8B-98A95D79F843}"/>
              </a:ext>
            </a:extLst>
          </p:cNvPr>
          <p:cNvSpPr>
            <a:spLocks noGrp="1"/>
          </p:cNvSpPr>
          <p:nvPr/>
        </p:nvSpPr>
        <p:spPr>
          <a:xfrm>
            <a:off x="2316766" y="569073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6" name="A1_bar_GT_11272">
            <a:extLst>
              <a:ext uri="{FF2B5EF4-FFF2-40B4-BE49-F238E27FC236}">
                <a16:creationId xmlns:a16="http://schemas.microsoft.com/office/drawing/2014/main" id="{A82A7F80-EF25-4755-AB6A-504063C18ACD}"/>
              </a:ext>
            </a:extLst>
          </p:cNvPr>
          <p:cNvSpPr>
            <a:spLocks noGrp="1"/>
          </p:cNvSpPr>
          <p:nvPr/>
        </p:nvSpPr>
        <p:spPr>
          <a:xfrm>
            <a:off x="2190602" y="59322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7" name="A1_bar_GT_11273">
            <a:extLst>
              <a:ext uri="{FF2B5EF4-FFF2-40B4-BE49-F238E27FC236}">
                <a16:creationId xmlns:a16="http://schemas.microsoft.com/office/drawing/2014/main" id="{10695E94-9AE5-47BE-9AF4-01F4956F1CF5}"/>
              </a:ext>
            </a:extLst>
          </p:cNvPr>
          <p:cNvSpPr>
            <a:spLocks noGrp="1"/>
          </p:cNvSpPr>
          <p:nvPr/>
        </p:nvSpPr>
        <p:spPr>
          <a:xfrm>
            <a:off x="2224383" y="53039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8" name="A1_bar_GT_11274">
            <a:extLst>
              <a:ext uri="{FF2B5EF4-FFF2-40B4-BE49-F238E27FC236}">
                <a16:creationId xmlns:a16="http://schemas.microsoft.com/office/drawing/2014/main" id="{DB407216-7CFE-47CD-9B82-E3E0DE36D157}"/>
              </a:ext>
            </a:extLst>
          </p:cNvPr>
          <p:cNvSpPr>
            <a:spLocks noGrp="1"/>
          </p:cNvSpPr>
          <p:nvPr/>
        </p:nvSpPr>
        <p:spPr>
          <a:xfrm>
            <a:off x="2320383" y="36884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9" name="A1_bar_GT_11275">
            <a:extLst>
              <a:ext uri="{FF2B5EF4-FFF2-40B4-BE49-F238E27FC236}">
                <a16:creationId xmlns:a16="http://schemas.microsoft.com/office/drawing/2014/main" id="{38237074-516F-4EF5-A46E-397D051659E3}"/>
              </a:ext>
            </a:extLst>
          </p:cNvPr>
          <p:cNvSpPr>
            <a:spLocks noGrp="1"/>
          </p:cNvSpPr>
          <p:nvPr/>
        </p:nvSpPr>
        <p:spPr>
          <a:xfrm>
            <a:off x="2152263" y="52044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0" name="A1_bar_GT_11276">
            <a:extLst>
              <a:ext uri="{FF2B5EF4-FFF2-40B4-BE49-F238E27FC236}">
                <a16:creationId xmlns:a16="http://schemas.microsoft.com/office/drawing/2014/main" id="{3EEE06CC-2CB9-4375-819C-288BE330D768}"/>
              </a:ext>
            </a:extLst>
          </p:cNvPr>
          <p:cNvSpPr>
            <a:spLocks noGrp="1"/>
          </p:cNvSpPr>
          <p:nvPr/>
        </p:nvSpPr>
        <p:spPr>
          <a:xfrm>
            <a:off x="2212701" y="36826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1" name="A1_bar_GT_11277">
            <a:extLst>
              <a:ext uri="{FF2B5EF4-FFF2-40B4-BE49-F238E27FC236}">
                <a16:creationId xmlns:a16="http://schemas.microsoft.com/office/drawing/2014/main" id="{2B7F66F0-67A3-4AEB-A03A-90C78D601E6F}"/>
              </a:ext>
            </a:extLst>
          </p:cNvPr>
          <p:cNvSpPr>
            <a:spLocks noGrp="1"/>
          </p:cNvSpPr>
          <p:nvPr/>
        </p:nvSpPr>
        <p:spPr>
          <a:xfrm>
            <a:off x="2212973" y="35594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2" name="A1_bar_GT_11278">
            <a:extLst>
              <a:ext uri="{FF2B5EF4-FFF2-40B4-BE49-F238E27FC236}">
                <a16:creationId xmlns:a16="http://schemas.microsoft.com/office/drawing/2014/main" id="{C123950F-9F12-46CB-B476-1AEF5D7AFF4E}"/>
              </a:ext>
            </a:extLst>
          </p:cNvPr>
          <p:cNvSpPr>
            <a:spLocks noGrp="1"/>
          </p:cNvSpPr>
          <p:nvPr/>
        </p:nvSpPr>
        <p:spPr>
          <a:xfrm>
            <a:off x="2241895" y="44902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3" name="A1_bar_GT_11279">
            <a:extLst>
              <a:ext uri="{FF2B5EF4-FFF2-40B4-BE49-F238E27FC236}">
                <a16:creationId xmlns:a16="http://schemas.microsoft.com/office/drawing/2014/main" id="{4911C569-9C6C-4910-8530-AC4ABEB25B51}"/>
              </a:ext>
            </a:extLst>
          </p:cNvPr>
          <p:cNvSpPr>
            <a:spLocks noGrp="1"/>
          </p:cNvSpPr>
          <p:nvPr/>
        </p:nvSpPr>
        <p:spPr>
          <a:xfrm>
            <a:off x="2135243" y="37722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4" name="A1_bar_GT_11280">
            <a:extLst>
              <a:ext uri="{FF2B5EF4-FFF2-40B4-BE49-F238E27FC236}">
                <a16:creationId xmlns:a16="http://schemas.microsoft.com/office/drawing/2014/main" id="{F22875BE-F42E-430C-8913-2D0C48B00B61}"/>
              </a:ext>
            </a:extLst>
          </p:cNvPr>
          <p:cNvSpPr>
            <a:spLocks noGrp="1"/>
          </p:cNvSpPr>
          <p:nvPr/>
        </p:nvSpPr>
        <p:spPr>
          <a:xfrm>
            <a:off x="2298838" y="55615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5" name="A1_bar_GT_11281">
            <a:extLst>
              <a:ext uri="{FF2B5EF4-FFF2-40B4-BE49-F238E27FC236}">
                <a16:creationId xmlns:a16="http://schemas.microsoft.com/office/drawing/2014/main" id="{15708EC8-1F11-437B-8251-2785CE308838}"/>
              </a:ext>
            </a:extLst>
          </p:cNvPr>
          <p:cNvSpPr>
            <a:spLocks noGrp="1"/>
          </p:cNvSpPr>
          <p:nvPr/>
        </p:nvSpPr>
        <p:spPr>
          <a:xfrm>
            <a:off x="2229178" y="35877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6" name="A1_bar_GT_11282">
            <a:extLst>
              <a:ext uri="{FF2B5EF4-FFF2-40B4-BE49-F238E27FC236}">
                <a16:creationId xmlns:a16="http://schemas.microsoft.com/office/drawing/2014/main" id="{C3DB2642-0970-43B2-8BD2-3BC0769B5A99}"/>
              </a:ext>
            </a:extLst>
          </p:cNvPr>
          <p:cNvSpPr>
            <a:spLocks noGrp="1"/>
          </p:cNvSpPr>
          <p:nvPr/>
        </p:nvSpPr>
        <p:spPr>
          <a:xfrm>
            <a:off x="2306810" y="492908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7" name="A1_bar_GT_11283">
            <a:extLst>
              <a:ext uri="{FF2B5EF4-FFF2-40B4-BE49-F238E27FC236}">
                <a16:creationId xmlns:a16="http://schemas.microsoft.com/office/drawing/2014/main" id="{763AABCA-85EF-4B9C-A308-30EDFF01411A}"/>
              </a:ext>
            </a:extLst>
          </p:cNvPr>
          <p:cNvSpPr>
            <a:spLocks noGrp="1"/>
          </p:cNvSpPr>
          <p:nvPr/>
        </p:nvSpPr>
        <p:spPr>
          <a:xfrm>
            <a:off x="2190221" y="609782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8" name="A1_bar_GT_11284">
            <a:extLst>
              <a:ext uri="{FF2B5EF4-FFF2-40B4-BE49-F238E27FC236}">
                <a16:creationId xmlns:a16="http://schemas.microsoft.com/office/drawing/2014/main" id="{37E56810-BB73-4F47-8CA3-3483C7356D88}"/>
              </a:ext>
            </a:extLst>
          </p:cNvPr>
          <p:cNvSpPr>
            <a:spLocks noGrp="1"/>
          </p:cNvSpPr>
          <p:nvPr/>
        </p:nvSpPr>
        <p:spPr>
          <a:xfrm>
            <a:off x="2198590" y="343517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9" name="A1_bar_GT_11285">
            <a:extLst>
              <a:ext uri="{FF2B5EF4-FFF2-40B4-BE49-F238E27FC236}">
                <a16:creationId xmlns:a16="http://schemas.microsoft.com/office/drawing/2014/main" id="{D8FDDBA5-3CAB-4D96-9312-8411D778BF25}"/>
              </a:ext>
            </a:extLst>
          </p:cNvPr>
          <p:cNvSpPr>
            <a:spLocks noGrp="1"/>
          </p:cNvSpPr>
          <p:nvPr/>
        </p:nvSpPr>
        <p:spPr>
          <a:xfrm>
            <a:off x="2310535" y="609781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0" name="A1_bar_GT_11286">
            <a:extLst>
              <a:ext uri="{FF2B5EF4-FFF2-40B4-BE49-F238E27FC236}">
                <a16:creationId xmlns:a16="http://schemas.microsoft.com/office/drawing/2014/main" id="{C45F7727-3DDC-4D7C-91D6-6C73CA53FE8D}"/>
              </a:ext>
            </a:extLst>
          </p:cNvPr>
          <p:cNvSpPr>
            <a:spLocks noGrp="1"/>
          </p:cNvSpPr>
          <p:nvPr/>
        </p:nvSpPr>
        <p:spPr>
          <a:xfrm>
            <a:off x="2187982" y="36711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1" name="A1_bar_GT_11287">
            <a:extLst>
              <a:ext uri="{FF2B5EF4-FFF2-40B4-BE49-F238E27FC236}">
                <a16:creationId xmlns:a16="http://schemas.microsoft.com/office/drawing/2014/main" id="{D0F4B87C-7848-442A-92BF-2BE9C24D4DC0}"/>
              </a:ext>
            </a:extLst>
          </p:cNvPr>
          <p:cNvSpPr>
            <a:spLocks noGrp="1"/>
          </p:cNvSpPr>
          <p:nvPr/>
        </p:nvSpPr>
        <p:spPr>
          <a:xfrm>
            <a:off x="2202479" y="549580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2" name="A1_bar_GT_11288">
            <a:extLst>
              <a:ext uri="{FF2B5EF4-FFF2-40B4-BE49-F238E27FC236}">
                <a16:creationId xmlns:a16="http://schemas.microsoft.com/office/drawing/2014/main" id="{A152738A-96BE-4856-A587-FC0AE05ECA46}"/>
              </a:ext>
            </a:extLst>
          </p:cNvPr>
          <p:cNvSpPr>
            <a:spLocks noGrp="1"/>
          </p:cNvSpPr>
          <p:nvPr/>
        </p:nvSpPr>
        <p:spPr>
          <a:xfrm>
            <a:off x="2344164" y="59783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3" name="A1_bar_GT_11289">
            <a:extLst>
              <a:ext uri="{FF2B5EF4-FFF2-40B4-BE49-F238E27FC236}">
                <a16:creationId xmlns:a16="http://schemas.microsoft.com/office/drawing/2014/main" id="{40CF141A-538E-4716-98B4-462435CA4308}"/>
              </a:ext>
            </a:extLst>
          </p:cNvPr>
          <p:cNvSpPr>
            <a:spLocks noGrp="1"/>
          </p:cNvSpPr>
          <p:nvPr/>
        </p:nvSpPr>
        <p:spPr>
          <a:xfrm>
            <a:off x="2139785" y="60976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4" name="A1_bar_GT_11290">
            <a:extLst>
              <a:ext uri="{FF2B5EF4-FFF2-40B4-BE49-F238E27FC236}">
                <a16:creationId xmlns:a16="http://schemas.microsoft.com/office/drawing/2014/main" id="{5A4A1727-2258-4C94-8A9D-8D8B48D84D20}"/>
              </a:ext>
            </a:extLst>
          </p:cNvPr>
          <p:cNvSpPr>
            <a:spLocks noGrp="1"/>
          </p:cNvSpPr>
          <p:nvPr/>
        </p:nvSpPr>
        <p:spPr>
          <a:xfrm>
            <a:off x="2213005" y="39303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5" name="A1_bar_GT_11291">
            <a:extLst>
              <a:ext uri="{FF2B5EF4-FFF2-40B4-BE49-F238E27FC236}">
                <a16:creationId xmlns:a16="http://schemas.microsoft.com/office/drawing/2014/main" id="{8FA7D274-F520-499B-A5EF-3A166759F45E}"/>
              </a:ext>
            </a:extLst>
          </p:cNvPr>
          <p:cNvSpPr>
            <a:spLocks noGrp="1"/>
          </p:cNvSpPr>
          <p:nvPr/>
        </p:nvSpPr>
        <p:spPr>
          <a:xfrm>
            <a:off x="2134768" y="60978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6" name="A1_bar_GT_11292">
            <a:extLst>
              <a:ext uri="{FF2B5EF4-FFF2-40B4-BE49-F238E27FC236}">
                <a16:creationId xmlns:a16="http://schemas.microsoft.com/office/drawing/2014/main" id="{7176BB10-B6AC-4428-B072-F1ADD25F6D4D}"/>
              </a:ext>
            </a:extLst>
          </p:cNvPr>
          <p:cNvSpPr>
            <a:spLocks noGrp="1"/>
          </p:cNvSpPr>
          <p:nvPr/>
        </p:nvSpPr>
        <p:spPr>
          <a:xfrm>
            <a:off x="2193156" y="49255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7" name="A1_bar_GT_11293">
            <a:extLst>
              <a:ext uri="{FF2B5EF4-FFF2-40B4-BE49-F238E27FC236}">
                <a16:creationId xmlns:a16="http://schemas.microsoft.com/office/drawing/2014/main" id="{D40B3097-75E0-4462-85FA-3EE3A5A25206}"/>
              </a:ext>
            </a:extLst>
          </p:cNvPr>
          <p:cNvSpPr>
            <a:spLocks noGrp="1"/>
          </p:cNvSpPr>
          <p:nvPr/>
        </p:nvSpPr>
        <p:spPr>
          <a:xfrm>
            <a:off x="2217285" y="42784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8" name="A1_bar_GT_11294">
            <a:extLst>
              <a:ext uri="{FF2B5EF4-FFF2-40B4-BE49-F238E27FC236}">
                <a16:creationId xmlns:a16="http://schemas.microsoft.com/office/drawing/2014/main" id="{8EEB2453-318A-4E95-9C84-1A38DA9ECE88}"/>
              </a:ext>
            </a:extLst>
          </p:cNvPr>
          <p:cNvSpPr>
            <a:spLocks noGrp="1"/>
          </p:cNvSpPr>
          <p:nvPr/>
        </p:nvSpPr>
        <p:spPr>
          <a:xfrm>
            <a:off x="2283547" y="445996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9" name="A1_bar_GT_11295">
            <a:extLst>
              <a:ext uri="{FF2B5EF4-FFF2-40B4-BE49-F238E27FC236}">
                <a16:creationId xmlns:a16="http://schemas.microsoft.com/office/drawing/2014/main" id="{E30FB775-8085-4AC0-AF24-FE135107054D}"/>
              </a:ext>
            </a:extLst>
          </p:cNvPr>
          <p:cNvSpPr>
            <a:spLocks noGrp="1"/>
          </p:cNvSpPr>
          <p:nvPr/>
        </p:nvSpPr>
        <p:spPr>
          <a:xfrm>
            <a:off x="2161164" y="51714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0" name="A1_bar_GT_11296">
            <a:extLst>
              <a:ext uri="{FF2B5EF4-FFF2-40B4-BE49-F238E27FC236}">
                <a16:creationId xmlns:a16="http://schemas.microsoft.com/office/drawing/2014/main" id="{CE4112A8-D895-45C2-B5DD-C282EE63A628}"/>
              </a:ext>
            </a:extLst>
          </p:cNvPr>
          <p:cNvSpPr>
            <a:spLocks noGrp="1"/>
          </p:cNvSpPr>
          <p:nvPr/>
        </p:nvSpPr>
        <p:spPr>
          <a:xfrm>
            <a:off x="2142230" y="41357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1" name="A1_bar_GT_11297">
            <a:extLst>
              <a:ext uri="{FF2B5EF4-FFF2-40B4-BE49-F238E27FC236}">
                <a16:creationId xmlns:a16="http://schemas.microsoft.com/office/drawing/2014/main" id="{ED79BD10-F8A2-43BE-8614-36A415A8DEED}"/>
              </a:ext>
            </a:extLst>
          </p:cNvPr>
          <p:cNvSpPr>
            <a:spLocks noGrp="1"/>
          </p:cNvSpPr>
          <p:nvPr/>
        </p:nvSpPr>
        <p:spPr>
          <a:xfrm>
            <a:off x="2354071" y="35602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2" name="A1_bar_GT_11298">
            <a:extLst>
              <a:ext uri="{FF2B5EF4-FFF2-40B4-BE49-F238E27FC236}">
                <a16:creationId xmlns:a16="http://schemas.microsoft.com/office/drawing/2014/main" id="{619FAD05-62F8-4752-8C2C-A84B7D616370}"/>
              </a:ext>
            </a:extLst>
          </p:cNvPr>
          <p:cNvSpPr>
            <a:spLocks noGrp="1"/>
          </p:cNvSpPr>
          <p:nvPr/>
        </p:nvSpPr>
        <p:spPr>
          <a:xfrm>
            <a:off x="2287861" y="44664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3" name="A1_bar_GT_11299">
            <a:extLst>
              <a:ext uri="{FF2B5EF4-FFF2-40B4-BE49-F238E27FC236}">
                <a16:creationId xmlns:a16="http://schemas.microsoft.com/office/drawing/2014/main" id="{217CF0B2-BE4B-4E79-803D-84CC8AE6432C}"/>
              </a:ext>
            </a:extLst>
          </p:cNvPr>
          <p:cNvSpPr>
            <a:spLocks noGrp="1"/>
          </p:cNvSpPr>
          <p:nvPr/>
        </p:nvSpPr>
        <p:spPr>
          <a:xfrm>
            <a:off x="2283482" y="60978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4" name="A1_bar_GT_11300">
            <a:extLst>
              <a:ext uri="{FF2B5EF4-FFF2-40B4-BE49-F238E27FC236}">
                <a16:creationId xmlns:a16="http://schemas.microsoft.com/office/drawing/2014/main" id="{01789623-7331-4A5B-98BF-ACC83306B336}"/>
              </a:ext>
            </a:extLst>
          </p:cNvPr>
          <p:cNvSpPr>
            <a:spLocks noGrp="1"/>
          </p:cNvSpPr>
          <p:nvPr/>
        </p:nvSpPr>
        <p:spPr>
          <a:xfrm>
            <a:off x="2195915" y="52239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5" name="A1_bar_GT_11301">
            <a:extLst>
              <a:ext uri="{FF2B5EF4-FFF2-40B4-BE49-F238E27FC236}">
                <a16:creationId xmlns:a16="http://schemas.microsoft.com/office/drawing/2014/main" id="{550CDABE-2A76-4658-A19B-579BF8B60F9D}"/>
              </a:ext>
            </a:extLst>
          </p:cNvPr>
          <p:cNvSpPr>
            <a:spLocks noGrp="1"/>
          </p:cNvSpPr>
          <p:nvPr/>
        </p:nvSpPr>
        <p:spPr>
          <a:xfrm>
            <a:off x="2168680" y="502859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6" name="A1_bar_GT_11302">
            <a:extLst>
              <a:ext uri="{FF2B5EF4-FFF2-40B4-BE49-F238E27FC236}">
                <a16:creationId xmlns:a16="http://schemas.microsoft.com/office/drawing/2014/main" id="{A4E88AFF-5C16-4765-8FE2-3220F40C7926}"/>
              </a:ext>
            </a:extLst>
          </p:cNvPr>
          <p:cNvSpPr>
            <a:spLocks noGrp="1"/>
          </p:cNvSpPr>
          <p:nvPr/>
        </p:nvSpPr>
        <p:spPr>
          <a:xfrm>
            <a:off x="2232311" y="54832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7" name="A1_bar_GT_11303">
            <a:extLst>
              <a:ext uri="{FF2B5EF4-FFF2-40B4-BE49-F238E27FC236}">
                <a16:creationId xmlns:a16="http://schemas.microsoft.com/office/drawing/2014/main" id="{593BBAAC-623D-425B-8299-C2A1EFB755D9}"/>
              </a:ext>
            </a:extLst>
          </p:cNvPr>
          <p:cNvSpPr>
            <a:spLocks noGrp="1"/>
          </p:cNvSpPr>
          <p:nvPr/>
        </p:nvSpPr>
        <p:spPr>
          <a:xfrm>
            <a:off x="2148409" y="3578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8" name="A1_bar_GT_11304">
            <a:extLst>
              <a:ext uri="{FF2B5EF4-FFF2-40B4-BE49-F238E27FC236}">
                <a16:creationId xmlns:a16="http://schemas.microsoft.com/office/drawing/2014/main" id="{BF0E6389-579A-40A6-A629-2A0F5968CD35}"/>
              </a:ext>
            </a:extLst>
          </p:cNvPr>
          <p:cNvSpPr>
            <a:spLocks noGrp="1"/>
          </p:cNvSpPr>
          <p:nvPr/>
        </p:nvSpPr>
        <p:spPr>
          <a:xfrm>
            <a:off x="2192404" y="38380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9" name="A1_bar_GT_11305">
            <a:extLst>
              <a:ext uri="{FF2B5EF4-FFF2-40B4-BE49-F238E27FC236}">
                <a16:creationId xmlns:a16="http://schemas.microsoft.com/office/drawing/2014/main" id="{D004029D-58C1-424B-961C-62BE3EE22248}"/>
              </a:ext>
            </a:extLst>
          </p:cNvPr>
          <p:cNvSpPr>
            <a:spLocks noGrp="1"/>
          </p:cNvSpPr>
          <p:nvPr/>
        </p:nvSpPr>
        <p:spPr>
          <a:xfrm>
            <a:off x="2359492" y="59040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0" name="A1_bar_GT_11306">
            <a:extLst>
              <a:ext uri="{FF2B5EF4-FFF2-40B4-BE49-F238E27FC236}">
                <a16:creationId xmlns:a16="http://schemas.microsoft.com/office/drawing/2014/main" id="{3B2168A4-9D65-4CF5-8F05-9C44A136B7EA}"/>
              </a:ext>
            </a:extLst>
          </p:cNvPr>
          <p:cNvSpPr>
            <a:spLocks noGrp="1"/>
          </p:cNvSpPr>
          <p:nvPr/>
        </p:nvSpPr>
        <p:spPr>
          <a:xfrm>
            <a:off x="2296364" y="52478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1" name="A1_bar_GT_11307">
            <a:extLst>
              <a:ext uri="{FF2B5EF4-FFF2-40B4-BE49-F238E27FC236}">
                <a16:creationId xmlns:a16="http://schemas.microsoft.com/office/drawing/2014/main" id="{EF80EA62-7846-4EB9-A538-3F99762972E6}"/>
              </a:ext>
            </a:extLst>
          </p:cNvPr>
          <p:cNvSpPr>
            <a:spLocks noGrp="1"/>
          </p:cNvSpPr>
          <p:nvPr/>
        </p:nvSpPr>
        <p:spPr>
          <a:xfrm>
            <a:off x="2310180" y="56801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2" name="A1_bar_GT_11308">
            <a:extLst>
              <a:ext uri="{FF2B5EF4-FFF2-40B4-BE49-F238E27FC236}">
                <a16:creationId xmlns:a16="http://schemas.microsoft.com/office/drawing/2014/main" id="{B34F1CC3-0CB4-42AB-A53C-98ED47037E42}"/>
              </a:ext>
            </a:extLst>
          </p:cNvPr>
          <p:cNvSpPr>
            <a:spLocks noGrp="1"/>
          </p:cNvSpPr>
          <p:nvPr/>
        </p:nvSpPr>
        <p:spPr>
          <a:xfrm>
            <a:off x="2326183" y="51800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3" name="A1_bar_GT_11309">
            <a:extLst>
              <a:ext uri="{FF2B5EF4-FFF2-40B4-BE49-F238E27FC236}">
                <a16:creationId xmlns:a16="http://schemas.microsoft.com/office/drawing/2014/main" id="{0E2B4275-20B9-44BD-8C32-91A532475F51}"/>
              </a:ext>
            </a:extLst>
          </p:cNvPr>
          <p:cNvSpPr>
            <a:spLocks noGrp="1"/>
          </p:cNvSpPr>
          <p:nvPr/>
        </p:nvSpPr>
        <p:spPr>
          <a:xfrm>
            <a:off x="2165869" y="43904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4" name="A1_bar_GT_11310">
            <a:extLst>
              <a:ext uri="{FF2B5EF4-FFF2-40B4-BE49-F238E27FC236}">
                <a16:creationId xmlns:a16="http://schemas.microsoft.com/office/drawing/2014/main" id="{665AA976-CB6E-4A58-9473-74A8782BFF95}"/>
              </a:ext>
            </a:extLst>
          </p:cNvPr>
          <p:cNvSpPr>
            <a:spLocks noGrp="1"/>
          </p:cNvSpPr>
          <p:nvPr/>
        </p:nvSpPr>
        <p:spPr>
          <a:xfrm>
            <a:off x="2250815" y="420061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5" name="A1_bar_GT_11311">
            <a:extLst>
              <a:ext uri="{FF2B5EF4-FFF2-40B4-BE49-F238E27FC236}">
                <a16:creationId xmlns:a16="http://schemas.microsoft.com/office/drawing/2014/main" id="{9746C480-E489-4186-9087-C058CEE6B1C0}"/>
              </a:ext>
            </a:extLst>
          </p:cNvPr>
          <p:cNvSpPr>
            <a:spLocks noGrp="1"/>
          </p:cNvSpPr>
          <p:nvPr/>
        </p:nvSpPr>
        <p:spPr>
          <a:xfrm>
            <a:off x="2374573" y="43846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6" name="A1_bar_GT_11312">
            <a:extLst>
              <a:ext uri="{FF2B5EF4-FFF2-40B4-BE49-F238E27FC236}">
                <a16:creationId xmlns:a16="http://schemas.microsoft.com/office/drawing/2014/main" id="{0EEE6877-65A3-4EDB-8E19-0FBB2A07442B}"/>
              </a:ext>
            </a:extLst>
          </p:cNvPr>
          <p:cNvSpPr>
            <a:spLocks noGrp="1"/>
          </p:cNvSpPr>
          <p:nvPr/>
        </p:nvSpPr>
        <p:spPr>
          <a:xfrm>
            <a:off x="2295140" y="57527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7" name="A1_bar_GT_11313">
            <a:extLst>
              <a:ext uri="{FF2B5EF4-FFF2-40B4-BE49-F238E27FC236}">
                <a16:creationId xmlns:a16="http://schemas.microsoft.com/office/drawing/2014/main" id="{0487FC41-F670-48DF-8A65-1AB852A7505E}"/>
              </a:ext>
            </a:extLst>
          </p:cNvPr>
          <p:cNvSpPr>
            <a:spLocks noGrp="1"/>
          </p:cNvSpPr>
          <p:nvPr/>
        </p:nvSpPr>
        <p:spPr>
          <a:xfrm>
            <a:off x="2193293" y="5858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8" name="A1_bar_GT_11314">
            <a:extLst>
              <a:ext uri="{FF2B5EF4-FFF2-40B4-BE49-F238E27FC236}">
                <a16:creationId xmlns:a16="http://schemas.microsoft.com/office/drawing/2014/main" id="{C8AE03D8-03DE-4194-A06E-983E165DC32D}"/>
              </a:ext>
            </a:extLst>
          </p:cNvPr>
          <p:cNvSpPr>
            <a:spLocks noGrp="1"/>
          </p:cNvSpPr>
          <p:nvPr/>
        </p:nvSpPr>
        <p:spPr>
          <a:xfrm>
            <a:off x="2145316" y="463350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9" name="A1_bar_GT_11315">
            <a:extLst>
              <a:ext uri="{FF2B5EF4-FFF2-40B4-BE49-F238E27FC236}">
                <a16:creationId xmlns:a16="http://schemas.microsoft.com/office/drawing/2014/main" id="{ADBD6F9F-57BD-4162-AAB8-E19A8E71EE73}"/>
              </a:ext>
            </a:extLst>
          </p:cNvPr>
          <p:cNvSpPr>
            <a:spLocks noGrp="1"/>
          </p:cNvSpPr>
          <p:nvPr/>
        </p:nvSpPr>
        <p:spPr>
          <a:xfrm>
            <a:off x="2288445" y="60978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0" name="A1_bar_GT_11316">
            <a:extLst>
              <a:ext uri="{FF2B5EF4-FFF2-40B4-BE49-F238E27FC236}">
                <a16:creationId xmlns:a16="http://schemas.microsoft.com/office/drawing/2014/main" id="{13089A69-12D1-4FEC-A0F7-C35E80ADABCF}"/>
              </a:ext>
            </a:extLst>
          </p:cNvPr>
          <p:cNvSpPr>
            <a:spLocks noGrp="1"/>
          </p:cNvSpPr>
          <p:nvPr/>
        </p:nvSpPr>
        <p:spPr>
          <a:xfrm>
            <a:off x="2183485" y="37082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1" name="A1_bar_GT_11317">
            <a:extLst>
              <a:ext uri="{FF2B5EF4-FFF2-40B4-BE49-F238E27FC236}">
                <a16:creationId xmlns:a16="http://schemas.microsoft.com/office/drawing/2014/main" id="{3C97EBF1-02AB-499B-ACF7-DFB63464F973}"/>
              </a:ext>
            </a:extLst>
          </p:cNvPr>
          <p:cNvSpPr>
            <a:spLocks noGrp="1"/>
          </p:cNvSpPr>
          <p:nvPr/>
        </p:nvSpPr>
        <p:spPr>
          <a:xfrm>
            <a:off x="2265003" y="58780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2" name="A1_bar_GT_11318">
            <a:extLst>
              <a:ext uri="{FF2B5EF4-FFF2-40B4-BE49-F238E27FC236}">
                <a16:creationId xmlns:a16="http://schemas.microsoft.com/office/drawing/2014/main" id="{9E884340-6AD7-4B12-8730-E40C1F0F8C4C}"/>
              </a:ext>
            </a:extLst>
          </p:cNvPr>
          <p:cNvSpPr>
            <a:spLocks noGrp="1"/>
          </p:cNvSpPr>
          <p:nvPr/>
        </p:nvSpPr>
        <p:spPr>
          <a:xfrm>
            <a:off x="2233200" y="45672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3" name="A1_bar_GT_11319">
            <a:extLst>
              <a:ext uri="{FF2B5EF4-FFF2-40B4-BE49-F238E27FC236}">
                <a16:creationId xmlns:a16="http://schemas.microsoft.com/office/drawing/2014/main" id="{30CA05F9-AC78-4277-AF08-1876AEBFA93F}"/>
              </a:ext>
            </a:extLst>
          </p:cNvPr>
          <p:cNvSpPr>
            <a:spLocks noGrp="1"/>
          </p:cNvSpPr>
          <p:nvPr/>
        </p:nvSpPr>
        <p:spPr>
          <a:xfrm>
            <a:off x="2178154" y="5166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4" name="A1_bar_GT_11320">
            <a:extLst>
              <a:ext uri="{FF2B5EF4-FFF2-40B4-BE49-F238E27FC236}">
                <a16:creationId xmlns:a16="http://schemas.microsoft.com/office/drawing/2014/main" id="{9E4D0A06-D6D8-49CB-8CB1-F9326D83259C}"/>
              </a:ext>
            </a:extLst>
          </p:cNvPr>
          <p:cNvSpPr>
            <a:spLocks noGrp="1"/>
          </p:cNvSpPr>
          <p:nvPr/>
        </p:nvSpPr>
        <p:spPr>
          <a:xfrm>
            <a:off x="2278966" y="43441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5" name="A1_bar_GT_11321">
            <a:extLst>
              <a:ext uri="{FF2B5EF4-FFF2-40B4-BE49-F238E27FC236}">
                <a16:creationId xmlns:a16="http://schemas.microsoft.com/office/drawing/2014/main" id="{DABE152C-ACEB-417D-8E43-4A6495C5B7FD}"/>
              </a:ext>
            </a:extLst>
          </p:cNvPr>
          <p:cNvSpPr>
            <a:spLocks noGrp="1"/>
          </p:cNvSpPr>
          <p:nvPr/>
        </p:nvSpPr>
        <p:spPr>
          <a:xfrm>
            <a:off x="2345352" y="47200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6" name="A1_bar_GT_11322">
            <a:extLst>
              <a:ext uri="{FF2B5EF4-FFF2-40B4-BE49-F238E27FC236}">
                <a16:creationId xmlns:a16="http://schemas.microsoft.com/office/drawing/2014/main" id="{55B9A9A5-9332-4579-9FC0-2625C7AD4A6F}"/>
              </a:ext>
            </a:extLst>
          </p:cNvPr>
          <p:cNvSpPr>
            <a:spLocks noGrp="1"/>
          </p:cNvSpPr>
          <p:nvPr/>
        </p:nvSpPr>
        <p:spPr>
          <a:xfrm>
            <a:off x="2316957" y="38888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7" name="A1_bar_GT_11323">
            <a:extLst>
              <a:ext uri="{FF2B5EF4-FFF2-40B4-BE49-F238E27FC236}">
                <a16:creationId xmlns:a16="http://schemas.microsoft.com/office/drawing/2014/main" id="{6110E70C-D6FC-4FDC-BC77-9D06B39AF2A4}"/>
              </a:ext>
            </a:extLst>
          </p:cNvPr>
          <p:cNvSpPr>
            <a:spLocks noGrp="1"/>
          </p:cNvSpPr>
          <p:nvPr/>
        </p:nvSpPr>
        <p:spPr>
          <a:xfrm>
            <a:off x="2158204" y="56410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8" name="A1_bar_GT_11324">
            <a:extLst>
              <a:ext uri="{FF2B5EF4-FFF2-40B4-BE49-F238E27FC236}">
                <a16:creationId xmlns:a16="http://schemas.microsoft.com/office/drawing/2014/main" id="{E2666C6E-1433-493A-9D1D-AE9F7D5CD7FC}"/>
              </a:ext>
            </a:extLst>
          </p:cNvPr>
          <p:cNvSpPr>
            <a:spLocks noGrp="1"/>
          </p:cNvSpPr>
          <p:nvPr/>
        </p:nvSpPr>
        <p:spPr>
          <a:xfrm>
            <a:off x="2348065" y="60978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9" name="A1_bar_GT_11325">
            <a:extLst>
              <a:ext uri="{FF2B5EF4-FFF2-40B4-BE49-F238E27FC236}">
                <a16:creationId xmlns:a16="http://schemas.microsoft.com/office/drawing/2014/main" id="{0F9A79D4-BB4E-4E73-AE6D-23F6ED51A3C2}"/>
              </a:ext>
            </a:extLst>
          </p:cNvPr>
          <p:cNvSpPr>
            <a:spLocks noGrp="1"/>
          </p:cNvSpPr>
          <p:nvPr/>
        </p:nvSpPr>
        <p:spPr>
          <a:xfrm>
            <a:off x="2279276" y="60888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0" name="A1_bar_GT_11326">
            <a:extLst>
              <a:ext uri="{FF2B5EF4-FFF2-40B4-BE49-F238E27FC236}">
                <a16:creationId xmlns:a16="http://schemas.microsoft.com/office/drawing/2014/main" id="{255425AB-04F3-403A-A499-70DA404E319B}"/>
              </a:ext>
            </a:extLst>
          </p:cNvPr>
          <p:cNvSpPr>
            <a:spLocks noGrp="1"/>
          </p:cNvSpPr>
          <p:nvPr/>
        </p:nvSpPr>
        <p:spPr>
          <a:xfrm>
            <a:off x="2277755" y="34885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1" name="A1_bar_GT_11327">
            <a:extLst>
              <a:ext uri="{FF2B5EF4-FFF2-40B4-BE49-F238E27FC236}">
                <a16:creationId xmlns:a16="http://schemas.microsoft.com/office/drawing/2014/main" id="{886C1F99-5850-4D6F-A5CC-2AAE1FA567FA}"/>
              </a:ext>
            </a:extLst>
          </p:cNvPr>
          <p:cNvSpPr>
            <a:spLocks noGrp="1"/>
          </p:cNvSpPr>
          <p:nvPr/>
        </p:nvSpPr>
        <p:spPr>
          <a:xfrm>
            <a:off x="2134509" y="413362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2" name="A1_bar_GT_11328">
            <a:extLst>
              <a:ext uri="{FF2B5EF4-FFF2-40B4-BE49-F238E27FC236}">
                <a16:creationId xmlns:a16="http://schemas.microsoft.com/office/drawing/2014/main" id="{60B9E8B9-2447-406F-9C32-E765C93F876A}"/>
              </a:ext>
            </a:extLst>
          </p:cNvPr>
          <p:cNvSpPr>
            <a:spLocks noGrp="1"/>
          </p:cNvSpPr>
          <p:nvPr/>
        </p:nvSpPr>
        <p:spPr>
          <a:xfrm>
            <a:off x="2134349" y="41771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3" name="A1_bar_GT_11329">
            <a:extLst>
              <a:ext uri="{FF2B5EF4-FFF2-40B4-BE49-F238E27FC236}">
                <a16:creationId xmlns:a16="http://schemas.microsoft.com/office/drawing/2014/main" id="{43BDEBE3-9A4E-46F7-BE66-7D0C63CA62D1}"/>
              </a:ext>
            </a:extLst>
          </p:cNvPr>
          <p:cNvSpPr>
            <a:spLocks noGrp="1"/>
          </p:cNvSpPr>
          <p:nvPr/>
        </p:nvSpPr>
        <p:spPr>
          <a:xfrm>
            <a:off x="2365472" y="41030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4" name="A1_bar_GT_11330">
            <a:extLst>
              <a:ext uri="{FF2B5EF4-FFF2-40B4-BE49-F238E27FC236}">
                <a16:creationId xmlns:a16="http://schemas.microsoft.com/office/drawing/2014/main" id="{727DAEE9-9AEA-440D-BD3F-DCDBC4A418E8}"/>
              </a:ext>
            </a:extLst>
          </p:cNvPr>
          <p:cNvSpPr>
            <a:spLocks noGrp="1"/>
          </p:cNvSpPr>
          <p:nvPr/>
        </p:nvSpPr>
        <p:spPr>
          <a:xfrm>
            <a:off x="2157371" y="37727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5" name="A1_bar_GT_11331">
            <a:extLst>
              <a:ext uri="{FF2B5EF4-FFF2-40B4-BE49-F238E27FC236}">
                <a16:creationId xmlns:a16="http://schemas.microsoft.com/office/drawing/2014/main" id="{15282E1B-6491-43B3-9396-5B7FBB5C67AC}"/>
              </a:ext>
            </a:extLst>
          </p:cNvPr>
          <p:cNvSpPr>
            <a:spLocks noGrp="1"/>
          </p:cNvSpPr>
          <p:nvPr/>
        </p:nvSpPr>
        <p:spPr>
          <a:xfrm>
            <a:off x="2231676" y="47974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6" name="A1_bar_GT_11332">
            <a:extLst>
              <a:ext uri="{FF2B5EF4-FFF2-40B4-BE49-F238E27FC236}">
                <a16:creationId xmlns:a16="http://schemas.microsoft.com/office/drawing/2014/main" id="{D8F913F2-F18D-4281-AE7C-EB80C77EF243}"/>
              </a:ext>
            </a:extLst>
          </p:cNvPr>
          <p:cNvSpPr>
            <a:spLocks noGrp="1"/>
          </p:cNvSpPr>
          <p:nvPr/>
        </p:nvSpPr>
        <p:spPr>
          <a:xfrm>
            <a:off x="2304701" y="33896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7" name="A1_bar_GT_11333">
            <a:extLst>
              <a:ext uri="{FF2B5EF4-FFF2-40B4-BE49-F238E27FC236}">
                <a16:creationId xmlns:a16="http://schemas.microsoft.com/office/drawing/2014/main" id="{ADFE2072-2702-45DE-995C-045C260629A6}"/>
              </a:ext>
            </a:extLst>
          </p:cNvPr>
          <p:cNvSpPr>
            <a:spLocks noGrp="1"/>
          </p:cNvSpPr>
          <p:nvPr/>
        </p:nvSpPr>
        <p:spPr>
          <a:xfrm>
            <a:off x="2231464" y="49937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8" name="A1_bar_GT_11334">
            <a:extLst>
              <a:ext uri="{FF2B5EF4-FFF2-40B4-BE49-F238E27FC236}">
                <a16:creationId xmlns:a16="http://schemas.microsoft.com/office/drawing/2014/main" id="{42A8E2D2-6A1C-4DD7-8128-FDB75C53B0FA}"/>
              </a:ext>
            </a:extLst>
          </p:cNvPr>
          <p:cNvSpPr>
            <a:spLocks noGrp="1"/>
          </p:cNvSpPr>
          <p:nvPr/>
        </p:nvSpPr>
        <p:spPr>
          <a:xfrm>
            <a:off x="2157820" y="41032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9" name="A1_bar_GT_11335">
            <a:extLst>
              <a:ext uri="{FF2B5EF4-FFF2-40B4-BE49-F238E27FC236}">
                <a16:creationId xmlns:a16="http://schemas.microsoft.com/office/drawing/2014/main" id="{F208DFB4-C6C0-4ABD-BD79-0B54119E3312}"/>
              </a:ext>
            </a:extLst>
          </p:cNvPr>
          <p:cNvSpPr>
            <a:spLocks noGrp="1"/>
          </p:cNvSpPr>
          <p:nvPr/>
        </p:nvSpPr>
        <p:spPr>
          <a:xfrm>
            <a:off x="2344559" y="56593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0" name="A1_bar_GT_11336">
            <a:extLst>
              <a:ext uri="{FF2B5EF4-FFF2-40B4-BE49-F238E27FC236}">
                <a16:creationId xmlns:a16="http://schemas.microsoft.com/office/drawing/2014/main" id="{D0F7890B-9D65-483D-B38F-2AAE503134B7}"/>
              </a:ext>
            </a:extLst>
          </p:cNvPr>
          <p:cNvSpPr>
            <a:spLocks noGrp="1"/>
          </p:cNvSpPr>
          <p:nvPr/>
        </p:nvSpPr>
        <p:spPr>
          <a:xfrm>
            <a:off x="2150931" y="4644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1" name="A1_bar_GT_11337">
            <a:extLst>
              <a:ext uri="{FF2B5EF4-FFF2-40B4-BE49-F238E27FC236}">
                <a16:creationId xmlns:a16="http://schemas.microsoft.com/office/drawing/2014/main" id="{B496C7D8-429E-4D81-B3CF-F53675105B10}"/>
              </a:ext>
            </a:extLst>
          </p:cNvPr>
          <p:cNvSpPr>
            <a:spLocks noGrp="1"/>
          </p:cNvSpPr>
          <p:nvPr/>
        </p:nvSpPr>
        <p:spPr>
          <a:xfrm>
            <a:off x="2301741" y="37676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2" name="A1_bar_GT_11338">
            <a:extLst>
              <a:ext uri="{FF2B5EF4-FFF2-40B4-BE49-F238E27FC236}">
                <a16:creationId xmlns:a16="http://schemas.microsoft.com/office/drawing/2014/main" id="{D792CA10-B743-47F4-82AB-AE03D6D901EE}"/>
              </a:ext>
            </a:extLst>
          </p:cNvPr>
          <p:cNvSpPr>
            <a:spLocks noGrp="1"/>
          </p:cNvSpPr>
          <p:nvPr/>
        </p:nvSpPr>
        <p:spPr>
          <a:xfrm>
            <a:off x="2334034" y="60978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3" name="A1_bar_GT_11339">
            <a:extLst>
              <a:ext uri="{FF2B5EF4-FFF2-40B4-BE49-F238E27FC236}">
                <a16:creationId xmlns:a16="http://schemas.microsoft.com/office/drawing/2014/main" id="{5AFA389B-A476-4EF3-AE16-69CDF0C5719C}"/>
              </a:ext>
            </a:extLst>
          </p:cNvPr>
          <p:cNvSpPr>
            <a:spLocks noGrp="1"/>
          </p:cNvSpPr>
          <p:nvPr/>
        </p:nvSpPr>
        <p:spPr>
          <a:xfrm>
            <a:off x="2286774" y="4620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4" name="A1_bar_GT_11340">
            <a:extLst>
              <a:ext uri="{FF2B5EF4-FFF2-40B4-BE49-F238E27FC236}">
                <a16:creationId xmlns:a16="http://schemas.microsoft.com/office/drawing/2014/main" id="{EB84CE10-DFAF-40F6-A840-C37A0973551C}"/>
              </a:ext>
            </a:extLst>
          </p:cNvPr>
          <p:cNvSpPr>
            <a:spLocks noGrp="1"/>
          </p:cNvSpPr>
          <p:nvPr/>
        </p:nvSpPr>
        <p:spPr>
          <a:xfrm>
            <a:off x="2205964" y="60977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5" name="A1_bar_GT_11341">
            <a:extLst>
              <a:ext uri="{FF2B5EF4-FFF2-40B4-BE49-F238E27FC236}">
                <a16:creationId xmlns:a16="http://schemas.microsoft.com/office/drawing/2014/main" id="{97BBEFCF-2D03-47DF-B7DC-619DD1607183}"/>
              </a:ext>
            </a:extLst>
          </p:cNvPr>
          <p:cNvSpPr>
            <a:spLocks noGrp="1"/>
          </p:cNvSpPr>
          <p:nvPr/>
        </p:nvSpPr>
        <p:spPr>
          <a:xfrm>
            <a:off x="2365357" y="45713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6" name="A1_bar_GT_11342">
            <a:extLst>
              <a:ext uri="{FF2B5EF4-FFF2-40B4-BE49-F238E27FC236}">
                <a16:creationId xmlns:a16="http://schemas.microsoft.com/office/drawing/2014/main" id="{66D3ED29-5365-4668-98EA-15DCFC9C2902}"/>
              </a:ext>
            </a:extLst>
          </p:cNvPr>
          <p:cNvSpPr>
            <a:spLocks noGrp="1"/>
          </p:cNvSpPr>
          <p:nvPr/>
        </p:nvSpPr>
        <p:spPr>
          <a:xfrm>
            <a:off x="2164498" y="43108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7" name="A1_bar_GT_11343">
            <a:extLst>
              <a:ext uri="{FF2B5EF4-FFF2-40B4-BE49-F238E27FC236}">
                <a16:creationId xmlns:a16="http://schemas.microsoft.com/office/drawing/2014/main" id="{AC28B427-42FC-4A7C-864F-8B1459B203B3}"/>
              </a:ext>
            </a:extLst>
          </p:cNvPr>
          <p:cNvSpPr>
            <a:spLocks noGrp="1"/>
          </p:cNvSpPr>
          <p:nvPr/>
        </p:nvSpPr>
        <p:spPr>
          <a:xfrm>
            <a:off x="2351786" y="45276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8" name="A1_bar_GT_11344">
            <a:extLst>
              <a:ext uri="{FF2B5EF4-FFF2-40B4-BE49-F238E27FC236}">
                <a16:creationId xmlns:a16="http://schemas.microsoft.com/office/drawing/2014/main" id="{0B997425-9BB9-4A23-8AE5-F66DC17CD2EB}"/>
              </a:ext>
            </a:extLst>
          </p:cNvPr>
          <p:cNvSpPr>
            <a:spLocks noGrp="1"/>
          </p:cNvSpPr>
          <p:nvPr/>
        </p:nvSpPr>
        <p:spPr>
          <a:xfrm>
            <a:off x="2222795" y="59187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9" name="A1_bar_GT_11345">
            <a:extLst>
              <a:ext uri="{FF2B5EF4-FFF2-40B4-BE49-F238E27FC236}">
                <a16:creationId xmlns:a16="http://schemas.microsoft.com/office/drawing/2014/main" id="{0CF78860-D25B-4092-9836-50A92896976B}"/>
              </a:ext>
            </a:extLst>
          </p:cNvPr>
          <p:cNvSpPr>
            <a:spLocks noGrp="1"/>
          </p:cNvSpPr>
          <p:nvPr/>
        </p:nvSpPr>
        <p:spPr>
          <a:xfrm>
            <a:off x="2230474" y="40108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0" name="A1_bar_GT_11346">
            <a:extLst>
              <a:ext uri="{FF2B5EF4-FFF2-40B4-BE49-F238E27FC236}">
                <a16:creationId xmlns:a16="http://schemas.microsoft.com/office/drawing/2014/main" id="{3F8CF4AE-AC7C-4492-AF99-20ED20325A3B}"/>
              </a:ext>
            </a:extLst>
          </p:cNvPr>
          <p:cNvSpPr>
            <a:spLocks noGrp="1"/>
          </p:cNvSpPr>
          <p:nvPr/>
        </p:nvSpPr>
        <p:spPr>
          <a:xfrm>
            <a:off x="2329694" y="384987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1" name="A1_bar_GT_11347">
            <a:extLst>
              <a:ext uri="{FF2B5EF4-FFF2-40B4-BE49-F238E27FC236}">
                <a16:creationId xmlns:a16="http://schemas.microsoft.com/office/drawing/2014/main" id="{921DDF0F-F6E0-4769-A089-CB1AB24DE812}"/>
              </a:ext>
            </a:extLst>
          </p:cNvPr>
          <p:cNvSpPr>
            <a:spLocks noGrp="1"/>
          </p:cNvSpPr>
          <p:nvPr/>
        </p:nvSpPr>
        <p:spPr>
          <a:xfrm>
            <a:off x="2196264" y="34128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2" name="A1_bar_GT_11348">
            <a:extLst>
              <a:ext uri="{FF2B5EF4-FFF2-40B4-BE49-F238E27FC236}">
                <a16:creationId xmlns:a16="http://schemas.microsoft.com/office/drawing/2014/main" id="{E7116AB2-D651-44FB-9519-C44FE0AAB853}"/>
              </a:ext>
            </a:extLst>
          </p:cNvPr>
          <p:cNvSpPr>
            <a:spLocks noGrp="1"/>
          </p:cNvSpPr>
          <p:nvPr/>
        </p:nvSpPr>
        <p:spPr>
          <a:xfrm>
            <a:off x="2186451" y="60975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3" name="A1_bar_GT_11349">
            <a:extLst>
              <a:ext uri="{FF2B5EF4-FFF2-40B4-BE49-F238E27FC236}">
                <a16:creationId xmlns:a16="http://schemas.microsoft.com/office/drawing/2014/main" id="{EC220327-1730-4368-971A-6B807790E690}"/>
              </a:ext>
            </a:extLst>
          </p:cNvPr>
          <p:cNvSpPr>
            <a:spLocks noGrp="1"/>
          </p:cNvSpPr>
          <p:nvPr/>
        </p:nvSpPr>
        <p:spPr>
          <a:xfrm>
            <a:off x="2242393" y="581918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4" name="A1_bar_GT_11350">
            <a:extLst>
              <a:ext uri="{FF2B5EF4-FFF2-40B4-BE49-F238E27FC236}">
                <a16:creationId xmlns:a16="http://schemas.microsoft.com/office/drawing/2014/main" id="{26F3A4D2-B426-414E-A5AC-5FD066D7CD3A}"/>
              </a:ext>
            </a:extLst>
          </p:cNvPr>
          <p:cNvSpPr>
            <a:spLocks noGrp="1"/>
          </p:cNvSpPr>
          <p:nvPr/>
        </p:nvSpPr>
        <p:spPr>
          <a:xfrm>
            <a:off x="2171727" y="45891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5" name="A1_bar_GT_11351">
            <a:extLst>
              <a:ext uri="{FF2B5EF4-FFF2-40B4-BE49-F238E27FC236}">
                <a16:creationId xmlns:a16="http://schemas.microsoft.com/office/drawing/2014/main" id="{41416008-A14C-43DE-BE3B-3BFD7E975007}"/>
              </a:ext>
            </a:extLst>
          </p:cNvPr>
          <p:cNvSpPr>
            <a:spLocks noGrp="1"/>
          </p:cNvSpPr>
          <p:nvPr/>
        </p:nvSpPr>
        <p:spPr>
          <a:xfrm>
            <a:off x="2266368" y="47612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6" name="A1_bar_GT_11352">
            <a:extLst>
              <a:ext uri="{FF2B5EF4-FFF2-40B4-BE49-F238E27FC236}">
                <a16:creationId xmlns:a16="http://schemas.microsoft.com/office/drawing/2014/main" id="{C3C6CAD0-4E7C-42BB-85D1-554F7D795C50}"/>
              </a:ext>
            </a:extLst>
          </p:cNvPr>
          <p:cNvSpPr>
            <a:spLocks noGrp="1"/>
          </p:cNvSpPr>
          <p:nvPr/>
        </p:nvSpPr>
        <p:spPr>
          <a:xfrm>
            <a:off x="2245507" y="4474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7" name="A1_bar_GT_11353">
            <a:extLst>
              <a:ext uri="{FF2B5EF4-FFF2-40B4-BE49-F238E27FC236}">
                <a16:creationId xmlns:a16="http://schemas.microsoft.com/office/drawing/2014/main" id="{B85C7252-A385-40AF-B08D-73E3AA280836}"/>
              </a:ext>
            </a:extLst>
          </p:cNvPr>
          <p:cNvSpPr>
            <a:spLocks noGrp="1"/>
          </p:cNvSpPr>
          <p:nvPr/>
        </p:nvSpPr>
        <p:spPr>
          <a:xfrm>
            <a:off x="2309298" y="52528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8" name="A1_bar_GT_11354">
            <a:extLst>
              <a:ext uri="{FF2B5EF4-FFF2-40B4-BE49-F238E27FC236}">
                <a16:creationId xmlns:a16="http://schemas.microsoft.com/office/drawing/2014/main" id="{A48A9F01-0DF0-4B80-8C77-F39DF9C640F8}"/>
              </a:ext>
            </a:extLst>
          </p:cNvPr>
          <p:cNvSpPr>
            <a:spLocks noGrp="1"/>
          </p:cNvSpPr>
          <p:nvPr/>
        </p:nvSpPr>
        <p:spPr>
          <a:xfrm>
            <a:off x="2294225" y="40921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9" name="A1_bar_GT_11355">
            <a:extLst>
              <a:ext uri="{FF2B5EF4-FFF2-40B4-BE49-F238E27FC236}">
                <a16:creationId xmlns:a16="http://schemas.microsoft.com/office/drawing/2014/main" id="{5ACE7552-2E63-46E8-9C59-849E4345C9D1}"/>
              </a:ext>
            </a:extLst>
          </p:cNvPr>
          <p:cNvSpPr>
            <a:spLocks noGrp="1"/>
          </p:cNvSpPr>
          <p:nvPr/>
        </p:nvSpPr>
        <p:spPr>
          <a:xfrm>
            <a:off x="2207704" y="52000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0" name="A1_bar_GT_11356">
            <a:extLst>
              <a:ext uri="{FF2B5EF4-FFF2-40B4-BE49-F238E27FC236}">
                <a16:creationId xmlns:a16="http://schemas.microsoft.com/office/drawing/2014/main" id="{C6FD9F29-FDBF-4C7F-83C6-0E6EAB1B48B6}"/>
              </a:ext>
            </a:extLst>
          </p:cNvPr>
          <p:cNvSpPr>
            <a:spLocks noGrp="1"/>
          </p:cNvSpPr>
          <p:nvPr/>
        </p:nvSpPr>
        <p:spPr>
          <a:xfrm>
            <a:off x="2307635" y="3924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1" name="A1_bar_GT_11357">
            <a:extLst>
              <a:ext uri="{FF2B5EF4-FFF2-40B4-BE49-F238E27FC236}">
                <a16:creationId xmlns:a16="http://schemas.microsoft.com/office/drawing/2014/main" id="{D557CB3C-C52D-4B4B-A1EC-D8A4A3505901}"/>
              </a:ext>
            </a:extLst>
          </p:cNvPr>
          <p:cNvSpPr>
            <a:spLocks noGrp="1"/>
          </p:cNvSpPr>
          <p:nvPr/>
        </p:nvSpPr>
        <p:spPr>
          <a:xfrm>
            <a:off x="2333509" y="51685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2" name="A1_bar_GT_11358">
            <a:extLst>
              <a:ext uri="{FF2B5EF4-FFF2-40B4-BE49-F238E27FC236}">
                <a16:creationId xmlns:a16="http://schemas.microsoft.com/office/drawing/2014/main" id="{4E843A94-21A7-4500-8E86-A0FF5E778528}"/>
              </a:ext>
            </a:extLst>
          </p:cNvPr>
          <p:cNvSpPr>
            <a:spLocks noGrp="1"/>
          </p:cNvSpPr>
          <p:nvPr/>
        </p:nvSpPr>
        <p:spPr>
          <a:xfrm>
            <a:off x="2195706" y="45664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3" name="A1_bar_GT_11359">
            <a:extLst>
              <a:ext uri="{FF2B5EF4-FFF2-40B4-BE49-F238E27FC236}">
                <a16:creationId xmlns:a16="http://schemas.microsoft.com/office/drawing/2014/main" id="{BDB4217E-2209-4F6C-AE7C-396782D364BC}"/>
              </a:ext>
            </a:extLst>
          </p:cNvPr>
          <p:cNvSpPr>
            <a:spLocks noGrp="1"/>
          </p:cNvSpPr>
          <p:nvPr/>
        </p:nvSpPr>
        <p:spPr>
          <a:xfrm>
            <a:off x="2160530" y="584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4" name="A1_bar_GT_11360">
            <a:extLst>
              <a:ext uri="{FF2B5EF4-FFF2-40B4-BE49-F238E27FC236}">
                <a16:creationId xmlns:a16="http://schemas.microsoft.com/office/drawing/2014/main" id="{CA30E28F-8F52-410A-857F-CE071C66B7BF}"/>
              </a:ext>
            </a:extLst>
          </p:cNvPr>
          <p:cNvSpPr>
            <a:spLocks noGrp="1"/>
          </p:cNvSpPr>
          <p:nvPr/>
        </p:nvSpPr>
        <p:spPr>
          <a:xfrm>
            <a:off x="2202217" y="3587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5" name="A1_bar_GT_11361">
            <a:extLst>
              <a:ext uri="{FF2B5EF4-FFF2-40B4-BE49-F238E27FC236}">
                <a16:creationId xmlns:a16="http://schemas.microsoft.com/office/drawing/2014/main" id="{711DC391-90AB-4CC7-A871-1477A3629D92}"/>
              </a:ext>
            </a:extLst>
          </p:cNvPr>
          <p:cNvSpPr>
            <a:spLocks noGrp="1"/>
          </p:cNvSpPr>
          <p:nvPr/>
        </p:nvSpPr>
        <p:spPr>
          <a:xfrm>
            <a:off x="2182132" y="54295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6" name="A1_bar_GT_11362">
            <a:extLst>
              <a:ext uri="{FF2B5EF4-FFF2-40B4-BE49-F238E27FC236}">
                <a16:creationId xmlns:a16="http://schemas.microsoft.com/office/drawing/2014/main" id="{33323052-8F17-4DBA-BA26-3DC4E1D049AA}"/>
              </a:ext>
            </a:extLst>
          </p:cNvPr>
          <p:cNvSpPr>
            <a:spLocks noGrp="1"/>
          </p:cNvSpPr>
          <p:nvPr/>
        </p:nvSpPr>
        <p:spPr>
          <a:xfrm>
            <a:off x="2195899" y="4092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7" name="A1_bar_GT_11363">
            <a:extLst>
              <a:ext uri="{FF2B5EF4-FFF2-40B4-BE49-F238E27FC236}">
                <a16:creationId xmlns:a16="http://schemas.microsoft.com/office/drawing/2014/main" id="{4EC8A76A-F535-402F-A848-94005DE1521C}"/>
              </a:ext>
            </a:extLst>
          </p:cNvPr>
          <p:cNvSpPr>
            <a:spLocks noGrp="1"/>
          </p:cNvSpPr>
          <p:nvPr/>
        </p:nvSpPr>
        <p:spPr>
          <a:xfrm>
            <a:off x="2380023" y="51632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8" name="A1_bar_GT_11364">
            <a:extLst>
              <a:ext uri="{FF2B5EF4-FFF2-40B4-BE49-F238E27FC236}">
                <a16:creationId xmlns:a16="http://schemas.microsoft.com/office/drawing/2014/main" id="{DF757C18-662D-49B5-83DD-7A62E15BE138}"/>
              </a:ext>
            </a:extLst>
          </p:cNvPr>
          <p:cNvSpPr>
            <a:spLocks noGrp="1"/>
          </p:cNvSpPr>
          <p:nvPr/>
        </p:nvSpPr>
        <p:spPr>
          <a:xfrm>
            <a:off x="2286528" y="52056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9" name="A1_bar_GT_11365">
            <a:extLst>
              <a:ext uri="{FF2B5EF4-FFF2-40B4-BE49-F238E27FC236}">
                <a16:creationId xmlns:a16="http://schemas.microsoft.com/office/drawing/2014/main" id="{B7DA78AF-2385-4F4F-B477-0A9F229D0C9C}"/>
              </a:ext>
            </a:extLst>
          </p:cNvPr>
          <p:cNvSpPr>
            <a:spLocks noGrp="1"/>
          </p:cNvSpPr>
          <p:nvPr/>
        </p:nvSpPr>
        <p:spPr>
          <a:xfrm>
            <a:off x="2167593" y="52580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0" name="A1_bar_GT_11366">
            <a:extLst>
              <a:ext uri="{FF2B5EF4-FFF2-40B4-BE49-F238E27FC236}">
                <a16:creationId xmlns:a16="http://schemas.microsoft.com/office/drawing/2014/main" id="{4D5B5D1D-8A65-45F6-9689-D6ED26D84FE5}"/>
              </a:ext>
            </a:extLst>
          </p:cNvPr>
          <p:cNvSpPr>
            <a:spLocks noGrp="1"/>
          </p:cNvSpPr>
          <p:nvPr/>
        </p:nvSpPr>
        <p:spPr>
          <a:xfrm>
            <a:off x="2370787" y="45180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1" name="A1_bar_GT_11367">
            <a:extLst>
              <a:ext uri="{FF2B5EF4-FFF2-40B4-BE49-F238E27FC236}">
                <a16:creationId xmlns:a16="http://schemas.microsoft.com/office/drawing/2014/main" id="{D9A7D5EA-3530-44EA-91E9-6B0D2E4C668A}"/>
              </a:ext>
            </a:extLst>
          </p:cNvPr>
          <p:cNvSpPr>
            <a:spLocks noGrp="1"/>
          </p:cNvSpPr>
          <p:nvPr/>
        </p:nvSpPr>
        <p:spPr>
          <a:xfrm>
            <a:off x="2284600" y="35292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2" name="A1_bar_GT_11368">
            <a:extLst>
              <a:ext uri="{FF2B5EF4-FFF2-40B4-BE49-F238E27FC236}">
                <a16:creationId xmlns:a16="http://schemas.microsoft.com/office/drawing/2014/main" id="{7DAB8EDA-2F5E-4158-9476-FC3ED6EB4284}"/>
              </a:ext>
            </a:extLst>
          </p:cNvPr>
          <p:cNvSpPr>
            <a:spLocks noGrp="1"/>
          </p:cNvSpPr>
          <p:nvPr/>
        </p:nvSpPr>
        <p:spPr>
          <a:xfrm>
            <a:off x="2305960" y="53228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3" name="A1_bar_GT_11369">
            <a:extLst>
              <a:ext uri="{FF2B5EF4-FFF2-40B4-BE49-F238E27FC236}">
                <a16:creationId xmlns:a16="http://schemas.microsoft.com/office/drawing/2014/main" id="{2A7CE9E4-C080-4499-8852-4A9A85F09212}"/>
              </a:ext>
            </a:extLst>
          </p:cNvPr>
          <p:cNvSpPr>
            <a:spLocks noGrp="1"/>
          </p:cNvSpPr>
          <p:nvPr/>
        </p:nvSpPr>
        <p:spPr>
          <a:xfrm>
            <a:off x="2234799" y="55548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4" name="A1_bar_GT_11370">
            <a:extLst>
              <a:ext uri="{FF2B5EF4-FFF2-40B4-BE49-F238E27FC236}">
                <a16:creationId xmlns:a16="http://schemas.microsoft.com/office/drawing/2014/main" id="{F3082FF8-100E-443A-8B47-2EFCB214BF7A}"/>
              </a:ext>
            </a:extLst>
          </p:cNvPr>
          <p:cNvSpPr>
            <a:spLocks noGrp="1"/>
          </p:cNvSpPr>
          <p:nvPr/>
        </p:nvSpPr>
        <p:spPr>
          <a:xfrm>
            <a:off x="2196603" y="42010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5" name="A1_bar_GT_11371">
            <a:extLst>
              <a:ext uri="{FF2B5EF4-FFF2-40B4-BE49-F238E27FC236}">
                <a16:creationId xmlns:a16="http://schemas.microsoft.com/office/drawing/2014/main" id="{E128F49C-91B5-44BA-A81D-40AD8FF74CBB}"/>
              </a:ext>
            </a:extLst>
          </p:cNvPr>
          <p:cNvSpPr>
            <a:spLocks noGrp="1"/>
          </p:cNvSpPr>
          <p:nvPr/>
        </p:nvSpPr>
        <p:spPr>
          <a:xfrm>
            <a:off x="2365243" y="57442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6" name="A1_bar_GT_11372">
            <a:extLst>
              <a:ext uri="{FF2B5EF4-FFF2-40B4-BE49-F238E27FC236}">
                <a16:creationId xmlns:a16="http://schemas.microsoft.com/office/drawing/2014/main" id="{4A4BBAF6-7617-4B89-9403-221013CF22AF}"/>
              </a:ext>
            </a:extLst>
          </p:cNvPr>
          <p:cNvSpPr>
            <a:spLocks noGrp="1"/>
          </p:cNvSpPr>
          <p:nvPr/>
        </p:nvSpPr>
        <p:spPr>
          <a:xfrm>
            <a:off x="2248288" y="50745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7" name="A1_bar_GT_11373">
            <a:extLst>
              <a:ext uri="{FF2B5EF4-FFF2-40B4-BE49-F238E27FC236}">
                <a16:creationId xmlns:a16="http://schemas.microsoft.com/office/drawing/2014/main" id="{4B4F8BC8-F120-4400-9A95-3A637BBC5CD7}"/>
              </a:ext>
            </a:extLst>
          </p:cNvPr>
          <p:cNvSpPr>
            <a:spLocks noGrp="1"/>
          </p:cNvSpPr>
          <p:nvPr/>
        </p:nvSpPr>
        <p:spPr>
          <a:xfrm>
            <a:off x="2142505" y="540096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8" name="A1_bar_GT_11374">
            <a:extLst>
              <a:ext uri="{FF2B5EF4-FFF2-40B4-BE49-F238E27FC236}">
                <a16:creationId xmlns:a16="http://schemas.microsoft.com/office/drawing/2014/main" id="{59B26EF0-837F-41C7-A9A0-0B296BE39B31}"/>
              </a:ext>
            </a:extLst>
          </p:cNvPr>
          <p:cNvSpPr>
            <a:spLocks noGrp="1"/>
          </p:cNvSpPr>
          <p:nvPr/>
        </p:nvSpPr>
        <p:spPr>
          <a:xfrm>
            <a:off x="2269546" y="58425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9" name="A1_bar_GT_11375">
            <a:extLst>
              <a:ext uri="{FF2B5EF4-FFF2-40B4-BE49-F238E27FC236}">
                <a16:creationId xmlns:a16="http://schemas.microsoft.com/office/drawing/2014/main" id="{EC00450C-A6BE-47B4-9F9C-EA07E4773200}"/>
              </a:ext>
            </a:extLst>
          </p:cNvPr>
          <p:cNvSpPr>
            <a:spLocks noGrp="1"/>
          </p:cNvSpPr>
          <p:nvPr/>
        </p:nvSpPr>
        <p:spPr>
          <a:xfrm>
            <a:off x="2376192" y="498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0" name="A1_bar_GT_11376">
            <a:extLst>
              <a:ext uri="{FF2B5EF4-FFF2-40B4-BE49-F238E27FC236}">
                <a16:creationId xmlns:a16="http://schemas.microsoft.com/office/drawing/2014/main" id="{E1086F54-CD6E-421A-BBAB-25E46BCD91EB}"/>
              </a:ext>
            </a:extLst>
          </p:cNvPr>
          <p:cNvSpPr>
            <a:spLocks noGrp="1"/>
          </p:cNvSpPr>
          <p:nvPr/>
        </p:nvSpPr>
        <p:spPr>
          <a:xfrm>
            <a:off x="382894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1" name="A1_bar_GT_11377">
            <a:extLst>
              <a:ext uri="{FF2B5EF4-FFF2-40B4-BE49-F238E27FC236}">
                <a16:creationId xmlns:a16="http://schemas.microsoft.com/office/drawing/2014/main" id="{2506DCF4-E6ED-4242-BCFC-C8504ED4B505}"/>
              </a:ext>
            </a:extLst>
          </p:cNvPr>
          <p:cNvSpPr>
            <a:spLocks noGrp="1"/>
          </p:cNvSpPr>
          <p:nvPr/>
        </p:nvSpPr>
        <p:spPr>
          <a:xfrm>
            <a:off x="39204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2" name="A1_bar_GT_11378">
            <a:extLst>
              <a:ext uri="{FF2B5EF4-FFF2-40B4-BE49-F238E27FC236}">
                <a16:creationId xmlns:a16="http://schemas.microsoft.com/office/drawing/2014/main" id="{22F18E2E-33C2-4F2E-BE0D-E592C32D24FC}"/>
              </a:ext>
            </a:extLst>
          </p:cNvPr>
          <p:cNvSpPr>
            <a:spLocks noGrp="1"/>
          </p:cNvSpPr>
          <p:nvPr/>
        </p:nvSpPr>
        <p:spPr>
          <a:xfrm>
            <a:off x="370448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3" name="A1_bar_GT_11379">
            <a:extLst>
              <a:ext uri="{FF2B5EF4-FFF2-40B4-BE49-F238E27FC236}">
                <a16:creationId xmlns:a16="http://schemas.microsoft.com/office/drawing/2014/main" id="{BC53B08F-D53E-485D-895B-D3818AB5CB32}"/>
              </a:ext>
            </a:extLst>
          </p:cNvPr>
          <p:cNvSpPr>
            <a:spLocks noGrp="1"/>
          </p:cNvSpPr>
          <p:nvPr/>
        </p:nvSpPr>
        <p:spPr>
          <a:xfrm>
            <a:off x="3864466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4" name="A1_bar_GT_11380">
            <a:extLst>
              <a:ext uri="{FF2B5EF4-FFF2-40B4-BE49-F238E27FC236}">
                <a16:creationId xmlns:a16="http://schemas.microsoft.com/office/drawing/2014/main" id="{00893B27-0885-4362-96A8-207AE35D72CC}"/>
              </a:ext>
            </a:extLst>
          </p:cNvPr>
          <p:cNvSpPr>
            <a:spLocks noGrp="1"/>
          </p:cNvSpPr>
          <p:nvPr/>
        </p:nvSpPr>
        <p:spPr>
          <a:xfrm>
            <a:off x="3926941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5" name="A1_bar_GT_11381">
            <a:extLst>
              <a:ext uri="{FF2B5EF4-FFF2-40B4-BE49-F238E27FC236}">
                <a16:creationId xmlns:a16="http://schemas.microsoft.com/office/drawing/2014/main" id="{3B9D6281-283D-4E68-A710-7746F07F4DB5}"/>
              </a:ext>
            </a:extLst>
          </p:cNvPr>
          <p:cNvSpPr>
            <a:spLocks noGrp="1"/>
          </p:cNvSpPr>
          <p:nvPr/>
        </p:nvSpPr>
        <p:spPr>
          <a:xfrm>
            <a:off x="38697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6" name="A1_bar_GT_11382">
            <a:extLst>
              <a:ext uri="{FF2B5EF4-FFF2-40B4-BE49-F238E27FC236}">
                <a16:creationId xmlns:a16="http://schemas.microsoft.com/office/drawing/2014/main" id="{334F12CD-1568-4BC3-A7B8-2F4954F9DEC7}"/>
              </a:ext>
            </a:extLst>
          </p:cNvPr>
          <p:cNvSpPr>
            <a:spLocks noGrp="1"/>
          </p:cNvSpPr>
          <p:nvPr/>
        </p:nvSpPr>
        <p:spPr>
          <a:xfrm>
            <a:off x="388893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7" name="A1_bar_GT_11383">
            <a:extLst>
              <a:ext uri="{FF2B5EF4-FFF2-40B4-BE49-F238E27FC236}">
                <a16:creationId xmlns:a16="http://schemas.microsoft.com/office/drawing/2014/main" id="{FA2AF401-7E8F-4A0D-A1B2-0444EC9AD9EB}"/>
              </a:ext>
            </a:extLst>
          </p:cNvPr>
          <p:cNvSpPr>
            <a:spLocks noGrp="1"/>
          </p:cNvSpPr>
          <p:nvPr/>
        </p:nvSpPr>
        <p:spPr>
          <a:xfrm>
            <a:off x="394405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8" name="A1_bar_GT_11384">
            <a:extLst>
              <a:ext uri="{FF2B5EF4-FFF2-40B4-BE49-F238E27FC236}">
                <a16:creationId xmlns:a16="http://schemas.microsoft.com/office/drawing/2014/main" id="{CED1CDF4-1183-4A74-903B-3CE4C18B7307}"/>
              </a:ext>
            </a:extLst>
          </p:cNvPr>
          <p:cNvSpPr>
            <a:spLocks noGrp="1"/>
          </p:cNvSpPr>
          <p:nvPr/>
        </p:nvSpPr>
        <p:spPr>
          <a:xfrm>
            <a:off x="3892602" y="44192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9" name="A1_bar_GT_11385">
            <a:extLst>
              <a:ext uri="{FF2B5EF4-FFF2-40B4-BE49-F238E27FC236}">
                <a16:creationId xmlns:a16="http://schemas.microsoft.com/office/drawing/2014/main" id="{64C6705D-0146-4BCD-A0FE-A0B9D55006C4}"/>
              </a:ext>
            </a:extLst>
          </p:cNvPr>
          <p:cNvSpPr>
            <a:spLocks noGrp="1"/>
          </p:cNvSpPr>
          <p:nvPr/>
        </p:nvSpPr>
        <p:spPr>
          <a:xfrm>
            <a:off x="374640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0" name="A1_bar_GT_11386">
            <a:extLst>
              <a:ext uri="{FF2B5EF4-FFF2-40B4-BE49-F238E27FC236}">
                <a16:creationId xmlns:a16="http://schemas.microsoft.com/office/drawing/2014/main" id="{BB182DB4-E0C9-47A6-AE1B-202D024F5641}"/>
              </a:ext>
            </a:extLst>
          </p:cNvPr>
          <p:cNvSpPr>
            <a:spLocks noGrp="1"/>
          </p:cNvSpPr>
          <p:nvPr/>
        </p:nvSpPr>
        <p:spPr>
          <a:xfrm>
            <a:off x="3728045" y="31789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1" name="A1_bar_GT_11387">
            <a:extLst>
              <a:ext uri="{FF2B5EF4-FFF2-40B4-BE49-F238E27FC236}">
                <a16:creationId xmlns:a16="http://schemas.microsoft.com/office/drawing/2014/main" id="{A36556E8-FB66-4E73-846D-640BBCC3CD6F}"/>
              </a:ext>
            </a:extLst>
          </p:cNvPr>
          <p:cNvSpPr>
            <a:spLocks noGrp="1"/>
          </p:cNvSpPr>
          <p:nvPr/>
        </p:nvSpPr>
        <p:spPr>
          <a:xfrm>
            <a:off x="3848194" y="56257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2" name="A1_bar_GT_11388">
            <a:extLst>
              <a:ext uri="{FF2B5EF4-FFF2-40B4-BE49-F238E27FC236}">
                <a16:creationId xmlns:a16="http://schemas.microsoft.com/office/drawing/2014/main" id="{511C6F86-EAEC-4A50-B752-CAE17A77D58C}"/>
              </a:ext>
            </a:extLst>
          </p:cNvPr>
          <p:cNvSpPr>
            <a:spLocks noGrp="1"/>
          </p:cNvSpPr>
          <p:nvPr/>
        </p:nvSpPr>
        <p:spPr>
          <a:xfrm>
            <a:off x="389553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3" name="A1_bar_GT_11389">
            <a:extLst>
              <a:ext uri="{FF2B5EF4-FFF2-40B4-BE49-F238E27FC236}">
                <a16:creationId xmlns:a16="http://schemas.microsoft.com/office/drawing/2014/main" id="{B2CBBAED-D992-4558-B863-D87F04838A6A}"/>
              </a:ext>
            </a:extLst>
          </p:cNvPr>
          <p:cNvSpPr>
            <a:spLocks noGrp="1"/>
          </p:cNvSpPr>
          <p:nvPr/>
        </p:nvSpPr>
        <p:spPr>
          <a:xfrm>
            <a:off x="382569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4" name="A1_bar_GT_11390">
            <a:extLst>
              <a:ext uri="{FF2B5EF4-FFF2-40B4-BE49-F238E27FC236}">
                <a16:creationId xmlns:a16="http://schemas.microsoft.com/office/drawing/2014/main" id="{48FF8E58-D443-45AA-84C1-D2F4791D88DC}"/>
              </a:ext>
            </a:extLst>
          </p:cNvPr>
          <p:cNvSpPr>
            <a:spLocks noGrp="1"/>
          </p:cNvSpPr>
          <p:nvPr/>
        </p:nvSpPr>
        <p:spPr>
          <a:xfrm>
            <a:off x="373265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5" name="A1_bar_GT_11391">
            <a:extLst>
              <a:ext uri="{FF2B5EF4-FFF2-40B4-BE49-F238E27FC236}">
                <a16:creationId xmlns:a16="http://schemas.microsoft.com/office/drawing/2014/main" id="{0DB51DC0-A654-483F-87C4-8860188F40FB}"/>
              </a:ext>
            </a:extLst>
          </p:cNvPr>
          <p:cNvSpPr>
            <a:spLocks noGrp="1"/>
          </p:cNvSpPr>
          <p:nvPr/>
        </p:nvSpPr>
        <p:spPr>
          <a:xfrm>
            <a:off x="387698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6" name="A1_bar_GT_11392">
            <a:extLst>
              <a:ext uri="{FF2B5EF4-FFF2-40B4-BE49-F238E27FC236}">
                <a16:creationId xmlns:a16="http://schemas.microsoft.com/office/drawing/2014/main" id="{A1F395B6-2B31-4830-9B8A-4E0A09B20CA2}"/>
              </a:ext>
            </a:extLst>
          </p:cNvPr>
          <p:cNvSpPr>
            <a:spLocks noGrp="1"/>
          </p:cNvSpPr>
          <p:nvPr/>
        </p:nvSpPr>
        <p:spPr>
          <a:xfrm>
            <a:off x="39514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7" name="A1_bar_GT_11393">
            <a:extLst>
              <a:ext uri="{FF2B5EF4-FFF2-40B4-BE49-F238E27FC236}">
                <a16:creationId xmlns:a16="http://schemas.microsoft.com/office/drawing/2014/main" id="{7A1E3053-7FDE-45EF-9DAD-D104D203A5BF}"/>
              </a:ext>
            </a:extLst>
          </p:cNvPr>
          <p:cNvSpPr>
            <a:spLocks noGrp="1"/>
          </p:cNvSpPr>
          <p:nvPr/>
        </p:nvSpPr>
        <p:spPr>
          <a:xfrm>
            <a:off x="3781676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8" name="A1_bar_GT_11394">
            <a:extLst>
              <a:ext uri="{FF2B5EF4-FFF2-40B4-BE49-F238E27FC236}">
                <a16:creationId xmlns:a16="http://schemas.microsoft.com/office/drawing/2014/main" id="{BDE671EA-65D3-44A7-9B04-23E74B2854F4}"/>
              </a:ext>
            </a:extLst>
          </p:cNvPr>
          <p:cNvSpPr>
            <a:spLocks noGrp="1"/>
          </p:cNvSpPr>
          <p:nvPr/>
        </p:nvSpPr>
        <p:spPr>
          <a:xfrm>
            <a:off x="3867269" y="30707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9" name="A1_bar_GT_11395">
            <a:extLst>
              <a:ext uri="{FF2B5EF4-FFF2-40B4-BE49-F238E27FC236}">
                <a16:creationId xmlns:a16="http://schemas.microsoft.com/office/drawing/2014/main" id="{017346D6-0D9A-45F7-9699-851727C95EEE}"/>
              </a:ext>
            </a:extLst>
          </p:cNvPr>
          <p:cNvSpPr>
            <a:spLocks noGrp="1"/>
          </p:cNvSpPr>
          <p:nvPr/>
        </p:nvSpPr>
        <p:spPr>
          <a:xfrm>
            <a:off x="372049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0" name="A1_bar_GT_11396">
            <a:extLst>
              <a:ext uri="{FF2B5EF4-FFF2-40B4-BE49-F238E27FC236}">
                <a16:creationId xmlns:a16="http://schemas.microsoft.com/office/drawing/2014/main" id="{F74EB40C-06EA-47E8-B496-49A443DB7887}"/>
              </a:ext>
            </a:extLst>
          </p:cNvPr>
          <p:cNvSpPr>
            <a:spLocks noGrp="1"/>
          </p:cNvSpPr>
          <p:nvPr/>
        </p:nvSpPr>
        <p:spPr>
          <a:xfrm>
            <a:off x="3922386" y="55033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1" name="A1_bar_GT_11397">
            <a:extLst>
              <a:ext uri="{FF2B5EF4-FFF2-40B4-BE49-F238E27FC236}">
                <a16:creationId xmlns:a16="http://schemas.microsoft.com/office/drawing/2014/main" id="{F2955918-12C9-4719-8C1B-56C4229F1E65}"/>
              </a:ext>
            </a:extLst>
          </p:cNvPr>
          <p:cNvSpPr>
            <a:spLocks noGrp="1"/>
          </p:cNvSpPr>
          <p:nvPr/>
        </p:nvSpPr>
        <p:spPr>
          <a:xfrm>
            <a:off x="38903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2" name="A1_bar_GT_11398">
            <a:extLst>
              <a:ext uri="{FF2B5EF4-FFF2-40B4-BE49-F238E27FC236}">
                <a16:creationId xmlns:a16="http://schemas.microsoft.com/office/drawing/2014/main" id="{EA538B8A-717E-4BBE-9510-FD91243F435E}"/>
              </a:ext>
            </a:extLst>
          </p:cNvPr>
          <p:cNvSpPr>
            <a:spLocks noGrp="1"/>
          </p:cNvSpPr>
          <p:nvPr/>
        </p:nvSpPr>
        <p:spPr>
          <a:xfrm>
            <a:off x="3755880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3" name="A1_bar_GT_11399">
            <a:extLst>
              <a:ext uri="{FF2B5EF4-FFF2-40B4-BE49-F238E27FC236}">
                <a16:creationId xmlns:a16="http://schemas.microsoft.com/office/drawing/2014/main" id="{B7DBEF8B-0016-464A-8CD5-F8C814B67CE7}"/>
              </a:ext>
            </a:extLst>
          </p:cNvPr>
          <p:cNvSpPr>
            <a:spLocks noGrp="1"/>
          </p:cNvSpPr>
          <p:nvPr/>
        </p:nvSpPr>
        <p:spPr>
          <a:xfrm>
            <a:off x="3834804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4" name="A1_bar_GT_11400">
            <a:extLst>
              <a:ext uri="{FF2B5EF4-FFF2-40B4-BE49-F238E27FC236}">
                <a16:creationId xmlns:a16="http://schemas.microsoft.com/office/drawing/2014/main" id="{80F9555E-6D7B-4F0D-9596-266DA4161BED}"/>
              </a:ext>
            </a:extLst>
          </p:cNvPr>
          <p:cNvSpPr>
            <a:spLocks noGrp="1"/>
          </p:cNvSpPr>
          <p:nvPr/>
        </p:nvSpPr>
        <p:spPr>
          <a:xfrm>
            <a:off x="39254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5" name="A1_bar_GT_11401">
            <a:extLst>
              <a:ext uri="{FF2B5EF4-FFF2-40B4-BE49-F238E27FC236}">
                <a16:creationId xmlns:a16="http://schemas.microsoft.com/office/drawing/2014/main" id="{C953DAE5-7FC0-4C7F-9C3B-329589A9D3B2}"/>
              </a:ext>
            </a:extLst>
          </p:cNvPr>
          <p:cNvSpPr>
            <a:spLocks noGrp="1"/>
          </p:cNvSpPr>
          <p:nvPr/>
        </p:nvSpPr>
        <p:spPr>
          <a:xfrm>
            <a:off x="3792383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6" name="A1_bar_GT_11402">
            <a:extLst>
              <a:ext uri="{FF2B5EF4-FFF2-40B4-BE49-F238E27FC236}">
                <a16:creationId xmlns:a16="http://schemas.microsoft.com/office/drawing/2014/main" id="{54F85464-431C-4BBB-9699-DEB23F9F23CB}"/>
              </a:ext>
            </a:extLst>
          </p:cNvPr>
          <p:cNvSpPr>
            <a:spLocks noGrp="1"/>
          </p:cNvSpPr>
          <p:nvPr/>
        </p:nvSpPr>
        <p:spPr>
          <a:xfrm>
            <a:off x="3799102" y="5398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7" name="A1_bar_GT_11403">
            <a:extLst>
              <a:ext uri="{FF2B5EF4-FFF2-40B4-BE49-F238E27FC236}">
                <a16:creationId xmlns:a16="http://schemas.microsoft.com/office/drawing/2014/main" id="{6E38E80C-342D-48F8-ADE0-17786C984EF9}"/>
              </a:ext>
            </a:extLst>
          </p:cNvPr>
          <p:cNvSpPr>
            <a:spLocks noGrp="1"/>
          </p:cNvSpPr>
          <p:nvPr/>
        </p:nvSpPr>
        <p:spPr>
          <a:xfrm>
            <a:off x="3762578" y="52193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8" name="A1_bar_GT_11404">
            <a:extLst>
              <a:ext uri="{FF2B5EF4-FFF2-40B4-BE49-F238E27FC236}">
                <a16:creationId xmlns:a16="http://schemas.microsoft.com/office/drawing/2014/main" id="{9C780E49-4053-4391-9F27-4C010E3F18D5}"/>
              </a:ext>
            </a:extLst>
          </p:cNvPr>
          <p:cNvSpPr>
            <a:spLocks noGrp="1"/>
          </p:cNvSpPr>
          <p:nvPr/>
        </p:nvSpPr>
        <p:spPr>
          <a:xfrm>
            <a:off x="3837711" y="50861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9" name="A1_bar_GT_11405">
            <a:extLst>
              <a:ext uri="{FF2B5EF4-FFF2-40B4-BE49-F238E27FC236}">
                <a16:creationId xmlns:a16="http://schemas.microsoft.com/office/drawing/2014/main" id="{F4C66D2C-B6A3-44A3-B3DE-2729F19FF3D7}"/>
              </a:ext>
            </a:extLst>
          </p:cNvPr>
          <p:cNvSpPr>
            <a:spLocks noGrp="1"/>
          </p:cNvSpPr>
          <p:nvPr/>
        </p:nvSpPr>
        <p:spPr>
          <a:xfrm>
            <a:off x="374401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0" name="A1_bar_GT_11406">
            <a:extLst>
              <a:ext uri="{FF2B5EF4-FFF2-40B4-BE49-F238E27FC236}">
                <a16:creationId xmlns:a16="http://schemas.microsoft.com/office/drawing/2014/main" id="{74A60E1C-5835-4245-B089-F1FE2FDAA662}"/>
              </a:ext>
            </a:extLst>
          </p:cNvPr>
          <p:cNvSpPr>
            <a:spLocks noGrp="1"/>
          </p:cNvSpPr>
          <p:nvPr/>
        </p:nvSpPr>
        <p:spPr>
          <a:xfrm>
            <a:off x="37773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1" name="A1_bar_GT_11407">
            <a:extLst>
              <a:ext uri="{FF2B5EF4-FFF2-40B4-BE49-F238E27FC236}">
                <a16:creationId xmlns:a16="http://schemas.microsoft.com/office/drawing/2014/main" id="{ABC69C35-D52D-42F4-9AD8-F9BCCBBA4863}"/>
              </a:ext>
            </a:extLst>
          </p:cNvPr>
          <p:cNvSpPr>
            <a:spLocks noGrp="1"/>
          </p:cNvSpPr>
          <p:nvPr/>
        </p:nvSpPr>
        <p:spPr>
          <a:xfrm>
            <a:off x="394786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2" name="A1_bar_GT_11408">
            <a:extLst>
              <a:ext uri="{FF2B5EF4-FFF2-40B4-BE49-F238E27FC236}">
                <a16:creationId xmlns:a16="http://schemas.microsoft.com/office/drawing/2014/main" id="{3BEE4D93-DA23-4696-8C19-A8EABE0EA7CC}"/>
              </a:ext>
            </a:extLst>
          </p:cNvPr>
          <p:cNvSpPr>
            <a:spLocks noGrp="1"/>
          </p:cNvSpPr>
          <p:nvPr/>
        </p:nvSpPr>
        <p:spPr>
          <a:xfrm>
            <a:off x="380034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3" name="A1_bar_GT_11409">
            <a:extLst>
              <a:ext uri="{FF2B5EF4-FFF2-40B4-BE49-F238E27FC236}">
                <a16:creationId xmlns:a16="http://schemas.microsoft.com/office/drawing/2014/main" id="{F3B4C218-FE49-4A94-8CB5-DC3453B44245}"/>
              </a:ext>
            </a:extLst>
          </p:cNvPr>
          <p:cNvSpPr>
            <a:spLocks noGrp="1"/>
          </p:cNvSpPr>
          <p:nvPr/>
        </p:nvSpPr>
        <p:spPr>
          <a:xfrm>
            <a:off x="383831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4" name="A1_bar_GT_11410">
            <a:extLst>
              <a:ext uri="{FF2B5EF4-FFF2-40B4-BE49-F238E27FC236}">
                <a16:creationId xmlns:a16="http://schemas.microsoft.com/office/drawing/2014/main" id="{38964678-06F4-46DE-BD67-0EE52F9D4EB7}"/>
              </a:ext>
            </a:extLst>
          </p:cNvPr>
          <p:cNvSpPr>
            <a:spLocks noGrp="1"/>
          </p:cNvSpPr>
          <p:nvPr/>
        </p:nvSpPr>
        <p:spPr>
          <a:xfrm>
            <a:off x="393527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5" name="A1_bar_GT_11411">
            <a:extLst>
              <a:ext uri="{FF2B5EF4-FFF2-40B4-BE49-F238E27FC236}">
                <a16:creationId xmlns:a16="http://schemas.microsoft.com/office/drawing/2014/main" id="{A0271E13-40A3-471E-BD66-75877D48BD5C}"/>
              </a:ext>
            </a:extLst>
          </p:cNvPr>
          <p:cNvSpPr>
            <a:spLocks noGrp="1"/>
          </p:cNvSpPr>
          <p:nvPr/>
        </p:nvSpPr>
        <p:spPr>
          <a:xfrm>
            <a:off x="38925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6" name="A1_bar_GT_11412">
            <a:extLst>
              <a:ext uri="{FF2B5EF4-FFF2-40B4-BE49-F238E27FC236}">
                <a16:creationId xmlns:a16="http://schemas.microsoft.com/office/drawing/2014/main" id="{79F38565-82A1-43C2-8F16-6451A3BD7D4C}"/>
              </a:ext>
            </a:extLst>
          </p:cNvPr>
          <p:cNvSpPr>
            <a:spLocks noGrp="1"/>
          </p:cNvSpPr>
          <p:nvPr/>
        </p:nvSpPr>
        <p:spPr>
          <a:xfrm>
            <a:off x="38538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7" name="A1_bar_GT_11413">
            <a:extLst>
              <a:ext uri="{FF2B5EF4-FFF2-40B4-BE49-F238E27FC236}">
                <a16:creationId xmlns:a16="http://schemas.microsoft.com/office/drawing/2014/main" id="{069174C4-FD46-4D3D-8DA8-66FD9E129510}"/>
              </a:ext>
            </a:extLst>
          </p:cNvPr>
          <p:cNvSpPr>
            <a:spLocks noGrp="1"/>
          </p:cNvSpPr>
          <p:nvPr/>
        </p:nvSpPr>
        <p:spPr>
          <a:xfrm>
            <a:off x="377594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8" name="A1_bar_GT_11414">
            <a:extLst>
              <a:ext uri="{FF2B5EF4-FFF2-40B4-BE49-F238E27FC236}">
                <a16:creationId xmlns:a16="http://schemas.microsoft.com/office/drawing/2014/main" id="{0258A8E6-BA6C-41E5-86F2-A209503BF711}"/>
              </a:ext>
            </a:extLst>
          </p:cNvPr>
          <p:cNvSpPr>
            <a:spLocks noGrp="1"/>
          </p:cNvSpPr>
          <p:nvPr/>
        </p:nvSpPr>
        <p:spPr>
          <a:xfrm>
            <a:off x="384102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9" name="A1_bar_GT_11415">
            <a:extLst>
              <a:ext uri="{FF2B5EF4-FFF2-40B4-BE49-F238E27FC236}">
                <a16:creationId xmlns:a16="http://schemas.microsoft.com/office/drawing/2014/main" id="{F57C9937-E32E-4BC8-ADAC-670AF15F3A98}"/>
              </a:ext>
            </a:extLst>
          </p:cNvPr>
          <p:cNvSpPr>
            <a:spLocks noGrp="1"/>
          </p:cNvSpPr>
          <p:nvPr/>
        </p:nvSpPr>
        <p:spPr>
          <a:xfrm>
            <a:off x="3706110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0" name="A1_bar_GT_11416">
            <a:extLst>
              <a:ext uri="{FF2B5EF4-FFF2-40B4-BE49-F238E27FC236}">
                <a16:creationId xmlns:a16="http://schemas.microsoft.com/office/drawing/2014/main" id="{C356103D-5EE7-4757-A8CB-38E47667A394}"/>
              </a:ext>
            </a:extLst>
          </p:cNvPr>
          <p:cNvSpPr>
            <a:spLocks noGrp="1"/>
          </p:cNvSpPr>
          <p:nvPr/>
        </p:nvSpPr>
        <p:spPr>
          <a:xfrm>
            <a:off x="376825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1" name="A1_bar_GT_11417">
            <a:extLst>
              <a:ext uri="{FF2B5EF4-FFF2-40B4-BE49-F238E27FC236}">
                <a16:creationId xmlns:a16="http://schemas.microsoft.com/office/drawing/2014/main" id="{256BC9C6-42F8-45FE-A6F0-34A3688A51BC}"/>
              </a:ext>
            </a:extLst>
          </p:cNvPr>
          <p:cNvSpPr>
            <a:spLocks noGrp="1"/>
          </p:cNvSpPr>
          <p:nvPr/>
        </p:nvSpPr>
        <p:spPr>
          <a:xfrm>
            <a:off x="384751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2" name="A1_bar_GT_11418">
            <a:extLst>
              <a:ext uri="{FF2B5EF4-FFF2-40B4-BE49-F238E27FC236}">
                <a16:creationId xmlns:a16="http://schemas.microsoft.com/office/drawing/2014/main" id="{1CCC4634-1B15-42BF-9A68-5DB276FD2F71}"/>
              </a:ext>
            </a:extLst>
          </p:cNvPr>
          <p:cNvSpPr>
            <a:spLocks noGrp="1"/>
          </p:cNvSpPr>
          <p:nvPr/>
        </p:nvSpPr>
        <p:spPr>
          <a:xfrm>
            <a:off x="37970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3" name="A1_bar_GT_11419">
            <a:extLst>
              <a:ext uri="{FF2B5EF4-FFF2-40B4-BE49-F238E27FC236}">
                <a16:creationId xmlns:a16="http://schemas.microsoft.com/office/drawing/2014/main" id="{1A05E435-B7E4-4123-AF72-818C2B0108D7}"/>
              </a:ext>
            </a:extLst>
          </p:cNvPr>
          <p:cNvSpPr>
            <a:spLocks noGrp="1"/>
          </p:cNvSpPr>
          <p:nvPr/>
        </p:nvSpPr>
        <p:spPr>
          <a:xfrm>
            <a:off x="3902090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4" name="A1_bar_GT_11420">
            <a:extLst>
              <a:ext uri="{FF2B5EF4-FFF2-40B4-BE49-F238E27FC236}">
                <a16:creationId xmlns:a16="http://schemas.microsoft.com/office/drawing/2014/main" id="{8EDCF366-EC07-45CC-9EDA-A0F8E1E5CAEF}"/>
              </a:ext>
            </a:extLst>
          </p:cNvPr>
          <p:cNvSpPr>
            <a:spLocks noGrp="1"/>
          </p:cNvSpPr>
          <p:nvPr/>
        </p:nvSpPr>
        <p:spPr>
          <a:xfrm>
            <a:off x="37818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5" name="A1_bar_GT_11421">
            <a:extLst>
              <a:ext uri="{FF2B5EF4-FFF2-40B4-BE49-F238E27FC236}">
                <a16:creationId xmlns:a16="http://schemas.microsoft.com/office/drawing/2014/main" id="{20645DB3-ADAB-4285-99ED-D9BF238992BF}"/>
              </a:ext>
            </a:extLst>
          </p:cNvPr>
          <p:cNvSpPr>
            <a:spLocks noGrp="1"/>
          </p:cNvSpPr>
          <p:nvPr/>
        </p:nvSpPr>
        <p:spPr>
          <a:xfrm>
            <a:off x="387944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6" name="A1_bar_GT_11422">
            <a:extLst>
              <a:ext uri="{FF2B5EF4-FFF2-40B4-BE49-F238E27FC236}">
                <a16:creationId xmlns:a16="http://schemas.microsoft.com/office/drawing/2014/main" id="{A635004E-C307-4B07-A709-A4A007A51ADC}"/>
              </a:ext>
            </a:extLst>
          </p:cNvPr>
          <p:cNvSpPr>
            <a:spLocks noGrp="1"/>
          </p:cNvSpPr>
          <p:nvPr/>
        </p:nvSpPr>
        <p:spPr>
          <a:xfrm>
            <a:off x="3743886" y="36586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7" name="A1_bar_GT_11423">
            <a:extLst>
              <a:ext uri="{FF2B5EF4-FFF2-40B4-BE49-F238E27FC236}">
                <a16:creationId xmlns:a16="http://schemas.microsoft.com/office/drawing/2014/main" id="{93F03234-68F1-4B44-9843-3B98329C224C}"/>
              </a:ext>
            </a:extLst>
          </p:cNvPr>
          <p:cNvSpPr>
            <a:spLocks noGrp="1"/>
          </p:cNvSpPr>
          <p:nvPr/>
        </p:nvSpPr>
        <p:spPr>
          <a:xfrm>
            <a:off x="37765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8" name="A1_bar_GT_11424">
            <a:extLst>
              <a:ext uri="{FF2B5EF4-FFF2-40B4-BE49-F238E27FC236}">
                <a16:creationId xmlns:a16="http://schemas.microsoft.com/office/drawing/2014/main" id="{BE1AD1FB-D1BD-4295-8F36-6D2A698A330B}"/>
              </a:ext>
            </a:extLst>
          </p:cNvPr>
          <p:cNvSpPr>
            <a:spLocks noGrp="1"/>
          </p:cNvSpPr>
          <p:nvPr/>
        </p:nvSpPr>
        <p:spPr>
          <a:xfrm>
            <a:off x="389956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9" name="A1_bar_GT_11425">
            <a:extLst>
              <a:ext uri="{FF2B5EF4-FFF2-40B4-BE49-F238E27FC236}">
                <a16:creationId xmlns:a16="http://schemas.microsoft.com/office/drawing/2014/main" id="{AD0E3697-749E-4C5C-B7C5-1685941634EE}"/>
              </a:ext>
            </a:extLst>
          </p:cNvPr>
          <p:cNvSpPr>
            <a:spLocks noGrp="1"/>
          </p:cNvSpPr>
          <p:nvPr/>
        </p:nvSpPr>
        <p:spPr>
          <a:xfrm>
            <a:off x="3739458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0" name="A1_bar_GT_11426">
            <a:extLst>
              <a:ext uri="{FF2B5EF4-FFF2-40B4-BE49-F238E27FC236}">
                <a16:creationId xmlns:a16="http://schemas.microsoft.com/office/drawing/2014/main" id="{EC71F74D-081C-4B4F-9796-70D590DDCEBB}"/>
              </a:ext>
            </a:extLst>
          </p:cNvPr>
          <p:cNvSpPr>
            <a:spLocks noGrp="1"/>
          </p:cNvSpPr>
          <p:nvPr/>
        </p:nvSpPr>
        <p:spPr>
          <a:xfrm>
            <a:off x="3825296" y="47677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1" name="A1_bar_GT_11427">
            <a:extLst>
              <a:ext uri="{FF2B5EF4-FFF2-40B4-BE49-F238E27FC236}">
                <a16:creationId xmlns:a16="http://schemas.microsoft.com/office/drawing/2014/main" id="{2988FADB-D2DA-4A21-87B2-364D8099DB6A}"/>
              </a:ext>
            </a:extLst>
          </p:cNvPr>
          <p:cNvSpPr>
            <a:spLocks noGrp="1"/>
          </p:cNvSpPr>
          <p:nvPr/>
        </p:nvSpPr>
        <p:spPr>
          <a:xfrm>
            <a:off x="372541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2" name="A1_bar_GT_11428">
            <a:extLst>
              <a:ext uri="{FF2B5EF4-FFF2-40B4-BE49-F238E27FC236}">
                <a16:creationId xmlns:a16="http://schemas.microsoft.com/office/drawing/2014/main" id="{7E261527-ACDB-48D8-9903-BCBC78FA138B}"/>
              </a:ext>
            </a:extLst>
          </p:cNvPr>
          <p:cNvSpPr>
            <a:spLocks noGrp="1"/>
          </p:cNvSpPr>
          <p:nvPr/>
        </p:nvSpPr>
        <p:spPr>
          <a:xfrm>
            <a:off x="3845698" y="448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3" name="A1_bar_GT_11429">
            <a:extLst>
              <a:ext uri="{FF2B5EF4-FFF2-40B4-BE49-F238E27FC236}">
                <a16:creationId xmlns:a16="http://schemas.microsoft.com/office/drawing/2014/main" id="{38C1D73B-A374-4734-BC50-2FFD05061401}"/>
              </a:ext>
            </a:extLst>
          </p:cNvPr>
          <p:cNvSpPr>
            <a:spLocks noGrp="1"/>
          </p:cNvSpPr>
          <p:nvPr/>
        </p:nvSpPr>
        <p:spPr>
          <a:xfrm>
            <a:off x="3738940" y="37806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4" name="A1_bar_GT_11430">
            <a:extLst>
              <a:ext uri="{FF2B5EF4-FFF2-40B4-BE49-F238E27FC236}">
                <a16:creationId xmlns:a16="http://schemas.microsoft.com/office/drawing/2014/main" id="{CEAFDE77-23C2-48C3-961B-B655D922718F}"/>
              </a:ext>
            </a:extLst>
          </p:cNvPr>
          <p:cNvSpPr>
            <a:spLocks noGrp="1"/>
          </p:cNvSpPr>
          <p:nvPr/>
        </p:nvSpPr>
        <p:spPr>
          <a:xfrm>
            <a:off x="383890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5" name="A1_bar_GT_11431">
            <a:extLst>
              <a:ext uri="{FF2B5EF4-FFF2-40B4-BE49-F238E27FC236}">
                <a16:creationId xmlns:a16="http://schemas.microsoft.com/office/drawing/2014/main" id="{2CBE2D06-C0B8-4BAF-9EEE-6F75964B9F76}"/>
              </a:ext>
            </a:extLst>
          </p:cNvPr>
          <p:cNvSpPr>
            <a:spLocks noGrp="1"/>
          </p:cNvSpPr>
          <p:nvPr/>
        </p:nvSpPr>
        <p:spPr>
          <a:xfrm>
            <a:off x="3932163" y="422815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6" name="A1_bar_GT_11432">
            <a:extLst>
              <a:ext uri="{FF2B5EF4-FFF2-40B4-BE49-F238E27FC236}">
                <a16:creationId xmlns:a16="http://schemas.microsoft.com/office/drawing/2014/main" id="{F8E1DB46-4E80-4A0E-90BC-BAE9FB24DBDF}"/>
              </a:ext>
            </a:extLst>
          </p:cNvPr>
          <p:cNvSpPr>
            <a:spLocks noGrp="1"/>
          </p:cNvSpPr>
          <p:nvPr/>
        </p:nvSpPr>
        <p:spPr>
          <a:xfrm>
            <a:off x="3865983" y="45016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7" name="A1_bar_GT_11433">
            <a:extLst>
              <a:ext uri="{FF2B5EF4-FFF2-40B4-BE49-F238E27FC236}">
                <a16:creationId xmlns:a16="http://schemas.microsoft.com/office/drawing/2014/main" id="{9EAC6BC2-7D08-4670-A2F1-BA2DCB0A8059}"/>
              </a:ext>
            </a:extLst>
          </p:cNvPr>
          <p:cNvSpPr>
            <a:spLocks noGrp="1"/>
          </p:cNvSpPr>
          <p:nvPr/>
        </p:nvSpPr>
        <p:spPr>
          <a:xfrm>
            <a:off x="37714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8" name="A1_bar_GT_11434">
            <a:extLst>
              <a:ext uri="{FF2B5EF4-FFF2-40B4-BE49-F238E27FC236}">
                <a16:creationId xmlns:a16="http://schemas.microsoft.com/office/drawing/2014/main" id="{FDC8E432-D620-4B62-8C2E-D2AF39BE1FBD}"/>
              </a:ext>
            </a:extLst>
          </p:cNvPr>
          <p:cNvSpPr>
            <a:spLocks noGrp="1"/>
          </p:cNvSpPr>
          <p:nvPr/>
        </p:nvSpPr>
        <p:spPr>
          <a:xfrm>
            <a:off x="3806404" y="60055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9" name="A1_bar_GT_11435">
            <a:extLst>
              <a:ext uri="{FF2B5EF4-FFF2-40B4-BE49-F238E27FC236}">
                <a16:creationId xmlns:a16="http://schemas.microsoft.com/office/drawing/2014/main" id="{1CC32A4C-3548-4A5E-ABAF-FAD316DE8C29}"/>
              </a:ext>
            </a:extLst>
          </p:cNvPr>
          <p:cNvSpPr>
            <a:spLocks noGrp="1"/>
          </p:cNvSpPr>
          <p:nvPr/>
        </p:nvSpPr>
        <p:spPr>
          <a:xfrm>
            <a:off x="391514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0" name="A1_bar_GT_11436">
            <a:extLst>
              <a:ext uri="{FF2B5EF4-FFF2-40B4-BE49-F238E27FC236}">
                <a16:creationId xmlns:a16="http://schemas.microsoft.com/office/drawing/2014/main" id="{E1387DD8-5541-453A-A6F2-9AE34CE8C24F}"/>
              </a:ext>
            </a:extLst>
          </p:cNvPr>
          <p:cNvSpPr>
            <a:spLocks noGrp="1"/>
          </p:cNvSpPr>
          <p:nvPr/>
        </p:nvSpPr>
        <p:spPr>
          <a:xfrm>
            <a:off x="391982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1" name="A1_bar_GT_11437">
            <a:extLst>
              <a:ext uri="{FF2B5EF4-FFF2-40B4-BE49-F238E27FC236}">
                <a16:creationId xmlns:a16="http://schemas.microsoft.com/office/drawing/2014/main" id="{F106F85B-4E4B-4B13-AD95-835625CBEAAE}"/>
              </a:ext>
            </a:extLst>
          </p:cNvPr>
          <p:cNvSpPr>
            <a:spLocks noGrp="1"/>
          </p:cNvSpPr>
          <p:nvPr/>
        </p:nvSpPr>
        <p:spPr>
          <a:xfrm>
            <a:off x="379013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2" name="A1_bar_GT_11438">
            <a:extLst>
              <a:ext uri="{FF2B5EF4-FFF2-40B4-BE49-F238E27FC236}">
                <a16:creationId xmlns:a16="http://schemas.microsoft.com/office/drawing/2014/main" id="{2E855D16-41E0-4E68-99FF-BAF0DF14A535}"/>
              </a:ext>
            </a:extLst>
          </p:cNvPr>
          <p:cNvSpPr>
            <a:spLocks noGrp="1"/>
          </p:cNvSpPr>
          <p:nvPr/>
        </p:nvSpPr>
        <p:spPr>
          <a:xfrm>
            <a:off x="371688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3" name="A1_bar_GT_11439">
            <a:extLst>
              <a:ext uri="{FF2B5EF4-FFF2-40B4-BE49-F238E27FC236}">
                <a16:creationId xmlns:a16="http://schemas.microsoft.com/office/drawing/2014/main" id="{30DAE717-9982-4982-829C-5043FE018CF8}"/>
              </a:ext>
            </a:extLst>
          </p:cNvPr>
          <p:cNvSpPr>
            <a:spLocks noGrp="1"/>
          </p:cNvSpPr>
          <p:nvPr/>
        </p:nvSpPr>
        <p:spPr>
          <a:xfrm>
            <a:off x="37231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4" name="A1_bar_GT_11440">
            <a:extLst>
              <a:ext uri="{FF2B5EF4-FFF2-40B4-BE49-F238E27FC236}">
                <a16:creationId xmlns:a16="http://schemas.microsoft.com/office/drawing/2014/main" id="{75ED0661-B6FC-42B5-84E0-AD6E504BD046}"/>
              </a:ext>
            </a:extLst>
          </p:cNvPr>
          <p:cNvSpPr>
            <a:spLocks noGrp="1"/>
          </p:cNvSpPr>
          <p:nvPr/>
        </p:nvSpPr>
        <p:spPr>
          <a:xfrm>
            <a:off x="376324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5" name="A1_bar_GT_11441">
            <a:extLst>
              <a:ext uri="{FF2B5EF4-FFF2-40B4-BE49-F238E27FC236}">
                <a16:creationId xmlns:a16="http://schemas.microsoft.com/office/drawing/2014/main" id="{2AF48370-A7CC-4F39-BBE4-6E21F3BE29C1}"/>
              </a:ext>
            </a:extLst>
          </p:cNvPr>
          <p:cNvSpPr>
            <a:spLocks noGrp="1"/>
          </p:cNvSpPr>
          <p:nvPr/>
        </p:nvSpPr>
        <p:spPr>
          <a:xfrm>
            <a:off x="378820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6" name="A1_bar_GT_11442">
            <a:extLst>
              <a:ext uri="{FF2B5EF4-FFF2-40B4-BE49-F238E27FC236}">
                <a16:creationId xmlns:a16="http://schemas.microsoft.com/office/drawing/2014/main" id="{E110CA0C-C26F-4A79-A3C3-6DD70E8E3CCB}"/>
              </a:ext>
            </a:extLst>
          </p:cNvPr>
          <p:cNvSpPr>
            <a:spLocks noGrp="1"/>
          </p:cNvSpPr>
          <p:nvPr/>
        </p:nvSpPr>
        <p:spPr>
          <a:xfrm>
            <a:off x="3713122" y="54934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7" name="A1_bar_GT_11443">
            <a:extLst>
              <a:ext uri="{FF2B5EF4-FFF2-40B4-BE49-F238E27FC236}">
                <a16:creationId xmlns:a16="http://schemas.microsoft.com/office/drawing/2014/main" id="{CD0026E9-BC86-43D3-8476-FB855B771763}"/>
              </a:ext>
            </a:extLst>
          </p:cNvPr>
          <p:cNvSpPr>
            <a:spLocks noGrp="1"/>
          </p:cNvSpPr>
          <p:nvPr/>
        </p:nvSpPr>
        <p:spPr>
          <a:xfrm>
            <a:off x="380582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8" name="A1_bar_GT_11444">
            <a:extLst>
              <a:ext uri="{FF2B5EF4-FFF2-40B4-BE49-F238E27FC236}">
                <a16:creationId xmlns:a16="http://schemas.microsoft.com/office/drawing/2014/main" id="{C86A5F41-1E82-46D1-BF48-9130983D2F6B}"/>
              </a:ext>
            </a:extLst>
          </p:cNvPr>
          <p:cNvSpPr>
            <a:spLocks noGrp="1"/>
          </p:cNvSpPr>
          <p:nvPr/>
        </p:nvSpPr>
        <p:spPr>
          <a:xfrm>
            <a:off x="386999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9" name="A1_bar_GT_11445">
            <a:extLst>
              <a:ext uri="{FF2B5EF4-FFF2-40B4-BE49-F238E27FC236}">
                <a16:creationId xmlns:a16="http://schemas.microsoft.com/office/drawing/2014/main" id="{774E6A26-5AB3-44DD-95C0-DDE834A452ED}"/>
              </a:ext>
            </a:extLst>
          </p:cNvPr>
          <p:cNvSpPr>
            <a:spLocks noGrp="1"/>
          </p:cNvSpPr>
          <p:nvPr/>
        </p:nvSpPr>
        <p:spPr>
          <a:xfrm>
            <a:off x="3732681" y="55675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0" name="A1_bar_GT_11446">
            <a:extLst>
              <a:ext uri="{FF2B5EF4-FFF2-40B4-BE49-F238E27FC236}">
                <a16:creationId xmlns:a16="http://schemas.microsoft.com/office/drawing/2014/main" id="{E4688D8F-927E-4E64-BCD7-10074992E968}"/>
              </a:ext>
            </a:extLst>
          </p:cNvPr>
          <p:cNvSpPr>
            <a:spLocks noGrp="1"/>
          </p:cNvSpPr>
          <p:nvPr/>
        </p:nvSpPr>
        <p:spPr>
          <a:xfrm>
            <a:off x="378833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1" name="A1_bar_GT_11447">
            <a:extLst>
              <a:ext uri="{FF2B5EF4-FFF2-40B4-BE49-F238E27FC236}">
                <a16:creationId xmlns:a16="http://schemas.microsoft.com/office/drawing/2014/main" id="{7E55AB9A-C0D0-4072-8FCD-BB9752D996CF}"/>
              </a:ext>
            </a:extLst>
          </p:cNvPr>
          <p:cNvSpPr>
            <a:spLocks noGrp="1"/>
          </p:cNvSpPr>
          <p:nvPr/>
        </p:nvSpPr>
        <p:spPr>
          <a:xfrm>
            <a:off x="3932869" y="310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2" name="A1_bar_GT_11448">
            <a:extLst>
              <a:ext uri="{FF2B5EF4-FFF2-40B4-BE49-F238E27FC236}">
                <a16:creationId xmlns:a16="http://schemas.microsoft.com/office/drawing/2014/main" id="{5BDD0197-8D05-4DE7-9154-219CF49DE864}"/>
              </a:ext>
            </a:extLst>
          </p:cNvPr>
          <p:cNvSpPr>
            <a:spLocks noGrp="1"/>
          </p:cNvSpPr>
          <p:nvPr/>
        </p:nvSpPr>
        <p:spPr>
          <a:xfrm>
            <a:off x="377782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3" name="A1_bar_GT_11449">
            <a:extLst>
              <a:ext uri="{FF2B5EF4-FFF2-40B4-BE49-F238E27FC236}">
                <a16:creationId xmlns:a16="http://schemas.microsoft.com/office/drawing/2014/main" id="{3EAE6A3E-D0EA-4D9D-A261-CF8459F7F1D1}"/>
              </a:ext>
            </a:extLst>
          </p:cNvPr>
          <p:cNvSpPr>
            <a:spLocks noGrp="1"/>
          </p:cNvSpPr>
          <p:nvPr/>
        </p:nvSpPr>
        <p:spPr>
          <a:xfrm>
            <a:off x="387692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4" name="A1_bar_GT_11450">
            <a:extLst>
              <a:ext uri="{FF2B5EF4-FFF2-40B4-BE49-F238E27FC236}">
                <a16:creationId xmlns:a16="http://schemas.microsoft.com/office/drawing/2014/main" id="{9EA7963E-76EF-4938-BBB3-0925389506FA}"/>
              </a:ext>
            </a:extLst>
          </p:cNvPr>
          <p:cNvSpPr>
            <a:spLocks noGrp="1"/>
          </p:cNvSpPr>
          <p:nvPr/>
        </p:nvSpPr>
        <p:spPr>
          <a:xfrm>
            <a:off x="391230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5" name="A1_bar_GT_11451">
            <a:extLst>
              <a:ext uri="{FF2B5EF4-FFF2-40B4-BE49-F238E27FC236}">
                <a16:creationId xmlns:a16="http://schemas.microsoft.com/office/drawing/2014/main" id="{D8D3E522-9FDA-4404-A9D9-7B8B421EFA4D}"/>
              </a:ext>
            </a:extLst>
          </p:cNvPr>
          <p:cNvSpPr>
            <a:spLocks noGrp="1"/>
          </p:cNvSpPr>
          <p:nvPr/>
        </p:nvSpPr>
        <p:spPr>
          <a:xfrm>
            <a:off x="37041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6" name="A1_bar_GT_11452">
            <a:extLst>
              <a:ext uri="{FF2B5EF4-FFF2-40B4-BE49-F238E27FC236}">
                <a16:creationId xmlns:a16="http://schemas.microsoft.com/office/drawing/2014/main" id="{A21DC834-DED3-4280-9E78-F9F3C7A8FCA9}"/>
              </a:ext>
            </a:extLst>
          </p:cNvPr>
          <p:cNvSpPr>
            <a:spLocks noGrp="1"/>
          </p:cNvSpPr>
          <p:nvPr/>
        </p:nvSpPr>
        <p:spPr>
          <a:xfrm>
            <a:off x="392655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7" name="A1_bar_GT_11453">
            <a:extLst>
              <a:ext uri="{FF2B5EF4-FFF2-40B4-BE49-F238E27FC236}">
                <a16:creationId xmlns:a16="http://schemas.microsoft.com/office/drawing/2014/main" id="{3870415A-55E9-403F-8BF4-7044A496EA66}"/>
              </a:ext>
            </a:extLst>
          </p:cNvPr>
          <p:cNvSpPr>
            <a:spLocks noGrp="1"/>
          </p:cNvSpPr>
          <p:nvPr/>
        </p:nvSpPr>
        <p:spPr>
          <a:xfrm>
            <a:off x="376915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8" name="A1_bar_GT_11454">
            <a:extLst>
              <a:ext uri="{FF2B5EF4-FFF2-40B4-BE49-F238E27FC236}">
                <a16:creationId xmlns:a16="http://schemas.microsoft.com/office/drawing/2014/main" id="{2781E3B5-D831-480B-BFAA-07573F3BDD4F}"/>
              </a:ext>
            </a:extLst>
          </p:cNvPr>
          <p:cNvSpPr>
            <a:spLocks noGrp="1"/>
          </p:cNvSpPr>
          <p:nvPr/>
        </p:nvSpPr>
        <p:spPr>
          <a:xfrm>
            <a:off x="3721593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9" name="A1_bar_GT_11455">
            <a:extLst>
              <a:ext uri="{FF2B5EF4-FFF2-40B4-BE49-F238E27FC236}">
                <a16:creationId xmlns:a16="http://schemas.microsoft.com/office/drawing/2014/main" id="{358C1FEF-F929-4543-BD08-3D2C33C6E46A}"/>
              </a:ext>
            </a:extLst>
          </p:cNvPr>
          <p:cNvSpPr>
            <a:spLocks noGrp="1"/>
          </p:cNvSpPr>
          <p:nvPr/>
        </p:nvSpPr>
        <p:spPr>
          <a:xfrm>
            <a:off x="3731848" y="33213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0" name="A1_bar_GT_11456">
            <a:extLst>
              <a:ext uri="{FF2B5EF4-FFF2-40B4-BE49-F238E27FC236}">
                <a16:creationId xmlns:a16="http://schemas.microsoft.com/office/drawing/2014/main" id="{650DA90B-FFBA-44F9-B911-F502E563EBB0}"/>
              </a:ext>
            </a:extLst>
          </p:cNvPr>
          <p:cNvSpPr>
            <a:spLocks noGrp="1"/>
          </p:cNvSpPr>
          <p:nvPr/>
        </p:nvSpPr>
        <p:spPr>
          <a:xfrm>
            <a:off x="386650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1" name="A1_bar_GT_11457">
            <a:extLst>
              <a:ext uri="{FF2B5EF4-FFF2-40B4-BE49-F238E27FC236}">
                <a16:creationId xmlns:a16="http://schemas.microsoft.com/office/drawing/2014/main" id="{6DF849C9-C4EB-458D-9E0F-B6C960B1E1FE}"/>
              </a:ext>
            </a:extLst>
          </p:cNvPr>
          <p:cNvSpPr>
            <a:spLocks noGrp="1"/>
          </p:cNvSpPr>
          <p:nvPr/>
        </p:nvSpPr>
        <p:spPr>
          <a:xfrm>
            <a:off x="378095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2" name="A1_bar_GT_11458">
            <a:extLst>
              <a:ext uri="{FF2B5EF4-FFF2-40B4-BE49-F238E27FC236}">
                <a16:creationId xmlns:a16="http://schemas.microsoft.com/office/drawing/2014/main" id="{A307615E-8F16-458E-A9BD-A8910538164C}"/>
              </a:ext>
            </a:extLst>
          </p:cNvPr>
          <p:cNvSpPr>
            <a:spLocks noGrp="1"/>
          </p:cNvSpPr>
          <p:nvPr/>
        </p:nvSpPr>
        <p:spPr>
          <a:xfrm>
            <a:off x="38738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3" name="A1_bar_GT_11459">
            <a:extLst>
              <a:ext uri="{FF2B5EF4-FFF2-40B4-BE49-F238E27FC236}">
                <a16:creationId xmlns:a16="http://schemas.microsoft.com/office/drawing/2014/main" id="{3B1C99DD-FC2F-48F7-B22F-921920A83F69}"/>
              </a:ext>
            </a:extLst>
          </p:cNvPr>
          <p:cNvSpPr>
            <a:spLocks noGrp="1"/>
          </p:cNvSpPr>
          <p:nvPr/>
        </p:nvSpPr>
        <p:spPr>
          <a:xfrm>
            <a:off x="384656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4" name="A1_bar_GT_11460">
            <a:extLst>
              <a:ext uri="{FF2B5EF4-FFF2-40B4-BE49-F238E27FC236}">
                <a16:creationId xmlns:a16="http://schemas.microsoft.com/office/drawing/2014/main" id="{F5FD6C08-8FBB-4D9B-931B-A8AE075A5C26}"/>
              </a:ext>
            </a:extLst>
          </p:cNvPr>
          <p:cNvSpPr>
            <a:spLocks noGrp="1"/>
          </p:cNvSpPr>
          <p:nvPr/>
        </p:nvSpPr>
        <p:spPr>
          <a:xfrm>
            <a:off x="395465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5" name="A1_bar_GT_11461">
            <a:extLst>
              <a:ext uri="{FF2B5EF4-FFF2-40B4-BE49-F238E27FC236}">
                <a16:creationId xmlns:a16="http://schemas.microsoft.com/office/drawing/2014/main" id="{1245D6B3-484A-4EE8-B52A-15EA9D7A0C4C}"/>
              </a:ext>
            </a:extLst>
          </p:cNvPr>
          <p:cNvSpPr>
            <a:spLocks noGrp="1"/>
          </p:cNvSpPr>
          <p:nvPr/>
        </p:nvSpPr>
        <p:spPr>
          <a:xfrm>
            <a:off x="3908026" y="49444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6" name="A1_bar_GT_11462">
            <a:extLst>
              <a:ext uri="{FF2B5EF4-FFF2-40B4-BE49-F238E27FC236}">
                <a16:creationId xmlns:a16="http://schemas.microsoft.com/office/drawing/2014/main" id="{8A8161F9-8EE8-45EB-A26B-147E9A5B79CD}"/>
              </a:ext>
            </a:extLst>
          </p:cNvPr>
          <p:cNvSpPr>
            <a:spLocks noGrp="1"/>
          </p:cNvSpPr>
          <p:nvPr/>
        </p:nvSpPr>
        <p:spPr>
          <a:xfrm>
            <a:off x="38952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7" name="A1_bar_GT_11463">
            <a:extLst>
              <a:ext uri="{FF2B5EF4-FFF2-40B4-BE49-F238E27FC236}">
                <a16:creationId xmlns:a16="http://schemas.microsoft.com/office/drawing/2014/main" id="{3ADFA2B7-FE88-4F6D-9BA6-E6BADA76A77E}"/>
              </a:ext>
            </a:extLst>
          </p:cNvPr>
          <p:cNvSpPr>
            <a:spLocks noGrp="1"/>
          </p:cNvSpPr>
          <p:nvPr/>
        </p:nvSpPr>
        <p:spPr>
          <a:xfrm>
            <a:off x="38806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8" name="A1_bar_GT_11464">
            <a:extLst>
              <a:ext uri="{FF2B5EF4-FFF2-40B4-BE49-F238E27FC236}">
                <a16:creationId xmlns:a16="http://schemas.microsoft.com/office/drawing/2014/main" id="{75DF192A-C4CD-4E97-B326-EB34FAA62AF5}"/>
              </a:ext>
            </a:extLst>
          </p:cNvPr>
          <p:cNvSpPr>
            <a:spLocks noGrp="1"/>
          </p:cNvSpPr>
          <p:nvPr/>
        </p:nvSpPr>
        <p:spPr>
          <a:xfrm>
            <a:off x="371538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9" name="A1_bar_GT_11465">
            <a:extLst>
              <a:ext uri="{FF2B5EF4-FFF2-40B4-BE49-F238E27FC236}">
                <a16:creationId xmlns:a16="http://schemas.microsoft.com/office/drawing/2014/main" id="{8CD955FB-1A52-4494-B600-862DBF12DA48}"/>
              </a:ext>
            </a:extLst>
          </p:cNvPr>
          <p:cNvSpPr>
            <a:spLocks noGrp="1"/>
          </p:cNvSpPr>
          <p:nvPr/>
        </p:nvSpPr>
        <p:spPr>
          <a:xfrm>
            <a:off x="37133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0" name="A1_bar_GT_11466">
            <a:extLst>
              <a:ext uri="{FF2B5EF4-FFF2-40B4-BE49-F238E27FC236}">
                <a16:creationId xmlns:a16="http://schemas.microsoft.com/office/drawing/2014/main" id="{7DAFDCDF-42CD-4053-A48A-87E9AF901C66}"/>
              </a:ext>
            </a:extLst>
          </p:cNvPr>
          <p:cNvSpPr>
            <a:spLocks noGrp="1"/>
          </p:cNvSpPr>
          <p:nvPr/>
        </p:nvSpPr>
        <p:spPr>
          <a:xfrm>
            <a:off x="3834973" y="45897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1" name="A1_bar_GT_11467">
            <a:extLst>
              <a:ext uri="{FF2B5EF4-FFF2-40B4-BE49-F238E27FC236}">
                <a16:creationId xmlns:a16="http://schemas.microsoft.com/office/drawing/2014/main" id="{0B419F2B-33B1-46C0-BC12-F72FDC617D45}"/>
              </a:ext>
            </a:extLst>
          </p:cNvPr>
          <p:cNvSpPr>
            <a:spLocks noGrp="1"/>
          </p:cNvSpPr>
          <p:nvPr/>
        </p:nvSpPr>
        <p:spPr>
          <a:xfrm>
            <a:off x="3857869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2" name="A1_bar_GT_11468">
            <a:extLst>
              <a:ext uri="{FF2B5EF4-FFF2-40B4-BE49-F238E27FC236}">
                <a16:creationId xmlns:a16="http://schemas.microsoft.com/office/drawing/2014/main" id="{788F88CE-871C-4C1B-86E2-5CCADADF9BFC}"/>
              </a:ext>
            </a:extLst>
          </p:cNvPr>
          <p:cNvSpPr>
            <a:spLocks noGrp="1"/>
          </p:cNvSpPr>
          <p:nvPr/>
        </p:nvSpPr>
        <p:spPr>
          <a:xfrm>
            <a:off x="378079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3" name="A1_bar_GT_11469">
            <a:extLst>
              <a:ext uri="{FF2B5EF4-FFF2-40B4-BE49-F238E27FC236}">
                <a16:creationId xmlns:a16="http://schemas.microsoft.com/office/drawing/2014/main" id="{A650E3C0-B300-48BA-8508-BFBEC09C816B}"/>
              </a:ext>
            </a:extLst>
          </p:cNvPr>
          <p:cNvSpPr>
            <a:spLocks noGrp="1"/>
          </p:cNvSpPr>
          <p:nvPr/>
        </p:nvSpPr>
        <p:spPr>
          <a:xfrm>
            <a:off x="3838528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4" name="A1_bar_GT_11470">
            <a:extLst>
              <a:ext uri="{FF2B5EF4-FFF2-40B4-BE49-F238E27FC236}">
                <a16:creationId xmlns:a16="http://schemas.microsoft.com/office/drawing/2014/main" id="{DFDC08C4-960A-4A47-A6E7-A43AA44E48EA}"/>
              </a:ext>
            </a:extLst>
          </p:cNvPr>
          <p:cNvSpPr>
            <a:spLocks noGrp="1"/>
          </p:cNvSpPr>
          <p:nvPr/>
        </p:nvSpPr>
        <p:spPr>
          <a:xfrm>
            <a:off x="38806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5" name="A1_bar_GT_11471">
            <a:extLst>
              <a:ext uri="{FF2B5EF4-FFF2-40B4-BE49-F238E27FC236}">
                <a16:creationId xmlns:a16="http://schemas.microsoft.com/office/drawing/2014/main" id="{BBD5DD61-A47E-456A-975D-F820FBC3C488}"/>
              </a:ext>
            </a:extLst>
          </p:cNvPr>
          <p:cNvSpPr>
            <a:spLocks noGrp="1"/>
          </p:cNvSpPr>
          <p:nvPr/>
        </p:nvSpPr>
        <p:spPr>
          <a:xfrm>
            <a:off x="3922809" y="4873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6" name="A1_bar_GT_11472">
            <a:extLst>
              <a:ext uri="{FF2B5EF4-FFF2-40B4-BE49-F238E27FC236}">
                <a16:creationId xmlns:a16="http://schemas.microsoft.com/office/drawing/2014/main" id="{9196CF3D-1845-478B-B1DF-43546B6E64F1}"/>
              </a:ext>
            </a:extLst>
          </p:cNvPr>
          <p:cNvSpPr>
            <a:spLocks noGrp="1"/>
          </p:cNvSpPr>
          <p:nvPr/>
        </p:nvSpPr>
        <p:spPr>
          <a:xfrm>
            <a:off x="386651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7" name="A1_bar_GT_11473">
            <a:extLst>
              <a:ext uri="{FF2B5EF4-FFF2-40B4-BE49-F238E27FC236}">
                <a16:creationId xmlns:a16="http://schemas.microsoft.com/office/drawing/2014/main" id="{730DDB07-BC2F-4324-ADF5-0A17127612E2}"/>
              </a:ext>
            </a:extLst>
          </p:cNvPr>
          <p:cNvSpPr>
            <a:spLocks noGrp="1"/>
          </p:cNvSpPr>
          <p:nvPr/>
        </p:nvSpPr>
        <p:spPr>
          <a:xfrm>
            <a:off x="370416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8" name="A1_bar_GT_11474">
            <a:extLst>
              <a:ext uri="{FF2B5EF4-FFF2-40B4-BE49-F238E27FC236}">
                <a16:creationId xmlns:a16="http://schemas.microsoft.com/office/drawing/2014/main" id="{3FB9F808-8DD6-4B4A-8CB6-0552E7269ED0}"/>
              </a:ext>
            </a:extLst>
          </p:cNvPr>
          <p:cNvSpPr>
            <a:spLocks noGrp="1"/>
          </p:cNvSpPr>
          <p:nvPr/>
        </p:nvSpPr>
        <p:spPr>
          <a:xfrm>
            <a:off x="3856419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9" name="A1_bar_GT_11475">
            <a:extLst>
              <a:ext uri="{FF2B5EF4-FFF2-40B4-BE49-F238E27FC236}">
                <a16:creationId xmlns:a16="http://schemas.microsoft.com/office/drawing/2014/main" id="{7CD1AB96-370D-4E18-B121-7EDE7C6D7A7E}"/>
              </a:ext>
            </a:extLst>
          </p:cNvPr>
          <p:cNvSpPr>
            <a:spLocks noGrp="1"/>
          </p:cNvSpPr>
          <p:nvPr/>
        </p:nvSpPr>
        <p:spPr>
          <a:xfrm>
            <a:off x="3731064" y="383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0" name="A1_bar_GT_11476">
            <a:extLst>
              <a:ext uri="{FF2B5EF4-FFF2-40B4-BE49-F238E27FC236}">
                <a16:creationId xmlns:a16="http://schemas.microsoft.com/office/drawing/2014/main" id="{9A1832C1-C78E-4B7B-9BCF-40637DD19794}"/>
              </a:ext>
            </a:extLst>
          </p:cNvPr>
          <p:cNvSpPr>
            <a:spLocks noGrp="1"/>
          </p:cNvSpPr>
          <p:nvPr/>
        </p:nvSpPr>
        <p:spPr>
          <a:xfrm>
            <a:off x="3786199" y="36498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1" name="A1_bar_GT_11477">
            <a:extLst>
              <a:ext uri="{FF2B5EF4-FFF2-40B4-BE49-F238E27FC236}">
                <a16:creationId xmlns:a16="http://schemas.microsoft.com/office/drawing/2014/main" id="{63F9D7BD-4C67-4BA2-A918-65DC6FF4DCB9}"/>
              </a:ext>
            </a:extLst>
          </p:cNvPr>
          <p:cNvSpPr>
            <a:spLocks noGrp="1"/>
          </p:cNvSpPr>
          <p:nvPr/>
        </p:nvSpPr>
        <p:spPr>
          <a:xfrm>
            <a:off x="372695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2" name="A1_bar_GT_11478">
            <a:extLst>
              <a:ext uri="{FF2B5EF4-FFF2-40B4-BE49-F238E27FC236}">
                <a16:creationId xmlns:a16="http://schemas.microsoft.com/office/drawing/2014/main" id="{75C2C14F-9C54-4564-AB89-078AF99A4A0E}"/>
              </a:ext>
            </a:extLst>
          </p:cNvPr>
          <p:cNvSpPr>
            <a:spLocks noGrp="1"/>
          </p:cNvSpPr>
          <p:nvPr/>
        </p:nvSpPr>
        <p:spPr>
          <a:xfrm>
            <a:off x="37585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3" name="A1_bar_GT_11479">
            <a:extLst>
              <a:ext uri="{FF2B5EF4-FFF2-40B4-BE49-F238E27FC236}">
                <a16:creationId xmlns:a16="http://schemas.microsoft.com/office/drawing/2014/main" id="{A7A94B1D-BF4A-4ADB-885C-EFF12706D236}"/>
              </a:ext>
            </a:extLst>
          </p:cNvPr>
          <p:cNvSpPr>
            <a:spLocks noGrp="1"/>
          </p:cNvSpPr>
          <p:nvPr/>
        </p:nvSpPr>
        <p:spPr>
          <a:xfrm>
            <a:off x="375980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4" name="A1_bar_GT_11480">
            <a:extLst>
              <a:ext uri="{FF2B5EF4-FFF2-40B4-BE49-F238E27FC236}">
                <a16:creationId xmlns:a16="http://schemas.microsoft.com/office/drawing/2014/main" id="{10E6DF4D-6727-4500-BE58-DB1422DC3DAB}"/>
              </a:ext>
            </a:extLst>
          </p:cNvPr>
          <p:cNvSpPr>
            <a:spLocks noGrp="1"/>
          </p:cNvSpPr>
          <p:nvPr/>
        </p:nvSpPr>
        <p:spPr>
          <a:xfrm>
            <a:off x="374568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5" name="A1_bar_GT_11481">
            <a:extLst>
              <a:ext uri="{FF2B5EF4-FFF2-40B4-BE49-F238E27FC236}">
                <a16:creationId xmlns:a16="http://schemas.microsoft.com/office/drawing/2014/main" id="{076BFA34-8569-4AA2-901F-5E52A61178E1}"/>
              </a:ext>
            </a:extLst>
          </p:cNvPr>
          <p:cNvSpPr>
            <a:spLocks noGrp="1"/>
          </p:cNvSpPr>
          <p:nvPr/>
        </p:nvSpPr>
        <p:spPr>
          <a:xfrm>
            <a:off x="381729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6" name="A1_bar_GT_11482">
            <a:extLst>
              <a:ext uri="{FF2B5EF4-FFF2-40B4-BE49-F238E27FC236}">
                <a16:creationId xmlns:a16="http://schemas.microsoft.com/office/drawing/2014/main" id="{B804D713-6831-49A3-80E5-654719CA7ACB}"/>
              </a:ext>
            </a:extLst>
          </p:cNvPr>
          <p:cNvSpPr>
            <a:spLocks noGrp="1"/>
          </p:cNvSpPr>
          <p:nvPr/>
        </p:nvSpPr>
        <p:spPr>
          <a:xfrm>
            <a:off x="384489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7" name="A1_bar_GT_11483">
            <a:extLst>
              <a:ext uri="{FF2B5EF4-FFF2-40B4-BE49-F238E27FC236}">
                <a16:creationId xmlns:a16="http://schemas.microsoft.com/office/drawing/2014/main" id="{4AEBADC5-AD78-4390-AFD7-9E7987378E6F}"/>
              </a:ext>
            </a:extLst>
          </p:cNvPr>
          <p:cNvSpPr>
            <a:spLocks noGrp="1"/>
          </p:cNvSpPr>
          <p:nvPr/>
        </p:nvSpPr>
        <p:spPr>
          <a:xfrm>
            <a:off x="3840656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8" name="A1_bar_GT_11484">
            <a:extLst>
              <a:ext uri="{FF2B5EF4-FFF2-40B4-BE49-F238E27FC236}">
                <a16:creationId xmlns:a16="http://schemas.microsoft.com/office/drawing/2014/main" id="{B43445D5-2349-43BE-9942-E896611BB5E6}"/>
              </a:ext>
            </a:extLst>
          </p:cNvPr>
          <p:cNvSpPr>
            <a:spLocks noGrp="1"/>
          </p:cNvSpPr>
          <p:nvPr/>
        </p:nvSpPr>
        <p:spPr>
          <a:xfrm>
            <a:off x="3885077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9" name="A1_bar_GT_11485">
            <a:extLst>
              <a:ext uri="{FF2B5EF4-FFF2-40B4-BE49-F238E27FC236}">
                <a16:creationId xmlns:a16="http://schemas.microsoft.com/office/drawing/2014/main" id="{C4965F29-49D6-4B60-9383-544F2DA4AD04}"/>
              </a:ext>
            </a:extLst>
          </p:cNvPr>
          <p:cNvSpPr>
            <a:spLocks noGrp="1"/>
          </p:cNvSpPr>
          <p:nvPr/>
        </p:nvSpPr>
        <p:spPr>
          <a:xfrm>
            <a:off x="371541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0" name="A1_bar_GT_11486">
            <a:extLst>
              <a:ext uri="{FF2B5EF4-FFF2-40B4-BE49-F238E27FC236}">
                <a16:creationId xmlns:a16="http://schemas.microsoft.com/office/drawing/2014/main" id="{8ADC5C53-9019-462E-B871-7A0ECD175976}"/>
              </a:ext>
            </a:extLst>
          </p:cNvPr>
          <p:cNvSpPr>
            <a:spLocks noGrp="1"/>
          </p:cNvSpPr>
          <p:nvPr/>
        </p:nvSpPr>
        <p:spPr>
          <a:xfrm>
            <a:off x="3865271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1" name="A1_bar_GT_11487">
            <a:extLst>
              <a:ext uri="{FF2B5EF4-FFF2-40B4-BE49-F238E27FC236}">
                <a16:creationId xmlns:a16="http://schemas.microsoft.com/office/drawing/2014/main" id="{763BDFC3-EBC9-4B9B-A0AA-B419C26F1A28}"/>
              </a:ext>
            </a:extLst>
          </p:cNvPr>
          <p:cNvSpPr>
            <a:spLocks noGrp="1"/>
          </p:cNvSpPr>
          <p:nvPr/>
        </p:nvSpPr>
        <p:spPr>
          <a:xfrm>
            <a:off x="3726217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2" name="A1_bar_GT_11488">
            <a:extLst>
              <a:ext uri="{FF2B5EF4-FFF2-40B4-BE49-F238E27FC236}">
                <a16:creationId xmlns:a16="http://schemas.microsoft.com/office/drawing/2014/main" id="{AFF5F5D5-BDBA-432D-830F-1ADA543A7B86}"/>
              </a:ext>
            </a:extLst>
          </p:cNvPr>
          <p:cNvSpPr>
            <a:spLocks noGrp="1"/>
          </p:cNvSpPr>
          <p:nvPr/>
        </p:nvSpPr>
        <p:spPr>
          <a:xfrm>
            <a:off x="3740052" y="42651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3" name="A1_bar_GT_11489">
            <a:extLst>
              <a:ext uri="{FF2B5EF4-FFF2-40B4-BE49-F238E27FC236}">
                <a16:creationId xmlns:a16="http://schemas.microsoft.com/office/drawing/2014/main" id="{5AB28D24-100E-4EC9-A7C7-A1F104D9CE55}"/>
              </a:ext>
            </a:extLst>
          </p:cNvPr>
          <p:cNvSpPr>
            <a:spLocks noGrp="1"/>
          </p:cNvSpPr>
          <p:nvPr/>
        </p:nvSpPr>
        <p:spPr>
          <a:xfrm>
            <a:off x="3755252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4" name="A1_bar_GT_11490">
            <a:extLst>
              <a:ext uri="{FF2B5EF4-FFF2-40B4-BE49-F238E27FC236}">
                <a16:creationId xmlns:a16="http://schemas.microsoft.com/office/drawing/2014/main" id="{4B720DBF-2CF0-4716-99EC-526784B6837A}"/>
              </a:ext>
            </a:extLst>
          </p:cNvPr>
          <p:cNvSpPr>
            <a:spLocks noGrp="1"/>
          </p:cNvSpPr>
          <p:nvPr/>
        </p:nvSpPr>
        <p:spPr>
          <a:xfrm>
            <a:off x="382496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5" name="A1_bar_GT_11491">
            <a:extLst>
              <a:ext uri="{FF2B5EF4-FFF2-40B4-BE49-F238E27FC236}">
                <a16:creationId xmlns:a16="http://schemas.microsoft.com/office/drawing/2014/main" id="{8C5A9C70-8EDF-4635-9F8F-D7E4786891FF}"/>
              </a:ext>
            </a:extLst>
          </p:cNvPr>
          <p:cNvSpPr>
            <a:spLocks noGrp="1"/>
          </p:cNvSpPr>
          <p:nvPr/>
        </p:nvSpPr>
        <p:spPr>
          <a:xfrm>
            <a:off x="3902054" y="49175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6" name="A1_bar_GT_11492">
            <a:extLst>
              <a:ext uri="{FF2B5EF4-FFF2-40B4-BE49-F238E27FC236}">
                <a16:creationId xmlns:a16="http://schemas.microsoft.com/office/drawing/2014/main" id="{573278EE-55DA-4F96-AB73-4A5EEBECA47B}"/>
              </a:ext>
            </a:extLst>
          </p:cNvPr>
          <p:cNvSpPr>
            <a:spLocks noGrp="1"/>
          </p:cNvSpPr>
          <p:nvPr/>
        </p:nvSpPr>
        <p:spPr>
          <a:xfrm>
            <a:off x="3724532" y="4808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7" name="A1_bar_GT_11493">
            <a:extLst>
              <a:ext uri="{FF2B5EF4-FFF2-40B4-BE49-F238E27FC236}">
                <a16:creationId xmlns:a16="http://schemas.microsoft.com/office/drawing/2014/main" id="{12EC1DA7-F814-43F8-B4B9-B79779F3B152}"/>
              </a:ext>
            </a:extLst>
          </p:cNvPr>
          <p:cNvSpPr>
            <a:spLocks noGrp="1"/>
          </p:cNvSpPr>
          <p:nvPr/>
        </p:nvSpPr>
        <p:spPr>
          <a:xfrm>
            <a:off x="373491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8" name="A1_bar_GT_11494">
            <a:extLst>
              <a:ext uri="{FF2B5EF4-FFF2-40B4-BE49-F238E27FC236}">
                <a16:creationId xmlns:a16="http://schemas.microsoft.com/office/drawing/2014/main" id="{C4CD706D-69C2-476B-AE99-0C04A2B2ECE8}"/>
              </a:ext>
            </a:extLst>
          </p:cNvPr>
          <p:cNvSpPr>
            <a:spLocks noGrp="1"/>
          </p:cNvSpPr>
          <p:nvPr/>
        </p:nvSpPr>
        <p:spPr>
          <a:xfrm>
            <a:off x="37061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9" name="A1_bar_GT_11495">
            <a:extLst>
              <a:ext uri="{FF2B5EF4-FFF2-40B4-BE49-F238E27FC236}">
                <a16:creationId xmlns:a16="http://schemas.microsoft.com/office/drawing/2014/main" id="{B32AC10B-932D-403F-92DB-9E6006C66094}"/>
              </a:ext>
            </a:extLst>
          </p:cNvPr>
          <p:cNvSpPr>
            <a:spLocks noGrp="1"/>
          </p:cNvSpPr>
          <p:nvPr/>
        </p:nvSpPr>
        <p:spPr>
          <a:xfrm>
            <a:off x="386414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0" name="A1_bar_GT_11496">
            <a:extLst>
              <a:ext uri="{FF2B5EF4-FFF2-40B4-BE49-F238E27FC236}">
                <a16:creationId xmlns:a16="http://schemas.microsoft.com/office/drawing/2014/main" id="{1B3EC3EC-310F-469A-A958-5A4FE7B916C2}"/>
              </a:ext>
            </a:extLst>
          </p:cNvPr>
          <p:cNvSpPr>
            <a:spLocks noGrp="1"/>
          </p:cNvSpPr>
          <p:nvPr/>
        </p:nvSpPr>
        <p:spPr>
          <a:xfrm>
            <a:off x="37895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1" name="A1_bar_GT_11497">
            <a:extLst>
              <a:ext uri="{FF2B5EF4-FFF2-40B4-BE49-F238E27FC236}">
                <a16:creationId xmlns:a16="http://schemas.microsoft.com/office/drawing/2014/main" id="{5B47945B-4802-4A97-A801-2C374F211145}"/>
              </a:ext>
            </a:extLst>
          </p:cNvPr>
          <p:cNvSpPr>
            <a:spLocks noGrp="1"/>
          </p:cNvSpPr>
          <p:nvPr/>
        </p:nvSpPr>
        <p:spPr>
          <a:xfrm>
            <a:off x="3747536" y="4337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2" name="A1_bar_GT_11498">
            <a:extLst>
              <a:ext uri="{FF2B5EF4-FFF2-40B4-BE49-F238E27FC236}">
                <a16:creationId xmlns:a16="http://schemas.microsoft.com/office/drawing/2014/main" id="{06A890B6-8483-45C6-A996-7411C68A243F}"/>
              </a:ext>
            </a:extLst>
          </p:cNvPr>
          <p:cNvSpPr>
            <a:spLocks noGrp="1"/>
          </p:cNvSpPr>
          <p:nvPr/>
        </p:nvSpPr>
        <p:spPr>
          <a:xfrm>
            <a:off x="39174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3" name="A1_bar_GT_11499">
            <a:extLst>
              <a:ext uri="{FF2B5EF4-FFF2-40B4-BE49-F238E27FC236}">
                <a16:creationId xmlns:a16="http://schemas.microsoft.com/office/drawing/2014/main" id="{7E69E1C5-A709-4BA0-85AB-9FC97A150A73}"/>
              </a:ext>
            </a:extLst>
          </p:cNvPr>
          <p:cNvSpPr>
            <a:spLocks noGrp="1"/>
          </p:cNvSpPr>
          <p:nvPr/>
        </p:nvSpPr>
        <p:spPr>
          <a:xfrm>
            <a:off x="3754124" y="53995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4" name="A1_bar_GT_11500">
            <a:extLst>
              <a:ext uri="{FF2B5EF4-FFF2-40B4-BE49-F238E27FC236}">
                <a16:creationId xmlns:a16="http://schemas.microsoft.com/office/drawing/2014/main" id="{9F105B80-E80F-4D50-80A5-C0A9033FF2D1}"/>
              </a:ext>
            </a:extLst>
          </p:cNvPr>
          <p:cNvSpPr>
            <a:spLocks noGrp="1"/>
          </p:cNvSpPr>
          <p:nvPr/>
        </p:nvSpPr>
        <p:spPr>
          <a:xfrm>
            <a:off x="37205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5" name="A1_bar_GT_11501">
            <a:extLst>
              <a:ext uri="{FF2B5EF4-FFF2-40B4-BE49-F238E27FC236}">
                <a16:creationId xmlns:a16="http://schemas.microsoft.com/office/drawing/2014/main" id="{1F0D309C-60A0-4213-990B-00CF3C633F1A}"/>
              </a:ext>
            </a:extLst>
          </p:cNvPr>
          <p:cNvSpPr>
            <a:spLocks noGrp="1"/>
          </p:cNvSpPr>
          <p:nvPr/>
        </p:nvSpPr>
        <p:spPr>
          <a:xfrm>
            <a:off x="373735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6" name="A1_bar_GT_11502">
            <a:extLst>
              <a:ext uri="{FF2B5EF4-FFF2-40B4-BE49-F238E27FC236}">
                <a16:creationId xmlns:a16="http://schemas.microsoft.com/office/drawing/2014/main" id="{8D6B7C31-5F09-4476-9875-8C46213ADFB9}"/>
              </a:ext>
            </a:extLst>
          </p:cNvPr>
          <p:cNvSpPr>
            <a:spLocks noGrp="1"/>
          </p:cNvSpPr>
          <p:nvPr/>
        </p:nvSpPr>
        <p:spPr>
          <a:xfrm>
            <a:off x="3820959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7" name="A1_bar_GT_11503">
            <a:extLst>
              <a:ext uri="{FF2B5EF4-FFF2-40B4-BE49-F238E27FC236}">
                <a16:creationId xmlns:a16="http://schemas.microsoft.com/office/drawing/2014/main" id="{DE816967-CACD-405E-B933-5D2C15C2A5F6}"/>
              </a:ext>
            </a:extLst>
          </p:cNvPr>
          <p:cNvSpPr>
            <a:spLocks noGrp="1"/>
          </p:cNvSpPr>
          <p:nvPr/>
        </p:nvSpPr>
        <p:spPr>
          <a:xfrm>
            <a:off x="388457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8" name="A1_bar_GT_11504">
            <a:extLst>
              <a:ext uri="{FF2B5EF4-FFF2-40B4-BE49-F238E27FC236}">
                <a16:creationId xmlns:a16="http://schemas.microsoft.com/office/drawing/2014/main" id="{897AA96C-93E6-4C40-AC0D-F3487AB34A92}"/>
              </a:ext>
            </a:extLst>
          </p:cNvPr>
          <p:cNvSpPr>
            <a:spLocks noGrp="1"/>
          </p:cNvSpPr>
          <p:nvPr/>
        </p:nvSpPr>
        <p:spPr>
          <a:xfrm>
            <a:off x="37972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9" name="A1_bar_GT_11505">
            <a:extLst>
              <a:ext uri="{FF2B5EF4-FFF2-40B4-BE49-F238E27FC236}">
                <a16:creationId xmlns:a16="http://schemas.microsoft.com/office/drawing/2014/main" id="{2E97844C-BF0B-4822-83A2-7D0E9BBA543E}"/>
              </a:ext>
            </a:extLst>
          </p:cNvPr>
          <p:cNvSpPr>
            <a:spLocks noGrp="1"/>
          </p:cNvSpPr>
          <p:nvPr/>
        </p:nvSpPr>
        <p:spPr>
          <a:xfrm>
            <a:off x="376973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0" name="A1_bar_GT_11506">
            <a:extLst>
              <a:ext uri="{FF2B5EF4-FFF2-40B4-BE49-F238E27FC236}">
                <a16:creationId xmlns:a16="http://schemas.microsoft.com/office/drawing/2014/main" id="{72858876-206C-43C7-BE2C-2AD8120207F0}"/>
              </a:ext>
            </a:extLst>
          </p:cNvPr>
          <p:cNvSpPr>
            <a:spLocks noGrp="1"/>
          </p:cNvSpPr>
          <p:nvPr/>
        </p:nvSpPr>
        <p:spPr>
          <a:xfrm>
            <a:off x="391308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1" name="A1_bar_GT_11507">
            <a:extLst>
              <a:ext uri="{FF2B5EF4-FFF2-40B4-BE49-F238E27FC236}">
                <a16:creationId xmlns:a16="http://schemas.microsoft.com/office/drawing/2014/main" id="{50AB09B6-EE41-40A0-8282-56D4F9311AE5}"/>
              </a:ext>
            </a:extLst>
          </p:cNvPr>
          <p:cNvSpPr>
            <a:spLocks noGrp="1"/>
          </p:cNvSpPr>
          <p:nvPr/>
        </p:nvSpPr>
        <p:spPr>
          <a:xfrm>
            <a:off x="390489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2" name="A1_bar_GT_11508">
            <a:extLst>
              <a:ext uri="{FF2B5EF4-FFF2-40B4-BE49-F238E27FC236}">
                <a16:creationId xmlns:a16="http://schemas.microsoft.com/office/drawing/2014/main" id="{4EF68EBB-121A-4C7D-87DF-B8129836A951}"/>
              </a:ext>
            </a:extLst>
          </p:cNvPr>
          <p:cNvSpPr>
            <a:spLocks noGrp="1"/>
          </p:cNvSpPr>
          <p:nvPr/>
        </p:nvSpPr>
        <p:spPr>
          <a:xfrm>
            <a:off x="394170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3" name="A1_bar_GT_11509">
            <a:extLst>
              <a:ext uri="{FF2B5EF4-FFF2-40B4-BE49-F238E27FC236}">
                <a16:creationId xmlns:a16="http://schemas.microsoft.com/office/drawing/2014/main" id="{2FA84EEB-578B-48A6-9153-60192C9F1D63}"/>
              </a:ext>
            </a:extLst>
          </p:cNvPr>
          <p:cNvSpPr>
            <a:spLocks noGrp="1"/>
          </p:cNvSpPr>
          <p:nvPr/>
        </p:nvSpPr>
        <p:spPr>
          <a:xfrm>
            <a:off x="38349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4" name="A1_bar_GT_11510">
            <a:extLst>
              <a:ext uri="{FF2B5EF4-FFF2-40B4-BE49-F238E27FC236}">
                <a16:creationId xmlns:a16="http://schemas.microsoft.com/office/drawing/2014/main" id="{6F01B6E5-2CD2-4363-907A-084EFB51B389}"/>
              </a:ext>
            </a:extLst>
          </p:cNvPr>
          <p:cNvSpPr>
            <a:spLocks noGrp="1"/>
          </p:cNvSpPr>
          <p:nvPr/>
        </p:nvSpPr>
        <p:spPr>
          <a:xfrm>
            <a:off x="3918515" y="3792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5" name="A1_bar_GT_11511">
            <a:extLst>
              <a:ext uri="{FF2B5EF4-FFF2-40B4-BE49-F238E27FC236}">
                <a16:creationId xmlns:a16="http://schemas.microsoft.com/office/drawing/2014/main" id="{1ACB06F2-5B55-47A9-A3F0-C841E0F792E3}"/>
              </a:ext>
            </a:extLst>
          </p:cNvPr>
          <p:cNvSpPr>
            <a:spLocks noGrp="1"/>
          </p:cNvSpPr>
          <p:nvPr/>
        </p:nvSpPr>
        <p:spPr>
          <a:xfrm>
            <a:off x="374637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6" name="A1_bar_GT_11512">
            <a:extLst>
              <a:ext uri="{FF2B5EF4-FFF2-40B4-BE49-F238E27FC236}">
                <a16:creationId xmlns:a16="http://schemas.microsoft.com/office/drawing/2014/main" id="{100C64F4-BCFE-4B98-9B31-29DE0C15F49E}"/>
              </a:ext>
            </a:extLst>
          </p:cNvPr>
          <p:cNvSpPr>
            <a:spLocks noGrp="1"/>
          </p:cNvSpPr>
          <p:nvPr/>
        </p:nvSpPr>
        <p:spPr>
          <a:xfrm>
            <a:off x="3838580" y="509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7" name="A1_bar_GT_11513">
            <a:extLst>
              <a:ext uri="{FF2B5EF4-FFF2-40B4-BE49-F238E27FC236}">
                <a16:creationId xmlns:a16="http://schemas.microsoft.com/office/drawing/2014/main" id="{EF272A8C-2E2D-4C39-863C-38B6C2F80937}"/>
              </a:ext>
            </a:extLst>
          </p:cNvPr>
          <p:cNvSpPr>
            <a:spLocks noGrp="1"/>
          </p:cNvSpPr>
          <p:nvPr/>
        </p:nvSpPr>
        <p:spPr>
          <a:xfrm>
            <a:off x="3887085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8" name="A1_bar_GT_11514">
            <a:extLst>
              <a:ext uri="{FF2B5EF4-FFF2-40B4-BE49-F238E27FC236}">
                <a16:creationId xmlns:a16="http://schemas.microsoft.com/office/drawing/2014/main" id="{6ADC690A-C06E-4DF2-B364-06BB169B9163}"/>
              </a:ext>
            </a:extLst>
          </p:cNvPr>
          <p:cNvSpPr>
            <a:spLocks noGrp="1"/>
          </p:cNvSpPr>
          <p:nvPr/>
        </p:nvSpPr>
        <p:spPr>
          <a:xfrm>
            <a:off x="3895188" y="55339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9" name="A1_bar_GT_11515">
            <a:extLst>
              <a:ext uri="{FF2B5EF4-FFF2-40B4-BE49-F238E27FC236}">
                <a16:creationId xmlns:a16="http://schemas.microsoft.com/office/drawing/2014/main" id="{919F6D12-EB44-4964-8DFC-6ED73CAD09A0}"/>
              </a:ext>
            </a:extLst>
          </p:cNvPr>
          <p:cNvSpPr>
            <a:spLocks noGrp="1"/>
          </p:cNvSpPr>
          <p:nvPr/>
        </p:nvSpPr>
        <p:spPr>
          <a:xfrm>
            <a:off x="384292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0" name="A1_bar_GT_11516">
            <a:extLst>
              <a:ext uri="{FF2B5EF4-FFF2-40B4-BE49-F238E27FC236}">
                <a16:creationId xmlns:a16="http://schemas.microsoft.com/office/drawing/2014/main" id="{E0B7E9EA-5285-43D2-B0DF-A89970D9EE02}"/>
              </a:ext>
            </a:extLst>
          </p:cNvPr>
          <p:cNvSpPr>
            <a:spLocks noGrp="1"/>
          </p:cNvSpPr>
          <p:nvPr/>
        </p:nvSpPr>
        <p:spPr>
          <a:xfrm>
            <a:off x="370464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1" name="A1_bar_GT_11517">
            <a:extLst>
              <a:ext uri="{FF2B5EF4-FFF2-40B4-BE49-F238E27FC236}">
                <a16:creationId xmlns:a16="http://schemas.microsoft.com/office/drawing/2014/main" id="{1E907BD1-6CCC-41F2-8771-221F8DA828F4}"/>
              </a:ext>
            </a:extLst>
          </p:cNvPr>
          <p:cNvSpPr>
            <a:spLocks noGrp="1"/>
          </p:cNvSpPr>
          <p:nvPr/>
        </p:nvSpPr>
        <p:spPr>
          <a:xfrm>
            <a:off x="37617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2" name="A1_bar_GT_11518">
            <a:extLst>
              <a:ext uri="{FF2B5EF4-FFF2-40B4-BE49-F238E27FC236}">
                <a16:creationId xmlns:a16="http://schemas.microsoft.com/office/drawing/2014/main" id="{2DF69064-EFE5-44C7-92B2-E15D15DA5535}"/>
              </a:ext>
            </a:extLst>
          </p:cNvPr>
          <p:cNvSpPr>
            <a:spLocks noGrp="1"/>
          </p:cNvSpPr>
          <p:nvPr/>
        </p:nvSpPr>
        <p:spPr>
          <a:xfrm>
            <a:off x="3717565" y="603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3" name="A1_bar_GT_11519">
            <a:extLst>
              <a:ext uri="{FF2B5EF4-FFF2-40B4-BE49-F238E27FC236}">
                <a16:creationId xmlns:a16="http://schemas.microsoft.com/office/drawing/2014/main" id="{572C0BE2-D816-433A-99F9-8F6EDC6FFF35}"/>
              </a:ext>
            </a:extLst>
          </p:cNvPr>
          <p:cNvSpPr>
            <a:spLocks noGrp="1"/>
          </p:cNvSpPr>
          <p:nvPr/>
        </p:nvSpPr>
        <p:spPr>
          <a:xfrm>
            <a:off x="38540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4" name="A1_bar_GT_11520">
            <a:extLst>
              <a:ext uri="{FF2B5EF4-FFF2-40B4-BE49-F238E27FC236}">
                <a16:creationId xmlns:a16="http://schemas.microsoft.com/office/drawing/2014/main" id="{0623B381-B233-4E47-BA99-6D2984C3B201}"/>
              </a:ext>
            </a:extLst>
          </p:cNvPr>
          <p:cNvSpPr>
            <a:spLocks noGrp="1"/>
          </p:cNvSpPr>
          <p:nvPr/>
        </p:nvSpPr>
        <p:spPr>
          <a:xfrm>
            <a:off x="3850153" y="49713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5" name="A1_bar_GT_11521">
            <a:extLst>
              <a:ext uri="{FF2B5EF4-FFF2-40B4-BE49-F238E27FC236}">
                <a16:creationId xmlns:a16="http://schemas.microsoft.com/office/drawing/2014/main" id="{D933B485-FF89-4F0F-98E7-32C7621C12F5}"/>
              </a:ext>
            </a:extLst>
          </p:cNvPr>
          <p:cNvSpPr>
            <a:spLocks noGrp="1"/>
          </p:cNvSpPr>
          <p:nvPr/>
        </p:nvSpPr>
        <p:spPr>
          <a:xfrm>
            <a:off x="3889321" y="60189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6" name="A1_bar_GT_11522">
            <a:extLst>
              <a:ext uri="{FF2B5EF4-FFF2-40B4-BE49-F238E27FC236}">
                <a16:creationId xmlns:a16="http://schemas.microsoft.com/office/drawing/2014/main" id="{BD49338A-A73A-4B19-A2FE-0C76A5FD42E6}"/>
              </a:ext>
            </a:extLst>
          </p:cNvPr>
          <p:cNvSpPr>
            <a:spLocks noGrp="1"/>
          </p:cNvSpPr>
          <p:nvPr/>
        </p:nvSpPr>
        <p:spPr>
          <a:xfrm>
            <a:off x="3921652" y="40008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7" name="A1_bar_GT_11523">
            <a:extLst>
              <a:ext uri="{FF2B5EF4-FFF2-40B4-BE49-F238E27FC236}">
                <a16:creationId xmlns:a16="http://schemas.microsoft.com/office/drawing/2014/main" id="{78399B23-8CCF-4DD5-914B-5488A899435D}"/>
              </a:ext>
            </a:extLst>
          </p:cNvPr>
          <p:cNvSpPr>
            <a:spLocks noGrp="1"/>
          </p:cNvSpPr>
          <p:nvPr/>
        </p:nvSpPr>
        <p:spPr>
          <a:xfrm>
            <a:off x="3917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8" name="A1_bar_GT_11524">
            <a:extLst>
              <a:ext uri="{FF2B5EF4-FFF2-40B4-BE49-F238E27FC236}">
                <a16:creationId xmlns:a16="http://schemas.microsoft.com/office/drawing/2014/main" id="{435C453B-F282-4472-8DE4-1F642393B2B3}"/>
              </a:ext>
            </a:extLst>
          </p:cNvPr>
          <p:cNvSpPr>
            <a:spLocks noGrp="1"/>
          </p:cNvSpPr>
          <p:nvPr/>
        </p:nvSpPr>
        <p:spPr>
          <a:xfrm>
            <a:off x="3746908" y="29706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9" name="A1_bar_GT_11525">
            <a:extLst>
              <a:ext uri="{FF2B5EF4-FFF2-40B4-BE49-F238E27FC236}">
                <a16:creationId xmlns:a16="http://schemas.microsoft.com/office/drawing/2014/main" id="{D3B6DC51-921D-49BC-B3F8-857556E7C82A}"/>
              </a:ext>
            </a:extLst>
          </p:cNvPr>
          <p:cNvSpPr>
            <a:spLocks noGrp="1"/>
          </p:cNvSpPr>
          <p:nvPr/>
        </p:nvSpPr>
        <p:spPr>
          <a:xfrm>
            <a:off x="375152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0" name="A1_bar_GT_11526">
            <a:extLst>
              <a:ext uri="{FF2B5EF4-FFF2-40B4-BE49-F238E27FC236}">
                <a16:creationId xmlns:a16="http://schemas.microsoft.com/office/drawing/2014/main" id="{F38D51EC-DBEE-436F-9726-4789A1AD0B17}"/>
              </a:ext>
            </a:extLst>
          </p:cNvPr>
          <p:cNvSpPr>
            <a:spLocks noGrp="1"/>
          </p:cNvSpPr>
          <p:nvPr/>
        </p:nvSpPr>
        <p:spPr>
          <a:xfrm>
            <a:off x="388857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1" name="A1_bar_GT_11527">
            <a:extLst>
              <a:ext uri="{FF2B5EF4-FFF2-40B4-BE49-F238E27FC236}">
                <a16:creationId xmlns:a16="http://schemas.microsoft.com/office/drawing/2014/main" id="{93ACF751-0F51-4533-A58A-853BEB08A3EF}"/>
              </a:ext>
            </a:extLst>
          </p:cNvPr>
          <p:cNvSpPr>
            <a:spLocks noGrp="1"/>
          </p:cNvSpPr>
          <p:nvPr/>
        </p:nvSpPr>
        <p:spPr>
          <a:xfrm>
            <a:off x="38958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2" name="A1_bar_GT_11528">
            <a:extLst>
              <a:ext uri="{FF2B5EF4-FFF2-40B4-BE49-F238E27FC236}">
                <a16:creationId xmlns:a16="http://schemas.microsoft.com/office/drawing/2014/main" id="{1A27ED9E-D372-4A61-94F0-B6B3B36E0913}"/>
              </a:ext>
            </a:extLst>
          </p:cNvPr>
          <p:cNvSpPr>
            <a:spLocks noGrp="1"/>
          </p:cNvSpPr>
          <p:nvPr/>
        </p:nvSpPr>
        <p:spPr>
          <a:xfrm>
            <a:off x="37060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3" name="A1_bar_GT_11529">
            <a:extLst>
              <a:ext uri="{FF2B5EF4-FFF2-40B4-BE49-F238E27FC236}">
                <a16:creationId xmlns:a16="http://schemas.microsoft.com/office/drawing/2014/main" id="{B021B4F1-B93A-482D-81CD-69BE4F994205}"/>
              </a:ext>
            </a:extLst>
          </p:cNvPr>
          <p:cNvSpPr>
            <a:spLocks noGrp="1"/>
          </p:cNvSpPr>
          <p:nvPr/>
        </p:nvSpPr>
        <p:spPr>
          <a:xfrm>
            <a:off x="3822900" y="4167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4" name="A1_bar_GT_11530">
            <a:extLst>
              <a:ext uri="{FF2B5EF4-FFF2-40B4-BE49-F238E27FC236}">
                <a16:creationId xmlns:a16="http://schemas.microsoft.com/office/drawing/2014/main" id="{C3A3495C-07DA-4616-850E-7955CC82BCF4}"/>
              </a:ext>
            </a:extLst>
          </p:cNvPr>
          <p:cNvSpPr>
            <a:spLocks noGrp="1"/>
          </p:cNvSpPr>
          <p:nvPr/>
        </p:nvSpPr>
        <p:spPr>
          <a:xfrm>
            <a:off x="3761755" y="54771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5" name="A1_bar_GT_11531">
            <a:extLst>
              <a:ext uri="{FF2B5EF4-FFF2-40B4-BE49-F238E27FC236}">
                <a16:creationId xmlns:a16="http://schemas.microsoft.com/office/drawing/2014/main" id="{D087ED44-FC5D-4DD6-8DB4-0F25C7376697}"/>
              </a:ext>
            </a:extLst>
          </p:cNvPr>
          <p:cNvSpPr>
            <a:spLocks noGrp="1"/>
          </p:cNvSpPr>
          <p:nvPr/>
        </p:nvSpPr>
        <p:spPr>
          <a:xfrm>
            <a:off x="3857732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6" name="A1_bar_GT_11532">
            <a:extLst>
              <a:ext uri="{FF2B5EF4-FFF2-40B4-BE49-F238E27FC236}">
                <a16:creationId xmlns:a16="http://schemas.microsoft.com/office/drawing/2014/main" id="{2FC565B3-AD1B-416D-9453-F62A204CF57C}"/>
              </a:ext>
            </a:extLst>
          </p:cNvPr>
          <p:cNvSpPr>
            <a:spLocks noGrp="1"/>
          </p:cNvSpPr>
          <p:nvPr/>
        </p:nvSpPr>
        <p:spPr>
          <a:xfrm>
            <a:off x="375487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7" name="A1_bar_GT_11533">
            <a:extLst>
              <a:ext uri="{FF2B5EF4-FFF2-40B4-BE49-F238E27FC236}">
                <a16:creationId xmlns:a16="http://schemas.microsoft.com/office/drawing/2014/main" id="{27B7EF27-A034-4CEE-A71D-EFB4E3FB845F}"/>
              </a:ext>
            </a:extLst>
          </p:cNvPr>
          <p:cNvSpPr>
            <a:spLocks noGrp="1"/>
          </p:cNvSpPr>
          <p:nvPr/>
        </p:nvSpPr>
        <p:spPr>
          <a:xfrm>
            <a:off x="380851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8" name="A1_bar_GT_11534">
            <a:extLst>
              <a:ext uri="{FF2B5EF4-FFF2-40B4-BE49-F238E27FC236}">
                <a16:creationId xmlns:a16="http://schemas.microsoft.com/office/drawing/2014/main" id="{8F813092-1A68-4117-959D-72B270534945}"/>
              </a:ext>
            </a:extLst>
          </p:cNvPr>
          <p:cNvSpPr>
            <a:spLocks noGrp="1"/>
          </p:cNvSpPr>
          <p:nvPr/>
        </p:nvSpPr>
        <p:spPr>
          <a:xfrm>
            <a:off x="3940552" y="48155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9" name="A1_bar_GT_11535">
            <a:extLst>
              <a:ext uri="{FF2B5EF4-FFF2-40B4-BE49-F238E27FC236}">
                <a16:creationId xmlns:a16="http://schemas.microsoft.com/office/drawing/2014/main" id="{13B8CE6A-32D2-48A9-9E3E-8B2B6DADDB3C}"/>
              </a:ext>
            </a:extLst>
          </p:cNvPr>
          <p:cNvSpPr>
            <a:spLocks noGrp="1"/>
          </p:cNvSpPr>
          <p:nvPr/>
        </p:nvSpPr>
        <p:spPr>
          <a:xfrm>
            <a:off x="3832025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0" name="A1_bar_GT_11536">
            <a:extLst>
              <a:ext uri="{FF2B5EF4-FFF2-40B4-BE49-F238E27FC236}">
                <a16:creationId xmlns:a16="http://schemas.microsoft.com/office/drawing/2014/main" id="{5BF483D0-F7BC-4990-864D-C3460AEEE5E4}"/>
              </a:ext>
            </a:extLst>
          </p:cNvPr>
          <p:cNvSpPr>
            <a:spLocks noGrp="1"/>
          </p:cNvSpPr>
          <p:nvPr/>
        </p:nvSpPr>
        <p:spPr>
          <a:xfrm>
            <a:off x="392842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1" name="A1_bar_GT_11537">
            <a:extLst>
              <a:ext uri="{FF2B5EF4-FFF2-40B4-BE49-F238E27FC236}">
                <a16:creationId xmlns:a16="http://schemas.microsoft.com/office/drawing/2014/main" id="{D1D77469-7B97-4D17-AAE6-2E9AC2D639D9}"/>
              </a:ext>
            </a:extLst>
          </p:cNvPr>
          <p:cNvSpPr>
            <a:spLocks noGrp="1"/>
          </p:cNvSpPr>
          <p:nvPr/>
        </p:nvSpPr>
        <p:spPr>
          <a:xfrm>
            <a:off x="3782632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2" name="A1_bar_GT_11538">
            <a:extLst>
              <a:ext uri="{FF2B5EF4-FFF2-40B4-BE49-F238E27FC236}">
                <a16:creationId xmlns:a16="http://schemas.microsoft.com/office/drawing/2014/main" id="{BB39AA04-7C53-4195-B615-CD489AA44543}"/>
              </a:ext>
            </a:extLst>
          </p:cNvPr>
          <p:cNvSpPr>
            <a:spLocks noGrp="1"/>
          </p:cNvSpPr>
          <p:nvPr/>
        </p:nvSpPr>
        <p:spPr>
          <a:xfrm>
            <a:off x="37845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3" name="A1_bar_GT_11539">
            <a:extLst>
              <a:ext uri="{FF2B5EF4-FFF2-40B4-BE49-F238E27FC236}">
                <a16:creationId xmlns:a16="http://schemas.microsoft.com/office/drawing/2014/main" id="{C210CE9C-F0F4-4EA7-880D-A34F57915ED9}"/>
              </a:ext>
            </a:extLst>
          </p:cNvPr>
          <p:cNvSpPr>
            <a:spLocks noGrp="1"/>
          </p:cNvSpPr>
          <p:nvPr/>
        </p:nvSpPr>
        <p:spPr>
          <a:xfrm>
            <a:off x="378013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4" name="A1_bar_GT_11540">
            <a:extLst>
              <a:ext uri="{FF2B5EF4-FFF2-40B4-BE49-F238E27FC236}">
                <a16:creationId xmlns:a16="http://schemas.microsoft.com/office/drawing/2014/main" id="{1FE77EA1-8FBD-4582-B4BD-5CB3CCFFF5E9}"/>
              </a:ext>
            </a:extLst>
          </p:cNvPr>
          <p:cNvSpPr>
            <a:spLocks noGrp="1"/>
          </p:cNvSpPr>
          <p:nvPr/>
        </p:nvSpPr>
        <p:spPr>
          <a:xfrm>
            <a:off x="379434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5" name="A1_bar_GT_11541">
            <a:extLst>
              <a:ext uri="{FF2B5EF4-FFF2-40B4-BE49-F238E27FC236}">
                <a16:creationId xmlns:a16="http://schemas.microsoft.com/office/drawing/2014/main" id="{D931C543-FF57-4D36-8CD9-5533B5E0A662}"/>
              </a:ext>
            </a:extLst>
          </p:cNvPr>
          <p:cNvSpPr>
            <a:spLocks noGrp="1"/>
          </p:cNvSpPr>
          <p:nvPr/>
        </p:nvSpPr>
        <p:spPr>
          <a:xfrm>
            <a:off x="3857632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6" name="A1_bar_GT_11542">
            <a:extLst>
              <a:ext uri="{FF2B5EF4-FFF2-40B4-BE49-F238E27FC236}">
                <a16:creationId xmlns:a16="http://schemas.microsoft.com/office/drawing/2014/main" id="{38BEBE6E-D451-4169-A1DC-500595ECA781}"/>
              </a:ext>
            </a:extLst>
          </p:cNvPr>
          <p:cNvSpPr>
            <a:spLocks noGrp="1"/>
          </p:cNvSpPr>
          <p:nvPr/>
        </p:nvSpPr>
        <p:spPr>
          <a:xfrm>
            <a:off x="3729485" y="52799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7" name="A1_bar_GT_11543">
            <a:extLst>
              <a:ext uri="{FF2B5EF4-FFF2-40B4-BE49-F238E27FC236}">
                <a16:creationId xmlns:a16="http://schemas.microsoft.com/office/drawing/2014/main" id="{890218D2-AA32-44F7-8A1A-60DC4891A5F9}"/>
              </a:ext>
            </a:extLst>
          </p:cNvPr>
          <p:cNvSpPr>
            <a:spLocks noGrp="1"/>
          </p:cNvSpPr>
          <p:nvPr/>
        </p:nvSpPr>
        <p:spPr>
          <a:xfrm>
            <a:off x="384831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8" name="A1_bar_GT_11544">
            <a:extLst>
              <a:ext uri="{FF2B5EF4-FFF2-40B4-BE49-F238E27FC236}">
                <a16:creationId xmlns:a16="http://schemas.microsoft.com/office/drawing/2014/main" id="{FAB1AD44-C2B2-4C4F-8C11-11ABC554C392}"/>
              </a:ext>
            </a:extLst>
          </p:cNvPr>
          <p:cNvSpPr>
            <a:spLocks noGrp="1"/>
          </p:cNvSpPr>
          <p:nvPr/>
        </p:nvSpPr>
        <p:spPr>
          <a:xfrm>
            <a:off x="3932190" y="49197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9" name="A1_bar_GT_11545">
            <a:extLst>
              <a:ext uri="{FF2B5EF4-FFF2-40B4-BE49-F238E27FC236}">
                <a16:creationId xmlns:a16="http://schemas.microsoft.com/office/drawing/2014/main" id="{DC6F431D-EA52-41B3-968A-E11AE6C081C8}"/>
              </a:ext>
            </a:extLst>
          </p:cNvPr>
          <p:cNvSpPr>
            <a:spLocks noGrp="1"/>
          </p:cNvSpPr>
          <p:nvPr/>
        </p:nvSpPr>
        <p:spPr>
          <a:xfrm>
            <a:off x="3858956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0" name="A1_bar_GT_11546">
            <a:extLst>
              <a:ext uri="{FF2B5EF4-FFF2-40B4-BE49-F238E27FC236}">
                <a16:creationId xmlns:a16="http://schemas.microsoft.com/office/drawing/2014/main" id="{7BFBF1FF-3732-424A-96FD-026C58F43BF1}"/>
              </a:ext>
            </a:extLst>
          </p:cNvPr>
          <p:cNvSpPr>
            <a:spLocks noGrp="1"/>
          </p:cNvSpPr>
          <p:nvPr/>
        </p:nvSpPr>
        <p:spPr>
          <a:xfrm>
            <a:off x="388534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1" name="A1_bar_GT_11547">
            <a:extLst>
              <a:ext uri="{FF2B5EF4-FFF2-40B4-BE49-F238E27FC236}">
                <a16:creationId xmlns:a16="http://schemas.microsoft.com/office/drawing/2014/main" id="{6C39E851-641C-4D15-B705-66917478F1BB}"/>
              </a:ext>
            </a:extLst>
          </p:cNvPr>
          <p:cNvSpPr>
            <a:spLocks noGrp="1"/>
          </p:cNvSpPr>
          <p:nvPr/>
        </p:nvSpPr>
        <p:spPr>
          <a:xfrm>
            <a:off x="3765295" y="57366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2" name="A1_bar_GT_11548">
            <a:extLst>
              <a:ext uri="{FF2B5EF4-FFF2-40B4-BE49-F238E27FC236}">
                <a16:creationId xmlns:a16="http://schemas.microsoft.com/office/drawing/2014/main" id="{D2583EC7-B02E-4665-BFCB-4D9C29F22D67}"/>
              </a:ext>
            </a:extLst>
          </p:cNvPr>
          <p:cNvSpPr>
            <a:spLocks noGrp="1"/>
          </p:cNvSpPr>
          <p:nvPr/>
        </p:nvSpPr>
        <p:spPr>
          <a:xfrm>
            <a:off x="37785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3" name="A1_bar_GT_11549">
            <a:extLst>
              <a:ext uri="{FF2B5EF4-FFF2-40B4-BE49-F238E27FC236}">
                <a16:creationId xmlns:a16="http://schemas.microsoft.com/office/drawing/2014/main" id="{5CEE0596-6439-43F9-A367-224F413A5005}"/>
              </a:ext>
            </a:extLst>
          </p:cNvPr>
          <p:cNvSpPr>
            <a:spLocks noGrp="1"/>
          </p:cNvSpPr>
          <p:nvPr/>
        </p:nvSpPr>
        <p:spPr>
          <a:xfrm>
            <a:off x="387527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4" name="A1_bar_GT_11550">
            <a:extLst>
              <a:ext uri="{FF2B5EF4-FFF2-40B4-BE49-F238E27FC236}">
                <a16:creationId xmlns:a16="http://schemas.microsoft.com/office/drawing/2014/main" id="{A4FABB15-5C41-4E0D-B9AA-965B7305980C}"/>
              </a:ext>
            </a:extLst>
          </p:cNvPr>
          <p:cNvSpPr>
            <a:spLocks noGrp="1"/>
          </p:cNvSpPr>
          <p:nvPr/>
        </p:nvSpPr>
        <p:spPr>
          <a:xfrm>
            <a:off x="3727814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5" name="A1_bar_GT_11551">
            <a:extLst>
              <a:ext uri="{FF2B5EF4-FFF2-40B4-BE49-F238E27FC236}">
                <a16:creationId xmlns:a16="http://schemas.microsoft.com/office/drawing/2014/main" id="{4C6E3430-7F9E-4175-947E-5C857EC78F2C}"/>
              </a:ext>
            </a:extLst>
          </p:cNvPr>
          <p:cNvSpPr>
            <a:spLocks noGrp="1"/>
          </p:cNvSpPr>
          <p:nvPr/>
        </p:nvSpPr>
        <p:spPr>
          <a:xfrm>
            <a:off x="389801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6" name="A1_bar_GT_11552">
            <a:extLst>
              <a:ext uri="{FF2B5EF4-FFF2-40B4-BE49-F238E27FC236}">
                <a16:creationId xmlns:a16="http://schemas.microsoft.com/office/drawing/2014/main" id="{17E73CEE-3714-48E3-A809-0ACBA4D25700}"/>
              </a:ext>
            </a:extLst>
          </p:cNvPr>
          <p:cNvSpPr>
            <a:spLocks noGrp="1"/>
          </p:cNvSpPr>
          <p:nvPr/>
        </p:nvSpPr>
        <p:spPr>
          <a:xfrm>
            <a:off x="3826430" y="51380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7" name="A1_bar_GT_11553">
            <a:extLst>
              <a:ext uri="{FF2B5EF4-FFF2-40B4-BE49-F238E27FC236}">
                <a16:creationId xmlns:a16="http://schemas.microsoft.com/office/drawing/2014/main" id="{10E93C72-8F5F-49BA-A7EA-DC40E757E64E}"/>
              </a:ext>
            </a:extLst>
          </p:cNvPr>
          <p:cNvSpPr>
            <a:spLocks noGrp="1"/>
          </p:cNvSpPr>
          <p:nvPr/>
        </p:nvSpPr>
        <p:spPr>
          <a:xfrm>
            <a:off x="37307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8" name="A1_bar_GT_11554">
            <a:extLst>
              <a:ext uri="{FF2B5EF4-FFF2-40B4-BE49-F238E27FC236}">
                <a16:creationId xmlns:a16="http://schemas.microsoft.com/office/drawing/2014/main" id="{1E6F4D95-5BAB-47B7-A987-29D8CC44711B}"/>
              </a:ext>
            </a:extLst>
          </p:cNvPr>
          <p:cNvSpPr>
            <a:spLocks noGrp="1"/>
          </p:cNvSpPr>
          <p:nvPr/>
        </p:nvSpPr>
        <p:spPr>
          <a:xfrm>
            <a:off x="3800003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9" name="A1_bar_GT_11555">
            <a:extLst>
              <a:ext uri="{FF2B5EF4-FFF2-40B4-BE49-F238E27FC236}">
                <a16:creationId xmlns:a16="http://schemas.microsoft.com/office/drawing/2014/main" id="{76359644-70D9-49AD-8E35-63B3552060E5}"/>
              </a:ext>
            </a:extLst>
          </p:cNvPr>
          <p:cNvSpPr>
            <a:spLocks noGrp="1"/>
          </p:cNvSpPr>
          <p:nvPr/>
        </p:nvSpPr>
        <p:spPr>
          <a:xfrm>
            <a:off x="534574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0" name="A1_bar_GT_11556">
            <a:extLst>
              <a:ext uri="{FF2B5EF4-FFF2-40B4-BE49-F238E27FC236}">
                <a16:creationId xmlns:a16="http://schemas.microsoft.com/office/drawing/2014/main" id="{F2BF8C1E-3BF7-4734-9EF7-3CAC799BBB3A}"/>
              </a:ext>
            </a:extLst>
          </p:cNvPr>
          <p:cNvSpPr>
            <a:spLocks noGrp="1"/>
          </p:cNvSpPr>
          <p:nvPr/>
        </p:nvSpPr>
        <p:spPr>
          <a:xfrm>
            <a:off x="543867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1" name="A1_bar_GT_11557">
            <a:extLst>
              <a:ext uri="{FF2B5EF4-FFF2-40B4-BE49-F238E27FC236}">
                <a16:creationId xmlns:a16="http://schemas.microsoft.com/office/drawing/2014/main" id="{3BE3868F-BE20-4F3F-BD94-11D8AA80070E}"/>
              </a:ext>
            </a:extLst>
          </p:cNvPr>
          <p:cNvSpPr>
            <a:spLocks noGrp="1"/>
          </p:cNvSpPr>
          <p:nvPr/>
        </p:nvSpPr>
        <p:spPr>
          <a:xfrm>
            <a:off x="545855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2" name="A1_bar_GT_11558">
            <a:extLst>
              <a:ext uri="{FF2B5EF4-FFF2-40B4-BE49-F238E27FC236}">
                <a16:creationId xmlns:a16="http://schemas.microsoft.com/office/drawing/2014/main" id="{BE90486F-5959-437E-A005-9C8CD7ED5079}"/>
              </a:ext>
            </a:extLst>
          </p:cNvPr>
          <p:cNvSpPr>
            <a:spLocks noGrp="1"/>
          </p:cNvSpPr>
          <p:nvPr/>
        </p:nvSpPr>
        <p:spPr>
          <a:xfrm>
            <a:off x="5530869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3" name="A1_bar_GT_11559">
            <a:extLst>
              <a:ext uri="{FF2B5EF4-FFF2-40B4-BE49-F238E27FC236}">
                <a16:creationId xmlns:a16="http://schemas.microsoft.com/office/drawing/2014/main" id="{6D670A2D-BEB6-4370-854E-208CDB406613}"/>
              </a:ext>
            </a:extLst>
          </p:cNvPr>
          <p:cNvSpPr>
            <a:spLocks noGrp="1"/>
          </p:cNvSpPr>
          <p:nvPr/>
        </p:nvSpPr>
        <p:spPr>
          <a:xfrm>
            <a:off x="5278588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4" name="A1_bar_GT_11560">
            <a:extLst>
              <a:ext uri="{FF2B5EF4-FFF2-40B4-BE49-F238E27FC236}">
                <a16:creationId xmlns:a16="http://schemas.microsoft.com/office/drawing/2014/main" id="{2E0A4026-00BC-40B0-8526-DE987036DEF8}"/>
              </a:ext>
            </a:extLst>
          </p:cNvPr>
          <p:cNvSpPr>
            <a:spLocks noGrp="1"/>
          </p:cNvSpPr>
          <p:nvPr/>
        </p:nvSpPr>
        <p:spPr>
          <a:xfrm>
            <a:off x="53335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5" name="A1_bar_GT_11561">
            <a:extLst>
              <a:ext uri="{FF2B5EF4-FFF2-40B4-BE49-F238E27FC236}">
                <a16:creationId xmlns:a16="http://schemas.microsoft.com/office/drawing/2014/main" id="{9EA67EA3-8223-4692-8237-5E5AC1216D77}"/>
              </a:ext>
            </a:extLst>
          </p:cNvPr>
          <p:cNvSpPr>
            <a:spLocks noGrp="1"/>
          </p:cNvSpPr>
          <p:nvPr/>
        </p:nvSpPr>
        <p:spPr>
          <a:xfrm>
            <a:off x="530876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6" name="A1_bar_GT_11562">
            <a:extLst>
              <a:ext uri="{FF2B5EF4-FFF2-40B4-BE49-F238E27FC236}">
                <a16:creationId xmlns:a16="http://schemas.microsoft.com/office/drawing/2014/main" id="{739375A5-4962-48BF-844A-06E2FF6FD902}"/>
              </a:ext>
            </a:extLst>
          </p:cNvPr>
          <p:cNvSpPr>
            <a:spLocks noGrp="1"/>
          </p:cNvSpPr>
          <p:nvPr/>
        </p:nvSpPr>
        <p:spPr>
          <a:xfrm>
            <a:off x="54173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7" name="A1_bar_GT_11563">
            <a:extLst>
              <a:ext uri="{FF2B5EF4-FFF2-40B4-BE49-F238E27FC236}">
                <a16:creationId xmlns:a16="http://schemas.microsoft.com/office/drawing/2014/main" id="{A9E99551-221D-4584-BC7B-8172A0BE9915}"/>
              </a:ext>
            </a:extLst>
          </p:cNvPr>
          <p:cNvSpPr>
            <a:spLocks noGrp="1"/>
          </p:cNvSpPr>
          <p:nvPr/>
        </p:nvSpPr>
        <p:spPr>
          <a:xfrm>
            <a:off x="5407602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8" name="A1_bar_GT_11564">
            <a:extLst>
              <a:ext uri="{FF2B5EF4-FFF2-40B4-BE49-F238E27FC236}">
                <a16:creationId xmlns:a16="http://schemas.microsoft.com/office/drawing/2014/main" id="{1C05ECEF-EFA4-4B89-A78E-898130964371}"/>
              </a:ext>
            </a:extLst>
          </p:cNvPr>
          <p:cNvSpPr>
            <a:spLocks noGrp="1"/>
          </p:cNvSpPr>
          <p:nvPr/>
        </p:nvSpPr>
        <p:spPr>
          <a:xfrm>
            <a:off x="546937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9" name="A1_bar_GT_11565">
            <a:extLst>
              <a:ext uri="{FF2B5EF4-FFF2-40B4-BE49-F238E27FC236}">
                <a16:creationId xmlns:a16="http://schemas.microsoft.com/office/drawing/2014/main" id="{F3DF2FFA-90C2-4999-A021-D2FA7F1965A4}"/>
              </a:ext>
            </a:extLst>
          </p:cNvPr>
          <p:cNvSpPr>
            <a:spLocks noGrp="1"/>
          </p:cNvSpPr>
          <p:nvPr/>
        </p:nvSpPr>
        <p:spPr>
          <a:xfrm>
            <a:off x="5492179" y="31789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0" name="A1_bar_GT_11566">
            <a:extLst>
              <a:ext uri="{FF2B5EF4-FFF2-40B4-BE49-F238E27FC236}">
                <a16:creationId xmlns:a16="http://schemas.microsoft.com/office/drawing/2014/main" id="{D3B0580A-7D09-41DC-8BBF-65793BE23EE0}"/>
              </a:ext>
            </a:extLst>
          </p:cNvPr>
          <p:cNvSpPr>
            <a:spLocks noGrp="1"/>
          </p:cNvSpPr>
          <p:nvPr/>
        </p:nvSpPr>
        <p:spPr>
          <a:xfrm>
            <a:off x="5513412" y="56257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1" name="A1_bar_GT_11567">
            <a:extLst>
              <a:ext uri="{FF2B5EF4-FFF2-40B4-BE49-F238E27FC236}">
                <a16:creationId xmlns:a16="http://schemas.microsoft.com/office/drawing/2014/main" id="{9185923E-B1F0-422D-A72D-8BA670F94D96}"/>
              </a:ext>
            </a:extLst>
          </p:cNvPr>
          <p:cNvSpPr>
            <a:spLocks noGrp="1"/>
          </p:cNvSpPr>
          <p:nvPr/>
        </p:nvSpPr>
        <p:spPr>
          <a:xfrm>
            <a:off x="538392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2" name="A1_bar_GT_11568">
            <a:extLst>
              <a:ext uri="{FF2B5EF4-FFF2-40B4-BE49-F238E27FC236}">
                <a16:creationId xmlns:a16="http://schemas.microsoft.com/office/drawing/2014/main" id="{08FC1CA9-9E5F-49F1-A969-4D4FCD5B9E23}"/>
              </a:ext>
            </a:extLst>
          </p:cNvPr>
          <p:cNvSpPr>
            <a:spLocks noGrp="1"/>
          </p:cNvSpPr>
          <p:nvPr/>
        </p:nvSpPr>
        <p:spPr>
          <a:xfrm>
            <a:off x="547889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3" name="A1_bar_GT_11569">
            <a:extLst>
              <a:ext uri="{FF2B5EF4-FFF2-40B4-BE49-F238E27FC236}">
                <a16:creationId xmlns:a16="http://schemas.microsoft.com/office/drawing/2014/main" id="{0763B632-8AC0-42AD-AB70-76CF2F0E26CC}"/>
              </a:ext>
            </a:extLst>
          </p:cNvPr>
          <p:cNvSpPr>
            <a:spLocks noGrp="1"/>
          </p:cNvSpPr>
          <p:nvPr/>
        </p:nvSpPr>
        <p:spPr>
          <a:xfrm>
            <a:off x="551687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4" name="A1_bar_GT_11570">
            <a:extLst>
              <a:ext uri="{FF2B5EF4-FFF2-40B4-BE49-F238E27FC236}">
                <a16:creationId xmlns:a16="http://schemas.microsoft.com/office/drawing/2014/main" id="{D81B35C2-45F3-4C35-8338-B30508F6E9F5}"/>
              </a:ext>
            </a:extLst>
          </p:cNvPr>
          <p:cNvSpPr>
            <a:spLocks noGrp="1"/>
          </p:cNvSpPr>
          <p:nvPr/>
        </p:nvSpPr>
        <p:spPr>
          <a:xfrm>
            <a:off x="542602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5" name="A1_bar_GT_11571">
            <a:extLst>
              <a:ext uri="{FF2B5EF4-FFF2-40B4-BE49-F238E27FC236}">
                <a16:creationId xmlns:a16="http://schemas.microsoft.com/office/drawing/2014/main" id="{B7DBF050-1DAE-4DB8-9054-8ADCED2BA491}"/>
              </a:ext>
            </a:extLst>
          </p:cNvPr>
          <p:cNvSpPr>
            <a:spLocks noGrp="1"/>
          </p:cNvSpPr>
          <p:nvPr/>
        </p:nvSpPr>
        <p:spPr>
          <a:xfrm>
            <a:off x="54035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6" name="A1_bar_GT_11572">
            <a:extLst>
              <a:ext uri="{FF2B5EF4-FFF2-40B4-BE49-F238E27FC236}">
                <a16:creationId xmlns:a16="http://schemas.microsoft.com/office/drawing/2014/main" id="{D58B4602-F976-4D72-82FF-624963FF264E}"/>
              </a:ext>
            </a:extLst>
          </p:cNvPr>
          <p:cNvSpPr>
            <a:spLocks noGrp="1"/>
          </p:cNvSpPr>
          <p:nvPr/>
        </p:nvSpPr>
        <p:spPr>
          <a:xfrm>
            <a:off x="5325804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7" name="A1_bar_GT_11573">
            <a:extLst>
              <a:ext uri="{FF2B5EF4-FFF2-40B4-BE49-F238E27FC236}">
                <a16:creationId xmlns:a16="http://schemas.microsoft.com/office/drawing/2014/main" id="{E3967301-0435-422E-8D86-44B9CA576C49}"/>
              </a:ext>
            </a:extLst>
          </p:cNvPr>
          <p:cNvSpPr>
            <a:spLocks noGrp="1"/>
          </p:cNvSpPr>
          <p:nvPr/>
        </p:nvSpPr>
        <p:spPr>
          <a:xfrm>
            <a:off x="5324325" y="30707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8" name="A1_bar_GT_11574">
            <a:extLst>
              <a:ext uri="{FF2B5EF4-FFF2-40B4-BE49-F238E27FC236}">
                <a16:creationId xmlns:a16="http://schemas.microsoft.com/office/drawing/2014/main" id="{9230AF5F-6D21-4EB2-B254-F930023966D9}"/>
              </a:ext>
            </a:extLst>
          </p:cNvPr>
          <p:cNvSpPr>
            <a:spLocks noGrp="1"/>
          </p:cNvSpPr>
          <p:nvPr/>
        </p:nvSpPr>
        <p:spPr>
          <a:xfrm>
            <a:off x="541837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9" name="A1_bar_GT_11575">
            <a:extLst>
              <a:ext uri="{FF2B5EF4-FFF2-40B4-BE49-F238E27FC236}">
                <a16:creationId xmlns:a16="http://schemas.microsoft.com/office/drawing/2014/main" id="{B9D6BBCC-7783-43FA-BB6F-EFE0CCD2F3CF}"/>
              </a:ext>
            </a:extLst>
          </p:cNvPr>
          <p:cNvSpPr>
            <a:spLocks noGrp="1"/>
          </p:cNvSpPr>
          <p:nvPr/>
        </p:nvSpPr>
        <p:spPr>
          <a:xfrm>
            <a:off x="5496930" y="55033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0" name="A1_bar_GT_11576">
            <a:extLst>
              <a:ext uri="{FF2B5EF4-FFF2-40B4-BE49-F238E27FC236}">
                <a16:creationId xmlns:a16="http://schemas.microsoft.com/office/drawing/2014/main" id="{70B09931-B0BB-446C-9EE7-46A9DFF8CE09}"/>
              </a:ext>
            </a:extLst>
          </p:cNvPr>
          <p:cNvSpPr>
            <a:spLocks noGrp="1"/>
          </p:cNvSpPr>
          <p:nvPr/>
        </p:nvSpPr>
        <p:spPr>
          <a:xfrm>
            <a:off x="547958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1" name="A1_bar_GT_11577">
            <a:extLst>
              <a:ext uri="{FF2B5EF4-FFF2-40B4-BE49-F238E27FC236}">
                <a16:creationId xmlns:a16="http://schemas.microsoft.com/office/drawing/2014/main" id="{BBAB1C86-15E5-46A3-BCDE-DA01F59A16F7}"/>
              </a:ext>
            </a:extLst>
          </p:cNvPr>
          <p:cNvSpPr>
            <a:spLocks noGrp="1"/>
          </p:cNvSpPr>
          <p:nvPr/>
        </p:nvSpPr>
        <p:spPr>
          <a:xfrm>
            <a:off x="5432063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2" name="A1_bar_GT_11578">
            <a:extLst>
              <a:ext uri="{FF2B5EF4-FFF2-40B4-BE49-F238E27FC236}">
                <a16:creationId xmlns:a16="http://schemas.microsoft.com/office/drawing/2014/main" id="{B629830C-0464-421C-8614-F2BE4E574911}"/>
              </a:ext>
            </a:extLst>
          </p:cNvPr>
          <p:cNvSpPr>
            <a:spLocks noGrp="1"/>
          </p:cNvSpPr>
          <p:nvPr/>
        </p:nvSpPr>
        <p:spPr>
          <a:xfrm>
            <a:off x="5393157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3" name="A1_bar_GT_11579">
            <a:extLst>
              <a:ext uri="{FF2B5EF4-FFF2-40B4-BE49-F238E27FC236}">
                <a16:creationId xmlns:a16="http://schemas.microsoft.com/office/drawing/2014/main" id="{DE2D8063-E921-49BA-B2A1-E5B3A54D2019}"/>
              </a:ext>
            </a:extLst>
          </p:cNvPr>
          <p:cNvSpPr>
            <a:spLocks noGrp="1"/>
          </p:cNvSpPr>
          <p:nvPr/>
        </p:nvSpPr>
        <p:spPr>
          <a:xfrm>
            <a:off x="54724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4" name="A1_bar_GT_11580">
            <a:extLst>
              <a:ext uri="{FF2B5EF4-FFF2-40B4-BE49-F238E27FC236}">
                <a16:creationId xmlns:a16="http://schemas.microsoft.com/office/drawing/2014/main" id="{74988ED9-40CE-4E48-8F63-B02A5C09A3BC}"/>
              </a:ext>
            </a:extLst>
          </p:cNvPr>
          <p:cNvSpPr>
            <a:spLocks noGrp="1"/>
          </p:cNvSpPr>
          <p:nvPr/>
        </p:nvSpPr>
        <p:spPr>
          <a:xfrm>
            <a:off x="5508941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5" name="A1_bar_GT_11581">
            <a:extLst>
              <a:ext uri="{FF2B5EF4-FFF2-40B4-BE49-F238E27FC236}">
                <a16:creationId xmlns:a16="http://schemas.microsoft.com/office/drawing/2014/main" id="{8C1F40C9-9E11-4F9B-BC37-BE4AFC9F832E}"/>
              </a:ext>
            </a:extLst>
          </p:cNvPr>
          <p:cNvSpPr>
            <a:spLocks noGrp="1"/>
          </p:cNvSpPr>
          <p:nvPr/>
        </p:nvSpPr>
        <p:spPr>
          <a:xfrm>
            <a:off x="5395008" y="5398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6" name="A1_bar_GT_11582">
            <a:extLst>
              <a:ext uri="{FF2B5EF4-FFF2-40B4-BE49-F238E27FC236}">
                <a16:creationId xmlns:a16="http://schemas.microsoft.com/office/drawing/2014/main" id="{4E6FF2C6-3F20-4CA2-A406-D3A047D38317}"/>
              </a:ext>
            </a:extLst>
          </p:cNvPr>
          <p:cNvSpPr>
            <a:spLocks noGrp="1"/>
          </p:cNvSpPr>
          <p:nvPr/>
        </p:nvSpPr>
        <p:spPr>
          <a:xfrm>
            <a:off x="5341546" y="52193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7" name="A1_bar_GT_11583">
            <a:extLst>
              <a:ext uri="{FF2B5EF4-FFF2-40B4-BE49-F238E27FC236}">
                <a16:creationId xmlns:a16="http://schemas.microsoft.com/office/drawing/2014/main" id="{EB3005E4-8E0C-47C4-BB3E-C0537CE5499D}"/>
              </a:ext>
            </a:extLst>
          </p:cNvPr>
          <p:cNvSpPr>
            <a:spLocks noGrp="1"/>
          </p:cNvSpPr>
          <p:nvPr/>
        </p:nvSpPr>
        <p:spPr>
          <a:xfrm>
            <a:off x="5473106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8" name="A1_bar_GT_11584">
            <a:extLst>
              <a:ext uri="{FF2B5EF4-FFF2-40B4-BE49-F238E27FC236}">
                <a16:creationId xmlns:a16="http://schemas.microsoft.com/office/drawing/2014/main" id="{3310E58F-9EEA-472E-B105-ECF8B57BDD16}"/>
              </a:ext>
            </a:extLst>
          </p:cNvPr>
          <p:cNvSpPr>
            <a:spLocks noGrp="1"/>
          </p:cNvSpPr>
          <p:nvPr/>
        </p:nvSpPr>
        <p:spPr>
          <a:xfrm>
            <a:off x="549691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9" name="A1_bar_GT_11585">
            <a:extLst>
              <a:ext uri="{FF2B5EF4-FFF2-40B4-BE49-F238E27FC236}">
                <a16:creationId xmlns:a16="http://schemas.microsoft.com/office/drawing/2014/main" id="{38BB91ED-07D1-46C2-BC1B-4529571DC35B}"/>
              </a:ext>
            </a:extLst>
          </p:cNvPr>
          <p:cNvSpPr>
            <a:spLocks noGrp="1"/>
          </p:cNvSpPr>
          <p:nvPr/>
        </p:nvSpPr>
        <p:spPr>
          <a:xfrm>
            <a:off x="536271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0" name="A1_bar_GT_11586">
            <a:extLst>
              <a:ext uri="{FF2B5EF4-FFF2-40B4-BE49-F238E27FC236}">
                <a16:creationId xmlns:a16="http://schemas.microsoft.com/office/drawing/2014/main" id="{10B6E24C-F851-48E0-B76B-CFF5A20DE70E}"/>
              </a:ext>
            </a:extLst>
          </p:cNvPr>
          <p:cNvSpPr>
            <a:spLocks noGrp="1"/>
          </p:cNvSpPr>
          <p:nvPr/>
        </p:nvSpPr>
        <p:spPr>
          <a:xfrm>
            <a:off x="5428340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1" name="A1_bar_GT_11587">
            <a:extLst>
              <a:ext uri="{FF2B5EF4-FFF2-40B4-BE49-F238E27FC236}">
                <a16:creationId xmlns:a16="http://schemas.microsoft.com/office/drawing/2014/main" id="{0EEBEF62-4A3A-43C8-96B2-0C7D38345EEA}"/>
              </a:ext>
            </a:extLst>
          </p:cNvPr>
          <p:cNvSpPr>
            <a:spLocks noGrp="1"/>
          </p:cNvSpPr>
          <p:nvPr/>
        </p:nvSpPr>
        <p:spPr>
          <a:xfrm>
            <a:off x="541829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2" name="A1_bar_GT_11588">
            <a:extLst>
              <a:ext uri="{FF2B5EF4-FFF2-40B4-BE49-F238E27FC236}">
                <a16:creationId xmlns:a16="http://schemas.microsoft.com/office/drawing/2014/main" id="{B6B14583-4B3C-46CE-BA17-CA536E021450}"/>
              </a:ext>
            </a:extLst>
          </p:cNvPr>
          <p:cNvSpPr>
            <a:spLocks noGrp="1"/>
          </p:cNvSpPr>
          <p:nvPr/>
        </p:nvSpPr>
        <p:spPr>
          <a:xfrm>
            <a:off x="545981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3" name="A1_bar_GT_11589">
            <a:extLst>
              <a:ext uri="{FF2B5EF4-FFF2-40B4-BE49-F238E27FC236}">
                <a16:creationId xmlns:a16="http://schemas.microsoft.com/office/drawing/2014/main" id="{3A403613-99A9-4440-9404-97B4A03C390D}"/>
              </a:ext>
            </a:extLst>
          </p:cNvPr>
          <p:cNvSpPr>
            <a:spLocks noGrp="1"/>
          </p:cNvSpPr>
          <p:nvPr/>
        </p:nvSpPr>
        <p:spPr>
          <a:xfrm>
            <a:off x="53692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4" name="A1_bar_GT_11590">
            <a:extLst>
              <a:ext uri="{FF2B5EF4-FFF2-40B4-BE49-F238E27FC236}">
                <a16:creationId xmlns:a16="http://schemas.microsoft.com/office/drawing/2014/main" id="{5D26DC75-493E-4D5A-97BD-D9AD0F488F42}"/>
              </a:ext>
            </a:extLst>
          </p:cNvPr>
          <p:cNvSpPr>
            <a:spLocks noGrp="1"/>
          </p:cNvSpPr>
          <p:nvPr/>
        </p:nvSpPr>
        <p:spPr>
          <a:xfrm>
            <a:off x="55099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5" name="A1_bar_GT_11591">
            <a:extLst>
              <a:ext uri="{FF2B5EF4-FFF2-40B4-BE49-F238E27FC236}">
                <a16:creationId xmlns:a16="http://schemas.microsoft.com/office/drawing/2014/main" id="{13719D8E-D429-4810-99E6-7969A4154823}"/>
              </a:ext>
            </a:extLst>
          </p:cNvPr>
          <p:cNvSpPr>
            <a:spLocks noGrp="1"/>
          </p:cNvSpPr>
          <p:nvPr/>
        </p:nvSpPr>
        <p:spPr>
          <a:xfrm>
            <a:off x="53723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6" name="A1_bar_GT_11592">
            <a:extLst>
              <a:ext uri="{FF2B5EF4-FFF2-40B4-BE49-F238E27FC236}">
                <a16:creationId xmlns:a16="http://schemas.microsoft.com/office/drawing/2014/main" id="{300D0B3E-037F-4805-BFBE-C2BEF831B27E}"/>
              </a:ext>
            </a:extLst>
          </p:cNvPr>
          <p:cNvSpPr>
            <a:spLocks noGrp="1"/>
          </p:cNvSpPr>
          <p:nvPr/>
        </p:nvSpPr>
        <p:spPr>
          <a:xfrm>
            <a:off x="54155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7" name="A1_bar_GT_11593">
            <a:extLst>
              <a:ext uri="{FF2B5EF4-FFF2-40B4-BE49-F238E27FC236}">
                <a16:creationId xmlns:a16="http://schemas.microsoft.com/office/drawing/2014/main" id="{68F49E88-B89C-49D5-AA95-5BC5D4BB3E7E}"/>
              </a:ext>
            </a:extLst>
          </p:cNvPr>
          <p:cNvSpPr>
            <a:spLocks noGrp="1"/>
          </p:cNvSpPr>
          <p:nvPr/>
        </p:nvSpPr>
        <p:spPr>
          <a:xfrm>
            <a:off x="532322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8" name="A1_bar_GT_11594">
            <a:extLst>
              <a:ext uri="{FF2B5EF4-FFF2-40B4-BE49-F238E27FC236}">
                <a16:creationId xmlns:a16="http://schemas.microsoft.com/office/drawing/2014/main" id="{01A9FB8D-66B5-400A-8FC2-8DFBA37957CA}"/>
              </a:ext>
            </a:extLst>
          </p:cNvPr>
          <p:cNvSpPr>
            <a:spLocks noGrp="1"/>
          </p:cNvSpPr>
          <p:nvPr/>
        </p:nvSpPr>
        <p:spPr>
          <a:xfrm>
            <a:off x="5345186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9" name="A1_bar_GT_11595">
            <a:extLst>
              <a:ext uri="{FF2B5EF4-FFF2-40B4-BE49-F238E27FC236}">
                <a16:creationId xmlns:a16="http://schemas.microsoft.com/office/drawing/2014/main" id="{5F515D64-56C3-4144-A46F-54FBF8BCAF4B}"/>
              </a:ext>
            </a:extLst>
          </p:cNvPr>
          <p:cNvSpPr>
            <a:spLocks noGrp="1"/>
          </p:cNvSpPr>
          <p:nvPr/>
        </p:nvSpPr>
        <p:spPr>
          <a:xfrm>
            <a:off x="543701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0" name="A1_bar_GT_11596">
            <a:extLst>
              <a:ext uri="{FF2B5EF4-FFF2-40B4-BE49-F238E27FC236}">
                <a16:creationId xmlns:a16="http://schemas.microsoft.com/office/drawing/2014/main" id="{69BA197A-C915-4FBB-9FC0-6BB5FFA47BB6}"/>
              </a:ext>
            </a:extLst>
          </p:cNvPr>
          <p:cNvSpPr>
            <a:spLocks noGrp="1"/>
          </p:cNvSpPr>
          <p:nvPr/>
        </p:nvSpPr>
        <p:spPr>
          <a:xfrm>
            <a:off x="550453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1" name="A1_bar_GT_11597">
            <a:extLst>
              <a:ext uri="{FF2B5EF4-FFF2-40B4-BE49-F238E27FC236}">
                <a16:creationId xmlns:a16="http://schemas.microsoft.com/office/drawing/2014/main" id="{5A712348-73EA-4D0A-A4B3-B0C036EB9011}"/>
              </a:ext>
            </a:extLst>
          </p:cNvPr>
          <p:cNvSpPr>
            <a:spLocks noGrp="1"/>
          </p:cNvSpPr>
          <p:nvPr/>
        </p:nvSpPr>
        <p:spPr>
          <a:xfrm>
            <a:off x="54965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2" name="A1_bar_GT_11598">
            <a:extLst>
              <a:ext uri="{FF2B5EF4-FFF2-40B4-BE49-F238E27FC236}">
                <a16:creationId xmlns:a16="http://schemas.microsoft.com/office/drawing/2014/main" id="{E1404614-B318-4FDA-AADE-E6FDD0249CAB}"/>
              </a:ext>
            </a:extLst>
          </p:cNvPr>
          <p:cNvSpPr>
            <a:spLocks noGrp="1"/>
          </p:cNvSpPr>
          <p:nvPr/>
        </p:nvSpPr>
        <p:spPr>
          <a:xfrm>
            <a:off x="5496614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3" name="A1_bar_GT_11599">
            <a:extLst>
              <a:ext uri="{FF2B5EF4-FFF2-40B4-BE49-F238E27FC236}">
                <a16:creationId xmlns:a16="http://schemas.microsoft.com/office/drawing/2014/main" id="{FEFF239C-10A8-4B6A-9EC9-BB64D42FCCD7}"/>
              </a:ext>
            </a:extLst>
          </p:cNvPr>
          <p:cNvSpPr>
            <a:spLocks noGrp="1"/>
          </p:cNvSpPr>
          <p:nvPr/>
        </p:nvSpPr>
        <p:spPr>
          <a:xfrm>
            <a:off x="54165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4" name="A1_bar_GT_11600">
            <a:extLst>
              <a:ext uri="{FF2B5EF4-FFF2-40B4-BE49-F238E27FC236}">
                <a16:creationId xmlns:a16="http://schemas.microsoft.com/office/drawing/2014/main" id="{139E5D5E-B322-44C8-856E-974108CF6061}"/>
              </a:ext>
            </a:extLst>
          </p:cNvPr>
          <p:cNvSpPr>
            <a:spLocks noGrp="1"/>
          </p:cNvSpPr>
          <p:nvPr/>
        </p:nvSpPr>
        <p:spPr>
          <a:xfrm>
            <a:off x="5412173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5" name="A1_bar_GT_11601">
            <a:extLst>
              <a:ext uri="{FF2B5EF4-FFF2-40B4-BE49-F238E27FC236}">
                <a16:creationId xmlns:a16="http://schemas.microsoft.com/office/drawing/2014/main" id="{AB4FC37C-8A5A-43D8-A965-551D53E84806}"/>
              </a:ext>
            </a:extLst>
          </p:cNvPr>
          <p:cNvSpPr>
            <a:spLocks noGrp="1"/>
          </p:cNvSpPr>
          <p:nvPr/>
        </p:nvSpPr>
        <p:spPr>
          <a:xfrm>
            <a:off x="5458617" y="36586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6" name="A1_bar_GT_11602">
            <a:extLst>
              <a:ext uri="{FF2B5EF4-FFF2-40B4-BE49-F238E27FC236}">
                <a16:creationId xmlns:a16="http://schemas.microsoft.com/office/drawing/2014/main" id="{6BC3CB38-D600-424E-9DC2-1CB5B1C9B63F}"/>
              </a:ext>
            </a:extLst>
          </p:cNvPr>
          <p:cNvSpPr>
            <a:spLocks noGrp="1"/>
          </p:cNvSpPr>
          <p:nvPr/>
        </p:nvSpPr>
        <p:spPr>
          <a:xfrm>
            <a:off x="54970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7" name="A1_bar_GT_11603">
            <a:extLst>
              <a:ext uri="{FF2B5EF4-FFF2-40B4-BE49-F238E27FC236}">
                <a16:creationId xmlns:a16="http://schemas.microsoft.com/office/drawing/2014/main" id="{DFB4C359-813B-4745-B1F4-96AA655B4EDB}"/>
              </a:ext>
            </a:extLst>
          </p:cNvPr>
          <p:cNvSpPr>
            <a:spLocks noGrp="1"/>
          </p:cNvSpPr>
          <p:nvPr/>
        </p:nvSpPr>
        <p:spPr>
          <a:xfrm>
            <a:off x="54200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8" name="A1_bar_GT_11604">
            <a:extLst>
              <a:ext uri="{FF2B5EF4-FFF2-40B4-BE49-F238E27FC236}">
                <a16:creationId xmlns:a16="http://schemas.microsoft.com/office/drawing/2014/main" id="{FEF80DE3-E8C1-452C-966D-727B117E48B9}"/>
              </a:ext>
            </a:extLst>
          </p:cNvPr>
          <p:cNvSpPr>
            <a:spLocks noGrp="1"/>
          </p:cNvSpPr>
          <p:nvPr/>
        </p:nvSpPr>
        <p:spPr>
          <a:xfrm>
            <a:off x="5478170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9" name="A1_bar_GT_11605">
            <a:extLst>
              <a:ext uri="{FF2B5EF4-FFF2-40B4-BE49-F238E27FC236}">
                <a16:creationId xmlns:a16="http://schemas.microsoft.com/office/drawing/2014/main" id="{EC175B45-D180-496B-8C55-D995A776C6E0}"/>
              </a:ext>
            </a:extLst>
          </p:cNvPr>
          <p:cNvSpPr>
            <a:spLocks noGrp="1"/>
          </p:cNvSpPr>
          <p:nvPr/>
        </p:nvSpPr>
        <p:spPr>
          <a:xfrm>
            <a:off x="5498524" y="52360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0" name="A1_bar_GT_11606">
            <a:extLst>
              <a:ext uri="{FF2B5EF4-FFF2-40B4-BE49-F238E27FC236}">
                <a16:creationId xmlns:a16="http://schemas.microsoft.com/office/drawing/2014/main" id="{C5181B8A-6556-4B84-9507-F647C540B326}"/>
              </a:ext>
            </a:extLst>
          </p:cNvPr>
          <p:cNvSpPr>
            <a:spLocks noGrp="1"/>
          </p:cNvSpPr>
          <p:nvPr/>
        </p:nvSpPr>
        <p:spPr>
          <a:xfrm>
            <a:off x="55003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1" name="A1_bar_GT_11607">
            <a:extLst>
              <a:ext uri="{FF2B5EF4-FFF2-40B4-BE49-F238E27FC236}">
                <a16:creationId xmlns:a16="http://schemas.microsoft.com/office/drawing/2014/main" id="{209D4B75-60D4-4B9E-AD24-42437A1C1ADF}"/>
              </a:ext>
            </a:extLst>
          </p:cNvPr>
          <p:cNvSpPr>
            <a:spLocks noGrp="1"/>
          </p:cNvSpPr>
          <p:nvPr/>
        </p:nvSpPr>
        <p:spPr>
          <a:xfrm>
            <a:off x="5432487" y="448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2" name="A1_bar_GT_11608">
            <a:extLst>
              <a:ext uri="{FF2B5EF4-FFF2-40B4-BE49-F238E27FC236}">
                <a16:creationId xmlns:a16="http://schemas.microsoft.com/office/drawing/2014/main" id="{CD7B6465-4103-4A79-A4A1-F8583A7E1C8E}"/>
              </a:ext>
            </a:extLst>
          </p:cNvPr>
          <p:cNvSpPr>
            <a:spLocks noGrp="1"/>
          </p:cNvSpPr>
          <p:nvPr/>
        </p:nvSpPr>
        <p:spPr>
          <a:xfrm>
            <a:off x="5351746" y="37806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3" name="A1_bar_GT_11609">
            <a:extLst>
              <a:ext uri="{FF2B5EF4-FFF2-40B4-BE49-F238E27FC236}">
                <a16:creationId xmlns:a16="http://schemas.microsoft.com/office/drawing/2014/main" id="{C5CC2D28-A00A-4FD2-AD1D-9B3631DAB66C}"/>
              </a:ext>
            </a:extLst>
          </p:cNvPr>
          <p:cNvSpPr>
            <a:spLocks noGrp="1"/>
          </p:cNvSpPr>
          <p:nvPr/>
        </p:nvSpPr>
        <p:spPr>
          <a:xfrm>
            <a:off x="531441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4" name="A1_bar_GT_11610">
            <a:extLst>
              <a:ext uri="{FF2B5EF4-FFF2-40B4-BE49-F238E27FC236}">
                <a16:creationId xmlns:a16="http://schemas.microsoft.com/office/drawing/2014/main" id="{60604E64-B446-488F-B4D5-AB6A317B946E}"/>
              </a:ext>
            </a:extLst>
          </p:cNvPr>
          <p:cNvSpPr>
            <a:spLocks noGrp="1"/>
          </p:cNvSpPr>
          <p:nvPr/>
        </p:nvSpPr>
        <p:spPr>
          <a:xfrm>
            <a:off x="5389695" y="422815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5" name="A1_bar_GT_11611">
            <a:extLst>
              <a:ext uri="{FF2B5EF4-FFF2-40B4-BE49-F238E27FC236}">
                <a16:creationId xmlns:a16="http://schemas.microsoft.com/office/drawing/2014/main" id="{A076D6FD-0B8E-4035-850E-0646889B8BD1}"/>
              </a:ext>
            </a:extLst>
          </p:cNvPr>
          <p:cNvSpPr>
            <a:spLocks noGrp="1"/>
          </p:cNvSpPr>
          <p:nvPr/>
        </p:nvSpPr>
        <p:spPr>
          <a:xfrm>
            <a:off x="5491803" y="45016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6" name="A1_bar_GT_11612">
            <a:extLst>
              <a:ext uri="{FF2B5EF4-FFF2-40B4-BE49-F238E27FC236}">
                <a16:creationId xmlns:a16="http://schemas.microsoft.com/office/drawing/2014/main" id="{25D8DE6A-47E6-4048-B54E-A195BAB55A49}"/>
              </a:ext>
            </a:extLst>
          </p:cNvPr>
          <p:cNvSpPr>
            <a:spLocks noGrp="1"/>
          </p:cNvSpPr>
          <p:nvPr/>
        </p:nvSpPr>
        <p:spPr>
          <a:xfrm>
            <a:off x="541875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7" name="A1_bar_GT_11613">
            <a:extLst>
              <a:ext uri="{FF2B5EF4-FFF2-40B4-BE49-F238E27FC236}">
                <a16:creationId xmlns:a16="http://schemas.microsoft.com/office/drawing/2014/main" id="{8EA679C7-6042-4F09-980E-A25878691415}"/>
              </a:ext>
            </a:extLst>
          </p:cNvPr>
          <p:cNvSpPr>
            <a:spLocks noGrp="1"/>
          </p:cNvSpPr>
          <p:nvPr/>
        </p:nvSpPr>
        <p:spPr>
          <a:xfrm>
            <a:off x="5344832" y="60055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8" name="A1_bar_GT_11614">
            <a:extLst>
              <a:ext uri="{FF2B5EF4-FFF2-40B4-BE49-F238E27FC236}">
                <a16:creationId xmlns:a16="http://schemas.microsoft.com/office/drawing/2014/main" id="{FB01B76B-BBA9-4E84-B1DB-DE27B4AC5DC2}"/>
              </a:ext>
            </a:extLst>
          </p:cNvPr>
          <p:cNvSpPr>
            <a:spLocks noGrp="1"/>
          </p:cNvSpPr>
          <p:nvPr/>
        </p:nvSpPr>
        <p:spPr>
          <a:xfrm>
            <a:off x="550599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9" name="A1_bar_GT_11615">
            <a:extLst>
              <a:ext uri="{FF2B5EF4-FFF2-40B4-BE49-F238E27FC236}">
                <a16:creationId xmlns:a16="http://schemas.microsoft.com/office/drawing/2014/main" id="{BE308AA6-FE90-45F5-BFC1-5C0EA28D2EB3}"/>
              </a:ext>
            </a:extLst>
          </p:cNvPr>
          <p:cNvSpPr>
            <a:spLocks noGrp="1"/>
          </p:cNvSpPr>
          <p:nvPr/>
        </p:nvSpPr>
        <p:spPr>
          <a:xfrm>
            <a:off x="538655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0" name="A1_bar_GT_11616">
            <a:extLst>
              <a:ext uri="{FF2B5EF4-FFF2-40B4-BE49-F238E27FC236}">
                <a16:creationId xmlns:a16="http://schemas.microsoft.com/office/drawing/2014/main" id="{4FCF1A78-1038-4994-B51F-9794598DD387}"/>
              </a:ext>
            </a:extLst>
          </p:cNvPr>
          <p:cNvSpPr>
            <a:spLocks noGrp="1"/>
          </p:cNvSpPr>
          <p:nvPr/>
        </p:nvSpPr>
        <p:spPr>
          <a:xfrm>
            <a:off x="531666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1" name="A1_bar_GT_11617">
            <a:extLst>
              <a:ext uri="{FF2B5EF4-FFF2-40B4-BE49-F238E27FC236}">
                <a16:creationId xmlns:a16="http://schemas.microsoft.com/office/drawing/2014/main" id="{0CA2487A-0DF4-46C1-BB08-3BD2E066C3DF}"/>
              </a:ext>
            </a:extLst>
          </p:cNvPr>
          <p:cNvSpPr>
            <a:spLocks noGrp="1"/>
          </p:cNvSpPr>
          <p:nvPr/>
        </p:nvSpPr>
        <p:spPr>
          <a:xfrm>
            <a:off x="544213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2" name="A1_bar_GT_11618">
            <a:extLst>
              <a:ext uri="{FF2B5EF4-FFF2-40B4-BE49-F238E27FC236}">
                <a16:creationId xmlns:a16="http://schemas.microsoft.com/office/drawing/2014/main" id="{04054796-1D49-41B0-9891-E0FB04858198}"/>
              </a:ext>
            </a:extLst>
          </p:cNvPr>
          <p:cNvSpPr>
            <a:spLocks noGrp="1"/>
          </p:cNvSpPr>
          <p:nvPr/>
        </p:nvSpPr>
        <p:spPr>
          <a:xfrm>
            <a:off x="54672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3" name="A1_bar_GT_11619">
            <a:extLst>
              <a:ext uri="{FF2B5EF4-FFF2-40B4-BE49-F238E27FC236}">
                <a16:creationId xmlns:a16="http://schemas.microsoft.com/office/drawing/2014/main" id="{444D7E65-FBD8-40FF-B13E-FDF726DB7D21}"/>
              </a:ext>
            </a:extLst>
          </p:cNvPr>
          <p:cNvSpPr>
            <a:spLocks noGrp="1"/>
          </p:cNvSpPr>
          <p:nvPr/>
        </p:nvSpPr>
        <p:spPr>
          <a:xfrm>
            <a:off x="542875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4" name="A1_bar_GT_11620">
            <a:extLst>
              <a:ext uri="{FF2B5EF4-FFF2-40B4-BE49-F238E27FC236}">
                <a16:creationId xmlns:a16="http://schemas.microsoft.com/office/drawing/2014/main" id="{08742652-C8F4-43C5-95AF-17F1BF048190}"/>
              </a:ext>
            </a:extLst>
          </p:cNvPr>
          <p:cNvSpPr>
            <a:spLocks noGrp="1"/>
          </p:cNvSpPr>
          <p:nvPr/>
        </p:nvSpPr>
        <p:spPr>
          <a:xfrm>
            <a:off x="53578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5" name="A1_bar_GT_11621">
            <a:extLst>
              <a:ext uri="{FF2B5EF4-FFF2-40B4-BE49-F238E27FC236}">
                <a16:creationId xmlns:a16="http://schemas.microsoft.com/office/drawing/2014/main" id="{F1593B12-B280-4E84-A76B-62EB4A207852}"/>
              </a:ext>
            </a:extLst>
          </p:cNvPr>
          <p:cNvSpPr>
            <a:spLocks noGrp="1"/>
          </p:cNvSpPr>
          <p:nvPr/>
        </p:nvSpPr>
        <p:spPr>
          <a:xfrm>
            <a:off x="5428260" y="56219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6" name="A1_bar_GT_11622">
            <a:extLst>
              <a:ext uri="{FF2B5EF4-FFF2-40B4-BE49-F238E27FC236}">
                <a16:creationId xmlns:a16="http://schemas.microsoft.com/office/drawing/2014/main" id="{610B801C-1A1B-4A8A-88B4-E6EFEED8023D}"/>
              </a:ext>
            </a:extLst>
          </p:cNvPr>
          <p:cNvSpPr>
            <a:spLocks noGrp="1"/>
          </p:cNvSpPr>
          <p:nvPr/>
        </p:nvSpPr>
        <p:spPr>
          <a:xfrm>
            <a:off x="548700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7" name="A1_bar_GT_11623">
            <a:extLst>
              <a:ext uri="{FF2B5EF4-FFF2-40B4-BE49-F238E27FC236}">
                <a16:creationId xmlns:a16="http://schemas.microsoft.com/office/drawing/2014/main" id="{E29F940A-8C95-4D80-AC16-A8F49A7C7493}"/>
              </a:ext>
            </a:extLst>
          </p:cNvPr>
          <p:cNvSpPr>
            <a:spLocks noGrp="1"/>
          </p:cNvSpPr>
          <p:nvPr/>
        </p:nvSpPr>
        <p:spPr>
          <a:xfrm>
            <a:off x="540914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8" name="A1_bar_GT_11624">
            <a:extLst>
              <a:ext uri="{FF2B5EF4-FFF2-40B4-BE49-F238E27FC236}">
                <a16:creationId xmlns:a16="http://schemas.microsoft.com/office/drawing/2014/main" id="{24470ADD-DDD5-4CE4-AF82-EAE0D2A951E6}"/>
              </a:ext>
            </a:extLst>
          </p:cNvPr>
          <p:cNvSpPr>
            <a:spLocks noGrp="1"/>
          </p:cNvSpPr>
          <p:nvPr/>
        </p:nvSpPr>
        <p:spPr>
          <a:xfrm>
            <a:off x="5430273" y="55675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9" name="A1_bar_GT_11625">
            <a:extLst>
              <a:ext uri="{FF2B5EF4-FFF2-40B4-BE49-F238E27FC236}">
                <a16:creationId xmlns:a16="http://schemas.microsoft.com/office/drawing/2014/main" id="{C77BC9B2-2EE7-4606-9650-E8FA5B2C01ED}"/>
              </a:ext>
            </a:extLst>
          </p:cNvPr>
          <p:cNvSpPr>
            <a:spLocks noGrp="1"/>
          </p:cNvSpPr>
          <p:nvPr/>
        </p:nvSpPr>
        <p:spPr>
          <a:xfrm>
            <a:off x="535808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0" name="A1_bar_GT_11626">
            <a:extLst>
              <a:ext uri="{FF2B5EF4-FFF2-40B4-BE49-F238E27FC236}">
                <a16:creationId xmlns:a16="http://schemas.microsoft.com/office/drawing/2014/main" id="{EF890A65-C7BF-4921-AAF1-F48C3B20353D}"/>
              </a:ext>
            </a:extLst>
          </p:cNvPr>
          <p:cNvSpPr>
            <a:spLocks noGrp="1"/>
          </p:cNvSpPr>
          <p:nvPr/>
        </p:nvSpPr>
        <p:spPr>
          <a:xfrm>
            <a:off x="5358511" y="310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1" name="A1_bar_GT_11627">
            <a:extLst>
              <a:ext uri="{FF2B5EF4-FFF2-40B4-BE49-F238E27FC236}">
                <a16:creationId xmlns:a16="http://schemas.microsoft.com/office/drawing/2014/main" id="{F131E3E5-548F-412C-A8B5-C70CCB53CE2F}"/>
              </a:ext>
            </a:extLst>
          </p:cNvPr>
          <p:cNvSpPr>
            <a:spLocks noGrp="1"/>
          </p:cNvSpPr>
          <p:nvPr/>
        </p:nvSpPr>
        <p:spPr>
          <a:xfrm>
            <a:off x="547698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2" name="A1_bar_GT_11628">
            <a:extLst>
              <a:ext uri="{FF2B5EF4-FFF2-40B4-BE49-F238E27FC236}">
                <a16:creationId xmlns:a16="http://schemas.microsoft.com/office/drawing/2014/main" id="{9FC33109-7E60-486A-9BCE-E7099DF98BB4}"/>
              </a:ext>
            </a:extLst>
          </p:cNvPr>
          <p:cNvSpPr>
            <a:spLocks noGrp="1"/>
          </p:cNvSpPr>
          <p:nvPr/>
        </p:nvSpPr>
        <p:spPr>
          <a:xfrm>
            <a:off x="540438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3" name="A1_bar_GT_11629">
            <a:extLst>
              <a:ext uri="{FF2B5EF4-FFF2-40B4-BE49-F238E27FC236}">
                <a16:creationId xmlns:a16="http://schemas.microsoft.com/office/drawing/2014/main" id="{ABF47C6B-9BC2-445E-A892-D16C44D3E5C7}"/>
              </a:ext>
            </a:extLst>
          </p:cNvPr>
          <p:cNvSpPr>
            <a:spLocks noGrp="1"/>
          </p:cNvSpPr>
          <p:nvPr/>
        </p:nvSpPr>
        <p:spPr>
          <a:xfrm>
            <a:off x="542899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4" name="A1_bar_GT_11630">
            <a:extLst>
              <a:ext uri="{FF2B5EF4-FFF2-40B4-BE49-F238E27FC236}">
                <a16:creationId xmlns:a16="http://schemas.microsoft.com/office/drawing/2014/main" id="{33C2A71E-8B0E-4FE6-A9C8-EB674D7AF453}"/>
              </a:ext>
            </a:extLst>
          </p:cNvPr>
          <p:cNvSpPr>
            <a:spLocks noGrp="1"/>
          </p:cNvSpPr>
          <p:nvPr/>
        </p:nvSpPr>
        <p:spPr>
          <a:xfrm>
            <a:off x="540663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5" name="A1_bar_GT_11631">
            <a:extLst>
              <a:ext uri="{FF2B5EF4-FFF2-40B4-BE49-F238E27FC236}">
                <a16:creationId xmlns:a16="http://schemas.microsoft.com/office/drawing/2014/main" id="{D106C626-05F3-4768-B478-1165A96DB832}"/>
              </a:ext>
            </a:extLst>
          </p:cNvPr>
          <p:cNvSpPr>
            <a:spLocks noGrp="1"/>
          </p:cNvSpPr>
          <p:nvPr/>
        </p:nvSpPr>
        <p:spPr>
          <a:xfrm>
            <a:off x="5480767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6" name="A1_bar_GT_11632">
            <a:extLst>
              <a:ext uri="{FF2B5EF4-FFF2-40B4-BE49-F238E27FC236}">
                <a16:creationId xmlns:a16="http://schemas.microsoft.com/office/drawing/2014/main" id="{486DF75A-47BC-43C9-BCC3-7BDDC0D4B06C}"/>
              </a:ext>
            </a:extLst>
          </p:cNvPr>
          <p:cNvSpPr>
            <a:spLocks noGrp="1"/>
          </p:cNvSpPr>
          <p:nvPr/>
        </p:nvSpPr>
        <p:spPr>
          <a:xfrm>
            <a:off x="5370893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7" name="A1_bar_GT_11633">
            <a:extLst>
              <a:ext uri="{FF2B5EF4-FFF2-40B4-BE49-F238E27FC236}">
                <a16:creationId xmlns:a16="http://schemas.microsoft.com/office/drawing/2014/main" id="{489E5E01-E57F-4C9A-AB4A-AE615377DD43}"/>
              </a:ext>
            </a:extLst>
          </p:cNvPr>
          <p:cNvSpPr>
            <a:spLocks noGrp="1"/>
          </p:cNvSpPr>
          <p:nvPr/>
        </p:nvSpPr>
        <p:spPr>
          <a:xfrm>
            <a:off x="547554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8" name="A1_bar_GT_11634">
            <a:extLst>
              <a:ext uri="{FF2B5EF4-FFF2-40B4-BE49-F238E27FC236}">
                <a16:creationId xmlns:a16="http://schemas.microsoft.com/office/drawing/2014/main" id="{27098691-647D-4B02-888D-95BC678AB5BB}"/>
              </a:ext>
            </a:extLst>
          </p:cNvPr>
          <p:cNvSpPr>
            <a:spLocks noGrp="1"/>
          </p:cNvSpPr>
          <p:nvPr/>
        </p:nvSpPr>
        <p:spPr>
          <a:xfrm>
            <a:off x="5478542" y="33213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9" name="A1_bar_GT_11635">
            <a:extLst>
              <a:ext uri="{FF2B5EF4-FFF2-40B4-BE49-F238E27FC236}">
                <a16:creationId xmlns:a16="http://schemas.microsoft.com/office/drawing/2014/main" id="{9AA5C31F-E2B2-427B-8918-EF811A0269F1}"/>
              </a:ext>
            </a:extLst>
          </p:cNvPr>
          <p:cNvSpPr>
            <a:spLocks noGrp="1"/>
          </p:cNvSpPr>
          <p:nvPr/>
        </p:nvSpPr>
        <p:spPr>
          <a:xfrm>
            <a:off x="529804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0" name="A1_bar_GT_11636">
            <a:extLst>
              <a:ext uri="{FF2B5EF4-FFF2-40B4-BE49-F238E27FC236}">
                <a16:creationId xmlns:a16="http://schemas.microsoft.com/office/drawing/2014/main" id="{9EFC6DBD-742C-4B64-9BBB-F6BD1511A29C}"/>
              </a:ext>
            </a:extLst>
          </p:cNvPr>
          <p:cNvSpPr>
            <a:spLocks noGrp="1"/>
          </p:cNvSpPr>
          <p:nvPr/>
        </p:nvSpPr>
        <p:spPr>
          <a:xfrm>
            <a:off x="538105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1" name="A1_bar_GT_11637">
            <a:extLst>
              <a:ext uri="{FF2B5EF4-FFF2-40B4-BE49-F238E27FC236}">
                <a16:creationId xmlns:a16="http://schemas.microsoft.com/office/drawing/2014/main" id="{48E0042E-6411-4C6E-ADF1-F20BEA3B499C}"/>
              </a:ext>
            </a:extLst>
          </p:cNvPr>
          <p:cNvSpPr>
            <a:spLocks noGrp="1"/>
          </p:cNvSpPr>
          <p:nvPr/>
        </p:nvSpPr>
        <p:spPr>
          <a:xfrm>
            <a:off x="5293015" y="384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2" name="A1_bar_GT_11638">
            <a:extLst>
              <a:ext uri="{FF2B5EF4-FFF2-40B4-BE49-F238E27FC236}">
                <a16:creationId xmlns:a16="http://schemas.microsoft.com/office/drawing/2014/main" id="{DB9CA2D8-B9BB-4CB9-8745-A739A910DFF9}"/>
              </a:ext>
            </a:extLst>
          </p:cNvPr>
          <p:cNvSpPr>
            <a:spLocks noGrp="1"/>
          </p:cNvSpPr>
          <p:nvPr/>
        </p:nvSpPr>
        <p:spPr>
          <a:xfrm>
            <a:off x="547266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3" name="A1_bar_GT_11639">
            <a:extLst>
              <a:ext uri="{FF2B5EF4-FFF2-40B4-BE49-F238E27FC236}">
                <a16:creationId xmlns:a16="http://schemas.microsoft.com/office/drawing/2014/main" id="{D5970CA4-D583-4517-B0AB-01D426FF2B59}"/>
              </a:ext>
            </a:extLst>
          </p:cNvPr>
          <p:cNvSpPr>
            <a:spLocks noGrp="1"/>
          </p:cNvSpPr>
          <p:nvPr/>
        </p:nvSpPr>
        <p:spPr>
          <a:xfrm>
            <a:off x="533989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4" name="A1_bar_GT_11640">
            <a:extLst>
              <a:ext uri="{FF2B5EF4-FFF2-40B4-BE49-F238E27FC236}">
                <a16:creationId xmlns:a16="http://schemas.microsoft.com/office/drawing/2014/main" id="{836FAA1F-D9B8-407D-88F4-48282E079D66}"/>
              </a:ext>
            </a:extLst>
          </p:cNvPr>
          <p:cNvSpPr>
            <a:spLocks noGrp="1"/>
          </p:cNvSpPr>
          <p:nvPr/>
        </p:nvSpPr>
        <p:spPr>
          <a:xfrm>
            <a:off x="5439791" y="49444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5" name="A1_bar_GT_11641">
            <a:extLst>
              <a:ext uri="{FF2B5EF4-FFF2-40B4-BE49-F238E27FC236}">
                <a16:creationId xmlns:a16="http://schemas.microsoft.com/office/drawing/2014/main" id="{BAA1ECC9-251D-4120-886E-C6249B40FCA9}"/>
              </a:ext>
            </a:extLst>
          </p:cNvPr>
          <p:cNvSpPr>
            <a:spLocks noGrp="1"/>
          </p:cNvSpPr>
          <p:nvPr/>
        </p:nvSpPr>
        <p:spPr>
          <a:xfrm>
            <a:off x="53860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6" name="A1_bar_GT_11642">
            <a:extLst>
              <a:ext uri="{FF2B5EF4-FFF2-40B4-BE49-F238E27FC236}">
                <a16:creationId xmlns:a16="http://schemas.microsoft.com/office/drawing/2014/main" id="{1FF3FEC3-9A2D-49A6-950F-CA9CEE37A3D3}"/>
              </a:ext>
            </a:extLst>
          </p:cNvPr>
          <p:cNvSpPr>
            <a:spLocks noGrp="1"/>
          </p:cNvSpPr>
          <p:nvPr/>
        </p:nvSpPr>
        <p:spPr>
          <a:xfrm>
            <a:off x="545347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7" name="A1_bar_GT_11643">
            <a:extLst>
              <a:ext uri="{FF2B5EF4-FFF2-40B4-BE49-F238E27FC236}">
                <a16:creationId xmlns:a16="http://schemas.microsoft.com/office/drawing/2014/main" id="{0E47D184-DC8F-448B-9CCF-A05B3A790CC2}"/>
              </a:ext>
            </a:extLst>
          </p:cNvPr>
          <p:cNvSpPr>
            <a:spLocks noGrp="1"/>
          </p:cNvSpPr>
          <p:nvPr/>
        </p:nvSpPr>
        <p:spPr>
          <a:xfrm>
            <a:off x="529477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8" name="A1_bar_GT_11644">
            <a:extLst>
              <a:ext uri="{FF2B5EF4-FFF2-40B4-BE49-F238E27FC236}">
                <a16:creationId xmlns:a16="http://schemas.microsoft.com/office/drawing/2014/main" id="{CB0EED9A-AD61-4663-99FC-3F27A4CC0082}"/>
              </a:ext>
            </a:extLst>
          </p:cNvPr>
          <p:cNvSpPr>
            <a:spLocks noGrp="1"/>
          </p:cNvSpPr>
          <p:nvPr/>
        </p:nvSpPr>
        <p:spPr>
          <a:xfrm>
            <a:off x="551455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9" name="A1_bar_GT_11645">
            <a:extLst>
              <a:ext uri="{FF2B5EF4-FFF2-40B4-BE49-F238E27FC236}">
                <a16:creationId xmlns:a16="http://schemas.microsoft.com/office/drawing/2014/main" id="{F2F3B4B0-5A7A-4B24-81F3-67B1E4E21871}"/>
              </a:ext>
            </a:extLst>
          </p:cNvPr>
          <p:cNvSpPr>
            <a:spLocks noGrp="1"/>
          </p:cNvSpPr>
          <p:nvPr/>
        </p:nvSpPr>
        <p:spPr>
          <a:xfrm>
            <a:off x="5411020" y="45897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0" name="A1_bar_GT_11646">
            <a:extLst>
              <a:ext uri="{FF2B5EF4-FFF2-40B4-BE49-F238E27FC236}">
                <a16:creationId xmlns:a16="http://schemas.microsoft.com/office/drawing/2014/main" id="{C7F44213-E64F-4CFB-9A25-E0EB4A8C8E12}"/>
              </a:ext>
            </a:extLst>
          </p:cNvPr>
          <p:cNvSpPr>
            <a:spLocks noGrp="1"/>
          </p:cNvSpPr>
          <p:nvPr/>
        </p:nvSpPr>
        <p:spPr>
          <a:xfrm>
            <a:off x="5382830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1" name="A1_bar_GT_11647">
            <a:extLst>
              <a:ext uri="{FF2B5EF4-FFF2-40B4-BE49-F238E27FC236}">
                <a16:creationId xmlns:a16="http://schemas.microsoft.com/office/drawing/2014/main" id="{FFB42A8E-2A8B-4FA2-B25C-66D4243A4D28}"/>
              </a:ext>
            </a:extLst>
          </p:cNvPr>
          <p:cNvSpPr>
            <a:spLocks noGrp="1"/>
          </p:cNvSpPr>
          <p:nvPr/>
        </p:nvSpPr>
        <p:spPr>
          <a:xfrm>
            <a:off x="54909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2" name="A1_bar_GT_11648">
            <a:extLst>
              <a:ext uri="{FF2B5EF4-FFF2-40B4-BE49-F238E27FC236}">
                <a16:creationId xmlns:a16="http://schemas.microsoft.com/office/drawing/2014/main" id="{33728DC2-C7C4-4A99-B6BB-34BEE2D13046}"/>
              </a:ext>
            </a:extLst>
          </p:cNvPr>
          <p:cNvSpPr>
            <a:spLocks noGrp="1"/>
          </p:cNvSpPr>
          <p:nvPr/>
        </p:nvSpPr>
        <p:spPr>
          <a:xfrm>
            <a:off x="5500700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3" name="A1_bar_GT_11649">
            <a:extLst>
              <a:ext uri="{FF2B5EF4-FFF2-40B4-BE49-F238E27FC236}">
                <a16:creationId xmlns:a16="http://schemas.microsoft.com/office/drawing/2014/main" id="{B42AF8FC-F3C2-4680-8CB3-A0EB4FEEC95B}"/>
              </a:ext>
            </a:extLst>
          </p:cNvPr>
          <p:cNvSpPr>
            <a:spLocks noGrp="1"/>
          </p:cNvSpPr>
          <p:nvPr/>
        </p:nvSpPr>
        <p:spPr>
          <a:xfrm>
            <a:off x="55219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4" name="A1_bar_GT_11650">
            <a:extLst>
              <a:ext uri="{FF2B5EF4-FFF2-40B4-BE49-F238E27FC236}">
                <a16:creationId xmlns:a16="http://schemas.microsoft.com/office/drawing/2014/main" id="{AF26EDBB-338D-4656-9B14-C57E8FF957E9}"/>
              </a:ext>
            </a:extLst>
          </p:cNvPr>
          <p:cNvSpPr>
            <a:spLocks noGrp="1"/>
          </p:cNvSpPr>
          <p:nvPr/>
        </p:nvSpPr>
        <p:spPr>
          <a:xfrm>
            <a:off x="5518116" y="4873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5" name="A1_bar_GT_11651">
            <a:extLst>
              <a:ext uri="{FF2B5EF4-FFF2-40B4-BE49-F238E27FC236}">
                <a16:creationId xmlns:a16="http://schemas.microsoft.com/office/drawing/2014/main" id="{3614417A-0655-4D32-9208-35E82B18E84F}"/>
              </a:ext>
            </a:extLst>
          </p:cNvPr>
          <p:cNvSpPr>
            <a:spLocks noGrp="1"/>
          </p:cNvSpPr>
          <p:nvPr/>
        </p:nvSpPr>
        <p:spPr>
          <a:xfrm>
            <a:off x="545907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6" name="A1_bar_GT_11652">
            <a:extLst>
              <a:ext uri="{FF2B5EF4-FFF2-40B4-BE49-F238E27FC236}">
                <a16:creationId xmlns:a16="http://schemas.microsoft.com/office/drawing/2014/main" id="{50632062-8105-4507-B76E-858FA7343B5C}"/>
              </a:ext>
            </a:extLst>
          </p:cNvPr>
          <p:cNvSpPr>
            <a:spLocks noGrp="1"/>
          </p:cNvSpPr>
          <p:nvPr/>
        </p:nvSpPr>
        <p:spPr>
          <a:xfrm>
            <a:off x="5412569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7" name="A1_bar_GT_11653">
            <a:extLst>
              <a:ext uri="{FF2B5EF4-FFF2-40B4-BE49-F238E27FC236}">
                <a16:creationId xmlns:a16="http://schemas.microsoft.com/office/drawing/2014/main" id="{3E5FF9E3-89D6-49D6-84CB-9237A0174FA0}"/>
              </a:ext>
            </a:extLst>
          </p:cNvPr>
          <p:cNvSpPr>
            <a:spLocks noGrp="1"/>
          </p:cNvSpPr>
          <p:nvPr/>
        </p:nvSpPr>
        <p:spPr>
          <a:xfrm>
            <a:off x="5486946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8" name="A1_bar_GT_11654">
            <a:extLst>
              <a:ext uri="{FF2B5EF4-FFF2-40B4-BE49-F238E27FC236}">
                <a16:creationId xmlns:a16="http://schemas.microsoft.com/office/drawing/2014/main" id="{A12039A8-9960-4458-A196-0844305E678C}"/>
              </a:ext>
            </a:extLst>
          </p:cNvPr>
          <p:cNvSpPr>
            <a:spLocks noGrp="1"/>
          </p:cNvSpPr>
          <p:nvPr/>
        </p:nvSpPr>
        <p:spPr>
          <a:xfrm>
            <a:off x="5490234" y="383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9" name="A1_bar_GT_11655">
            <a:extLst>
              <a:ext uri="{FF2B5EF4-FFF2-40B4-BE49-F238E27FC236}">
                <a16:creationId xmlns:a16="http://schemas.microsoft.com/office/drawing/2014/main" id="{9B2F3F77-89BC-4360-AC99-4356F065C950}"/>
              </a:ext>
            </a:extLst>
          </p:cNvPr>
          <p:cNvSpPr>
            <a:spLocks noGrp="1"/>
          </p:cNvSpPr>
          <p:nvPr/>
        </p:nvSpPr>
        <p:spPr>
          <a:xfrm>
            <a:off x="5522726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0" name="A1_bar_GT_11656">
            <a:extLst>
              <a:ext uri="{FF2B5EF4-FFF2-40B4-BE49-F238E27FC236}">
                <a16:creationId xmlns:a16="http://schemas.microsoft.com/office/drawing/2014/main" id="{F706B8C4-3FE2-487B-AF69-47EE9CD2D9A4}"/>
              </a:ext>
            </a:extLst>
          </p:cNvPr>
          <p:cNvSpPr>
            <a:spLocks noGrp="1"/>
          </p:cNvSpPr>
          <p:nvPr/>
        </p:nvSpPr>
        <p:spPr>
          <a:xfrm>
            <a:off x="548434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1" name="A1_bar_GT_11657">
            <a:extLst>
              <a:ext uri="{FF2B5EF4-FFF2-40B4-BE49-F238E27FC236}">
                <a16:creationId xmlns:a16="http://schemas.microsoft.com/office/drawing/2014/main" id="{FD4AB971-A582-4643-B725-44E3B6518BDB}"/>
              </a:ext>
            </a:extLst>
          </p:cNvPr>
          <p:cNvSpPr>
            <a:spLocks noGrp="1"/>
          </p:cNvSpPr>
          <p:nvPr/>
        </p:nvSpPr>
        <p:spPr>
          <a:xfrm>
            <a:off x="528751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2" name="A1_bar_GT_11658">
            <a:extLst>
              <a:ext uri="{FF2B5EF4-FFF2-40B4-BE49-F238E27FC236}">
                <a16:creationId xmlns:a16="http://schemas.microsoft.com/office/drawing/2014/main" id="{C7F55050-09F0-4069-A5CE-F9FF1506F8F7}"/>
              </a:ext>
            </a:extLst>
          </p:cNvPr>
          <p:cNvSpPr>
            <a:spLocks noGrp="1"/>
          </p:cNvSpPr>
          <p:nvPr/>
        </p:nvSpPr>
        <p:spPr>
          <a:xfrm>
            <a:off x="535642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3" name="A1_bar_GT_11659">
            <a:extLst>
              <a:ext uri="{FF2B5EF4-FFF2-40B4-BE49-F238E27FC236}">
                <a16:creationId xmlns:a16="http://schemas.microsoft.com/office/drawing/2014/main" id="{7F97D4A0-1B76-4FA1-9029-BF4456526DBC}"/>
              </a:ext>
            </a:extLst>
          </p:cNvPr>
          <p:cNvSpPr>
            <a:spLocks noGrp="1"/>
          </p:cNvSpPr>
          <p:nvPr/>
        </p:nvSpPr>
        <p:spPr>
          <a:xfrm>
            <a:off x="542288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4" name="A1_bar_GT_11660">
            <a:extLst>
              <a:ext uri="{FF2B5EF4-FFF2-40B4-BE49-F238E27FC236}">
                <a16:creationId xmlns:a16="http://schemas.microsoft.com/office/drawing/2014/main" id="{8DC830CD-3323-4B45-A9C6-BE1B724FC2EA}"/>
              </a:ext>
            </a:extLst>
          </p:cNvPr>
          <p:cNvSpPr>
            <a:spLocks noGrp="1"/>
          </p:cNvSpPr>
          <p:nvPr/>
        </p:nvSpPr>
        <p:spPr>
          <a:xfrm>
            <a:off x="53322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5" name="A1_bar_GT_11661">
            <a:extLst>
              <a:ext uri="{FF2B5EF4-FFF2-40B4-BE49-F238E27FC236}">
                <a16:creationId xmlns:a16="http://schemas.microsoft.com/office/drawing/2014/main" id="{C34329CE-E2F5-495A-A634-5081FDD8226B}"/>
              </a:ext>
            </a:extLst>
          </p:cNvPr>
          <p:cNvSpPr>
            <a:spLocks noGrp="1"/>
          </p:cNvSpPr>
          <p:nvPr/>
        </p:nvSpPr>
        <p:spPr>
          <a:xfrm>
            <a:off x="550408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6" name="A1_bar_GT_11662">
            <a:extLst>
              <a:ext uri="{FF2B5EF4-FFF2-40B4-BE49-F238E27FC236}">
                <a16:creationId xmlns:a16="http://schemas.microsoft.com/office/drawing/2014/main" id="{85A8E9B8-1A72-481B-89BC-F3137C659635}"/>
              </a:ext>
            </a:extLst>
          </p:cNvPr>
          <p:cNvSpPr>
            <a:spLocks noGrp="1"/>
          </p:cNvSpPr>
          <p:nvPr/>
        </p:nvSpPr>
        <p:spPr>
          <a:xfrm>
            <a:off x="5283922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7" name="A1_bar_GT_11663">
            <a:extLst>
              <a:ext uri="{FF2B5EF4-FFF2-40B4-BE49-F238E27FC236}">
                <a16:creationId xmlns:a16="http://schemas.microsoft.com/office/drawing/2014/main" id="{9F9A8AF7-CDE3-4DDA-B0A3-9F7BF067D9E3}"/>
              </a:ext>
            </a:extLst>
          </p:cNvPr>
          <p:cNvSpPr>
            <a:spLocks noGrp="1"/>
          </p:cNvSpPr>
          <p:nvPr/>
        </p:nvSpPr>
        <p:spPr>
          <a:xfrm>
            <a:off x="5409937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8" name="A1_bar_GT_11664">
            <a:extLst>
              <a:ext uri="{FF2B5EF4-FFF2-40B4-BE49-F238E27FC236}">
                <a16:creationId xmlns:a16="http://schemas.microsoft.com/office/drawing/2014/main" id="{087707AE-DD24-4967-B76D-030D274A4E32}"/>
              </a:ext>
            </a:extLst>
          </p:cNvPr>
          <p:cNvSpPr>
            <a:spLocks noGrp="1"/>
          </p:cNvSpPr>
          <p:nvPr/>
        </p:nvSpPr>
        <p:spPr>
          <a:xfrm>
            <a:off x="533204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9" name="A1_bar_GT_11665">
            <a:extLst>
              <a:ext uri="{FF2B5EF4-FFF2-40B4-BE49-F238E27FC236}">
                <a16:creationId xmlns:a16="http://schemas.microsoft.com/office/drawing/2014/main" id="{46D08384-789E-43F2-949D-6F68A9233DDD}"/>
              </a:ext>
            </a:extLst>
          </p:cNvPr>
          <p:cNvSpPr>
            <a:spLocks noGrp="1"/>
          </p:cNvSpPr>
          <p:nvPr/>
        </p:nvSpPr>
        <p:spPr>
          <a:xfrm>
            <a:off x="547956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0" name="A1_bar_GT_11666">
            <a:extLst>
              <a:ext uri="{FF2B5EF4-FFF2-40B4-BE49-F238E27FC236}">
                <a16:creationId xmlns:a16="http://schemas.microsoft.com/office/drawing/2014/main" id="{E769CC24-FE14-4BA5-954B-C8C7C2B0D541}"/>
              </a:ext>
            </a:extLst>
          </p:cNvPr>
          <p:cNvSpPr>
            <a:spLocks noGrp="1"/>
          </p:cNvSpPr>
          <p:nvPr/>
        </p:nvSpPr>
        <p:spPr>
          <a:xfrm>
            <a:off x="5439323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1" name="A1_bar_GT_11667">
            <a:extLst>
              <a:ext uri="{FF2B5EF4-FFF2-40B4-BE49-F238E27FC236}">
                <a16:creationId xmlns:a16="http://schemas.microsoft.com/office/drawing/2014/main" id="{C51CD885-B36F-4B8A-BDAE-C38BADFF3DD7}"/>
              </a:ext>
            </a:extLst>
          </p:cNvPr>
          <p:cNvSpPr>
            <a:spLocks noGrp="1"/>
          </p:cNvSpPr>
          <p:nvPr/>
        </p:nvSpPr>
        <p:spPr>
          <a:xfrm>
            <a:off x="5401876" y="42651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2" name="A1_bar_GT_11668">
            <a:extLst>
              <a:ext uri="{FF2B5EF4-FFF2-40B4-BE49-F238E27FC236}">
                <a16:creationId xmlns:a16="http://schemas.microsoft.com/office/drawing/2014/main" id="{96AF7825-6543-45AA-8B99-C1A18EFAA201}"/>
              </a:ext>
            </a:extLst>
          </p:cNvPr>
          <p:cNvSpPr>
            <a:spLocks noGrp="1"/>
          </p:cNvSpPr>
          <p:nvPr/>
        </p:nvSpPr>
        <p:spPr>
          <a:xfrm>
            <a:off x="5369111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3" name="A1_bar_GT_11669">
            <a:extLst>
              <a:ext uri="{FF2B5EF4-FFF2-40B4-BE49-F238E27FC236}">
                <a16:creationId xmlns:a16="http://schemas.microsoft.com/office/drawing/2014/main" id="{F7C81D8A-B7A4-4DF5-B840-87DEE4F20116}"/>
              </a:ext>
            </a:extLst>
          </p:cNvPr>
          <p:cNvSpPr>
            <a:spLocks noGrp="1"/>
          </p:cNvSpPr>
          <p:nvPr/>
        </p:nvSpPr>
        <p:spPr>
          <a:xfrm>
            <a:off x="550046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4" name="A1_bar_GT_11670">
            <a:extLst>
              <a:ext uri="{FF2B5EF4-FFF2-40B4-BE49-F238E27FC236}">
                <a16:creationId xmlns:a16="http://schemas.microsoft.com/office/drawing/2014/main" id="{9D19AD39-268F-4565-BD47-3216D5E78CB5}"/>
              </a:ext>
            </a:extLst>
          </p:cNvPr>
          <p:cNvSpPr>
            <a:spLocks noGrp="1"/>
          </p:cNvSpPr>
          <p:nvPr/>
        </p:nvSpPr>
        <p:spPr>
          <a:xfrm>
            <a:off x="5470901" y="49175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5" name="A1_bar_GT_11671">
            <a:extLst>
              <a:ext uri="{FF2B5EF4-FFF2-40B4-BE49-F238E27FC236}">
                <a16:creationId xmlns:a16="http://schemas.microsoft.com/office/drawing/2014/main" id="{BDFB5814-AE34-4154-B700-B4528376E42D}"/>
              </a:ext>
            </a:extLst>
          </p:cNvPr>
          <p:cNvSpPr>
            <a:spLocks noGrp="1"/>
          </p:cNvSpPr>
          <p:nvPr/>
        </p:nvSpPr>
        <p:spPr>
          <a:xfrm>
            <a:off x="5282658" y="4808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6" name="A1_bar_GT_11672">
            <a:extLst>
              <a:ext uri="{FF2B5EF4-FFF2-40B4-BE49-F238E27FC236}">
                <a16:creationId xmlns:a16="http://schemas.microsoft.com/office/drawing/2014/main" id="{FCD4F2ED-476F-4A23-BF99-11663A5A14E2}"/>
              </a:ext>
            </a:extLst>
          </p:cNvPr>
          <p:cNvSpPr>
            <a:spLocks noGrp="1"/>
          </p:cNvSpPr>
          <p:nvPr/>
        </p:nvSpPr>
        <p:spPr>
          <a:xfrm>
            <a:off x="54742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7" name="A1_bar_GT_11673">
            <a:extLst>
              <a:ext uri="{FF2B5EF4-FFF2-40B4-BE49-F238E27FC236}">
                <a16:creationId xmlns:a16="http://schemas.microsoft.com/office/drawing/2014/main" id="{DEF92BB9-479E-4729-B07E-2DB3477E60E3}"/>
              </a:ext>
            </a:extLst>
          </p:cNvPr>
          <p:cNvSpPr>
            <a:spLocks noGrp="1"/>
          </p:cNvSpPr>
          <p:nvPr/>
        </p:nvSpPr>
        <p:spPr>
          <a:xfrm>
            <a:off x="537786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8" name="A1_bar_GT_11674">
            <a:extLst>
              <a:ext uri="{FF2B5EF4-FFF2-40B4-BE49-F238E27FC236}">
                <a16:creationId xmlns:a16="http://schemas.microsoft.com/office/drawing/2014/main" id="{60FA799E-1FDE-4E23-88D8-EC673B4D5F3E}"/>
              </a:ext>
            </a:extLst>
          </p:cNvPr>
          <p:cNvSpPr>
            <a:spLocks noGrp="1"/>
          </p:cNvSpPr>
          <p:nvPr/>
        </p:nvSpPr>
        <p:spPr>
          <a:xfrm>
            <a:off x="546131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9" name="A1_bar_GT_11675">
            <a:extLst>
              <a:ext uri="{FF2B5EF4-FFF2-40B4-BE49-F238E27FC236}">
                <a16:creationId xmlns:a16="http://schemas.microsoft.com/office/drawing/2014/main" id="{DB2D6EE7-7575-4246-A1FB-E6DD4A8476FB}"/>
              </a:ext>
            </a:extLst>
          </p:cNvPr>
          <p:cNvSpPr>
            <a:spLocks noGrp="1"/>
          </p:cNvSpPr>
          <p:nvPr/>
        </p:nvSpPr>
        <p:spPr>
          <a:xfrm>
            <a:off x="552053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0" name="A1_bar_GT_11676">
            <a:extLst>
              <a:ext uri="{FF2B5EF4-FFF2-40B4-BE49-F238E27FC236}">
                <a16:creationId xmlns:a16="http://schemas.microsoft.com/office/drawing/2014/main" id="{7E819224-8D50-4FEA-929F-BA793EB83232}"/>
              </a:ext>
            </a:extLst>
          </p:cNvPr>
          <p:cNvSpPr>
            <a:spLocks noGrp="1"/>
          </p:cNvSpPr>
          <p:nvPr/>
        </p:nvSpPr>
        <p:spPr>
          <a:xfrm>
            <a:off x="5293835" y="445424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1" name="A1_bar_GT_11677">
            <a:extLst>
              <a:ext uri="{FF2B5EF4-FFF2-40B4-BE49-F238E27FC236}">
                <a16:creationId xmlns:a16="http://schemas.microsoft.com/office/drawing/2014/main" id="{F37BA0E6-4DD6-4C5B-BEF5-856DA00DAEC2}"/>
              </a:ext>
            </a:extLst>
          </p:cNvPr>
          <p:cNvSpPr>
            <a:spLocks noGrp="1"/>
          </p:cNvSpPr>
          <p:nvPr/>
        </p:nvSpPr>
        <p:spPr>
          <a:xfrm>
            <a:off x="54770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2" name="A1_bar_GT_11678">
            <a:extLst>
              <a:ext uri="{FF2B5EF4-FFF2-40B4-BE49-F238E27FC236}">
                <a16:creationId xmlns:a16="http://schemas.microsoft.com/office/drawing/2014/main" id="{B9BA8C47-AFF5-4CE9-9EDA-A47A27A94B0E}"/>
              </a:ext>
            </a:extLst>
          </p:cNvPr>
          <p:cNvSpPr>
            <a:spLocks noGrp="1"/>
          </p:cNvSpPr>
          <p:nvPr/>
        </p:nvSpPr>
        <p:spPr>
          <a:xfrm>
            <a:off x="5451925" y="53995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3" name="A1_bar_GT_11679">
            <a:extLst>
              <a:ext uri="{FF2B5EF4-FFF2-40B4-BE49-F238E27FC236}">
                <a16:creationId xmlns:a16="http://schemas.microsoft.com/office/drawing/2014/main" id="{2AC0B66D-4E30-4C3F-BF08-7D80614EAA2B}"/>
              </a:ext>
            </a:extLst>
          </p:cNvPr>
          <p:cNvSpPr>
            <a:spLocks noGrp="1"/>
          </p:cNvSpPr>
          <p:nvPr/>
        </p:nvSpPr>
        <p:spPr>
          <a:xfrm>
            <a:off x="54809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4" name="A1_bar_GT_11680">
            <a:extLst>
              <a:ext uri="{FF2B5EF4-FFF2-40B4-BE49-F238E27FC236}">
                <a16:creationId xmlns:a16="http://schemas.microsoft.com/office/drawing/2014/main" id="{5EF407D9-ED3D-4360-94F0-A753BB419C82}"/>
              </a:ext>
            </a:extLst>
          </p:cNvPr>
          <p:cNvSpPr>
            <a:spLocks noGrp="1"/>
          </p:cNvSpPr>
          <p:nvPr/>
        </p:nvSpPr>
        <p:spPr>
          <a:xfrm>
            <a:off x="536139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5" name="A1_bar_GT_11681">
            <a:extLst>
              <a:ext uri="{FF2B5EF4-FFF2-40B4-BE49-F238E27FC236}">
                <a16:creationId xmlns:a16="http://schemas.microsoft.com/office/drawing/2014/main" id="{C23FF169-C144-46E7-A5CC-07F9B7BD2642}"/>
              </a:ext>
            </a:extLst>
          </p:cNvPr>
          <p:cNvSpPr>
            <a:spLocks noGrp="1"/>
          </p:cNvSpPr>
          <p:nvPr/>
        </p:nvSpPr>
        <p:spPr>
          <a:xfrm>
            <a:off x="544300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6" name="A1_bar_GT_11682">
            <a:extLst>
              <a:ext uri="{FF2B5EF4-FFF2-40B4-BE49-F238E27FC236}">
                <a16:creationId xmlns:a16="http://schemas.microsoft.com/office/drawing/2014/main" id="{FE981167-16BB-4630-8742-A803CB3DD6E0}"/>
              </a:ext>
            </a:extLst>
          </p:cNvPr>
          <p:cNvSpPr>
            <a:spLocks noGrp="1"/>
          </p:cNvSpPr>
          <p:nvPr/>
        </p:nvSpPr>
        <p:spPr>
          <a:xfrm>
            <a:off x="54690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7" name="A1_bar_GT_11683">
            <a:extLst>
              <a:ext uri="{FF2B5EF4-FFF2-40B4-BE49-F238E27FC236}">
                <a16:creationId xmlns:a16="http://schemas.microsoft.com/office/drawing/2014/main" id="{FCBCC4EF-A904-429F-A868-BB6A257B2B62}"/>
              </a:ext>
            </a:extLst>
          </p:cNvPr>
          <p:cNvSpPr>
            <a:spLocks noGrp="1"/>
          </p:cNvSpPr>
          <p:nvPr/>
        </p:nvSpPr>
        <p:spPr>
          <a:xfrm>
            <a:off x="548715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8" name="A1_bar_GT_11684">
            <a:extLst>
              <a:ext uri="{FF2B5EF4-FFF2-40B4-BE49-F238E27FC236}">
                <a16:creationId xmlns:a16="http://schemas.microsoft.com/office/drawing/2014/main" id="{79EF285F-C12A-4FFF-A302-0461DB1D718C}"/>
              </a:ext>
            </a:extLst>
          </p:cNvPr>
          <p:cNvSpPr>
            <a:spLocks noGrp="1"/>
          </p:cNvSpPr>
          <p:nvPr/>
        </p:nvSpPr>
        <p:spPr>
          <a:xfrm>
            <a:off x="53252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9" name="A1_bar_GT_11685">
            <a:extLst>
              <a:ext uri="{FF2B5EF4-FFF2-40B4-BE49-F238E27FC236}">
                <a16:creationId xmlns:a16="http://schemas.microsoft.com/office/drawing/2014/main" id="{E4C80B09-6497-48E4-A7DC-CD0490E026C3}"/>
              </a:ext>
            </a:extLst>
          </p:cNvPr>
          <p:cNvSpPr>
            <a:spLocks noGrp="1"/>
          </p:cNvSpPr>
          <p:nvPr/>
        </p:nvSpPr>
        <p:spPr>
          <a:xfrm>
            <a:off x="539440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0" name="A1_bar_GT_11686">
            <a:extLst>
              <a:ext uri="{FF2B5EF4-FFF2-40B4-BE49-F238E27FC236}">
                <a16:creationId xmlns:a16="http://schemas.microsoft.com/office/drawing/2014/main" id="{B1A0E3FD-3EB2-4655-BB26-C936FA3313A4}"/>
              </a:ext>
            </a:extLst>
          </p:cNvPr>
          <p:cNvSpPr>
            <a:spLocks noGrp="1"/>
          </p:cNvSpPr>
          <p:nvPr/>
        </p:nvSpPr>
        <p:spPr>
          <a:xfrm>
            <a:off x="531513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1" name="A1_bar_GT_11687">
            <a:extLst>
              <a:ext uri="{FF2B5EF4-FFF2-40B4-BE49-F238E27FC236}">
                <a16:creationId xmlns:a16="http://schemas.microsoft.com/office/drawing/2014/main" id="{CC216822-3BD3-4BB8-A05A-88486A9D4B3C}"/>
              </a:ext>
            </a:extLst>
          </p:cNvPr>
          <p:cNvSpPr>
            <a:spLocks noGrp="1"/>
          </p:cNvSpPr>
          <p:nvPr/>
        </p:nvSpPr>
        <p:spPr>
          <a:xfrm>
            <a:off x="531941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2" name="A1_bar_GT_11688">
            <a:extLst>
              <a:ext uri="{FF2B5EF4-FFF2-40B4-BE49-F238E27FC236}">
                <a16:creationId xmlns:a16="http://schemas.microsoft.com/office/drawing/2014/main" id="{79F846A0-2765-43E3-9D31-E749CDBB8FD2}"/>
              </a:ext>
            </a:extLst>
          </p:cNvPr>
          <p:cNvSpPr>
            <a:spLocks noGrp="1"/>
          </p:cNvSpPr>
          <p:nvPr/>
        </p:nvSpPr>
        <p:spPr>
          <a:xfrm>
            <a:off x="54313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3" name="A1_bar_GT_11689">
            <a:extLst>
              <a:ext uri="{FF2B5EF4-FFF2-40B4-BE49-F238E27FC236}">
                <a16:creationId xmlns:a16="http://schemas.microsoft.com/office/drawing/2014/main" id="{970D0B2D-B398-4C28-8502-DE0068C1D3A8}"/>
              </a:ext>
            </a:extLst>
          </p:cNvPr>
          <p:cNvSpPr>
            <a:spLocks noGrp="1"/>
          </p:cNvSpPr>
          <p:nvPr/>
        </p:nvSpPr>
        <p:spPr>
          <a:xfrm>
            <a:off x="5513878" y="3792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4" name="A1_bar_GT_11690">
            <a:extLst>
              <a:ext uri="{FF2B5EF4-FFF2-40B4-BE49-F238E27FC236}">
                <a16:creationId xmlns:a16="http://schemas.microsoft.com/office/drawing/2014/main" id="{4B27843E-6376-4FAB-A017-10C5CDFADEE8}"/>
              </a:ext>
            </a:extLst>
          </p:cNvPr>
          <p:cNvSpPr>
            <a:spLocks noGrp="1"/>
          </p:cNvSpPr>
          <p:nvPr/>
        </p:nvSpPr>
        <p:spPr>
          <a:xfrm>
            <a:off x="537057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5" name="A1_bar_GT_11691">
            <a:extLst>
              <a:ext uri="{FF2B5EF4-FFF2-40B4-BE49-F238E27FC236}">
                <a16:creationId xmlns:a16="http://schemas.microsoft.com/office/drawing/2014/main" id="{B499CFED-F399-43BF-AB7F-25E8B79057C0}"/>
              </a:ext>
            </a:extLst>
          </p:cNvPr>
          <p:cNvSpPr>
            <a:spLocks noGrp="1"/>
          </p:cNvSpPr>
          <p:nvPr/>
        </p:nvSpPr>
        <p:spPr>
          <a:xfrm>
            <a:off x="5410152" y="509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6" name="A1_bar_GT_11692">
            <a:extLst>
              <a:ext uri="{FF2B5EF4-FFF2-40B4-BE49-F238E27FC236}">
                <a16:creationId xmlns:a16="http://schemas.microsoft.com/office/drawing/2014/main" id="{ABF20654-ECD0-4CAB-AF09-7238A2294B28}"/>
              </a:ext>
            </a:extLst>
          </p:cNvPr>
          <p:cNvSpPr>
            <a:spLocks noGrp="1"/>
          </p:cNvSpPr>
          <p:nvPr/>
        </p:nvSpPr>
        <p:spPr>
          <a:xfrm>
            <a:off x="536989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7" name="A1_bar_GT_11693">
            <a:extLst>
              <a:ext uri="{FF2B5EF4-FFF2-40B4-BE49-F238E27FC236}">
                <a16:creationId xmlns:a16="http://schemas.microsoft.com/office/drawing/2014/main" id="{5273D5E7-54E4-402A-BC04-2E5FEEB90E87}"/>
              </a:ext>
            </a:extLst>
          </p:cNvPr>
          <p:cNvSpPr>
            <a:spLocks noGrp="1"/>
          </p:cNvSpPr>
          <p:nvPr/>
        </p:nvSpPr>
        <p:spPr>
          <a:xfrm>
            <a:off x="5309224" y="55339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8" name="A1_bar_GT_11694">
            <a:extLst>
              <a:ext uri="{FF2B5EF4-FFF2-40B4-BE49-F238E27FC236}">
                <a16:creationId xmlns:a16="http://schemas.microsoft.com/office/drawing/2014/main" id="{EB50EC61-A5FE-4CD2-B19E-3DF87A6A73A3}"/>
              </a:ext>
            </a:extLst>
          </p:cNvPr>
          <p:cNvSpPr>
            <a:spLocks noGrp="1"/>
          </p:cNvSpPr>
          <p:nvPr/>
        </p:nvSpPr>
        <p:spPr>
          <a:xfrm>
            <a:off x="5493119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9" name="A1_bar_GT_11695">
            <a:extLst>
              <a:ext uri="{FF2B5EF4-FFF2-40B4-BE49-F238E27FC236}">
                <a16:creationId xmlns:a16="http://schemas.microsoft.com/office/drawing/2014/main" id="{57F591F1-858C-480A-9BDD-B52BE59F0E9E}"/>
              </a:ext>
            </a:extLst>
          </p:cNvPr>
          <p:cNvSpPr>
            <a:spLocks noGrp="1"/>
          </p:cNvSpPr>
          <p:nvPr/>
        </p:nvSpPr>
        <p:spPr>
          <a:xfrm>
            <a:off x="550015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0" name="A1_bar_GT_11696">
            <a:extLst>
              <a:ext uri="{FF2B5EF4-FFF2-40B4-BE49-F238E27FC236}">
                <a16:creationId xmlns:a16="http://schemas.microsoft.com/office/drawing/2014/main" id="{D74646DC-572A-4164-9CE4-E2FC5BD02379}"/>
              </a:ext>
            </a:extLst>
          </p:cNvPr>
          <p:cNvSpPr>
            <a:spLocks noGrp="1"/>
          </p:cNvSpPr>
          <p:nvPr/>
        </p:nvSpPr>
        <p:spPr>
          <a:xfrm>
            <a:off x="54185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1" name="A1_bar_GT_11697">
            <a:extLst>
              <a:ext uri="{FF2B5EF4-FFF2-40B4-BE49-F238E27FC236}">
                <a16:creationId xmlns:a16="http://schemas.microsoft.com/office/drawing/2014/main" id="{31A7D863-2E72-4253-B52D-BBCB3BE7CDF5}"/>
              </a:ext>
            </a:extLst>
          </p:cNvPr>
          <p:cNvSpPr>
            <a:spLocks noGrp="1"/>
          </p:cNvSpPr>
          <p:nvPr/>
        </p:nvSpPr>
        <p:spPr>
          <a:xfrm>
            <a:off x="5412760" y="603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2" name="A1_bar_GT_11698">
            <a:extLst>
              <a:ext uri="{FF2B5EF4-FFF2-40B4-BE49-F238E27FC236}">
                <a16:creationId xmlns:a16="http://schemas.microsoft.com/office/drawing/2014/main" id="{B30E1242-AEE3-4F59-B28B-56E29B0F1A96}"/>
              </a:ext>
            </a:extLst>
          </p:cNvPr>
          <p:cNvSpPr>
            <a:spLocks noGrp="1"/>
          </p:cNvSpPr>
          <p:nvPr/>
        </p:nvSpPr>
        <p:spPr>
          <a:xfrm>
            <a:off x="54222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3" name="A1_bar_GT_11699">
            <a:extLst>
              <a:ext uri="{FF2B5EF4-FFF2-40B4-BE49-F238E27FC236}">
                <a16:creationId xmlns:a16="http://schemas.microsoft.com/office/drawing/2014/main" id="{FFF61A9E-F9BE-4D9B-B026-9A68ACE50BC4}"/>
              </a:ext>
            </a:extLst>
          </p:cNvPr>
          <p:cNvSpPr>
            <a:spLocks noGrp="1"/>
          </p:cNvSpPr>
          <p:nvPr/>
        </p:nvSpPr>
        <p:spPr>
          <a:xfrm>
            <a:off x="5348501" y="520742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4" name="A1_bar_GT_11700">
            <a:extLst>
              <a:ext uri="{FF2B5EF4-FFF2-40B4-BE49-F238E27FC236}">
                <a16:creationId xmlns:a16="http://schemas.microsoft.com/office/drawing/2014/main" id="{12675506-BD6B-4178-8DA5-197AC2CE84A0}"/>
              </a:ext>
            </a:extLst>
          </p:cNvPr>
          <p:cNvSpPr>
            <a:spLocks noGrp="1"/>
          </p:cNvSpPr>
          <p:nvPr/>
        </p:nvSpPr>
        <p:spPr>
          <a:xfrm>
            <a:off x="5521419" y="60189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5" name="A1_bar_GT_11701">
            <a:extLst>
              <a:ext uri="{FF2B5EF4-FFF2-40B4-BE49-F238E27FC236}">
                <a16:creationId xmlns:a16="http://schemas.microsoft.com/office/drawing/2014/main" id="{090BDADC-5009-440E-A176-D5848F7DDC79}"/>
              </a:ext>
            </a:extLst>
          </p:cNvPr>
          <p:cNvSpPr>
            <a:spLocks noGrp="1"/>
          </p:cNvSpPr>
          <p:nvPr/>
        </p:nvSpPr>
        <p:spPr>
          <a:xfrm>
            <a:off x="5287603" y="40008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6" name="A1_bar_GT_11702">
            <a:extLst>
              <a:ext uri="{FF2B5EF4-FFF2-40B4-BE49-F238E27FC236}">
                <a16:creationId xmlns:a16="http://schemas.microsoft.com/office/drawing/2014/main" id="{1B2510DF-3262-44EC-B61D-6E81B8FBDAE1}"/>
              </a:ext>
            </a:extLst>
          </p:cNvPr>
          <p:cNvSpPr>
            <a:spLocks noGrp="1"/>
          </p:cNvSpPr>
          <p:nvPr/>
        </p:nvSpPr>
        <p:spPr>
          <a:xfrm>
            <a:off x="53377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7" name="A1_bar_GT_11703">
            <a:extLst>
              <a:ext uri="{FF2B5EF4-FFF2-40B4-BE49-F238E27FC236}">
                <a16:creationId xmlns:a16="http://schemas.microsoft.com/office/drawing/2014/main" id="{EE97E03E-11B6-4DDE-83DB-50EF9DE63E99}"/>
              </a:ext>
            </a:extLst>
          </p:cNvPr>
          <p:cNvSpPr>
            <a:spLocks noGrp="1"/>
          </p:cNvSpPr>
          <p:nvPr/>
        </p:nvSpPr>
        <p:spPr>
          <a:xfrm>
            <a:off x="5384600" y="29706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8" name="A1_bar_GT_11704">
            <a:extLst>
              <a:ext uri="{FF2B5EF4-FFF2-40B4-BE49-F238E27FC236}">
                <a16:creationId xmlns:a16="http://schemas.microsoft.com/office/drawing/2014/main" id="{60236406-D29E-4135-8AC4-68C7F814A05D}"/>
              </a:ext>
            </a:extLst>
          </p:cNvPr>
          <p:cNvSpPr>
            <a:spLocks noGrp="1"/>
          </p:cNvSpPr>
          <p:nvPr/>
        </p:nvSpPr>
        <p:spPr>
          <a:xfrm>
            <a:off x="531907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9" name="A1_bar_GT_11705">
            <a:extLst>
              <a:ext uri="{FF2B5EF4-FFF2-40B4-BE49-F238E27FC236}">
                <a16:creationId xmlns:a16="http://schemas.microsoft.com/office/drawing/2014/main" id="{1907FC53-D8A2-4E48-908E-9DEF8C33B8B6}"/>
              </a:ext>
            </a:extLst>
          </p:cNvPr>
          <p:cNvSpPr>
            <a:spLocks noGrp="1"/>
          </p:cNvSpPr>
          <p:nvPr/>
        </p:nvSpPr>
        <p:spPr>
          <a:xfrm>
            <a:off x="5521503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0" name="A1_bar_GT_11706">
            <a:extLst>
              <a:ext uri="{FF2B5EF4-FFF2-40B4-BE49-F238E27FC236}">
                <a16:creationId xmlns:a16="http://schemas.microsoft.com/office/drawing/2014/main" id="{99ACDA08-56F8-46B6-A4BA-A572D1E8DC53}"/>
              </a:ext>
            </a:extLst>
          </p:cNvPr>
          <p:cNvSpPr>
            <a:spLocks noGrp="1"/>
          </p:cNvSpPr>
          <p:nvPr/>
        </p:nvSpPr>
        <p:spPr>
          <a:xfrm>
            <a:off x="54909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1" name="A1_bar_GT_11707">
            <a:extLst>
              <a:ext uri="{FF2B5EF4-FFF2-40B4-BE49-F238E27FC236}">
                <a16:creationId xmlns:a16="http://schemas.microsoft.com/office/drawing/2014/main" id="{77E6C0E5-B35A-4C94-923C-B993F0C995B2}"/>
              </a:ext>
            </a:extLst>
          </p:cNvPr>
          <p:cNvSpPr>
            <a:spLocks noGrp="1"/>
          </p:cNvSpPr>
          <p:nvPr/>
        </p:nvSpPr>
        <p:spPr>
          <a:xfrm>
            <a:off x="528815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2" name="A1_bar_GT_11708">
            <a:extLst>
              <a:ext uri="{FF2B5EF4-FFF2-40B4-BE49-F238E27FC236}">
                <a16:creationId xmlns:a16="http://schemas.microsoft.com/office/drawing/2014/main" id="{B63D8764-BD2D-4431-81E4-39D1A72BD46E}"/>
              </a:ext>
            </a:extLst>
          </p:cNvPr>
          <p:cNvSpPr>
            <a:spLocks noGrp="1"/>
          </p:cNvSpPr>
          <p:nvPr/>
        </p:nvSpPr>
        <p:spPr>
          <a:xfrm>
            <a:off x="5347944" y="4167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3" name="A1_bar_GT_11709">
            <a:extLst>
              <a:ext uri="{FF2B5EF4-FFF2-40B4-BE49-F238E27FC236}">
                <a16:creationId xmlns:a16="http://schemas.microsoft.com/office/drawing/2014/main" id="{41339E26-8C7A-4068-B3E9-4F00FC7012C5}"/>
              </a:ext>
            </a:extLst>
          </p:cNvPr>
          <p:cNvSpPr>
            <a:spLocks noGrp="1"/>
          </p:cNvSpPr>
          <p:nvPr/>
        </p:nvSpPr>
        <p:spPr>
          <a:xfrm>
            <a:off x="5304295" y="54771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4" name="A1_bar_GT_11710">
            <a:extLst>
              <a:ext uri="{FF2B5EF4-FFF2-40B4-BE49-F238E27FC236}">
                <a16:creationId xmlns:a16="http://schemas.microsoft.com/office/drawing/2014/main" id="{0E939365-8496-404C-89C0-28CE6B472283}"/>
              </a:ext>
            </a:extLst>
          </p:cNvPr>
          <p:cNvSpPr>
            <a:spLocks noGrp="1"/>
          </p:cNvSpPr>
          <p:nvPr/>
        </p:nvSpPr>
        <p:spPr>
          <a:xfrm>
            <a:off x="5443461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5" name="A1_bar_GT_11711">
            <a:extLst>
              <a:ext uri="{FF2B5EF4-FFF2-40B4-BE49-F238E27FC236}">
                <a16:creationId xmlns:a16="http://schemas.microsoft.com/office/drawing/2014/main" id="{217ECDB4-522A-4498-ACA3-C2301BA2F789}"/>
              </a:ext>
            </a:extLst>
          </p:cNvPr>
          <p:cNvSpPr>
            <a:spLocks noGrp="1"/>
          </p:cNvSpPr>
          <p:nvPr/>
        </p:nvSpPr>
        <p:spPr>
          <a:xfrm>
            <a:off x="54509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6" name="A1_bar_GT_11712">
            <a:extLst>
              <a:ext uri="{FF2B5EF4-FFF2-40B4-BE49-F238E27FC236}">
                <a16:creationId xmlns:a16="http://schemas.microsoft.com/office/drawing/2014/main" id="{99813512-41DA-4BD2-B83B-C7CEE38E83D1}"/>
              </a:ext>
            </a:extLst>
          </p:cNvPr>
          <p:cNvSpPr>
            <a:spLocks noGrp="1"/>
          </p:cNvSpPr>
          <p:nvPr/>
        </p:nvSpPr>
        <p:spPr>
          <a:xfrm>
            <a:off x="546253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7" name="A1_bar_GT_11713">
            <a:extLst>
              <a:ext uri="{FF2B5EF4-FFF2-40B4-BE49-F238E27FC236}">
                <a16:creationId xmlns:a16="http://schemas.microsoft.com/office/drawing/2014/main" id="{65135C34-5794-46E2-B43E-1B98617A8F1A}"/>
              </a:ext>
            </a:extLst>
          </p:cNvPr>
          <p:cNvSpPr>
            <a:spLocks noGrp="1"/>
          </p:cNvSpPr>
          <p:nvPr/>
        </p:nvSpPr>
        <p:spPr>
          <a:xfrm>
            <a:off x="5404593" y="48155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8" name="A1_bar_GT_11714">
            <a:extLst>
              <a:ext uri="{FF2B5EF4-FFF2-40B4-BE49-F238E27FC236}">
                <a16:creationId xmlns:a16="http://schemas.microsoft.com/office/drawing/2014/main" id="{E7F6E1F2-A38E-4487-82BD-0F862B2E3F14}"/>
              </a:ext>
            </a:extLst>
          </p:cNvPr>
          <p:cNvSpPr>
            <a:spLocks noGrp="1"/>
          </p:cNvSpPr>
          <p:nvPr/>
        </p:nvSpPr>
        <p:spPr>
          <a:xfrm>
            <a:off x="5403368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9" name="A1_bar_GT_11715">
            <a:extLst>
              <a:ext uri="{FF2B5EF4-FFF2-40B4-BE49-F238E27FC236}">
                <a16:creationId xmlns:a16="http://schemas.microsoft.com/office/drawing/2014/main" id="{00544EFE-D8AA-41A3-A304-201DF935A27A}"/>
              </a:ext>
            </a:extLst>
          </p:cNvPr>
          <p:cNvSpPr>
            <a:spLocks noGrp="1"/>
          </p:cNvSpPr>
          <p:nvPr/>
        </p:nvSpPr>
        <p:spPr>
          <a:xfrm>
            <a:off x="545688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0" name="A1_bar_GT_11716">
            <a:extLst>
              <a:ext uri="{FF2B5EF4-FFF2-40B4-BE49-F238E27FC236}">
                <a16:creationId xmlns:a16="http://schemas.microsoft.com/office/drawing/2014/main" id="{0F3A0EFE-FE72-4B3A-AB66-AB57DB86BAD7}"/>
              </a:ext>
            </a:extLst>
          </p:cNvPr>
          <p:cNvSpPr>
            <a:spLocks noGrp="1"/>
          </p:cNvSpPr>
          <p:nvPr/>
        </p:nvSpPr>
        <p:spPr>
          <a:xfrm>
            <a:off x="5466777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1" name="A1_bar_GT_11717">
            <a:extLst>
              <a:ext uri="{FF2B5EF4-FFF2-40B4-BE49-F238E27FC236}">
                <a16:creationId xmlns:a16="http://schemas.microsoft.com/office/drawing/2014/main" id="{2FACFEEC-62FC-49C1-817D-9FD5DA8CAA28}"/>
              </a:ext>
            </a:extLst>
          </p:cNvPr>
          <p:cNvSpPr>
            <a:spLocks noGrp="1"/>
          </p:cNvSpPr>
          <p:nvPr/>
        </p:nvSpPr>
        <p:spPr>
          <a:xfrm>
            <a:off x="54898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2" name="A1_bar_GT_11718">
            <a:extLst>
              <a:ext uri="{FF2B5EF4-FFF2-40B4-BE49-F238E27FC236}">
                <a16:creationId xmlns:a16="http://schemas.microsoft.com/office/drawing/2014/main" id="{5D8E6AF8-DFE0-4B42-B296-B926C00638A4}"/>
              </a:ext>
            </a:extLst>
          </p:cNvPr>
          <p:cNvSpPr>
            <a:spLocks noGrp="1"/>
          </p:cNvSpPr>
          <p:nvPr/>
        </p:nvSpPr>
        <p:spPr>
          <a:xfrm>
            <a:off x="53956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3" name="A1_bar_GT_11719">
            <a:extLst>
              <a:ext uri="{FF2B5EF4-FFF2-40B4-BE49-F238E27FC236}">
                <a16:creationId xmlns:a16="http://schemas.microsoft.com/office/drawing/2014/main" id="{0C979E9C-204F-43A2-9315-BF2E0F14B6AC}"/>
              </a:ext>
            </a:extLst>
          </p:cNvPr>
          <p:cNvSpPr>
            <a:spLocks noGrp="1"/>
          </p:cNvSpPr>
          <p:nvPr/>
        </p:nvSpPr>
        <p:spPr>
          <a:xfrm>
            <a:off x="528350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4" name="A1_bar_GT_11720">
            <a:extLst>
              <a:ext uri="{FF2B5EF4-FFF2-40B4-BE49-F238E27FC236}">
                <a16:creationId xmlns:a16="http://schemas.microsoft.com/office/drawing/2014/main" id="{F8CD2306-F4CB-4E7C-A78D-9A688BF762C8}"/>
              </a:ext>
            </a:extLst>
          </p:cNvPr>
          <p:cNvSpPr>
            <a:spLocks noGrp="1"/>
          </p:cNvSpPr>
          <p:nvPr/>
        </p:nvSpPr>
        <p:spPr>
          <a:xfrm>
            <a:off x="5420910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5" name="A1_bar_GT_11721">
            <a:extLst>
              <a:ext uri="{FF2B5EF4-FFF2-40B4-BE49-F238E27FC236}">
                <a16:creationId xmlns:a16="http://schemas.microsoft.com/office/drawing/2014/main" id="{B1900108-946A-4084-95D2-F6DB94DDC33B}"/>
              </a:ext>
            </a:extLst>
          </p:cNvPr>
          <p:cNvSpPr>
            <a:spLocks noGrp="1"/>
          </p:cNvSpPr>
          <p:nvPr/>
        </p:nvSpPr>
        <p:spPr>
          <a:xfrm>
            <a:off x="5449124" y="53923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6" name="A1_bar_GT_11722">
            <a:extLst>
              <a:ext uri="{FF2B5EF4-FFF2-40B4-BE49-F238E27FC236}">
                <a16:creationId xmlns:a16="http://schemas.microsoft.com/office/drawing/2014/main" id="{9C261787-2AC0-47D3-8F7C-6A5482147C28}"/>
              </a:ext>
            </a:extLst>
          </p:cNvPr>
          <p:cNvSpPr>
            <a:spLocks noGrp="1"/>
          </p:cNvSpPr>
          <p:nvPr/>
        </p:nvSpPr>
        <p:spPr>
          <a:xfrm>
            <a:off x="547005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7" name="A1_bar_GT_11723">
            <a:extLst>
              <a:ext uri="{FF2B5EF4-FFF2-40B4-BE49-F238E27FC236}">
                <a16:creationId xmlns:a16="http://schemas.microsoft.com/office/drawing/2014/main" id="{9736F8D4-545C-4082-A208-3FCEAFD12010}"/>
              </a:ext>
            </a:extLst>
          </p:cNvPr>
          <p:cNvSpPr>
            <a:spLocks noGrp="1"/>
          </p:cNvSpPr>
          <p:nvPr/>
        </p:nvSpPr>
        <p:spPr>
          <a:xfrm>
            <a:off x="5450449" y="49197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8" name="A1_bar_GT_11724">
            <a:extLst>
              <a:ext uri="{FF2B5EF4-FFF2-40B4-BE49-F238E27FC236}">
                <a16:creationId xmlns:a16="http://schemas.microsoft.com/office/drawing/2014/main" id="{304C349C-C5D1-4ADF-B9DC-36E4E6FF9153}"/>
              </a:ext>
            </a:extLst>
          </p:cNvPr>
          <p:cNvSpPr>
            <a:spLocks noGrp="1"/>
          </p:cNvSpPr>
          <p:nvPr/>
        </p:nvSpPr>
        <p:spPr>
          <a:xfrm>
            <a:off x="5416086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9" name="A1_bar_GT_11725">
            <a:extLst>
              <a:ext uri="{FF2B5EF4-FFF2-40B4-BE49-F238E27FC236}">
                <a16:creationId xmlns:a16="http://schemas.microsoft.com/office/drawing/2014/main" id="{C0D229BA-B1E0-41E2-AF83-F4CF2F552395}"/>
              </a:ext>
            </a:extLst>
          </p:cNvPr>
          <p:cNvSpPr>
            <a:spLocks noGrp="1"/>
          </p:cNvSpPr>
          <p:nvPr/>
        </p:nvSpPr>
        <p:spPr>
          <a:xfrm>
            <a:off x="531626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0" name="A1_bar_GT_11726">
            <a:extLst>
              <a:ext uri="{FF2B5EF4-FFF2-40B4-BE49-F238E27FC236}">
                <a16:creationId xmlns:a16="http://schemas.microsoft.com/office/drawing/2014/main" id="{9E1EB66A-4FB9-46AC-B1EA-D8F461A472C7}"/>
              </a:ext>
            </a:extLst>
          </p:cNvPr>
          <p:cNvSpPr>
            <a:spLocks noGrp="1"/>
          </p:cNvSpPr>
          <p:nvPr/>
        </p:nvSpPr>
        <p:spPr>
          <a:xfrm>
            <a:off x="5407668" y="57366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1" name="A1_bar_GT_11727">
            <a:extLst>
              <a:ext uri="{FF2B5EF4-FFF2-40B4-BE49-F238E27FC236}">
                <a16:creationId xmlns:a16="http://schemas.microsoft.com/office/drawing/2014/main" id="{DA49E843-9E43-47FE-A77A-69FC6E690A75}"/>
              </a:ext>
            </a:extLst>
          </p:cNvPr>
          <p:cNvSpPr>
            <a:spLocks noGrp="1"/>
          </p:cNvSpPr>
          <p:nvPr/>
        </p:nvSpPr>
        <p:spPr>
          <a:xfrm>
            <a:off x="53498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2" name="A1_bar_GT_11728">
            <a:extLst>
              <a:ext uri="{FF2B5EF4-FFF2-40B4-BE49-F238E27FC236}">
                <a16:creationId xmlns:a16="http://schemas.microsoft.com/office/drawing/2014/main" id="{4355D36F-A933-4B6C-ABF9-95C2C4E60D49}"/>
              </a:ext>
            </a:extLst>
          </p:cNvPr>
          <p:cNvSpPr>
            <a:spLocks noGrp="1"/>
          </p:cNvSpPr>
          <p:nvPr/>
        </p:nvSpPr>
        <p:spPr>
          <a:xfrm>
            <a:off x="53912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3" name="A1_bar_GT_11729">
            <a:extLst>
              <a:ext uri="{FF2B5EF4-FFF2-40B4-BE49-F238E27FC236}">
                <a16:creationId xmlns:a16="http://schemas.microsoft.com/office/drawing/2014/main" id="{B26E2A56-0B71-42B1-9D56-9C3FD5AC64C7}"/>
              </a:ext>
            </a:extLst>
          </p:cNvPr>
          <p:cNvSpPr>
            <a:spLocks noGrp="1"/>
          </p:cNvSpPr>
          <p:nvPr/>
        </p:nvSpPr>
        <p:spPr>
          <a:xfrm>
            <a:off x="5294237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4" name="A1_bar_GT_11730">
            <a:extLst>
              <a:ext uri="{FF2B5EF4-FFF2-40B4-BE49-F238E27FC236}">
                <a16:creationId xmlns:a16="http://schemas.microsoft.com/office/drawing/2014/main" id="{6EF2D367-C48B-4BB4-856E-59C1673AB50D}"/>
              </a:ext>
            </a:extLst>
          </p:cNvPr>
          <p:cNvSpPr>
            <a:spLocks noGrp="1"/>
          </p:cNvSpPr>
          <p:nvPr/>
        </p:nvSpPr>
        <p:spPr>
          <a:xfrm>
            <a:off x="54327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5" name="A1_bar_GT_11731">
            <a:extLst>
              <a:ext uri="{FF2B5EF4-FFF2-40B4-BE49-F238E27FC236}">
                <a16:creationId xmlns:a16="http://schemas.microsoft.com/office/drawing/2014/main" id="{BA5AC3EE-86F0-403D-B129-8F73A2633C6B}"/>
              </a:ext>
            </a:extLst>
          </p:cNvPr>
          <p:cNvSpPr>
            <a:spLocks noGrp="1"/>
          </p:cNvSpPr>
          <p:nvPr/>
        </p:nvSpPr>
        <p:spPr>
          <a:xfrm>
            <a:off x="5314949" y="51380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6" name="A1_bar_GT_11732">
            <a:extLst>
              <a:ext uri="{FF2B5EF4-FFF2-40B4-BE49-F238E27FC236}">
                <a16:creationId xmlns:a16="http://schemas.microsoft.com/office/drawing/2014/main" id="{9BC63527-83C9-44D2-B0BB-8855D6CB3272}"/>
              </a:ext>
            </a:extLst>
          </p:cNvPr>
          <p:cNvSpPr>
            <a:spLocks noGrp="1"/>
          </p:cNvSpPr>
          <p:nvPr/>
        </p:nvSpPr>
        <p:spPr>
          <a:xfrm>
            <a:off x="53400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7" name="A1_bar_GT_11733">
            <a:extLst>
              <a:ext uri="{FF2B5EF4-FFF2-40B4-BE49-F238E27FC236}">
                <a16:creationId xmlns:a16="http://schemas.microsoft.com/office/drawing/2014/main" id="{1C7A473C-B96C-4509-89D1-2DCF0CE89ED2}"/>
              </a:ext>
            </a:extLst>
          </p:cNvPr>
          <p:cNvSpPr>
            <a:spLocks noGrp="1"/>
          </p:cNvSpPr>
          <p:nvPr/>
        </p:nvSpPr>
        <p:spPr>
          <a:xfrm>
            <a:off x="5496951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8" name="A1_bar_GT_11734">
            <a:extLst>
              <a:ext uri="{FF2B5EF4-FFF2-40B4-BE49-F238E27FC236}">
                <a16:creationId xmlns:a16="http://schemas.microsoft.com/office/drawing/2014/main" id="{95A5E75E-B44C-40C3-B724-92B05931DE0B}"/>
              </a:ext>
            </a:extLst>
          </p:cNvPr>
          <p:cNvSpPr>
            <a:spLocks noGrp="1"/>
          </p:cNvSpPr>
          <p:nvPr/>
        </p:nvSpPr>
        <p:spPr>
          <a:xfrm>
            <a:off x="708931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9" name="A1_bar_GT_11735">
            <a:extLst>
              <a:ext uri="{FF2B5EF4-FFF2-40B4-BE49-F238E27FC236}">
                <a16:creationId xmlns:a16="http://schemas.microsoft.com/office/drawing/2014/main" id="{D72B6A76-6678-474F-9090-198949FB6E8F}"/>
              </a:ext>
            </a:extLst>
          </p:cNvPr>
          <p:cNvSpPr>
            <a:spLocks noGrp="1"/>
          </p:cNvSpPr>
          <p:nvPr/>
        </p:nvSpPr>
        <p:spPr>
          <a:xfrm>
            <a:off x="69985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0" name="A1_bar_GT_11736">
            <a:extLst>
              <a:ext uri="{FF2B5EF4-FFF2-40B4-BE49-F238E27FC236}">
                <a16:creationId xmlns:a16="http://schemas.microsoft.com/office/drawing/2014/main" id="{BC074E36-D098-4D22-BB32-72438D3B6A26}"/>
              </a:ext>
            </a:extLst>
          </p:cNvPr>
          <p:cNvSpPr>
            <a:spLocks noGrp="1"/>
          </p:cNvSpPr>
          <p:nvPr/>
        </p:nvSpPr>
        <p:spPr>
          <a:xfrm>
            <a:off x="707024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1" name="A1_bar_GT_11737">
            <a:extLst>
              <a:ext uri="{FF2B5EF4-FFF2-40B4-BE49-F238E27FC236}">
                <a16:creationId xmlns:a16="http://schemas.microsoft.com/office/drawing/2014/main" id="{21AFDB0D-E480-4B2E-ACF9-1BE30B192892}"/>
              </a:ext>
            </a:extLst>
          </p:cNvPr>
          <p:cNvSpPr>
            <a:spLocks noGrp="1"/>
          </p:cNvSpPr>
          <p:nvPr/>
        </p:nvSpPr>
        <p:spPr>
          <a:xfrm>
            <a:off x="7101427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2" name="A1_bar_GT_11738">
            <a:extLst>
              <a:ext uri="{FF2B5EF4-FFF2-40B4-BE49-F238E27FC236}">
                <a16:creationId xmlns:a16="http://schemas.microsoft.com/office/drawing/2014/main" id="{C5FF022D-8033-423B-8265-8CF875ABCCF0}"/>
              </a:ext>
            </a:extLst>
          </p:cNvPr>
          <p:cNvSpPr>
            <a:spLocks noGrp="1"/>
          </p:cNvSpPr>
          <p:nvPr/>
        </p:nvSpPr>
        <p:spPr>
          <a:xfrm>
            <a:off x="7024286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3" name="A1_bar_GT_11739">
            <a:extLst>
              <a:ext uri="{FF2B5EF4-FFF2-40B4-BE49-F238E27FC236}">
                <a16:creationId xmlns:a16="http://schemas.microsoft.com/office/drawing/2014/main" id="{0E6C21A0-F2C0-4272-B6AE-07B8452AB30D}"/>
              </a:ext>
            </a:extLst>
          </p:cNvPr>
          <p:cNvSpPr>
            <a:spLocks noGrp="1"/>
          </p:cNvSpPr>
          <p:nvPr/>
        </p:nvSpPr>
        <p:spPr>
          <a:xfrm>
            <a:off x="69192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4" name="A1_bar_GT_11740">
            <a:extLst>
              <a:ext uri="{FF2B5EF4-FFF2-40B4-BE49-F238E27FC236}">
                <a16:creationId xmlns:a16="http://schemas.microsoft.com/office/drawing/2014/main" id="{9864709C-5FBB-49C1-952C-633FDC283151}"/>
              </a:ext>
            </a:extLst>
          </p:cNvPr>
          <p:cNvSpPr>
            <a:spLocks noGrp="1"/>
          </p:cNvSpPr>
          <p:nvPr/>
        </p:nvSpPr>
        <p:spPr>
          <a:xfrm>
            <a:off x="689104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5" name="A1_bar_GT_11741">
            <a:extLst>
              <a:ext uri="{FF2B5EF4-FFF2-40B4-BE49-F238E27FC236}">
                <a16:creationId xmlns:a16="http://schemas.microsoft.com/office/drawing/2014/main" id="{7DE4307D-6508-4ADC-B7DF-2177C27A58F4}"/>
              </a:ext>
            </a:extLst>
          </p:cNvPr>
          <p:cNvSpPr>
            <a:spLocks noGrp="1"/>
          </p:cNvSpPr>
          <p:nvPr/>
        </p:nvSpPr>
        <p:spPr>
          <a:xfrm>
            <a:off x="706753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6" name="A1_bar_GT_11742">
            <a:extLst>
              <a:ext uri="{FF2B5EF4-FFF2-40B4-BE49-F238E27FC236}">
                <a16:creationId xmlns:a16="http://schemas.microsoft.com/office/drawing/2014/main" id="{FBB62534-C2D1-48F7-93A7-FD09270206FA}"/>
              </a:ext>
            </a:extLst>
          </p:cNvPr>
          <p:cNvSpPr>
            <a:spLocks noGrp="1"/>
          </p:cNvSpPr>
          <p:nvPr/>
        </p:nvSpPr>
        <p:spPr>
          <a:xfrm>
            <a:off x="6981134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7" name="A1_bar_GT_11743">
            <a:extLst>
              <a:ext uri="{FF2B5EF4-FFF2-40B4-BE49-F238E27FC236}">
                <a16:creationId xmlns:a16="http://schemas.microsoft.com/office/drawing/2014/main" id="{0F2D239F-8410-4486-9613-B790A0A11BE3}"/>
              </a:ext>
            </a:extLst>
          </p:cNvPr>
          <p:cNvSpPr>
            <a:spLocks noGrp="1"/>
          </p:cNvSpPr>
          <p:nvPr/>
        </p:nvSpPr>
        <p:spPr>
          <a:xfrm>
            <a:off x="704622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8" name="A1_bar_GT_11744">
            <a:extLst>
              <a:ext uri="{FF2B5EF4-FFF2-40B4-BE49-F238E27FC236}">
                <a16:creationId xmlns:a16="http://schemas.microsoft.com/office/drawing/2014/main" id="{0BDAD4B4-A71B-4FB0-ABB7-7F8D99E4326B}"/>
              </a:ext>
            </a:extLst>
          </p:cNvPr>
          <p:cNvSpPr>
            <a:spLocks noGrp="1"/>
          </p:cNvSpPr>
          <p:nvPr/>
        </p:nvSpPr>
        <p:spPr>
          <a:xfrm>
            <a:off x="7100000" y="32980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9" name="A1_bar_GT_11745">
            <a:extLst>
              <a:ext uri="{FF2B5EF4-FFF2-40B4-BE49-F238E27FC236}">
                <a16:creationId xmlns:a16="http://schemas.microsoft.com/office/drawing/2014/main" id="{D5C60F5E-1F2B-4757-BE37-62D9D6013D05}"/>
              </a:ext>
            </a:extLst>
          </p:cNvPr>
          <p:cNvSpPr>
            <a:spLocks noGrp="1"/>
          </p:cNvSpPr>
          <p:nvPr/>
        </p:nvSpPr>
        <p:spPr>
          <a:xfrm>
            <a:off x="7010126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0" name="A1_bar_GT_11746">
            <a:extLst>
              <a:ext uri="{FF2B5EF4-FFF2-40B4-BE49-F238E27FC236}">
                <a16:creationId xmlns:a16="http://schemas.microsoft.com/office/drawing/2014/main" id="{E36B2A9B-AEFF-4818-9429-DBDDBDF31102}"/>
              </a:ext>
            </a:extLst>
          </p:cNvPr>
          <p:cNvSpPr>
            <a:spLocks noGrp="1"/>
          </p:cNvSpPr>
          <p:nvPr/>
        </p:nvSpPr>
        <p:spPr>
          <a:xfrm>
            <a:off x="696273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1" name="A1_bar_GT_11747">
            <a:extLst>
              <a:ext uri="{FF2B5EF4-FFF2-40B4-BE49-F238E27FC236}">
                <a16:creationId xmlns:a16="http://schemas.microsoft.com/office/drawing/2014/main" id="{47623153-7026-43BD-AD57-18E6A74508E7}"/>
              </a:ext>
            </a:extLst>
          </p:cNvPr>
          <p:cNvSpPr>
            <a:spLocks noGrp="1"/>
          </p:cNvSpPr>
          <p:nvPr/>
        </p:nvSpPr>
        <p:spPr>
          <a:xfrm>
            <a:off x="7001904" y="53437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2" name="A1_bar_GT_11748">
            <a:extLst>
              <a:ext uri="{FF2B5EF4-FFF2-40B4-BE49-F238E27FC236}">
                <a16:creationId xmlns:a16="http://schemas.microsoft.com/office/drawing/2014/main" id="{7305482C-4182-44F1-A9E0-7024050CC38F}"/>
              </a:ext>
            </a:extLst>
          </p:cNvPr>
          <p:cNvSpPr>
            <a:spLocks noGrp="1"/>
          </p:cNvSpPr>
          <p:nvPr/>
        </p:nvSpPr>
        <p:spPr>
          <a:xfrm>
            <a:off x="687176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3" name="A1_bar_GT_11749">
            <a:extLst>
              <a:ext uri="{FF2B5EF4-FFF2-40B4-BE49-F238E27FC236}">
                <a16:creationId xmlns:a16="http://schemas.microsoft.com/office/drawing/2014/main" id="{8C7688CA-A99A-4AC9-836D-523DB839BE20}"/>
              </a:ext>
            </a:extLst>
          </p:cNvPr>
          <p:cNvSpPr>
            <a:spLocks noGrp="1"/>
          </p:cNvSpPr>
          <p:nvPr/>
        </p:nvSpPr>
        <p:spPr>
          <a:xfrm>
            <a:off x="7092799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4" name="A1_bar_GT_11750">
            <a:extLst>
              <a:ext uri="{FF2B5EF4-FFF2-40B4-BE49-F238E27FC236}">
                <a16:creationId xmlns:a16="http://schemas.microsoft.com/office/drawing/2014/main" id="{D11D7F8F-5E04-4338-89B2-C47CC86F52E2}"/>
              </a:ext>
            </a:extLst>
          </p:cNvPr>
          <p:cNvSpPr>
            <a:spLocks noGrp="1"/>
          </p:cNvSpPr>
          <p:nvPr/>
        </p:nvSpPr>
        <p:spPr>
          <a:xfrm>
            <a:off x="70145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5" name="A1_bar_GT_11751">
            <a:extLst>
              <a:ext uri="{FF2B5EF4-FFF2-40B4-BE49-F238E27FC236}">
                <a16:creationId xmlns:a16="http://schemas.microsoft.com/office/drawing/2014/main" id="{4E2810D0-8FA5-48F2-84E6-47118217CACA}"/>
              </a:ext>
            </a:extLst>
          </p:cNvPr>
          <p:cNvSpPr>
            <a:spLocks noGrp="1"/>
          </p:cNvSpPr>
          <p:nvPr/>
        </p:nvSpPr>
        <p:spPr>
          <a:xfrm>
            <a:off x="69104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6" name="A1_bar_GT_11752">
            <a:extLst>
              <a:ext uri="{FF2B5EF4-FFF2-40B4-BE49-F238E27FC236}">
                <a16:creationId xmlns:a16="http://schemas.microsoft.com/office/drawing/2014/main" id="{D0DD8D37-CDF6-4DD3-A248-B75F01BC45CF}"/>
              </a:ext>
            </a:extLst>
          </p:cNvPr>
          <p:cNvSpPr>
            <a:spLocks noGrp="1"/>
          </p:cNvSpPr>
          <p:nvPr/>
        </p:nvSpPr>
        <p:spPr>
          <a:xfrm>
            <a:off x="68687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7" name="A1_bar_GT_11753">
            <a:extLst>
              <a:ext uri="{FF2B5EF4-FFF2-40B4-BE49-F238E27FC236}">
                <a16:creationId xmlns:a16="http://schemas.microsoft.com/office/drawing/2014/main" id="{87A209D0-6B70-4563-B522-80C6C4971DC0}"/>
              </a:ext>
            </a:extLst>
          </p:cNvPr>
          <p:cNvSpPr>
            <a:spLocks noGrp="1"/>
          </p:cNvSpPr>
          <p:nvPr/>
        </p:nvSpPr>
        <p:spPr>
          <a:xfrm>
            <a:off x="7057306" y="5901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8" name="A1_bar_GT_11754">
            <a:extLst>
              <a:ext uri="{FF2B5EF4-FFF2-40B4-BE49-F238E27FC236}">
                <a16:creationId xmlns:a16="http://schemas.microsoft.com/office/drawing/2014/main" id="{482D0655-0740-4D15-A4AA-01A0E41C0730}"/>
              </a:ext>
            </a:extLst>
          </p:cNvPr>
          <p:cNvSpPr>
            <a:spLocks noGrp="1"/>
          </p:cNvSpPr>
          <p:nvPr/>
        </p:nvSpPr>
        <p:spPr>
          <a:xfrm>
            <a:off x="7038511" y="58938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9" name="A1_bar_GT_11755">
            <a:extLst>
              <a:ext uri="{FF2B5EF4-FFF2-40B4-BE49-F238E27FC236}">
                <a16:creationId xmlns:a16="http://schemas.microsoft.com/office/drawing/2014/main" id="{6D6638E1-D140-437E-9647-A88078924FE0}"/>
              </a:ext>
            </a:extLst>
          </p:cNvPr>
          <p:cNvSpPr>
            <a:spLocks noGrp="1"/>
          </p:cNvSpPr>
          <p:nvPr/>
        </p:nvSpPr>
        <p:spPr>
          <a:xfrm>
            <a:off x="68743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0" name="A1_bar_GT_11756">
            <a:extLst>
              <a:ext uri="{FF2B5EF4-FFF2-40B4-BE49-F238E27FC236}">
                <a16:creationId xmlns:a16="http://schemas.microsoft.com/office/drawing/2014/main" id="{8FB91656-2BA0-4B5C-AC5F-BC08C180730D}"/>
              </a:ext>
            </a:extLst>
          </p:cNvPr>
          <p:cNvSpPr>
            <a:spLocks noGrp="1"/>
          </p:cNvSpPr>
          <p:nvPr/>
        </p:nvSpPr>
        <p:spPr>
          <a:xfrm>
            <a:off x="6908107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1" name="A1_bar_GT_11757">
            <a:extLst>
              <a:ext uri="{FF2B5EF4-FFF2-40B4-BE49-F238E27FC236}">
                <a16:creationId xmlns:a16="http://schemas.microsoft.com/office/drawing/2014/main" id="{41BD88EF-4463-4726-BB94-29AADF1A40FF}"/>
              </a:ext>
            </a:extLst>
          </p:cNvPr>
          <p:cNvSpPr>
            <a:spLocks noGrp="1"/>
          </p:cNvSpPr>
          <p:nvPr/>
        </p:nvSpPr>
        <p:spPr>
          <a:xfrm>
            <a:off x="7048604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2" name="A1_bar_GT_11758">
            <a:extLst>
              <a:ext uri="{FF2B5EF4-FFF2-40B4-BE49-F238E27FC236}">
                <a16:creationId xmlns:a16="http://schemas.microsoft.com/office/drawing/2014/main" id="{7136632A-8BBD-48EF-B76D-A86982B9BF4D}"/>
              </a:ext>
            </a:extLst>
          </p:cNvPr>
          <p:cNvSpPr>
            <a:spLocks noGrp="1"/>
          </p:cNvSpPr>
          <p:nvPr/>
        </p:nvSpPr>
        <p:spPr>
          <a:xfrm>
            <a:off x="699501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3" name="A1_bar_GT_11759">
            <a:extLst>
              <a:ext uri="{FF2B5EF4-FFF2-40B4-BE49-F238E27FC236}">
                <a16:creationId xmlns:a16="http://schemas.microsoft.com/office/drawing/2014/main" id="{35A196FD-E421-4AA4-9A00-0746586E42CF}"/>
              </a:ext>
            </a:extLst>
          </p:cNvPr>
          <p:cNvSpPr>
            <a:spLocks noGrp="1"/>
          </p:cNvSpPr>
          <p:nvPr/>
        </p:nvSpPr>
        <p:spPr>
          <a:xfrm>
            <a:off x="7101981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4" name="A1_bar_GT_11760">
            <a:extLst>
              <a:ext uri="{FF2B5EF4-FFF2-40B4-BE49-F238E27FC236}">
                <a16:creationId xmlns:a16="http://schemas.microsoft.com/office/drawing/2014/main" id="{1ED8E4F3-7337-4567-B5D1-27A7E89BA93F}"/>
              </a:ext>
            </a:extLst>
          </p:cNvPr>
          <p:cNvSpPr>
            <a:spLocks noGrp="1"/>
          </p:cNvSpPr>
          <p:nvPr/>
        </p:nvSpPr>
        <p:spPr>
          <a:xfrm>
            <a:off x="69752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5" name="A1_bar_GT_11761">
            <a:extLst>
              <a:ext uri="{FF2B5EF4-FFF2-40B4-BE49-F238E27FC236}">
                <a16:creationId xmlns:a16="http://schemas.microsoft.com/office/drawing/2014/main" id="{54FB4028-EC3E-4CD0-A208-67676833B88E}"/>
              </a:ext>
            </a:extLst>
          </p:cNvPr>
          <p:cNvSpPr>
            <a:spLocks noGrp="1"/>
          </p:cNvSpPr>
          <p:nvPr/>
        </p:nvSpPr>
        <p:spPr>
          <a:xfrm>
            <a:off x="6952359" y="55251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6" name="A1_bar_GT_11762">
            <a:extLst>
              <a:ext uri="{FF2B5EF4-FFF2-40B4-BE49-F238E27FC236}">
                <a16:creationId xmlns:a16="http://schemas.microsoft.com/office/drawing/2014/main" id="{34264F49-EED9-4778-8934-7F4FD79F301C}"/>
              </a:ext>
            </a:extLst>
          </p:cNvPr>
          <p:cNvSpPr>
            <a:spLocks noGrp="1"/>
          </p:cNvSpPr>
          <p:nvPr/>
        </p:nvSpPr>
        <p:spPr>
          <a:xfrm>
            <a:off x="6895850" y="55087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7" name="A1_bar_GT_11763">
            <a:extLst>
              <a:ext uri="{FF2B5EF4-FFF2-40B4-BE49-F238E27FC236}">
                <a16:creationId xmlns:a16="http://schemas.microsoft.com/office/drawing/2014/main" id="{AB255399-CA0E-4A91-A3E6-E2A0C3832131}"/>
              </a:ext>
            </a:extLst>
          </p:cNvPr>
          <p:cNvSpPr>
            <a:spLocks noGrp="1"/>
          </p:cNvSpPr>
          <p:nvPr/>
        </p:nvSpPr>
        <p:spPr>
          <a:xfrm>
            <a:off x="690510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8" name="A1_bar_GT_11764">
            <a:extLst>
              <a:ext uri="{FF2B5EF4-FFF2-40B4-BE49-F238E27FC236}">
                <a16:creationId xmlns:a16="http://schemas.microsoft.com/office/drawing/2014/main" id="{F93E3E01-7A2B-4FD1-9A66-1A292426B071}"/>
              </a:ext>
            </a:extLst>
          </p:cNvPr>
          <p:cNvSpPr>
            <a:spLocks noGrp="1"/>
          </p:cNvSpPr>
          <p:nvPr/>
        </p:nvSpPr>
        <p:spPr>
          <a:xfrm>
            <a:off x="686511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9" name="A1_bar_GT_11765">
            <a:extLst>
              <a:ext uri="{FF2B5EF4-FFF2-40B4-BE49-F238E27FC236}">
                <a16:creationId xmlns:a16="http://schemas.microsoft.com/office/drawing/2014/main" id="{AD948598-CDF4-4E24-9C5F-5BBDD469DC93}"/>
              </a:ext>
            </a:extLst>
          </p:cNvPr>
          <p:cNvSpPr>
            <a:spLocks noGrp="1"/>
          </p:cNvSpPr>
          <p:nvPr/>
        </p:nvSpPr>
        <p:spPr>
          <a:xfrm>
            <a:off x="702854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0" name="A1_bar_GT_11766">
            <a:extLst>
              <a:ext uri="{FF2B5EF4-FFF2-40B4-BE49-F238E27FC236}">
                <a16:creationId xmlns:a16="http://schemas.microsoft.com/office/drawing/2014/main" id="{B4520033-249A-418D-9D83-EF8B5039C3FF}"/>
              </a:ext>
            </a:extLst>
          </p:cNvPr>
          <p:cNvSpPr>
            <a:spLocks noGrp="1"/>
          </p:cNvSpPr>
          <p:nvPr/>
        </p:nvSpPr>
        <p:spPr>
          <a:xfrm>
            <a:off x="688181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1" name="A1_bar_GT_11767">
            <a:extLst>
              <a:ext uri="{FF2B5EF4-FFF2-40B4-BE49-F238E27FC236}">
                <a16:creationId xmlns:a16="http://schemas.microsoft.com/office/drawing/2014/main" id="{1CBF297D-6FB7-428B-AF14-F6EEF837F673}"/>
              </a:ext>
            </a:extLst>
          </p:cNvPr>
          <p:cNvSpPr>
            <a:spLocks noGrp="1"/>
          </p:cNvSpPr>
          <p:nvPr/>
        </p:nvSpPr>
        <p:spPr>
          <a:xfrm>
            <a:off x="689928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2" name="A1_bar_GT_11768">
            <a:extLst>
              <a:ext uri="{FF2B5EF4-FFF2-40B4-BE49-F238E27FC236}">
                <a16:creationId xmlns:a16="http://schemas.microsoft.com/office/drawing/2014/main" id="{4B653700-9733-4D8D-A328-56837F221484}"/>
              </a:ext>
            </a:extLst>
          </p:cNvPr>
          <p:cNvSpPr>
            <a:spLocks noGrp="1"/>
          </p:cNvSpPr>
          <p:nvPr/>
        </p:nvSpPr>
        <p:spPr>
          <a:xfrm>
            <a:off x="705769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3" name="A1_bar_GT_11769">
            <a:extLst>
              <a:ext uri="{FF2B5EF4-FFF2-40B4-BE49-F238E27FC236}">
                <a16:creationId xmlns:a16="http://schemas.microsoft.com/office/drawing/2014/main" id="{C2407C95-EFF6-4193-ADFC-274F55477DDE}"/>
              </a:ext>
            </a:extLst>
          </p:cNvPr>
          <p:cNvSpPr>
            <a:spLocks noGrp="1"/>
          </p:cNvSpPr>
          <p:nvPr/>
        </p:nvSpPr>
        <p:spPr>
          <a:xfrm>
            <a:off x="70167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4" name="A1_bar_GT_11770">
            <a:extLst>
              <a:ext uri="{FF2B5EF4-FFF2-40B4-BE49-F238E27FC236}">
                <a16:creationId xmlns:a16="http://schemas.microsoft.com/office/drawing/2014/main" id="{BC96366F-6F1C-452B-BDD6-4172DA2353F5}"/>
              </a:ext>
            </a:extLst>
          </p:cNvPr>
          <p:cNvSpPr>
            <a:spLocks noGrp="1"/>
          </p:cNvSpPr>
          <p:nvPr/>
        </p:nvSpPr>
        <p:spPr>
          <a:xfrm>
            <a:off x="69166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5" name="A1_bar_GT_11771">
            <a:extLst>
              <a:ext uri="{FF2B5EF4-FFF2-40B4-BE49-F238E27FC236}">
                <a16:creationId xmlns:a16="http://schemas.microsoft.com/office/drawing/2014/main" id="{EFB5E571-C0DD-4682-BA93-FB1884AE0567}"/>
              </a:ext>
            </a:extLst>
          </p:cNvPr>
          <p:cNvSpPr>
            <a:spLocks noGrp="1"/>
          </p:cNvSpPr>
          <p:nvPr/>
        </p:nvSpPr>
        <p:spPr>
          <a:xfrm>
            <a:off x="702127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6" name="A1_bar_GT_11772">
            <a:extLst>
              <a:ext uri="{FF2B5EF4-FFF2-40B4-BE49-F238E27FC236}">
                <a16:creationId xmlns:a16="http://schemas.microsoft.com/office/drawing/2014/main" id="{83489F32-E44F-4656-882D-DB7E899208D9}"/>
              </a:ext>
            </a:extLst>
          </p:cNvPr>
          <p:cNvSpPr>
            <a:spLocks noGrp="1"/>
          </p:cNvSpPr>
          <p:nvPr/>
        </p:nvSpPr>
        <p:spPr>
          <a:xfrm>
            <a:off x="689494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7" name="A1_bar_GT_11773">
            <a:extLst>
              <a:ext uri="{FF2B5EF4-FFF2-40B4-BE49-F238E27FC236}">
                <a16:creationId xmlns:a16="http://schemas.microsoft.com/office/drawing/2014/main" id="{EE1C3114-236A-4352-AA43-4E4AC695EC97}"/>
              </a:ext>
            </a:extLst>
          </p:cNvPr>
          <p:cNvSpPr>
            <a:spLocks noGrp="1"/>
          </p:cNvSpPr>
          <p:nvPr/>
        </p:nvSpPr>
        <p:spPr>
          <a:xfrm>
            <a:off x="7036668" y="48126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8" name="A1_bar_GT_11774">
            <a:extLst>
              <a:ext uri="{FF2B5EF4-FFF2-40B4-BE49-F238E27FC236}">
                <a16:creationId xmlns:a16="http://schemas.microsoft.com/office/drawing/2014/main" id="{7F5859FD-1A54-43DB-914C-40D83D56E461}"/>
              </a:ext>
            </a:extLst>
          </p:cNvPr>
          <p:cNvSpPr>
            <a:spLocks noGrp="1"/>
          </p:cNvSpPr>
          <p:nvPr/>
        </p:nvSpPr>
        <p:spPr>
          <a:xfrm>
            <a:off x="6858249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9" name="A1_bar_GT_11775">
            <a:extLst>
              <a:ext uri="{FF2B5EF4-FFF2-40B4-BE49-F238E27FC236}">
                <a16:creationId xmlns:a16="http://schemas.microsoft.com/office/drawing/2014/main" id="{3A815EF5-1214-422F-8759-9E2E8570AF81}"/>
              </a:ext>
            </a:extLst>
          </p:cNvPr>
          <p:cNvSpPr>
            <a:spLocks noGrp="1"/>
          </p:cNvSpPr>
          <p:nvPr/>
        </p:nvSpPr>
        <p:spPr>
          <a:xfrm>
            <a:off x="68601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0" name="A1_bar_GT_11776">
            <a:extLst>
              <a:ext uri="{FF2B5EF4-FFF2-40B4-BE49-F238E27FC236}">
                <a16:creationId xmlns:a16="http://schemas.microsoft.com/office/drawing/2014/main" id="{C29B07FD-E86E-4707-B4D7-2688C1B2B0CD}"/>
              </a:ext>
            </a:extLst>
          </p:cNvPr>
          <p:cNvSpPr>
            <a:spLocks noGrp="1"/>
          </p:cNvSpPr>
          <p:nvPr/>
        </p:nvSpPr>
        <p:spPr>
          <a:xfrm>
            <a:off x="7089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1" name="A1_bar_GT_11777">
            <a:extLst>
              <a:ext uri="{FF2B5EF4-FFF2-40B4-BE49-F238E27FC236}">
                <a16:creationId xmlns:a16="http://schemas.microsoft.com/office/drawing/2014/main" id="{0EF31107-E1BC-4C57-A5E0-35553D75C87A}"/>
              </a:ext>
            </a:extLst>
          </p:cNvPr>
          <p:cNvSpPr>
            <a:spLocks noGrp="1"/>
          </p:cNvSpPr>
          <p:nvPr/>
        </p:nvSpPr>
        <p:spPr>
          <a:xfrm>
            <a:off x="703866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2" name="A1_bar_GT_11778">
            <a:extLst>
              <a:ext uri="{FF2B5EF4-FFF2-40B4-BE49-F238E27FC236}">
                <a16:creationId xmlns:a16="http://schemas.microsoft.com/office/drawing/2014/main" id="{68349DEB-C6E3-41D4-AAF0-9A52329B89F3}"/>
              </a:ext>
            </a:extLst>
          </p:cNvPr>
          <p:cNvSpPr>
            <a:spLocks noGrp="1"/>
          </p:cNvSpPr>
          <p:nvPr/>
        </p:nvSpPr>
        <p:spPr>
          <a:xfrm>
            <a:off x="70457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3" name="A1_bar_GT_11779">
            <a:extLst>
              <a:ext uri="{FF2B5EF4-FFF2-40B4-BE49-F238E27FC236}">
                <a16:creationId xmlns:a16="http://schemas.microsoft.com/office/drawing/2014/main" id="{5636F058-9187-46F5-99C5-057099592861}"/>
              </a:ext>
            </a:extLst>
          </p:cNvPr>
          <p:cNvSpPr>
            <a:spLocks noGrp="1"/>
          </p:cNvSpPr>
          <p:nvPr/>
        </p:nvSpPr>
        <p:spPr>
          <a:xfrm>
            <a:off x="6893052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4" name="A1_bar_GT_11780">
            <a:extLst>
              <a:ext uri="{FF2B5EF4-FFF2-40B4-BE49-F238E27FC236}">
                <a16:creationId xmlns:a16="http://schemas.microsoft.com/office/drawing/2014/main" id="{988D565C-47D1-4A50-9F0F-EB0AB0BE5DE3}"/>
              </a:ext>
            </a:extLst>
          </p:cNvPr>
          <p:cNvSpPr>
            <a:spLocks noGrp="1"/>
          </p:cNvSpPr>
          <p:nvPr/>
        </p:nvSpPr>
        <p:spPr>
          <a:xfrm>
            <a:off x="689144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5" name="A1_bar_GT_11781">
            <a:extLst>
              <a:ext uri="{FF2B5EF4-FFF2-40B4-BE49-F238E27FC236}">
                <a16:creationId xmlns:a16="http://schemas.microsoft.com/office/drawing/2014/main" id="{C479573C-C421-4E27-A15E-FF1175425528}"/>
              </a:ext>
            </a:extLst>
          </p:cNvPr>
          <p:cNvSpPr>
            <a:spLocks noGrp="1"/>
          </p:cNvSpPr>
          <p:nvPr/>
        </p:nvSpPr>
        <p:spPr>
          <a:xfrm>
            <a:off x="696373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6" name="A1_bar_GT_11782">
            <a:extLst>
              <a:ext uri="{FF2B5EF4-FFF2-40B4-BE49-F238E27FC236}">
                <a16:creationId xmlns:a16="http://schemas.microsoft.com/office/drawing/2014/main" id="{B0C7FCCC-0F32-4AFB-974B-B59357CD7AA7}"/>
              </a:ext>
            </a:extLst>
          </p:cNvPr>
          <p:cNvSpPr>
            <a:spLocks noGrp="1"/>
          </p:cNvSpPr>
          <p:nvPr/>
        </p:nvSpPr>
        <p:spPr>
          <a:xfrm>
            <a:off x="689096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7" name="A1_bar_GT_11783">
            <a:extLst>
              <a:ext uri="{FF2B5EF4-FFF2-40B4-BE49-F238E27FC236}">
                <a16:creationId xmlns:a16="http://schemas.microsoft.com/office/drawing/2014/main" id="{84238EAB-BCE1-4CFD-8E74-2E9E477C7106}"/>
              </a:ext>
            </a:extLst>
          </p:cNvPr>
          <p:cNvSpPr>
            <a:spLocks noGrp="1"/>
          </p:cNvSpPr>
          <p:nvPr/>
        </p:nvSpPr>
        <p:spPr>
          <a:xfrm>
            <a:off x="6869789" y="52716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8" name="A1_bar_GT_11784">
            <a:extLst>
              <a:ext uri="{FF2B5EF4-FFF2-40B4-BE49-F238E27FC236}">
                <a16:creationId xmlns:a16="http://schemas.microsoft.com/office/drawing/2014/main" id="{2DBC121C-9761-4397-BABE-07B069EB0D63}"/>
              </a:ext>
            </a:extLst>
          </p:cNvPr>
          <p:cNvSpPr>
            <a:spLocks noGrp="1"/>
          </p:cNvSpPr>
          <p:nvPr/>
        </p:nvSpPr>
        <p:spPr>
          <a:xfrm>
            <a:off x="691222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9" name="A1_bar_GT_11785">
            <a:extLst>
              <a:ext uri="{FF2B5EF4-FFF2-40B4-BE49-F238E27FC236}">
                <a16:creationId xmlns:a16="http://schemas.microsoft.com/office/drawing/2014/main" id="{DF0E0656-4A22-40E8-94E9-5AEECB937B4E}"/>
              </a:ext>
            </a:extLst>
          </p:cNvPr>
          <p:cNvSpPr>
            <a:spLocks noGrp="1"/>
          </p:cNvSpPr>
          <p:nvPr/>
        </p:nvSpPr>
        <p:spPr>
          <a:xfrm>
            <a:off x="69588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0" name="A1_bar_GT_11786">
            <a:extLst>
              <a:ext uri="{FF2B5EF4-FFF2-40B4-BE49-F238E27FC236}">
                <a16:creationId xmlns:a16="http://schemas.microsoft.com/office/drawing/2014/main" id="{BBB5FB85-6E2C-480D-A102-A8BF6FA9B03F}"/>
              </a:ext>
            </a:extLst>
          </p:cNvPr>
          <p:cNvSpPr>
            <a:spLocks noGrp="1"/>
          </p:cNvSpPr>
          <p:nvPr/>
        </p:nvSpPr>
        <p:spPr>
          <a:xfrm>
            <a:off x="6962448" y="46809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1" name="A1_bar_GT_11787">
            <a:extLst>
              <a:ext uri="{FF2B5EF4-FFF2-40B4-BE49-F238E27FC236}">
                <a16:creationId xmlns:a16="http://schemas.microsoft.com/office/drawing/2014/main" id="{41A0B0B5-FF62-4BA8-8583-84AF3FB1448A}"/>
              </a:ext>
            </a:extLst>
          </p:cNvPr>
          <p:cNvSpPr>
            <a:spLocks noGrp="1"/>
          </p:cNvSpPr>
          <p:nvPr/>
        </p:nvSpPr>
        <p:spPr>
          <a:xfrm>
            <a:off x="6963964" y="58213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2" name="A1_bar_GT_11788">
            <a:extLst>
              <a:ext uri="{FF2B5EF4-FFF2-40B4-BE49-F238E27FC236}">
                <a16:creationId xmlns:a16="http://schemas.microsoft.com/office/drawing/2014/main" id="{738FC864-A98E-48AE-B788-668FDAD752D0}"/>
              </a:ext>
            </a:extLst>
          </p:cNvPr>
          <p:cNvSpPr>
            <a:spLocks noGrp="1"/>
          </p:cNvSpPr>
          <p:nvPr/>
        </p:nvSpPr>
        <p:spPr>
          <a:xfrm>
            <a:off x="7067975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3" name="A1_bar_GT_11789">
            <a:extLst>
              <a:ext uri="{FF2B5EF4-FFF2-40B4-BE49-F238E27FC236}">
                <a16:creationId xmlns:a16="http://schemas.microsoft.com/office/drawing/2014/main" id="{0FB30695-9CEC-47EE-B59F-4CEED587736B}"/>
              </a:ext>
            </a:extLst>
          </p:cNvPr>
          <p:cNvSpPr>
            <a:spLocks noGrp="1"/>
          </p:cNvSpPr>
          <p:nvPr/>
        </p:nvSpPr>
        <p:spPr>
          <a:xfrm>
            <a:off x="69474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4" name="A1_bar_GT_11790">
            <a:extLst>
              <a:ext uri="{FF2B5EF4-FFF2-40B4-BE49-F238E27FC236}">
                <a16:creationId xmlns:a16="http://schemas.microsoft.com/office/drawing/2014/main" id="{527DDDAC-D33F-494B-ADB5-887A72B46FE6}"/>
              </a:ext>
            </a:extLst>
          </p:cNvPr>
          <p:cNvSpPr>
            <a:spLocks noGrp="1"/>
          </p:cNvSpPr>
          <p:nvPr/>
        </p:nvSpPr>
        <p:spPr>
          <a:xfrm>
            <a:off x="7018228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5" name="A1_bar_GT_11791">
            <a:extLst>
              <a:ext uri="{FF2B5EF4-FFF2-40B4-BE49-F238E27FC236}">
                <a16:creationId xmlns:a16="http://schemas.microsoft.com/office/drawing/2014/main" id="{EC1D8C13-2EF7-4AE7-B39D-A6CF51EFD01F}"/>
              </a:ext>
            </a:extLst>
          </p:cNvPr>
          <p:cNvSpPr>
            <a:spLocks noGrp="1"/>
          </p:cNvSpPr>
          <p:nvPr/>
        </p:nvSpPr>
        <p:spPr>
          <a:xfrm>
            <a:off x="70524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6" name="A1_bar_GT_11792">
            <a:extLst>
              <a:ext uri="{FF2B5EF4-FFF2-40B4-BE49-F238E27FC236}">
                <a16:creationId xmlns:a16="http://schemas.microsoft.com/office/drawing/2014/main" id="{E7B151C3-2777-4B1B-A531-C2C2CAD98BC3}"/>
              </a:ext>
            </a:extLst>
          </p:cNvPr>
          <p:cNvSpPr>
            <a:spLocks noGrp="1"/>
          </p:cNvSpPr>
          <p:nvPr/>
        </p:nvSpPr>
        <p:spPr>
          <a:xfrm>
            <a:off x="6960896" y="60526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7" name="A1_bar_GT_11793">
            <a:extLst>
              <a:ext uri="{FF2B5EF4-FFF2-40B4-BE49-F238E27FC236}">
                <a16:creationId xmlns:a16="http://schemas.microsoft.com/office/drawing/2014/main" id="{1084FF76-0D0C-4648-BDC6-5039F00A2D45}"/>
              </a:ext>
            </a:extLst>
          </p:cNvPr>
          <p:cNvSpPr>
            <a:spLocks noGrp="1"/>
          </p:cNvSpPr>
          <p:nvPr/>
        </p:nvSpPr>
        <p:spPr>
          <a:xfrm>
            <a:off x="6971486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8" name="A1_bar_GT_11794">
            <a:extLst>
              <a:ext uri="{FF2B5EF4-FFF2-40B4-BE49-F238E27FC236}">
                <a16:creationId xmlns:a16="http://schemas.microsoft.com/office/drawing/2014/main" id="{F93DCB37-CC40-41DF-A72F-E0B4E60A3658}"/>
              </a:ext>
            </a:extLst>
          </p:cNvPr>
          <p:cNvSpPr>
            <a:spLocks noGrp="1"/>
          </p:cNvSpPr>
          <p:nvPr/>
        </p:nvSpPr>
        <p:spPr>
          <a:xfrm>
            <a:off x="695458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9" name="A1_bar_GT_11795">
            <a:extLst>
              <a:ext uri="{FF2B5EF4-FFF2-40B4-BE49-F238E27FC236}">
                <a16:creationId xmlns:a16="http://schemas.microsoft.com/office/drawing/2014/main" id="{1B33E9F4-2C2C-4C49-92E5-CCB3F092EE08}"/>
              </a:ext>
            </a:extLst>
          </p:cNvPr>
          <p:cNvSpPr>
            <a:spLocks noGrp="1"/>
          </p:cNvSpPr>
          <p:nvPr/>
        </p:nvSpPr>
        <p:spPr>
          <a:xfrm>
            <a:off x="693072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0" name="A1_bar_GT_11796">
            <a:extLst>
              <a:ext uri="{FF2B5EF4-FFF2-40B4-BE49-F238E27FC236}">
                <a16:creationId xmlns:a16="http://schemas.microsoft.com/office/drawing/2014/main" id="{2128C5F2-53B8-4953-9796-AE3C55696373}"/>
              </a:ext>
            </a:extLst>
          </p:cNvPr>
          <p:cNvSpPr>
            <a:spLocks noGrp="1"/>
          </p:cNvSpPr>
          <p:nvPr/>
        </p:nvSpPr>
        <p:spPr>
          <a:xfrm>
            <a:off x="699164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1" name="A1_bar_GT_11797">
            <a:extLst>
              <a:ext uri="{FF2B5EF4-FFF2-40B4-BE49-F238E27FC236}">
                <a16:creationId xmlns:a16="http://schemas.microsoft.com/office/drawing/2014/main" id="{02C25CD4-957A-480D-8D9B-D74A0B4D3675}"/>
              </a:ext>
            </a:extLst>
          </p:cNvPr>
          <p:cNvSpPr>
            <a:spLocks noGrp="1"/>
          </p:cNvSpPr>
          <p:nvPr/>
        </p:nvSpPr>
        <p:spPr>
          <a:xfrm>
            <a:off x="69385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2" name="A1_bar_GT_11798">
            <a:extLst>
              <a:ext uri="{FF2B5EF4-FFF2-40B4-BE49-F238E27FC236}">
                <a16:creationId xmlns:a16="http://schemas.microsoft.com/office/drawing/2014/main" id="{E592C941-EA31-4FC4-8202-FEB6415AECE5}"/>
              </a:ext>
            </a:extLst>
          </p:cNvPr>
          <p:cNvSpPr>
            <a:spLocks noGrp="1"/>
          </p:cNvSpPr>
          <p:nvPr/>
        </p:nvSpPr>
        <p:spPr>
          <a:xfrm>
            <a:off x="68992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3" name="A1_bar_GT_11799">
            <a:extLst>
              <a:ext uri="{FF2B5EF4-FFF2-40B4-BE49-F238E27FC236}">
                <a16:creationId xmlns:a16="http://schemas.microsoft.com/office/drawing/2014/main" id="{4D93A349-71F0-465A-9BDF-B619A708CEAD}"/>
              </a:ext>
            </a:extLst>
          </p:cNvPr>
          <p:cNvSpPr>
            <a:spLocks noGrp="1"/>
          </p:cNvSpPr>
          <p:nvPr/>
        </p:nvSpPr>
        <p:spPr>
          <a:xfrm>
            <a:off x="69236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4" name="A1_bar_GT_11800">
            <a:extLst>
              <a:ext uri="{FF2B5EF4-FFF2-40B4-BE49-F238E27FC236}">
                <a16:creationId xmlns:a16="http://schemas.microsoft.com/office/drawing/2014/main" id="{FD9319C1-B76D-4ED3-A763-92D6B0A485F0}"/>
              </a:ext>
            </a:extLst>
          </p:cNvPr>
          <p:cNvSpPr>
            <a:spLocks noGrp="1"/>
          </p:cNvSpPr>
          <p:nvPr/>
        </p:nvSpPr>
        <p:spPr>
          <a:xfrm>
            <a:off x="6926202" y="579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5" name="A1_bar_GT_11801">
            <a:extLst>
              <a:ext uri="{FF2B5EF4-FFF2-40B4-BE49-F238E27FC236}">
                <a16:creationId xmlns:a16="http://schemas.microsoft.com/office/drawing/2014/main" id="{2D2831E0-C4B8-4107-9681-44FF2F440D4E}"/>
              </a:ext>
            </a:extLst>
          </p:cNvPr>
          <p:cNvSpPr>
            <a:spLocks noGrp="1"/>
          </p:cNvSpPr>
          <p:nvPr/>
        </p:nvSpPr>
        <p:spPr>
          <a:xfrm>
            <a:off x="706431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6" name="A1_bar_GT_11802">
            <a:extLst>
              <a:ext uri="{FF2B5EF4-FFF2-40B4-BE49-F238E27FC236}">
                <a16:creationId xmlns:a16="http://schemas.microsoft.com/office/drawing/2014/main" id="{142B586E-AB94-4691-B50B-5F1CAA5065DB}"/>
              </a:ext>
            </a:extLst>
          </p:cNvPr>
          <p:cNvSpPr>
            <a:spLocks noGrp="1"/>
          </p:cNvSpPr>
          <p:nvPr/>
        </p:nvSpPr>
        <p:spPr>
          <a:xfrm>
            <a:off x="7026414" y="49602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7" name="A1_bar_GT_11803">
            <a:extLst>
              <a:ext uri="{FF2B5EF4-FFF2-40B4-BE49-F238E27FC236}">
                <a16:creationId xmlns:a16="http://schemas.microsoft.com/office/drawing/2014/main" id="{9F9CB7EF-9669-4698-A58E-480659259304}"/>
              </a:ext>
            </a:extLst>
          </p:cNvPr>
          <p:cNvSpPr>
            <a:spLocks noGrp="1"/>
          </p:cNvSpPr>
          <p:nvPr/>
        </p:nvSpPr>
        <p:spPr>
          <a:xfrm>
            <a:off x="6882673" y="593691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8" name="A1_bar_GT_11804">
            <a:extLst>
              <a:ext uri="{FF2B5EF4-FFF2-40B4-BE49-F238E27FC236}">
                <a16:creationId xmlns:a16="http://schemas.microsoft.com/office/drawing/2014/main" id="{E6D5E50E-77CF-447D-B8C9-0C44B3349E46}"/>
              </a:ext>
            </a:extLst>
          </p:cNvPr>
          <p:cNvSpPr>
            <a:spLocks noGrp="1"/>
          </p:cNvSpPr>
          <p:nvPr/>
        </p:nvSpPr>
        <p:spPr>
          <a:xfrm>
            <a:off x="69161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9" name="A1_bar_GT_11805">
            <a:extLst>
              <a:ext uri="{FF2B5EF4-FFF2-40B4-BE49-F238E27FC236}">
                <a16:creationId xmlns:a16="http://schemas.microsoft.com/office/drawing/2014/main" id="{15020725-7FDF-4CA1-A013-60C08A222BAE}"/>
              </a:ext>
            </a:extLst>
          </p:cNvPr>
          <p:cNvSpPr>
            <a:spLocks noGrp="1"/>
          </p:cNvSpPr>
          <p:nvPr/>
        </p:nvSpPr>
        <p:spPr>
          <a:xfrm>
            <a:off x="7037202" y="53896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0" name="A1_bar_GT_11806">
            <a:extLst>
              <a:ext uri="{FF2B5EF4-FFF2-40B4-BE49-F238E27FC236}">
                <a16:creationId xmlns:a16="http://schemas.microsoft.com/office/drawing/2014/main" id="{6A476FDA-0068-4C86-A81B-8638DF8DC122}"/>
              </a:ext>
            </a:extLst>
          </p:cNvPr>
          <p:cNvSpPr>
            <a:spLocks noGrp="1"/>
          </p:cNvSpPr>
          <p:nvPr/>
        </p:nvSpPr>
        <p:spPr>
          <a:xfrm>
            <a:off x="694210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1" name="A1_bar_GT_11807">
            <a:extLst>
              <a:ext uri="{FF2B5EF4-FFF2-40B4-BE49-F238E27FC236}">
                <a16:creationId xmlns:a16="http://schemas.microsoft.com/office/drawing/2014/main" id="{C0262FE4-801C-4F4C-81DF-E3FDAB5839A4}"/>
              </a:ext>
            </a:extLst>
          </p:cNvPr>
          <p:cNvSpPr>
            <a:spLocks noGrp="1"/>
          </p:cNvSpPr>
          <p:nvPr/>
        </p:nvSpPr>
        <p:spPr>
          <a:xfrm>
            <a:off x="707997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2" name="A1_bar_GT_11808">
            <a:extLst>
              <a:ext uri="{FF2B5EF4-FFF2-40B4-BE49-F238E27FC236}">
                <a16:creationId xmlns:a16="http://schemas.microsoft.com/office/drawing/2014/main" id="{DB3BB8AB-F65D-4B37-BB03-AE893BA9A118}"/>
              </a:ext>
            </a:extLst>
          </p:cNvPr>
          <p:cNvSpPr>
            <a:spLocks noGrp="1"/>
          </p:cNvSpPr>
          <p:nvPr/>
        </p:nvSpPr>
        <p:spPr>
          <a:xfrm>
            <a:off x="70863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3" name="A1_bar_GT_11809">
            <a:extLst>
              <a:ext uri="{FF2B5EF4-FFF2-40B4-BE49-F238E27FC236}">
                <a16:creationId xmlns:a16="http://schemas.microsoft.com/office/drawing/2014/main" id="{5E843A62-82E1-4D6B-8F9B-70912FF77E0D}"/>
              </a:ext>
            </a:extLst>
          </p:cNvPr>
          <p:cNvSpPr>
            <a:spLocks noGrp="1"/>
          </p:cNvSpPr>
          <p:nvPr/>
        </p:nvSpPr>
        <p:spPr>
          <a:xfrm>
            <a:off x="702396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4" name="A1_bar_GT_11810">
            <a:extLst>
              <a:ext uri="{FF2B5EF4-FFF2-40B4-BE49-F238E27FC236}">
                <a16:creationId xmlns:a16="http://schemas.microsoft.com/office/drawing/2014/main" id="{08D70A27-15E1-4275-AA66-B3A95644AA98}"/>
              </a:ext>
            </a:extLst>
          </p:cNvPr>
          <p:cNvSpPr>
            <a:spLocks noGrp="1"/>
          </p:cNvSpPr>
          <p:nvPr/>
        </p:nvSpPr>
        <p:spPr>
          <a:xfrm>
            <a:off x="70092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5" name="A1_bar_GT_11811">
            <a:extLst>
              <a:ext uri="{FF2B5EF4-FFF2-40B4-BE49-F238E27FC236}">
                <a16:creationId xmlns:a16="http://schemas.microsoft.com/office/drawing/2014/main" id="{5B17EFEB-9271-4789-878A-CCB4C462C086}"/>
              </a:ext>
            </a:extLst>
          </p:cNvPr>
          <p:cNvSpPr>
            <a:spLocks noGrp="1"/>
          </p:cNvSpPr>
          <p:nvPr/>
        </p:nvSpPr>
        <p:spPr>
          <a:xfrm>
            <a:off x="68752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6" name="A1_bar_GT_11812">
            <a:extLst>
              <a:ext uri="{FF2B5EF4-FFF2-40B4-BE49-F238E27FC236}">
                <a16:creationId xmlns:a16="http://schemas.microsoft.com/office/drawing/2014/main" id="{614A32D4-77F2-41E8-BFCA-1E7ED768402E}"/>
              </a:ext>
            </a:extLst>
          </p:cNvPr>
          <p:cNvSpPr>
            <a:spLocks noGrp="1"/>
          </p:cNvSpPr>
          <p:nvPr/>
        </p:nvSpPr>
        <p:spPr>
          <a:xfrm>
            <a:off x="70107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7" name="A1_bar_GT_11813">
            <a:extLst>
              <a:ext uri="{FF2B5EF4-FFF2-40B4-BE49-F238E27FC236}">
                <a16:creationId xmlns:a16="http://schemas.microsoft.com/office/drawing/2014/main" id="{5C47C3B2-E9E9-4217-92BA-9A6A6D361B30}"/>
              </a:ext>
            </a:extLst>
          </p:cNvPr>
          <p:cNvSpPr>
            <a:spLocks noGrp="1"/>
          </p:cNvSpPr>
          <p:nvPr/>
        </p:nvSpPr>
        <p:spPr>
          <a:xfrm>
            <a:off x="6933277" y="38652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8" name="A1_bar_GT_11814">
            <a:extLst>
              <a:ext uri="{FF2B5EF4-FFF2-40B4-BE49-F238E27FC236}">
                <a16:creationId xmlns:a16="http://schemas.microsoft.com/office/drawing/2014/main" id="{109A0F75-A143-4054-8FA9-44975D948CC6}"/>
              </a:ext>
            </a:extLst>
          </p:cNvPr>
          <p:cNvSpPr>
            <a:spLocks noGrp="1"/>
          </p:cNvSpPr>
          <p:nvPr/>
        </p:nvSpPr>
        <p:spPr>
          <a:xfrm>
            <a:off x="70984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9" name="A1_bar_GT_11815">
            <a:extLst>
              <a:ext uri="{FF2B5EF4-FFF2-40B4-BE49-F238E27FC236}">
                <a16:creationId xmlns:a16="http://schemas.microsoft.com/office/drawing/2014/main" id="{A2DBE50F-498C-42FB-83B6-829B69459D67}"/>
              </a:ext>
            </a:extLst>
          </p:cNvPr>
          <p:cNvSpPr>
            <a:spLocks noGrp="1"/>
          </p:cNvSpPr>
          <p:nvPr/>
        </p:nvSpPr>
        <p:spPr>
          <a:xfrm>
            <a:off x="6875573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0" name="A1_bar_GT_11816">
            <a:extLst>
              <a:ext uri="{FF2B5EF4-FFF2-40B4-BE49-F238E27FC236}">
                <a16:creationId xmlns:a16="http://schemas.microsoft.com/office/drawing/2014/main" id="{78308069-3462-4663-8B61-F80182654CD8}"/>
              </a:ext>
            </a:extLst>
          </p:cNvPr>
          <p:cNvSpPr>
            <a:spLocks noGrp="1"/>
          </p:cNvSpPr>
          <p:nvPr/>
        </p:nvSpPr>
        <p:spPr>
          <a:xfrm>
            <a:off x="7096103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1" name="A1_bar_GT_11817">
            <a:extLst>
              <a:ext uri="{FF2B5EF4-FFF2-40B4-BE49-F238E27FC236}">
                <a16:creationId xmlns:a16="http://schemas.microsoft.com/office/drawing/2014/main" id="{9E63EE01-3711-415A-8605-EC6284490A7F}"/>
              </a:ext>
            </a:extLst>
          </p:cNvPr>
          <p:cNvSpPr>
            <a:spLocks noGrp="1"/>
          </p:cNvSpPr>
          <p:nvPr/>
        </p:nvSpPr>
        <p:spPr>
          <a:xfrm>
            <a:off x="707386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2" name="A1_bar_GT_11818">
            <a:extLst>
              <a:ext uri="{FF2B5EF4-FFF2-40B4-BE49-F238E27FC236}">
                <a16:creationId xmlns:a16="http://schemas.microsoft.com/office/drawing/2014/main" id="{30EC636A-8110-40D7-B3C8-4BB93C2B7B42}"/>
              </a:ext>
            </a:extLst>
          </p:cNvPr>
          <p:cNvSpPr>
            <a:spLocks noGrp="1"/>
          </p:cNvSpPr>
          <p:nvPr/>
        </p:nvSpPr>
        <p:spPr>
          <a:xfrm>
            <a:off x="703529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3" name="A1_bar_GT_11819">
            <a:extLst>
              <a:ext uri="{FF2B5EF4-FFF2-40B4-BE49-F238E27FC236}">
                <a16:creationId xmlns:a16="http://schemas.microsoft.com/office/drawing/2014/main" id="{14DEC9ED-974E-4A97-BBEC-D6863FD75BD4}"/>
              </a:ext>
            </a:extLst>
          </p:cNvPr>
          <p:cNvSpPr>
            <a:spLocks noGrp="1"/>
          </p:cNvSpPr>
          <p:nvPr/>
        </p:nvSpPr>
        <p:spPr>
          <a:xfrm>
            <a:off x="6913942" y="60021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4" name="A1_bar_GT_11820">
            <a:extLst>
              <a:ext uri="{FF2B5EF4-FFF2-40B4-BE49-F238E27FC236}">
                <a16:creationId xmlns:a16="http://schemas.microsoft.com/office/drawing/2014/main" id="{3292C364-4CF2-431D-8E48-34094987ED1A}"/>
              </a:ext>
            </a:extLst>
          </p:cNvPr>
          <p:cNvSpPr>
            <a:spLocks noGrp="1"/>
          </p:cNvSpPr>
          <p:nvPr/>
        </p:nvSpPr>
        <p:spPr>
          <a:xfrm>
            <a:off x="70214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5" name="A1_bar_GT_11821">
            <a:extLst>
              <a:ext uri="{FF2B5EF4-FFF2-40B4-BE49-F238E27FC236}">
                <a16:creationId xmlns:a16="http://schemas.microsoft.com/office/drawing/2014/main" id="{33DF0E4B-70BD-45C4-9E56-A2DCE6DA366F}"/>
              </a:ext>
            </a:extLst>
          </p:cNvPr>
          <p:cNvSpPr>
            <a:spLocks noGrp="1"/>
          </p:cNvSpPr>
          <p:nvPr/>
        </p:nvSpPr>
        <p:spPr>
          <a:xfrm>
            <a:off x="694280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6" name="A1_bar_GT_11822">
            <a:extLst>
              <a:ext uri="{FF2B5EF4-FFF2-40B4-BE49-F238E27FC236}">
                <a16:creationId xmlns:a16="http://schemas.microsoft.com/office/drawing/2014/main" id="{A4E07CF8-C2DD-4109-B98F-ED3187DA2FEB}"/>
              </a:ext>
            </a:extLst>
          </p:cNvPr>
          <p:cNvSpPr>
            <a:spLocks noGrp="1"/>
          </p:cNvSpPr>
          <p:nvPr/>
        </p:nvSpPr>
        <p:spPr>
          <a:xfrm>
            <a:off x="68524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7" name="A1_bar_GT_11823">
            <a:extLst>
              <a:ext uri="{FF2B5EF4-FFF2-40B4-BE49-F238E27FC236}">
                <a16:creationId xmlns:a16="http://schemas.microsoft.com/office/drawing/2014/main" id="{2C50AACE-A538-4650-B5A3-1D36EA5E8888}"/>
              </a:ext>
            </a:extLst>
          </p:cNvPr>
          <p:cNvSpPr>
            <a:spLocks noGrp="1"/>
          </p:cNvSpPr>
          <p:nvPr/>
        </p:nvSpPr>
        <p:spPr>
          <a:xfrm>
            <a:off x="706399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8" name="A1_bar_GT_11824">
            <a:extLst>
              <a:ext uri="{FF2B5EF4-FFF2-40B4-BE49-F238E27FC236}">
                <a16:creationId xmlns:a16="http://schemas.microsoft.com/office/drawing/2014/main" id="{5B61ECFD-1D53-421C-BA52-42C00BA33E96}"/>
              </a:ext>
            </a:extLst>
          </p:cNvPr>
          <p:cNvSpPr>
            <a:spLocks noGrp="1"/>
          </p:cNvSpPr>
          <p:nvPr/>
        </p:nvSpPr>
        <p:spPr>
          <a:xfrm>
            <a:off x="6993511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9" name="A1_bar_GT_11825">
            <a:extLst>
              <a:ext uri="{FF2B5EF4-FFF2-40B4-BE49-F238E27FC236}">
                <a16:creationId xmlns:a16="http://schemas.microsoft.com/office/drawing/2014/main" id="{10637537-C839-49B9-84CC-B0F1F7141840}"/>
              </a:ext>
            </a:extLst>
          </p:cNvPr>
          <p:cNvSpPr>
            <a:spLocks noGrp="1"/>
          </p:cNvSpPr>
          <p:nvPr/>
        </p:nvSpPr>
        <p:spPr>
          <a:xfrm>
            <a:off x="6984205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0" name="A1_bar_GT_11826">
            <a:extLst>
              <a:ext uri="{FF2B5EF4-FFF2-40B4-BE49-F238E27FC236}">
                <a16:creationId xmlns:a16="http://schemas.microsoft.com/office/drawing/2014/main" id="{6CE7FED2-11DB-4532-9F63-9294D8BED735}"/>
              </a:ext>
            </a:extLst>
          </p:cNvPr>
          <p:cNvSpPr>
            <a:spLocks noGrp="1"/>
          </p:cNvSpPr>
          <p:nvPr/>
        </p:nvSpPr>
        <p:spPr>
          <a:xfrm>
            <a:off x="68877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1" name="A1_bar_GT_11827">
            <a:extLst>
              <a:ext uri="{FF2B5EF4-FFF2-40B4-BE49-F238E27FC236}">
                <a16:creationId xmlns:a16="http://schemas.microsoft.com/office/drawing/2014/main" id="{D07BC7F5-4242-477A-8511-BBE100333BC2}"/>
              </a:ext>
            </a:extLst>
          </p:cNvPr>
          <p:cNvSpPr>
            <a:spLocks noGrp="1"/>
          </p:cNvSpPr>
          <p:nvPr/>
        </p:nvSpPr>
        <p:spPr>
          <a:xfrm>
            <a:off x="7048055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2" name="A1_bar_GT_11828">
            <a:extLst>
              <a:ext uri="{FF2B5EF4-FFF2-40B4-BE49-F238E27FC236}">
                <a16:creationId xmlns:a16="http://schemas.microsoft.com/office/drawing/2014/main" id="{CF274EFD-C050-453E-8FB8-C28ADA37E9CB}"/>
              </a:ext>
            </a:extLst>
          </p:cNvPr>
          <p:cNvSpPr>
            <a:spLocks noGrp="1"/>
          </p:cNvSpPr>
          <p:nvPr/>
        </p:nvSpPr>
        <p:spPr>
          <a:xfrm>
            <a:off x="70810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3" name="A1_bar_GT_11829">
            <a:extLst>
              <a:ext uri="{FF2B5EF4-FFF2-40B4-BE49-F238E27FC236}">
                <a16:creationId xmlns:a16="http://schemas.microsoft.com/office/drawing/2014/main" id="{E37E6232-73C1-4D18-A45C-AFEA08EA18B0}"/>
              </a:ext>
            </a:extLst>
          </p:cNvPr>
          <p:cNvSpPr>
            <a:spLocks noGrp="1"/>
          </p:cNvSpPr>
          <p:nvPr/>
        </p:nvSpPr>
        <p:spPr>
          <a:xfrm>
            <a:off x="7078650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4" name="A1_bar_GT_11830">
            <a:extLst>
              <a:ext uri="{FF2B5EF4-FFF2-40B4-BE49-F238E27FC236}">
                <a16:creationId xmlns:a16="http://schemas.microsoft.com/office/drawing/2014/main" id="{7CF99356-35BD-4FA1-8D35-3BD3165FCC5A}"/>
              </a:ext>
            </a:extLst>
          </p:cNvPr>
          <p:cNvSpPr>
            <a:spLocks noGrp="1"/>
          </p:cNvSpPr>
          <p:nvPr/>
        </p:nvSpPr>
        <p:spPr>
          <a:xfrm>
            <a:off x="697869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5" name="A1_bar_GT_11831">
            <a:extLst>
              <a:ext uri="{FF2B5EF4-FFF2-40B4-BE49-F238E27FC236}">
                <a16:creationId xmlns:a16="http://schemas.microsoft.com/office/drawing/2014/main" id="{4304B7A2-5C51-416D-A7DC-9414CC0A22D1}"/>
              </a:ext>
            </a:extLst>
          </p:cNvPr>
          <p:cNvSpPr>
            <a:spLocks noGrp="1"/>
          </p:cNvSpPr>
          <p:nvPr/>
        </p:nvSpPr>
        <p:spPr>
          <a:xfrm>
            <a:off x="701947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6" name="A1_bar_GT_11832">
            <a:extLst>
              <a:ext uri="{FF2B5EF4-FFF2-40B4-BE49-F238E27FC236}">
                <a16:creationId xmlns:a16="http://schemas.microsoft.com/office/drawing/2014/main" id="{20EED37E-6FB0-46BE-9FF2-6D2D0A430BD8}"/>
              </a:ext>
            </a:extLst>
          </p:cNvPr>
          <p:cNvSpPr>
            <a:spLocks noGrp="1"/>
          </p:cNvSpPr>
          <p:nvPr/>
        </p:nvSpPr>
        <p:spPr>
          <a:xfrm>
            <a:off x="68541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7" name="A1_bar_GT_11833">
            <a:extLst>
              <a:ext uri="{FF2B5EF4-FFF2-40B4-BE49-F238E27FC236}">
                <a16:creationId xmlns:a16="http://schemas.microsoft.com/office/drawing/2014/main" id="{50712B94-B834-41E4-9F40-9E218388925B}"/>
              </a:ext>
            </a:extLst>
          </p:cNvPr>
          <p:cNvSpPr>
            <a:spLocks noGrp="1"/>
          </p:cNvSpPr>
          <p:nvPr/>
        </p:nvSpPr>
        <p:spPr>
          <a:xfrm>
            <a:off x="6904115" y="54059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8" name="A1_bar_GT_11834">
            <a:extLst>
              <a:ext uri="{FF2B5EF4-FFF2-40B4-BE49-F238E27FC236}">
                <a16:creationId xmlns:a16="http://schemas.microsoft.com/office/drawing/2014/main" id="{2310C744-9DCC-4C43-8128-9AA3C1F7F9BD}"/>
              </a:ext>
            </a:extLst>
          </p:cNvPr>
          <p:cNvSpPr>
            <a:spLocks noGrp="1"/>
          </p:cNvSpPr>
          <p:nvPr/>
        </p:nvSpPr>
        <p:spPr>
          <a:xfrm>
            <a:off x="7039866" y="44775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9" name="A1_bar_GT_11835">
            <a:extLst>
              <a:ext uri="{FF2B5EF4-FFF2-40B4-BE49-F238E27FC236}">
                <a16:creationId xmlns:a16="http://schemas.microsoft.com/office/drawing/2014/main" id="{732C40CC-9FDA-4CA5-BFFA-A359C76CBC7A}"/>
              </a:ext>
            </a:extLst>
          </p:cNvPr>
          <p:cNvSpPr>
            <a:spLocks noGrp="1"/>
          </p:cNvSpPr>
          <p:nvPr/>
        </p:nvSpPr>
        <p:spPr>
          <a:xfrm>
            <a:off x="7066661" y="43493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0" name="A1_bar_GT_11836">
            <a:extLst>
              <a:ext uri="{FF2B5EF4-FFF2-40B4-BE49-F238E27FC236}">
                <a16:creationId xmlns:a16="http://schemas.microsoft.com/office/drawing/2014/main" id="{1B6A0B1A-2A12-46DE-B35F-C8CCEE7C3C1B}"/>
              </a:ext>
            </a:extLst>
          </p:cNvPr>
          <p:cNvSpPr>
            <a:spLocks noGrp="1"/>
          </p:cNvSpPr>
          <p:nvPr/>
        </p:nvSpPr>
        <p:spPr>
          <a:xfrm>
            <a:off x="70893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1" name="A1_bar_GT_11837">
            <a:extLst>
              <a:ext uri="{FF2B5EF4-FFF2-40B4-BE49-F238E27FC236}">
                <a16:creationId xmlns:a16="http://schemas.microsoft.com/office/drawing/2014/main" id="{EB5182C7-9A82-4FD0-8F60-6CF5E584A150}"/>
              </a:ext>
            </a:extLst>
          </p:cNvPr>
          <p:cNvSpPr>
            <a:spLocks noGrp="1"/>
          </p:cNvSpPr>
          <p:nvPr/>
        </p:nvSpPr>
        <p:spPr>
          <a:xfrm>
            <a:off x="687216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2" name="A1_bar_GT_11838">
            <a:extLst>
              <a:ext uri="{FF2B5EF4-FFF2-40B4-BE49-F238E27FC236}">
                <a16:creationId xmlns:a16="http://schemas.microsoft.com/office/drawing/2014/main" id="{38D676BD-E36C-494B-A628-0B0DC04AD20D}"/>
              </a:ext>
            </a:extLst>
          </p:cNvPr>
          <p:cNvSpPr>
            <a:spLocks noGrp="1"/>
          </p:cNvSpPr>
          <p:nvPr/>
        </p:nvSpPr>
        <p:spPr>
          <a:xfrm>
            <a:off x="689924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3" name="A1_bar_GT_11839">
            <a:extLst>
              <a:ext uri="{FF2B5EF4-FFF2-40B4-BE49-F238E27FC236}">
                <a16:creationId xmlns:a16="http://schemas.microsoft.com/office/drawing/2014/main" id="{06119033-7946-4F38-B361-932AD43E059C}"/>
              </a:ext>
            </a:extLst>
          </p:cNvPr>
          <p:cNvSpPr>
            <a:spLocks noGrp="1"/>
          </p:cNvSpPr>
          <p:nvPr/>
        </p:nvSpPr>
        <p:spPr>
          <a:xfrm>
            <a:off x="691270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4" name="A1_bar_GT_11840">
            <a:extLst>
              <a:ext uri="{FF2B5EF4-FFF2-40B4-BE49-F238E27FC236}">
                <a16:creationId xmlns:a16="http://schemas.microsoft.com/office/drawing/2014/main" id="{DB2615BB-7ABA-4603-8284-1BDE66A5EA84}"/>
              </a:ext>
            </a:extLst>
          </p:cNvPr>
          <p:cNvSpPr>
            <a:spLocks noGrp="1"/>
          </p:cNvSpPr>
          <p:nvPr/>
        </p:nvSpPr>
        <p:spPr>
          <a:xfrm>
            <a:off x="700306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5" name="A1_bar_GT_11841">
            <a:extLst>
              <a:ext uri="{FF2B5EF4-FFF2-40B4-BE49-F238E27FC236}">
                <a16:creationId xmlns:a16="http://schemas.microsoft.com/office/drawing/2014/main" id="{0981F4C1-94EE-43A9-A8F3-8231C0A6D74B}"/>
              </a:ext>
            </a:extLst>
          </p:cNvPr>
          <p:cNvSpPr>
            <a:spLocks noGrp="1"/>
          </p:cNvSpPr>
          <p:nvPr/>
        </p:nvSpPr>
        <p:spPr>
          <a:xfrm>
            <a:off x="6852032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6" name="A1_bar_GT_11842">
            <a:extLst>
              <a:ext uri="{FF2B5EF4-FFF2-40B4-BE49-F238E27FC236}">
                <a16:creationId xmlns:a16="http://schemas.microsoft.com/office/drawing/2014/main" id="{A2901DD0-782E-4328-804B-32676F485659}"/>
              </a:ext>
            </a:extLst>
          </p:cNvPr>
          <p:cNvSpPr>
            <a:spLocks noGrp="1"/>
          </p:cNvSpPr>
          <p:nvPr/>
        </p:nvSpPr>
        <p:spPr>
          <a:xfrm>
            <a:off x="704733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7" name="A1_bar_GT_11843">
            <a:extLst>
              <a:ext uri="{FF2B5EF4-FFF2-40B4-BE49-F238E27FC236}">
                <a16:creationId xmlns:a16="http://schemas.microsoft.com/office/drawing/2014/main" id="{5BDDC203-5C54-4CCC-90E0-0ED0792FE042}"/>
              </a:ext>
            </a:extLst>
          </p:cNvPr>
          <p:cNvSpPr>
            <a:spLocks noGrp="1"/>
          </p:cNvSpPr>
          <p:nvPr/>
        </p:nvSpPr>
        <p:spPr>
          <a:xfrm>
            <a:off x="707168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8" name="A1_bar_GT_11844">
            <a:extLst>
              <a:ext uri="{FF2B5EF4-FFF2-40B4-BE49-F238E27FC236}">
                <a16:creationId xmlns:a16="http://schemas.microsoft.com/office/drawing/2014/main" id="{0D9447D1-E822-4F6E-B2F2-40EC40745E88}"/>
              </a:ext>
            </a:extLst>
          </p:cNvPr>
          <p:cNvSpPr>
            <a:spLocks noGrp="1"/>
          </p:cNvSpPr>
          <p:nvPr/>
        </p:nvSpPr>
        <p:spPr>
          <a:xfrm>
            <a:off x="70453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9" name="A1_bar_GT_11845">
            <a:extLst>
              <a:ext uri="{FF2B5EF4-FFF2-40B4-BE49-F238E27FC236}">
                <a16:creationId xmlns:a16="http://schemas.microsoft.com/office/drawing/2014/main" id="{64095EAD-BA7A-4216-A036-09D775D269A0}"/>
              </a:ext>
            </a:extLst>
          </p:cNvPr>
          <p:cNvSpPr>
            <a:spLocks noGrp="1"/>
          </p:cNvSpPr>
          <p:nvPr/>
        </p:nvSpPr>
        <p:spPr>
          <a:xfrm>
            <a:off x="704185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0" name="A1_bar_GT_11846">
            <a:extLst>
              <a:ext uri="{FF2B5EF4-FFF2-40B4-BE49-F238E27FC236}">
                <a16:creationId xmlns:a16="http://schemas.microsoft.com/office/drawing/2014/main" id="{AD59B4A9-E282-42BC-A072-FBF8993F6C8B}"/>
              </a:ext>
            </a:extLst>
          </p:cNvPr>
          <p:cNvSpPr>
            <a:spLocks noGrp="1"/>
          </p:cNvSpPr>
          <p:nvPr/>
        </p:nvSpPr>
        <p:spPr>
          <a:xfrm>
            <a:off x="6949601" y="51773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1" name="A1_bar_GT_11847">
            <a:extLst>
              <a:ext uri="{FF2B5EF4-FFF2-40B4-BE49-F238E27FC236}">
                <a16:creationId xmlns:a16="http://schemas.microsoft.com/office/drawing/2014/main" id="{D952B181-F472-487C-8C15-1CAAA48FE53C}"/>
              </a:ext>
            </a:extLst>
          </p:cNvPr>
          <p:cNvSpPr>
            <a:spLocks noGrp="1"/>
          </p:cNvSpPr>
          <p:nvPr/>
        </p:nvSpPr>
        <p:spPr>
          <a:xfrm>
            <a:off x="6988608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2" name="A1_bar_GT_11848">
            <a:extLst>
              <a:ext uri="{FF2B5EF4-FFF2-40B4-BE49-F238E27FC236}">
                <a16:creationId xmlns:a16="http://schemas.microsoft.com/office/drawing/2014/main" id="{9DE4C22D-C4E6-4B4A-BD3F-43BFC71F65E8}"/>
              </a:ext>
            </a:extLst>
          </p:cNvPr>
          <p:cNvSpPr>
            <a:spLocks noGrp="1"/>
          </p:cNvSpPr>
          <p:nvPr/>
        </p:nvSpPr>
        <p:spPr>
          <a:xfrm>
            <a:off x="702479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3" name="A1_bar_GT_11849">
            <a:extLst>
              <a:ext uri="{FF2B5EF4-FFF2-40B4-BE49-F238E27FC236}">
                <a16:creationId xmlns:a16="http://schemas.microsoft.com/office/drawing/2014/main" id="{2154C0B9-3546-4A6E-B3AD-01FA283036AD}"/>
              </a:ext>
            </a:extLst>
          </p:cNvPr>
          <p:cNvSpPr>
            <a:spLocks noGrp="1"/>
          </p:cNvSpPr>
          <p:nvPr/>
        </p:nvSpPr>
        <p:spPr>
          <a:xfrm>
            <a:off x="6904283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4" name="A1_bar_GT_11850">
            <a:extLst>
              <a:ext uri="{FF2B5EF4-FFF2-40B4-BE49-F238E27FC236}">
                <a16:creationId xmlns:a16="http://schemas.microsoft.com/office/drawing/2014/main" id="{4AA3A0F6-33D5-4414-A2EA-0511E3422628}"/>
              </a:ext>
            </a:extLst>
          </p:cNvPr>
          <p:cNvSpPr>
            <a:spLocks noGrp="1"/>
          </p:cNvSpPr>
          <p:nvPr/>
        </p:nvSpPr>
        <p:spPr>
          <a:xfrm>
            <a:off x="6894058" y="56591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5" name="A1_bar_GT_11851">
            <a:extLst>
              <a:ext uri="{FF2B5EF4-FFF2-40B4-BE49-F238E27FC236}">
                <a16:creationId xmlns:a16="http://schemas.microsoft.com/office/drawing/2014/main" id="{24DD7D64-6A9E-4793-AB4A-0B4B427475A8}"/>
              </a:ext>
            </a:extLst>
          </p:cNvPr>
          <p:cNvSpPr>
            <a:spLocks noGrp="1"/>
          </p:cNvSpPr>
          <p:nvPr/>
        </p:nvSpPr>
        <p:spPr>
          <a:xfrm>
            <a:off x="696948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6" name="A1_bar_GT_11852">
            <a:extLst>
              <a:ext uri="{FF2B5EF4-FFF2-40B4-BE49-F238E27FC236}">
                <a16:creationId xmlns:a16="http://schemas.microsoft.com/office/drawing/2014/main" id="{E1C93BE3-0509-4A65-80CE-799B955737A2}"/>
              </a:ext>
            </a:extLst>
          </p:cNvPr>
          <p:cNvSpPr>
            <a:spLocks noGrp="1"/>
          </p:cNvSpPr>
          <p:nvPr/>
        </p:nvSpPr>
        <p:spPr>
          <a:xfrm>
            <a:off x="70193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7" name="A1_bar_GT_11853">
            <a:extLst>
              <a:ext uri="{FF2B5EF4-FFF2-40B4-BE49-F238E27FC236}">
                <a16:creationId xmlns:a16="http://schemas.microsoft.com/office/drawing/2014/main" id="{C3A4A998-455E-4634-BE82-D544EDB1080A}"/>
              </a:ext>
            </a:extLst>
          </p:cNvPr>
          <p:cNvSpPr>
            <a:spLocks noGrp="1"/>
          </p:cNvSpPr>
          <p:nvPr/>
        </p:nvSpPr>
        <p:spPr>
          <a:xfrm>
            <a:off x="69195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8" name="A1_bar_GT_11854">
            <a:extLst>
              <a:ext uri="{FF2B5EF4-FFF2-40B4-BE49-F238E27FC236}">
                <a16:creationId xmlns:a16="http://schemas.microsoft.com/office/drawing/2014/main" id="{691377CD-C94A-45C8-B439-05AA646440C4}"/>
              </a:ext>
            </a:extLst>
          </p:cNvPr>
          <p:cNvSpPr>
            <a:spLocks noGrp="1"/>
          </p:cNvSpPr>
          <p:nvPr/>
        </p:nvSpPr>
        <p:spPr>
          <a:xfrm>
            <a:off x="70986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9" name="A1_bar_GT_11855">
            <a:extLst>
              <a:ext uri="{FF2B5EF4-FFF2-40B4-BE49-F238E27FC236}">
                <a16:creationId xmlns:a16="http://schemas.microsoft.com/office/drawing/2014/main" id="{E36DA638-58FC-4758-A270-7EF16C5FE589}"/>
              </a:ext>
            </a:extLst>
          </p:cNvPr>
          <p:cNvSpPr>
            <a:spLocks noGrp="1"/>
          </p:cNvSpPr>
          <p:nvPr/>
        </p:nvSpPr>
        <p:spPr>
          <a:xfrm>
            <a:off x="7093408" y="503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0" name="A1_bar_GT_11856">
            <a:extLst>
              <a:ext uri="{FF2B5EF4-FFF2-40B4-BE49-F238E27FC236}">
                <a16:creationId xmlns:a16="http://schemas.microsoft.com/office/drawing/2014/main" id="{A0739398-2BB7-4000-AB77-FD882141ADB3}"/>
              </a:ext>
            </a:extLst>
          </p:cNvPr>
          <p:cNvSpPr>
            <a:spLocks noGrp="1"/>
          </p:cNvSpPr>
          <p:nvPr/>
        </p:nvSpPr>
        <p:spPr>
          <a:xfrm>
            <a:off x="685541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1" name="A1_bar_GT_11857">
            <a:extLst>
              <a:ext uri="{FF2B5EF4-FFF2-40B4-BE49-F238E27FC236}">
                <a16:creationId xmlns:a16="http://schemas.microsoft.com/office/drawing/2014/main" id="{C87D8467-9495-4689-B788-AD9ECA0AAA75}"/>
              </a:ext>
            </a:extLst>
          </p:cNvPr>
          <p:cNvSpPr>
            <a:spLocks noGrp="1"/>
          </p:cNvSpPr>
          <p:nvPr/>
        </p:nvSpPr>
        <p:spPr>
          <a:xfrm>
            <a:off x="7050772" y="58224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2" name="A1_bar_GT_11858">
            <a:extLst>
              <a:ext uri="{FF2B5EF4-FFF2-40B4-BE49-F238E27FC236}">
                <a16:creationId xmlns:a16="http://schemas.microsoft.com/office/drawing/2014/main" id="{4F793318-170C-4E93-BBF6-EA4067EE6C4C}"/>
              </a:ext>
            </a:extLst>
          </p:cNvPr>
          <p:cNvSpPr>
            <a:spLocks noGrp="1"/>
          </p:cNvSpPr>
          <p:nvPr/>
        </p:nvSpPr>
        <p:spPr>
          <a:xfrm>
            <a:off x="70508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3" name="A1_bar_GT_11859">
            <a:extLst>
              <a:ext uri="{FF2B5EF4-FFF2-40B4-BE49-F238E27FC236}">
                <a16:creationId xmlns:a16="http://schemas.microsoft.com/office/drawing/2014/main" id="{960EF46D-4464-4C31-A1E1-6D937CA12CBD}"/>
              </a:ext>
            </a:extLst>
          </p:cNvPr>
          <p:cNvSpPr>
            <a:spLocks noGrp="1"/>
          </p:cNvSpPr>
          <p:nvPr/>
        </p:nvSpPr>
        <p:spPr>
          <a:xfrm>
            <a:off x="694557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4" name="A1_bar_GT_11860">
            <a:extLst>
              <a:ext uri="{FF2B5EF4-FFF2-40B4-BE49-F238E27FC236}">
                <a16:creationId xmlns:a16="http://schemas.microsoft.com/office/drawing/2014/main" id="{302C1B2B-AA08-4BD4-A8A5-C2F7FBC46712}"/>
              </a:ext>
            </a:extLst>
          </p:cNvPr>
          <p:cNvSpPr>
            <a:spLocks noGrp="1"/>
          </p:cNvSpPr>
          <p:nvPr/>
        </p:nvSpPr>
        <p:spPr>
          <a:xfrm>
            <a:off x="6873782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5" name="A1_bar_GT_11861">
            <a:extLst>
              <a:ext uri="{FF2B5EF4-FFF2-40B4-BE49-F238E27FC236}">
                <a16:creationId xmlns:a16="http://schemas.microsoft.com/office/drawing/2014/main" id="{40F5EC97-9F04-44FA-BD7E-13C198EAC778}"/>
              </a:ext>
            </a:extLst>
          </p:cNvPr>
          <p:cNvSpPr>
            <a:spLocks noGrp="1"/>
          </p:cNvSpPr>
          <p:nvPr/>
        </p:nvSpPr>
        <p:spPr>
          <a:xfrm>
            <a:off x="69832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6" name="A1_bar_GT_11862">
            <a:extLst>
              <a:ext uri="{FF2B5EF4-FFF2-40B4-BE49-F238E27FC236}">
                <a16:creationId xmlns:a16="http://schemas.microsoft.com/office/drawing/2014/main" id="{1AA7C54C-9705-46C5-B7D1-3BC0CB5B80BC}"/>
              </a:ext>
            </a:extLst>
          </p:cNvPr>
          <p:cNvSpPr>
            <a:spLocks noGrp="1"/>
          </p:cNvSpPr>
          <p:nvPr/>
        </p:nvSpPr>
        <p:spPr>
          <a:xfrm>
            <a:off x="691893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7" name="A1_bar_GT_11863">
            <a:extLst>
              <a:ext uri="{FF2B5EF4-FFF2-40B4-BE49-F238E27FC236}">
                <a16:creationId xmlns:a16="http://schemas.microsoft.com/office/drawing/2014/main" id="{A7BB7FE6-194D-4F60-9CEA-222886A832AC}"/>
              </a:ext>
            </a:extLst>
          </p:cNvPr>
          <p:cNvSpPr>
            <a:spLocks noGrp="1"/>
          </p:cNvSpPr>
          <p:nvPr/>
        </p:nvSpPr>
        <p:spPr>
          <a:xfrm>
            <a:off x="695826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8" name="A1_bar_GT_11864">
            <a:extLst>
              <a:ext uri="{FF2B5EF4-FFF2-40B4-BE49-F238E27FC236}">
                <a16:creationId xmlns:a16="http://schemas.microsoft.com/office/drawing/2014/main" id="{1A6AEA63-10AC-4786-802D-97FB6F2B4F2A}"/>
              </a:ext>
            </a:extLst>
          </p:cNvPr>
          <p:cNvSpPr>
            <a:spLocks noGrp="1"/>
          </p:cNvSpPr>
          <p:nvPr/>
        </p:nvSpPr>
        <p:spPr>
          <a:xfrm>
            <a:off x="70503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9" name="A1_bar_GT_11865">
            <a:extLst>
              <a:ext uri="{FF2B5EF4-FFF2-40B4-BE49-F238E27FC236}">
                <a16:creationId xmlns:a16="http://schemas.microsoft.com/office/drawing/2014/main" id="{DB3BB0E6-417C-4407-8D6C-D2157E03816B}"/>
              </a:ext>
            </a:extLst>
          </p:cNvPr>
          <p:cNvSpPr>
            <a:spLocks noGrp="1"/>
          </p:cNvSpPr>
          <p:nvPr/>
        </p:nvSpPr>
        <p:spPr>
          <a:xfrm>
            <a:off x="699286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0" name="A1_bar_GT_11866">
            <a:extLst>
              <a:ext uri="{FF2B5EF4-FFF2-40B4-BE49-F238E27FC236}">
                <a16:creationId xmlns:a16="http://schemas.microsoft.com/office/drawing/2014/main" id="{8F163593-3852-4EB3-AA69-2618165EC054}"/>
              </a:ext>
            </a:extLst>
          </p:cNvPr>
          <p:cNvSpPr>
            <a:spLocks noGrp="1"/>
          </p:cNvSpPr>
          <p:nvPr/>
        </p:nvSpPr>
        <p:spPr>
          <a:xfrm>
            <a:off x="6947099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1" name="A1_bar_GT_11867">
            <a:extLst>
              <a:ext uri="{FF2B5EF4-FFF2-40B4-BE49-F238E27FC236}">
                <a16:creationId xmlns:a16="http://schemas.microsoft.com/office/drawing/2014/main" id="{76EAEA70-8081-46BF-A054-8D64D88A1837}"/>
              </a:ext>
            </a:extLst>
          </p:cNvPr>
          <p:cNvSpPr>
            <a:spLocks noGrp="1"/>
          </p:cNvSpPr>
          <p:nvPr/>
        </p:nvSpPr>
        <p:spPr>
          <a:xfrm>
            <a:off x="7017099" y="6045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2" name="A1_bar_GT_11868">
            <a:extLst>
              <a:ext uri="{FF2B5EF4-FFF2-40B4-BE49-F238E27FC236}">
                <a16:creationId xmlns:a16="http://schemas.microsoft.com/office/drawing/2014/main" id="{8EEF2AA1-AEBA-454B-B336-F368D08266E0}"/>
              </a:ext>
            </a:extLst>
          </p:cNvPr>
          <p:cNvSpPr>
            <a:spLocks noGrp="1"/>
          </p:cNvSpPr>
          <p:nvPr/>
        </p:nvSpPr>
        <p:spPr>
          <a:xfrm>
            <a:off x="69914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3" name="A1_bar_GT_11869">
            <a:extLst>
              <a:ext uri="{FF2B5EF4-FFF2-40B4-BE49-F238E27FC236}">
                <a16:creationId xmlns:a16="http://schemas.microsoft.com/office/drawing/2014/main" id="{84C0552E-1D32-4A2A-A1C3-C514605C2AB7}"/>
              </a:ext>
            </a:extLst>
          </p:cNvPr>
          <p:cNvSpPr>
            <a:spLocks noGrp="1"/>
          </p:cNvSpPr>
          <p:nvPr/>
        </p:nvSpPr>
        <p:spPr>
          <a:xfrm>
            <a:off x="704465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4" name="A1_bar_GT_11870">
            <a:extLst>
              <a:ext uri="{FF2B5EF4-FFF2-40B4-BE49-F238E27FC236}">
                <a16:creationId xmlns:a16="http://schemas.microsoft.com/office/drawing/2014/main" id="{39DA566C-B999-463E-ABCA-0F304DB6E8BB}"/>
              </a:ext>
            </a:extLst>
          </p:cNvPr>
          <p:cNvSpPr>
            <a:spLocks noGrp="1"/>
          </p:cNvSpPr>
          <p:nvPr/>
        </p:nvSpPr>
        <p:spPr>
          <a:xfrm>
            <a:off x="7085305" y="56607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5" name="A1_bar_GT_11871">
            <a:extLst>
              <a:ext uri="{FF2B5EF4-FFF2-40B4-BE49-F238E27FC236}">
                <a16:creationId xmlns:a16="http://schemas.microsoft.com/office/drawing/2014/main" id="{6AADD36B-DCDE-46A9-8CD1-22A053F66EAC}"/>
              </a:ext>
            </a:extLst>
          </p:cNvPr>
          <p:cNvSpPr>
            <a:spLocks noGrp="1"/>
          </p:cNvSpPr>
          <p:nvPr/>
        </p:nvSpPr>
        <p:spPr>
          <a:xfrm>
            <a:off x="690313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6" name="A1_bar_GT_11872">
            <a:extLst>
              <a:ext uri="{FF2B5EF4-FFF2-40B4-BE49-F238E27FC236}">
                <a16:creationId xmlns:a16="http://schemas.microsoft.com/office/drawing/2014/main" id="{57293C19-6BED-4970-802F-15F6EBD746A6}"/>
              </a:ext>
            </a:extLst>
          </p:cNvPr>
          <p:cNvSpPr>
            <a:spLocks noGrp="1"/>
          </p:cNvSpPr>
          <p:nvPr/>
        </p:nvSpPr>
        <p:spPr>
          <a:xfrm>
            <a:off x="69782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7" name="A1_bar_GT_11873">
            <a:extLst>
              <a:ext uri="{FF2B5EF4-FFF2-40B4-BE49-F238E27FC236}">
                <a16:creationId xmlns:a16="http://schemas.microsoft.com/office/drawing/2014/main" id="{94B5BE15-335B-4483-8734-3770CF78EB56}"/>
              </a:ext>
            </a:extLst>
          </p:cNvPr>
          <p:cNvSpPr>
            <a:spLocks noGrp="1"/>
          </p:cNvSpPr>
          <p:nvPr/>
        </p:nvSpPr>
        <p:spPr>
          <a:xfrm>
            <a:off x="706997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8" name="A1_bar_GT_11874">
            <a:extLst>
              <a:ext uri="{FF2B5EF4-FFF2-40B4-BE49-F238E27FC236}">
                <a16:creationId xmlns:a16="http://schemas.microsoft.com/office/drawing/2014/main" id="{0F7D622F-8C39-4984-AA64-FEBA127E354E}"/>
              </a:ext>
            </a:extLst>
          </p:cNvPr>
          <p:cNvSpPr>
            <a:spLocks noGrp="1"/>
          </p:cNvSpPr>
          <p:nvPr/>
        </p:nvSpPr>
        <p:spPr>
          <a:xfrm>
            <a:off x="6903587" y="56082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9" name="A1_bar_GT_11875">
            <a:extLst>
              <a:ext uri="{FF2B5EF4-FFF2-40B4-BE49-F238E27FC236}">
                <a16:creationId xmlns:a16="http://schemas.microsoft.com/office/drawing/2014/main" id="{7B691A04-7033-4BDB-AE1E-C79249A5BA8F}"/>
              </a:ext>
            </a:extLst>
          </p:cNvPr>
          <p:cNvSpPr>
            <a:spLocks noGrp="1"/>
          </p:cNvSpPr>
          <p:nvPr/>
        </p:nvSpPr>
        <p:spPr>
          <a:xfrm>
            <a:off x="703244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0" name="A1_bar_GT_11876">
            <a:extLst>
              <a:ext uri="{FF2B5EF4-FFF2-40B4-BE49-F238E27FC236}">
                <a16:creationId xmlns:a16="http://schemas.microsoft.com/office/drawing/2014/main" id="{31470B07-4F93-439F-84B8-14D7A54573FD}"/>
              </a:ext>
            </a:extLst>
          </p:cNvPr>
          <p:cNvSpPr>
            <a:spLocks noGrp="1"/>
          </p:cNvSpPr>
          <p:nvPr/>
        </p:nvSpPr>
        <p:spPr>
          <a:xfrm>
            <a:off x="68770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1" name="A1_bar_GT_11877">
            <a:extLst>
              <a:ext uri="{FF2B5EF4-FFF2-40B4-BE49-F238E27FC236}">
                <a16:creationId xmlns:a16="http://schemas.microsoft.com/office/drawing/2014/main" id="{38A2CC8A-9564-453A-A1E9-EFD5E7316C11}"/>
              </a:ext>
            </a:extLst>
          </p:cNvPr>
          <p:cNvSpPr>
            <a:spLocks noGrp="1"/>
          </p:cNvSpPr>
          <p:nvPr/>
        </p:nvSpPr>
        <p:spPr>
          <a:xfrm>
            <a:off x="694039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2" name="A1_bar_GT_11878">
            <a:extLst>
              <a:ext uri="{FF2B5EF4-FFF2-40B4-BE49-F238E27FC236}">
                <a16:creationId xmlns:a16="http://schemas.microsoft.com/office/drawing/2014/main" id="{AC3C9AF8-709B-4FF3-87DD-FDDCA995E7BA}"/>
              </a:ext>
            </a:extLst>
          </p:cNvPr>
          <p:cNvSpPr>
            <a:spLocks noGrp="1"/>
          </p:cNvSpPr>
          <p:nvPr/>
        </p:nvSpPr>
        <p:spPr>
          <a:xfrm>
            <a:off x="7080359" y="60270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3" name="A1_bar_GT_11879">
            <a:extLst>
              <a:ext uri="{FF2B5EF4-FFF2-40B4-BE49-F238E27FC236}">
                <a16:creationId xmlns:a16="http://schemas.microsoft.com/office/drawing/2014/main" id="{5A1082CE-161B-444C-96C5-7BC4F7510FDC}"/>
              </a:ext>
            </a:extLst>
          </p:cNvPr>
          <p:cNvSpPr>
            <a:spLocks noGrp="1"/>
          </p:cNvSpPr>
          <p:nvPr/>
        </p:nvSpPr>
        <p:spPr>
          <a:xfrm>
            <a:off x="69001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4" name="A1_bar_GT_11880">
            <a:extLst>
              <a:ext uri="{FF2B5EF4-FFF2-40B4-BE49-F238E27FC236}">
                <a16:creationId xmlns:a16="http://schemas.microsoft.com/office/drawing/2014/main" id="{6A197DD4-3353-43AD-944E-ECC4662E0752}"/>
              </a:ext>
            </a:extLst>
          </p:cNvPr>
          <p:cNvSpPr>
            <a:spLocks noGrp="1"/>
          </p:cNvSpPr>
          <p:nvPr/>
        </p:nvSpPr>
        <p:spPr>
          <a:xfrm>
            <a:off x="6954337" y="597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5" name="A1_bar_GT_11881">
            <a:extLst>
              <a:ext uri="{FF2B5EF4-FFF2-40B4-BE49-F238E27FC236}">
                <a16:creationId xmlns:a16="http://schemas.microsoft.com/office/drawing/2014/main" id="{11DBF669-5D7D-48CF-A8B0-C06D797DA3EF}"/>
              </a:ext>
            </a:extLst>
          </p:cNvPr>
          <p:cNvSpPr>
            <a:spLocks noGrp="1"/>
          </p:cNvSpPr>
          <p:nvPr/>
        </p:nvSpPr>
        <p:spPr>
          <a:xfrm>
            <a:off x="69262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6" name="A1_bar_GT_11882">
            <a:extLst>
              <a:ext uri="{FF2B5EF4-FFF2-40B4-BE49-F238E27FC236}">
                <a16:creationId xmlns:a16="http://schemas.microsoft.com/office/drawing/2014/main" id="{DE7E9BF2-A4D3-4DD2-840A-93A9852F55DF}"/>
              </a:ext>
            </a:extLst>
          </p:cNvPr>
          <p:cNvSpPr>
            <a:spLocks noGrp="1"/>
          </p:cNvSpPr>
          <p:nvPr/>
        </p:nvSpPr>
        <p:spPr>
          <a:xfrm>
            <a:off x="6869796" y="52594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7" name="A1_bar_GT_11883">
            <a:extLst>
              <a:ext uri="{FF2B5EF4-FFF2-40B4-BE49-F238E27FC236}">
                <a16:creationId xmlns:a16="http://schemas.microsoft.com/office/drawing/2014/main" id="{00EDEE56-4CE6-498B-9706-2CB1D6B5637A}"/>
              </a:ext>
            </a:extLst>
          </p:cNvPr>
          <p:cNvSpPr>
            <a:spLocks noGrp="1"/>
          </p:cNvSpPr>
          <p:nvPr/>
        </p:nvSpPr>
        <p:spPr>
          <a:xfrm>
            <a:off x="70502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8" name="A1_bar_GT_11884">
            <a:extLst>
              <a:ext uri="{FF2B5EF4-FFF2-40B4-BE49-F238E27FC236}">
                <a16:creationId xmlns:a16="http://schemas.microsoft.com/office/drawing/2014/main" id="{C19D508A-85DD-4529-9B8C-B9AECECCA097}"/>
              </a:ext>
            </a:extLst>
          </p:cNvPr>
          <p:cNvSpPr>
            <a:spLocks noGrp="1"/>
          </p:cNvSpPr>
          <p:nvPr/>
        </p:nvSpPr>
        <p:spPr>
          <a:xfrm>
            <a:off x="709245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9" name="A1_bar_GT_11885">
            <a:extLst>
              <a:ext uri="{FF2B5EF4-FFF2-40B4-BE49-F238E27FC236}">
                <a16:creationId xmlns:a16="http://schemas.microsoft.com/office/drawing/2014/main" id="{1A6D6D6C-CE2E-4999-B812-E28FE875BBFB}"/>
              </a:ext>
            </a:extLst>
          </p:cNvPr>
          <p:cNvSpPr>
            <a:spLocks noGrp="1"/>
          </p:cNvSpPr>
          <p:nvPr/>
        </p:nvSpPr>
        <p:spPr>
          <a:xfrm>
            <a:off x="69214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0" name="A1_bar_GT_11886">
            <a:extLst>
              <a:ext uri="{FF2B5EF4-FFF2-40B4-BE49-F238E27FC236}">
                <a16:creationId xmlns:a16="http://schemas.microsoft.com/office/drawing/2014/main" id="{1320B1EB-7023-48C7-92C9-C63306263DB9}"/>
              </a:ext>
            </a:extLst>
          </p:cNvPr>
          <p:cNvSpPr>
            <a:spLocks noGrp="1"/>
          </p:cNvSpPr>
          <p:nvPr/>
        </p:nvSpPr>
        <p:spPr>
          <a:xfrm>
            <a:off x="70543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1" name="A1_bar_GT_11887">
            <a:extLst>
              <a:ext uri="{FF2B5EF4-FFF2-40B4-BE49-F238E27FC236}">
                <a16:creationId xmlns:a16="http://schemas.microsoft.com/office/drawing/2014/main" id="{2A3B4E78-E410-49A7-807F-7D5F3D6FE56A}"/>
              </a:ext>
            </a:extLst>
          </p:cNvPr>
          <p:cNvSpPr>
            <a:spLocks noGrp="1"/>
          </p:cNvSpPr>
          <p:nvPr/>
        </p:nvSpPr>
        <p:spPr>
          <a:xfrm>
            <a:off x="6882901" y="54421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2" name="A1_bar_GT_11888">
            <a:extLst>
              <a:ext uri="{FF2B5EF4-FFF2-40B4-BE49-F238E27FC236}">
                <a16:creationId xmlns:a16="http://schemas.microsoft.com/office/drawing/2014/main" id="{C2975C2E-09A9-4F55-82FF-FE27F07717C9}"/>
              </a:ext>
            </a:extLst>
          </p:cNvPr>
          <p:cNvSpPr>
            <a:spLocks noGrp="1"/>
          </p:cNvSpPr>
          <p:nvPr/>
        </p:nvSpPr>
        <p:spPr>
          <a:xfrm>
            <a:off x="69424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3" name="A1_bar_GT_11889">
            <a:extLst>
              <a:ext uri="{FF2B5EF4-FFF2-40B4-BE49-F238E27FC236}">
                <a16:creationId xmlns:a16="http://schemas.microsoft.com/office/drawing/2014/main" id="{D7ABC0B8-04B8-4641-A5E6-B2DF522EC0B9}"/>
              </a:ext>
            </a:extLst>
          </p:cNvPr>
          <p:cNvSpPr>
            <a:spLocks noGrp="1"/>
          </p:cNvSpPr>
          <p:nvPr/>
        </p:nvSpPr>
        <p:spPr>
          <a:xfrm>
            <a:off x="6960338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4" name="A1_bar_GT_11890">
            <a:extLst>
              <a:ext uri="{FF2B5EF4-FFF2-40B4-BE49-F238E27FC236}">
                <a16:creationId xmlns:a16="http://schemas.microsoft.com/office/drawing/2014/main" id="{F8104A2E-8F7D-4721-8E82-88E2DD3D963F}"/>
              </a:ext>
            </a:extLst>
          </p:cNvPr>
          <p:cNvSpPr>
            <a:spLocks noGrp="1"/>
          </p:cNvSpPr>
          <p:nvPr/>
        </p:nvSpPr>
        <p:spPr>
          <a:xfrm>
            <a:off x="70264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5" name="A1_bar_GT_11891">
            <a:extLst>
              <a:ext uri="{FF2B5EF4-FFF2-40B4-BE49-F238E27FC236}">
                <a16:creationId xmlns:a16="http://schemas.microsoft.com/office/drawing/2014/main" id="{28042F5E-145D-46CC-9EAD-5E5D2FDF00F2}"/>
              </a:ext>
            </a:extLst>
          </p:cNvPr>
          <p:cNvSpPr>
            <a:spLocks noGrp="1"/>
          </p:cNvSpPr>
          <p:nvPr/>
        </p:nvSpPr>
        <p:spPr>
          <a:xfrm>
            <a:off x="688362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6" name="A1_bar_GT_11892">
            <a:extLst>
              <a:ext uri="{FF2B5EF4-FFF2-40B4-BE49-F238E27FC236}">
                <a16:creationId xmlns:a16="http://schemas.microsoft.com/office/drawing/2014/main" id="{7D2250C0-F1BA-4333-AF8F-FB06A0B0188B}"/>
              </a:ext>
            </a:extLst>
          </p:cNvPr>
          <p:cNvSpPr>
            <a:spLocks noGrp="1"/>
          </p:cNvSpPr>
          <p:nvPr/>
        </p:nvSpPr>
        <p:spPr>
          <a:xfrm>
            <a:off x="696236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7" name="A1_bar_GT_11893">
            <a:extLst>
              <a:ext uri="{FF2B5EF4-FFF2-40B4-BE49-F238E27FC236}">
                <a16:creationId xmlns:a16="http://schemas.microsoft.com/office/drawing/2014/main" id="{197C3A72-A89F-42B7-9618-1226170A6267}"/>
              </a:ext>
            </a:extLst>
          </p:cNvPr>
          <p:cNvSpPr>
            <a:spLocks noGrp="1"/>
          </p:cNvSpPr>
          <p:nvPr/>
        </p:nvSpPr>
        <p:spPr>
          <a:xfrm>
            <a:off x="7083868" y="43667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8" name="A1_bar_GT_11894">
            <a:extLst>
              <a:ext uri="{FF2B5EF4-FFF2-40B4-BE49-F238E27FC236}">
                <a16:creationId xmlns:a16="http://schemas.microsoft.com/office/drawing/2014/main" id="{1DDE9AAE-8D23-4C3E-8879-9584D54EDA67}"/>
              </a:ext>
            </a:extLst>
          </p:cNvPr>
          <p:cNvSpPr>
            <a:spLocks noGrp="1"/>
          </p:cNvSpPr>
          <p:nvPr/>
        </p:nvSpPr>
        <p:spPr>
          <a:xfrm>
            <a:off x="699324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9" name="A1_bar_GT_11895">
            <a:extLst>
              <a:ext uri="{FF2B5EF4-FFF2-40B4-BE49-F238E27FC236}">
                <a16:creationId xmlns:a16="http://schemas.microsoft.com/office/drawing/2014/main" id="{0C6E6146-6E27-4D48-AF1F-C24E361EFFBE}"/>
              </a:ext>
            </a:extLst>
          </p:cNvPr>
          <p:cNvSpPr>
            <a:spLocks noGrp="1"/>
          </p:cNvSpPr>
          <p:nvPr/>
        </p:nvSpPr>
        <p:spPr>
          <a:xfrm>
            <a:off x="7060371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0" name="A1_bar_GT_11896">
            <a:extLst>
              <a:ext uri="{FF2B5EF4-FFF2-40B4-BE49-F238E27FC236}">
                <a16:creationId xmlns:a16="http://schemas.microsoft.com/office/drawing/2014/main" id="{1C2788D4-80F0-4E16-9AC3-A70E1EABA365}"/>
              </a:ext>
            </a:extLst>
          </p:cNvPr>
          <p:cNvSpPr>
            <a:spLocks noGrp="1"/>
          </p:cNvSpPr>
          <p:nvPr/>
        </p:nvSpPr>
        <p:spPr>
          <a:xfrm>
            <a:off x="69090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1" name="A1_bar_GT_11897">
            <a:extLst>
              <a:ext uri="{FF2B5EF4-FFF2-40B4-BE49-F238E27FC236}">
                <a16:creationId xmlns:a16="http://schemas.microsoft.com/office/drawing/2014/main" id="{ED85DF48-195A-4ACE-AD87-05589F40DC0A}"/>
              </a:ext>
            </a:extLst>
          </p:cNvPr>
          <p:cNvSpPr>
            <a:spLocks noGrp="1"/>
          </p:cNvSpPr>
          <p:nvPr/>
        </p:nvSpPr>
        <p:spPr>
          <a:xfrm>
            <a:off x="700724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2" name="A1_bar_GT_11898">
            <a:extLst>
              <a:ext uri="{FF2B5EF4-FFF2-40B4-BE49-F238E27FC236}">
                <a16:creationId xmlns:a16="http://schemas.microsoft.com/office/drawing/2014/main" id="{11791591-A521-4093-BB39-E04665D6132C}"/>
              </a:ext>
            </a:extLst>
          </p:cNvPr>
          <p:cNvSpPr>
            <a:spLocks noGrp="1"/>
          </p:cNvSpPr>
          <p:nvPr/>
        </p:nvSpPr>
        <p:spPr>
          <a:xfrm>
            <a:off x="687894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3" name="A1_bar_GT_11899">
            <a:extLst>
              <a:ext uri="{FF2B5EF4-FFF2-40B4-BE49-F238E27FC236}">
                <a16:creationId xmlns:a16="http://schemas.microsoft.com/office/drawing/2014/main" id="{C26F5189-0673-4C6D-B200-4629150AE216}"/>
              </a:ext>
            </a:extLst>
          </p:cNvPr>
          <p:cNvSpPr>
            <a:spLocks noGrp="1"/>
          </p:cNvSpPr>
          <p:nvPr/>
        </p:nvSpPr>
        <p:spPr>
          <a:xfrm>
            <a:off x="7034610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4" name="A1_bar_GT_11900">
            <a:extLst>
              <a:ext uri="{FF2B5EF4-FFF2-40B4-BE49-F238E27FC236}">
                <a16:creationId xmlns:a16="http://schemas.microsoft.com/office/drawing/2014/main" id="{0582A92B-12DF-4AC3-8637-1C33B16E9C1B}"/>
              </a:ext>
            </a:extLst>
          </p:cNvPr>
          <p:cNvSpPr>
            <a:spLocks noGrp="1"/>
          </p:cNvSpPr>
          <p:nvPr/>
        </p:nvSpPr>
        <p:spPr>
          <a:xfrm>
            <a:off x="6989326" y="58161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5" name="A1_bar_GT_11901">
            <a:extLst>
              <a:ext uri="{FF2B5EF4-FFF2-40B4-BE49-F238E27FC236}">
                <a16:creationId xmlns:a16="http://schemas.microsoft.com/office/drawing/2014/main" id="{661D1078-C1B7-470A-9EF6-00C9F618F66D}"/>
              </a:ext>
            </a:extLst>
          </p:cNvPr>
          <p:cNvSpPr>
            <a:spLocks noGrp="1"/>
          </p:cNvSpPr>
          <p:nvPr/>
        </p:nvSpPr>
        <p:spPr>
          <a:xfrm>
            <a:off x="70950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6" name="A1_bar_GT_11902">
            <a:extLst>
              <a:ext uri="{FF2B5EF4-FFF2-40B4-BE49-F238E27FC236}">
                <a16:creationId xmlns:a16="http://schemas.microsoft.com/office/drawing/2014/main" id="{A569186D-CD44-4F1E-BAAC-DA153575662C}"/>
              </a:ext>
            </a:extLst>
          </p:cNvPr>
          <p:cNvSpPr>
            <a:spLocks noGrp="1"/>
          </p:cNvSpPr>
          <p:nvPr/>
        </p:nvSpPr>
        <p:spPr>
          <a:xfrm>
            <a:off x="7100790" y="59660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7" name="A1_bar_GT_11903">
            <a:extLst>
              <a:ext uri="{FF2B5EF4-FFF2-40B4-BE49-F238E27FC236}">
                <a16:creationId xmlns:a16="http://schemas.microsoft.com/office/drawing/2014/main" id="{C0D0659D-1874-4010-88AD-3A10CF892525}"/>
              </a:ext>
            </a:extLst>
          </p:cNvPr>
          <p:cNvSpPr>
            <a:spLocks noGrp="1"/>
          </p:cNvSpPr>
          <p:nvPr/>
        </p:nvSpPr>
        <p:spPr>
          <a:xfrm>
            <a:off x="705460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8" name="A1_bar_GT_11904">
            <a:extLst>
              <a:ext uri="{FF2B5EF4-FFF2-40B4-BE49-F238E27FC236}">
                <a16:creationId xmlns:a16="http://schemas.microsoft.com/office/drawing/2014/main" id="{65A37AF4-406C-4DE1-9824-7380F257544A}"/>
              </a:ext>
            </a:extLst>
          </p:cNvPr>
          <p:cNvSpPr>
            <a:spLocks noGrp="1"/>
          </p:cNvSpPr>
          <p:nvPr/>
        </p:nvSpPr>
        <p:spPr>
          <a:xfrm>
            <a:off x="697440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9" name="A1_bar_GT_11905">
            <a:extLst>
              <a:ext uri="{FF2B5EF4-FFF2-40B4-BE49-F238E27FC236}">
                <a16:creationId xmlns:a16="http://schemas.microsoft.com/office/drawing/2014/main" id="{F3259696-BBEA-47EF-A945-428B4DB3B7A0}"/>
              </a:ext>
            </a:extLst>
          </p:cNvPr>
          <p:cNvSpPr>
            <a:spLocks noGrp="1"/>
          </p:cNvSpPr>
          <p:nvPr/>
        </p:nvSpPr>
        <p:spPr>
          <a:xfrm>
            <a:off x="709092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0" name="A1_bar_GT_11906">
            <a:extLst>
              <a:ext uri="{FF2B5EF4-FFF2-40B4-BE49-F238E27FC236}">
                <a16:creationId xmlns:a16="http://schemas.microsoft.com/office/drawing/2014/main" id="{AAF1F6BF-20CA-4A26-89E5-2C69FAC58152}"/>
              </a:ext>
            </a:extLst>
          </p:cNvPr>
          <p:cNvSpPr>
            <a:spLocks noGrp="1"/>
          </p:cNvSpPr>
          <p:nvPr/>
        </p:nvSpPr>
        <p:spPr>
          <a:xfrm>
            <a:off x="707659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1" name="A1_bar_GT_11907">
            <a:extLst>
              <a:ext uri="{FF2B5EF4-FFF2-40B4-BE49-F238E27FC236}">
                <a16:creationId xmlns:a16="http://schemas.microsoft.com/office/drawing/2014/main" id="{604577CB-F708-4A14-B75E-CFEE5B6CABB6}"/>
              </a:ext>
            </a:extLst>
          </p:cNvPr>
          <p:cNvSpPr>
            <a:spLocks noGrp="1"/>
          </p:cNvSpPr>
          <p:nvPr/>
        </p:nvSpPr>
        <p:spPr>
          <a:xfrm>
            <a:off x="6975831" y="39733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2" name="A1_bar_GT_11908">
            <a:extLst>
              <a:ext uri="{FF2B5EF4-FFF2-40B4-BE49-F238E27FC236}">
                <a16:creationId xmlns:a16="http://schemas.microsoft.com/office/drawing/2014/main" id="{7326D2E2-911C-452D-9775-C05AB3B19AD0}"/>
              </a:ext>
            </a:extLst>
          </p:cNvPr>
          <p:cNvSpPr>
            <a:spLocks noGrp="1"/>
          </p:cNvSpPr>
          <p:nvPr/>
        </p:nvSpPr>
        <p:spPr>
          <a:xfrm>
            <a:off x="70834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3" name="A1_bar_GT_11909">
            <a:extLst>
              <a:ext uri="{FF2B5EF4-FFF2-40B4-BE49-F238E27FC236}">
                <a16:creationId xmlns:a16="http://schemas.microsoft.com/office/drawing/2014/main" id="{C1645D7F-EAC7-472B-9AD8-95413168238F}"/>
              </a:ext>
            </a:extLst>
          </p:cNvPr>
          <p:cNvSpPr>
            <a:spLocks noGrp="1"/>
          </p:cNvSpPr>
          <p:nvPr/>
        </p:nvSpPr>
        <p:spPr>
          <a:xfrm>
            <a:off x="69264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4" name="A1_bar_GT_11910">
            <a:extLst>
              <a:ext uri="{FF2B5EF4-FFF2-40B4-BE49-F238E27FC236}">
                <a16:creationId xmlns:a16="http://schemas.microsoft.com/office/drawing/2014/main" id="{998C3FFC-7DA2-4F95-B43F-D3A0EB361659}"/>
              </a:ext>
            </a:extLst>
          </p:cNvPr>
          <p:cNvSpPr>
            <a:spLocks noGrp="1"/>
          </p:cNvSpPr>
          <p:nvPr/>
        </p:nvSpPr>
        <p:spPr>
          <a:xfrm>
            <a:off x="6866963" y="60955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5" name="A1_bar_GT_11911">
            <a:extLst>
              <a:ext uri="{FF2B5EF4-FFF2-40B4-BE49-F238E27FC236}">
                <a16:creationId xmlns:a16="http://schemas.microsoft.com/office/drawing/2014/main" id="{BABB55F0-4493-4D30-B1D6-C3CB9510C6FD}"/>
              </a:ext>
            </a:extLst>
          </p:cNvPr>
          <p:cNvSpPr>
            <a:spLocks noGrp="1"/>
          </p:cNvSpPr>
          <p:nvPr/>
        </p:nvSpPr>
        <p:spPr>
          <a:xfrm>
            <a:off x="70682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6" name="A1_bar_GT_11912">
            <a:extLst>
              <a:ext uri="{FF2B5EF4-FFF2-40B4-BE49-F238E27FC236}">
                <a16:creationId xmlns:a16="http://schemas.microsoft.com/office/drawing/2014/main" id="{FF1BC916-9177-4BEC-8B08-44CD2E90C5B2}"/>
              </a:ext>
            </a:extLst>
          </p:cNvPr>
          <p:cNvSpPr>
            <a:spLocks noGrp="1"/>
          </p:cNvSpPr>
          <p:nvPr/>
        </p:nvSpPr>
        <p:spPr>
          <a:xfrm>
            <a:off x="6864456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7" name="A1_bar_GT_11913">
            <a:extLst>
              <a:ext uri="{FF2B5EF4-FFF2-40B4-BE49-F238E27FC236}">
                <a16:creationId xmlns:a16="http://schemas.microsoft.com/office/drawing/2014/main" id="{18DF3687-FA71-4F02-8C09-006F2BC82DEB}"/>
              </a:ext>
            </a:extLst>
          </p:cNvPr>
          <p:cNvSpPr>
            <a:spLocks noGrp="1"/>
          </p:cNvSpPr>
          <p:nvPr/>
        </p:nvSpPr>
        <p:spPr>
          <a:xfrm>
            <a:off x="848606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8" name="A1_bar_GT_11914">
            <a:extLst>
              <a:ext uri="{FF2B5EF4-FFF2-40B4-BE49-F238E27FC236}">
                <a16:creationId xmlns:a16="http://schemas.microsoft.com/office/drawing/2014/main" id="{3458B762-B74B-4CE3-8712-E4ABD1452CC2}"/>
              </a:ext>
            </a:extLst>
          </p:cNvPr>
          <p:cNvSpPr>
            <a:spLocks noGrp="1"/>
          </p:cNvSpPr>
          <p:nvPr/>
        </p:nvSpPr>
        <p:spPr>
          <a:xfrm>
            <a:off x="86284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9" name="A1_bar_GT_11915">
            <a:extLst>
              <a:ext uri="{FF2B5EF4-FFF2-40B4-BE49-F238E27FC236}">
                <a16:creationId xmlns:a16="http://schemas.microsoft.com/office/drawing/2014/main" id="{E293103E-2613-4F81-8279-C12D9EDB2C29}"/>
              </a:ext>
            </a:extLst>
          </p:cNvPr>
          <p:cNvSpPr>
            <a:spLocks noGrp="1"/>
          </p:cNvSpPr>
          <p:nvPr/>
        </p:nvSpPr>
        <p:spPr>
          <a:xfrm>
            <a:off x="86546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0" name="A1_bar_GT_11916">
            <a:extLst>
              <a:ext uri="{FF2B5EF4-FFF2-40B4-BE49-F238E27FC236}">
                <a16:creationId xmlns:a16="http://schemas.microsoft.com/office/drawing/2014/main" id="{A5DFE687-386E-4B7E-BCC6-4E9E2728C347}"/>
              </a:ext>
            </a:extLst>
          </p:cNvPr>
          <p:cNvSpPr>
            <a:spLocks noGrp="1"/>
          </p:cNvSpPr>
          <p:nvPr/>
        </p:nvSpPr>
        <p:spPr>
          <a:xfrm>
            <a:off x="8491696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1" name="A1_bar_GT_11917">
            <a:extLst>
              <a:ext uri="{FF2B5EF4-FFF2-40B4-BE49-F238E27FC236}">
                <a16:creationId xmlns:a16="http://schemas.microsoft.com/office/drawing/2014/main" id="{FE7BE9AB-07BD-4E9A-A879-2524307F2738}"/>
              </a:ext>
            </a:extLst>
          </p:cNvPr>
          <p:cNvSpPr>
            <a:spLocks noGrp="1"/>
          </p:cNvSpPr>
          <p:nvPr/>
        </p:nvSpPr>
        <p:spPr>
          <a:xfrm>
            <a:off x="8529140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2" name="A1_bar_GT_11918">
            <a:extLst>
              <a:ext uri="{FF2B5EF4-FFF2-40B4-BE49-F238E27FC236}">
                <a16:creationId xmlns:a16="http://schemas.microsoft.com/office/drawing/2014/main" id="{247337C7-91D4-49EE-BAD6-B21C09AAE281}"/>
              </a:ext>
            </a:extLst>
          </p:cNvPr>
          <p:cNvSpPr>
            <a:spLocks noGrp="1"/>
          </p:cNvSpPr>
          <p:nvPr/>
        </p:nvSpPr>
        <p:spPr>
          <a:xfrm>
            <a:off x="85842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3" name="A1_bar_GT_11919">
            <a:extLst>
              <a:ext uri="{FF2B5EF4-FFF2-40B4-BE49-F238E27FC236}">
                <a16:creationId xmlns:a16="http://schemas.microsoft.com/office/drawing/2014/main" id="{8503C74D-2C3C-4552-92E2-4337275482F3}"/>
              </a:ext>
            </a:extLst>
          </p:cNvPr>
          <p:cNvSpPr>
            <a:spLocks noGrp="1"/>
          </p:cNvSpPr>
          <p:nvPr/>
        </p:nvSpPr>
        <p:spPr>
          <a:xfrm>
            <a:off x="8461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4" name="A1_bar_GT_11920">
            <a:extLst>
              <a:ext uri="{FF2B5EF4-FFF2-40B4-BE49-F238E27FC236}">
                <a16:creationId xmlns:a16="http://schemas.microsoft.com/office/drawing/2014/main" id="{05E62A7E-0B41-49B0-BA45-AC1F2A5309D3}"/>
              </a:ext>
            </a:extLst>
          </p:cNvPr>
          <p:cNvSpPr>
            <a:spLocks noGrp="1"/>
          </p:cNvSpPr>
          <p:nvPr/>
        </p:nvSpPr>
        <p:spPr>
          <a:xfrm>
            <a:off x="867311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5" name="A1_bar_GT_11921">
            <a:extLst>
              <a:ext uri="{FF2B5EF4-FFF2-40B4-BE49-F238E27FC236}">
                <a16:creationId xmlns:a16="http://schemas.microsoft.com/office/drawing/2014/main" id="{77E34FA8-4DEF-4002-8BA3-CB988C68593C}"/>
              </a:ext>
            </a:extLst>
          </p:cNvPr>
          <p:cNvSpPr>
            <a:spLocks noGrp="1"/>
          </p:cNvSpPr>
          <p:nvPr/>
        </p:nvSpPr>
        <p:spPr>
          <a:xfrm>
            <a:off x="8576680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6" name="A1_bar_GT_11922">
            <a:extLst>
              <a:ext uri="{FF2B5EF4-FFF2-40B4-BE49-F238E27FC236}">
                <a16:creationId xmlns:a16="http://schemas.microsoft.com/office/drawing/2014/main" id="{25B82044-0E70-4349-9A16-1013EB4374C8}"/>
              </a:ext>
            </a:extLst>
          </p:cNvPr>
          <p:cNvSpPr>
            <a:spLocks noGrp="1"/>
          </p:cNvSpPr>
          <p:nvPr/>
        </p:nvSpPr>
        <p:spPr>
          <a:xfrm>
            <a:off x="847747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7" name="A1_bar_GT_11923">
            <a:extLst>
              <a:ext uri="{FF2B5EF4-FFF2-40B4-BE49-F238E27FC236}">
                <a16:creationId xmlns:a16="http://schemas.microsoft.com/office/drawing/2014/main" id="{B00A38D9-0838-4F97-8695-7F0EAF59FCC9}"/>
              </a:ext>
            </a:extLst>
          </p:cNvPr>
          <p:cNvSpPr>
            <a:spLocks noGrp="1"/>
          </p:cNvSpPr>
          <p:nvPr/>
        </p:nvSpPr>
        <p:spPr>
          <a:xfrm>
            <a:off x="8432490" y="32980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8" name="A1_bar_GT_11924">
            <a:extLst>
              <a:ext uri="{FF2B5EF4-FFF2-40B4-BE49-F238E27FC236}">
                <a16:creationId xmlns:a16="http://schemas.microsoft.com/office/drawing/2014/main" id="{64353D8D-9F44-408F-8B28-4BDA5A92B2BD}"/>
              </a:ext>
            </a:extLst>
          </p:cNvPr>
          <p:cNvSpPr>
            <a:spLocks noGrp="1"/>
          </p:cNvSpPr>
          <p:nvPr/>
        </p:nvSpPr>
        <p:spPr>
          <a:xfrm>
            <a:off x="8480660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9" name="A1_bar_GT_11925">
            <a:extLst>
              <a:ext uri="{FF2B5EF4-FFF2-40B4-BE49-F238E27FC236}">
                <a16:creationId xmlns:a16="http://schemas.microsoft.com/office/drawing/2014/main" id="{0CBA7C07-1427-4C41-AD52-2265E2C49129}"/>
              </a:ext>
            </a:extLst>
          </p:cNvPr>
          <p:cNvSpPr>
            <a:spLocks noGrp="1"/>
          </p:cNvSpPr>
          <p:nvPr/>
        </p:nvSpPr>
        <p:spPr>
          <a:xfrm>
            <a:off x="858649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0" name="A1_bar_GT_11926">
            <a:extLst>
              <a:ext uri="{FF2B5EF4-FFF2-40B4-BE49-F238E27FC236}">
                <a16:creationId xmlns:a16="http://schemas.microsoft.com/office/drawing/2014/main" id="{40512EEE-73FC-40F5-9240-570030A067FC}"/>
              </a:ext>
            </a:extLst>
          </p:cNvPr>
          <p:cNvSpPr>
            <a:spLocks noGrp="1"/>
          </p:cNvSpPr>
          <p:nvPr/>
        </p:nvSpPr>
        <p:spPr>
          <a:xfrm>
            <a:off x="8585847" y="53437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1" name="A1_bar_GT_11927">
            <a:extLst>
              <a:ext uri="{FF2B5EF4-FFF2-40B4-BE49-F238E27FC236}">
                <a16:creationId xmlns:a16="http://schemas.microsoft.com/office/drawing/2014/main" id="{F22B99F4-0E8B-48A8-A4CD-C82434D5E515}"/>
              </a:ext>
            </a:extLst>
          </p:cNvPr>
          <p:cNvSpPr>
            <a:spLocks noGrp="1"/>
          </p:cNvSpPr>
          <p:nvPr/>
        </p:nvSpPr>
        <p:spPr>
          <a:xfrm>
            <a:off x="853636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2" name="A1_bar_GT_11928">
            <a:extLst>
              <a:ext uri="{FF2B5EF4-FFF2-40B4-BE49-F238E27FC236}">
                <a16:creationId xmlns:a16="http://schemas.microsoft.com/office/drawing/2014/main" id="{AAA9C0A1-490B-47A5-B96F-F8FA4E31C067}"/>
              </a:ext>
            </a:extLst>
          </p:cNvPr>
          <p:cNvSpPr>
            <a:spLocks noGrp="1"/>
          </p:cNvSpPr>
          <p:nvPr/>
        </p:nvSpPr>
        <p:spPr>
          <a:xfrm>
            <a:off x="860040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3" name="A1_bar_GT_11929">
            <a:extLst>
              <a:ext uri="{FF2B5EF4-FFF2-40B4-BE49-F238E27FC236}">
                <a16:creationId xmlns:a16="http://schemas.microsoft.com/office/drawing/2014/main" id="{3C6CAF72-B7BB-4F3B-9277-7349E2AABBB7}"/>
              </a:ext>
            </a:extLst>
          </p:cNvPr>
          <p:cNvSpPr>
            <a:spLocks noGrp="1"/>
          </p:cNvSpPr>
          <p:nvPr/>
        </p:nvSpPr>
        <p:spPr>
          <a:xfrm>
            <a:off x="85191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4" name="A1_bar_GT_11930">
            <a:extLst>
              <a:ext uri="{FF2B5EF4-FFF2-40B4-BE49-F238E27FC236}">
                <a16:creationId xmlns:a16="http://schemas.microsoft.com/office/drawing/2014/main" id="{5FF35C57-B0C6-498F-B4B4-7C21F66B06B3}"/>
              </a:ext>
            </a:extLst>
          </p:cNvPr>
          <p:cNvSpPr>
            <a:spLocks noGrp="1"/>
          </p:cNvSpPr>
          <p:nvPr/>
        </p:nvSpPr>
        <p:spPr>
          <a:xfrm>
            <a:off x="85742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5" name="A1_bar_GT_11931">
            <a:extLst>
              <a:ext uri="{FF2B5EF4-FFF2-40B4-BE49-F238E27FC236}">
                <a16:creationId xmlns:a16="http://schemas.microsoft.com/office/drawing/2014/main" id="{61199627-E0F4-4731-8E7C-FD468BBBD4F2}"/>
              </a:ext>
            </a:extLst>
          </p:cNvPr>
          <p:cNvSpPr>
            <a:spLocks noGrp="1"/>
          </p:cNvSpPr>
          <p:nvPr/>
        </p:nvSpPr>
        <p:spPr>
          <a:xfrm>
            <a:off x="848741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6" name="A1_bar_GT_11932">
            <a:extLst>
              <a:ext uri="{FF2B5EF4-FFF2-40B4-BE49-F238E27FC236}">
                <a16:creationId xmlns:a16="http://schemas.microsoft.com/office/drawing/2014/main" id="{4AF4CDE4-4046-4BCC-91F2-ED6A72C030B0}"/>
              </a:ext>
            </a:extLst>
          </p:cNvPr>
          <p:cNvSpPr>
            <a:spLocks noGrp="1"/>
          </p:cNvSpPr>
          <p:nvPr/>
        </p:nvSpPr>
        <p:spPr>
          <a:xfrm>
            <a:off x="8453788" y="5901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7" name="A1_bar_GT_11933">
            <a:extLst>
              <a:ext uri="{FF2B5EF4-FFF2-40B4-BE49-F238E27FC236}">
                <a16:creationId xmlns:a16="http://schemas.microsoft.com/office/drawing/2014/main" id="{7A7A6F5C-16E3-402E-B086-45ADA3CED289}"/>
              </a:ext>
            </a:extLst>
          </p:cNvPr>
          <p:cNvSpPr>
            <a:spLocks noGrp="1"/>
          </p:cNvSpPr>
          <p:nvPr/>
        </p:nvSpPr>
        <p:spPr>
          <a:xfrm>
            <a:off x="8443488" y="58938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8" name="A1_bar_GT_11934">
            <a:extLst>
              <a:ext uri="{FF2B5EF4-FFF2-40B4-BE49-F238E27FC236}">
                <a16:creationId xmlns:a16="http://schemas.microsoft.com/office/drawing/2014/main" id="{4C20E5B6-C741-4522-AE28-71C3D5FB0B33}"/>
              </a:ext>
            </a:extLst>
          </p:cNvPr>
          <p:cNvSpPr>
            <a:spLocks noGrp="1"/>
          </p:cNvSpPr>
          <p:nvPr/>
        </p:nvSpPr>
        <p:spPr>
          <a:xfrm>
            <a:off x="854566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9" name="A1_bar_GT_11935">
            <a:extLst>
              <a:ext uri="{FF2B5EF4-FFF2-40B4-BE49-F238E27FC236}">
                <a16:creationId xmlns:a16="http://schemas.microsoft.com/office/drawing/2014/main" id="{3D4FB7B6-D130-4328-B03F-BBF06D64F311}"/>
              </a:ext>
            </a:extLst>
          </p:cNvPr>
          <p:cNvSpPr>
            <a:spLocks noGrp="1"/>
          </p:cNvSpPr>
          <p:nvPr/>
        </p:nvSpPr>
        <p:spPr>
          <a:xfrm>
            <a:off x="8577203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0" name="A1_bar_GT_11936">
            <a:extLst>
              <a:ext uri="{FF2B5EF4-FFF2-40B4-BE49-F238E27FC236}">
                <a16:creationId xmlns:a16="http://schemas.microsoft.com/office/drawing/2014/main" id="{BB50743F-A6BC-4ACB-AE41-B01D3B5913B6}"/>
              </a:ext>
            </a:extLst>
          </p:cNvPr>
          <p:cNvSpPr>
            <a:spLocks noGrp="1"/>
          </p:cNvSpPr>
          <p:nvPr/>
        </p:nvSpPr>
        <p:spPr>
          <a:xfrm>
            <a:off x="8450958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1" name="A1_bar_GT_11937">
            <a:extLst>
              <a:ext uri="{FF2B5EF4-FFF2-40B4-BE49-F238E27FC236}">
                <a16:creationId xmlns:a16="http://schemas.microsoft.com/office/drawing/2014/main" id="{336AB0E8-3123-45DF-83B4-A55FEF58B4C3}"/>
              </a:ext>
            </a:extLst>
          </p:cNvPr>
          <p:cNvSpPr>
            <a:spLocks noGrp="1"/>
          </p:cNvSpPr>
          <p:nvPr/>
        </p:nvSpPr>
        <p:spPr>
          <a:xfrm>
            <a:off x="85839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2" name="A1_bar_GT_11938">
            <a:extLst>
              <a:ext uri="{FF2B5EF4-FFF2-40B4-BE49-F238E27FC236}">
                <a16:creationId xmlns:a16="http://schemas.microsoft.com/office/drawing/2014/main" id="{30E09222-45CD-4555-BFA0-9936DD62F72B}"/>
              </a:ext>
            </a:extLst>
          </p:cNvPr>
          <p:cNvSpPr>
            <a:spLocks noGrp="1"/>
          </p:cNvSpPr>
          <p:nvPr/>
        </p:nvSpPr>
        <p:spPr>
          <a:xfrm>
            <a:off x="850714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3" name="A1_bar_GT_11939">
            <a:extLst>
              <a:ext uri="{FF2B5EF4-FFF2-40B4-BE49-F238E27FC236}">
                <a16:creationId xmlns:a16="http://schemas.microsoft.com/office/drawing/2014/main" id="{A684B1BD-2C43-4050-893F-549AE4975D28}"/>
              </a:ext>
            </a:extLst>
          </p:cNvPr>
          <p:cNvSpPr>
            <a:spLocks noGrp="1"/>
          </p:cNvSpPr>
          <p:nvPr/>
        </p:nvSpPr>
        <p:spPr>
          <a:xfrm>
            <a:off x="84306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4" name="A1_bar_GT_11940">
            <a:extLst>
              <a:ext uri="{FF2B5EF4-FFF2-40B4-BE49-F238E27FC236}">
                <a16:creationId xmlns:a16="http://schemas.microsoft.com/office/drawing/2014/main" id="{B606914F-6E4D-4B6B-8BB6-ADAE3104DA14}"/>
              </a:ext>
            </a:extLst>
          </p:cNvPr>
          <p:cNvSpPr>
            <a:spLocks noGrp="1"/>
          </p:cNvSpPr>
          <p:nvPr/>
        </p:nvSpPr>
        <p:spPr>
          <a:xfrm>
            <a:off x="8429061" y="55251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5" name="A1_bar_GT_11941">
            <a:extLst>
              <a:ext uri="{FF2B5EF4-FFF2-40B4-BE49-F238E27FC236}">
                <a16:creationId xmlns:a16="http://schemas.microsoft.com/office/drawing/2014/main" id="{0523C512-EB2F-4345-950D-0CE68929D9AF}"/>
              </a:ext>
            </a:extLst>
          </p:cNvPr>
          <p:cNvSpPr>
            <a:spLocks noGrp="1"/>
          </p:cNvSpPr>
          <p:nvPr/>
        </p:nvSpPr>
        <p:spPr>
          <a:xfrm>
            <a:off x="8494998" y="55087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6" name="A1_bar_GT_11942">
            <a:extLst>
              <a:ext uri="{FF2B5EF4-FFF2-40B4-BE49-F238E27FC236}">
                <a16:creationId xmlns:a16="http://schemas.microsoft.com/office/drawing/2014/main" id="{949AF2E2-77F7-44AE-A38B-71B13EE1BCA1}"/>
              </a:ext>
            </a:extLst>
          </p:cNvPr>
          <p:cNvSpPr>
            <a:spLocks noGrp="1"/>
          </p:cNvSpPr>
          <p:nvPr/>
        </p:nvSpPr>
        <p:spPr>
          <a:xfrm>
            <a:off x="852875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7" name="A1_bar_GT_11943">
            <a:extLst>
              <a:ext uri="{FF2B5EF4-FFF2-40B4-BE49-F238E27FC236}">
                <a16:creationId xmlns:a16="http://schemas.microsoft.com/office/drawing/2014/main" id="{3DF06A21-C6F6-4408-80AB-790BF4AAB98E}"/>
              </a:ext>
            </a:extLst>
          </p:cNvPr>
          <p:cNvSpPr>
            <a:spLocks noGrp="1"/>
          </p:cNvSpPr>
          <p:nvPr/>
        </p:nvSpPr>
        <p:spPr>
          <a:xfrm>
            <a:off x="86232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8" name="A1_bar_GT_11944">
            <a:extLst>
              <a:ext uri="{FF2B5EF4-FFF2-40B4-BE49-F238E27FC236}">
                <a16:creationId xmlns:a16="http://schemas.microsoft.com/office/drawing/2014/main" id="{E42AF9D3-7736-4EB6-8B19-0B54E4EF7BC9}"/>
              </a:ext>
            </a:extLst>
          </p:cNvPr>
          <p:cNvSpPr>
            <a:spLocks noGrp="1"/>
          </p:cNvSpPr>
          <p:nvPr/>
        </p:nvSpPr>
        <p:spPr>
          <a:xfrm>
            <a:off x="851385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9" name="A1_bar_GT_11945">
            <a:extLst>
              <a:ext uri="{FF2B5EF4-FFF2-40B4-BE49-F238E27FC236}">
                <a16:creationId xmlns:a16="http://schemas.microsoft.com/office/drawing/2014/main" id="{59D906F9-25A1-42FA-BB30-E0C23CF960D0}"/>
              </a:ext>
            </a:extLst>
          </p:cNvPr>
          <p:cNvSpPr>
            <a:spLocks noGrp="1"/>
          </p:cNvSpPr>
          <p:nvPr/>
        </p:nvSpPr>
        <p:spPr>
          <a:xfrm>
            <a:off x="85107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0" name="A1_bar_GT_11946">
            <a:extLst>
              <a:ext uri="{FF2B5EF4-FFF2-40B4-BE49-F238E27FC236}">
                <a16:creationId xmlns:a16="http://schemas.microsoft.com/office/drawing/2014/main" id="{98D9844B-94CF-4EA1-B036-132E9BDC0CF0}"/>
              </a:ext>
            </a:extLst>
          </p:cNvPr>
          <p:cNvSpPr>
            <a:spLocks noGrp="1"/>
          </p:cNvSpPr>
          <p:nvPr/>
        </p:nvSpPr>
        <p:spPr>
          <a:xfrm>
            <a:off x="858319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1" name="A1_bar_GT_11947">
            <a:extLst>
              <a:ext uri="{FF2B5EF4-FFF2-40B4-BE49-F238E27FC236}">
                <a16:creationId xmlns:a16="http://schemas.microsoft.com/office/drawing/2014/main" id="{81771E59-CBE6-4A8E-987C-7AAE6842B301}"/>
              </a:ext>
            </a:extLst>
          </p:cNvPr>
          <p:cNvSpPr>
            <a:spLocks noGrp="1"/>
          </p:cNvSpPr>
          <p:nvPr/>
        </p:nvSpPr>
        <p:spPr>
          <a:xfrm>
            <a:off x="858498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2" name="A1_bar_GT_11948">
            <a:extLst>
              <a:ext uri="{FF2B5EF4-FFF2-40B4-BE49-F238E27FC236}">
                <a16:creationId xmlns:a16="http://schemas.microsoft.com/office/drawing/2014/main" id="{3C4FCC5E-3593-4AAE-BEBF-71F49EC6A182}"/>
              </a:ext>
            </a:extLst>
          </p:cNvPr>
          <p:cNvSpPr>
            <a:spLocks noGrp="1"/>
          </p:cNvSpPr>
          <p:nvPr/>
        </p:nvSpPr>
        <p:spPr>
          <a:xfrm>
            <a:off x="84726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3" name="A1_bar_GT_11949">
            <a:extLst>
              <a:ext uri="{FF2B5EF4-FFF2-40B4-BE49-F238E27FC236}">
                <a16:creationId xmlns:a16="http://schemas.microsoft.com/office/drawing/2014/main" id="{3742DFC1-BA3A-412D-8B93-37768CDF6F79}"/>
              </a:ext>
            </a:extLst>
          </p:cNvPr>
          <p:cNvSpPr>
            <a:spLocks noGrp="1"/>
          </p:cNvSpPr>
          <p:nvPr/>
        </p:nvSpPr>
        <p:spPr>
          <a:xfrm>
            <a:off x="84381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4" name="A1_bar_GT_11950">
            <a:extLst>
              <a:ext uri="{FF2B5EF4-FFF2-40B4-BE49-F238E27FC236}">
                <a16:creationId xmlns:a16="http://schemas.microsoft.com/office/drawing/2014/main" id="{4DA65ACF-1D4C-47EA-816D-AC95C8BAAC1A}"/>
              </a:ext>
            </a:extLst>
          </p:cNvPr>
          <p:cNvSpPr>
            <a:spLocks noGrp="1"/>
          </p:cNvSpPr>
          <p:nvPr/>
        </p:nvSpPr>
        <p:spPr>
          <a:xfrm>
            <a:off x="84714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5" name="A1_bar_GT_11951">
            <a:extLst>
              <a:ext uri="{FF2B5EF4-FFF2-40B4-BE49-F238E27FC236}">
                <a16:creationId xmlns:a16="http://schemas.microsoft.com/office/drawing/2014/main" id="{F51D7A1E-6B64-4D03-89BF-88951E86E9DF}"/>
              </a:ext>
            </a:extLst>
          </p:cNvPr>
          <p:cNvSpPr>
            <a:spLocks noGrp="1"/>
          </p:cNvSpPr>
          <p:nvPr/>
        </p:nvSpPr>
        <p:spPr>
          <a:xfrm>
            <a:off x="866182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6" name="A1_bar_GT_11952">
            <a:extLst>
              <a:ext uri="{FF2B5EF4-FFF2-40B4-BE49-F238E27FC236}">
                <a16:creationId xmlns:a16="http://schemas.microsoft.com/office/drawing/2014/main" id="{8C1BE5BC-2A8C-49F0-9A86-A250A644CC0F}"/>
              </a:ext>
            </a:extLst>
          </p:cNvPr>
          <p:cNvSpPr>
            <a:spLocks noGrp="1"/>
          </p:cNvSpPr>
          <p:nvPr/>
        </p:nvSpPr>
        <p:spPr>
          <a:xfrm>
            <a:off x="8605422" y="48126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7" name="A1_bar_GT_11953">
            <a:extLst>
              <a:ext uri="{FF2B5EF4-FFF2-40B4-BE49-F238E27FC236}">
                <a16:creationId xmlns:a16="http://schemas.microsoft.com/office/drawing/2014/main" id="{0418D78D-0DA1-4EE1-A17A-9250CBC4DD05}"/>
              </a:ext>
            </a:extLst>
          </p:cNvPr>
          <p:cNvSpPr>
            <a:spLocks noGrp="1"/>
          </p:cNvSpPr>
          <p:nvPr/>
        </p:nvSpPr>
        <p:spPr>
          <a:xfrm>
            <a:off x="866143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8" name="A1_bar_GT_11954">
            <a:extLst>
              <a:ext uri="{FF2B5EF4-FFF2-40B4-BE49-F238E27FC236}">
                <a16:creationId xmlns:a16="http://schemas.microsoft.com/office/drawing/2014/main" id="{10FC3A96-61CA-42FD-A395-51996F5F277E}"/>
              </a:ext>
            </a:extLst>
          </p:cNvPr>
          <p:cNvSpPr>
            <a:spLocks noGrp="1"/>
          </p:cNvSpPr>
          <p:nvPr/>
        </p:nvSpPr>
        <p:spPr>
          <a:xfrm>
            <a:off x="84968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9" name="A1_bar_GT_11955">
            <a:extLst>
              <a:ext uri="{FF2B5EF4-FFF2-40B4-BE49-F238E27FC236}">
                <a16:creationId xmlns:a16="http://schemas.microsoft.com/office/drawing/2014/main" id="{CF5733DB-B993-4991-885A-A4B77E7E7717}"/>
              </a:ext>
            </a:extLst>
          </p:cNvPr>
          <p:cNvSpPr>
            <a:spLocks noGrp="1"/>
          </p:cNvSpPr>
          <p:nvPr/>
        </p:nvSpPr>
        <p:spPr>
          <a:xfrm>
            <a:off x="84585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0" name="A1_bar_GT_11956">
            <a:extLst>
              <a:ext uri="{FF2B5EF4-FFF2-40B4-BE49-F238E27FC236}">
                <a16:creationId xmlns:a16="http://schemas.microsoft.com/office/drawing/2014/main" id="{6F75548D-F6BD-4FAF-97AE-897FEF79A63D}"/>
              </a:ext>
            </a:extLst>
          </p:cNvPr>
          <p:cNvSpPr>
            <a:spLocks noGrp="1"/>
          </p:cNvSpPr>
          <p:nvPr/>
        </p:nvSpPr>
        <p:spPr>
          <a:xfrm>
            <a:off x="866113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1" name="A1_bar_GT_11957">
            <a:extLst>
              <a:ext uri="{FF2B5EF4-FFF2-40B4-BE49-F238E27FC236}">
                <a16:creationId xmlns:a16="http://schemas.microsoft.com/office/drawing/2014/main" id="{FDDE0632-CC15-41F0-BF59-BCB6296ECFB9}"/>
              </a:ext>
            </a:extLst>
          </p:cNvPr>
          <p:cNvSpPr>
            <a:spLocks noGrp="1"/>
          </p:cNvSpPr>
          <p:nvPr/>
        </p:nvSpPr>
        <p:spPr>
          <a:xfrm>
            <a:off x="86649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2" name="A1_bar_GT_11958">
            <a:extLst>
              <a:ext uri="{FF2B5EF4-FFF2-40B4-BE49-F238E27FC236}">
                <a16:creationId xmlns:a16="http://schemas.microsoft.com/office/drawing/2014/main" id="{9DB1E22C-11F2-4617-B193-5046B9706EB5}"/>
              </a:ext>
            </a:extLst>
          </p:cNvPr>
          <p:cNvSpPr>
            <a:spLocks noGrp="1"/>
          </p:cNvSpPr>
          <p:nvPr/>
        </p:nvSpPr>
        <p:spPr>
          <a:xfrm>
            <a:off x="860228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3" name="A1_bar_GT_11959">
            <a:extLst>
              <a:ext uri="{FF2B5EF4-FFF2-40B4-BE49-F238E27FC236}">
                <a16:creationId xmlns:a16="http://schemas.microsoft.com/office/drawing/2014/main" id="{19903D67-D90F-44EC-BB1A-6D28492669C1}"/>
              </a:ext>
            </a:extLst>
          </p:cNvPr>
          <p:cNvSpPr>
            <a:spLocks noGrp="1"/>
          </p:cNvSpPr>
          <p:nvPr/>
        </p:nvSpPr>
        <p:spPr>
          <a:xfrm>
            <a:off x="852273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4" name="A1_bar_GT_11960">
            <a:extLst>
              <a:ext uri="{FF2B5EF4-FFF2-40B4-BE49-F238E27FC236}">
                <a16:creationId xmlns:a16="http://schemas.microsoft.com/office/drawing/2014/main" id="{16ABC846-9F49-4736-99E5-3EA883E7F150}"/>
              </a:ext>
            </a:extLst>
          </p:cNvPr>
          <p:cNvSpPr>
            <a:spLocks noGrp="1"/>
          </p:cNvSpPr>
          <p:nvPr/>
        </p:nvSpPr>
        <p:spPr>
          <a:xfrm>
            <a:off x="85948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5" name="A1_bar_GT_11961">
            <a:extLst>
              <a:ext uri="{FF2B5EF4-FFF2-40B4-BE49-F238E27FC236}">
                <a16:creationId xmlns:a16="http://schemas.microsoft.com/office/drawing/2014/main" id="{715EC8DE-115C-403D-9FF5-4EAA57A69E1B}"/>
              </a:ext>
            </a:extLst>
          </p:cNvPr>
          <p:cNvSpPr>
            <a:spLocks noGrp="1"/>
          </p:cNvSpPr>
          <p:nvPr/>
        </p:nvSpPr>
        <p:spPr>
          <a:xfrm>
            <a:off x="84459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6" name="A1_bar_GT_11962">
            <a:extLst>
              <a:ext uri="{FF2B5EF4-FFF2-40B4-BE49-F238E27FC236}">
                <a16:creationId xmlns:a16="http://schemas.microsoft.com/office/drawing/2014/main" id="{F8C22109-2F96-4965-92E8-E6D658B096EF}"/>
              </a:ext>
            </a:extLst>
          </p:cNvPr>
          <p:cNvSpPr>
            <a:spLocks noGrp="1"/>
          </p:cNvSpPr>
          <p:nvPr/>
        </p:nvSpPr>
        <p:spPr>
          <a:xfrm>
            <a:off x="8603379" y="52716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7" name="A1_bar_GT_11963">
            <a:extLst>
              <a:ext uri="{FF2B5EF4-FFF2-40B4-BE49-F238E27FC236}">
                <a16:creationId xmlns:a16="http://schemas.microsoft.com/office/drawing/2014/main" id="{EDD504CD-E55C-4BED-95E4-FEBCBC3E8AE2}"/>
              </a:ext>
            </a:extLst>
          </p:cNvPr>
          <p:cNvSpPr>
            <a:spLocks noGrp="1"/>
          </p:cNvSpPr>
          <p:nvPr/>
        </p:nvSpPr>
        <p:spPr>
          <a:xfrm>
            <a:off x="85420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8" name="A1_bar_GT_11964">
            <a:extLst>
              <a:ext uri="{FF2B5EF4-FFF2-40B4-BE49-F238E27FC236}">
                <a16:creationId xmlns:a16="http://schemas.microsoft.com/office/drawing/2014/main" id="{D4229115-EE8B-4203-8F88-D52A3153F4D4}"/>
              </a:ext>
            </a:extLst>
          </p:cNvPr>
          <p:cNvSpPr>
            <a:spLocks noGrp="1"/>
          </p:cNvSpPr>
          <p:nvPr/>
        </p:nvSpPr>
        <p:spPr>
          <a:xfrm>
            <a:off x="86311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9" name="A1_bar_GT_11965">
            <a:extLst>
              <a:ext uri="{FF2B5EF4-FFF2-40B4-BE49-F238E27FC236}">
                <a16:creationId xmlns:a16="http://schemas.microsoft.com/office/drawing/2014/main" id="{22AB441B-2144-4530-9805-C58DE1DDDF54}"/>
              </a:ext>
            </a:extLst>
          </p:cNvPr>
          <p:cNvSpPr>
            <a:spLocks noGrp="1"/>
          </p:cNvSpPr>
          <p:nvPr/>
        </p:nvSpPr>
        <p:spPr>
          <a:xfrm>
            <a:off x="8658176" y="46809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0" name="A1_bar_GT_11966">
            <a:extLst>
              <a:ext uri="{FF2B5EF4-FFF2-40B4-BE49-F238E27FC236}">
                <a16:creationId xmlns:a16="http://schemas.microsoft.com/office/drawing/2014/main" id="{2ECC91C6-EA02-4200-848F-57A9EE18A505}"/>
              </a:ext>
            </a:extLst>
          </p:cNvPr>
          <p:cNvSpPr>
            <a:spLocks noGrp="1"/>
          </p:cNvSpPr>
          <p:nvPr/>
        </p:nvSpPr>
        <p:spPr>
          <a:xfrm>
            <a:off x="8596881" y="58213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1" name="A1_bar_GT_11967">
            <a:extLst>
              <a:ext uri="{FF2B5EF4-FFF2-40B4-BE49-F238E27FC236}">
                <a16:creationId xmlns:a16="http://schemas.microsoft.com/office/drawing/2014/main" id="{29C31F1D-48FB-428F-AECF-6FC4808BDF0B}"/>
              </a:ext>
            </a:extLst>
          </p:cNvPr>
          <p:cNvSpPr>
            <a:spLocks noGrp="1"/>
          </p:cNvSpPr>
          <p:nvPr/>
        </p:nvSpPr>
        <p:spPr>
          <a:xfrm>
            <a:off x="853714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2" name="A1_bar_GT_11968">
            <a:extLst>
              <a:ext uri="{FF2B5EF4-FFF2-40B4-BE49-F238E27FC236}">
                <a16:creationId xmlns:a16="http://schemas.microsoft.com/office/drawing/2014/main" id="{ABAC65F4-70F8-412F-AE8F-85CB6D47D3FA}"/>
              </a:ext>
            </a:extLst>
          </p:cNvPr>
          <p:cNvSpPr>
            <a:spLocks noGrp="1"/>
          </p:cNvSpPr>
          <p:nvPr/>
        </p:nvSpPr>
        <p:spPr>
          <a:xfrm>
            <a:off x="847560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3" name="A1_bar_GT_11969">
            <a:extLst>
              <a:ext uri="{FF2B5EF4-FFF2-40B4-BE49-F238E27FC236}">
                <a16:creationId xmlns:a16="http://schemas.microsoft.com/office/drawing/2014/main" id="{4E0FC29E-0720-4071-9537-132D0CA955DF}"/>
              </a:ext>
            </a:extLst>
          </p:cNvPr>
          <p:cNvSpPr>
            <a:spLocks noGrp="1"/>
          </p:cNvSpPr>
          <p:nvPr/>
        </p:nvSpPr>
        <p:spPr>
          <a:xfrm>
            <a:off x="8515991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4" name="A1_bar_GT_11970">
            <a:extLst>
              <a:ext uri="{FF2B5EF4-FFF2-40B4-BE49-F238E27FC236}">
                <a16:creationId xmlns:a16="http://schemas.microsoft.com/office/drawing/2014/main" id="{52EC983C-DF02-45FC-A877-E058948A101F}"/>
              </a:ext>
            </a:extLst>
          </p:cNvPr>
          <p:cNvSpPr>
            <a:spLocks noGrp="1"/>
          </p:cNvSpPr>
          <p:nvPr/>
        </p:nvSpPr>
        <p:spPr>
          <a:xfrm>
            <a:off x="86184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5" name="A1_bar_GT_11971">
            <a:extLst>
              <a:ext uri="{FF2B5EF4-FFF2-40B4-BE49-F238E27FC236}">
                <a16:creationId xmlns:a16="http://schemas.microsoft.com/office/drawing/2014/main" id="{48CBC51A-C471-41BA-A80E-E82194BD7C05}"/>
              </a:ext>
            </a:extLst>
          </p:cNvPr>
          <p:cNvSpPr>
            <a:spLocks noGrp="1"/>
          </p:cNvSpPr>
          <p:nvPr/>
        </p:nvSpPr>
        <p:spPr>
          <a:xfrm>
            <a:off x="8626757" y="60526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6" name="A1_bar_GT_11972">
            <a:extLst>
              <a:ext uri="{FF2B5EF4-FFF2-40B4-BE49-F238E27FC236}">
                <a16:creationId xmlns:a16="http://schemas.microsoft.com/office/drawing/2014/main" id="{83133516-6F18-44EA-804B-A3747AD7D5C4}"/>
              </a:ext>
            </a:extLst>
          </p:cNvPr>
          <p:cNvSpPr>
            <a:spLocks noGrp="1"/>
          </p:cNvSpPr>
          <p:nvPr/>
        </p:nvSpPr>
        <p:spPr>
          <a:xfrm>
            <a:off x="856798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7" name="A1_bar_GT_11973">
            <a:extLst>
              <a:ext uri="{FF2B5EF4-FFF2-40B4-BE49-F238E27FC236}">
                <a16:creationId xmlns:a16="http://schemas.microsoft.com/office/drawing/2014/main" id="{54896D9E-CB0A-45F4-A134-C7BBA0660AA5}"/>
              </a:ext>
            </a:extLst>
          </p:cNvPr>
          <p:cNvSpPr>
            <a:spLocks noGrp="1"/>
          </p:cNvSpPr>
          <p:nvPr/>
        </p:nvSpPr>
        <p:spPr>
          <a:xfrm>
            <a:off x="8474205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8" name="A1_bar_GT_11974">
            <a:extLst>
              <a:ext uri="{FF2B5EF4-FFF2-40B4-BE49-F238E27FC236}">
                <a16:creationId xmlns:a16="http://schemas.microsoft.com/office/drawing/2014/main" id="{A250EC7E-0DD3-458C-8728-F36F03E5F6B0}"/>
              </a:ext>
            </a:extLst>
          </p:cNvPr>
          <p:cNvSpPr>
            <a:spLocks noGrp="1"/>
          </p:cNvSpPr>
          <p:nvPr/>
        </p:nvSpPr>
        <p:spPr>
          <a:xfrm>
            <a:off x="858888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9" name="A1_bar_GT_11975">
            <a:extLst>
              <a:ext uri="{FF2B5EF4-FFF2-40B4-BE49-F238E27FC236}">
                <a16:creationId xmlns:a16="http://schemas.microsoft.com/office/drawing/2014/main" id="{147490C4-1D50-4211-BF28-F7A8FD7BF913}"/>
              </a:ext>
            </a:extLst>
          </p:cNvPr>
          <p:cNvSpPr>
            <a:spLocks noGrp="1"/>
          </p:cNvSpPr>
          <p:nvPr/>
        </p:nvSpPr>
        <p:spPr>
          <a:xfrm>
            <a:off x="859875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0" name="A1_bar_GT_11976">
            <a:extLst>
              <a:ext uri="{FF2B5EF4-FFF2-40B4-BE49-F238E27FC236}">
                <a16:creationId xmlns:a16="http://schemas.microsoft.com/office/drawing/2014/main" id="{144EB724-5EB5-453A-A412-600813C6EA23}"/>
              </a:ext>
            </a:extLst>
          </p:cNvPr>
          <p:cNvSpPr>
            <a:spLocks noGrp="1"/>
          </p:cNvSpPr>
          <p:nvPr/>
        </p:nvSpPr>
        <p:spPr>
          <a:xfrm>
            <a:off x="86461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1" name="A1_bar_GT_11977">
            <a:extLst>
              <a:ext uri="{FF2B5EF4-FFF2-40B4-BE49-F238E27FC236}">
                <a16:creationId xmlns:a16="http://schemas.microsoft.com/office/drawing/2014/main" id="{A5D45C4D-95F3-4A43-9D29-7FFA313C338D}"/>
              </a:ext>
            </a:extLst>
          </p:cNvPr>
          <p:cNvSpPr>
            <a:spLocks noGrp="1"/>
          </p:cNvSpPr>
          <p:nvPr/>
        </p:nvSpPr>
        <p:spPr>
          <a:xfrm>
            <a:off x="85498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2" name="A1_bar_GT_11978">
            <a:extLst>
              <a:ext uri="{FF2B5EF4-FFF2-40B4-BE49-F238E27FC236}">
                <a16:creationId xmlns:a16="http://schemas.microsoft.com/office/drawing/2014/main" id="{EF81E57A-30A1-4F73-AB4C-9F948A591A1F}"/>
              </a:ext>
            </a:extLst>
          </p:cNvPr>
          <p:cNvSpPr>
            <a:spLocks noGrp="1"/>
          </p:cNvSpPr>
          <p:nvPr/>
        </p:nvSpPr>
        <p:spPr>
          <a:xfrm>
            <a:off x="86117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3" name="A1_bar_GT_11979">
            <a:extLst>
              <a:ext uri="{FF2B5EF4-FFF2-40B4-BE49-F238E27FC236}">
                <a16:creationId xmlns:a16="http://schemas.microsoft.com/office/drawing/2014/main" id="{1E167C6A-0581-44B3-81B0-B54C452191B3}"/>
              </a:ext>
            </a:extLst>
          </p:cNvPr>
          <p:cNvSpPr>
            <a:spLocks noGrp="1"/>
          </p:cNvSpPr>
          <p:nvPr/>
        </p:nvSpPr>
        <p:spPr>
          <a:xfrm>
            <a:off x="8529902" y="579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4" name="A1_bar_GT_11980">
            <a:extLst>
              <a:ext uri="{FF2B5EF4-FFF2-40B4-BE49-F238E27FC236}">
                <a16:creationId xmlns:a16="http://schemas.microsoft.com/office/drawing/2014/main" id="{7E0F933F-6D10-4ED0-9B69-5B41E4058EC5}"/>
              </a:ext>
            </a:extLst>
          </p:cNvPr>
          <p:cNvSpPr>
            <a:spLocks noGrp="1"/>
          </p:cNvSpPr>
          <p:nvPr/>
        </p:nvSpPr>
        <p:spPr>
          <a:xfrm>
            <a:off x="848206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5" name="A1_bar_GT_11981">
            <a:extLst>
              <a:ext uri="{FF2B5EF4-FFF2-40B4-BE49-F238E27FC236}">
                <a16:creationId xmlns:a16="http://schemas.microsoft.com/office/drawing/2014/main" id="{4DB831AF-7D2E-4AE1-A9A7-4D008A0336C9}"/>
              </a:ext>
            </a:extLst>
          </p:cNvPr>
          <p:cNvSpPr>
            <a:spLocks noGrp="1"/>
          </p:cNvSpPr>
          <p:nvPr/>
        </p:nvSpPr>
        <p:spPr>
          <a:xfrm>
            <a:off x="8564803" y="49602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6" name="A1_bar_GT_11982">
            <a:extLst>
              <a:ext uri="{FF2B5EF4-FFF2-40B4-BE49-F238E27FC236}">
                <a16:creationId xmlns:a16="http://schemas.microsoft.com/office/drawing/2014/main" id="{58160609-F041-4404-92EC-DE62012068E0}"/>
              </a:ext>
            </a:extLst>
          </p:cNvPr>
          <p:cNvSpPr>
            <a:spLocks noGrp="1"/>
          </p:cNvSpPr>
          <p:nvPr/>
        </p:nvSpPr>
        <p:spPr>
          <a:xfrm>
            <a:off x="8583690" y="593691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7" name="A1_bar_GT_11983">
            <a:extLst>
              <a:ext uri="{FF2B5EF4-FFF2-40B4-BE49-F238E27FC236}">
                <a16:creationId xmlns:a16="http://schemas.microsoft.com/office/drawing/2014/main" id="{C605350A-B1F0-40E9-9C64-898B3379542A}"/>
              </a:ext>
            </a:extLst>
          </p:cNvPr>
          <p:cNvSpPr>
            <a:spLocks noGrp="1"/>
          </p:cNvSpPr>
          <p:nvPr/>
        </p:nvSpPr>
        <p:spPr>
          <a:xfrm>
            <a:off x="857295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8" name="A1_bar_GT_11984">
            <a:extLst>
              <a:ext uri="{FF2B5EF4-FFF2-40B4-BE49-F238E27FC236}">
                <a16:creationId xmlns:a16="http://schemas.microsoft.com/office/drawing/2014/main" id="{C0B5669B-F51E-4101-A2E6-6373B0AB94EE}"/>
              </a:ext>
            </a:extLst>
          </p:cNvPr>
          <p:cNvSpPr>
            <a:spLocks noGrp="1"/>
          </p:cNvSpPr>
          <p:nvPr/>
        </p:nvSpPr>
        <p:spPr>
          <a:xfrm>
            <a:off x="8451102" y="53896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9" name="A1_bar_GT_11985">
            <a:extLst>
              <a:ext uri="{FF2B5EF4-FFF2-40B4-BE49-F238E27FC236}">
                <a16:creationId xmlns:a16="http://schemas.microsoft.com/office/drawing/2014/main" id="{BD129C13-7A3A-49F8-844F-5068B81BD385}"/>
              </a:ext>
            </a:extLst>
          </p:cNvPr>
          <p:cNvSpPr>
            <a:spLocks noGrp="1"/>
          </p:cNvSpPr>
          <p:nvPr/>
        </p:nvSpPr>
        <p:spPr>
          <a:xfrm>
            <a:off x="85450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0" name="A1_bar_GT_11986">
            <a:extLst>
              <a:ext uri="{FF2B5EF4-FFF2-40B4-BE49-F238E27FC236}">
                <a16:creationId xmlns:a16="http://schemas.microsoft.com/office/drawing/2014/main" id="{6F8F4850-A20B-42B3-BD47-5FEE1D02A3BB}"/>
              </a:ext>
            </a:extLst>
          </p:cNvPr>
          <p:cNvSpPr>
            <a:spLocks noGrp="1"/>
          </p:cNvSpPr>
          <p:nvPr/>
        </p:nvSpPr>
        <p:spPr>
          <a:xfrm>
            <a:off x="867337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1" name="A1_bar_GT_11987">
            <a:extLst>
              <a:ext uri="{FF2B5EF4-FFF2-40B4-BE49-F238E27FC236}">
                <a16:creationId xmlns:a16="http://schemas.microsoft.com/office/drawing/2014/main" id="{493AFAE2-6134-4861-B6C0-7B75630E91CE}"/>
              </a:ext>
            </a:extLst>
          </p:cNvPr>
          <p:cNvSpPr>
            <a:spLocks noGrp="1"/>
          </p:cNvSpPr>
          <p:nvPr/>
        </p:nvSpPr>
        <p:spPr>
          <a:xfrm>
            <a:off x="86718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2" name="A1_bar_GT_11988">
            <a:extLst>
              <a:ext uri="{FF2B5EF4-FFF2-40B4-BE49-F238E27FC236}">
                <a16:creationId xmlns:a16="http://schemas.microsoft.com/office/drawing/2014/main" id="{3930CCB5-BA5A-4BAA-B16C-C02F5F90691A}"/>
              </a:ext>
            </a:extLst>
          </p:cNvPr>
          <p:cNvSpPr>
            <a:spLocks noGrp="1"/>
          </p:cNvSpPr>
          <p:nvPr/>
        </p:nvSpPr>
        <p:spPr>
          <a:xfrm>
            <a:off x="843608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3" name="A1_bar_GT_11989">
            <a:extLst>
              <a:ext uri="{FF2B5EF4-FFF2-40B4-BE49-F238E27FC236}">
                <a16:creationId xmlns:a16="http://schemas.microsoft.com/office/drawing/2014/main" id="{B23419AA-E649-4A51-A8FB-DA5E3CCCCC5B}"/>
              </a:ext>
            </a:extLst>
          </p:cNvPr>
          <p:cNvSpPr>
            <a:spLocks noGrp="1"/>
          </p:cNvSpPr>
          <p:nvPr/>
        </p:nvSpPr>
        <p:spPr>
          <a:xfrm>
            <a:off x="86707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4" name="A1_bar_GT_11990">
            <a:extLst>
              <a:ext uri="{FF2B5EF4-FFF2-40B4-BE49-F238E27FC236}">
                <a16:creationId xmlns:a16="http://schemas.microsoft.com/office/drawing/2014/main" id="{3EBCEDB6-0E8D-4CA8-9924-6024D5BCE74B}"/>
              </a:ext>
            </a:extLst>
          </p:cNvPr>
          <p:cNvSpPr>
            <a:spLocks noGrp="1"/>
          </p:cNvSpPr>
          <p:nvPr/>
        </p:nvSpPr>
        <p:spPr>
          <a:xfrm>
            <a:off x="84263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5" name="A1_bar_GT_11991">
            <a:extLst>
              <a:ext uri="{FF2B5EF4-FFF2-40B4-BE49-F238E27FC236}">
                <a16:creationId xmlns:a16="http://schemas.microsoft.com/office/drawing/2014/main" id="{46FCFC00-5BF8-4AD0-9A36-DC89CDF98AE5}"/>
              </a:ext>
            </a:extLst>
          </p:cNvPr>
          <p:cNvSpPr>
            <a:spLocks noGrp="1"/>
          </p:cNvSpPr>
          <p:nvPr/>
        </p:nvSpPr>
        <p:spPr>
          <a:xfrm>
            <a:off x="86482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6" name="A1_bar_GT_11992">
            <a:extLst>
              <a:ext uri="{FF2B5EF4-FFF2-40B4-BE49-F238E27FC236}">
                <a16:creationId xmlns:a16="http://schemas.microsoft.com/office/drawing/2014/main" id="{A7BCBF37-B673-4C5E-BCCD-5D0555AF3940}"/>
              </a:ext>
            </a:extLst>
          </p:cNvPr>
          <p:cNvSpPr>
            <a:spLocks noGrp="1"/>
          </p:cNvSpPr>
          <p:nvPr/>
        </p:nvSpPr>
        <p:spPr>
          <a:xfrm>
            <a:off x="8506971" y="38652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7" name="A1_bar_GT_11993">
            <a:extLst>
              <a:ext uri="{FF2B5EF4-FFF2-40B4-BE49-F238E27FC236}">
                <a16:creationId xmlns:a16="http://schemas.microsoft.com/office/drawing/2014/main" id="{FADF8B53-9F38-449A-9A7E-1C050DA1B8A2}"/>
              </a:ext>
            </a:extLst>
          </p:cNvPr>
          <p:cNvSpPr>
            <a:spLocks noGrp="1"/>
          </p:cNvSpPr>
          <p:nvPr/>
        </p:nvSpPr>
        <p:spPr>
          <a:xfrm>
            <a:off x="843224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8" name="A1_bar_GT_11994">
            <a:extLst>
              <a:ext uri="{FF2B5EF4-FFF2-40B4-BE49-F238E27FC236}">
                <a16:creationId xmlns:a16="http://schemas.microsoft.com/office/drawing/2014/main" id="{2E5D3D23-DA69-4D92-B6FA-222AE699B0EB}"/>
              </a:ext>
            </a:extLst>
          </p:cNvPr>
          <p:cNvSpPr>
            <a:spLocks noGrp="1"/>
          </p:cNvSpPr>
          <p:nvPr/>
        </p:nvSpPr>
        <p:spPr>
          <a:xfrm>
            <a:off x="865113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9" name="A1_bar_GT_11995">
            <a:extLst>
              <a:ext uri="{FF2B5EF4-FFF2-40B4-BE49-F238E27FC236}">
                <a16:creationId xmlns:a16="http://schemas.microsoft.com/office/drawing/2014/main" id="{7F2A4D6A-6A19-4A9E-82B8-AD7E237FD303}"/>
              </a:ext>
            </a:extLst>
          </p:cNvPr>
          <p:cNvSpPr>
            <a:spLocks noGrp="1"/>
          </p:cNvSpPr>
          <p:nvPr/>
        </p:nvSpPr>
        <p:spPr>
          <a:xfrm>
            <a:off x="8428884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0" name="A1_bar_GT_11996">
            <a:extLst>
              <a:ext uri="{FF2B5EF4-FFF2-40B4-BE49-F238E27FC236}">
                <a16:creationId xmlns:a16="http://schemas.microsoft.com/office/drawing/2014/main" id="{42ECE9F3-5AC1-4B02-B7D6-FC5F76CF2E35}"/>
              </a:ext>
            </a:extLst>
          </p:cNvPr>
          <p:cNvSpPr>
            <a:spLocks noGrp="1"/>
          </p:cNvSpPr>
          <p:nvPr/>
        </p:nvSpPr>
        <p:spPr>
          <a:xfrm>
            <a:off x="851461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1" name="A1_bar_GT_11997">
            <a:extLst>
              <a:ext uri="{FF2B5EF4-FFF2-40B4-BE49-F238E27FC236}">
                <a16:creationId xmlns:a16="http://schemas.microsoft.com/office/drawing/2014/main" id="{E8343462-5826-495A-9776-4A4317F01E91}"/>
              </a:ext>
            </a:extLst>
          </p:cNvPr>
          <p:cNvSpPr>
            <a:spLocks noGrp="1"/>
          </p:cNvSpPr>
          <p:nvPr/>
        </p:nvSpPr>
        <p:spPr>
          <a:xfrm>
            <a:off x="850940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2" name="A1_bar_GT_11998">
            <a:extLst>
              <a:ext uri="{FF2B5EF4-FFF2-40B4-BE49-F238E27FC236}">
                <a16:creationId xmlns:a16="http://schemas.microsoft.com/office/drawing/2014/main" id="{A49CA2E6-5EE5-444E-89B0-D596AB02DBF5}"/>
              </a:ext>
            </a:extLst>
          </p:cNvPr>
          <p:cNvSpPr>
            <a:spLocks noGrp="1"/>
          </p:cNvSpPr>
          <p:nvPr/>
        </p:nvSpPr>
        <p:spPr>
          <a:xfrm>
            <a:off x="8591750" y="60021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3" name="A1_bar_GT_11999">
            <a:extLst>
              <a:ext uri="{FF2B5EF4-FFF2-40B4-BE49-F238E27FC236}">
                <a16:creationId xmlns:a16="http://schemas.microsoft.com/office/drawing/2014/main" id="{D73773A7-B315-4FF8-B929-03640E662153}"/>
              </a:ext>
            </a:extLst>
          </p:cNvPr>
          <p:cNvSpPr>
            <a:spLocks noGrp="1"/>
          </p:cNvSpPr>
          <p:nvPr/>
        </p:nvSpPr>
        <p:spPr>
          <a:xfrm>
            <a:off x="86677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4" name="A1_bar_GT_12000">
            <a:extLst>
              <a:ext uri="{FF2B5EF4-FFF2-40B4-BE49-F238E27FC236}">
                <a16:creationId xmlns:a16="http://schemas.microsoft.com/office/drawing/2014/main" id="{1B73DB8C-DED9-411C-BD75-E059DE438F8E}"/>
              </a:ext>
            </a:extLst>
          </p:cNvPr>
          <p:cNvSpPr>
            <a:spLocks noGrp="1"/>
          </p:cNvSpPr>
          <p:nvPr/>
        </p:nvSpPr>
        <p:spPr>
          <a:xfrm>
            <a:off x="858253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5" name="A1_bar_GT_12001">
            <a:extLst>
              <a:ext uri="{FF2B5EF4-FFF2-40B4-BE49-F238E27FC236}">
                <a16:creationId xmlns:a16="http://schemas.microsoft.com/office/drawing/2014/main" id="{71ACAA3F-9E2B-47C9-8A0C-0DF128811E09}"/>
              </a:ext>
            </a:extLst>
          </p:cNvPr>
          <p:cNvSpPr>
            <a:spLocks noGrp="1"/>
          </p:cNvSpPr>
          <p:nvPr/>
        </p:nvSpPr>
        <p:spPr>
          <a:xfrm>
            <a:off x="85763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6" name="A1_bar_GT_12002">
            <a:extLst>
              <a:ext uri="{FF2B5EF4-FFF2-40B4-BE49-F238E27FC236}">
                <a16:creationId xmlns:a16="http://schemas.microsoft.com/office/drawing/2014/main" id="{159E0B30-925B-4418-A838-5E4F6F2C5A1A}"/>
              </a:ext>
            </a:extLst>
          </p:cNvPr>
          <p:cNvSpPr>
            <a:spLocks noGrp="1"/>
          </p:cNvSpPr>
          <p:nvPr/>
        </p:nvSpPr>
        <p:spPr>
          <a:xfrm>
            <a:off x="84747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7" name="A1_bar_GT_12003">
            <a:extLst>
              <a:ext uri="{FF2B5EF4-FFF2-40B4-BE49-F238E27FC236}">
                <a16:creationId xmlns:a16="http://schemas.microsoft.com/office/drawing/2014/main" id="{C4A5ADE0-B11A-4DD8-B6DB-7A0B3B04FA9C}"/>
              </a:ext>
            </a:extLst>
          </p:cNvPr>
          <p:cNvSpPr>
            <a:spLocks noGrp="1"/>
          </p:cNvSpPr>
          <p:nvPr/>
        </p:nvSpPr>
        <p:spPr>
          <a:xfrm>
            <a:off x="8525108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8" name="A1_bar_GT_12004">
            <a:extLst>
              <a:ext uri="{FF2B5EF4-FFF2-40B4-BE49-F238E27FC236}">
                <a16:creationId xmlns:a16="http://schemas.microsoft.com/office/drawing/2014/main" id="{8458F1B0-7889-4D35-9CBE-81717C72A9A3}"/>
              </a:ext>
            </a:extLst>
          </p:cNvPr>
          <p:cNvSpPr>
            <a:spLocks noGrp="1"/>
          </p:cNvSpPr>
          <p:nvPr/>
        </p:nvSpPr>
        <p:spPr>
          <a:xfrm>
            <a:off x="8442523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9" name="A1_bar_GT_12005">
            <a:extLst>
              <a:ext uri="{FF2B5EF4-FFF2-40B4-BE49-F238E27FC236}">
                <a16:creationId xmlns:a16="http://schemas.microsoft.com/office/drawing/2014/main" id="{D772BAD2-FFE4-4D82-A570-1EF029775C93}"/>
              </a:ext>
            </a:extLst>
          </p:cNvPr>
          <p:cNvSpPr>
            <a:spLocks noGrp="1"/>
          </p:cNvSpPr>
          <p:nvPr/>
        </p:nvSpPr>
        <p:spPr>
          <a:xfrm>
            <a:off x="85731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0" name="A1_bar_GT_12006">
            <a:extLst>
              <a:ext uri="{FF2B5EF4-FFF2-40B4-BE49-F238E27FC236}">
                <a16:creationId xmlns:a16="http://schemas.microsoft.com/office/drawing/2014/main" id="{29924323-EC2C-4C4C-9B18-34466EB7DFD7}"/>
              </a:ext>
            </a:extLst>
          </p:cNvPr>
          <p:cNvSpPr>
            <a:spLocks noGrp="1"/>
          </p:cNvSpPr>
          <p:nvPr/>
        </p:nvSpPr>
        <p:spPr>
          <a:xfrm>
            <a:off x="8676260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1" name="A1_bar_GT_12007">
            <a:extLst>
              <a:ext uri="{FF2B5EF4-FFF2-40B4-BE49-F238E27FC236}">
                <a16:creationId xmlns:a16="http://schemas.microsoft.com/office/drawing/2014/main" id="{0DF36ADA-84E6-40EE-A8F5-0759850086DE}"/>
              </a:ext>
            </a:extLst>
          </p:cNvPr>
          <p:cNvSpPr>
            <a:spLocks noGrp="1"/>
          </p:cNvSpPr>
          <p:nvPr/>
        </p:nvSpPr>
        <p:spPr>
          <a:xfrm>
            <a:off x="85518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2" name="A1_bar_GT_12008">
            <a:extLst>
              <a:ext uri="{FF2B5EF4-FFF2-40B4-BE49-F238E27FC236}">
                <a16:creationId xmlns:a16="http://schemas.microsoft.com/office/drawing/2014/main" id="{9FCD8763-4AD1-4251-9FA5-D64C56001D53}"/>
              </a:ext>
            </a:extLst>
          </p:cNvPr>
          <p:cNvSpPr>
            <a:spLocks noGrp="1"/>
          </p:cNvSpPr>
          <p:nvPr/>
        </p:nvSpPr>
        <p:spPr>
          <a:xfrm>
            <a:off x="8482316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3" name="A1_bar_GT_12009">
            <a:extLst>
              <a:ext uri="{FF2B5EF4-FFF2-40B4-BE49-F238E27FC236}">
                <a16:creationId xmlns:a16="http://schemas.microsoft.com/office/drawing/2014/main" id="{5D084348-E138-4657-B87D-EA62FEF18CCD}"/>
              </a:ext>
            </a:extLst>
          </p:cNvPr>
          <p:cNvSpPr>
            <a:spLocks noGrp="1"/>
          </p:cNvSpPr>
          <p:nvPr/>
        </p:nvSpPr>
        <p:spPr>
          <a:xfrm>
            <a:off x="852185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4" name="A1_bar_GT_12010">
            <a:extLst>
              <a:ext uri="{FF2B5EF4-FFF2-40B4-BE49-F238E27FC236}">
                <a16:creationId xmlns:a16="http://schemas.microsoft.com/office/drawing/2014/main" id="{C9F0BC05-9697-4F60-9E96-195989814988}"/>
              </a:ext>
            </a:extLst>
          </p:cNvPr>
          <p:cNvSpPr>
            <a:spLocks noGrp="1"/>
          </p:cNvSpPr>
          <p:nvPr/>
        </p:nvSpPr>
        <p:spPr>
          <a:xfrm>
            <a:off x="8539041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5" name="A1_bar_GT_12011">
            <a:extLst>
              <a:ext uri="{FF2B5EF4-FFF2-40B4-BE49-F238E27FC236}">
                <a16:creationId xmlns:a16="http://schemas.microsoft.com/office/drawing/2014/main" id="{07776C5A-47F4-4058-BFB8-BA850B7FD9CF}"/>
              </a:ext>
            </a:extLst>
          </p:cNvPr>
          <p:cNvSpPr>
            <a:spLocks noGrp="1"/>
          </p:cNvSpPr>
          <p:nvPr/>
        </p:nvSpPr>
        <p:spPr>
          <a:xfrm>
            <a:off x="863926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6" name="A1_bar_GT_12012">
            <a:extLst>
              <a:ext uri="{FF2B5EF4-FFF2-40B4-BE49-F238E27FC236}">
                <a16:creationId xmlns:a16="http://schemas.microsoft.com/office/drawing/2014/main" id="{C2709351-696C-4742-9D22-85D1675419EF}"/>
              </a:ext>
            </a:extLst>
          </p:cNvPr>
          <p:cNvSpPr>
            <a:spLocks noGrp="1"/>
          </p:cNvSpPr>
          <p:nvPr/>
        </p:nvSpPr>
        <p:spPr>
          <a:xfrm>
            <a:off x="8671765" y="54059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7" name="A1_bar_GT_12013">
            <a:extLst>
              <a:ext uri="{FF2B5EF4-FFF2-40B4-BE49-F238E27FC236}">
                <a16:creationId xmlns:a16="http://schemas.microsoft.com/office/drawing/2014/main" id="{2AE61B87-F4E7-4760-B286-3984BF1EF127}"/>
              </a:ext>
            </a:extLst>
          </p:cNvPr>
          <p:cNvSpPr>
            <a:spLocks noGrp="1"/>
          </p:cNvSpPr>
          <p:nvPr/>
        </p:nvSpPr>
        <p:spPr>
          <a:xfrm>
            <a:off x="8499241" y="44775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8" name="A1_bar_GT_12014">
            <a:extLst>
              <a:ext uri="{FF2B5EF4-FFF2-40B4-BE49-F238E27FC236}">
                <a16:creationId xmlns:a16="http://schemas.microsoft.com/office/drawing/2014/main" id="{C4D4BD3F-8D3D-49DB-B77A-F4E01D93B06A}"/>
              </a:ext>
            </a:extLst>
          </p:cNvPr>
          <p:cNvSpPr>
            <a:spLocks noGrp="1"/>
          </p:cNvSpPr>
          <p:nvPr/>
        </p:nvSpPr>
        <p:spPr>
          <a:xfrm>
            <a:off x="8586959" y="43493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9" name="A1_bar_GT_12015">
            <a:extLst>
              <a:ext uri="{FF2B5EF4-FFF2-40B4-BE49-F238E27FC236}">
                <a16:creationId xmlns:a16="http://schemas.microsoft.com/office/drawing/2014/main" id="{C6A947C6-BF5C-41DA-89CA-4F07EED58A63}"/>
              </a:ext>
            </a:extLst>
          </p:cNvPr>
          <p:cNvSpPr>
            <a:spLocks noGrp="1"/>
          </p:cNvSpPr>
          <p:nvPr/>
        </p:nvSpPr>
        <p:spPr>
          <a:xfrm>
            <a:off x="86286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0" name="A1_bar_GT_12016">
            <a:extLst>
              <a:ext uri="{FF2B5EF4-FFF2-40B4-BE49-F238E27FC236}">
                <a16:creationId xmlns:a16="http://schemas.microsoft.com/office/drawing/2014/main" id="{E84613E2-D485-49B7-A928-573E7D8B0D37}"/>
              </a:ext>
            </a:extLst>
          </p:cNvPr>
          <p:cNvSpPr>
            <a:spLocks noGrp="1"/>
          </p:cNvSpPr>
          <p:nvPr/>
        </p:nvSpPr>
        <p:spPr>
          <a:xfrm>
            <a:off x="84759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1" name="A1_bar_GT_12017">
            <a:extLst>
              <a:ext uri="{FF2B5EF4-FFF2-40B4-BE49-F238E27FC236}">
                <a16:creationId xmlns:a16="http://schemas.microsoft.com/office/drawing/2014/main" id="{1FA7E11E-AF55-44B5-ACC3-410DE78C0240}"/>
              </a:ext>
            </a:extLst>
          </p:cNvPr>
          <p:cNvSpPr>
            <a:spLocks noGrp="1"/>
          </p:cNvSpPr>
          <p:nvPr/>
        </p:nvSpPr>
        <p:spPr>
          <a:xfrm>
            <a:off x="84687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2" name="A1_bar_GT_12018">
            <a:extLst>
              <a:ext uri="{FF2B5EF4-FFF2-40B4-BE49-F238E27FC236}">
                <a16:creationId xmlns:a16="http://schemas.microsoft.com/office/drawing/2014/main" id="{6E8DB3CF-9D90-4838-B400-BD73A4F956F4}"/>
              </a:ext>
            </a:extLst>
          </p:cNvPr>
          <p:cNvSpPr>
            <a:spLocks noGrp="1"/>
          </p:cNvSpPr>
          <p:nvPr/>
        </p:nvSpPr>
        <p:spPr>
          <a:xfrm>
            <a:off x="850043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3" name="A1_bar_GT_12019">
            <a:extLst>
              <a:ext uri="{FF2B5EF4-FFF2-40B4-BE49-F238E27FC236}">
                <a16:creationId xmlns:a16="http://schemas.microsoft.com/office/drawing/2014/main" id="{CED0BD0C-D1B7-4361-BB4D-D7DA58DD5C17}"/>
              </a:ext>
            </a:extLst>
          </p:cNvPr>
          <p:cNvSpPr>
            <a:spLocks noGrp="1"/>
          </p:cNvSpPr>
          <p:nvPr/>
        </p:nvSpPr>
        <p:spPr>
          <a:xfrm>
            <a:off x="850667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4" name="A1_bar_GT_12020">
            <a:extLst>
              <a:ext uri="{FF2B5EF4-FFF2-40B4-BE49-F238E27FC236}">
                <a16:creationId xmlns:a16="http://schemas.microsoft.com/office/drawing/2014/main" id="{F23495AE-5FB7-4A20-AC03-C7F241CAD022}"/>
              </a:ext>
            </a:extLst>
          </p:cNvPr>
          <p:cNvSpPr>
            <a:spLocks noGrp="1"/>
          </p:cNvSpPr>
          <p:nvPr/>
        </p:nvSpPr>
        <p:spPr>
          <a:xfrm>
            <a:off x="8480361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5" name="A1_bar_GT_12021">
            <a:extLst>
              <a:ext uri="{FF2B5EF4-FFF2-40B4-BE49-F238E27FC236}">
                <a16:creationId xmlns:a16="http://schemas.microsoft.com/office/drawing/2014/main" id="{819EF68B-742A-4B52-A805-D264AF634C1B}"/>
              </a:ext>
            </a:extLst>
          </p:cNvPr>
          <p:cNvSpPr>
            <a:spLocks noGrp="1"/>
          </p:cNvSpPr>
          <p:nvPr/>
        </p:nvSpPr>
        <p:spPr>
          <a:xfrm>
            <a:off x="8515376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6" name="A1_bar_GT_12022">
            <a:extLst>
              <a:ext uri="{FF2B5EF4-FFF2-40B4-BE49-F238E27FC236}">
                <a16:creationId xmlns:a16="http://schemas.microsoft.com/office/drawing/2014/main" id="{73B8F752-2760-42EF-9455-AEF53152DEE5}"/>
              </a:ext>
            </a:extLst>
          </p:cNvPr>
          <p:cNvSpPr>
            <a:spLocks noGrp="1"/>
          </p:cNvSpPr>
          <p:nvPr/>
        </p:nvSpPr>
        <p:spPr>
          <a:xfrm>
            <a:off x="84693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7" name="A1_bar_GT_12023">
            <a:extLst>
              <a:ext uri="{FF2B5EF4-FFF2-40B4-BE49-F238E27FC236}">
                <a16:creationId xmlns:a16="http://schemas.microsoft.com/office/drawing/2014/main" id="{C17731A9-840F-4184-9B43-640A9574F26D}"/>
              </a:ext>
            </a:extLst>
          </p:cNvPr>
          <p:cNvSpPr>
            <a:spLocks noGrp="1"/>
          </p:cNvSpPr>
          <p:nvPr/>
        </p:nvSpPr>
        <p:spPr>
          <a:xfrm>
            <a:off x="85963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8" name="A1_bar_GT_12024">
            <a:extLst>
              <a:ext uri="{FF2B5EF4-FFF2-40B4-BE49-F238E27FC236}">
                <a16:creationId xmlns:a16="http://schemas.microsoft.com/office/drawing/2014/main" id="{5F08D20C-60D8-469B-8879-E6968D5E58B6}"/>
              </a:ext>
            </a:extLst>
          </p:cNvPr>
          <p:cNvSpPr>
            <a:spLocks noGrp="1"/>
          </p:cNvSpPr>
          <p:nvPr/>
        </p:nvSpPr>
        <p:spPr>
          <a:xfrm>
            <a:off x="8541374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9" name="A1_bar_GT_12025">
            <a:extLst>
              <a:ext uri="{FF2B5EF4-FFF2-40B4-BE49-F238E27FC236}">
                <a16:creationId xmlns:a16="http://schemas.microsoft.com/office/drawing/2014/main" id="{3546A5DE-A37A-4718-BCD9-8A58965750BF}"/>
              </a:ext>
            </a:extLst>
          </p:cNvPr>
          <p:cNvSpPr>
            <a:spLocks noGrp="1"/>
          </p:cNvSpPr>
          <p:nvPr/>
        </p:nvSpPr>
        <p:spPr>
          <a:xfrm>
            <a:off x="8442714" y="51773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0" name="A1_bar_GT_12026">
            <a:extLst>
              <a:ext uri="{FF2B5EF4-FFF2-40B4-BE49-F238E27FC236}">
                <a16:creationId xmlns:a16="http://schemas.microsoft.com/office/drawing/2014/main" id="{B75503E5-1536-4F36-AFF2-3E51F675E77A}"/>
              </a:ext>
            </a:extLst>
          </p:cNvPr>
          <p:cNvSpPr>
            <a:spLocks noGrp="1"/>
          </p:cNvSpPr>
          <p:nvPr/>
        </p:nvSpPr>
        <p:spPr>
          <a:xfrm>
            <a:off x="8457653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1" name="A1_bar_GT_12027">
            <a:extLst>
              <a:ext uri="{FF2B5EF4-FFF2-40B4-BE49-F238E27FC236}">
                <a16:creationId xmlns:a16="http://schemas.microsoft.com/office/drawing/2014/main" id="{0E0A2A93-9C1F-433D-84BB-2E5CB90CB610}"/>
              </a:ext>
            </a:extLst>
          </p:cNvPr>
          <p:cNvSpPr>
            <a:spLocks noGrp="1"/>
          </p:cNvSpPr>
          <p:nvPr/>
        </p:nvSpPr>
        <p:spPr>
          <a:xfrm>
            <a:off x="854818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2" name="A1_bar_GT_12028">
            <a:extLst>
              <a:ext uri="{FF2B5EF4-FFF2-40B4-BE49-F238E27FC236}">
                <a16:creationId xmlns:a16="http://schemas.microsoft.com/office/drawing/2014/main" id="{3001C043-95E4-4B62-92CB-76EDAF8E41D8}"/>
              </a:ext>
            </a:extLst>
          </p:cNvPr>
          <p:cNvSpPr>
            <a:spLocks noGrp="1"/>
          </p:cNvSpPr>
          <p:nvPr/>
        </p:nvSpPr>
        <p:spPr>
          <a:xfrm>
            <a:off x="848409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3" name="A1_bar_GT_12029">
            <a:extLst>
              <a:ext uri="{FF2B5EF4-FFF2-40B4-BE49-F238E27FC236}">
                <a16:creationId xmlns:a16="http://schemas.microsoft.com/office/drawing/2014/main" id="{198F5820-EDE6-4EC6-94C2-B75365FF4501}"/>
              </a:ext>
            </a:extLst>
          </p:cNvPr>
          <p:cNvSpPr>
            <a:spLocks noGrp="1"/>
          </p:cNvSpPr>
          <p:nvPr/>
        </p:nvSpPr>
        <p:spPr>
          <a:xfrm>
            <a:off x="8651165" y="56591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4" name="A1_bar_GT_12030">
            <a:extLst>
              <a:ext uri="{FF2B5EF4-FFF2-40B4-BE49-F238E27FC236}">
                <a16:creationId xmlns:a16="http://schemas.microsoft.com/office/drawing/2014/main" id="{7B242A57-C6C2-4B5D-A447-9016012A3A67}"/>
              </a:ext>
            </a:extLst>
          </p:cNvPr>
          <p:cNvSpPr>
            <a:spLocks noGrp="1"/>
          </p:cNvSpPr>
          <p:nvPr/>
        </p:nvSpPr>
        <p:spPr>
          <a:xfrm>
            <a:off x="86652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5" name="A1_bar_GT_12031">
            <a:extLst>
              <a:ext uri="{FF2B5EF4-FFF2-40B4-BE49-F238E27FC236}">
                <a16:creationId xmlns:a16="http://schemas.microsoft.com/office/drawing/2014/main" id="{AA0379A2-6E18-4623-894F-1BEAE9424946}"/>
              </a:ext>
            </a:extLst>
          </p:cNvPr>
          <p:cNvSpPr>
            <a:spLocks noGrp="1"/>
          </p:cNvSpPr>
          <p:nvPr/>
        </p:nvSpPr>
        <p:spPr>
          <a:xfrm>
            <a:off x="86154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6" name="A1_bar_GT_12032">
            <a:extLst>
              <a:ext uri="{FF2B5EF4-FFF2-40B4-BE49-F238E27FC236}">
                <a16:creationId xmlns:a16="http://schemas.microsoft.com/office/drawing/2014/main" id="{04807A29-01F9-4B76-9768-1EA7E22925FA}"/>
              </a:ext>
            </a:extLst>
          </p:cNvPr>
          <p:cNvSpPr>
            <a:spLocks noGrp="1"/>
          </p:cNvSpPr>
          <p:nvPr/>
        </p:nvSpPr>
        <p:spPr>
          <a:xfrm>
            <a:off x="85673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7" name="A1_bar_GT_12033">
            <a:extLst>
              <a:ext uri="{FF2B5EF4-FFF2-40B4-BE49-F238E27FC236}">
                <a16:creationId xmlns:a16="http://schemas.microsoft.com/office/drawing/2014/main" id="{F95AC9F3-A70F-4BDE-8C5F-4EEE34D4AEC9}"/>
              </a:ext>
            </a:extLst>
          </p:cNvPr>
          <p:cNvSpPr>
            <a:spLocks noGrp="1"/>
          </p:cNvSpPr>
          <p:nvPr/>
        </p:nvSpPr>
        <p:spPr>
          <a:xfrm>
            <a:off x="849599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8" name="A1_bar_GT_12034">
            <a:extLst>
              <a:ext uri="{FF2B5EF4-FFF2-40B4-BE49-F238E27FC236}">
                <a16:creationId xmlns:a16="http://schemas.microsoft.com/office/drawing/2014/main" id="{47CD692F-8A6A-4F6D-BBCB-E4BEA419EE8E}"/>
              </a:ext>
            </a:extLst>
          </p:cNvPr>
          <p:cNvSpPr>
            <a:spLocks noGrp="1"/>
          </p:cNvSpPr>
          <p:nvPr/>
        </p:nvSpPr>
        <p:spPr>
          <a:xfrm>
            <a:off x="8483205" y="503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9" name="A1_bar_GT_12035">
            <a:extLst>
              <a:ext uri="{FF2B5EF4-FFF2-40B4-BE49-F238E27FC236}">
                <a16:creationId xmlns:a16="http://schemas.microsoft.com/office/drawing/2014/main" id="{78AD68C2-D54D-4314-A782-A178736BECDB}"/>
              </a:ext>
            </a:extLst>
          </p:cNvPr>
          <p:cNvSpPr>
            <a:spLocks noGrp="1"/>
          </p:cNvSpPr>
          <p:nvPr/>
        </p:nvSpPr>
        <p:spPr>
          <a:xfrm>
            <a:off x="86166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0" name="A1_bar_GT_12036">
            <a:extLst>
              <a:ext uri="{FF2B5EF4-FFF2-40B4-BE49-F238E27FC236}">
                <a16:creationId xmlns:a16="http://schemas.microsoft.com/office/drawing/2014/main" id="{9FD78B70-5467-469B-98F0-1E932393513B}"/>
              </a:ext>
            </a:extLst>
          </p:cNvPr>
          <p:cNvSpPr>
            <a:spLocks noGrp="1"/>
          </p:cNvSpPr>
          <p:nvPr/>
        </p:nvSpPr>
        <p:spPr>
          <a:xfrm>
            <a:off x="8566464" y="58224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1" name="A1_bar_GT_12037">
            <a:extLst>
              <a:ext uri="{FF2B5EF4-FFF2-40B4-BE49-F238E27FC236}">
                <a16:creationId xmlns:a16="http://schemas.microsoft.com/office/drawing/2014/main" id="{FA91CB45-A460-4D49-8A96-54B8DF04799D}"/>
              </a:ext>
            </a:extLst>
          </p:cNvPr>
          <p:cNvSpPr>
            <a:spLocks noGrp="1"/>
          </p:cNvSpPr>
          <p:nvPr/>
        </p:nvSpPr>
        <p:spPr>
          <a:xfrm>
            <a:off x="86386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2" name="A1_bar_GT_12038">
            <a:extLst>
              <a:ext uri="{FF2B5EF4-FFF2-40B4-BE49-F238E27FC236}">
                <a16:creationId xmlns:a16="http://schemas.microsoft.com/office/drawing/2014/main" id="{1D8BB89C-EFBA-4585-8742-7A08C6C7331A}"/>
              </a:ext>
            </a:extLst>
          </p:cNvPr>
          <p:cNvSpPr>
            <a:spLocks noGrp="1"/>
          </p:cNvSpPr>
          <p:nvPr/>
        </p:nvSpPr>
        <p:spPr>
          <a:xfrm>
            <a:off x="865900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3" name="A1_bar_GT_12039">
            <a:extLst>
              <a:ext uri="{FF2B5EF4-FFF2-40B4-BE49-F238E27FC236}">
                <a16:creationId xmlns:a16="http://schemas.microsoft.com/office/drawing/2014/main" id="{892438D7-D29D-4F6B-90A1-3412C80EE7E4}"/>
              </a:ext>
            </a:extLst>
          </p:cNvPr>
          <p:cNvSpPr>
            <a:spLocks noGrp="1"/>
          </p:cNvSpPr>
          <p:nvPr/>
        </p:nvSpPr>
        <p:spPr>
          <a:xfrm>
            <a:off x="8637904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4" name="A1_bar_GT_12040">
            <a:extLst>
              <a:ext uri="{FF2B5EF4-FFF2-40B4-BE49-F238E27FC236}">
                <a16:creationId xmlns:a16="http://schemas.microsoft.com/office/drawing/2014/main" id="{EE4F8B31-2C4F-493E-8D57-82906179C168}"/>
              </a:ext>
            </a:extLst>
          </p:cNvPr>
          <p:cNvSpPr>
            <a:spLocks noGrp="1"/>
          </p:cNvSpPr>
          <p:nvPr/>
        </p:nvSpPr>
        <p:spPr>
          <a:xfrm>
            <a:off x="86360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5" name="A1_bar_GT_12041">
            <a:extLst>
              <a:ext uri="{FF2B5EF4-FFF2-40B4-BE49-F238E27FC236}">
                <a16:creationId xmlns:a16="http://schemas.microsoft.com/office/drawing/2014/main" id="{F197A266-C6EB-4E30-B9AA-7BADEAF50E0B}"/>
              </a:ext>
            </a:extLst>
          </p:cNvPr>
          <p:cNvSpPr>
            <a:spLocks noGrp="1"/>
          </p:cNvSpPr>
          <p:nvPr/>
        </p:nvSpPr>
        <p:spPr>
          <a:xfrm>
            <a:off x="85082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6" name="A1_bar_GT_12042">
            <a:extLst>
              <a:ext uri="{FF2B5EF4-FFF2-40B4-BE49-F238E27FC236}">
                <a16:creationId xmlns:a16="http://schemas.microsoft.com/office/drawing/2014/main" id="{4C467692-A229-4194-82BF-0E6B51F618F5}"/>
              </a:ext>
            </a:extLst>
          </p:cNvPr>
          <p:cNvSpPr>
            <a:spLocks noGrp="1"/>
          </p:cNvSpPr>
          <p:nvPr/>
        </p:nvSpPr>
        <p:spPr>
          <a:xfrm>
            <a:off x="855450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7" name="A1_bar_GT_12043">
            <a:extLst>
              <a:ext uri="{FF2B5EF4-FFF2-40B4-BE49-F238E27FC236}">
                <a16:creationId xmlns:a16="http://schemas.microsoft.com/office/drawing/2014/main" id="{AA7C9C52-4022-4CA5-BC5C-91F827FA539E}"/>
              </a:ext>
            </a:extLst>
          </p:cNvPr>
          <p:cNvSpPr>
            <a:spLocks noGrp="1"/>
          </p:cNvSpPr>
          <p:nvPr/>
        </p:nvSpPr>
        <p:spPr>
          <a:xfrm>
            <a:off x="86460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8" name="A1_bar_GT_12044">
            <a:extLst>
              <a:ext uri="{FF2B5EF4-FFF2-40B4-BE49-F238E27FC236}">
                <a16:creationId xmlns:a16="http://schemas.microsoft.com/office/drawing/2014/main" id="{7E9C9727-1B24-48FD-83C9-13C3D4BE944E}"/>
              </a:ext>
            </a:extLst>
          </p:cNvPr>
          <p:cNvSpPr>
            <a:spLocks noGrp="1"/>
          </p:cNvSpPr>
          <p:nvPr/>
        </p:nvSpPr>
        <p:spPr>
          <a:xfrm>
            <a:off x="866977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9" name="A1_bar_GT_12045">
            <a:extLst>
              <a:ext uri="{FF2B5EF4-FFF2-40B4-BE49-F238E27FC236}">
                <a16:creationId xmlns:a16="http://schemas.microsoft.com/office/drawing/2014/main" id="{FAB89A1F-3065-4833-999C-E55605DF80AB}"/>
              </a:ext>
            </a:extLst>
          </p:cNvPr>
          <p:cNvSpPr>
            <a:spLocks noGrp="1"/>
          </p:cNvSpPr>
          <p:nvPr/>
        </p:nvSpPr>
        <p:spPr>
          <a:xfrm>
            <a:off x="852752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0" name="A1_bar_GT_12046">
            <a:extLst>
              <a:ext uri="{FF2B5EF4-FFF2-40B4-BE49-F238E27FC236}">
                <a16:creationId xmlns:a16="http://schemas.microsoft.com/office/drawing/2014/main" id="{83D40C6F-3538-4448-83EE-E9CE8BFA8CF3}"/>
              </a:ext>
            </a:extLst>
          </p:cNvPr>
          <p:cNvSpPr>
            <a:spLocks noGrp="1"/>
          </p:cNvSpPr>
          <p:nvPr/>
        </p:nvSpPr>
        <p:spPr>
          <a:xfrm>
            <a:off x="8530759" y="6045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1" name="A1_bar_GT_12047">
            <a:extLst>
              <a:ext uri="{FF2B5EF4-FFF2-40B4-BE49-F238E27FC236}">
                <a16:creationId xmlns:a16="http://schemas.microsoft.com/office/drawing/2014/main" id="{2A758383-C8C5-4E3E-B864-BEFD6DF9F575}"/>
              </a:ext>
            </a:extLst>
          </p:cNvPr>
          <p:cNvSpPr>
            <a:spLocks noGrp="1"/>
          </p:cNvSpPr>
          <p:nvPr/>
        </p:nvSpPr>
        <p:spPr>
          <a:xfrm>
            <a:off x="853046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2" name="A1_bar_GT_12048">
            <a:extLst>
              <a:ext uri="{FF2B5EF4-FFF2-40B4-BE49-F238E27FC236}">
                <a16:creationId xmlns:a16="http://schemas.microsoft.com/office/drawing/2014/main" id="{BFA8A145-B3D6-4CC6-85A8-864686A6D4EF}"/>
              </a:ext>
            </a:extLst>
          </p:cNvPr>
          <p:cNvSpPr>
            <a:spLocks noGrp="1"/>
          </p:cNvSpPr>
          <p:nvPr/>
        </p:nvSpPr>
        <p:spPr>
          <a:xfrm>
            <a:off x="854708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3" name="A1_bar_GT_12049">
            <a:extLst>
              <a:ext uri="{FF2B5EF4-FFF2-40B4-BE49-F238E27FC236}">
                <a16:creationId xmlns:a16="http://schemas.microsoft.com/office/drawing/2014/main" id="{52A3300E-5F6B-492E-80F2-B2C798A9454B}"/>
              </a:ext>
            </a:extLst>
          </p:cNvPr>
          <p:cNvSpPr>
            <a:spLocks noGrp="1"/>
          </p:cNvSpPr>
          <p:nvPr/>
        </p:nvSpPr>
        <p:spPr>
          <a:xfrm>
            <a:off x="8654059" y="56607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4" name="A1_bar_GT_12050">
            <a:extLst>
              <a:ext uri="{FF2B5EF4-FFF2-40B4-BE49-F238E27FC236}">
                <a16:creationId xmlns:a16="http://schemas.microsoft.com/office/drawing/2014/main" id="{D76C6464-48BB-43FC-A881-38EDD48F54C1}"/>
              </a:ext>
            </a:extLst>
          </p:cNvPr>
          <p:cNvSpPr>
            <a:spLocks noGrp="1"/>
          </p:cNvSpPr>
          <p:nvPr/>
        </p:nvSpPr>
        <p:spPr>
          <a:xfrm>
            <a:off x="8663277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5" name="A1_bar_GT_12051">
            <a:extLst>
              <a:ext uri="{FF2B5EF4-FFF2-40B4-BE49-F238E27FC236}">
                <a16:creationId xmlns:a16="http://schemas.microsoft.com/office/drawing/2014/main" id="{10D23E7A-BDE7-4202-BE23-982EB8A240CE}"/>
              </a:ext>
            </a:extLst>
          </p:cNvPr>
          <p:cNvSpPr>
            <a:spLocks noGrp="1"/>
          </p:cNvSpPr>
          <p:nvPr/>
        </p:nvSpPr>
        <p:spPr>
          <a:xfrm>
            <a:off x="86668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6" name="A1_bar_GT_12052">
            <a:extLst>
              <a:ext uri="{FF2B5EF4-FFF2-40B4-BE49-F238E27FC236}">
                <a16:creationId xmlns:a16="http://schemas.microsoft.com/office/drawing/2014/main" id="{480E5E9A-AC61-4D62-81C1-6931DBB5B4E5}"/>
              </a:ext>
            </a:extLst>
          </p:cNvPr>
          <p:cNvSpPr>
            <a:spLocks noGrp="1"/>
          </p:cNvSpPr>
          <p:nvPr/>
        </p:nvSpPr>
        <p:spPr>
          <a:xfrm>
            <a:off x="8580775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7" name="A1_bar_GT_12053">
            <a:extLst>
              <a:ext uri="{FF2B5EF4-FFF2-40B4-BE49-F238E27FC236}">
                <a16:creationId xmlns:a16="http://schemas.microsoft.com/office/drawing/2014/main" id="{77A35E21-77C9-4AFD-BAC0-D7D8A87A7259}"/>
              </a:ext>
            </a:extLst>
          </p:cNvPr>
          <p:cNvSpPr>
            <a:spLocks noGrp="1"/>
          </p:cNvSpPr>
          <p:nvPr/>
        </p:nvSpPr>
        <p:spPr>
          <a:xfrm>
            <a:off x="8654348" y="56082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8" name="A1_bar_GT_12054">
            <a:extLst>
              <a:ext uri="{FF2B5EF4-FFF2-40B4-BE49-F238E27FC236}">
                <a16:creationId xmlns:a16="http://schemas.microsoft.com/office/drawing/2014/main" id="{A7F69E37-A9D6-4022-84ED-06BB79E6BC9C}"/>
              </a:ext>
            </a:extLst>
          </p:cNvPr>
          <p:cNvSpPr>
            <a:spLocks noGrp="1"/>
          </p:cNvSpPr>
          <p:nvPr/>
        </p:nvSpPr>
        <p:spPr>
          <a:xfrm>
            <a:off x="85518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9" name="A1_bar_GT_12055">
            <a:extLst>
              <a:ext uri="{FF2B5EF4-FFF2-40B4-BE49-F238E27FC236}">
                <a16:creationId xmlns:a16="http://schemas.microsoft.com/office/drawing/2014/main" id="{F54ADBCD-CD44-498D-B7C2-872B32A19492}"/>
              </a:ext>
            </a:extLst>
          </p:cNvPr>
          <p:cNvSpPr>
            <a:spLocks noGrp="1"/>
          </p:cNvSpPr>
          <p:nvPr/>
        </p:nvSpPr>
        <p:spPr>
          <a:xfrm>
            <a:off x="84547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0" name="A1_bar_GT_12056">
            <a:extLst>
              <a:ext uri="{FF2B5EF4-FFF2-40B4-BE49-F238E27FC236}">
                <a16:creationId xmlns:a16="http://schemas.microsoft.com/office/drawing/2014/main" id="{FE5BC088-3F2B-495A-8563-BE6985924B23}"/>
              </a:ext>
            </a:extLst>
          </p:cNvPr>
          <p:cNvSpPr>
            <a:spLocks noGrp="1"/>
          </p:cNvSpPr>
          <p:nvPr/>
        </p:nvSpPr>
        <p:spPr>
          <a:xfrm>
            <a:off x="86263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1" name="A1_bar_GT_12057">
            <a:extLst>
              <a:ext uri="{FF2B5EF4-FFF2-40B4-BE49-F238E27FC236}">
                <a16:creationId xmlns:a16="http://schemas.microsoft.com/office/drawing/2014/main" id="{6900553B-8657-4CBA-8BB0-2F9E474CCDD7}"/>
              </a:ext>
            </a:extLst>
          </p:cNvPr>
          <p:cNvSpPr>
            <a:spLocks noGrp="1"/>
          </p:cNvSpPr>
          <p:nvPr/>
        </p:nvSpPr>
        <p:spPr>
          <a:xfrm>
            <a:off x="8446309" y="60270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2" name="A1_bar_GT_12058">
            <a:extLst>
              <a:ext uri="{FF2B5EF4-FFF2-40B4-BE49-F238E27FC236}">
                <a16:creationId xmlns:a16="http://schemas.microsoft.com/office/drawing/2014/main" id="{F7072DC1-466B-4F83-B3E4-6D77CAA06B19}"/>
              </a:ext>
            </a:extLst>
          </p:cNvPr>
          <p:cNvSpPr>
            <a:spLocks noGrp="1"/>
          </p:cNvSpPr>
          <p:nvPr/>
        </p:nvSpPr>
        <p:spPr>
          <a:xfrm>
            <a:off x="86219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3" name="A1_bar_GT_12059">
            <a:extLst>
              <a:ext uri="{FF2B5EF4-FFF2-40B4-BE49-F238E27FC236}">
                <a16:creationId xmlns:a16="http://schemas.microsoft.com/office/drawing/2014/main" id="{1683C5FC-CFB2-4822-B25A-BC24090F8C8A}"/>
              </a:ext>
            </a:extLst>
          </p:cNvPr>
          <p:cNvSpPr>
            <a:spLocks noGrp="1"/>
          </p:cNvSpPr>
          <p:nvPr/>
        </p:nvSpPr>
        <p:spPr>
          <a:xfrm>
            <a:off x="8493563" y="597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4" name="A1_bar_GT_12060">
            <a:extLst>
              <a:ext uri="{FF2B5EF4-FFF2-40B4-BE49-F238E27FC236}">
                <a16:creationId xmlns:a16="http://schemas.microsoft.com/office/drawing/2014/main" id="{3549B1C1-3E2C-4E32-9501-041811073425}"/>
              </a:ext>
            </a:extLst>
          </p:cNvPr>
          <p:cNvSpPr>
            <a:spLocks noGrp="1"/>
          </p:cNvSpPr>
          <p:nvPr/>
        </p:nvSpPr>
        <p:spPr>
          <a:xfrm>
            <a:off x="857439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5" name="A1_bar_GT_12061">
            <a:extLst>
              <a:ext uri="{FF2B5EF4-FFF2-40B4-BE49-F238E27FC236}">
                <a16:creationId xmlns:a16="http://schemas.microsoft.com/office/drawing/2014/main" id="{2E92F221-04FC-438A-A41E-40F8A817ADA7}"/>
              </a:ext>
            </a:extLst>
          </p:cNvPr>
          <p:cNvSpPr>
            <a:spLocks noGrp="1"/>
          </p:cNvSpPr>
          <p:nvPr/>
        </p:nvSpPr>
        <p:spPr>
          <a:xfrm>
            <a:off x="8500561" y="52594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6" name="A1_bar_GT_12062">
            <a:extLst>
              <a:ext uri="{FF2B5EF4-FFF2-40B4-BE49-F238E27FC236}">
                <a16:creationId xmlns:a16="http://schemas.microsoft.com/office/drawing/2014/main" id="{D1AAB15E-BE7A-4965-8479-FE2C90FA068D}"/>
              </a:ext>
            </a:extLst>
          </p:cNvPr>
          <p:cNvSpPr>
            <a:spLocks noGrp="1"/>
          </p:cNvSpPr>
          <p:nvPr/>
        </p:nvSpPr>
        <p:spPr>
          <a:xfrm>
            <a:off x="863363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7" name="A1_bar_GT_12063">
            <a:extLst>
              <a:ext uri="{FF2B5EF4-FFF2-40B4-BE49-F238E27FC236}">
                <a16:creationId xmlns:a16="http://schemas.microsoft.com/office/drawing/2014/main" id="{4F21FF5C-A0A9-4241-B935-1EFAA79A7A9A}"/>
              </a:ext>
            </a:extLst>
          </p:cNvPr>
          <p:cNvSpPr>
            <a:spLocks noGrp="1"/>
          </p:cNvSpPr>
          <p:nvPr/>
        </p:nvSpPr>
        <p:spPr>
          <a:xfrm>
            <a:off x="858590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8" name="A1_bar_GT_12064">
            <a:extLst>
              <a:ext uri="{FF2B5EF4-FFF2-40B4-BE49-F238E27FC236}">
                <a16:creationId xmlns:a16="http://schemas.microsoft.com/office/drawing/2014/main" id="{5762A631-696C-4C84-AD3D-3D64D9009CE7}"/>
              </a:ext>
            </a:extLst>
          </p:cNvPr>
          <p:cNvSpPr>
            <a:spLocks noGrp="1"/>
          </p:cNvSpPr>
          <p:nvPr/>
        </p:nvSpPr>
        <p:spPr>
          <a:xfrm>
            <a:off x="84509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9" name="A1_bar_GT_12065">
            <a:extLst>
              <a:ext uri="{FF2B5EF4-FFF2-40B4-BE49-F238E27FC236}">
                <a16:creationId xmlns:a16="http://schemas.microsoft.com/office/drawing/2014/main" id="{DDFF913F-C7D4-45A0-B20D-0D062B7E21A2}"/>
              </a:ext>
            </a:extLst>
          </p:cNvPr>
          <p:cNvSpPr>
            <a:spLocks noGrp="1"/>
          </p:cNvSpPr>
          <p:nvPr/>
        </p:nvSpPr>
        <p:spPr>
          <a:xfrm>
            <a:off x="84509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0" name="A1_bar_GT_12066">
            <a:extLst>
              <a:ext uri="{FF2B5EF4-FFF2-40B4-BE49-F238E27FC236}">
                <a16:creationId xmlns:a16="http://schemas.microsoft.com/office/drawing/2014/main" id="{54043455-0CF2-4A18-9F26-D1B60AF01651}"/>
              </a:ext>
            </a:extLst>
          </p:cNvPr>
          <p:cNvSpPr>
            <a:spLocks noGrp="1"/>
          </p:cNvSpPr>
          <p:nvPr/>
        </p:nvSpPr>
        <p:spPr>
          <a:xfrm>
            <a:off x="8554175" y="54421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1" name="A1_bar_GT_12067">
            <a:extLst>
              <a:ext uri="{FF2B5EF4-FFF2-40B4-BE49-F238E27FC236}">
                <a16:creationId xmlns:a16="http://schemas.microsoft.com/office/drawing/2014/main" id="{85016126-3FF7-4282-B75B-6456D0E93A94}"/>
              </a:ext>
            </a:extLst>
          </p:cNvPr>
          <p:cNvSpPr>
            <a:spLocks noGrp="1"/>
          </p:cNvSpPr>
          <p:nvPr/>
        </p:nvSpPr>
        <p:spPr>
          <a:xfrm>
            <a:off x="84430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2" name="A1_bar_GT_12068">
            <a:extLst>
              <a:ext uri="{FF2B5EF4-FFF2-40B4-BE49-F238E27FC236}">
                <a16:creationId xmlns:a16="http://schemas.microsoft.com/office/drawing/2014/main" id="{05189BDC-7A39-4B9B-A8B7-37AEFD257A8B}"/>
              </a:ext>
            </a:extLst>
          </p:cNvPr>
          <p:cNvSpPr>
            <a:spLocks noGrp="1"/>
          </p:cNvSpPr>
          <p:nvPr/>
        </p:nvSpPr>
        <p:spPr>
          <a:xfrm>
            <a:off x="8532502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3" name="A1_bar_GT_12069">
            <a:extLst>
              <a:ext uri="{FF2B5EF4-FFF2-40B4-BE49-F238E27FC236}">
                <a16:creationId xmlns:a16="http://schemas.microsoft.com/office/drawing/2014/main" id="{A8FBDDA4-269C-4522-900E-48C7F83B4290}"/>
              </a:ext>
            </a:extLst>
          </p:cNvPr>
          <p:cNvSpPr>
            <a:spLocks noGrp="1"/>
          </p:cNvSpPr>
          <p:nvPr/>
        </p:nvSpPr>
        <p:spPr>
          <a:xfrm>
            <a:off x="86282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4" name="A1_bar_GT_12070">
            <a:extLst>
              <a:ext uri="{FF2B5EF4-FFF2-40B4-BE49-F238E27FC236}">
                <a16:creationId xmlns:a16="http://schemas.microsoft.com/office/drawing/2014/main" id="{553EAC04-69A4-4217-8464-F6A0753A6708}"/>
              </a:ext>
            </a:extLst>
          </p:cNvPr>
          <p:cNvSpPr>
            <a:spLocks noGrp="1"/>
          </p:cNvSpPr>
          <p:nvPr/>
        </p:nvSpPr>
        <p:spPr>
          <a:xfrm>
            <a:off x="844592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5" name="A1_bar_GT_12071">
            <a:extLst>
              <a:ext uri="{FF2B5EF4-FFF2-40B4-BE49-F238E27FC236}">
                <a16:creationId xmlns:a16="http://schemas.microsoft.com/office/drawing/2014/main" id="{A5BDD37A-25A9-478B-A0DC-4932F54DCA03}"/>
              </a:ext>
            </a:extLst>
          </p:cNvPr>
          <p:cNvSpPr>
            <a:spLocks noGrp="1"/>
          </p:cNvSpPr>
          <p:nvPr/>
        </p:nvSpPr>
        <p:spPr>
          <a:xfrm>
            <a:off x="855239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6" name="A1_bar_GT_12072">
            <a:extLst>
              <a:ext uri="{FF2B5EF4-FFF2-40B4-BE49-F238E27FC236}">
                <a16:creationId xmlns:a16="http://schemas.microsoft.com/office/drawing/2014/main" id="{E11DE20B-E443-42A2-A70C-E264BB597440}"/>
              </a:ext>
            </a:extLst>
          </p:cNvPr>
          <p:cNvSpPr>
            <a:spLocks noGrp="1"/>
          </p:cNvSpPr>
          <p:nvPr/>
        </p:nvSpPr>
        <p:spPr>
          <a:xfrm>
            <a:off x="8519559" y="43667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7" name="A1_bar_GT_12073">
            <a:extLst>
              <a:ext uri="{FF2B5EF4-FFF2-40B4-BE49-F238E27FC236}">
                <a16:creationId xmlns:a16="http://schemas.microsoft.com/office/drawing/2014/main" id="{000CA683-0865-4158-806E-4FF0092D85D0}"/>
              </a:ext>
            </a:extLst>
          </p:cNvPr>
          <p:cNvSpPr>
            <a:spLocks noGrp="1"/>
          </p:cNvSpPr>
          <p:nvPr/>
        </p:nvSpPr>
        <p:spPr>
          <a:xfrm>
            <a:off x="862926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8" name="A1_bar_GT_12074">
            <a:extLst>
              <a:ext uri="{FF2B5EF4-FFF2-40B4-BE49-F238E27FC236}">
                <a16:creationId xmlns:a16="http://schemas.microsoft.com/office/drawing/2014/main" id="{CBB52E84-D718-4FD2-800C-C6E853F3853D}"/>
              </a:ext>
            </a:extLst>
          </p:cNvPr>
          <p:cNvSpPr>
            <a:spLocks noGrp="1"/>
          </p:cNvSpPr>
          <p:nvPr/>
        </p:nvSpPr>
        <p:spPr>
          <a:xfrm>
            <a:off x="8463891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9" name="A1_bar_GT_12075">
            <a:extLst>
              <a:ext uri="{FF2B5EF4-FFF2-40B4-BE49-F238E27FC236}">
                <a16:creationId xmlns:a16="http://schemas.microsoft.com/office/drawing/2014/main" id="{BA2B1C04-1F4D-4715-8A16-9FBEDAA8EF4C}"/>
              </a:ext>
            </a:extLst>
          </p:cNvPr>
          <p:cNvSpPr>
            <a:spLocks noGrp="1"/>
          </p:cNvSpPr>
          <p:nvPr/>
        </p:nvSpPr>
        <p:spPr>
          <a:xfrm>
            <a:off x="850692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0" name="A1_bar_GT_12076">
            <a:extLst>
              <a:ext uri="{FF2B5EF4-FFF2-40B4-BE49-F238E27FC236}">
                <a16:creationId xmlns:a16="http://schemas.microsoft.com/office/drawing/2014/main" id="{40DF1C17-13BF-46CD-85DD-34E9C2B48880}"/>
              </a:ext>
            </a:extLst>
          </p:cNvPr>
          <p:cNvSpPr>
            <a:spLocks noGrp="1"/>
          </p:cNvSpPr>
          <p:nvPr/>
        </p:nvSpPr>
        <p:spPr>
          <a:xfrm>
            <a:off x="86355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1" name="A1_bar_GT_12077">
            <a:extLst>
              <a:ext uri="{FF2B5EF4-FFF2-40B4-BE49-F238E27FC236}">
                <a16:creationId xmlns:a16="http://schemas.microsoft.com/office/drawing/2014/main" id="{C60819CC-D520-4C5A-8462-F453F9B1BD5C}"/>
              </a:ext>
            </a:extLst>
          </p:cNvPr>
          <p:cNvSpPr>
            <a:spLocks noGrp="1"/>
          </p:cNvSpPr>
          <p:nvPr/>
        </p:nvSpPr>
        <p:spPr>
          <a:xfrm>
            <a:off x="865952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2" name="A1_bar_GT_12078">
            <a:extLst>
              <a:ext uri="{FF2B5EF4-FFF2-40B4-BE49-F238E27FC236}">
                <a16:creationId xmlns:a16="http://schemas.microsoft.com/office/drawing/2014/main" id="{F25DAF69-A1A8-41D7-8658-534F057AFB07}"/>
              </a:ext>
            </a:extLst>
          </p:cNvPr>
          <p:cNvSpPr>
            <a:spLocks noGrp="1"/>
          </p:cNvSpPr>
          <p:nvPr/>
        </p:nvSpPr>
        <p:spPr>
          <a:xfrm>
            <a:off x="8490277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3" name="A1_bar_GT_12079">
            <a:extLst>
              <a:ext uri="{FF2B5EF4-FFF2-40B4-BE49-F238E27FC236}">
                <a16:creationId xmlns:a16="http://schemas.microsoft.com/office/drawing/2014/main" id="{94617C18-91B1-4CB9-9691-02D8E51AF7AC}"/>
              </a:ext>
            </a:extLst>
          </p:cNvPr>
          <p:cNvSpPr>
            <a:spLocks noGrp="1"/>
          </p:cNvSpPr>
          <p:nvPr/>
        </p:nvSpPr>
        <p:spPr>
          <a:xfrm>
            <a:off x="8625269" y="58161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4" name="A1_bar_GT_12080">
            <a:extLst>
              <a:ext uri="{FF2B5EF4-FFF2-40B4-BE49-F238E27FC236}">
                <a16:creationId xmlns:a16="http://schemas.microsoft.com/office/drawing/2014/main" id="{D5E8E192-744A-4993-90F5-8F2A6A609061}"/>
              </a:ext>
            </a:extLst>
          </p:cNvPr>
          <p:cNvSpPr>
            <a:spLocks noGrp="1"/>
          </p:cNvSpPr>
          <p:nvPr/>
        </p:nvSpPr>
        <p:spPr>
          <a:xfrm>
            <a:off x="848854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5" name="A1_bar_GT_12081">
            <a:extLst>
              <a:ext uri="{FF2B5EF4-FFF2-40B4-BE49-F238E27FC236}">
                <a16:creationId xmlns:a16="http://schemas.microsoft.com/office/drawing/2014/main" id="{580D6944-CC61-4FCE-B908-8C7FA0ACBE3C}"/>
              </a:ext>
            </a:extLst>
          </p:cNvPr>
          <p:cNvSpPr>
            <a:spLocks noGrp="1"/>
          </p:cNvSpPr>
          <p:nvPr/>
        </p:nvSpPr>
        <p:spPr>
          <a:xfrm>
            <a:off x="8644775" y="59660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6" name="A1_bar_GT_12082">
            <a:extLst>
              <a:ext uri="{FF2B5EF4-FFF2-40B4-BE49-F238E27FC236}">
                <a16:creationId xmlns:a16="http://schemas.microsoft.com/office/drawing/2014/main" id="{E4E599E3-D515-41A9-AA88-4A5C31B4C1EE}"/>
              </a:ext>
            </a:extLst>
          </p:cNvPr>
          <p:cNvSpPr>
            <a:spLocks noGrp="1"/>
          </p:cNvSpPr>
          <p:nvPr/>
        </p:nvSpPr>
        <p:spPr>
          <a:xfrm>
            <a:off x="85362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7" name="A1_bar_GT_12083">
            <a:extLst>
              <a:ext uri="{FF2B5EF4-FFF2-40B4-BE49-F238E27FC236}">
                <a16:creationId xmlns:a16="http://schemas.microsoft.com/office/drawing/2014/main" id="{A3761003-0549-4992-9F0B-C8E9233AC260}"/>
              </a:ext>
            </a:extLst>
          </p:cNvPr>
          <p:cNvSpPr>
            <a:spLocks noGrp="1"/>
          </p:cNvSpPr>
          <p:nvPr/>
        </p:nvSpPr>
        <p:spPr>
          <a:xfrm>
            <a:off x="84503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8" name="A1_bar_GT_12084">
            <a:extLst>
              <a:ext uri="{FF2B5EF4-FFF2-40B4-BE49-F238E27FC236}">
                <a16:creationId xmlns:a16="http://schemas.microsoft.com/office/drawing/2014/main" id="{BFEAD18C-AA30-44F7-96AD-7B8A08976601}"/>
              </a:ext>
            </a:extLst>
          </p:cNvPr>
          <p:cNvSpPr>
            <a:spLocks noGrp="1"/>
          </p:cNvSpPr>
          <p:nvPr/>
        </p:nvSpPr>
        <p:spPr>
          <a:xfrm>
            <a:off x="84881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9" name="A1_bar_GT_12085">
            <a:extLst>
              <a:ext uri="{FF2B5EF4-FFF2-40B4-BE49-F238E27FC236}">
                <a16:creationId xmlns:a16="http://schemas.microsoft.com/office/drawing/2014/main" id="{190FF0A9-6BB3-4076-A93B-CB6360012D64}"/>
              </a:ext>
            </a:extLst>
          </p:cNvPr>
          <p:cNvSpPr>
            <a:spLocks noGrp="1"/>
          </p:cNvSpPr>
          <p:nvPr/>
        </p:nvSpPr>
        <p:spPr>
          <a:xfrm>
            <a:off x="866385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0" name="A1_bar_GT_12086">
            <a:extLst>
              <a:ext uri="{FF2B5EF4-FFF2-40B4-BE49-F238E27FC236}">
                <a16:creationId xmlns:a16="http://schemas.microsoft.com/office/drawing/2014/main" id="{6F7BE732-DF1D-4D06-AB09-D9E2CE43CF95}"/>
              </a:ext>
            </a:extLst>
          </p:cNvPr>
          <p:cNvSpPr>
            <a:spLocks noGrp="1"/>
          </p:cNvSpPr>
          <p:nvPr/>
        </p:nvSpPr>
        <p:spPr>
          <a:xfrm>
            <a:off x="8509696" y="39733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1" name="A1_bar_GT_12087">
            <a:extLst>
              <a:ext uri="{FF2B5EF4-FFF2-40B4-BE49-F238E27FC236}">
                <a16:creationId xmlns:a16="http://schemas.microsoft.com/office/drawing/2014/main" id="{4945ED4B-7C70-41B0-87A5-110FE08F9E88}"/>
              </a:ext>
            </a:extLst>
          </p:cNvPr>
          <p:cNvSpPr>
            <a:spLocks noGrp="1"/>
          </p:cNvSpPr>
          <p:nvPr/>
        </p:nvSpPr>
        <p:spPr>
          <a:xfrm>
            <a:off x="84765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2" name="A1_bar_GT_12088">
            <a:extLst>
              <a:ext uri="{FF2B5EF4-FFF2-40B4-BE49-F238E27FC236}">
                <a16:creationId xmlns:a16="http://schemas.microsoft.com/office/drawing/2014/main" id="{5FEC2D03-3C11-4366-9A7E-71B94255AC20}"/>
              </a:ext>
            </a:extLst>
          </p:cNvPr>
          <p:cNvSpPr>
            <a:spLocks noGrp="1"/>
          </p:cNvSpPr>
          <p:nvPr/>
        </p:nvSpPr>
        <p:spPr>
          <a:xfrm>
            <a:off x="85615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3" name="A1_bar_GT_12089">
            <a:extLst>
              <a:ext uri="{FF2B5EF4-FFF2-40B4-BE49-F238E27FC236}">
                <a16:creationId xmlns:a16="http://schemas.microsoft.com/office/drawing/2014/main" id="{2AEDDE75-38F5-4D2F-A73D-D7C1976EF587}"/>
              </a:ext>
            </a:extLst>
          </p:cNvPr>
          <p:cNvSpPr>
            <a:spLocks noGrp="1"/>
          </p:cNvSpPr>
          <p:nvPr/>
        </p:nvSpPr>
        <p:spPr>
          <a:xfrm>
            <a:off x="8449082" y="60955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4" name="A1_bar_GT_12090">
            <a:extLst>
              <a:ext uri="{FF2B5EF4-FFF2-40B4-BE49-F238E27FC236}">
                <a16:creationId xmlns:a16="http://schemas.microsoft.com/office/drawing/2014/main" id="{9FFFC1EB-9784-426B-A111-973CB1766496}"/>
              </a:ext>
            </a:extLst>
          </p:cNvPr>
          <p:cNvSpPr>
            <a:spLocks noGrp="1"/>
          </p:cNvSpPr>
          <p:nvPr/>
        </p:nvSpPr>
        <p:spPr>
          <a:xfrm>
            <a:off x="84425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5" name="A1_bar_GT_12091">
            <a:extLst>
              <a:ext uri="{FF2B5EF4-FFF2-40B4-BE49-F238E27FC236}">
                <a16:creationId xmlns:a16="http://schemas.microsoft.com/office/drawing/2014/main" id="{773654AB-8921-40B2-92CC-9ED7FE77A75E}"/>
              </a:ext>
            </a:extLst>
          </p:cNvPr>
          <p:cNvSpPr>
            <a:spLocks noGrp="1"/>
          </p:cNvSpPr>
          <p:nvPr/>
        </p:nvSpPr>
        <p:spPr>
          <a:xfrm>
            <a:off x="8590766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6" name="A1_bar_GT_12092">
            <a:extLst>
              <a:ext uri="{FF2B5EF4-FFF2-40B4-BE49-F238E27FC236}">
                <a16:creationId xmlns:a16="http://schemas.microsoft.com/office/drawing/2014/main" id="{740C69D1-E028-4DAD-B4B9-636ACA885DC0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191" cy="3257550"/>
          </a:xfrm>
          <a:custGeom>
            <a:avLst/>
            <a:gdLst/>
            <a:ahLst/>
            <a:cxnLst/>
            <a:rect l="0" t="0" r="0" b="0"/>
            <a:pathLst>
              <a:path w="191" h="3257550">
                <a:moveTo>
                  <a:pt x="0" y="3257550"/>
                </a:moveTo>
                <a:lnTo>
                  <a:pt x="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7" name="A1_bar_GT_12093">
            <a:extLst>
              <a:ext uri="{FF2B5EF4-FFF2-40B4-BE49-F238E27FC236}">
                <a16:creationId xmlns:a16="http://schemas.microsoft.com/office/drawing/2014/main" id="{96305EEA-1FA9-463C-905C-555330AD11BA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8" name="A1_bar_GT_12094">
            <a:extLst>
              <a:ext uri="{FF2B5EF4-FFF2-40B4-BE49-F238E27FC236}">
                <a16:creationId xmlns:a16="http://schemas.microsoft.com/office/drawing/2014/main" id="{F6680CC7-8AFC-4254-AB6E-21C280FA1C0A}"/>
              </a:ext>
            </a:extLst>
          </p:cNvPr>
          <p:cNvSpPr>
            <a:spLocks noGrp="1"/>
          </p:cNvSpPr>
          <p:nvPr/>
        </p:nvSpPr>
        <p:spPr>
          <a:xfrm>
            <a:off x="1550055" y="4037415"/>
            <a:ext cx="191" cy="236787"/>
          </a:xfrm>
          <a:custGeom>
            <a:avLst/>
            <a:gdLst/>
            <a:ahLst/>
            <a:cxnLst/>
            <a:rect l="0" t="0" r="0" b="0"/>
            <a:pathLst>
              <a:path w="191" h="236787">
                <a:moveTo>
                  <a:pt x="0" y="236787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39" name="A1_bar_GT_12095">
            <a:extLst>
              <a:ext uri="{FF2B5EF4-FFF2-40B4-BE49-F238E27FC236}">
                <a16:creationId xmlns:a16="http://schemas.microsoft.com/office/drawing/2014/main" id="{1841A46C-4B90-4E3E-8B1A-A038091E8143}"/>
              </a:ext>
            </a:extLst>
          </p:cNvPr>
          <p:cNvSpPr>
            <a:spLocks noGrp="1"/>
          </p:cNvSpPr>
          <p:nvPr/>
        </p:nvSpPr>
        <p:spPr>
          <a:xfrm>
            <a:off x="1459560" y="427420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0" name="A1_bar_GT_12096">
            <a:extLst>
              <a:ext uri="{FF2B5EF4-FFF2-40B4-BE49-F238E27FC236}">
                <a16:creationId xmlns:a16="http://schemas.microsoft.com/office/drawing/2014/main" id="{FBCBB03D-D01F-4EBB-9771-3D52A4847B78}"/>
              </a:ext>
            </a:extLst>
          </p:cNvPr>
          <p:cNvSpPr>
            <a:spLocks noGrp="1"/>
          </p:cNvSpPr>
          <p:nvPr/>
        </p:nvSpPr>
        <p:spPr>
          <a:xfrm>
            <a:off x="1459560" y="40374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1" name="A1_bar_GT_12097">
            <a:extLst>
              <a:ext uri="{FF2B5EF4-FFF2-40B4-BE49-F238E27FC236}">
                <a16:creationId xmlns:a16="http://schemas.microsoft.com/office/drawing/2014/main" id="{D9B16FE0-9921-420A-AE8F-597939CA9CD6}"/>
              </a:ext>
            </a:extLst>
          </p:cNvPr>
          <p:cNvSpPr>
            <a:spLocks noGrp="1"/>
          </p:cNvSpPr>
          <p:nvPr/>
        </p:nvSpPr>
        <p:spPr>
          <a:xfrm>
            <a:off x="3123878" y="3823652"/>
            <a:ext cx="191" cy="298590"/>
          </a:xfrm>
          <a:custGeom>
            <a:avLst/>
            <a:gdLst/>
            <a:ahLst/>
            <a:cxnLst/>
            <a:rect l="0" t="0" r="0" b="0"/>
            <a:pathLst>
              <a:path w="191" h="298590">
                <a:moveTo>
                  <a:pt x="0" y="29859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2" name="A1_bar_GT_12098">
            <a:extLst>
              <a:ext uri="{FF2B5EF4-FFF2-40B4-BE49-F238E27FC236}">
                <a16:creationId xmlns:a16="http://schemas.microsoft.com/office/drawing/2014/main" id="{FFF9327A-4BB6-41BA-BD4F-C4BF1AC30DD4}"/>
              </a:ext>
            </a:extLst>
          </p:cNvPr>
          <p:cNvSpPr>
            <a:spLocks noGrp="1"/>
          </p:cNvSpPr>
          <p:nvPr/>
        </p:nvSpPr>
        <p:spPr>
          <a:xfrm>
            <a:off x="3033383" y="412224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3" name="A1_bar_GT_12099">
            <a:extLst>
              <a:ext uri="{FF2B5EF4-FFF2-40B4-BE49-F238E27FC236}">
                <a16:creationId xmlns:a16="http://schemas.microsoft.com/office/drawing/2014/main" id="{0601AB12-9BF7-488B-86FE-552EBE4638E9}"/>
              </a:ext>
            </a:extLst>
          </p:cNvPr>
          <p:cNvSpPr>
            <a:spLocks noGrp="1"/>
          </p:cNvSpPr>
          <p:nvPr/>
        </p:nvSpPr>
        <p:spPr>
          <a:xfrm>
            <a:off x="3033383" y="382365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4" name="A1_bar_GT_12100">
            <a:extLst>
              <a:ext uri="{FF2B5EF4-FFF2-40B4-BE49-F238E27FC236}">
                <a16:creationId xmlns:a16="http://schemas.microsoft.com/office/drawing/2014/main" id="{589E3163-8EBF-400E-98F9-F8FE1BAFD5FE}"/>
              </a:ext>
            </a:extLst>
          </p:cNvPr>
          <p:cNvSpPr>
            <a:spLocks noGrp="1"/>
          </p:cNvSpPr>
          <p:nvPr/>
        </p:nvSpPr>
        <p:spPr>
          <a:xfrm>
            <a:off x="4697701" y="3880482"/>
            <a:ext cx="191" cy="298878"/>
          </a:xfrm>
          <a:custGeom>
            <a:avLst/>
            <a:gdLst/>
            <a:ahLst/>
            <a:cxnLst/>
            <a:rect l="0" t="0" r="0" b="0"/>
            <a:pathLst>
              <a:path w="191" h="298878">
                <a:moveTo>
                  <a:pt x="0" y="298878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5" name="A1_bar_GT_12101">
            <a:extLst>
              <a:ext uri="{FF2B5EF4-FFF2-40B4-BE49-F238E27FC236}">
                <a16:creationId xmlns:a16="http://schemas.microsoft.com/office/drawing/2014/main" id="{3FD35C6A-366C-46D3-9150-E4D5793FFC0B}"/>
              </a:ext>
            </a:extLst>
          </p:cNvPr>
          <p:cNvSpPr>
            <a:spLocks noGrp="1"/>
          </p:cNvSpPr>
          <p:nvPr/>
        </p:nvSpPr>
        <p:spPr>
          <a:xfrm>
            <a:off x="4607206" y="417935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6" name="A1_bar_GT_12102">
            <a:extLst>
              <a:ext uri="{FF2B5EF4-FFF2-40B4-BE49-F238E27FC236}">
                <a16:creationId xmlns:a16="http://schemas.microsoft.com/office/drawing/2014/main" id="{BF0141D0-CB1E-46EC-A780-221D7575796A}"/>
              </a:ext>
            </a:extLst>
          </p:cNvPr>
          <p:cNvSpPr>
            <a:spLocks noGrp="1"/>
          </p:cNvSpPr>
          <p:nvPr/>
        </p:nvSpPr>
        <p:spPr>
          <a:xfrm>
            <a:off x="4607206" y="388048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7" name="A1_bar_GT_12103">
            <a:extLst>
              <a:ext uri="{FF2B5EF4-FFF2-40B4-BE49-F238E27FC236}">
                <a16:creationId xmlns:a16="http://schemas.microsoft.com/office/drawing/2014/main" id="{706C3873-2434-4217-8340-E8ADFABD9EBC}"/>
              </a:ext>
            </a:extLst>
          </p:cNvPr>
          <p:cNvSpPr>
            <a:spLocks noGrp="1"/>
          </p:cNvSpPr>
          <p:nvPr/>
        </p:nvSpPr>
        <p:spPr>
          <a:xfrm>
            <a:off x="6271524" y="4389270"/>
            <a:ext cx="191" cy="349906"/>
          </a:xfrm>
          <a:custGeom>
            <a:avLst/>
            <a:gdLst/>
            <a:ahLst/>
            <a:cxnLst/>
            <a:rect l="0" t="0" r="0" b="0"/>
            <a:pathLst>
              <a:path w="191" h="349906">
                <a:moveTo>
                  <a:pt x="0" y="34990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8" name="A1_bar_GT_12104">
            <a:extLst>
              <a:ext uri="{FF2B5EF4-FFF2-40B4-BE49-F238E27FC236}">
                <a16:creationId xmlns:a16="http://schemas.microsoft.com/office/drawing/2014/main" id="{52205EF6-45B7-47C6-B06F-A91CAA5D1896}"/>
              </a:ext>
            </a:extLst>
          </p:cNvPr>
          <p:cNvSpPr>
            <a:spLocks noGrp="1"/>
          </p:cNvSpPr>
          <p:nvPr/>
        </p:nvSpPr>
        <p:spPr>
          <a:xfrm>
            <a:off x="6181029" y="473917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9" name="A1_bar_GT_12105">
            <a:extLst>
              <a:ext uri="{FF2B5EF4-FFF2-40B4-BE49-F238E27FC236}">
                <a16:creationId xmlns:a16="http://schemas.microsoft.com/office/drawing/2014/main" id="{70581FF6-12F7-45B1-8062-6BB158056765}"/>
              </a:ext>
            </a:extLst>
          </p:cNvPr>
          <p:cNvSpPr>
            <a:spLocks noGrp="1"/>
          </p:cNvSpPr>
          <p:nvPr/>
        </p:nvSpPr>
        <p:spPr>
          <a:xfrm>
            <a:off x="6181029" y="438927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0" name="A1_bar_GT_12106">
            <a:extLst>
              <a:ext uri="{FF2B5EF4-FFF2-40B4-BE49-F238E27FC236}">
                <a16:creationId xmlns:a16="http://schemas.microsoft.com/office/drawing/2014/main" id="{2E4646F3-7D98-4432-937C-2B64CB0804E6}"/>
              </a:ext>
            </a:extLst>
          </p:cNvPr>
          <p:cNvSpPr>
            <a:spLocks noGrp="1"/>
          </p:cNvSpPr>
          <p:nvPr/>
        </p:nvSpPr>
        <p:spPr>
          <a:xfrm>
            <a:off x="7845347" y="4389270"/>
            <a:ext cx="191" cy="349906"/>
          </a:xfrm>
          <a:custGeom>
            <a:avLst/>
            <a:gdLst/>
            <a:ahLst/>
            <a:cxnLst/>
            <a:rect l="0" t="0" r="0" b="0"/>
            <a:pathLst>
              <a:path w="191" h="349906">
                <a:moveTo>
                  <a:pt x="0" y="34990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1" name="A1_bar_GT_12107">
            <a:extLst>
              <a:ext uri="{FF2B5EF4-FFF2-40B4-BE49-F238E27FC236}">
                <a16:creationId xmlns:a16="http://schemas.microsoft.com/office/drawing/2014/main" id="{A27C87E4-5C64-4391-84A9-848A24213D82}"/>
              </a:ext>
            </a:extLst>
          </p:cNvPr>
          <p:cNvSpPr>
            <a:spLocks noGrp="1"/>
          </p:cNvSpPr>
          <p:nvPr/>
        </p:nvSpPr>
        <p:spPr>
          <a:xfrm>
            <a:off x="7754852" y="473917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2" name="A1_bar_GT_12108">
            <a:extLst>
              <a:ext uri="{FF2B5EF4-FFF2-40B4-BE49-F238E27FC236}">
                <a16:creationId xmlns:a16="http://schemas.microsoft.com/office/drawing/2014/main" id="{125EA341-4491-47A0-9CBA-AB1DC677E80C}"/>
              </a:ext>
            </a:extLst>
          </p:cNvPr>
          <p:cNvSpPr>
            <a:spLocks noGrp="1"/>
          </p:cNvSpPr>
          <p:nvPr/>
        </p:nvSpPr>
        <p:spPr>
          <a:xfrm>
            <a:off x="7754852" y="438927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3" name="A1_bar_GT_12109">
            <a:extLst>
              <a:ext uri="{FF2B5EF4-FFF2-40B4-BE49-F238E27FC236}">
                <a16:creationId xmlns:a16="http://schemas.microsoft.com/office/drawing/2014/main" id="{10651A14-10BF-4FAC-A632-382BEF4EAF03}"/>
              </a:ext>
            </a:extLst>
          </p:cNvPr>
          <p:cNvSpPr>
            <a:spLocks noGrp="1"/>
          </p:cNvSpPr>
          <p:nvPr/>
        </p:nvSpPr>
        <p:spPr>
          <a:xfrm>
            <a:off x="1912034" y="4037415"/>
            <a:ext cx="191" cy="236787"/>
          </a:xfrm>
          <a:custGeom>
            <a:avLst/>
            <a:gdLst/>
            <a:ahLst/>
            <a:cxnLst/>
            <a:rect l="0" t="0" r="0" b="0"/>
            <a:pathLst>
              <a:path w="191" h="236787">
                <a:moveTo>
                  <a:pt x="0" y="236787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4" name="A1_bar_GT_12110">
            <a:extLst>
              <a:ext uri="{FF2B5EF4-FFF2-40B4-BE49-F238E27FC236}">
                <a16:creationId xmlns:a16="http://schemas.microsoft.com/office/drawing/2014/main" id="{9C2DC726-A8C0-4AA8-B1EF-745946346A7B}"/>
              </a:ext>
            </a:extLst>
          </p:cNvPr>
          <p:cNvSpPr>
            <a:spLocks noGrp="1"/>
          </p:cNvSpPr>
          <p:nvPr/>
        </p:nvSpPr>
        <p:spPr>
          <a:xfrm>
            <a:off x="1821539" y="427420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5" name="A1_bar_GT_12111">
            <a:extLst>
              <a:ext uri="{FF2B5EF4-FFF2-40B4-BE49-F238E27FC236}">
                <a16:creationId xmlns:a16="http://schemas.microsoft.com/office/drawing/2014/main" id="{3BF9ACAD-83CF-4D79-9900-7632B7AE8263}"/>
              </a:ext>
            </a:extLst>
          </p:cNvPr>
          <p:cNvSpPr>
            <a:spLocks noGrp="1"/>
          </p:cNvSpPr>
          <p:nvPr/>
        </p:nvSpPr>
        <p:spPr>
          <a:xfrm>
            <a:off x="1821539" y="40374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6" name="A1_bar_GT_12112">
            <a:extLst>
              <a:ext uri="{FF2B5EF4-FFF2-40B4-BE49-F238E27FC236}">
                <a16:creationId xmlns:a16="http://schemas.microsoft.com/office/drawing/2014/main" id="{C867AACA-53B2-4299-8E6B-8295D61FB8C4}"/>
              </a:ext>
            </a:extLst>
          </p:cNvPr>
          <p:cNvSpPr>
            <a:spLocks noGrp="1"/>
          </p:cNvSpPr>
          <p:nvPr/>
        </p:nvSpPr>
        <p:spPr>
          <a:xfrm>
            <a:off x="3485857" y="3913975"/>
            <a:ext cx="191" cy="310503"/>
          </a:xfrm>
          <a:custGeom>
            <a:avLst/>
            <a:gdLst/>
            <a:ahLst/>
            <a:cxnLst/>
            <a:rect l="0" t="0" r="0" b="0"/>
            <a:pathLst>
              <a:path w="191" h="310503">
                <a:moveTo>
                  <a:pt x="0" y="31050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7" name="A1_bar_GT_12113">
            <a:extLst>
              <a:ext uri="{FF2B5EF4-FFF2-40B4-BE49-F238E27FC236}">
                <a16:creationId xmlns:a16="http://schemas.microsoft.com/office/drawing/2014/main" id="{B5F27FED-D1CA-4953-A8EB-1245574EE639}"/>
              </a:ext>
            </a:extLst>
          </p:cNvPr>
          <p:cNvSpPr>
            <a:spLocks noGrp="1"/>
          </p:cNvSpPr>
          <p:nvPr/>
        </p:nvSpPr>
        <p:spPr>
          <a:xfrm>
            <a:off x="3395362" y="422447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8" name="A1_bar_GT_12114">
            <a:extLst>
              <a:ext uri="{FF2B5EF4-FFF2-40B4-BE49-F238E27FC236}">
                <a16:creationId xmlns:a16="http://schemas.microsoft.com/office/drawing/2014/main" id="{1EE22F54-501B-49CA-836A-AEA0312A7FB6}"/>
              </a:ext>
            </a:extLst>
          </p:cNvPr>
          <p:cNvSpPr>
            <a:spLocks noGrp="1"/>
          </p:cNvSpPr>
          <p:nvPr/>
        </p:nvSpPr>
        <p:spPr>
          <a:xfrm>
            <a:off x="3395362" y="391397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9" name="A1_bar_GT_12115">
            <a:extLst>
              <a:ext uri="{FF2B5EF4-FFF2-40B4-BE49-F238E27FC236}">
                <a16:creationId xmlns:a16="http://schemas.microsoft.com/office/drawing/2014/main" id="{79648948-AEB4-441D-8AF1-6A49E762C0B6}"/>
              </a:ext>
            </a:extLst>
          </p:cNvPr>
          <p:cNvSpPr>
            <a:spLocks noGrp="1"/>
          </p:cNvSpPr>
          <p:nvPr/>
        </p:nvSpPr>
        <p:spPr>
          <a:xfrm>
            <a:off x="5059680" y="3972556"/>
            <a:ext cx="191" cy="308257"/>
          </a:xfrm>
          <a:custGeom>
            <a:avLst/>
            <a:gdLst/>
            <a:ahLst/>
            <a:cxnLst/>
            <a:rect l="0" t="0" r="0" b="0"/>
            <a:pathLst>
              <a:path w="191" h="308257">
                <a:moveTo>
                  <a:pt x="0" y="308257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0" name="A1_bar_GT_12116">
            <a:extLst>
              <a:ext uri="{FF2B5EF4-FFF2-40B4-BE49-F238E27FC236}">
                <a16:creationId xmlns:a16="http://schemas.microsoft.com/office/drawing/2014/main" id="{9D35D136-4F1E-448D-AB17-2845ACE9C2A7}"/>
              </a:ext>
            </a:extLst>
          </p:cNvPr>
          <p:cNvSpPr>
            <a:spLocks noGrp="1"/>
          </p:cNvSpPr>
          <p:nvPr/>
        </p:nvSpPr>
        <p:spPr>
          <a:xfrm>
            <a:off x="4969185" y="428081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1" name="A1_bar_GT_12117">
            <a:extLst>
              <a:ext uri="{FF2B5EF4-FFF2-40B4-BE49-F238E27FC236}">
                <a16:creationId xmlns:a16="http://schemas.microsoft.com/office/drawing/2014/main" id="{8A30589F-5AEB-4775-B2CB-9BBC994AC8DF}"/>
              </a:ext>
            </a:extLst>
          </p:cNvPr>
          <p:cNvSpPr>
            <a:spLocks noGrp="1"/>
          </p:cNvSpPr>
          <p:nvPr/>
        </p:nvSpPr>
        <p:spPr>
          <a:xfrm>
            <a:off x="4969185" y="397255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2" name="A1_bar_GT_12118">
            <a:extLst>
              <a:ext uri="{FF2B5EF4-FFF2-40B4-BE49-F238E27FC236}">
                <a16:creationId xmlns:a16="http://schemas.microsoft.com/office/drawing/2014/main" id="{D35B2DB3-1461-484F-94F3-F29E73F53636}"/>
              </a:ext>
            </a:extLst>
          </p:cNvPr>
          <p:cNvSpPr>
            <a:spLocks noGrp="1"/>
          </p:cNvSpPr>
          <p:nvPr/>
        </p:nvSpPr>
        <p:spPr>
          <a:xfrm>
            <a:off x="6633503" y="4410404"/>
            <a:ext cx="191" cy="349723"/>
          </a:xfrm>
          <a:custGeom>
            <a:avLst/>
            <a:gdLst/>
            <a:ahLst/>
            <a:cxnLst/>
            <a:rect l="0" t="0" r="0" b="0"/>
            <a:pathLst>
              <a:path w="191" h="349723">
                <a:moveTo>
                  <a:pt x="0" y="3497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3" name="A1_bar_GT_12119">
            <a:extLst>
              <a:ext uri="{FF2B5EF4-FFF2-40B4-BE49-F238E27FC236}">
                <a16:creationId xmlns:a16="http://schemas.microsoft.com/office/drawing/2014/main" id="{6E43D896-875C-492B-9598-76E762C0E04D}"/>
              </a:ext>
            </a:extLst>
          </p:cNvPr>
          <p:cNvSpPr>
            <a:spLocks noGrp="1"/>
          </p:cNvSpPr>
          <p:nvPr/>
        </p:nvSpPr>
        <p:spPr>
          <a:xfrm>
            <a:off x="6543008" y="47601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4" name="A1_bar_GT_12120">
            <a:extLst>
              <a:ext uri="{FF2B5EF4-FFF2-40B4-BE49-F238E27FC236}">
                <a16:creationId xmlns:a16="http://schemas.microsoft.com/office/drawing/2014/main" id="{B59896AB-63B9-4854-B136-41C4E49C6ED6}"/>
              </a:ext>
            </a:extLst>
          </p:cNvPr>
          <p:cNvSpPr>
            <a:spLocks noGrp="1"/>
          </p:cNvSpPr>
          <p:nvPr/>
        </p:nvSpPr>
        <p:spPr>
          <a:xfrm>
            <a:off x="6543008" y="441040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5" name="A1_bar_GT_12121">
            <a:extLst>
              <a:ext uri="{FF2B5EF4-FFF2-40B4-BE49-F238E27FC236}">
                <a16:creationId xmlns:a16="http://schemas.microsoft.com/office/drawing/2014/main" id="{AB96DF33-843B-4256-B1DE-4E3A8D7B44AB}"/>
              </a:ext>
            </a:extLst>
          </p:cNvPr>
          <p:cNvSpPr>
            <a:spLocks noGrp="1"/>
          </p:cNvSpPr>
          <p:nvPr/>
        </p:nvSpPr>
        <p:spPr>
          <a:xfrm>
            <a:off x="8207326" y="4410404"/>
            <a:ext cx="191" cy="349723"/>
          </a:xfrm>
          <a:custGeom>
            <a:avLst/>
            <a:gdLst/>
            <a:ahLst/>
            <a:cxnLst/>
            <a:rect l="0" t="0" r="0" b="0"/>
            <a:pathLst>
              <a:path w="191" h="349723">
                <a:moveTo>
                  <a:pt x="0" y="3497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6" name="A1_bar_GT_12122">
            <a:extLst>
              <a:ext uri="{FF2B5EF4-FFF2-40B4-BE49-F238E27FC236}">
                <a16:creationId xmlns:a16="http://schemas.microsoft.com/office/drawing/2014/main" id="{30E515FB-62D8-438F-8BB3-D97E07EDAF9C}"/>
              </a:ext>
            </a:extLst>
          </p:cNvPr>
          <p:cNvSpPr>
            <a:spLocks noGrp="1"/>
          </p:cNvSpPr>
          <p:nvPr/>
        </p:nvSpPr>
        <p:spPr>
          <a:xfrm>
            <a:off x="8116831" y="47601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7" name="A1_bar_GT_12123">
            <a:extLst>
              <a:ext uri="{FF2B5EF4-FFF2-40B4-BE49-F238E27FC236}">
                <a16:creationId xmlns:a16="http://schemas.microsoft.com/office/drawing/2014/main" id="{13F42C03-1758-4A08-8101-AFBE7DEADE2C}"/>
              </a:ext>
            </a:extLst>
          </p:cNvPr>
          <p:cNvSpPr>
            <a:spLocks noGrp="1"/>
          </p:cNvSpPr>
          <p:nvPr/>
        </p:nvSpPr>
        <p:spPr>
          <a:xfrm>
            <a:off x="8116831" y="441040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8" name="A1_bar_GT_12124">
            <a:extLst>
              <a:ext uri="{FF2B5EF4-FFF2-40B4-BE49-F238E27FC236}">
                <a16:creationId xmlns:a16="http://schemas.microsoft.com/office/drawing/2014/main" id="{122B0716-497F-4551-B18B-8C81E5C0CD0C}"/>
              </a:ext>
            </a:extLst>
          </p:cNvPr>
          <p:cNvSpPr>
            <a:spLocks noGrp="1"/>
          </p:cNvSpPr>
          <p:nvPr/>
        </p:nvSpPr>
        <p:spPr>
          <a:xfrm>
            <a:off x="2274013" y="4725115"/>
            <a:ext cx="191" cy="251634"/>
          </a:xfrm>
          <a:custGeom>
            <a:avLst/>
            <a:gdLst/>
            <a:ahLst/>
            <a:cxnLst/>
            <a:rect l="0" t="0" r="0" b="0"/>
            <a:pathLst>
              <a:path w="191" h="251634">
                <a:moveTo>
                  <a:pt x="0" y="251634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69" name="A1_bar_GT_12125">
            <a:extLst>
              <a:ext uri="{FF2B5EF4-FFF2-40B4-BE49-F238E27FC236}">
                <a16:creationId xmlns:a16="http://schemas.microsoft.com/office/drawing/2014/main" id="{9DE66BC1-A221-4E40-B4F1-0C808A49C668}"/>
              </a:ext>
            </a:extLst>
          </p:cNvPr>
          <p:cNvSpPr>
            <a:spLocks noGrp="1"/>
          </p:cNvSpPr>
          <p:nvPr/>
        </p:nvSpPr>
        <p:spPr>
          <a:xfrm>
            <a:off x="2183518" y="49767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0" name="A1_bar_GT_12126">
            <a:extLst>
              <a:ext uri="{FF2B5EF4-FFF2-40B4-BE49-F238E27FC236}">
                <a16:creationId xmlns:a16="http://schemas.microsoft.com/office/drawing/2014/main" id="{030F5909-93D2-4646-945F-FC3201451DE2}"/>
              </a:ext>
            </a:extLst>
          </p:cNvPr>
          <p:cNvSpPr>
            <a:spLocks noGrp="1"/>
          </p:cNvSpPr>
          <p:nvPr/>
        </p:nvSpPr>
        <p:spPr>
          <a:xfrm>
            <a:off x="2183518" y="47251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1" name="A1_bar_GT_12127">
            <a:extLst>
              <a:ext uri="{FF2B5EF4-FFF2-40B4-BE49-F238E27FC236}">
                <a16:creationId xmlns:a16="http://schemas.microsoft.com/office/drawing/2014/main" id="{974A1252-4139-4F0D-AD8B-BA30C5BA19A9}"/>
              </a:ext>
            </a:extLst>
          </p:cNvPr>
          <p:cNvSpPr>
            <a:spLocks noGrp="1"/>
          </p:cNvSpPr>
          <p:nvPr/>
        </p:nvSpPr>
        <p:spPr>
          <a:xfrm>
            <a:off x="3847836" y="4528210"/>
            <a:ext cx="191" cy="325903"/>
          </a:xfrm>
          <a:custGeom>
            <a:avLst/>
            <a:gdLst/>
            <a:ahLst/>
            <a:cxnLst/>
            <a:rect l="0" t="0" r="0" b="0"/>
            <a:pathLst>
              <a:path w="191" h="325903">
                <a:moveTo>
                  <a:pt x="0" y="32590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2" name="A1_bar_GT_12128">
            <a:extLst>
              <a:ext uri="{FF2B5EF4-FFF2-40B4-BE49-F238E27FC236}">
                <a16:creationId xmlns:a16="http://schemas.microsoft.com/office/drawing/2014/main" id="{C9C46237-0382-44AE-AEA8-AE9F34927944}"/>
              </a:ext>
            </a:extLst>
          </p:cNvPr>
          <p:cNvSpPr>
            <a:spLocks noGrp="1"/>
          </p:cNvSpPr>
          <p:nvPr/>
        </p:nvSpPr>
        <p:spPr>
          <a:xfrm>
            <a:off x="3757341" y="485411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3" name="A1_bar_GT_12129">
            <a:extLst>
              <a:ext uri="{FF2B5EF4-FFF2-40B4-BE49-F238E27FC236}">
                <a16:creationId xmlns:a16="http://schemas.microsoft.com/office/drawing/2014/main" id="{9655DBB4-21A0-4D21-A509-4192C830CA68}"/>
              </a:ext>
            </a:extLst>
          </p:cNvPr>
          <p:cNvSpPr>
            <a:spLocks noGrp="1"/>
          </p:cNvSpPr>
          <p:nvPr/>
        </p:nvSpPr>
        <p:spPr>
          <a:xfrm>
            <a:off x="3757341" y="452821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4" name="A1_bar_GT_12130">
            <a:extLst>
              <a:ext uri="{FF2B5EF4-FFF2-40B4-BE49-F238E27FC236}">
                <a16:creationId xmlns:a16="http://schemas.microsoft.com/office/drawing/2014/main" id="{7E9D51BC-B9C2-4C6D-A530-A02011CBB23E}"/>
              </a:ext>
            </a:extLst>
          </p:cNvPr>
          <p:cNvSpPr>
            <a:spLocks noGrp="1"/>
          </p:cNvSpPr>
          <p:nvPr/>
        </p:nvSpPr>
        <p:spPr>
          <a:xfrm>
            <a:off x="5421659" y="4549304"/>
            <a:ext cx="191" cy="324259"/>
          </a:xfrm>
          <a:custGeom>
            <a:avLst/>
            <a:gdLst/>
            <a:ahLst/>
            <a:cxnLst/>
            <a:rect l="0" t="0" r="0" b="0"/>
            <a:pathLst>
              <a:path w="191" h="324259">
                <a:moveTo>
                  <a:pt x="0" y="324259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5" name="A1_bar_GT_12131">
            <a:extLst>
              <a:ext uri="{FF2B5EF4-FFF2-40B4-BE49-F238E27FC236}">
                <a16:creationId xmlns:a16="http://schemas.microsoft.com/office/drawing/2014/main" id="{2177145D-31B8-4AF1-95BF-74FB8DAA667A}"/>
              </a:ext>
            </a:extLst>
          </p:cNvPr>
          <p:cNvSpPr>
            <a:spLocks noGrp="1"/>
          </p:cNvSpPr>
          <p:nvPr/>
        </p:nvSpPr>
        <p:spPr>
          <a:xfrm>
            <a:off x="5331164" y="487356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6" name="A1_bar_GT_12132">
            <a:extLst>
              <a:ext uri="{FF2B5EF4-FFF2-40B4-BE49-F238E27FC236}">
                <a16:creationId xmlns:a16="http://schemas.microsoft.com/office/drawing/2014/main" id="{C88BFA67-BD92-4165-BE67-8F46EA7F7BA3}"/>
              </a:ext>
            </a:extLst>
          </p:cNvPr>
          <p:cNvSpPr>
            <a:spLocks noGrp="1"/>
          </p:cNvSpPr>
          <p:nvPr/>
        </p:nvSpPr>
        <p:spPr>
          <a:xfrm>
            <a:off x="5331164" y="454930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7" name="A1_bar_GT_12133">
            <a:extLst>
              <a:ext uri="{FF2B5EF4-FFF2-40B4-BE49-F238E27FC236}">
                <a16:creationId xmlns:a16="http://schemas.microsoft.com/office/drawing/2014/main" id="{7CBE9213-924F-40D4-9745-078EABF20D47}"/>
              </a:ext>
            </a:extLst>
          </p:cNvPr>
          <p:cNvSpPr>
            <a:spLocks noGrp="1"/>
          </p:cNvSpPr>
          <p:nvPr/>
        </p:nvSpPr>
        <p:spPr>
          <a:xfrm>
            <a:off x="6995482" y="5178828"/>
            <a:ext cx="191" cy="296260"/>
          </a:xfrm>
          <a:custGeom>
            <a:avLst/>
            <a:gdLst/>
            <a:ahLst/>
            <a:cxnLst/>
            <a:rect l="0" t="0" r="0" b="0"/>
            <a:pathLst>
              <a:path w="191" h="296260">
                <a:moveTo>
                  <a:pt x="0" y="29626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8" name="A1_bar_GT_12134">
            <a:extLst>
              <a:ext uri="{FF2B5EF4-FFF2-40B4-BE49-F238E27FC236}">
                <a16:creationId xmlns:a16="http://schemas.microsoft.com/office/drawing/2014/main" id="{43696243-9F63-4DD3-92C8-30153BBCBAC4}"/>
              </a:ext>
            </a:extLst>
          </p:cNvPr>
          <p:cNvSpPr>
            <a:spLocks noGrp="1"/>
          </p:cNvSpPr>
          <p:nvPr/>
        </p:nvSpPr>
        <p:spPr>
          <a:xfrm>
            <a:off x="6904988" y="547508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9" name="A1_bar_GT_12135">
            <a:extLst>
              <a:ext uri="{FF2B5EF4-FFF2-40B4-BE49-F238E27FC236}">
                <a16:creationId xmlns:a16="http://schemas.microsoft.com/office/drawing/2014/main" id="{C8D5A58A-C2C8-4FEB-B709-C51B307D6962}"/>
              </a:ext>
            </a:extLst>
          </p:cNvPr>
          <p:cNvSpPr>
            <a:spLocks noGrp="1"/>
          </p:cNvSpPr>
          <p:nvPr/>
        </p:nvSpPr>
        <p:spPr>
          <a:xfrm>
            <a:off x="6904988" y="51788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0" name="A1_bar_GT_12136">
            <a:extLst>
              <a:ext uri="{FF2B5EF4-FFF2-40B4-BE49-F238E27FC236}">
                <a16:creationId xmlns:a16="http://schemas.microsoft.com/office/drawing/2014/main" id="{818DC19E-E085-4657-90A8-32955DF2C3CA}"/>
              </a:ext>
            </a:extLst>
          </p:cNvPr>
          <p:cNvSpPr>
            <a:spLocks noGrp="1"/>
          </p:cNvSpPr>
          <p:nvPr/>
        </p:nvSpPr>
        <p:spPr>
          <a:xfrm>
            <a:off x="8569305" y="5178828"/>
            <a:ext cx="191" cy="296260"/>
          </a:xfrm>
          <a:custGeom>
            <a:avLst/>
            <a:gdLst/>
            <a:ahLst/>
            <a:cxnLst/>
            <a:rect l="0" t="0" r="0" b="0"/>
            <a:pathLst>
              <a:path w="191" h="296260">
                <a:moveTo>
                  <a:pt x="0" y="29626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1" name="A1_bar_GT_12137">
            <a:extLst>
              <a:ext uri="{FF2B5EF4-FFF2-40B4-BE49-F238E27FC236}">
                <a16:creationId xmlns:a16="http://schemas.microsoft.com/office/drawing/2014/main" id="{4108A5CF-1307-475C-889F-B921730D5A1D}"/>
              </a:ext>
            </a:extLst>
          </p:cNvPr>
          <p:cNvSpPr>
            <a:spLocks noGrp="1"/>
          </p:cNvSpPr>
          <p:nvPr/>
        </p:nvSpPr>
        <p:spPr>
          <a:xfrm>
            <a:off x="8478811" y="547508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2" name="A1_bar_GT_12138">
            <a:extLst>
              <a:ext uri="{FF2B5EF4-FFF2-40B4-BE49-F238E27FC236}">
                <a16:creationId xmlns:a16="http://schemas.microsoft.com/office/drawing/2014/main" id="{8620AA1D-67B2-46BF-B3E2-71AF5C059BF6}"/>
              </a:ext>
            </a:extLst>
          </p:cNvPr>
          <p:cNvSpPr>
            <a:spLocks noGrp="1"/>
          </p:cNvSpPr>
          <p:nvPr/>
        </p:nvSpPr>
        <p:spPr>
          <a:xfrm>
            <a:off x="8478811" y="51788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3" name="A1_bar_GT_12139">
            <a:extLst>
              <a:ext uri="{FF2B5EF4-FFF2-40B4-BE49-F238E27FC236}">
                <a16:creationId xmlns:a16="http://schemas.microsoft.com/office/drawing/2014/main" id="{83C6C712-3D73-4380-A343-BFF987F33B74}"/>
              </a:ext>
            </a:extLst>
          </p:cNvPr>
          <p:cNvSpPr>
            <a:spLocks noGrp="1"/>
          </p:cNvSpPr>
          <p:nvPr/>
        </p:nvSpPr>
        <p:spPr>
          <a:xfrm>
            <a:off x="1405263" y="4155423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4" name="A1_bar_GT_12140">
            <a:extLst>
              <a:ext uri="{FF2B5EF4-FFF2-40B4-BE49-F238E27FC236}">
                <a16:creationId xmlns:a16="http://schemas.microsoft.com/office/drawing/2014/main" id="{E630BAF9-30D8-47E5-A301-B96547227674}"/>
              </a:ext>
            </a:extLst>
          </p:cNvPr>
          <p:cNvSpPr>
            <a:spLocks noGrp="1"/>
          </p:cNvSpPr>
          <p:nvPr/>
        </p:nvSpPr>
        <p:spPr>
          <a:xfrm>
            <a:off x="2979086" y="397131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5" name="A1_bar_GT_12141">
            <a:extLst>
              <a:ext uri="{FF2B5EF4-FFF2-40B4-BE49-F238E27FC236}">
                <a16:creationId xmlns:a16="http://schemas.microsoft.com/office/drawing/2014/main" id="{149CDCB9-AF7B-4B58-B2A2-CC48A7FD8005}"/>
              </a:ext>
            </a:extLst>
          </p:cNvPr>
          <p:cNvSpPr>
            <a:spLocks noGrp="1"/>
          </p:cNvSpPr>
          <p:nvPr/>
        </p:nvSpPr>
        <p:spPr>
          <a:xfrm>
            <a:off x="4552909" y="4027815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6" name="A1_bar_GT_12142">
            <a:extLst>
              <a:ext uri="{FF2B5EF4-FFF2-40B4-BE49-F238E27FC236}">
                <a16:creationId xmlns:a16="http://schemas.microsoft.com/office/drawing/2014/main" id="{116546F0-ACB4-42AD-BA9A-0CB24FC62886}"/>
              </a:ext>
            </a:extLst>
          </p:cNvPr>
          <p:cNvSpPr>
            <a:spLocks noGrp="1"/>
          </p:cNvSpPr>
          <p:nvPr/>
        </p:nvSpPr>
        <p:spPr>
          <a:xfrm>
            <a:off x="6126732" y="456232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7" name="A1_bar_GT_12143">
            <a:extLst>
              <a:ext uri="{FF2B5EF4-FFF2-40B4-BE49-F238E27FC236}">
                <a16:creationId xmlns:a16="http://schemas.microsoft.com/office/drawing/2014/main" id="{7E782BA7-4D65-4ED0-A776-610DB1E5D1AF}"/>
              </a:ext>
            </a:extLst>
          </p:cNvPr>
          <p:cNvSpPr>
            <a:spLocks noGrp="1"/>
          </p:cNvSpPr>
          <p:nvPr/>
        </p:nvSpPr>
        <p:spPr>
          <a:xfrm>
            <a:off x="7700555" y="456232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8" name="A1_bar_GT_12144">
            <a:extLst>
              <a:ext uri="{FF2B5EF4-FFF2-40B4-BE49-F238E27FC236}">
                <a16:creationId xmlns:a16="http://schemas.microsoft.com/office/drawing/2014/main" id="{0C374C91-89A7-4C76-AABD-4E507F4DB427}"/>
              </a:ext>
            </a:extLst>
          </p:cNvPr>
          <p:cNvSpPr>
            <a:spLocks noGrp="1"/>
          </p:cNvSpPr>
          <p:nvPr/>
        </p:nvSpPr>
        <p:spPr>
          <a:xfrm>
            <a:off x="1767242" y="4155423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89" name="A1_bar_GT_12145">
            <a:extLst>
              <a:ext uri="{FF2B5EF4-FFF2-40B4-BE49-F238E27FC236}">
                <a16:creationId xmlns:a16="http://schemas.microsoft.com/office/drawing/2014/main" id="{1C65AF3D-3CDF-4C02-8A0A-635648290664}"/>
              </a:ext>
            </a:extLst>
          </p:cNvPr>
          <p:cNvSpPr>
            <a:spLocks noGrp="1"/>
          </p:cNvSpPr>
          <p:nvPr/>
        </p:nvSpPr>
        <p:spPr>
          <a:xfrm>
            <a:off x="3341065" y="406711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90" name="A1_bar_GT_12146">
            <a:extLst>
              <a:ext uri="{FF2B5EF4-FFF2-40B4-BE49-F238E27FC236}">
                <a16:creationId xmlns:a16="http://schemas.microsoft.com/office/drawing/2014/main" id="{76C01056-352C-449A-BF13-25A7562D9D09}"/>
              </a:ext>
            </a:extLst>
          </p:cNvPr>
          <p:cNvSpPr>
            <a:spLocks noGrp="1"/>
          </p:cNvSpPr>
          <p:nvPr/>
        </p:nvSpPr>
        <p:spPr>
          <a:xfrm>
            <a:off x="4914888" y="41233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91" name="A1_bar_GT_12147">
            <a:extLst>
              <a:ext uri="{FF2B5EF4-FFF2-40B4-BE49-F238E27FC236}">
                <a16:creationId xmlns:a16="http://schemas.microsoft.com/office/drawing/2014/main" id="{0BCE978F-8AED-4D13-A311-818F8D955D84}"/>
              </a:ext>
            </a:extLst>
          </p:cNvPr>
          <p:cNvSpPr>
            <a:spLocks noGrp="1"/>
          </p:cNvSpPr>
          <p:nvPr/>
        </p:nvSpPr>
        <p:spPr>
          <a:xfrm>
            <a:off x="6488711" y="4584272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92" name="A1_bar_GT_12148">
            <a:extLst>
              <a:ext uri="{FF2B5EF4-FFF2-40B4-BE49-F238E27FC236}">
                <a16:creationId xmlns:a16="http://schemas.microsoft.com/office/drawing/2014/main" id="{8B59B7E6-25B0-466B-AFEF-939C4CFCA95E}"/>
              </a:ext>
            </a:extLst>
          </p:cNvPr>
          <p:cNvSpPr>
            <a:spLocks noGrp="1"/>
          </p:cNvSpPr>
          <p:nvPr/>
        </p:nvSpPr>
        <p:spPr>
          <a:xfrm>
            <a:off x="8062534" y="4584272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93" name="A1_bar_GT_12149">
            <a:extLst>
              <a:ext uri="{FF2B5EF4-FFF2-40B4-BE49-F238E27FC236}">
                <a16:creationId xmlns:a16="http://schemas.microsoft.com/office/drawing/2014/main" id="{C8544B09-54B1-4880-A2D9-14A903C36846}"/>
              </a:ext>
            </a:extLst>
          </p:cNvPr>
          <p:cNvSpPr>
            <a:spLocks noGrp="1"/>
          </p:cNvSpPr>
          <p:nvPr/>
        </p:nvSpPr>
        <p:spPr>
          <a:xfrm>
            <a:off x="2129221" y="485100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4" name="A1_bar_GT_12150">
            <a:extLst>
              <a:ext uri="{FF2B5EF4-FFF2-40B4-BE49-F238E27FC236}">
                <a16:creationId xmlns:a16="http://schemas.microsoft.com/office/drawing/2014/main" id="{163ED6A9-4B33-4EAC-80DB-C2FB33FD43BC}"/>
              </a:ext>
            </a:extLst>
          </p:cNvPr>
          <p:cNvSpPr>
            <a:spLocks noGrp="1"/>
          </p:cNvSpPr>
          <p:nvPr/>
        </p:nvSpPr>
        <p:spPr>
          <a:xfrm>
            <a:off x="3703045" y="4691400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5" name="A1_bar_GT_12151">
            <a:extLst>
              <a:ext uri="{FF2B5EF4-FFF2-40B4-BE49-F238E27FC236}">
                <a16:creationId xmlns:a16="http://schemas.microsoft.com/office/drawing/2014/main" id="{986441BD-CF8B-498F-867D-78BE887205B9}"/>
              </a:ext>
            </a:extLst>
          </p:cNvPr>
          <p:cNvSpPr>
            <a:spLocks noGrp="1"/>
          </p:cNvSpPr>
          <p:nvPr/>
        </p:nvSpPr>
        <p:spPr>
          <a:xfrm>
            <a:off x="5276868" y="4711386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6" name="A1_bar_GT_12152">
            <a:extLst>
              <a:ext uri="{FF2B5EF4-FFF2-40B4-BE49-F238E27FC236}">
                <a16:creationId xmlns:a16="http://schemas.microsoft.com/office/drawing/2014/main" id="{73F0FF20-0A52-4140-8A31-1A1366000F7A}"/>
              </a:ext>
            </a:extLst>
          </p:cNvPr>
          <p:cNvSpPr>
            <a:spLocks noGrp="1"/>
          </p:cNvSpPr>
          <p:nvPr/>
        </p:nvSpPr>
        <p:spPr>
          <a:xfrm>
            <a:off x="6850691" y="532901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7" name="A1_bar_GT_12153">
            <a:extLst>
              <a:ext uri="{FF2B5EF4-FFF2-40B4-BE49-F238E27FC236}">
                <a16:creationId xmlns:a16="http://schemas.microsoft.com/office/drawing/2014/main" id="{B858726C-9FF3-4270-A765-1BCEB58D902C}"/>
              </a:ext>
            </a:extLst>
          </p:cNvPr>
          <p:cNvSpPr>
            <a:spLocks noGrp="1"/>
          </p:cNvSpPr>
          <p:nvPr/>
        </p:nvSpPr>
        <p:spPr>
          <a:xfrm>
            <a:off x="8424514" y="532901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8" name="text_12154">
            <a:extLst>
              <a:ext uri="{FF2B5EF4-FFF2-40B4-BE49-F238E27FC236}">
                <a16:creationId xmlns:a16="http://schemas.microsoft.com/office/drawing/2014/main" id="{34067FE5-5AE1-430C-BB23-D92E85FF9631}"/>
              </a:ext>
            </a:extLst>
          </p:cNvPr>
          <p:cNvSpPr>
            <a:spLocks noGrp="1"/>
          </p:cNvSpPr>
          <p:nvPr/>
        </p:nvSpPr>
        <p:spPr>
          <a:xfrm>
            <a:off x="967740" y="1760708"/>
            <a:ext cx="3194050" cy="2204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8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89" b="1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Component comparison · GT receptor</a:t>
            </a:r>
          </a:p>
        </p:txBody>
      </p:sp>
      <p:sp>
        <p:nvSpPr>
          <p:cNvPr id="2799" name="text_12155">
            <a:extLst>
              <a:ext uri="{FF2B5EF4-FFF2-40B4-BE49-F238E27FC236}">
                <a16:creationId xmlns:a16="http://schemas.microsoft.com/office/drawing/2014/main" id="{3B2B3A1E-5F99-4D76-B65E-1073AA1ADBA7}"/>
              </a:ext>
            </a:extLst>
          </p:cNvPr>
          <p:cNvSpPr>
            <a:spLocks noGrp="1"/>
          </p:cNvSpPr>
          <p:nvPr/>
        </p:nvSpPr>
        <p:spPr>
          <a:xfrm>
            <a:off x="830580" y="6948150"/>
            <a:ext cx="4631619" cy="1389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75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875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Bars: macro mean. Dots: individual PDBs. Whiskers: 95% bootstrap CI.</a:t>
            </a:r>
          </a:p>
        </p:txBody>
      </p:sp>
      <p:sp>
        <p:nvSpPr>
          <p:cNvPr id="2800" name="A1_bar_GT_12156">
            <a:extLst>
              <a:ext uri="{FF2B5EF4-FFF2-40B4-BE49-F238E27FC236}">
                <a16:creationId xmlns:a16="http://schemas.microsoft.com/office/drawing/2014/main" id="{6D976A18-C4AE-4806-A70A-67EF4185D18D}"/>
              </a:ext>
            </a:extLst>
          </p:cNvPr>
          <p:cNvSpPr>
            <a:spLocks noGrp="1"/>
          </p:cNvSpPr>
          <p:nvPr/>
        </p:nvSpPr>
        <p:spPr>
          <a:xfrm>
            <a:off x="1014857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007C83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1" name="text_12157">
            <a:extLst>
              <a:ext uri="{FF2B5EF4-FFF2-40B4-BE49-F238E27FC236}">
                <a16:creationId xmlns:a16="http://schemas.microsoft.com/office/drawing/2014/main" id="{D6EF7485-3AB8-45D9-A2C1-E5BC3783E290}"/>
              </a:ext>
            </a:extLst>
          </p:cNvPr>
          <p:cNvSpPr>
            <a:spLocks noGrp="1"/>
          </p:cNvSpPr>
          <p:nvPr/>
        </p:nvSpPr>
        <p:spPr>
          <a:xfrm>
            <a:off x="1249454" y="2160866"/>
            <a:ext cx="1017588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Gaussian</a:t>
            </a:r>
          </a:p>
        </p:txBody>
      </p:sp>
      <p:sp>
        <p:nvSpPr>
          <p:cNvPr id="2802" name="A1_bar_GT_12158">
            <a:extLst>
              <a:ext uri="{FF2B5EF4-FFF2-40B4-BE49-F238E27FC236}">
                <a16:creationId xmlns:a16="http://schemas.microsoft.com/office/drawing/2014/main" id="{DE10F27E-C16A-4423-ADB7-78BE60445720}"/>
              </a:ext>
            </a:extLst>
          </p:cNvPr>
          <p:cNvSpPr>
            <a:spLocks noGrp="1"/>
          </p:cNvSpPr>
          <p:nvPr/>
        </p:nvSpPr>
        <p:spPr>
          <a:xfrm>
            <a:off x="2468164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DB9955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3" name="text_12159">
            <a:extLst>
              <a:ext uri="{FF2B5EF4-FFF2-40B4-BE49-F238E27FC236}">
                <a16:creationId xmlns:a16="http://schemas.microsoft.com/office/drawing/2014/main" id="{AEEBFA09-E39A-4348-9D7B-72754F7B2C7B}"/>
              </a:ext>
            </a:extLst>
          </p:cNvPr>
          <p:cNvSpPr>
            <a:spLocks noGrp="1"/>
          </p:cNvSpPr>
          <p:nvPr/>
        </p:nvSpPr>
        <p:spPr>
          <a:xfrm>
            <a:off x="2702761" y="2160866"/>
            <a:ext cx="1257618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basic (F1–F1)</a:t>
            </a:r>
          </a:p>
        </p:txBody>
      </p:sp>
      <p:sp>
        <p:nvSpPr>
          <p:cNvPr id="2804" name="A1_bar_GT_12160">
            <a:extLst>
              <a:ext uri="{FF2B5EF4-FFF2-40B4-BE49-F238E27FC236}">
                <a16:creationId xmlns:a16="http://schemas.microsoft.com/office/drawing/2014/main" id="{FCAB07E8-850B-4BDD-AD6E-8F8EB71004FA}"/>
              </a:ext>
            </a:extLst>
          </p:cNvPr>
          <p:cNvSpPr>
            <a:spLocks noGrp="1"/>
          </p:cNvSpPr>
          <p:nvPr/>
        </p:nvSpPr>
        <p:spPr>
          <a:xfrm>
            <a:off x="4161450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68737D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5" name="text_12161">
            <a:extLst>
              <a:ext uri="{FF2B5EF4-FFF2-40B4-BE49-F238E27FC236}">
                <a16:creationId xmlns:a16="http://schemas.microsoft.com/office/drawing/2014/main" id="{44C1244B-CEEF-4EF0-AFAC-F797CC06E203}"/>
              </a:ext>
            </a:extLst>
          </p:cNvPr>
          <p:cNvSpPr>
            <a:spLocks noGrp="1"/>
          </p:cNvSpPr>
          <p:nvPr/>
        </p:nvSpPr>
        <p:spPr>
          <a:xfrm>
            <a:off x="4396047" y="2160866"/>
            <a:ext cx="1319477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unet_c1 · basic (F1–F1)</a:t>
            </a:r>
          </a:p>
        </p:txBody>
      </p:sp>
    </p:spTree>
    <p:extLst>
      <p:ext uri="{BB962C8B-B14F-4D97-AF65-F5344CB8AC3E}">
        <p14:creationId xmlns:p14="http://schemas.microsoft.com/office/powerpoint/2010/main" val="177231716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A2_polygon_GT_12162">
            <a:extLst>
              <a:ext uri="{FF2B5EF4-FFF2-40B4-BE49-F238E27FC236}">
                <a16:creationId xmlns:a16="http://schemas.microsoft.com/office/drawing/2014/main" id="{0D5B603F-42DE-43C9-A93A-84A9973BC23D}"/>
              </a:ext>
            </a:extLst>
          </p:cNvPr>
          <p:cNvSpPr>
            <a:spLocks noGrp="1"/>
          </p:cNvSpPr>
          <p:nvPr/>
        </p:nvSpPr>
        <p:spPr>
          <a:xfrm>
            <a:off x="383916" y="352425"/>
            <a:ext cx="8757168" cy="8096250"/>
          </a:xfrm>
          <a:custGeom>
            <a:avLst/>
            <a:gdLst/>
            <a:ahLst/>
            <a:cxnLst/>
            <a:rect l="0" t="0" r="0" b="0"/>
            <a:pathLst>
              <a:path w="8757168" h="8096250">
                <a:moveTo>
                  <a:pt x="0" y="8096250"/>
                </a:moveTo>
                <a:lnTo>
                  <a:pt x="8757168" y="8096250"/>
                </a:lnTo>
                <a:lnTo>
                  <a:pt x="8757168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2_polygon_GT_12163">
            <a:extLst>
              <a:ext uri="{FF2B5EF4-FFF2-40B4-BE49-F238E27FC236}">
                <a16:creationId xmlns:a16="http://schemas.microsoft.com/office/drawing/2014/main" id="{10DEF409-4D6B-4EBB-BAEC-B4DEAA240E30}"/>
              </a:ext>
            </a:extLst>
          </p:cNvPr>
          <p:cNvSpPr>
            <a:spLocks noGrp="1"/>
          </p:cNvSpPr>
          <p:nvPr/>
        </p:nvSpPr>
        <p:spPr>
          <a:xfrm>
            <a:off x="2333625" y="1728788"/>
            <a:ext cx="4857750" cy="4857750"/>
          </a:xfrm>
          <a:custGeom>
            <a:avLst/>
            <a:gdLst/>
            <a:ahLst/>
            <a:cxnLst/>
            <a:rect l="0" t="0" r="0" b="0"/>
            <a:pathLst>
              <a:path w="4857750" h="4857750">
                <a:moveTo>
                  <a:pt x="4857750" y="2428875"/>
                </a:moveTo>
                <a:lnTo>
                  <a:pt x="4854812" y="2309447"/>
                </a:lnTo>
                <a:lnTo>
                  <a:pt x="4846026" y="2190521"/>
                </a:lnTo>
                <a:lnTo>
                  <a:pt x="4831434" y="2072310"/>
                </a:lnTo>
                <a:lnTo>
                  <a:pt x="4811079" y="1955025"/>
                </a:lnTo>
                <a:lnTo>
                  <a:pt x="4785002" y="1838878"/>
                </a:lnTo>
                <a:lnTo>
                  <a:pt x="4753245" y="1724082"/>
                </a:lnTo>
                <a:lnTo>
                  <a:pt x="4715852" y="1610846"/>
                </a:lnTo>
                <a:lnTo>
                  <a:pt x="4672863" y="1499385"/>
                </a:lnTo>
                <a:lnTo>
                  <a:pt x="4624445" y="1390172"/>
                </a:lnTo>
                <a:lnTo>
                  <a:pt x="4570817" y="1283661"/>
                </a:lnTo>
                <a:lnTo>
                  <a:pt x="4512099" y="1180032"/>
                </a:lnTo>
                <a:lnTo>
                  <a:pt x="4448410" y="1079465"/>
                </a:lnTo>
                <a:lnTo>
                  <a:pt x="4379870" y="982139"/>
                </a:lnTo>
                <a:lnTo>
                  <a:pt x="4306600" y="888233"/>
                </a:lnTo>
                <a:lnTo>
                  <a:pt x="4228720" y="797927"/>
                </a:lnTo>
                <a:lnTo>
                  <a:pt x="4146349" y="711401"/>
                </a:lnTo>
                <a:lnTo>
                  <a:pt x="4059823" y="629030"/>
                </a:lnTo>
                <a:lnTo>
                  <a:pt x="3969517" y="551150"/>
                </a:lnTo>
                <a:lnTo>
                  <a:pt x="3875611" y="477880"/>
                </a:lnTo>
                <a:lnTo>
                  <a:pt x="3778285" y="409340"/>
                </a:lnTo>
                <a:lnTo>
                  <a:pt x="3677718" y="345651"/>
                </a:lnTo>
                <a:lnTo>
                  <a:pt x="3574089" y="286933"/>
                </a:lnTo>
                <a:lnTo>
                  <a:pt x="3467578" y="233305"/>
                </a:lnTo>
                <a:lnTo>
                  <a:pt x="3358365" y="184887"/>
                </a:lnTo>
                <a:lnTo>
                  <a:pt x="3246904" y="141898"/>
                </a:lnTo>
                <a:lnTo>
                  <a:pt x="3133668" y="104505"/>
                </a:lnTo>
                <a:lnTo>
                  <a:pt x="3018872" y="72748"/>
                </a:lnTo>
                <a:lnTo>
                  <a:pt x="2902725" y="46671"/>
                </a:lnTo>
                <a:lnTo>
                  <a:pt x="2785440" y="26316"/>
                </a:lnTo>
                <a:lnTo>
                  <a:pt x="2667229" y="11724"/>
                </a:lnTo>
                <a:lnTo>
                  <a:pt x="2548303" y="2938"/>
                </a:lnTo>
                <a:lnTo>
                  <a:pt x="2428875" y="0"/>
                </a:lnTo>
                <a:lnTo>
                  <a:pt x="2309447" y="2938"/>
                </a:lnTo>
                <a:lnTo>
                  <a:pt x="2190521" y="11724"/>
                </a:lnTo>
                <a:lnTo>
                  <a:pt x="2072310" y="26316"/>
                </a:lnTo>
                <a:lnTo>
                  <a:pt x="1955025" y="46671"/>
                </a:lnTo>
                <a:lnTo>
                  <a:pt x="1838878" y="72748"/>
                </a:lnTo>
                <a:lnTo>
                  <a:pt x="1724082" y="104505"/>
                </a:lnTo>
                <a:lnTo>
                  <a:pt x="1610846" y="141898"/>
                </a:lnTo>
                <a:lnTo>
                  <a:pt x="1499385" y="184887"/>
                </a:lnTo>
                <a:lnTo>
                  <a:pt x="1390172" y="233305"/>
                </a:lnTo>
                <a:lnTo>
                  <a:pt x="1283661" y="286933"/>
                </a:lnTo>
                <a:lnTo>
                  <a:pt x="1180032" y="345651"/>
                </a:lnTo>
                <a:lnTo>
                  <a:pt x="1079465" y="409340"/>
                </a:lnTo>
                <a:lnTo>
                  <a:pt x="982139" y="477880"/>
                </a:lnTo>
                <a:lnTo>
                  <a:pt x="888233" y="551150"/>
                </a:lnTo>
                <a:lnTo>
                  <a:pt x="797927" y="629030"/>
                </a:lnTo>
                <a:lnTo>
                  <a:pt x="711401" y="711401"/>
                </a:lnTo>
                <a:lnTo>
                  <a:pt x="629030" y="797927"/>
                </a:lnTo>
                <a:lnTo>
                  <a:pt x="551150" y="888233"/>
                </a:lnTo>
                <a:lnTo>
                  <a:pt x="477880" y="982139"/>
                </a:lnTo>
                <a:lnTo>
                  <a:pt x="409340" y="1079465"/>
                </a:lnTo>
                <a:lnTo>
                  <a:pt x="345651" y="1180032"/>
                </a:lnTo>
                <a:lnTo>
                  <a:pt x="286933" y="1283661"/>
                </a:lnTo>
                <a:lnTo>
                  <a:pt x="233305" y="1390172"/>
                </a:lnTo>
                <a:lnTo>
                  <a:pt x="184887" y="1499385"/>
                </a:lnTo>
                <a:lnTo>
                  <a:pt x="141898" y="1610846"/>
                </a:lnTo>
                <a:lnTo>
                  <a:pt x="104505" y="1724082"/>
                </a:lnTo>
                <a:lnTo>
                  <a:pt x="72748" y="1838878"/>
                </a:lnTo>
                <a:lnTo>
                  <a:pt x="46671" y="1955025"/>
                </a:lnTo>
                <a:lnTo>
                  <a:pt x="26316" y="2072310"/>
                </a:lnTo>
                <a:lnTo>
                  <a:pt x="11724" y="2190521"/>
                </a:lnTo>
                <a:lnTo>
                  <a:pt x="2938" y="2309447"/>
                </a:lnTo>
                <a:lnTo>
                  <a:pt x="0" y="2428875"/>
                </a:lnTo>
                <a:lnTo>
                  <a:pt x="2938" y="2548303"/>
                </a:lnTo>
                <a:lnTo>
                  <a:pt x="11724" y="2667229"/>
                </a:lnTo>
                <a:lnTo>
                  <a:pt x="26316" y="2785440"/>
                </a:lnTo>
                <a:lnTo>
                  <a:pt x="46671" y="2902725"/>
                </a:lnTo>
                <a:lnTo>
                  <a:pt x="72748" y="3018872"/>
                </a:lnTo>
                <a:lnTo>
                  <a:pt x="104505" y="3133668"/>
                </a:lnTo>
                <a:lnTo>
                  <a:pt x="141898" y="3246904"/>
                </a:lnTo>
                <a:lnTo>
                  <a:pt x="184887" y="3358365"/>
                </a:lnTo>
                <a:lnTo>
                  <a:pt x="233305" y="3467578"/>
                </a:lnTo>
                <a:lnTo>
                  <a:pt x="286933" y="3574089"/>
                </a:lnTo>
                <a:lnTo>
                  <a:pt x="345651" y="3677718"/>
                </a:lnTo>
                <a:lnTo>
                  <a:pt x="409340" y="3778285"/>
                </a:lnTo>
                <a:lnTo>
                  <a:pt x="477880" y="3875611"/>
                </a:lnTo>
                <a:lnTo>
                  <a:pt x="551150" y="3969517"/>
                </a:lnTo>
                <a:lnTo>
                  <a:pt x="629030" y="4059823"/>
                </a:lnTo>
                <a:lnTo>
                  <a:pt x="711401" y="4146349"/>
                </a:lnTo>
                <a:lnTo>
                  <a:pt x="797927" y="4228720"/>
                </a:lnTo>
                <a:lnTo>
                  <a:pt x="888233" y="4306600"/>
                </a:lnTo>
                <a:lnTo>
                  <a:pt x="982139" y="4379870"/>
                </a:lnTo>
                <a:lnTo>
                  <a:pt x="1079465" y="4448410"/>
                </a:lnTo>
                <a:lnTo>
                  <a:pt x="1180032" y="4512099"/>
                </a:lnTo>
                <a:lnTo>
                  <a:pt x="1283661" y="4570817"/>
                </a:lnTo>
                <a:lnTo>
                  <a:pt x="1390172" y="4624445"/>
                </a:lnTo>
                <a:lnTo>
                  <a:pt x="1499385" y="4672863"/>
                </a:lnTo>
                <a:lnTo>
                  <a:pt x="1610846" y="4715852"/>
                </a:lnTo>
                <a:lnTo>
                  <a:pt x="1724082" y="4753245"/>
                </a:lnTo>
                <a:lnTo>
                  <a:pt x="1838878" y="4785002"/>
                </a:lnTo>
                <a:lnTo>
                  <a:pt x="1955025" y="4811079"/>
                </a:lnTo>
                <a:lnTo>
                  <a:pt x="2072310" y="4831434"/>
                </a:lnTo>
                <a:lnTo>
                  <a:pt x="2190521" y="4846026"/>
                </a:lnTo>
                <a:lnTo>
                  <a:pt x="2309447" y="4854812"/>
                </a:lnTo>
                <a:lnTo>
                  <a:pt x="2428875" y="4857750"/>
                </a:lnTo>
                <a:lnTo>
                  <a:pt x="2548303" y="4854812"/>
                </a:lnTo>
                <a:lnTo>
                  <a:pt x="2667229" y="4846026"/>
                </a:lnTo>
                <a:lnTo>
                  <a:pt x="2785440" y="4831434"/>
                </a:lnTo>
                <a:lnTo>
                  <a:pt x="2902725" y="4811079"/>
                </a:lnTo>
                <a:lnTo>
                  <a:pt x="3018872" y="4785002"/>
                </a:lnTo>
                <a:lnTo>
                  <a:pt x="3133668" y="4753245"/>
                </a:lnTo>
                <a:lnTo>
                  <a:pt x="3246904" y="4715852"/>
                </a:lnTo>
                <a:lnTo>
                  <a:pt x="3358365" y="4672863"/>
                </a:lnTo>
                <a:lnTo>
                  <a:pt x="3467578" y="4624445"/>
                </a:lnTo>
                <a:lnTo>
                  <a:pt x="3574089" y="4570817"/>
                </a:lnTo>
                <a:lnTo>
                  <a:pt x="3677718" y="4512099"/>
                </a:lnTo>
                <a:lnTo>
                  <a:pt x="3778285" y="4448410"/>
                </a:lnTo>
                <a:lnTo>
                  <a:pt x="3875611" y="4379870"/>
                </a:lnTo>
                <a:lnTo>
                  <a:pt x="3969517" y="4306600"/>
                </a:lnTo>
                <a:lnTo>
                  <a:pt x="4059823" y="4228720"/>
                </a:lnTo>
                <a:lnTo>
                  <a:pt x="4146349" y="4146349"/>
                </a:lnTo>
                <a:lnTo>
                  <a:pt x="4228720" y="4059823"/>
                </a:lnTo>
                <a:lnTo>
                  <a:pt x="4306600" y="3969517"/>
                </a:lnTo>
                <a:lnTo>
                  <a:pt x="4379870" y="3875611"/>
                </a:lnTo>
                <a:lnTo>
                  <a:pt x="4448410" y="3778285"/>
                </a:lnTo>
                <a:lnTo>
                  <a:pt x="4512099" y="3677718"/>
                </a:lnTo>
                <a:lnTo>
                  <a:pt x="4570817" y="3574089"/>
                </a:lnTo>
                <a:lnTo>
                  <a:pt x="4624445" y="3467578"/>
                </a:lnTo>
                <a:lnTo>
                  <a:pt x="4672863" y="3358365"/>
                </a:lnTo>
                <a:lnTo>
                  <a:pt x="4715852" y="3246904"/>
                </a:lnTo>
                <a:lnTo>
                  <a:pt x="4753245" y="3133668"/>
                </a:lnTo>
                <a:lnTo>
                  <a:pt x="4785002" y="3018872"/>
                </a:lnTo>
                <a:lnTo>
                  <a:pt x="4811079" y="2902725"/>
                </a:lnTo>
                <a:lnTo>
                  <a:pt x="4831434" y="2785440"/>
                </a:lnTo>
                <a:lnTo>
                  <a:pt x="4846026" y="2667229"/>
                </a:lnTo>
                <a:lnTo>
                  <a:pt x="4854812" y="2548303"/>
                </a:lnTo>
                <a:lnTo>
                  <a:pt x="4857750" y="2428875"/>
                </a:lnTo>
                <a:close/>
                <a:moveTo>
                  <a:pt x="2428875" y="2428875"/>
                </a:move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A2_polygon_GT_12164">
            <a:extLst>
              <a:ext uri="{FF2B5EF4-FFF2-40B4-BE49-F238E27FC236}">
                <a16:creationId xmlns:a16="http://schemas.microsoft.com/office/drawing/2014/main" id="{D8419F54-F454-4BFE-97BC-DD80AEDFADA8}"/>
              </a:ext>
            </a:extLst>
          </p:cNvPr>
          <p:cNvSpPr>
            <a:spLocks noGrp="1"/>
          </p:cNvSpPr>
          <p:nvPr/>
        </p:nvSpPr>
        <p:spPr>
          <a:xfrm>
            <a:off x="4300501" y="3671888"/>
            <a:ext cx="923999" cy="878775"/>
          </a:xfrm>
          <a:custGeom>
            <a:avLst/>
            <a:gdLst/>
            <a:ahLst/>
            <a:cxnLst/>
            <a:rect l="0" t="0" r="0" b="0"/>
            <a:pathLst>
              <a:path w="923999" h="878775">
                <a:moveTo>
                  <a:pt x="461999" y="0"/>
                </a:moveTo>
                <a:lnTo>
                  <a:pt x="923999" y="335662"/>
                </a:lnTo>
                <a:lnTo>
                  <a:pt x="747531" y="878775"/>
                </a:lnTo>
                <a:lnTo>
                  <a:pt x="176468" y="878775"/>
                </a:lnTo>
                <a:lnTo>
                  <a:pt x="0" y="335662"/>
                </a:lnTo>
                <a:lnTo>
                  <a:pt x="461999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4" name="A2_polygon_GT_12165">
            <a:extLst>
              <a:ext uri="{FF2B5EF4-FFF2-40B4-BE49-F238E27FC236}">
                <a16:creationId xmlns:a16="http://schemas.microsoft.com/office/drawing/2014/main" id="{9871B79D-770C-4D51-AE44-AC16A3470BD4}"/>
              </a:ext>
            </a:extLst>
          </p:cNvPr>
          <p:cNvSpPr>
            <a:spLocks noGrp="1"/>
          </p:cNvSpPr>
          <p:nvPr/>
        </p:nvSpPr>
        <p:spPr>
          <a:xfrm>
            <a:off x="3838501" y="3186113"/>
            <a:ext cx="1847998" cy="1757550"/>
          </a:xfrm>
          <a:custGeom>
            <a:avLst/>
            <a:gdLst/>
            <a:ahLst/>
            <a:cxnLst/>
            <a:rect l="0" t="0" r="0" b="0"/>
            <a:pathLst>
              <a:path w="1847998" h="1757550">
                <a:moveTo>
                  <a:pt x="923999" y="0"/>
                </a:moveTo>
                <a:lnTo>
                  <a:pt x="1847998" y="671325"/>
                </a:lnTo>
                <a:lnTo>
                  <a:pt x="1495062" y="1757550"/>
                </a:lnTo>
                <a:lnTo>
                  <a:pt x="352936" y="1757550"/>
                </a:lnTo>
                <a:lnTo>
                  <a:pt x="0" y="671325"/>
                </a:lnTo>
                <a:lnTo>
                  <a:pt x="923999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5" name="A2_polygon_GT_12166">
            <a:extLst>
              <a:ext uri="{FF2B5EF4-FFF2-40B4-BE49-F238E27FC236}">
                <a16:creationId xmlns:a16="http://schemas.microsoft.com/office/drawing/2014/main" id="{3B3FB5F7-BE0C-46ED-8165-9E357B7D4B1E}"/>
              </a:ext>
            </a:extLst>
          </p:cNvPr>
          <p:cNvSpPr>
            <a:spLocks noGrp="1"/>
          </p:cNvSpPr>
          <p:nvPr/>
        </p:nvSpPr>
        <p:spPr>
          <a:xfrm>
            <a:off x="3376502" y="2700338"/>
            <a:ext cx="2771997" cy="2636326"/>
          </a:xfrm>
          <a:custGeom>
            <a:avLst/>
            <a:gdLst/>
            <a:ahLst/>
            <a:cxnLst/>
            <a:rect l="0" t="0" r="0" b="0"/>
            <a:pathLst>
              <a:path w="2771997" h="2636326">
                <a:moveTo>
                  <a:pt x="1385998" y="0"/>
                </a:moveTo>
                <a:lnTo>
                  <a:pt x="2771997" y="1006987"/>
                </a:lnTo>
                <a:lnTo>
                  <a:pt x="2242593" y="2636326"/>
                </a:lnTo>
                <a:lnTo>
                  <a:pt x="529404" y="2636326"/>
                </a:lnTo>
                <a:lnTo>
                  <a:pt x="0" y="1006987"/>
                </a:lnTo>
                <a:lnTo>
                  <a:pt x="1385998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6" name="A2_polygon_GT_12167">
            <a:extLst>
              <a:ext uri="{FF2B5EF4-FFF2-40B4-BE49-F238E27FC236}">
                <a16:creationId xmlns:a16="http://schemas.microsoft.com/office/drawing/2014/main" id="{3EEEA609-9462-4AB4-B8FA-BF432089A295}"/>
              </a:ext>
            </a:extLst>
          </p:cNvPr>
          <p:cNvSpPr>
            <a:spLocks noGrp="1"/>
          </p:cNvSpPr>
          <p:nvPr/>
        </p:nvSpPr>
        <p:spPr>
          <a:xfrm>
            <a:off x="2914502" y="2214563"/>
            <a:ext cx="3695996" cy="3515101"/>
          </a:xfrm>
          <a:custGeom>
            <a:avLst/>
            <a:gdLst/>
            <a:ahLst/>
            <a:cxnLst/>
            <a:rect l="0" t="0" r="0" b="0"/>
            <a:pathLst>
              <a:path w="3695996" h="3515101">
                <a:moveTo>
                  <a:pt x="1847998" y="0"/>
                </a:moveTo>
                <a:lnTo>
                  <a:pt x="3695996" y="1342649"/>
                </a:lnTo>
                <a:lnTo>
                  <a:pt x="2990123" y="3515101"/>
                </a:lnTo>
                <a:lnTo>
                  <a:pt x="705872" y="3515101"/>
                </a:lnTo>
                <a:lnTo>
                  <a:pt x="0" y="1342649"/>
                </a:lnTo>
                <a:lnTo>
                  <a:pt x="1847998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7" name="A2_polygon_GT_12168">
            <a:extLst>
              <a:ext uri="{FF2B5EF4-FFF2-40B4-BE49-F238E27FC236}">
                <a16:creationId xmlns:a16="http://schemas.microsoft.com/office/drawing/2014/main" id="{3FF4AB5B-8270-46B2-AB1F-EE1F482B1612}"/>
              </a:ext>
            </a:extLst>
          </p:cNvPr>
          <p:cNvSpPr>
            <a:spLocks noGrp="1"/>
          </p:cNvSpPr>
          <p:nvPr/>
        </p:nvSpPr>
        <p:spPr>
          <a:xfrm>
            <a:off x="2452503" y="1728788"/>
            <a:ext cx="4619995" cy="4393876"/>
          </a:xfrm>
          <a:custGeom>
            <a:avLst/>
            <a:gdLst/>
            <a:ahLst/>
            <a:cxnLst/>
            <a:rect l="0" t="0" r="0" b="0"/>
            <a:pathLst>
              <a:path w="4619995" h="4393876">
                <a:moveTo>
                  <a:pt x="2309997" y="0"/>
                </a:moveTo>
                <a:lnTo>
                  <a:pt x="4619995" y="1678311"/>
                </a:lnTo>
                <a:lnTo>
                  <a:pt x="3737654" y="4393876"/>
                </a:lnTo>
                <a:lnTo>
                  <a:pt x="882341" y="4393876"/>
                </a:lnTo>
                <a:lnTo>
                  <a:pt x="0" y="1678311"/>
                </a:lnTo>
                <a:lnTo>
                  <a:pt x="2309997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8" name="A2_polygon_GT_12169">
            <a:extLst>
              <a:ext uri="{FF2B5EF4-FFF2-40B4-BE49-F238E27FC236}">
                <a16:creationId xmlns:a16="http://schemas.microsoft.com/office/drawing/2014/main" id="{95633DCE-FE94-4273-B20F-0A141A5F6DBF}"/>
              </a:ext>
            </a:extLst>
          </p:cNvPr>
          <p:cNvSpPr>
            <a:spLocks noGrp="1"/>
          </p:cNvSpPr>
          <p:nvPr/>
        </p:nvSpPr>
        <p:spPr>
          <a:xfrm>
            <a:off x="3189124" y="2645397"/>
            <a:ext cx="3105282" cy="2481671"/>
          </a:xfrm>
          <a:custGeom>
            <a:avLst/>
            <a:gdLst/>
            <a:ahLst/>
            <a:cxnLst/>
            <a:rect l="0" t="0" r="0" b="0"/>
            <a:pathLst>
              <a:path w="3105282" h="2481671">
                <a:moveTo>
                  <a:pt x="1573376" y="0"/>
                </a:moveTo>
                <a:lnTo>
                  <a:pt x="3105282" y="1014519"/>
                </a:lnTo>
                <a:lnTo>
                  <a:pt x="2277691" y="2481671"/>
                </a:lnTo>
                <a:lnTo>
                  <a:pt x="869062" y="2481671"/>
                </a:lnTo>
                <a:lnTo>
                  <a:pt x="0" y="1001044"/>
                </a:lnTo>
                <a:lnTo>
                  <a:pt x="1573376" y="0"/>
                </a:lnTo>
                <a:close/>
              </a:path>
            </a:pathLst>
          </a:custGeom>
          <a:solidFill>
            <a:srgbClr val="007C83">
              <a:alpha val="6000"/>
            </a:srgbClr>
          </a:solidFill>
          <a:ln w="22949">
            <a:solidFill>
              <a:srgbClr val="007C83">
                <a:alpha val="6000"/>
              </a:srgbClr>
            </a:solidFill>
            <a:prstDash val="solid"/>
          </a:ln>
        </p:spPr>
      </p:sp>
      <p:sp>
        <p:nvSpPr>
          <p:cNvPr id="9" name="A2_polygon_GT_12170">
            <a:extLst>
              <a:ext uri="{FF2B5EF4-FFF2-40B4-BE49-F238E27FC236}">
                <a16:creationId xmlns:a16="http://schemas.microsoft.com/office/drawing/2014/main" id="{4CD89695-A6CA-41B1-A265-1571B3BE0D87}"/>
              </a:ext>
            </a:extLst>
          </p:cNvPr>
          <p:cNvSpPr>
            <a:spLocks noGrp="1"/>
          </p:cNvSpPr>
          <p:nvPr/>
        </p:nvSpPr>
        <p:spPr>
          <a:xfrm>
            <a:off x="3259441" y="2645397"/>
            <a:ext cx="2964826" cy="2467971"/>
          </a:xfrm>
          <a:custGeom>
            <a:avLst/>
            <a:gdLst/>
            <a:ahLst/>
            <a:cxnLst/>
            <a:rect l="0" t="0" r="0" b="0"/>
            <a:pathLst>
              <a:path w="2964826" h="2467971">
                <a:moveTo>
                  <a:pt x="1503059" y="0"/>
                </a:moveTo>
                <a:lnTo>
                  <a:pt x="2964826" y="1037308"/>
                </a:lnTo>
                <a:lnTo>
                  <a:pt x="2197420" y="2467971"/>
                </a:lnTo>
                <a:lnTo>
                  <a:pt x="808698" y="2467971"/>
                </a:lnTo>
                <a:lnTo>
                  <a:pt x="0" y="1023892"/>
                </a:lnTo>
                <a:lnTo>
                  <a:pt x="1503059" y="0"/>
                </a:lnTo>
                <a:close/>
              </a:path>
            </a:pathLst>
          </a:custGeom>
          <a:solidFill>
            <a:srgbClr val="DB9955">
              <a:alpha val="6000"/>
            </a:srgbClr>
          </a:solidFill>
          <a:ln w="22949">
            <a:solidFill>
              <a:srgbClr val="DB9955">
                <a:alpha val="6000"/>
              </a:srgbClr>
            </a:solidFill>
            <a:prstDash val="solid"/>
          </a:ln>
        </p:spPr>
      </p:sp>
      <p:sp>
        <p:nvSpPr>
          <p:cNvPr id="10" name="A2_polygon_GT_12171">
            <a:extLst>
              <a:ext uri="{FF2B5EF4-FFF2-40B4-BE49-F238E27FC236}">
                <a16:creationId xmlns:a16="http://schemas.microsoft.com/office/drawing/2014/main" id="{E86D6528-A203-40F1-8EF3-D59F4F9A0CAE}"/>
              </a:ext>
            </a:extLst>
          </p:cNvPr>
          <p:cNvSpPr>
            <a:spLocks noGrp="1"/>
          </p:cNvSpPr>
          <p:nvPr/>
        </p:nvSpPr>
        <p:spPr>
          <a:xfrm>
            <a:off x="3717626" y="3182182"/>
            <a:ext cx="2075079" cy="1466222"/>
          </a:xfrm>
          <a:custGeom>
            <a:avLst/>
            <a:gdLst/>
            <a:ahLst/>
            <a:cxnLst/>
            <a:rect l="0" t="0" r="0" b="0"/>
            <a:pathLst>
              <a:path w="2075079" h="1466222">
                <a:moveTo>
                  <a:pt x="1044874" y="0"/>
                </a:moveTo>
                <a:lnTo>
                  <a:pt x="2075079" y="640746"/>
                </a:lnTo>
                <a:lnTo>
                  <a:pt x="1401419" y="1466222"/>
                </a:lnTo>
                <a:lnTo>
                  <a:pt x="688329" y="1466222"/>
                </a:lnTo>
                <a:lnTo>
                  <a:pt x="0" y="635980"/>
                </a:lnTo>
                <a:lnTo>
                  <a:pt x="1044874" y="0"/>
                </a:lnTo>
                <a:close/>
              </a:path>
            </a:pathLst>
          </a:custGeom>
          <a:solidFill>
            <a:srgbClr val="68737D">
              <a:alpha val="6000"/>
            </a:srgbClr>
          </a:solidFill>
          <a:ln w="22949">
            <a:solidFill>
              <a:srgbClr val="68737D">
                <a:alpha val="6000"/>
              </a:srgbClr>
            </a:solidFill>
            <a:prstDash val="solid"/>
          </a:ln>
        </p:spPr>
      </p:sp>
      <p:sp>
        <p:nvSpPr>
          <p:cNvPr id="11" name="A2_polygon_GT_12172">
            <a:extLst>
              <a:ext uri="{FF2B5EF4-FFF2-40B4-BE49-F238E27FC236}">
                <a16:creationId xmlns:a16="http://schemas.microsoft.com/office/drawing/2014/main" id="{D1E606BC-8EFF-4218-862A-3448954C4E5E}"/>
              </a:ext>
            </a:extLst>
          </p:cNvPr>
          <p:cNvSpPr>
            <a:spLocks noGrp="1"/>
          </p:cNvSpPr>
          <p:nvPr/>
        </p:nvSpPr>
        <p:spPr>
          <a:xfrm>
            <a:off x="4762500" y="1728788"/>
            <a:ext cx="191" cy="2428875"/>
          </a:xfrm>
          <a:custGeom>
            <a:avLst/>
            <a:gdLst/>
            <a:ahLst/>
            <a:cxnLst/>
            <a:rect l="0" t="0" r="0" b="0"/>
            <a:pathLst>
              <a:path w="191" h="2428875">
                <a:moveTo>
                  <a:pt x="0" y="2428875"/>
                </a:moveTo>
                <a:lnTo>
                  <a:pt x="0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2" name="text_12173">
            <a:extLst>
              <a:ext uri="{FF2B5EF4-FFF2-40B4-BE49-F238E27FC236}">
                <a16:creationId xmlns:a16="http://schemas.microsoft.com/office/drawing/2014/main" id="{F0DB8A15-234F-4E8F-BC79-A844D1D986EF}"/>
              </a:ext>
            </a:extLst>
          </p:cNvPr>
          <p:cNvSpPr>
            <a:spLocks noGrp="1"/>
          </p:cNvSpPr>
          <p:nvPr/>
        </p:nvSpPr>
        <p:spPr>
          <a:xfrm>
            <a:off x="4427704" y="1065063"/>
            <a:ext cx="68102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13" name="text_12174">
            <a:extLst>
              <a:ext uri="{FF2B5EF4-FFF2-40B4-BE49-F238E27FC236}">
                <a16:creationId xmlns:a16="http://schemas.microsoft.com/office/drawing/2014/main" id="{50D700C8-D900-4E6E-88B3-ED37A57DC1AA}"/>
              </a:ext>
            </a:extLst>
          </p:cNvPr>
          <p:cNvSpPr>
            <a:spLocks noGrp="1"/>
          </p:cNvSpPr>
          <p:nvPr/>
        </p:nvSpPr>
        <p:spPr>
          <a:xfrm>
            <a:off x="4481330" y="1234969"/>
            <a:ext cx="573714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14" name="A2_polygon_GT_12175">
            <a:extLst>
              <a:ext uri="{FF2B5EF4-FFF2-40B4-BE49-F238E27FC236}">
                <a16:creationId xmlns:a16="http://schemas.microsoft.com/office/drawing/2014/main" id="{D071BCD5-2545-4750-9359-CD28302AF546}"/>
              </a:ext>
            </a:extLst>
          </p:cNvPr>
          <p:cNvSpPr>
            <a:spLocks noGrp="1"/>
          </p:cNvSpPr>
          <p:nvPr/>
        </p:nvSpPr>
        <p:spPr>
          <a:xfrm>
            <a:off x="4762500" y="3407099"/>
            <a:ext cx="2309997" cy="750564"/>
          </a:xfrm>
          <a:custGeom>
            <a:avLst/>
            <a:gdLst/>
            <a:ahLst/>
            <a:cxnLst/>
            <a:rect l="0" t="0" r="0" b="0"/>
            <a:pathLst>
              <a:path w="2309997" h="750564">
                <a:moveTo>
                  <a:pt x="0" y="750564"/>
                </a:moveTo>
                <a:lnTo>
                  <a:pt x="2309997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5" name="text_12176">
            <a:extLst>
              <a:ext uri="{FF2B5EF4-FFF2-40B4-BE49-F238E27FC236}">
                <a16:creationId xmlns:a16="http://schemas.microsoft.com/office/drawing/2014/main" id="{39A9F70B-FA7C-41AA-B6F3-9C586683C42C}"/>
              </a:ext>
            </a:extLst>
          </p:cNvPr>
          <p:cNvSpPr>
            <a:spLocks noGrp="1"/>
          </p:cNvSpPr>
          <p:nvPr/>
        </p:nvSpPr>
        <p:spPr>
          <a:xfrm>
            <a:off x="7135475" y="3084301"/>
            <a:ext cx="82399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12177">
            <a:extLst>
              <a:ext uri="{FF2B5EF4-FFF2-40B4-BE49-F238E27FC236}">
                <a16:creationId xmlns:a16="http://schemas.microsoft.com/office/drawing/2014/main" id="{763056D2-FB84-4D1F-8265-8DEE83DD2543}"/>
              </a:ext>
            </a:extLst>
          </p:cNvPr>
          <p:cNvSpPr>
            <a:spLocks noGrp="1"/>
          </p:cNvSpPr>
          <p:nvPr/>
        </p:nvSpPr>
        <p:spPr>
          <a:xfrm>
            <a:off x="6981034" y="3254208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17" name="A2_polygon_GT_12178">
            <a:extLst>
              <a:ext uri="{FF2B5EF4-FFF2-40B4-BE49-F238E27FC236}">
                <a16:creationId xmlns:a16="http://schemas.microsoft.com/office/drawing/2014/main" id="{C5703CA9-00EE-41BD-AF37-3EF8569F9775}"/>
              </a:ext>
            </a:extLst>
          </p:cNvPr>
          <p:cNvSpPr>
            <a:spLocks noGrp="1"/>
          </p:cNvSpPr>
          <p:nvPr/>
        </p:nvSpPr>
        <p:spPr>
          <a:xfrm>
            <a:off x="4762500" y="4157663"/>
            <a:ext cx="1427657" cy="1965001"/>
          </a:xfrm>
          <a:custGeom>
            <a:avLst/>
            <a:gdLst/>
            <a:ahLst/>
            <a:cxnLst/>
            <a:rect l="0" t="0" r="0" b="0"/>
            <a:pathLst>
              <a:path w="1427657" h="1965001">
                <a:moveTo>
                  <a:pt x="0" y="0"/>
                </a:moveTo>
                <a:lnTo>
                  <a:pt x="1427657" y="1965001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8" name="text_12179">
            <a:extLst>
              <a:ext uri="{FF2B5EF4-FFF2-40B4-BE49-F238E27FC236}">
                <a16:creationId xmlns:a16="http://schemas.microsoft.com/office/drawing/2014/main" id="{7BDF7438-CF48-47E0-8B61-8D38C7F99C56}"/>
              </a:ext>
            </a:extLst>
          </p:cNvPr>
          <p:cNvSpPr>
            <a:spLocks noGrp="1"/>
          </p:cNvSpPr>
          <p:nvPr/>
        </p:nvSpPr>
        <p:spPr>
          <a:xfrm>
            <a:off x="6073898" y="6351497"/>
            <a:ext cx="82399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9" name="text_12180">
            <a:extLst>
              <a:ext uri="{FF2B5EF4-FFF2-40B4-BE49-F238E27FC236}">
                <a16:creationId xmlns:a16="http://schemas.microsoft.com/office/drawing/2014/main" id="{264EA1D3-D399-4148-9ACF-A56A8B083BD2}"/>
              </a:ext>
            </a:extLst>
          </p:cNvPr>
          <p:cNvSpPr>
            <a:spLocks noGrp="1"/>
          </p:cNvSpPr>
          <p:nvPr/>
        </p:nvSpPr>
        <p:spPr>
          <a:xfrm>
            <a:off x="5919458" y="6521404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0.6</a:t>
            </a:r>
          </a:p>
        </p:txBody>
      </p:sp>
      <p:sp>
        <p:nvSpPr>
          <p:cNvPr id="20" name="A2_polygon_GT_12181">
            <a:extLst>
              <a:ext uri="{FF2B5EF4-FFF2-40B4-BE49-F238E27FC236}">
                <a16:creationId xmlns:a16="http://schemas.microsoft.com/office/drawing/2014/main" id="{29E0D218-CCD9-4627-BF97-8C97CAD5CE49}"/>
              </a:ext>
            </a:extLst>
          </p:cNvPr>
          <p:cNvSpPr>
            <a:spLocks noGrp="1"/>
          </p:cNvSpPr>
          <p:nvPr/>
        </p:nvSpPr>
        <p:spPr>
          <a:xfrm>
            <a:off x="3334843" y="4157663"/>
            <a:ext cx="1427657" cy="1965001"/>
          </a:xfrm>
          <a:custGeom>
            <a:avLst/>
            <a:gdLst/>
            <a:ahLst/>
            <a:cxnLst/>
            <a:rect l="0" t="0" r="0" b="0"/>
            <a:pathLst>
              <a:path w="1427657" h="1965001">
                <a:moveTo>
                  <a:pt x="1427657" y="0"/>
                </a:moveTo>
                <a:lnTo>
                  <a:pt x="0" y="1965001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21" name="text_12182">
            <a:extLst>
              <a:ext uri="{FF2B5EF4-FFF2-40B4-BE49-F238E27FC236}">
                <a16:creationId xmlns:a16="http://schemas.microsoft.com/office/drawing/2014/main" id="{C9B3CB3F-30E9-4ABC-80A9-7D52C2E97132}"/>
              </a:ext>
            </a:extLst>
          </p:cNvPr>
          <p:cNvSpPr>
            <a:spLocks noGrp="1"/>
          </p:cNvSpPr>
          <p:nvPr/>
        </p:nvSpPr>
        <p:spPr>
          <a:xfrm>
            <a:off x="2696596" y="6351534"/>
            <a:ext cx="707848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22" name="text_12183">
            <a:extLst>
              <a:ext uri="{FF2B5EF4-FFF2-40B4-BE49-F238E27FC236}">
                <a16:creationId xmlns:a16="http://schemas.microsoft.com/office/drawing/2014/main" id="{BC32A353-4426-4053-A90B-DFC9B1056880}"/>
              </a:ext>
            </a:extLst>
          </p:cNvPr>
          <p:cNvSpPr>
            <a:spLocks noGrp="1"/>
          </p:cNvSpPr>
          <p:nvPr/>
        </p:nvSpPr>
        <p:spPr>
          <a:xfrm>
            <a:off x="2484125" y="6523324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0.6</a:t>
            </a:r>
          </a:p>
        </p:txBody>
      </p:sp>
      <p:sp>
        <p:nvSpPr>
          <p:cNvPr id="23" name="A2_polygon_GT_12184">
            <a:extLst>
              <a:ext uri="{FF2B5EF4-FFF2-40B4-BE49-F238E27FC236}">
                <a16:creationId xmlns:a16="http://schemas.microsoft.com/office/drawing/2014/main" id="{92BFC9E8-033D-4A72-90E9-27E0BB1A8229}"/>
              </a:ext>
            </a:extLst>
          </p:cNvPr>
          <p:cNvSpPr>
            <a:spLocks noGrp="1"/>
          </p:cNvSpPr>
          <p:nvPr/>
        </p:nvSpPr>
        <p:spPr>
          <a:xfrm>
            <a:off x="2452503" y="3407099"/>
            <a:ext cx="2309997" cy="750564"/>
          </a:xfrm>
          <a:custGeom>
            <a:avLst/>
            <a:gdLst/>
            <a:ahLst/>
            <a:cxnLst/>
            <a:rect l="0" t="0" r="0" b="0"/>
            <a:pathLst>
              <a:path w="2309997" h="750564">
                <a:moveTo>
                  <a:pt x="2309997" y="750564"/>
                </a:moveTo>
                <a:lnTo>
                  <a:pt x="0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24" name="text_12185">
            <a:extLst>
              <a:ext uri="{FF2B5EF4-FFF2-40B4-BE49-F238E27FC236}">
                <a16:creationId xmlns:a16="http://schemas.microsoft.com/office/drawing/2014/main" id="{4CAD7097-37DB-4AB8-9C64-7DB96044BE0D}"/>
              </a:ext>
            </a:extLst>
          </p:cNvPr>
          <p:cNvSpPr>
            <a:spLocks noGrp="1"/>
          </p:cNvSpPr>
          <p:nvPr/>
        </p:nvSpPr>
        <p:spPr>
          <a:xfrm>
            <a:off x="1635020" y="3084338"/>
            <a:ext cx="707848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25" name="text_12186">
            <a:extLst>
              <a:ext uri="{FF2B5EF4-FFF2-40B4-BE49-F238E27FC236}">
                <a16:creationId xmlns:a16="http://schemas.microsoft.com/office/drawing/2014/main" id="{8425FE88-5D5D-4D10-A2F6-30141AF38807}"/>
              </a:ext>
            </a:extLst>
          </p:cNvPr>
          <p:cNvSpPr>
            <a:spLocks noGrp="1"/>
          </p:cNvSpPr>
          <p:nvPr/>
        </p:nvSpPr>
        <p:spPr>
          <a:xfrm>
            <a:off x="1422549" y="3256128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26" name="text_12187">
            <a:extLst>
              <a:ext uri="{FF2B5EF4-FFF2-40B4-BE49-F238E27FC236}">
                <a16:creationId xmlns:a16="http://schemas.microsoft.com/office/drawing/2014/main" id="{18CD654F-6D1B-44F6-B78F-6A3EF7E0728E}"/>
              </a:ext>
            </a:extLst>
          </p:cNvPr>
          <p:cNvSpPr>
            <a:spLocks noGrp="1"/>
          </p:cNvSpPr>
          <p:nvPr/>
        </p:nvSpPr>
        <p:spPr>
          <a:xfrm>
            <a:off x="4830107" y="3545011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7" name="text_12188">
            <a:extLst>
              <a:ext uri="{FF2B5EF4-FFF2-40B4-BE49-F238E27FC236}">
                <a16:creationId xmlns:a16="http://schemas.microsoft.com/office/drawing/2014/main" id="{49C88973-1632-48AE-8568-23B545314468}"/>
              </a:ext>
            </a:extLst>
          </p:cNvPr>
          <p:cNvSpPr>
            <a:spLocks noGrp="1"/>
          </p:cNvSpPr>
          <p:nvPr/>
        </p:nvSpPr>
        <p:spPr>
          <a:xfrm>
            <a:off x="4897714" y="3063963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8" name="text_12189">
            <a:extLst>
              <a:ext uri="{FF2B5EF4-FFF2-40B4-BE49-F238E27FC236}">
                <a16:creationId xmlns:a16="http://schemas.microsoft.com/office/drawing/2014/main" id="{DCAFD639-5B24-4C38-AC38-1CD62D7CCD51}"/>
              </a:ext>
            </a:extLst>
          </p:cNvPr>
          <p:cNvSpPr>
            <a:spLocks noGrp="1"/>
          </p:cNvSpPr>
          <p:nvPr/>
        </p:nvSpPr>
        <p:spPr>
          <a:xfrm>
            <a:off x="4965320" y="2582916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text_12190">
            <a:extLst>
              <a:ext uri="{FF2B5EF4-FFF2-40B4-BE49-F238E27FC236}">
                <a16:creationId xmlns:a16="http://schemas.microsoft.com/office/drawing/2014/main" id="{B4791222-A43F-4476-A5C2-6E7D200103BE}"/>
              </a:ext>
            </a:extLst>
          </p:cNvPr>
          <p:cNvSpPr>
            <a:spLocks noGrp="1"/>
          </p:cNvSpPr>
          <p:nvPr/>
        </p:nvSpPr>
        <p:spPr>
          <a:xfrm>
            <a:off x="5032927" y="2101868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0" name="text_12191">
            <a:extLst>
              <a:ext uri="{FF2B5EF4-FFF2-40B4-BE49-F238E27FC236}">
                <a16:creationId xmlns:a16="http://schemas.microsoft.com/office/drawing/2014/main" id="{6CEC73D2-5440-49A3-9571-411B6B47C98C}"/>
              </a:ext>
            </a:extLst>
          </p:cNvPr>
          <p:cNvSpPr>
            <a:spLocks noGrp="1"/>
          </p:cNvSpPr>
          <p:nvPr/>
        </p:nvSpPr>
        <p:spPr>
          <a:xfrm>
            <a:off x="5100534" y="1620821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1" name="A2_polygon_GT_12192">
            <a:extLst>
              <a:ext uri="{FF2B5EF4-FFF2-40B4-BE49-F238E27FC236}">
                <a16:creationId xmlns:a16="http://schemas.microsoft.com/office/drawing/2014/main" id="{02B299F9-25F8-478D-99F9-3CA43AE054EE}"/>
              </a:ext>
            </a:extLst>
          </p:cNvPr>
          <p:cNvSpPr>
            <a:spLocks noGrp="1"/>
          </p:cNvSpPr>
          <p:nvPr/>
        </p:nvSpPr>
        <p:spPr>
          <a:xfrm>
            <a:off x="3189124" y="2645397"/>
            <a:ext cx="3105282" cy="2481671"/>
          </a:xfrm>
          <a:custGeom>
            <a:avLst/>
            <a:gdLst/>
            <a:ahLst/>
            <a:cxnLst/>
            <a:rect l="0" t="0" r="0" b="0"/>
            <a:pathLst>
              <a:path w="3105282" h="2481671">
                <a:moveTo>
                  <a:pt x="1573376" y="0"/>
                </a:moveTo>
                <a:lnTo>
                  <a:pt x="3105282" y="1014519"/>
                </a:lnTo>
                <a:lnTo>
                  <a:pt x="2277691" y="2481671"/>
                </a:lnTo>
                <a:lnTo>
                  <a:pt x="869062" y="2481671"/>
                </a:lnTo>
                <a:lnTo>
                  <a:pt x="0" y="1001044"/>
                </a:lnTo>
                <a:lnTo>
                  <a:pt x="1573376" y="0"/>
                </a:lnTo>
                <a:close/>
              </a:path>
            </a:pathLst>
          </a:custGeom>
          <a:noFill/>
          <a:ln w="26391">
            <a:solidFill>
              <a:srgbClr val="007C83"/>
            </a:solidFill>
            <a:prstDash val="solid"/>
          </a:ln>
        </p:spPr>
      </p:sp>
      <p:sp>
        <p:nvSpPr>
          <p:cNvPr id="32" name="A2_polygon_GT_12193">
            <a:extLst>
              <a:ext uri="{FF2B5EF4-FFF2-40B4-BE49-F238E27FC236}">
                <a16:creationId xmlns:a16="http://schemas.microsoft.com/office/drawing/2014/main" id="{AEF88035-BD9D-484B-B4C0-DAAC1CCAAD10}"/>
              </a:ext>
            </a:extLst>
          </p:cNvPr>
          <p:cNvSpPr>
            <a:spLocks noGrp="1"/>
          </p:cNvSpPr>
          <p:nvPr/>
        </p:nvSpPr>
        <p:spPr>
          <a:xfrm>
            <a:off x="4728077" y="2610975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3" name="A2_polygon_GT_12194">
            <a:extLst>
              <a:ext uri="{FF2B5EF4-FFF2-40B4-BE49-F238E27FC236}">
                <a16:creationId xmlns:a16="http://schemas.microsoft.com/office/drawing/2014/main" id="{9FFD0BD6-3ACC-4730-A405-8CF6BF89D4F6}"/>
              </a:ext>
            </a:extLst>
          </p:cNvPr>
          <p:cNvSpPr>
            <a:spLocks noGrp="1"/>
          </p:cNvSpPr>
          <p:nvPr/>
        </p:nvSpPr>
        <p:spPr>
          <a:xfrm>
            <a:off x="6259983" y="3625493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4" name="A2_polygon_GT_12195">
            <a:extLst>
              <a:ext uri="{FF2B5EF4-FFF2-40B4-BE49-F238E27FC236}">
                <a16:creationId xmlns:a16="http://schemas.microsoft.com/office/drawing/2014/main" id="{4B02181A-8A10-4FE6-AD81-74545CFCCD6F}"/>
              </a:ext>
            </a:extLst>
          </p:cNvPr>
          <p:cNvSpPr>
            <a:spLocks noGrp="1"/>
          </p:cNvSpPr>
          <p:nvPr/>
        </p:nvSpPr>
        <p:spPr>
          <a:xfrm>
            <a:off x="5432392" y="5092645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5" name="A2_polygon_GT_12196">
            <a:extLst>
              <a:ext uri="{FF2B5EF4-FFF2-40B4-BE49-F238E27FC236}">
                <a16:creationId xmlns:a16="http://schemas.microsoft.com/office/drawing/2014/main" id="{522BBD32-9BEB-442D-BD1D-F2561B84B094}"/>
              </a:ext>
            </a:extLst>
          </p:cNvPr>
          <p:cNvSpPr>
            <a:spLocks noGrp="1"/>
          </p:cNvSpPr>
          <p:nvPr/>
        </p:nvSpPr>
        <p:spPr>
          <a:xfrm>
            <a:off x="4023763" y="5092645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6" name="A2_polygon_GT_12197">
            <a:extLst>
              <a:ext uri="{FF2B5EF4-FFF2-40B4-BE49-F238E27FC236}">
                <a16:creationId xmlns:a16="http://schemas.microsoft.com/office/drawing/2014/main" id="{568DD2EF-969B-4940-9BE7-FB38EF3AEAE8}"/>
              </a:ext>
            </a:extLst>
          </p:cNvPr>
          <p:cNvSpPr>
            <a:spLocks noGrp="1"/>
          </p:cNvSpPr>
          <p:nvPr/>
        </p:nvSpPr>
        <p:spPr>
          <a:xfrm>
            <a:off x="3154701" y="3612019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7" name="A2_polygon_GT_12198">
            <a:extLst>
              <a:ext uri="{FF2B5EF4-FFF2-40B4-BE49-F238E27FC236}">
                <a16:creationId xmlns:a16="http://schemas.microsoft.com/office/drawing/2014/main" id="{4119AA1C-4C52-4035-A298-B54262ABE53C}"/>
              </a:ext>
            </a:extLst>
          </p:cNvPr>
          <p:cNvSpPr>
            <a:spLocks noGrp="1"/>
          </p:cNvSpPr>
          <p:nvPr/>
        </p:nvSpPr>
        <p:spPr>
          <a:xfrm>
            <a:off x="4728077" y="2610975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8" name="A2_polygon_GT_12199">
            <a:extLst>
              <a:ext uri="{FF2B5EF4-FFF2-40B4-BE49-F238E27FC236}">
                <a16:creationId xmlns:a16="http://schemas.microsoft.com/office/drawing/2014/main" id="{0039FD44-C619-43E2-8A14-2DC00D464E3C}"/>
              </a:ext>
            </a:extLst>
          </p:cNvPr>
          <p:cNvSpPr>
            <a:spLocks noGrp="1"/>
          </p:cNvSpPr>
          <p:nvPr/>
        </p:nvSpPr>
        <p:spPr>
          <a:xfrm>
            <a:off x="3259441" y="2645397"/>
            <a:ext cx="2964826" cy="2467971"/>
          </a:xfrm>
          <a:custGeom>
            <a:avLst/>
            <a:gdLst/>
            <a:ahLst/>
            <a:cxnLst/>
            <a:rect l="0" t="0" r="0" b="0"/>
            <a:pathLst>
              <a:path w="2964826" h="2467971">
                <a:moveTo>
                  <a:pt x="1503059" y="0"/>
                </a:moveTo>
                <a:lnTo>
                  <a:pt x="2964826" y="1037308"/>
                </a:lnTo>
                <a:lnTo>
                  <a:pt x="2197420" y="2467971"/>
                </a:lnTo>
                <a:lnTo>
                  <a:pt x="808698" y="2467971"/>
                </a:lnTo>
                <a:lnTo>
                  <a:pt x="0" y="1023892"/>
                </a:lnTo>
                <a:lnTo>
                  <a:pt x="1503059" y="0"/>
                </a:lnTo>
                <a:close/>
              </a:path>
            </a:pathLst>
          </a:custGeom>
          <a:noFill/>
          <a:ln w="26391">
            <a:solidFill>
              <a:srgbClr val="DB9955"/>
            </a:solidFill>
            <a:prstDash val="dash"/>
          </a:ln>
        </p:spPr>
      </p:sp>
      <p:sp>
        <p:nvSpPr>
          <p:cNvPr id="39" name="A2_polygon_GT_12200">
            <a:extLst>
              <a:ext uri="{FF2B5EF4-FFF2-40B4-BE49-F238E27FC236}">
                <a16:creationId xmlns:a16="http://schemas.microsoft.com/office/drawing/2014/main" id="{1B9BBE68-1989-452A-A4BC-EA35317CE940}"/>
              </a:ext>
            </a:extLst>
          </p:cNvPr>
          <p:cNvSpPr>
            <a:spLocks noGrp="1"/>
          </p:cNvSpPr>
          <p:nvPr/>
        </p:nvSpPr>
        <p:spPr>
          <a:xfrm>
            <a:off x="4728077" y="261097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0" name="A2_polygon_GT_12201">
            <a:extLst>
              <a:ext uri="{FF2B5EF4-FFF2-40B4-BE49-F238E27FC236}">
                <a16:creationId xmlns:a16="http://schemas.microsoft.com/office/drawing/2014/main" id="{BC51455B-33B3-4A12-A91D-C7C8F6599AB7}"/>
              </a:ext>
            </a:extLst>
          </p:cNvPr>
          <p:cNvSpPr>
            <a:spLocks noGrp="1"/>
          </p:cNvSpPr>
          <p:nvPr/>
        </p:nvSpPr>
        <p:spPr>
          <a:xfrm>
            <a:off x="6189845" y="3648283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1" name="A2_polygon_GT_12202">
            <a:extLst>
              <a:ext uri="{FF2B5EF4-FFF2-40B4-BE49-F238E27FC236}">
                <a16:creationId xmlns:a16="http://schemas.microsoft.com/office/drawing/2014/main" id="{E5A44FD2-49DF-422E-B607-BEA09D489C9E}"/>
              </a:ext>
            </a:extLst>
          </p:cNvPr>
          <p:cNvSpPr>
            <a:spLocks noGrp="1"/>
          </p:cNvSpPr>
          <p:nvPr/>
        </p:nvSpPr>
        <p:spPr>
          <a:xfrm>
            <a:off x="5422438" y="507894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2" name="A2_polygon_GT_12203">
            <a:extLst>
              <a:ext uri="{FF2B5EF4-FFF2-40B4-BE49-F238E27FC236}">
                <a16:creationId xmlns:a16="http://schemas.microsoft.com/office/drawing/2014/main" id="{CBD12259-6A5D-4D4C-A007-5733DC18F0D4}"/>
              </a:ext>
            </a:extLst>
          </p:cNvPr>
          <p:cNvSpPr>
            <a:spLocks noGrp="1"/>
          </p:cNvSpPr>
          <p:nvPr/>
        </p:nvSpPr>
        <p:spPr>
          <a:xfrm>
            <a:off x="4033716" y="507894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3" name="A2_polygon_GT_12204">
            <a:extLst>
              <a:ext uri="{FF2B5EF4-FFF2-40B4-BE49-F238E27FC236}">
                <a16:creationId xmlns:a16="http://schemas.microsoft.com/office/drawing/2014/main" id="{57C8C9C1-E811-4510-9DE5-D16E8917CA20}"/>
              </a:ext>
            </a:extLst>
          </p:cNvPr>
          <p:cNvSpPr>
            <a:spLocks noGrp="1"/>
          </p:cNvSpPr>
          <p:nvPr/>
        </p:nvSpPr>
        <p:spPr>
          <a:xfrm>
            <a:off x="3225018" y="363486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4" name="A2_polygon_GT_12205">
            <a:extLst>
              <a:ext uri="{FF2B5EF4-FFF2-40B4-BE49-F238E27FC236}">
                <a16:creationId xmlns:a16="http://schemas.microsoft.com/office/drawing/2014/main" id="{33F269F4-4098-4F2B-9202-BB428EB23DC6}"/>
              </a:ext>
            </a:extLst>
          </p:cNvPr>
          <p:cNvSpPr>
            <a:spLocks noGrp="1"/>
          </p:cNvSpPr>
          <p:nvPr/>
        </p:nvSpPr>
        <p:spPr>
          <a:xfrm>
            <a:off x="4728077" y="261097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5" name="A2_polygon_GT_12206">
            <a:extLst>
              <a:ext uri="{FF2B5EF4-FFF2-40B4-BE49-F238E27FC236}">
                <a16:creationId xmlns:a16="http://schemas.microsoft.com/office/drawing/2014/main" id="{DBEBC743-4688-4C4C-A2F1-9CA0311E68D9}"/>
              </a:ext>
            </a:extLst>
          </p:cNvPr>
          <p:cNvSpPr>
            <a:spLocks noGrp="1"/>
          </p:cNvSpPr>
          <p:nvPr/>
        </p:nvSpPr>
        <p:spPr>
          <a:xfrm>
            <a:off x="3717626" y="3182182"/>
            <a:ext cx="2075079" cy="1466222"/>
          </a:xfrm>
          <a:custGeom>
            <a:avLst/>
            <a:gdLst/>
            <a:ahLst/>
            <a:cxnLst/>
            <a:rect l="0" t="0" r="0" b="0"/>
            <a:pathLst>
              <a:path w="2075079" h="1466222">
                <a:moveTo>
                  <a:pt x="1044874" y="0"/>
                </a:moveTo>
                <a:lnTo>
                  <a:pt x="2075079" y="640746"/>
                </a:lnTo>
                <a:lnTo>
                  <a:pt x="1401419" y="1466222"/>
                </a:lnTo>
                <a:lnTo>
                  <a:pt x="688329" y="1466222"/>
                </a:lnTo>
                <a:lnTo>
                  <a:pt x="0" y="635980"/>
                </a:lnTo>
                <a:lnTo>
                  <a:pt x="1044874" y="0"/>
                </a:lnTo>
                <a:close/>
              </a:path>
            </a:pathLst>
          </a:custGeom>
          <a:noFill/>
          <a:ln w="26391">
            <a:solidFill>
              <a:srgbClr val="68737D"/>
            </a:solidFill>
            <a:prstDash val="dot"/>
          </a:ln>
        </p:spPr>
      </p:sp>
      <p:sp>
        <p:nvSpPr>
          <p:cNvPr id="46" name="A2_polygon_GT_12207">
            <a:extLst>
              <a:ext uri="{FF2B5EF4-FFF2-40B4-BE49-F238E27FC236}">
                <a16:creationId xmlns:a16="http://schemas.microsoft.com/office/drawing/2014/main" id="{C912FEE9-A5BD-4087-A72E-2750DE5BCC78}"/>
              </a:ext>
            </a:extLst>
          </p:cNvPr>
          <p:cNvSpPr>
            <a:spLocks noGrp="1"/>
          </p:cNvSpPr>
          <p:nvPr/>
        </p:nvSpPr>
        <p:spPr>
          <a:xfrm>
            <a:off x="4728077" y="314776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7" name="A2_polygon_GT_12208">
            <a:extLst>
              <a:ext uri="{FF2B5EF4-FFF2-40B4-BE49-F238E27FC236}">
                <a16:creationId xmlns:a16="http://schemas.microsoft.com/office/drawing/2014/main" id="{BCD5A81D-07F8-41BC-B809-DC3B1A44B359}"/>
              </a:ext>
            </a:extLst>
          </p:cNvPr>
          <p:cNvSpPr>
            <a:spLocks noGrp="1"/>
          </p:cNvSpPr>
          <p:nvPr/>
        </p:nvSpPr>
        <p:spPr>
          <a:xfrm>
            <a:off x="5758282" y="378850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8" name="A2_polygon_GT_12209">
            <a:extLst>
              <a:ext uri="{FF2B5EF4-FFF2-40B4-BE49-F238E27FC236}">
                <a16:creationId xmlns:a16="http://schemas.microsoft.com/office/drawing/2014/main" id="{9C428CFD-6899-41BC-8661-FE34C00512E9}"/>
              </a:ext>
            </a:extLst>
          </p:cNvPr>
          <p:cNvSpPr>
            <a:spLocks noGrp="1"/>
          </p:cNvSpPr>
          <p:nvPr/>
        </p:nvSpPr>
        <p:spPr>
          <a:xfrm>
            <a:off x="5084622" y="4613981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9" name="A2_polygon_GT_12210">
            <a:extLst>
              <a:ext uri="{FF2B5EF4-FFF2-40B4-BE49-F238E27FC236}">
                <a16:creationId xmlns:a16="http://schemas.microsoft.com/office/drawing/2014/main" id="{0E8A756A-78C3-4F17-AC2B-CE463395036C}"/>
              </a:ext>
            </a:extLst>
          </p:cNvPr>
          <p:cNvSpPr>
            <a:spLocks noGrp="1"/>
          </p:cNvSpPr>
          <p:nvPr/>
        </p:nvSpPr>
        <p:spPr>
          <a:xfrm>
            <a:off x="4371532" y="4613981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0" name="A2_polygon_GT_12211">
            <a:extLst>
              <a:ext uri="{FF2B5EF4-FFF2-40B4-BE49-F238E27FC236}">
                <a16:creationId xmlns:a16="http://schemas.microsoft.com/office/drawing/2014/main" id="{1C13E6B0-3584-4E5D-AC43-4A46345560D6}"/>
              </a:ext>
            </a:extLst>
          </p:cNvPr>
          <p:cNvSpPr>
            <a:spLocks noGrp="1"/>
          </p:cNvSpPr>
          <p:nvPr/>
        </p:nvSpPr>
        <p:spPr>
          <a:xfrm>
            <a:off x="3683203" y="378374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1" name="A2_polygon_GT_12212">
            <a:extLst>
              <a:ext uri="{FF2B5EF4-FFF2-40B4-BE49-F238E27FC236}">
                <a16:creationId xmlns:a16="http://schemas.microsoft.com/office/drawing/2014/main" id="{9F2B7B40-67D9-401D-995D-E2D1B5B0EBBF}"/>
              </a:ext>
            </a:extLst>
          </p:cNvPr>
          <p:cNvSpPr>
            <a:spLocks noGrp="1"/>
          </p:cNvSpPr>
          <p:nvPr/>
        </p:nvSpPr>
        <p:spPr>
          <a:xfrm>
            <a:off x="4728077" y="314776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2" name="text_12213">
            <a:extLst>
              <a:ext uri="{FF2B5EF4-FFF2-40B4-BE49-F238E27FC236}">
                <a16:creationId xmlns:a16="http://schemas.microsoft.com/office/drawing/2014/main" id="{B93729BF-43A7-4702-99D3-BEADD3496881}"/>
              </a:ext>
            </a:extLst>
          </p:cNvPr>
          <p:cNvSpPr>
            <a:spLocks noGrp="1"/>
          </p:cNvSpPr>
          <p:nvPr/>
        </p:nvSpPr>
        <p:spPr>
          <a:xfrm>
            <a:off x="953132" y="581077"/>
            <a:ext cx="3556108" cy="28685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80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0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Component profile · GT receptor</a:t>
            </a:r>
          </a:p>
        </p:txBody>
      </p:sp>
      <p:sp>
        <p:nvSpPr>
          <p:cNvPr id="53" name="text_12214">
            <a:extLst>
              <a:ext uri="{FF2B5EF4-FFF2-40B4-BE49-F238E27FC236}">
                <a16:creationId xmlns:a16="http://schemas.microsoft.com/office/drawing/2014/main" id="{4EC6C194-40C1-4F7C-9D73-FBFA930D1C47}"/>
              </a:ext>
            </a:extLst>
          </p:cNvPr>
          <p:cNvSpPr>
            <a:spLocks noGrp="1"/>
          </p:cNvSpPr>
          <p:nvPr/>
        </p:nvSpPr>
        <p:spPr>
          <a:xfrm>
            <a:off x="996918" y="8020663"/>
            <a:ext cx="4242054" cy="180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138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138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Every axis: macro PRAUC, fixed scale 0–1.</a:t>
            </a:r>
          </a:p>
        </p:txBody>
      </p:sp>
      <p:sp>
        <p:nvSpPr>
          <p:cNvPr id="54" name="A2_polygon_GT_12215">
            <a:extLst>
              <a:ext uri="{FF2B5EF4-FFF2-40B4-BE49-F238E27FC236}">
                <a16:creationId xmlns:a16="http://schemas.microsoft.com/office/drawing/2014/main" id="{BE7B587D-9336-4DC1-98D2-A95E5925B80B}"/>
              </a:ext>
            </a:extLst>
          </p:cNvPr>
          <p:cNvSpPr>
            <a:spLocks noGrp="1"/>
          </p:cNvSpPr>
          <p:nvPr/>
        </p:nvSpPr>
        <p:spPr>
          <a:xfrm>
            <a:off x="1741280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007C83"/>
            </a:solidFill>
            <a:prstDash val="solid"/>
          </a:ln>
        </p:spPr>
      </p:sp>
      <p:sp>
        <p:nvSpPr>
          <p:cNvPr id="55" name="A2_polygon_GT_12216">
            <a:extLst>
              <a:ext uri="{FF2B5EF4-FFF2-40B4-BE49-F238E27FC236}">
                <a16:creationId xmlns:a16="http://schemas.microsoft.com/office/drawing/2014/main" id="{31B60A14-90C3-4850-B873-2A67F730A14B}"/>
              </a:ext>
            </a:extLst>
          </p:cNvPr>
          <p:cNvSpPr>
            <a:spLocks noGrp="1"/>
          </p:cNvSpPr>
          <p:nvPr/>
        </p:nvSpPr>
        <p:spPr>
          <a:xfrm>
            <a:off x="1860613" y="7380072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56" name="text_12217">
            <a:extLst>
              <a:ext uri="{FF2B5EF4-FFF2-40B4-BE49-F238E27FC236}">
                <a16:creationId xmlns:a16="http://schemas.microsoft.com/office/drawing/2014/main" id="{5E217F6A-6F53-4684-B881-CFF3219081AC}"/>
              </a:ext>
            </a:extLst>
          </p:cNvPr>
          <p:cNvSpPr>
            <a:spLocks noGrp="1"/>
          </p:cNvSpPr>
          <p:nvPr/>
        </p:nvSpPr>
        <p:spPr>
          <a:xfrm>
            <a:off x="2171795" y="7346843"/>
            <a:ext cx="1267655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Gaussian</a:t>
            </a:r>
          </a:p>
        </p:txBody>
      </p:sp>
      <p:sp>
        <p:nvSpPr>
          <p:cNvPr id="57" name="A2_polygon_GT_12218">
            <a:extLst>
              <a:ext uri="{FF2B5EF4-FFF2-40B4-BE49-F238E27FC236}">
                <a16:creationId xmlns:a16="http://schemas.microsoft.com/office/drawing/2014/main" id="{B1C50272-39AB-4D58-AE9C-07571443CFE8}"/>
              </a:ext>
            </a:extLst>
          </p:cNvPr>
          <p:cNvSpPr>
            <a:spLocks noGrp="1"/>
          </p:cNvSpPr>
          <p:nvPr/>
        </p:nvSpPr>
        <p:spPr>
          <a:xfrm>
            <a:off x="3581779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DB9955"/>
            </a:solidFill>
            <a:prstDash val="dash"/>
          </a:ln>
        </p:spPr>
      </p:sp>
      <p:sp>
        <p:nvSpPr>
          <p:cNvPr id="58" name="A2_polygon_GT_12219">
            <a:extLst>
              <a:ext uri="{FF2B5EF4-FFF2-40B4-BE49-F238E27FC236}">
                <a16:creationId xmlns:a16="http://schemas.microsoft.com/office/drawing/2014/main" id="{721B07DE-CD33-4743-9116-A09C121C1655}"/>
              </a:ext>
            </a:extLst>
          </p:cNvPr>
          <p:cNvSpPr>
            <a:spLocks noGrp="1"/>
          </p:cNvSpPr>
          <p:nvPr/>
        </p:nvSpPr>
        <p:spPr>
          <a:xfrm>
            <a:off x="3701112" y="7380072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59" name="text_12220">
            <a:extLst>
              <a:ext uri="{FF2B5EF4-FFF2-40B4-BE49-F238E27FC236}">
                <a16:creationId xmlns:a16="http://schemas.microsoft.com/office/drawing/2014/main" id="{E69BBC81-7BA6-478A-9464-B8706E52EBC5}"/>
              </a:ext>
            </a:extLst>
          </p:cNvPr>
          <p:cNvSpPr>
            <a:spLocks noGrp="1"/>
          </p:cNvSpPr>
          <p:nvPr/>
        </p:nvSpPr>
        <p:spPr>
          <a:xfrm>
            <a:off x="4012294" y="7346843"/>
            <a:ext cx="1566556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basic (F1–F1)</a:t>
            </a:r>
          </a:p>
        </p:txBody>
      </p:sp>
      <p:sp>
        <p:nvSpPr>
          <p:cNvPr id="60" name="A2_polygon_GT_12221">
            <a:extLst>
              <a:ext uri="{FF2B5EF4-FFF2-40B4-BE49-F238E27FC236}">
                <a16:creationId xmlns:a16="http://schemas.microsoft.com/office/drawing/2014/main" id="{B57D2142-1BBD-4BBE-A334-D5F8FE3CE7AB}"/>
              </a:ext>
            </a:extLst>
          </p:cNvPr>
          <p:cNvSpPr>
            <a:spLocks noGrp="1"/>
          </p:cNvSpPr>
          <p:nvPr/>
        </p:nvSpPr>
        <p:spPr>
          <a:xfrm>
            <a:off x="5721116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68737D"/>
            </a:solidFill>
            <a:prstDash val="dot"/>
          </a:ln>
        </p:spPr>
      </p:sp>
      <p:sp>
        <p:nvSpPr>
          <p:cNvPr id="61" name="A2_polygon_GT_12222">
            <a:extLst>
              <a:ext uri="{FF2B5EF4-FFF2-40B4-BE49-F238E27FC236}">
                <a16:creationId xmlns:a16="http://schemas.microsoft.com/office/drawing/2014/main" id="{5B114AF2-E240-4B76-9A27-AA664D97784F}"/>
              </a:ext>
            </a:extLst>
          </p:cNvPr>
          <p:cNvSpPr>
            <a:spLocks noGrp="1"/>
          </p:cNvSpPr>
          <p:nvPr/>
        </p:nvSpPr>
        <p:spPr>
          <a:xfrm>
            <a:off x="5840449" y="7380072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62" name="text_12223">
            <a:extLst>
              <a:ext uri="{FF2B5EF4-FFF2-40B4-BE49-F238E27FC236}">
                <a16:creationId xmlns:a16="http://schemas.microsoft.com/office/drawing/2014/main" id="{21B3ABAA-3CA8-4896-85BB-C755EDBB59B9}"/>
              </a:ext>
            </a:extLst>
          </p:cNvPr>
          <p:cNvSpPr>
            <a:spLocks noGrp="1"/>
          </p:cNvSpPr>
          <p:nvPr/>
        </p:nvSpPr>
        <p:spPr>
          <a:xfrm>
            <a:off x="6151631" y="7346843"/>
            <a:ext cx="1643587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unet_c1 · basic (F1–F1)</a:t>
            </a:r>
          </a:p>
        </p:txBody>
      </p:sp>
    </p:spTree>
    <p:extLst>
      <p:ext uri="{BB962C8B-B14F-4D97-AF65-F5344CB8AC3E}">
        <p14:creationId xmlns:p14="http://schemas.microsoft.com/office/powerpoint/2010/main" val="5590458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6" name="A1_bar_Cryo_12224">
            <a:extLst>
              <a:ext uri="{FF2B5EF4-FFF2-40B4-BE49-F238E27FC236}">
                <a16:creationId xmlns:a16="http://schemas.microsoft.com/office/drawing/2014/main" id="{290D1D2B-D873-4864-BDD0-00847369E187}"/>
              </a:ext>
            </a:extLst>
          </p:cNvPr>
          <p:cNvSpPr>
            <a:spLocks noGrp="1"/>
          </p:cNvSpPr>
          <p:nvPr/>
        </p:nvSpPr>
        <p:spPr>
          <a:xfrm>
            <a:off x="190500" y="1543050"/>
            <a:ext cx="9144000" cy="5715000"/>
          </a:xfrm>
          <a:custGeom>
            <a:avLst/>
            <a:gdLst/>
            <a:ahLst/>
            <a:cxnLst/>
            <a:rect l="0" t="0" r="0" b="0"/>
            <a:pathLst>
              <a:path w="9144000" h="5715000">
                <a:moveTo>
                  <a:pt x="0" y="5715000"/>
                </a:moveTo>
                <a:lnTo>
                  <a:pt x="9144000" y="5715000"/>
                </a:lnTo>
                <a:lnTo>
                  <a:pt x="9144000" y="0"/>
                </a:lnTo>
                <a:lnTo>
                  <a:pt x="0" y="0"/>
                </a:lnTo>
                <a:lnTo>
                  <a:pt x="0" y="571500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1_bar_Cryo_12225">
            <a:extLst>
              <a:ext uri="{FF2B5EF4-FFF2-40B4-BE49-F238E27FC236}">
                <a16:creationId xmlns:a16="http://schemas.microsoft.com/office/drawing/2014/main" id="{FEBF9D20-8C44-4262-9791-FEB742A2D084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8183880" cy="3257550"/>
          </a:xfrm>
          <a:custGeom>
            <a:avLst/>
            <a:gdLst/>
            <a:ahLst/>
            <a:cxnLst/>
            <a:rect l="0" t="0" r="0" b="0"/>
            <a:pathLst>
              <a:path w="8183880" h="3257550">
                <a:moveTo>
                  <a:pt x="0" y="3257550"/>
                </a:moveTo>
                <a:lnTo>
                  <a:pt x="8183880" y="3257550"/>
                </a:lnTo>
                <a:lnTo>
                  <a:pt x="8183880" y="0"/>
                </a:lnTo>
                <a:lnTo>
                  <a:pt x="0" y="0"/>
                </a:lnTo>
                <a:lnTo>
                  <a:pt x="0" y="32575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A1_bar_Cryo_12226">
            <a:extLst>
              <a:ext uri="{FF2B5EF4-FFF2-40B4-BE49-F238E27FC236}">
                <a16:creationId xmlns:a16="http://schemas.microsoft.com/office/drawing/2014/main" id="{F3A3E36A-7ECF-4039-8B38-5635D7D1E130}"/>
              </a:ext>
            </a:extLst>
          </p:cNvPr>
          <p:cNvSpPr>
            <a:spLocks noGrp="1"/>
          </p:cNvSpPr>
          <p:nvPr/>
        </p:nvSpPr>
        <p:spPr>
          <a:xfrm>
            <a:off x="1912034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4" name="text_12227">
            <a:extLst>
              <a:ext uri="{FF2B5EF4-FFF2-40B4-BE49-F238E27FC236}">
                <a16:creationId xmlns:a16="http://schemas.microsoft.com/office/drawing/2014/main" id="{AA3F152F-A354-42E1-B17E-3019108727F7}"/>
              </a:ext>
            </a:extLst>
          </p:cNvPr>
          <p:cNvSpPr>
            <a:spLocks noGrp="1"/>
          </p:cNvSpPr>
          <p:nvPr/>
        </p:nvSpPr>
        <p:spPr>
          <a:xfrm>
            <a:off x="1673097" y="6212374"/>
            <a:ext cx="486692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5" name="A1_bar_Cryo_12228">
            <a:extLst>
              <a:ext uri="{FF2B5EF4-FFF2-40B4-BE49-F238E27FC236}">
                <a16:creationId xmlns:a16="http://schemas.microsoft.com/office/drawing/2014/main" id="{5538916C-E098-4607-BC52-6742706FEB33}"/>
              </a:ext>
            </a:extLst>
          </p:cNvPr>
          <p:cNvSpPr>
            <a:spLocks noGrp="1"/>
          </p:cNvSpPr>
          <p:nvPr/>
        </p:nvSpPr>
        <p:spPr>
          <a:xfrm>
            <a:off x="3485857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6" name="text_12229">
            <a:extLst>
              <a:ext uri="{FF2B5EF4-FFF2-40B4-BE49-F238E27FC236}">
                <a16:creationId xmlns:a16="http://schemas.microsoft.com/office/drawing/2014/main" id="{2A6362A3-14F0-4915-AB9D-5350D0647703}"/>
              </a:ext>
            </a:extLst>
          </p:cNvPr>
          <p:cNvSpPr>
            <a:spLocks noGrp="1"/>
          </p:cNvSpPr>
          <p:nvPr/>
        </p:nvSpPr>
        <p:spPr>
          <a:xfrm>
            <a:off x="3237311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7" name="text_12230">
            <a:extLst>
              <a:ext uri="{FF2B5EF4-FFF2-40B4-BE49-F238E27FC236}">
                <a16:creationId xmlns:a16="http://schemas.microsoft.com/office/drawing/2014/main" id="{B3C580EE-3DBB-46F4-B2A2-61BA1EC22D8C}"/>
              </a:ext>
            </a:extLst>
          </p:cNvPr>
          <p:cNvSpPr>
            <a:spLocks noGrp="1"/>
          </p:cNvSpPr>
          <p:nvPr/>
        </p:nvSpPr>
        <p:spPr>
          <a:xfrm>
            <a:off x="3318195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8" name="A1_bar_Cryo_12231">
            <a:extLst>
              <a:ext uri="{FF2B5EF4-FFF2-40B4-BE49-F238E27FC236}">
                <a16:creationId xmlns:a16="http://schemas.microsoft.com/office/drawing/2014/main" id="{4313A094-6587-4D34-8E8A-FDC3B0247F71}"/>
              </a:ext>
            </a:extLst>
          </p:cNvPr>
          <p:cNvSpPr>
            <a:spLocks noGrp="1"/>
          </p:cNvSpPr>
          <p:nvPr/>
        </p:nvSpPr>
        <p:spPr>
          <a:xfrm>
            <a:off x="5059680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9" name="text_12232">
            <a:extLst>
              <a:ext uri="{FF2B5EF4-FFF2-40B4-BE49-F238E27FC236}">
                <a16:creationId xmlns:a16="http://schemas.microsoft.com/office/drawing/2014/main" id="{FBD89D5E-7E50-45A0-AEC3-F7A54497DDC0}"/>
              </a:ext>
            </a:extLst>
          </p:cNvPr>
          <p:cNvSpPr>
            <a:spLocks noGrp="1"/>
          </p:cNvSpPr>
          <p:nvPr/>
        </p:nvSpPr>
        <p:spPr>
          <a:xfrm>
            <a:off x="4769716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0" name="text_12233">
            <a:extLst>
              <a:ext uri="{FF2B5EF4-FFF2-40B4-BE49-F238E27FC236}">
                <a16:creationId xmlns:a16="http://schemas.microsoft.com/office/drawing/2014/main" id="{786F7D8E-041C-455D-82ED-2E90FBF0E9AB}"/>
              </a:ext>
            </a:extLst>
          </p:cNvPr>
          <p:cNvSpPr>
            <a:spLocks noGrp="1"/>
          </p:cNvSpPr>
          <p:nvPr/>
        </p:nvSpPr>
        <p:spPr>
          <a:xfrm>
            <a:off x="4892018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11" name="A1_bar_Cryo_12234">
            <a:extLst>
              <a:ext uri="{FF2B5EF4-FFF2-40B4-BE49-F238E27FC236}">
                <a16:creationId xmlns:a16="http://schemas.microsoft.com/office/drawing/2014/main" id="{E6D96B14-FD51-4373-AF83-41AA127739A8}"/>
              </a:ext>
            </a:extLst>
          </p:cNvPr>
          <p:cNvSpPr>
            <a:spLocks noGrp="1"/>
          </p:cNvSpPr>
          <p:nvPr/>
        </p:nvSpPr>
        <p:spPr>
          <a:xfrm>
            <a:off x="6633503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2" name="text_12235">
            <a:extLst>
              <a:ext uri="{FF2B5EF4-FFF2-40B4-BE49-F238E27FC236}">
                <a16:creationId xmlns:a16="http://schemas.microsoft.com/office/drawing/2014/main" id="{E2FF396F-6154-485B-A8CD-0EC3455E2D6E}"/>
              </a:ext>
            </a:extLst>
          </p:cNvPr>
          <p:cNvSpPr>
            <a:spLocks noGrp="1"/>
          </p:cNvSpPr>
          <p:nvPr/>
        </p:nvSpPr>
        <p:spPr>
          <a:xfrm>
            <a:off x="6384957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13" name="text_12236">
            <a:extLst>
              <a:ext uri="{FF2B5EF4-FFF2-40B4-BE49-F238E27FC236}">
                <a16:creationId xmlns:a16="http://schemas.microsoft.com/office/drawing/2014/main" id="{AC28C59A-3D7E-4DE9-AB21-9D88C3BD7CE8}"/>
              </a:ext>
            </a:extLst>
          </p:cNvPr>
          <p:cNvSpPr>
            <a:spLocks noGrp="1"/>
          </p:cNvSpPr>
          <p:nvPr/>
        </p:nvSpPr>
        <p:spPr>
          <a:xfrm>
            <a:off x="6465841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4" name="A1_bar_Cryo_12237">
            <a:extLst>
              <a:ext uri="{FF2B5EF4-FFF2-40B4-BE49-F238E27FC236}">
                <a16:creationId xmlns:a16="http://schemas.microsoft.com/office/drawing/2014/main" id="{F35D9001-EDB6-4AA2-9944-4DECC11BE573}"/>
              </a:ext>
            </a:extLst>
          </p:cNvPr>
          <p:cNvSpPr>
            <a:spLocks noGrp="1"/>
          </p:cNvSpPr>
          <p:nvPr/>
        </p:nvSpPr>
        <p:spPr>
          <a:xfrm>
            <a:off x="8207326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5" name="text_12238">
            <a:extLst>
              <a:ext uri="{FF2B5EF4-FFF2-40B4-BE49-F238E27FC236}">
                <a16:creationId xmlns:a16="http://schemas.microsoft.com/office/drawing/2014/main" id="{B49A7030-5D69-4CDA-B192-6F34A565A970}"/>
              </a:ext>
            </a:extLst>
          </p:cNvPr>
          <p:cNvSpPr>
            <a:spLocks noGrp="1"/>
          </p:cNvSpPr>
          <p:nvPr/>
        </p:nvSpPr>
        <p:spPr>
          <a:xfrm>
            <a:off x="7917362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12239">
            <a:extLst>
              <a:ext uri="{FF2B5EF4-FFF2-40B4-BE49-F238E27FC236}">
                <a16:creationId xmlns:a16="http://schemas.microsoft.com/office/drawing/2014/main" id="{E548D8F8-F587-4EFD-AB63-BE020E449841}"/>
              </a:ext>
            </a:extLst>
          </p:cNvPr>
          <p:cNvSpPr>
            <a:spLocks noGrp="1"/>
          </p:cNvSpPr>
          <p:nvPr/>
        </p:nvSpPr>
        <p:spPr>
          <a:xfrm>
            <a:off x="8039664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7" name="A1_bar_Cryo_12240">
            <a:extLst>
              <a:ext uri="{FF2B5EF4-FFF2-40B4-BE49-F238E27FC236}">
                <a16:creationId xmlns:a16="http://schemas.microsoft.com/office/drawing/2014/main" id="{B35B874C-08D2-4448-80A6-CFC888189AB8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18" name="A1_bar_Cryo_12241">
            <a:extLst>
              <a:ext uri="{FF2B5EF4-FFF2-40B4-BE49-F238E27FC236}">
                <a16:creationId xmlns:a16="http://schemas.microsoft.com/office/drawing/2014/main" id="{A0B982A0-E021-41F8-A963-829A76D6F855}"/>
              </a:ext>
            </a:extLst>
          </p:cNvPr>
          <p:cNvSpPr>
            <a:spLocks noGrp="1"/>
          </p:cNvSpPr>
          <p:nvPr/>
        </p:nvSpPr>
        <p:spPr>
          <a:xfrm>
            <a:off x="923643" y="6115050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9" name="text_12242">
            <a:extLst>
              <a:ext uri="{FF2B5EF4-FFF2-40B4-BE49-F238E27FC236}">
                <a16:creationId xmlns:a16="http://schemas.microsoft.com/office/drawing/2014/main" id="{D109A6C0-A56C-4A9C-9EB4-2B52154D572A}"/>
              </a:ext>
            </a:extLst>
          </p:cNvPr>
          <p:cNvSpPr>
            <a:spLocks noGrp="1"/>
          </p:cNvSpPr>
          <p:nvPr/>
        </p:nvSpPr>
        <p:spPr>
          <a:xfrm>
            <a:off x="702539" y="6065507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0" name="A1_bar_Cryo_12243">
            <a:extLst>
              <a:ext uri="{FF2B5EF4-FFF2-40B4-BE49-F238E27FC236}">
                <a16:creationId xmlns:a16="http://schemas.microsoft.com/office/drawing/2014/main" id="{34FE895E-E1DE-4826-BE91-7FA676AECB82}"/>
              </a:ext>
            </a:extLst>
          </p:cNvPr>
          <p:cNvSpPr>
            <a:spLocks noGrp="1"/>
          </p:cNvSpPr>
          <p:nvPr/>
        </p:nvSpPr>
        <p:spPr>
          <a:xfrm>
            <a:off x="967740" y="5485572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1" name="A1_bar_Cryo_12244">
            <a:extLst>
              <a:ext uri="{FF2B5EF4-FFF2-40B4-BE49-F238E27FC236}">
                <a16:creationId xmlns:a16="http://schemas.microsoft.com/office/drawing/2014/main" id="{A3EDBA78-2C4E-4C45-A738-21FED9159D99}"/>
              </a:ext>
            </a:extLst>
          </p:cNvPr>
          <p:cNvSpPr>
            <a:spLocks noGrp="1"/>
          </p:cNvSpPr>
          <p:nvPr/>
        </p:nvSpPr>
        <p:spPr>
          <a:xfrm>
            <a:off x="923643" y="5485572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2" name="text_12245">
            <a:extLst>
              <a:ext uri="{FF2B5EF4-FFF2-40B4-BE49-F238E27FC236}">
                <a16:creationId xmlns:a16="http://schemas.microsoft.com/office/drawing/2014/main" id="{33166F2E-47D8-44BE-A698-29DCBD263BB4}"/>
              </a:ext>
            </a:extLst>
          </p:cNvPr>
          <p:cNvSpPr>
            <a:spLocks noGrp="1"/>
          </p:cNvSpPr>
          <p:nvPr/>
        </p:nvSpPr>
        <p:spPr>
          <a:xfrm>
            <a:off x="702539" y="5436029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3" name="A1_bar_Cryo_12246">
            <a:extLst>
              <a:ext uri="{FF2B5EF4-FFF2-40B4-BE49-F238E27FC236}">
                <a16:creationId xmlns:a16="http://schemas.microsoft.com/office/drawing/2014/main" id="{DCDE3477-D4A0-4F46-96F5-5C6530CDDFB0}"/>
              </a:ext>
            </a:extLst>
          </p:cNvPr>
          <p:cNvSpPr>
            <a:spLocks noGrp="1"/>
          </p:cNvSpPr>
          <p:nvPr/>
        </p:nvSpPr>
        <p:spPr>
          <a:xfrm>
            <a:off x="967740" y="4856093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4" name="A1_bar_Cryo_12247">
            <a:extLst>
              <a:ext uri="{FF2B5EF4-FFF2-40B4-BE49-F238E27FC236}">
                <a16:creationId xmlns:a16="http://schemas.microsoft.com/office/drawing/2014/main" id="{D3753E8A-FF92-4132-B5CD-372924E19F8B}"/>
              </a:ext>
            </a:extLst>
          </p:cNvPr>
          <p:cNvSpPr>
            <a:spLocks noGrp="1"/>
          </p:cNvSpPr>
          <p:nvPr/>
        </p:nvSpPr>
        <p:spPr>
          <a:xfrm>
            <a:off x="923643" y="4856093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5" name="text_12248">
            <a:extLst>
              <a:ext uri="{FF2B5EF4-FFF2-40B4-BE49-F238E27FC236}">
                <a16:creationId xmlns:a16="http://schemas.microsoft.com/office/drawing/2014/main" id="{0C1A8436-A4E0-4889-8E49-794C69D2BE76}"/>
              </a:ext>
            </a:extLst>
          </p:cNvPr>
          <p:cNvSpPr>
            <a:spLocks noGrp="1"/>
          </p:cNvSpPr>
          <p:nvPr/>
        </p:nvSpPr>
        <p:spPr>
          <a:xfrm>
            <a:off x="702539" y="4806551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6" name="A1_bar_Cryo_12249">
            <a:extLst>
              <a:ext uri="{FF2B5EF4-FFF2-40B4-BE49-F238E27FC236}">
                <a16:creationId xmlns:a16="http://schemas.microsoft.com/office/drawing/2014/main" id="{B5A0BF9C-A7D6-4ADD-A1F9-4293C2B4AC44}"/>
              </a:ext>
            </a:extLst>
          </p:cNvPr>
          <p:cNvSpPr>
            <a:spLocks noGrp="1"/>
          </p:cNvSpPr>
          <p:nvPr/>
        </p:nvSpPr>
        <p:spPr>
          <a:xfrm>
            <a:off x="967740" y="4226615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7" name="A1_bar_Cryo_12250">
            <a:extLst>
              <a:ext uri="{FF2B5EF4-FFF2-40B4-BE49-F238E27FC236}">
                <a16:creationId xmlns:a16="http://schemas.microsoft.com/office/drawing/2014/main" id="{A2F8BBB2-1FE7-4BE6-ACD2-D1A464858E75}"/>
              </a:ext>
            </a:extLst>
          </p:cNvPr>
          <p:cNvSpPr>
            <a:spLocks noGrp="1"/>
          </p:cNvSpPr>
          <p:nvPr/>
        </p:nvSpPr>
        <p:spPr>
          <a:xfrm>
            <a:off x="923643" y="4226615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8" name="text_12251">
            <a:extLst>
              <a:ext uri="{FF2B5EF4-FFF2-40B4-BE49-F238E27FC236}">
                <a16:creationId xmlns:a16="http://schemas.microsoft.com/office/drawing/2014/main" id="{90BC3ED2-04E7-49A3-AABA-5979A9407AFA}"/>
              </a:ext>
            </a:extLst>
          </p:cNvPr>
          <p:cNvSpPr>
            <a:spLocks noGrp="1"/>
          </p:cNvSpPr>
          <p:nvPr/>
        </p:nvSpPr>
        <p:spPr>
          <a:xfrm>
            <a:off x="702539" y="4177073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A1_bar_Cryo_12252">
            <a:extLst>
              <a:ext uri="{FF2B5EF4-FFF2-40B4-BE49-F238E27FC236}">
                <a16:creationId xmlns:a16="http://schemas.microsoft.com/office/drawing/2014/main" id="{0EEC78B8-F783-4CE1-A9C1-B30C332F0E81}"/>
              </a:ext>
            </a:extLst>
          </p:cNvPr>
          <p:cNvSpPr>
            <a:spLocks noGrp="1"/>
          </p:cNvSpPr>
          <p:nvPr/>
        </p:nvSpPr>
        <p:spPr>
          <a:xfrm>
            <a:off x="967740" y="3597137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0" name="A1_bar_Cryo_12253">
            <a:extLst>
              <a:ext uri="{FF2B5EF4-FFF2-40B4-BE49-F238E27FC236}">
                <a16:creationId xmlns:a16="http://schemas.microsoft.com/office/drawing/2014/main" id="{EB414105-5BF6-4E09-A0F9-BE7670D11E9E}"/>
              </a:ext>
            </a:extLst>
          </p:cNvPr>
          <p:cNvSpPr>
            <a:spLocks noGrp="1"/>
          </p:cNvSpPr>
          <p:nvPr/>
        </p:nvSpPr>
        <p:spPr>
          <a:xfrm>
            <a:off x="923643" y="3597137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1" name="text_12254">
            <a:extLst>
              <a:ext uri="{FF2B5EF4-FFF2-40B4-BE49-F238E27FC236}">
                <a16:creationId xmlns:a16="http://schemas.microsoft.com/office/drawing/2014/main" id="{B5D1B923-FC39-4E5D-B086-1831B12934DA}"/>
              </a:ext>
            </a:extLst>
          </p:cNvPr>
          <p:cNvSpPr>
            <a:spLocks noGrp="1"/>
          </p:cNvSpPr>
          <p:nvPr/>
        </p:nvSpPr>
        <p:spPr>
          <a:xfrm>
            <a:off x="702539" y="3547594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2" name="A1_bar_Cryo_12255">
            <a:extLst>
              <a:ext uri="{FF2B5EF4-FFF2-40B4-BE49-F238E27FC236}">
                <a16:creationId xmlns:a16="http://schemas.microsoft.com/office/drawing/2014/main" id="{984B5C85-8838-4D8C-99CC-F4AD443E1158}"/>
              </a:ext>
            </a:extLst>
          </p:cNvPr>
          <p:cNvSpPr>
            <a:spLocks noGrp="1"/>
          </p:cNvSpPr>
          <p:nvPr/>
        </p:nvSpPr>
        <p:spPr>
          <a:xfrm>
            <a:off x="967740" y="2967659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3" name="A1_bar_Cryo_12256">
            <a:extLst>
              <a:ext uri="{FF2B5EF4-FFF2-40B4-BE49-F238E27FC236}">
                <a16:creationId xmlns:a16="http://schemas.microsoft.com/office/drawing/2014/main" id="{8323DE82-0A19-4AA1-9C9A-1B6DD4E028F4}"/>
              </a:ext>
            </a:extLst>
          </p:cNvPr>
          <p:cNvSpPr>
            <a:spLocks noGrp="1"/>
          </p:cNvSpPr>
          <p:nvPr/>
        </p:nvSpPr>
        <p:spPr>
          <a:xfrm>
            <a:off x="923643" y="2967659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4" name="text_12257">
            <a:extLst>
              <a:ext uri="{FF2B5EF4-FFF2-40B4-BE49-F238E27FC236}">
                <a16:creationId xmlns:a16="http://schemas.microsoft.com/office/drawing/2014/main" id="{7CE41B2F-4406-4FE1-B050-571B5715F685}"/>
              </a:ext>
            </a:extLst>
          </p:cNvPr>
          <p:cNvSpPr>
            <a:spLocks noGrp="1"/>
          </p:cNvSpPr>
          <p:nvPr/>
        </p:nvSpPr>
        <p:spPr>
          <a:xfrm>
            <a:off x="702539" y="2918116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5" name="text_12258">
            <a:extLst>
              <a:ext uri="{FF2B5EF4-FFF2-40B4-BE49-F238E27FC236}">
                <a16:creationId xmlns:a16="http://schemas.microsoft.com/office/drawing/2014/main" id="{A6BFE57A-05CF-4001-B066-A4D6E2384DB2}"/>
              </a:ext>
            </a:extLst>
          </p:cNvPr>
          <p:cNvSpPr>
            <a:spLocks noGrp="1"/>
          </p:cNvSpPr>
          <p:nvPr/>
        </p:nvSpPr>
        <p:spPr>
          <a:xfrm rot="-5400000">
            <a:off x="370994" y="4409105"/>
            <a:ext cx="440972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36" name="A1_bar_Cryo_12259">
            <a:extLst>
              <a:ext uri="{FF2B5EF4-FFF2-40B4-BE49-F238E27FC236}">
                <a16:creationId xmlns:a16="http://schemas.microsoft.com/office/drawing/2014/main" id="{E14CEDFF-F752-4B22-A7DE-2C1F0F809B3E}"/>
              </a:ext>
            </a:extLst>
          </p:cNvPr>
          <p:cNvSpPr>
            <a:spLocks noGrp="1"/>
          </p:cNvSpPr>
          <p:nvPr/>
        </p:nvSpPr>
        <p:spPr>
          <a:xfrm>
            <a:off x="1387164" y="4582368"/>
            <a:ext cx="325781" cy="1532682"/>
          </a:xfrm>
          <a:custGeom>
            <a:avLst/>
            <a:gdLst/>
            <a:ahLst/>
            <a:cxnLst/>
            <a:rect l="0" t="0" r="0" b="0"/>
            <a:pathLst>
              <a:path w="325781" h="1532682">
                <a:moveTo>
                  <a:pt x="0" y="1532682"/>
                </a:moveTo>
                <a:lnTo>
                  <a:pt x="325781" y="1532682"/>
                </a:lnTo>
                <a:lnTo>
                  <a:pt x="325781" y="0"/>
                </a:lnTo>
                <a:lnTo>
                  <a:pt x="0" y="0"/>
                </a:lnTo>
                <a:lnTo>
                  <a:pt x="0" y="1532682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37" name="A1_bar_Cryo_12260">
            <a:extLst>
              <a:ext uri="{FF2B5EF4-FFF2-40B4-BE49-F238E27FC236}">
                <a16:creationId xmlns:a16="http://schemas.microsoft.com/office/drawing/2014/main" id="{31419BB1-CDFE-4AA9-9D5F-BED1D5904B41}"/>
              </a:ext>
            </a:extLst>
          </p:cNvPr>
          <p:cNvSpPr>
            <a:spLocks noGrp="1"/>
          </p:cNvSpPr>
          <p:nvPr/>
        </p:nvSpPr>
        <p:spPr>
          <a:xfrm>
            <a:off x="2960987" y="4369877"/>
            <a:ext cx="325781" cy="1745173"/>
          </a:xfrm>
          <a:custGeom>
            <a:avLst/>
            <a:gdLst/>
            <a:ahLst/>
            <a:cxnLst/>
            <a:rect l="0" t="0" r="0" b="0"/>
            <a:pathLst>
              <a:path w="325781" h="1745173">
                <a:moveTo>
                  <a:pt x="0" y="1745173"/>
                </a:moveTo>
                <a:lnTo>
                  <a:pt x="325781" y="1745173"/>
                </a:lnTo>
                <a:lnTo>
                  <a:pt x="325781" y="0"/>
                </a:lnTo>
                <a:lnTo>
                  <a:pt x="0" y="0"/>
                </a:lnTo>
                <a:lnTo>
                  <a:pt x="0" y="1745173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38" name="A1_bar_Cryo_12261">
            <a:extLst>
              <a:ext uri="{FF2B5EF4-FFF2-40B4-BE49-F238E27FC236}">
                <a16:creationId xmlns:a16="http://schemas.microsoft.com/office/drawing/2014/main" id="{0204CF63-EA1F-4E29-94BF-E5F27AA7192A}"/>
              </a:ext>
            </a:extLst>
          </p:cNvPr>
          <p:cNvSpPr>
            <a:spLocks noGrp="1"/>
          </p:cNvSpPr>
          <p:nvPr/>
        </p:nvSpPr>
        <p:spPr>
          <a:xfrm>
            <a:off x="4534810" y="4412679"/>
            <a:ext cx="325781" cy="1702371"/>
          </a:xfrm>
          <a:custGeom>
            <a:avLst/>
            <a:gdLst/>
            <a:ahLst/>
            <a:cxnLst/>
            <a:rect l="0" t="0" r="0" b="0"/>
            <a:pathLst>
              <a:path w="325781" h="1702371">
                <a:moveTo>
                  <a:pt x="0" y="1702371"/>
                </a:moveTo>
                <a:lnTo>
                  <a:pt x="325781" y="1702371"/>
                </a:lnTo>
                <a:lnTo>
                  <a:pt x="325781" y="0"/>
                </a:lnTo>
                <a:lnTo>
                  <a:pt x="0" y="0"/>
                </a:lnTo>
                <a:lnTo>
                  <a:pt x="0" y="17023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39" name="A1_bar_Cryo_12262">
            <a:extLst>
              <a:ext uri="{FF2B5EF4-FFF2-40B4-BE49-F238E27FC236}">
                <a16:creationId xmlns:a16="http://schemas.microsoft.com/office/drawing/2014/main" id="{78F92BA5-929B-4D07-8A7F-8033355ADF73}"/>
              </a:ext>
            </a:extLst>
          </p:cNvPr>
          <p:cNvSpPr>
            <a:spLocks noGrp="1"/>
          </p:cNvSpPr>
          <p:nvPr/>
        </p:nvSpPr>
        <p:spPr>
          <a:xfrm>
            <a:off x="6108633" y="4931579"/>
            <a:ext cx="325781" cy="1183471"/>
          </a:xfrm>
          <a:custGeom>
            <a:avLst/>
            <a:gdLst/>
            <a:ahLst/>
            <a:cxnLst/>
            <a:rect l="0" t="0" r="0" b="0"/>
            <a:pathLst>
              <a:path w="325781" h="1183471">
                <a:moveTo>
                  <a:pt x="0" y="1183471"/>
                </a:moveTo>
                <a:lnTo>
                  <a:pt x="325781" y="1183471"/>
                </a:lnTo>
                <a:lnTo>
                  <a:pt x="325781" y="0"/>
                </a:lnTo>
                <a:lnTo>
                  <a:pt x="0" y="0"/>
                </a:lnTo>
                <a:lnTo>
                  <a:pt x="0" y="11834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0" name="A1_bar_Cryo_12263">
            <a:extLst>
              <a:ext uri="{FF2B5EF4-FFF2-40B4-BE49-F238E27FC236}">
                <a16:creationId xmlns:a16="http://schemas.microsoft.com/office/drawing/2014/main" id="{E8A016CF-4131-4C2E-9326-155EEBC77E1A}"/>
              </a:ext>
            </a:extLst>
          </p:cNvPr>
          <p:cNvSpPr>
            <a:spLocks noGrp="1"/>
          </p:cNvSpPr>
          <p:nvPr/>
        </p:nvSpPr>
        <p:spPr>
          <a:xfrm>
            <a:off x="7682456" y="4931579"/>
            <a:ext cx="325781" cy="1183471"/>
          </a:xfrm>
          <a:custGeom>
            <a:avLst/>
            <a:gdLst/>
            <a:ahLst/>
            <a:cxnLst/>
            <a:rect l="0" t="0" r="0" b="0"/>
            <a:pathLst>
              <a:path w="325781" h="1183471">
                <a:moveTo>
                  <a:pt x="0" y="1183471"/>
                </a:moveTo>
                <a:lnTo>
                  <a:pt x="325781" y="1183471"/>
                </a:lnTo>
                <a:lnTo>
                  <a:pt x="325781" y="0"/>
                </a:lnTo>
                <a:lnTo>
                  <a:pt x="0" y="0"/>
                </a:lnTo>
                <a:lnTo>
                  <a:pt x="0" y="11834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1" name="A1_bar_Cryo_12264">
            <a:extLst>
              <a:ext uri="{FF2B5EF4-FFF2-40B4-BE49-F238E27FC236}">
                <a16:creationId xmlns:a16="http://schemas.microsoft.com/office/drawing/2014/main" id="{60215FAC-6F1C-452E-9390-85137FA37D86}"/>
              </a:ext>
            </a:extLst>
          </p:cNvPr>
          <p:cNvSpPr>
            <a:spLocks noGrp="1"/>
          </p:cNvSpPr>
          <p:nvPr/>
        </p:nvSpPr>
        <p:spPr>
          <a:xfrm>
            <a:off x="1749143" y="4582368"/>
            <a:ext cx="325781" cy="1532682"/>
          </a:xfrm>
          <a:custGeom>
            <a:avLst/>
            <a:gdLst/>
            <a:ahLst/>
            <a:cxnLst/>
            <a:rect l="0" t="0" r="0" b="0"/>
            <a:pathLst>
              <a:path w="325781" h="1532682">
                <a:moveTo>
                  <a:pt x="0" y="1532682"/>
                </a:moveTo>
                <a:lnTo>
                  <a:pt x="325781" y="1532682"/>
                </a:lnTo>
                <a:lnTo>
                  <a:pt x="325781" y="0"/>
                </a:lnTo>
                <a:lnTo>
                  <a:pt x="0" y="0"/>
                </a:lnTo>
                <a:lnTo>
                  <a:pt x="0" y="1532682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2" name="A1_bar_Cryo_12265">
            <a:extLst>
              <a:ext uri="{FF2B5EF4-FFF2-40B4-BE49-F238E27FC236}">
                <a16:creationId xmlns:a16="http://schemas.microsoft.com/office/drawing/2014/main" id="{01A3BF52-75CB-4879-B7A8-046881F5B92C}"/>
              </a:ext>
            </a:extLst>
          </p:cNvPr>
          <p:cNvSpPr>
            <a:spLocks noGrp="1"/>
          </p:cNvSpPr>
          <p:nvPr/>
        </p:nvSpPr>
        <p:spPr>
          <a:xfrm>
            <a:off x="3322966" y="4382999"/>
            <a:ext cx="325781" cy="1732051"/>
          </a:xfrm>
          <a:custGeom>
            <a:avLst/>
            <a:gdLst/>
            <a:ahLst/>
            <a:cxnLst/>
            <a:rect l="0" t="0" r="0" b="0"/>
            <a:pathLst>
              <a:path w="325781" h="1732051">
                <a:moveTo>
                  <a:pt x="0" y="1732051"/>
                </a:moveTo>
                <a:lnTo>
                  <a:pt x="325781" y="1732051"/>
                </a:lnTo>
                <a:lnTo>
                  <a:pt x="325781" y="0"/>
                </a:lnTo>
                <a:lnTo>
                  <a:pt x="0" y="0"/>
                </a:lnTo>
                <a:lnTo>
                  <a:pt x="0" y="1732051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3" name="A1_bar_Cryo_12266">
            <a:extLst>
              <a:ext uri="{FF2B5EF4-FFF2-40B4-BE49-F238E27FC236}">
                <a16:creationId xmlns:a16="http://schemas.microsoft.com/office/drawing/2014/main" id="{369AA7C9-6E39-4A14-997E-98233EC87EDC}"/>
              </a:ext>
            </a:extLst>
          </p:cNvPr>
          <p:cNvSpPr>
            <a:spLocks noGrp="1"/>
          </p:cNvSpPr>
          <p:nvPr/>
        </p:nvSpPr>
        <p:spPr>
          <a:xfrm>
            <a:off x="4896789" y="4426758"/>
            <a:ext cx="325781" cy="1688292"/>
          </a:xfrm>
          <a:custGeom>
            <a:avLst/>
            <a:gdLst/>
            <a:ahLst/>
            <a:cxnLst/>
            <a:rect l="0" t="0" r="0" b="0"/>
            <a:pathLst>
              <a:path w="325781" h="1688292">
                <a:moveTo>
                  <a:pt x="0" y="1688292"/>
                </a:moveTo>
                <a:lnTo>
                  <a:pt x="325781" y="1688292"/>
                </a:lnTo>
                <a:lnTo>
                  <a:pt x="325781" y="0"/>
                </a:lnTo>
                <a:lnTo>
                  <a:pt x="0" y="0"/>
                </a:lnTo>
                <a:lnTo>
                  <a:pt x="0" y="1688292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4" name="A1_bar_Cryo_12267">
            <a:extLst>
              <a:ext uri="{FF2B5EF4-FFF2-40B4-BE49-F238E27FC236}">
                <a16:creationId xmlns:a16="http://schemas.microsoft.com/office/drawing/2014/main" id="{49390D51-3A17-4297-B79A-51690615E319}"/>
              </a:ext>
            </a:extLst>
          </p:cNvPr>
          <p:cNvSpPr>
            <a:spLocks noGrp="1"/>
          </p:cNvSpPr>
          <p:nvPr/>
        </p:nvSpPr>
        <p:spPr>
          <a:xfrm>
            <a:off x="6470612" y="4883011"/>
            <a:ext cx="325781" cy="1232039"/>
          </a:xfrm>
          <a:custGeom>
            <a:avLst/>
            <a:gdLst/>
            <a:ahLst/>
            <a:cxnLst/>
            <a:rect l="0" t="0" r="0" b="0"/>
            <a:pathLst>
              <a:path w="325781" h="1232039">
                <a:moveTo>
                  <a:pt x="0" y="1232039"/>
                </a:moveTo>
                <a:lnTo>
                  <a:pt x="325781" y="1232039"/>
                </a:lnTo>
                <a:lnTo>
                  <a:pt x="325781" y="0"/>
                </a:lnTo>
                <a:lnTo>
                  <a:pt x="0" y="0"/>
                </a:lnTo>
                <a:lnTo>
                  <a:pt x="0" y="1232039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5" name="A1_bar_Cryo_12268">
            <a:extLst>
              <a:ext uri="{FF2B5EF4-FFF2-40B4-BE49-F238E27FC236}">
                <a16:creationId xmlns:a16="http://schemas.microsoft.com/office/drawing/2014/main" id="{FF273AFF-28CD-483D-A942-16224722B097}"/>
              </a:ext>
            </a:extLst>
          </p:cNvPr>
          <p:cNvSpPr>
            <a:spLocks noGrp="1"/>
          </p:cNvSpPr>
          <p:nvPr/>
        </p:nvSpPr>
        <p:spPr>
          <a:xfrm>
            <a:off x="8044435" y="4883011"/>
            <a:ext cx="325781" cy="1232039"/>
          </a:xfrm>
          <a:custGeom>
            <a:avLst/>
            <a:gdLst/>
            <a:ahLst/>
            <a:cxnLst/>
            <a:rect l="0" t="0" r="0" b="0"/>
            <a:pathLst>
              <a:path w="325781" h="1232039">
                <a:moveTo>
                  <a:pt x="0" y="1232039"/>
                </a:moveTo>
                <a:lnTo>
                  <a:pt x="325781" y="1232039"/>
                </a:lnTo>
                <a:lnTo>
                  <a:pt x="325781" y="0"/>
                </a:lnTo>
                <a:lnTo>
                  <a:pt x="0" y="0"/>
                </a:lnTo>
                <a:lnTo>
                  <a:pt x="0" y="1232039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6" name="A1_bar_Cryo_12269">
            <a:extLst>
              <a:ext uri="{FF2B5EF4-FFF2-40B4-BE49-F238E27FC236}">
                <a16:creationId xmlns:a16="http://schemas.microsoft.com/office/drawing/2014/main" id="{A28804EF-B74C-44B3-B70B-A90C202EFFFA}"/>
              </a:ext>
            </a:extLst>
          </p:cNvPr>
          <p:cNvSpPr>
            <a:spLocks noGrp="1"/>
          </p:cNvSpPr>
          <p:nvPr/>
        </p:nvSpPr>
        <p:spPr>
          <a:xfrm>
            <a:off x="2111122" y="4851001"/>
            <a:ext cx="325781" cy="1264049"/>
          </a:xfrm>
          <a:custGeom>
            <a:avLst/>
            <a:gdLst/>
            <a:ahLst/>
            <a:cxnLst/>
            <a:rect l="0" t="0" r="0" b="0"/>
            <a:pathLst>
              <a:path w="325781" h="1264049">
                <a:moveTo>
                  <a:pt x="0" y="1264049"/>
                </a:moveTo>
                <a:lnTo>
                  <a:pt x="325781" y="1264049"/>
                </a:lnTo>
                <a:lnTo>
                  <a:pt x="325781" y="0"/>
                </a:lnTo>
                <a:lnTo>
                  <a:pt x="0" y="0"/>
                </a:lnTo>
                <a:lnTo>
                  <a:pt x="0" y="1264049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7" name="A1_bar_Cryo_12270">
            <a:extLst>
              <a:ext uri="{FF2B5EF4-FFF2-40B4-BE49-F238E27FC236}">
                <a16:creationId xmlns:a16="http://schemas.microsoft.com/office/drawing/2014/main" id="{3964C737-16D2-48F6-B860-05BD8DDD3B0C}"/>
              </a:ext>
            </a:extLst>
          </p:cNvPr>
          <p:cNvSpPr>
            <a:spLocks noGrp="1"/>
          </p:cNvSpPr>
          <p:nvPr/>
        </p:nvSpPr>
        <p:spPr>
          <a:xfrm>
            <a:off x="3684946" y="4691400"/>
            <a:ext cx="325781" cy="1423650"/>
          </a:xfrm>
          <a:custGeom>
            <a:avLst/>
            <a:gdLst/>
            <a:ahLst/>
            <a:cxnLst/>
            <a:rect l="0" t="0" r="0" b="0"/>
            <a:pathLst>
              <a:path w="325781" h="1423650">
                <a:moveTo>
                  <a:pt x="0" y="1423650"/>
                </a:moveTo>
                <a:lnTo>
                  <a:pt x="325781" y="1423650"/>
                </a:lnTo>
                <a:lnTo>
                  <a:pt x="325781" y="0"/>
                </a:lnTo>
                <a:lnTo>
                  <a:pt x="0" y="0"/>
                </a:lnTo>
                <a:lnTo>
                  <a:pt x="0" y="1423650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8" name="A1_bar_Cryo_12271">
            <a:extLst>
              <a:ext uri="{FF2B5EF4-FFF2-40B4-BE49-F238E27FC236}">
                <a16:creationId xmlns:a16="http://schemas.microsoft.com/office/drawing/2014/main" id="{29468A58-9B87-41B2-9707-1619EB95C404}"/>
              </a:ext>
            </a:extLst>
          </p:cNvPr>
          <p:cNvSpPr>
            <a:spLocks noGrp="1"/>
          </p:cNvSpPr>
          <p:nvPr/>
        </p:nvSpPr>
        <p:spPr>
          <a:xfrm>
            <a:off x="5258769" y="4711386"/>
            <a:ext cx="325781" cy="1403664"/>
          </a:xfrm>
          <a:custGeom>
            <a:avLst/>
            <a:gdLst/>
            <a:ahLst/>
            <a:cxnLst/>
            <a:rect l="0" t="0" r="0" b="0"/>
            <a:pathLst>
              <a:path w="325781" h="1403664">
                <a:moveTo>
                  <a:pt x="0" y="1403664"/>
                </a:moveTo>
                <a:lnTo>
                  <a:pt x="325781" y="1403664"/>
                </a:lnTo>
                <a:lnTo>
                  <a:pt x="325781" y="0"/>
                </a:lnTo>
                <a:lnTo>
                  <a:pt x="0" y="0"/>
                </a:lnTo>
                <a:lnTo>
                  <a:pt x="0" y="1403664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9" name="A1_bar_Cryo_12272">
            <a:extLst>
              <a:ext uri="{FF2B5EF4-FFF2-40B4-BE49-F238E27FC236}">
                <a16:creationId xmlns:a16="http://schemas.microsoft.com/office/drawing/2014/main" id="{CF27739F-3EBF-46D4-938E-6EB75A2B50DF}"/>
              </a:ext>
            </a:extLst>
          </p:cNvPr>
          <p:cNvSpPr>
            <a:spLocks noGrp="1"/>
          </p:cNvSpPr>
          <p:nvPr/>
        </p:nvSpPr>
        <p:spPr>
          <a:xfrm>
            <a:off x="6832592" y="5329017"/>
            <a:ext cx="325781" cy="786033"/>
          </a:xfrm>
          <a:custGeom>
            <a:avLst/>
            <a:gdLst/>
            <a:ahLst/>
            <a:cxnLst/>
            <a:rect l="0" t="0" r="0" b="0"/>
            <a:pathLst>
              <a:path w="325781" h="786033">
                <a:moveTo>
                  <a:pt x="0" y="786033"/>
                </a:moveTo>
                <a:lnTo>
                  <a:pt x="325781" y="786033"/>
                </a:lnTo>
                <a:lnTo>
                  <a:pt x="325781" y="0"/>
                </a:lnTo>
                <a:lnTo>
                  <a:pt x="0" y="0"/>
                </a:lnTo>
                <a:lnTo>
                  <a:pt x="0" y="786033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50" name="A1_bar_Cryo_12273">
            <a:extLst>
              <a:ext uri="{FF2B5EF4-FFF2-40B4-BE49-F238E27FC236}">
                <a16:creationId xmlns:a16="http://schemas.microsoft.com/office/drawing/2014/main" id="{1C316612-A0E3-42C6-934A-0E840CFFA449}"/>
              </a:ext>
            </a:extLst>
          </p:cNvPr>
          <p:cNvSpPr>
            <a:spLocks noGrp="1"/>
          </p:cNvSpPr>
          <p:nvPr/>
        </p:nvSpPr>
        <p:spPr>
          <a:xfrm>
            <a:off x="8406415" y="5329017"/>
            <a:ext cx="325781" cy="786033"/>
          </a:xfrm>
          <a:custGeom>
            <a:avLst/>
            <a:gdLst/>
            <a:ahLst/>
            <a:cxnLst/>
            <a:rect l="0" t="0" r="0" b="0"/>
            <a:pathLst>
              <a:path w="325781" h="786033">
                <a:moveTo>
                  <a:pt x="0" y="786033"/>
                </a:moveTo>
                <a:lnTo>
                  <a:pt x="325781" y="786033"/>
                </a:lnTo>
                <a:lnTo>
                  <a:pt x="325781" y="0"/>
                </a:lnTo>
                <a:lnTo>
                  <a:pt x="0" y="0"/>
                </a:lnTo>
                <a:lnTo>
                  <a:pt x="0" y="786033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51" name="A1_bar_Cryo_12274">
            <a:extLst>
              <a:ext uri="{FF2B5EF4-FFF2-40B4-BE49-F238E27FC236}">
                <a16:creationId xmlns:a16="http://schemas.microsoft.com/office/drawing/2014/main" id="{411D7CDC-D38D-4FEF-947D-E3BF60E563FA}"/>
              </a:ext>
            </a:extLst>
          </p:cNvPr>
          <p:cNvSpPr>
            <a:spLocks noGrp="1"/>
          </p:cNvSpPr>
          <p:nvPr/>
        </p:nvSpPr>
        <p:spPr>
          <a:xfrm>
            <a:off x="1524439" y="428552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" name="A1_bar_Cryo_12275">
            <a:extLst>
              <a:ext uri="{FF2B5EF4-FFF2-40B4-BE49-F238E27FC236}">
                <a16:creationId xmlns:a16="http://schemas.microsoft.com/office/drawing/2014/main" id="{D0A04966-2E68-43BB-96D6-3BC9D68CE928}"/>
              </a:ext>
            </a:extLst>
          </p:cNvPr>
          <p:cNvSpPr>
            <a:spLocks noGrp="1"/>
          </p:cNvSpPr>
          <p:nvPr/>
        </p:nvSpPr>
        <p:spPr>
          <a:xfrm>
            <a:off x="1546761" y="341742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" name="A1_bar_Cryo_12276">
            <a:extLst>
              <a:ext uri="{FF2B5EF4-FFF2-40B4-BE49-F238E27FC236}">
                <a16:creationId xmlns:a16="http://schemas.microsoft.com/office/drawing/2014/main" id="{214D4B29-E50B-43DE-B7E6-79033AC77EDD}"/>
              </a:ext>
            </a:extLst>
          </p:cNvPr>
          <p:cNvSpPr>
            <a:spLocks noGrp="1"/>
          </p:cNvSpPr>
          <p:nvPr/>
        </p:nvSpPr>
        <p:spPr>
          <a:xfrm>
            <a:off x="1460641" y="35961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" name="A1_bar_Cryo_12277">
            <a:extLst>
              <a:ext uri="{FF2B5EF4-FFF2-40B4-BE49-F238E27FC236}">
                <a16:creationId xmlns:a16="http://schemas.microsoft.com/office/drawing/2014/main" id="{B1EEA850-EB53-4EEB-9608-75F71EAF7405}"/>
              </a:ext>
            </a:extLst>
          </p:cNvPr>
          <p:cNvSpPr>
            <a:spLocks noGrp="1"/>
          </p:cNvSpPr>
          <p:nvPr/>
        </p:nvSpPr>
        <p:spPr>
          <a:xfrm>
            <a:off x="1460845" y="5902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" name="A1_bar_Cryo_12278">
            <a:extLst>
              <a:ext uri="{FF2B5EF4-FFF2-40B4-BE49-F238E27FC236}">
                <a16:creationId xmlns:a16="http://schemas.microsoft.com/office/drawing/2014/main" id="{C46604A7-A481-44CE-A930-1A5922FAF38B}"/>
              </a:ext>
            </a:extLst>
          </p:cNvPr>
          <p:cNvSpPr>
            <a:spLocks noGrp="1"/>
          </p:cNvSpPr>
          <p:nvPr/>
        </p:nvSpPr>
        <p:spPr>
          <a:xfrm>
            <a:off x="1479870" y="38496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" name="A1_bar_Cryo_12279">
            <a:extLst>
              <a:ext uri="{FF2B5EF4-FFF2-40B4-BE49-F238E27FC236}">
                <a16:creationId xmlns:a16="http://schemas.microsoft.com/office/drawing/2014/main" id="{69828B75-EFB5-4088-A642-A2D54C6AA4EE}"/>
              </a:ext>
            </a:extLst>
          </p:cNvPr>
          <p:cNvSpPr>
            <a:spLocks noGrp="1"/>
          </p:cNvSpPr>
          <p:nvPr/>
        </p:nvSpPr>
        <p:spPr>
          <a:xfrm>
            <a:off x="1582876" y="52041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" name="A1_bar_Cryo_12280">
            <a:extLst>
              <a:ext uri="{FF2B5EF4-FFF2-40B4-BE49-F238E27FC236}">
                <a16:creationId xmlns:a16="http://schemas.microsoft.com/office/drawing/2014/main" id="{BC70EF8E-B18B-4533-B85D-B17E6C70B371}"/>
              </a:ext>
            </a:extLst>
          </p:cNvPr>
          <p:cNvSpPr>
            <a:spLocks noGrp="1"/>
          </p:cNvSpPr>
          <p:nvPr/>
        </p:nvSpPr>
        <p:spPr>
          <a:xfrm>
            <a:off x="1642420" y="33852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" name="A1_bar_Cryo_12281">
            <a:extLst>
              <a:ext uri="{FF2B5EF4-FFF2-40B4-BE49-F238E27FC236}">
                <a16:creationId xmlns:a16="http://schemas.microsoft.com/office/drawing/2014/main" id="{A36B5DCC-9CDE-4B43-BF9D-881C9AD6A730}"/>
              </a:ext>
            </a:extLst>
          </p:cNvPr>
          <p:cNvSpPr>
            <a:spLocks noGrp="1"/>
          </p:cNvSpPr>
          <p:nvPr/>
        </p:nvSpPr>
        <p:spPr>
          <a:xfrm>
            <a:off x="1509000" y="34378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" name="A1_bar_Cryo_12282">
            <a:extLst>
              <a:ext uri="{FF2B5EF4-FFF2-40B4-BE49-F238E27FC236}">
                <a16:creationId xmlns:a16="http://schemas.microsoft.com/office/drawing/2014/main" id="{794FBD49-59AF-4461-B197-D621DC5EE1FB}"/>
              </a:ext>
            </a:extLst>
          </p:cNvPr>
          <p:cNvSpPr>
            <a:spLocks noGrp="1"/>
          </p:cNvSpPr>
          <p:nvPr/>
        </p:nvSpPr>
        <p:spPr>
          <a:xfrm>
            <a:off x="1644387" y="4867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" name="A1_bar_Cryo_12283">
            <a:extLst>
              <a:ext uri="{FF2B5EF4-FFF2-40B4-BE49-F238E27FC236}">
                <a16:creationId xmlns:a16="http://schemas.microsoft.com/office/drawing/2014/main" id="{DA9A388F-7CAB-471F-9D31-41BA917CD4F8}"/>
              </a:ext>
            </a:extLst>
          </p:cNvPr>
          <p:cNvSpPr>
            <a:spLocks noGrp="1"/>
          </p:cNvSpPr>
          <p:nvPr/>
        </p:nvSpPr>
        <p:spPr>
          <a:xfrm>
            <a:off x="1643475" y="36320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" name="A1_bar_Cryo_12284">
            <a:extLst>
              <a:ext uri="{FF2B5EF4-FFF2-40B4-BE49-F238E27FC236}">
                <a16:creationId xmlns:a16="http://schemas.microsoft.com/office/drawing/2014/main" id="{8D94B21D-C233-4879-B65F-6E488F5D6244}"/>
              </a:ext>
            </a:extLst>
          </p:cNvPr>
          <p:cNvSpPr>
            <a:spLocks noGrp="1"/>
          </p:cNvSpPr>
          <p:nvPr/>
        </p:nvSpPr>
        <p:spPr>
          <a:xfrm>
            <a:off x="1460819" y="498279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" name="A1_bar_Cryo_12285">
            <a:extLst>
              <a:ext uri="{FF2B5EF4-FFF2-40B4-BE49-F238E27FC236}">
                <a16:creationId xmlns:a16="http://schemas.microsoft.com/office/drawing/2014/main" id="{CB4E50E6-3354-4E61-8125-05F6B5C0E61D}"/>
              </a:ext>
            </a:extLst>
          </p:cNvPr>
          <p:cNvSpPr>
            <a:spLocks noGrp="1"/>
          </p:cNvSpPr>
          <p:nvPr/>
        </p:nvSpPr>
        <p:spPr>
          <a:xfrm>
            <a:off x="1447586" y="44722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" name="A1_bar_Cryo_12286">
            <a:extLst>
              <a:ext uri="{FF2B5EF4-FFF2-40B4-BE49-F238E27FC236}">
                <a16:creationId xmlns:a16="http://schemas.microsoft.com/office/drawing/2014/main" id="{23313D1D-57E7-4ACE-9030-4EB2C4511708}"/>
              </a:ext>
            </a:extLst>
          </p:cNvPr>
          <p:cNvSpPr>
            <a:spLocks noGrp="1"/>
          </p:cNvSpPr>
          <p:nvPr/>
        </p:nvSpPr>
        <p:spPr>
          <a:xfrm>
            <a:off x="1541240" y="45896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" name="A1_bar_Cryo_12287">
            <a:extLst>
              <a:ext uri="{FF2B5EF4-FFF2-40B4-BE49-F238E27FC236}">
                <a16:creationId xmlns:a16="http://schemas.microsoft.com/office/drawing/2014/main" id="{97AF5E65-C3B1-492F-86EB-528938F1A017}"/>
              </a:ext>
            </a:extLst>
          </p:cNvPr>
          <p:cNvSpPr>
            <a:spLocks noGrp="1"/>
          </p:cNvSpPr>
          <p:nvPr/>
        </p:nvSpPr>
        <p:spPr>
          <a:xfrm>
            <a:off x="1498492" y="43234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" name="A1_bar_Cryo_12288">
            <a:extLst>
              <a:ext uri="{FF2B5EF4-FFF2-40B4-BE49-F238E27FC236}">
                <a16:creationId xmlns:a16="http://schemas.microsoft.com/office/drawing/2014/main" id="{4E7E4242-2B04-4404-9CE0-2D96263E5527}"/>
              </a:ext>
            </a:extLst>
          </p:cNvPr>
          <p:cNvSpPr>
            <a:spLocks noGrp="1"/>
          </p:cNvSpPr>
          <p:nvPr/>
        </p:nvSpPr>
        <p:spPr>
          <a:xfrm>
            <a:off x="1498621" y="35446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" name="A1_bar_Cryo_12289">
            <a:extLst>
              <a:ext uri="{FF2B5EF4-FFF2-40B4-BE49-F238E27FC236}">
                <a16:creationId xmlns:a16="http://schemas.microsoft.com/office/drawing/2014/main" id="{0625D3D3-1515-4B7E-AC06-590495B2B333}"/>
              </a:ext>
            </a:extLst>
          </p:cNvPr>
          <p:cNvSpPr>
            <a:spLocks noGrp="1"/>
          </p:cNvSpPr>
          <p:nvPr/>
        </p:nvSpPr>
        <p:spPr>
          <a:xfrm>
            <a:off x="1552605" y="37781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" name="A1_bar_Cryo_12290">
            <a:extLst>
              <a:ext uri="{FF2B5EF4-FFF2-40B4-BE49-F238E27FC236}">
                <a16:creationId xmlns:a16="http://schemas.microsoft.com/office/drawing/2014/main" id="{95238205-5A52-4EDF-A753-1666D6C4576B}"/>
              </a:ext>
            </a:extLst>
          </p:cNvPr>
          <p:cNvSpPr>
            <a:spLocks noGrp="1"/>
          </p:cNvSpPr>
          <p:nvPr/>
        </p:nvSpPr>
        <p:spPr>
          <a:xfrm>
            <a:off x="1617650" y="47360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" name="A1_bar_Cryo_12291">
            <a:extLst>
              <a:ext uri="{FF2B5EF4-FFF2-40B4-BE49-F238E27FC236}">
                <a16:creationId xmlns:a16="http://schemas.microsoft.com/office/drawing/2014/main" id="{B4BC78BA-CF92-46CA-99BE-A32454BE04AB}"/>
              </a:ext>
            </a:extLst>
          </p:cNvPr>
          <p:cNvSpPr>
            <a:spLocks noGrp="1"/>
          </p:cNvSpPr>
          <p:nvPr/>
        </p:nvSpPr>
        <p:spPr>
          <a:xfrm>
            <a:off x="1452179" y="5044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" name="A1_bar_Cryo_12292">
            <a:extLst>
              <a:ext uri="{FF2B5EF4-FFF2-40B4-BE49-F238E27FC236}">
                <a16:creationId xmlns:a16="http://schemas.microsoft.com/office/drawing/2014/main" id="{116AA5A9-63AC-44AE-B314-6D3C0EB5FAE3}"/>
              </a:ext>
            </a:extLst>
          </p:cNvPr>
          <p:cNvSpPr>
            <a:spLocks noGrp="1"/>
          </p:cNvSpPr>
          <p:nvPr/>
        </p:nvSpPr>
        <p:spPr>
          <a:xfrm>
            <a:off x="1439192" y="41362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" name="A1_bar_Cryo_12293">
            <a:extLst>
              <a:ext uri="{FF2B5EF4-FFF2-40B4-BE49-F238E27FC236}">
                <a16:creationId xmlns:a16="http://schemas.microsoft.com/office/drawing/2014/main" id="{2351BF73-A328-4F81-A912-C5A2C729A64F}"/>
              </a:ext>
            </a:extLst>
          </p:cNvPr>
          <p:cNvSpPr>
            <a:spLocks noGrp="1"/>
          </p:cNvSpPr>
          <p:nvPr/>
        </p:nvSpPr>
        <p:spPr>
          <a:xfrm>
            <a:off x="1425798" y="43308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" name="A1_bar_Cryo_12294">
            <a:extLst>
              <a:ext uri="{FF2B5EF4-FFF2-40B4-BE49-F238E27FC236}">
                <a16:creationId xmlns:a16="http://schemas.microsoft.com/office/drawing/2014/main" id="{61E84568-0A51-4652-B250-31123EE2C30B}"/>
              </a:ext>
            </a:extLst>
          </p:cNvPr>
          <p:cNvSpPr>
            <a:spLocks noGrp="1"/>
          </p:cNvSpPr>
          <p:nvPr/>
        </p:nvSpPr>
        <p:spPr>
          <a:xfrm>
            <a:off x="1552142" y="51765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" name="A1_bar_Cryo_12295">
            <a:extLst>
              <a:ext uri="{FF2B5EF4-FFF2-40B4-BE49-F238E27FC236}">
                <a16:creationId xmlns:a16="http://schemas.microsoft.com/office/drawing/2014/main" id="{4F2B2FFB-4A59-4E1F-8BF1-3C0CA47E15D2}"/>
              </a:ext>
            </a:extLst>
          </p:cNvPr>
          <p:cNvSpPr>
            <a:spLocks noGrp="1"/>
          </p:cNvSpPr>
          <p:nvPr/>
        </p:nvSpPr>
        <p:spPr>
          <a:xfrm>
            <a:off x="1494595" y="50357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" name="A1_bar_Cryo_12296">
            <a:extLst>
              <a:ext uri="{FF2B5EF4-FFF2-40B4-BE49-F238E27FC236}">
                <a16:creationId xmlns:a16="http://schemas.microsoft.com/office/drawing/2014/main" id="{9CF9768A-1BFC-4789-8D87-22C2E609DEB1}"/>
              </a:ext>
            </a:extLst>
          </p:cNvPr>
          <p:cNvSpPr>
            <a:spLocks noGrp="1"/>
          </p:cNvSpPr>
          <p:nvPr/>
        </p:nvSpPr>
        <p:spPr>
          <a:xfrm>
            <a:off x="1607837" y="48607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" name="A1_bar_Cryo_12297">
            <a:extLst>
              <a:ext uri="{FF2B5EF4-FFF2-40B4-BE49-F238E27FC236}">
                <a16:creationId xmlns:a16="http://schemas.microsoft.com/office/drawing/2014/main" id="{8188F1B2-2D15-46D4-B4A9-F65E7ED1BEAD}"/>
              </a:ext>
            </a:extLst>
          </p:cNvPr>
          <p:cNvSpPr>
            <a:spLocks noGrp="1"/>
          </p:cNvSpPr>
          <p:nvPr/>
        </p:nvSpPr>
        <p:spPr>
          <a:xfrm>
            <a:off x="1648156" y="33651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" name="A1_bar_Cryo_12298">
            <a:extLst>
              <a:ext uri="{FF2B5EF4-FFF2-40B4-BE49-F238E27FC236}">
                <a16:creationId xmlns:a16="http://schemas.microsoft.com/office/drawing/2014/main" id="{056BD33F-2470-4672-9E0E-7309CD61C5C1}"/>
              </a:ext>
            </a:extLst>
          </p:cNvPr>
          <p:cNvSpPr>
            <a:spLocks noGrp="1"/>
          </p:cNvSpPr>
          <p:nvPr/>
        </p:nvSpPr>
        <p:spPr>
          <a:xfrm>
            <a:off x="1423835" y="60107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" name="A1_bar_Cryo_12299">
            <a:extLst>
              <a:ext uri="{FF2B5EF4-FFF2-40B4-BE49-F238E27FC236}">
                <a16:creationId xmlns:a16="http://schemas.microsoft.com/office/drawing/2014/main" id="{7E055623-0A1B-41F4-953A-849CF655F356}"/>
              </a:ext>
            </a:extLst>
          </p:cNvPr>
          <p:cNvSpPr>
            <a:spLocks noGrp="1"/>
          </p:cNvSpPr>
          <p:nvPr/>
        </p:nvSpPr>
        <p:spPr>
          <a:xfrm>
            <a:off x="1637626" y="60770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" name="A1_bar_Cryo_12300">
            <a:extLst>
              <a:ext uri="{FF2B5EF4-FFF2-40B4-BE49-F238E27FC236}">
                <a16:creationId xmlns:a16="http://schemas.microsoft.com/office/drawing/2014/main" id="{C6E4380A-70A9-4AC2-B3A5-37956FAD636A}"/>
              </a:ext>
            </a:extLst>
          </p:cNvPr>
          <p:cNvSpPr>
            <a:spLocks noGrp="1"/>
          </p:cNvSpPr>
          <p:nvPr/>
        </p:nvSpPr>
        <p:spPr>
          <a:xfrm>
            <a:off x="1484123" y="54490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" name="A1_bar_Cryo_12301">
            <a:extLst>
              <a:ext uri="{FF2B5EF4-FFF2-40B4-BE49-F238E27FC236}">
                <a16:creationId xmlns:a16="http://schemas.microsoft.com/office/drawing/2014/main" id="{72A68E93-AAF7-46DC-8B90-0AF81E5DFF6D}"/>
              </a:ext>
            </a:extLst>
          </p:cNvPr>
          <p:cNvSpPr>
            <a:spLocks noGrp="1"/>
          </p:cNvSpPr>
          <p:nvPr/>
        </p:nvSpPr>
        <p:spPr>
          <a:xfrm>
            <a:off x="1575201" y="46285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" name="A1_bar_Cryo_12302">
            <a:extLst>
              <a:ext uri="{FF2B5EF4-FFF2-40B4-BE49-F238E27FC236}">
                <a16:creationId xmlns:a16="http://schemas.microsoft.com/office/drawing/2014/main" id="{69B77504-16F0-4F2D-9768-9D4CACD58739}"/>
              </a:ext>
            </a:extLst>
          </p:cNvPr>
          <p:cNvSpPr>
            <a:spLocks noGrp="1"/>
          </p:cNvSpPr>
          <p:nvPr/>
        </p:nvSpPr>
        <p:spPr>
          <a:xfrm>
            <a:off x="1435187" y="32852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" name="A1_bar_Cryo_12303">
            <a:extLst>
              <a:ext uri="{FF2B5EF4-FFF2-40B4-BE49-F238E27FC236}">
                <a16:creationId xmlns:a16="http://schemas.microsoft.com/office/drawing/2014/main" id="{55FCA421-432B-4511-B481-6DD03791FC5C}"/>
              </a:ext>
            </a:extLst>
          </p:cNvPr>
          <p:cNvSpPr>
            <a:spLocks noGrp="1"/>
          </p:cNvSpPr>
          <p:nvPr/>
        </p:nvSpPr>
        <p:spPr>
          <a:xfrm>
            <a:off x="1512572" y="33688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" name="A1_bar_Cryo_12304">
            <a:extLst>
              <a:ext uri="{FF2B5EF4-FFF2-40B4-BE49-F238E27FC236}">
                <a16:creationId xmlns:a16="http://schemas.microsoft.com/office/drawing/2014/main" id="{0B081963-24A1-409D-9A2F-0B1138BAEA4F}"/>
              </a:ext>
            </a:extLst>
          </p:cNvPr>
          <p:cNvSpPr>
            <a:spLocks noGrp="1"/>
          </p:cNvSpPr>
          <p:nvPr/>
        </p:nvSpPr>
        <p:spPr>
          <a:xfrm>
            <a:off x="1649228" y="609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" name="A1_bar_Cryo_12305">
            <a:extLst>
              <a:ext uri="{FF2B5EF4-FFF2-40B4-BE49-F238E27FC236}">
                <a16:creationId xmlns:a16="http://schemas.microsoft.com/office/drawing/2014/main" id="{103CE3EE-0175-4626-804C-4571C540ACAE}"/>
              </a:ext>
            </a:extLst>
          </p:cNvPr>
          <p:cNvSpPr>
            <a:spLocks noGrp="1"/>
          </p:cNvSpPr>
          <p:nvPr/>
        </p:nvSpPr>
        <p:spPr>
          <a:xfrm>
            <a:off x="1612777" y="42085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" name="A1_bar_Cryo_12306">
            <a:extLst>
              <a:ext uri="{FF2B5EF4-FFF2-40B4-BE49-F238E27FC236}">
                <a16:creationId xmlns:a16="http://schemas.microsoft.com/office/drawing/2014/main" id="{8986C144-4ADC-434A-957F-8F3DE59488C0}"/>
              </a:ext>
            </a:extLst>
          </p:cNvPr>
          <p:cNvSpPr>
            <a:spLocks noGrp="1"/>
          </p:cNvSpPr>
          <p:nvPr/>
        </p:nvSpPr>
        <p:spPr>
          <a:xfrm>
            <a:off x="1576392" y="59752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" name="A1_bar_Cryo_12307">
            <a:extLst>
              <a:ext uri="{FF2B5EF4-FFF2-40B4-BE49-F238E27FC236}">
                <a16:creationId xmlns:a16="http://schemas.microsoft.com/office/drawing/2014/main" id="{8B534D59-FF2F-478A-B661-69EC1300781E}"/>
              </a:ext>
            </a:extLst>
          </p:cNvPr>
          <p:cNvSpPr>
            <a:spLocks noGrp="1"/>
          </p:cNvSpPr>
          <p:nvPr/>
        </p:nvSpPr>
        <p:spPr>
          <a:xfrm>
            <a:off x="1548727" y="54830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" name="A1_bar_Cryo_12308">
            <a:extLst>
              <a:ext uri="{FF2B5EF4-FFF2-40B4-BE49-F238E27FC236}">
                <a16:creationId xmlns:a16="http://schemas.microsoft.com/office/drawing/2014/main" id="{B6C0C12F-CCA6-4A5B-B9D6-B61EF94D734D}"/>
              </a:ext>
            </a:extLst>
          </p:cNvPr>
          <p:cNvSpPr>
            <a:spLocks noGrp="1"/>
          </p:cNvSpPr>
          <p:nvPr/>
        </p:nvSpPr>
        <p:spPr>
          <a:xfrm>
            <a:off x="1648556" y="46529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" name="A1_bar_Cryo_12309">
            <a:extLst>
              <a:ext uri="{FF2B5EF4-FFF2-40B4-BE49-F238E27FC236}">
                <a16:creationId xmlns:a16="http://schemas.microsoft.com/office/drawing/2014/main" id="{1D79102F-3056-4F7B-BDDC-718B4511B0E8}"/>
              </a:ext>
            </a:extLst>
          </p:cNvPr>
          <p:cNvSpPr>
            <a:spLocks noGrp="1"/>
          </p:cNvSpPr>
          <p:nvPr/>
        </p:nvSpPr>
        <p:spPr>
          <a:xfrm>
            <a:off x="1656245" y="60978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" name="A1_bar_Cryo_12310">
            <a:extLst>
              <a:ext uri="{FF2B5EF4-FFF2-40B4-BE49-F238E27FC236}">
                <a16:creationId xmlns:a16="http://schemas.microsoft.com/office/drawing/2014/main" id="{5C853C87-0350-4667-BEBB-4B65F2BCEBC5}"/>
              </a:ext>
            </a:extLst>
          </p:cNvPr>
          <p:cNvSpPr>
            <a:spLocks noGrp="1"/>
          </p:cNvSpPr>
          <p:nvPr/>
        </p:nvSpPr>
        <p:spPr>
          <a:xfrm>
            <a:off x="1499577" y="60978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" name="A1_bar_Cryo_12311">
            <a:extLst>
              <a:ext uri="{FF2B5EF4-FFF2-40B4-BE49-F238E27FC236}">
                <a16:creationId xmlns:a16="http://schemas.microsoft.com/office/drawing/2014/main" id="{6E7D4AE5-5716-4742-B0F4-F3E1A55D06E6}"/>
              </a:ext>
            </a:extLst>
          </p:cNvPr>
          <p:cNvSpPr>
            <a:spLocks noGrp="1"/>
          </p:cNvSpPr>
          <p:nvPr/>
        </p:nvSpPr>
        <p:spPr>
          <a:xfrm>
            <a:off x="1488189" y="46631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" name="A1_bar_Cryo_12312">
            <a:extLst>
              <a:ext uri="{FF2B5EF4-FFF2-40B4-BE49-F238E27FC236}">
                <a16:creationId xmlns:a16="http://schemas.microsoft.com/office/drawing/2014/main" id="{7F5CED60-1564-4E5F-9364-660BC090B245}"/>
              </a:ext>
            </a:extLst>
          </p:cNvPr>
          <p:cNvSpPr>
            <a:spLocks noGrp="1"/>
          </p:cNvSpPr>
          <p:nvPr/>
        </p:nvSpPr>
        <p:spPr>
          <a:xfrm>
            <a:off x="1522103" y="3392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" name="A1_bar_Cryo_12313">
            <a:extLst>
              <a:ext uri="{FF2B5EF4-FFF2-40B4-BE49-F238E27FC236}">
                <a16:creationId xmlns:a16="http://schemas.microsoft.com/office/drawing/2014/main" id="{46095851-F301-4BD7-85EF-164656706688}"/>
              </a:ext>
            </a:extLst>
          </p:cNvPr>
          <p:cNvSpPr>
            <a:spLocks noGrp="1"/>
          </p:cNvSpPr>
          <p:nvPr/>
        </p:nvSpPr>
        <p:spPr>
          <a:xfrm>
            <a:off x="1646319" y="32222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" name="A1_bar_Cryo_12314">
            <a:extLst>
              <a:ext uri="{FF2B5EF4-FFF2-40B4-BE49-F238E27FC236}">
                <a16:creationId xmlns:a16="http://schemas.microsoft.com/office/drawing/2014/main" id="{9A500218-F782-4CFC-9C3C-6757A17E34B4}"/>
              </a:ext>
            </a:extLst>
          </p:cNvPr>
          <p:cNvSpPr>
            <a:spLocks noGrp="1"/>
          </p:cNvSpPr>
          <p:nvPr/>
        </p:nvSpPr>
        <p:spPr>
          <a:xfrm>
            <a:off x="1535379" y="600858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" name="A1_bar_Cryo_12315">
            <a:extLst>
              <a:ext uri="{FF2B5EF4-FFF2-40B4-BE49-F238E27FC236}">
                <a16:creationId xmlns:a16="http://schemas.microsoft.com/office/drawing/2014/main" id="{8A99B2C9-B9CC-40B8-88E0-1849C066B746}"/>
              </a:ext>
            </a:extLst>
          </p:cNvPr>
          <p:cNvSpPr>
            <a:spLocks noGrp="1"/>
          </p:cNvSpPr>
          <p:nvPr/>
        </p:nvSpPr>
        <p:spPr>
          <a:xfrm>
            <a:off x="1460638" y="34606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" name="A1_bar_Cryo_12316">
            <a:extLst>
              <a:ext uri="{FF2B5EF4-FFF2-40B4-BE49-F238E27FC236}">
                <a16:creationId xmlns:a16="http://schemas.microsoft.com/office/drawing/2014/main" id="{E684CBAE-4242-4A7D-99B6-5245948FCDCA}"/>
              </a:ext>
            </a:extLst>
          </p:cNvPr>
          <p:cNvSpPr>
            <a:spLocks noGrp="1"/>
          </p:cNvSpPr>
          <p:nvPr/>
        </p:nvSpPr>
        <p:spPr>
          <a:xfrm>
            <a:off x="1482447" y="38882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" name="A1_bar_Cryo_12317">
            <a:extLst>
              <a:ext uri="{FF2B5EF4-FFF2-40B4-BE49-F238E27FC236}">
                <a16:creationId xmlns:a16="http://schemas.microsoft.com/office/drawing/2014/main" id="{737F200E-0F60-46CB-828B-9001B7F1D431}"/>
              </a:ext>
            </a:extLst>
          </p:cNvPr>
          <p:cNvSpPr>
            <a:spLocks noGrp="1"/>
          </p:cNvSpPr>
          <p:nvPr/>
        </p:nvSpPr>
        <p:spPr>
          <a:xfrm>
            <a:off x="1645065" y="40448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" name="A1_bar_Cryo_12318">
            <a:extLst>
              <a:ext uri="{FF2B5EF4-FFF2-40B4-BE49-F238E27FC236}">
                <a16:creationId xmlns:a16="http://schemas.microsoft.com/office/drawing/2014/main" id="{31397145-E073-4BB2-ABBF-67B29F0821B6}"/>
              </a:ext>
            </a:extLst>
          </p:cNvPr>
          <p:cNvSpPr>
            <a:spLocks noGrp="1"/>
          </p:cNvSpPr>
          <p:nvPr/>
        </p:nvSpPr>
        <p:spPr>
          <a:xfrm>
            <a:off x="1476681" y="43686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" name="A1_bar_Cryo_12319">
            <a:extLst>
              <a:ext uri="{FF2B5EF4-FFF2-40B4-BE49-F238E27FC236}">
                <a16:creationId xmlns:a16="http://schemas.microsoft.com/office/drawing/2014/main" id="{1C5081C5-6676-4EAA-A817-DD86F56EB79C}"/>
              </a:ext>
            </a:extLst>
          </p:cNvPr>
          <p:cNvSpPr>
            <a:spLocks noGrp="1"/>
          </p:cNvSpPr>
          <p:nvPr/>
        </p:nvSpPr>
        <p:spPr>
          <a:xfrm>
            <a:off x="1648069" y="42112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" name="A1_bar_Cryo_12320">
            <a:extLst>
              <a:ext uri="{FF2B5EF4-FFF2-40B4-BE49-F238E27FC236}">
                <a16:creationId xmlns:a16="http://schemas.microsoft.com/office/drawing/2014/main" id="{6E2E4746-25CD-4C74-8431-9942C1DC049F}"/>
              </a:ext>
            </a:extLst>
          </p:cNvPr>
          <p:cNvSpPr>
            <a:spLocks noGrp="1"/>
          </p:cNvSpPr>
          <p:nvPr/>
        </p:nvSpPr>
        <p:spPr>
          <a:xfrm>
            <a:off x="1437337" y="51289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" name="A1_bar_Cryo_12321">
            <a:extLst>
              <a:ext uri="{FF2B5EF4-FFF2-40B4-BE49-F238E27FC236}">
                <a16:creationId xmlns:a16="http://schemas.microsoft.com/office/drawing/2014/main" id="{7007A9FD-3018-4E36-85A4-EE33FCC653B2}"/>
              </a:ext>
            </a:extLst>
          </p:cNvPr>
          <p:cNvSpPr>
            <a:spLocks noGrp="1"/>
          </p:cNvSpPr>
          <p:nvPr/>
        </p:nvSpPr>
        <p:spPr>
          <a:xfrm>
            <a:off x="1502964" y="60047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" name="A1_bar_Cryo_12322">
            <a:extLst>
              <a:ext uri="{FF2B5EF4-FFF2-40B4-BE49-F238E27FC236}">
                <a16:creationId xmlns:a16="http://schemas.microsoft.com/office/drawing/2014/main" id="{58412BCC-32CD-4DDA-828E-A13030B08915}"/>
              </a:ext>
            </a:extLst>
          </p:cNvPr>
          <p:cNvSpPr>
            <a:spLocks noGrp="1"/>
          </p:cNvSpPr>
          <p:nvPr/>
        </p:nvSpPr>
        <p:spPr>
          <a:xfrm>
            <a:off x="1461716" y="46851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" name="A1_bar_Cryo_12323">
            <a:extLst>
              <a:ext uri="{FF2B5EF4-FFF2-40B4-BE49-F238E27FC236}">
                <a16:creationId xmlns:a16="http://schemas.microsoft.com/office/drawing/2014/main" id="{33F360A5-193F-4AB1-8DFA-3E2284DD24C2}"/>
              </a:ext>
            </a:extLst>
          </p:cNvPr>
          <p:cNvSpPr>
            <a:spLocks noGrp="1"/>
          </p:cNvSpPr>
          <p:nvPr/>
        </p:nvSpPr>
        <p:spPr>
          <a:xfrm>
            <a:off x="1590892" y="34164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" name="A1_bar_Cryo_12324">
            <a:extLst>
              <a:ext uri="{FF2B5EF4-FFF2-40B4-BE49-F238E27FC236}">
                <a16:creationId xmlns:a16="http://schemas.microsoft.com/office/drawing/2014/main" id="{02E7EDE6-EE26-4E0A-AA33-16A62CE7EE2F}"/>
              </a:ext>
            </a:extLst>
          </p:cNvPr>
          <p:cNvSpPr>
            <a:spLocks noGrp="1"/>
          </p:cNvSpPr>
          <p:nvPr/>
        </p:nvSpPr>
        <p:spPr>
          <a:xfrm>
            <a:off x="1658594" y="45413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" name="A1_bar_Cryo_12325">
            <a:extLst>
              <a:ext uri="{FF2B5EF4-FFF2-40B4-BE49-F238E27FC236}">
                <a16:creationId xmlns:a16="http://schemas.microsoft.com/office/drawing/2014/main" id="{DE3EF5C5-4A3F-4830-883D-DCDFE9EFDA85}"/>
              </a:ext>
            </a:extLst>
          </p:cNvPr>
          <p:cNvSpPr>
            <a:spLocks noGrp="1"/>
          </p:cNvSpPr>
          <p:nvPr/>
        </p:nvSpPr>
        <p:spPr>
          <a:xfrm>
            <a:off x="1542291" y="60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" name="A1_bar_Cryo_12326">
            <a:extLst>
              <a:ext uri="{FF2B5EF4-FFF2-40B4-BE49-F238E27FC236}">
                <a16:creationId xmlns:a16="http://schemas.microsoft.com/office/drawing/2014/main" id="{CBBA67B5-AC91-4E27-A8EE-8112CB59392B}"/>
              </a:ext>
            </a:extLst>
          </p:cNvPr>
          <p:cNvSpPr>
            <a:spLocks noGrp="1"/>
          </p:cNvSpPr>
          <p:nvPr/>
        </p:nvSpPr>
        <p:spPr>
          <a:xfrm>
            <a:off x="1618511" y="45501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" name="A1_bar_Cryo_12327">
            <a:extLst>
              <a:ext uri="{FF2B5EF4-FFF2-40B4-BE49-F238E27FC236}">
                <a16:creationId xmlns:a16="http://schemas.microsoft.com/office/drawing/2014/main" id="{F67B331B-F266-4A36-ADBC-0235AED59BFD}"/>
              </a:ext>
            </a:extLst>
          </p:cNvPr>
          <p:cNvSpPr>
            <a:spLocks noGrp="1"/>
          </p:cNvSpPr>
          <p:nvPr/>
        </p:nvSpPr>
        <p:spPr>
          <a:xfrm>
            <a:off x="1517295" y="46455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" name="A1_bar_Cryo_12328">
            <a:extLst>
              <a:ext uri="{FF2B5EF4-FFF2-40B4-BE49-F238E27FC236}">
                <a16:creationId xmlns:a16="http://schemas.microsoft.com/office/drawing/2014/main" id="{F23DA040-3EA3-4DC9-9EAE-FFB4E479C5BA}"/>
              </a:ext>
            </a:extLst>
          </p:cNvPr>
          <p:cNvSpPr>
            <a:spLocks noGrp="1"/>
          </p:cNvSpPr>
          <p:nvPr/>
        </p:nvSpPr>
        <p:spPr>
          <a:xfrm>
            <a:off x="1544143" y="423782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" name="A1_bar_Cryo_12329">
            <a:extLst>
              <a:ext uri="{FF2B5EF4-FFF2-40B4-BE49-F238E27FC236}">
                <a16:creationId xmlns:a16="http://schemas.microsoft.com/office/drawing/2014/main" id="{EFE7BD8F-C9C2-42A7-8FA5-E343A95C896D}"/>
              </a:ext>
            </a:extLst>
          </p:cNvPr>
          <p:cNvSpPr>
            <a:spLocks noGrp="1"/>
          </p:cNvSpPr>
          <p:nvPr/>
        </p:nvSpPr>
        <p:spPr>
          <a:xfrm>
            <a:off x="1412598" y="44084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" name="A1_bar_Cryo_12330">
            <a:extLst>
              <a:ext uri="{FF2B5EF4-FFF2-40B4-BE49-F238E27FC236}">
                <a16:creationId xmlns:a16="http://schemas.microsoft.com/office/drawing/2014/main" id="{A9AD2172-E069-4E0B-BAD9-D9DDBE0784C4}"/>
              </a:ext>
            </a:extLst>
          </p:cNvPr>
          <p:cNvSpPr>
            <a:spLocks noGrp="1"/>
          </p:cNvSpPr>
          <p:nvPr/>
        </p:nvSpPr>
        <p:spPr>
          <a:xfrm>
            <a:off x="1496066" y="43819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" name="A1_bar_Cryo_12331">
            <a:extLst>
              <a:ext uri="{FF2B5EF4-FFF2-40B4-BE49-F238E27FC236}">
                <a16:creationId xmlns:a16="http://schemas.microsoft.com/office/drawing/2014/main" id="{3B4E4E7B-E300-4F99-8B7F-6A9BC52A4C96}"/>
              </a:ext>
            </a:extLst>
          </p:cNvPr>
          <p:cNvSpPr>
            <a:spLocks noGrp="1"/>
          </p:cNvSpPr>
          <p:nvPr/>
        </p:nvSpPr>
        <p:spPr>
          <a:xfrm>
            <a:off x="1633154" y="318707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" name="A1_bar_Cryo_12332">
            <a:extLst>
              <a:ext uri="{FF2B5EF4-FFF2-40B4-BE49-F238E27FC236}">
                <a16:creationId xmlns:a16="http://schemas.microsoft.com/office/drawing/2014/main" id="{7E538879-B843-479C-B7EE-66E087B2D448}"/>
              </a:ext>
            </a:extLst>
          </p:cNvPr>
          <p:cNvSpPr>
            <a:spLocks noGrp="1"/>
          </p:cNvSpPr>
          <p:nvPr/>
        </p:nvSpPr>
        <p:spPr>
          <a:xfrm>
            <a:off x="1633121" y="35211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" name="A1_bar_Cryo_12333">
            <a:extLst>
              <a:ext uri="{FF2B5EF4-FFF2-40B4-BE49-F238E27FC236}">
                <a16:creationId xmlns:a16="http://schemas.microsoft.com/office/drawing/2014/main" id="{CDE6B3D4-51A3-4F36-99BE-39C7E70869FE}"/>
              </a:ext>
            </a:extLst>
          </p:cNvPr>
          <p:cNvSpPr>
            <a:spLocks noGrp="1"/>
          </p:cNvSpPr>
          <p:nvPr/>
        </p:nvSpPr>
        <p:spPr>
          <a:xfrm>
            <a:off x="1479852" y="36536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" name="A1_bar_Cryo_12334">
            <a:extLst>
              <a:ext uri="{FF2B5EF4-FFF2-40B4-BE49-F238E27FC236}">
                <a16:creationId xmlns:a16="http://schemas.microsoft.com/office/drawing/2014/main" id="{A5BBACBB-4277-4B58-BCC6-2D2982C33CA1}"/>
              </a:ext>
            </a:extLst>
          </p:cNvPr>
          <p:cNvSpPr>
            <a:spLocks noGrp="1"/>
          </p:cNvSpPr>
          <p:nvPr/>
        </p:nvSpPr>
        <p:spPr>
          <a:xfrm>
            <a:off x="1457897" y="41912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" name="A1_bar_Cryo_12335">
            <a:extLst>
              <a:ext uri="{FF2B5EF4-FFF2-40B4-BE49-F238E27FC236}">
                <a16:creationId xmlns:a16="http://schemas.microsoft.com/office/drawing/2014/main" id="{79DD1843-BAD9-453A-B09D-33E16ABE53B7}"/>
              </a:ext>
            </a:extLst>
          </p:cNvPr>
          <p:cNvSpPr>
            <a:spLocks noGrp="1"/>
          </p:cNvSpPr>
          <p:nvPr/>
        </p:nvSpPr>
        <p:spPr>
          <a:xfrm>
            <a:off x="1483370" y="32561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" name="A1_bar_Cryo_12336">
            <a:extLst>
              <a:ext uri="{FF2B5EF4-FFF2-40B4-BE49-F238E27FC236}">
                <a16:creationId xmlns:a16="http://schemas.microsoft.com/office/drawing/2014/main" id="{7EC35CD7-0625-416A-8812-38C10A99A1ED}"/>
              </a:ext>
            </a:extLst>
          </p:cNvPr>
          <p:cNvSpPr>
            <a:spLocks noGrp="1"/>
          </p:cNvSpPr>
          <p:nvPr/>
        </p:nvSpPr>
        <p:spPr>
          <a:xfrm>
            <a:off x="1636122" y="48412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" name="A1_bar_Cryo_12337">
            <a:extLst>
              <a:ext uri="{FF2B5EF4-FFF2-40B4-BE49-F238E27FC236}">
                <a16:creationId xmlns:a16="http://schemas.microsoft.com/office/drawing/2014/main" id="{A23E7043-E860-4712-9CC5-21BB9D6D9379}"/>
              </a:ext>
            </a:extLst>
          </p:cNvPr>
          <p:cNvSpPr>
            <a:spLocks noGrp="1"/>
          </p:cNvSpPr>
          <p:nvPr/>
        </p:nvSpPr>
        <p:spPr>
          <a:xfrm>
            <a:off x="1551456" y="58206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" name="A1_bar_Cryo_12338">
            <a:extLst>
              <a:ext uri="{FF2B5EF4-FFF2-40B4-BE49-F238E27FC236}">
                <a16:creationId xmlns:a16="http://schemas.microsoft.com/office/drawing/2014/main" id="{F93F5863-7F4D-4DEE-B207-8827F3FCF530}"/>
              </a:ext>
            </a:extLst>
          </p:cNvPr>
          <p:cNvSpPr>
            <a:spLocks noGrp="1"/>
          </p:cNvSpPr>
          <p:nvPr/>
        </p:nvSpPr>
        <p:spPr>
          <a:xfrm>
            <a:off x="1628444" y="60330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" name="A1_bar_Cryo_12339">
            <a:extLst>
              <a:ext uri="{FF2B5EF4-FFF2-40B4-BE49-F238E27FC236}">
                <a16:creationId xmlns:a16="http://schemas.microsoft.com/office/drawing/2014/main" id="{3E0D8042-3DB8-47F9-8DA3-B01DC694B99E}"/>
              </a:ext>
            </a:extLst>
          </p:cNvPr>
          <p:cNvSpPr>
            <a:spLocks noGrp="1"/>
          </p:cNvSpPr>
          <p:nvPr/>
        </p:nvSpPr>
        <p:spPr>
          <a:xfrm>
            <a:off x="1475901" y="55632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" name="A1_bar_Cryo_12340">
            <a:extLst>
              <a:ext uri="{FF2B5EF4-FFF2-40B4-BE49-F238E27FC236}">
                <a16:creationId xmlns:a16="http://schemas.microsoft.com/office/drawing/2014/main" id="{9E229109-7493-41D6-891F-A5A124F35A94}"/>
              </a:ext>
            </a:extLst>
          </p:cNvPr>
          <p:cNvSpPr>
            <a:spLocks noGrp="1"/>
          </p:cNvSpPr>
          <p:nvPr/>
        </p:nvSpPr>
        <p:spPr>
          <a:xfrm>
            <a:off x="1478713" y="57210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" name="A1_bar_Cryo_12341">
            <a:extLst>
              <a:ext uri="{FF2B5EF4-FFF2-40B4-BE49-F238E27FC236}">
                <a16:creationId xmlns:a16="http://schemas.microsoft.com/office/drawing/2014/main" id="{31775D07-5D48-43AF-9F51-2493F61A9327}"/>
              </a:ext>
            </a:extLst>
          </p:cNvPr>
          <p:cNvSpPr>
            <a:spLocks noGrp="1"/>
          </p:cNvSpPr>
          <p:nvPr/>
        </p:nvSpPr>
        <p:spPr>
          <a:xfrm>
            <a:off x="1406861" y="60975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" name="A1_bar_Cryo_12342">
            <a:extLst>
              <a:ext uri="{FF2B5EF4-FFF2-40B4-BE49-F238E27FC236}">
                <a16:creationId xmlns:a16="http://schemas.microsoft.com/office/drawing/2014/main" id="{341DB598-A6BB-4D70-A255-A51C65ABCFB7}"/>
              </a:ext>
            </a:extLst>
          </p:cNvPr>
          <p:cNvSpPr>
            <a:spLocks noGrp="1"/>
          </p:cNvSpPr>
          <p:nvPr/>
        </p:nvSpPr>
        <p:spPr>
          <a:xfrm>
            <a:off x="1492877" y="42437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" name="A1_bar_Cryo_12343">
            <a:extLst>
              <a:ext uri="{FF2B5EF4-FFF2-40B4-BE49-F238E27FC236}">
                <a16:creationId xmlns:a16="http://schemas.microsoft.com/office/drawing/2014/main" id="{1FC589ED-E051-4D24-AB24-0E41B6BD9827}"/>
              </a:ext>
            </a:extLst>
          </p:cNvPr>
          <p:cNvSpPr>
            <a:spLocks noGrp="1"/>
          </p:cNvSpPr>
          <p:nvPr/>
        </p:nvSpPr>
        <p:spPr>
          <a:xfrm>
            <a:off x="1603917" y="52849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" name="A1_bar_Cryo_12344">
            <a:extLst>
              <a:ext uri="{FF2B5EF4-FFF2-40B4-BE49-F238E27FC236}">
                <a16:creationId xmlns:a16="http://schemas.microsoft.com/office/drawing/2014/main" id="{AEB7B9C7-48C3-4024-8895-3C5C6DEFE9B6}"/>
              </a:ext>
            </a:extLst>
          </p:cNvPr>
          <p:cNvSpPr>
            <a:spLocks noGrp="1"/>
          </p:cNvSpPr>
          <p:nvPr/>
        </p:nvSpPr>
        <p:spPr>
          <a:xfrm>
            <a:off x="1487810" y="326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" name="A1_bar_Cryo_12345">
            <a:extLst>
              <a:ext uri="{FF2B5EF4-FFF2-40B4-BE49-F238E27FC236}">
                <a16:creationId xmlns:a16="http://schemas.microsoft.com/office/drawing/2014/main" id="{2C80C336-A1D7-41D5-A47B-68795442CA87}"/>
              </a:ext>
            </a:extLst>
          </p:cNvPr>
          <p:cNvSpPr>
            <a:spLocks noGrp="1"/>
          </p:cNvSpPr>
          <p:nvPr/>
        </p:nvSpPr>
        <p:spPr>
          <a:xfrm>
            <a:off x="1632294" y="47939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" name="A1_bar_Cryo_12346">
            <a:extLst>
              <a:ext uri="{FF2B5EF4-FFF2-40B4-BE49-F238E27FC236}">
                <a16:creationId xmlns:a16="http://schemas.microsoft.com/office/drawing/2014/main" id="{813BC579-DDB0-49A5-A156-B1C16CCF6E96}"/>
              </a:ext>
            </a:extLst>
          </p:cNvPr>
          <p:cNvSpPr>
            <a:spLocks noGrp="1"/>
          </p:cNvSpPr>
          <p:nvPr/>
        </p:nvSpPr>
        <p:spPr>
          <a:xfrm>
            <a:off x="1627519" y="48363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" name="A1_bar_Cryo_12347">
            <a:extLst>
              <a:ext uri="{FF2B5EF4-FFF2-40B4-BE49-F238E27FC236}">
                <a16:creationId xmlns:a16="http://schemas.microsoft.com/office/drawing/2014/main" id="{08758AB1-2D58-4584-A442-A8B19CB8E49C}"/>
              </a:ext>
            </a:extLst>
          </p:cNvPr>
          <p:cNvSpPr>
            <a:spLocks noGrp="1"/>
          </p:cNvSpPr>
          <p:nvPr/>
        </p:nvSpPr>
        <p:spPr>
          <a:xfrm>
            <a:off x="1533953" y="33909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" name="A1_bar_Cryo_12348">
            <a:extLst>
              <a:ext uri="{FF2B5EF4-FFF2-40B4-BE49-F238E27FC236}">
                <a16:creationId xmlns:a16="http://schemas.microsoft.com/office/drawing/2014/main" id="{06280F45-762F-4DAF-8ED9-8CE30ECCEE7A}"/>
              </a:ext>
            </a:extLst>
          </p:cNvPr>
          <p:cNvSpPr>
            <a:spLocks noGrp="1"/>
          </p:cNvSpPr>
          <p:nvPr/>
        </p:nvSpPr>
        <p:spPr>
          <a:xfrm>
            <a:off x="1573746" y="5610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" name="A1_bar_Cryo_12349">
            <a:extLst>
              <a:ext uri="{FF2B5EF4-FFF2-40B4-BE49-F238E27FC236}">
                <a16:creationId xmlns:a16="http://schemas.microsoft.com/office/drawing/2014/main" id="{D7FE8069-D1F3-4AAB-88B7-AB23FABC74BA}"/>
              </a:ext>
            </a:extLst>
          </p:cNvPr>
          <p:cNvSpPr>
            <a:spLocks noGrp="1"/>
          </p:cNvSpPr>
          <p:nvPr/>
        </p:nvSpPr>
        <p:spPr>
          <a:xfrm>
            <a:off x="1445313" y="53435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" name="A1_bar_Cryo_12350">
            <a:extLst>
              <a:ext uri="{FF2B5EF4-FFF2-40B4-BE49-F238E27FC236}">
                <a16:creationId xmlns:a16="http://schemas.microsoft.com/office/drawing/2014/main" id="{67A52ACC-EB33-48A1-A87D-A9B57D14D802}"/>
              </a:ext>
            </a:extLst>
          </p:cNvPr>
          <p:cNvSpPr>
            <a:spLocks noGrp="1"/>
          </p:cNvSpPr>
          <p:nvPr/>
        </p:nvSpPr>
        <p:spPr>
          <a:xfrm>
            <a:off x="1553510" y="59342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" name="A1_bar_Cryo_12351">
            <a:extLst>
              <a:ext uri="{FF2B5EF4-FFF2-40B4-BE49-F238E27FC236}">
                <a16:creationId xmlns:a16="http://schemas.microsoft.com/office/drawing/2014/main" id="{16919AC9-B1A0-47BC-98CD-866649A3593A}"/>
              </a:ext>
            </a:extLst>
          </p:cNvPr>
          <p:cNvSpPr>
            <a:spLocks noGrp="1"/>
          </p:cNvSpPr>
          <p:nvPr/>
        </p:nvSpPr>
        <p:spPr>
          <a:xfrm>
            <a:off x="1574622" y="3315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" name="A1_bar_Cryo_12352">
            <a:extLst>
              <a:ext uri="{FF2B5EF4-FFF2-40B4-BE49-F238E27FC236}">
                <a16:creationId xmlns:a16="http://schemas.microsoft.com/office/drawing/2014/main" id="{584226C6-A54A-4AEE-B200-2518EE5A2985}"/>
              </a:ext>
            </a:extLst>
          </p:cNvPr>
          <p:cNvSpPr>
            <a:spLocks noGrp="1"/>
          </p:cNvSpPr>
          <p:nvPr/>
        </p:nvSpPr>
        <p:spPr>
          <a:xfrm>
            <a:off x="1602977" y="41312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" name="A1_bar_Cryo_12353">
            <a:extLst>
              <a:ext uri="{FF2B5EF4-FFF2-40B4-BE49-F238E27FC236}">
                <a16:creationId xmlns:a16="http://schemas.microsoft.com/office/drawing/2014/main" id="{63428410-A5E4-45FE-8E77-24BF762CA1AC}"/>
              </a:ext>
            </a:extLst>
          </p:cNvPr>
          <p:cNvSpPr>
            <a:spLocks noGrp="1"/>
          </p:cNvSpPr>
          <p:nvPr/>
        </p:nvSpPr>
        <p:spPr>
          <a:xfrm>
            <a:off x="1600298" y="34386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" name="A1_bar_Cryo_12354">
            <a:extLst>
              <a:ext uri="{FF2B5EF4-FFF2-40B4-BE49-F238E27FC236}">
                <a16:creationId xmlns:a16="http://schemas.microsoft.com/office/drawing/2014/main" id="{6823212B-4171-4D86-8707-F11A91D5C64C}"/>
              </a:ext>
            </a:extLst>
          </p:cNvPr>
          <p:cNvSpPr>
            <a:spLocks noGrp="1"/>
          </p:cNvSpPr>
          <p:nvPr/>
        </p:nvSpPr>
        <p:spPr>
          <a:xfrm>
            <a:off x="1616685" y="33348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" name="A1_bar_Cryo_12355">
            <a:extLst>
              <a:ext uri="{FF2B5EF4-FFF2-40B4-BE49-F238E27FC236}">
                <a16:creationId xmlns:a16="http://schemas.microsoft.com/office/drawing/2014/main" id="{EA391D0C-6149-4183-A2F4-5E58D8362648}"/>
              </a:ext>
            </a:extLst>
          </p:cNvPr>
          <p:cNvSpPr>
            <a:spLocks noGrp="1"/>
          </p:cNvSpPr>
          <p:nvPr/>
        </p:nvSpPr>
        <p:spPr>
          <a:xfrm>
            <a:off x="1597983" y="46048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" name="A1_bar_Cryo_12356">
            <a:extLst>
              <a:ext uri="{FF2B5EF4-FFF2-40B4-BE49-F238E27FC236}">
                <a16:creationId xmlns:a16="http://schemas.microsoft.com/office/drawing/2014/main" id="{C6D7834D-F53D-432F-991B-8691405DFDDD}"/>
              </a:ext>
            </a:extLst>
          </p:cNvPr>
          <p:cNvSpPr>
            <a:spLocks noGrp="1"/>
          </p:cNvSpPr>
          <p:nvPr/>
        </p:nvSpPr>
        <p:spPr>
          <a:xfrm>
            <a:off x="1441262" y="36589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" name="A1_bar_Cryo_12357">
            <a:extLst>
              <a:ext uri="{FF2B5EF4-FFF2-40B4-BE49-F238E27FC236}">
                <a16:creationId xmlns:a16="http://schemas.microsoft.com/office/drawing/2014/main" id="{108C67D0-A768-43FF-AA2B-D15795DA7579}"/>
              </a:ext>
            </a:extLst>
          </p:cNvPr>
          <p:cNvSpPr>
            <a:spLocks noGrp="1"/>
          </p:cNvSpPr>
          <p:nvPr/>
        </p:nvSpPr>
        <p:spPr>
          <a:xfrm>
            <a:off x="1436818" y="40275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" name="A1_bar_Cryo_12358">
            <a:extLst>
              <a:ext uri="{FF2B5EF4-FFF2-40B4-BE49-F238E27FC236}">
                <a16:creationId xmlns:a16="http://schemas.microsoft.com/office/drawing/2014/main" id="{778CB7D3-0F7D-497D-B721-991F35459350}"/>
              </a:ext>
            </a:extLst>
          </p:cNvPr>
          <p:cNvSpPr>
            <a:spLocks noGrp="1"/>
          </p:cNvSpPr>
          <p:nvPr/>
        </p:nvSpPr>
        <p:spPr>
          <a:xfrm>
            <a:off x="1564833" y="32906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" name="A1_bar_Cryo_12359">
            <a:extLst>
              <a:ext uri="{FF2B5EF4-FFF2-40B4-BE49-F238E27FC236}">
                <a16:creationId xmlns:a16="http://schemas.microsoft.com/office/drawing/2014/main" id="{010BD434-28A4-44EB-B28E-D4894B309125}"/>
              </a:ext>
            </a:extLst>
          </p:cNvPr>
          <p:cNvSpPr>
            <a:spLocks noGrp="1"/>
          </p:cNvSpPr>
          <p:nvPr/>
        </p:nvSpPr>
        <p:spPr>
          <a:xfrm>
            <a:off x="1656355" y="45631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" name="A1_bar_Cryo_12360">
            <a:extLst>
              <a:ext uri="{FF2B5EF4-FFF2-40B4-BE49-F238E27FC236}">
                <a16:creationId xmlns:a16="http://schemas.microsoft.com/office/drawing/2014/main" id="{A36C417F-96A1-429F-BD78-E8A2213DA792}"/>
              </a:ext>
            </a:extLst>
          </p:cNvPr>
          <p:cNvSpPr>
            <a:spLocks noGrp="1"/>
          </p:cNvSpPr>
          <p:nvPr/>
        </p:nvSpPr>
        <p:spPr>
          <a:xfrm>
            <a:off x="1428194" y="51097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" name="A1_bar_Cryo_12361">
            <a:extLst>
              <a:ext uri="{FF2B5EF4-FFF2-40B4-BE49-F238E27FC236}">
                <a16:creationId xmlns:a16="http://schemas.microsoft.com/office/drawing/2014/main" id="{59CD416E-6051-45C7-AADD-CAC0233790B0}"/>
              </a:ext>
            </a:extLst>
          </p:cNvPr>
          <p:cNvSpPr>
            <a:spLocks noGrp="1"/>
          </p:cNvSpPr>
          <p:nvPr/>
        </p:nvSpPr>
        <p:spPr>
          <a:xfrm>
            <a:off x="1519932" y="29642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" name="A1_bar_Cryo_12362">
            <a:extLst>
              <a:ext uri="{FF2B5EF4-FFF2-40B4-BE49-F238E27FC236}">
                <a16:creationId xmlns:a16="http://schemas.microsoft.com/office/drawing/2014/main" id="{742B3176-FF23-422A-9302-9BCF969199D6}"/>
              </a:ext>
            </a:extLst>
          </p:cNvPr>
          <p:cNvSpPr>
            <a:spLocks noGrp="1"/>
          </p:cNvSpPr>
          <p:nvPr/>
        </p:nvSpPr>
        <p:spPr>
          <a:xfrm>
            <a:off x="1496019" y="59697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" name="A1_bar_Cryo_12363">
            <a:extLst>
              <a:ext uri="{FF2B5EF4-FFF2-40B4-BE49-F238E27FC236}">
                <a16:creationId xmlns:a16="http://schemas.microsoft.com/office/drawing/2014/main" id="{7B7CE1AB-2FE7-4BE0-B37C-259B5BCD6D0C}"/>
              </a:ext>
            </a:extLst>
          </p:cNvPr>
          <p:cNvSpPr>
            <a:spLocks noGrp="1"/>
          </p:cNvSpPr>
          <p:nvPr/>
        </p:nvSpPr>
        <p:spPr>
          <a:xfrm>
            <a:off x="1593824" y="342443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" name="A1_bar_Cryo_12364">
            <a:extLst>
              <a:ext uri="{FF2B5EF4-FFF2-40B4-BE49-F238E27FC236}">
                <a16:creationId xmlns:a16="http://schemas.microsoft.com/office/drawing/2014/main" id="{EDEEF417-59B6-4D71-861D-47C7BFF9F73D}"/>
              </a:ext>
            </a:extLst>
          </p:cNvPr>
          <p:cNvSpPr>
            <a:spLocks noGrp="1"/>
          </p:cNvSpPr>
          <p:nvPr/>
        </p:nvSpPr>
        <p:spPr>
          <a:xfrm>
            <a:off x="1561380" y="49942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" name="A1_bar_Cryo_12365">
            <a:extLst>
              <a:ext uri="{FF2B5EF4-FFF2-40B4-BE49-F238E27FC236}">
                <a16:creationId xmlns:a16="http://schemas.microsoft.com/office/drawing/2014/main" id="{05A1B506-57FC-4DF1-932D-C7B8E35D66C2}"/>
              </a:ext>
            </a:extLst>
          </p:cNvPr>
          <p:cNvSpPr>
            <a:spLocks noGrp="1"/>
          </p:cNvSpPr>
          <p:nvPr/>
        </p:nvSpPr>
        <p:spPr>
          <a:xfrm>
            <a:off x="1456108" y="4909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" name="A1_bar_Cryo_12366">
            <a:extLst>
              <a:ext uri="{FF2B5EF4-FFF2-40B4-BE49-F238E27FC236}">
                <a16:creationId xmlns:a16="http://schemas.microsoft.com/office/drawing/2014/main" id="{41EA09DE-FB83-4A2A-8D3B-E63A31CC7534}"/>
              </a:ext>
            </a:extLst>
          </p:cNvPr>
          <p:cNvSpPr>
            <a:spLocks noGrp="1"/>
          </p:cNvSpPr>
          <p:nvPr/>
        </p:nvSpPr>
        <p:spPr>
          <a:xfrm>
            <a:off x="1443376" y="33196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" name="A1_bar_Cryo_12367">
            <a:extLst>
              <a:ext uri="{FF2B5EF4-FFF2-40B4-BE49-F238E27FC236}">
                <a16:creationId xmlns:a16="http://schemas.microsoft.com/office/drawing/2014/main" id="{F942D209-6752-4C3B-A717-F15A7DC4F267}"/>
              </a:ext>
            </a:extLst>
          </p:cNvPr>
          <p:cNvSpPr>
            <a:spLocks noGrp="1"/>
          </p:cNvSpPr>
          <p:nvPr/>
        </p:nvSpPr>
        <p:spPr>
          <a:xfrm>
            <a:off x="1534631" y="38765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" name="A1_bar_Cryo_12368">
            <a:extLst>
              <a:ext uri="{FF2B5EF4-FFF2-40B4-BE49-F238E27FC236}">
                <a16:creationId xmlns:a16="http://schemas.microsoft.com/office/drawing/2014/main" id="{6CCDB8AB-C1AE-4AA1-A03D-3080977A9D2D}"/>
              </a:ext>
            </a:extLst>
          </p:cNvPr>
          <p:cNvSpPr>
            <a:spLocks noGrp="1"/>
          </p:cNvSpPr>
          <p:nvPr/>
        </p:nvSpPr>
        <p:spPr>
          <a:xfrm>
            <a:off x="1427799" y="60978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" name="A1_bar_Cryo_12369">
            <a:extLst>
              <a:ext uri="{FF2B5EF4-FFF2-40B4-BE49-F238E27FC236}">
                <a16:creationId xmlns:a16="http://schemas.microsoft.com/office/drawing/2014/main" id="{BF2C0DCD-9289-48D0-A9B6-3E24CB8F53B9}"/>
              </a:ext>
            </a:extLst>
          </p:cNvPr>
          <p:cNvSpPr>
            <a:spLocks noGrp="1"/>
          </p:cNvSpPr>
          <p:nvPr/>
        </p:nvSpPr>
        <p:spPr>
          <a:xfrm>
            <a:off x="1604724" y="53285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" name="A1_bar_Cryo_12370">
            <a:extLst>
              <a:ext uri="{FF2B5EF4-FFF2-40B4-BE49-F238E27FC236}">
                <a16:creationId xmlns:a16="http://schemas.microsoft.com/office/drawing/2014/main" id="{51367680-E36A-4E8A-B61B-6DC73180A6CD}"/>
              </a:ext>
            </a:extLst>
          </p:cNvPr>
          <p:cNvSpPr>
            <a:spLocks noGrp="1"/>
          </p:cNvSpPr>
          <p:nvPr/>
        </p:nvSpPr>
        <p:spPr>
          <a:xfrm>
            <a:off x="1457257" y="49174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" name="A1_bar_Cryo_12371">
            <a:extLst>
              <a:ext uri="{FF2B5EF4-FFF2-40B4-BE49-F238E27FC236}">
                <a16:creationId xmlns:a16="http://schemas.microsoft.com/office/drawing/2014/main" id="{B02ED779-1412-4915-A161-EF6EDF861806}"/>
              </a:ext>
            </a:extLst>
          </p:cNvPr>
          <p:cNvSpPr>
            <a:spLocks noGrp="1"/>
          </p:cNvSpPr>
          <p:nvPr/>
        </p:nvSpPr>
        <p:spPr>
          <a:xfrm>
            <a:off x="1556919" y="47741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" name="A1_bar_Cryo_12372">
            <a:extLst>
              <a:ext uri="{FF2B5EF4-FFF2-40B4-BE49-F238E27FC236}">
                <a16:creationId xmlns:a16="http://schemas.microsoft.com/office/drawing/2014/main" id="{AF397138-6428-4DC7-9C20-656A81CD17F9}"/>
              </a:ext>
            </a:extLst>
          </p:cNvPr>
          <p:cNvSpPr>
            <a:spLocks noGrp="1"/>
          </p:cNvSpPr>
          <p:nvPr/>
        </p:nvSpPr>
        <p:spPr>
          <a:xfrm>
            <a:off x="1447410" y="5015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" name="A1_bar_Cryo_12373">
            <a:extLst>
              <a:ext uri="{FF2B5EF4-FFF2-40B4-BE49-F238E27FC236}">
                <a16:creationId xmlns:a16="http://schemas.microsoft.com/office/drawing/2014/main" id="{153A3424-25A4-4B67-ADEB-DEC0EEC8DC20}"/>
              </a:ext>
            </a:extLst>
          </p:cNvPr>
          <p:cNvSpPr>
            <a:spLocks noGrp="1"/>
          </p:cNvSpPr>
          <p:nvPr/>
        </p:nvSpPr>
        <p:spPr>
          <a:xfrm>
            <a:off x="1487829" y="441371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" name="A1_bar_Cryo_12374">
            <a:extLst>
              <a:ext uri="{FF2B5EF4-FFF2-40B4-BE49-F238E27FC236}">
                <a16:creationId xmlns:a16="http://schemas.microsoft.com/office/drawing/2014/main" id="{9696D647-8DA2-4F15-9665-18371D4B64A3}"/>
              </a:ext>
            </a:extLst>
          </p:cNvPr>
          <p:cNvSpPr>
            <a:spLocks noGrp="1"/>
          </p:cNvSpPr>
          <p:nvPr/>
        </p:nvSpPr>
        <p:spPr>
          <a:xfrm>
            <a:off x="1449410" y="33577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" name="A1_bar_Cryo_12375">
            <a:extLst>
              <a:ext uri="{FF2B5EF4-FFF2-40B4-BE49-F238E27FC236}">
                <a16:creationId xmlns:a16="http://schemas.microsoft.com/office/drawing/2014/main" id="{E0AC5E34-8E57-4931-945A-B1324A889150}"/>
              </a:ext>
            </a:extLst>
          </p:cNvPr>
          <p:cNvSpPr>
            <a:spLocks noGrp="1"/>
          </p:cNvSpPr>
          <p:nvPr/>
        </p:nvSpPr>
        <p:spPr>
          <a:xfrm>
            <a:off x="1534661" y="56747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" name="A1_bar_Cryo_12376">
            <a:extLst>
              <a:ext uri="{FF2B5EF4-FFF2-40B4-BE49-F238E27FC236}">
                <a16:creationId xmlns:a16="http://schemas.microsoft.com/office/drawing/2014/main" id="{01250390-5760-46D9-A885-6C09003CD90F}"/>
              </a:ext>
            </a:extLst>
          </p:cNvPr>
          <p:cNvSpPr>
            <a:spLocks noGrp="1"/>
          </p:cNvSpPr>
          <p:nvPr/>
        </p:nvSpPr>
        <p:spPr>
          <a:xfrm>
            <a:off x="1501676" y="6097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" name="A1_bar_Cryo_12377">
            <a:extLst>
              <a:ext uri="{FF2B5EF4-FFF2-40B4-BE49-F238E27FC236}">
                <a16:creationId xmlns:a16="http://schemas.microsoft.com/office/drawing/2014/main" id="{65D89903-300D-4EB6-9C40-4065CCD1AB16}"/>
              </a:ext>
            </a:extLst>
          </p:cNvPr>
          <p:cNvSpPr>
            <a:spLocks noGrp="1"/>
          </p:cNvSpPr>
          <p:nvPr/>
        </p:nvSpPr>
        <p:spPr>
          <a:xfrm>
            <a:off x="1623685" y="498727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" name="A1_bar_Cryo_12378">
            <a:extLst>
              <a:ext uri="{FF2B5EF4-FFF2-40B4-BE49-F238E27FC236}">
                <a16:creationId xmlns:a16="http://schemas.microsoft.com/office/drawing/2014/main" id="{EBAF8A30-868B-47D8-8EBD-B87EB026003B}"/>
              </a:ext>
            </a:extLst>
          </p:cNvPr>
          <p:cNvSpPr>
            <a:spLocks noGrp="1"/>
          </p:cNvSpPr>
          <p:nvPr/>
        </p:nvSpPr>
        <p:spPr>
          <a:xfrm>
            <a:off x="1432795" y="50965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" name="A1_bar_Cryo_12379">
            <a:extLst>
              <a:ext uri="{FF2B5EF4-FFF2-40B4-BE49-F238E27FC236}">
                <a16:creationId xmlns:a16="http://schemas.microsoft.com/office/drawing/2014/main" id="{F03852ED-2E85-4E85-A619-5C055DA87D94}"/>
              </a:ext>
            </a:extLst>
          </p:cNvPr>
          <p:cNvSpPr>
            <a:spLocks noGrp="1"/>
          </p:cNvSpPr>
          <p:nvPr/>
        </p:nvSpPr>
        <p:spPr>
          <a:xfrm>
            <a:off x="1574660" y="3735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" name="A1_bar_Cryo_12380">
            <a:extLst>
              <a:ext uri="{FF2B5EF4-FFF2-40B4-BE49-F238E27FC236}">
                <a16:creationId xmlns:a16="http://schemas.microsoft.com/office/drawing/2014/main" id="{32E6B018-D44F-47FC-969B-43FBE3AAA454}"/>
              </a:ext>
            </a:extLst>
          </p:cNvPr>
          <p:cNvSpPr>
            <a:spLocks noGrp="1"/>
          </p:cNvSpPr>
          <p:nvPr/>
        </p:nvSpPr>
        <p:spPr>
          <a:xfrm>
            <a:off x="1621400" y="32174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" name="A1_bar_Cryo_12381">
            <a:extLst>
              <a:ext uri="{FF2B5EF4-FFF2-40B4-BE49-F238E27FC236}">
                <a16:creationId xmlns:a16="http://schemas.microsoft.com/office/drawing/2014/main" id="{34B02BD8-F83B-4D4E-B7D4-24CA2C2CF4F9}"/>
              </a:ext>
            </a:extLst>
          </p:cNvPr>
          <p:cNvSpPr>
            <a:spLocks noGrp="1"/>
          </p:cNvSpPr>
          <p:nvPr/>
        </p:nvSpPr>
        <p:spPr>
          <a:xfrm>
            <a:off x="1602320" y="41229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" name="A1_bar_Cryo_12382">
            <a:extLst>
              <a:ext uri="{FF2B5EF4-FFF2-40B4-BE49-F238E27FC236}">
                <a16:creationId xmlns:a16="http://schemas.microsoft.com/office/drawing/2014/main" id="{2363CD7E-0917-43B2-869A-6882F0DF5644}"/>
              </a:ext>
            </a:extLst>
          </p:cNvPr>
          <p:cNvSpPr>
            <a:spLocks noGrp="1"/>
          </p:cNvSpPr>
          <p:nvPr/>
        </p:nvSpPr>
        <p:spPr>
          <a:xfrm>
            <a:off x="1541219" y="47070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" name="A1_bar_Cryo_12383">
            <a:extLst>
              <a:ext uri="{FF2B5EF4-FFF2-40B4-BE49-F238E27FC236}">
                <a16:creationId xmlns:a16="http://schemas.microsoft.com/office/drawing/2014/main" id="{4D9A9E14-4BB2-4F20-B74C-280DEFFCEC82}"/>
              </a:ext>
            </a:extLst>
          </p:cNvPr>
          <p:cNvSpPr>
            <a:spLocks noGrp="1"/>
          </p:cNvSpPr>
          <p:nvPr/>
        </p:nvSpPr>
        <p:spPr>
          <a:xfrm>
            <a:off x="1639394" y="51620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" name="A1_bar_Cryo_12384">
            <a:extLst>
              <a:ext uri="{FF2B5EF4-FFF2-40B4-BE49-F238E27FC236}">
                <a16:creationId xmlns:a16="http://schemas.microsoft.com/office/drawing/2014/main" id="{EF96367B-4BFA-4001-BB10-1976E7BC4D1E}"/>
              </a:ext>
            </a:extLst>
          </p:cNvPr>
          <p:cNvSpPr>
            <a:spLocks noGrp="1"/>
          </p:cNvSpPr>
          <p:nvPr/>
        </p:nvSpPr>
        <p:spPr>
          <a:xfrm>
            <a:off x="1628143" y="53730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" name="A1_bar_Cryo_12385">
            <a:extLst>
              <a:ext uri="{FF2B5EF4-FFF2-40B4-BE49-F238E27FC236}">
                <a16:creationId xmlns:a16="http://schemas.microsoft.com/office/drawing/2014/main" id="{83839B73-2F08-480B-B558-90C74AE2EC88}"/>
              </a:ext>
            </a:extLst>
          </p:cNvPr>
          <p:cNvSpPr>
            <a:spLocks noGrp="1"/>
          </p:cNvSpPr>
          <p:nvPr/>
        </p:nvSpPr>
        <p:spPr>
          <a:xfrm>
            <a:off x="1653432" y="49771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" name="A1_bar_Cryo_12386">
            <a:extLst>
              <a:ext uri="{FF2B5EF4-FFF2-40B4-BE49-F238E27FC236}">
                <a16:creationId xmlns:a16="http://schemas.microsoft.com/office/drawing/2014/main" id="{B1AF9F57-3139-43E1-8E5F-9438D36AFE8D}"/>
              </a:ext>
            </a:extLst>
          </p:cNvPr>
          <p:cNvSpPr>
            <a:spLocks noGrp="1"/>
          </p:cNvSpPr>
          <p:nvPr/>
        </p:nvSpPr>
        <p:spPr>
          <a:xfrm>
            <a:off x="1600153" y="389923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" name="A1_bar_Cryo_12387">
            <a:extLst>
              <a:ext uri="{FF2B5EF4-FFF2-40B4-BE49-F238E27FC236}">
                <a16:creationId xmlns:a16="http://schemas.microsoft.com/office/drawing/2014/main" id="{EC75B1C0-6311-40BE-88CD-20A4EB8576B8}"/>
              </a:ext>
            </a:extLst>
          </p:cNvPr>
          <p:cNvSpPr>
            <a:spLocks noGrp="1"/>
          </p:cNvSpPr>
          <p:nvPr/>
        </p:nvSpPr>
        <p:spPr>
          <a:xfrm>
            <a:off x="1489359" y="36468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" name="A1_bar_Cryo_12388">
            <a:extLst>
              <a:ext uri="{FF2B5EF4-FFF2-40B4-BE49-F238E27FC236}">
                <a16:creationId xmlns:a16="http://schemas.microsoft.com/office/drawing/2014/main" id="{A4B913EA-7703-4512-B548-25808792B5D7}"/>
              </a:ext>
            </a:extLst>
          </p:cNvPr>
          <p:cNvSpPr>
            <a:spLocks noGrp="1"/>
          </p:cNvSpPr>
          <p:nvPr/>
        </p:nvSpPr>
        <p:spPr>
          <a:xfrm>
            <a:off x="1438136" y="4412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" name="A1_bar_Cryo_12389">
            <a:extLst>
              <a:ext uri="{FF2B5EF4-FFF2-40B4-BE49-F238E27FC236}">
                <a16:creationId xmlns:a16="http://schemas.microsoft.com/office/drawing/2014/main" id="{9D2503FB-764A-411B-9DCB-11D813EBB4E1}"/>
              </a:ext>
            </a:extLst>
          </p:cNvPr>
          <p:cNvSpPr>
            <a:spLocks noGrp="1"/>
          </p:cNvSpPr>
          <p:nvPr/>
        </p:nvSpPr>
        <p:spPr>
          <a:xfrm>
            <a:off x="1626544" y="51132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" name="A1_bar_Cryo_12390">
            <a:extLst>
              <a:ext uri="{FF2B5EF4-FFF2-40B4-BE49-F238E27FC236}">
                <a16:creationId xmlns:a16="http://schemas.microsoft.com/office/drawing/2014/main" id="{896074F6-EDB4-4341-A806-D0B59BD6022D}"/>
              </a:ext>
            </a:extLst>
          </p:cNvPr>
          <p:cNvSpPr>
            <a:spLocks noGrp="1"/>
          </p:cNvSpPr>
          <p:nvPr/>
        </p:nvSpPr>
        <p:spPr>
          <a:xfrm>
            <a:off x="1426352" y="5810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" name="A1_bar_Cryo_12391">
            <a:extLst>
              <a:ext uri="{FF2B5EF4-FFF2-40B4-BE49-F238E27FC236}">
                <a16:creationId xmlns:a16="http://schemas.microsoft.com/office/drawing/2014/main" id="{400C5618-C5FA-40DE-A386-22291ED8207C}"/>
              </a:ext>
            </a:extLst>
          </p:cNvPr>
          <p:cNvSpPr>
            <a:spLocks noGrp="1"/>
          </p:cNvSpPr>
          <p:nvPr/>
        </p:nvSpPr>
        <p:spPr>
          <a:xfrm>
            <a:off x="1425147" y="37234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" name="A1_bar_Cryo_12392">
            <a:extLst>
              <a:ext uri="{FF2B5EF4-FFF2-40B4-BE49-F238E27FC236}">
                <a16:creationId xmlns:a16="http://schemas.microsoft.com/office/drawing/2014/main" id="{975C54C8-8A65-4A64-BED9-9FE1CED8FC81}"/>
              </a:ext>
            </a:extLst>
          </p:cNvPr>
          <p:cNvSpPr>
            <a:spLocks noGrp="1"/>
          </p:cNvSpPr>
          <p:nvPr/>
        </p:nvSpPr>
        <p:spPr>
          <a:xfrm>
            <a:off x="1535509" y="60978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" name="A1_bar_Cryo_12393">
            <a:extLst>
              <a:ext uri="{FF2B5EF4-FFF2-40B4-BE49-F238E27FC236}">
                <a16:creationId xmlns:a16="http://schemas.microsoft.com/office/drawing/2014/main" id="{A54205D9-6775-439B-A2CC-EA0C4A7F041A}"/>
              </a:ext>
            </a:extLst>
          </p:cNvPr>
          <p:cNvSpPr>
            <a:spLocks noGrp="1"/>
          </p:cNvSpPr>
          <p:nvPr/>
        </p:nvSpPr>
        <p:spPr>
          <a:xfrm>
            <a:off x="1541651" y="35592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" name="A1_bar_Cryo_12394">
            <a:extLst>
              <a:ext uri="{FF2B5EF4-FFF2-40B4-BE49-F238E27FC236}">
                <a16:creationId xmlns:a16="http://schemas.microsoft.com/office/drawing/2014/main" id="{AE7C6FAC-1ED8-4109-BD89-737ECC3D0612}"/>
              </a:ext>
            </a:extLst>
          </p:cNvPr>
          <p:cNvSpPr>
            <a:spLocks noGrp="1"/>
          </p:cNvSpPr>
          <p:nvPr/>
        </p:nvSpPr>
        <p:spPr>
          <a:xfrm>
            <a:off x="1490684" y="59257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" name="A1_bar_Cryo_12395">
            <a:extLst>
              <a:ext uri="{FF2B5EF4-FFF2-40B4-BE49-F238E27FC236}">
                <a16:creationId xmlns:a16="http://schemas.microsoft.com/office/drawing/2014/main" id="{A8612041-B7C0-489C-B540-31C89097FA98}"/>
              </a:ext>
            </a:extLst>
          </p:cNvPr>
          <p:cNvSpPr>
            <a:spLocks noGrp="1"/>
          </p:cNvSpPr>
          <p:nvPr/>
        </p:nvSpPr>
        <p:spPr>
          <a:xfrm>
            <a:off x="1635647" y="433016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" name="A1_bar_Cryo_12396">
            <a:extLst>
              <a:ext uri="{FF2B5EF4-FFF2-40B4-BE49-F238E27FC236}">
                <a16:creationId xmlns:a16="http://schemas.microsoft.com/office/drawing/2014/main" id="{9DFBF702-34BD-4D02-86B8-6F3F479E91A0}"/>
              </a:ext>
            </a:extLst>
          </p:cNvPr>
          <p:cNvSpPr>
            <a:spLocks noGrp="1"/>
          </p:cNvSpPr>
          <p:nvPr/>
        </p:nvSpPr>
        <p:spPr>
          <a:xfrm>
            <a:off x="1631638" y="4587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" name="A1_bar_Cryo_12397">
            <a:extLst>
              <a:ext uri="{FF2B5EF4-FFF2-40B4-BE49-F238E27FC236}">
                <a16:creationId xmlns:a16="http://schemas.microsoft.com/office/drawing/2014/main" id="{EA0F82D1-2AB3-41B8-8F5B-890FE76A1036}"/>
              </a:ext>
            </a:extLst>
          </p:cNvPr>
          <p:cNvSpPr>
            <a:spLocks noGrp="1"/>
          </p:cNvSpPr>
          <p:nvPr/>
        </p:nvSpPr>
        <p:spPr>
          <a:xfrm>
            <a:off x="1560845" y="45351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" name="A1_bar_Cryo_12398">
            <a:extLst>
              <a:ext uri="{FF2B5EF4-FFF2-40B4-BE49-F238E27FC236}">
                <a16:creationId xmlns:a16="http://schemas.microsoft.com/office/drawing/2014/main" id="{4D6B8E13-36E6-4BA0-A542-A0991B3014C8}"/>
              </a:ext>
            </a:extLst>
          </p:cNvPr>
          <p:cNvSpPr>
            <a:spLocks noGrp="1"/>
          </p:cNvSpPr>
          <p:nvPr/>
        </p:nvSpPr>
        <p:spPr>
          <a:xfrm>
            <a:off x="1561700" y="35234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" name="A1_bar_Cryo_12399">
            <a:extLst>
              <a:ext uri="{FF2B5EF4-FFF2-40B4-BE49-F238E27FC236}">
                <a16:creationId xmlns:a16="http://schemas.microsoft.com/office/drawing/2014/main" id="{CB6F46D6-3C37-4077-94BE-1FF389307190}"/>
              </a:ext>
            </a:extLst>
          </p:cNvPr>
          <p:cNvSpPr>
            <a:spLocks noGrp="1"/>
          </p:cNvSpPr>
          <p:nvPr/>
        </p:nvSpPr>
        <p:spPr>
          <a:xfrm>
            <a:off x="1570989" y="3347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" name="A1_bar_Cryo_12400">
            <a:extLst>
              <a:ext uri="{FF2B5EF4-FFF2-40B4-BE49-F238E27FC236}">
                <a16:creationId xmlns:a16="http://schemas.microsoft.com/office/drawing/2014/main" id="{F3A5B0F5-2226-4696-86B6-8E2E131C73C7}"/>
              </a:ext>
            </a:extLst>
          </p:cNvPr>
          <p:cNvSpPr>
            <a:spLocks noGrp="1"/>
          </p:cNvSpPr>
          <p:nvPr/>
        </p:nvSpPr>
        <p:spPr>
          <a:xfrm>
            <a:off x="1514830" y="57500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" name="A1_bar_Cryo_12401">
            <a:extLst>
              <a:ext uri="{FF2B5EF4-FFF2-40B4-BE49-F238E27FC236}">
                <a16:creationId xmlns:a16="http://schemas.microsoft.com/office/drawing/2014/main" id="{651A3134-3FDA-420C-AEF8-146D35C3C0EB}"/>
              </a:ext>
            </a:extLst>
          </p:cNvPr>
          <p:cNvSpPr>
            <a:spLocks noGrp="1"/>
          </p:cNvSpPr>
          <p:nvPr/>
        </p:nvSpPr>
        <p:spPr>
          <a:xfrm>
            <a:off x="1448373" y="60978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" name="A1_bar_Cryo_12402">
            <a:extLst>
              <a:ext uri="{FF2B5EF4-FFF2-40B4-BE49-F238E27FC236}">
                <a16:creationId xmlns:a16="http://schemas.microsoft.com/office/drawing/2014/main" id="{A40B2C33-0B53-4649-8837-1891FEF443A2}"/>
              </a:ext>
            </a:extLst>
          </p:cNvPr>
          <p:cNvSpPr>
            <a:spLocks noGrp="1"/>
          </p:cNvSpPr>
          <p:nvPr/>
        </p:nvSpPr>
        <p:spPr>
          <a:xfrm>
            <a:off x="1420546" y="4712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" name="A1_bar_Cryo_12403">
            <a:extLst>
              <a:ext uri="{FF2B5EF4-FFF2-40B4-BE49-F238E27FC236}">
                <a16:creationId xmlns:a16="http://schemas.microsoft.com/office/drawing/2014/main" id="{5630EF89-CBA0-4B51-A5A7-0B7A027EADC3}"/>
              </a:ext>
            </a:extLst>
          </p:cNvPr>
          <p:cNvSpPr>
            <a:spLocks noGrp="1"/>
          </p:cNvSpPr>
          <p:nvPr/>
        </p:nvSpPr>
        <p:spPr>
          <a:xfrm>
            <a:off x="1508400" y="35136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" name="A1_bar_Cryo_12404">
            <a:extLst>
              <a:ext uri="{FF2B5EF4-FFF2-40B4-BE49-F238E27FC236}">
                <a16:creationId xmlns:a16="http://schemas.microsoft.com/office/drawing/2014/main" id="{C3238600-A29C-409A-A742-31C920DACF0C}"/>
              </a:ext>
            </a:extLst>
          </p:cNvPr>
          <p:cNvSpPr>
            <a:spLocks noGrp="1"/>
          </p:cNvSpPr>
          <p:nvPr/>
        </p:nvSpPr>
        <p:spPr>
          <a:xfrm>
            <a:off x="1417708" y="39627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" name="A1_bar_Cryo_12405">
            <a:extLst>
              <a:ext uri="{FF2B5EF4-FFF2-40B4-BE49-F238E27FC236}">
                <a16:creationId xmlns:a16="http://schemas.microsoft.com/office/drawing/2014/main" id="{BD824AA9-2EA8-46F9-8139-688FA2727F71}"/>
              </a:ext>
            </a:extLst>
          </p:cNvPr>
          <p:cNvSpPr>
            <a:spLocks noGrp="1"/>
          </p:cNvSpPr>
          <p:nvPr/>
        </p:nvSpPr>
        <p:spPr>
          <a:xfrm>
            <a:off x="1639182" y="45556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" name="A1_bar_Cryo_12406">
            <a:extLst>
              <a:ext uri="{FF2B5EF4-FFF2-40B4-BE49-F238E27FC236}">
                <a16:creationId xmlns:a16="http://schemas.microsoft.com/office/drawing/2014/main" id="{E95CFD02-1EE8-4289-88D2-659443981B2B}"/>
              </a:ext>
            </a:extLst>
          </p:cNvPr>
          <p:cNvSpPr>
            <a:spLocks noGrp="1"/>
          </p:cNvSpPr>
          <p:nvPr/>
        </p:nvSpPr>
        <p:spPr>
          <a:xfrm>
            <a:off x="1506822" y="37483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" name="A1_bar_Cryo_12407">
            <a:extLst>
              <a:ext uri="{FF2B5EF4-FFF2-40B4-BE49-F238E27FC236}">
                <a16:creationId xmlns:a16="http://schemas.microsoft.com/office/drawing/2014/main" id="{05BF93FD-F612-4300-9B4B-E30695EE6800}"/>
              </a:ext>
            </a:extLst>
          </p:cNvPr>
          <p:cNvSpPr>
            <a:spLocks noGrp="1"/>
          </p:cNvSpPr>
          <p:nvPr/>
        </p:nvSpPr>
        <p:spPr>
          <a:xfrm>
            <a:off x="1526471" y="34705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" name="A1_bar_Cryo_12408">
            <a:extLst>
              <a:ext uri="{FF2B5EF4-FFF2-40B4-BE49-F238E27FC236}">
                <a16:creationId xmlns:a16="http://schemas.microsoft.com/office/drawing/2014/main" id="{3F9EF710-65A1-42F2-BEFF-1AA92AF2C186}"/>
              </a:ext>
            </a:extLst>
          </p:cNvPr>
          <p:cNvSpPr>
            <a:spLocks noGrp="1"/>
          </p:cNvSpPr>
          <p:nvPr/>
        </p:nvSpPr>
        <p:spPr>
          <a:xfrm>
            <a:off x="1577631" y="47299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" name="A1_bar_Cryo_12409">
            <a:extLst>
              <a:ext uri="{FF2B5EF4-FFF2-40B4-BE49-F238E27FC236}">
                <a16:creationId xmlns:a16="http://schemas.microsoft.com/office/drawing/2014/main" id="{FDE9DDB4-18A8-4CD7-95D3-20E8D935C837}"/>
              </a:ext>
            </a:extLst>
          </p:cNvPr>
          <p:cNvSpPr>
            <a:spLocks noGrp="1"/>
          </p:cNvSpPr>
          <p:nvPr/>
        </p:nvSpPr>
        <p:spPr>
          <a:xfrm>
            <a:off x="1512156" y="35088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" name="A1_bar_Cryo_12410">
            <a:extLst>
              <a:ext uri="{FF2B5EF4-FFF2-40B4-BE49-F238E27FC236}">
                <a16:creationId xmlns:a16="http://schemas.microsoft.com/office/drawing/2014/main" id="{A4371F27-4971-4E27-847B-008FA5FC9B37}"/>
              </a:ext>
            </a:extLst>
          </p:cNvPr>
          <p:cNvSpPr>
            <a:spLocks noGrp="1"/>
          </p:cNvSpPr>
          <p:nvPr/>
        </p:nvSpPr>
        <p:spPr>
          <a:xfrm>
            <a:off x="1474200" y="44938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" name="A1_bar_Cryo_12411">
            <a:extLst>
              <a:ext uri="{FF2B5EF4-FFF2-40B4-BE49-F238E27FC236}">
                <a16:creationId xmlns:a16="http://schemas.microsoft.com/office/drawing/2014/main" id="{C6676BB0-39C4-4DEC-B8D6-0A00814785F6}"/>
              </a:ext>
            </a:extLst>
          </p:cNvPr>
          <p:cNvSpPr>
            <a:spLocks noGrp="1"/>
          </p:cNvSpPr>
          <p:nvPr/>
        </p:nvSpPr>
        <p:spPr>
          <a:xfrm>
            <a:off x="1624525" y="37462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" name="A1_bar_Cryo_12412">
            <a:extLst>
              <a:ext uri="{FF2B5EF4-FFF2-40B4-BE49-F238E27FC236}">
                <a16:creationId xmlns:a16="http://schemas.microsoft.com/office/drawing/2014/main" id="{E300CC49-8254-4E3D-9A2B-223DE7A93929}"/>
              </a:ext>
            </a:extLst>
          </p:cNvPr>
          <p:cNvSpPr>
            <a:spLocks noGrp="1"/>
          </p:cNvSpPr>
          <p:nvPr/>
        </p:nvSpPr>
        <p:spPr>
          <a:xfrm>
            <a:off x="1466319" y="6021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" name="A1_bar_Cryo_12413">
            <a:extLst>
              <a:ext uri="{FF2B5EF4-FFF2-40B4-BE49-F238E27FC236}">
                <a16:creationId xmlns:a16="http://schemas.microsoft.com/office/drawing/2014/main" id="{FE2FD990-7BC9-4957-9E34-88F2F287BB08}"/>
              </a:ext>
            </a:extLst>
          </p:cNvPr>
          <p:cNvSpPr>
            <a:spLocks noGrp="1"/>
          </p:cNvSpPr>
          <p:nvPr/>
        </p:nvSpPr>
        <p:spPr>
          <a:xfrm>
            <a:off x="1474528" y="4607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" name="A1_bar_Cryo_12414">
            <a:extLst>
              <a:ext uri="{FF2B5EF4-FFF2-40B4-BE49-F238E27FC236}">
                <a16:creationId xmlns:a16="http://schemas.microsoft.com/office/drawing/2014/main" id="{09961724-DCAD-4C7B-B8BA-C542D86F93D1}"/>
              </a:ext>
            </a:extLst>
          </p:cNvPr>
          <p:cNvSpPr>
            <a:spLocks noGrp="1"/>
          </p:cNvSpPr>
          <p:nvPr/>
        </p:nvSpPr>
        <p:spPr>
          <a:xfrm>
            <a:off x="1492636" y="34767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" name="A1_bar_Cryo_12415">
            <a:extLst>
              <a:ext uri="{FF2B5EF4-FFF2-40B4-BE49-F238E27FC236}">
                <a16:creationId xmlns:a16="http://schemas.microsoft.com/office/drawing/2014/main" id="{F85E8263-6C53-42A7-B333-1D4A06AA938F}"/>
              </a:ext>
            </a:extLst>
          </p:cNvPr>
          <p:cNvSpPr>
            <a:spLocks noGrp="1"/>
          </p:cNvSpPr>
          <p:nvPr/>
        </p:nvSpPr>
        <p:spPr>
          <a:xfrm>
            <a:off x="1518601" y="60025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" name="A1_bar_Cryo_12416">
            <a:extLst>
              <a:ext uri="{FF2B5EF4-FFF2-40B4-BE49-F238E27FC236}">
                <a16:creationId xmlns:a16="http://schemas.microsoft.com/office/drawing/2014/main" id="{BDDB271C-6045-4C36-A12E-8311CA12EEDA}"/>
              </a:ext>
            </a:extLst>
          </p:cNvPr>
          <p:cNvSpPr>
            <a:spLocks noGrp="1"/>
          </p:cNvSpPr>
          <p:nvPr/>
        </p:nvSpPr>
        <p:spPr>
          <a:xfrm>
            <a:off x="1415596" y="43305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" name="A1_bar_Cryo_12417">
            <a:extLst>
              <a:ext uri="{FF2B5EF4-FFF2-40B4-BE49-F238E27FC236}">
                <a16:creationId xmlns:a16="http://schemas.microsoft.com/office/drawing/2014/main" id="{99086B17-F91F-4136-8590-EE25BBDE1B8D}"/>
              </a:ext>
            </a:extLst>
          </p:cNvPr>
          <p:cNvSpPr>
            <a:spLocks noGrp="1"/>
          </p:cNvSpPr>
          <p:nvPr/>
        </p:nvSpPr>
        <p:spPr>
          <a:xfrm>
            <a:off x="1643900" y="60693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" name="A1_bar_Cryo_12418">
            <a:extLst>
              <a:ext uri="{FF2B5EF4-FFF2-40B4-BE49-F238E27FC236}">
                <a16:creationId xmlns:a16="http://schemas.microsoft.com/office/drawing/2014/main" id="{4585E836-AF1B-404E-AEDF-1D80A04E6255}"/>
              </a:ext>
            </a:extLst>
          </p:cNvPr>
          <p:cNvSpPr>
            <a:spLocks noGrp="1"/>
          </p:cNvSpPr>
          <p:nvPr/>
        </p:nvSpPr>
        <p:spPr>
          <a:xfrm>
            <a:off x="1545169" y="49501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" name="A1_bar_Cryo_12419">
            <a:extLst>
              <a:ext uri="{FF2B5EF4-FFF2-40B4-BE49-F238E27FC236}">
                <a16:creationId xmlns:a16="http://schemas.microsoft.com/office/drawing/2014/main" id="{E79244DE-DF2E-465B-BE59-3D143A845999}"/>
              </a:ext>
            </a:extLst>
          </p:cNvPr>
          <p:cNvSpPr>
            <a:spLocks noGrp="1"/>
          </p:cNvSpPr>
          <p:nvPr/>
        </p:nvSpPr>
        <p:spPr>
          <a:xfrm>
            <a:off x="1612808" y="515202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" name="A1_bar_Cryo_12420">
            <a:extLst>
              <a:ext uri="{FF2B5EF4-FFF2-40B4-BE49-F238E27FC236}">
                <a16:creationId xmlns:a16="http://schemas.microsoft.com/office/drawing/2014/main" id="{E0739B60-FD21-4D2F-A3CA-ACDF57F0C91D}"/>
              </a:ext>
            </a:extLst>
          </p:cNvPr>
          <p:cNvSpPr>
            <a:spLocks noGrp="1"/>
          </p:cNvSpPr>
          <p:nvPr/>
        </p:nvSpPr>
        <p:spPr>
          <a:xfrm>
            <a:off x="1556713" y="456309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" name="A1_bar_Cryo_12421">
            <a:extLst>
              <a:ext uri="{FF2B5EF4-FFF2-40B4-BE49-F238E27FC236}">
                <a16:creationId xmlns:a16="http://schemas.microsoft.com/office/drawing/2014/main" id="{E943D735-BA23-4906-BA18-6215679DE15A}"/>
              </a:ext>
            </a:extLst>
          </p:cNvPr>
          <p:cNvSpPr>
            <a:spLocks noGrp="1"/>
          </p:cNvSpPr>
          <p:nvPr/>
        </p:nvSpPr>
        <p:spPr>
          <a:xfrm>
            <a:off x="1636470" y="5912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" name="A1_bar_Cryo_12422">
            <a:extLst>
              <a:ext uri="{FF2B5EF4-FFF2-40B4-BE49-F238E27FC236}">
                <a16:creationId xmlns:a16="http://schemas.microsoft.com/office/drawing/2014/main" id="{4E1282BC-FFFC-493D-85E7-A4016ACBB4B0}"/>
              </a:ext>
            </a:extLst>
          </p:cNvPr>
          <p:cNvSpPr>
            <a:spLocks noGrp="1"/>
          </p:cNvSpPr>
          <p:nvPr/>
        </p:nvSpPr>
        <p:spPr>
          <a:xfrm>
            <a:off x="1447786" y="40660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" name="A1_bar_Cryo_12423">
            <a:extLst>
              <a:ext uri="{FF2B5EF4-FFF2-40B4-BE49-F238E27FC236}">
                <a16:creationId xmlns:a16="http://schemas.microsoft.com/office/drawing/2014/main" id="{AAF75006-C219-4AC5-963E-3028A438691C}"/>
              </a:ext>
            </a:extLst>
          </p:cNvPr>
          <p:cNvSpPr>
            <a:spLocks noGrp="1"/>
          </p:cNvSpPr>
          <p:nvPr/>
        </p:nvSpPr>
        <p:spPr>
          <a:xfrm>
            <a:off x="1559332" y="35824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" name="A1_bar_Cryo_12424">
            <a:extLst>
              <a:ext uri="{FF2B5EF4-FFF2-40B4-BE49-F238E27FC236}">
                <a16:creationId xmlns:a16="http://schemas.microsoft.com/office/drawing/2014/main" id="{48BCFF75-1366-4E4C-98D5-5751FA4E147D}"/>
              </a:ext>
            </a:extLst>
          </p:cNvPr>
          <p:cNvSpPr>
            <a:spLocks noGrp="1"/>
          </p:cNvSpPr>
          <p:nvPr/>
        </p:nvSpPr>
        <p:spPr>
          <a:xfrm>
            <a:off x="1497853" y="52214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" name="A1_bar_Cryo_12425">
            <a:extLst>
              <a:ext uri="{FF2B5EF4-FFF2-40B4-BE49-F238E27FC236}">
                <a16:creationId xmlns:a16="http://schemas.microsoft.com/office/drawing/2014/main" id="{F76061FA-B635-4BC1-9EE3-FD8831E7A76E}"/>
              </a:ext>
            </a:extLst>
          </p:cNvPr>
          <p:cNvSpPr>
            <a:spLocks noGrp="1"/>
          </p:cNvSpPr>
          <p:nvPr/>
        </p:nvSpPr>
        <p:spPr>
          <a:xfrm>
            <a:off x="1413203" y="35983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" name="A1_bar_Cryo_12426">
            <a:extLst>
              <a:ext uri="{FF2B5EF4-FFF2-40B4-BE49-F238E27FC236}">
                <a16:creationId xmlns:a16="http://schemas.microsoft.com/office/drawing/2014/main" id="{B3CAD74D-6598-4B3A-908A-5B429D5F7502}"/>
              </a:ext>
            </a:extLst>
          </p:cNvPr>
          <p:cNvSpPr>
            <a:spLocks noGrp="1"/>
          </p:cNvSpPr>
          <p:nvPr/>
        </p:nvSpPr>
        <p:spPr>
          <a:xfrm>
            <a:off x="1555298" y="5426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" name="A1_bar_Cryo_12427">
            <a:extLst>
              <a:ext uri="{FF2B5EF4-FFF2-40B4-BE49-F238E27FC236}">
                <a16:creationId xmlns:a16="http://schemas.microsoft.com/office/drawing/2014/main" id="{B5B3B8AC-B399-481F-B78A-9C5E8AFA5BD2}"/>
              </a:ext>
            </a:extLst>
          </p:cNvPr>
          <p:cNvSpPr>
            <a:spLocks noGrp="1"/>
          </p:cNvSpPr>
          <p:nvPr/>
        </p:nvSpPr>
        <p:spPr>
          <a:xfrm>
            <a:off x="1559071" y="43687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" name="A1_bar_Cryo_12428">
            <a:extLst>
              <a:ext uri="{FF2B5EF4-FFF2-40B4-BE49-F238E27FC236}">
                <a16:creationId xmlns:a16="http://schemas.microsoft.com/office/drawing/2014/main" id="{D300B96A-86A9-4922-880E-9DA0C170B7F1}"/>
              </a:ext>
            </a:extLst>
          </p:cNvPr>
          <p:cNvSpPr>
            <a:spLocks noGrp="1"/>
          </p:cNvSpPr>
          <p:nvPr/>
        </p:nvSpPr>
        <p:spPr>
          <a:xfrm>
            <a:off x="1436082" y="45810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" name="A1_bar_Cryo_12429">
            <a:extLst>
              <a:ext uri="{FF2B5EF4-FFF2-40B4-BE49-F238E27FC236}">
                <a16:creationId xmlns:a16="http://schemas.microsoft.com/office/drawing/2014/main" id="{69E26696-6C8F-4E35-ADF9-296B3C10D663}"/>
              </a:ext>
            </a:extLst>
          </p:cNvPr>
          <p:cNvSpPr>
            <a:spLocks noGrp="1"/>
          </p:cNvSpPr>
          <p:nvPr/>
        </p:nvSpPr>
        <p:spPr>
          <a:xfrm>
            <a:off x="1502691" y="44671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" name="A1_bar_Cryo_12430">
            <a:extLst>
              <a:ext uri="{FF2B5EF4-FFF2-40B4-BE49-F238E27FC236}">
                <a16:creationId xmlns:a16="http://schemas.microsoft.com/office/drawing/2014/main" id="{5D0FC0BB-5853-439D-B908-6F63F7A3071A}"/>
              </a:ext>
            </a:extLst>
          </p:cNvPr>
          <p:cNvSpPr>
            <a:spLocks noGrp="1"/>
          </p:cNvSpPr>
          <p:nvPr/>
        </p:nvSpPr>
        <p:spPr>
          <a:xfrm>
            <a:off x="1519688" y="4034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" name="A1_bar_Cryo_12431">
            <a:extLst>
              <a:ext uri="{FF2B5EF4-FFF2-40B4-BE49-F238E27FC236}">
                <a16:creationId xmlns:a16="http://schemas.microsoft.com/office/drawing/2014/main" id="{756B8F65-40E0-4F36-9939-5D940C3CDF97}"/>
              </a:ext>
            </a:extLst>
          </p:cNvPr>
          <p:cNvSpPr>
            <a:spLocks noGrp="1"/>
          </p:cNvSpPr>
          <p:nvPr/>
        </p:nvSpPr>
        <p:spPr>
          <a:xfrm>
            <a:off x="1431112" y="37854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" name="A1_bar_Cryo_12432">
            <a:extLst>
              <a:ext uri="{FF2B5EF4-FFF2-40B4-BE49-F238E27FC236}">
                <a16:creationId xmlns:a16="http://schemas.microsoft.com/office/drawing/2014/main" id="{49F297B4-5539-4593-B6E3-25F6BE5DAC5D}"/>
              </a:ext>
            </a:extLst>
          </p:cNvPr>
          <p:cNvSpPr>
            <a:spLocks noGrp="1"/>
          </p:cNvSpPr>
          <p:nvPr/>
        </p:nvSpPr>
        <p:spPr>
          <a:xfrm>
            <a:off x="1557832" y="54902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" name="A1_bar_Cryo_12433">
            <a:extLst>
              <a:ext uri="{FF2B5EF4-FFF2-40B4-BE49-F238E27FC236}">
                <a16:creationId xmlns:a16="http://schemas.microsoft.com/office/drawing/2014/main" id="{FEBEB65C-FDAD-47CE-BC16-B7AF4C73C94A}"/>
              </a:ext>
            </a:extLst>
          </p:cNvPr>
          <p:cNvSpPr>
            <a:spLocks noGrp="1"/>
          </p:cNvSpPr>
          <p:nvPr/>
        </p:nvSpPr>
        <p:spPr>
          <a:xfrm>
            <a:off x="1523586" y="35955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" name="A1_bar_Cryo_12434">
            <a:extLst>
              <a:ext uri="{FF2B5EF4-FFF2-40B4-BE49-F238E27FC236}">
                <a16:creationId xmlns:a16="http://schemas.microsoft.com/office/drawing/2014/main" id="{1D4267C6-5A3C-4CC4-9849-8EC98B9164C7}"/>
              </a:ext>
            </a:extLst>
          </p:cNvPr>
          <p:cNvSpPr>
            <a:spLocks noGrp="1"/>
          </p:cNvSpPr>
          <p:nvPr/>
        </p:nvSpPr>
        <p:spPr>
          <a:xfrm>
            <a:off x="1634926" y="55938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" name="A1_bar_Cryo_12435">
            <a:extLst>
              <a:ext uri="{FF2B5EF4-FFF2-40B4-BE49-F238E27FC236}">
                <a16:creationId xmlns:a16="http://schemas.microsoft.com/office/drawing/2014/main" id="{DDBBD0BA-6A61-406F-80D6-5E26E76C112A}"/>
              </a:ext>
            </a:extLst>
          </p:cNvPr>
          <p:cNvSpPr>
            <a:spLocks noGrp="1"/>
          </p:cNvSpPr>
          <p:nvPr/>
        </p:nvSpPr>
        <p:spPr>
          <a:xfrm>
            <a:off x="1620214" y="373719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" name="A1_bar_Cryo_12436">
            <a:extLst>
              <a:ext uri="{FF2B5EF4-FFF2-40B4-BE49-F238E27FC236}">
                <a16:creationId xmlns:a16="http://schemas.microsoft.com/office/drawing/2014/main" id="{38B749C6-8A6D-4B29-9715-4710B911E6DD}"/>
              </a:ext>
            </a:extLst>
          </p:cNvPr>
          <p:cNvSpPr>
            <a:spLocks noGrp="1"/>
          </p:cNvSpPr>
          <p:nvPr/>
        </p:nvSpPr>
        <p:spPr>
          <a:xfrm>
            <a:off x="1645316" y="43670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" name="A1_bar_Cryo_12437">
            <a:extLst>
              <a:ext uri="{FF2B5EF4-FFF2-40B4-BE49-F238E27FC236}">
                <a16:creationId xmlns:a16="http://schemas.microsoft.com/office/drawing/2014/main" id="{FCE99151-77AB-4058-B2B1-6DC56EBEAEAB}"/>
              </a:ext>
            </a:extLst>
          </p:cNvPr>
          <p:cNvSpPr>
            <a:spLocks noGrp="1"/>
          </p:cNvSpPr>
          <p:nvPr/>
        </p:nvSpPr>
        <p:spPr>
          <a:xfrm>
            <a:off x="1415133" y="33330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" name="A1_bar_Cryo_12438">
            <a:extLst>
              <a:ext uri="{FF2B5EF4-FFF2-40B4-BE49-F238E27FC236}">
                <a16:creationId xmlns:a16="http://schemas.microsoft.com/office/drawing/2014/main" id="{B2A360AD-A4BE-47F9-99A4-0DF9CC4E73DC}"/>
              </a:ext>
            </a:extLst>
          </p:cNvPr>
          <p:cNvSpPr>
            <a:spLocks noGrp="1"/>
          </p:cNvSpPr>
          <p:nvPr/>
        </p:nvSpPr>
        <p:spPr>
          <a:xfrm>
            <a:off x="1565992" y="40670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" name="A1_bar_Cryo_12439">
            <a:extLst>
              <a:ext uri="{FF2B5EF4-FFF2-40B4-BE49-F238E27FC236}">
                <a16:creationId xmlns:a16="http://schemas.microsoft.com/office/drawing/2014/main" id="{00077DE5-670B-44B7-BE32-C27A6C06715E}"/>
              </a:ext>
            </a:extLst>
          </p:cNvPr>
          <p:cNvSpPr>
            <a:spLocks noGrp="1"/>
          </p:cNvSpPr>
          <p:nvPr/>
        </p:nvSpPr>
        <p:spPr>
          <a:xfrm>
            <a:off x="1594970" y="39874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" name="A1_bar_Cryo_12440">
            <a:extLst>
              <a:ext uri="{FF2B5EF4-FFF2-40B4-BE49-F238E27FC236}">
                <a16:creationId xmlns:a16="http://schemas.microsoft.com/office/drawing/2014/main" id="{B60A1B02-F341-440F-B522-26DB0645D70F}"/>
              </a:ext>
            </a:extLst>
          </p:cNvPr>
          <p:cNvSpPr>
            <a:spLocks noGrp="1"/>
          </p:cNvSpPr>
          <p:nvPr/>
        </p:nvSpPr>
        <p:spPr>
          <a:xfrm>
            <a:off x="1605001" y="45993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" name="A1_bar_Cryo_12441">
            <a:extLst>
              <a:ext uri="{FF2B5EF4-FFF2-40B4-BE49-F238E27FC236}">
                <a16:creationId xmlns:a16="http://schemas.microsoft.com/office/drawing/2014/main" id="{A4D2558E-70CA-40E6-A571-71825FE32AF7}"/>
              </a:ext>
            </a:extLst>
          </p:cNvPr>
          <p:cNvSpPr>
            <a:spLocks noGrp="1"/>
          </p:cNvSpPr>
          <p:nvPr/>
        </p:nvSpPr>
        <p:spPr>
          <a:xfrm>
            <a:off x="1462838" y="50110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" name="A1_bar_Cryo_12442">
            <a:extLst>
              <a:ext uri="{FF2B5EF4-FFF2-40B4-BE49-F238E27FC236}">
                <a16:creationId xmlns:a16="http://schemas.microsoft.com/office/drawing/2014/main" id="{A92DD519-3CC1-43F8-AD08-5E131EBC1EBA}"/>
              </a:ext>
            </a:extLst>
          </p:cNvPr>
          <p:cNvSpPr>
            <a:spLocks noGrp="1"/>
          </p:cNvSpPr>
          <p:nvPr/>
        </p:nvSpPr>
        <p:spPr>
          <a:xfrm>
            <a:off x="1417094" y="50428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" name="A1_bar_Cryo_12443">
            <a:extLst>
              <a:ext uri="{FF2B5EF4-FFF2-40B4-BE49-F238E27FC236}">
                <a16:creationId xmlns:a16="http://schemas.microsoft.com/office/drawing/2014/main" id="{5D31F821-E6DC-4FD6-B761-CA0A2CCC1604}"/>
              </a:ext>
            </a:extLst>
          </p:cNvPr>
          <p:cNvSpPr>
            <a:spLocks noGrp="1"/>
          </p:cNvSpPr>
          <p:nvPr/>
        </p:nvSpPr>
        <p:spPr>
          <a:xfrm>
            <a:off x="1602213" y="47550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" name="A1_bar_Cryo_12444">
            <a:extLst>
              <a:ext uri="{FF2B5EF4-FFF2-40B4-BE49-F238E27FC236}">
                <a16:creationId xmlns:a16="http://schemas.microsoft.com/office/drawing/2014/main" id="{FFB135AC-5BBD-402D-BFD9-49E92F8B95B5}"/>
              </a:ext>
            </a:extLst>
          </p:cNvPr>
          <p:cNvSpPr>
            <a:spLocks noGrp="1"/>
          </p:cNvSpPr>
          <p:nvPr/>
        </p:nvSpPr>
        <p:spPr>
          <a:xfrm>
            <a:off x="1578016" y="34996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" name="A1_bar_Cryo_12445">
            <a:extLst>
              <a:ext uri="{FF2B5EF4-FFF2-40B4-BE49-F238E27FC236}">
                <a16:creationId xmlns:a16="http://schemas.microsoft.com/office/drawing/2014/main" id="{C850971B-A5FD-4C3C-97D7-83181FA15E2A}"/>
              </a:ext>
            </a:extLst>
          </p:cNvPr>
          <p:cNvSpPr>
            <a:spLocks noGrp="1"/>
          </p:cNvSpPr>
          <p:nvPr/>
        </p:nvSpPr>
        <p:spPr>
          <a:xfrm>
            <a:off x="1517265" y="45574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" name="A1_bar_Cryo_12446">
            <a:extLst>
              <a:ext uri="{FF2B5EF4-FFF2-40B4-BE49-F238E27FC236}">
                <a16:creationId xmlns:a16="http://schemas.microsoft.com/office/drawing/2014/main" id="{3F011A09-6823-4AE7-B3C9-975BD9B765C7}"/>
              </a:ext>
            </a:extLst>
          </p:cNvPr>
          <p:cNvSpPr>
            <a:spLocks noGrp="1"/>
          </p:cNvSpPr>
          <p:nvPr/>
        </p:nvSpPr>
        <p:spPr>
          <a:xfrm>
            <a:off x="1647328" y="49150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" name="A1_bar_Cryo_12447">
            <a:extLst>
              <a:ext uri="{FF2B5EF4-FFF2-40B4-BE49-F238E27FC236}">
                <a16:creationId xmlns:a16="http://schemas.microsoft.com/office/drawing/2014/main" id="{F7608B87-78A4-44AE-847B-6FAFA54AA407}"/>
              </a:ext>
            </a:extLst>
          </p:cNvPr>
          <p:cNvSpPr>
            <a:spLocks noGrp="1"/>
          </p:cNvSpPr>
          <p:nvPr/>
        </p:nvSpPr>
        <p:spPr>
          <a:xfrm>
            <a:off x="1595798" y="37087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" name="A1_bar_Cryo_12448">
            <a:extLst>
              <a:ext uri="{FF2B5EF4-FFF2-40B4-BE49-F238E27FC236}">
                <a16:creationId xmlns:a16="http://schemas.microsoft.com/office/drawing/2014/main" id="{C98768FB-D260-46DB-9662-4DC4BB094B1A}"/>
              </a:ext>
            </a:extLst>
          </p:cNvPr>
          <p:cNvSpPr>
            <a:spLocks noGrp="1"/>
          </p:cNvSpPr>
          <p:nvPr/>
        </p:nvSpPr>
        <p:spPr>
          <a:xfrm>
            <a:off x="1433698" y="50188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" name="A1_bar_Cryo_12449">
            <a:extLst>
              <a:ext uri="{FF2B5EF4-FFF2-40B4-BE49-F238E27FC236}">
                <a16:creationId xmlns:a16="http://schemas.microsoft.com/office/drawing/2014/main" id="{3E48EBDE-6D28-4638-8BF9-29133B602F39}"/>
              </a:ext>
            </a:extLst>
          </p:cNvPr>
          <p:cNvSpPr>
            <a:spLocks noGrp="1"/>
          </p:cNvSpPr>
          <p:nvPr/>
        </p:nvSpPr>
        <p:spPr>
          <a:xfrm>
            <a:off x="1411052" y="606641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" name="A1_bar_Cryo_12450">
            <a:extLst>
              <a:ext uri="{FF2B5EF4-FFF2-40B4-BE49-F238E27FC236}">
                <a16:creationId xmlns:a16="http://schemas.microsoft.com/office/drawing/2014/main" id="{AFF6CF9C-7570-483D-8736-175D9CD2A944}"/>
              </a:ext>
            </a:extLst>
          </p:cNvPr>
          <p:cNvSpPr>
            <a:spLocks noGrp="1"/>
          </p:cNvSpPr>
          <p:nvPr/>
        </p:nvSpPr>
        <p:spPr>
          <a:xfrm>
            <a:off x="1527829" y="50005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" name="A1_bar_Cryo_12451">
            <a:extLst>
              <a:ext uri="{FF2B5EF4-FFF2-40B4-BE49-F238E27FC236}">
                <a16:creationId xmlns:a16="http://schemas.microsoft.com/office/drawing/2014/main" id="{CBBB1DBF-DD3A-4F9D-A770-55B6BBEF8097}"/>
              </a:ext>
            </a:extLst>
          </p:cNvPr>
          <p:cNvSpPr>
            <a:spLocks noGrp="1"/>
          </p:cNvSpPr>
          <p:nvPr/>
        </p:nvSpPr>
        <p:spPr>
          <a:xfrm>
            <a:off x="1618008" y="59336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" name="A1_bar_Cryo_12452">
            <a:extLst>
              <a:ext uri="{FF2B5EF4-FFF2-40B4-BE49-F238E27FC236}">
                <a16:creationId xmlns:a16="http://schemas.microsoft.com/office/drawing/2014/main" id="{C7DE076F-FA13-4E2F-ACE8-C44558FD5BC3}"/>
              </a:ext>
            </a:extLst>
          </p:cNvPr>
          <p:cNvSpPr>
            <a:spLocks noGrp="1"/>
          </p:cNvSpPr>
          <p:nvPr/>
        </p:nvSpPr>
        <p:spPr>
          <a:xfrm>
            <a:off x="1447253" y="46257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" name="A1_bar_Cryo_12453">
            <a:extLst>
              <a:ext uri="{FF2B5EF4-FFF2-40B4-BE49-F238E27FC236}">
                <a16:creationId xmlns:a16="http://schemas.microsoft.com/office/drawing/2014/main" id="{637826B7-246B-4569-8AB6-D4C85B597759}"/>
              </a:ext>
            </a:extLst>
          </p:cNvPr>
          <p:cNvSpPr>
            <a:spLocks noGrp="1"/>
          </p:cNvSpPr>
          <p:nvPr/>
        </p:nvSpPr>
        <p:spPr>
          <a:xfrm>
            <a:off x="31357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" name="A1_bar_Cryo_12454">
            <a:extLst>
              <a:ext uri="{FF2B5EF4-FFF2-40B4-BE49-F238E27FC236}">
                <a16:creationId xmlns:a16="http://schemas.microsoft.com/office/drawing/2014/main" id="{7F6BACE6-9BFD-4EC0-AF6A-12451E9B4840}"/>
              </a:ext>
            </a:extLst>
          </p:cNvPr>
          <p:cNvSpPr>
            <a:spLocks noGrp="1"/>
          </p:cNvSpPr>
          <p:nvPr/>
        </p:nvSpPr>
        <p:spPr>
          <a:xfrm>
            <a:off x="3151617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" name="A1_bar_Cryo_12455">
            <a:extLst>
              <a:ext uri="{FF2B5EF4-FFF2-40B4-BE49-F238E27FC236}">
                <a16:creationId xmlns:a16="http://schemas.microsoft.com/office/drawing/2014/main" id="{441979E0-6D63-466E-9F49-591095D19703}"/>
              </a:ext>
            </a:extLst>
          </p:cNvPr>
          <p:cNvSpPr>
            <a:spLocks noGrp="1"/>
          </p:cNvSpPr>
          <p:nvPr/>
        </p:nvSpPr>
        <p:spPr>
          <a:xfrm>
            <a:off x="306335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" name="A1_bar_Cryo_12456">
            <a:extLst>
              <a:ext uri="{FF2B5EF4-FFF2-40B4-BE49-F238E27FC236}">
                <a16:creationId xmlns:a16="http://schemas.microsoft.com/office/drawing/2014/main" id="{DBFAB46B-8064-4FFD-8874-2949E4AE7E8F}"/>
              </a:ext>
            </a:extLst>
          </p:cNvPr>
          <p:cNvSpPr>
            <a:spLocks noGrp="1"/>
          </p:cNvSpPr>
          <p:nvPr/>
        </p:nvSpPr>
        <p:spPr>
          <a:xfrm>
            <a:off x="309882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" name="A1_bar_Cryo_12457">
            <a:extLst>
              <a:ext uri="{FF2B5EF4-FFF2-40B4-BE49-F238E27FC236}">
                <a16:creationId xmlns:a16="http://schemas.microsoft.com/office/drawing/2014/main" id="{43D46A23-3CC1-41AB-9CDE-9E4B046C9638}"/>
              </a:ext>
            </a:extLst>
          </p:cNvPr>
          <p:cNvSpPr>
            <a:spLocks noGrp="1"/>
          </p:cNvSpPr>
          <p:nvPr/>
        </p:nvSpPr>
        <p:spPr>
          <a:xfrm>
            <a:off x="3008966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" name="A1_bar_Cryo_12458">
            <a:extLst>
              <a:ext uri="{FF2B5EF4-FFF2-40B4-BE49-F238E27FC236}">
                <a16:creationId xmlns:a16="http://schemas.microsoft.com/office/drawing/2014/main" id="{18809E1F-C957-4C56-B88D-2D3B7F3E5E41}"/>
              </a:ext>
            </a:extLst>
          </p:cNvPr>
          <p:cNvSpPr>
            <a:spLocks noGrp="1"/>
          </p:cNvSpPr>
          <p:nvPr/>
        </p:nvSpPr>
        <p:spPr>
          <a:xfrm>
            <a:off x="320220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" name="A1_bar_Cryo_12459">
            <a:extLst>
              <a:ext uri="{FF2B5EF4-FFF2-40B4-BE49-F238E27FC236}">
                <a16:creationId xmlns:a16="http://schemas.microsoft.com/office/drawing/2014/main" id="{BAD42C38-2270-454D-9DE1-1E23333DC084}"/>
              </a:ext>
            </a:extLst>
          </p:cNvPr>
          <p:cNvSpPr>
            <a:spLocks noGrp="1"/>
          </p:cNvSpPr>
          <p:nvPr/>
        </p:nvSpPr>
        <p:spPr>
          <a:xfrm>
            <a:off x="298658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" name="A1_bar_Cryo_12460">
            <a:extLst>
              <a:ext uri="{FF2B5EF4-FFF2-40B4-BE49-F238E27FC236}">
                <a16:creationId xmlns:a16="http://schemas.microsoft.com/office/drawing/2014/main" id="{2272A358-2EDB-4F49-B438-BD4B42C6B95E}"/>
              </a:ext>
            </a:extLst>
          </p:cNvPr>
          <p:cNvSpPr>
            <a:spLocks noGrp="1"/>
          </p:cNvSpPr>
          <p:nvPr/>
        </p:nvSpPr>
        <p:spPr>
          <a:xfrm>
            <a:off x="305285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" name="A1_bar_Cryo_12461">
            <a:extLst>
              <a:ext uri="{FF2B5EF4-FFF2-40B4-BE49-F238E27FC236}">
                <a16:creationId xmlns:a16="http://schemas.microsoft.com/office/drawing/2014/main" id="{2F04736A-6103-4A13-BFE2-7422F63BA8C5}"/>
              </a:ext>
            </a:extLst>
          </p:cNvPr>
          <p:cNvSpPr>
            <a:spLocks noGrp="1"/>
          </p:cNvSpPr>
          <p:nvPr/>
        </p:nvSpPr>
        <p:spPr>
          <a:xfrm>
            <a:off x="3169629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" name="A1_bar_Cryo_12462">
            <a:extLst>
              <a:ext uri="{FF2B5EF4-FFF2-40B4-BE49-F238E27FC236}">
                <a16:creationId xmlns:a16="http://schemas.microsoft.com/office/drawing/2014/main" id="{476EDF8B-A54C-4CE8-A4A5-E59B3F338BBC}"/>
              </a:ext>
            </a:extLst>
          </p:cNvPr>
          <p:cNvSpPr>
            <a:spLocks noGrp="1"/>
          </p:cNvSpPr>
          <p:nvPr/>
        </p:nvSpPr>
        <p:spPr>
          <a:xfrm>
            <a:off x="322180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" name="A1_bar_Cryo_12463">
            <a:extLst>
              <a:ext uri="{FF2B5EF4-FFF2-40B4-BE49-F238E27FC236}">
                <a16:creationId xmlns:a16="http://schemas.microsoft.com/office/drawing/2014/main" id="{863790F7-0671-4495-95EA-2923599BA54D}"/>
              </a:ext>
            </a:extLst>
          </p:cNvPr>
          <p:cNvSpPr>
            <a:spLocks noGrp="1"/>
          </p:cNvSpPr>
          <p:nvPr/>
        </p:nvSpPr>
        <p:spPr>
          <a:xfrm>
            <a:off x="3213015" y="45811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" name="A1_bar_Cryo_12464">
            <a:extLst>
              <a:ext uri="{FF2B5EF4-FFF2-40B4-BE49-F238E27FC236}">
                <a16:creationId xmlns:a16="http://schemas.microsoft.com/office/drawing/2014/main" id="{B3766D73-46AA-4516-9954-0930983A8FFC}"/>
              </a:ext>
            </a:extLst>
          </p:cNvPr>
          <p:cNvSpPr>
            <a:spLocks noGrp="1"/>
          </p:cNvSpPr>
          <p:nvPr/>
        </p:nvSpPr>
        <p:spPr>
          <a:xfrm>
            <a:off x="3165768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" name="A1_bar_Cryo_12465">
            <a:extLst>
              <a:ext uri="{FF2B5EF4-FFF2-40B4-BE49-F238E27FC236}">
                <a16:creationId xmlns:a16="http://schemas.microsoft.com/office/drawing/2014/main" id="{18D4D970-B4CB-422F-92FE-C618328A92DF}"/>
              </a:ext>
            </a:extLst>
          </p:cNvPr>
          <p:cNvSpPr>
            <a:spLocks noGrp="1"/>
          </p:cNvSpPr>
          <p:nvPr/>
        </p:nvSpPr>
        <p:spPr>
          <a:xfrm>
            <a:off x="3019500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" name="A1_bar_Cryo_12466">
            <a:extLst>
              <a:ext uri="{FF2B5EF4-FFF2-40B4-BE49-F238E27FC236}">
                <a16:creationId xmlns:a16="http://schemas.microsoft.com/office/drawing/2014/main" id="{6C941BBE-C318-431D-99AF-8E219C16B518}"/>
              </a:ext>
            </a:extLst>
          </p:cNvPr>
          <p:cNvSpPr>
            <a:spLocks noGrp="1"/>
          </p:cNvSpPr>
          <p:nvPr/>
        </p:nvSpPr>
        <p:spPr>
          <a:xfrm>
            <a:off x="3212303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" name="A1_bar_Cryo_12467">
            <a:extLst>
              <a:ext uri="{FF2B5EF4-FFF2-40B4-BE49-F238E27FC236}">
                <a16:creationId xmlns:a16="http://schemas.microsoft.com/office/drawing/2014/main" id="{8E6AA8B1-6506-4126-84CF-2FF561D24716}"/>
              </a:ext>
            </a:extLst>
          </p:cNvPr>
          <p:cNvSpPr>
            <a:spLocks noGrp="1"/>
          </p:cNvSpPr>
          <p:nvPr/>
        </p:nvSpPr>
        <p:spPr>
          <a:xfrm>
            <a:off x="301966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" name="A1_bar_Cryo_12468">
            <a:extLst>
              <a:ext uri="{FF2B5EF4-FFF2-40B4-BE49-F238E27FC236}">
                <a16:creationId xmlns:a16="http://schemas.microsoft.com/office/drawing/2014/main" id="{B36C6B62-B8B9-4C4E-B70B-2C751F827491}"/>
              </a:ext>
            </a:extLst>
          </p:cNvPr>
          <p:cNvSpPr>
            <a:spLocks noGrp="1"/>
          </p:cNvSpPr>
          <p:nvPr/>
        </p:nvSpPr>
        <p:spPr>
          <a:xfrm>
            <a:off x="314618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" name="A1_bar_Cryo_12469">
            <a:extLst>
              <a:ext uri="{FF2B5EF4-FFF2-40B4-BE49-F238E27FC236}">
                <a16:creationId xmlns:a16="http://schemas.microsoft.com/office/drawing/2014/main" id="{0EAFDD05-91E1-4882-9174-A68F019431E1}"/>
              </a:ext>
            </a:extLst>
          </p:cNvPr>
          <p:cNvSpPr>
            <a:spLocks noGrp="1"/>
          </p:cNvSpPr>
          <p:nvPr/>
        </p:nvSpPr>
        <p:spPr>
          <a:xfrm>
            <a:off x="323033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" name="A1_bar_Cryo_12470">
            <a:extLst>
              <a:ext uri="{FF2B5EF4-FFF2-40B4-BE49-F238E27FC236}">
                <a16:creationId xmlns:a16="http://schemas.microsoft.com/office/drawing/2014/main" id="{5F1DE6C3-CE39-45DC-BF70-A6F92BC3A925}"/>
              </a:ext>
            </a:extLst>
          </p:cNvPr>
          <p:cNvSpPr>
            <a:spLocks noGrp="1"/>
          </p:cNvSpPr>
          <p:nvPr/>
        </p:nvSpPr>
        <p:spPr>
          <a:xfrm>
            <a:off x="31064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" name="A1_bar_Cryo_12471">
            <a:extLst>
              <a:ext uri="{FF2B5EF4-FFF2-40B4-BE49-F238E27FC236}">
                <a16:creationId xmlns:a16="http://schemas.microsoft.com/office/drawing/2014/main" id="{6D6AC166-5505-468F-A055-0F3DEE90EB37}"/>
              </a:ext>
            </a:extLst>
          </p:cNvPr>
          <p:cNvSpPr>
            <a:spLocks noGrp="1"/>
          </p:cNvSpPr>
          <p:nvPr/>
        </p:nvSpPr>
        <p:spPr>
          <a:xfrm>
            <a:off x="3221965" y="30813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" name="A1_bar_Cryo_12472">
            <a:extLst>
              <a:ext uri="{FF2B5EF4-FFF2-40B4-BE49-F238E27FC236}">
                <a16:creationId xmlns:a16="http://schemas.microsoft.com/office/drawing/2014/main" id="{ED5ABF6B-1637-4671-A189-4CCE9EC66744}"/>
              </a:ext>
            </a:extLst>
          </p:cNvPr>
          <p:cNvSpPr>
            <a:spLocks noGrp="1"/>
          </p:cNvSpPr>
          <p:nvPr/>
        </p:nvSpPr>
        <p:spPr>
          <a:xfrm>
            <a:off x="3008221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" name="A1_bar_Cryo_12473">
            <a:extLst>
              <a:ext uri="{FF2B5EF4-FFF2-40B4-BE49-F238E27FC236}">
                <a16:creationId xmlns:a16="http://schemas.microsoft.com/office/drawing/2014/main" id="{4E01EB87-6A62-4D85-983C-ADBAF4B05324}"/>
              </a:ext>
            </a:extLst>
          </p:cNvPr>
          <p:cNvSpPr>
            <a:spLocks noGrp="1"/>
          </p:cNvSpPr>
          <p:nvPr/>
        </p:nvSpPr>
        <p:spPr>
          <a:xfrm>
            <a:off x="3218336" y="46544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" name="A1_bar_Cryo_12474">
            <a:extLst>
              <a:ext uri="{FF2B5EF4-FFF2-40B4-BE49-F238E27FC236}">
                <a16:creationId xmlns:a16="http://schemas.microsoft.com/office/drawing/2014/main" id="{509152F2-4346-4EE0-B2DF-81A802849725}"/>
              </a:ext>
            </a:extLst>
          </p:cNvPr>
          <p:cNvSpPr>
            <a:spLocks noGrp="1"/>
          </p:cNvSpPr>
          <p:nvPr/>
        </p:nvSpPr>
        <p:spPr>
          <a:xfrm>
            <a:off x="3044854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" name="A1_bar_Cryo_12475">
            <a:extLst>
              <a:ext uri="{FF2B5EF4-FFF2-40B4-BE49-F238E27FC236}">
                <a16:creationId xmlns:a16="http://schemas.microsoft.com/office/drawing/2014/main" id="{CFEC0604-0D85-4AD9-8BB9-8723747D7E78}"/>
              </a:ext>
            </a:extLst>
          </p:cNvPr>
          <p:cNvSpPr>
            <a:spLocks noGrp="1"/>
          </p:cNvSpPr>
          <p:nvPr/>
        </p:nvSpPr>
        <p:spPr>
          <a:xfrm>
            <a:off x="3222845" y="35799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" name="A1_bar_Cryo_12476">
            <a:extLst>
              <a:ext uri="{FF2B5EF4-FFF2-40B4-BE49-F238E27FC236}">
                <a16:creationId xmlns:a16="http://schemas.microsoft.com/office/drawing/2014/main" id="{CBC63708-1002-4A9A-9BA6-0A42B73BBC0C}"/>
              </a:ext>
            </a:extLst>
          </p:cNvPr>
          <p:cNvSpPr>
            <a:spLocks noGrp="1"/>
          </p:cNvSpPr>
          <p:nvPr/>
        </p:nvSpPr>
        <p:spPr>
          <a:xfrm>
            <a:off x="3059513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" name="A1_bar_Cryo_12477">
            <a:extLst>
              <a:ext uri="{FF2B5EF4-FFF2-40B4-BE49-F238E27FC236}">
                <a16:creationId xmlns:a16="http://schemas.microsoft.com/office/drawing/2014/main" id="{40E24D92-8C58-4F1A-87C4-2CBEEFC1D61C}"/>
              </a:ext>
            </a:extLst>
          </p:cNvPr>
          <p:cNvSpPr>
            <a:spLocks noGrp="1"/>
          </p:cNvSpPr>
          <p:nvPr/>
        </p:nvSpPr>
        <p:spPr>
          <a:xfrm>
            <a:off x="3109078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" name="A1_bar_Cryo_12478">
            <a:extLst>
              <a:ext uri="{FF2B5EF4-FFF2-40B4-BE49-F238E27FC236}">
                <a16:creationId xmlns:a16="http://schemas.microsoft.com/office/drawing/2014/main" id="{B2FA12F2-271C-4181-95AB-A59D0DFF54B0}"/>
              </a:ext>
            </a:extLst>
          </p:cNvPr>
          <p:cNvSpPr>
            <a:spLocks noGrp="1"/>
          </p:cNvSpPr>
          <p:nvPr/>
        </p:nvSpPr>
        <p:spPr>
          <a:xfrm>
            <a:off x="32017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" name="A1_bar_Cryo_12479">
            <a:extLst>
              <a:ext uri="{FF2B5EF4-FFF2-40B4-BE49-F238E27FC236}">
                <a16:creationId xmlns:a16="http://schemas.microsoft.com/office/drawing/2014/main" id="{56A5C5EE-3445-453B-B15C-10289E0DA684}"/>
              </a:ext>
            </a:extLst>
          </p:cNvPr>
          <p:cNvSpPr>
            <a:spLocks noGrp="1"/>
          </p:cNvSpPr>
          <p:nvPr/>
        </p:nvSpPr>
        <p:spPr>
          <a:xfrm>
            <a:off x="3029016" y="47339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" name="A1_bar_Cryo_12480">
            <a:extLst>
              <a:ext uri="{FF2B5EF4-FFF2-40B4-BE49-F238E27FC236}">
                <a16:creationId xmlns:a16="http://schemas.microsoft.com/office/drawing/2014/main" id="{20681B3C-2527-406C-9F10-C6C5EF72FD27}"/>
              </a:ext>
            </a:extLst>
          </p:cNvPr>
          <p:cNvSpPr>
            <a:spLocks noGrp="1"/>
          </p:cNvSpPr>
          <p:nvPr/>
        </p:nvSpPr>
        <p:spPr>
          <a:xfrm>
            <a:off x="3113221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" name="A1_bar_Cryo_12481">
            <a:extLst>
              <a:ext uri="{FF2B5EF4-FFF2-40B4-BE49-F238E27FC236}">
                <a16:creationId xmlns:a16="http://schemas.microsoft.com/office/drawing/2014/main" id="{3F15BDF4-2A35-4BB9-AA52-58BED39785B4}"/>
              </a:ext>
            </a:extLst>
          </p:cNvPr>
          <p:cNvSpPr>
            <a:spLocks noGrp="1"/>
          </p:cNvSpPr>
          <p:nvPr/>
        </p:nvSpPr>
        <p:spPr>
          <a:xfrm>
            <a:off x="3107599" y="47489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" name="A1_bar_Cryo_12482">
            <a:extLst>
              <a:ext uri="{FF2B5EF4-FFF2-40B4-BE49-F238E27FC236}">
                <a16:creationId xmlns:a16="http://schemas.microsoft.com/office/drawing/2014/main" id="{DA399688-1FE8-45D8-8525-9F6336B1C7E2}"/>
              </a:ext>
            </a:extLst>
          </p:cNvPr>
          <p:cNvSpPr>
            <a:spLocks noGrp="1"/>
          </p:cNvSpPr>
          <p:nvPr/>
        </p:nvSpPr>
        <p:spPr>
          <a:xfrm>
            <a:off x="30838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" name="A1_bar_Cryo_12483">
            <a:extLst>
              <a:ext uri="{FF2B5EF4-FFF2-40B4-BE49-F238E27FC236}">
                <a16:creationId xmlns:a16="http://schemas.microsoft.com/office/drawing/2014/main" id="{92D4D300-F960-48DF-9DD9-C45A0B2538FC}"/>
              </a:ext>
            </a:extLst>
          </p:cNvPr>
          <p:cNvSpPr>
            <a:spLocks noGrp="1"/>
          </p:cNvSpPr>
          <p:nvPr/>
        </p:nvSpPr>
        <p:spPr>
          <a:xfrm>
            <a:off x="307751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" name="A1_bar_Cryo_12484">
            <a:extLst>
              <a:ext uri="{FF2B5EF4-FFF2-40B4-BE49-F238E27FC236}">
                <a16:creationId xmlns:a16="http://schemas.microsoft.com/office/drawing/2014/main" id="{916DE7B1-8767-404A-BB0E-B6C1F4FDDAE3}"/>
              </a:ext>
            </a:extLst>
          </p:cNvPr>
          <p:cNvSpPr>
            <a:spLocks noGrp="1"/>
          </p:cNvSpPr>
          <p:nvPr/>
        </p:nvSpPr>
        <p:spPr>
          <a:xfrm>
            <a:off x="3042860" y="5312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" name="A1_bar_Cryo_12485">
            <a:extLst>
              <a:ext uri="{FF2B5EF4-FFF2-40B4-BE49-F238E27FC236}">
                <a16:creationId xmlns:a16="http://schemas.microsoft.com/office/drawing/2014/main" id="{8272FC7B-5945-4514-93E9-5720E5F707C4}"/>
              </a:ext>
            </a:extLst>
          </p:cNvPr>
          <p:cNvSpPr>
            <a:spLocks noGrp="1"/>
          </p:cNvSpPr>
          <p:nvPr/>
        </p:nvSpPr>
        <p:spPr>
          <a:xfrm>
            <a:off x="321811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" name="A1_bar_Cryo_12486">
            <a:extLst>
              <a:ext uri="{FF2B5EF4-FFF2-40B4-BE49-F238E27FC236}">
                <a16:creationId xmlns:a16="http://schemas.microsoft.com/office/drawing/2014/main" id="{4B94D60F-116D-405E-8C0E-BD74784AD9C8}"/>
              </a:ext>
            </a:extLst>
          </p:cNvPr>
          <p:cNvSpPr>
            <a:spLocks noGrp="1"/>
          </p:cNvSpPr>
          <p:nvPr/>
        </p:nvSpPr>
        <p:spPr>
          <a:xfrm>
            <a:off x="322004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" name="A1_bar_Cryo_12487">
            <a:extLst>
              <a:ext uri="{FF2B5EF4-FFF2-40B4-BE49-F238E27FC236}">
                <a16:creationId xmlns:a16="http://schemas.microsoft.com/office/drawing/2014/main" id="{2A0DB24A-EFB1-4280-9ABF-8E8CDDD8C67F}"/>
              </a:ext>
            </a:extLst>
          </p:cNvPr>
          <p:cNvSpPr>
            <a:spLocks noGrp="1"/>
          </p:cNvSpPr>
          <p:nvPr/>
        </p:nvSpPr>
        <p:spPr>
          <a:xfrm>
            <a:off x="321607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" name="A1_bar_Cryo_12488">
            <a:extLst>
              <a:ext uri="{FF2B5EF4-FFF2-40B4-BE49-F238E27FC236}">
                <a16:creationId xmlns:a16="http://schemas.microsoft.com/office/drawing/2014/main" id="{0E40C104-FACD-4302-9E33-72CB28EC80E5}"/>
              </a:ext>
            </a:extLst>
          </p:cNvPr>
          <p:cNvSpPr>
            <a:spLocks noGrp="1"/>
          </p:cNvSpPr>
          <p:nvPr/>
        </p:nvSpPr>
        <p:spPr>
          <a:xfrm>
            <a:off x="316686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" name="A1_bar_Cryo_12489">
            <a:extLst>
              <a:ext uri="{FF2B5EF4-FFF2-40B4-BE49-F238E27FC236}">
                <a16:creationId xmlns:a16="http://schemas.microsoft.com/office/drawing/2014/main" id="{00D598E8-0834-493F-A042-1B30C9949C43}"/>
              </a:ext>
            </a:extLst>
          </p:cNvPr>
          <p:cNvSpPr>
            <a:spLocks noGrp="1"/>
          </p:cNvSpPr>
          <p:nvPr/>
        </p:nvSpPr>
        <p:spPr>
          <a:xfrm>
            <a:off x="320850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" name="A1_bar_Cryo_12490">
            <a:extLst>
              <a:ext uri="{FF2B5EF4-FFF2-40B4-BE49-F238E27FC236}">
                <a16:creationId xmlns:a16="http://schemas.microsoft.com/office/drawing/2014/main" id="{CBAD3145-D058-4DC5-A1A2-F6C6FE977C9F}"/>
              </a:ext>
            </a:extLst>
          </p:cNvPr>
          <p:cNvSpPr>
            <a:spLocks noGrp="1"/>
          </p:cNvSpPr>
          <p:nvPr/>
        </p:nvSpPr>
        <p:spPr>
          <a:xfrm>
            <a:off x="299746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" name="A1_bar_Cryo_12491">
            <a:extLst>
              <a:ext uri="{FF2B5EF4-FFF2-40B4-BE49-F238E27FC236}">
                <a16:creationId xmlns:a16="http://schemas.microsoft.com/office/drawing/2014/main" id="{DB4338B9-B197-449F-92BD-00B44F996F07}"/>
              </a:ext>
            </a:extLst>
          </p:cNvPr>
          <p:cNvSpPr>
            <a:spLocks noGrp="1"/>
          </p:cNvSpPr>
          <p:nvPr/>
        </p:nvSpPr>
        <p:spPr>
          <a:xfrm>
            <a:off x="298424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" name="A1_bar_Cryo_12492">
            <a:extLst>
              <a:ext uri="{FF2B5EF4-FFF2-40B4-BE49-F238E27FC236}">
                <a16:creationId xmlns:a16="http://schemas.microsoft.com/office/drawing/2014/main" id="{25B86104-38E5-46C4-9BC9-74ABED6312C0}"/>
              </a:ext>
            </a:extLst>
          </p:cNvPr>
          <p:cNvSpPr>
            <a:spLocks noGrp="1"/>
          </p:cNvSpPr>
          <p:nvPr/>
        </p:nvSpPr>
        <p:spPr>
          <a:xfrm>
            <a:off x="315667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" name="A1_bar_Cryo_12493">
            <a:extLst>
              <a:ext uri="{FF2B5EF4-FFF2-40B4-BE49-F238E27FC236}">
                <a16:creationId xmlns:a16="http://schemas.microsoft.com/office/drawing/2014/main" id="{E1E42304-DB66-4151-A923-50DEC75D4524}"/>
              </a:ext>
            </a:extLst>
          </p:cNvPr>
          <p:cNvSpPr>
            <a:spLocks noGrp="1"/>
          </p:cNvSpPr>
          <p:nvPr/>
        </p:nvSpPr>
        <p:spPr>
          <a:xfrm>
            <a:off x="3128932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" name="A1_bar_Cryo_12494">
            <a:extLst>
              <a:ext uri="{FF2B5EF4-FFF2-40B4-BE49-F238E27FC236}">
                <a16:creationId xmlns:a16="http://schemas.microsoft.com/office/drawing/2014/main" id="{00C1C025-CA2A-4F46-A65F-3FEA5B597F3B}"/>
              </a:ext>
            </a:extLst>
          </p:cNvPr>
          <p:cNvSpPr>
            <a:spLocks noGrp="1"/>
          </p:cNvSpPr>
          <p:nvPr/>
        </p:nvSpPr>
        <p:spPr>
          <a:xfrm>
            <a:off x="314270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" name="A1_bar_Cryo_12495">
            <a:extLst>
              <a:ext uri="{FF2B5EF4-FFF2-40B4-BE49-F238E27FC236}">
                <a16:creationId xmlns:a16="http://schemas.microsoft.com/office/drawing/2014/main" id="{85068A70-C2BE-41B2-B34E-7FDD171FED02}"/>
              </a:ext>
            </a:extLst>
          </p:cNvPr>
          <p:cNvSpPr>
            <a:spLocks noGrp="1"/>
          </p:cNvSpPr>
          <p:nvPr/>
        </p:nvSpPr>
        <p:spPr>
          <a:xfrm>
            <a:off x="314647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" name="A1_bar_Cryo_12496">
            <a:extLst>
              <a:ext uri="{FF2B5EF4-FFF2-40B4-BE49-F238E27FC236}">
                <a16:creationId xmlns:a16="http://schemas.microsoft.com/office/drawing/2014/main" id="{66542EF9-8FDC-43A0-84D2-B4062D2FB20F}"/>
              </a:ext>
            </a:extLst>
          </p:cNvPr>
          <p:cNvSpPr>
            <a:spLocks noGrp="1"/>
          </p:cNvSpPr>
          <p:nvPr/>
        </p:nvSpPr>
        <p:spPr>
          <a:xfrm>
            <a:off x="3110429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4" name="A1_bar_Cryo_12497">
            <a:extLst>
              <a:ext uri="{FF2B5EF4-FFF2-40B4-BE49-F238E27FC236}">
                <a16:creationId xmlns:a16="http://schemas.microsoft.com/office/drawing/2014/main" id="{4F5462E6-C899-4C38-B9E6-597FBB7F0945}"/>
              </a:ext>
            </a:extLst>
          </p:cNvPr>
          <p:cNvSpPr>
            <a:spLocks noGrp="1"/>
          </p:cNvSpPr>
          <p:nvPr/>
        </p:nvSpPr>
        <p:spPr>
          <a:xfrm>
            <a:off x="30573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5" name="A1_bar_Cryo_12498">
            <a:extLst>
              <a:ext uri="{FF2B5EF4-FFF2-40B4-BE49-F238E27FC236}">
                <a16:creationId xmlns:a16="http://schemas.microsoft.com/office/drawing/2014/main" id="{0F0C253F-1F35-4061-8E48-58D4388C2929}"/>
              </a:ext>
            </a:extLst>
          </p:cNvPr>
          <p:cNvSpPr>
            <a:spLocks noGrp="1"/>
          </p:cNvSpPr>
          <p:nvPr/>
        </p:nvSpPr>
        <p:spPr>
          <a:xfrm>
            <a:off x="318044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6" name="A1_bar_Cryo_12499">
            <a:extLst>
              <a:ext uri="{FF2B5EF4-FFF2-40B4-BE49-F238E27FC236}">
                <a16:creationId xmlns:a16="http://schemas.microsoft.com/office/drawing/2014/main" id="{A046F8AE-7E6E-45B4-B89C-52E353D04E6E}"/>
              </a:ext>
            </a:extLst>
          </p:cNvPr>
          <p:cNvSpPr>
            <a:spLocks noGrp="1"/>
          </p:cNvSpPr>
          <p:nvPr/>
        </p:nvSpPr>
        <p:spPr>
          <a:xfrm>
            <a:off x="3114960" y="5129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7" name="A1_bar_Cryo_12500">
            <a:extLst>
              <a:ext uri="{FF2B5EF4-FFF2-40B4-BE49-F238E27FC236}">
                <a16:creationId xmlns:a16="http://schemas.microsoft.com/office/drawing/2014/main" id="{08CC814B-4EF4-4E44-8DF8-1C8A5BB1AE4B}"/>
              </a:ext>
            </a:extLst>
          </p:cNvPr>
          <p:cNvSpPr>
            <a:spLocks noGrp="1"/>
          </p:cNvSpPr>
          <p:nvPr/>
        </p:nvSpPr>
        <p:spPr>
          <a:xfrm>
            <a:off x="2989666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8" name="A1_bar_Cryo_12501">
            <a:extLst>
              <a:ext uri="{FF2B5EF4-FFF2-40B4-BE49-F238E27FC236}">
                <a16:creationId xmlns:a16="http://schemas.microsoft.com/office/drawing/2014/main" id="{4E83A1A0-2877-4250-ABB2-F28E7BD3349E}"/>
              </a:ext>
            </a:extLst>
          </p:cNvPr>
          <p:cNvSpPr>
            <a:spLocks noGrp="1"/>
          </p:cNvSpPr>
          <p:nvPr/>
        </p:nvSpPr>
        <p:spPr>
          <a:xfrm>
            <a:off x="304035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9" name="A1_bar_Cryo_12502">
            <a:extLst>
              <a:ext uri="{FF2B5EF4-FFF2-40B4-BE49-F238E27FC236}">
                <a16:creationId xmlns:a16="http://schemas.microsoft.com/office/drawing/2014/main" id="{4894F7C4-04F1-447E-BCFA-850B4E5BA6CB}"/>
              </a:ext>
            </a:extLst>
          </p:cNvPr>
          <p:cNvSpPr>
            <a:spLocks noGrp="1"/>
          </p:cNvSpPr>
          <p:nvPr/>
        </p:nvSpPr>
        <p:spPr>
          <a:xfrm>
            <a:off x="3078776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0" name="A1_bar_Cryo_12503">
            <a:extLst>
              <a:ext uri="{FF2B5EF4-FFF2-40B4-BE49-F238E27FC236}">
                <a16:creationId xmlns:a16="http://schemas.microsoft.com/office/drawing/2014/main" id="{6306D5EC-7EDD-4DB0-8CF9-4E7C71DE6F98}"/>
              </a:ext>
            </a:extLst>
          </p:cNvPr>
          <p:cNvSpPr>
            <a:spLocks noGrp="1"/>
          </p:cNvSpPr>
          <p:nvPr/>
        </p:nvSpPr>
        <p:spPr>
          <a:xfrm>
            <a:off x="3097808" y="46946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1" name="A1_bar_Cryo_12504">
            <a:extLst>
              <a:ext uri="{FF2B5EF4-FFF2-40B4-BE49-F238E27FC236}">
                <a16:creationId xmlns:a16="http://schemas.microsoft.com/office/drawing/2014/main" id="{09C7FCAB-D786-495E-A357-F6E58CCD869B}"/>
              </a:ext>
            </a:extLst>
          </p:cNvPr>
          <p:cNvSpPr>
            <a:spLocks noGrp="1"/>
          </p:cNvSpPr>
          <p:nvPr/>
        </p:nvSpPr>
        <p:spPr>
          <a:xfrm>
            <a:off x="322667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2" name="A1_bar_Cryo_12505">
            <a:extLst>
              <a:ext uri="{FF2B5EF4-FFF2-40B4-BE49-F238E27FC236}">
                <a16:creationId xmlns:a16="http://schemas.microsoft.com/office/drawing/2014/main" id="{11524EC0-622D-44C4-A50B-56BD324E55C3}"/>
              </a:ext>
            </a:extLst>
          </p:cNvPr>
          <p:cNvSpPr>
            <a:spLocks noGrp="1"/>
          </p:cNvSpPr>
          <p:nvPr/>
        </p:nvSpPr>
        <p:spPr>
          <a:xfrm>
            <a:off x="3176417" y="38257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3" name="A1_bar_Cryo_12506">
            <a:extLst>
              <a:ext uri="{FF2B5EF4-FFF2-40B4-BE49-F238E27FC236}">
                <a16:creationId xmlns:a16="http://schemas.microsoft.com/office/drawing/2014/main" id="{7D861218-C0C6-42ED-9EDE-61CB971DBE0F}"/>
              </a:ext>
            </a:extLst>
          </p:cNvPr>
          <p:cNvSpPr>
            <a:spLocks noGrp="1"/>
          </p:cNvSpPr>
          <p:nvPr/>
        </p:nvSpPr>
        <p:spPr>
          <a:xfrm>
            <a:off x="3217075" y="39775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4" name="A1_bar_Cryo_12507">
            <a:extLst>
              <a:ext uri="{FF2B5EF4-FFF2-40B4-BE49-F238E27FC236}">
                <a16:creationId xmlns:a16="http://schemas.microsoft.com/office/drawing/2014/main" id="{7B41E1C1-D422-45EA-9232-DE77D006F3CA}"/>
              </a:ext>
            </a:extLst>
          </p:cNvPr>
          <p:cNvSpPr>
            <a:spLocks noGrp="1"/>
          </p:cNvSpPr>
          <p:nvPr/>
        </p:nvSpPr>
        <p:spPr>
          <a:xfrm>
            <a:off x="3078787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5" name="A1_bar_Cryo_12508">
            <a:extLst>
              <a:ext uri="{FF2B5EF4-FFF2-40B4-BE49-F238E27FC236}">
                <a16:creationId xmlns:a16="http://schemas.microsoft.com/office/drawing/2014/main" id="{EE27240A-56C9-44F6-B88F-16669CBDEF35}"/>
              </a:ext>
            </a:extLst>
          </p:cNvPr>
          <p:cNvSpPr>
            <a:spLocks noGrp="1"/>
          </p:cNvSpPr>
          <p:nvPr/>
        </p:nvSpPr>
        <p:spPr>
          <a:xfrm>
            <a:off x="3168324" y="42281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6" name="A1_bar_Cryo_12509">
            <a:extLst>
              <a:ext uri="{FF2B5EF4-FFF2-40B4-BE49-F238E27FC236}">
                <a16:creationId xmlns:a16="http://schemas.microsoft.com/office/drawing/2014/main" id="{A65C76BD-1D96-4D36-83BA-DB670D345DD4}"/>
              </a:ext>
            </a:extLst>
          </p:cNvPr>
          <p:cNvSpPr>
            <a:spLocks noGrp="1"/>
          </p:cNvSpPr>
          <p:nvPr/>
        </p:nvSpPr>
        <p:spPr>
          <a:xfrm>
            <a:off x="3193569" y="42993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7" name="A1_bar_Cryo_12510">
            <a:extLst>
              <a:ext uri="{FF2B5EF4-FFF2-40B4-BE49-F238E27FC236}">
                <a16:creationId xmlns:a16="http://schemas.microsoft.com/office/drawing/2014/main" id="{E4F3C98D-57D5-4794-B24D-6CDEF9CD71CE}"/>
              </a:ext>
            </a:extLst>
          </p:cNvPr>
          <p:cNvSpPr>
            <a:spLocks noGrp="1"/>
          </p:cNvSpPr>
          <p:nvPr/>
        </p:nvSpPr>
        <p:spPr>
          <a:xfrm>
            <a:off x="31346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8" name="A1_bar_Cryo_12511">
            <a:extLst>
              <a:ext uri="{FF2B5EF4-FFF2-40B4-BE49-F238E27FC236}">
                <a16:creationId xmlns:a16="http://schemas.microsoft.com/office/drawing/2014/main" id="{221682B0-810D-4F0A-83D1-0B3AAF63B487}"/>
              </a:ext>
            </a:extLst>
          </p:cNvPr>
          <p:cNvSpPr>
            <a:spLocks noGrp="1"/>
          </p:cNvSpPr>
          <p:nvPr/>
        </p:nvSpPr>
        <p:spPr>
          <a:xfrm>
            <a:off x="3218105" y="60253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9" name="A1_bar_Cryo_12512">
            <a:extLst>
              <a:ext uri="{FF2B5EF4-FFF2-40B4-BE49-F238E27FC236}">
                <a16:creationId xmlns:a16="http://schemas.microsoft.com/office/drawing/2014/main" id="{7F307950-C6AD-4093-B59B-585B15CFD4FC}"/>
              </a:ext>
            </a:extLst>
          </p:cNvPr>
          <p:cNvSpPr>
            <a:spLocks noGrp="1"/>
          </p:cNvSpPr>
          <p:nvPr/>
        </p:nvSpPr>
        <p:spPr>
          <a:xfrm>
            <a:off x="299115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0" name="A1_bar_Cryo_12513">
            <a:extLst>
              <a:ext uri="{FF2B5EF4-FFF2-40B4-BE49-F238E27FC236}">
                <a16:creationId xmlns:a16="http://schemas.microsoft.com/office/drawing/2014/main" id="{25D9797B-2FF7-4E4D-A57A-5B4887477FE4}"/>
              </a:ext>
            </a:extLst>
          </p:cNvPr>
          <p:cNvSpPr>
            <a:spLocks noGrp="1"/>
          </p:cNvSpPr>
          <p:nvPr/>
        </p:nvSpPr>
        <p:spPr>
          <a:xfrm>
            <a:off x="3064443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1" name="A1_bar_Cryo_12514">
            <a:extLst>
              <a:ext uri="{FF2B5EF4-FFF2-40B4-BE49-F238E27FC236}">
                <a16:creationId xmlns:a16="http://schemas.microsoft.com/office/drawing/2014/main" id="{42D5979E-E28B-49C6-A5C9-65F8BC6869C3}"/>
              </a:ext>
            </a:extLst>
          </p:cNvPr>
          <p:cNvSpPr>
            <a:spLocks noGrp="1"/>
          </p:cNvSpPr>
          <p:nvPr/>
        </p:nvSpPr>
        <p:spPr>
          <a:xfrm>
            <a:off x="31841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2" name="A1_bar_Cryo_12515">
            <a:extLst>
              <a:ext uri="{FF2B5EF4-FFF2-40B4-BE49-F238E27FC236}">
                <a16:creationId xmlns:a16="http://schemas.microsoft.com/office/drawing/2014/main" id="{6B5C0A24-FB46-42F6-9E0B-3B4BF650635D}"/>
              </a:ext>
            </a:extLst>
          </p:cNvPr>
          <p:cNvSpPr>
            <a:spLocks noGrp="1"/>
          </p:cNvSpPr>
          <p:nvPr/>
        </p:nvSpPr>
        <p:spPr>
          <a:xfrm>
            <a:off x="306202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3" name="A1_bar_Cryo_12516">
            <a:extLst>
              <a:ext uri="{FF2B5EF4-FFF2-40B4-BE49-F238E27FC236}">
                <a16:creationId xmlns:a16="http://schemas.microsoft.com/office/drawing/2014/main" id="{A303B083-1DE8-451E-B5B0-4D69432DE5CD}"/>
              </a:ext>
            </a:extLst>
          </p:cNvPr>
          <p:cNvSpPr>
            <a:spLocks noGrp="1"/>
          </p:cNvSpPr>
          <p:nvPr/>
        </p:nvSpPr>
        <p:spPr>
          <a:xfrm>
            <a:off x="3091560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4" name="A1_bar_Cryo_12517">
            <a:extLst>
              <a:ext uri="{FF2B5EF4-FFF2-40B4-BE49-F238E27FC236}">
                <a16:creationId xmlns:a16="http://schemas.microsoft.com/office/drawing/2014/main" id="{C8BFD656-FE2A-4944-964B-BF313F8950D5}"/>
              </a:ext>
            </a:extLst>
          </p:cNvPr>
          <p:cNvSpPr>
            <a:spLocks noGrp="1"/>
          </p:cNvSpPr>
          <p:nvPr/>
        </p:nvSpPr>
        <p:spPr>
          <a:xfrm>
            <a:off x="316488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5" name="A1_bar_Cryo_12518">
            <a:extLst>
              <a:ext uri="{FF2B5EF4-FFF2-40B4-BE49-F238E27FC236}">
                <a16:creationId xmlns:a16="http://schemas.microsoft.com/office/drawing/2014/main" id="{B703375C-9205-4632-A862-165CD0EA1783}"/>
              </a:ext>
            </a:extLst>
          </p:cNvPr>
          <p:cNvSpPr>
            <a:spLocks noGrp="1"/>
          </p:cNvSpPr>
          <p:nvPr/>
        </p:nvSpPr>
        <p:spPr>
          <a:xfrm>
            <a:off x="3136931" y="46490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6" name="A1_bar_Cryo_12519">
            <a:extLst>
              <a:ext uri="{FF2B5EF4-FFF2-40B4-BE49-F238E27FC236}">
                <a16:creationId xmlns:a16="http://schemas.microsoft.com/office/drawing/2014/main" id="{6C245D94-00F9-45D7-A061-136EB4321F99}"/>
              </a:ext>
            </a:extLst>
          </p:cNvPr>
          <p:cNvSpPr>
            <a:spLocks noGrp="1"/>
          </p:cNvSpPr>
          <p:nvPr/>
        </p:nvSpPr>
        <p:spPr>
          <a:xfrm>
            <a:off x="3100832" y="39781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7" name="A1_bar_Cryo_12520">
            <a:extLst>
              <a:ext uri="{FF2B5EF4-FFF2-40B4-BE49-F238E27FC236}">
                <a16:creationId xmlns:a16="http://schemas.microsoft.com/office/drawing/2014/main" id="{342C60DE-7385-4F9B-97EB-ECD0B79373C0}"/>
              </a:ext>
            </a:extLst>
          </p:cNvPr>
          <p:cNvSpPr>
            <a:spLocks noGrp="1"/>
          </p:cNvSpPr>
          <p:nvPr/>
        </p:nvSpPr>
        <p:spPr>
          <a:xfrm>
            <a:off x="31476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8" name="A1_bar_Cryo_12521">
            <a:extLst>
              <a:ext uri="{FF2B5EF4-FFF2-40B4-BE49-F238E27FC236}">
                <a16:creationId xmlns:a16="http://schemas.microsoft.com/office/drawing/2014/main" id="{E84299D4-9BC2-4A2E-8066-B2C88E34F49F}"/>
              </a:ext>
            </a:extLst>
          </p:cNvPr>
          <p:cNvSpPr>
            <a:spLocks noGrp="1"/>
          </p:cNvSpPr>
          <p:nvPr/>
        </p:nvSpPr>
        <p:spPr>
          <a:xfrm>
            <a:off x="31628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9" name="A1_bar_Cryo_12522">
            <a:extLst>
              <a:ext uri="{FF2B5EF4-FFF2-40B4-BE49-F238E27FC236}">
                <a16:creationId xmlns:a16="http://schemas.microsoft.com/office/drawing/2014/main" id="{22FE44C1-7F86-45E1-AB43-D65A69A09690}"/>
              </a:ext>
            </a:extLst>
          </p:cNvPr>
          <p:cNvSpPr>
            <a:spLocks noGrp="1"/>
          </p:cNvSpPr>
          <p:nvPr/>
        </p:nvSpPr>
        <p:spPr>
          <a:xfrm>
            <a:off x="3028171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0" name="A1_bar_Cryo_12523">
            <a:extLst>
              <a:ext uri="{FF2B5EF4-FFF2-40B4-BE49-F238E27FC236}">
                <a16:creationId xmlns:a16="http://schemas.microsoft.com/office/drawing/2014/main" id="{E13151DB-D6C1-4534-BB20-5EA3E71DE3E6}"/>
              </a:ext>
            </a:extLst>
          </p:cNvPr>
          <p:cNvSpPr>
            <a:spLocks noGrp="1"/>
          </p:cNvSpPr>
          <p:nvPr/>
        </p:nvSpPr>
        <p:spPr>
          <a:xfrm>
            <a:off x="308279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1" name="A1_bar_Cryo_12524">
            <a:extLst>
              <a:ext uri="{FF2B5EF4-FFF2-40B4-BE49-F238E27FC236}">
                <a16:creationId xmlns:a16="http://schemas.microsoft.com/office/drawing/2014/main" id="{0C4C4442-2743-4202-9926-E4E11D4F4CF7}"/>
              </a:ext>
            </a:extLst>
          </p:cNvPr>
          <p:cNvSpPr>
            <a:spLocks noGrp="1"/>
          </p:cNvSpPr>
          <p:nvPr/>
        </p:nvSpPr>
        <p:spPr>
          <a:xfrm>
            <a:off x="2993423" y="310783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2" name="A1_bar_Cryo_12525">
            <a:extLst>
              <a:ext uri="{FF2B5EF4-FFF2-40B4-BE49-F238E27FC236}">
                <a16:creationId xmlns:a16="http://schemas.microsoft.com/office/drawing/2014/main" id="{9F4CF7A2-033B-4D1C-82D7-23878C6892E4}"/>
              </a:ext>
            </a:extLst>
          </p:cNvPr>
          <p:cNvSpPr>
            <a:spLocks noGrp="1"/>
          </p:cNvSpPr>
          <p:nvPr/>
        </p:nvSpPr>
        <p:spPr>
          <a:xfrm>
            <a:off x="3197847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3" name="A1_bar_Cryo_12526">
            <a:extLst>
              <a:ext uri="{FF2B5EF4-FFF2-40B4-BE49-F238E27FC236}">
                <a16:creationId xmlns:a16="http://schemas.microsoft.com/office/drawing/2014/main" id="{3A10540C-380A-486B-BE3A-3E99E9131764}"/>
              </a:ext>
            </a:extLst>
          </p:cNvPr>
          <p:cNvSpPr>
            <a:spLocks noGrp="1"/>
          </p:cNvSpPr>
          <p:nvPr/>
        </p:nvSpPr>
        <p:spPr>
          <a:xfrm>
            <a:off x="3131959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4" name="A1_bar_Cryo_12527">
            <a:extLst>
              <a:ext uri="{FF2B5EF4-FFF2-40B4-BE49-F238E27FC236}">
                <a16:creationId xmlns:a16="http://schemas.microsoft.com/office/drawing/2014/main" id="{FA6A23CD-5D72-4125-8CC0-015962938658}"/>
              </a:ext>
            </a:extLst>
          </p:cNvPr>
          <p:cNvSpPr>
            <a:spLocks noGrp="1"/>
          </p:cNvSpPr>
          <p:nvPr/>
        </p:nvSpPr>
        <p:spPr>
          <a:xfrm>
            <a:off x="3046549" y="5753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5" name="A1_bar_Cryo_12528">
            <a:extLst>
              <a:ext uri="{FF2B5EF4-FFF2-40B4-BE49-F238E27FC236}">
                <a16:creationId xmlns:a16="http://schemas.microsoft.com/office/drawing/2014/main" id="{1DE267D1-7589-48F5-8F14-1BD2A1CC16F3}"/>
              </a:ext>
            </a:extLst>
          </p:cNvPr>
          <p:cNvSpPr>
            <a:spLocks noGrp="1"/>
          </p:cNvSpPr>
          <p:nvPr/>
        </p:nvSpPr>
        <p:spPr>
          <a:xfrm>
            <a:off x="3061922" y="4318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6" name="A1_bar_Cryo_12529">
            <a:extLst>
              <a:ext uri="{FF2B5EF4-FFF2-40B4-BE49-F238E27FC236}">
                <a16:creationId xmlns:a16="http://schemas.microsoft.com/office/drawing/2014/main" id="{E1D3420E-FC02-4D21-94A7-02AEE6DDAE94}"/>
              </a:ext>
            </a:extLst>
          </p:cNvPr>
          <p:cNvSpPr>
            <a:spLocks noGrp="1"/>
          </p:cNvSpPr>
          <p:nvPr/>
        </p:nvSpPr>
        <p:spPr>
          <a:xfrm>
            <a:off x="31943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7" name="A1_bar_Cryo_12530">
            <a:extLst>
              <a:ext uri="{FF2B5EF4-FFF2-40B4-BE49-F238E27FC236}">
                <a16:creationId xmlns:a16="http://schemas.microsoft.com/office/drawing/2014/main" id="{29DADCC1-AC39-466D-83C3-C0C3B8486AE6}"/>
              </a:ext>
            </a:extLst>
          </p:cNvPr>
          <p:cNvSpPr>
            <a:spLocks noGrp="1"/>
          </p:cNvSpPr>
          <p:nvPr/>
        </p:nvSpPr>
        <p:spPr>
          <a:xfrm>
            <a:off x="3171991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8" name="A1_bar_Cryo_12531">
            <a:extLst>
              <a:ext uri="{FF2B5EF4-FFF2-40B4-BE49-F238E27FC236}">
                <a16:creationId xmlns:a16="http://schemas.microsoft.com/office/drawing/2014/main" id="{E00CAA77-4AB9-4E1C-9837-DAC095EFABCD}"/>
              </a:ext>
            </a:extLst>
          </p:cNvPr>
          <p:cNvSpPr>
            <a:spLocks noGrp="1"/>
          </p:cNvSpPr>
          <p:nvPr/>
        </p:nvSpPr>
        <p:spPr>
          <a:xfrm>
            <a:off x="306892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9" name="A1_bar_Cryo_12532">
            <a:extLst>
              <a:ext uri="{FF2B5EF4-FFF2-40B4-BE49-F238E27FC236}">
                <a16:creationId xmlns:a16="http://schemas.microsoft.com/office/drawing/2014/main" id="{091EF3B2-ADE1-4D78-ADB5-D240779B1D2D}"/>
              </a:ext>
            </a:extLst>
          </p:cNvPr>
          <p:cNvSpPr>
            <a:spLocks noGrp="1"/>
          </p:cNvSpPr>
          <p:nvPr/>
        </p:nvSpPr>
        <p:spPr>
          <a:xfrm>
            <a:off x="3045117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0" name="A1_bar_Cryo_12533">
            <a:extLst>
              <a:ext uri="{FF2B5EF4-FFF2-40B4-BE49-F238E27FC236}">
                <a16:creationId xmlns:a16="http://schemas.microsoft.com/office/drawing/2014/main" id="{00977AB9-7269-4617-9328-4493DC2C0B8E}"/>
              </a:ext>
            </a:extLst>
          </p:cNvPr>
          <p:cNvSpPr>
            <a:spLocks noGrp="1"/>
          </p:cNvSpPr>
          <p:nvPr/>
        </p:nvSpPr>
        <p:spPr>
          <a:xfrm>
            <a:off x="314068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1" name="A1_bar_Cryo_12534">
            <a:extLst>
              <a:ext uri="{FF2B5EF4-FFF2-40B4-BE49-F238E27FC236}">
                <a16:creationId xmlns:a16="http://schemas.microsoft.com/office/drawing/2014/main" id="{CE7B7E09-0541-4154-8849-A46B1AC6923C}"/>
              </a:ext>
            </a:extLst>
          </p:cNvPr>
          <p:cNvSpPr>
            <a:spLocks noGrp="1"/>
          </p:cNvSpPr>
          <p:nvPr/>
        </p:nvSpPr>
        <p:spPr>
          <a:xfrm>
            <a:off x="3132318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2" name="A1_bar_Cryo_12535">
            <a:extLst>
              <a:ext uri="{FF2B5EF4-FFF2-40B4-BE49-F238E27FC236}">
                <a16:creationId xmlns:a16="http://schemas.microsoft.com/office/drawing/2014/main" id="{85665238-9F96-4B6C-AD8F-962E1F9C3DA2}"/>
              </a:ext>
            </a:extLst>
          </p:cNvPr>
          <p:cNvSpPr>
            <a:spLocks noGrp="1"/>
          </p:cNvSpPr>
          <p:nvPr/>
        </p:nvSpPr>
        <p:spPr>
          <a:xfrm>
            <a:off x="303683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3" name="A1_bar_Cryo_12536">
            <a:extLst>
              <a:ext uri="{FF2B5EF4-FFF2-40B4-BE49-F238E27FC236}">
                <a16:creationId xmlns:a16="http://schemas.microsoft.com/office/drawing/2014/main" id="{DD456471-909E-47E7-B3D9-7FFA03BB059C}"/>
              </a:ext>
            </a:extLst>
          </p:cNvPr>
          <p:cNvSpPr>
            <a:spLocks noGrp="1"/>
          </p:cNvSpPr>
          <p:nvPr/>
        </p:nvSpPr>
        <p:spPr>
          <a:xfrm>
            <a:off x="320656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4" name="A1_bar_Cryo_12537">
            <a:extLst>
              <a:ext uri="{FF2B5EF4-FFF2-40B4-BE49-F238E27FC236}">
                <a16:creationId xmlns:a16="http://schemas.microsoft.com/office/drawing/2014/main" id="{8679A149-433C-4E23-85CE-33CB46584471}"/>
              </a:ext>
            </a:extLst>
          </p:cNvPr>
          <p:cNvSpPr>
            <a:spLocks noGrp="1"/>
          </p:cNvSpPr>
          <p:nvPr/>
        </p:nvSpPr>
        <p:spPr>
          <a:xfrm>
            <a:off x="309983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5" name="A1_bar_Cryo_12538">
            <a:extLst>
              <a:ext uri="{FF2B5EF4-FFF2-40B4-BE49-F238E27FC236}">
                <a16:creationId xmlns:a16="http://schemas.microsoft.com/office/drawing/2014/main" id="{99BE8309-18A9-4F1B-A4E7-E02B0B5D02D8}"/>
              </a:ext>
            </a:extLst>
          </p:cNvPr>
          <p:cNvSpPr>
            <a:spLocks noGrp="1"/>
          </p:cNvSpPr>
          <p:nvPr/>
        </p:nvSpPr>
        <p:spPr>
          <a:xfrm>
            <a:off x="3051669" y="50483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6" name="A1_bar_Cryo_12539">
            <a:extLst>
              <a:ext uri="{FF2B5EF4-FFF2-40B4-BE49-F238E27FC236}">
                <a16:creationId xmlns:a16="http://schemas.microsoft.com/office/drawing/2014/main" id="{7679461A-8534-4CDD-9CAD-FA3C660392A4}"/>
              </a:ext>
            </a:extLst>
          </p:cNvPr>
          <p:cNvSpPr>
            <a:spLocks noGrp="1"/>
          </p:cNvSpPr>
          <p:nvPr/>
        </p:nvSpPr>
        <p:spPr>
          <a:xfrm>
            <a:off x="3106186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7" name="A1_bar_Cryo_12540">
            <a:extLst>
              <a:ext uri="{FF2B5EF4-FFF2-40B4-BE49-F238E27FC236}">
                <a16:creationId xmlns:a16="http://schemas.microsoft.com/office/drawing/2014/main" id="{A1E4CB40-B501-47E0-AB93-C75BA90FDC37}"/>
              </a:ext>
            </a:extLst>
          </p:cNvPr>
          <p:cNvSpPr>
            <a:spLocks noGrp="1"/>
          </p:cNvSpPr>
          <p:nvPr/>
        </p:nvSpPr>
        <p:spPr>
          <a:xfrm>
            <a:off x="29911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8" name="A1_bar_Cryo_12541">
            <a:extLst>
              <a:ext uri="{FF2B5EF4-FFF2-40B4-BE49-F238E27FC236}">
                <a16:creationId xmlns:a16="http://schemas.microsoft.com/office/drawing/2014/main" id="{8565DDEC-6852-47FC-B603-C7DDD9D72B00}"/>
              </a:ext>
            </a:extLst>
          </p:cNvPr>
          <p:cNvSpPr>
            <a:spLocks noGrp="1"/>
          </p:cNvSpPr>
          <p:nvPr/>
        </p:nvSpPr>
        <p:spPr>
          <a:xfrm>
            <a:off x="2997676" y="477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9" name="A1_bar_Cryo_12542">
            <a:extLst>
              <a:ext uri="{FF2B5EF4-FFF2-40B4-BE49-F238E27FC236}">
                <a16:creationId xmlns:a16="http://schemas.microsoft.com/office/drawing/2014/main" id="{CFD7155D-79F3-401E-8F66-4167DE1A3217}"/>
              </a:ext>
            </a:extLst>
          </p:cNvPr>
          <p:cNvSpPr>
            <a:spLocks noGrp="1"/>
          </p:cNvSpPr>
          <p:nvPr/>
        </p:nvSpPr>
        <p:spPr>
          <a:xfrm>
            <a:off x="3065880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0" name="A1_bar_Cryo_12543">
            <a:extLst>
              <a:ext uri="{FF2B5EF4-FFF2-40B4-BE49-F238E27FC236}">
                <a16:creationId xmlns:a16="http://schemas.microsoft.com/office/drawing/2014/main" id="{694DFCE3-A46E-4813-91E4-15FF3B55C83B}"/>
              </a:ext>
            </a:extLst>
          </p:cNvPr>
          <p:cNvSpPr>
            <a:spLocks noGrp="1"/>
          </p:cNvSpPr>
          <p:nvPr/>
        </p:nvSpPr>
        <p:spPr>
          <a:xfrm>
            <a:off x="298923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1" name="A1_bar_Cryo_12544">
            <a:extLst>
              <a:ext uri="{FF2B5EF4-FFF2-40B4-BE49-F238E27FC236}">
                <a16:creationId xmlns:a16="http://schemas.microsoft.com/office/drawing/2014/main" id="{55DFA13D-A6C0-4B94-9178-9C15D1C69051}"/>
              </a:ext>
            </a:extLst>
          </p:cNvPr>
          <p:cNvSpPr>
            <a:spLocks noGrp="1"/>
          </p:cNvSpPr>
          <p:nvPr/>
        </p:nvSpPr>
        <p:spPr>
          <a:xfrm>
            <a:off x="306464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2" name="A1_bar_Cryo_12545">
            <a:extLst>
              <a:ext uri="{FF2B5EF4-FFF2-40B4-BE49-F238E27FC236}">
                <a16:creationId xmlns:a16="http://schemas.microsoft.com/office/drawing/2014/main" id="{DE214FA4-4746-46CD-9B37-0D44CFB2CCCA}"/>
              </a:ext>
            </a:extLst>
          </p:cNvPr>
          <p:cNvSpPr>
            <a:spLocks noGrp="1"/>
          </p:cNvSpPr>
          <p:nvPr/>
        </p:nvSpPr>
        <p:spPr>
          <a:xfrm>
            <a:off x="301347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3" name="A1_bar_Cryo_12546">
            <a:extLst>
              <a:ext uri="{FF2B5EF4-FFF2-40B4-BE49-F238E27FC236}">
                <a16:creationId xmlns:a16="http://schemas.microsoft.com/office/drawing/2014/main" id="{6662C756-6FEF-4365-AD72-C574779209BF}"/>
              </a:ext>
            </a:extLst>
          </p:cNvPr>
          <p:cNvSpPr>
            <a:spLocks noGrp="1"/>
          </p:cNvSpPr>
          <p:nvPr/>
        </p:nvSpPr>
        <p:spPr>
          <a:xfrm>
            <a:off x="3132047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4" name="A1_bar_Cryo_12547">
            <a:extLst>
              <a:ext uri="{FF2B5EF4-FFF2-40B4-BE49-F238E27FC236}">
                <a16:creationId xmlns:a16="http://schemas.microsoft.com/office/drawing/2014/main" id="{36B189BE-0222-4AA8-A1FF-04B83DB6F374}"/>
              </a:ext>
            </a:extLst>
          </p:cNvPr>
          <p:cNvSpPr>
            <a:spLocks noGrp="1"/>
          </p:cNvSpPr>
          <p:nvPr/>
        </p:nvSpPr>
        <p:spPr>
          <a:xfrm>
            <a:off x="317934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5" name="A1_bar_Cryo_12548">
            <a:extLst>
              <a:ext uri="{FF2B5EF4-FFF2-40B4-BE49-F238E27FC236}">
                <a16:creationId xmlns:a16="http://schemas.microsoft.com/office/drawing/2014/main" id="{C7D05236-74C8-443C-819D-AD7D711A21F5}"/>
              </a:ext>
            </a:extLst>
          </p:cNvPr>
          <p:cNvSpPr>
            <a:spLocks noGrp="1"/>
          </p:cNvSpPr>
          <p:nvPr/>
        </p:nvSpPr>
        <p:spPr>
          <a:xfrm>
            <a:off x="3010477" y="52235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6" name="A1_bar_Cryo_12549">
            <a:extLst>
              <a:ext uri="{FF2B5EF4-FFF2-40B4-BE49-F238E27FC236}">
                <a16:creationId xmlns:a16="http://schemas.microsoft.com/office/drawing/2014/main" id="{5AEEA40B-BDEB-430F-BCF1-E4FEF29A9B07}"/>
              </a:ext>
            </a:extLst>
          </p:cNvPr>
          <p:cNvSpPr>
            <a:spLocks noGrp="1"/>
          </p:cNvSpPr>
          <p:nvPr/>
        </p:nvSpPr>
        <p:spPr>
          <a:xfrm>
            <a:off x="304720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7" name="A1_bar_Cryo_12550">
            <a:extLst>
              <a:ext uri="{FF2B5EF4-FFF2-40B4-BE49-F238E27FC236}">
                <a16:creationId xmlns:a16="http://schemas.microsoft.com/office/drawing/2014/main" id="{45CE2264-CEE5-40D9-BBF4-0A5791113786}"/>
              </a:ext>
            </a:extLst>
          </p:cNvPr>
          <p:cNvSpPr>
            <a:spLocks noGrp="1"/>
          </p:cNvSpPr>
          <p:nvPr/>
        </p:nvSpPr>
        <p:spPr>
          <a:xfrm>
            <a:off x="314795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8" name="A1_bar_Cryo_12551">
            <a:extLst>
              <a:ext uri="{FF2B5EF4-FFF2-40B4-BE49-F238E27FC236}">
                <a16:creationId xmlns:a16="http://schemas.microsoft.com/office/drawing/2014/main" id="{9468306A-86C1-42BE-A183-4D36A093F151}"/>
              </a:ext>
            </a:extLst>
          </p:cNvPr>
          <p:cNvSpPr>
            <a:spLocks noGrp="1"/>
          </p:cNvSpPr>
          <p:nvPr/>
        </p:nvSpPr>
        <p:spPr>
          <a:xfrm>
            <a:off x="3063900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9" name="A1_bar_Cryo_12552">
            <a:extLst>
              <a:ext uri="{FF2B5EF4-FFF2-40B4-BE49-F238E27FC236}">
                <a16:creationId xmlns:a16="http://schemas.microsoft.com/office/drawing/2014/main" id="{9A3F9D39-F59F-4A9E-A54A-589EEAF8A4B4}"/>
              </a:ext>
            </a:extLst>
          </p:cNvPr>
          <p:cNvSpPr>
            <a:spLocks noGrp="1"/>
          </p:cNvSpPr>
          <p:nvPr/>
        </p:nvSpPr>
        <p:spPr>
          <a:xfrm>
            <a:off x="3029262" y="45916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0" name="A1_bar_Cryo_12553">
            <a:extLst>
              <a:ext uri="{FF2B5EF4-FFF2-40B4-BE49-F238E27FC236}">
                <a16:creationId xmlns:a16="http://schemas.microsoft.com/office/drawing/2014/main" id="{3CA21C78-20B6-46C4-B553-16E87F9D6C80}"/>
              </a:ext>
            </a:extLst>
          </p:cNvPr>
          <p:cNvSpPr>
            <a:spLocks noGrp="1"/>
          </p:cNvSpPr>
          <p:nvPr/>
        </p:nvSpPr>
        <p:spPr>
          <a:xfrm>
            <a:off x="3231948" y="36498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1" name="A1_bar_Cryo_12554">
            <a:extLst>
              <a:ext uri="{FF2B5EF4-FFF2-40B4-BE49-F238E27FC236}">
                <a16:creationId xmlns:a16="http://schemas.microsoft.com/office/drawing/2014/main" id="{5916EBA9-BB42-48A0-9D43-997CDC2C0BDB}"/>
              </a:ext>
            </a:extLst>
          </p:cNvPr>
          <p:cNvSpPr>
            <a:spLocks noGrp="1"/>
          </p:cNvSpPr>
          <p:nvPr/>
        </p:nvSpPr>
        <p:spPr>
          <a:xfrm>
            <a:off x="298648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2" name="A1_bar_Cryo_12555">
            <a:extLst>
              <a:ext uri="{FF2B5EF4-FFF2-40B4-BE49-F238E27FC236}">
                <a16:creationId xmlns:a16="http://schemas.microsoft.com/office/drawing/2014/main" id="{D3DFF99F-7134-4F10-AA7C-2B975FF80E2E}"/>
              </a:ext>
            </a:extLst>
          </p:cNvPr>
          <p:cNvSpPr>
            <a:spLocks noGrp="1"/>
          </p:cNvSpPr>
          <p:nvPr/>
        </p:nvSpPr>
        <p:spPr>
          <a:xfrm>
            <a:off x="317280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3" name="A1_bar_Cryo_12556">
            <a:extLst>
              <a:ext uri="{FF2B5EF4-FFF2-40B4-BE49-F238E27FC236}">
                <a16:creationId xmlns:a16="http://schemas.microsoft.com/office/drawing/2014/main" id="{9450D107-8BD2-4D26-9D92-2B9ACD4F6DEF}"/>
              </a:ext>
            </a:extLst>
          </p:cNvPr>
          <p:cNvSpPr>
            <a:spLocks noGrp="1"/>
          </p:cNvSpPr>
          <p:nvPr/>
        </p:nvSpPr>
        <p:spPr>
          <a:xfrm>
            <a:off x="302202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4" name="A1_bar_Cryo_12557">
            <a:extLst>
              <a:ext uri="{FF2B5EF4-FFF2-40B4-BE49-F238E27FC236}">
                <a16:creationId xmlns:a16="http://schemas.microsoft.com/office/drawing/2014/main" id="{236BB03A-4A8D-4D22-9315-033D59FF9AA2}"/>
              </a:ext>
            </a:extLst>
          </p:cNvPr>
          <p:cNvSpPr>
            <a:spLocks noGrp="1"/>
          </p:cNvSpPr>
          <p:nvPr/>
        </p:nvSpPr>
        <p:spPr>
          <a:xfrm>
            <a:off x="2982908" y="37133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5" name="A1_bar_Cryo_12558">
            <a:extLst>
              <a:ext uri="{FF2B5EF4-FFF2-40B4-BE49-F238E27FC236}">
                <a16:creationId xmlns:a16="http://schemas.microsoft.com/office/drawing/2014/main" id="{F786F057-3A6F-4F3D-AFE0-3CC01E839CE8}"/>
              </a:ext>
            </a:extLst>
          </p:cNvPr>
          <p:cNvSpPr>
            <a:spLocks noGrp="1"/>
          </p:cNvSpPr>
          <p:nvPr/>
        </p:nvSpPr>
        <p:spPr>
          <a:xfrm>
            <a:off x="3207582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6" name="A1_bar_Cryo_12559">
            <a:extLst>
              <a:ext uri="{FF2B5EF4-FFF2-40B4-BE49-F238E27FC236}">
                <a16:creationId xmlns:a16="http://schemas.microsoft.com/office/drawing/2014/main" id="{D25E6911-8E66-44D0-840A-09FF44E39C85}"/>
              </a:ext>
            </a:extLst>
          </p:cNvPr>
          <p:cNvSpPr>
            <a:spLocks noGrp="1"/>
          </p:cNvSpPr>
          <p:nvPr/>
        </p:nvSpPr>
        <p:spPr>
          <a:xfrm>
            <a:off x="304611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7" name="A1_bar_Cryo_12560">
            <a:extLst>
              <a:ext uri="{FF2B5EF4-FFF2-40B4-BE49-F238E27FC236}">
                <a16:creationId xmlns:a16="http://schemas.microsoft.com/office/drawing/2014/main" id="{CE9D3F21-BBF1-4E41-B0F2-3D4CCC1BF435}"/>
              </a:ext>
            </a:extLst>
          </p:cNvPr>
          <p:cNvSpPr>
            <a:spLocks noGrp="1"/>
          </p:cNvSpPr>
          <p:nvPr/>
        </p:nvSpPr>
        <p:spPr>
          <a:xfrm>
            <a:off x="3089724" y="5157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8" name="A1_bar_Cryo_12561">
            <a:extLst>
              <a:ext uri="{FF2B5EF4-FFF2-40B4-BE49-F238E27FC236}">
                <a16:creationId xmlns:a16="http://schemas.microsoft.com/office/drawing/2014/main" id="{A6B3943F-2C60-4FF8-A8D5-80F779105312}"/>
              </a:ext>
            </a:extLst>
          </p:cNvPr>
          <p:cNvSpPr>
            <a:spLocks noGrp="1"/>
          </p:cNvSpPr>
          <p:nvPr/>
        </p:nvSpPr>
        <p:spPr>
          <a:xfrm>
            <a:off x="3002886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9" name="A1_bar_Cryo_12562">
            <a:extLst>
              <a:ext uri="{FF2B5EF4-FFF2-40B4-BE49-F238E27FC236}">
                <a16:creationId xmlns:a16="http://schemas.microsoft.com/office/drawing/2014/main" id="{E287F7E3-CFFC-4356-9345-3985C450BF02}"/>
              </a:ext>
            </a:extLst>
          </p:cNvPr>
          <p:cNvSpPr>
            <a:spLocks noGrp="1"/>
          </p:cNvSpPr>
          <p:nvPr/>
        </p:nvSpPr>
        <p:spPr>
          <a:xfrm>
            <a:off x="301071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0" name="A1_bar_Cryo_12563">
            <a:extLst>
              <a:ext uri="{FF2B5EF4-FFF2-40B4-BE49-F238E27FC236}">
                <a16:creationId xmlns:a16="http://schemas.microsoft.com/office/drawing/2014/main" id="{70D4D81B-2995-4BD6-A8BE-EAE171B55236}"/>
              </a:ext>
            </a:extLst>
          </p:cNvPr>
          <p:cNvSpPr>
            <a:spLocks noGrp="1"/>
          </p:cNvSpPr>
          <p:nvPr/>
        </p:nvSpPr>
        <p:spPr>
          <a:xfrm>
            <a:off x="3177820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1" name="A1_bar_Cryo_12564">
            <a:extLst>
              <a:ext uri="{FF2B5EF4-FFF2-40B4-BE49-F238E27FC236}">
                <a16:creationId xmlns:a16="http://schemas.microsoft.com/office/drawing/2014/main" id="{B42CF827-DE30-46C7-A0C0-155F0AF30260}"/>
              </a:ext>
            </a:extLst>
          </p:cNvPr>
          <p:cNvSpPr>
            <a:spLocks noGrp="1"/>
          </p:cNvSpPr>
          <p:nvPr/>
        </p:nvSpPr>
        <p:spPr>
          <a:xfrm>
            <a:off x="30880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2" name="A1_bar_Cryo_12565">
            <a:extLst>
              <a:ext uri="{FF2B5EF4-FFF2-40B4-BE49-F238E27FC236}">
                <a16:creationId xmlns:a16="http://schemas.microsoft.com/office/drawing/2014/main" id="{572FE099-6D8C-4FEE-A288-29AC907AE9DC}"/>
              </a:ext>
            </a:extLst>
          </p:cNvPr>
          <p:cNvSpPr>
            <a:spLocks noGrp="1"/>
          </p:cNvSpPr>
          <p:nvPr/>
        </p:nvSpPr>
        <p:spPr>
          <a:xfrm>
            <a:off x="3187946" y="3900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3" name="A1_bar_Cryo_12566">
            <a:extLst>
              <a:ext uri="{FF2B5EF4-FFF2-40B4-BE49-F238E27FC236}">
                <a16:creationId xmlns:a16="http://schemas.microsoft.com/office/drawing/2014/main" id="{CD8A3059-992B-41C7-9500-0251317CC577}"/>
              </a:ext>
            </a:extLst>
          </p:cNvPr>
          <p:cNvSpPr>
            <a:spLocks noGrp="1"/>
          </p:cNvSpPr>
          <p:nvPr/>
        </p:nvSpPr>
        <p:spPr>
          <a:xfrm>
            <a:off x="3135101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4" name="A1_bar_Cryo_12567">
            <a:extLst>
              <a:ext uri="{FF2B5EF4-FFF2-40B4-BE49-F238E27FC236}">
                <a16:creationId xmlns:a16="http://schemas.microsoft.com/office/drawing/2014/main" id="{A633175E-2094-4D63-984F-820B64DD8A18}"/>
              </a:ext>
            </a:extLst>
          </p:cNvPr>
          <p:cNvSpPr>
            <a:spLocks noGrp="1"/>
          </p:cNvSpPr>
          <p:nvPr/>
        </p:nvSpPr>
        <p:spPr>
          <a:xfrm>
            <a:off x="3029241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5" name="A1_bar_Cryo_12568">
            <a:extLst>
              <a:ext uri="{FF2B5EF4-FFF2-40B4-BE49-F238E27FC236}">
                <a16:creationId xmlns:a16="http://schemas.microsoft.com/office/drawing/2014/main" id="{76E6B3EF-A6A9-4183-AA7F-8565EC665653}"/>
              </a:ext>
            </a:extLst>
          </p:cNvPr>
          <p:cNvSpPr>
            <a:spLocks noGrp="1"/>
          </p:cNvSpPr>
          <p:nvPr/>
        </p:nvSpPr>
        <p:spPr>
          <a:xfrm>
            <a:off x="309493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6" name="A1_bar_Cryo_12569">
            <a:extLst>
              <a:ext uri="{FF2B5EF4-FFF2-40B4-BE49-F238E27FC236}">
                <a16:creationId xmlns:a16="http://schemas.microsoft.com/office/drawing/2014/main" id="{C459B7DE-419E-4944-9EAE-57831557ADD1}"/>
              </a:ext>
            </a:extLst>
          </p:cNvPr>
          <p:cNvSpPr>
            <a:spLocks noGrp="1"/>
          </p:cNvSpPr>
          <p:nvPr/>
        </p:nvSpPr>
        <p:spPr>
          <a:xfrm>
            <a:off x="3111755" y="4854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7" name="A1_bar_Cryo_12570">
            <a:extLst>
              <a:ext uri="{FF2B5EF4-FFF2-40B4-BE49-F238E27FC236}">
                <a16:creationId xmlns:a16="http://schemas.microsoft.com/office/drawing/2014/main" id="{86B1C57C-24B7-4A1D-9F34-57BFF065B5BE}"/>
              </a:ext>
            </a:extLst>
          </p:cNvPr>
          <p:cNvSpPr>
            <a:spLocks noGrp="1"/>
          </p:cNvSpPr>
          <p:nvPr/>
        </p:nvSpPr>
        <p:spPr>
          <a:xfrm>
            <a:off x="306653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8" name="A1_bar_Cryo_12571">
            <a:extLst>
              <a:ext uri="{FF2B5EF4-FFF2-40B4-BE49-F238E27FC236}">
                <a16:creationId xmlns:a16="http://schemas.microsoft.com/office/drawing/2014/main" id="{17E4E6F6-EB9D-4403-A969-8FABC3825936}"/>
              </a:ext>
            </a:extLst>
          </p:cNvPr>
          <p:cNvSpPr>
            <a:spLocks noGrp="1"/>
          </p:cNvSpPr>
          <p:nvPr/>
        </p:nvSpPr>
        <p:spPr>
          <a:xfrm>
            <a:off x="31821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9" name="A1_bar_Cryo_12572">
            <a:extLst>
              <a:ext uri="{FF2B5EF4-FFF2-40B4-BE49-F238E27FC236}">
                <a16:creationId xmlns:a16="http://schemas.microsoft.com/office/drawing/2014/main" id="{AFF71A9E-D05D-42B0-94BB-70D46C68F90E}"/>
              </a:ext>
            </a:extLst>
          </p:cNvPr>
          <p:cNvSpPr>
            <a:spLocks noGrp="1"/>
          </p:cNvSpPr>
          <p:nvPr/>
        </p:nvSpPr>
        <p:spPr>
          <a:xfrm>
            <a:off x="311944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0" name="A1_bar_Cryo_12573">
            <a:extLst>
              <a:ext uri="{FF2B5EF4-FFF2-40B4-BE49-F238E27FC236}">
                <a16:creationId xmlns:a16="http://schemas.microsoft.com/office/drawing/2014/main" id="{A41DA5AE-9616-46BB-BEF3-0F359984595A}"/>
              </a:ext>
            </a:extLst>
          </p:cNvPr>
          <p:cNvSpPr>
            <a:spLocks noGrp="1"/>
          </p:cNvSpPr>
          <p:nvPr/>
        </p:nvSpPr>
        <p:spPr>
          <a:xfrm>
            <a:off x="298773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1" name="A1_bar_Cryo_12574">
            <a:extLst>
              <a:ext uri="{FF2B5EF4-FFF2-40B4-BE49-F238E27FC236}">
                <a16:creationId xmlns:a16="http://schemas.microsoft.com/office/drawing/2014/main" id="{9023A1D5-8F4A-4EFE-8CD5-E37E34660CCB}"/>
              </a:ext>
            </a:extLst>
          </p:cNvPr>
          <p:cNvSpPr>
            <a:spLocks noGrp="1"/>
          </p:cNvSpPr>
          <p:nvPr/>
        </p:nvSpPr>
        <p:spPr>
          <a:xfrm>
            <a:off x="3130754" y="4207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2" name="A1_bar_Cryo_12575">
            <a:extLst>
              <a:ext uri="{FF2B5EF4-FFF2-40B4-BE49-F238E27FC236}">
                <a16:creationId xmlns:a16="http://schemas.microsoft.com/office/drawing/2014/main" id="{2D69F88C-3EB0-4E77-9E45-94A5B8AB0512}"/>
              </a:ext>
            </a:extLst>
          </p:cNvPr>
          <p:cNvSpPr>
            <a:spLocks noGrp="1"/>
          </p:cNvSpPr>
          <p:nvPr/>
        </p:nvSpPr>
        <p:spPr>
          <a:xfrm>
            <a:off x="3069323" y="31128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3" name="A1_bar_Cryo_12576">
            <a:extLst>
              <a:ext uri="{FF2B5EF4-FFF2-40B4-BE49-F238E27FC236}">
                <a16:creationId xmlns:a16="http://schemas.microsoft.com/office/drawing/2014/main" id="{7F78AEFC-F153-48B4-9576-45914FC4A701}"/>
              </a:ext>
            </a:extLst>
          </p:cNvPr>
          <p:cNvSpPr>
            <a:spLocks noGrp="1"/>
          </p:cNvSpPr>
          <p:nvPr/>
        </p:nvSpPr>
        <p:spPr>
          <a:xfrm>
            <a:off x="3151819" y="54585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4" name="A1_bar_Cryo_12577">
            <a:extLst>
              <a:ext uri="{FF2B5EF4-FFF2-40B4-BE49-F238E27FC236}">
                <a16:creationId xmlns:a16="http://schemas.microsoft.com/office/drawing/2014/main" id="{2E9EF230-FBA8-483B-89E0-EBB76E97407B}"/>
              </a:ext>
            </a:extLst>
          </p:cNvPr>
          <p:cNvSpPr>
            <a:spLocks noGrp="1"/>
          </p:cNvSpPr>
          <p:nvPr/>
        </p:nvSpPr>
        <p:spPr>
          <a:xfrm>
            <a:off x="313189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5" name="A1_bar_Cryo_12578">
            <a:extLst>
              <a:ext uri="{FF2B5EF4-FFF2-40B4-BE49-F238E27FC236}">
                <a16:creationId xmlns:a16="http://schemas.microsoft.com/office/drawing/2014/main" id="{7A3FA80D-79D4-427B-B87D-4694B5648248}"/>
              </a:ext>
            </a:extLst>
          </p:cNvPr>
          <p:cNvSpPr>
            <a:spLocks noGrp="1"/>
          </p:cNvSpPr>
          <p:nvPr/>
        </p:nvSpPr>
        <p:spPr>
          <a:xfrm>
            <a:off x="31219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6" name="A1_bar_Cryo_12579">
            <a:extLst>
              <a:ext uri="{FF2B5EF4-FFF2-40B4-BE49-F238E27FC236}">
                <a16:creationId xmlns:a16="http://schemas.microsoft.com/office/drawing/2014/main" id="{7D2F3AD0-66AD-425D-B1B7-978AE47482C2}"/>
              </a:ext>
            </a:extLst>
          </p:cNvPr>
          <p:cNvSpPr>
            <a:spLocks noGrp="1"/>
          </p:cNvSpPr>
          <p:nvPr/>
        </p:nvSpPr>
        <p:spPr>
          <a:xfrm>
            <a:off x="3103806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7" name="A1_bar_Cryo_12580">
            <a:extLst>
              <a:ext uri="{FF2B5EF4-FFF2-40B4-BE49-F238E27FC236}">
                <a16:creationId xmlns:a16="http://schemas.microsoft.com/office/drawing/2014/main" id="{73FD4100-FC49-4028-9E1A-7C3E50091F34}"/>
              </a:ext>
            </a:extLst>
          </p:cNvPr>
          <p:cNvSpPr>
            <a:spLocks noGrp="1"/>
          </p:cNvSpPr>
          <p:nvPr/>
        </p:nvSpPr>
        <p:spPr>
          <a:xfrm>
            <a:off x="312051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8" name="A1_bar_Cryo_12581">
            <a:extLst>
              <a:ext uri="{FF2B5EF4-FFF2-40B4-BE49-F238E27FC236}">
                <a16:creationId xmlns:a16="http://schemas.microsoft.com/office/drawing/2014/main" id="{42D63B6E-6A18-4C1D-8523-468823FDD964}"/>
              </a:ext>
            </a:extLst>
          </p:cNvPr>
          <p:cNvSpPr>
            <a:spLocks noGrp="1"/>
          </p:cNvSpPr>
          <p:nvPr/>
        </p:nvSpPr>
        <p:spPr>
          <a:xfrm>
            <a:off x="30066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9" name="A1_bar_Cryo_12582">
            <a:extLst>
              <a:ext uri="{FF2B5EF4-FFF2-40B4-BE49-F238E27FC236}">
                <a16:creationId xmlns:a16="http://schemas.microsoft.com/office/drawing/2014/main" id="{43F3C82C-58BB-4865-A0B9-9F5E2FC7D01D}"/>
              </a:ext>
            </a:extLst>
          </p:cNvPr>
          <p:cNvSpPr>
            <a:spLocks noGrp="1"/>
          </p:cNvSpPr>
          <p:nvPr/>
        </p:nvSpPr>
        <p:spPr>
          <a:xfrm>
            <a:off x="298690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0" name="A1_bar_Cryo_12583">
            <a:extLst>
              <a:ext uri="{FF2B5EF4-FFF2-40B4-BE49-F238E27FC236}">
                <a16:creationId xmlns:a16="http://schemas.microsoft.com/office/drawing/2014/main" id="{6AB6C659-E1DA-4DD4-8395-74BE29698754}"/>
              </a:ext>
            </a:extLst>
          </p:cNvPr>
          <p:cNvSpPr>
            <a:spLocks noGrp="1"/>
          </p:cNvSpPr>
          <p:nvPr/>
        </p:nvSpPr>
        <p:spPr>
          <a:xfrm>
            <a:off x="3069749" y="60791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1" name="A1_bar_Cryo_12584">
            <a:extLst>
              <a:ext uri="{FF2B5EF4-FFF2-40B4-BE49-F238E27FC236}">
                <a16:creationId xmlns:a16="http://schemas.microsoft.com/office/drawing/2014/main" id="{54E93647-1DC6-42CE-8A29-F86092E3FC08}"/>
              </a:ext>
            </a:extLst>
          </p:cNvPr>
          <p:cNvSpPr>
            <a:spLocks noGrp="1"/>
          </p:cNvSpPr>
          <p:nvPr/>
        </p:nvSpPr>
        <p:spPr>
          <a:xfrm>
            <a:off x="3198232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2" name="A1_bar_Cryo_12585">
            <a:extLst>
              <a:ext uri="{FF2B5EF4-FFF2-40B4-BE49-F238E27FC236}">
                <a16:creationId xmlns:a16="http://schemas.microsoft.com/office/drawing/2014/main" id="{44843B90-EDAE-4E4D-BA4C-29F323701BB5}"/>
              </a:ext>
            </a:extLst>
          </p:cNvPr>
          <p:cNvSpPr>
            <a:spLocks noGrp="1"/>
          </p:cNvSpPr>
          <p:nvPr/>
        </p:nvSpPr>
        <p:spPr>
          <a:xfrm>
            <a:off x="305207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3" name="A1_bar_Cryo_12586">
            <a:extLst>
              <a:ext uri="{FF2B5EF4-FFF2-40B4-BE49-F238E27FC236}">
                <a16:creationId xmlns:a16="http://schemas.microsoft.com/office/drawing/2014/main" id="{5290A1F3-3C80-44F2-AA14-3A4D8897AB90}"/>
              </a:ext>
            </a:extLst>
          </p:cNvPr>
          <p:cNvSpPr>
            <a:spLocks noGrp="1"/>
          </p:cNvSpPr>
          <p:nvPr/>
        </p:nvSpPr>
        <p:spPr>
          <a:xfrm>
            <a:off x="304765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4" name="A1_bar_Cryo_12587">
            <a:extLst>
              <a:ext uri="{FF2B5EF4-FFF2-40B4-BE49-F238E27FC236}">
                <a16:creationId xmlns:a16="http://schemas.microsoft.com/office/drawing/2014/main" id="{DF33D7B0-3C81-4059-B659-1283255A8C68}"/>
              </a:ext>
            </a:extLst>
          </p:cNvPr>
          <p:cNvSpPr>
            <a:spLocks noGrp="1"/>
          </p:cNvSpPr>
          <p:nvPr/>
        </p:nvSpPr>
        <p:spPr>
          <a:xfrm>
            <a:off x="3090229" y="4790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5" name="A1_bar_Cryo_12588">
            <a:extLst>
              <a:ext uri="{FF2B5EF4-FFF2-40B4-BE49-F238E27FC236}">
                <a16:creationId xmlns:a16="http://schemas.microsoft.com/office/drawing/2014/main" id="{20A92431-1FDE-4E16-BC60-93042079A130}"/>
              </a:ext>
            </a:extLst>
          </p:cNvPr>
          <p:cNvSpPr>
            <a:spLocks noGrp="1"/>
          </p:cNvSpPr>
          <p:nvPr/>
        </p:nvSpPr>
        <p:spPr>
          <a:xfrm>
            <a:off x="306731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6" name="A1_bar_Cryo_12589">
            <a:extLst>
              <a:ext uri="{FF2B5EF4-FFF2-40B4-BE49-F238E27FC236}">
                <a16:creationId xmlns:a16="http://schemas.microsoft.com/office/drawing/2014/main" id="{988EB928-0522-4D0D-A238-C282CAE77AAB}"/>
              </a:ext>
            </a:extLst>
          </p:cNvPr>
          <p:cNvSpPr>
            <a:spLocks noGrp="1"/>
          </p:cNvSpPr>
          <p:nvPr/>
        </p:nvSpPr>
        <p:spPr>
          <a:xfrm>
            <a:off x="3093937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7" name="A1_bar_Cryo_12590">
            <a:extLst>
              <a:ext uri="{FF2B5EF4-FFF2-40B4-BE49-F238E27FC236}">
                <a16:creationId xmlns:a16="http://schemas.microsoft.com/office/drawing/2014/main" id="{4EC73F3E-25CB-4710-962B-EE35335235DC}"/>
              </a:ext>
            </a:extLst>
          </p:cNvPr>
          <p:cNvSpPr>
            <a:spLocks noGrp="1"/>
          </p:cNvSpPr>
          <p:nvPr/>
        </p:nvSpPr>
        <p:spPr>
          <a:xfrm>
            <a:off x="3230966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8" name="A1_bar_Cryo_12591">
            <a:extLst>
              <a:ext uri="{FF2B5EF4-FFF2-40B4-BE49-F238E27FC236}">
                <a16:creationId xmlns:a16="http://schemas.microsoft.com/office/drawing/2014/main" id="{23E7A8D2-9403-4618-99F4-2B1B57C1D04C}"/>
              </a:ext>
            </a:extLst>
          </p:cNvPr>
          <p:cNvSpPr>
            <a:spLocks noGrp="1"/>
          </p:cNvSpPr>
          <p:nvPr/>
        </p:nvSpPr>
        <p:spPr>
          <a:xfrm>
            <a:off x="298198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9" name="A1_bar_Cryo_12592">
            <a:extLst>
              <a:ext uri="{FF2B5EF4-FFF2-40B4-BE49-F238E27FC236}">
                <a16:creationId xmlns:a16="http://schemas.microsoft.com/office/drawing/2014/main" id="{84A03DD6-B615-4BB0-B4B9-88338585DF87}"/>
              </a:ext>
            </a:extLst>
          </p:cNvPr>
          <p:cNvSpPr>
            <a:spLocks noGrp="1"/>
          </p:cNvSpPr>
          <p:nvPr/>
        </p:nvSpPr>
        <p:spPr>
          <a:xfrm>
            <a:off x="3066409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0" name="A1_bar_Cryo_12593">
            <a:extLst>
              <a:ext uri="{FF2B5EF4-FFF2-40B4-BE49-F238E27FC236}">
                <a16:creationId xmlns:a16="http://schemas.microsoft.com/office/drawing/2014/main" id="{D7C815FA-3A76-4EEA-B8C3-A84D5C86949C}"/>
              </a:ext>
            </a:extLst>
          </p:cNvPr>
          <p:cNvSpPr>
            <a:spLocks noGrp="1"/>
          </p:cNvSpPr>
          <p:nvPr/>
        </p:nvSpPr>
        <p:spPr>
          <a:xfrm>
            <a:off x="298970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1" name="A1_bar_Cryo_12594">
            <a:extLst>
              <a:ext uri="{FF2B5EF4-FFF2-40B4-BE49-F238E27FC236}">
                <a16:creationId xmlns:a16="http://schemas.microsoft.com/office/drawing/2014/main" id="{352894EF-7278-496C-9A47-81C6813F911E}"/>
              </a:ext>
            </a:extLst>
          </p:cNvPr>
          <p:cNvSpPr>
            <a:spLocks noGrp="1"/>
          </p:cNvSpPr>
          <p:nvPr/>
        </p:nvSpPr>
        <p:spPr>
          <a:xfrm>
            <a:off x="298104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2" name="A1_bar_Cryo_12595">
            <a:extLst>
              <a:ext uri="{FF2B5EF4-FFF2-40B4-BE49-F238E27FC236}">
                <a16:creationId xmlns:a16="http://schemas.microsoft.com/office/drawing/2014/main" id="{CC1ACE21-8B0A-4A94-82D0-244795772851}"/>
              </a:ext>
            </a:extLst>
          </p:cNvPr>
          <p:cNvSpPr>
            <a:spLocks noGrp="1"/>
          </p:cNvSpPr>
          <p:nvPr/>
        </p:nvSpPr>
        <p:spPr>
          <a:xfrm>
            <a:off x="2990699" y="51054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3" name="A1_bar_Cryo_12596">
            <a:extLst>
              <a:ext uri="{FF2B5EF4-FFF2-40B4-BE49-F238E27FC236}">
                <a16:creationId xmlns:a16="http://schemas.microsoft.com/office/drawing/2014/main" id="{C195933F-FA3E-4BA9-9428-2887107BCBF6}"/>
              </a:ext>
            </a:extLst>
          </p:cNvPr>
          <p:cNvSpPr>
            <a:spLocks noGrp="1"/>
          </p:cNvSpPr>
          <p:nvPr/>
        </p:nvSpPr>
        <p:spPr>
          <a:xfrm>
            <a:off x="300363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4" name="A1_bar_Cryo_12597">
            <a:extLst>
              <a:ext uri="{FF2B5EF4-FFF2-40B4-BE49-F238E27FC236}">
                <a16:creationId xmlns:a16="http://schemas.microsoft.com/office/drawing/2014/main" id="{47E3302F-2A17-4762-A1C4-5E3729BA1773}"/>
              </a:ext>
            </a:extLst>
          </p:cNvPr>
          <p:cNvSpPr>
            <a:spLocks noGrp="1"/>
          </p:cNvSpPr>
          <p:nvPr/>
        </p:nvSpPr>
        <p:spPr>
          <a:xfrm>
            <a:off x="3196646" y="51190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5" name="A1_bar_Cryo_12598">
            <a:extLst>
              <a:ext uri="{FF2B5EF4-FFF2-40B4-BE49-F238E27FC236}">
                <a16:creationId xmlns:a16="http://schemas.microsoft.com/office/drawing/2014/main" id="{53089B84-F77F-4860-91D5-696E36C0A7D9}"/>
              </a:ext>
            </a:extLst>
          </p:cNvPr>
          <p:cNvSpPr>
            <a:spLocks noGrp="1"/>
          </p:cNvSpPr>
          <p:nvPr/>
        </p:nvSpPr>
        <p:spPr>
          <a:xfrm>
            <a:off x="3184056" y="58425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6" name="A1_bar_Cryo_12599">
            <a:extLst>
              <a:ext uri="{FF2B5EF4-FFF2-40B4-BE49-F238E27FC236}">
                <a16:creationId xmlns:a16="http://schemas.microsoft.com/office/drawing/2014/main" id="{946DFEC7-ADF9-49C3-912A-ED33548D56A7}"/>
              </a:ext>
            </a:extLst>
          </p:cNvPr>
          <p:cNvSpPr>
            <a:spLocks noGrp="1"/>
          </p:cNvSpPr>
          <p:nvPr/>
        </p:nvSpPr>
        <p:spPr>
          <a:xfrm>
            <a:off x="3070824" y="40154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7" name="A1_bar_Cryo_12600">
            <a:extLst>
              <a:ext uri="{FF2B5EF4-FFF2-40B4-BE49-F238E27FC236}">
                <a16:creationId xmlns:a16="http://schemas.microsoft.com/office/drawing/2014/main" id="{5F84EE45-FAB9-46F1-8DE4-86C08301D3EF}"/>
              </a:ext>
            </a:extLst>
          </p:cNvPr>
          <p:cNvSpPr>
            <a:spLocks noGrp="1"/>
          </p:cNvSpPr>
          <p:nvPr/>
        </p:nvSpPr>
        <p:spPr>
          <a:xfrm>
            <a:off x="306213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8" name="A1_bar_Cryo_12601">
            <a:extLst>
              <a:ext uri="{FF2B5EF4-FFF2-40B4-BE49-F238E27FC236}">
                <a16:creationId xmlns:a16="http://schemas.microsoft.com/office/drawing/2014/main" id="{D71C3A94-6851-494F-885F-0BC8AF0F620D}"/>
              </a:ext>
            </a:extLst>
          </p:cNvPr>
          <p:cNvSpPr>
            <a:spLocks noGrp="1"/>
          </p:cNvSpPr>
          <p:nvPr/>
        </p:nvSpPr>
        <p:spPr>
          <a:xfrm>
            <a:off x="318417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9" name="A1_bar_Cryo_12602">
            <a:extLst>
              <a:ext uri="{FF2B5EF4-FFF2-40B4-BE49-F238E27FC236}">
                <a16:creationId xmlns:a16="http://schemas.microsoft.com/office/drawing/2014/main" id="{84B53ADE-204E-450D-9454-CBB9C0E34EF8}"/>
              </a:ext>
            </a:extLst>
          </p:cNvPr>
          <p:cNvSpPr>
            <a:spLocks noGrp="1"/>
          </p:cNvSpPr>
          <p:nvPr/>
        </p:nvSpPr>
        <p:spPr>
          <a:xfrm>
            <a:off x="321307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0" name="A1_bar_Cryo_12603">
            <a:extLst>
              <a:ext uri="{FF2B5EF4-FFF2-40B4-BE49-F238E27FC236}">
                <a16:creationId xmlns:a16="http://schemas.microsoft.com/office/drawing/2014/main" id="{F4335BF4-0D5E-4B77-BF7D-BD907003D368}"/>
              </a:ext>
            </a:extLst>
          </p:cNvPr>
          <p:cNvSpPr>
            <a:spLocks noGrp="1"/>
          </p:cNvSpPr>
          <p:nvPr/>
        </p:nvSpPr>
        <p:spPr>
          <a:xfrm>
            <a:off x="319028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1" name="A1_bar_Cryo_12604">
            <a:extLst>
              <a:ext uri="{FF2B5EF4-FFF2-40B4-BE49-F238E27FC236}">
                <a16:creationId xmlns:a16="http://schemas.microsoft.com/office/drawing/2014/main" id="{CBAB64DE-D89F-4A79-9F92-AE7A8931A30F}"/>
              </a:ext>
            </a:extLst>
          </p:cNvPr>
          <p:cNvSpPr>
            <a:spLocks noGrp="1"/>
          </p:cNvSpPr>
          <p:nvPr/>
        </p:nvSpPr>
        <p:spPr>
          <a:xfrm>
            <a:off x="302699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2" name="A1_bar_Cryo_12605">
            <a:extLst>
              <a:ext uri="{FF2B5EF4-FFF2-40B4-BE49-F238E27FC236}">
                <a16:creationId xmlns:a16="http://schemas.microsoft.com/office/drawing/2014/main" id="{3AF98F0E-D927-4098-B6C4-854E05F75B34}"/>
              </a:ext>
            </a:extLst>
          </p:cNvPr>
          <p:cNvSpPr>
            <a:spLocks noGrp="1"/>
          </p:cNvSpPr>
          <p:nvPr/>
        </p:nvSpPr>
        <p:spPr>
          <a:xfrm>
            <a:off x="312414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3" name="A1_bar_Cryo_12606">
            <a:extLst>
              <a:ext uri="{FF2B5EF4-FFF2-40B4-BE49-F238E27FC236}">
                <a16:creationId xmlns:a16="http://schemas.microsoft.com/office/drawing/2014/main" id="{A086C5E9-0E05-4E8A-B5B9-2E2FD0911D51}"/>
              </a:ext>
            </a:extLst>
          </p:cNvPr>
          <p:cNvSpPr>
            <a:spLocks noGrp="1"/>
          </p:cNvSpPr>
          <p:nvPr/>
        </p:nvSpPr>
        <p:spPr>
          <a:xfrm>
            <a:off x="3211354" y="3908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4" name="A1_bar_Cryo_12607">
            <a:extLst>
              <a:ext uri="{FF2B5EF4-FFF2-40B4-BE49-F238E27FC236}">
                <a16:creationId xmlns:a16="http://schemas.microsoft.com/office/drawing/2014/main" id="{0B73813E-DDC6-45C4-9F7E-5685E8358631}"/>
              </a:ext>
            </a:extLst>
          </p:cNvPr>
          <p:cNvSpPr>
            <a:spLocks noGrp="1"/>
          </p:cNvSpPr>
          <p:nvPr/>
        </p:nvSpPr>
        <p:spPr>
          <a:xfrm>
            <a:off x="3224189" y="54334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5" name="A1_bar_Cryo_12608">
            <a:extLst>
              <a:ext uri="{FF2B5EF4-FFF2-40B4-BE49-F238E27FC236}">
                <a16:creationId xmlns:a16="http://schemas.microsoft.com/office/drawing/2014/main" id="{7E7A09DC-50EE-4047-BEE2-5E3BF7D083F3}"/>
              </a:ext>
            </a:extLst>
          </p:cNvPr>
          <p:cNvSpPr>
            <a:spLocks noGrp="1"/>
          </p:cNvSpPr>
          <p:nvPr/>
        </p:nvSpPr>
        <p:spPr>
          <a:xfrm>
            <a:off x="3164163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6" name="A1_bar_Cryo_12609">
            <a:extLst>
              <a:ext uri="{FF2B5EF4-FFF2-40B4-BE49-F238E27FC236}">
                <a16:creationId xmlns:a16="http://schemas.microsoft.com/office/drawing/2014/main" id="{9404143F-C76C-41C3-9679-1A44CF7436AC}"/>
              </a:ext>
            </a:extLst>
          </p:cNvPr>
          <p:cNvSpPr>
            <a:spLocks noGrp="1"/>
          </p:cNvSpPr>
          <p:nvPr/>
        </p:nvSpPr>
        <p:spPr>
          <a:xfrm>
            <a:off x="3075050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7" name="A1_bar_Cryo_12610">
            <a:extLst>
              <a:ext uri="{FF2B5EF4-FFF2-40B4-BE49-F238E27FC236}">
                <a16:creationId xmlns:a16="http://schemas.microsoft.com/office/drawing/2014/main" id="{08AC823F-311D-46CB-93DD-35A85E1C1242}"/>
              </a:ext>
            </a:extLst>
          </p:cNvPr>
          <p:cNvSpPr>
            <a:spLocks noGrp="1"/>
          </p:cNvSpPr>
          <p:nvPr/>
        </p:nvSpPr>
        <p:spPr>
          <a:xfrm>
            <a:off x="3176205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8" name="A1_bar_Cryo_12611">
            <a:extLst>
              <a:ext uri="{FF2B5EF4-FFF2-40B4-BE49-F238E27FC236}">
                <a16:creationId xmlns:a16="http://schemas.microsoft.com/office/drawing/2014/main" id="{988B023C-BD91-4446-A680-3FFD0855DE6F}"/>
              </a:ext>
            </a:extLst>
          </p:cNvPr>
          <p:cNvSpPr>
            <a:spLocks noGrp="1"/>
          </p:cNvSpPr>
          <p:nvPr/>
        </p:nvSpPr>
        <p:spPr>
          <a:xfrm>
            <a:off x="3154072" y="51536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9" name="A1_bar_Cryo_12612">
            <a:extLst>
              <a:ext uri="{FF2B5EF4-FFF2-40B4-BE49-F238E27FC236}">
                <a16:creationId xmlns:a16="http://schemas.microsoft.com/office/drawing/2014/main" id="{D5D52D05-3921-4AEB-926F-AD9A9228144E}"/>
              </a:ext>
            </a:extLst>
          </p:cNvPr>
          <p:cNvSpPr>
            <a:spLocks noGrp="1"/>
          </p:cNvSpPr>
          <p:nvPr/>
        </p:nvSpPr>
        <p:spPr>
          <a:xfrm>
            <a:off x="3231316" y="42094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0" name="A1_bar_Cryo_12613">
            <a:extLst>
              <a:ext uri="{FF2B5EF4-FFF2-40B4-BE49-F238E27FC236}">
                <a16:creationId xmlns:a16="http://schemas.microsoft.com/office/drawing/2014/main" id="{B543E40A-3992-4D05-81CD-5CB95CDC2287}"/>
              </a:ext>
            </a:extLst>
          </p:cNvPr>
          <p:cNvSpPr>
            <a:spLocks noGrp="1"/>
          </p:cNvSpPr>
          <p:nvPr/>
        </p:nvSpPr>
        <p:spPr>
          <a:xfrm>
            <a:off x="302511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1" name="A1_bar_Cryo_12614">
            <a:extLst>
              <a:ext uri="{FF2B5EF4-FFF2-40B4-BE49-F238E27FC236}">
                <a16:creationId xmlns:a16="http://schemas.microsoft.com/office/drawing/2014/main" id="{BBA11212-B250-446A-87B6-6A900F5FEC50}"/>
              </a:ext>
            </a:extLst>
          </p:cNvPr>
          <p:cNvSpPr>
            <a:spLocks noGrp="1"/>
          </p:cNvSpPr>
          <p:nvPr/>
        </p:nvSpPr>
        <p:spPr>
          <a:xfrm>
            <a:off x="31580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2" name="A1_bar_Cryo_12615">
            <a:extLst>
              <a:ext uri="{FF2B5EF4-FFF2-40B4-BE49-F238E27FC236}">
                <a16:creationId xmlns:a16="http://schemas.microsoft.com/office/drawing/2014/main" id="{49B0627F-F5F7-43DE-8FEC-940EB7113ADD}"/>
              </a:ext>
            </a:extLst>
          </p:cNvPr>
          <p:cNvSpPr>
            <a:spLocks noGrp="1"/>
          </p:cNvSpPr>
          <p:nvPr/>
        </p:nvSpPr>
        <p:spPr>
          <a:xfrm>
            <a:off x="3150148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3" name="A1_bar_Cryo_12616">
            <a:extLst>
              <a:ext uri="{FF2B5EF4-FFF2-40B4-BE49-F238E27FC236}">
                <a16:creationId xmlns:a16="http://schemas.microsoft.com/office/drawing/2014/main" id="{F89E59B9-FB8D-4AD9-B6D3-3A6546C3FE7A}"/>
              </a:ext>
            </a:extLst>
          </p:cNvPr>
          <p:cNvSpPr>
            <a:spLocks noGrp="1"/>
          </p:cNvSpPr>
          <p:nvPr/>
        </p:nvSpPr>
        <p:spPr>
          <a:xfrm>
            <a:off x="31012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4" name="A1_bar_Cryo_12617">
            <a:extLst>
              <a:ext uri="{FF2B5EF4-FFF2-40B4-BE49-F238E27FC236}">
                <a16:creationId xmlns:a16="http://schemas.microsoft.com/office/drawing/2014/main" id="{77E19D24-25E7-40D1-926D-BE46ECEBC9F9}"/>
              </a:ext>
            </a:extLst>
          </p:cNvPr>
          <p:cNvSpPr>
            <a:spLocks noGrp="1"/>
          </p:cNvSpPr>
          <p:nvPr/>
        </p:nvSpPr>
        <p:spPr>
          <a:xfrm>
            <a:off x="3088864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5" name="A1_bar_Cryo_12618">
            <a:extLst>
              <a:ext uri="{FF2B5EF4-FFF2-40B4-BE49-F238E27FC236}">
                <a16:creationId xmlns:a16="http://schemas.microsoft.com/office/drawing/2014/main" id="{7D3C8C6D-A274-49DF-99D2-24FD741BBB1C}"/>
              </a:ext>
            </a:extLst>
          </p:cNvPr>
          <p:cNvSpPr>
            <a:spLocks noGrp="1"/>
          </p:cNvSpPr>
          <p:nvPr/>
        </p:nvSpPr>
        <p:spPr>
          <a:xfrm>
            <a:off x="3154532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6" name="A1_bar_Cryo_12619">
            <a:extLst>
              <a:ext uri="{FF2B5EF4-FFF2-40B4-BE49-F238E27FC236}">
                <a16:creationId xmlns:a16="http://schemas.microsoft.com/office/drawing/2014/main" id="{10C159AA-32E3-4CD7-8D8A-973050589606}"/>
              </a:ext>
            </a:extLst>
          </p:cNvPr>
          <p:cNvSpPr>
            <a:spLocks noGrp="1"/>
          </p:cNvSpPr>
          <p:nvPr/>
        </p:nvSpPr>
        <p:spPr>
          <a:xfrm>
            <a:off x="3021762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7" name="A1_bar_Cryo_12620">
            <a:extLst>
              <a:ext uri="{FF2B5EF4-FFF2-40B4-BE49-F238E27FC236}">
                <a16:creationId xmlns:a16="http://schemas.microsoft.com/office/drawing/2014/main" id="{B304FF38-630B-4B27-94A3-14008DB747F5}"/>
              </a:ext>
            </a:extLst>
          </p:cNvPr>
          <p:cNvSpPr>
            <a:spLocks noGrp="1"/>
          </p:cNvSpPr>
          <p:nvPr/>
        </p:nvSpPr>
        <p:spPr>
          <a:xfrm>
            <a:off x="304566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8" name="A1_bar_Cryo_12621">
            <a:extLst>
              <a:ext uri="{FF2B5EF4-FFF2-40B4-BE49-F238E27FC236}">
                <a16:creationId xmlns:a16="http://schemas.microsoft.com/office/drawing/2014/main" id="{5FD4EC8B-FF4D-42EB-BCD3-89D43FA1E80A}"/>
              </a:ext>
            </a:extLst>
          </p:cNvPr>
          <p:cNvSpPr>
            <a:spLocks noGrp="1"/>
          </p:cNvSpPr>
          <p:nvPr/>
        </p:nvSpPr>
        <p:spPr>
          <a:xfrm>
            <a:off x="3162693" y="46471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9" name="A1_bar_Cryo_12622">
            <a:extLst>
              <a:ext uri="{FF2B5EF4-FFF2-40B4-BE49-F238E27FC236}">
                <a16:creationId xmlns:a16="http://schemas.microsoft.com/office/drawing/2014/main" id="{93D046FA-61D4-4C53-A685-E8E94D5F569B}"/>
              </a:ext>
            </a:extLst>
          </p:cNvPr>
          <p:cNvSpPr>
            <a:spLocks noGrp="1"/>
          </p:cNvSpPr>
          <p:nvPr/>
        </p:nvSpPr>
        <p:spPr>
          <a:xfrm>
            <a:off x="3158153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0" name="A1_bar_Cryo_12623">
            <a:extLst>
              <a:ext uri="{FF2B5EF4-FFF2-40B4-BE49-F238E27FC236}">
                <a16:creationId xmlns:a16="http://schemas.microsoft.com/office/drawing/2014/main" id="{AFA3B6EA-FFB9-49AE-8D7C-2981696781D9}"/>
              </a:ext>
            </a:extLst>
          </p:cNvPr>
          <p:cNvSpPr>
            <a:spLocks noGrp="1"/>
          </p:cNvSpPr>
          <p:nvPr/>
        </p:nvSpPr>
        <p:spPr>
          <a:xfrm>
            <a:off x="308642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1" name="A1_bar_Cryo_12624">
            <a:extLst>
              <a:ext uri="{FF2B5EF4-FFF2-40B4-BE49-F238E27FC236}">
                <a16:creationId xmlns:a16="http://schemas.microsoft.com/office/drawing/2014/main" id="{E5A1410C-57C4-490E-AC43-936D3D1D79BD}"/>
              </a:ext>
            </a:extLst>
          </p:cNvPr>
          <p:cNvSpPr>
            <a:spLocks noGrp="1"/>
          </p:cNvSpPr>
          <p:nvPr/>
        </p:nvSpPr>
        <p:spPr>
          <a:xfrm>
            <a:off x="3057051" y="53755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2" name="A1_bar_Cryo_12625">
            <a:extLst>
              <a:ext uri="{FF2B5EF4-FFF2-40B4-BE49-F238E27FC236}">
                <a16:creationId xmlns:a16="http://schemas.microsoft.com/office/drawing/2014/main" id="{A5F7B06C-3F0A-45E6-B31E-86629292488A}"/>
              </a:ext>
            </a:extLst>
          </p:cNvPr>
          <p:cNvSpPr>
            <a:spLocks noGrp="1"/>
          </p:cNvSpPr>
          <p:nvPr/>
        </p:nvSpPr>
        <p:spPr>
          <a:xfrm>
            <a:off x="3075223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3" name="A1_bar_Cryo_12626">
            <a:extLst>
              <a:ext uri="{FF2B5EF4-FFF2-40B4-BE49-F238E27FC236}">
                <a16:creationId xmlns:a16="http://schemas.microsoft.com/office/drawing/2014/main" id="{EAE7DADC-2059-4316-85AA-8E5F7697BD06}"/>
              </a:ext>
            </a:extLst>
          </p:cNvPr>
          <p:cNvSpPr>
            <a:spLocks noGrp="1"/>
          </p:cNvSpPr>
          <p:nvPr/>
        </p:nvSpPr>
        <p:spPr>
          <a:xfrm>
            <a:off x="320913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4" name="A1_bar_Cryo_12627">
            <a:extLst>
              <a:ext uri="{FF2B5EF4-FFF2-40B4-BE49-F238E27FC236}">
                <a16:creationId xmlns:a16="http://schemas.microsoft.com/office/drawing/2014/main" id="{35E58D51-7C5D-4A6B-ABEB-EA368B4A785D}"/>
              </a:ext>
            </a:extLst>
          </p:cNvPr>
          <p:cNvSpPr>
            <a:spLocks noGrp="1"/>
          </p:cNvSpPr>
          <p:nvPr/>
        </p:nvSpPr>
        <p:spPr>
          <a:xfrm>
            <a:off x="320159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5" name="A1_bar_Cryo_12628">
            <a:extLst>
              <a:ext uri="{FF2B5EF4-FFF2-40B4-BE49-F238E27FC236}">
                <a16:creationId xmlns:a16="http://schemas.microsoft.com/office/drawing/2014/main" id="{1152E2CA-EF91-48AF-843F-C833CF984D97}"/>
              </a:ext>
            </a:extLst>
          </p:cNvPr>
          <p:cNvSpPr>
            <a:spLocks noGrp="1"/>
          </p:cNvSpPr>
          <p:nvPr/>
        </p:nvSpPr>
        <p:spPr>
          <a:xfrm>
            <a:off x="319261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6" name="A1_bar_Cryo_12629">
            <a:extLst>
              <a:ext uri="{FF2B5EF4-FFF2-40B4-BE49-F238E27FC236}">
                <a16:creationId xmlns:a16="http://schemas.microsoft.com/office/drawing/2014/main" id="{5ADB3D67-16B6-45AF-B95E-BE1733B546A4}"/>
              </a:ext>
            </a:extLst>
          </p:cNvPr>
          <p:cNvSpPr>
            <a:spLocks noGrp="1"/>
          </p:cNvSpPr>
          <p:nvPr/>
        </p:nvSpPr>
        <p:spPr>
          <a:xfrm>
            <a:off x="3169067" y="470277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7" name="A1_bar_Cryo_12630">
            <a:extLst>
              <a:ext uri="{FF2B5EF4-FFF2-40B4-BE49-F238E27FC236}">
                <a16:creationId xmlns:a16="http://schemas.microsoft.com/office/drawing/2014/main" id="{F6CB4B15-03E7-4F12-9B9D-426CA4970379}"/>
              </a:ext>
            </a:extLst>
          </p:cNvPr>
          <p:cNvSpPr>
            <a:spLocks noGrp="1"/>
          </p:cNvSpPr>
          <p:nvPr/>
        </p:nvSpPr>
        <p:spPr>
          <a:xfrm>
            <a:off x="299696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8" name="A1_bar_Cryo_12631">
            <a:extLst>
              <a:ext uri="{FF2B5EF4-FFF2-40B4-BE49-F238E27FC236}">
                <a16:creationId xmlns:a16="http://schemas.microsoft.com/office/drawing/2014/main" id="{F4CCC59F-8CE9-4EB9-974F-1E73751C91B3}"/>
              </a:ext>
            </a:extLst>
          </p:cNvPr>
          <p:cNvSpPr>
            <a:spLocks noGrp="1"/>
          </p:cNvSpPr>
          <p:nvPr/>
        </p:nvSpPr>
        <p:spPr>
          <a:xfrm>
            <a:off x="3041285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9" name="A1_bar_Cryo_12632">
            <a:extLst>
              <a:ext uri="{FF2B5EF4-FFF2-40B4-BE49-F238E27FC236}">
                <a16:creationId xmlns:a16="http://schemas.microsoft.com/office/drawing/2014/main" id="{3ADE6622-7912-46BC-B754-E57D39C1EE8C}"/>
              </a:ext>
            </a:extLst>
          </p:cNvPr>
          <p:cNvSpPr>
            <a:spLocks noGrp="1"/>
          </p:cNvSpPr>
          <p:nvPr/>
        </p:nvSpPr>
        <p:spPr>
          <a:xfrm>
            <a:off x="46737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0" name="A1_bar_Cryo_12633">
            <a:extLst>
              <a:ext uri="{FF2B5EF4-FFF2-40B4-BE49-F238E27FC236}">
                <a16:creationId xmlns:a16="http://schemas.microsoft.com/office/drawing/2014/main" id="{4E2FF2CF-AA4D-4B77-B416-17621FDB29FF}"/>
              </a:ext>
            </a:extLst>
          </p:cNvPr>
          <p:cNvSpPr>
            <a:spLocks noGrp="1"/>
          </p:cNvSpPr>
          <p:nvPr/>
        </p:nvSpPr>
        <p:spPr>
          <a:xfrm>
            <a:off x="4554011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1" name="A1_bar_Cryo_12634">
            <a:extLst>
              <a:ext uri="{FF2B5EF4-FFF2-40B4-BE49-F238E27FC236}">
                <a16:creationId xmlns:a16="http://schemas.microsoft.com/office/drawing/2014/main" id="{0D0CF53F-C885-4D83-B675-2F4DF661B871}"/>
              </a:ext>
            </a:extLst>
          </p:cNvPr>
          <p:cNvSpPr>
            <a:spLocks noGrp="1"/>
          </p:cNvSpPr>
          <p:nvPr/>
        </p:nvSpPr>
        <p:spPr>
          <a:xfrm>
            <a:off x="472531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2" name="A1_bar_Cryo_12635">
            <a:extLst>
              <a:ext uri="{FF2B5EF4-FFF2-40B4-BE49-F238E27FC236}">
                <a16:creationId xmlns:a16="http://schemas.microsoft.com/office/drawing/2014/main" id="{4BAB432E-98FC-46F0-B46F-271A3B708B8B}"/>
              </a:ext>
            </a:extLst>
          </p:cNvPr>
          <p:cNvSpPr>
            <a:spLocks noGrp="1"/>
          </p:cNvSpPr>
          <p:nvPr/>
        </p:nvSpPr>
        <p:spPr>
          <a:xfrm>
            <a:off x="465934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3" name="A1_bar_Cryo_12636">
            <a:extLst>
              <a:ext uri="{FF2B5EF4-FFF2-40B4-BE49-F238E27FC236}">
                <a16:creationId xmlns:a16="http://schemas.microsoft.com/office/drawing/2014/main" id="{F7F9C058-A3B6-42E1-82B7-9A2F69822EDB}"/>
              </a:ext>
            </a:extLst>
          </p:cNvPr>
          <p:cNvSpPr>
            <a:spLocks noGrp="1"/>
          </p:cNvSpPr>
          <p:nvPr/>
        </p:nvSpPr>
        <p:spPr>
          <a:xfrm>
            <a:off x="4642515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4" name="A1_bar_Cryo_12637">
            <a:extLst>
              <a:ext uri="{FF2B5EF4-FFF2-40B4-BE49-F238E27FC236}">
                <a16:creationId xmlns:a16="http://schemas.microsoft.com/office/drawing/2014/main" id="{BE848353-927E-45BB-AF65-E838EDC728EA}"/>
              </a:ext>
            </a:extLst>
          </p:cNvPr>
          <p:cNvSpPr>
            <a:spLocks noGrp="1"/>
          </p:cNvSpPr>
          <p:nvPr/>
        </p:nvSpPr>
        <p:spPr>
          <a:xfrm>
            <a:off x="46067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5" name="A1_bar_Cryo_12638">
            <a:extLst>
              <a:ext uri="{FF2B5EF4-FFF2-40B4-BE49-F238E27FC236}">
                <a16:creationId xmlns:a16="http://schemas.microsoft.com/office/drawing/2014/main" id="{085D3813-F814-4A5C-A163-BB9CBC2E11D0}"/>
              </a:ext>
            </a:extLst>
          </p:cNvPr>
          <p:cNvSpPr>
            <a:spLocks noGrp="1"/>
          </p:cNvSpPr>
          <p:nvPr/>
        </p:nvSpPr>
        <p:spPr>
          <a:xfrm>
            <a:off x="46275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6" name="A1_bar_Cryo_12639">
            <a:extLst>
              <a:ext uri="{FF2B5EF4-FFF2-40B4-BE49-F238E27FC236}">
                <a16:creationId xmlns:a16="http://schemas.microsoft.com/office/drawing/2014/main" id="{65AF9131-BDEC-420E-BCB0-72FDBB347585}"/>
              </a:ext>
            </a:extLst>
          </p:cNvPr>
          <p:cNvSpPr>
            <a:spLocks noGrp="1"/>
          </p:cNvSpPr>
          <p:nvPr/>
        </p:nvSpPr>
        <p:spPr>
          <a:xfrm>
            <a:off x="46159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7" name="A1_bar_Cryo_12640">
            <a:extLst>
              <a:ext uri="{FF2B5EF4-FFF2-40B4-BE49-F238E27FC236}">
                <a16:creationId xmlns:a16="http://schemas.microsoft.com/office/drawing/2014/main" id="{AA0E6D9F-A054-4F3B-B656-85B91E73911C}"/>
              </a:ext>
            </a:extLst>
          </p:cNvPr>
          <p:cNvSpPr>
            <a:spLocks noGrp="1"/>
          </p:cNvSpPr>
          <p:nvPr/>
        </p:nvSpPr>
        <p:spPr>
          <a:xfrm>
            <a:off x="4603650" y="52585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8" name="A1_bar_Cryo_12641">
            <a:extLst>
              <a:ext uri="{FF2B5EF4-FFF2-40B4-BE49-F238E27FC236}">
                <a16:creationId xmlns:a16="http://schemas.microsoft.com/office/drawing/2014/main" id="{6DCE9EB0-4521-48FF-814A-198EEC4F8F49}"/>
              </a:ext>
            </a:extLst>
          </p:cNvPr>
          <p:cNvSpPr>
            <a:spLocks noGrp="1"/>
          </p:cNvSpPr>
          <p:nvPr/>
        </p:nvSpPr>
        <p:spPr>
          <a:xfrm>
            <a:off x="476003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9" name="A1_bar_Cryo_12642">
            <a:extLst>
              <a:ext uri="{FF2B5EF4-FFF2-40B4-BE49-F238E27FC236}">
                <a16:creationId xmlns:a16="http://schemas.microsoft.com/office/drawing/2014/main" id="{60D15CDE-5D75-48EE-B9DB-C620126D374B}"/>
              </a:ext>
            </a:extLst>
          </p:cNvPr>
          <p:cNvSpPr>
            <a:spLocks noGrp="1"/>
          </p:cNvSpPr>
          <p:nvPr/>
        </p:nvSpPr>
        <p:spPr>
          <a:xfrm>
            <a:off x="4705452" y="45811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0" name="A1_bar_Cryo_12643">
            <a:extLst>
              <a:ext uri="{FF2B5EF4-FFF2-40B4-BE49-F238E27FC236}">
                <a16:creationId xmlns:a16="http://schemas.microsoft.com/office/drawing/2014/main" id="{A8703CFC-5E15-41EA-AD1E-923A1E3362C2}"/>
              </a:ext>
            </a:extLst>
          </p:cNvPr>
          <p:cNvSpPr>
            <a:spLocks noGrp="1"/>
          </p:cNvSpPr>
          <p:nvPr/>
        </p:nvSpPr>
        <p:spPr>
          <a:xfrm>
            <a:off x="4664019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1" name="A1_bar_Cryo_12644">
            <a:extLst>
              <a:ext uri="{FF2B5EF4-FFF2-40B4-BE49-F238E27FC236}">
                <a16:creationId xmlns:a16="http://schemas.microsoft.com/office/drawing/2014/main" id="{8640B94F-1B92-4325-973F-C7FF4543749D}"/>
              </a:ext>
            </a:extLst>
          </p:cNvPr>
          <p:cNvSpPr>
            <a:spLocks noGrp="1"/>
          </p:cNvSpPr>
          <p:nvPr/>
        </p:nvSpPr>
        <p:spPr>
          <a:xfrm>
            <a:off x="4715925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2" name="A1_bar_Cryo_12645">
            <a:extLst>
              <a:ext uri="{FF2B5EF4-FFF2-40B4-BE49-F238E27FC236}">
                <a16:creationId xmlns:a16="http://schemas.microsoft.com/office/drawing/2014/main" id="{43417C55-1559-4B78-A6EF-9C5B09E0D5CF}"/>
              </a:ext>
            </a:extLst>
          </p:cNvPr>
          <p:cNvSpPr>
            <a:spLocks noGrp="1"/>
          </p:cNvSpPr>
          <p:nvPr/>
        </p:nvSpPr>
        <p:spPr>
          <a:xfrm>
            <a:off x="4689326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3" name="A1_bar_Cryo_12646">
            <a:extLst>
              <a:ext uri="{FF2B5EF4-FFF2-40B4-BE49-F238E27FC236}">
                <a16:creationId xmlns:a16="http://schemas.microsoft.com/office/drawing/2014/main" id="{C340B5B5-729F-4257-AC4D-FC18692F0B8B}"/>
              </a:ext>
            </a:extLst>
          </p:cNvPr>
          <p:cNvSpPr>
            <a:spLocks noGrp="1"/>
          </p:cNvSpPr>
          <p:nvPr/>
        </p:nvSpPr>
        <p:spPr>
          <a:xfrm>
            <a:off x="4704038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4" name="A1_bar_Cryo_12647">
            <a:extLst>
              <a:ext uri="{FF2B5EF4-FFF2-40B4-BE49-F238E27FC236}">
                <a16:creationId xmlns:a16="http://schemas.microsoft.com/office/drawing/2014/main" id="{7DA8581F-CBF8-4B73-AD87-6948E8CD6E3F}"/>
              </a:ext>
            </a:extLst>
          </p:cNvPr>
          <p:cNvSpPr>
            <a:spLocks noGrp="1"/>
          </p:cNvSpPr>
          <p:nvPr/>
        </p:nvSpPr>
        <p:spPr>
          <a:xfrm>
            <a:off x="463338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5" name="A1_bar_Cryo_12648">
            <a:extLst>
              <a:ext uri="{FF2B5EF4-FFF2-40B4-BE49-F238E27FC236}">
                <a16:creationId xmlns:a16="http://schemas.microsoft.com/office/drawing/2014/main" id="{9BD4ABED-B59D-4E07-ACF6-CB0BD40D637A}"/>
              </a:ext>
            </a:extLst>
          </p:cNvPr>
          <p:cNvSpPr>
            <a:spLocks noGrp="1"/>
          </p:cNvSpPr>
          <p:nvPr/>
        </p:nvSpPr>
        <p:spPr>
          <a:xfrm>
            <a:off x="469133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6" name="A1_bar_Cryo_12649">
            <a:extLst>
              <a:ext uri="{FF2B5EF4-FFF2-40B4-BE49-F238E27FC236}">
                <a16:creationId xmlns:a16="http://schemas.microsoft.com/office/drawing/2014/main" id="{15994397-2381-47E8-BA9F-69096292D75D}"/>
              </a:ext>
            </a:extLst>
          </p:cNvPr>
          <p:cNvSpPr>
            <a:spLocks noGrp="1"/>
          </p:cNvSpPr>
          <p:nvPr/>
        </p:nvSpPr>
        <p:spPr>
          <a:xfrm>
            <a:off x="467619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7" name="A1_bar_Cryo_12650">
            <a:extLst>
              <a:ext uri="{FF2B5EF4-FFF2-40B4-BE49-F238E27FC236}">
                <a16:creationId xmlns:a16="http://schemas.microsoft.com/office/drawing/2014/main" id="{8F7AC060-F9C4-44B3-80E6-C87E6E3F63A0}"/>
              </a:ext>
            </a:extLst>
          </p:cNvPr>
          <p:cNvSpPr>
            <a:spLocks noGrp="1"/>
          </p:cNvSpPr>
          <p:nvPr/>
        </p:nvSpPr>
        <p:spPr>
          <a:xfrm>
            <a:off x="4675489" y="30813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8" name="A1_bar_Cryo_12651">
            <a:extLst>
              <a:ext uri="{FF2B5EF4-FFF2-40B4-BE49-F238E27FC236}">
                <a16:creationId xmlns:a16="http://schemas.microsoft.com/office/drawing/2014/main" id="{C61514DE-94A9-4991-B94B-2A6578CA3DE0}"/>
              </a:ext>
            </a:extLst>
          </p:cNvPr>
          <p:cNvSpPr>
            <a:spLocks noGrp="1"/>
          </p:cNvSpPr>
          <p:nvPr/>
        </p:nvSpPr>
        <p:spPr>
          <a:xfrm>
            <a:off x="4780094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9" name="A1_bar_Cryo_12652">
            <a:extLst>
              <a:ext uri="{FF2B5EF4-FFF2-40B4-BE49-F238E27FC236}">
                <a16:creationId xmlns:a16="http://schemas.microsoft.com/office/drawing/2014/main" id="{A4AACA82-A75F-486F-94FB-B9D0D8AFE4A0}"/>
              </a:ext>
            </a:extLst>
          </p:cNvPr>
          <p:cNvSpPr>
            <a:spLocks noGrp="1"/>
          </p:cNvSpPr>
          <p:nvPr/>
        </p:nvSpPr>
        <p:spPr>
          <a:xfrm>
            <a:off x="4728215" y="46544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0" name="A1_bar_Cryo_12653">
            <a:extLst>
              <a:ext uri="{FF2B5EF4-FFF2-40B4-BE49-F238E27FC236}">
                <a16:creationId xmlns:a16="http://schemas.microsoft.com/office/drawing/2014/main" id="{6F5B01CA-3ED2-4AD7-AE9D-C805937B570C}"/>
              </a:ext>
            </a:extLst>
          </p:cNvPr>
          <p:cNvSpPr>
            <a:spLocks noGrp="1"/>
          </p:cNvSpPr>
          <p:nvPr/>
        </p:nvSpPr>
        <p:spPr>
          <a:xfrm>
            <a:off x="4663495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1" name="A1_bar_Cryo_12654">
            <a:extLst>
              <a:ext uri="{FF2B5EF4-FFF2-40B4-BE49-F238E27FC236}">
                <a16:creationId xmlns:a16="http://schemas.microsoft.com/office/drawing/2014/main" id="{1C924CFA-663B-498E-B626-590338EF7F8D}"/>
              </a:ext>
            </a:extLst>
          </p:cNvPr>
          <p:cNvSpPr>
            <a:spLocks noGrp="1"/>
          </p:cNvSpPr>
          <p:nvPr/>
        </p:nvSpPr>
        <p:spPr>
          <a:xfrm>
            <a:off x="4605631" y="35799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2" name="A1_bar_Cryo_12655">
            <a:extLst>
              <a:ext uri="{FF2B5EF4-FFF2-40B4-BE49-F238E27FC236}">
                <a16:creationId xmlns:a16="http://schemas.microsoft.com/office/drawing/2014/main" id="{B1ED65E4-3CE0-48EF-9AC2-CC35BB855042}"/>
              </a:ext>
            </a:extLst>
          </p:cNvPr>
          <p:cNvSpPr>
            <a:spLocks noGrp="1"/>
          </p:cNvSpPr>
          <p:nvPr/>
        </p:nvSpPr>
        <p:spPr>
          <a:xfrm>
            <a:off x="4593286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3" name="A1_bar_Cryo_12656">
            <a:extLst>
              <a:ext uri="{FF2B5EF4-FFF2-40B4-BE49-F238E27FC236}">
                <a16:creationId xmlns:a16="http://schemas.microsoft.com/office/drawing/2014/main" id="{F2C56E68-169F-4A73-96B7-57B071F85AFF}"/>
              </a:ext>
            </a:extLst>
          </p:cNvPr>
          <p:cNvSpPr>
            <a:spLocks noGrp="1"/>
          </p:cNvSpPr>
          <p:nvPr/>
        </p:nvSpPr>
        <p:spPr>
          <a:xfrm>
            <a:off x="4711127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4" name="A1_bar_Cryo_12657">
            <a:extLst>
              <a:ext uri="{FF2B5EF4-FFF2-40B4-BE49-F238E27FC236}">
                <a16:creationId xmlns:a16="http://schemas.microsoft.com/office/drawing/2014/main" id="{4879855E-9EDA-4459-82B3-DB13A3AB7BEB}"/>
              </a:ext>
            </a:extLst>
          </p:cNvPr>
          <p:cNvSpPr>
            <a:spLocks noGrp="1"/>
          </p:cNvSpPr>
          <p:nvPr/>
        </p:nvSpPr>
        <p:spPr>
          <a:xfrm>
            <a:off x="464818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5" name="A1_bar_Cryo_12658">
            <a:extLst>
              <a:ext uri="{FF2B5EF4-FFF2-40B4-BE49-F238E27FC236}">
                <a16:creationId xmlns:a16="http://schemas.microsoft.com/office/drawing/2014/main" id="{D132FC79-CA6C-4820-9A8A-23E77523315E}"/>
              </a:ext>
            </a:extLst>
          </p:cNvPr>
          <p:cNvSpPr>
            <a:spLocks noGrp="1"/>
          </p:cNvSpPr>
          <p:nvPr/>
        </p:nvSpPr>
        <p:spPr>
          <a:xfrm>
            <a:off x="4767261" y="47339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6" name="A1_bar_Cryo_12659">
            <a:extLst>
              <a:ext uri="{FF2B5EF4-FFF2-40B4-BE49-F238E27FC236}">
                <a16:creationId xmlns:a16="http://schemas.microsoft.com/office/drawing/2014/main" id="{4193A4A9-4ED8-4D93-9938-17EBD2B495A9}"/>
              </a:ext>
            </a:extLst>
          </p:cNvPr>
          <p:cNvSpPr>
            <a:spLocks noGrp="1"/>
          </p:cNvSpPr>
          <p:nvPr/>
        </p:nvSpPr>
        <p:spPr>
          <a:xfrm>
            <a:off x="4765700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7" name="A1_bar_Cryo_12660">
            <a:extLst>
              <a:ext uri="{FF2B5EF4-FFF2-40B4-BE49-F238E27FC236}">
                <a16:creationId xmlns:a16="http://schemas.microsoft.com/office/drawing/2014/main" id="{140ED4BA-79BF-4E20-85D3-D670377F42D2}"/>
              </a:ext>
            </a:extLst>
          </p:cNvPr>
          <p:cNvSpPr>
            <a:spLocks noGrp="1"/>
          </p:cNvSpPr>
          <p:nvPr/>
        </p:nvSpPr>
        <p:spPr>
          <a:xfrm>
            <a:off x="4683418" y="5198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8" name="A1_bar_Cryo_12661">
            <a:extLst>
              <a:ext uri="{FF2B5EF4-FFF2-40B4-BE49-F238E27FC236}">
                <a16:creationId xmlns:a16="http://schemas.microsoft.com/office/drawing/2014/main" id="{5B2AE858-A5BC-40ED-99C8-0A6525595121}"/>
              </a:ext>
            </a:extLst>
          </p:cNvPr>
          <p:cNvSpPr>
            <a:spLocks noGrp="1"/>
          </p:cNvSpPr>
          <p:nvPr/>
        </p:nvSpPr>
        <p:spPr>
          <a:xfrm>
            <a:off x="455556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9" name="A1_bar_Cryo_12662">
            <a:extLst>
              <a:ext uri="{FF2B5EF4-FFF2-40B4-BE49-F238E27FC236}">
                <a16:creationId xmlns:a16="http://schemas.microsoft.com/office/drawing/2014/main" id="{D9648CFD-97F5-40CB-8C93-A4DB7AAAC987}"/>
              </a:ext>
            </a:extLst>
          </p:cNvPr>
          <p:cNvSpPr>
            <a:spLocks noGrp="1"/>
          </p:cNvSpPr>
          <p:nvPr/>
        </p:nvSpPr>
        <p:spPr>
          <a:xfrm>
            <a:off x="478744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0" name="A1_bar_Cryo_12663">
            <a:extLst>
              <a:ext uri="{FF2B5EF4-FFF2-40B4-BE49-F238E27FC236}">
                <a16:creationId xmlns:a16="http://schemas.microsoft.com/office/drawing/2014/main" id="{23424751-5F77-4308-8A07-ABB64A799FD0}"/>
              </a:ext>
            </a:extLst>
          </p:cNvPr>
          <p:cNvSpPr>
            <a:spLocks noGrp="1"/>
          </p:cNvSpPr>
          <p:nvPr/>
        </p:nvSpPr>
        <p:spPr>
          <a:xfrm>
            <a:off x="4608319" y="5312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1" name="A1_bar_Cryo_12664">
            <a:extLst>
              <a:ext uri="{FF2B5EF4-FFF2-40B4-BE49-F238E27FC236}">
                <a16:creationId xmlns:a16="http://schemas.microsoft.com/office/drawing/2014/main" id="{A2303405-D2F8-4708-9022-1FF3208F460F}"/>
              </a:ext>
            </a:extLst>
          </p:cNvPr>
          <p:cNvSpPr>
            <a:spLocks noGrp="1"/>
          </p:cNvSpPr>
          <p:nvPr/>
        </p:nvSpPr>
        <p:spPr>
          <a:xfrm>
            <a:off x="465025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2" name="A1_bar_Cryo_12665">
            <a:extLst>
              <a:ext uri="{FF2B5EF4-FFF2-40B4-BE49-F238E27FC236}">
                <a16:creationId xmlns:a16="http://schemas.microsoft.com/office/drawing/2014/main" id="{EDA21A4D-DF92-486D-A00E-D3F5097B945A}"/>
              </a:ext>
            </a:extLst>
          </p:cNvPr>
          <p:cNvSpPr>
            <a:spLocks noGrp="1"/>
          </p:cNvSpPr>
          <p:nvPr/>
        </p:nvSpPr>
        <p:spPr>
          <a:xfrm>
            <a:off x="465094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3" name="A1_bar_Cryo_12666">
            <a:extLst>
              <a:ext uri="{FF2B5EF4-FFF2-40B4-BE49-F238E27FC236}">
                <a16:creationId xmlns:a16="http://schemas.microsoft.com/office/drawing/2014/main" id="{DC5A2B12-0A9F-47C4-9F92-DADC51F3A822}"/>
              </a:ext>
            </a:extLst>
          </p:cNvPr>
          <p:cNvSpPr>
            <a:spLocks noGrp="1"/>
          </p:cNvSpPr>
          <p:nvPr/>
        </p:nvSpPr>
        <p:spPr>
          <a:xfrm>
            <a:off x="458980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4" name="A1_bar_Cryo_12667">
            <a:extLst>
              <a:ext uri="{FF2B5EF4-FFF2-40B4-BE49-F238E27FC236}">
                <a16:creationId xmlns:a16="http://schemas.microsoft.com/office/drawing/2014/main" id="{B3E4B6E4-9F45-47AF-AA10-0A877D4B4218}"/>
              </a:ext>
            </a:extLst>
          </p:cNvPr>
          <p:cNvSpPr>
            <a:spLocks noGrp="1"/>
          </p:cNvSpPr>
          <p:nvPr/>
        </p:nvSpPr>
        <p:spPr>
          <a:xfrm>
            <a:off x="463390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5" name="A1_bar_Cryo_12668">
            <a:extLst>
              <a:ext uri="{FF2B5EF4-FFF2-40B4-BE49-F238E27FC236}">
                <a16:creationId xmlns:a16="http://schemas.microsoft.com/office/drawing/2014/main" id="{81A3C504-D426-48B6-A94D-44696B75BD0C}"/>
              </a:ext>
            </a:extLst>
          </p:cNvPr>
          <p:cNvSpPr>
            <a:spLocks noGrp="1"/>
          </p:cNvSpPr>
          <p:nvPr/>
        </p:nvSpPr>
        <p:spPr>
          <a:xfrm>
            <a:off x="463756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6" name="A1_bar_Cryo_12669">
            <a:extLst>
              <a:ext uri="{FF2B5EF4-FFF2-40B4-BE49-F238E27FC236}">
                <a16:creationId xmlns:a16="http://schemas.microsoft.com/office/drawing/2014/main" id="{C40A12E3-604F-4704-A786-783E92427FF4}"/>
              </a:ext>
            </a:extLst>
          </p:cNvPr>
          <p:cNvSpPr>
            <a:spLocks noGrp="1"/>
          </p:cNvSpPr>
          <p:nvPr/>
        </p:nvSpPr>
        <p:spPr>
          <a:xfrm>
            <a:off x="471486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7" name="A1_bar_Cryo_12670">
            <a:extLst>
              <a:ext uri="{FF2B5EF4-FFF2-40B4-BE49-F238E27FC236}">
                <a16:creationId xmlns:a16="http://schemas.microsoft.com/office/drawing/2014/main" id="{7B6ACB56-6885-4B82-BED7-20F2EB4C888C}"/>
              </a:ext>
            </a:extLst>
          </p:cNvPr>
          <p:cNvSpPr>
            <a:spLocks noGrp="1"/>
          </p:cNvSpPr>
          <p:nvPr/>
        </p:nvSpPr>
        <p:spPr>
          <a:xfrm>
            <a:off x="456154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8" name="A1_bar_Cryo_12671">
            <a:extLst>
              <a:ext uri="{FF2B5EF4-FFF2-40B4-BE49-F238E27FC236}">
                <a16:creationId xmlns:a16="http://schemas.microsoft.com/office/drawing/2014/main" id="{7B837AF4-C3B5-45BF-9B71-FCCF656BBA7B}"/>
              </a:ext>
            </a:extLst>
          </p:cNvPr>
          <p:cNvSpPr>
            <a:spLocks noGrp="1"/>
          </p:cNvSpPr>
          <p:nvPr/>
        </p:nvSpPr>
        <p:spPr>
          <a:xfrm>
            <a:off x="4734022" y="33438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9" name="A1_bar_Cryo_12672">
            <a:extLst>
              <a:ext uri="{FF2B5EF4-FFF2-40B4-BE49-F238E27FC236}">
                <a16:creationId xmlns:a16="http://schemas.microsoft.com/office/drawing/2014/main" id="{D792FE76-970E-43E6-ADC8-863AA50B2F51}"/>
              </a:ext>
            </a:extLst>
          </p:cNvPr>
          <p:cNvSpPr>
            <a:spLocks noGrp="1"/>
          </p:cNvSpPr>
          <p:nvPr/>
        </p:nvSpPr>
        <p:spPr>
          <a:xfrm>
            <a:off x="4571568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0" name="A1_bar_Cryo_12673">
            <a:extLst>
              <a:ext uri="{FF2B5EF4-FFF2-40B4-BE49-F238E27FC236}">
                <a16:creationId xmlns:a16="http://schemas.microsoft.com/office/drawing/2014/main" id="{33DDD2AC-574C-41C9-960D-44A6123AC224}"/>
              </a:ext>
            </a:extLst>
          </p:cNvPr>
          <p:cNvSpPr>
            <a:spLocks noGrp="1"/>
          </p:cNvSpPr>
          <p:nvPr/>
        </p:nvSpPr>
        <p:spPr>
          <a:xfrm>
            <a:off x="480520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1" name="A1_bar_Cryo_12674">
            <a:extLst>
              <a:ext uri="{FF2B5EF4-FFF2-40B4-BE49-F238E27FC236}">
                <a16:creationId xmlns:a16="http://schemas.microsoft.com/office/drawing/2014/main" id="{EB54C94C-7D08-4FC6-8D5A-5608BAD099A4}"/>
              </a:ext>
            </a:extLst>
          </p:cNvPr>
          <p:cNvSpPr>
            <a:spLocks noGrp="1"/>
          </p:cNvSpPr>
          <p:nvPr/>
        </p:nvSpPr>
        <p:spPr>
          <a:xfrm>
            <a:off x="455552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2" name="A1_bar_Cryo_12675">
            <a:extLst>
              <a:ext uri="{FF2B5EF4-FFF2-40B4-BE49-F238E27FC236}">
                <a16:creationId xmlns:a16="http://schemas.microsoft.com/office/drawing/2014/main" id="{883B3EFB-87CD-4AA2-8E04-9D149D44AE8B}"/>
              </a:ext>
            </a:extLst>
          </p:cNvPr>
          <p:cNvSpPr>
            <a:spLocks noGrp="1"/>
          </p:cNvSpPr>
          <p:nvPr/>
        </p:nvSpPr>
        <p:spPr>
          <a:xfrm>
            <a:off x="4702862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3" name="A1_bar_Cryo_12676">
            <a:extLst>
              <a:ext uri="{FF2B5EF4-FFF2-40B4-BE49-F238E27FC236}">
                <a16:creationId xmlns:a16="http://schemas.microsoft.com/office/drawing/2014/main" id="{E180E5AB-07FF-4070-91C3-2398EFE93725}"/>
              </a:ext>
            </a:extLst>
          </p:cNvPr>
          <p:cNvSpPr>
            <a:spLocks noGrp="1"/>
          </p:cNvSpPr>
          <p:nvPr/>
        </p:nvSpPr>
        <p:spPr>
          <a:xfrm>
            <a:off x="475381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4" name="A1_bar_Cryo_12677">
            <a:extLst>
              <a:ext uri="{FF2B5EF4-FFF2-40B4-BE49-F238E27FC236}">
                <a16:creationId xmlns:a16="http://schemas.microsoft.com/office/drawing/2014/main" id="{1E77356B-F354-4120-B4DF-4938C8027F6A}"/>
              </a:ext>
            </a:extLst>
          </p:cNvPr>
          <p:cNvSpPr>
            <a:spLocks noGrp="1"/>
          </p:cNvSpPr>
          <p:nvPr/>
        </p:nvSpPr>
        <p:spPr>
          <a:xfrm>
            <a:off x="47670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5" name="A1_bar_Cryo_12678">
            <a:extLst>
              <a:ext uri="{FF2B5EF4-FFF2-40B4-BE49-F238E27FC236}">
                <a16:creationId xmlns:a16="http://schemas.microsoft.com/office/drawing/2014/main" id="{908E2F14-3D25-462A-9776-FC8BDB675083}"/>
              </a:ext>
            </a:extLst>
          </p:cNvPr>
          <p:cNvSpPr>
            <a:spLocks noGrp="1"/>
          </p:cNvSpPr>
          <p:nvPr/>
        </p:nvSpPr>
        <p:spPr>
          <a:xfrm>
            <a:off x="4633516" y="5129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6" name="A1_bar_Cryo_12679">
            <a:extLst>
              <a:ext uri="{FF2B5EF4-FFF2-40B4-BE49-F238E27FC236}">
                <a16:creationId xmlns:a16="http://schemas.microsoft.com/office/drawing/2014/main" id="{F6A74099-C15A-4E91-A165-06A79731B929}"/>
              </a:ext>
            </a:extLst>
          </p:cNvPr>
          <p:cNvSpPr>
            <a:spLocks noGrp="1"/>
          </p:cNvSpPr>
          <p:nvPr/>
        </p:nvSpPr>
        <p:spPr>
          <a:xfrm>
            <a:off x="464192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7" name="A1_bar_Cryo_12680">
            <a:extLst>
              <a:ext uri="{FF2B5EF4-FFF2-40B4-BE49-F238E27FC236}">
                <a16:creationId xmlns:a16="http://schemas.microsoft.com/office/drawing/2014/main" id="{EEAC6BA3-06D9-44C0-88C1-1C4B6CEB4E24}"/>
              </a:ext>
            </a:extLst>
          </p:cNvPr>
          <p:cNvSpPr>
            <a:spLocks noGrp="1"/>
          </p:cNvSpPr>
          <p:nvPr/>
        </p:nvSpPr>
        <p:spPr>
          <a:xfrm>
            <a:off x="468936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8" name="A1_bar_Cryo_12681">
            <a:extLst>
              <a:ext uri="{FF2B5EF4-FFF2-40B4-BE49-F238E27FC236}">
                <a16:creationId xmlns:a16="http://schemas.microsoft.com/office/drawing/2014/main" id="{B630C34F-2865-49C1-B84F-BB7F1C63C741}"/>
              </a:ext>
            </a:extLst>
          </p:cNvPr>
          <p:cNvSpPr>
            <a:spLocks noGrp="1"/>
          </p:cNvSpPr>
          <p:nvPr/>
        </p:nvSpPr>
        <p:spPr>
          <a:xfrm>
            <a:off x="4604773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9" name="A1_bar_Cryo_12682">
            <a:extLst>
              <a:ext uri="{FF2B5EF4-FFF2-40B4-BE49-F238E27FC236}">
                <a16:creationId xmlns:a16="http://schemas.microsoft.com/office/drawing/2014/main" id="{3982514E-3374-47B9-A0E7-C3D95465C851}"/>
              </a:ext>
            </a:extLst>
          </p:cNvPr>
          <p:cNvSpPr>
            <a:spLocks noGrp="1"/>
          </p:cNvSpPr>
          <p:nvPr/>
        </p:nvSpPr>
        <p:spPr>
          <a:xfrm>
            <a:off x="4699964" y="52356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0" name="A1_bar_Cryo_12683">
            <a:extLst>
              <a:ext uri="{FF2B5EF4-FFF2-40B4-BE49-F238E27FC236}">
                <a16:creationId xmlns:a16="http://schemas.microsoft.com/office/drawing/2014/main" id="{D7C8E363-4F80-411D-8C73-2473ED419BBD}"/>
              </a:ext>
            </a:extLst>
          </p:cNvPr>
          <p:cNvSpPr>
            <a:spLocks noGrp="1"/>
          </p:cNvSpPr>
          <p:nvPr/>
        </p:nvSpPr>
        <p:spPr>
          <a:xfrm>
            <a:off x="456112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1" name="A1_bar_Cryo_12684">
            <a:extLst>
              <a:ext uri="{FF2B5EF4-FFF2-40B4-BE49-F238E27FC236}">
                <a16:creationId xmlns:a16="http://schemas.microsoft.com/office/drawing/2014/main" id="{4618E203-8857-43FF-9199-8E008EC7C74B}"/>
              </a:ext>
            </a:extLst>
          </p:cNvPr>
          <p:cNvSpPr>
            <a:spLocks noGrp="1"/>
          </p:cNvSpPr>
          <p:nvPr/>
        </p:nvSpPr>
        <p:spPr>
          <a:xfrm>
            <a:off x="4605567" y="38257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2" name="A1_bar_Cryo_12685">
            <a:extLst>
              <a:ext uri="{FF2B5EF4-FFF2-40B4-BE49-F238E27FC236}">
                <a16:creationId xmlns:a16="http://schemas.microsoft.com/office/drawing/2014/main" id="{1153BA49-5F13-4A63-8881-507D6C64BCFA}"/>
              </a:ext>
            </a:extLst>
          </p:cNvPr>
          <p:cNvSpPr>
            <a:spLocks noGrp="1"/>
          </p:cNvSpPr>
          <p:nvPr/>
        </p:nvSpPr>
        <p:spPr>
          <a:xfrm>
            <a:off x="4755928" y="39775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3" name="A1_bar_Cryo_12686">
            <a:extLst>
              <a:ext uri="{FF2B5EF4-FFF2-40B4-BE49-F238E27FC236}">
                <a16:creationId xmlns:a16="http://schemas.microsoft.com/office/drawing/2014/main" id="{0CC92F8A-F76A-413A-B589-784C83038580}"/>
              </a:ext>
            </a:extLst>
          </p:cNvPr>
          <p:cNvSpPr>
            <a:spLocks noGrp="1"/>
          </p:cNvSpPr>
          <p:nvPr/>
        </p:nvSpPr>
        <p:spPr>
          <a:xfrm>
            <a:off x="4662449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4" name="A1_bar_Cryo_12687">
            <a:extLst>
              <a:ext uri="{FF2B5EF4-FFF2-40B4-BE49-F238E27FC236}">
                <a16:creationId xmlns:a16="http://schemas.microsoft.com/office/drawing/2014/main" id="{1B8C91A5-ACA4-4A47-B439-6D0279689AE2}"/>
              </a:ext>
            </a:extLst>
          </p:cNvPr>
          <p:cNvSpPr>
            <a:spLocks noGrp="1"/>
          </p:cNvSpPr>
          <p:nvPr/>
        </p:nvSpPr>
        <p:spPr>
          <a:xfrm>
            <a:off x="4727908" y="42281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5" name="A1_bar_Cryo_12688">
            <a:extLst>
              <a:ext uri="{FF2B5EF4-FFF2-40B4-BE49-F238E27FC236}">
                <a16:creationId xmlns:a16="http://schemas.microsoft.com/office/drawing/2014/main" id="{A99502CA-2F50-4373-BA45-BF0FDFC62653}"/>
              </a:ext>
            </a:extLst>
          </p:cNvPr>
          <p:cNvSpPr>
            <a:spLocks noGrp="1"/>
          </p:cNvSpPr>
          <p:nvPr/>
        </p:nvSpPr>
        <p:spPr>
          <a:xfrm>
            <a:off x="4600799" y="47489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6" name="A1_bar_Cryo_12689">
            <a:extLst>
              <a:ext uri="{FF2B5EF4-FFF2-40B4-BE49-F238E27FC236}">
                <a16:creationId xmlns:a16="http://schemas.microsoft.com/office/drawing/2014/main" id="{90364320-5124-40A8-AF61-D3B74BCAAB3D}"/>
              </a:ext>
            </a:extLst>
          </p:cNvPr>
          <p:cNvSpPr>
            <a:spLocks noGrp="1"/>
          </p:cNvSpPr>
          <p:nvPr/>
        </p:nvSpPr>
        <p:spPr>
          <a:xfrm>
            <a:off x="464475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7" name="A1_bar_Cryo_12690">
            <a:extLst>
              <a:ext uri="{FF2B5EF4-FFF2-40B4-BE49-F238E27FC236}">
                <a16:creationId xmlns:a16="http://schemas.microsoft.com/office/drawing/2014/main" id="{A110510A-5367-411F-90FA-FDA202B870EF}"/>
              </a:ext>
            </a:extLst>
          </p:cNvPr>
          <p:cNvSpPr>
            <a:spLocks noGrp="1"/>
          </p:cNvSpPr>
          <p:nvPr/>
        </p:nvSpPr>
        <p:spPr>
          <a:xfrm>
            <a:off x="4684210" y="60253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8" name="A1_bar_Cryo_12691">
            <a:extLst>
              <a:ext uri="{FF2B5EF4-FFF2-40B4-BE49-F238E27FC236}">
                <a16:creationId xmlns:a16="http://schemas.microsoft.com/office/drawing/2014/main" id="{3C111298-4469-4D81-8317-909A474B29D5}"/>
              </a:ext>
            </a:extLst>
          </p:cNvPr>
          <p:cNvSpPr>
            <a:spLocks noGrp="1"/>
          </p:cNvSpPr>
          <p:nvPr/>
        </p:nvSpPr>
        <p:spPr>
          <a:xfrm>
            <a:off x="459888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9" name="A1_bar_Cryo_12692">
            <a:extLst>
              <a:ext uri="{FF2B5EF4-FFF2-40B4-BE49-F238E27FC236}">
                <a16:creationId xmlns:a16="http://schemas.microsoft.com/office/drawing/2014/main" id="{33409A31-09D2-40C5-95EB-2BF810E8E4CC}"/>
              </a:ext>
            </a:extLst>
          </p:cNvPr>
          <p:cNvSpPr>
            <a:spLocks noGrp="1"/>
          </p:cNvSpPr>
          <p:nvPr/>
        </p:nvSpPr>
        <p:spPr>
          <a:xfrm>
            <a:off x="4661640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0" name="A1_bar_Cryo_12693">
            <a:extLst>
              <a:ext uri="{FF2B5EF4-FFF2-40B4-BE49-F238E27FC236}">
                <a16:creationId xmlns:a16="http://schemas.microsoft.com/office/drawing/2014/main" id="{07C9CAAC-C228-42B2-B55E-F20194115EDA}"/>
              </a:ext>
            </a:extLst>
          </p:cNvPr>
          <p:cNvSpPr>
            <a:spLocks noGrp="1"/>
          </p:cNvSpPr>
          <p:nvPr/>
        </p:nvSpPr>
        <p:spPr>
          <a:xfrm>
            <a:off x="463637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1" name="A1_bar_Cryo_12694">
            <a:extLst>
              <a:ext uri="{FF2B5EF4-FFF2-40B4-BE49-F238E27FC236}">
                <a16:creationId xmlns:a16="http://schemas.microsoft.com/office/drawing/2014/main" id="{FBDEEE90-2F45-4381-99D1-7FE7ED674B48}"/>
              </a:ext>
            </a:extLst>
          </p:cNvPr>
          <p:cNvSpPr>
            <a:spLocks noGrp="1"/>
          </p:cNvSpPr>
          <p:nvPr/>
        </p:nvSpPr>
        <p:spPr>
          <a:xfrm>
            <a:off x="455909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2" name="A1_bar_Cryo_12695">
            <a:extLst>
              <a:ext uri="{FF2B5EF4-FFF2-40B4-BE49-F238E27FC236}">
                <a16:creationId xmlns:a16="http://schemas.microsoft.com/office/drawing/2014/main" id="{8DA0E560-AA00-459E-80FE-A5D5B6251B4F}"/>
              </a:ext>
            </a:extLst>
          </p:cNvPr>
          <p:cNvSpPr>
            <a:spLocks noGrp="1"/>
          </p:cNvSpPr>
          <p:nvPr/>
        </p:nvSpPr>
        <p:spPr>
          <a:xfrm>
            <a:off x="4641279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3" name="A1_bar_Cryo_12696">
            <a:extLst>
              <a:ext uri="{FF2B5EF4-FFF2-40B4-BE49-F238E27FC236}">
                <a16:creationId xmlns:a16="http://schemas.microsoft.com/office/drawing/2014/main" id="{A5757EFA-B286-4C4F-BE1C-C4C4E61F9679}"/>
              </a:ext>
            </a:extLst>
          </p:cNvPr>
          <p:cNvSpPr>
            <a:spLocks noGrp="1"/>
          </p:cNvSpPr>
          <p:nvPr/>
        </p:nvSpPr>
        <p:spPr>
          <a:xfrm>
            <a:off x="46368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4" name="A1_bar_Cryo_12697">
            <a:extLst>
              <a:ext uri="{FF2B5EF4-FFF2-40B4-BE49-F238E27FC236}">
                <a16:creationId xmlns:a16="http://schemas.microsoft.com/office/drawing/2014/main" id="{58F5D77A-B1AC-496E-8C3D-BB8A508AE11C}"/>
              </a:ext>
            </a:extLst>
          </p:cNvPr>
          <p:cNvSpPr>
            <a:spLocks noGrp="1"/>
          </p:cNvSpPr>
          <p:nvPr/>
        </p:nvSpPr>
        <p:spPr>
          <a:xfrm>
            <a:off x="4747116" y="46490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5" name="A1_bar_Cryo_12698">
            <a:extLst>
              <a:ext uri="{FF2B5EF4-FFF2-40B4-BE49-F238E27FC236}">
                <a16:creationId xmlns:a16="http://schemas.microsoft.com/office/drawing/2014/main" id="{268581F8-3450-439B-8533-5D55BEBC63AF}"/>
              </a:ext>
            </a:extLst>
          </p:cNvPr>
          <p:cNvSpPr>
            <a:spLocks noGrp="1"/>
          </p:cNvSpPr>
          <p:nvPr/>
        </p:nvSpPr>
        <p:spPr>
          <a:xfrm>
            <a:off x="4565251" y="39781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6" name="A1_bar_Cryo_12699">
            <a:extLst>
              <a:ext uri="{FF2B5EF4-FFF2-40B4-BE49-F238E27FC236}">
                <a16:creationId xmlns:a16="http://schemas.microsoft.com/office/drawing/2014/main" id="{7D14D71F-B6F3-4AA2-907B-499B9B9E88E3}"/>
              </a:ext>
            </a:extLst>
          </p:cNvPr>
          <p:cNvSpPr>
            <a:spLocks noGrp="1"/>
          </p:cNvSpPr>
          <p:nvPr/>
        </p:nvSpPr>
        <p:spPr>
          <a:xfrm>
            <a:off x="473673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7" name="A1_bar_Cryo_12700">
            <a:extLst>
              <a:ext uri="{FF2B5EF4-FFF2-40B4-BE49-F238E27FC236}">
                <a16:creationId xmlns:a16="http://schemas.microsoft.com/office/drawing/2014/main" id="{9B3C8D18-EED0-4730-A216-BAF278A72F2F}"/>
              </a:ext>
            </a:extLst>
          </p:cNvPr>
          <p:cNvSpPr>
            <a:spLocks noGrp="1"/>
          </p:cNvSpPr>
          <p:nvPr/>
        </p:nvSpPr>
        <p:spPr>
          <a:xfrm>
            <a:off x="468756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8" name="A1_bar_Cryo_12701">
            <a:extLst>
              <a:ext uri="{FF2B5EF4-FFF2-40B4-BE49-F238E27FC236}">
                <a16:creationId xmlns:a16="http://schemas.microsoft.com/office/drawing/2014/main" id="{21493CA2-C9E1-4E43-B3FB-B9C86ED8AC72}"/>
              </a:ext>
            </a:extLst>
          </p:cNvPr>
          <p:cNvSpPr>
            <a:spLocks noGrp="1"/>
          </p:cNvSpPr>
          <p:nvPr/>
        </p:nvSpPr>
        <p:spPr>
          <a:xfrm>
            <a:off x="4570688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9" name="A1_bar_Cryo_12702">
            <a:extLst>
              <a:ext uri="{FF2B5EF4-FFF2-40B4-BE49-F238E27FC236}">
                <a16:creationId xmlns:a16="http://schemas.microsoft.com/office/drawing/2014/main" id="{F7B40388-629E-45FE-9F0F-850EC94AFE4E}"/>
              </a:ext>
            </a:extLst>
          </p:cNvPr>
          <p:cNvSpPr>
            <a:spLocks noGrp="1"/>
          </p:cNvSpPr>
          <p:nvPr/>
        </p:nvSpPr>
        <p:spPr>
          <a:xfrm>
            <a:off x="468852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0" name="A1_bar_Cryo_12703">
            <a:extLst>
              <a:ext uri="{FF2B5EF4-FFF2-40B4-BE49-F238E27FC236}">
                <a16:creationId xmlns:a16="http://schemas.microsoft.com/office/drawing/2014/main" id="{7E58C815-628B-4D4D-A692-97B8ED3A12B3}"/>
              </a:ext>
            </a:extLst>
          </p:cNvPr>
          <p:cNvSpPr>
            <a:spLocks noGrp="1"/>
          </p:cNvSpPr>
          <p:nvPr/>
        </p:nvSpPr>
        <p:spPr>
          <a:xfrm>
            <a:off x="4672505" y="310783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1" name="A1_bar_Cryo_12704">
            <a:extLst>
              <a:ext uri="{FF2B5EF4-FFF2-40B4-BE49-F238E27FC236}">
                <a16:creationId xmlns:a16="http://schemas.microsoft.com/office/drawing/2014/main" id="{FADD192C-693F-4F12-A668-6C1E2159C985}"/>
              </a:ext>
            </a:extLst>
          </p:cNvPr>
          <p:cNvSpPr>
            <a:spLocks noGrp="1"/>
          </p:cNvSpPr>
          <p:nvPr/>
        </p:nvSpPr>
        <p:spPr>
          <a:xfrm>
            <a:off x="4598542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2" name="A1_bar_Cryo_12705">
            <a:extLst>
              <a:ext uri="{FF2B5EF4-FFF2-40B4-BE49-F238E27FC236}">
                <a16:creationId xmlns:a16="http://schemas.microsoft.com/office/drawing/2014/main" id="{3C3A2A08-B63C-4DAA-A01E-843D1C655BEE}"/>
              </a:ext>
            </a:extLst>
          </p:cNvPr>
          <p:cNvSpPr>
            <a:spLocks noGrp="1"/>
          </p:cNvSpPr>
          <p:nvPr/>
        </p:nvSpPr>
        <p:spPr>
          <a:xfrm>
            <a:off x="463119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3" name="A1_bar_Cryo_12706">
            <a:extLst>
              <a:ext uri="{FF2B5EF4-FFF2-40B4-BE49-F238E27FC236}">
                <a16:creationId xmlns:a16="http://schemas.microsoft.com/office/drawing/2014/main" id="{CC8E3CFC-B675-47BD-BC00-2660BBBF5965}"/>
              </a:ext>
            </a:extLst>
          </p:cNvPr>
          <p:cNvSpPr>
            <a:spLocks noGrp="1"/>
          </p:cNvSpPr>
          <p:nvPr/>
        </p:nvSpPr>
        <p:spPr>
          <a:xfrm>
            <a:off x="4641876" y="5753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4" name="A1_bar_Cryo_12707">
            <a:extLst>
              <a:ext uri="{FF2B5EF4-FFF2-40B4-BE49-F238E27FC236}">
                <a16:creationId xmlns:a16="http://schemas.microsoft.com/office/drawing/2014/main" id="{8C2C0A78-A800-4461-87F2-4E7A7965D3FC}"/>
              </a:ext>
            </a:extLst>
          </p:cNvPr>
          <p:cNvSpPr>
            <a:spLocks noGrp="1"/>
          </p:cNvSpPr>
          <p:nvPr/>
        </p:nvSpPr>
        <p:spPr>
          <a:xfrm>
            <a:off x="4668334" y="4318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5" name="A1_bar_Cryo_12708">
            <a:extLst>
              <a:ext uri="{FF2B5EF4-FFF2-40B4-BE49-F238E27FC236}">
                <a16:creationId xmlns:a16="http://schemas.microsoft.com/office/drawing/2014/main" id="{20298A54-2428-4B3B-A0D6-520C061E6B48}"/>
              </a:ext>
            </a:extLst>
          </p:cNvPr>
          <p:cNvSpPr>
            <a:spLocks noGrp="1"/>
          </p:cNvSpPr>
          <p:nvPr/>
        </p:nvSpPr>
        <p:spPr>
          <a:xfrm>
            <a:off x="460657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6" name="A1_bar_Cryo_12709">
            <a:extLst>
              <a:ext uri="{FF2B5EF4-FFF2-40B4-BE49-F238E27FC236}">
                <a16:creationId xmlns:a16="http://schemas.microsoft.com/office/drawing/2014/main" id="{36D1327A-BD44-4DB1-B843-473DBEF5E38B}"/>
              </a:ext>
            </a:extLst>
          </p:cNvPr>
          <p:cNvSpPr>
            <a:spLocks noGrp="1"/>
          </p:cNvSpPr>
          <p:nvPr/>
        </p:nvSpPr>
        <p:spPr>
          <a:xfrm>
            <a:off x="480476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7" name="A1_bar_Cryo_12710">
            <a:extLst>
              <a:ext uri="{FF2B5EF4-FFF2-40B4-BE49-F238E27FC236}">
                <a16:creationId xmlns:a16="http://schemas.microsoft.com/office/drawing/2014/main" id="{2C1C7C7F-783F-47D9-BD24-9C65720B8A7B}"/>
              </a:ext>
            </a:extLst>
          </p:cNvPr>
          <p:cNvSpPr>
            <a:spLocks noGrp="1"/>
          </p:cNvSpPr>
          <p:nvPr/>
        </p:nvSpPr>
        <p:spPr>
          <a:xfrm>
            <a:off x="477591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8" name="A1_bar_Cryo_12711">
            <a:extLst>
              <a:ext uri="{FF2B5EF4-FFF2-40B4-BE49-F238E27FC236}">
                <a16:creationId xmlns:a16="http://schemas.microsoft.com/office/drawing/2014/main" id="{59C7FE33-D438-4DB0-A3E5-6EF8162B5694}"/>
              </a:ext>
            </a:extLst>
          </p:cNvPr>
          <p:cNvSpPr>
            <a:spLocks noGrp="1"/>
          </p:cNvSpPr>
          <p:nvPr/>
        </p:nvSpPr>
        <p:spPr>
          <a:xfrm>
            <a:off x="4713782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9" name="A1_bar_Cryo_12712">
            <a:extLst>
              <a:ext uri="{FF2B5EF4-FFF2-40B4-BE49-F238E27FC236}">
                <a16:creationId xmlns:a16="http://schemas.microsoft.com/office/drawing/2014/main" id="{41F43DD8-6E92-45AA-82A0-A96625FB610E}"/>
              </a:ext>
            </a:extLst>
          </p:cNvPr>
          <p:cNvSpPr>
            <a:spLocks noGrp="1"/>
          </p:cNvSpPr>
          <p:nvPr/>
        </p:nvSpPr>
        <p:spPr>
          <a:xfrm>
            <a:off x="458523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0" name="A1_bar_Cryo_12713">
            <a:extLst>
              <a:ext uri="{FF2B5EF4-FFF2-40B4-BE49-F238E27FC236}">
                <a16:creationId xmlns:a16="http://schemas.microsoft.com/office/drawing/2014/main" id="{928FBEBF-B1B7-4B32-A464-9566C63DFDFF}"/>
              </a:ext>
            </a:extLst>
          </p:cNvPr>
          <p:cNvSpPr>
            <a:spLocks noGrp="1"/>
          </p:cNvSpPr>
          <p:nvPr/>
        </p:nvSpPr>
        <p:spPr>
          <a:xfrm>
            <a:off x="478683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1" name="A1_bar_Cryo_12714">
            <a:extLst>
              <a:ext uri="{FF2B5EF4-FFF2-40B4-BE49-F238E27FC236}">
                <a16:creationId xmlns:a16="http://schemas.microsoft.com/office/drawing/2014/main" id="{B1D02AC9-3BC1-4728-B613-5CCBFDC6CD42}"/>
              </a:ext>
            </a:extLst>
          </p:cNvPr>
          <p:cNvSpPr>
            <a:spLocks noGrp="1"/>
          </p:cNvSpPr>
          <p:nvPr/>
        </p:nvSpPr>
        <p:spPr>
          <a:xfrm>
            <a:off x="4758263" y="3849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2" name="A1_bar_Cryo_12715">
            <a:extLst>
              <a:ext uri="{FF2B5EF4-FFF2-40B4-BE49-F238E27FC236}">
                <a16:creationId xmlns:a16="http://schemas.microsoft.com/office/drawing/2014/main" id="{5F7858F0-A586-430A-83D7-37CB51146938}"/>
              </a:ext>
            </a:extLst>
          </p:cNvPr>
          <p:cNvSpPr>
            <a:spLocks noGrp="1"/>
          </p:cNvSpPr>
          <p:nvPr/>
        </p:nvSpPr>
        <p:spPr>
          <a:xfrm>
            <a:off x="45651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3" name="A1_bar_Cryo_12716">
            <a:extLst>
              <a:ext uri="{FF2B5EF4-FFF2-40B4-BE49-F238E27FC236}">
                <a16:creationId xmlns:a16="http://schemas.microsoft.com/office/drawing/2014/main" id="{22F0C17C-9C10-472D-8C09-711D4455C2E2}"/>
              </a:ext>
            </a:extLst>
          </p:cNvPr>
          <p:cNvSpPr>
            <a:spLocks noGrp="1"/>
          </p:cNvSpPr>
          <p:nvPr/>
        </p:nvSpPr>
        <p:spPr>
          <a:xfrm>
            <a:off x="461246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4" name="A1_bar_Cryo_12717">
            <a:extLst>
              <a:ext uri="{FF2B5EF4-FFF2-40B4-BE49-F238E27FC236}">
                <a16:creationId xmlns:a16="http://schemas.microsoft.com/office/drawing/2014/main" id="{02785BF4-260F-4F67-B964-6667DB8B6EEC}"/>
              </a:ext>
            </a:extLst>
          </p:cNvPr>
          <p:cNvSpPr>
            <a:spLocks noGrp="1"/>
          </p:cNvSpPr>
          <p:nvPr/>
        </p:nvSpPr>
        <p:spPr>
          <a:xfrm>
            <a:off x="4633209" y="51451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5" name="A1_bar_Cryo_12718">
            <a:extLst>
              <a:ext uri="{FF2B5EF4-FFF2-40B4-BE49-F238E27FC236}">
                <a16:creationId xmlns:a16="http://schemas.microsoft.com/office/drawing/2014/main" id="{55F62EAA-A5DB-4341-8E85-D149B65FF5EA}"/>
              </a:ext>
            </a:extLst>
          </p:cNvPr>
          <p:cNvSpPr>
            <a:spLocks noGrp="1"/>
          </p:cNvSpPr>
          <p:nvPr/>
        </p:nvSpPr>
        <p:spPr>
          <a:xfrm>
            <a:off x="4662404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6" name="A1_bar_Cryo_12719">
            <a:extLst>
              <a:ext uri="{FF2B5EF4-FFF2-40B4-BE49-F238E27FC236}">
                <a16:creationId xmlns:a16="http://schemas.microsoft.com/office/drawing/2014/main" id="{35AFF7E7-9E78-4D6B-81EA-F4113D10F0C9}"/>
              </a:ext>
            </a:extLst>
          </p:cNvPr>
          <p:cNvSpPr>
            <a:spLocks noGrp="1"/>
          </p:cNvSpPr>
          <p:nvPr/>
        </p:nvSpPr>
        <p:spPr>
          <a:xfrm>
            <a:off x="46255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7" name="A1_bar_Cryo_12720">
            <a:extLst>
              <a:ext uri="{FF2B5EF4-FFF2-40B4-BE49-F238E27FC236}">
                <a16:creationId xmlns:a16="http://schemas.microsoft.com/office/drawing/2014/main" id="{56E63335-6D9E-48A8-BFE9-9E0211D88547}"/>
              </a:ext>
            </a:extLst>
          </p:cNvPr>
          <p:cNvSpPr>
            <a:spLocks noGrp="1"/>
          </p:cNvSpPr>
          <p:nvPr/>
        </p:nvSpPr>
        <p:spPr>
          <a:xfrm>
            <a:off x="4781000" y="477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8" name="A1_bar_Cryo_12721">
            <a:extLst>
              <a:ext uri="{FF2B5EF4-FFF2-40B4-BE49-F238E27FC236}">
                <a16:creationId xmlns:a16="http://schemas.microsoft.com/office/drawing/2014/main" id="{64CEFA80-7DEB-4A4C-AB57-91197E5C65A7}"/>
              </a:ext>
            </a:extLst>
          </p:cNvPr>
          <p:cNvSpPr>
            <a:spLocks noGrp="1"/>
          </p:cNvSpPr>
          <p:nvPr/>
        </p:nvSpPr>
        <p:spPr>
          <a:xfrm>
            <a:off x="4587687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9" name="A1_bar_Cryo_12722">
            <a:extLst>
              <a:ext uri="{FF2B5EF4-FFF2-40B4-BE49-F238E27FC236}">
                <a16:creationId xmlns:a16="http://schemas.microsoft.com/office/drawing/2014/main" id="{B6483E45-B92C-42CB-9302-87D6C3D87C65}"/>
              </a:ext>
            </a:extLst>
          </p:cNvPr>
          <p:cNvSpPr>
            <a:spLocks noGrp="1"/>
          </p:cNvSpPr>
          <p:nvPr/>
        </p:nvSpPr>
        <p:spPr>
          <a:xfrm>
            <a:off x="477568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0" name="A1_bar_Cryo_12723">
            <a:extLst>
              <a:ext uri="{FF2B5EF4-FFF2-40B4-BE49-F238E27FC236}">
                <a16:creationId xmlns:a16="http://schemas.microsoft.com/office/drawing/2014/main" id="{42C3C8D1-A1CC-4843-ACF7-6BA2012CBD1D}"/>
              </a:ext>
            </a:extLst>
          </p:cNvPr>
          <p:cNvSpPr>
            <a:spLocks noGrp="1"/>
          </p:cNvSpPr>
          <p:nvPr/>
        </p:nvSpPr>
        <p:spPr>
          <a:xfrm>
            <a:off x="4638508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1" name="A1_bar_Cryo_12724">
            <a:extLst>
              <a:ext uri="{FF2B5EF4-FFF2-40B4-BE49-F238E27FC236}">
                <a16:creationId xmlns:a16="http://schemas.microsoft.com/office/drawing/2014/main" id="{E0A4BCB4-18AA-439A-A068-78FB1DD1D512}"/>
              </a:ext>
            </a:extLst>
          </p:cNvPr>
          <p:cNvSpPr>
            <a:spLocks noGrp="1"/>
          </p:cNvSpPr>
          <p:nvPr/>
        </p:nvSpPr>
        <p:spPr>
          <a:xfrm>
            <a:off x="475917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2" name="A1_bar_Cryo_12725">
            <a:extLst>
              <a:ext uri="{FF2B5EF4-FFF2-40B4-BE49-F238E27FC236}">
                <a16:creationId xmlns:a16="http://schemas.microsoft.com/office/drawing/2014/main" id="{F697622C-7692-4C63-B3DB-100D2F40B5FD}"/>
              </a:ext>
            </a:extLst>
          </p:cNvPr>
          <p:cNvSpPr>
            <a:spLocks noGrp="1"/>
          </p:cNvSpPr>
          <p:nvPr/>
        </p:nvSpPr>
        <p:spPr>
          <a:xfrm>
            <a:off x="4746202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3" name="A1_bar_Cryo_12726">
            <a:extLst>
              <a:ext uri="{FF2B5EF4-FFF2-40B4-BE49-F238E27FC236}">
                <a16:creationId xmlns:a16="http://schemas.microsoft.com/office/drawing/2014/main" id="{56E616F1-E110-4492-8F44-8EDA3F046068}"/>
              </a:ext>
            </a:extLst>
          </p:cNvPr>
          <p:cNvSpPr>
            <a:spLocks noGrp="1"/>
          </p:cNvSpPr>
          <p:nvPr/>
        </p:nvSpPr>
        <p:spPr>
          <a:xfrm>
            <a:off x="457526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4" name="A1_bar_Cryo_12727">
            <a:extLst>
              <a:ext uri="{FF2B5EF4-FFF2-40B4-BE49-F238E27FC236}">
                <a16:creationId xmlns:a16="http://schemas.microsoft.com/office/drawing/2014/main" id="{52870870-4F31-41CF-A9F0-7208F2A7A8E8}"/>
              </a:ext>
            </a:extLst>
          </p:cNvPr>
          <p:cNvSpPr>
            <a:spLocks noGrp="1"/>
          </p:cNvSpPr>
          <p:nvPr/>
        </p:nvSpPr>
        <p:spPr>
          <a:xfrm>
            <a:off x="4793770" y="52235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5" name="A1_bar_Cryo_12728">
            <a:extLst>
              <a:ext uri="{FF2B5EF4-FFF2-40B4-BE49-F238E27FC236}">
                <a16:creationId xmlns:a16="http://schemas.microsoft.com/office/drawing/2014/main" id="{0E5B9C99-EAA2-4279-B1B6-D6B27240A130}"/>
              </a:ext>
            </a:extLst>
          </p:cNvPr>
          <p:cNvSpPr>
            <a:spLocks noGrp="1"/>
          </p:cNvSpPr>
          <p:nvPr/>
        </p:nvSpPr>
        <p:spPr>
          <a:xfrm>
            <a:off x="479649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6" name="A1_bar_Cryo_12729">
            <a:extLst>
              <a:ext uri="{FF2B5EF4-FFF2-40B4-BE49-F238E27FC236}">
                <a16:creationId xmlns:a16="http://schemas.microsoft.com/office/drawing/2014/main" id="{AC3420AB-D696-4F02-A1CB-A8E85C079766}"/>
              </a:ext>
            </a:extLst>
          </p:cNvPr>
          <p:cNvSpPr>
            <a:spLocks noGrp="1"/>
          </p:cNvSpPr>
          <p:nvPr/>
        </p:nvSpPr>
        <p:spPr>
          <a:xfrm>
            <a:off x="473773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7" name="A1_bar_Cryo_12730">
            <a:extLst>
              <a:ext uri="{FF2B5EF4-FFF2-40B4-BE49-F238E27FC236}">
                <a16:creationId xmlns:a16="http://schemas.microsoft.com/office/drawing/2014/main" id="{1A15D116-E677-4799-8791-2DFF376C32BF}"/>
              </a:ext>
            </a:extLst>
          </p:cNvPr>
          <p:cNvSpPr>
            <a:spLocks noGrp="1"/>
          </p:cNvSpPr>
          <p:nvPr/>
        </p:nvSpPr>
        <p:spPr>
          <a:xfrm>
            <a:off x="4640942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8" name="A1_bar_Cryo_12731">
            <a:extLst>
              <a:ext uri="{FF2B5EF4-FFF2-40B4-BE49-F238E27FC236}">
                <a16:creationId xmlns:a16="http://schemas.microsoft.com/office/drawing/2014/main" id="{DB8B765C-DBF4-41E5-B6AB-4112768CC6F6}"/>
              </a:ext>
            </a:extLst>
          </p:cNvPr>
          <p:cNvSpPr>
            <a:spLocks noGrp="1"/>
          </p:cNvSpPr>
          <p:nvPr/>
        </p:nvSpPr>
        <p:spPr>
          <a:xfrm>
            <a:off x="4738819" y="45916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9" name="A1_bar_Cryo_12732">
            <a:extLst>
              <a:ext uri="{FF2B5EF4-FFF2-40B4-BE49-F238E27FC236}">
                <a16:creationId xmlns:a16="http://schemas.microsoft.com/office/drawing/2014/main" id="{AC954CFF-F852-4568-A2FE-8B9731709F59}"/>
              </a:ext>
            </a:extLst>
          </p:cNvPr>
          <p:cNvSpPr>
            <a:spLocks noGrp="1"/>
          </p:cNvSpPr>
          <p:nvPr/>
        </p:nvSpPr>
        <p:spPr>
          <a:xfrm>
            <a:off x="465295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0" name="A1_bar_Cryo_12733">
            <a:extLst>
              <a:ext uri="{FF2B5EF4-FFF2-40B4-BE49-F238E27FC236}">
                <a16:creationId xmlns:a16="http://schemas.microsoft.com/office/drawing/2014/main" id="{24966B65-0FEB-44C0-A8FA-07F50C350A69}"/>
              </a:ext>
            </a:extLst>
          </p:cNvPr>
          <p:cNvSpPr>
            <a:spLocks noGrp="1"/>
          </p:cNvSpPr>
          <p:nvPr/>
        </p:nvSpPr>
        <p:spPr>
          <a:xfrm>
            <a:off x="476776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1" name="A1_bar_Cryo_12734">
            <a:extLst>
              <a:ext uri="{FF2B5EF4-FFF2-40B4-BE49-F238E27FC236}">
                <a16:creationId xmlns:a16="http://schemas.microsoft.com/office/drawing/2014/main" id="{64A77E6C-E1C2-48DC-AB99-201302A063E8}"/>
              </a:ext>
            </a:extLst>
          </p:cNvPr>
          <p:cNvSpPr>
            <a:spLocks noGrp="1"/>
          </p:cNvSpPr>
          <p:nvPr/>
        </p:nvSpPr>
        <p:spPr>
          <a:xfrm>
            <a:off x="462385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2" name="A1_bar_Cryo_12735">
            <a:extLst>
              <a:ext uri="{FF2B5EF4-FFF2-40B4-BE49-F238E27FC236}">
                <a16:creationId xmlns:a16="http://schemas.microsoft.com/office/drawing/2014/main" id="{44CEE14B-DC72-4736-9E4E-6A40271115EA}"/>
              </a:ext>
            </a:extLst>
          </p:cNvPr>
          <p:cNvSpPr>
            <a:spLocks noGrp="1"/>
          </p:cNvSpPr>
          <p:nvPr/>
        </p:nvSpPr>
        <p:spPr>
          <a:xfrm>
            <a:off x="464087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3" name="A1_bar_Cryo_12736">
            <a:extLst>
              <a:ext uri="{FF2B5EF4-FFF2-40B4-BE49-F238E27FC236}">
                <a16:creationId xmlns:a16="http://schemas.microsoft.com/office/drawing/2014/main" id="{571D5DEB-3C86-4BA3-B88C-B29C5BE1D5E6}"/>
              </a:ext>
            </a:extLst>
          </p:cNvPr>
          <p:cNvSpPr>
            <a:spLocks noGrp="1"/>
          </p:cNvSpPr>
          <p:nvPr/>
        </p:nvSpPr>
        <p:spPr>
          <a:xfrm>
            <a:off x="4770150" y="37133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4" name="A1_bar_Cryo_12737">
            <a:extLst>
              <a:ext uri="{FF2B5EF4-FFF2-40B4-BE49-F238E27FC236}">
                <a16:creationId xmlns:a16="http://schemas.microsoft.com/office/drawing/2014/main" id="{73933809-4F28-4908-A7D1-57BFBDEAC77A}"/>
              </a:ext>
            </a:extLst>
          </p:cNvPr>
          <p:cNvSpPr>
            <a:spLocks noGrp="1"/>
          </p:cNvSpPr>
          <p:nvPr/>
        </p:nvSpPr>
        <p:spPr>
          <a:xfrm>
            <a:off x="4569991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5" name="A1_bar_Cryo_12738">
            <a:extLst>
              <a:ext uri="{FF2B5EF4-FFF2-40B4-BE49-F238E27FC236}">
                <a16:creationId xmlns:a16="http://schemas.microsoft.com/office/drawing/2014/main" id="{43F5F826-80D7-4329-A86B-B5D91195F381}"/>
              </a:ext>
            </a:extLst>
          </p:cNvPr>
          <p:cNvSpPr>
            <a:spLocks noGrp="1"/>
          </p:cNvSpPr>
          <p:nvPr/>
        </p:nvSpPr>
        <p:spPr>
          <a:xfrm>
            <a:off x="470094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6" name="A1_bar_Cryo_12739">
            <a:extLst>
              <a:ext uri="{FF2B5EF4-FFF2-40B4-BE49-F238E27FC236}">
                <a16:creationId xmlns:a16="http://schemas.microsoft.com/office/drawing/2014/main" id="{ADDCC0A8-4FB0-4C78-BAD0-11997E376919}"/>
              </a:ext>
            </a:extLst>
          </p:cNvPr>
          <p:cNvSpPr>
            <a:spLocks noGrp="1"/>
          </p:cNvSpPr>
          <p:nvPr/>
        </p:nvSpPr>
        <p:spPr>
          <a:xfrm>
            <a:off x="4723367" y="5157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7" name="A1_bar_Cryo_12740">
            <a:extLst>
              <a:ext uri="{FF2B5EF4-FFF2-40B4-BE49-F238E27FC236}">
                <a16:creationId xmlns:a16="http://schemas.microsoft.com/office/drawing/2014/main" id="{E853BC38-32C8-4BF2-A243-E17B7A04C51E}"/>
              </a:ext>
            </a:extLst>
          </p:cNvPr>
          <p:cNvSpPr>
            <a:spLocks noGrp="1"/>
          </p:cNvSpPr>
          <p:nvPr/>
        </p:nvSpPr>
        <p:spPr>
          <a:xfrm>
            <a:off x="4686468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8" name="A1_bar_Cryo_12741">
            <a:extLst>
              <a:ext uri="{FF2B5EF4-FFF2-40B4-BE49-F238E27FC236}">
                <a16:creationId xmlns:a16="http://schemas.microsoft.com/office/drawing/2014/main" id="{F0EC332D-4AF3-4EA6-B3EF-D9B505AF9509}"/>
              </a:ext>
            </a:extLst>
          </p:cNvPr>
          <p:cNvSpPr>
            <a:spLocks noGrp="1"/>
          </p:cNvSpPr>
          <p:nvPr/>
        </p:nvSpPr>
        <p:spPr>
          <a:xfrm>
            <a:off x="46746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9" name="A1_bar_Cryo_12742">
            <a:extLst>
              <a:ext uri="{FF2B5EF4-FFF2-40B4-BE49-F238E27FC236}">
                <a16:creationId xmlns:a16="http://schemas.microsoft.com/office/drawing/2014/main" id="{662FDDA4-E1C5-4BB3-B841-579B0B18BBB0}"/>
              </a:ext>
            </a:extLst>
          </p:cNvPr>
          <p:cNvSpPr>
            <a:spLocks noGrp="1"/>
          </p:cNvSpPr>
          <p:nvPr/>
        </p:nvSpPr>
        <p:spPr>
          <a:xfrm>
            <a:off x="4570186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0" name="A1_bar_Cryo_12743">
            <a:extLst>
              <a:ext uri="{FF2B5EF4-FFF2-40B4-BE49-F238E27FC236}">
                <a16:creationId xmlns:a16="http://schemas.microsoft.com/office/drawing/2014/main" id="{B5F659F6-5B51-4F58-8382-6740F34B585F}"/>
              </a:ext>
            </a:extLst>
          </p:cNvPr>
          <p:cNvSpPr>
            <a:spLocks noGrp="1"/>
          </p:cNvSpPr>
          <p:nvPr/>
        </p:nvSpPr>
        <p:spPr>
          <a:xfrm>
            <a:off x="47823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1" name="A1_bar_Cryo_12744">
            <a:extLst>
              <a:ext uri="{FF2B5EF4-FFF2-40B4-BE49-F238E27FC236}">
                <a16:creationId xmlns:a16="http://schemas.microsoft.com/office/drawing/2014/main" id="{19AD04C8-958A-497A-9943-4BAFF960ADA4}"/>
              </a:ext>
            </a:extLst>
          </p:cNvPr>
          <p:cNvSpPr>
            <a:spLocks noGrp="1"/>
          </p:cNvSpPr>
          <p:nvPr/>
        </p:nvSpPr>
        <p:spPr>
          <a:xfrm>
            <a:off x="4582347" y="3900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2" name="A1_bar_Cryo_12745">
            <a:extLst>
              <a:ext uri="{FF2B5EF4-FFF2-40B4-BE49-F238E27FC236}">
                <a16:creationId xmlns:a16="http://schemas.microsoft.com/office/drawing/2014/main" id="{3C8C8192-A704-47BF-B16B-FB3F2DB667AE}"/>
              </a:ext>
            </a:extLst>
          </p:cNvPr>
          <p:cNvSpPr>
            <a:spLocks noGrp="1"/>
          </p:cNvSpPr>
          <p:nvPr/>
        </p:nvSpPr>
        <p:spPr>
          <a:xfrm>
            <a:off x="4647766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3" name="A1_bar_Cryo_12746">
            <a:extLst>
              <a:ext uri="{FF2B5EF4-FFF2-40B4-BE49-F238E27FC236}">
                <a16:creationId xmlns:a16="http://schemas.microsoft.com/office/drawing/2014/main" id="{337187A1-7C2B-45A5-8BEB-D25166350519}"/>
              </a:ext>
            </a:extLst>
          </p:cNvPr>
          <p:cNvSpPr>
            <a:spLocks noGrp="1"/>
          </p:cNvSpPr>
          <p:nvPr/>
        </p:nvSpPr>
        <p:spPr>
          <a:xfrm>
            <a:off x="467514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4" name="A1_bar_Cryo_12747">
            <a:extLst>
              <a:ext uri="{FF2B5EF4-FFF2-40B4-BE49-F238E27FC236}">
                <a16:creationId xmlns:a16="http://schemas.microsoft.com/office/drawing/2014/main" id="{752319BF-1C2B-4F6A-91D7-A341FE32632D}"/>
              </a:ext>
            </a:extLst>
          </p:cNvPr>
          <p:cNvSpPr>
            <a:spLocks noGrp="1"/>
          </p:cNvSpPr>
          <p:nvPr/>
        </p:nvSpPr>
        <p:spPr>
          <a:xfrm>
            <a:off x="474228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5" name="A1_bar_Cryo_12748">
            <a:extLst>
              <a:ext uri="{FF2B5EF4-FFF2-40B4-BE49-F238E27FC236}">
                <a16:creationId xmlns:a16="http://schemas.microsoft.com/office/drawing/2014/main" id="{D72AEA5E-E987-4561-BB68-70990AF1CCF5}"/>
              </a:ext>
            </a:extLst>
          </p:cNvPr>
          <p:cNvSpPr>
            <a:spLocks noGrp="1"/>
          </p:cNvSpPr>
          <p:nvPr/>
        </p:nvSpPr>
        <p:spPr>
          <a:xfrm>
            <a:off x="4586196" y="4854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6" name="A1_bar_Cryo_12749">
            <a:extLst>
              <a:ext uri="{FF2B5EF4-FFF2-40B4-BE49-F238E27FC236}">
                <a16:creationId xmlns:a16="http://schemas.microsoft.com/office/drawing/2014/main" id="{35574F47-166B-42E9-B2FF-AC69ABC16AE1}"/>
              </a:ext>
            </a:extLst>
          </p:cNvPr>
          <p:cNvSpPr>
            <a:spLocks noGrp="1"/>
          </p:cNvSpPr>
          <p:nvPr/>
        </p:nvSpPr>
        <p:spPr>
          <a:xfrm>
            <a:off x="476126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7" name="A1_bar_Cryo_12750">
            <a:extLst>
              <a:ext uri="{FF2B5EF4-FFF2-40B4-BE49-F238E27FC236}">
                <a16:creationId xmlns:a16="http://schemas.microsoft.com/office/drawing/2014/main" id="{A0B629BB-2563-49F0-94D2-1105766E7681}"/>
              </a:ext>
            </a:extLst>
          </p:cNvPr>
          <p:cNvSpPr>
            <a:spLocks noGrp="1"/>
          </p:cNvSpPr>
          <p:nvPr/>
        </p:nvSpPr>
        <p:spPr>
          <a:xfrm>
            <a:off x="46409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8" name="A1_bar_Cryo_12751">
            <a:extLst>
              <a:ext uri="{FF2B5EF4-FFF2-40B4-BE49-F238E27FC236}">
                <a16:creationId xmlns:a16="http://schemas.microsoft.com/office/drawing/2014/main" id="{0111D518-4FCC-4166-8F4B-824792ABCD13}"/>
              </a:ext>
            </a:extLst>
          </p:cNvPr>
          <p:cNvSpPr>
            <a:spLocks noGrp="1"/>
          </p:cNvSpPr>
          <p:nvPr/>
        </p:nvSpPr>
        <p:spPr>
          <a:xfrm>
            <a:off x="479241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9" name="A1_bar_Cryo_12752">
            <a:extLst>
              <a:ext uri="{FF2B5EF4-FFF2-40B4-BE49-F238E27FC236}">
                <a16:creationId xmlns:a16="http://schemas.microsoft.com/office/drawing/2014/main" id="{12AF9AAA-2C06-4C2A-924D-7A831D7E9CBE}"/>
              </a:ext>
            </a:extLst>
          </p:cNvPr>
          <p:cNvSpPr>
            <a:spLocks noGrp="1"/>
          </p:cNvSpPr>
          <p:nvPr/>
        </p:nvSpPr>
        <p:spPr>
          <a:xfrm>
            <a:off x="466023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0" name="A1_bar_Cryo_12753">
            <a:extLst>
              <a:ext uri="{FF2B5EF4-FFF2-40B4-BE49-F238E27FC236}">
                <a16:creationId xmlns:a16="http://schemas.microsoft.com/office/drawing/2014/main" id="{D06AAA0D-1686-4E02-B65E-8DD0663812C3}"/>
              </a:ext>
            </a:extLst>
          </p:cNvPr>
          <p:cNvSpPr>
            <a:spLocks noGrp="1"/>
          </p:cNvSpPr>
          <p:nvPr/>
        </p:nvSpPr>
        <p:spPr>
          <a:xfrm>
            <a:off x="4672376" y="43454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1" name="A1_bar_Cryo_12754">
            <a:extLst>
              <a:ext uri="{FF2B5EF4-FFF2-40B4-BE49-F238E27FC236}">
                <a16:creationId xmlns:a16="http://schemas.microsoft.com/office/drawing/2014/main" id="{AAE74552-C28F-4367-880D-0762538F2FA1}"/>
              </a:ext>
            </a:extLst>
          </p:cNvPr>
          <p:cNvSpPr>
            <a:spLocks noGrp="1"/>
          </p:cNvSpPr>
          <p:nvPr/>
        </p:nvSpPr>
        <p:spPr>
          <a:xfrm>
            <a:off x="4685239" y="31128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2" name="A1_bar_Cryo_12755">
            <a:extLst>
              <a:ext uri="{FF2B5EF4-FFF2-40B4-BE49-F238E27FC236}">
                <a16:creationId xmlns:a16="http://schemas.microsoft.com/office/drawing/2014/main" id="{F0897F8F-BA69-4493-85F6-45A09F37011B}"/>
              </a:ext>
            </a:extLst>
          </p:cNvPr>
          <p:cNvSpPr>
            <a:spLocks noGrp="1"/>
          </p:cNvSpPr>
          <p:nvPr/>
        </p:nvSpPr>
        <p:spPr>
          <a:xfrm>
            <a:off x="4598849" y="54585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3" name="A1_bar_Cryo_12756">
            <a:extLst>
              <a:ext uri="{FF2B5EF4-FFF2-40B4-BE49-F238E27FC236}">
                <a16:creationId xmlns:a16="http://schemas.microsoft.com/office/drawing/2014/main" id="{CF845FF4-324E-4A31-977E-A7B07A4CC178}"/>
              </a:ext>
            </a:extLst>
          </p:cNvPr>
          <p:cNvSpPr>
            <a:spLocks noGrp="1"/>
          </p:cNvSpPr>
          <p:nvPr/>
        </p:nvSpPr>
        <p:spPr>
          <a:xfrm>
            <a:off x="463203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4" name="A1_bar_Cryo_12757">
            <a:extLst>
              <a:ext uri="{FF2B5EF4-FFF2-40B4-BE49-F238E27FC236}">
                <a16:creationId xmlns:a16="http://schemas.microsoft.com/office/drawing/2014/main" id="{C5545689-481E-412D-B227-B1EE8B24E0F1}"/>
              </a:ext>
            </a:extLst>
          </p:cNvPr>
          <p:cNvSpPr>
            <a:spLocks noGrp="1"/>
          </p:cNvSpPr>
          <p:nvPr/>
        </p:nvSpPr>
        <p:spPr>
          <a:xfrm>
            <a:off x="478041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5" name="A1_bar_Cryo_12758">
            <a:extLst>
              <a:ext uri="{FF2B5EF4-FFF2-40B4-BE49-F238E27FC236}">
                <a16:creationId xmlns:a16="http://schemas.microsoft.com/office/drawing/2014/main" id="{488A9913-37DA-4AFD-B854-A35B59CEB3F2}"/>
              </a:ext>
            </a:extLst>
          </p:cNvPr>
          <p:cNvSpPr>
            <a:spLocks noGrp="1"/>
          </p:cNvSpPr>
          <p:nvPr/>
        </p:nvSpPr>
        <p:spPr>
          <a:xfrm>
            <a:off x="4605101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6" name="A1_bar_Cryo_12759">
            <a:extLst>
              <a:ext uri="{FF2B5EF4-FFF2-40B4-BE49-F238E27FC236}">
                <a16:creationId xmlns:a16="http://schemas.microsoft.com/office/drawing/2014/main" id="{A92D8B09-017A-4A9C-8F20-FEEC7D2B2DBB}"/>
              </a:ext>
            </a:extLst>
          </p:cNvPr>
          <p:cNvSpPr>
            <a:spLocks noGrp="1"/>
          </p:cNvSpPr>
          <p:nvPr/>
        </p:nvSpPr>
        <p:spPr>
          <a:xfrm>
            <a:off x="460731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7" name="A1_bar_Cryo_12760">
            <a:extLst>
              <a:ext uri="{FF2B5EF4-FFF2-40B4-BE49-F238E27FC236}">
                <a16:creationId xmlns:a16="http://schemas.microsoft.com/office/drawing/2014/main" id="{45D20DE7-C0B9-4DED-B641-949ED2EFE808}"/>
              </a:ext>
            </a:extLst>
          </p:cNvPr>
          <p:cNvSpPr>
            <a:spLocks noGrp="1"/>
          </p:cNvSpPr>
          <p:nvPr/>
        </p:nvSpPr>
        <p:spPr>
          <a:xfrm>
            <a:off x="46375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8" name="A1_bar_Cryo_12761">
            <a:extLst>
              <a:ext uri="{FF2B5EF4-FFF2-40B4-BE49-F238E27FC236}">
                <a16:creationId xmlns:a16="http://schemas.microsoft.com/office/drawing/2014/main" id="{5636996D-4EFC-4E4A-9ECC-537C46A2FDC4}"/>
              </a:ext>
            </a:extLst>
          </p:cNvPr>
          <p:cNvSpPr>
            <a:spLocks noGrp="1"/>
          </p:cNvSpPr>
          <p:nvPr/>
        </p:nvSpPr>
        <p:spPr>
          <a:xfrm>
            <a:off x="470107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9" name="A1_bar_Cryo_12762">
            <a:extLst>
              <a:ext uri="{FF2B5EF4-FFF2-40B4-BE49-F238E27FC236}">
                <a16:creationId xmlns:a16="http://schemas.microsoft.com/office/drawing/2014/main" id="{95396E0F-6088-4D32-9E2C-7EBBB51E65FC}"/>
              </a:ext>
            </a:extLst>
          </p:cNvPr>
          <p:cNvSpPr>
            <a:spLocks noGrp="1"/>
          </p:cNvSpPr>
          <p:nvPr/>
        </p:nvSpPr>
        <p:spPr>
          <a:xfrm>
            <a:off x="4794726" y="60791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0" name="A1_bar_Cryo_12763">
            <a:extLst>
              <a:ext uri="{FF2B5EF4-FFF2-40B4-BE49-F238E27FC236}">
                <a16:creationId xmlns:a16="http://schemas.microsoft.com/office/drawing/2014/main" id="{181E1819-A767-4B5F-BD0E-FC96BFC1B9DC}"/>
              </a:ext>
            </a:extLst>
          </p:cNvPr>
          <p:cNvSpPr>
            <a:spLocks noGrp="1"/>
          </p:cNvSpPr>
          <p:nvPr/>
        </p:nvSpPr>
        <p:spPr>
          <a:xfrm>
            <a:off x="4654853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1" name="A1_bar_Cryo_12764">
            <a:extLst>
              <a:ext uri="{FF2B5EF4-FFF2-40B4-BE49-F238E27FC236}">
                <a16:creationId xmlns:a16="http://schemas.microsoft.com/office/drawing/2014/main" id="{0276163D-C14E-488A-AE5E-DD45D1A2DBAB}"/>
              </a:ext>
            </a:extLst>
          </p:cNvPr>
          <p:cNvSpPr>
            <a:spLocks noGrp="1"/>
          </p:cNvSpPr>
          <p:nvPr/>
        </p:nvSpPr>
        <p:spPr>
          <a:xfrm>
            <a:off x="462100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2" name="A1_bar_Cryo_12765">
            <a:extLst>
              <a:ext uri="{FF2B5EF4-FFF2-40B4-BE49-F238E27FC236}">
                <a16:creationId xmlns:a16="http://schemas.microsoft.com/office/drawing/2014/main" id="{06343C93-3ED2-47F0-9A08-92F4BB452429}"/>
              </a:ext>
            </a:extLst>
          </p:cNvPr>
          <p:cNvSpPr>
            <a:spLocks noGrp="1"/>
          </p:cNvSpPr>
          <p:nvPr/>
        </p:nvSpPr>
        <p:spPr>
          <a:xfrm>
            <a:off x="477386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3" name="A1_bar_Cryo_12766">
            <a:extLst>
              <a:ext uri="{FF2B5EF4-FFF2-40B4-BE49-F238E27FC236}">
                <a16:creationId xmlns:a16="http://schemas.microsoft.com/office/drawing/2014/main" id="{EB5536EF-5B3D-4ECE-A4B0-AC5E51566A75}"/>
              </a:ext>
            </a:extLst>
          </p:cNvPr>
          <p:cNvSpPr>
            <a:spLocks noGrp="1"/>
          </p:cNvSpPr>
          <p:nvPr/>
        </p:nvSpPr>
        <p:spPr>
          <a:xfrm>
            <a:off x="4641715" y="4790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4" name="A1_bar_Cryo_12767">
            <a:extLst>
              <a:ext uri="{FF2B5EF4-FFF2-40B4-BE49-F238E27FC236}">
                <a16:creationId xmlns:a16="http://schemas.microsoft.com/office/drawing/2014/main" id="{47A54EB8-99AD-484F-BF39-D97C6EE524CD}"/>
              </a:ext>
            </a:extLst>
          </p:cNvPr>
          <p:cNvSpPr>
            <a:spLocks noGrp="1"/>
          </p:cNvSpPr>
          <p:nvPr/>
        </p:nvSpPr>
        <p:spPr>
          <a:xfrm>
            <a:off x="476716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5" name="A1_bar_Cryo_12768">
            <a:extLst>
              <a:ext uri="{FF2B5EF4-FFF2-40B4-BE49-F238E27FC236}">
                <a16:creationId xmlns:a16="http://schemas.microsoft.com/office/drawing/2014/main" id="{300E8DBB-4B2F-406B-B999-50E07C7B4F6F}"/>
              </a:ext>
            </a:extLst>
          </p:cNvPr>
          <p:cNvSpPr>
            <a:spLocks noGrp="1"/>
          </p:cNvSpPr>
          <p:nvPr/>
        </p:nvSpPr>
        <p:spPr>
          <a:xfrm>
            <a:off x="4754592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6" name="A1_bar_Cryo_12769">
            <a:extLst>
              <a:ext uri="{FF2B5EF4-FFF2-40B4-BE49-F238E27FC236}">
                <a16:creationId xmlns:a16="http://schemas.microsoft.com/office/drawing/2014/main" id="{1674D0B8-5099-466E-A465-2DC9C1D5C421}"/>
              </a:ext>
            </a:extLst>
          </p:cNvPr>
          <p:cNvSpPr>
            <a:spLocks noGrp="1"/>
          </p:cNvSpPr>
          <p:nvPr/>
        </p:nvSpPr>
        <p:spPr>
          <a:xfrm>
            <a:off x="4635976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7" name="A1_bar_Cryo_12770">
            <a:extLst>
              <a:ext uri="{FF2B5EF4-FFF2-40B4-BE49-F238E27FC236}">
                <a16:creationId xmlns:a16="http://schemas.microsoft.com/office/drawing/2014/main" id="{7B6F367C-734E-4A43-8DCB-E26019C708C4}"/>
              </a:ext>
            </a:extLst>
          </p:cNvPr>
          <p:cNvSpPr>
            <a:spLocks noGrp="1"/>
          </p:cNvSpPr>
          <p:nvPr/>
        </p:nvSpPr>
        <p:spPr>
          <a:xfrm>
            <a:off x="463676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8" name="A1_bar_Cryo_12771">
            <a:extLst>
              <a:ext uri="{FF2B5EF4-FFF2-40B4-BE49-F238E27FC236}">
                <a16:creationId xmlns:a16="http://schemas.microsoft.com/office/drawing/2014/main" id="{A7A183C0-C441-43B2-8B95-D63B5C8E70D2}"/>
              </a:ext>
            </a:extLst>
          </p:cNvPr>
          <p:cNvSpPr>
            <a:spLocks noGrp="1"/>
          </p:cNvSpPr>
          <p:nvPr/>
        </p:nvSpPr>
        <p:spPr>
          <a:xfrm>
            <a:off x="4761202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9" name="A1_bar_Cryo_12772">
            <a:extLst>
              <a:ext uri="{FF2B5EF4-FFF2-40B4-BE49-F238E27FC236}">
                <a16:creationId xmlns:a16="http://schemas.microsoft.com/office/drawing/2014/main" id="{8A8167BC-118C-444A-8502-66B37B322DBF}"/>
              </a:ext>
            </a:extLst>
          </p:cNvPr>
          <p:cNvSpPr>
            <a:spLocks noGrp="1"/>
          </p:cNvSpPr>
          <p:nvPr/>
        </p:nvSpPr>
        <p:spPr>
          <a:xfrm>
            <a:off x="474091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0" name="A1_bar_Cryo_12773">
            <a:extLst>
              <a:ext uri="{FF2B5EF4-FFF2-40B4-BE49-F238E27FC236}">
                <a16:creationId xmlns:a16="http://schemas.microsoft.com/office/drawing/2014/main" id="{7C973403-2702-406B-BE8C-79977C70CEB6}"/>
              </a:ext>
            </a:extLst>
          </p:cNvPr>
          <p:cNvSpPr>
            <a:spLocks noGrp="1"/>
          </p:cNvSpPr>
          <p:nvPr/>
        </p:nvSpPr>
        <p:spPr>
          <a:xfrm>
            <a:off x="456082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1" name="A1_bar_Cryo_12774">
            <a:extLst>
              <a:ext uri="{FF2B5EF4-FFF2-40B4-BE49-F238E27FC236}">
                <a16:creationId xmlns:a16="http://schemas.microsoft.com/office/drawing/2014/main" id="{E17503A1-F441-4E42-8F6D-6AACB3D5E45C}"/>
              </a:ext>
            </a:extLst>
          </p:cNvPr>
          <p:cNvSpPr>
            <a:spLocks noGrp="1"/>
          </p:cNvSpPr>
          <p:nvPr/>
        </p:nvSpPr>
        <p:spPr>
          <a:xfrm>
            <a:off x="4760109" y="51054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2" name="A1_bar_Cryo_12775">
            <a:extLst>
              <a:ext uri="{FF2B5EF4-FFF2-40B4-BE49-F238E27FC236}">
                <a16:creationId xmlns:a16="http://schemas.microsoft.com/office/drawing/2014/main" id="{F9DC79D0-BD1F-4D45-A30E-4A416F3E8590}"/>
              </a:ext>
            </a:extLst>
          </p:cNvPr>
          <p:cNvSpPr>
            <a:spLocks noGrp="1"/>
          </p:cNvSpPr>
          <p:nvPr/>
        </p:nvSpPr>
        <p:spPr>
          <a:xfrm>
            <a:off x="45874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3" name="A1_bar_Cryo_12776">
            <a:extLst>
              <a:ext uri="{FF2B5EF4-FFF2-40B4-BE49-F238E27FC236}">
                <a16:creationId xmlns:a16="http://schemas.microsoft.com/office/drawing/2014/main" id="{6D934B4A-FDA3-4314-8668-2543616006EA}"/>
              </a:ext>
            </a:extLst>
          </p:cNvPr>
          <p:cNvSpPr>
            <a:spLocks noGrp="1"/>
          </p:cNvSpPr>
          <p:nvPr/>
        </p:nvSpPr>
        <p:spPr>
          <a:xfrm>
            <a:off x="4574790" y="51190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4" name="A1_bar_Cryo_12777">
            <a:extLst>
              <a:ext uri="{FF2B5EF4-FFF2-40B4-BE49-F238E27FC236}">
                <a16:creationId xmlns:a16="http://schemas.microsoft.com/office/drawing/2014/main" id="{CE525752-0CE3-47D6-8D36-345AACF5C20A}"/>
              </a:ext>
            </a:extLst>
          </p:cNvPr>
          <p:cNvSpPr>
            <a:spLocks noGrp="1"/>
          </p:cNvSpPr>
          <p:nvPr/>
        </p:nvSpPr>
        <p:spPr>
          <a:xfrm>
            <a:off x="4723637" y="58775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5" name="A1_bar_Cryo_12778">
            <a:extLst>
              <a:ext uri="{FF2B5EF4-FFF2-40B4-BE49-F238E27FC236}">
                <a16:creationId xmlns:a16="http://schemas.microsoft.com/office/drawing/2014/main" id="{6E1A274F-E06E-428D-892C-AFB9411E24AD}"/>
              </a:ext>
            </a:extLst>
          </p:cNvPr>
          <p:cNvSpPr>
            <a:spLocks noGrp="1"/>
          </p:cNvSpPr>
          <p:nvPr/>
        </p:nvSpPr>
        <p:spPr>
          <a:xfrm>
            <a:off x="4685365" y="40154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6" name="A1_bar_Cryo_12779">
            <a:extLst>
              <a:ext uri="{FF2B5EF4-FFF2-40B4-BE49-F238E27FC236}">
                <a16:creationId xmlns:a16="http://schemas.microsoft.com/office/drawing/2014/main" id="{B067AFD0-AD8F-4279-B4AF-7062F0C60984}"/>
              </a:ext>
            </a:extLst>
          </p:cNvPr>
          <p:cNvSpPr>
            <a:spLocks noGrp="1"/>
          </p:cNvSpPr>
          <p:nvPr/>
        </p:nvSpPr>
        <p:spPr>
          <a:xfrm>
            <a:off x="46361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7" name="A1_bar_Cryo_12780">
            <a:extLst>
              <a:ext uri="{FF2B5EF4-FFF2-40B4-BE49-F238E27FC236}">
                <a16:creationId xmlns:a16="http://schemas.microsoft.com/office/drawing/2014/main" id="{0FBE4004-8597-4140-AB52-F1210AD1A263}"/>
              </a:ext>
            </a:extLst>
          </p:cNvPr>
          <p:cNvSpPr>
            <a:spLocks noGrp="1"/>
          </p:cNvSpPr>
          <p:nvPr/>
        </p:nvSpPr>
        <p:spPr>
          <a:xfrm>
            <a:off x="461809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8" name="A1_bar_Cryo_12781">
            <a:extLst>
              <a:ext uri="{FF2B5EF4-FFF2-40B4-BE49-F238E27FC236}">
                <a16:creationId xmlns:a16="http://schemas.microsoft.com/office/drawing/2014/main" id="{474743B7-8CDE-4D72-9E74-FA911E6201F5}"/>
              </a:ext>
            </a:extLst>
          </p:cNvPr>
          <p:cNvSpPr>
            <a:spLocks noGrp="1"/>
          </p:cNvSpPr>
          <p:nvPr/>
        </p:nvSpPr>
        <p:spPr>
          <a:xfrm>
            <a:off x="472731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9" name="A1_bar_Cryo_12782">
            <a:extLst>
              <a:ext uri="{FF2B5EF4-FFF2-40B4-BE49-F238E27FC236}">
                <a16:creationId xmlns:a16="http://schemas.microsoft.com/office/drawing/2014/main" id="{FF53A59B-250F-43FE-9195-01077F8EDEE1}"/>
              </a:ext>
            </a:extLst>
          </p:cNvPr>
          <p:cNvSpPr>
            <a:spLocks noGrp="1"/>
          </p:cNvSpPr>
          <p:nvPr/>
        </p:nvSpPr>
        <p:spPr>
          <a:xfrm>
            <a:off x="461053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0" name="A1_bar_Cryo_12783">
            <a:extLst>
              <a:ext uri="{FF2B5EF4-FFF2-40B4-BE49-F238E27FC236}">
                <a16:creationId xmlns:a16="http://schemas.microsoft.com/office/drawing/2014/main" id="{0BAE534C-2DAE-452C-9193-EB915A0983AF}"/>
              </a:ext>
            </a:extLst>
          </p:cNvPr>
          <p:cNvSpPr>
            <a:spLocks noGrp="1"/>
          </p:cNvSpPr>
          <p:nvPr/>
        </p:nvSpPr>
        <p:spPr>
          <a:xfrm>
            <a:off x="47342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1" name="A1_bar_Cryo_12784">
            <a:extLst>
              <a:ext uri="{FF2B5EF4-FFF2-40B4-BE49-F238E27FC236}">
                <a16:creationId xmlns:a16="http://schemas.microsoft.com/office/drawing/2014/main" id="{0DE15FDD-F46E-45C4-80F1-0BFD90E376DB}"/>
              </a:ext>
            </a:extLst>
          </p:cNvPr>
          <p:cNvSpPr>
            <a:spLocks noGrp="1"/>
          </p:cNvSpPr>
          <p:nvPr/>
        </p:nvSpPr>
        <p:spPr>
          <a:xfrm>
            <a:off x="4772746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2" name="A1_bar_Cryo_12785">
            <a:extLst>
              <a:ext uri="{FF2B5EF4-FFF2-40B4-BE49-F238E27FC236}">
                <a16:creationId xmlns:a16="http://schemas.microsoft.com/office/drawing/2014/main" id="{383BEB85-C1F2-4C16-866B-2AFAB4B77601}"/>
              </a:ext>
            </a:extLst>
          </p:cNvPr>
          <p:cNvSpPr>
            <a:spLocks noGrp="1"/>
          </p:cNvSpPr>
          <p:nvPr/>
        </p:nvSpPr>
        <p:spPr>
          <a:xfrm>
            <a:off x="4621775" y="3908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3" name="A1_bar_Cryo_12786">
            <a:extLst>
              <a:ext uri="{FF2B5EF4-FFF2-40B4-BE49-F238E27FC236}">
                <a16:creationId xmlns:a16="http://schemas.microsoft.com/office/drawing/2014/main" id="{5A48018A-C800-4564-9D22-51556A280169}"/>
              </a:ext>
            </a:extLst>
          </p:cNvPr>
          <p:cNvSpPr>
            <a:spLocks noGrp="1"/>
          </p:cNvSpPr>
          <p:nvPr/>
        </p:nvSpPr>
        <p:spPr>
          <a:xfrm>
            <a:off x="4590474" y="54334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4" name="A1_bar_Cryo_12787">
            <a:extLst>
              <a:ext uri="{FF2B5EF4-FFF2-40B4-BE49-F238E27FC236}">
                <a16:creationId xmlns:a16="http://schemas.microsoft.com/office/drawing/2014/main" id="{41124C90-B738-46C3-8DAD-6A65689858D6}"/>
              </a:ext>
            </a:extLst>
          </p:cNvPr>
          <p:cNvSpPr>
            <a:spLocks noGrp="1"/>
          </p:cNvSpPr>
          <p:nvPr/>
        </p:nvSpPr>
        <p:spPr>
          <a:xfrm>
            <a:off x="4672222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5" name="A1_bar_Cryo_12788">
            <a:extLst>
              <a:ext uri="{FF2B5EF4-FFF2-40B4-BE49-F238E27FC236}">
                <a16:creationId xmlns:a16="http://schemas.microsoft.com/office/drawing/2014/main" id="{C3ACBFB0-1FA5-4014-B390-47E067618FE4}"/>
              </a:ext>
            </a:extLst>
          </p:cNvPr>
          <p:cNvSpPr>
            <a:spLocks noGrp="1"/>
          </p:cNvSpPr>
          <p:nvPr/>
        </p:nvSpPr>
        <p:spPr>
          <a:xfrm>
            <a:off x="4700308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6" name="A1_bar_Cryo_12789">
            <a:extLst>
              <a:ext uri="{FF2B5EF4-FFF2-40B4-BE49-F238E27FC236}">
                <a16:creationId xmlns:a16="http://schemas.microsoft.com/office/drawing/2014/main" id="{00532523-8E65-42D3-BDDA-FEA575AC1C6E}"/>
              </a:ext>
            </a:extLst>
          </p:cNvPr>
          <p:cNvSpPr>
            <a:spLocks noGrp="1"/>
          </p:cNvSpPr>
          <p:nvPr/>
        </p:nvSpPr>
        <p:spPr>
          <a:xfrm>
            <a:off x="461585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7" name="A1_bar_Cryo_12790">
            <a:extLst>
              <a:ext uri="{FF2B5EF4-FFF2-40B4-BE49-F238E27FC236}">
                <a16:creationId xmlns:a16="http://schemas.microsoft.com/office/drawing/2014/main" id="{DAF87AF8-F7DD-4B9B-82D2-BA74C0DEC0D9}"/>
              </a:ext>
            </a:extLst>
          </p:cNvPr>
          <p:cNvSpPr>
            <a:spLocks noGrp="1"/>
          </p:cNvSpPr>
          <p:nvPr/>
        </p:nvSpPr>
        <p:spPr>
          <a:xfrm>
            <a:off x="4645120" y="51536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8" name="A1_bar_Cryo_12791">
            <a:extLst>
              <a:ext uri="{FF2B5EF4-FFF2-40B4-BE49-F238E27FC236}">
                <a16:creationId xmlns:a16="http://schemas.microsoft.com/office/drawing/2014/main" id="{58AD6795-6D91-4A4D-AF7F-E66C95553576}"/>
              </a:ext>
            </a:extLst>
          </p:cNvPr>
          <p:cNvSpPr>
            <a:spLocks noGrp="1"/>
          </p:cNvSpPr>
          <p:nvPr/>
        </p:nvSpPr>
        <p:spPr>
          <a:xfrm>
            <a:off x="4696245" y="42094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9" name="A1_bar_Cryo_12792">
            <a:extLst>
              <a:ext uri="{FF2B5EF4-FFF2-40B4-BE49-F238E27FC236}">
                <a16:creationId xmlns:a16="http://schemas.microsoft.com/office/drawing/2014/main" id="{FAE156F8-F0FB-4DCB-A22D-7D3AFEAAB804}"/>
              </a:ext>
            </a:extLst>
          </p:cNvPr>
          <p:cNvSpPr>
            <a:spLocks noGrp="1"/>
          </p:cNvSpPr>
          <p:nvPr/>
        </p:nvSpPr>
        <p:spPr>
          <a:xfrm>
            <a:off x="45818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0" name="A1_bar_Cryo_12793">
            <a:extLst>
              <a:ext uri="{FF2B5EF4-FFF2-40B4-BE49-F238E27FC236}">
                <a16:creationId xmlns:a16="http://schemas.microsoft.com/office/drawing/2014/main" id="{FCAB26DF-24A0-4C9C-81E0-E847CC9F2EB4}"/>
              </a:ext>
            </a:extLst>
          </p:cNvPr>
          <p:cNvSpPr>
            <a:spLocks noGrp="1"/>
          </p:cNvSpPr>
          <p:nvPr/>
        </p:nvSpPr>
        <p:spPr>
          <a:xfrm>
            <a:off x="47823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1" name="A1_bar_Cryo_12794">
            <a:extLst>
              <a:ext uri="{FF2B5EF4-FFF2-40B4-BE49-F238E27FC236}">
                <a16:creationId xmlns:a16="http://schemas.microsoft.com/office/drawing/2014/main" id="{1BF4BD76-1779-450E-96A1-14408A70C65B}"/>
              </a:ext>
            </a:extLst>
          </p:cNvPr>
          <p:cNvSpPr>
            <a:spLocks noGrp="1"/>
          </p:cNvSpPr>
          <p:nvPr/>
        </p:nvSpPr>
        <p:spPr>
          <a:xfrm>
            <a:off x="4676173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2" name="A1_bar_Cryo_12795">
            <a:extLst>
              <a:ext uri="{FF2B5EF4-FFF2-40B4-BE49-F238E27FC236}">
                <a16:creationId xmlns:a16="http://schemas.microsoft.com/office/drawing/2014/main" id="{7A4048BE-ADDD-446D-B4B0-BEB6D60BBD4A}"/>
              </a:ext>
            </a:extLst>
          </p:cNvPr>
          <p:cNvSpPr>
            <a:spLocks noGrp="1"/>
          </p:cNvSpPr>
          <p:nvPr/>
        </p:nvSpPr>
        <p:spPr>
          <a:xfrm>
            <a:off x="455792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3" name="A1_bar_Cryo_12796">
            <a:extLst>
              <a:ext uri="{FF2B5EF4-FFF2-40B4-BE49-F238E27FC236}">
                <a16:creationId xmlns:a16="http://schemas.microsoft.com/office/drawing/2014/main" id="{50C65165-EE43-4A6E-82C2-94830E11960F}"/>
              </a:ext>
            </a:extLst>
          </p:cNvPr>
          <p:cNvSpPr>
            <a:spLocks noGrp="1"/>
          </p:cNvSpPr>
          <p:nvPr/>
        </p:nvSpPr>
        <p:spPr>
          <a:xfrm>
            <a:off x="4790322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4" name="A1_bar_Cryo_12797">
            <a:extLst>
              <a:ext uri="{FF2B5EF4-FFF2-40B4-BE49-F238E27FC236}">
                <a16:creationId xmlns:a16="http://schemas.microsoft.com/office/drawing/2014/main" id="{DA70491D-086C-4E1D-9279-3A089133CC64}"/>
              </a:ext>
            </a:extLst>
          </p:cNvPr>
          <p:cNvSpPr>
            <a:spLocks noGrp="1"/>
          </p:cNvSpPr>
          <p:nvPr/>
        </p:nvSpPr>
        <p:spPr>
          <a:xfrm>
            <a:off x="4557109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5" name="A1_bar_Cryo_12798">
            <a:extLst>
              <a:ext uri="{FF2B5EF4-FFF2-40B4-BE49-F238E27FC236}">
                <a16:creationId xmlns:a16="http://schemas.microsoft.com/office/drawing/2014/main" id="{B5563170-36B8-44D1-A2E9-2F63C194E9C7}"/>
              </a:ext>
            </a:extLst>
          </p:cNvPr>
          <p:cNvSpPr>
            <a:spLocks noGrp="1"/>
          </p:cNvSpPr>
          <p:nvPr/>
        </p:nvSpPr>
        <p:spPr>
          <a:xfrm>
            <a:off x="4654586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6" name="A1_bar_Cryo_12799">
            <a:extLst>
              <a:ext uri="{FF2B5EF4-FFF2-40B4-BE49-F238E27FC236}">
                <a16:creationId xmlns:a16="http://schemas.microsoft.com/office/drawing/2014/main" id="{3442127D-2F88-43FC-8D58-31FCF48D04F6}"/>
              </a:ext>
            </a:extLst>
          </p:cNvPr>
          <p:cNvSpPr>
            <a:spLocks noGrp="1"/>
          </p:cNvSpPr>
          <p:nvPr/>
        </p:nvSpPr>
        <p:spPr>
          <a:xfrm>
            <a:off x="474739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7" name="A1_bar_Cryo_12800">
            <a:extLst>
              <a:ext uri="{FF2B5EF4-FFF2-40B4-BE49-F238E27FC236}">
                <a16:creationId xmlns:a16="http://schemas.microsoft.com/office/drawing/2014/main" id="{E94044BC-AAFC-4FDD-95E6-7EC7D2146022}"/>
              </a:ext>
            </a:extLst>
          </p:cNvPr>
          <p:cNvSpPr>
            <a:spLocks noGrp="1"/>
          </p:cNvSpPr>
          <p:nvPr/>
        </p:nvSpPr>
        <p:spPr>
          <a:xfrm>
            <a:off x="4744215" y="46471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8" name="A1_bar_Cryo_12801">
            <a:extLst>
              <a:ext uri="{FF2B5EF4-FFF2-40B4-BE49-F238E27FC236}">
                <a16:creationId xmlns:a16="http://schemas.microsoft.com/office/drawing/2014/main" id="{193E6DDE-FA37-4B7B-BC47-256CC87EAFF3}"/>
              </a:ext>
            </a:extLst>
          </p:cNvPr>
          <p:cNvSpPr>
            <a:spLocks noGrp="1"/>
          </p:cNvSpPr>
          <p:nvPr/>
        </p:nvSpPr>
        <p:spPr>
          <a:xfrm>
            <a:off x="4591673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9" name="A1_bar_Cryo_12802">
            <a:extLst>
              <a:ext uri="{FF2B5EF4-FFF2-40B4-BE49-F238E27FC236}">
                <a16:creationId xmlns:a16="http://schemas.microsoft.com/office/drawing/2014/main" id="{3B83125C-C689-441E-9DEF-4C675014DCD8}"/>
              </a:ext>
            </a:extLst>
          </p:cNvPr>
          <p:cNvSpPr>
            <a:spLocks noGrp="1"/>
          </p:cNvSpPr>
          <p:nvPr/>
        </p:nvSpPr>
        <p:spPr>
          <a:xfrm>
            <a:off x="467867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0" name="A1_bar_Cryo_12803">
            <a:extLst>
              <a:ext uri="{FF2B5EF4-FFF2-40B4-BE49-F238E27FC236}">
                <a16:creationId xmlns:a16="http://schemas.microsoft.com/office/drawing/2014/main" id="{F5D0E62A-5BDD-4F11-95D6-5829FC856C59}"/>
              </a:ext>
            </a:extLst>
          </p:cNvPr>
          <p:cNvSpPr>
            <a:spLocks noGrp="1"/>
          </p:cNvSpPr>
          <p:nvPr/>
        </p:nvSpPr>
        <p:spPr>
          <a:xfrm>
            <a:off x="4685434" y="54271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1" name="A1_bar_Cryo_12804">
            <a:extLst>
              <a:ext uri="{FF2B5EF4-FFF2-40B4-BE49-F238E27FC236}">
                <a16:creationId xmlns:a16="http://schemas.microsoft.com/office/drawing/2014/main" id="{6A03E367-EE63-4A5D-93AC-1B24A8AAB372}"/>
              </a:ext>
            </a:extLst>
          </p:cNvPr>
          <p:cNvSpPr>
            <a:spLocks noGrp="1"/>
          </p:cNvSpPr>
          <p:nvPr/>
        </p:nvSpPr>
        <p:spPr>
          <a:xfrm>
            <a:off x="4768614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2" name="A1_bar_Cryo_12805">
            <a:extLst>
              <a:ext uri="{FF2B5EF4-FFF2-40B4-BE49-F238E27FC236}">
                <a16:creationId xmlns:a16="http://schemas.microsoft.com/office/drawing/2014/main" id="{3F809BEB-4BE3-425A-9CE7-8287CEBBBEF0}"/>
              </a:ext>
            </a:extLst>
          </p:cNvPr>
          <p:cNvSpPr>
            <a:spLocks noGrp="1"/>
          </p:cNvSpPr>
          <p:nvPr/>
        </p:nvSpPr>
        <p:spPr>
          <a:xfrm>
            <a:off x="456340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3" name="A1_bar_Cryo_12806">
            <a:extLst>
              <a:ext uri="{FF2B5EF4-FFF2-40B4-BE49-F238E27FC236}">
                <a16:creationId xmlns:a16="http://schemas.microsoft.com/office/drawing/2014/main" id="{FA068A9B-0D08-4461-ABAF-9340FD4E49AA}"/>
              </a:ext>
            </a:extLst>
          </p:cNvPr>
          <p:cNvSpPr>
            <a:spLocks noGrp="1"/>
          </p:cNvSpPr>
          <p:nvPr/>
        </p:nvSpPr>
        <p:spPr>
          <a:xfrm>
            <a:off x="461972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4" name="A1_bar_Cryo_12807">
            <a:extLst>
              <a:ext uri="{FF2B5EF4-FFF2-40B4-BE49-F238E27FC236}">
                <a16:creationId xmlns:a16="http://schemas.microsoft.com/office/drawing/2014/main" id="{851A80AF-934C-4EE1-B355-E2CFD5F74760}"/>
              </a:ext>
            </a:extLst>
          </p:cNvPr>
          <p:cNvSpPr>
            <a:spLocks noGrp="1"/>
          </p:cNvSpPr>
          <p:nvPr/>
        </p:nvSpPr>
        <p:spPr>
          <a:xfrm>
            <a:off x="46037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5" name="A1_bar_Cryo_12808">
            <a:extLst>
              <a:ext uri="{FF2B5EF4-FFF2-40B4-BE49-F238E27FC236}">
                <a16:creationId xmlns:a16="http://schemas.microsoft.com/office/drawing/2014/main" id="{EEF4E9C2-469D-4187-A9A7-2627FFE4D2EA}"/>
              </a:ext>
            </a:extLst>
          </p:cNvPr>
          <p:cNvSpPr>
            <a:spLocks noGrp="1"/>
          </p:cNvSpPr>
          <p:nvPr/>
        </p:nvSpPr>
        <p:spPr>
          <a:xfrm>
            <a:off x="4582778" y="48690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6" name="A1_bar_Cryo_12809">
            <a:extLst>
              <a:ext uri="{FF2B5EF4-FFF2-40B4-BE49-F238E27FC236}">
                <a16:creationId xmlns:a16="http://schemas.microsoft.com/office/drawing/2014/main" id="{3016D10D-B6B6-451A-A169-54F8430DA9B2}"/>
              </a:ext>
            </a:extLst>
          </p:cNvPr>
          <p:cNvSpPr>
            <a:spLocks noGrp="1"/>
          </p:cNvSpPr>
          <p:nvPr/>
        </p:nvSpPr>
        <p:spPr>
          <a:xfrm>
            <a:off x="461105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7" name="A1_bar_Cryo_12810">
            <a:extLst>
              <a:ext uri="{FF2B5EF4-FFF2-40B4-BE49-F238E27FC236}">
                <a16:creationId xmlns:a16="http://schemas.microsoft.com/office/drawing/2014/main" id="{CE7FDA87-E836-41DF-916F-B1BBFFD92AF3}"/>
              </a:ext>
            </a:extLst>
          </p:cNvPr>
          <p:cNvSpPr>
            <a:spLocks noGrp="1"/>
          </p:cNvSpPr>
          <p:nvPr/>
        </p:nvSpPr>
        <p:spPr>
          <a:xfrm>
            <a:off x="4595458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8" name="A1_bar_Cryo_12811">
            <a:extLst>
              <a:ext uri="{FF2B5EF4-FFF2-40B4-BE49-F238E27FC236}">
                <a16:creationId xmlns:a16="http://schemas.microsoft.com/office/drawing/2014/main" id="{0A3F8258-A856-4A1A-B503-E63EA631C69B}"/>
              </a:ext>
            </a:extLst>
          </p:cNvPr>
          <p:cNvSpPr>
            <a:spLocks noGrp="1"/>
          </p:cNvSpPr>
          <p:nvPr/>
        </p:nvSpPr>
        <p:spPr>
          <a:xfrm>
            <a:off x="619020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9" name="A1_bar_Cryo_12812">
            <a:extLst>
              <a:ext uri="{FF2B5EF4-FFF2-40B4-BE49-F238E27FC236}">
                <a16:creationId xmlns:a16="http://schemas.microsoft.com/office/drawing/2014/main" id="{526E1E59-57F7-48A9-8A63-A057CDF074E1}"/>
              </a:ext>
            </a:extLst>
          </p:cNvPr>
          <p:cNvSpPr>
            <a:spLocks noGrp="1"/>
          </p:cNvSpPr>
          <p:nvPr/>
        </p:nvSpPr>
        <p:spPr>
          <a:xfrm>
            <a:off x="6221687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0" name="A1_bar_Cryo_12813">
            <a:extLst>
              <a:ext uri="{FF2B5EF4-FFF2-40B4-BE49-F238E27FC236}">
                <a16:creationId xmlns:a16="http://schemas.microsoft.com/office/drawing/2014/main" id="{D1D7A4B6-4780-4306-A333-86D4E8781667}"/>
              </a:ext>
            </a:extLst>
          </p:cNvPr>
          <p:cNvSpPr>
            <a:spLocks noGrp="1"/>
          </p:cNvSpPr>
          <p:nvPr/>
        </p:nvSpPr>
        <p:spPr>
          <a:xfrm>
            <a:off x="62950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1" name="A1_bar_Cryo_12814">
            <a:extLst>
              <a:ext uri="{FF2B5EF4-FFF2-40B4-BE49-F238E27FC236}">
                <a16:creationId xmlns:a16="http://schemas.microsoft.com/office/drawing/2014/main" id="{767C47B3-3A65-4BD4-8A9C-98CA91A74FDB}"/>
              </a:ext>
            </a:extLst>
          </p:cNvPr>
          <p:cNvSpPr>
            <a:spLocks noGrp="1"/>
          </p:cNvSpPr>
          <p:nvPr/>
        </p:nvSpPr>
        <p:spPr>
          <a:xfrm>
            <a:off x="618634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2" name="A1_bar_Cryo_12815">
            <a:extLst>
              <a:ext uri="{FF2B5EF4-FFF2-40B4-BE49-F238E27FC236}">
                <a16:creationId xmlns:a16="http://schemas.microsoft.com/office/drawing/2014/main" id="{E97D884B-EA68-4674-AD4E-AF1E49C58BBB}"/>
              </a:ext>
            </a:extLst>
          </p:cNvPr>
          <p:cNvSpPr>
            <a:spLocks noGrp="1"/>
          </p:cNvSpPr>
          <p:nvPr/>
        </p:nvSpPr>
        <p:spPr>
          <a:xfrm>
            <a:off x="6319667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3" name="A1_bar_Cryo_12816">
            <a:extLst>
              <a:ext uri="{FF2B5EF4-FFF2-40B4-BE49-F238E27FC236}">
                <a16:creationId xmlns:a16="http://schemas.microsoft.com/office/drawing/2014/main" id="{220DD21A-D320-4715-B116-603E8A0BACB7}"/>
              </a:ext>
            </a:extLst>
          </p:cNvPr>
          <p:cNvSpPr>
            <a:spLocks noGrp="1"/>
          </p:cNvSpPr>
          <p:nvPr/>
        </p:nvSpPr>
        <p:spPr>
          <a:xfrm>
            <a:off x="62040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4" name="A1_bar_Cryo_12817">
            <a:extLst>
              <a:ext uri="{FF2B5EF4-FFF2-40B4-BE49-F238E27FC236}">
                <a16:creationId xmlns:a16="http://schemas.microsoft.com/office/drawing/2014/main" id="{5E35FD9C-3C7F-4992-97F5-4950FABCBE7A}"/>
              </a:ext>
            </a:extLst>
          </p:cNvPr>
          <p:cNvSpPr>
            <a:spLocks noGrp="1"/>
          </p:cNvSpPr>
          <p:nvPr/>
        </p:nvSpPr>
        <p:spPr>
          <a:xfrm>
            <a:off x="633665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5" name="A1_bar_Cryo_12818">
            <a:extLst>
              <a:ext uri="{FF2B5EF4-FFF2-40B4-BE49-F238E27FC236}">
                <a16:creationId xmlns:a16="http://schemas.microsoft.com/office/drawing/2014/main" id="{6F1C5F7B-E890-4404-96BC-BA98FF9B3B10}"/>
              </a:ext>
            </a:extLst>
          </p:cNvPr>
          <p:cNvSpPr>
            <a:spLocks noGrp="1"/>
          </p:cNvSpPr>
          <p:nvPr/>
        </p:nvSpPr>
        <p:spPr>
          <a:xfrm>
            <a:off x="616680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6" name="A1_bar_Cryo_12819">
            <a:extLst>
              <a:ext uri="{FF2B5EF4-FFF2-40B4-BE49-F238E27FC236}">
                <a16:creationId xmlns:a16="http://schemas.microsoft.com/office/drawing/2014/main" id="{59C7AAAD-24D8-4D9E-AA3C-ACD6BC3BE2B5}"/>
              </a:ext>
            </a:extLst>
          </p:cNvPr>
          <p:cNvSpPr>
            <a:spLocks noGrp="1"/>
          </p:cNvSpPr>
          <p:nvPr/>
        </p:nvSpPr>
        <p:spPr>
          <a:xfrm>
            <a:off x="6226989" y="6045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7" name="A1_bar_Cryo_12820">
            <a:extLst>
              <a:ext uri="{FF2B5EF4-FFF2-40B4-BE49-F238E27FC236}">
                <a16:creationId xmlns:a16="http://schemas.microsoft.com/office/drawing/2014/main" id="{E65D531C-CF71-416C-A63C-0707D494FCF0}"/>
              </a:ext>
            </a:extLst>
          </p:cNvPr>
          <p:cNvSpPr>
            <a:spLocks noGrp="1"/>
          </p:cNvSpPr>
          <p:nvPr/>
        </p:nvSpPr>
        <p:spPr>
          <a:xfrm>
            <a:off x="62690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8" name="A1_bar_Cryo_12821">
            <a:extLst>
              <a:ext uri="{FF2B5EF4-FFF2-40B4-BE49-F238E27FC236}">
                <a16:creationId xmlns:a16="http://schemas.microsoft.com/office/drawing/2014/main" id="{8DEDC6A6-10B3-4118-A267-DC3BDC342316}"/>
              </a:ext>
            </a:extLst>
          </p:cNvPr>
          <p:cNvSpPr>
            <a:spLocks noGrp="1"/>
          </p:cNvSpPr>
          <p:nvPr/>
        </p:nvSpPr>
        <p:spPr>
          <a:xfrm>
            <a:off x="6278487" y="4631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9" name="A1_bar_Cryo_12822">
            <a:extLst>
              <a:ext uri="{FF2B5EF4-FFF2-40B4-BE49-F238E27FC236}">
                <a16:creationId xmlns:a16="http://schemas.microsoft.com/office/drawing/2014/main" id="{8DF9A341-793B-4EC7-8821-587DF92D4CBE}"/>
              </a:ext>
            </a:extLst>
          </p:cNvPr>
          <p:cNvSpPr>
            <a:spLocks noGrp="1"/>
          </p:cNvSpPr>
          <p:nvPr/>
        </p:nvSpPr>
        <p:spPr>
          <a:xfrm>
            <a:off x="6130935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0" name="A1_bar_Cryo_12823">
            <a:extLst>
              <a:ext uri="{FF2B5EF4-FFF2-40B4-BE49-F238E27FC236}">
                <a16:creationId xmlns:a16="http://schemas.microsoft.com/office/drawing/2014/main" id="{C77FF6A6-8E45-4A0C-8F61-5E6DD3BA70C5}"/>
              </a:ext>
            </a:extLst>
          </p:cNvPr>
          <p:cNvSpPr>
            <a:spLocks noGrp="1"/>
          </p:cNvSpPr>
          <p:nvPr/>
        </p:nvSpPr>
        <p:spPr>
          <a:xfrm>
            <a:off x="6232173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1" name="A1_bar_Cryo_12824">
            <a:extLst>
              <a:ext uri="{FF2B5EF4-FFF2-40B4-BE49-F238E27FC236}">
                <a16:creationId xmlns:a16="http://schemas.microsoft.com/office/drawing/2014/main" id="{C7BA9EF5-2B8E-4055-9E31-846B3294BCDF}"/>
              </a:ext>
            </a:extLst>
          </p:cNvPr>
          <p:cNvSpPr>
            <a:spLocks noGrp="1"/>
          </p:cNvSpPr>
          <p:nvPr/>
        </p:nvSpPr>
        <p:spPr>
          <a:xfrm>
            <a:off x="629717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2" name="A1_bar_Cryo_12825">
            <a:extLst>
              <a:ext uri="{FF2B5EF4-FFF2-40B4-BE49-F238E27FC236}">
                <a16:creationId xmlns:a16="http://schemas.microsoft.com/office/drawing/2014/main" id="{405055DD-2416-41B3-AABE-3F7039D9DEA9}"/>
              </a:ext>
            </a:extLst>
          </p:cNvPr>
          <p:cNvSpPr>
            <a:spLocks noGrp="1"/>
          </p:cNvSpPr>
          <p:nvPr/>
        </p:nvSpPr>
        <p:spPr>
          <a:xfrm>
            <a:off x="627231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3" name="A1_bar_Cryo_12826">
            <a:extLst>
              <a:ext uri="{FF2B5EF4-FFF2-40B4-BE49-F238E27FC236}">
                <a16:creationId xmlns:a16="http://schemas.microsoft.com/office/drawing/2014/main" id="{F433328C-3CEB-49FF-8B37-86567F742513}"/>
              </a:ext>
            </a:extLst>
          </p:cNvPr>
          <p:cNvSpPr>
            <a:spLocks noGrp="1"/>
          </p:cNvSpPr>
          <p:nvPr/>
        </p:nvSpPr>
        <p:spPr>
          <a:xfrm>
            <a:off x="622665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4" name="A1_bar_Cryo_12827">
            <a:extLst>
              <a:ext uri="{FF2B5EF4-FFF2-40B4-BE49-F238E27FC236}">
                <a16:creationId xmlns:a16="http://schemas.microsoft.com/office/drawing/2014/main" id="{95DA6877-6A49-4D34-AEDA-0E0751FBEB7A}"/>
              </a:ext>
            </a:extLst>
          </p:cNvPr>
          <p:cNvSpPr>
            <a:spLocks noGrp="1"/>
          </p:cNvSpPr>
          <p:nvPr/>
        </p:nvSpPr>
        <p:spPr>
          <a:xfrm>
            <a:off x="632239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5" name="A1_bar_Cryo_12828">
            <a:extLst>
              <a:ext uri="{FF2B5EF4-FFF2-40B4-BE49-F238E27FC236}">
                <a16:creationId xmlns:a16="http://schemas.microsoft.com/office/drawing/2014/main" id="{C5E57D22-ADAF-4D69-B10F-F935C96CEC1A}"/>
              </a:ext>
            </a:extLst>
          </p:cNvPr>
          <p:cNvSpPr>
            <a:spLocks noGrp="1"/>
          </p:cNvSpPr>
          <p:nvPr/>
        </p:nvSpPr>
        <p:spPr>
          <a:xfrm>
            <a:off x="634476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6" name="A1_bar_Cryo_12829">
            <a:extLst>
              <a:ext uri="{FF2B5EF4-FFF2-40B4-BE49-F238E27FC236}">
                <a16:creationId xmlns:a16="http://schemas.microsoft.com/office/drawing/2014/main" id="{390C4A1F-7504-4B69-9AC2-E81C5D788C62}"/>
              </a:ext>
            </a:extLst>
          </p:cNvPr>
          <p:cNvSpPr>
            <a:spLocks noGrp="1"/>
          </p:cNvSpPr>
          <p:nvPr/>
        </p:nvSpPr>
        <p:spPr>
          <a:xfrm>
            <a:off x="62146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7" name="A1_bar_Cryo_12830">
            <a:extLst>
              <a:ext uri="{FF2B5EF4-FFF2-40B4-BE49-F238E27FC236}">
                <a16:creationId xmlns:a16="http://schemas.microsoft.com/office/drawing/2014/main" id="{BEC6F3F8-E289-4D8C-B5A0-31962D58F93E}"/>
              </a:ext>
            </a:extLst>
          </p:cNvPr>
          <p:cNvSpPr>
            <a:spLocks noGrp="1"/>
          </p:cNvSpPr>
          <p:nvPr/>
        </p:nvSpPr>
        <p:spPr>
          <a:xfrm>
            <a:off x="6139185" y="540280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8" name="A1_bar_Cryo_12831">
            <a:extLst>
              <a:ext uri="{FF2B5EF4-FFF2-40B4-BE49-F238E27FC236}">
                <a16:creationId xmlns:a16="http://schemas.microsoft.com/office/drawing/2014/main" id="{76A431C7-249E-4F99-B712-A01144F692BA}"/>
              </a:ext>
            </a:extLst>
          </p:cNvPr>
          <p:cNvSpPr>
            <a:spLocks noGrp="1"/>
          </p:cNvSpPr>
          <p:nvPr/>
        </p:nvSpPr>
        <p:spPr>
          <a:xfrm>
            <a:off x="6283063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9" name="A1_bar_Cryo_12832">
            <a:extLst>
              <a:ext uri="{FF2B5EF4-FFF2-40B4-BE49-F238E27FC236}">
                <a16:creationId xmlns:a16="http://schemas.microsoft.com/office/drawing/2014/main" id="{8469D354-C392-487A-B698-3D287AB6C45F}"/>
              </a:ext>
            </a:extLst>
          </p:cNvPr>
          <p:cNvSpPr>
            <a:spLocks noGrp="1"/>
          </p:cNvSpPr>
          <p:nvPr/>
        </p:nvSpPr>
        <p:spPr>
          <a:xfrm>
            <a:off x="62964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0" name="A1_bar_Cryo_12833">
            <a:extLst>
              <a:ext uri="{FF2B5EF4-FFF2-40B4-BE49-F238E27FC236}">
                <a16:creationId xmlns:a16="http://schemas.microsoft.com/office/drawing/2014/main" id="{F58A7B92-8BF5-4F9E-816C-55943CF29590}"/>
              </a:ext>
            </a:extLst>
          </p:cNvPr>
          <p:cNvSpPr>
            <a:spLocks noGrp="1"/>
          </p:cNvSpPr>
          <p:nvPr/>
        </p:nvSpPr>
        <p:spPr>
          <a:xfrm>
            <a:off x="6321943" y="59404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1" name="A1_bar_Cryo_12834">
            <a:extLst>
              <a:ext uri="{FF2B5EF4-FFF2-40B4-BE49-F238E27FC236}">
                <a16:creationId xmlns:a16="http://schemas.microsoft.com/office/drawing/2014/main" id="{EB881340-CECA-4718-9350-58700C15354F}"/>
              </a:ext>
            </a:extLst>
          </p:cNvPr>
          <p:cNvSpPr>
            <a:spLocks noGrp="1"/>
          </p:cNvSpPr>
          <p:nvPr/>
        </p:nvSpPr>
        <p:spPr>
          <a:xfrm>
            <a:off x="6363878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2" name="A1_bar_Cryo_12835">
            <a:extLst>
              <a:ext uri="{FF2B5EF4-FFF2-40B4-BE49-F238E27FC236}">
                <a16:creationId xmlns:a16="http://schemas.microsoft.com/office/drawing/2014/main" id="{AEBC1914-D833-4F2D-8AA7-3466E0A51B3C}"/>
              </a:ext>
            </a:extLst>
          </p:cNvPr>
          <p:cNvSpPr>
            <a:spLocks noGrp="1"/>
          </p:cNvSpPr>
          <p:nvPr/>
        </p:nvSpPr>
        <p:spPr>
          <a:xfrm>
            <a:off x="6341293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3" name="A1_bar_Cryo_12836">
            <a:extLst>
              <a:ext uri="{FF2B5EF4-FFF2-40B4-BE49-F238E27FC236}">
                <a16:creationId xmlns:a16="http://schemas.microsoft.com/office/drawing/2014/main" id="{77275FE6-459B-4DC9-BE92-F36956B2DD71}"/>
              </a:ext>
            </a:extLst>
          </p:cNvPr>
          <p:cNvSpPr>
            <a:spLocks noGrp="1"/>
          </p:cNvSpPr>
          <p:nvPr/>
        </p:nvSpPr>
        <p:spPr>
          <a:xfrm>
            <a:off x="635882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4" name="A1_bar_Cryo_12837">
            <a:extLst>
              <a:ext uri="{FF2B5EF4-FFF2-40B4-BE49-F238E27FC236}">
                <a16:creationId xmlns:a16="http://schemas.microsoft.com/office/drawing/2014/main" id="{E32BB7A9-0446-4961-B629-AD38D0B20D53}"/>
              </a:ext>
            </a:extLst>
          </p:cNvPr>
          <p:cNvSpPr>
            <a:spLocks noGrp="1"/>
          </p:cNvSpPr>
          <p:nvPr/>
        </p:nvSpPr>
        <p:spPr>
          <a:xfrm>
            <a:off x="61995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5" name="A1_bar_Cryo_12838">
            <a:extLst>
              <a:ext uri="{FF2B5EF4-FFF2-40B4-BE49-F238E27FC236}">
                <a16:creationId xmlns:a16="http://schemas.microsoft.com/office/drawing/2014/main" id="{5B934A9D-BAA1-4D69-B64B-886BA2D89653}"/>
              </a:ext>
            </a:extLst>
          </p:cNvPr>
          <p:cNvSpPr>
            <a:spLocks noGrp="1"/>
          </p:cNvSpPr>
          <p:nvPr/>
        </p:nvSpPr>
        <p:spPr>
          <a:xfrm>
            <a:off x="6263100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6" name="A1_bar_Cryo_12839">
            <a:extLst>
              <a:ext uri="{FF2B5EF4-FFF2-40B4-BE49-F238E27FC236}">
                <a16:creationId xmlns:a16="http://schemas.microsoft.com/office/drawing/2014/main" id="{50B02769-602A-4D0F-882F-F13E1C09AA30}"/>
              </a:ext>
            </a:extLst>
          </p:cNvPr>
          <p:cNvSpPr>
            <a:spLocks noGrp="1"/>
          </p:cNvSpPr>
          <p:nvPr/>
        </p:nvSpPr>
        <p:spPr>
          <a:xfrm>
            <a:off x="6367946" y="59335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7" name="A1_bar_Cryo_12840">
            <a:extLst>
              <a:ext uri="{FF2B5EF4-FFF2-40B4-BE49-F238E27FC236}">
                <a16:creationId xmlns:a16="http://schemas.microsoft.com/office/drawing/2014/main" id="{FC809426-9969-4D55-A617-7C68BCE99B6A}"/>
              </a:ext>
            </a:extLst>
          </p:cNvPr>
          <p:cNvSpPr>
            <a:spLocks noGrp="1"/>
          </p:cNvSpPr>
          <p:nvPr/>
        </p:nvSpPr>
        <p:spPr>
          <a:xfrm>
            <a:off x="631750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8" name="A1_bar_Cryo_12841">
            <a:extLst>
              <a:ext uri="{FF2B5EF4-FFF2-40B4-BE49-F238E27FC236}">
                <a16:creationId xmlns:a16="http://schemas.microsoft.com/office/drawing/2014/main" id="{31902254-5954-40FA-8FA8-5771A7D23872}"/>
              </a:ext>
            </a:extLst>
          </p:cNvPr>
          <p:cNvSpPr>
            <a:spLocks noGrp="1"/>
          </p:cNvSpPr>
          <p:nvPr/>
        </p:nvSpPr>
        <p:spPr>
          <a:xfrm>
            <a:off x="630573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9" name="A1_bar_Cryo_12842">
            <a:extLst>
              <a:ext uri="{FF2B5EF4-FFF2-40B4-BE49-F238E27FC236}">
                <a16:creationId xmlns:a16="http://schemas.microsoft.com/office/drawing/2014/main" id="{B3948906-B70D-4AF4-B68B-9C6A949D6053}"/>
              </a:ext>
            </a:extLst>
          </p:cNvPr>
          <p:cNvSpPr>
            <a:spLocks noGrp="1"/>
          </p:cNvSpPr>
          <p:nvPr/>
        </p:nvSpPr>
        <p:spPr>
          <a:xfrm>
            <a:off x="6362573" y="59413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0" name="A1_bar_Cryo_12843">
            <a:extLst>
              <a:ext uri="{FF2B5EF4-FFF2-40B4-BE49-F238E27FC236}">
                <a16:creationId xmlns:a16="http://schemas.microsoft.com/office/drawing/2014/main" id="{1F5B9739-EAD1-4D4B-B746-5807EB049D48}"/>
              </a:ext>
            </a:extLst>
          </p:cNvPr>
          <p:cNvSpPr>
            <a:spLocks noGrp="1"/>
          </p:cNvSpPr>
          <p:nvPr/>
        </p:nvSpPr>
        <p:spPr>
          <a:xfrm>
            <a:off x="619207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1" name="A1_bar_Cryo_12844">
            <a:extLst>
              <a:ext uri="{FF2B5EF4-FFF2-40B4-BE49-F238E27FC236}">
                <a16:creationId xmlns:a16="http://schemas.microsoft.com/office/drawing/2014/main" id="{6C795057-769A-4A96-B013-D94CBFE74AA7}"/>
              </a:ext>
            </a:extLst>
          </p:cNvPr>
          <p:cNvSpPr>
            <a:spLocks noGrp="1"/>
          </p:cNvSpPr>
          <p:nvPr/>
        </p:nvSpPr>
        <p:spPr>
          <a:xfrm>
            <a:off x="628016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2" name="A1_bar_Cryo_12845">
            <a:extLst>
              <a:ext uri="{FF2B5EF4-FFF2-40B4-BE49-F238E27FC236}">
                <a16:creationId xmlns:a16="http://schemas.microsoft.com/office/drawing/2014/main" id="{B82DDE7E-D356-463F-8561-31B7C1C06915}"/>
              </a:ext>
            </a:extLst>
          </p:cNvPr>
          <p:cNvSpPr>
            <a:spLocks noGrp="1"/>
          </p:cNvSpPr>
          <p:nvPr/>
        </p:nvSpPr>
        <p:spPr>
          <a:xfrm>
            <a:off x="638072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3" name="A1_bar_Cryo_12846">
            <a:extLst>
              <a:ext uri="{FF2B5EF4-FFF2-40B4-BE49-F238E27FC236}">
                <a16:creationId xmlns:a16="http://schemas.microsoft.com/office/drawing/2014/main" id="{D006ADBC-1734-44FF-9B7D-BC087B0352B9}"/>
              </a:ext>
            </a:extLst>
          </p:cNvPr>
          <p:cNvSpPr>
            <a:spLocks noGrp="1"/>
          </p:cNvSpPr>
          <p:nvPr/>
        </p:nvSpPr>
        <p:spPr>
          <a:xfrm>
            <a:off x="61796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4" name="A1_bar_Cryo_12847">
            <a:extLst>
              <a:ext uri="{FF2B5EF4-FFF2-40B4-BE49-F238E27FC236}">
                <a16:creationId xmlns:a16="http://schemas.microsoft.com/office/drawing/2014/main" id="{29BED82D-5F44-44B1-B0C9-71CC2EE20A94}"/>
              </a:ext>
            </a:extLst>
          </p:cNvPr>
          <p:cNvSpPr>
            <a:spLocks noGrp="1"/>
          </p:cNvSpPr>
          <p:nvPr/>
        </p:nvSpPr>
        <p:spPr>
          <a:xfrm>
            <a:off x="62977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5" name="A1_bar_Cryo_12848">
            <a:extLst>
              <a:ext uri="{FF2B5EF4-FFF2-40B4-BE49-F238E27FC236}">
                <a16:creationId xmlns:a16="http://schemas.microsoft.com/office/drawing/2014/main" id="{AA5A3718-7078-48CE-B057-2FD553C31231}"/>
              </a:ext>
            </a:extLst>
          </p:cNvPr>
          <p:cNvSpPr>
            <a:spLocks noGrp="1"/>
          </p:cNvSpPr>
          <p:nvPr/>
        </p:nvSpPr>
        <p:spPr>
          <a:xfrm>
            <a:off x="636643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6" name="A1_bar_Cryo_12849">
            <a:extLst>
              <a:ext uri="{FF2B5EF4-FFF2-40B4-BE49-F238E27FC236}">
                <a16:creationId xmlns:a16="http://schemas.microsoft.com/office/drawing/2014/main" id="{7A075AE0-8617-4AF5-A2FF-CFDE8C8EE091}"/>
              </a:ext>
            </a:extLst>
          </p:cNvPr>
          <p:cNvSpPr>
            <a:spLocks noGrp="1"/>
          </p:cNvSpPr>
          <p:nvPr/>
        </p:nvSpPr>
        <p:spPr>
          <a:xfrm>
            <a:off x="63472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7" name="A1_bar_Cryo_12850">
            <a:extLst>
              <a:ext uri="{FF2B5EF4-FFF2-40B4-BE49-F238E27FC236}">
                <a16:creationId xmlns:a16="http://schemas.microsoft.com/office/drawing/2014/main" id="{489F5A23-9288-4991-AC78-4F9BFED295D2}"/>
              </a:ext>
            </a:extLst>
          </p:cNvPr>
          <p:cNvSpPr>
            <a:spLocks noGrp="1"/>
          </p:cNvSpPr>
          <p:nvPr/>
        </p:nvSpPr>
        <p:spPr>
          <a:xfrm>
            <a:off x="6296860" y="50290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8" name="A1_bar_Cryo_12851">
            <a:extLst>
              <a:ext uri="{FF2B5EF4-FFF2-40B4-BE49-F238E27FC236}">
                <a16:creationId xmlns:a16="http://schemas.microsoft.com/office/drawing/2014/main" id="{3A9A1E9E-D2E1-4FAA-85C1-B6C98960D49C}"/>
              </a:ext>
            </a:extLst>
          </p:cNvPr>
          <p:cNvSpPr>
            <a:spLocks noGrp="1"/>
          </p:cNvSpPr>
          <p:nvPr/>
        </p:nvSpPr>
        <p:spPr>
          <a:xfrm>
            <a:off x="6198538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9" name="A1_bar_Cryo_12852">
            <a:extLst>
              <a:ext uri="{FF2B5EF4-FFF2-40B4-BE49-F238E27FC236}">
                <a16:creationId xmlns:a16="http://schemas.microsoft.com/office/drawing/2014/main" id="{0547C225-DFC1-4CC3-8B1E-C3CE23C84C24}"/>
              </a:ext>
            </a:extLst>
          </p:cNvPr>
          <p:cNvSpPr>
            <a:spLocks noGrp="1"/>
          </p:cNvSpPr>
          <p:nvPr/>
        </p:nvSpPr>
        <p:spPr>
          <a:xfrm>
            <a:off x="612847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0" name="A1_bar_Cryo_12853">
            <a:extLst>
              <a:ext uri="{FF2B5EF4-FFF2-40B4-BE49-F238E27FC236}">
                <a16:creationId xmlns:a16="http://schemas.microsoft.com/office/drawing/2014/main" id="{16B5F209-5B69-4FB7-A219-541E356D9DED}"/>
              </a:ext>
            </a:extLst>
          </p:cNvPr>
          <p:cNvSpPr>
            <a:spLocks noGrp="1"/>
          </p:cNvSpPr>
          <p:nvPr/>
        </p:nvSpPr>
        <p:spPr>
          <a:xfrm>
            <a:off x="616703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1" name="A1_bar_Cryo_12854">
            <a:extLst>
              <a:ext uri="{FF2B5EF4-FFF2-40B4-BE49-F238E27FC236}">
                <a16:creationId xmlns:a16="http://schemas.microsoft.com/office/drawing/2014/main" id="{4E5CBC04-2855-497D-B9B4-A1170D88259C}"/>
              </a:ext>
            </a:extLst>
          </p:cNvPr>
          <p:cNvSpPr>
            <a:spLocks noGrp="1"/>
          </p:cNvSpPr>
          <p:nvPr/>
        </p:nvSpPr>
        <p:spPr>
          <a:xfrm>
            <a:off x="6153054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2" name="A1_bar_Cryo_12855">
            <a:extLst>
              <a:ext uri="{FF2B5EF4-FFF2-40B4-BE49-F238E27FC236}">
                <a16:creationId xmlns:a16="http://schemas.microsoft.com/office/drawing/2014/main" id="{94ECF524-2251-4F8B-A607-389307C4C03B}"/>
              </a:ext>
            </a:extLst>
          </p:cNvPr>
          <p:cNvSpPr>
            <a:spLocks noGrp="1"/>
          </p:cNvSpPr>
          <p:nvPr/>
        </p:nvSpPr>
        <p:spPr>
          <a:xfrm>
            <a:off x="623847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3" name="A1_bar_Cryo_12856">
            <a:extLst>
              <a:ext uri="{FF2B5EF4-FFF2-40B4-BE49-F238E27FC236}">
                <a16:creationId xmlns:a16="http://schemas.microsoft.com/office/drawing/2014/main" id="{4EDDD8BC-70FF-4E8E-A987-657D57512D0C}"/>
              </a:ext>
            </a:extLst>
          </p:cNvPr>
          <p:cNvSpPr>
            <a:spLocks noGrp="1"/>
          </p:cNvSpPr>
          <p:nvPr/>
        </p:nvSpPr>
        <p:spPr>
          <a:xfrm>
            <a:off x="634395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4" name="A1_bar_Cryo_12857">
            <a:extLst>
              <a:ext uri="{FF2B5EF4-FFF2-40B4-BE49-F238E27FC236}">
                <a16:creationId xmlns:a16="http://schemas.microsoft.com/office/drawing/2014/main" id="{F5F9DB7D-CBE2-4C3E-8857-876D7D04178F}"/>
              </a:ext>
            </a:extLst>
          </p:cNvPr>
          <p:cNvSpPr>
            <a:spLocks noGrp="1"/>
          </p:cNvSpPr>
          <p:nvPr/>
        </p:nvSpPr>
        <p:spPr>
          <a:xfrm>
            <a:off x="6219250" y="5678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5" name="A1_bar_Cryo_12858">
            <a:extLst>
              <a:ext uri="{FF2B5EF4-FFF2-40B4-BE49-F238E27FC236}">
                <a16:creationId xmlns:a16="http://schemas.microsoft.com/office/drawing/2014/main" id="{19372F9C-3F51-45B9-BCD4-5DF2EAB4CD83}"/>
              </a:ext>
            </a:extLst>
          </p:cNvPr>
          <p:cNvSpPr>
            <a:spLocks noGrp="1"/>
          </p:cNvSpPr>
          <p:nvPr/>
        </p:nvSpPr>
        <p:spPr>
          <a:xfrm>
            <a:off x="62427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6" name="A1_bar_Cryo_12859">
            <a:extLst>
              <a:ext uri="{FF2B5EF4-FFF2-40B4-BE49-F238E27FC236}">
                <a16:creationId xmlns:a16="http://schemas.microsoft.com/office/drawing/2014/main" id="{0CEFD2A4-6D79-4A98-A30F-F8A42522050F}"/>
              </a:ext>
            </a:extLst>
          </p:cNvPr>
          <p:cNvSpPr>
            <a:spLocks noGrp="1"/>
          </p:cNvSpPr>
          <p:nvPr/>
        </p:nvSpPr>
        <p:spPr>
          <a:xfrm>
            <a:off x="626256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7" name="A1_bar_Cryo_12860">
            <a:extLst>
              <a:ext uri="{FF2B5EF4-FFF2-40B4-BE49-F238E27FC236}">
                <a16:creationId xmlns:a16="http://schemas.microsoft.com/office/drawing/2014/main" id="{12D9CDB0-2EE1-4435-B88D-68F664C73C77}"/>
              </a:ext>
            </a:extLst>
          </p:cNvPr>
          <p:cNvSpPr>
            <a:spLocks noGrp="1"/>
          </p:cNvSpPr>
          <p:nvPr/>
        </p:nvSpPr>
        <p:spPr>
          <a:xfrm>
            <a:off x="6198137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8" name="A1_bar_Cryo_12861">
            <a:extLst>
              <a:ext uri="{FF2B5EF4-FFF2-40B4-BE49-F238E27FC236}">
                <a16:creationId xmlns:a16="http://schemas.microsoft.com/office/drawing/2014/main" id="{338D2B78-0E38-42A7-BAF8-6EC4F735BA31}"/>
              </a:ext>
            </a:extLst>
          </p:cNvPr>
          <p:cNvSpPr>
            <a:spLocks noGrp="1"/>
          </p:cNvSpPr>
          <p:nvPr/>
        </p:nvSpPr>
        <p:spPr>
          <a:xfrm>
            <a:off x="617737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9" name="A1_bar_Cryo_12862">
            <a:extLst>
              <a:ext uri="{FF2B5EF4-FFF2-40B4-BE49-F238E27FC236}">
                <a16:creationId xmlns:a16="http://schemas.microsoft.com/office/drawing/2014/main" id="{6702F095-022E-469F-8AD4-16F55DF5C0BE}"/>
              </a:ext>
            </a:extLst>
          </p:cNvPr>
          <p:cNvSpPr>
            <a:spLocks noGrp="1"/>
          </p:cNvSpPr>
          <p:nvPr/>
        </p:nvSpPr>
        <p:spPr>
          <a:xfrm>
            <a:off x="617007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0" name="A1_bar_Cryo_12863">
            <a:extLst>
              <a:ext uri="{FF2B5EF4-FFF2-40B4-BE49-F238E27FC236}">
                <a16:creationId xmlns:a16="http://schemas.microsoft.com/office/drawing/2014/main" id="{B9BF2E93-626C-42AA-9939-624DD0EF39D0}"/>
              </a:ext>
            </a:extLst>
          </p:cNvPr>
          <p:cNvSpPr>
            <a:spLocks noGrp="1"/>
          </p:cNvSpPr>
          <p:nvPr/>
        </p:nvSpPr>
        <p:spPr>
          <a:xfrm>
            <a:off x="6194219" y="43190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1" name="A1_bar_Cryo_12864">
            <a:extLst>
              <a:ext uri="{FF2B5EF4-FFF2-40B4-BE49-F238E27FC236}">
                <a16:creationId xmlns:a16="http://schemas.microsoft.com/office/drawing/2014/main" id="{2ECC840B-C76B-4E64-9CDD-2136F1AE0EAC}"/>
              </a:ext>
            </a:extLst>
          </p:cNvPr>
          <p:cNvSpPr>
            <a:spLocks noGrp="1"/>
          </p:cNvSpPr>
          <p:nvPr/>
        </p:nvSpPr>
        <p:spPr>
          <a:xfrm>
            <a:off x="6320206" y="5810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2" name="A1_bar_Cryo_12865">
            <a:extLst>
              <a:ext uri="{FF2B5EF4-FFF2-40B4-BE49-F238E27FC236}">
                <a16:creationId xmlns:a16="http://schemas.microsoft.com/office/drawing/2014/main" id="{8B22FFCE-69E3-40D2-A5F3-F4F0F44EAFD0}"/>
              </a:ext>
            </a:extLst>
          </p:cNvPr>
          <p:cNvSpPr>
            <a:spLocks noGrp="1"/>
          </p:cNvSpPr>
          <p:nvPr/>
        </p:nvSpPr>
        <p:spPr>
          <a:xfrm>
            <a:off x="6301090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3" name="A1_bar_Cryo_12866">
            <a:extLst>
              <a:ext uri="{FF2B5EF4-FFF2-40B4-BE49-F238E27FC236}">
                <a16:creationId xmlns:a16="http://schemas.microsoft.com/office/drawing/2014/main" id="{EEE24576-956B-4A15-87C2-8E8CBB6C485E}"/>
              </a:ext>
            </a:extLst>
          </p:cNvPr>
          <p:cNvSpPr>
            <a:spLocks noGrp="1"/>
          </p:cNvSpPr>
          <p:nvPr/>
        </p:nvSpPr>
        <p:spPr>
          <a:xfrm>
            <a:off x="6131746" y="60229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4" name="A1_bar_Cryo_12867">
            <a:extLst>
              <a:ext uri="{FF2B5EF4-FFF2-40B4-BE49-F238E27FC236}">
                <a16:creationId xmlns:a16="http://schemas.microsoft.com/office/drawing/2014/main" id="{6ED5D830-4F0E-414A-98CA-6F120156B5F8}"/>
              </a:ext>
            </a:extLst>
          </p:cNvPr>
          <p:cNvSpPr>
            <a:spLocks noGrp="1"/>
          </p:cNvSpPr>
          <p:nvPr/>
        </p:nvSpPr>
        <p:spPr>
          <a:xfrm>
            <a:off x="6202142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5" name="A1_bar_Cryo_12868">
            <a:extLst>
              <a:ext uri="{FF2B5EF4-FFF2-40B4-BE49-F238E27FC236}">
                <a16:creationId xmlns:a16="http://schemas.microsoft.com/office/drawing/2014/main" id="{F327F8D8-8D92-4792-9556-9C91275889A0}"/>
              </a:ext>
            </a:extLst>
          </p:cNvPr>
          <p:cNvSpPr>
            <a:spLocks noGrp="1"/>
          </p:cNvSpPr>
          <p:nvPr/>
        </p:nvSpPr>
        <p:spPr>
          <a:xfrm>
            <a:off x="62114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6" name="A1_bar_Cryo_12869">
            <a:extLst>
              <a:ext uri="{FF2B5EF4-FFF2-40B4-BE49-F238E27FC236}">
                <a16:creationId xmlns:a16="http://schemas.microsoft.com/office/drawing/2014/main" id="{831F389A-354E-4237-8E20-11998FBDEDF7}"/>
              </a:ext>
            </a:extLst>
          </p:cNvPr>
          <p:cNvSpPr>
            <a:spLocks noGrp="1"/>
          </p:cNvSpPr>
          <p:nvPr/>
        </p:nvSpPr>
        <p:spPr>
          <a:xfrm>
            <a:off x="6360799" y="60526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7" name="A1_bar_Cryo_12870">
            <a:extLst>
              <a:ext uri="{FF2B5EF4-FFF2-40B4-BE49-F238E27FC236}">
                <a16:creationId xmlns:a16="http://schemas.microsoft.com/office/drawing/2014/main" id="{91167498-6834-4B31-931D-486A0E27FBD3}"/>
              </a:ext>
            </a:extLst>
          </p:cNvPr>
          <p:cNvSpPr>
            <a:spLocks noGrp="1"/>
          </p:cNvSpPr>
          <p:nvPr/>
        </p:nvSpPr>
        <p:spPr>
          <a:xfrm>
            <a:off x="619162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8" name="A1_bar_Cryo_12871">
            <a:extLst>
              <a:ext uri="{FF2B5EF4-FFF2-40B4-BE49-F238E27FC236}">
                <a16:creationId xmlns:a16="http://schemas.microsoft.com/office/drawing/2014/main" id="{EE9F51C6-276C-496B-A49C-C494EF77709A}"/>
              </a:ext>
            </a:extLst>
          </p:cNvPr>
          <p:cNvSpPr>
            <a:spLocks noGrp="1"/>
          </p:cNvSpPr>
          <p:nvPr/>
        </p:nvSpPr>
        <p:spPr>
          <a:xfrm>
            <a:off x="6339202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9" name="A1_bar_Cryo_12872">
            <a:extLst>
              <a:ext uri="{FF2B5EF4-FFF2-40B4-BE49-F238E27FC236}">
                <a16:creationId xmlns:a16="http://schemas.microsoft.com/office/drawing/2014/main" id="{E770785F-23EB-4DBA-AF85-0158966CEDA4}"/>
              </a:ext>
            </a:extLst>
          </p:cNvPr>
          <p:cNvSpPr>
            <a:spLocks noGrp="1"/>
          </p:cNvSpPr>
          <p:nvPr/>
        </p:nvSpPr>
        <p:spPr>
          <a:xfrm>
            <a:off x="621228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0" name="A1_bar_Cryo_12873">
            <a:extLst>
              <a:ext uri="{FF2B5EF4-FFF2-40B4-BE49-F238E27FC236}">
                <a16:creationId xmlns:a16="http://schemas.microsoft.com/office/drawing/2014/main" id="{3730BED6-7896-49E3-955E-8D628E328D45}"/>
              </a:ext>
            </a:extLst>
          </p:cNvPr>
          <p:cNvSpPr>
            <a:spLocks noGrp="1"/>
          </p:cNvSpPr>
          <p:nvPr/>
        </p:nvSpPr>
        <p:spPr>
          <a:xfrm>
            <a:off x="616094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1" name="A1_bar_Cryo_12874">
            <a:extLst>
              <a:ext uri="{FF2B5EF4-FFF2-40B4-BE49-F238E27FC236}">
                <a16:creationId xmlns:a16="http://schemas.microsoft.com/office/drawing/2014/main" id="{6141014B-73D4-4BA0-A8D1-D965C0B6F030}"/>
              </a:ext>
            </a:extLst>
          </p:cNvPr>
          <p:cNvSpPr>
            <a:spLocks noGrp="1"/>
          </p:cNvSpPr>
          <p:nvPr/>
        </p:nvSpPr>
        <p:spPr>
          <a:xfrm>
            <a:off x="62367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2" name="A1_bar_Cryo_12875">
            <a:extLst>
              <a:ext uri="{FF2B5EF4-FFF2-40B4-BE49-F238E27FC236}">
                <a16:creationId xmlns:a16="http://schemas.microsoft.com/office/drawing/2014/main" id="{CDE627E9-01BC-404C-8251-B45FEF84D974}"/>
              </a:ext>
            </a:extLst>
          </p:cNvPr>
          <p:cNvSpPr>
            <a:spLocks noGrp="1"/>
          </p:cNvSpPr>
          <p:nvPr/>
        </p:nvSpPr>
        <p:spPr>
          <a:xfrm>
            <a:off x="633247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3" name="A1_bar_Cryo_12876">
            <a:extLst>
              <a:ext uri="{FF2B5EF4-FFF2-40B4-BE49-F238E27FC236}">
                <a16:creationId xmlns:a16="http://schemas.microsoft.com/office/drawing/2014/main" id="{EB0DEBD0-F384-4860-9334-77313F2530E6}"/>
              </a:ext>
            </a:extLst>
          </p:cNvPr>
          <p:cNvSpPr>
            <a:spLocks noGrp="1"/>
          </p:cNvSpPr>
          <p:nvPr/>
        </p:nvSpPr>
        <p:spPr>
          <a:xfrm>
            <a:off x="6273300" y="491134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4" name="A1_bar_Cryo_12877">
            <a:extLst>
              <a:ext uri="{FF2B5EF4-FFF2-40B4-BE49-F238E27FC236}">
                <a16:creationId xmlns:a16="http://schemas.microsoft.com/office/drawing/2014/main" id="{C41DDF87-7406-4E6C-BCD4-E67501B87229}"/>
              </a:ext>
            </a:extLst>
          </p:cNvPr>
          <p:cNvSpPr>
            <a:spLocks noGrp="1"/>
          </p:cNvSpPr>
          <p:nvPr/>
        </p:nvSpPr>
        <p:spPr>
          <a:xfrm>
            <a:off x="6129071" y="49791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5" name="A1_bar_Cryo_12878">
            <a:extLst>
              <a:ext uri="{FF2B5EF4-FFF2-40B4-BE49-F238E27FC236}">
                <a16:creationId xmlns:a16="http://schemas.microsoft.com/office/drawing/2014/main" id="{9EC9AF9E-F5BD-407A-8DE7-54B296A58435}"/>
              </a:ext>
            </a:extLst>
          </p:cNvPr>
          <p:cNvSpPr>
            <a:spLocks noGrp="1"/>
          </p:cNvSpPr>
          <p:nvPr/>
        </p:nvSpPr>
        <p:spPr>
          <a:xfrm>
            <a:off x="62698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6" name="A1_bar_Cryo_12879">
            <a:extLst>
              <a:ext uri="{FF2B5EF4-FFF2-40B4-BE49-F238E27FC236}">
                <a16:creationId xmlns:a16="http://schemas.microsoft.com/office/drawing/2014/main" id="{4C653B05-574D-4FEC-92DE-4FD3248E8336}"/>
              </a:ext>
            </a:extLst>
          </p:cNvPr>
          <p:cNvSpPr>
            <a:spLocks noGrp="1"/>
          </p:cNvSpPr>
          <p:nvPr/>
        </p:nvSpPr>
        <p:spPr>
          <a:xfrm>
            <a:off x="6235439" y="43887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7" name="A1_bar_Cryo_12880">
            <a:extLst>
              <a:ext uri="{FF2B5EF4-FFF2-40B4-BE49-F238E27FC236}">
                <a16:creationId xmlns:a16="http://schemas.microsoft.com/office/drawing/2014/main" id="{45D5B890-AA2E-4388-9E7A-98CB5A066706}"/>
              </a:ext>
            </a:extLst>
          </p:cNvPr>
          <p:cNvSpPr>
            <a:spLocks noGrp="1"/>
          </p:cNvSpPr>
          <p:nvPr/>
        </p:nvSpPr>
        <p:spPr>
          <a:xfrm>
            <a:off x="6223368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8" name="A1_bar_Cryo_12881">
            <a:extLst>
              <a:ext uri="{FF2B5EF4-FFF2-40B4-BE49-F238E27FC236}">
                <a16:creationId xmlns:a16="http://schemas.microsoft.com/office/drawing/2014/main" id="{4590DF3E-27B8-42D6-BCF2-9457F5194C9E}"/>
              </a:ext>
            </a:extLst>
          </p:cNvPr>
          <p:cNvSpPr>
            <a:spLocks noGrp="1"/>
          </p:cNvSpPr>
          <p:nvPr/>
        </p:nvSpPr>
        <p:spPr>
          <a:xfrm>
            <a:off x="624581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9" name="A1_bar_Cryo_12882">
            <a:extLst>
              <a:ext uri="{FF2B5EF4-FFF2-40B4-BE49-F238E27FC236}">
                <a16:creationId xmlns:a16="http://schemas.microsoft.com/office/drawing/2014/main" id="{79D92A85-0E7B-4B8A-B134-FDC5085A00CF}"/>
              </a:ext>
            </a:extLst>
          </p:cNvPr>
          <p:cNvSpPr>
            <a:spLocks noGrp="1"/>
          </p:cNvSpPr>
          <p:nvPr/>
        </p:nvSpPr>
        <p:spPr>
          <a:xfrm>
            <a:off x="6157927" y="49962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0" name="A1_bar_Cryo_12883">
            <a:extLst>
              <a:ext uri="{FF2B5EF4-FFF2-40B4-BE49-F238E27FC236}">
                <a16:creationId xmlns:a16="http://schemas.microsoft.com/office/drawing/2014/main" id="{07A72392-76A6-431C-9503-9CA74A44CE7E}"/>
              </a:ext>
            </a:extLst>
          </p:cNvPr>
          <p:cNvSpPr>
            <a:spLocks noGrp="1"/>
          </p:cNvSpPr>
          <p:nvPr/>
        </p:nvSpPr>
        <p:spPr>
          <a:xfrm>
            <a:off x="634791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1" name="A1_bar_Cryo_12884">
            <a:extLst>
              <a:ext uri="{FF2B5EF4-FFF2-40B4-BE49-F238E27FC236}">
                <a16:creationId xmlns:a16="http://schemas.microsoft.com/office/drawing/2014/main" id="{9A52CE59-F9B9-45C3-AF90-B70CECF973CC}"/>
              </a:ext>
            </a:extLst>
          </p:cNvPr>
          <p:cNvSpPr>
            <a:spLocks noGrp="1"/>
          </p:cNvSpPr>
          <p:nvPr/>
        </p:nvSpPr>
        <p:spPr>
          <a:xfrm>
            <a:off x="6274284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2" name="A1_bar_Cryo_12885">
            <a:extLst>
              <a:ext uri="{FF2B5EF4-FFF2-40B4-BE49-F238E27FC236}">
                <a16:creationId xmlns:a16="http://schemas.microsoft.com/office/drawing/2014/main" id="{7864CCBA-6CB4-4302-998D-2A709EA9D7D5}"/>
              </a:ext>
            </a:extLst>
          </p:cNvPr>
          <p:cNvSpPr>
            <a:spLocks noGrp="1"/>
          </p:cNvSpPr>
          <p:nvPr/>
        </p:nvSpPr>
        <p:spPr>
          <a:xfrm>
            <a:off x="620014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3" name="A1_bar_Cryo_12886">
            <a:extLst>
              <a:ext uri="{FF2B5EF4-FFF2-40B4-BE49-F238E27FC236}">
                <a16:creationId xmlns:a16="http://schemas.microsoft.com/office/drawing/2014/main" id="{BD0D2514-62B9-4161-9990-B93B0CDDEE43}"/>
              </a:ext>
            </a:extLst>
          </p:cNvPr>
          <p:cNvSpPr>
            <a:spLocks noGrp="1"/>
          </p:cNvSpPr>
          <p:nvPr/>
        </p:nvSpPr>
        <p:spPr>
          <a:xfrm>
            <a:off x="630004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4" name="A1_bar_Cryo_12887">
            <a:extLst>
              <a:ext uri="{FF2B5EF4-FFF2-40B4-BE49-F238E27FC236}">
                <a16:creationId xmlns:a16="http://schemas.microsoft.com/office/drawing/2014/main" id="{4A035F5E-8EB5-49F3-B9DF-4E8395B6B08E}"/>
              </a:ext>
            </a:extLst>
          </p:cNvPr>
          <p:cNvSpPr>
            <a:spLocks noGrp="1"/>
          </p:cNvSpPr>
          <p:nvPr/>
        </p:nvSpPr>
        <p:spPr>
          <a:xfrm>
            <a:off x="617668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5" name="A1_bar_Cryo_12888">
            <a:extLst>
              <a:ext uri="{FF2B5EF4-FFF2-40B4-BE49-F238E27FC236}">
                <a16:creationId xmlns:a16="http://schemas.microsoft.com/office/drawing/2014/main" id="{7553B0AE-68AC-4381-B057-E86519A70255}"/>
              </a:ext>
            </a:extLst>
          </p:cNvPr>
          <p:cNvSpPr>
            <a:spLocks noGrp="1"/>
          </p:cNvSpPr>
          <p:nvPr/>
        </p:nvSpPr>
        <p:spPr>
          <a:xfrm>
            <a:off x="6283919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6" name="A1_bar_Cryo_12889">
            <a:extLst>
              <a:ext uri="{FF2B5EF4-FFF2-40B4-BE49-F238E27FC236}">
                <a16:creationId xmlns:a16="http://schemas.microsoft.com/office/drawing/2014/main" id="{C0498965-6B9A-455B-9FA0-D0D14044E935}"/>
              </a:ext>
            </a:extLst>
          </p:cNvPr>
          <p:cNvSpPr>
            <a:spLocks noGrp="1"/>
          </p:cNvSpPr>
          <p:nvPr/>
        </p:nvSpPr>
        <p:spPr>
          <a:xfrm>
            <a:off x="635042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7" name="A1_bar_Cryo_12890">
            <a:extLst>
              <a:ext uri="{FF2B5EF4-FFF2-40B4-BE49-F238E27FC236}">
                <a16:creationId xmlns:a16="http://schemas.microsoft.com/office/drawing/2014/main" id="{8BE4A992-B9F9-406E-950B-194E630116DA}"/>
              </a:ext>
            </a:extLst>
          </p:cNvPr>
          <p:cNvSpPr>
            <a:spLocks noGrp="1"/>
          </p:cNvSpPr>
          <p:nvPr/>
        </p:nvSpPr>
        <p:spPr>
          <a:xfrm>
            <a:off x="6295969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8" name="A1_bar_Cryo_12891">
            <a:extLst>
              <a:ext uri="{FF2B5EF4-FFF2-40B4-BE49-F238E27FC236}">
                <a16:creationId xmlns:a16="http://schemas.microsoft.com/office/drawing/2014/main" id="{5B4752C4-7702-4571-A320-B13FCBC39CC3}"/>
              </a:ext>
            </a:extLst>
          </p:cNvPr>
          <p:cNvSpPr>
            <a:spLocks noGrp="1"/>
          </p:cNvSpPr>
          <p:nvPr/>
        </p:nvSpPr>
        <p:spPr>
          <a:xfrm>
            <a:off x="617491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9" name="A1_bar_Cryo_12892">
            <a:extLst>
              <a:ext uri="{FF2B5EF4-FFF2-40B4-BE49-F238E27FC236}">
                <a16:creationId xmlns:a16="http://schemas.microsoft.com/office/drawing/2014/main" id="{50ACA2FF-5E9C-4D37-BC38-3B0F214B90A9}"/>
              </a:ext>
            </a:extLst>
          </p:cNvPr>
          <p:cNvSpPr>
            <a:spLocks noGrp="1"/>
          </p:cNvSpPr>
          <p:nvPr/>
        </p:nvSpPr>
        <p:spPr>
          <a:xfrm>
            <a:off x="62065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0" name="A1_bar_Cryo_12893">
            <a:extLst>
              <a:ext uri="{FF2B5EF4-FFF2-40B4-BE49-F238E27FC236}">
                <a16:creationId xmlns:a16="http://schemas.microsoft.com/office/drawing/2014/main" id="{FCFD4D38-471C-4374-ACCF-8AB05248AC31}"/>
              </a:ext>
            </a:extLst>
          </p:cNvPr>
          <p:cNvSpPr>
            <a:spLocks noGrp="1"/>
          </p:cNvSpPr>
          <p:nvPr/>
        </p:nvSpPr>
        <p:spPr>
          <a:xfrm>
            <a:off x="6312935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1" name="A1_bar_Cryo_12894">
            <a:extLst>
              <a:ext uri="{FF2B5EF4-FFF2-40B4-BE49-F238E27FC236}">
                <a16:creationId xmlns:a16="http://schemas.microsoft.com/office/drawing/2014/main" id="{DDFC1942-0B4F-4C17-B660-E8B1EC19B0FB}"/>
              </a:ext>
            </a:extLst>
          </p:cNvPr>
          <p:cNvSpPr>
            <a:spLocks noGrp="1"/>
          </p:cNvSpPr>
          <p:nvPr/>
        </p:nvSpPr>
        <p:spPr>
          <a:xfrm>
            <a:off x="613384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2" name="A1_bar_Cryo_12895">
            <a:extLst>
              <a:ext uri="{FF2B5EF4-FFF2-40B4-BE49-F238E27FC236}">
                <a16:creationId xmlns:a16="http://schemas.microsoft.com/office/drawing/2014/main" id="{A4A103F3-5B34-48AE-A2DC-5CBFB63EF45C}"/>
              </a:ext>
            </a:extLst>
          </p:cNvPr>
          <p:cNvSpPr>
            <a:spLocks noGrp="1"/>
          </p:cNvSpPr>
          <p:nvPr/>
        </p:nvSpPr>
        <p:spPr>
          <a:xfrm>
            <a:off x="635056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3" name="A1_bar_Cryo_12896">
            <a:extLst>
              <a:ext uri="{FF2B5EF4-FFF2-40B4-BE49-F238E27FC236}">
                <a16:creationId xmlns:a16="http://schemas.microsoft.com/office/drawing/2014/main" id="{EBB7A8E4-8C56-4563-AF11-ED4AC7ED6120}"/>
              </a:ext>
            </a:extLst>
          </p:cNvPr>
          <p:cNvSpPr>
            <a:spLocks noGrp="1"/>
          </p:cNvSpPr>
          <p:nvPr/>
        </p:nvSpPr>
        <p:spPr>
          <a:xfrm>
            <a:off x="6380534" y="58784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4" name="A1_bar_Cryo_12897">
            <a:extLst>
              <a:ext uri="{FF2B5EF4-FFF2-40B4-BE49-F238E27FC236}">
                <a16:creationId xmlns:a16="http://schemas.microsoft.com/office/drawing/2014/main" id="{6B20631F-0916-479D-B334-C20AEBC2D9C2}"/>
              </a:ext>
            </a:extLst>
          </p:cNvPr>
          <p:cNvSpPr>
            <a:spLocks noGrp="1"/>
          </p:cNvSpPr>
          <p:nvPr/>
        </p:nvSpPr>
        <p:spPr>
          <a:xfrm>
            <a:off x="6197487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5" name="A1_bar_Cryo_12898">
            <a:extLst>
              <a:ext uri="{FF2B5EF4-FFF2-40B4-BE49-F238E27FC236}">
                <a16:creationId xmlns:a16="http://schemas.microsoft.com/office/drawing/2014/main" id="{892F28BF-6B0A-4709-AB48-201B06BADEA5}"/>
              </a:ext>
            </a:extLst>
          </p:cNvPr>
          <p:cNvSpPr>
            <a:spLocks noGrp="1"/>
          </p:cNvSpPr>
          <p:nvPr/>
        </p:nvSpPr>
        <p:spPr>
          <a:xfrm>
            <a:off x="637417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6" name="A1_bar_Cryo_12899">
            <a:extLst>
              <a:ext uri="{FF2B5EF4-FFF2-40B4-BE49-F238E27FC236}">
                <a16:creationId xmlns:a16="http://schemas.microsoft.com/office/drawing/2014/main" id="{1B8316FC-4FD5-440D-8954-BFDC71A6527D}"/>
              </a:ext>
            </a:extLst>
          </p:cNvPr>
          <p:cNvSpPr>
            <a:spLocks noGrp="1"/>
          </p:cNvSpPr>
          <p:nvPr/>
        </p:nvSpPr>
        <p:spPr>
          <a:xfrm>
            <a:off x="62805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7" name="A1_bar_Cryo_12900">
            <a:extLst>
              <a:ext uri="{FF2B5EF4-FFF2-40B4-BE49-F238E27FC236}">
                <a16:creationId xmlns:a16="http://schemas.microsoft.com/office/drawing/2014/main" id="{159616C3-BD14-473F-AB79-53A436542002}"/>
              </a:ext>
            </a:extLst>
          </p:cNvPr>
          <p:cNvSpPr>
            <a:spLocks noGrp="1"/>
          </p:cNvSpPr>
          <p:nvPr/>
        </p:nvSpPr>
        <p:spPr>
          <a:xfrm>
            <a:off x="6365164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8" name="A1_bar_Cryo_12901">
            <a:extLst>
              <a:ext uri="{FF2B5EF4-FFF2-40B4-BE49-F238E27FC236}">
                <a16:creationId xmlns:a16="http://schemas.microsoft.com/office/drawing/2014/main" id="{6149FC4F-BCEC-4DE7-B867-BB4D959656C6}"/>
              </a:ext>
            </a:extLst>
          </p:cNvPr>
          <p:cNvSpPr>
            <a:spLocks noGrp="1"/>
          </p:cNvSpPr>
          <p:nvPr/>
        </p:nvSpPr>
        <p:spPr>
          <a:xfrm>
            <a:off x="618756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9" name="A1_bar_Cryo_12902">
            <a:extLst>
              <a:ext uri="{FF2B5EF4-FFF2-40B4-BE49-F238E27FC236}">
                <a16:creationId xmlns:a16="http://schemas.microsoft.com/office/drawing/2014/main" id="{8039B80E-651D-433E-8C72-85188E9EAC63}"/>
              </a:ext>
            </a:extLst>
          </p:cNvPr>
          <p:cNvSpPr>
            <a:spLocks noGrp="1"/>
          </p:cNvSpPr>
          <p:nvPr/>
        </p:nvSpPr>
        <p:spPr>
          <a:xfrm>
            <a:off x="6335362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0" name="A1_bar_Cryo_12903">
            <a:extLst>
              <a:ext uri="{FF2B5EF4-FFF2-40B4-BE49-F238E27FC236}">
                <a16:creationId xmlns:a16="http://schemas.microsoft.com/office/drawing/2014/main" id="{9ABA1E68-0697-4A77-8103-CAC9C86919B7}"/>
              </a:ext>
            </a:extLst>
          </p:cNvPr>
          <p:cNvSpPr>
            <a:spLocks noGrp="1"/>
          </p:cNvSpPr>
          <p:nvPr/>
        </p:nvSpPr>
        <p:spPr>
          <a:xfrm>
            <a:off x="623222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1" name="A1_bar_Cryo_12904">
            <a:extLst>
              <a:ext uri="{FF2B5EF4-FFF2-40B4-BE49-F238E27FC236}">
                <a16:creationId xmlns:a16="http://schemas.microsoft.com/office/drawing/2014/main" id="{C620A194-1364-44B0-AF8E-1D25E0811236}"/>
              </a:ext>
            </a:extLst>
          </p:cNvPr>
          <p:cNvSpPr>
            <a:spLocks noGrp="1"/>
          </p:cNvSpPr>
          <p:nvPr/>
        </p:nvSpPr>
        <p:spPr>
          <a:xfrm>
            <a:off x="6330765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2" name="A1_bar_Cryo_12905">
            <a:extLst>
              <a:ext uri="{FF2B5EF4-FFF2-40B4-BE49-F238E27FC236}">
                <a16:creationId xmlns:a16="http://schemas.microsoft.com/office/drawing/2014/main" id="{DF5A39FA-63E4-4596-94F3-B2CD03B4EBEE}"/>
              </a:ext>
            </a:extLst>
          </p:cNvPr>
          <p:cNvSpPr>
            <a:spLocks noGrp="1"/>
          </p:cNvSpPr>
          <p:nvPr/>
        </p:nvSpPr>
        <p:spPr>
          <a:xfrm>
            <a:off x="623623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3" name="A1_bar_Cryo_12906">
            <a:extLst>
              <a:ext uri="{FF2B5EF4-FFF2-40B4-BE49-F238E27FC236}">
                <a16:creationId xmlns:a16="http://schemas.microsoft.com/office/drawing/2014/main" id="{C412C4A6-FEDD-4F5F-A921-AA93D60F0A1C}"/>
              </a:ext>
            </a:extLst>
          </p:cNvPr>
          <p:cNvSpPr>
            <a:spLocks noGrp="1"/>
          </p:cNvSpPr>
          <p:nvPr/>
        </p:nvSpPr>
        <p:spPr>
          <a:xfrm>
            <a:off x="630528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4" name="A1_bar_Cryo_12907">
            <a:extLst>
              <a:ext uri="{FF2B5EF4-FFF2-40B4-BE49-F238E27FC236}">
                <a16:creationId xmlns:a16="http://schemas.microsoft.com/office/drawing/2014/main" id="{F0F9198D-9C95-40EF-A8D4-D97E45137620}"/>
              </a:ext>
            </a:extLst>
          </p:cNvPr>
          <p:cNvSpPr>
            <a:spLocks noGrp="1"/>
          </p:cNvSpPr>
          <p:nvPr/>
        </p:nvSpPr>
        <p:spPr>
          <a:xfrm>
            <a:off x="619431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5" name="A1_bar_Cryo_12908">
            <a:extLst>
              <a:ext uri="{FF2B5EF4-FFF2-40B4-BE49-F238E27FC236}">
                <a16:creationId xmlns:a16="http://schemas.microsoft.com/office/drawing/2014/main" id="{33FB545F-350C-413E-B71E-31513895C577}"/>
              </a:ext>
            </a:extLst>
          </p:cNvPr>
          <p:cNvSpPr>
            <a:spLocks noGrp="1"/>
          </p:cNvSpPr>
          <p:nvPr/>
        </p:nvSpPr>
        <p:spPr>
          <a:xfrm>
            <a:off x="6316144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6" name="A1_bar_Cryo_12909">
            <a:extLst>
              <a:ext uri="{FF2B5EF4-FFF2-40B4-BE49-F238E27FC236}">
                <a16:creationId xmlns:a16="http://schemas.microsoft.com/office/drawing/2014/main" id="{8EEA36C3-5443-46A9-8294-830AD8BD69A8}"/>
              </a:ext>
            </a:extLst>
          </p:cNvPr>
          <p:cNvSpPr>
            <a:spLocks noGrp="1"/>
          </p:cNvSpPr>
          <p:nvPr/>
        </p:nvSpPr>
        <p:spPr>
          <a:xfrm>
            <a:off x="63122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7" name="A1_bar_Cryo_12910">
            <a:extLst>
              <a:ext uri="{FF2B5EF4-FFF2-40B4-BE49-F238E27FC236}">
                <a16:creationId xmlns:a16="http://schemas.microsoft.com/office/drawing/2014/main" id="{FD6D07C2-E7FF-43CD-8CEE-1B7D5AE8428B}"/>
              </a:ext>
            </a:extLst>
          </p:cNvPr>
          <p:cNvSpPr>
            <a:spLocks noGrp="1"/>
          </p:cNvSpPr>
          <p:nvPr/>
        </p:nvSpPr>
        <p:spPr>
          <a:xfrm>
            <a:off x="6202153" y="55778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8" name="A1_bar_Cryo_12911">
            <a:extLst>
              <a:ext uri="{FF2B5EF4-FFF2-40B4-BE49-F238E27FC236}">
                <a16:creationId xmlns:a16="http://schemas.microsoft.com/office/drawing/2014/main" id="{E092437F-482D-4962-94DB-5899E705DA91}"/>
              </a:ext>
            </a:extLst>
          </p:cNvPr>
          <p:cNvSpPr>
            <a:spLocks noGrp="1"/>
          </p:cNvSpPr>
          <p:nvPr/>
        </p:nvSpPr>
        <p:spPr>
          <a:xfrm>
            <a:off x="6246275" y="48563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9" name="A1_bar_Cryo_12912">
            <a:extLst>
              <a:ext uri="{FF2B5EF4-FFF2-40B4-BE49-F238E27FC236}">
                <a16:creationId xmlns:a16="http://schemas.microsoft.com/office/drawing/2014/main" id="{32755614-2C99-4FFB-AA2D-FD4AAD03E3EF}"/>
              </a:ext>
            </a:extLst>
          </p:cNvPr>
          <p:cNvSpPr>
            <a:spLocks noGrp="1"/>
          </p:cNvSpPr>
          <p:nvPr/>
        </p:nvSpPr>
        <p:spPr>
          <a:xfrm>
            <a:off x="625630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0" name="A1_bar_Cryo_12913">
            <a:extLst>
              <a:ext uri="{FF2B5EF4-FFF2-40B4-BE49-F238E27FC236}">
                <a16:creationId xmlns:a16="http://schemas.microsoft.com/office/drawing/2014/main" id="{73ABFF1C-275D-4188-B1A9-47E0A9385DF6}"/>
              </a:ext>
            </a:extLst>
          </p:cNvPr>
          <p:cNvSpPr>
            <a:spLocks noGrp="1"/>
          </p:cNvSpPr>
          <p:nvPr/>
        </p:nvSpPr>
        <p:spPr>
          <a:xfrm>
            <a:off x="633492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1" name="A1_bar_Cryo_12914">
            <a:extLst>
              <a:ext uri="{FF2B5EF4-FFF2-40B4-BE49-F238E27FC236}">
                <a16:creationId xmlns:a16="http://schemas.microsoft.com/office/drawing/2014/main" id="{98488E7B-D497-4E36-8DAC-DD81CE627E7A}"/>
              </a:ext>
            </a:extLst>
          </p:cNvPr>
          <p:cNvSpPr>
            <a:spLocks noGrp="1"/>
          </p:cNvSpPr>
          <p:nvPr/>
        </p:nvSpPr>
        <p:spPr>
          <a:xfrm>
            <a:off x="623231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2" name="A1_bar_Cryo_12915">
            <a:extLst>
              <a:ext uri="{FF2B5EF4-FFF2-40B4-BE49-F238E27FC236}">
                <a16:creationId xmlns:a16="http://schemas.microsoft.com/office/drawing/2014/main" id="{B5EA6944-1F4C-4459-9C03-8EE44B7A84D6}"/>
              </a:ext>
            </a:extLst>
          </p:cNvPr>
          <p:cNvSpPr>
            <a:spLocks noGrp="1"/>
          </p:cNvSpPr>
          <p:nvPr/>
        </p:nvSpPr>
        <p:spPr>
          <a:xfrm>
            <a:off x="632896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3" name="A1_bar_Cryo_12916">
            <a:extLst>
              <a:ext uri="{FF2B5EF4-FFF2-40B4-BE49-F238E27FC236}">
                <a16:creationId xmlns:a16="http://schemas.microsoft.com/office/drawing/2014/main" id="{967D4058-330D-4A45-AA28-0B66576ABCA9}"/>
              </a:ext>
            </a:extLst>
          </p:cNvPr>
          <p:cNvSpPr>
            <a:spLocks noGrp="1"/>
          </p:cNvSpPr>
          <p:nvPr/>
        </p:nvSpPr>
        <p:spPr>
          <a:xfrm>
            <a:off x="6137807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4" name="A1_bar_Cryo_12917">
            <a:extLst>
              <a:ext uri="{FF2B5EF4-FFF2-40B4-BE49-F238E27FC236}">
                <a16:creationId xmlns:a16="http://schemas.microsoft.com/office/drawing/2014/main" id="{4AF14C99-ABDD-4FF8-9DD3-C0F21C25AB23}"/>
              </a:ext>
            </a:extLst>
          </p:cNvPr>
          <p:cNvSpPr>
            <a:spLocks noGrp="1"/>
          </p:cNvSpPr>
          <p:nvPr/>
        </p:nvSpPr>
        <p:spPr>
          <a:xfrm>
            <a:off x="631827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5" name="A1_bar_Cryo_12918">
            <a:extLst>
              <a:ext uri="{FF2B5EF4-FFF2-40B4-BE49-F238E27FC236}">
                <a16:creationId xmlns:a16="http://schemas.microsoft.com/office/drawing/2014/main" id="{57588B0B-3437-4730-A4D2-9E89888D80AF}"/>
              </a:ext>
            </a:extLst>
          </p:cNvPr>
          <p:cNvSpPr>
            <a:spLocks noGrp="1"/>
          </p:cNvSpPr>
          <p:nvPr/>
        </p:nvSpPr>
        <p:spPr>
          <a:xfrm>
            <a:off x="6291482" y="52715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6" name="A1_bar_Cryo_12919">
            <a:extLst>
              <a:ext uri="{FF2B5EF4-FFF2-40B4-BE49-F238E27FC236}">
                <a16:creationId xmlns:a16="http://schemas.microsoft.com/office/drawing/2014/main" id="{40CBC78E-77DC-48F7-BD68-1B953547BA34}"/>
              </a:ext>
            </a:extLst>
          </p:cNvPr>
          <p:cNvSpPr>
            <a:spLocks noGrp="1"/>
          </p:cNvSpPr>
          <p:nvPr/>
        </p:nvSpPr>
        <p:spPr>
          <a:xfrm>
            <a:off x="6342096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7" name="A1_bar_Cryo_12920">
            <a:extLst>
              <a:ext uri="{FF2B5EF4-FFF2-40B4-BE49-F238E27FC236}">
                <a16:creationId xmlns:a16="http://schemas.microsoft.com/office/drawing/2014/main" id="{7C1188CD-F20D-44BC-AD37-878D19B20B5E}"/>
              </a:ext>
            </a:extLst>
          </p:cNvPr>
          <p:cNvSpPr>
            <a:spLocks noGrp="1"/>
          </p:cNvSpPr>
          <p:nvPr/>
        </p:nvSpPr>
        <p:spPr>
          <a:xfrm>
            <a:off x="61529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8" name="A1_bar_Cryo_12921">
            <a:extLst>
              <a:ext uri="{FF2B5EF4-FFF2-40B4-BE49-F238E27FC236}">
                <a16:creationId xmlns:a16="http://schemas.microsoft.com/office/drawing/2014/main" id="{ED2AB2C3-B74B-49A9-A9E4-A195F417D0D9}"/>
              </a:ext>
            </a:extLst>
          </p:cNvPr>
          <p:cNvSpPr>
            <a:spLocks noGrp="1"/>
          </p:cNvSpPr>
          <p:nvPr/>
        </p:nvSpPr>
        <p:spPr>
          <a:xfrm>
            <a:off x="61470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9" name="A1_bar_Cryo_12922">
            <a:extLst>
              <a:ext uri="{FF2B5EF4-FFF2-40B4-BE49-F238E27FC236}">
                <a16:creationId xmlns:a16="http://schemas.microsoft.com/office/drawing/2014/main" id="{7A37E724-AB51-4369-A335-DA511BB1D29C}"/>
              </a:ext>
            </a:extLst>
          </p:cNvPr>
          <p:cNvSpPr>
            <a:spLocks noGrp="1"/>
          </p:cNvSpPr>
          <p:nvPr/>
        </p:nvSpPr>
        <p:spPr>
          <a:xfrm>
            <a:off x="63415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0" name="A1_bar_Cryo_12923">
            <a:extLst>
              <a:ext uri="{FF2B5EF4-FFF2-40B4-BE49-F238E27FC236}">
                <a16:creationId xmlns:a16="http://schemas.microsoft.com/office/drawing/2014/main" id="{3C57ABAE-8839-42C7-9196-E92E400E31A2}"/>
              </a:ext>
            </a:extLst>
          </p:cNvPr>
          <p:cNvSpPr>
            <a:spLocks noGrp="1"/>
          </p:cNvSpPr>
          <p:nvPr/>
        </p:nvSpPr>
        <p:spPr>
          <a:xfrm>
            <a:off x="6283099" y="42555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1" name="A1_bar_Cryo_12924">
            <a:extLst>
              <a:ext uri="{FF2B5EF4-FFF2-40B4-BE49-F238E27FC236}">
                <a16:creationId xmlns:a16="http://schemas.microsoft.com/office/drawing/2014/main" id="{CBD4B46C-DBAE-4B10-9F75-8511D9394F2A}"/>
              </a:ext>
            </a:extLst>
          </p:cNvPr>
          <p:cNvSpPr>
            <a:spLocks noGrp="1"/>
          </p:cNvSpPr>
          <p:nvPr/>
        </p:nvSpPr>
        <p:spPr>
          <a:xfrm>
            <a:off x="6196570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2" name="A1_bar_Cryo_12925">
            <a:extLst>
              <a:ext uri="{FF2B5EF4-FFF2-40B4-BE49-F238E27FC236}">
                <a16:creationId xmlns:a16="http://schemas.microsoft.com/office/drawing/2014/main" id="{4F74CC6D-D8BA-4FEC-89FC-196A838CDF29}"/>
              </a:ext>
            </a:extLst>
          </p:cNvPr>
          <p:cNvSpPr>
            <a:spLocks noGrp="1"/>
          </p:cNvSpPr>
          <p:nvPr/>
        </p:nvSpPr>
        <p:spPr>
          <a:xfrm>
            <a:off x="633214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3" name="A1_bar_Cryo_12926">
            <a:extLst>
              <a:ext uri="{FF2B5EF4-FFF2-40B4-BE49-F238E27FC236}">
                <a16:creationId xmlns:a16="http://schemas.microsoft.com/office/drawing/2014/main" id="{5E62E4F6-4B8D-4683-B759-4909A500C20D}"/>
              </a:ext>
            </a:extLst>
          </p:cNvPr>
          <p:cNvSpPr>
            <a:spLocks noGrp="1"/>
          </p:cNvSpPr>
          <p:nvPr/>
        </p:nvSpPr>
        <p:spPr>
          <a:xfrm>
            <a:off x="630217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4" name="A1_bar_Cryo_12927">
            <a:extLst>
              <a:ext uri="{FF2B5EF4-FFF2-40B4-BE49-F238E27FC236}">
                <a16:creationId xmlns:a16="http://schemas.microsoft.com/office/drawing/2014/main" id="{9A272FB1-2A67-4DD6-99DB-54F1A5945388}"/>
              </a:ext>
            </a:extLst>
          </p:cNvPr>
          <p:cNvSpPr>
            <a:spLocks noGrp="1"/>
          </p:cNvSpPr>
          <p:nvPr/>
        </p:nvSpPr>
        <p:spPr>
          <a:xfrm>
            <a:off x="6233123" y="50897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5" name="A1_bar_Cryo_12928">
            <a:extLst>
              <a:ext uri="{FF2B5EF4-FFF2-40B4-BE49-F238E27FC236}">
                <a16:creationId xmlns:a16="http://schemas.microsoft.com/office/drawing/2014/main" id="{655AD492-41A3-4E35-B805-AAD17FA29F47}"/>
              </a:ext>
            </a:extLst>
          </p:cNvPr>
          <p:cNvSpPr>
            <a:spLocks noGrp="1"/>
          </p:cNvSpPr>
          <p:nvPr/>
        </p:nvSpPr>
        <p:spPr>
          <a:xfrm>
            <a:off x="614619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6" name="A1_bar_Cryo_12929">
            <a:extLst>
              <a:ext uri="{FF2B5EF4-FFF2-40B4-BE49-F238E27FC236}">
                <a16:creationId xmlns:a16="http://schemas.microsoft.com/office/drawing/2014/main" id="{3BECB403-99F5-4062-9EDC-43047A124F93}"/>
              </a:ext>
            </a:extLst>
          </p:cNvPr>
          <p:cNvSpPr>
            <a:spLocks noGrp="1"/>
          </p:cNvSpPr>
          <p:nvPr/>
        </p:nvSpPr>
        <p:spPr>
          <a:xfrm>
            <a:off x="626424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7" name="A1_bar_Cryo_12930">
            <a:extLst>
              <a:ext uri="{FF2B5EF4-FFF2-40B4-BE49-F238E27FC236}">
                <a16:creationId xmlns:a16="http://schemas.microsoft.com/office/drawing/2014/main" id="{BCC5F390-14E1-4C56-B96C-3D72486921F2}"/>
              </a:ext>
            </a:extLst>
          </p:cNvPr>
          <p:cNvSpPr>
            <a:spLocks noGrp="1"/>
          </p:cNvSpPr>
          <p:nvPr/>
        </p:nvSpPr>
        <p:spPr>
          <a:xfrm>
            <a:off x="637917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8" name="A1_bar_Cryo_12931">
            <a:extLst>
              <a:ext uri="{FF2B5EF4-FFF2-40B4-BE49-F238E27FC236}">
                <a16:creationId xmlns:a16="http://schemas.microsoft.com/office/drawing/2014/main" id="{EE46F2D7-E0FD-40B7-BF32-0D2FA76E133E}"/>
              </a:ext>
            </a:extLst>
          </p:cNvPr>
          <p:cNvSpPr>
            <a:spLocks noGrp="1"/>
          </p:cNvSpPr>
          <p:nvPr/>
        </p:nvSpPr>
        <p:spPr>
          <a:xfrm>
            <a:off x="634814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9" name="A1_bar_Cryo_12932">
            <a:extLst>
              <a:ext uri="{FF2B5EF4-FFF2-40B4-BE49-F238E27FC236}">
                <a16:creationId xmlns:a16="http://schemas.microsoft.com/office/drawing/2014/main" id="{D446184D-C900-4A1D-B623-7BC97F10DB40}"/>
              </a:ext>
            </a:extLst>
          </p:cNvPr>
          <p:cNvSpPr>
            <a:spLocks noGrp="1"/>
          </p:cNvSpPr>
          <p:nvPr/>
        </p:nvSpPr>
        <p:spPr>
          <a:xfrm>
            <a:off x="6177170" y="50864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0" name="A1_bar_Cryo_12933">
            <a:extLst>
              <a:ext uri="{FF2B5EF4-FFF2-40B4-BE49-F238E27FC236}">
                <a16:creationId xmlns:a16="http://schemas.microsoft.com/office/drawing/2014/main" id="{DD14CBD0-9C74-4771-A2C2-C828758828D4}"/>
              </a:ext>
            </a:extLst>
          </p:cNvPr>
          <p:cNvSpPr>
            <a:spLocks noGrp="1"/>
          </p:cNvSpPr>
          <p:nvPr/>
        </p:nvSpPr>
        <p:spPr>
          <a:xfrm>
            <a:off x="618975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1" name="A1_bar_Cryo_12934">
            <a:extLst>
              <a:ext uri="{FF2B5EF4-FFF2-40B4-BE49-F238E27FC236}">
                <a16:creationId xmlns:a16="http://schemas.microsoft.com/office/drawing/2014/main" id="{AF295463-9354-49FD-BAAE-CE7DB42341F1}"/>
              </a:ext>
            </a:extLst>
          </p:cNvPr>
          <p:cNvSpPr>
            <a:spLocks noGrp="1"/>
          </p:cNvSpPr>
          <p:nvPr/>
        </p:nvSpPr>
        <p:spPr>
          <a:xfrm>
            <a:off x="6191531" y="59503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2" name="A1_bar_Cryo_12935">
            <a:extLst>
              <a:ext uri="{FF2B5EF4-FFF2-40B4-BE49-F238E27FC236}">
                <a16:creationId xmlns:a16="http://schemas.microsoft.com/office/drawing/2014/main" id="{8B410058-711A-47DD-9D4C-FDB8D1880C77}"/>
              </a:ext>
            </a:extLst>
          </p:cNvPr>
          <p:cNvSpPr>
            <a:spLocks noGrp="1"/>
          </p:cNvSpPr>
          <p:nvPr/>
        </p:nvSpPr>
        <p:spPr>
          <a:xfrm>
            <a:off x="62144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3" name="A1_bar_Cryo_12936">
            <a:extLst>
              <a:ext uri="{FF2B5EF4-FFF2-40B4-BE49-F238E27FC236}">
                <a16:creationId xmlns:a16="http://schemas.microsoft.com/office/drawing/2014/main" id="{2E5CC8CE-5C27-4C7F-A838-AF6B971420C7}"/>
              </a:ext>
            </a:extLst>
          </p:cNvPr>
          <p:cNvSpPr>
            <a:spLocks noGrp="1"/>
          </p:cNvSpPr>
          <p:nvPr/>
        </p:nvSpPr>
        <p:spPr>
          <a:xfrm>
            <a:off x="620661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4" name="A1_bar_Cryo_12937">
            <a:extLst>
              <a:ext uri="{FF2B5EF4-FFF2-40B4-BE49-F238E27FC236}">
                <a16:creationId xmlns:a16="http://schemas.microsoft.com/office/drawing/2014/main" id="{39EFA31D-96D4-4A9F-9774-94A36A97D511}"/>
              </a:ext>
            </a:extLst>
          </p:cNvPr>
          <p:cNvSpPr>
            <a:spLocks noGrp="1"/>
          </p:cNvSpPr>
          <p:nvPr/>
        </p:nvSpPr>
        <p:spPr>
          <a:xfrm>
            <a:off x="6313609" y="54858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5" name="A1_bar_Cryo_12938">
            <a:extLst>
              <a:ext uri="{FF2B5EF4-FFF2-40B4-BE49-F238E27FC236}">
                <a16:creationId xmlns:a16="http://schemas.microsoft.com/office/drawing/2014/main" id="{7A941CAE-16C8-4160-AEF4-D14C5C8C74AF}"/>
              </a:ext>
            </a:extLst>
          </p:cNvPr>
          <p:cNvSpPr>
            <a:spLocks noGrp="1"/>
          </p:cNvSpPr>
          <p:nvPr/>
        </p:nvSpPr>
        <p:spPr>
          <a:xfrm>
            <a:off x="626958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6" name="A1_bar_Cryo_12939">
            <a:extLst>
              <a:ext uri="{FF2B5EF4-FFF2-40B4-BE49-F238E27FC236}">
                <a16:creationId xmlns:a16="http://schemas.microsoft.com/office/drawing/2014/main" id="{9B7407F9-65D1-4ADA-9F89-C3FC1AC10948}"/>
              </a:ext>
            </a:extLst>
          </p:cNvPr>
          <p:cNvSpPr>
            <a:spLocks noGrp="1"/>
          </p:cNvSpPr>
          <p:nvPr/>
        </p:nvSpPr>
        <p:spPr>
          <a:xfrm>
            <a:off x="616935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7" name="A1_bar_Cryo_12940">
            <a:extLst>
              <a:ext uri="{FF2B5EF4-FFF2-40B4-BE49-F238E27FC236}">
                <a16:creationId xmlns:a16="http://schemas.microsoft.com/office/drawing/2014/main" id="{B4B69292-FC07-4FAA-B1AA-F3A7DC694F7F}"/>
              </a:ext>
            </a:extLst>
          </p:cNvPr>
          <p:cNvSpPr>
            <a:spLocks noGrp="1"/>
          </p:cNvSpPr>
          <p:nvPr/>
        </p:nvSpPr>
        <p:spPr>
          <a:xfrm>
            <a:off x="630699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8" name="A1_bar_Cryo_12941">
            <a:extLst>
              <a:ext uri="{FF2B5EF4-FFF2-40B4-BE49-F238E27FC236}">
                <a16:creationId xmlns:a16="http://schemas.microsoft.com/office/drawing/2014/main" id="{618B6B27-0AD3-492A-886A-8EAA2F9B9B4F}"/>
              </a:ext>
            </a:extLst>
          </p:cNvPr>
          <p:cNvSpPr>
            <a:spLocks noGrp="1"/>
          </p:cNvSpPr>
          <p:nvPr/>
        </p:nvSpPr>
        <p:spPr>
          <a:xfrm>
            <a:off x="638025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9" name="A1_bar_Cryo_12942">
            <a:extLst>
              <a:ext uri="{FF2B5EF4-FFF2-40B4-BE49-F238E27FC236}">
                <a16:creationId xmlns:a16="http://schemas.microsoft.com/office/drawing/2014/main" id="{5034BD67-44D5-419D-9A0C-EA1F82A90F17}"/>
              </a:ext>
            </a:extLst>
          </p:cNvPr>
          <p:cNvSpPr>
            <a:spLocks noGrp="1"/>
          </p:cNvSpPr>
          <p:nvPr/>
        </p:nvSpPr>
        <p:spPr>
          <a:xfrm>
            <a:off x="6340372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0" name="A1_bar_Cryo_12943">
            <a:extLst>
              <a:ext uri="{FF2B5EF4-FFF2-40B4-BE49-F238E27FC236}">
                <a16:creationId xmlns:a16="http://schemas.microsoft.com/office/drawing/2014/main" id="{00AFDFAE-2D54-48D8-AA0D-ED75229D6437}"/>
              </a:ext>
            </a:extLst>
          </p:cNvPr>
          <p:cNvSpPr>
            <a:spLocks noGrp="1"/>
          </p:cNvSpPr>
          <p:nvPr/>
        </p:nvSpPr>
        <p:spPr>
          <a:xfrm>
            <a:off x="62981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1" name="A1_bar_Cryo_12944">
            <a:extLst>
              <a:ext uri="{FF2B5EF4-FFF2-40B4-BE49-F238E27FC236}">
                <a16:creationId xmlns:a16="http://schemas.microsoft.com/office/drawing/2014/main" id="{CD396D71-DB19-4509-9844-83007C67F651}"/>
              </a:ext>
            </a:extLst>
          </p:cNvPr>
          <p:cNvSpPr>
            <a:spLocks noGrp="1"/>
          </p:cNvSpPr>
          <p:nvPr/>
        </p:nvSpPr>
        <p:spPr>
          <a:xfrm>
            <a:off x="631959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2" name="A1_bar_Cryo_12945">
            <a:extLst>
              <a:ext uri="{FF2B5EF4-FFF2-40B4-BE49-F238E27FC236}">
                <a16:creationId xmlns:a16="http://schemas.microsoft.com/office/drawing/2014/main" id="{471F29BA-E33C-4720-B653-E4E6AA75F3F9}"/>
              </a:ext>
            </a:extLst>
          </p:cNvPr>
          <p:cNvSpPr>
            <a:spLocks noGrp="1"/>
          </p:cNvSpPr>
          <p:nvPr/>
        </p:nvSpPr>
        <p:spPr>
          <a:xfrm>
            <a:off x="6302080" y="60322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3" name="A1_bar_Cryo_12946">
            <a:extLst>
              <a:ext uri="{FF2B5EF4-FFF2-40B4-BE49-F238E27FC236}">
                <a16:creationId xmlns:a16="http://schemas.microsoft.com/office/drawing/2014/main" id="{2DFACC27-240F-4754-AA32-A0F57C0FCAA6}"/>
              </a:ext>
            </a:extLst>
          </p:cNvPr>
          <p:cNvSpPr>
            <a:spLocks noGrp="1"/>
          </p:cNvSpPr>
          <p:nvPr/>
        </p:nvSpPr>
        <p:spPr>
          <a:xfrm>
            <a:off x="62165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4" name="A1_bar_Cryo_12947">
            <a:extLst>
              <a:ext uri="{FF2B5EF4-FFF2-40B4-BE49-F238E27FC236}">
                <a16:creationId xmlns:a16="http://schemas.microsoft.com/office/drawing/2014/main" id="{3AC5E78E-04E2-4042-BE57-AA5E88125009}"/>
              </a:ext>
            </a:extLst>
          </p:cNvPr>
          <p:cNvSpPr>
            <a:spLocks noGrp="1"/>
          </p:cNvSpPr>
          <p:nvPr/>
        </p:nvSpPr>
        <p:spPr>
          <a:xfrm>
            <a:off x="620698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5" name="A1_bar_Cryo_12948">
            <a:extLst>
              <a:ext uri="{FF2B5EF4-FFF2-40B4-BE49-F238E27FC236}">
                <a16:creationId xmlns:a16="http://schemas.microsoft.com/office/drawing/2014/main" id="{89E5AAEC-01DF-4815-8266-46E5F43DB02C}"/>
              </a:ext>
            </a:extLst>
          </p:cNvPr>
          <p:cNvSpPr>
            <a:spLocks noGrp="1"/>
          </p:cNvSpPr>
          <p:nvPr/>
        </p:nvSpPr>
        <p:spPr>
          <a:xfrm>
            <a:off x="6295681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6" name="A1_bar_Cryo_12949">
            <a:extLst>
              <a:ext uri="{FF2B5EF4-FFF2-40B4-BE49-F238E27FC236}">
                <a16:creationId xmlns:a16="http://schemas.microsoft.com/office/drawing/2014/main" id="{34FA3768-18B8-4CC2-BCD9-F5658F620915}"/>
              </a:ext>
            </a:extLst>
          </p:cNvPr>
          <p:cNvSpPr>
            <a:spLocks noGrp="1"/>
          </p:cNvSpPr>
          <p:nvPr/>
        </p:nvSpPr>
        <p:spPr>
          <a:xfrm>
            <a:off x="62894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7" name="A1_bar_Cryo_12950">
            <a:extLst>
              <a:ext uri="{FF2B5EF4-FFF2-40B4-BE49-F238E27FC236}">
                <a16:creationId xmlns:a16="http://schemas.microsoft.com/office/drawing/2014/main" id="{C9C38BC2-4283-47E2-9391-92A00705BD3C}"/>
              </a:ext>
            </a:extLst>
          </p:cNvPr>
          <p:cNvSpPr>
            <a:spLocks noGrp="1"/>
          </p:cNvSpPr>
          <p:nvPr/>
        </p:nvSpPr>
        <p:spPr>
          <a:xfrm>
            <a:off x="6129429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8" name="A1_bar_Cryo_12951">
            <a:extLst>
              <a:ext uri="{FF2B5EF4-FFF2-40B4-BE49-F238E27FC236}">
                <a16:creationId xmlns:a16="http://schemas.microsoft.com/office/drawing/2014/main" id="{32992FBB-8724-4CEB-A8A2-AE2C60368A0C}"/>
              </a:ext>
            </a:extLst>
          </p:cNvPr>
          <p:cNvSpPr>
            <a:spLocks noGrp="1"/>
          </p:cNvSpPr>
          <p:nvPr/>
        </p:nvSpPr>
        <p:spPr>
          <a:xfrm>
            <a:off x="6254386" y="48155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9" name="A1_bar_Cryo_12952">
            <a:extLst>
              <a:ext uri="{FF2B5EF4-FFF2-40B4-BE49-F238E27FC236}">
                <a16:creationId xmlns:a16="http://schemas.microsoft.com/office/drawing/2014/main" id="{217FE7E4-98B5-428D-9C9E-E20CA0B3CB4D}"/>
              </a:ext>
            </a:extLst>
          </p:cNvPr>
          <p:cNvSpPr>
            <a:spLocks noGrp="1"/>
          </p:cNvSpPr>
          <p:nvPr/>
        </p:nvSpPr>
        <p:spPr>
          <a:xfrm>
            <a:off x="613165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0" name="A1_bar_Cryo_12953">
            <a:extLst>
              <a:ext uri="{FF2B5EF4-FFF2-40B4-BE49-F238E27FC236}">
                <a16:creationId xmlns:a16="http://schemas.microsoft.com/office/drawing/2014/main" id="{DF714996-4918-42B7-BE7D-868D8C14A71D}"/>
              </a:ext>
            </a:extLst>
          </p:cNvPr>
          <p:cNvSpPr>
            <a:spLocks noGrp="1"/>
          </p:cNvSpPr>
          <p:nvPr/>
        </p:nvSpPr>
        <p:spPr>
          <a:xfrm>
            <a:off x="6232101" y="59302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1" name="A1_bar_Cryo_12954">
            <a:extLst>
              <a:ext uri="{FF2B5EF4-FFF2-40B4-BE49-F238E27FC236}">
                <a16:creationId xmlns:a16="http://schemas.microsoft.com/office/drawing/2014/main" id="{BF6E2341-AE41-4340-BF1C-F58F552CE5F7}"/>
              </a:ext>
            </a:extLst>
          </p:cNvPr>
          <p:cNvSpPr>
            <a:spLocks noGrp="1"/>
          </p:cNvSpPr>
          <p:nvPr/>
        </p:nvSpPr>
        <p:spPr>
          <a:xfrm>
            <a:off x="628259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2" name="A1_bar_Cryo_12955">
            <a:extLst>
              <a:ext uri="{FF2B5EF4-FFF2-40B4-BE49-F238E27FC236}">
                <a16:creationId xmlns:a16="http://schemas.microsoft.com/office/drawing/2014/main" id="{2583C408-5F7F-402A-8825-E500066E6C36}"/>
              </a:ext>
            </a:extLst>
          </p:cNvPr>
          <p:cNvSpPr>
            <a:spLocks noGrp="1"/>
          </p:cNvSpPr>
          <p:nvPr/>
        </p:nvSpPr>
        <p:spPr>
          <a:xfrm>
            <a:off x="6350070" y="5625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3" name="A1_bar_Cryo_12956">
            <a:extLst>
              <a:ext uri="{FF2B5EF4-FFF2-40B4-BE49-F238E27FC236}">
                <a16:creationId xmlns:a16="http://schemas.microsoft.com/office/drawing/2014/main" id="{58F38C81-7F85-4A43-BE15-2214CC82CC88}"/>
              </a:ext>
            </a:extLst>
          </p:cNvPr>
          <p:cNvSpPr>
            <a:spLocks noGrp="1"/>
          </p:cNvSpPr>
          <p:nvPr/>
        </p:nvSpPr>
        <p:spPr>
          <a:xfrm>
            <a:off x="6319500" y="60768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4" name="A1_bar_Cryo_12957">
            <a:extLst>
              <a:ext uri="{FF2B5EF4-FFF2-40B4-BE49-F238E27FC236}">
                <a16:creationId xmlns:a16="http://schemas.microsoft.com/office/drawing/2014/main" id="{41623A5A-795E-43CC-9F2B-84A1F2CFB946}"/>
              </a:ext>
            </a:extLst>
          </p:cNvPr>
          <p:cNvSpPr>
            <a:spLocks noGrp="1"/>
          </p:cNvSpPr>
          <p:nvPr/>
        </p:nvSpPr>
        <p:spPr>
          <a:xfrm>
            <a:off x="6322313" y="48728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5" name="A1_bar_Cryo_12958">
            <a:extLst>
              <a:ext uri="{FF2B5EF4-FFF2-40B4-BE49-F238E27FC236}">
                <a16:creationId xmlns:a16="http://schemas.microsoft.com/office/drawing/2014/main" id="{DD044ACC-6836-4CF7-B924-B954304706AC}"/>
              </a:ext>
            </a:extLst>
          </p:cNvPr>
          <p:cNvSpPr>
            <a:spLocks noGrp="1"/>
          </p:cNvSpPr>
          <p:nvPr/>
        </p:nvSpPr>
        <p:spPr>
          <a:xfrm>
            <a:off x="625082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6" name="A1_bar_Cryo_12959">
            <a:extLst>
              <a:ext uri="{FF2B5EF4-FFF2-40B4-BE49-F238E27FC236}">
                <a16:creationId xmlns:a16="http://schemas.microsoft.com/office/drawing/2014/main" id="{EDB9DE7E-D409-438F-A92A-72D504B78B0C}"/>
              </a:ext>
            </a:extLst>
          </p:cNvPr>
          <p:cNvSpPr>
            <a:spLocks noGrp="1"/>
          </p:cNvSpPr>
          <p:nvPr/>
        </p:nvSpPr>
        <p:spPr>
          <a:xfrm>
            <a:off x="6269367" y="54749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7" name="A1_bar_Cryo_12960">
            <a:extLst>
              <a:ext uri="{FF2B5EF4-FFF2-40B4-BE49-F238E27FC236}">
                <a16:creationId xmlns:a16="http://schemas.microsoft.com/office/drawing/2014/main" id="{4A6525B9-DF74-4669-9420-DE7E3B836416}"/>
              </a:ext>
            </a:extLst>
          </p:cNvPr>
          <p:cNvSpPr>
            <a:spLocks noGrp="1"/>
          </p:cNvSpPr>
          <p:nvPr/>
        </p:nvSpPr>
        <p:spPr>
          <a:xfrm>
            <a:off x="623013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8" name="A1_bar_Cryo_12961">
            <a:extLst>
              <a:ext uri="{FF2B5EF4-FFF2-40B4-BE49-F238E27FC236}">
                <a16:creationId xmlns:a16="http://schemas.microsoft.com/office/drawing/2014/main" id="{3106C1BC-96EA-41FD-942A-DE8750CBFF84}"/>
              </a:ext>
            </a:extLst>
          </p:cNvPr>
          <p:cNvSpPr>
            <a:spLocks noGrp="1"/>
          </p:cNvSpPr>
          <p:nvPr/>
        </p:nvSpPr>
        <p:spPr>
          <a:xfrm>
            <a:off x="627077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9" name="A1_bar_Cryo_12962">
            <a:extLst>
              <a:ext uri="{FF2B5EF4-FFF2-40B4-BE49-F238E27FC236}">
                <a16:creationId xmlns:a16="http://schemas.microsoft.com/office/drawing/2014/main" id="{A551EF1C-315D-4C9F-BA58-DF752F1B1ECB}"/>
              </a:ext>
            </a:extLst>
          </p:cNvPr>
          <p:cNvSpPr>
            <a:spLocks noGrp="1"/>
          </p:cNvSpPr>
          <p:nvPr/>
        </p:nvSpPr>
        <p:spPr>
          <a:xfrm>
            <a:off x="6225344" y="3705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0" name="A1_bar_Cryo_12963">
            <a:extLst>
              <a:ext uri="{FF2B5EF4-FFF2-40B4-BE49-F238E27FC236}">
                <a16:creationId xmlns:a16="http://schemas.microsoft.com/office/drawing/2014/main" id="{A6372FFC-0DDD-437B-8F9F-520FF8ED4C28}"/>
              </a:ext>
            </a:extLst>
          </p:cNvPr>
          <p:cNvSpPr>
            <a:spLocks noGrp="1"/>
          </p:cNvSpPr>
          <p:nvPr/>
        </p:nvSpPr>
        <p:spPr>
          <a:xfrm>
            <a:off x="6334910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1" name="A1_bar_Cryo_12964">
            <a:extLst>
              <a:ext uri="{FF2B5EF4-FFF2-40B4-BE49-F238E27FC236}">
                <a16:creationId xmlns:a16="http://schemas.microsoft.com/office/drawing/2014/main" id="{05284080-1D3F-4991-AED3-8CCAC1EC7D03}"/>
              </a:ext>
            </a:extLst>
          </p:cNvPr>
          <p:cNvSpPr>
            <a:spLocks noGrp="1"/>
          </p:cNvSpPr>
          <p:nvPr/>
        </p:nvSpPr>
        <p:spPr>
          <a:xfrm>
            <a:off x="6139848" y="58215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2" name="A1_bar_Cryo_12965">
            <a:extLst>
              <a:ext uri="{FF2B5EF4-FFF2-40B4-BE49-F238E27FC236}">
                <a16:creationId xmlns:a16="http://schemas.microsoft.com/office/drawing/2014/main" id="{3CD36093-1C28-45D5-88FE-DA13E05325F4}"/>
              </a:ext>
            </a:extLst>
          </p:cNvPr>
          <p:cNvSpPr>
            <a:spLocks noGrp="1"/>
          </p:cNvSpPr>
          <p:nvPr/>
        </p:nvSpPr>
        <p:spPr>
          <a:xfrm>
            <a:off x="63686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3" name="A1_bar_Cryo_12966">
            <a:extLst>
              <a:ext uri="{FF2B5EF4-FFF2-40B4-BE49-F238E27FC236}">
                <a16:creationId xmlns:a16="http://schemas.microsoft.com/office/drawing/2014/main" id="{FF6E91EA-4626-441C-92B5-9B20EDBE4A25}"/>
              </a:ext>
            </a:extLst>
          </p:cNvPr>
          <p:cNvSpPr>
            <a:spLocks noGrp="1"/>
          </p:cNvSpPr>
          <p:nvPr/>
        </p:nvSpPr>
        <p:spPr>
          <a:xfrm>
            <a:off x="6337950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4" name="A1_bar_Cryo_12967">
            <a:extLst>
              <a:ext uri="{FF2B5EF4-FFF2-40B4-BE49-F238E27FC236}">
                <a16:creationId xmlns:a16="http://schemas.microsoft.com/office/drawing/2014/main" id="{A030082E-F482-4D64-AE54-911E8F43FDC4}"/>
              </a:ext>
            </a:extLst>
          </p:cNvPr>
          <p:cNvSpPr>
            <a:spLocks noGrp="1"/>
          </p:cNvSpPr>
          <p:nvPr/>
        </p:nvSpPr>
        <p:spPr>
          <a:xfrm>
            <a:off x="6217412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5" name="A1_bar_Cryo_12968">
            <a:extLst>
              <a:ext uri="{FF2B5EF4-FFF2-40B4-BE49-F238E27FC236}">
                <a16:creationId xmlns:a16="http://schemas.microsoft.com/office/drawing/2014/main" id="{6F853BFB-9C79-49C0-9ACB-F7A8422463A5}"/>
              </a:ext>
            </a:extLst>
          </p:cNvPr>
          <p:cNvSpPr>
            <a:spLocks noGrp="1"/>
          </p:cNvSpPr>
          <p:nvPr/>
        </p:nvSpPr>
        <p:spPr>
          <a:xfrm>
            <a:off x="6244558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6" name="A1_bar_Cryo_12969">
            <a:extLst>
              <a:ext uri="{FF2B5EF4-FFF2-40B4-BE49-F238E27FC236}">
                <a16:creationId xmlns:a16="http://schemas.microsoft.com/office/drawing/2014/main" id="{FEF33E36-3D12-49E1-BB28-6626DAFD2F89}"/>
              </a:ext>
            </a:extLst>
          </p:cNvPr>
          <p:cNvSpPr>
            <a:spLocks noGrp="1"/>
          </p:cNvSpPr>
          <p:nvPr/>
        </p:nvSpPr>
        <p:spPr>
          <a:xfrm>
            <a:off x="626076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7" name="A1_bar_Cryo_12970">
            <a:extLst>
              <a:ext uri="{FF2B5EF4-FFF2-40B4-BE49-F238E27FC236}">
                <a16:creationId xmlns:a16="http://schemas.microsoft.com/office/drawing/2014/main" id="{4D31BED6-4275-4CC7-9F73-1ACAE260C82A}"/>
              </a:ext>
            </a:extLst>
          </p:cNvPr>
          <p:cNvSpPr>
            <a:spLocks noGrp="1"/>
          </p:cNvSpPr>
          <p:nvPr/>
        </p:nvSpPr>
        <p:spPr>
          <a:xfrm>
            <a:off x="6204293" y="5363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8" name="A1_bar_Cryo_12971">
            <a:extLst>
              <a:ext uri="{FF2B5EF4-FFF2-40B4-BE49-F238E27FC236}">
                <a16:creationId xmlns:a16="http://schemas.microsoft.com/office/drawing/2014/main" id="{FECB132F-DADD-4B9B-81CC-B0F171E497DE}"/>
              </a:ext>
            </a:extLst>
          </p:cNvPr>
          <p:cNvSpPr>
            <a:spLocks noGrp="1"/>
          </p:cNvSpPr>
          <p:nvPr/>
        </p:nvSpPr>
        <p:spPr>
          <a:xfrm>
            <a:off x="63546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9" name="A1_bar_Cryo_12972">
            <a:extLst>
              <a:ext uri="{FF2B5EF4-FFF2-40B4-BE49-F238E27FC236}">
                <a16:creationId xmlns:a16="http://schemas.microsoft.com/office/drawing/2014/main" id="{10CF47A9-382A-4FD2-BB82-C3D66C889CB0}"/>
              </a:ext>
            </a:extLst>
          </p:cNvPr>
          <p:cNvSpPr>
            <a:spLocks noGrp="1"/>
          </p:cNvSpPr>
          <p:nvPr/>
        </p:nvSpPr>
        <p:spPr>
          <a:xfrm>
            <a:off x="634492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0" name="A1_bar_Cryo_12973">
            <a:extLst>
              <a:ext uri="{FF2B5EF4-FFF2-40B4-BE49-F238E27FC236}">
                <a16:creationId xmlns:a16="http://schemas.microsoft.com/office/drawing/2014/main" id="{D541991E-C666-4893-AA91-DA98CE7A69E6}"/>
              </a:ext>
            </a:extLst>
          </p:cNvPr>
          <p:cNvSpPr>
            <a:spLocks noGrp="1"/>
          </p:cNvSpPr>
          <p:nvPr/>
        </p:nvSpPr>
        <p:spPr>
          <a:xfrm>
            <a:off x="614856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1" name="A1_bar_Cryo_12974">
            <a:extLst>
              <a:ext uri="{FF2B5EF4-FFF2-40B4-BE49-F238E27FC236}">
                <a16:creationId xmlns:a16="http://schemas.microsoft.com/office/drawing/2014/main" id="{2669F122-8869-46BE-99CC-F1B08BF5545D}"/>
              </a:ext>
            </a:extLst>
          </p:cNvPr>
          <p:cNvSpPr>
            <a:spLocks noGrp="1"/>
          </p:cNvSpPr>
          <p:nvPr/>
        </p:nvSpPr>
        <p:spPr>
          <a:xfrm>
            <a:off x="63790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2" name="A1_bar_Cryo_12975">
            <a:extLst>
              <a:ext uri="{FF2B5EF4-FFF2-40B4-BE49-F238E27FC236}">
                <a16:creationId xmlns:a16="http://schemas.microsoft.com/office/drawing/2014/main" id="{B7EFAB15-9F18-47FA-8C2A-6C5911F4B49D}"/>
              </a:ext>
            </a:extLst>
          </p:cNvPr>
          <p:cNvSpPr>
            <a:spLocks noGrp="1"/>
          </p:cNvSpPr>
          <p:nvPr/>
        </p:nvSpPr>
        <p:spPr>
          <a:xfrm>
            <a:off x="6334274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3" name="A1_bar_Cryo_12976">
            <a:extLst>
              <a:ext uri="{FF2B5EF4-FFF2-40B4-BE49-F238E27FC236}">
                <a16:creationId xmlns:a16="http://schemas.microsoft.com/office/drawing/2014/main" id="{D174A91F-4EC9-4FF3-A46B-6217429CAEB3}"/>
              </a:ext>
            </a:extLst>
          </p:cNvPr>
          <p:cNvSpPr>
            <a:spLocks noGrp="1"/>
          </p:cNvSpPr>
          <p:nvPr/>
        </p:nvSpPr>
        <p:spPr>
          <a:xfrm>
            <a:off x="6166229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4" name="A1_bar_Cryo_12977">
            <a:extLst>
              <a:ext uri="{FF2B5EF4-FFF2-40B4-BE49-F238E27FC236}">
                <a16:creationId xmlns:a16="http://schemas.microsoft.com/office/drawing/2014/main" id="{E2396BE6-D373-4BD1-8AD6-57DEEBC4C5E6}"/>
              </a:ext>
            </a:extLst>
          </p:cNvPr>
          <p:cNvSpPr>
            <a:spLocks noGrp="1"/>
          </p:cNvSpPr>
          <p:nvPr/>
        </p:nvSpPr>
        <p:spPr>
          <a:xfrm>
            <a:off x="6233625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5" name="A1_bar_Cryo_12978">
            <a:extLst>
              <a:ext uri="{FF2B5EF4-FFF2-40B4-BE49-F238E27FC236}">
                <a16:creationId xmlns:a16="http://schemas.microsoft.com/office/drawing/2014/main" id="{7968681C-8A61-4B8B-AE20-48EAE9BD1954}"/>
              </a:ext>
            </a:extLst>
          </p:cNvPr>
          <p:cNvSpPr>
            <a:spLocks noGrp="1"/>
          </p:cNvSpPr>
          <p:nvPr/>
        </p:nvSpPr>
        <p:spPr>
          <a:xfrm>
            <a:off x="616605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6" name="A1_bar_Cryo_12979">
            <a:extLst>
              <a:ext uri="{FF2B5EF4-FFF2-40B4-BE49-F238E27FC236}">
                <a16:creationId xmlns:a16="http://schemas.microsoft.com/office/drawing/2014/main" id="{0CCA093F-6834-4B9E-8714-43970B8D7B0D}"/>
              </a:ext>
            </a:extLst>
          </p:cNvPr>
          <p:cNvSpPr>
            <a:spLocks noGrp="1"/>
          </p:cNvSpPr>
          <p:nvPr/>
        </p:nvSpPr>
        <p:spPr>
          <a:xfrm>
            <a:off x="6332547" y="5415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7" name="A1_bar_Cryo_12980">
            <a:extLst>
              <a:ext uri="{FF2B5EF4-FFF2-40B4-BE49-F238E27FC236}">
                <a16:creationId xmlns:a16="http://schemas.microsoft.com/office/drawing/2014/main" id="{BD51849A-272E-41C6-87DB-87D69CFDCD58}"/>
              </a:ext>
            </a:extLst>
          </p:cNvPr>
          <p:cNvSpPr>
            <a:spLocks noGrp="1"/>
          </p:cNvSpPr>
          <p:nvPr/>
        </p:nvSpPr>
        <p:spPr>
          <a:xfrm>
            <a:off x="6283853" y="54683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8" name="A1_bar_Cryo_12981">
            <a:extLst>
              <a:ext uri="{FF2B5EF4-FFF2-40B4-BE49-F238E27FC236}">
                <a16:creationId xmlns:a16="http://schemas.microsoft.com/office/drawing/2014/main" id="{5E2681DB-4040-4383-917F-31E33824D9F5}"/>
              </a:ext>
            </a:extLst>
          </p:cNvPr>
          <p:cNvSpPr>
            <a:spLocks noGrp="1"/>
          </p:cNvSpPr>
          <p:nvPr/>
        </p:nvSpPr>
        <p:spPr>
          <a:xfrm>
            <a:off x="619157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9" name="A1_bar_Cryo_12982">
            <a:extLst>
              <a:ext uri="{FF2B5EF4-FFF2-40B4-BE49-F238E27FC236}">
                <a16:creationId xmlns:a16="http://schemas.microsoft.com/office/drawing/2014/main" id="{B20BB304-5A02-49E2-B979-1CC7D0F6C9B4}"/>
              </a:ext>
            </a:extLst>
          </p:cNvPr>
          <p:cNvSpPr>
            <a:spLocks noGrp="1"/>
          </p:cNvSpPr>
          <p:nvPr/>
        </p:nvSpPr>
        <p:spPr>
          <a:xfrm>
            <a:off x="6154300" y="5788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0" name="A1_bar_Cryo_12983">
            <a:extLst>
              <a:ext uri="{FF2B5EF4-FFF2-40B4-BE49-F238E27FC236}">
                <a16:creationId xmlns:a16="http://schemas.microsoft.com/office/drawing/2014/main" id="{5F7FAC8A-1C55-455E-89C9-3092C83C97D7}"/>
              </a:ext>
            </a:extLst>
          </p:cNvPr>
          <p:cNvSpPr>
            <a:spLocks noGrp="1"/>
          </p:cNvSpPr>
          <p:nvPr/>
        </p:nvSpPr>
        <p:spPr>
          <a:xfrm>
            <a:off x="636294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1" name="A1_bar_Cryo_12984">
            <a:extLst>
              <a:ext uri="{FF2B5EF4-FFF2-40B4-BE49-F238E27FC236}">
                <a16:creationId xmlns:a16="http://schemas.microsoft.com/office/drawing/2014/main" id="{35483C18-1B4F-4E89-B33C-602E1C1F1AFC}"/>
              </a:ext>
            </a:extLst>
          </p:cNvPr>
          <p:cNvSpPr>
            <a:spLocks noGrp="1"/>
          </p:cNvSpPr>
          <p:nvPr/>
        </p:nvSpPr>
        <p:spPr>
          <a:xfrm>
            <a:off x="63463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2" name="A1_bar_Cryo_12985">
            <a:extLst>
              <a:ext uri="{FF2B5EF4-FFF2-40B4-BE49-F238E27FC236}">
                <a16:creationId xmlns:a16="http://schemas.microsoft.com/office/drawing/2014/main" id="{D64F7F0C-2F76-48DC-85F2-EBF52FE23CB5}"/>
              </a:ext>
            </a:extLst>
          </p:cNvPr>
          <p:cNvSpPr>
            <a:spLocks noGrp="1"/>
          </p:cNvSpPr>
          <p:nvPr/>
        </p:nvSpPr>
        <p:spPr>
          <a:xfrm>
            <a:off x="614205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3" name="A1_bar_Cryo_12986">
            <a:extLst>
              <a:ext uri="{FF2B5EF4-FFF2-40B4-BE49-F238E27FC236}">
                <a16:creationId xmlns:a16="http://schemas.microsoft.com/office/drawing/2014/main" id="{57E5694B-76C4-4E45-A032-EA9F534B2A9D}"/>
              </a:ext>
            </a:extLst>
          </p:cNvPr>
          <p:cNvSpPr>
            <a:spLocks noGrp="1"/>
          </p:cNvSpPr>
          <p:nvPr/>
        </p:nvSpPr>
        <p:spPr>
          <a:xfrm>
            <a:off x="62860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4" name="A1_bar_Cryo_12987">
            <a:extLst>
              <a:ext uri="{FF2B5EF4-FFF2-40B4-BE49-F238E27FC236}">
                <a16:creationId xmlns:a16="http://schemas.microsoft.com/office/drawing/2014/main" id="{BCC7CA58-7BA2-4197-BD0E-54C96CE7C2D2}"/>
              </a:ext>
            </a:extLst>
          </p:cNvPr>
          <p:cNvSpPr>
            <a:spLocks noGrp="1"/>
          </p:cNvSpPr>
          <p:nvPr/>
        </p:nvSpPr>
        <p:spPr>
          <a:xfrm>
            <a:off x="6166486" y="58647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5" name="A1_bar_Cryo_12988">
            <a:extLst>
              <a:ext uri="{FF2B5EF4-FFF2-40B4-BE49-F238E27FC236}">
                <a16:creationId xmlns:a16="http://schemas.microsoft.com/office/drawing/2014/main" id="{5F08D54B-8FA2-41CD-B0EC-3C9987D1DBD9}"/>
              </a:ext>
            </a:extLst>
          </p:cNvPr>
          <p:cNvSpPr>
            <a:spLocks noGrp="1"/>
          </p:cNvSpPr>
          <p:nvPr/>
        </p:nvSpPr>
        <p:spPr>
          <a:xfrm>
            <a:off x="619508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6" name="A1_bar_Cryo_12989">
            <a:extLst>
              <a:ext uri="{FF2B5EF4-FFF2-40B4-BE49-F238E27FC236}">
                <a16:creationId xmlns:a16="http://schemas.microsoft.com/office/drawing/2014/main" id="{73151691-53E9-4D13-94B9-40498591E08C}"/>
              </a:ext>
            </a:extLst>
          </p:cNvPr>
          <p:cNvSpPr>
            <a:spLocks noGrp="1"/>
          </p:cNvSpPr>
          <p:nvPr/>
        </p:nvSpPr>
        <p:spPr>
          <a:xfrm>
            <a:off x="612771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7" name="A1_bar_Cryo_12990">
            <a:extLst>
              <a:ext uri="{FF2B5EF4-FFF2-40B4-BE49-F238E27FC236}">
                <a16:creationId xmlns:a16="http://schemas.microsoft.com/office/drawing/2014/main" id="{E0D320AA-8963-4746-94F5-472740101253}"/>
              </a:ext>
            </a:extLst>
          </p:cNvPr>
          <p:cNvSpPr>
            <a:spLocks noGrp="1"/>
          </p:cNvSpPr>
          <p:nvPr/>
        </p:nvSpPr>
        <p:spPr>
          <a:xfrm>
            <a:off x="774812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8" name="A1_bar_Cryo_12991">
            <a:extLst>
              <a:ext uri="{FF2B5EF4-FFF2-40B4-BE49-F238E27FC236}">
                <a16:creationId xmlns:a16="http://schemas.microsoft.com/office/drawing/2014/main" id="{0570676A-AD11-4AB6-A67F-9F5462E74170}"/>
              </a:ext>
            </a:extLst>
          </p:cNvPr>
          <p:cNvSpPr>
            <a:spLocks noGrp="1"/>
          </p:cNvSpPr>
          <p:nvPr/>
        </p:nvSpPr>
        <p:spPr>
          <a:xfrm>
            <a:off x="7914009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9" name="A1_bar_Cryo_12992">
            <a:extLst>
              <a:ext uri="{FF2B5EF4-FFF2-40B4-BE49-F238E27FC236}">
                <a16:creationId xmlns:a16="http://schemas.microsoft.com/office/drawing/2014/main" id="{22B58B9B-493F-4E57-8D02-6C169A4FA2D5}"/>
              </a:ext>
            </a:extLst>
          </p:cNvPr>
          <p:cNvSpPr>
            <a:spLocks noGrp="1"/>
          </p:cNvSpPr>
          <p:nvPr/>
        </p:nvSpPr>
        <p:spPr>
          <a:xfrm>
            <a:off x="786752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0" name="A1_bar_Cryo_12993">
            <a:extLst>
              <a:ext uri="{FF2B5EF4-FFF2-40B4-BE49-F238E27FC236}">
                <a16:creationId xmlns:a16="http://schemas.microsoft.com/office/drawing/2014/main" id="{E535668D-ECE7-4CD5-9E10-93388E457548}"/>
              </a:ext>
            </a:extLst>
          </p:cNvPr>
          <p:cNvSpPr>
            <a:spLocks noGrp="1"/>
          </p:cNvSpPr>
          <p:nvPr/>
        </p:nvSpPr>
        <p:spPr>
          <a:xfrm>
            <a:off x="776249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1" name="A1_bar_Cryo_12994">
            <a:extLst>
              <a:ext uri="{FF2B5EF4-FFF2-40B4-BE49-F238E27FC236}">
                <a16:creationId xmlns:a16="http://schemas.microsoft.com/office/drawing/2014/main" id="{F3D85FC3-F035-4A72-8687-020E6A256C93}"/>
              </a:ext>
            </a:extLst>
          </p:cNvPr>
          <p:cNvSpPr>
            <a:spLocks noGrp="1"/>
          </p:cNvSpPr>
          <p:nvPr/>
        </p:nvSpPr>
        <p:spPr>
          <a:xfrm>
            <a:off x="7711330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2" name="A1_bar_Cryo_12995">
            <a:extLst>
              <a:ext uri="{FF2B5EF4-FFF2-40B4-BE49-F238E27FC236}">
                <a16:creationId xmlns:a16="http://schemas.microsoft.com/office/drawing/2014/main" id="{5AFBB3D9-32CB-462D-9539-8FB85A67FEC9}"/>
              </a:ext>
            </a:extLst>
          </p:cNvPr>
          <p:cNvSpPr>
            <a:spLocks noGrp="1"/>
          </p:cNvSpPr>
          <p:nvPr/>
        </p:nvSpPr>
        <p:spPr>
          <a:xfrm>
            <a:off x="774234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3" name="A1_bar_Cryo_12996">
            <a:extLst>
              <a:ext uri="{FF2B5EF4-FFF2-40B4-BE49-F238E27FC236}">
                <a16:creationId xmlns:a16="http://schemas.microsoft.com/office/drawing/2014/main" id="{E2C6AE2B-1690-451F-8F19-0E390B23533E}"/>
              </a:ext>
            </a:extLst>
          </p:cNvPr>
          <p:cNvSpPr>
            <a:spLocks noGrp="1"/>
          </p:cNvSpPr>
          <p:nvPr/>
        </p:nvSpPr>
        <p:spPr>
          <a:xfrm>
            <a:off x="770560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4" name="A1_bar_Cryo_12997">
            <a:extLst>
              <a:ext uri="{FF2B5EF4-FFF2-40B4-BE49-F238E27FC236}">
                <a16:creationId xmlns:a16="http://schemas.microsoft.com/office/drawing/2014/main" id="{24C97C3D-C515-4320-B935-76BFAC84FA7A}"/>
              </a:ext>
            </a:extLst>
          </p:cNvPr>
          <p:cNvSpPr>
            <a:spLocks noGrp="1"/>
          </p:cNvSpPr>
          <p:nvPr/>
        </p:nvSpPr>
        <p:spPr>
          <a:xfrm>
            <a:off x="772598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5" name="A1_bar_Cryo_12998">
            <a:extLst>
              <a:ext uri="{FF2B5EF4-FFF2-40B4-BE49-F238E27FC236}">
                <a16:creationId xmlns:a16="http://schemas.microsoft.com/office/drawing/2014/main" id="{6CDDA725-46F6-4070-92CD-2EE430A08B4D}"/>
              </a:ext>
            </a:extLst>
          </p:cNvPr>
          <p:cNvSpPr>
            <a:spLocks noGrp="1"/>
          </p:cNvSpPr>
          <p:nvPr/>
        </p:nvSpPr>
        <p:spPr>
          <a:xfrm>
            <a:off x="7878406" y="6045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6" name="A1_bar_Cryo_12999">
            <a:extLst>
              <a:ext uri="{FF2B5EF4-FFF2-40B4-BE49-F238E27FC236}">
                <a16:creationId xmlns:a16="http://schemas.microsoft.com/office/drawing/2014/main" id="{B21D6CAD-8CE3-4B94-9CF8-CD55BFA3D408}"/>
              </a:ext>
            </a:extLst>
          </p:cNvPr>
          <p:cNvSpPr>
            <a:spLocks noGrp="1"/>
          </p:cNvSpPr>
          <p:nvPr/>
        </p:nvSpPr>
        <p:spPr>
          <a:xfrm>
            <a:off x="784931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7" name="A1_bar_Cryo_13000">
            <a:extLst>
              <a:ext uri="{FF2B5EF4-FFF2-40B4-BE49-F238E27FC236}">
                <a16:creationId xmlns:a16="http://schemas.microsoft.com/office/drawing/2014/main" id="{A767C7DE-7E0B-4E3D-9E31-61D386E1681B}"/>
              </a:ext>
            </a:extLst>
          </p:cNvPr>
          <p:cNvSpPr>
            <a:spLocks noGrp="1"/>
          </p:cNvSpPr>
          <p:nvPr/>
        </p:nvSpPr>
        <p:spPr>
          <a:xfrm>
            <a:off x="7906865" y="4631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8" name="A1_bar_Cryo_13001">
            <a:extLst>
              <a:ext uri="{FF2B5EF4-FFF2-40B4-BE49-F238E27FC236}">
                <a16:creationId xmlns:a16="http://schemas.microsoft.com/office/drawing/2014/main" id="{21DD03EB-8617-4A97-8F05-DD5A28ACEFD6}"/>
              </a:ext>
            </a:extLst>
          </p:cNvPr>
          <p:cNvSpPr>
            <a:spLocks noGrp="1"/>
          </p:cNvSpPr>
          <p:nvPr/>
        </p:nvSpPr>
        <p:spPr>
          <a:xfrm>
            <a:off x="7762296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9" name="A1_bar_Cryo_13002">
            <a:extLst>
              <a:ext uri="{FF2B5EF4-FFF2-40B4-BE49-F238E27FC236}">
                <a16:creationId xmlns:a16="http://schemas.microsoft.com/office/drawing/2014/main" id="{86F0CC60-A525-423A-A4A7-14359CE70843}"/>
              </a:ext>
            </a:extLst>
          </p:cNvPr>
          <p:cNvSpPr>
            <a:spLocks noGrp="1"/>
          </p:cNvSpPr>
          <p:nvPr/>
        </p:nvSpPr>
        <p:spPr>
          <a:xfrm>
            <a:off x="7745316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0" name="A1_bar_Cryo_13003">
            <a:extLst>
              <a:ext uri="{FF2B5EF4-FFF2-40B4-BE49-F238E27FC236}">
                <a16:creationId xmlns:a16="http://schemas.microsoft.com/office/drawing/2014/main" id="{D2851E74-C240-4348-A02A-E78568479F36}"/>
              </a:ext>
            </a:extLst>
          </p:cNvPr>
          <p:cNvSpPr>
            <a:spLocks noGrp="1"/>
          </p:cNvSpPr>
          <p:nvPr/>
        </p:nvSpPr>
        <p:spPr>
          <a:xfrm>
            <a:off x="7937593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1" name="A1_bar_Cryo_13004">
            <a:extLst>
              <a:ext uri="{FF2B5EF4-FFF2-40B4-BE49-F238E27FC236}">
                <a16:creationId xmlns:a16="http://schemas.microsoft.com/office/drawing/2014/main" id="{1C2A6EDE-0824-4659-9708-93F3AD537107}"/>
              </a:ext>
            </a:extLst>
          </p:cNvPr>
          <p:cNvSpPr>
            <a:spLocks noGrp="1"/>
          </p:cNvSpPr>
          <p:nvPr/>
        </p:nvSpPr>
        <p:spPr>
          <a:xfrm>
            <a:off x="79334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2" name="A1_bar_Cryo_13005">
            <a:extLst>
              <a:ext uri="{FF2B5EF4-FFF2-40B4-BE49-F238E27FC236}">
                <a16:creationId xmlns:a16="http://schemas.microsoft.com/office/drawing/2014/main" id="{2E465AA7-F93D-4A99-8F97-B6C39B92BE17}"/>
              </a:ext>
            </a:extLst>
          </p:cNvPr>
          <p:cNvSpPr>
            <a:spLocks noGrp="1"/>
          </p:cNvSpPr>
          <p:nvPr/>
        </p:nvSpPr>
        <p:spPr>
          <a:xfrm>
            <a:off x="773019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3" name="A1_bar_Cryo_13006">
            <a:extLst>
              <a:ext uri="{FF2B5EF4-FFF2-40B4-BE49-F238E27FC236}">
                <a16:creationId xmlns:a16="http://schemas.microsoft.com/office/drawing/2014/main" id="{81C7AF55-317A-40F6-BB2D-B615AFFDA36C}"/>
              </a:ext>
            </a:extLst>
          </p:cNvPr>
          <p:cNvSpPr>
            <a:spLocks noGrp="1"/>
          </p:cNvSpPr>
          <p:nvPr/>
        </p:nvSpPr>
        <p:spPr>
          <a:xfrm>
            <a:off x="789765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4" name="A1_bar_Cryo_13007">
            <a:extLst>
              <a:ext uri="{FF2B5EF4-FFF2-40B4-BE49-F238E27FC236}">
                <a16:creationId xmlns:a16="http://schemas.microsoft.com/office/drawing/2014/main" id="{83E8F5B6-A3BD-487C-B1A2-BB07E1E8C56F}"/>
              </a:ext>
            </a:extLst>
          </p:cNvPr>
          <p:cNvSpPr>
            <a:spLocks noGrp="1"/>
          </p:cNvSpPr>
          <p:nvPr/>
        </p:nvSpPr>
        <p:spPr>
          <a:xfrm>
            <a:off x="778479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5" name="A1_bar_Cryo_13008">
            <a:extLst>
              <a:ext uri="{FF2B5EF4-FFF2-40B4-BE49-F238E27FC236}">
                <a16:creationId xmlns:a16="http://schemas.microsoft.com/office/drawing/2014/main" id="{7E8E772E-2C25-44F7-951D-57FF5CAAFA3F}"/>
              </a:ext>
            </a:extLst>
          </p:cNvPr>
          <p:cNvSpPr>
            <a:spLocks noGrp="1"/>
          </p:cNvSpPr>
          <p:nvPr/>
        </p:nvSpPr>
        <p:spPr>
          <a:xfrm>
            <a:off x="781460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6" name="A1_bar_Cryo_13009">
            <a:extLst>
              <a:ext uri="{FF2B5EF4-FFF2-40B4-BE49-F238E27FC236}">
                <a16:creationId xmlns:a16="http://schemas.microsoft.com/office/drawing/2014/main" id="{551A550F-06EF-4EF6-A971-D299EBB170C6}"/>
              </a:ext>
            </a:extLst>
          </p:cNvPr>
          <p:cNvSpPr>
            <a:spLocks noGrp="1"/>
          </p:cNvSpPr>
          <p:nvPr/>
        </p:nvSpPr>
        <p:spPr>
          <a:xfrm>
            <a:off x="7878000" y="540280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7" name="A1_bar_Cryo_13010">
            <a:extLst>
              <a:ext uri="{FF2B5EF4-FFF2-40B4-BE49-F238E27FC236}">
                <a16:creationId xmlns:a16="http://schemas.microsoft.com/office/drawing/2014/main" id="{15EECE39-365E-48D7-9490-FB96BC3F088C}"/>
              </a:ext>
            </a:extLst>
          </p:cNvPr>
          <p:cNvSpPr>
            <a:spLocks noGrp="1"/>
          </p:cNvSpPr>
          <p:nvPr/>
        </p:nvSpPr>
        <p:spPr>
          <a:xfrm>
            <a:off x="7949308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8" name="A1_bar_Cryo_13011">
            <a:extLst>
              <a:ext uri="{FF2B5EF4-FFF2-40B4-BE49-F238E27FC236}">
                <a16:creationId xmlns:a16="http://schemas.microsoft.com/office/drawing/2014/main" id="{1E177FA9-8359-4D5D-BB32-E00FA605C679}"/>
              </a:ext>
            </a:extLst>
          </p:cNvPr>
          <p:cNvSpPr>
            <a:spLocks noGrp="1"/>
          </p:cNvSpPr>
          <p:nvPr/>
        </p:nvSpPr>
        <p:spPr>
          <a:xfrm>
            <a:off x="773648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9" name="A1_bar_Cryo_13012">
            <a:extLst>
              <a:ext uri="{FF2B5EF4-FFF2-40B4-BE49-F238E27FC236}">
                <a16:creationId xmlns:a16="http://schemas.microsoft.com/office/drawing/2014/main" id="{7441DE12-EA91-4ADC-BAC7-158CC230D83F}"/>
              </a:ext>
            </a:extLst>
          </p:cNvPr>
          <p:cNvSpPr>
            <a:spLocks noGrp="1"/>
          </p:cNvSpPr>
          <p:nvPr/>
        </p:nvSpPr>
        <p:spPr>
          <a:xfrm>
            <a:off x="7865506" y="59404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0" name="A1_bar_Cryo_13013">
            <a:extLst>
              <a:ext uri="{FF2B5EF4-FFF2-40B4-BE49-F238E27FC236}">
                <a16:creationId xmlns:a16="http://schemas.microsoft.com/office/drawing/2014/main" id="{4316C786-B540-4F70-ACBA-D814392B166F}"/>
              </a:ext>
            </a:extLst>
          </p:cNvPr>
          <p:cNvSpPr>
            <a:spLocks noGrp="1"/>
          </p:cNvSpPr>
          <p:nvPr/>
        </p:nvSpPr>
        <p:spPr>
          <a:xfrm>
            <a:off x="7795718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1" name="A1_bar_Cryo_13014">
            <a:extLst>
              <a:ext uri="{FF2B5EF4-FFF2-40B4-BE49-F238E27FC236}">
                <a16:creationId xmlns:a16="http://schemas.microsoft.com/office/drawing/2014/main" id="{C0E73AC4-1C8A-4BD3-994D-8BD78DEB4EA7}"/>
              </a:ext>
            </a:extLst>
          </p:cNvPr>
          <p:cNvSpPr>
            <a:spLocks noGrp="1"/>
          </p:cNvSpPr>
          <p:nvPr/>
        </p:nvSpPr>
        <p:spPr>
          <a:xfrm>
            <a:off x="7822297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2" name="A1_bar_Cryo_13015">
            <a:extLst>
              <a:ext uri="{FF2B5EF4-FFF2-40B4-BE49-F238E27FC236}">
                <a16:creationId xmlns:a16="http://schemas.microsoft.com/office/drawing/2014/main" id="{A97060EE-B74C-4B22-AB56-AEF80423B9A2}"/>
              </a:ext>
            </a:extLst>
          </p:cNvPr>
          <p:cNvSpPr>
            <a:spLocks noGrp="1"/>
          </p:cNvSpPr>
          <p:nvPr/>
        </p:nvSpPr>
        <p:spPr>
          <a:xfrm>
            <a:off x="772567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3" name="A1_bar_Cryo_13016">
            <a:extLst>
              <a:ext uri="{FF2B5EF4-FFF2-40B4-BE49-F238E27FC236}">
                <a16:creationId xmlns:a16="http://schemas.microsoft.com/office/drawing/2014/main" id="{1CEED149-B625-4C56-B41D-0C5211F49C1C}"/>
              </a:ext>
            </a:extLst>
          </p:cNvPr>
          <p:cNvSpPr>
            <a:spLocks noGrp="1"/>
          </p:cNvSpPr>
          <p:nvPr/>
        </p:nvSpPr>
        <p:spPr>
          <a:xfrm>
            <a:off x="795015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4" name="A1_bar_Cryo_13017">
            <a:extLst>
              <a:ext uri="{FF2B5EF4-FFF2-40B4-BE49-F238E27FC236}">
                <a16:creationId xmlns:a16="http://schemas.microsoft.com/office/drawing/2014/main" id="{3DD886AB-6C93-4A94-8D9B-321ACB6D2D2A}"/>
              </a:ext>
            </a:extLst>
          </p:cNvPr>
          <p:cNvSpPr>
            <a:spLocks noGrp="1"/>
          </p:cNvSpPr>
          <p:nvPr/>
        </p:nvSpPr>
        <p:spPr>
          <a:xfrm>
            <a:off x="7702190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5" name="A1_bar_Cryo_13018">
            <a:extLst>
              <a:ext uri="{FF2B5EF4-FFF2-40B4-BE49-F238E27FC236}">
                <a16:creationId xmlns:a16="http://schemas.microsoft.com/office/drawing/2014/main" id="{79F23F12-BE5E-42F2-8043-A26FB309AA94}"/>
              </a:ext>
            </a:extLst>
          </p:cNvPr>
          <p:cNvSpPr>
            <a:spLocks noGrp="1"/>
          </p:cNvSpPr>
          <p:nvPr/>
        </p:nvSpPr>
        <p:spPr>
          <a:xfrm>
            <a:off x="7811419" y="59335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6" name="A1_bar_Cryo_13019">
            <a:extLst>
              <a:ext uri="{FF2B5EF4-FFF2-40B4-BE49-F238E27FC236}">
                <a16:creationId xmlns:a16="http://schemas.microsoft.com/office/drawing/2014/main" id="{BA077238-B30E-48B3-A3D3-D9E22F9A7FB3}"/>
              </a:ext>
            </a:extLst>
          </p:cNvPr>
          <p:cNvSpPr>
            <a:spLocks noGrp="1"/>
          </p:cNvSpPr>
          <p:nvPr/>
        </p:nvSpPr>
        <p:spPr>
          <a:xfrm>
            <a:off x="782774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7" name="A1_bar_Cryo_13020">
            <a:extLst>
              <a:ext uri="{FF2B5EF4-FFF2-40B4-BE49-F238E27FC236}">
                <a16:creationId xmlns:a16="http://schemas.microsoft.com/office/drawing/2014/main" id="{24BDD91E-763F-4877-BEC1-323B4E30757B}"/>
              </a:ext>
            </a:extLst>
          </p:cNvPr>
          <p:cNvSpPr>
            <a:spLocks noGrp="1"/>
          </p:cNvSpPr>
          <p:nvPr/>
        </p:nvSpPr>
        <p:spPr>
          <a:xfrm>
            <a:off x="77385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8" name="A1_bar_Cryo_13021">
            <a:extLst>
              <a:ext uri="{FF2B5EF4-FFF2-40B4-BE49-F238E27FC236}">
                <a16:creationId xmlns:a16="http://schemas.microsoft.com/office/drawing/2014/main" id="{70B963B4-A0A5-4764-A57F-05196B75E05C}"/>
              </a:ext>
            </a:extLst>
          </p:cNvPr>
          <p:cNvSpPr>
            <a:spLocks noGrp="1"/>
          </p:cNvSpPr>
          <p:nvPr/>
        </p:nvSpPr>
        <p:spPr>
          <a:xfrm>
            <a:off x="7785908" y="59413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9" name="A1_bar_Cryo_13022">
            <a:extLst>
              <a:ext uri="{FF2B5EF4-FFF2-40B4-BE49-F238E27FC236}">
                <a16:creationId xmlns:a16="http://schemas.microsoft.com/office/drawing/2014/main" id="{A5A01D38-EBED-40A7-8F4B-406CBCEB9DEC}"/>
              </a:ext>
            </a:extLst>
          </p:cNvPr>
          <p:cNvSpPr>
            <a:spLocks noGrp="1"/>
          </p:cNvSpPr>
          <p:nvPr/>
        </p:nvSpPr>
        <p:spPr>
          <a:xfrm>
            <a:off x="781451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0" name="A1_bar_Cryo_13023">
            <a:extLst>
              <a:ext uri="{FF2B5EF4-FFF2-40B4-BE49-F238E27FC236}">
                <a16:creationId xmlns:a16="http://schemas.microsoft.com/office/drawing/2014/main" id="{E701D0C6-7C4D-4802-8779-E3E72499992C}"/>
              </a:ext>
            </a:extLst>
          </p:cNvPr>
          <p:cNvSpPr>
            <a:spLocks noGrp="1"/>
          </p:cNvSpPr>
          <p:nvPr/>
        </p:nvSpPr>
        <p:spPr>
          <a:xfrm>
            <a:off x="790500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1" name="A1_bar_Cryo_13024">
            <a:extLst>
              <a:ext uri="{FF2B5EF4-FFF2-40B4-BE49-F238E27FC236}">
                <a16:creationId xmlns:a16="http://schemas.microsoft.com/office/drawing/2014/main" id="{220D03F3-FF52-4FF0-A11E-2E0C03B6B459}"/>
              </a:ext>
            </a:extLst>
          </p:cNvPr>
          <p:cNvSpPr>
            <a:spLocks noGrp="1"/>
          </p:cNvSpPr>
          <p:nvPr/>
        </p:nvSpPr>
        <p:spPr>
          <a:xfrm>
            <a:off x="790846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2" name="A1_bar_Cryo_13025">
            <a:extLst>
              <a:ext uri="{FF2B5EF4-FFF2-40B4-BE49-F238E27FC236}">
                <a16:creationId xmlns:a16="http://schemas.microsoft.com/office/drawing/2014/main" id="{2FB33FA6-9E36-4F86-AACC-C28089B92C15}"/>
              </a:ext>
            </a:extLst>
          </p:cNvPr>
          <p:cNvSpPr>
            <a:spLocks noGrp="1"/>
          </p:cNvSpPr>
          <p:nvPr/>
        </p:nvSpPr>
        <p:spPr>
          <a:xfrm>
            <a:off x="770708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3" name="A1_bar_Cryo_13026">
            <a:extLst>
              <a:ext uri="{FF2B5EF4-FFF2-40B4-BE49-F238E27FC236}">
                <a16:creationId xmlns:a16="http://schemas.microsoft.com/office/drawing/2014/main" id="{DA058464-C2D5-4E4E-83FE-DF5FA818A9F5}"/>
              </a:ext>
            </a:extLst>
          </p:cNvPr>
          <p:cNvSpPr>
            <a:spLocks noGrp="1"/>
          </p:cNvSpPr>
          <p:nvPr/>
        </p:nvSpPr>
        <p:spPr>
          <a:xfrm>
            <a:off x="777775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4" name="A1_bar_Cryo_13027">
            <a:extLst>
              <a:ext uri="{FF2B5EF4-FFF2-40B4-BE49-F238E27FC236}">
                <a16:creationId xmlns:a16="http://schemas.microsoft.com/office/drawing/2014/main" id="{C2950BF4-94D2-4EFB-BCC0-F7747CD8E29D}"/>
              </a:ext>
            </a:extLst>
          </p:cNvPr>
          <p:cNvSpPr>
            <a:spLocks noGrp="1"/>
          </p:cNvSpPr>
          <p:nvPr/>
        </p:nvSpPr>
        <p:spPr>
          <a:xfrm>
            <a:off x="776303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5" name="A1_bar_Cryo_13028">
            <a:extLst>
              <a:ext uri="{FF2B5EF4-FFF2-40B4-BE49-F238E27FC236}">
                <a16:creationId xmlns:a16="http://schemas.microsoft.com/office/drawing/2014/main" id="{9885E1D3-2836-4DE7-8800-1B56CAD6B484}"/>
              </a:ext>
            </a:extLst>
          </p:cNvPr>
          <p:cNvSpPr>
            <a:spLocks noGrp="1"/>
          </p:cNvSpPr>
          <p:nvPr/>
        </p:nvSpPr>
        <p:spPr>
          <a:xfrm>
            <a:off x="790901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6" name="A1_bar_Cryo_13029">
            <a:extLst>
              <a:ext uri="{FF2B5EF4-FFF2-40B4-BE49-F238E27FC236}">
                <a16:creationId xmlns:a16="http://schemas.microsoft.com/office/drawing/2014/main" id="{EBB05D64-3776-4775-96C1-8CF16DDD06B7}"/>
              </a:ext>
            </a:extLst>
          </p:cNvPr>
          <p:cNvSpPr>
            <a:spLocks noGrp="1"/>
          </p:cNvSpPr>
          <p:nvPr/>
        </p:nvSpPr>
        <p:spPr>
          <a:xfrm>
            <a:off x="7746723" y="50290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7" name="A1_bar_Cryo_13030">
            <a:extLst>
              <a:ext uri="{FF2B5EF4-FFF2-40B4-BE49-F238E27FC236}">
                <a16:creationId xmlns:a16="http://schemas.microsoft.com/office/drawing/2014/main" id="{E341C795-9B64-4057-8A6E-975D33F1F0CD}"/>
              </a:ext>
            </a:extLst>
          </p:cNvPr>
          <p:cNvSpPr>
            <a:spLocks noGrp="1"/>
          </p:cNvSpPr>
          <p:nvPr/>
        </p:nvSpPr>
        <p:spPr>
          <a:xfrm>
            <a:off x="7779554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8" name="A1_bar_Cryo_13031">
            <a:extLst>
              <a:ext uri="{FF2B5EF4-FFF2-40B4-BE49-F238E27FC236}">
                <a16:creationId xmlns:a16="http://schemas.microsoft.com/office/drawing/2014/main" id="{5391742E-4E02-4F20-AEDF-E7A43BD4E55F}"/>
              </a:ext>
            </a:extLst>
          </p:cNvPr>
          <p:cNvSpPr>
            <a:spLocks noGrp="1"/>
          </p:cNvSpPr>
          <p:nvPr/>
        </p:nvSpPr>
        <p:spPr>
          <a:xfrm>
            <a:off x="772070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9" name="A1_bar_Cryo_13032">
            <a:extLst>
              <a:ext uri="{FF2B5EF4-FFF2-40B4-BE49-F238E27FC236}">
                <a16:creationId xmlns:a16="http://schemas.microsoft.com/office/drawing/2014/main" id="{EAAC007E-EFF0-41EA-A465-2A40610A7A4E}"/>
              </a:ext>
            </a:extLst>
          </p:cNvPr>
          <p:cNvSpPr>
            <a:spLocks noGrp="1"/>
          </p:cNvSpPr>
          <p:nvPr/>
        </p:nvSpPr>
        <p:spPr>
          <a:xfrm>
            <a:off x="788322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0" name="A1_bar_Cryo_13033">
            <a:extLst>
              <a:ext uri="{FF2B5EF4-FFF2-40B4-BE49-F238E27FC236}">
                <a16:creationId xmlns:a16="http://schemas.microsoft.com/office/drawing/2014/main" id="{448002D6-593C-4DEF-8A76-40AA612A28CB}"/>
              </a:ext>
            </a:extLst>
          </p:cNvPr>
          <p:cNvSpPr>
            <a:spLocks noGrp="1"/>
          </p:cNvSpPr>
          <p:nvPr/>
        </p:nvSpPr>
        <p:spPr>
          <a:xfrm>
            <a:off x="7760482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1" name="A1_bar_Cryo_13034">
            <a:extLst>
              <a:ext uri="{FF2B5EF4-FFF2-40B4-BE49-F238E27FC236}">
                <a16:creationId xmlns:a16="http://schemas.microsoft.com/office/drawing/2014/main" id="{4B430B70-7F94-4207-9FA9-23F5AB62DC2C}"/>
              </a:ext>
            </a:extLst>
          </p:cNvPr>
          <p:cNvSpPr>
            <a:spLocks noGrp="1"/>
          </p:cNvSpPr>
          <p:nvPr/>
        </p:nvSpPr>
        <p:spPr>
          <a:xfrm>
            <a:off x="77797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2" name="A1_bar_Cryo_13035">
            <a:extLst>
              <a:ext uri="{FF2B5EF4-FFF2-40B4-BE49-F238E27FC236}">
                <a16:creationId xmlns:a16="http://schemas.microsoft.com/office/drawing/2014/main" id="{7D3CDBAE-8621-48D7-869F-248D2E96B9B3}"/>
              </a:ext>
            </a:extLst>
          </p:cNvPr>
          <p:cNvSpPr>
            <a:spLocks noGrp="1"/>
          </p:cNvSpPr>
          <p:nvPr/>
        </p:nvSpPr>
        <p:spPr>
          <a:xfrm>
            <a:off x="79070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3" name="A1_bar_Cryo_13036">
            <a:extLst>
              <a:ext uri="{FF2B5EF4-FFF2-40B4-BE49-F238E27FC236}">
                <a16:creationId xmlns:a16="http://schemas.microsoft.com/office/drawing/2014/main" id="{C2D1EBEC-1959-4652-B964-276FC6358848}"/>
              </a:ext>
            </a:extLst>
          </p:cNvPr>
          <p:cNvSpPr>
            <a:spLocks noGrp="1"/>
          </p:cNvSpPr>
          <p:nvPr/>
        </p:nvSpPr>
        <p:spPr>
          <a:xfrm>
            <a:off x="7891996" y="5678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4" name="A1_bar_Cryo_13037">
            <a:extLst>
              <a:ext uri="{FF2B5EF4-FFF2-40B4-BE49-F238E27FC236}">
                <a16:creationId xmlns:a16="http://schemas.microsoft.com/office/drawing/2014/main" id="{72CDB8CB-5755-4889-900A-F08A90FA6282}"/>
              </a:ext>
            </a:extLst>
          </p:cNvPr>
          <p:cNvSpPr>
            <a:spLocks noGrp="1"/>
          </p:cNvSpPr>
          <p:nvPr/>
        </p:nvSpPr>
        <p:spPr>
          <a:xfrm>
            <a:off x="795105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5" name="A1_bar_Cryo_13038">
            <a:extLst>
              <a:ext uri="{FF2B5EF4-FFF2-40B4-BE49-F238E27FC236}">
                <a16:creationId xmlns:a16="http://schemas.microsoft.com/office/drawing/2014/main" id="{05F97E76-737A-42EE-8168-66346CDD60C8}"/>
              </a:ext>
            </a:extLst>
          </p:cNvPr>
          <p:cNvSpPr>
            <a:spLocks noGrp="1"/>
          </p:cNvSpPr>
          <p:nvPr/>
        </p:nvSpPr>
        <p:spPr>
          <a:xfrm>
            <a:off x="791299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6" name="A1_bar_Cryo_13039">
            <a:extLst>
              <a:ext uri="{FF2B5EF4-FFF2-40B4-BE49-F238E27FC236}">
                <a16:creationId xmlns:a16="http://schemas.microsoft.com/office/drawing/2014/main" id="{C4248CF0-29DF-42C2-B746-DE51D4FDB5AD}"/>
              </a:ext>
            </a:extLst>
          </p:cNvPr>
          <p:cNvSpPr>
            <a:spLocks noGrp="1"/>
          </p:cNvSpPr>
          <p:nvPr/>
        </p:nvSpPr>
        <p:spPr>
          <a:xfrm>
            <a:off x="7784457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7" name="A1_bar_Cryo_13040">
            <a:extLst>
              <a:ext uri="{FF2B5EF4-FFF2-40B4-BE49-F238E27FC236}">
                <a16:creationId xmlns:a16="http://schemas.microsoft.com/office/drawing/2014/main" id="{8F28D31E-D6F8-4C67-81C8-60504137C98B}"/>
              </a:ext>
            </a:extLst>
          </p:cNvPr>
          <p:cNvSpPr>
            <a:spLocks noGrp="1"/>
          </p:cNvSpPr>
          <p:nvPr/>
        </p:nvSpPr>
        <p:spPr>
          <a:xfrm>
            <a:off x="78359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8" name="A1_bar_Cryo_13041">
            <a:extLst>
              <a:ext uri="{FF2B5EF4-FFF2-40B4-BE49-F238E27FC236}">
                <a16:creationId xmlns:a16="http://schemas.microsoft.com/office/drawing/2014/main" id="{F1CEA1FE-FDE4-4F90-966C-C89F4F68FABD}"/>
              </a:ext>
            </a:extLst>
          </p:cNvPr>
          <p:cNvSpPr>
            <a:spLocks noGrp="1"/>
          </p:cNvSpPr>
          <p:nvPr/>
        </p:nvSpPr>
        <p:spPr>
          <a:xfrm>
            <a:off x="77277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9" name="A1_bar_Cryo_13042">
            <a:extLst>
              <a:ext uri="{FF2B5EF4-FFF2-40B4-BE49-F238E27FC236}">
                <a16:creationId xmlns:a16="http://schemas.microsoft.com/office/drawing/2014/main" id="{EA40AFE8-5BF4-4846-B83A-938D3C711DF3}"/>
              </a:ext>
            </a:extLst>
          </p:cNvPr>
          <p:cNvSpPr>
            <a:spLocks noGrp="1"/>
          </p:cNvSpPr>
          <p:nvPr/>
        </p:nvSpPr>
        <p:spPr>
          <a:xfrm>
            <a:off x="7820853" y="43190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0" name="A1_bar_Cryo_13043">
            <a:extLst>
              <a:ext uri="{FF2B5EF4-FFF2-40B4-BE49-F238E27FC236}">
                <a16:creationId xmlns:a16="http://schemas.microsoft.com/office/drawing/2014/main" id="{4B21DFDF-E87B-401C-8C2E-EF8CBF2DD7C2}"/>
              </a:ext>
            </a:extLst>
          </p:cNvPr>
          <p:cNvSpPr>
            <a:spLocks noGrp="1"/>
          </p:cNvSpPr>
          <p:nvPr/>
        </p:nvSpPr>
        <p:spPr>
          <a:xfrm>
            <a:off x="7725928" y="5810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1" name="A1_bar_Cryo_13044">
            <a:extLst>
              <a:ext uri="{FF2B5EF4-FFF2-40B4-BE49-F238E27FC236}">
                <a16:creationId xmlns:a16="http://schemas.microsoft.com/office/drawing/2014/main" id="{AC8DA221-B3B3-4318-A247-7885D56C6C0E}"/>
              </a:ext>
            </a:extLst>
          </p:cNvPr>
          <p:cNvSpPr>
            <a:spLocks noGrp="1"/>
          </p:cNvSpPr>
          <p:nvPr/>
        </p:nvSpPr>
        <p:spPr>
          <a:xfrm>
            <a:off x="7770485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2" name="A1_bar_Cryo_13045">
            <a:extLst>
              <a:ext uri="{FF2B5EF4-FFF2-40B4-BE49-F238E27FC236}">
                <a16:creationId xmlns:a16="http://schemas.microsoft.com/office/drawing/2014/main" id="{244A3F4E-751F-4C3B-BF61-B9692D9D2B80}"/>
              </a:ext>
            </a:extLst>
          </p:cNvPr>
          <p:cNvSpPr>
            <a:spLocks noGrp="1"/>
          </p:cNvSpPr>
          <p:nvPr/>
        </p:nvSpPr>
        <p:spPr>
          <a:xfrm>
            <a:off x="7800075" y="60229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3" name="A1_bar_Cryo_13046">
            <a:extLst>
              <a:ext uri="{FF2B5EF4-FFF2-40B4-BE49-F238E27FC236}">
                <a16:creationId xmlns:a16="http://schemas.microsoft.com/office/drawing/2014/main" id="{4D2CBD69-431A-4710-B14B-23E07F8273C9}"/>
              </a:ext>
            </a:extLst>
          </p:cNvPr>
          <p:cNvSpPr>
            <a:spLocks noGrp="1"/>
          </p:cNvSpPr>
          <p:nvPr/>
        </p:nvSpPr>
        <p:spPr>
          <a:xfrm>
            <a:off x="7906750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4" name="A1_bar_Cryo_13047">
            <a:extLst>
              <a:ext uri="{FF2B5EF4-FFF2-40B4-BE49-F238E27FC236}">
                <a16:creationId xmlns:a16="http://schemas.microsoft.com/office/drawing/2014/main" id="{8647C983-94A2-4D4A-982F-D7D362EB26CD}"/>
              </a:ext>
            </a:extLst>
          </p:cNvPr>
          <p:cNvSpPr>
            <a:spLocks noGrp="1"/>
          </p:cNvSpPr>
          <p:nvPr/>
        </p:nvSpPr>
        <p:spPr>
          <a:xfrm>
            <a:off x="779423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5" name="A1_bar_Cryo_13048">
            <a:extLst>
              <a:ext uri="{FF2B5EF4-FFF2-40B4-BE49-F238E27FC236}">
                <a16:creationId xmlns:a16="http://schemas.microsoft.com/office/drawing/2014/main" id="{1EEC3C84-5FC7-4094-A61D-51DDF37CB8EE}"/>
              </a:ext>
            </a:extLst>
          </p:cNvPr>
          <p:cNvSpPr>
            <a:spLocks noGrp="1"/>
          </p:cNvSpPr>
          <p:nvPr/>
        </p:nvSpPr>
        <p:spPr>
          <a:xfrm>
            <a:off x="7831032" y="60526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6" name="A1_bar_Cryo_13049">
            <a:extLst>
              <a:ext uri="{FF2B5EF4-FFF2-40B4-BE49-F238E27FC236}">
                <a16:creationId xmlns:a16="http://schemas.microsoft.com/office/drawing/2014/main" id="{C68DD6CC-CCFE-48F2-A73C-1E82236D90EA}"/>
              </a:ext>
            </a:extLst>
          </p:cNvPr>
          <p:cNvSpPr>
            <a:spLocks noGrp="1"/>
          </p:cNvSpPr>
          <p:nvPr/>
        </p:nvSpPr>
        <p:spPr>
          <a:xfrm>
            <a:off x="779048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7" name="A1_bar_Cryo_13050">
            <a:extLst>
              <a:ext uri="{FF2B5EF4-FFF2-40B4-BE49-F238E27FC236}">
                <a16:creationId xmlns:a16="http://schemas.microsoft.com/office/drawing/2014/main" id="{B5EA8C92-9F56-42D7-88BE-E4268036A790}"/>
              </a:ext>
            </a:extLst>
          </p:cNvPr>
          <p:cNvSpPr>
            <a:spLocks noGrp="1"/>
          </p:cNvSpPr>
          <p:nvPr/>
        </p:nvSpPr>
        <p:spPr>
          <a:xfrm>
            <a:off x="7866742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8" name="A1_bar_Cryo_13051">
            <a:extLst>
              <a:ext uri="{FF2B5EF4-FFF2-40B4-BE49-F238E27FC236}">
                <a16:creationId xmlns:a16="http://schemas.microsoft.com/office/drawing/2014/main" id="{A39CC418-8D84-437C-98AB-1EE350EA5E36}"/>
              </a:ext>
            </a:extLst>
          </p:cNvPr>
          <p:cNvSpPr>
            <a:spLocks noGrp="1"/>
          </p:cNvSpPr>
          <p:nvPr/>
        </p:nvSpPr>
        <p:spPr>
          <a:xfrm>
            <a:off x="778973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9" name="A1_bar_Cryo_13052">
            <a:extLst>
              <a:ext uri="{FF2B5EF4-FFF2-40B4-BE49-F238E27FC236}">
                <a16:creationId xmlns:a16="http://schemas.microsoft.com/office/drawing/2014/main" id="{C516752A-95F7-4483-8FF9-DF0F5526FD11}"/>
              </a:ext>
            </a:extLst>
          </p:cNvPr>
          <p:cNvSpPr>
            <a:spLocks noGrp="1"/>
          </p:cNvSpPr>
          <p:nvPr/>
        </p:nvSpPr>
        <p:spPr>
          <a:xfrm>
            <a:off x="786321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0" name="A1_bar_Cryo_13053">
            <a:extLst>
              <a:ext uri="{FF2B5EF4-FFF2-40B4-BE49-F238E27FC236}">
                <a16:creationId xmlns:a16="http://schemas.microsoft.com/office/drawing/2014/main" id="{9D1E9C60-6841-4657-8B2E-267F0CD3F650}"/>
              </a:ext>
            </a:extLst>
          </p:cNvPr>
          <p:cNvSpPr>
            <a:spLocks noGrp="1"/>
          </p:cNvSpPr>
          <p:nvPr/>
        </p:nvSpPr>
        <p:spPr>
          <a:xfrm>
            <a:off x="783714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1" name="A1_bar_Cryo_13054">
            <a:extLst>
              <a:ext uri="{FF2B5EF4-FFF2-40B4-BE49-F238E27FC236}">
                <a16:creationId xmlns:a16="http://schemas.microsoft.com/office/drawing/2014/main" id="{FD82E5EF-A58C-48E5-81E2-C06C10645CD0}"/>
              </a:ext>
            </a:extLst>
          </p:cNvPr>
          <p:cNvSpPr>
            <a:spLocks noGrp="1"/>
          </p:cNvSpPr>
          <p:nvPr/>
        </p:nvSpPr>
        <p:spPr>
          <a:xfrm>
            <a:off x="78807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2" name="A1_bar_Cryo_13055">
            <a:extLst>
              <a:ext uri="{FF2B5EF4-FFF2-40B4-BE49-F238E27FC236}">
                <a16:creationId xmlns:a16="http://schemas.microsoft.com/office/drawing/2014/main" id="{3D71265A-8FE7-4EBF-BBD0-5E403F4AE2EC}"/>
              </a:ext>
            </a:extLst>
          </p:cNvPr>
          <p:cNvSpPr>
            <a:spLocks noGrp="1"/>
          </p:cNvSpPr>
          <p:nvPr/>
        </p:nvSpPr>
        <p:spPr>
          <a:xfrm>
            <a:off x="7764314" y="491134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3" name="A1_bar_Cryo_13056">
            <a:extLst>
              <a:ext uri="{FF2B5EF4-FFF2-40B4-BE49-F238E27FC236}">
                <a16:creationId xmlns:a16="http://schemas.microsoft.com/office/drawing/2014/main" id="{64C701F7-38BB-4595-B113-4BAE398EC454}"/>
              </a:ext>
            </a:extLst>
          </p:cNvPr>
          <p:cNvSpPr>
            <a:spLocks noGrp="1"/>
          </p:cNvSpPr>
          <p:nvPr/>
        </p:nvSpPr>
        <p:spPr>
          <a:xfrm>
            <a:off x="7902337" y="49791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4" name="A1_bar_Cryo_13057">
            <a:extLst>
              <a:ext uri="{FF2B5EF4-FFF2-40B4-BE49-F238E27FC236}">
                <a16:creationId xmlns:a16="http://schemas.microsoft.com/office/drawing/2014/main" id="{4D054293-9FE2-4C75-9255-4D6456475227}"/>
              </a:ext>
            </a:extLst>
          </p:cNvPr>
          <p:cNvSpPr>
            <a:spLocks noGrp="1"/>
          </p:cNvSpPr>
          <p:nvPr/>
        </p:nvSpPr>
        <p:spPr>
          <a:xfrm>
            <a:off x="777968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5" name="A1_bar_Cryo_13058">
            <a:extLst>
              <a:ext uri="{FF2B5EF4-FFF2-40B4-BE49-F238E27FC236}">
                <a16:creationId xmlns:a16="http://schemas.microsoft.com/office/drawing/2014/main" id="{DD043DD3-691B-47AC-8D7C-68284D9344A3}"/>
              </a:ext>
            </a:extLst>
          </p:cNvPr>
          <p:cNvSpPr>
            <a:spLocks noGrp="1"/>
          </p:cNvSpPr>
          <p:nvPr/>
        </p:nvSpPr>
        <p:spPr>
          <a:xfrm>
            <a:off x="7820003" y="43887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6" name="A1_bar_Cryo_13059">
            <a:extLst>
              <a:ext uri="{FF2B5EF4-FFF2-40B4-BE49-F238E27FC236}">
                <a16:creationId xmlns:a16="http://schemas.microsoft.com/office/drawing/2014/main" id="{BA4AA7D6-226F-40AA-BF1B-DE8976BE5463}"/>
              </a:ext>
            </a:extLst>
          </p:cNvPr>
          <p:cNvSpPr>
            <a:spLocks noGrp="1"/>
          </p:cNvSpPr>
          <p:nvPr/>
        </p:nvSpPr>
        <p:spPr>
          <a:xfrm>
            <a:off x="7733858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7" name="A1_bar_Cryo_13060">
            <a:extLst>
              <a:ext uri="{FF2B5EF4-FFF2-40B4-BE49-F238E27FC236}">
                <a16:creationId xmlns:a16="http://schemas.microsoft.com/office/drawing/2014/main" id="{1D04DEF1-84C9-4ACF-B78B-1CA4386D0923}"/>
              </a:ext>
            </a:extLst>
          </p:cNvPr>
          <p:cNvSpPr>
            <a:spLocks noGrp="1"/>
          </p:cNvSpPr>
          <p:nvPr/>
        </p:nvSpPr>
        <p:spPr>
          <a:xfrm>
            <a:off x="775210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8" name="A1_bar_Cryo_13061">
            <a:extLst>
              <a:ext uri="{FF2B5EF4-FFF2-40B4-BE49-F238E27FC236}">
                <a16:creationId xmlns:a16="http://schemas.microsoft.com/office/drawing/2014/main" id="{B8C0A811-167F-4D77-A73F-E8DE6283FA45}"/>
              </a:ext>
            </a:extLst>
          </p:cNvPr>
          <p:cNvSpPr>
            <a:spLocks noGrp="1"/>
          </p:cNvSpPr>
          <p:nvPr/>
        </p:nvSpPr>
        <p:spPr>
          <a:xfrm>
            <a:off x="7744580" y="49962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9" name="A1_bar_Cryo_13062">
            <a:extLst>
              <a:ext uri="{FF2B5EF4-FFF2-40B4-BE49-F238E27FC236}">
                <a16:creationId xmlns:a16="http://schemas.microsoft.com/office/drawing/2014/main" id="{15A03053-DCC4-49E1-9481-0F42ED9C7306}"/>
              </a:ext>
            </a:extLst>
          </p:cNvPr>
          <p:cNvSpPr>
            <a:spLocks noGrp="1"/>
          </p:cNvSpPr>
          <p:nvPr/>
        </p:nvSpPr>
        <p:spPr>
          <a:xfrm>
            <a:off x="772489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0" name="A1_bar_Cryo_13063">
            <a:extLst>
              <a:ext uri="{FF2B5EF4-FFF2-40B4-BE49-F238E27FC236}">
                <a16:creationId xmlns:a16="http://schemas.microsoft.com/office/drawing/2014/main" id="{8D04945B-A99C-4905-AFD8-4C788C8AA0D5}"/>
              </a:ext>
            </a:extLst>
          </p:cNvPr>
          <p:cNvSpPr>
            <a:spLocks noGrp="1"/>
          </p:cNvSpPr>
          <p:nvPr/>
        </p:nvSpPr>
        <p:spPr>
          <a:xfrm>
            <a:off x="7726977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1" name="A1_bar_Cryo_13064">
            <a:extLst>
              <a:ext uri="{FF2B5EF4-FFF2-40B4-BE49-F238E27FC236}">
                <a16:creationId xmlns:a16="http://schemas.microsoft.com/office/drawing/2014/main" id="{A6BD7E3C-4804-4A4B-A117-092EFC5615D9}"/>
              </a:ext>
            </a:extLst>
          </p:cNvPr>
          <p:cNvSpPr>
            <a:spLocks noGrp="1"/>
          </p:cNvSpPr>
          <p:nvPr/>
        </p:nvSpPr>
        <p:spPr>
          <a:xfrm>
            <a:off x="772531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2" name="A1_bar_Cryo_13065">
            <a:extLst>
              <a:ext uri="{FF2B5EF4-FFF2-40B4-BE49-F238E27FC236}">
                <a16:creationId xmlns:a16="http://schemas.microsoft.com/office/drawing/2014/main" id="{27ADED50-85CB-4787-B144-40751A456FCE}"/>
              </a:ext>
            </a:extLst>
          </p:cNvPr>
          <p:cNvSpPr>
            <a:spLocks noGrp="1"/>
          </p:cNvSpPr>
          <p:nvPr/>
        </p:nvSpPr>
        <p:spPr>
          <a:xfrm>
            <a:off x="777857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3" name="A1_bar_Cryo_13066">
            <a:extLst>
              <a:ext uri="{FF2B5EF4-FFF2-40B4-BE49-F238E27FC236}">
                <a16:creationId xmlns:a16="http://schemas.microsoft.com/office/drawing/2014/main" id="{9BA4A785-69F9-4B88-9FEE-A19835D6D73C}"/>
              </a:ext>
            </a:extLst>
          </p:cNvPr>
          <p:cNvSpPr>
            <a:spLocks noGrp="1"/>
          </p:cNvSpPr>
          <p:nvPr/>
        </p:nvSpPr>
        <p:spPr>
          <a:xfrm>
            <a:off x="782950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4" name="A1_bar_Cryo_13067">
            <a:extLst>
              <a:ext uri="{FF2B5EF4-FFF2-40B4-BE49-F238E27FC236}">
                <a16:creationId xmlns:a16="http://schemas.microsoft.com/office/drawing/2014/main" id="{2B17F178-9F1D-4B71-BB28-65C699609D1E}"/>
              </a:ext>
            </a:extLst>
          </p:cNvPr>
          <p:cNvSpPr>
            <a:spLocks noGrp="1"/>
          </p:cNvSpPr>
          <p:nvPr/>
        </p:nvSpPr>
        <p:spPr>
          <a:xfrm>
            <a:off x="7752915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5" name="A1_bar_Cryo_13068">
            <a:extLst>
              <a:ext uri="{FF2B5EF4-FFF2-40B4-BE49-F238E27FC236}">
                <a16:creationId xmlns:a16="http://schemas.microsoft.com/office/drawing/2014/main" id="{57689EE2-4114-4620-816A-4C0CD016D9E1}"/>
              </a:ext>
            </a:extLst>
          </p:cNvPr>
          <p:cNvSpPr>
            <a:spLocks noGrp="1"/>
          </p:cNvSpPr>
          <p:nvPr/>
        </p:nvSpPr>
        <p:spPr>
          <a:xfrm>
            <a:off x="785714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6" name="A1_bar_Cryo_13069">
            <a:extLst>
              <a:ext uri="{FF2B5EF4-FFF2-40B4-BE49-F238E27FC236}">
                <a16:creationId xmlns:a16="http://schemas.microsoft.com/office/drawing/2014/main" id="{BFE44EE1-287E-41A3-8CFD-54133133AE05}"/>
              </a:ext>
            </a:extLst>
          </p:cNvPr>
          <p:cNvSpPr>
            <a:spLocks noGrp="1"/>
          </p:cNvSpPr>
          <p:nvPr/>
        </p:nvSpPr>
        <p:spPr>
          <a:xfrm>
            <a:off x="7829698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7" name="A1_bar_Cryo_13070">
            <a:extLst>
              <a:ext uri="{FF2B5EF4-FFF2-40B4-BE49-F238E27FC236}">
                <a16:creationId xmlns:a16="http://schemas.microsoft.com/office/drawing/2014/main" id="{0097B1D1-6B87-4176-9743-D986380986F6}"/>
              </a:ext>
            </a:extLst>
          </p:cNvPr>
          <p:cNvSpPr>
            <a:spLocks noGrp="1"/>
          </p:cNvSpPr>
          <p:nvPr/>
        </p:nvSpPr>
        <p:spPr>
          <a:xfrm>
            <a:off x="779051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8" name="A1_bar_Cryo_13071">
            <a:extLst>
              <a:ext uri="{FF2B5EF4-FFF2-40B4-BE49-F238E27FC236}">
                <a16:creationId xmlns:a16="http://schemas.microsoft.com/office/drawing/2014/main" id="{4B7CB4A4-C6CB-4252-93EB-BDB882F4D777}"/>
              </a:ext>
            </a:extLst>
          </p:cNvPr>
          <p:cNvSpPr>
            <a:spLocks noGrp="1"/>
          </p:cNvSpPr>
          <p:nvPr/>
        </p:nvSpPr>
        <p:spPr>
          <a:xfrm>
            <a:off x="781283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9" name="A1_bar_Cryo_13072">
            <a:extLst>
              <a:ext uri="{FF2B5EF4-FFF2-40B4-BE49-F238E27FC236}">
                <a16:creationId xmlns:a16="http://schemas.microsoft.com/office/drawing/2014/main" id="{B9B1C0B2-2E09-4DAC-8764-3737E91620EF}"/>
              </a:ext>
            </a:extLst>
          </p:cNvPr>
          <p:cNvSpPr>
            <a:spLocks noGrp="1"/>
          </p:cNvSpPr>
          <p:nvPr/>
        </p:nvSpPr>
        <p:spPr>
          <a:xfrm>
            <a:off x="7913903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0" name="A1_bar_Cryo_13073">
            <a:extLst>
              <a:ext uri="{FF2B5EF4-FFF2-40B4-BE49-F238E27FC236}">
                <a16:creationId xmlns:a16="http://schemas.microsoft.com/office/drawing/2014/main" id="{4EB6AC3D-2FE7-41CD-96BD-D3A5FEAB4C70}"/>
              </a:ext>
            </a:extLst>
          </p:cNvPr>
          <p:cNvSpPr>
            <a:spLocks noGrp="1"/>
          </p:cNvSpPr>
          <p:nvPr/>
        </p:nvSpPr>
        <p:spPr>
          <a:xfrm>
            <a:off x="787797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1" name="A1_bar_Cryo_13074">
            <a:extLst>
              <a:ext uri="{FF2B5EF4-FFF2-40B4-BE49-F238E27FC236}">
                <a16:creationId xmlns:a16="http://schemas.microsoft.com/office/drawing/2014/main" id="{7D92BEFF-D9F0-4DA5-AAE1-DDA5DB183ECF}"/>
              </a:ext>
            </a:extLst>
          </p:cNvPr>
          <p:cNvSpPr>
            <a:spLocks noGrp="1"/>
          </p:cNvSpPr>
          <p:nvPr/>
        </p:nvSpPr>
        <p:spPr>
          <a:xfrm>
            <a:off x="775075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2" name="A1_bar_Cryo_13075">
            <a:extLst>
              <a:ext uri="{FF2B5EF4-FFF2-40B4-BE49-F238E27FC236}">
                <a16:creationId xmlns:a16="http://schemas.microsoft.com/office/drawing/2014/main" id="{677F7F79-12F4-43AB-A262-713911C7A742}"/>
              </a:ext>
            </a:extLst>
          </p:cNvPr>
          <p:cNvSpPr>
            <a:spLocks noGrp="1"/>
          </p:cNvSpPr>
          <p:nvPr/>
        </p:nvSpPr>
        <p:spPr>
          <a:xfrm>
            <a:off x="7737383" y="58784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3" name="A1_bar_Cryo_13076">
            <a:extLst>
              <a:ext uri="{FF2B5EF4-FFF2-40B4-BE49-F238E27FC236}">
                <a16:creationId xmlns:a16="http://schemas.microsoft.com/office/drawing/2014/main" id="{C8ED2D75-1D78-4D3B-AE3C-0FB92D5B4E1B}"/>
              </a:ext>
            </a:extLst>
          </p:cNvPr>
          <p:cNvSpPr>
            <a:spLocks noGrp="1"/>
          </p:cNvSpPr>
          <p:nvPr/>
        </p:nvSpPr>
        <p:spPr>
          <a:xfrm>
            <a:off x="7882672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4" name="A1_bar_Cryo_13077">
            <a:extLst>
              <a:ext uri="{FF2B5EF4-FFF2-40B4-BE49-F238E27FC236}">
                <a16:creationId xmlns:a16="http://schemas.microsoft.com/office/drawing/2014/main" id="{21F052C0-C4D4-45C7-9F5E-940842560D72}"/>
              </a:ext>
            </a:extLst>
          </p:cNvPr>
          <p:cNvSpPr>
            <a:spLocks noGrp="1"/>
          </p:cNvSpPr>
          <p:nvPr/>
        </p:nvSpPr>
        <p:spPr>
          <a:xfrm>
            <a:off x="773308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5" name="A1_bar_Cryo_13078">
            <a:extLst>
              <a:ext uri="{FF2B5EF4-FFF2-40B4-BE49-F238E27FC236}">
                <a16:creationId xmlns:a16="http://schemas.microsoft.com/office/drawing/2014/main" id="{B13C2343-EC0D-43EB-8064-5D5926728E5F}"/>
              </a:ext>
            </a:extLst>
          </p:cNvPr>
          <p:cNvSpPr>
            <a:spLocks noGrp="1"/>
          </p:cNvSpPr>
          <p:nvPr/>
        </p:nvSpPr>
        <p:spPr>
          <a:xfrm>
            <a:off x="77254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6" name="A1_bar_Cryo_13079">
            <a:extLst>
              <a:ext uri="{FF2B5EF4-FFF2-40B4-BE49-F238E27FC236}">
                <a16:creationId xmlns:a16="http://schemas.microsoft.com/office/drawing/2014/main" id="{5A26AD43-195A-4279-804A-26C4989971E7}"/>
              </a:ext>
            </a:extLst>
          </p:cNvPr>
          <p:cNvSpPr>
            <a:spLocks noGrp="1"/>
          </p:cNvSpPr>
          <p:nvPr/>
        </p:nvSpPr>
        <p:spPr>
          <a:xfrm>
            <a:off x="7811943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7" name="A1_bar_Cryo_13080">
            <a:extLst>
              <a:ext uri="{FF2B5EF4-FFF2-40B4-BE49-F238E27FC236}">
                <a16:creationId xmlns:a16="http://schemas.microsoft.com/office/drawing/2014/main" id="{33023AE3-EA63-4807-A2E2-1441C9252E52}"/>
              </a:ext>
            </a:extLst>
          </p:cNvPr>
          <p:cNvSpPr>
            <a:spLocks noGrp="1"/>
          </p:cNvSpPr>
          <p:nvPr/>
        </p:nvSpPr>
        <p:spPr>
          <a:xfrm>
            <a:off x="787429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8" name="A1_bar_Cryo_13081">
            <a:extLst>
              <a:ext uri="{FF2B5EF4-FFF2-40B4-BE49-F238E27FC236}">
                <a16:creationId xmlns:a16="http://schemas.microsoft.com/office/drawing/2014/main" id="{4A7E2A73-4345-4A3E-97C6-F59260A1D700}"/>
              </a:ext>
            </a:extLst>
          </p:cNvPr>
          <p:cNvSpPr>
            <a:spLocks noGrp="1"/>
          </p:cNvSpPr>
          <p:nvPr/>
        </p:nvSpPr>
        <p:spPr>
          <a:xfrm>
            <a:off x="7819271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9" name="A1_bar_Cryo_13082">
            <a:extLst>
              <a:ext uri="{FF2B5EF4-FFF2-40B4-BE49-F238E27FC236}">
                <a16:creationId xmlns:a16="http://schemas.microsoft.com/office/drawing/2014/main" id="{81A240FA-F075-4F4B-98EC-ABE0F0C2029A}"/>
              </a:ext>
            </a:extLst>
          </p:cNvPr>
          <p:cNvSpPr>
            <a:spLocks noGrp="1"/>
          </p:cNvSpPr>
          <p:nvPr/>
        </p:nvSpPr>
        <p:spPr>
          <a:xfrm>
            <a:off x="782176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0" name="A1_bar_Cryo_13083">
            <a:extLst>
              <a:ext uri="{FF2B5EF4-FFF2-40B4-BE49-F238E27FC236}">
                <a16:creationId xmlns:a16="http://schemas.microsoft.com/office/drawing/2014/main" id="{587723EF-70A4-4F2F-8E55-AB4974CC73D4}"/>
              </a:ext>
            </a:extLst>
          </p:cNvPr>
          <p:cNvSpPr>
            <a:spLocks noGrp="1"/>
          </p:cNvSpPr>
          <p:nvPr/>
        </p:nvSpPr>
        <p:spPr>
          <a:xfrm>
            <a:off x="7909324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1" name="A1_bar_Cryo_13084">
            <a:extLst>
              <a:ext uri="{FF2B5EF4-FFF2-40B4-BE49-F238E27FC236}">
                <a16:creationId xmlns:a16="http://schemas.microsoft.com/office/drawing/2014/main" id="{74EE33BA-CC3B-433F-9408-3CAE4235C80A}"/>
              </a:ext>
            </a:extLst>
          </p:cNvPr>
          <p:cNvSpPr>
            <a:spLocks noGrp="1"/>
          </p:cNvSpPr>
          <p:nvPr/>
        </p:nvSpPr>
        <p:spPr>
          <a:xfrm>
            <a:off x="777531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2" name="A1_bar_Cryo_13085">
            <a:extLst>
              <a:ext uri="{FF2B5EF4-FFF2-40B4-BE49-F238E27FC236}">
                <a16:creationId xmlns:a16="http://schemas.microsoft.com/office/drawing/2014/main" id="{94481689-AD8F-403B-B2B7-1342F14121EB}"/>
              </a:ext>
            </a:extLst>
          </p:cNvPr>
          <p:cNvSpPr>
            <a:spLocks noGrp="1"/>
          </p:cNvSpPr>
          <p:nvPr/>
        </p:nvSpPr>
        <p:spPr>
          <a:xfrm>
            <a:off x="784471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3" name="A1_bar_Cryo_13086">
            <a:extLst>
              <a:ext uri="{FF2B5EF4-FFF2-40B4-BE49-F238E27FC236}">
                <a16:creationId xmlns:a16="http://schemas.microsoft.com/office/drawing/2014/main" id="{664CB745-CE39-423A-89EF-E4BB8724E407}"/>
              </a:ext>
            </a:extLst>
          </p:cNvPr>
          <p:cNvSpPr>
            <a:spLocks noGrp="1"/>
          </p:cNvSpPr>
          <p:nvPr/>
        </p:nvSpPr>
        <p:spPr>
          <a:xfrm>
            <a:off x="773300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4" name="A1_bar_Cryo_13087">
            <a:extLst>
              <a:ext uri="{FF2B5EF4-FFF2-40B4-BE49-F238E27FC236}">
                <a16:creationId xmlns:a16="http://schemas.microsoft.com/office/drawing/2014/main" id="{F0635652-8D26-4197-AD99-101D5AA50C0A}"/>
              </a:ext>
            </a:extLst>
          </p:cNvPr>
          <p:cNvSpPr>
            <a:spLocks noGrp="1"/>
          </p:cNvSpPr>
          <p:nvPr/>
        </p:nvSpPr>
        <p:spPr>
          <a:xfrm>
            <a:off x="784419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5" name="A1_bar_Cryo_13088">
            <a:extLst>
              <a:ext uri="{FF2B5EF4-FFF2-40B4-BE49-F238E27FC236}">
                <a16:creationId xmlns:a16="http://schemas.microsoft.com/office/drawing/2014/main" id="{EACE3D6C-AB3F-438F-BFC5-4CC94D51D215}"/>
              </a:ext>
            </a:extLst>
          </p:cNvPr>
          <p:cNvSpPr>
            <a:spLocks noGrp="1"/>
          </p:cNvSpPr>
          <p:nvPr/>
        </p:nvSpPr>
        <p:spPr>
          <a:xfrm>
            <a:off x="772157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6" name="A1_bar_Cryo_13089">
            <a:extLst>
              <a:ext uri="{FF2B5EF4-FFF2-40B4-BE49-F238E27FC236}">
                <a16:creationId xmlns:a16="http://schemas.microsoft.com/office/drawing/2014/main" id="{418C303A-77D5-46D8-A90E-C40EBD07B75B}"/>
              </a:ext>
            </a:extLst>
          </p:cNvPr>
          <p:cNvSpPr>
            <a:spLocks noGrp="1"/>
          </p:cNvSpPr>
          <p:nvPr/>
        </p:nvSpPr>
        <p:spPr>
          <a:xfrm>
            <a:off x="7759613" y="55778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7" name="A1_bar_Cryo_13090">
            <a:extLst>
              <a:ext uri="{FF2B5EF4-FFF2-40B4-BE49-F238E27FC236}">
                <a16:creationId xmlns:a16="http://schemas.microsoft.com/office/drawing/2014/main" id="{31A1256B-4E47-44F7-AF27-0D60753E9AEB}"/>
              </a:ext>
            </a:extLst>
          </p:cNvPr>
          <p:cNvSpPr>
            <a:spLocks noGrp="1"/>
          </p:cNvSpPr>
          <p:nvPr/>
        </p:nvSpPr>
        <p:spPr>
          <a:xfrm>
            <a:off x="7831790" y="48563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8" name="A1_bar_Cryo_13091">
            <a:extLst>
              <a:ext uri="{FF2B5EF4-FFF2-40B4-BE49-F238E27FC236}">
                <a16:creationId xmlns:a16="http://schemas.microsoft.com/office/drawing/2014/main" id="{2093238A-6FE5-4774-A1FB-98557D4F1CA3}"/>
              </a:ext>
            </a:extLst>
          </p:cNvPr>
          <p:cNvSpPr>
            <a:spLocks noGrp="1"/>
          </p:cNvSpPr>
          <p:nvPr/>
        </p:nvSpPr>
        <p:spPr>
          <a:xfrm>
            <a:off x="770588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9" name="A1_bar_Cryo_13092">
            <a:extLst>
              <a:ext uri="{FF2B5EF4-FFF2-40B4-BE49-F238E27FC236}">
                <a16:creationId xmlns:a16="http://schemas.microsoft.com/office/drawing/2014/main" id="{15E73984-EEB6-49EB-B208-EA6AC1E034B6}"/>
              </a:ext>
            </a:extLst>
          </p:cNvPr>
          <p:cNvSpPr>
            <a:spLocks noGrp="1"/>
          </p:cNvSpPr>
          <p:nvPr/>
        </p:nvSpPr>
        <p:spPr>
          <a:xfrm>
            <a:off x="782640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0" name="A1_bar_Cryo_13093">
            <a:extLst>
              <a:ext uri="{FF2B5EF4-FFF2-40B4-BE49-F238E27FC236}">
                <a16:creationId xmlns:a16="http://schemas.microsoft.com/office/drawing/2014/main" id="{4C01099F-739B-4249-B1AD-F00D5D247BF1}"/>
              </a:ext>
            </a:extLst>
          </p:cNvPr>
          <p:cNvSpPr>
            <a:spLocks noGrp="1"/>
          </p:cNvSpPr>
          <p:nvPr/>
        </p:nvSpPr>
        <p:spPr>
          <a:xfrm>
            <a:off x="790889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1" name="A1_bar_Cryo_13094">
            <a:extLst>
              <a:ext uri="{FF2B5EF4-FFF2-40B4-BE49-F238E27FC236}">
                <a16:creationId xmlns:a16="http://schemas.microsoft.com/office/drawing/2014/main" id="{5F8DDD20-30C6-4ECB-BB87-CFD5D136896F}"/>
              </a:ext>
            </a:extLst>
          </p:cNvPr>
          <p:cNvSpPr>
            <a:spLocks noGrp="1"/>
          </p:cNvSpPr>
          <p:nvPr/>
        </p:nvSpPr>
        <p:spPr>
          <a:xfrm>
            <a:off x="776230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2" name="A1_bar_Cryo_13095">
            <a:extLst>
              <a:ext uri="{FF2B5EF4-FFF2-40B4-BE49-F238E27FC236}">
                <a16:creationId xmlns:a16="http://schemas.microsoft.com/office/drawing/2014/main" id="{BF98686F-BC66-4E0D-871B-9F96E1DEB5F1}"/>
              </a:ext>
            </a:extLst>
          </p:cNvPr>
          <p:cNvSpPr>
            <a:spLocks noGrp="1"/>
          </p:cNvSpPr>
          <p:nvPr/>
        </p:nvSpPr>
        <p:spPr>
          <a:xfrm>
            <a:off x="7772617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3" name="A1_bar_Cryo_13096">
            <a:extLst>
              <a:ext uri="{FF2B5EF4-FFF2-40B4-BE49-F238E27FC236}">
                <a16:creationId xmlns:a16="http://schemas.microsoft.com/office/drawing/2014/main" id="{42DA2A53-4864-460E-843A-10D18AA0E48F}"/>
              </a:ext>
            </a:extLst>
          </p:cNvPr>
          <p:cNvSpPr>
            <a:spLocks noGrp="1"/>
          </p:cNvSpPr>
          <p:nvPr/>
        </p:nvSpPr>
        <p:spPr>
          <a:xfrm>
            <a:off x="787868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4" name="A1_bar_Cryo_13097">
            <a:extLst>
              <a:ext uri="{FF2B5EF4-FFF2-40B4-BE49-F238E27FC236}">
                <a16:creationId xmlns:a16="http://schemas.microsoft.com/office/drawing/2014/main" id="{DF9E09E6-3D99-4899-9713-B0D8761EEF4E}"/>
              </a:ext>
            </a:extLst>
          </p:cNvPr>
          <p:cNvSpPr>
            <a:spLocks noGrp="1"/>
          </p:cNvSpPr>
          <p:nvPr/>
        </p:nvSpPr>
        <p:spPr>
          <a:xfrm>
            <a:off x="7915848" y="52715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5" name="A1_bar_Cryo_13098">
            <a:extLst>
              <a:ext uri="{FF2B5EF4-FFF2-40B4-BE49-F238E27FC236}">
                <a16:creationId xmlns:a16="http://schemas.microsoft.com/office/drawing/2014/main" id="{EDEEDAB8-2DC2-4655-9E06-A4390D25A9A2}"/>
              </a:ext>
            </a:extLst>
          </p:cNvPr>
          <p:cNvSpPr>
            <a:spLocks noGrp="1"/>
          </p:cNvSpPr>
          <p:nvPr/>
        </p:nvSpPr>
        <p:spPr>
          <a:xfrm>
            <a:off x="7762685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6" name="A1_bar_Cryo_13099">
            <a:extLst>
              <a:ext uri="{FF2B5EF4-FFF2-40B4-BE49-F238E27FC236}">
                <a16:creationId xmlns:a16="http://schemas.microsoft.com/office/drawing/2014/main" id="{4D37CEBA-4DF0-476C-BD8B-3179EF4DB3DF}"/>
              </a:ext>
            </a:extLst>
          </p:cNvPr>
          <p:cNvSpPr>
            <a:spLocks noGrp="1"/>
          </p:cNvSpPr>
          <p:nvPr/>
        </p:nvSpPr>
        <p:spPr>
          <a:xfrm>
            <a:off x="793315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7" name="A1_bar_Cryo_13100">
            <a:extLst>
              <a:ext uri="{FF2B5EF4-FFF2-40B4-BE49-F238E27FC236}">
                <a16:creationId xmlns:a16="http://schemas.microsoft.com/office/drawing/2014/main" id="{4088D25E-BABB-4D6A-95D0-EFA767944AFE}"/>
              </a:ext>
            </a:extLst>
          </p:cNvPr>
          <p:cNvSpPr>
            <a:spLocks noGrp="1"/>
          </p:cNvSpPr>
          <p:nvPr/>
        </p:nvSpPr>
        <p:spPr>
          <a:xfrm>
            <a:off x="793736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8" name="A1_bar_Cryo_13101">
            <a:extLst>
              <a:ext uri="{FF2B5EF4-FFF2-40B4-BE49-F238E27FC236}">
                <a16:creationId xmlns:a16="http://schemas.microsoft.com/office/drawing/2014/main" id="{634B6AD1-66D2-4A4A-ABAB-B9B4A2265FF9}"/>
              </a:ext>
            </a:extLst>
          </p:cNvPr>
          <p:cNvSpPr>
            <a:spLocks noGrp="1"/>
          </p:cNvSpPr>
          <p:nvPr/>
        </p:nvSpPr>
        <p:spPr>
          <a:xfrm>
            <a:off x="787293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9" name="A1_bar_Cryo_13102">
            <a:extLst>
              <a:ext uri="{FF2B5EF4-FFF2-40B4-BE49-F238E27FC236}">
                <a16:creationId xmlns:a16="http://schemas.microsoft.com/office/drawing/2014/main" id="{20AB1F74-BE34-44D1-902F-BF03B11C7006}"/>
              </a:ext>
            </a:extLst>
          </p:cNvPr>
          <p:cNvSpPr>
            <a:spLocks noGrp="1"/>
          </p:cNvSpPr>
          <p:nvPr/>
        </p:nvSpPr>
        <p:spPr>
          <a:xfrm>
            <a:off x="7882988" y="42555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0" name="A1_bar_Cryo_13103">
            <a:extLst>
              <a:ext uri="{FF2B5EF4-FFF2-40B4-BE49-F238E27FC236}">
                <a16:creationId xmlns:a16="http://schemas.microsoft.com/office/drawing/2014/main" id="{3195E4A0-C102-45F1-8FD7-F87CB8DC38CF}"/>
              </a:ext>
            </a:extLst>
          </p:cNvPr>
          <p:cNvSpPr>
            <a:spLocks noGrp="1"/>
          </p:cNvSpPr>
          <p:nvPr/>
        </p:nvSpPr>
        <p:spPr>
          <a:xfrm>
            <a:off x="7953788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1" name="A1_bar_Cryo_13104">
            <a:extLst>
              <a:ext uri="{FF2B5EF4-FFF2-40B4-BE49-F238E27FC236}">
                <a16:creationId xmlns:a16="http://schemas.microsoft.com/office/drawing/2014/main" id="{7326AF10-3995-402F-8E22-045833D4A4D0}"/>
              </a:ext>
            </a:extLst>
          </p:cNvPr>
          <p:cNvSpPr>
            <a:spLocks noGrp="1"/>
          </p:cNvSpPr>
          <p:nvPr/>
        </p:nvSpPr>
        <p:spPr>
          <a:xfrm>
            <a:off x="788569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2" name="A1_bar_Cryo_13105">
            <a:extLst>
              <a:ext uri="{FF2B5EF4-FFF2-40B4-BE49-F238E27FC236}">
                <a16:creationId xmlns:a16="http://schemas.microsoft.com/office/drawing/2014/main" id="{2647062A-2730-48FB-8702-52FF2E44DC91}"/>
              </a:ext>
            </a:extLst>
          </p:cNvPr>
          <p:cNvSpPr>
            <a:spLocks noGrp="1"/>
          </p:cNvSpPr>
          <p:nvPr/>
        </p:nvSpPr>
        <p:spPr>
          <a:xfrm>
            <a:off x="794744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3" name="A1_bar_Cryo_13106">
            <a:extLst>
              <a:ext uri="{FF2B5EF4-FFF2-40B4-BE49-F238E27FC236}">
                <a16:creationId xmlns:a16="http://schemas.microsoft.com/office/drawing/2014/main" id="{1D277508-ECF8-4DCF-BDAF-16DC83BFDC60}"/>
              </a:ext>
            </a:extLst>
          </p:cNvPr>
          <p:cNvSpPr>
            <a:spLocks noGrp="1"/>
          </p:cNvSpPr>
          <p:nvPr/>
        </p:nvSpPr>
        <p:spPr>
          <a:xfrm>
            <a:off x="7939432" y="50897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4" name="A1_bar_Cryo_13107">
            <a:extLst>
              <a:ext uri="{FF2B5EF4-FFF2-40B4-BE49-F238E27FC236}">
                <a16:creationId xmlns:a16="http://schemas.microsoft.com/office/drawing/2014/main" id="{6EC97044-C57D-4A84-A78D-35AB9A94B0F0}"/>
              </a:ext>
            </a:extLst>
          </p:cNvPr>
          <p:cNvSpPr>
            <a:spLocks noGrp="1"/>
          </p:cNvSpPr>
          <p:nvPr/>
        </p:nvSpPr>
        <p:spPr>
          <a:xfrm>
            <a:off x="777343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5" name="A1_bar_Cryo_13108">
            <a:extLst>
              <a:ext uri="{FF2B5EF4-FFF2-40B4-BE49-F238E27FC236}">
                <a16:creationId xmlns:a16="http://schemas.microsoft.com/office/drawing/2014/main" id="{BD992C19-89B5-431C-BE3E-DDAAEE17B206}"/>
              </a:ext>
            </a:extLst>
          </p:cNvPr>
          <p:cNvSpPr>
            <a:spLocks noGrp="1"/>
          </p:cNvSpPr>
          <p:nvPr/>
        </p:nvSpPr>
        <p:spPr>
          <a:xfrm>
            <a:off x="795417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6" name="A1_bar_Cryo_13109">
            <a:extLst>
              <a:ext uri="{FF2B5EF4-FFF2-40B4-BE49-F238E27FC236}">
                <a16:creationId xmlns:a16="http://schemas.microsoft.com/office/drawing/2014/main" id="{B93ED6FD-30A8-47AD-B3C3-D79FB38A395C}"/>
              </a:ext>
            </a:extLst>
          </p:cNvPr>
          <p:cNvSpPr>
            <a:spLocks noGrp="1"/>
          </p:cNvSpPr>
          <p:nvPr/>
        </p:nvSpPr>
        <p:spPr>
          <a:xfrm>
            <a:off x="773200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7" name="A1_bar_Cryo_13110">
            <a:extLst>
              <a:ext uri="{FF2B5EF4-FFF2-40B4-BE49-F238E27FC236}">
                <a16:creationId xmlns:a16="http://schemas.microsoft.com/office/drawing/2014/main" id="{BADD76E7-1CB6-4CE3-B70D-771415AC795F}"/>
              </a:ext>
            </a:extLst>
          </p:cNvPr>
          <p:cNvSpPr>
            <a:spLocks noGrp="1"/>
          </p:cNvSpPr>
          <p:nvPr/>
        </p:nvSpPr>
        <p:spPr>
          <a:xfrm>
            <a:off x="788782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8" name="A1_bar_Cryo_13111">
            <a:extLst>
              <a:ext uri="{FF2B5EF4-FFF2-40B4-BE49-F238E27FC236}">
                <a16:creationId xmlns:a16="http://schemas.microsoft.com/office/drawing/2014/main" id="{6CA678F4-AA09-4261-BE7A-BE17CA928072}"/>
              </a:ext>
            </a:extLst>
          </p:cNvPr>
          <p:cNvSpPr>
            <a:spLocks noGrp="1"/>
          </p:cNvSpPr>
          <p:nvPr/>
        </p:nvSpPr>
        <p:spPr>
          <a:xfrm>
            <a:off x="7719883" y="50864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9" name="A1_bar_Cryo_13112">
            <a:extLst>
              <a:ext uri="{FF2B5EF4-FFF2-40B4-BE49-F238E27FC236}">
                <a16:creationId xmlns:a16="http://schemas.microsoft.com/office/drawing/2014/main" id="{F77749B0-5F9D-4570-8AC8-69C194FE2938}"/>
              </a:ext>
            </a:extLst>
          </p:cNvPr>
          <p:cNvSpPr>
            <a:spLocks noGrp="1"/>
          </p:cNvSpPr>
          <p:nvPr/>
        </p:nvSpPr>
        <p:spPr>
          <a:xfrm>
            <a:off x="791473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0" name="A1_bar_Cryo_13113">
            <a:extLst>
              <a:ext uri="{FF2B5EF4-FFF2-40B4-BE49-F238E27FC236}">
                <a16:creationId xmlns:a16="http://schemas.microsoft.com/office/drawing/2014/main" id="{B547E670-7E40-4E23-9B79-003C694F4380}"/>
              </a:ext>
            </a:extLst>
          </p:cNvPr>
          <p:cNvSpPr>
            <a:spLocks noGrp="1"/>
          </p:cNvSpPr>
          <p:nvPr/>
        </p:nvSpPr>
        <p:spPr>
          <a:xfrm>
            <a:off x="7806646" y="59503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1" name="A1_bar_Cryo_13114">
            <a:extLst>
              <a:ext uri="{FF2B5EF4-FFF2-40B4-BE49-F238E27FC236}">
                <a16:creationId xmlns:a16="http://schemas.microsoft.com/office/drawing/2014/main" id="{0B4B9172-2977-4F76-953B-CD8BE64067F1}"/>
              </a:ext>
            </a:extLst>
          </p:cNvPr>
          <p:cNvSpPr>
            <a:spLocks noGrp="1"/>
          </p:cNvSpPr>
          <p:nvPr/>
        </p:nvSpPr>
        <p:spPr>
          <a:xfrm>
            <a:off x="771128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2" name="A1_bar_Cryo_13115">
            <a:extLst>
              <a:ext uri="{FF2B5EF4-FFF2-40B4-BE49-F238E27FC236}">
                <a16:creationId xmlns:a16="http://schemas.microsoft.com/office/drawing/2014/main" id="{ECCB420D-8B7E-42DD-B214-FFE11469621A}"/>
              </a:ext>
            </a:extLst>
          </p:cNvPr>
          <p:cNvSpPr>
            <a:spLocks noGrp="1"/>
          </p:cNvSpPr>
          <p:nvPr/>
        </p:nvSpPr>
        <p:spPr>
          <a:xfrm>
            <a:off x="774964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3" name="A1_bar_Cryo_13116">
            <a:extLst>
              <a:ext uri="{FF2B5EF4-FFF2-40B4-BE49-F238E27FC236}">
                <a16:creationId xmlns:a16="http://schemas.microsoft.com/office/drawing/2014/main" id="{D673A109-538F-4CAC-97B7-770C13B047E4}"/>
              </a:ext>
            </a:extLst>
          </p:cNvPr>
          <p:cNvSpPr>
            <a:spLocks noGrp="1"/>
          </p:cNvSpPr>
          <p:nvPr/>
        </p:nvSpPr>
        <p:spPr>
          <a:xfrm>
            <a:off x="7878559" y="54858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4" name="A1_bar_Cryo_13117">
            <a:extLst>
              <a:ext uri="{FF2B5EF4-FFF2-40B4-BE49-F238E27FC236}">
                <a16:creationId xmlns:a16="http://schemas.microsoft.com/office/drawing/2014/main" id="{E5D05BCE-CBF5-4A5F-9F7C-BD603A47B9AC}"/>
              </a:ext>
            </a:extLst>
          </p:cNvPr>
          <p:cNvSpPr>
            <a:spLocks noGrp="1"/>
          </p:cNvSpPr>
          <p:nvPr/>
        </p:nvSpPr>
        <p:spPr>
          <a:xfrm>
            <a:off x="786307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5" name="A1_bar_Cryo_13118">
            <a:extLst>
              <a:ext uri="{FF2B5EF4-FFF2-40B4-BE49-F238E27FC236}">
                <a16:creationId xmlns:a16="http://schemas.microsoft.com/office/drawing/2014/main" id="{765B0FA1-158E-414E-AF43-ABFE15E7C33F}"/>
              </a:ext>
            </a:extLst>
          </p:cNvPr>
          <p:cNvSpPr>
            <a:spLocks noGrp="1"/>
          </p:cNvSpPr>
          <p:nvPr/>
        </p:nvSpPr>
        <p:spPr>
          <a:xfrm>
            <a:off x="774365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6" name="A1_bar_Cryo_13119">
            <a:extLst>
              <a:ext uri="{FF2B5EF4-FFF2-40B4-BE49-F238E27FC236}">
                <a16:creationId xmlns:a16="http://schemas.microsoft.com/office/drawing/2014/main" id="{7E71B487-FB70-48F1-AE8D-6037A0297860}"/>
              </a:ext>
            </a:extLst>
          </p:cNvPr>
          <p:cNvSpPr>
            <a:spLocks noGrp="1"/>
          </p:cNvSpPr>
          <p:nvPr/>
        </p:nvSpPr>
        <p:spPr>
          <a:xfrm>
            <a:off x="792532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7" name="A1_bar_Cryo_13120">
            <a:extLst>
              <a:ext uri="{FF2B5EF4-FFF2-40B4-BE49-F238E27FC236}">
                <a16:creationId xmlns:a16="http://schemas.microsoft.com/office/drawing/2014/main" id="{4CB8FE48-CE61-4795-AA98-2644594A83C1}"/>
              </a:ext>
            </a:extLst>
          </p:cNvPr>
          <p:cNvSpPr>
            <a:spLocks noGrp="1"/>
          </p:cNvSpPr>
          <p:nvPr/>
        </p:nvSpPr>
        <p:spPr>
          <a:xfrm>
            <a:off x="78972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8" name="A1_bar_Cryo_13121">
            <a:extLst>
              <a:ext uri="{FF2B5EF4-FFF2-40B4-BE49-F238E27FC236}">
                <a16:creationId xmlns:a16="http://schemas.microsoft.com/office/drawing/2014/main" id="{0E7B0DAC-AD02-435E-A2C2-6FAF72BB583F}"/>
              </a:ext>
            </a:extLst>
          </p:cNvPr>
          <p:cNvSpPr>
            <a:spLocks noGrp="1"/>
          </p:cNvSpPr>
          <p:nvPr/>
        </p:nvSpPr>
        <p:spPr>
          <a:xfrm>
            <a:off x="787700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9" name="A1_bar_Cryo_13122">
            <a:extLst>
              <a:ext uri="{FF2B5EF4-FFF2-40B4-BE49-F238E27FC236}">
                <a16:creationId xmlns:a16="http://schemas.microsoft.com/office/drawing/2014/main" id="{11CA62C0-2614-499C-960F-7F2C3FD2EABD}"/>
              </a:ext>
            </a:extLst>
          </p:cNvPr>
          <p:cNvSpPr>
            <a:spLocks noGrp="1"/>
          </p:cNvSpPr>
          <p:nvPr/>
        </p:nvSpPr>
        <p:spPr>
          <a:xfrm>
            <a:off x="775362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0" name="A1_bar_Cryo_13123">
            <a:extLst>
              <a:ext uri="{FF2B5EF4-FFF2-40B4-BE49-F238E27FC236}">
                <a16:creationId xmlns:a16="http://schemas.microsoft.com/office/drawing/2014/main" id="{7D49FC0E-5C8F-4A6B-A32E-032DC4A023AD}"/>
              </a:ext>
            </a:extLst>
          </p:cNvPr>
          <p:cNvSpPr>
            <a:spLocks noGrp="1"/>
          </p:cNvSpPr>
          <p:nvPr/>
        </p:nvSpPr>
        <p:spPr>
          <a:xfrm>
            <a:off x="784741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1" name="A1_bar_Cryo_13124">
            <a:extLst>
              <a:ext uri="{FF2B5EF4-FFF2-40B4-BE49-F238E27FC236}">
                <a16:creationId xmlns:a16="http://schemas.microsoft.com/office/drawing/2014/main" id="{D58A0282-FE8B-44F0-9E0B-BEAC0D9F3467}"/>
              </a:ext>
            </a:extLst>
          </p:cNvPr>
          <p:cNvSpPr>
            <a:spLocks noGrp="1"/>
          </p:cNvSpPr>
          <p:nvPr/>
        </p:nvSpPr>
        <p:spPr>
          <a:xfrm>
            <a:off x="7886380" y="60322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2" name="A1_bar_Cryo_13125">
            <a:extLst>
              <a:ext uri="{FF2B5EF4-FFF2-40B4-BE49-F238E27FC236}">
                <a16:creationId xmlns:a16="http://schemas.microsoft.com/office/drawing/2014/main" id="{83D9E691-2A78-4DCD-A210-C18BF5771585}"/>
              </a:ext>
            </a:extLst>
          </p:cNvPr>
          <p:cNvSpPr>
            <a:spLocks noGrp="1"/>
          </p:cNvSpPr>
          <p:nvPr/>
        </p:nvSpPr>
        <p:spPr>
          <a:xfrm>
            <a:off x="771189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3" name="A1_bar_Cryo_13126">
            <a:extLst>
              <a:ext uri="{FF2B5EF4-FFF2-40B4-BE49-F238E27FC236}">
                <a16:creationId xmlns:a16="http://schemas.microsoft.com/office/drawing/2014/main" id="{270453C4-EF4A-4B9C-B5B6-90FB4A4941DB}"/>
              </a:ext>
            </a:extLst>
          </p:cNvPr>
          <p:cNvSpPr>
            <a:spLocks noGrp="1"/>
          </p:cNvSpPr>
          <p:nvPr/>
        </p:nvSpPr>
        <p:spPr>
          <a:xfrm>
            <a:off x="7949708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4" name="A1_bar_Cryo_13127">
            <a:extLst>
              <a:ext uri="{FF2B5EF4-FFF2-40B4-BE49-F238E27FC236}">
                <a16:creationId xmlns:a16="http://schemas.microsoft.com/office/drawing/2014/main" id="{382249C3-8352-422A-96A3-CA2AD5CCB78C}"/>
              </a:ext>
            </a:extLst>
          </p:cNvPr>
          <p:cNvSpPr>
            <a:spLocks noGrp="1"/>
          </p:cNvSpPr>
          <p:nvPr/>
        </p:nvSpPr>
        <p:spPr>
          <a:xfrm>
            <a:off x="7774336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5" name="A1_bar_Cryo_13128">
            <a:extLst>
              <a:ext uri="{FF2B5EF4-FFF2-40B4-BE49-F238E27FC236}">
                <a16:creationId xmlns:a16="http://schemas.microsoft.com/office/drawing/2014/main" id="{0B334184-F6EF-41E5-A5C6-ECABFACE01AC}"/>
              </a:ext>
            </a:extLst>
          </p:cNvPr>
          <p:cNvSpPr>
            <a:spLocks noGrp="1"/>
          </p:cNvSpPr>
          <p:nvPr/>
        </p:nvSpPr>
        <p:spPr>
          <a:xfrm>
            <a:off x="792534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6" name="A1_bar_Cryo_13129">
            <a:extLst>
              <a:ext uri="{FF2B5EF4-FFF2-40B4-BE49-F238E27FC236}">
                <a16:creationId xmlns:a16="http://schemas.microsoft.com/office/drawing/2014/main" id="{C8642B4B-4620-4526-AE62-1ED0330B428A}"/>
              </a:ext>
            </a:extLst>
          </p:cNvPr>
          <p:cNvSpPr>
            <a:spLocks noGrp="1"/>
          </p:cNvSpPr>
          <p:nvPr/>
        </p:nvSpPr>
        <p:spPr>
          <a:xfrm>
            <a:off x="7915228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7" name="A1_bar_Cryo_13130">
            <a:extLst>
              <a:ext uri="{FF2B5EF4-FFF2-40B4-BE49-F238E27FC236}">
                <a16:creationId xmlns:a16="http://schemas.microsoft.com/office/drawing/2014/main" id="{FB260732-396D-411A-8B0E-B544041391C1}"/>
              </a:ext>
            </a:extLst>
          </p:cNvPr>
          <p:cNvSpPr>
            <a:spLocks noGrp="1"/>
          </p:cNvSpPr>
          <p:nvPr/>
        </p:nvSpPr>
        <p:spPr>
          <a:xfrm>
            <a:off x="7748190" y="48155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8" name="A1_bar_Cryo_13131">
            <a:extLst>
              <a:ext uri="{FF2B5EF4-FFF2-40B4-BE49-F238E27FC236}">
                <a16:creationId xmlns:a16="http://schemas.microsoft.com/office/drawing/2014/main" id="{F8B369C1-84EA-459E-A00E-E25E102C3AC5}"/>
              </a:ext>
            </a:extLst>
          </p:cNvPr>
          <p:cNvSpPr>
            <a:spLocks noGrp="1"/>
          </p:cNvSpPr>
          <p:nvPr/>
        </p:nvSpPr>
        <p:spPr>
          <a:xfrm>
            <a:off x="795203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9" name="A1_bar_Cryo_13132">
            <a:extLst>
              <a:ext uri="{FF2B5EF4-FFF2-40B4-BE49-F238E27FC236}">
                <a16:creationId xmlns:a16="http://schemas.microsoft.com/office/drawing/2014/main" id="{F3788F64-B062-4E21-ADAE-1BC7EFE0243C}"/>
              </a:ext>
            </a:extLst>
          </p:cNvPr>
          <p:cNvSpPr>
            <a:spLocks noGrp="1"/>
          </p:cNvSpPr>
          <p:nvPr/>
        </p:nvSpPr>
        <p:spPr>
          <a:xfrm>
            <a:off x="7890952" y="59302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0" name="A1_bar_Cryo_13133">
            <a:extLst>
              <a:ext uri="{FF2B5EF4-FFF2-40B4-BE49-F238E27FC236}">
                <a16:creationId xmlns:a16="http://schemas.microsoft.com/office/drawing/2014/main" id="{D55C0E71-BCDA-464B-A36F-875A7EEB3BC8}"/>
              </a:ext>
            </a:extLst>
          </p:cNvPr>
          <p:cNvSpPr>
            <a:spLocks noGrp="1"/>
          </p:cNvSpPr>
          <p:nvPr/>
        </p:nvSpPr>
        <p:spPr>
          <a:xfrm>
            <a:off x="780688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1" name="A1_bar_Cryo_13134">
            <a:extLst>
              <a:ext uri="{FF2B5EF4-FFF2-40B4-BE49-F238E27FC236}">
                <a16:creationId xmlns:a16="http://schemas.microsoft.com/office/drawing/2014/main" id="{B3C656D4-7D2D-4EA4-B60C-BB2C50C08DDD}"/>
              </a:ext>
            </a:extLst>
          </p:cNvPr>
          <p:cNvSpPr>
            <a:spLocks noGrp="1"/>
          </p:cNvSpPr>
          <p:nvPr/>
        </p:nvSpPr>
        <p:spPr>
          <a:xfrm>
            <a:off x="7754470" y="5625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2" name="A1_bar_Cryo_13135">
            <a:extLst>
              <a:ext uri="{FF2B5EF4-FFF2-40B4-BE49-F238E27FC236}">
                <a16:creationId xmlns:a16="http://schemas.microsoft.com/office/drawing/2014/main" id="{045A647E-7B6E-4387-8332-4218A768B1EE}"/>
              </a:ext>
            </a:extLst>
          </p:cNvPr>
          <p:cNvSpPr>
            <a:spLocks noGrp="1"/>
          </p:cNvSpPr>
          <p:nvPr/>
        </p:nvSpPr>
        <p:spPr>
          <a:xfrm>
            <a:off x="7707796" y="60768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3" name="A1_bar_Cryo_13136">
            <a:extLst>
              <a:ext uri="{FF2B5EF4-FFF2-40B4-BE49-F238E27FC236}">
                <a16:creationId xmlns:a16="http://schemas.microsoft.com/office/drawing/2014/main" id="{8642651C-4A41-4279-8E40-DDAAC107687B}"/>
              </a:ext>
            </a:extLst>
          </p:cNvPr>
          <p:cNvSpPr>
            <a:spLocks noGrp="1"/>
          </p:cNvSpPr>
          <p:nvPr/>
        </p:nvSpPr>
        <p:spPr>
          <a:xfrm>
            <a:off x="7929541" y="48728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4" name="A1_bar_Cryo_13137">
            <a:extLst>
              <a:ext uri="{FF2B5EF4-FFF2-40B4-BE49-F238E27FC236}">
                <a16:creationId xmlns:a16="http://schemas.microsoft.com/office/drawing/2014/main" id="{C588CC5E-4BB0-49B6-9902-A3FB59D7ADBD}"/>
              </a:ext>
            </a:extLst>
          </p:cNvPr>
          <p:cNvSpPr>
            <a:spLocks noGrp="1"/>
          </p:cNvSpPr>
          <p:nvPr/>
        </p:nvSpPr>
        <p:spPr>
          <a:xfrm>
            <a:off x="775658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5" name="A1_bar_Cryo_13138">
            <a:extLst>
              <a:ext uri="{FF2B5EF4-FFF2-40B4-BE49-F238E27FC236}">
                <a16:creationId xmlns:a16="http://schemas.microsoft.com/office/drawing/2014/main" id="{C6C6207A-FC47-4F44-A50F-D6D1B2309726}"/>
              </a:ext>
            </a:extLst>
          </p:cNvPr>
          <p:cNvSpPr>
            <a:spLocks noGrp="1"/>
          </p:cNvSpPr>
          <p:nvPr/>
        </p:nvSpPr>
        <p:spPr>
          <a:xfrm>
            <a:off x="7896161" y="54749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6" name="A1_bar_Cryo_13139">
            <a:extLst>
              <a:ext uri="{FF2B5EF4-FFF2-40B4-BE49-F238E27FC236}">
                <a16:creationId xmlns:a16="http://schemas.microsoft.com/office/drawing/2014/main" id="{835FF5EF-30B9-4B8D-9B89-A36F59C799C3}"/>
              </a:ext>
            </a:extLst>
          </p:cNvPr>
          <p:cNvSpPr>
            <a:spLocks noGrp="1"/>
          </p:cNvSpPr>
          <p:nvPr/>
        </p:nvSpPr>
        <p:spPr>
          <a:xfrm>
            <a:off x="787781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7" name="A1_bar_Cryo_13140">
            <a:extLst>
              <a:ext uri="{FF2B5EF4-FFF2-40B4-BE49-F238E27FC236}">
                <a16:creationId xmlns:a16="http://schemas.microsoft.com/office/drawing/2014/main" id="{30F55516-BD9F-4671-B0B0-C41BD59B609E}"/>
              </a:ext>
            </a:extLst>
          </p:cNvPr>
          <p:cNvSpPr>
            <a:spLocks noGrp="1"/>
          </p:cNvSpPr>
          <p:nvPr/>
        </p:nvSpPr>
        <p:spPr>
          <a:xfrm>
            <a:off x="789310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8" name="A1_bar_Cryo_13141">
            <a:extLst>
              <a:ext uri="{FF2B5EF4-FFF2-40B4-BE49-F238E27FC236}">
                <a16:creationId xmlns:a16="http://schemas.microsoft.com/office/drawing/2014/main" id="{AB58FA26-A7F5-482D-B687-214578262BF4}"/>
              </a:ext>
            </a:extLst>
          </p:cNvPr>
          <p:cNvSpPr>
            <a:spLocks noGrp="1"/>
          </p:cNvSpPr>
          <p:nvPr/>
        </p:nvSpPr>
        <p:spPr>
          <a:xfrm>
            <a:off x="7856871" y="3705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9" name="A1_bar_Cryo_13142">
            <a:extLst>
              <a:ext uri="{FF2B5EF4-FFF2-40B4-BE49-F238E27FC236}">
                <a16:creationId xmlns:a16="http://schemas.microsoft.com/office/drawing/2014/main" id="{7B446F99-734A-4A94-9A4B-DB362127A034}"/>
              </a:ext>
            </a:extLst>
          </p:cNvPr>
          <p:cNvSpPr>
            <a:spLocks noGrp="1"/>
          </p:cNvSpPr>
          <p:nvPr/>
        </p:nvSpPr>
        <p:spPr>
          <a:xfrm>
            <a:off x="793887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0" name="A1_bar_Cryo_13143">
            <a:extLst>
              <a:ext uri="{FF2B5EF4-FFF2-40B4-BE49-F238E27FC236}">
                <a16:creationId xmlns:a16="http://schemas.microsoft.com/office/drawing/2014/main" id="{4AC5F30D-E4F9-4C05-8F4F-D5969E7166FF}"/>
              </a:ext>
            </a:extLst>
          </p:cNvPr>
          <p:cNvSpPr>
            <a:spLocks noGrp="1"/>
          </p:cNvSpPr>
          <p:nvPr/>
        </p:nvSpPr>
        <p:spPr>
          <a:xfrm>
            <a:off x="7706669" y="58215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1" name="A1_bar_Cryo_13144">
            <a:extLst>
              <a:ext uri="{FF2B5EF4-FFF2-40B4-BE49-F238E27FC236}">
                <a16:creationId xmlns:a16="http://schemas.microsoft.com/office/drawing/2014/main" id="{A5C19014-D0FC-48C7-8E6C-7200C9090DF0}"/>
              </a:ext>
            </a:extLst>
          </p:cNvPr>
          <p:cNvSpPr>
            <a:spLocks noGrp="1"/>
          </p:cNvSpPr>
          <p:nvPr/>
        </p:nvSpPr>
        <p:spPr>
          <a:xfrm>
            <a:off x="789216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2" name="A1_bar_Cryo_13145">
            <a:extLst>
              <a:ext uri="{FF2B5EF4-FFF2-40B4-BE49-F238E27FC236}">
                <a16:creationId xmlns:a16="http://schemas.microsoft.com/office/drawing/2014/main" id="{7F6489CB-BF7A-4384-83C3-FB37A549C3ED}"/>
              </a:ext>
            </a:extLst>
          </p:cNvPr>
          <p:cNvSpPr>
            <a:spLocks noGrp="1"/>
          </p:cNvSpPr>
          <p:nvPr/>
        </p:nvSpPr>
        <p:spPr>
          <a:xfrm>
            <a:off x="7897463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3" name="A1_bar_Cryo_13146">
            <a:extLst>
              <a:ext uri="{FF2B5EF4-FFF2-40B4-BE49-F238E27FC236}">
                <a16:creationId xmlns:a16="http://schemas.microsoft.com/office/drawing/2014/main" id="{A1C5B4C0-322C-49E7-AEF7-C99AFF0385F8}"/>
              </a:ext>
            </a:extLst>
          </p:cNvPr>
          <p:cNvSpPr>
            <a:spLocks noGrp="1"/>
          </p:cNvSpPr>
          <p:nvPr/>
        </p:nvSpPr>
        <p:spPr>
          <a:xfrm>
            <a:off x="7905284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4" name="A1_bar_Cryo_13147">
            <a:extLst>
              <a:ext uri="{FF2B5EF4-FFF2-40B4-BE49-F238E27FC236}">
                <a16:creationId xmlns:a16="http://schemas.microsoft.com/office/drawing/2014/main" id="{4EDD0F38-472F-48A0-A788-A6486A304236}"/>
              </a:ext>
            </a:extLst>
          </p:cNvPr>
          <p:cNvSpPr>
            <a:spLocks noGrp="1"/>
          </p:cNvSpPr>
          <p:nvPr/>
        </p:nvSpPr>
        <p:spPr>
          <a:xfrm>
            <a:off x="7937721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5" name="A1_bar_Cryo_13148">
            <a:extLst>
              <a:ext uri="{FF2B5EF4-FFF2-40B4-BE49-F238E27FC236}">
                <a16:creationId xmlns:a16="http://schemas.microsoft.com/office/drawing/2014/main" id="{C31D714D-71E2-434F-AE6B-D5C6431EF089}"/>
              </a:ext>
            </a:extLst>
          </p:cNvPr>
          <p:cNvSpPr>
            <a:spLocks noGrp="1"/>
          </p:cNvSpPr>
          <p:nvPr/>
        </p:nvSpPr>
        <p:spPr>
          <a:xfrm>
            <a:off x="790748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6" name="A1_bar_Cryo_13149">
            <a:extLst>
              <a:ext uri="{FF2B5EF4-FFF2-40B4-BE49-F238E27FC236}">
                <a16:creationId xmlns:a16="http://schemas.microsoft.com/office/drawing/2014/main" id="{0BBB977A-9B63-4C44-BEB2-041C738F98D0}"/>
              </a:ext>
            </a:extLst>
          </p:cNvPr>
          <p:cNvSpPr>
            <a:spLocks noGrp="1"/>
          </p:cNvSpPr>
          <p:nvPr/>
        </p:nvSpPr>
        <p:spPr>
          <a:xfrm>
            <a:off x="7831382" y="5363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7" name="A1_bar_Cryo_13150">
            <a:extLst>
              <a:ext uri="{FF2B5EF4-FFF2-40B4-BE49-F238E27FC236}">
                <a16:creationId xmlns:a16="http://schemas.microsoft.com/office/drawing/2014/main" id="{4A504A8D-0F85-4BED-B187-0B1982A388F0}"/>
              </a:ext>
            </a:extLst>
          </p:cNvPr>
          <p:cNvSpPr>
            <a:spLocks noGrp="1"/>
          </p:cNvSpPr>
          <p:nvPr/>
        </p:nvSpPr>
        <p:spPr>
          <a:xfrm>
            <a:off x="779317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8" name="A1_bar_Cryo_13151">
            <a:extLst>
              <a:ext uri="{FF2B5EF4-FFF2-40B4-BE49-F238E27FC236}">
                <a16:creationId xmlns:a16="http://schemas.microsoft.com/office/drawing/2014/main" id="{C2F4044E-91C1-46E4-B075-A848BFF7280E}"/>
              </a:ext>
            </a:extLst>
          </p:cNvPr>
          <p:cNvSpPr>
            <a:spLocks noGrp="1"/>
          </p:cNvSpPr>
          <p:nvPr/>
        </p:nvSpPr>
        <p:spPr>
          <a:xfrm>
            <a:off x="785013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9" name="A1_bar_Cryo_13152">
            <a:extLst>
              <a:ext uri="{FF2B5EF4-FFF2-40B4-BE49-F238E27FC236}">
                <a16:creationId xmlns:a16="http://schemas.microsoft.com/office/drawing/2014/main" id="{B277B5C4-DE59-4827-BA10-91E4EA7409AB}"/>
              </a:ext>
            </a:extLst>
          </p:cNvPr>
          <p:cNvSpPr>
            <a:spLocks noGrp="1"/>
          </p:cNvSpPr>
          <p:nvPr/>
        </p:nvSpPr>
        <p:spPr>
          <a:xfrm>
            <a:off x="785564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0" name="A1_bar_Cryo_13153">
            <a:extLst>
              <a:ext uri="{FF2B5EF4-FFF2-40B4-BE49-F238E27FC236}">
                <a16:creationId xmlns:a16="http://schemas.microsoft.com/office/drawing/2014/main" id="{04B0A2EB-9C5F-4673-8513-F3915FA461A3}"/>
              </a:ext>
            </a:extLst>
          </p:cNvPr>
          <p:cNvSpPr>
            <a:spLocks noGrp="1"/>
          </p:cNvSpPr>
          <p:nvPr/>
        </p:nvSpPr>
        <p:spPr>
          <a:xfrm>
            <a:off x="772487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1" name="A1_bar_Cryo_13154">
            <a:extLst>
              <a:ext uri="{FF2B5EF4-FFF2-40B4-BE49-F238E27FC236}">
                <a16:creationId xmlns:a16="http://schemas.microsoft.com/office/drawing/2014/main" id="{219706EB-A328-4A1E-AFF4-98D8C3C1474E}"/>
              </a:ext>
            </a:extLst>
          </p:cNvPr>
          <p:cNvSpPr>
            <a:spLocks noGrp="1"/>
          </p:cNvSpPr>
          <p:nvPr/>
        </p:nvSpPr>
        <p:spPr>
          <a:xfrm>
            <a:off x="7894560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2" name="A1_bar_Cryo_13155">
            <a:extLst>
              <a:ext uri="{FF2B5EF4-FFF2-40B4-BE49-F238E27FC236}">
                <a16:creationId xmlns:a16="http://schemas.microsoft.com/office/drawing/2014/main" id="{E653C0AB-232A-474F-BAB9-C4D9338F5C79}"/>
              </a:ext>
            </a:extLst>
          </p:cNvPr>
          <p:cNvSpPr>
            <a:spLocks noGrp="1"/>
          </p:cNvSpPr>
          <p:nvPr/>
        </p:nvSpPr>
        <p:spPr>
          <a:xfrm>
            <a:off x="7926245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3" name="A1_bar_Cryo_13156">
            <a:extLst>
              <a:ext uri="{FF2B5EF4-FFF2-40B4-BE49-F238E27FC236}">
                <a16:creationId xmlns:a16="http://schemas.microsoft.com/office/drawing/2014/main" id="{97E27EF6-90D9-48FC-A11A-B20C44E018DB}"/>
              </a:ext>
            </a:extLst>
          </p:cNvPr>
          <p:cNvSpPr>
            <a:spLocks noGrp="1"/>
          </p:cNvSpPr>
          <p:nvPr/>
        </p:nvSpPr>
        <p:spPr>
          <a:xfrm>
            <a:off x="7719313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4" name="A1_bar_Cryo_13157">
            <a:extLst>
              <a:ext uri="{FF2B5EF4-FFF2-40B4-BE49-F238E27FC236}">
                <a16:creationId xmlns:a16="http://schemas.microsoft.com/office/drawing/2014/main" id="{69377752-5BE8-4615-8300-EDE7AC76CEF6}"/>
              </a:ext>
            </a:extLst>
          </p:cNvPr>
          <p:cNvSpPr>
            <a:spLocks noGrp="1"/>
          </p:cNvSpPr>
          <p:nvPr/>
        </p:nvSpPr>
        <p:spPr>
          <a:xfrm>
            <a:off x="772716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5" name="A1_bar_Cryo_13158">
            <a:extLst>
              <a:ext uri="{FF2B5EF4-FFF2-40B4-BE49-F238E27FC236}">
                <a16:creationId xmlns:a16="http://schemas.microsoft.com/office/drawing/2014/main" id="{4E3CC95A-6CC8-409A-B6D4-A4F9B26081AC}"/>
              </a:ext>
            </a:extLst>
          </p:cNvPr>
          <p:cNvSpPr>
            <a:spLocks noGrp="1"/>
          </p:cNvSpPr>
          <p:nvPr/>
        </p:nvSpPr>
        <p:spPr>
          <a:xfrm>
            <a:off x="7841709" y="5415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6" name="A1_bar_Cryo_13159">
            <a:extLst>
              <a:ext uri="{FF2B5EF4-FFF2-40B4-BE49-F238E27FC236}">
                <a16:creationId xmlns:a16="http://schemas.microsoft.com/office/drawing/2014/main" id="{941A6DA0-DAFF-4F46-BBC7-53B50E6C6E06}"/>
              </a:ext>
            </a:extLst>
          </p:cNvPr>
          <p:cNvSpPr>
            <a:spLocks noGrp="1"/>
          </p:cNvSpPr>
          <p:nvPr/>
        </p:nvSpPr>
        <p:spPr>
          <a:xfrm>
            <a:off x="7884531" y="54683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7" name="A1_bar_Cryo_13160">
            <a:extLst>
              <a:ext uri="{FF2B5EF4-FFF2-40B4-BE49-F238E27FC236}">
                <a16:creationId xmlns:a16="http://schemas.microsoft.com/office/drawing/2014/main" id="{68E55A46-B561-48BB-8881-D58FF0AB53B5}"/>
              </a:ext>
            </a:extLst>
          </p:cNvPr>
          <p:cNvSpPr>
            <a:spLocks noGrp="1"/>
          </p:cNvSpPr>
          <p:nvPr/>
        </p:nvSpPr>
        <p:spPr>
          <a:xfrm>
            <a:off x="771821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8" name="A1_bar_Cryo_13161">
            <a:extLst>
              <a:ext uri="{FF2B5EF4-FFF2-40B4-BE49-F238E27FC236}">
                <a16:creationId xmlns:a16="http://schemas.microsoft.com/office/drawing/2014/main" id="{7ED3942E-31AF-4700-AB39-B94DF10710D3}"/>
              </a:ext>
            </a:extLst>
          </p:cNvPr>
          <p:cNvSpPr>
            <a:spLocks noGrp="1"/>
          </p:cNvSpPr>
          <p:nvPr/>
        </p:nvSpPr>
        <p:spPr>
          <a:xfrm>
            <a:off x="7945402" y="5788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9" name="A1_bar_Cryo_13162">
            <a:extLst>
              <a:ext uri="{FF2B5EF4-FFF2-40B4-BE49-F238E27FC236}">
                <a16:creationId xmlns:a16="http://schemas.microsoft.com/office/drawing/2014/main" id="{08090A26-7852-4CCF-9650-318385488960}"/>
              </a:ext>
            </a:extLst>
          </p:cNvPr>
          <p:cNvSpPr>
            <a:spLocks noGrp="1"/>
          </p:cNvSpPr>
          <p:nvPr/>
        </p:nvSpPr>
        <p:spPr>
          <a:xfrm>
            <a:off x="776377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0" name="A1_bar_Cryo_13163">
            <a:extLst>
              <a:ext uri="{FF2B5EF4-FFF2-40B4-BE49-F238E27FC236}">
                <a16:creationId xmlns:a16="http://schemas.microsoft.com/office/drawing/2014/main" id="{5E979B38-A270-4062-B8E3-1B9D9BA99DEC}"/>
              </a:ext>
            </a:extLst>
          </p:cNvPr>
          <p:cNvSpPr>
            <a:spLocks noGrp="1"/>
          </p:cNvSpPr>
          <p:nvPr/>
        </p:nvSpPr>
        <p:spPr>
          <a:xfrm>
            <a:off x="792095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1" name="A1_bar_Cryo_13164">
            <a:extLst>
              <a:ext uri="{FF2B5EF4-FFF2-40B4-BE49-F238E27FC236}">
                <a16:creationId xmlns:a16="http://schemas.microsoft.com/office/drawing/2014/main" id="{FF869F5A-06F5-4879-B421-680BD9D5B974}"/>
              </a:ext>
            </a:extLst>
          </p:cNvPr>
          <p:cNvSpPr>
            <a:spLocks noGrp="1"/>
          </p:cNvSpPr>
          <p:nvPr/>
        </p:nvSpPr>
        <p:spPr>
          <a:xfrm>
            <a:off x="79400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2" name="A1_bar_Cryo_13165">
            <a:extLst>
              <a:ext uri="{FF2B5EF4-FFF2-40B4-BE49-F238E27FC236}">
                <a16:creationId xmlns:a16="http://schemas.microsoft.com/office/drawing/2014/main" id="{AD084A16-E754-416A-94EB-195DCB4CB0AF}"/>
              </a:ext>
            </a:extLst>
          </p:cNvPr>
          <p:cNvSpPr>
            <a:spLocks noGrp="1"/>
          </p:cNvSpPr>
          <p:nvPr/>
        </p:nvSpPr>
        <p:spPr>
          <a:xfrm>
            <a:off x="781540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3" name="A1_bar_Cryo_13166">
            <a:extLst>
              <a:ext uri="{FF2B5EF4-FFF2-40B4-BE49-F238E27FC236}">
                <a16:creationId xmlns:a16="http://schemas.microsoft.com/office/drawing/2014/main" id="{7076283B-3FCD-4DDB-87F1-3307714D6DE9}"/>
              </a:ext>
            </a:extLst>
          </p:cNvPr>
          <p:cNvSpPr>
            <a:spLocks noGrp="1"/>
          </p:cNvSpPr>
          <p:nvPr/>
        </p:nvSpPr>
        <p:spPr>
          <a:xfrm>
            <a:off x="7752639" y="58647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4" name="A1_bar_Cryo_13167">
            <a:extLst>
              <a:ext uri="{FF2B5EF4-FFF2-40B4-BE49-F238E27FC236}">
                <a16:creationId xmlns:a16="http://schemas.microsoft.com/office/drawing/2014/main" id="{80C99772-52F2-46F8-8468-1253D714610A}"/>
              </a:ext>
            </a:extLst>
          </p:cNvPr>
          <p:cNvSpPr>
            <a:spLocks noGrp="1"/>
          </p:cNvSpPr>
          <p:nvPr/>
        </p:nvSpPr>
        <p:spPr>
          <a:xfrm>
            <a:off x="770263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5" name="A1_bar_Cryo_13168">
            <a:extLst>
              <a:ext uri="{FF2B5EF4-FFF2-40B4-BE49-F238E27FC236}">
                <a16:creationId xmlns:a16="http://schemas.microsoft.com/office/drawing/2014/main" id="{876544C1-C662-4734-9817-43DFC4B8E8A7}"/>
              </a:ext>
            </a:extLst>
          </p:cNvPr>
          <p:cNvSpPr>
            <a:spLocks noGrp="1"/>
          </p:cNvSpPr>
          <p:nvPr/>
        </p:nvSpPr>
        <p:spPr>
          <a:xfrm>
            <a:off x="790479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6" name="A1_bar_Cryo_13169">
            <a:extLst>
              <a:ext uri="{FF2B5EF4-FFF2-40B4-BE49-F238E27FC236}">
                <a16:creationId xmlns:a16="http://schemas.microsoft.com/office/drawing/2014/main" id="{47C49A01-1A7C-4F34-867A-03E7043561DD}"/>
              </a:ext>
            </a:extLst>
          </p:cNvPr>
          <p:cNvSpPr>
            <a:spLocks noGrp="1"/>
          </p:cNvSpPr>
          <p:nvPr/>
        </p:nvSpPr>
        <p:spPr>
          <a:xfrm>
            <a:off x="1806649" y="428552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7" name="A1_bar_Cryo_13170">
            <a:extLst>
              <a:ext uri="{FF2B5EF4-FFF2-40B4-BE49-F238E27FC236}">
                <a16:creationId xmlns:a16="http://schemas.microsoft.com/office/drawing/2014/main" id="{48766329-6B7D-4650-860C-BE0E83C93413}"/>
              </a:ext>
            </a:extLst>
          </p:cNvPr>
          <p:cNvSpPr>
            <a:spLocks noGrp="1"/>
          </p:cNvSpPr>
          <p:nvPr/>
        </p:nvSpPr>
        <p:spPr>
          <a:xfrm>
            <a:off x="1932830" y="341742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8" name="A1_bar_Cryo_13171">
            <a:extLst>
              <a:ext uri="{FF2B5EF4-FFF2-40B4-BE49-F238E27FC236}">
                <a16:creationId xmlns:a16="http://schemas.microsoft.com/office/drawing/2014/main" id="{EEC0A544-B28A-4424-807F-67F383D670A9}"/>
              </a:ext>
            </a:extLst>
          </p:cNvPr>
          <p:cNvSpPr>
            <a:spLocks noGrp="1"/>
          </p:cNvSpPr>
          <p:nvPr/>
        </p:nvSpPr>
        <p:spPr>
          <a:xfrm>
            <a:off x="1770545" y="359619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9" name="A1_bar_Cryo_13172">
            <a:extLst>
              <a:ext uri="{FF2B5EF4-FFF2-40B4-BE49-F238E27FC236}">
                <a16:creationId xmlns:a16="http://schemas.microsoft.com/office/drawing/2014/main" id="{D9F257AD-6C8D-47E3-B3C1-7B8210D29DF0}"/>
              </a:ext>
            </a:extLst>
          </p:cNvPr>
          <p:cNvSpPr>
            <a:spLocks noGrp="1"/>
          </p:cNvSpPr>
          <p:nvPr/>
        </p:nvSpPr>
        <p:spPr>
          <a:xfrm>
            <a:off x="1776898" y="5902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0" name="A1_bar_Cryo_13173">
            <a:extLst>
              <a:ext uri="{FF2B5EF4-FFF2-40B4-BE49-F238E27FC236}">
                <a16:creationId xmlns:a16="http://schemas.microsoft.com/office/drawing/2014/main" id="{47FD24A9-240E-4165-8CE3-1F9EB76BC8DB}"/>
              </a:ext>
            </a:extLst>
          </p:cNvPr>
          <p:cNvSpPr>
            <a:spLocks noGrp="1"/>
          </p:cNvSpPr>
          <p:nvPr/>
        </p:nvSpPr>
        <p:spPr>
          <a:xfrm>
            <a:off x="1882249" y="384966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1" name="A1_bar_Cryo_13174">
            <a:extLst>
              <a:ext uri="{FF2B5EF4-FFF2-40B4-BE49-F238E27FC236}">
                <a16:creationId xmlns:a16="http://schemas.microsoft.com/office/drawing/2014/main" id="{2391A569-6E4B-4935-A137-D42C35484F11}"/>
              </a:ext>
            </a:extLst>
          </p:cNvPr>
          <p:cNvSpPr>
            <a:spLocks noGrp="1"/>
          </p:cNvSpPr>
          <p:nvPr/>
        </p:nvSpPr>
        <p:spPr>
          <a:xfrm>
            <a:off x="1807183" y="520416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2" name="A1_bar_Cryo_13175">
            <a:extLst>
              <a:ext uri="{FF2B5EF4-FFF2-40B4-BE49-F238E27FC236}">
                <a16:creationId xmlns:a16="http://schemas.microsoft.com/office/drawing/2014/main" id="{216CCE90-A0A5-4316-96BB-89A73BFC1F1E}"/>
              </a:ext>
            </a:extLst>
          </p:cNvPr>
          <p:cNvSpPr>
            <a:spLocks noGrp="1"/>
          </p:cNvSpPr>
          <p:nvPr/>
        </p:nvSpPr>
        <p:spPr>
          <a:xfrm>
            <a:off x="1818710" y="338520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3" name="A1_bar_Cryo_13176">
            <a:extLst>
              <a:ext uri="{FF2B5EF4-FFF2-40B4-BE49-F238E27FC236}">
                <a16:creationId xmlns:a16="http://schemas.microsoft.com/office/drawing/2014/main" id="{83E1181D-474A-4353-AC54-D4E81D22C091}"/>
              </a:ext>
            </a:extLst>
          </p:cNvPr>
          <p:cNvSpPr>
            <a:spLocks noGrp="1"/>
          </p:cNvSpPr>
          <p:nvPr/>
        </p:nvSpPr>
        <p:spPr>
          <a:xfrm>
            <a:off x="1950419" y="34378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4" name="A1_bar_Cryo_13177">
            <a:extLst>
              <a:ext uri="{FF2B5EF4-FFF2-40B4-BE49-F238E27FC236}">
                <a16:creationId xmlns:a16="http://schemas.microsoft.com/office/drawing/2014/main" id="{BCF3A0F6-C65C-4144-AAF1-A8C412BAD5B1}"/>
              </a:ext>
            </a:extLst>
          </p:cNvPr>
          <p:cNvSpPr>
            <a:spLocks noGrp="1"/>
          </p:cNvSpPr>
          <p:nvPr/>
        </p:nvSpPr>
        <p:spPr>
          <a:xfrm>
            <a:off x="1915690" y="48673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5" name="A1_bar_Cryo_13178">
            <a:extLst>
              <a:ext uri="{FF2B5EF4-FFF2-40B4-BE49-F238E27FC236}">
                <a16:creationId xmlns:a16="http://schemas.microsoft.com/office/drawing/2014/main" id="{10046ADC-4863-4A61-B4A4-F90E0065C8AA}"/>
              </a:ext>
            </a:extLst>
          </p:cNvPr>
          <p:cNvSpPr>
            <a:spLocks noGrp="1"/>
          </p:cNvSpPr>
          <p:nvPr/>
        </p:nvSpPr>
        <p:spPr>
          <a:xfrm>
            <a:off x="1856349" y="363204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6" name="A1_bar_Cryo_13179">
            <a:extLst>
              <a:ext uri="{FF2B5EF4-FFF2-40B4-BE49-F238E27FC236}">
                <a16:creationId xmlns:a16="http://schemas.microsoft.com/office/drawing/2014/main" id="{962D7F5E-7F23-4724-BC7C-DEF47F216CC9}"/>
              </a:ext>
            </a:extLst>
          </p:cNvPr>
          <p:cNvSpPr>
            <a:spLocks noGrp="1"/>
          </p:cNvSpPr>
          <p:nvPr/>
        </p:nvSpPr>
        <p:spPr>
          <a:xfrm>
            <a:off x="2002581" y="49827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7" name="A1_bar_Cryo_13180">
            <a:extLst>
              <a:ext uri="{FF2B5EF4-FFF2-40B4-BE49-F238E27FC236}">
                <a16:creationId xmlns:a16="http://schemas.microsoft.com/office/drawing/2014/main" id="{B03294DF-CC85-427F-A943-229F374B03A2}"/>
              </a:ext>
            </a:extLst>
          </p:cNvPr>
          <p:cNvSpPr>
            <a:spLocks noGrp="1"/>
          </p:cNvSpPr>
          <p:nvPr/>
        </p:nvSpPr>
        <p:spPr>
          <a:xfrm>
            <a:off x="1778565" y="447226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8" name="A1_bar_Cryo_13181">
            <a:extLst>
              <a:ext uri="{FF2B5EF4-FFF2-40B4-BE49-F238E27FC236}">
                <a16:creationId xmlns:a16="http://schemas.microsoft.com/office/drawing/2014/main" id="{283BC32A-20AF-4546-912B-2CDEC5CB8600}"/>
              </a:ext>
            </a:extLst>
          </p:cNvPr>
          <p:cNvSpPr>
            <a:spLocks noGrp="1"/>
          </p:cNvSpPr>
          <p:nvPr/>
        </p:nvSpPr>
        <p:spPr>
          <a:xfrm>
            <a:off x="1790979" y="45896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9" name="A1_bar_Cryo_13182">
            <a:extLst>
              <a:ext uri="{FF2B5EF4-FFF2-40B4-BE49-F238E27FC236}">
                <a16:creationId xmlns:a16="http://schemas.microsoft.com/office/drawing/2014/main" id="{8BAC871B-EA07-4924-80B9-30CEDCAE085B}"/>
              </a:ext>
            </a:extLst>
          </p:cNvPr>
          <p:cNvSpPr>
            <a:spLocks noGrp="1"/>
          </p:cNvSpPr>
          <p:nvPr/>
        </p:nvSpPr>
        <p:spPr>
          <a:xfrm>
            <a:off x="1924135" y="432347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0" name="A1_bar_Cryo_13183">
            <a:extLst>
              <a:ext uri="{FF2B5EF4-FFF2-40B4-BE49-F238E27FC236}">
                <a16:creationId xmlns:a16="http://schemas.microsoft.com/office/drawing/2014/main" id="{A355B89B-7B2A-446E-A6FE-9EAC6E0506A8}"/>
              </a:ext>
            </a:extLst>
          </p:cNvPr>
          <p:cNvSpPr>
            <a:spLocks noGrp="1"/>
          </p:cNvSpPr>
          <p:nvPr/>
        </p:nvSpPr>
        <p:spPr>
          <a:xfrm>
            <a:off x="1783848" y="35446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1" name="A1_bar_Cryo_13184">
            <a:extLst>
              <a:ext uri="{FF2B5EF4-FFF2-40B4-BE49-F238E27FC236}">
                <a16:creationId xmlns:a16="http://schemas.microsoft.com/office/drawing/2014/main" id="{D3957871-EBEC-44B4-871E-581F93E9DD44}"/>
              </a:ext>
            </a:extLst>
          </p:cNvPr>
          <p:cNvSpPr>
            <a:spLocks noGrp="1"/>
          </p:cNvSpPr>
          <p:nvPr/>
        </p:nvSpPr>
        <p:spPr>
          <a:xfrm>
            <a:off x="1842651" y="37781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2" name="A1_bar_Cryo_13185">
            <a:extLst>
              <a:ext uri="{FF2B5EF4-FFF2-40B4-BE49-F238E27FC236}">
                <a16:creationId xmlns:a16="http://schemas.microsoft.com/office/drawing/2014/main" id="{086266EF-FE5B-4A70-A542-2811702DB29C}"/>
              </a:ext>
            </a:extLst>
          </p:cNvPr>
          <p:cNvSpPr>
            <a:spLocks noGrp="1"/>
          </p:cNvSpPr>
          <p:nvPr/>
        </p:nvSpPr>
        <p:spPr>
          <a:xfrm>
            <a:off x="1787053" y="473606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3" name="A1_bar_Cryo_13186">
            <a:extLst>
              <a:ext uri="{FF2B5EF4-FFF2-40B4-BE49-F238E27FC236}">
                <a16:creationId xmlns:a16="http://schemas.microsoft.com/office/drawing/2014/main" id="{2DAA846C-C99B-472C-8B14-752D50E4CC75}"/>
              </a:ext>
            </a:extLst>
          </p:cNvPr>
          <p:cNvSpPr>
            <a:spLocks noGrp="1"/>
          </p:cNvSpPr>
          <p:nvPr/>
        </p:nvSpPr>
        <p:spPr>
          <a:xfrm>
            <a:off x="1891144" y="50442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4" name="A1_bar_Cryo_13187">
            <a:extLst>
              <a:ext uri="{FF2B5EF4-FFF2-40B4-BE49-F238E27FC236}">
                <a16:creationId xmlns:a16="http://schemas.microsoft.com/office/drawing/2014/main" id="{6D6E47CC-C523-49FE-9836-535FAD6301FA}"/>
              </a:ext>
            </a:extLst>
          </p:cNvPr>
          <p:cNvSpPr>
            <a:spLocks noGrp="1"/>
          </p:cNvSpPr>
          <p:nvPr/>
        </p:nvSpPr>
        <p:spPr>
          <a:xfrm>
            <a:off x="1985062" y="413624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5" name="A1_bar_Cryo_13188">
            <a:extLst>
              <a:ext uri="{FF2B5EF4-FFF2-40B4-BE49-F238E27FC236}">
                <a16:creationId xmlns:a16="http://schemas.microsoft.com/office/drawing/2014/main" id="{B461458B-DC1B-40BC-952D-1251F24C6BD5}"/>
              </a:ext>
            </a:extLst>
          </p:cNvPr>
          <p:cNvSpPr>
            <a:spLocks noGrp="1"/>
          </p:cNvSpPr>
          <p:nvPr/>
        </p:nvSpPr>
        <p:spPr>
          <a:xfrm>
            <a:off x="1774783" y="43308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6" name="A1_bar_Cryo_13189">
            <a:extLst>
              <a:ext uri="{FF2B5EF4-FFF2-40B4-BE49-F238E27FC236}">
                <a16:creationId xmlns:a16="http://schemas.microsoft.com/office/drawing/2014/main" id="{80265134-009D-4EFA-A9A2-01AF90D8FBAE}"/>
              </a:ext>
            </a:extLst>
          </p:cNvPr>
          <p:cNvSpPr>
            <a:spLocks noGrp="1"/>
          </p:cNvSpPr>
          <p:nvPr/>
        </p:nvSpPr>
        <p:spPr>
          <a:xfrm>
            <a:off x="1844139" y="51765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7" name="A1_bar_Cryo_13190">
            <a:extLst>
              <a:ext uri="{FF2B5EF4-FFF2-40B4-BE49-F238E27FC236}">
                <a16:creationId xmlns:a16="http://schemas.microsoft.com/office/drawing/2014/main" id="{B987287B-179E-4027-8DF3-1B7FFC01FC0B}"/>
              </a:ext>
            </a:extLst>
          </p:cNvPr>
          <p:cNvSpPr>
            <a:spLocks noGrp="1"/>
          </p:cNvSpPr>
          <p:nvPr/>
        </p:nvSpPr>
        <p:spPr>
          <a:xfrm>
            <a:off x="1818471" y="50357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8" name="A1_bar_Cryo_13191">
            <a:extLst>
              <a:ext uri="{FF2B5EF4-FFF2-40B4-BE49-F238E27FC236}">
                <a16:creationId xmlns:a16="http://schemas.microsoft.com/office/drawing/2014/main" id="{24747225-6915-41E1-A346-5A98727EC2DF}"/>
              </a:ext>
            </a:extLst>
          </p:cNvPr>
          <p:cNvSpPr>
            <a:spLocks noGrp="1"/>
          </p:cNvSpPr>
          <p:nvPr/>
        </p:nvSpPr>
        <p:spPr>
          <a:xfrm>
            <a:off x="1930001" y="48607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9" name="A1_bar_Cryo_13192">
            <a:extLst>
              <a:ext uri="{FF2B5EF4-FFF2-40B4-BE49-F238E27FC236}">
                <a16:creationId xmlns:a16="http://schemas.microsoft.com/office/drawing/2014/main" id="{EA0CF685-480F-4B5D-8DB3-D0316B213671}"/>
              </a:ext>
            </a:extLst>
          </p:cNvPr>
          <p:cNvSpPr>
            <a:spLocks noGrp="1"/>
          </p:cNvSpPr>
          <p:nvPr/>
        </p:nvSpPr>
        <p:spPr>
          <a:xfrm>
            <a:off x="1950704" y="33651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0" name="A1_bar_Cryo_13193">
            <a:extLst>
              <a:ext uri="{FF2B5EF4-FFF2-40B4-BE49-F238E27FC236}">
                <a16:creationId xmlns:a16="http://schemas.microsoft.com/office/drawing/2014/main" id="{9E451448-C846-4761-9F4A-55FD1F28DB14}"/>
              </a:ext>
            </a:extLst>
          </p:cNvPr>
          <p:cNvSpPr>
            <a:spLocks noGrp="1"/>
          </p:cNvSpPr>
          <p:nvPr/>
        </p:nvSpPr>
        <p:spPr>
          <a:xfrm>
            <a:off x="1940513" y="60107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1" name="A1_bar_Cryo_13194">
            <a:extLst>
              <a:ext uri="{FF2B5EF4-FFF2-40B4-BE49-F238E27FC236}">
                <a16:creationId xmlns:a16="http://schemas.microsoft.com/office/drawing/2014/main" id="{A55A9FD0-198C-4E52-9CC2-80AF1CF7BED0}"/>
              </a:ext>
            </a:extLst>
          </p:cNvPr>
          <p:cNvSpPr>
            <a:spLocks noGrp="1"/>
          </p:cNvSpPr>
          <p:nvPr/>
        </p:nvSpPr>
        <p:spPr>
          <a:xfrm>
            <a:off x="2007895" y="60770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2" name="A1_bar_Cryo_13195">
            <a:extLst>
              <a:ext uri="{FF2B5EF4-FFF2-40B4-BE49-F238E27FC236}">
                <a16:creationId xmlns:a16="http://schemas.microsoft.com/office/drawing/2014/main" id="{5D271959-AB0E-4C17-BB19-F8D06FC76651}"/>
              </a:ext>
            </a:extLst>
          </p:cNvPr>
          <p:cNvSpPr>
            <a:spLocks noGrp="1"/>
          </p:cNvSpPr>
          <p:nvPr/>
        </p:nvSpPr>
        <p:spPr>
          <a:xfrm>
            <a:off x="1907506" y="54490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3" name="A1_bar_Cryo_13196">
            <a:extLst>
              <a:ext uri="{FF2B5EF4-FFF2-40B4-BE49-F238E27FC236}">
                <a16:creationId xmlns:a16="http://schemas.microsoft.com/office/drawing/2014/main" id="{3011E554-60FF-497B-A34B-498B73BCAEE3}"/>
              </a:ext>
            </a:extLst>
          </p:cNvPr>
          <p:cNvSpPr>
            <a:spLocks noGrp="1"/>
          </p:cNvSpPr>
          <p:nvPr/>
        </p:nvSpPr>
        <p:spPr>
          <a:xfrm>
            <a:off x="1777716" y="462852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4" name="A1_bar_Cryo_13197">
            <a:extLst>
              <a:ext uri="{FF2B5EF4-FFF2-40B4-BE49-F238E27FC236}">
                <a16:creationId xmlns:a16="http://schemas.microsoft.com/office/drawing/2014/main" id="{3C49D3EB-F9C3-4AB6-9F0C-33A2C928A910}"/>
              </a:ext>
            </a:extLst>
          </p:cNvPr>
          <p:cNvSpPr>
            <a:spLocks noGrp="1"/>
          </p:cNvSpPr>
          <p:nvPr/>
        </p:nvSpPr>
        <p:spPr>
          <a:xfrm>
            <a:off x="1836234" y="328527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5" name="A1_bar_Cryo_13198">
            <a:extLst>
              <a:ext uri="{FF2B5EF4-FFF2-40B4-BE49-F238E27FC236}">
                <a16:creationId xmlns:a16="http://schemas.microsoft.com/office/drawing/2014/main" id="{56252226-C27F-422A-A943-D0B04FC32836}"/>
              </a:ext>
            </a:extLst>
          </p:cNvPr>
          <p:cNvSpPr>
            <a:spLocks noGrp="1"/>
          </p:cNvSpPr>
          <p:nvPr/>
        </p:nvSpPr>
        <p:spPr>
          <a:xfrm>
            <a:off x="1801517" y="33688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6" name="A1_bar_Cryo_13199">
            <a:extLst>
              <a:ext uri="{FF2B5EF4-FFF2-40B4-BE49-F238E27FC236}">
                <a16:creationId xmlns:a16="http://schemas.microsoft.com/office/drawing/2014/main" id="{AECAD6FB-764B-4E27-8FD2-3AAF870F153F}"/>
              </a:ext>
            </a:extLst>
          </p:cNvPr>
          <p:cNvSpPr>
            <a:spLocks noGrp="1"/>
          </p:cNvSpPr>
          <p:nvPr/>
        </p:nvSpPr>
        <p:spPr>
          <a:xfrm>
            <a:off x="1826230" y="609785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7" name="A1_bar_Cryo_13200">
            <a:extLst>
              <a:ext uri="{FF2B5EF4-FFF2-40B4-BE49-F238E27FC236}">
                <a16:creationId xmlns:a16="http://schemas.microsoft.com/office/drawing/2014/main" id="{F9BC55AF-D6DE-461A-A63D-C02914946B9E}"/>
              </a:ext>
            </a:extLst>
          </p:cNvPr>
          <p:cNvSpPr>
            <a:spLocks noGrp="1"/>
          </p:cNvSpPr>
          <p:nvPr/>
        </p:nvSpPr>
        <p:spPr>
          <a:xfrm>
            <a:off x="1864586" y="420855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8" name="A1_bar_Cryo_13201">
            <a:extLst>
              <a:ext uri="{FF2B5EF4-FFF2-40B4-BE49-F238E27FC236}">
                <a16:creationId xmlns:a16="http://schemas.microsoft.com/office/drawing/2014/main" id="{72D8027F-20A6-4A42-899D-C9FB367166B8}"/>
              </a:ext>
            </a:extLst>
          </p:cNvPr>
          <p:cNvSpPr>
            <a:spLocks noGrp="1"/>
          </p:cNvSpPr>
          <p:nvPr/>
        </p:nvSpPr>
        <p:spPr>
          <a:xfrm>
            <a:off x="1952767" y="59752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9" name="A1_bar_Cryo_13202">
            <a:extLst>
              <a:ext uri="{FF2B5EF4-FFF2-40B4-BE49-F238E27FC236}">
                <a16:creationId xmlns:a16="http://schemas.microsoft.com/office/drawing/2014/main" id="{3B4F9DAF-CCE9-4E71-A676-B572E2A1EE2C}"/>
              </a:ext>
            </a:extLst>
          </p:cNvPr>
          <p:cNvSpPr>
            <a:spLocks noGrp="1"/>
          </p:cNvSpPr>
          <p:nvPr/>
        </p:nvSpPr>
        <p:spPr>
          <a:xfrm>
            <a:off x="1803151" y="54830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0" name="A1_bar_Cryo_13203">
            <a:extLst>
              <a:ext uri="{FF2B5EF4-FFF2-40B4-BE49-F238E27FC236}">
                <a16:creationId xmlns:a16="http://schemas.microsoft.com/office/drawing/2014/main" id="{847DC449-5487-4095-87A1-246CB7679190}"/>
              </a:ext>
            </a:extLst>
          </p:cNvPr>
          <p:cNvSpPr>
            <a:spLocks noGrp="1"/>
          </p:cNvSpPr>
          <p:nvPr/>
        </p:nvSpPr>
        <p:spPr>
          <a:xfrm>
            <a:off x="2020861" y="46529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1" name="A1_bar_Cryo_13204">
            <a:extLst>
              <a:ext uri="{FF2B5EF4-FFF2-40B4-BE49-F238E27FC236}">
                <a16:creationId xmlns:a16="http://schemas.microsoft.com/office/drawing/2014/main" id="{1783C19B-38DD-4719-BB53-FF2507618F8F}"/>
              </a:ext>
            </a:extLst>
          </p:cNvPr>
          <p:cNvSpPr>
            <a:spLocks noGrp="1"/>
          </p:cNvSpPr>
          <p:nvPr/>
        </p:nvSpPr>
        <p:spPr>
          <a:xfrm>
            <a:off x="1866469" y="60978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2" name="A1_bar_Cryo_13205">
            <a:extLst>
              <a:ext uri="{FF2B5EF4-FFF2-40B4-BE49-F238E27FC236}">
                <a16:creationId xmlns:a16="http://schemas.microsoft.com/office/drawing/2014/main" id="{8C5DC7BF-2E66-4DFF-9255-403DA516A059}"/>
              </a:ext>
            </a:extLst>
          </p:cNvPr>
          <p:cNvSpPr>
            <a:spLocks noGrp="1"/>
          </p:cNvSpPr>
          <p:nvPr/>
        </p:nvSpPr>
        <p:spPr>
          <a:xfrm>
            <a:off x="1931783" y="609785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3" name="A1_bar_Cryo_13206">
            <a:extLst>
              <a:ext uri="{FF2B5EF4-FFF2-40B4-BE49-F238E27FC236}">
                <a16:creationId xmlns:a16="http://schemas.microsoft.com/office/drawing/2014/main" id="{C5AC977E-0A5E-4304-9995-2C298CB9819E}"/>
              </a:ext>
            </a:extLst>
          </p:cNvPr>
          <p:cNvSpPr>
            <a:spLocks noGrp="1"/>
          </p:cNvSpPr>
          <p:nvPr/>
        </p:nvSpPr>
        <p:spPr>
          <a:xfrm>
            <a:off x="1951955" y="466310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4" name="A1_bar_Cryo_13207">
            <a:extLst>
              <a:ext uri="{FF2B5EF4-FFF2-40B4-BE49-F238E27FC236}">
                <a16:creationId xmlns:a16="http://schemas.microsoft.com/office/drawing/2014/main" id="{9568264B-F04B-4147-955D-D61E9F9C488F}"/>
              </a:ext>
            </a:extLst>
          </p:cNvPr>
          <p:cNvSpPr>
            <a:spLocks noGrp="1"/>
          </p:cNvSpPr>
          <p:nvPr/>
        </p:nvSpPr>
        <p:spPr>
          <a:xfrm>
            <a:off x="1954385" y="33928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5" name="A1_bar_Cryo_13208">
            <a:extLst>
              <a:ext uri="{FF2B5EF4-FFF2-40B4-BE49-F238E27FC236}">
                <a16:creationId xmlns:a16="http://schemas.microsoft.com/office/drawing/2014/main" id="{7963A84F-F94B-4CD8-AF33-1003F66E9BF9}"/>
              </a:ext>
            </a:extLst>
          </p:cNvPr>
          <p:cNvSpPr>
            <a:spLocks noGrp="1"/>
          </p:cNvSpPr>
          <p:nvPr/>
        </p:nvSpPr>
        <p:spPr>
          <a:xfrm>
            <a:off x="1819734" y="322228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6" name="A1_bar_Cryo_13209">
            <a:extLst>
              <a:ext uri="{FF2B5EF4-FFF2-40B4-BE49-F238E27FC236}">
                <a16:creationId xmlns:a16="http://schemas.microsoft.com/office/drawing/2014/main" id="{BE49BD96-BB32-4BAC-8E86-39DED5A0DC72}"/>
              </a:ext>
            </a:extLst>
          </p:cNvPr>
          <p:cNvSpPr>
            <a:spLocks noGrp="1"/>
          </p:cNvSpPr>
          <p:nvPr/>
        </p:nvSpPr>
        <p:spPr>
          <a:xfrm>
            <a:off x="1786020" y="6008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7" name="A1_bar_Cryo_13210">
            <a:extLst>
              <a:ext uri="{FF2B5EF4-FFF2-40B4-BE49-F238E27FC236}">
                <a16:creationId xmlns:a16="http://schemas.microsoft.com/office/drawing/2014/main" id="{2E58507A-8BD1-4C6E-B198-A10CFA3F057A}"/>
              </a:ext>
            </a:extLst>
          </p:cNvPr>
          <p:cNvSpPr>
            <a:spLocks noGrp="1"/>
          </p:cNvSpPr>
          <p:nvPr/>
        </p:nvSpPr>
        <p:spPr>
          <a:xfrm>
            <a:off x="1964245" y="346067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8" name="A1_bar_Cryo_13211">
            <a:extLst>
              <a:ext uri="{FF2B5EF4-FFF2-40B4-BE49-F238E27FC236}">
                <a16:creationId xmlns:a16="http://schemas.microsoft.com/office/drawing/2014/main" id="{EE4EAA87-3C12-4B3D-B2C2-BCDFCF3FA50F}"/>
              </a:ext>
            </a:extLst>
          </p:cNvPr>
          <p:cNvSpPr>
            <a:spLocks noGrp="1"/>
          </p:cNvSpPr>
          <p:nvPr/>
        </p:nvSpPr>
        <p:spPr>
          <a:xfrm>
            <a:off x="1798569" y="38882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9" name="A1_bar_Cryo_13212">
            <a:extLst>
              <a:ext uri="{FF2B5EF4-FFF2-40B4-BE49-F238E27FC236}">
                <a16:creationId xmlns:a16="http://schemas.microsoft.com/office/drawing/2014/main" id="{42B2946A-FEDA-430A-8187-9D29689CD315}"/>
              </a:ext>
            </a:extLst>
          </p:cNvPr>
          <p:cNvSpPr>
            <a:spLocks noGrp="1"/>
          </p:cNvSpPr>
          <p:nvPr/>
        </p:nvSpPr>
        <p:spPr>
          <a:xfrm>
            <a:off x="1957963" y="404480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0" name="A1_bar_Cryo_13213">
            <a:extLst>
              <a:ext uri="{FF2B5EF4-FFF2-40B4-BE49-F238E27FC236}">
                <a16:creationId xmlns:a16="http://schemas.microsoft.com/office/drawing/2014/main" id="{5A8ABD6B-F4AC-48E1-82E9-F24ECD63671B}"/>
              </a:ext>
            </a:extLst>
          </p:cNvPr>
          <p:cNvSpPr>
            <a:spLocks noGrp="1"/>
          </p:cNvSpPr>
          <p:nvPr/>
        </p:nvSpPr>
        <p:spPr>
          <a:xfrm>
            <a:off x="1835682" y="436862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1" name="A1_bar_Cryo_13214">
            <a:extLst>
              <a:ext uri="{FF2B5EF4-FFF2-40B4-BE49-F238E27FC236}">
                <a16:creationId xmlns:a16="http://schemas.microsoft.com/office/drawing/2014/main" id="{D09EA7AF-2D82-4650-B3CB-AA2D6E9F104A}"/>
              </a:ext>
            </a:extLst>
          </p:cNvPr>
          <p:cNvSpPr>
            <a:spLocks noGrp="1"/>
          </p:cNvSpPr>
          <p:nvPr/>
        </p:nvSpPr>
        <p:spPr>
          <a:xfrm>
            <a:off x="1869683" y="42112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2" name="A1_bar_Cryo_13215">
            <a:extLst>
              <a:ext uri="{FF2B5EF4-FFF2-40B4-BE49-F238E27FC236}">
                <a16:creationId xmlns:a16="http://schemas.microsoft.com/office/drawing/2014/main" id="{D8DAE80D-DE5D-4AA8-A44B-AE64A81FA0A0}"/>
              </a:ext>
            </a:extLst>
          </p:cNvPr>
          <p:cNvSpPr>
            <a:spLocks noGrp="1"/>
          </p:cNvSpPr>
          <p:nvPr/>
        </p:nvSpPr>
        <p:spPr>
          <a:xfrm>
            <a:off x="1946428" y="51289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3" name="A1_bar_Cryo_13216">
            <a:extLst>
              <a:ext uri="{FF2B5EF4-FFF2-40B4-BE49-F238E27FC236}">
                <a16:creationId xmlns:a16="http://schemas.microsoft.com/office/drawing/2014/main" id="{F8D1501E-1EAE-41F9-B987-4666AFD2BD13}"/>
              </a:ext>
            </a:extLst>
          </p:cNvPr>
          <p:cNvSpPr>
            <a:spLocks noGrp="1"/>
          </p:cNvSpPr>
          <p:nvPr/>
        </p:nvSpPr>
        <p:spPr>
          <a:xfrm>
            <a:off x="2017046" y="60047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4" name="A1_bar_Cryo_13217">
            <a:extLst>
              <a:ext uri="{FF2B5EF4-FFF2-40B4-BE49-F238E27FC236}">
                <a16:creationId xmlns:a16="http://schemas.microsoft.com/office/drawing/2014/main" id="{9531DBA7-CCBA-46D5-A8AE-EF343B5EF380}"/>
              </a:ext>
            </a:extLst>
          </p:cNvPr>
          <p:cNvSpPr>
            <a:spLocks noGrp="1"/>
          </p:cNvSpPr>
          <p:nvPr/>
        </p:nvSpPr>
        <p:spPr>
          <a:xfrm>
            <a:off x="1809563" y="468510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5" name="A1_bar_Cryo_13218">
            <a:extLst>
              <a:ext uri="{FF2B5EF4-FFF2-40B4-BE49-F238E27FC236}">
                <a16:creationId xmlns:a16="http://schemas.microsoft.com/office/drawing/2014/main" id="{8C28365B-57F8-4267-80E2-BF56FFEE2149}"/>
              </a:ext>
            </a:extLst>
          </p:cNvPr>
          <p:cNvSpPr>
            <a:spLocks noGrp="1"/>
          </p:cNvSpPr>
          <p:nvPr/>
        </p:nvSpPr>
        <p:spPr>
          <a:xfrm>
            <a:off x="1917758" y="341648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6" name="A1_bar_Cryo_13219">
            <a:extLst>
              <a:ext uri="{FF2B5EF4-FFF2-40B4-BE49-F238E27FC236}">
                <a16:creationId xmlns:a16="http://schemas.microsoft.com/office/drawing/2014/main" id="{1E979D0B-2511-4DB8-A377-81C4C9B3CC71}"/>
              </a:ext>
            </a:extLst>
          </p:cNvPr>
          <p:cNvSpPr>
            <a:spLocks noGrp="1"/>
          </p:cNvSpPr>
          <p:nvPr/>
        </p:nvSpPr>
        <p:spPr>
          <a:xfrm>
            <a:off x="1834241" y="45413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7" name="A1_bar_Cryo_13220">
            <a:extLst>
              <a:ext uri="{FF2B5EF4-FFF2-40B4-BE49-F238E27FC236}">
                <a16:creationId xmlns:a16="http://schemas.microsoft.com/office/drawing/2014/main" id="{9B179A7D-B543-4CB0-BAB5-85D4C99EDB04}"/>
              </a:ext>
            </a:extLst>
          </p:cNvPr>
          <p:cNvSpPr>
            <a:spLocks noGrp="1"/>
          </p:cNvSpPr>
          <p:nvPr/>
        </p:nvSpPr>
        <p:spPr>
          <a:xfrm>
            <a:off x="1877724" y="60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8" name="A1_bar_Cryo_13221">
            <a:extLst>
              <a:ext uri="{FF2B5EF4-FFF2-40B4-BE49-F238E27FC236}">
                <a16:creationId xmlns:a16="http://schemas.microsoft.com/office/drawing/2014/main" id="{0C2956A1-5A16-4DE7-A1BE-A9DEA8115732}"/>
              </a:ext>
            </a:extLst>
          </p:cNvPr>
          <p:cNvSpPr>
            <a:spLocks noGrp="1"/>
          </p:cNvSpPr>
          <p:nvPr/>
        </p:nvSpPr>
        <p:spPr>
          <a:xfrm>
            <a:off x="1991102" y="45501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9" name="A1_bar_Cryo_13222">
            <a:extLst>
              <a:ext uri="{FF2B5EF4-FFF2-40B4-BE49-F238E27FC236}">
                <a16:creationId xmlns:a16="http://schemas.microsoft.com/office/drawing/2014/main" id="{ADE5B838-9875-4D0F-BC5D-8D110066C709}"/>
              </a:ext>
            </a:extLst>
          </p:cNvPr>
          <p:cNvSpPr>
            <a:spLocks noGrp="1"/>
          </p:cNvSpPr>
          <p:nvPr/>
        </p:nvSpPr>
        <p:spPr>
          <a:xfrm>
            <a:off x="1865562" y="46455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0" name="A1_bar_Cryo_13223">
            <a:extLst>
              <a:ext uri="{FF2B5EF4-FFF2-40B4-BE49-F238E27FC236}">
                <a16:creationId xmlns:a16="http://schemas.microsoft.com/office/drawing/2014/main" id="{06B81301-B81D-481D-BC34-A5955A029FAC}"/>
              </a:ext>
            </a:extLst>
          </p:cNvPr>
          <p:cNvSpPr>
            <a:spLocks noGrp="1"/>
          </p:cNvSpPr>
          <p:nvPr/>
        </p:nvSpPr>
        <p:spPr>
          <a:xfrm>
            <a:off x="1919785" y="423782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1" name="A1_bar_Cryo_13224">
            <a:extLst>
              <a:ext uri="{FF2B5EF4-FFF2-40B4-BE49-F238E27FC236}">
                <a16:creationId xmlns:a16="http://schemas.microsoft.com/office/drawing/2014/main" id="{0FC4A835-129A-47AC-971C-EC0FFC3B2223}"/>
              </a:ext>
            </a:extLst>
          </p:cNvPr>
          <p:cNvSpPr>
            <a:spLocks noGrp="1"/>
          </p:cNvSpPr>
          <p:nvPr/>
        </p:nvSpPr>
        <p:spPr>
          <a:xfrm>
            <a:off x="1877942" y="440849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2" name="A1_bar_Cryo_13225">
            <a:extLst>
              <a:ext uri="{FF2B5EF4-FFF2-40B4-BE49-F238E27FC236}">
                <a16:creationId xmlns:a16="http://schemas.microsoft.com/office/drawing/2014/main" id="{9B08974D-43FF-42DB-9410-880C45228811}"/>
              </a:ext>
            </a:extLst>
          </p:cNvPr>
          <p:cNvSpPr>
            <a:spLocks noGrp="1"/>
          </p:cNvSpPr>
          <p:nvPr/>
        </p:nvSpPr>
        <p:spPr>
          <a:xfrm>
            <a:off x="2005183" y="438198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3" name="A1_bar_Cryo_13226">
            <a:extLst>
              <a:ext uri="{FF2B5EF4-FFF2-40B4-BE49-F238E27FC236}">
                <a16:creationId xmlns:a16="http://schemas.microsoft.com/office/drawing/2014/main" id="{FE39988F-E101-4635-B893-842ADDC6E388}"/>
              </a:ext>
            </a:extLst>
          </p:cNvPr>
          <p:cNvSpPr>
            <a:spLocks noGrp="1"/>
          </p:cNvSpPr>
          <p:nvPr/>
        </p:nvSpPr>
        <p:spPr>
          <a:xfrm>
            <a:off x="1931874" y="318707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4" name="A1_bar_Cryo_13227">
            <a:extLst>
              <a:ext uri="{FF2B5EF4-FFF2-40B4-BE49-F238E27FC236}">
                <a16:creationId xmlns:a16="http://schemas.microsoft.com/office/drawing/2014/main" id="{ACA660EB-C5BD-4EE3-A780-61674261E34A}"/>
              </a:ext>
            </a:extLst>
          </p:cNvPr>
          <p:cNvSpPr>
            <a:spLocks noGrp="1"/>
          </p:cNvSpPr>
          <p:nvPr/>
        </p:nvSpPr>
        <p:spPr>
          <a:xfrm>
            <a:off x="1941537" y="352110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5" name="A1_bar_Cryo_13228">
            <a:extLst>
              <a:ext uri="{FF2B5EF4-FFF2-40B4-BE49-F238E27FC236}">
                <a16:creationId xmlns:a16="http://schemas.microsoft.com/office/drawing/2014/main" id="{F1D30AC1-812C-4D33-88E6-F7E09295D233}"/>
              </a:ext>
            </a:extLst>
          </p:cNvPr>
          <p:cNvSpPr>
            <a:spLocks noGrp="1"/>
          </p:cNvSpPr>
          <p:nvPr/>
        </p:nvSpPr>
        <p:spPr>
          <a:xfrm>
            <a:off x="1908893" y="365368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6" name="A1_bar_Cryo_13229">
            <a:extLst>
              <a:ext uri="{FF2B5EF4-FFF2-40B4-BE49-F238E27FC236}">
                <a16:creationId xmlns:a16="http://schemas.microsoft.com/office/drawing/2014/main" id="{91304FAC-0E8F-4852-B87A-4F88156C8A07}"/>
              </a:ext>
            </a:extLst>
          </p:cNvPr>
          <p:cNvSpPr>
            <a:spLocks noGrp="1"/>
          </p:cNvSpPr>
          <p:nvPr/>
        </p:nvSpPr>
        <p:spPr>
          <a:xfrm>
            <a:off x="1771128" y="419124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7" name="A1_bar_Cryo_13230">
            <a:extLst>
              <a:ext uri="{FF2B5EF4-FFF2-40B4-BE49-F238E27FC236}">
                <a16:creationId xmlns:a16="http://schemas.microsoft.com/office/drawing/2014/main" id="{F2B1EC1B-3038-40DF-A667-CBCD000581FE}"/>
              </a:ext>
            </a:extLst>
          </p:cNvPr>
          <p:cNvSpPr>
            <a:spLocks noGrp="1"/>
          </p:cNvSpPr>
          <p:nvPr/>
        </p:nvSpPr>
        <p:spPr>
          <a:xfrm>
            <a:off x="1908353" y="32561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8" name="A1_bar_Cryo_13231">
            <a:extLst>
              <a:ext uri="{FF2B5EF4-FFF2-40B4-BE49-F238E27FC236}">
                <a16:creationId xmlns:a16="http://schemas.microsoft.com/office/drawing/2014/main" id="{216191FF-AF92-41D8-888D-73EB1D59816A}"/>
              </a:ext>
            </a:extLst>
          </p:cNvPr>
          <p:cNvSpPr>
            <a:spLocks noGrp="1"/>
          </p:cNvSpPr>
          <p:nvPr/>
        </p:nvSpPr>
        <p:spPr>
          <a:xfrm>
            <a:off x="1863587" y="484127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9" name="A1_bar_Cryo_13232">
            <a:extLst>
              <a:ext uri="{FF2B5EF4-FFF2-40B4-BE49-F238E27FC236}">
                <a16:creationId xmlns:a16="http://schemas.microsoft.com/office/drawing/2014/main" id="{4345107D-50E0-4F51-80B7-35DC0C535D24}"/>
              </a:ext>
            </a:extLst>
          </p:cNvPr>
          <p:cNvSpPr>
            <a:spLocks noGrp="1"/>
          </p:cNvSpPr>
          <p:nvPr/>
        </p:nvSpPr>
        <p:spPr>
          <a:xfrm>
            <a:off x="1808869" y="582063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0" name="A1_bar_Cryo_13233">
            <a:extLst>
              <a:ext uri="{FF2B5EF4-FFF2-40B4-BE49-F238E27FC236}">
                <a16:creationId xmlns:a16="http://schemas.microsoft.com/office/drawing/2014/main" id="{A210795C-68FC-4778-AF80-EBD77C22F78E}"/>
              </a:ext>
            </a:extLst>
          </p:cNvPr>
          <p:cNvSpPr>
            <a:spLocks noGrp="1"/>
          </p:cNvSpPr>
          <p:nvPr/>
        </p:nvSpPr>
        <p:spPr>
          <a:xfrm>
            <a:off x="1971204" y="60330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1" name="A1_bar_Cryo_13234">
            <a:extLst>
              <a:ext uri="{FF2B5EF4-FFF2-40B4-BE49-F238E27FC236}">
                <a16:creationId xmlns:a16="http://schemas.microsoft.com/office/drawing/2014/main" id="{D8CC1805-6601-466D-BEAF-0FFBFF5EFB0E}"/>
              </a:ext>
            </a:extLst>
          </p:cNvPr>
          <p:cNvSpPr>
            <a:spLocks noGrp="1"/>
          </p:cNvSpPr>
          <p:nvPr/>
        </p:nvSpPr>
        <p:spPr>
          <a:xfrm>
            <a:off x="1833095" y="55632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2" name="A1_bar_Cryo_13235">
            <a:extLst>
              <a:ext uri="{FF2B5EF4-FFF2-40B4-BE49-F238E27FC236}">
                <a16:creationId xmlns:a16="http://schemas.microsoft.com/office/drawing/2014/main" id="{0E6A6B24-AEFB-4377-8762-B8829953318A}"/>
              </a:ext>
            </a:extLst>
          </p:cNvPr>
          <p:cNvSpPr>
            <a:spLocks noGrp="1"/>
          </p:cNvSpPr>
          <p:nvPr/>
        </p:nvSpPr>
        <p:spPr>
          <a:xfrm>
            <a:off x="1921589" y="57210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3" name="A1_bar_Cryo_13236">
            <a:extLst>
              <a:ext uri="{FF2B5EF4-FFF2-40B4-BE49-F238E27FC236}">
                <a16:creationId xmlns:a16="http://schemas.microsoft.com/office/drawing/2014/main" id="{94F8179F-1F26-494F-8C5E-C7CBC25CD63F}"/>
              </a:ext>
            </a:extLst>
          </p:cNvPr>
          <p:cNvSpPr>
            <a:spLocks noGrp="1"/>
          </p:cNvSpPr>
          <p:nvPr/>
        </p:nvSpPr>
        <p:spPr>
          <a:xfrm>
            <a:off x="2006818" y="60975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4" name="A1_bar_Cryo_13237">
            <a:extLst>
              <a:ext uri="{FF2B5EF4-FFF2-40B4-BE49-F238E27FC236}">
                <a16:creationId xmlns:a16="http://schemas.microsoft.com/office/drawing/2014/main" id="{030F926D-32FD-4585-9939-A7E7CB5ECBEA}"/>
              </a:ext>
            </a:extLst>
          </p:cNvPr>
          <p:cNvSpPr>
            <a:spLocks noGrp="1"/>
          </p:cNvSpPr>
          <p:nvPr/>
        </p:nvSpPr>
        <p:spPr>
          <a:xfrm>
            <a:off x="1797301" y="42437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5" name="A1_bar_Cryo_13238">
            <a:extLst>
              <a:ext uri="{FF2B5EF4-FFF2-40B4-BE49-F238E27FC236}">
                <a16:creationId xmlns:a16="http://schemas.microsoft.com/office/drawing/2014/main" id="{E06D58E2-4FE9-49AC-B6A0-08312DC9163D}"/>
              </a:ext>
            </a:extLst>
          </p:cNvPr>
          <p:cNvSpPr>
            <a:spLocks noGrp="1"/>
          </p:cNvSpPr>
          <p:nvPr/>
        </p:nvSpPr>
        <p:spPr>
          <a:xfrm>
            <a:off x="1966644" y="52849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6" name="A1_bar_Cryo_13239">
            <a:extLst>
              <a:ext uri="{FF2B5EF4-FFF2-40B4-BE49-F238E27FC236}">
                <a16:creationId xmlns:a16="http://schemas.microsoft.com/office/drawing/2014/main" id="{B1CAC626-2375-4B06-9D2F-035203279D32}"/>
              </a:ext>
            </a:extLst>
          </p:cNvPr>
          <p:cNvSpPr>
            <a:spLocks noGrp="1"/>
          </p:cNvSpPr>
          <p:nvPr/>
        </p:nvSpPr>
        <p:spPr>
          <a:xfrm>
            <a:off x="1875755" y="326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7" name="A1_bar_Cryo_13240">
            <a:extLst>
              <a:ext uri="{FF2B5EF4-FFF2-40B4-BE49-F238E27FC236}">
                <a16:creationId xmlns:a16="http://schemas.microsoft.com/office/drawing/2014/main" id="{6C92C9D0-A1BB-4475-8BAE-05DA48588995}"/>
              </a:ext>
            </a:extLst>
          </p:cNvPr>
          <p:cNvSpPr>
            <a:spLocks noGrp="1"/>
          </p:cNvSpPr>
          <p:nvPr/>
        </p:nvSpPr>
        <p:spPr>
          <a:xfrm>
            <a:off x="1938809" y="47939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8" name="A1_bar_Cryo_13241">
            <a:extLst>
              <a:ext uri="{FF2B5EF4-FFF2-40B4-BE49-F238E27FC236}">
                <a16:creationId xmlns:a16="http://schemas.microsoft.com/office/drawing/2014/main" id="{B563AC99-692A-4A68-9EDF-30D5606D3663}"/>
              </a:ext>
            </a:extLst>
          </p:cNvPr>
          <p:cNvSpPr>
            <a:spLocks noGrp="1"/>
          </p:cNvSpPr>
          <p:nvPr/>
        </p:nvSpPr>
        <p:spPr>
          <a:xfrm>
            <a:off x="1812989" y="483638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9" name="A1_bar_Cryo_13242">
            <a:extLst>
              <a:ext uri="{FF2B5EF4-FFF2-40B4-BE49-F238E27FC236}">
                <a16:creationId xmlns:a16="http://schemas.microsoft.com/office/drawing/2014/main" id="{D6DCF09F-D91C-466B-A633-C5FD3E9B6EA7}"/>
              </a:ext>
            </a:extLst>
          </p:cNvPr>
          <p:cNvSpPr>
            <a:spLocks noGrp="1"/>
          </p:cNvSpPr>
          <p:nvPr/>
        </p:nvSpPr>
        <p:spPr>
          <a:xfrm>
            <a:off x="1830189" y="339098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0" name="A1_bar_Cryo_13243">
            <a:extLst>
              <a:ext uri="{FF2B5EF4-FFF2-40B4-BE49-F238E27FC236}">
                <a16:creationId xmlns:a16="http://schemas.microsoft.com/office/drawing/2014/main" id="{3E0A59B7-241A-4E44-82B2-D4EB7E671076}"/>
              </a:ext>
            </a:extLst>
          </p:cNvPr>
          <p:cNvSpPr>
            <a:spLocks noGrp="1"/>
          </p:cNvSpPr>
          <p:nvPr/>
        </p:nvSpPr>
        <p:spPr>
          <a:xfrm>
            <a:off x="1977620" y="56101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1" name="A1_bar_Cryo_13244">
            <a:extLst>
              <a:ext uri="{FF2B5EF4-FFF2-40B4-BE49-F238E27FC236}">
                <a16:creationId xmlns:a16="http://schemas.microsoft.com/office/drawing/2014/main" id="{869F411E-CD1E-457C-955B-41B3552EFD91}"/>
              </a:ext>
            </a:extLst>
          </p:cNvPr>
          <p:cNvSpPr>
            <a:spLocks noGrp="1"/>
          </p:cNvSpPr>
          <p:nvPr/>
        </p:nvSpPr>
        <p:spPr>
          <a:xfrm>
            <a:off x="2019844" y="53435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2" name="A1_bar_Cryo_13245">
            <a:extLst>
              <a:ext uri="{FF2B5EF4-FFF2-40B4-BE49-F238E27FC236}">
                <a16:creationId xmlns:a16="http://schemas.microsoft.com/office/drawing/2014/main" id="{54869BED-E820-411D-8776-5645E34F5134}"/>
              </a:ext>
            </a:extLst>
          </p:cNvPr>
          <p:cNvSpPr>
            <a:spLocks noGrp="1"/>
          </p:cNvSpPr>
          <p:nvPr/>
        </p:nvSpPr>
        <p:spPr>
          <a:xfrm>
            <a:off x="1852561" y="59342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3" name="A1_bar_Cryo_13246">
            <a:extLst>
              <a:ext uri="{FF2B5EF4-FFF2-40B4-BE49-F238E27FC236}">
                <a16:creationId xmlns:a16="http://schemas.microsoft.com/office/drawing/2014/main" id="{471DECD9-F646-4FE9-9D58-00F76C70A31C}"/>
              </a:ext>
            </a:extLst>
          </p:cNvPr>
          <p:cNvSpPr>
            <a:spLocks noGrp="1"/>
          </p:cNvSpPr>
          <p:nvPr/>
        </p:nvSpPr>
        <p:spPr>
          <a:xfrm>
            <a:off x="1895393" y="33155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4" name="A1_bar_Cryo_13247">
            <a:extLst>
              <a:ext uri="{FF2B5EF4-FFF2-40B4-BE49-F238E27FC236}">
                <a16:creationId xmlns:a16="http://schemas.microsoft.com/office/drawing/2014/main" id="{123D05DC-D5AC-4C5F-B096-D56F0F358E00}"/>
              </a:ext>
            </a:extLst>
          </p:cNvPr>
          <p:cNvSpPr>
            <a:spLocks noGrp="1"/>
          </p:cNvSpPr>
          <p:nvPr/>
        </p:nvSpPr>
        <p:spPr>
          <a:xfrm>
            <a:off x="1995203" y="41312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5" name="A1_bar_Cryo_13248">
            <a:extLst>
              <a:ext uri="{FF2B5EF4-FFF2-40B4-BE49-F238E27FC236}">
                <a16:creationId xmlns:a16="http://schemas.microsoft.com/office/drawing/2014/main" id="{1F5DCF7A-2A13-4FFD-A6CC-E1810219EA6D}"/>
              </a:ext>
            </a:extLst>
          </p:cNvPr>
          <p:cNvSpPr>
            <a:spLocks noGrp="1"/>
          </p:cNvSpPr>
          <p:nvPr/>
        </p:nvSpPr>
        <p:spPr>
          <a:xfrm>
            <a:off x="1823616" y="343862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6" name="A1_bar_Cryo_13249">
            <a:extLst>
              <a:ext uri="{FF2B5EF4-FFF2-40B4-BE49-F238E27FC236}">
                <a16:creationId xmlns:a16="http://schemas.microsoft.com/office/drawing/2014/main" id="{490CB181-BB1B-4A05-A5E4-46565D66CB40}"/>
              </a:ext>
            </a:extLst>
          </p:cNvPr>
          <p:cNvSpPr>
            <a:spLocks noGrp="1"/>
          </p:cNvSpPr>
          <p:nvPr/>
        </p:nvSpPr>
        <p:spPr>
          <a:xfrm>
            <a:off x="1870293" y="33348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7" name="A1_bar_Cryo_13250">
            <a:extLst>
              <a:ext uri="{FF2B5EF4-FFF2-40B4-BE49-F238E27FC236}">
                <a16:creationId xmlns:a16="http://schemas.microsoft.com/office/drawing/2014/main" id="{EB00B155-AB73-4845-A626-241BA428F8D2}"/>
              </a:ext>
            </a:extLst>
          </p:cNvPr>
          <p:cNvSpPr>
            <a:spLocks noGrp="1"/>
          </p:cNvSpPr>
          <p:nvPr/>
        </p:nvSpPr>
        <p:spPr>
          <a:xfrm>
            <a:off x="1925774" y="460488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8" name="A1_bar_Cryo_13251">
            <a:extLst>
              <a:ext uri="{FF2B5EF4-FFF2-40B4-BE49-F238E27FC236}">
                <a16:creationId xmlns:a16="http://schemas.microsoft.com/office/drawing/2014/main" id="{D8F61ED7-0483-4788-941A-9CFA1A5FB49E}"/>
              </a:ext>
            </a:extLst>
          </p:cNvPr>
          <p:cNvSpPr>
            <a:spLocks noGrp="1"/>
          </p:cNvSpPr>
          <p:nvPr/>
        </p:nvSpPr>
        <p:spPr>
          <a:xfrm>
            <a:off x="1991999" y="36589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9" name="A1_bar_Cryo_13252">
            <a:extLst>
              <a:ext uri="{FF2B5EF4-FFF2-40B4-BE49-F238E27FC236}">
                <a16:creationId xmlns:a16="http://schemas.microsoft.com/office/drawing/2014/main" id="{5ADE7178-CAA0-403B-96A3-3AB8A9A67B40}"/>
              </a:ext>
            </a:extLst>
          </p:cNvPr>
          <p:cNvSpPr>
            <a:spLocks noGrp="1"/>
          </p:cNvSpPr>
          <p:nvPr/>
        </p:nvSpPr>
        <p:spPr>
          <a:xfrm>
            <a:off x="1769066" y="40275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0" name="A1_bar_Cryo_13253">
            <a:extLst>
              <a:ext uri="{FF2B5EF4-FFF2-40B4-BE49-F238E27FC236}">
                <a16:creationId xmlns:a16="http://schemas.microsoft.com/office/drawing/2014/main" id="{D0998B27-8D21-4DA7-B69F-E56BD6AE572D}"/>
              </a:ext>
            </a:extLst>
          </p:cNvPr>
          <p:cNvSpPr>
            <a:spLocks noGrp="1"/>
          </p:cNvSpPr>
          <p:nvPr/>
        </p:nvSpPr>
        <p:spPr>
          <a:xfrm>
            <a:off x="1871002" y="32906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1" name="A1_bar_Cryo_13254">
            <a:extLst>
              <a:ext uri="{FF2B5EF4-FFF2-40B4-BE49-F238E27FC236}">
                <a16:creationId xmlns:a16="http://schemas.microsoft.com/office/drawing/2014/main" id="{601C97E9-AFBC-4BB3-B957-3A2FD8D321D7}"/>
              </a:ext>
            </a:extLst>
          </p:cNvPr>
          <p:cNvSpPr>
            <a:spLocks noGrp="1"/>
          </p:cNvSpPr>
          <p:nvPr/>
        </p:nvSpPr>
        <p:spPr>
          <a:xfrm>
            <a:off x="1906829" y="45631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2" name="A1_bar_Cryo_13255">
            <a:extLst>
              <a:ext uri="{FF2B5EF4-FFF2-40B4-BE49-F238E27FC236}">
                <a16:creationId xmlns:a16="http://schemas.microsoft.com/office/drawing/2014/main" id="{07A6AB73-1AED-44AF-9F59-773A8F7D6E46}"/>
              </a:ext>
            </a:extLst>
          </p:cNvPr>
          <p:cNvSpPr>
            <a:spLocks noGrp="1"/>
          </p:cNvSpPr>
          <p:nvPr/>
        </p:nvSpPr>
        <p:spPr>
          <a:xfrm>
            <a:off x="2008289" y="51097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3" name="A1_bar_Cryo_13256">
            <a:extLst>
              <a:ext uri="{FF2B5EF4-FFF2-40B4-BE49-F238E27FC236}">
                <a16:creationId xmlns:a16="http://schemas.microsoft.com/office/drawing/2014/main" id="{853D8130-A491-4B27-8AF9-ED7EA9A853CA}"/>
              </a:ext>
            </a:extLst>
          </p:cNvPr>
          <p:cNvSpPr>
            <a:spLocks noGrp="1"/>
          </p:cNvSpPr>
          <p:nvPr/>
        </p:nvSpPr>
        <p:spPr>
          <a:xfrm>
            <a:off x="1859320" y="296426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4" name="A1_bar_Cryo_13257">
            <a:extLst>
              <a:ext uri="{FF2B5EF4-FFF2-40B4-BE49-F238E27FC236}">
                <a16:creationId xmlns:a16="http://schemas.microsoft.com/office/drawing/2014/main" id="{D044F07A-BB32-4AF5-B0F0-93AB2E3A5CFF}"/>
              </a:ext>
            </a:extLst>
          </p:cNvPr>
          <p:cNvSpPr>
            <a:spLocks noGrp="1"/>
          </p:cNvSpPr>
          <p:nvPr/>
        </p:nvSpPr>
        <p:spPr>
          <a:xfrm>
            <a:off x="1966611" y="59697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5" name="A1_bar_Cryo_13258">
            <a:extLst>
              <a:ext uri="{FF2B5EF4-FFF2-40B4-BE49-F238E27FC236}">
                <a16:creationId xmlns:a16="http://schemas.microsoft.com/office/drawing/2014/main" id="{73C67EE6-B288-4472-848B-F6C432274DA6}"/>
              </a:ext>
            </a:extLst>
          </p:cNvPr>
          <p:cNvSpPr>
            <a:spLocks noGrp="1"/>
          </p:cNvSpPr>
          <p:nvPr/>
        </p:nvSpPr>
        <p:spPr>
          <a:xfrm>
            <a:off x="1960013" y="342443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6" name="A1_bar_Cryo_13259">
            <a:extLst>
              <a:ext uri="{FF2B5EF4-FFF2-40B4-BE49-F238E27FC236}">
                <a16:creationId xmlns:a16="http://schemas.microsoft.com/office/drawing/2014/main" id="{2BAE27BE-BB8B-4F92-BDBF-F0336395A397}"/>
              </a:ext>
            </a:extLst>
          </p:cNvPr>
          <p:cNvSpPr>
            <a:spLocks noGrp="1"/>
          </p:cNvSpPr>
          <p:nvPr/>
        </p:nvSpPr>
        <p:spPr>
          <a:xfrm>
            <a:off x="1984997" y="499424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7" name="A1_bar_Cryo_13260">
            <a:extLst>
              <a:ext uri="{FF2B5EF4-FFF2-40B4-BE49-F238E27FC236}">
                <a16:creationId xmlns:a16="http://schemas.microsoft.com/office/drawing/2014/main" id="{8397361A-4C04-43BD-ABB0-96CE2DA59014}"/>
              </a:ext>
            </a:extLst>
          </p:cNvPr>
          <p:cNvSpPr>
            <a:spLocks noGrp="1"/>
          </p:cNvSpPr>
          <p:nvPr/>
        </p:nvSpPr>
        <p:spPr>
          <a:xfrm>
            <a:off x="1930640" y="4909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8" name="A1_bar_Cryo_13261">
            <a:extLst>
              <a:ext uri="{FF2B5EF4-FFF2-40B4-BE49-F238E27FC236}">
                <a16:creationId xmlns:a16="http://schemas.microsoft.com/office/drawing/2014/main" id="{6CB42F1B-194B-4DAE-AE0E-70B40C31BAD4}"/>
              </a:ext>
            </a:extLst>
          </p:cNvPr>
          <p:cNvSpPr>
            <a:spLocks noGrp="1"/>
          </p:cNvSpPr>
          <p:nvPr/>
        </p:nvSpPr>
        <p:spPr>
          <a:xfrm>
            <a:off x="1957146" y="33196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9" name="A1_bar_Cryo_13262">
            <a:extLst>
              <a:ext uri="{FF2B5EF4-FFF2-40B4-BE49-F238E27FC236}">
                <a16:creationId xmlns:a16="http://schemas.microsoft.com/office/drawing/2014/main" id="{0ACC69D5-8F54-4CD9-AA1A-1AE860BCB771}"/>
              </a:ext>
            </a:extLst>
          </p:cNvPr>
          <p:cNvSpPr>
            <a:spLocks noGrp="1"/>
          </p:cNvSpPr>
          <p:nvPr/>
        </p:nvSpPr>
        <p:spPr>
          <a:xfrm>
            <a:off x="1940173" y="38765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0" name="A1_bar_Cryo_13263">
            <a:extLst>
              <a:ext uri="{FF2B5EF4-FFF2-40B4-BE49-F238E27FC236}">
                <a16:creationId xmlns:a16="http://schemas.microsoft.com/office/drawing/2014/main" id="{244A0C47-4312-471F-BCA4-9D394190A1AE}"/>
              </a:ext>
            </a:extLst>
          </p:cNvPr>
          <p:cNvSpPr>
            <a:spLocks noGrp="1"/>
          </p:cNvSpPr>
          <p:nvPr/>
        </p:nvSpPr>
        <p:spPr>
          <a:xfrm>
            <a:off x="1813176" y="609784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1" name="A1_bar_Cryo_13264">
            <a:extLst>
              <a:ext uri="{FF2B5EF4-FFF2-40B4-BE49-F238E27FC236}">
                <a16:creationId xmlns:a16="http://schemas.microsoft.com/office/drawing/2014/main" id="{8C9458E0-1D38-4905-9064-AD9C38C81431}"/>
              </a:ext>
            </a:extLst>
          </p:cNvPr>
          <p:cNvSpPr>
            <a:spLocks noGrp="1"/>
          </p:cNvSpPr>
          <p:nvPr/>
        </p:nvSpPr>
        <p:spPr>
          <a:xfrm>
            <a:off x="2014186" y="53285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2" name="A1_bar_Cryo_13265">
            <a:extLst>
              <a:ext uri="{FF2B5EF4-FFF2-40B4-BE49-F238E27FC236}">
                <a16:creationId xmlns:a16="http://schemas.microsoft.com/office/drawing/2014/main" id="{BFDB35E7-1FA1-463C-A656-854CE1E12102}"/>
              </a:ext>
            </a:extLst>
          </p:cNvPr>
          <p:cNvSpPr>
            <a:spLocks noGrp="1"/>
          </p:cNvSpPr>
          <p:nvPr/>
        </p:nvSpPr>
        <p:spPr>
          <a:xfrm>
            <a:off x="1913209" y="491746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3" name="A1_bar_Cryo_13266">
            <a:extLst>
              <a:ext uri="{FF2B5EF4-FFF2-40B4-BE49-F238E27FC236}">
                <a16:creationId xmlns:a16="http://schemas.microsoft.com/office/drawing/2014/main" id="{DF0093A8-1E9C-47AA-A7B3-65043DDDC297}"/>
              </a:ext>
            </a:extLst>
          </p:cNvPr>
          <p:cNvSpPr>
            <a:spLocks noGrp="1"/>
          </p:cNvSpPr>
          <p:nvPr/>
        </p:nvSpPr>
        <p:spPr>
          <a:xfrm>
            <a:off x="1859207" y="477418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4" name="A1_bar_Cryo_13267">
            <a:extLst>
              <a:ext uri="{FF2B5EF4-FFF2-40B4-BE49-F238E27FC236}">
                <a16:creationId xmlns:a16="http://schemas.microsoft.com/office/drawing/2014/main" id="{5F0757AE-29C0-4F80-993B-63B741C5BC21}"/>
              </a:ext>
            </a:extLst>
          </p:cNvPr>
          <p:cNvSpPr>
            <a:spLocks noGrp="1"/>
          </p:cNvSpPr>
          <p:nvPr/>
        </p:nvSpPr>
        <p:spPr>
          <a:xfrm>
            <a:off x="1982075" y="50156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5" name="A1_bar_Cryo_13268">
            <a:extLst>
              <a:ext uri="{FF2B5EF4-FFF2-40B4-BE49-F238E27FC236}">
                <a16:creationId xmlns:a16="http://schemas.microsoft.com/office/drawing/2014/main" id="{836EEB31-F4D9-4DD2-89D5-500205339181}"/>
              </a:ext>
            </a:extLst>
          </p:cNvPr>
          <p:cNvSpPr>
            <a:spLocks noGrp="1"/>
          </p:cNvSpPr>
          <p:nvPr/>
        </p:nvSpPr>
        <p:spPr>
          <a:xfrm>
            <a:off x="1886004" y="441371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6" name="A1_bar_Cryo_13269">
            <a:extLst>
              <a:ext uri="{FF2B5EF4-FFF2-40B4-BE49-F238E27FC236}">
                <a16:creationId xmlns:a16="http://schemas.microsoft.com/office/drawing/2014/main" id="{A0FA74C5-D92A-497D-8CB9-D9F9CF7E015A}"/>
              </a:ext>
            </a:extLst>
          </p:cNvPr>
          <p:cNvSpPr>
            <a:spLocks noGrp="1"/>
          </p:cNvSpPr>
          <p:nvPr/>
        </p:nvSpPr>
        <p:spPr>
          <a:xfrm>
            <a:off x="1963712" y="335772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7" name="A1_bar_Cryo_13270">
            <a:extLst>
              <a:ext uri="{FF2B5EF4-FFF2-40B4-BE49-F238E27FC236}">
                <a16:creationId xmlns:a16="http://schemas.microsoft.com/office/drawing/2014/main" id="{FCF1B4DF-3596-45BC-BA4F-D5EE45D7ED15}"/>
              </a:ext>
            </a:extLst>
          </p:cNvPr>
          <p:cNvSpPr>
            <a:spLocks noGrp="1"/>
          </p:cNvSpPr>
          <p:nvPr/>
        </p:nvSpPr>
        <p:spPr>
          <a:xfrm>
            <a:off x="1991602" y="56747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8" name="A1_bar_Cryo_13271">
            <a:extLst>
              <a:ext uri="{FF2B5EF4-FFF2-40B4-BE49-F238E27FC236}">
                <a16:creationId xmlns:a16="http://schemas.microsoft.com/office/drawing/2014/main" id="{A17141D8-2365-4532-87CB-1B3365981844}"/>
              </a:ext>
            </a:extLst>
          </p:cNvPr>
          <p:cNvSpPr>
            <a:spLocks noGrp="1"/>
          </p:cNvSpPr>
          <p:nvPr/>
        </p:nvSpPr>
        <p:spPr>
          <a:xfrm>
            <a:off x="1970420" y="60978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9" name="A1_bar_Cryo_13272">
            <a:extLst>
              <a:ext uri="{FF2B5EF4-FFF2-40B4-BE49-F238E27FC236}">
                <a16:creationId xmlns:a16="http://schemas.microsoft.com/office/drawing/2014/main" id="{B6C27A6A-076A-4B1B-B1BF-C8BDC447AE24}"/>
              </a:ext>
            </a:extLst>
          </p:cNvPr>
          <p:cNvSpPr>
            <a:spLocks noGrp="1"/>
          </p:cNvSpPr>
          <p:nvPr/>
        </p:nvSpPr>
        <p:spPr>
          <a:xfrm>
            <a:off x="1903883" y="498727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0" name="A1_bar_Cryo_13273">
            <a:extLst>
              <a:ext uri="{FF2B5EF4-FFF2-40B4-BE49-F238E27FC236}">
                <a16:creationId xmlns:a16="http://schemas.microsoft.com/office/drawing/2014/main" id="{375C09CC-F64B-4FBC-BA7E-02DD342A9133}"/>
              </a:ext>
            </a:extLst>
          </p:cNvPr>
          <p:cNvSpPr>
            <a:spLocks noGrp="1"/>
          </p:cNvSpPr>
          <p:nvPr/>
        </p:nvSpPr>
        <p:spPr>
          <a:xfrm>
            <a:off x="1939398" y="509655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1" name="A1_bar_Cryo_13274">
            <a:extLst>
              <a:ext uri="{FF2B5EF4-FFF2-40B4-BE49-F238E27FC236}">
                <a16:creationId xmlns:a16="http://schemas.microsoft.com/office/drawing/2014/main" id="{2F9C7833-8F3D-4952-AD33-9D5C61ADE40C}"/>
              </a:ext>
            </a:extLst>
          </p:cNvPr>
          <p:cNvSpPr>
            <a:spLocks noGrp="1"/>
          </p:cNvSpPr>
          <p:nvPr/>
        </p:nvSpPr>
        <p:spPr>
          <a:xfrm>
            <a:off x="1795359" y="373579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2" name="A1_bar_Cryo_13275">
            <a:extLst>
              <a:ext uri="{FF2B5EF4-FFF2-40B4-BE49-F238E27FC236}">
                <a16:creationId xmlns:a16="http://schemas.microsoft.com/office/drawing/2014/main" id="{45694B06-5019-4691-BC67-16062C8E993B}"/>
              </a:ext>
            </a:extLst>
          </p:cNvPr>
          <p:cNvSpPr>
            <a:spLocks noGrp="1"/>
          </p:cNvSpPr>
          <p:nvPr/>
        </p:nvSpPr>
        <p:spPr>
          <a:xfrm>
            <a:off x="1983115" y="32174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3" name="A1_bar_Cryo_13276">
            <a:extLst>
              <a:ext uri="{FF2B5EF4-FFF2-40B4-BE49-F238E27FC236}">
                <a16:creationId xmlns:a16="http://schemas.microsoft.com/office/drawing/2014/main" id="{7C7C5681-2173-4158-A135-3F6F6BA964D6}"/>
              </a:ext>
            </a:extLst>
          </p:cNvPr>
          <p:cNvSpPr>
            <a:spLocks noGrp="1"/>
          </p:cNvSpPr>
          <p:nvPr/>
        </p:nvSpPr>
        <p:spPr>
          <a:xfrm>
            <a:off x="1792799" y="41229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4" name="A1_bar_Cryo_13277">
            <a:extLst>
              <a:ext uri="{FF2B5EF4-FFF2-40B4-BE49-F238E27FC236}">
                <a16:creationId xmlns:a16="http://schemas.microsoft.com/office/drawing/2014/main" id="{8A524384-067E-46BC-A943-9DDD4B8CC71A}"/>
              </a:ext>
            </a:extLst>
          </p:cNvPr>
          <p:cNvSpPr>
            <a:spLocks noGrp="1"/>
          </p:cNvSpPr>
          <p:nvPr/>
        </p:nvSpPr>
        <p:spPr>
          <a:xfrm>
            <a:off x="1795405" y="470708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5" name="A1_bar_Cryo_13278">
            <a:extLst>
              <a:ext uri="{FF2B5EF4-FFF2-40B4-BE49-F238E27FC236}">
                <a16:creationId xmlns:a16="http://schemas.microsoft.com/office/drawing/2014/main" id="{7A06DDB4-9B66-44B9-95DA-66D1493915EA}"/>
              </a:ext>
            </a:extLst>
          </p:cNvPr>
          <p:cNvSpPr>
            <a:spLocks noGrp="1"/>
          </p:cNvSpPr>
          <p:nvPr/>
        </p:nvSpPr>
        <p:spPr>
          <a:xfrm>
            <a:off x="1928140" y="51620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6" name="A1_bar_Cryo_13279">
            <a:extLst>
              <a:ext uri="{FF2B5EF4-FFF2-40B4-BE49-F238E27FC236}">
                <a16:creationId xmlns:a16="http://schemas.microsoft.com/office/drawing/2014/main" id="{DAADDB62-6069-4B64-B47F-251179E32B6B}"/>
              </a:ext>
            </a:extLst>
          </p:cNvPr>
          <p:cNvSpPr>
            <a:spLocks noGrp="1"/>
          </p:cNvSpPr>
          <p:nvPr/>
        </p:nvSpPr>
        <p:spPr>
          <a:xfrm>
            <a:off x="1838588" y="53730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7" name="A1_bar_Cryo_13280">
            <a:extLst>
              <a:ext uri="{FF2B5EF4-FFF2-40B4-BE49-F238E27FC236}">
                <a16:creationId xmlns:a16="http://schemas.microsoft.com/office/drawing/2014/main" id="{907FF797-B971-49BD-86A4-DF92FA3A92A0}"/>
              </a:ext>
            </a:extLst>
          </p:cNvPr>
          <p:cNvSpPr>
            <a:spLocks noGrp="1"/>
          </p:cNvSpPr>
          <p:nvPr/>
        </p:nvSpPr>
        <p:spPr>
          <a:xfrm>
            <a:off x="1848206" y="4977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8" name="A1_bar_Cryo_13281">
            <a:extLst>
              <a:ext uri="{FF2B5EF4-FFF2-40B4-BE49-F238E27FC236}">
                <a16:creationId xmlns:a16="http://schemas.microsoft.com/office/drawing/2014/main" id="{8A265C19-56D7-4717-A18D-F4784FAB8CCE}"/>
              </a:ext>
            </a:extLst>
          </p:cNvPr>
          <p:cNvSpPr>
            <a:spLocks noGrp="1"/>
          </p:cNvSpPr>
          <p:nvPr/>
        </p:nvSpPr>
        <p:spPr>
          <a:xfrm>
            <a:off x="1881351" y="389923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9" name="A1_bar_Cryo_13282">
            <a:extLst>
              <a:ext uri="{FF2B5EF4-FFF2-40B4-BE49-F238E27FC236}">
                <a16:creationId xmlns:a16="http://schemas.microsoft.com/office/drawing/2014/main" id="{B9FBC747-24F3-4AA8-ADF8-10DACA26812A}"/>
              </a:ext>
            </a:extLst>
          </p:cNvPr>
          <p:cNvSpPr>
            <a:spLocks noGrp="1"/>
          </p:cNvSpPr>
          <p:nvPr/>
        </p:nvSpPr>
        <p:spPr>
          <a:xfrm>
            <a:off x="1796780" y="364687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0" name="A1_bar_Cryo_13283">
            <a:extLst>
              <a:ext uri="{FF2B5EF4-FFF2-40B4-BE49-F238E27FC236}">
                <a16:creationId xmlns:a16="http://schemas.microsoft.com/office/drawing/2014/main" id="{2E8A49B9-8B47-4E36-8840-47757E7954C0}"/>
              </a:ext>
            </a:extLst>
          </p:cNvPr>
          <p:cNvSpPr>
            <a:spLocks noGrp="1"/>
          </p:cNvSpPr>
          <p:nvPr/>
        </p:nvSpPr>
        <p:spPr>
          <a:xfrm>
            <a:off x="1912537" y="441233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1" name="A1_bar_Cryo_13284">
            <a:extLst>
              <a:ext uri="{FF2B5EF4-FFF2-40B4-BE49-F238E27FC236}">
                <a16:creationId xmlns:a16="http://schemas.microsoft.com/office/drawing/2014/main" id="{DF0569BD-F15A-42FF-88E5-75FDE7C825D1}"/>
              </a:ext>
            </a:extLst>
          </p:cNvPr>
          <p:cNvSpPr>
            <a:spLocks noGrp="1"/>
          </p:cNvSpPr>
          <p:nvPr/>
        </p:nvSpPr>
        <p:spPr>
          <a:xfrm>
            <a:off x="1841592" y="511323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2" name="A1_bar_Cryo_13285">
            <a:extLst>
              <a:ext uri="{FF2B5EF4-FFF2-40B4-BE49-F238E27FC236}">
                <a16:creationId xmlns:a16="http://schemas.microsoft.com/office/drawing/2014/main" id="{B51356A4-5A33-428A-B4DE-2158DEB5B1E3}"/>
              </a:ext>
            </a:extLst>
          </p:cNvPr>
          <p:cNvSpPr>
            <a:spLocks noGrp="1"/>
          </p:cNvSpPr>
          <p:nvPr/>
        </p:nvSpPr>
        <p:spPr>
          <a:xfrm>
            <a:off x="1974441" y="581079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3" name="A1_bar_Cryo_13286">
            <a:extLst>
              <a:ext uri="{FF2B5EF4-FFF2-40B4-BE49-F238E27FC236}">
                <a16:creationId xmlns:a16="http://schemas.microsoft.com/office/drawing/2014/main" id="{AB9C4C34-94EA-4687-9A02-C512A93C47F4}"/>
              </a:ext>
            </a:extLst>
          </p:cNvPr>
          <p:cNvSpPr>
            <a:spLocks noGrp="1"/>
          </p:cNvSpPr>
          <p:nvPr/>
        </p:nvSpPr>
        <p:spPr>
          <a:xfrm>
            <a:off x="1982768" y="37234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4" name="A1_bar_Cryo_13287">
            <a:extLst>
              <a:ext uri="{FF2B5EF4-FFF2-40B4-BE49-F238E27FC236}">
                <a16:creationId xmlns:a16="http://schemas.microsoft.com/office/drawing/2014/main" id="{557AD196-04DB-47D4-938E-074CE48BC6FF}"/>
              </a:ext>
            </a:extLst>
          </p:cNvPr>
          <p:cNvSpPr>
            <a:spLocks noGrp="1"/>
          </p:cNvSpPr>
          <p:nvPr/>
        </p:nvSpPr>
        <p:spPr>
          <a:xfrm>
            <a:off x="1972120" y="609784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5" name="A1_bar_Cryo_13288">
            <a:extLst>
              <a:ext uri="{FF2B5EF4-FFF2-40B4-BE49-F238E27FC236}">
                <a16:creationId xmlns:a16="http://schemas.microsoft.com/office/drawing/2014/main" id="{BA4764EC-35B8-412A-BC21-2A472196C99D}"/>
              </a:ext>
            </a:extLst>
          </p:cNvPr>
          <p:cNvSpPr>
            <a:spLocks noGrp="1"/>
          </p:cNvSpPr>
          <p:nvPr/>
        </p:nvSpPr>
        <p:spPr>
          <a:xfrm>
            <a:off x="1783549" y="355929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6" name="A1_bar_Cryo_13289">
            <a:extLst>
              <a:ext uri="{FF2B5EF4-FFF2-40B4-BE49-F238E27FC236}">
                <a16:creationId xmlns:a16="http://schemas.microsoft.com/office/drawing/2014/main" id="{8AAAAB34-0526-4526-918C-0156F2E1E6D7}"/>
              </a:ext>
            </a:extLst>
          </p:cNvPr>
          <p:cNvSpPr>
            <a:spLocks noGrp="1"/>
          </p:cNvSpPr>
          <p:nvPr/>
        </p:nvSpPr>
        <p:spPr>
          <a:xfrm>
            <a:off x="1902620" y="59257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7" name="A1_bar_Cryo_13290">
            <a:extLst>
              <a:ext uri="{FF2B5EF4-FFF2-40B4-BE49-F238E27FC236}">
                <a16:creationId xmlns:a16="http://schemas.microsoft.com/office/drawing/2014/main" id="{164C7D55-4880-4895-91E2-8447ABFD3778}"/>
              </a:ext>
            </a:extLst>
          </p:cNvPr>
          <p:cNvSpPr>
            <a:spLocks noGrp="1"/>
          </p:cNvSpPr>
          <p:nvPr/>
        </p:nvSpPr>
        <p:spPr>
          <a:xfrm>
            <a:off x="1995211" y="43301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8" name="A1_bar_Cryo_13291">
            <a:extLst>
              <a:ext uri="{FF2B5EF4-FFF2-40B4-BE49-F238E27FC236}">
                <a16:creationId xmlns:a16="http://schemas.microsoft.com/office/drawing/2014/main" id="{232FDDBF-5F6D-461B-8391-328B86FF540E}"/>
              </a:ext>
            </a:extLst>
          </p:cNvPr>
          <p:cNvSpPr>
            <a:spLocks noGrp="1"/>
          </p:cNvSpPr>
          <p:nvPr/>
        </p:nvSpPr>
        <p:spPr>
          <a:xfrm>
            <a:off x="1793544" y="4587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9" name="A1_bar_Cryo_13292">
            <a:extLst>
              <a:ext uri="{FF2B5EF4-FFF2-40B4-BE49-F238E27FC236}">
                <a16:creationId xmlns:a16="http://schemas.microsoft.com/office/drawing/2014/main" id="{F7F5E5E6-C823-4993-84C1-D1941EF8D5B3}"/>
              </a:ext>
            </a:extLst>
          </p:cNvPr>
          <p:cNvSpPr>
            <a:spLocks noGrp="1"/>
          </p:cNvSpPr>
          <p:nvPr/>
        </p:nvSpPr>
        <p:spPr>
          <a:xfrm>
            <a:off x="1936896" y="453518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0" name="A1_bar_Cryo_13293">
            <a:extLst>
              <a:ext uri="{FF2B5EF4-FFF2-40B4-BE49-F238E27FC236}">
                <a16:creationId xmlns:a16="http://schemas.microsoft.com/office/drawing/2014/main" id="{1BF3124E-F924-4C9B-8BB8-D08A6BC1FAF5}"/>
              </a:ext>
            </a:extLst>
          </p:cNvPr>
          <p:cNvSpPr>
            <a:spLocks noGrp="1"/>
          </p:cNvSpPr>
          <p:nvPr/>
        </p:nvSpPr>
        <p:spPr>
          <a:xfrm>
            <a:off x="1941612" y="3523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1" name="A1_bar_Cryo_13294">
            <a:extLst>
              <a:ext uri="{FF2B5EF4-FFF2-40B4-BE49-F238E27FC236}">
                <a16:creationId xmlns:a16="http://schemas.microsoft.com/office/drawing/2014/main" id="{E07013E8-0903-475D-85A6-76F9423041AA}"/>
              </a:ext>
            </a:extLst>
          </p:cNvPr>
          <p:cNvSpPr>
            <a:spLocks noGrp="1"/>
          </p:cNvSpPr>
          <p:nvPr/>
        </p:nvSpPr>
        <p:spPr>
          <a:xfrm>
            <a:off x="1929916" y="3347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2" name="A1_bar_Cryo_13295">
            <a:extLst>
              <a:ext uri="{FF2B5EF4-FFF2-40B4-BE49-F238E27FC236}">
                <a16:creationId xmlns:a16="http://schemas.microsoft.com/office/drawing/2014/main" id="{09E993F0-A9CF-442B-83DF-815BDE33694A}"/>
              </a:ext>
            </a:extLst>
          </p:cNvPr>
          <p:cNvSpPr>
            <a:spLocks noGrp="1"/>
          </p:cNvSpPr>
          <p:nvPr/>
        </p:nvSpPr>
        <p:spPr>
          <a:xfrm>
            <a:off x="2002303" y="575008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3" name="A1_bar_Cryo_13296">
            <a:extLst>
              <a:ext uri="{FF2B5EF4-FFF2-40B4-BE49-F238E27FC236}">
                <a16:creationId xmlns:a16="http://schemas.microsoft.com/office/drawing/2014/main" id="{39F5B01A-E34C-4155-B8DA-8FD9E8B54D7F}"/>
              </a:ext>
            </a:extLst>
          </p:cNvPr>
          <p:cNvSpPr>
            <a:spLocks noGrp="1"/>
          </p:cNvSpPr>
          <p:nvPr/>
        </p:nvSpPr>
        <p:spPr>
          <a:xfrm>
            <a:off x="1970829" y="609785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4" name="A1_bar_Cryo_13297">
            <a:extLst>
              <a:ext uri="{FF2B5EF4-FFF2-40B4-BE49-F238E27FC236}">
                <a16:creationId xmlns:a16="http://schemas.microsoft.com/office/drawing/2014/main" id="{717E62F9-E38C-4AD4-BD7E-D0D26224DD21}"/>
              </a:ext>
            </a:extLst>
          </p:cNvPr>
          <p:cNvSpPr>
            <a:spLocks noGrp="1"/>
          </p:cNvSpPr>
          <p:nvPr/>
        </p:nvSpPr>
        <p:spPr>
          <a:xfrm>
            <a:off x="2020292" y="471273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5" name="A1_bar_Cryo_13298">
            <a:extLst>
              <a:ext uri="{FF2B5EF4-FFF2-40B4-BE49-F238E27FC236}">
                <a16:creationId xmlns:a16="http://schemas.microsoft.com/office/drawing/2014/main" id="{2AC54465-ADAE-4277-BAD0-722ED6CC6B09}"/>
              </a:ext>
            </a:extLst>
          </p:cNvPr>
          <p:cNvSpPr>
            <a:spLocks noGrp="1"/>
          </p:cNvSpPr>
          <p:nvPr/>
        </p:nvSpPr>
        <p:spPr>
          <a:xfrm>
            <a:off x="2018657" y="35136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6" name="A1_bar_Cryo_13299">
            <a:extLst>
              <a:ext uri="{FF2B5EF4-FFF2-40B4-BE49-F238E27FC236}">
                <a16:creationId xmlns:a16="http://schemas.microsoft.com/office/drawing/2014/main" id="{1E1DF288-7D45-4F57-85A4-C8CE2C2A79EA}"/>
              </a:ext>
            </a:extLst>
          </p:cNvPr>
          <p:cNvSpPr>
            <a:spLocks noGrp="1"/>
          </p:cNvSpPr>
          <p:nvPr/>
        </p:nvSpPr>
        <p:spPr>
          <a:xfrm>
            <a:off x="1957918" y="39627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7" name="A1_bar_Cryo_13300">
            <a:extLst>
              <a:ext uri="{FF2B5EF4-FFF2-40B4-BE49-F238E27FC236}">
                <a16:creationId xmlns:a16="http://schemas.microsoft.com/office/drawing/2014/main" id="{1CD205E9-6484-4F60-949F-05C4392036C5}"/>
              </a:ext>
            </a:extLst>
          </p:cNvPr>
          <p:cNvSpPr>
            <a:spLocks noGrp="1"/>
          </p:cNvSpPr>
          <p:nvPr/>
        </p:nvSpPr>
        <p:spPr>
          <a:xfrm>
            <a:off x="1918917" y="45556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8" name="A1_bar_Cryo_13301">
            <a:extLst>
              <a:ext uri="{FF2B5EF4-FFF2-40B4-BE49-F238E27FC236}">
                <a16:creationId xmlns:a16="http://schemas.microsoft.com/office/drawing/2014/main" id="{A4CB23CD-E947-4EE0-91CC-7D482926F8B2}"/>
              </a:ext>
            </a:extLst>
          </p:cNvPr>
          <p:cNvSpPr>
            <a:spLocks noGrp="1"/>
          </p:cNvSpPr>
          <p:nvPr/>
        </p:nvSpPr>
        <p:spPr>
          <a:xfrm>
            <a:off x="1840807" y="374839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9" name="A1_bar_Cryo_13302">
            <a:extLst>
              <a:ext uri="{FF2B5EF4-FFF2-40B4-BE49-F238E27FC236}">
                <a16:creationId xmlns:a16="http://schemas.microsoft.com/office/drawing/2014/main" id="{EEA01A28-8E2C-4B11-97B8-979E3D3511DF}"/>
              </a:ext>
            </a:extLst>
          </p:cNvPr>
          <p:cNvSpPr>
            <a:spLocks noGrp="1"/>
          </p:cNvSpPr>
          <p:nvPr/>
        </p:nvSpPr>
        <p:spPr>
          <a:xfrm>
            <a:off x="1804602" y="34705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0" name="A1_bar_Cryo_13303">
            <a:extLst>
              <a:ext uri="{FF2B5EF4-FFF2-40B4-BE49-F238E27FC236}">
                <a16:creationId xmlns:a16="http://schemas.microsoft.com/office/drawing/2014/main" id="{FF3CA082-AD25-4E1D-8890-C5E1E6EF3AD0}"/>
              </a:ext>
            </a:extLst>
          </p:cNvPr>
          <p:cNvSpPr>
            <a:spLocks noGrp="1"/>
          </p:cNvSpPr>
          <p:nvPr/>
        </p:nvSpPr>
        <p:spPr>
          <a:xfrm>
            <a:off x="1921548" y="47299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1" name="A1_bar_Cryo_13304">
            <a:extLst>
              <a:ext uri="{FF2B5EF4-FFF2-40B4-BE49-F238E27FC236}">
                <a16:creationId xmlns:a16="http://schemas.microsoft.com/office/drawing/2014/main" id="{AA4BE8FF-3FAA-4F3F-96B8-7E234454BBD5}"/>
              </a:ext>
            </a:extLst>
          </p:cNvPr>
          <p:cNvSpPr>
            <a:spLocks noGrp="1"/>
          </p:cNvSpPr>
          <p:nvPr/>
        </p:nvSpPr>
        <p:spPr>
          <a:xfrm>
            <a:off x="1808755" y="35088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2" name="A1_bar_Cryo_13305">
            <a:extLst>
              <a:ext uri="{FF2B5EF4-FFF2-40B4-BE49-F238E27FC236}">
                <a16:creationId xmlns:a16="http://schemas.microsoft.com/office/drawing/2014/main" id="{A671EBF1-D2D6-4EE1-8AA0-97A6F139F20E}"/>
              </a:ext>
            </a:extLst>
          </p:cNvPr>
          <p:cNvSpPr>
            <a:spLocks noGrp="1"/>
          </p:cNvSpPr>
          <p:nvPr/>
        </p:nvSpPr>
        <p:spPr>
          <a:xfrm>
            <a:off x="1928716" y="44938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3" name="A1_bar_Cryo_13306">
            <a:extLst>
              <a:ext uri="{FF2B5EF4-FFF2-40B4-BE49-F238E27FC236}">
                <a16:creationId xmlns:a16="http://schemas.microsoft.com/office/drawing/2014/main" id="{19125DD5-C0CC-40E1-86E8-F844E04805EE}"/>
              </a:ext>
            </a:extLst>
          </p:cNvPr>
          <p:cNvSpPr>
            <a:spLocks noGrp="1"/>
          </p:cNvSpPr>
          <p:nvPr/>
        </p:nvSpPr>
        <p:spPr>
          <a:xfrm>
            <a:off x="1874164" y="37462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4" name="A1_bar_Cryo_13307">
            <a:extLst>
              <a:ext uri="{FF2B5EF4-FFF2-40B4-BE49-F238E27FC236}">
                <a16:creationId xmlns:a16="http://schemas.microsoft.com/office/drawing/2014/main" id="{F766479F-A343-4182-83D5-2EF4D9C82AC5}"/>
              </a:ext>
            </a:extLst>
          </p:cNvPr>
          <p:cNvSpPr>
            <a:spLocks noGrp="1"/>
          </p:cNvSpPr>
          <p:nvPr/>
        </p:nvSpPr>
        <p:spPr>
          <a:xfrm>
            <a:off x="1812881" y="60218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5" name="A1_bar_Cryo_13308">
            <a:extLst>
              <a:ext uri="{FF2B5EF4-FFF2-40B4-BE49-F238E27FC236}">
                <a16:creationId xmlns:a16="http://schemas.microsoft.com/office/drawing/2014/main" id="{115330CB-1605-4C37-969B-B40AE880B3E4}"/>
              </a:ext>
            </a:extLst>
          </p:cNvPr>
          <p:cNvSpPr>
            <a:spLocks noGrp="1"/>
          </p:cNvSpPr>
          <p:nvPr/>
        </p:nvSpPr>
        <p:spPr>
          <a:xfrm>
            <a:off x="1909960" y="46074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6" name="A1_bar_Cryo_13309">
            <a:extLst>
              <a:ext uri="{FF2B5EF4-FFF2-40B4-BE49-F238E27FC236}">
                <a16:creationId xmlns:a16="http://schemas.microsoft.com/office/drawing/2014/main" id="{F0AC9FB3-23EF-4289-85E3-A7B7292BC48E}"/>
              </a:ext>
            </a:extLst>
          </p:cNvPr>
          <p:cNvSpPr>
            <a:spLocks noGrp="1"/>
          </p:cNvSpPr>
          <p:nvPr/>
        </p:nvSpPr>
        <p:spPr>
          <a:xfrm>
            <a:off x="1952061" y="34767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7" name="A1_bar_Cryo_13310">
            <a:extLst>
              <a:ext uri="{FF2B5EF4-FFF2-40B4-BE49-F238E27FC236}">
                <a16:creationId xmlns:a16="http://schemas.microsoft.com/office/drawing/2014/main" id="{682C09AF-B14C-4394-BA76-D89DAB2A010D}"/>
              </a:ext>
            </a:extLst>
          </p:cNvPr>
          <p:cNvSpPr>
            <a:spLocks noGrp="1"/>
          </p:cNvSpPr>
          <p:nvPr/>
        </p:nvSpPr>
        <p:spPr>
          <a:xfrm>
            <a:off x="1934890" y="60025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8" name="A1_bar_Cryo_13311">
            <a:extLst>
              <a:ext uri="{FF2B5EF4-FFF2-40B4-BE49-F238E27FC236}">
                <a16:creationId xmlns:a16="http://schemas.microsoft.com/office/drawing/2014/main" id="{A75712E9-AC65-4865-B9ED-0C773F2AA217}"/>
              </a:ext>
            </a:extLst>
          </p:cNvPr>
          <p:cNvSpPr>
            <a:spLocks noGrp="1"/>
          </p:cNvSpPr>
          <p:nvPr/>
        </p:nvSpPr>
        <p:spPr>
          <a:xfrm>
            <a:off x="2015112" y="433056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9" name="A1_bar_Cryo_13312">
            <a:extLst>
              <a:ext uri="{FF2B5EF4-FFF2-40B4-BE49-F238E27FC236}">
                <a16:creationId xmlns:a16="http://schemas.microsoft.com/office/drawing/2014/main" id="{A47BE025-58EB-4173-A2CC-335E97DEAF10}"/>
              </a:ext>
            </a:extLst>
          </p:cNvPr>
          <p:cNvSpPr>
            <a:spLocks noGrp="1"/>
          </p:cNvSpPr>
          <p:nvPr/>
        </p:nvSpPr>
        <p:spPr>
          <a:xfrm>
            <a:off x="1831394" y="60693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0" name="A1_bar_Cryo_13313">
            <a:extLst>
              <a:ext uri="{FF2B5EF4-FFF2-40B4-BE49-F238E27FC236}">
                <a16:creationId xmlns:a16="http://schemas.microsoft.com/office/drawing/2014/main" id="{206793C8-76AA-4F23-8DC1-E2D6F76E45A8}"/>
              </a:ext>
            </a:extLst>
          </p:cNvPr>
          <p:cNvSpPr>
            <a:spLocks noGrp="1"/>
          </p:cNvSpPr>
          <p:nvPr/>
        </p:nvSpPr>
        <p:spPr>
          <a:xfrm>
            <a:off x="1966679" y="495015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1" name="A1_bar_Cryo_13314">
            <a:extLst>
              <a:ext uri="{FF2B5EF4-FFF2-40B4-BE49-F238E27FC236}">
                <a16:creationId xmlns:a16="http://schemas.microsoft.com/office/drawing/2014/main" id="{17B90EFD-2C66-461A-9724-FDC55F79BB53}"/>
              </a:ext>
            </a:extLst>
          </p:cNvPr>
          <p:cNvSpPr>
            <a:spLocks noGrp="1"/>
          </p:cNvSpPr>
          <p:nvPr/>
        </p:nvSpPr>
        <p:spPr>
          <a:xfrm>
            <a:off x="1939907" y="515202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2" name="A1_bar_Cryo_13315">
            <a:extLst>
              <a:ext uri="{FF2B5EF4-FFF2-40B4-BE49-F238E27FC236}">
                <a16:creationId xmlns:a16="http://schemas.microsoft.com/office/drawing/2014/main" id="{4DC34B08-FEF7-4209-8F84-BE0D54F14410}"/>
              </a:ext>
            </a:extLst>
          </p:cNvPr>
          <p:cNvSpPr>
            <a:spLocks noGrp="1"/>
          </p:cNvSpPr>
          <p:nvPr/>
        </p:nvSpPr>
        <p:spPr>
          <a:xfrm>
            <a:off x="1874898" y="456309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3" name="A1_bar_Cryo_13316">
            <a:extLst>
              <a:ext uri="{FF2B5EF4-FFF2-40B4-BE49-F238E27FC236}">
                <a16:creationId xmlns:a16="http://schemas.microsoft.com/office/drawing/2014/main" id="{C8FBF7C1-1A15-4062-81EF-8713A87462F5}"/>
              </a:ext>
            </a:extLst>
          </p:cNvPr>
          <p:cNvSpPr>
            <a:spLocks noGrp="1"/>
          </p:cNvSpPr>
          <p:nvPr/>
        </p:nvSpPr>
        <p:spPr>
          <a:xfrm>
            <a:off x="1809932" y="59123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4" name="A1_bar_Cryo_13317">
            <a:extLst>
              <a:ext uri="{FF2B5EF4-FFF2-40B4-BE49-F238E27FC236}">
                <a16:creationId xmlns:a16="http://schemas.microsoft.com/office/drawing/2014/main" id="{5217AC95-F897-4538-ACAC-3401421A65E2}"/>
              </a:ext>
            </a:extLst>
          </p:cNvPr>
          <p:cNvSpPr>
            <a:spLocks noGrp="1"/>
          </p:cNvSpPr>
          <p:nvPr/>
        </p:nvSpPr>
        <p:spPr>
          <a:xfrm>
            <a:off x="2014903" y="40660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5" name="A1_bar_Cryo_13318">
            <a:extLst>
              <a:ext uri="{FF2B5EF4-FFF2-40B4-BE49-F238E27FC236}">
                <a16:creationId xmlns:a16="http://schemas.microsoft.com/office/drawing/2014/main" id="{F6D956C4-B3A1-41C0-8366-E848CA939080}"/>
              </a:ext>
            </a:extLst>
          </p:cNvPr>
          <p:cNvSpPr>
            <a:spLocks noGrp="1"/>
          </p:cNvSpPr>
          <p:nvPr/>
        </p:nvSpPr>
        <p:spPr>
          <a:xfrm>
            <a:off x="1931716" y="358248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6" name="A1_bar_Cryo_13319">
            <a:extLst>
              <a:ext uri="{FF2B5EF4-FFF2-40B4-BE49-F238E27FC236}">
                <a16:creationId xmlns:a16="http://schemas.microsoft.com/office/drawing/2014/main" id="{D7F0FF28-F9B0-4EAD-A5FD-B41B1D186D49}"/>
              </a:ext>
            </a:extLst>
          </p:cNvPr>
          <p:cNvSpPr>
            <a:spLocks noGrp="1"/>
          </p:cNvSpPr>
          <p:nvPr/>
        </p:nvSpPr>
        <p:spPr>
          <a:xfrm>
            <a:off x="1791823" y="522146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7" name="A1_bar_Cryo_13320">
            <a:extLst>
              <a:ext uri="{FF2B5EF4-FFF2-40B4-BE49-F238E27FC236}">
                <a16:creationId xmlns:a16="http://schemas.microsoft.com/office/drawing/2014/main" id="{6318B721-05F9-4E5D-9ACA-184C637DF250}"/>
              </a:ext>
            </a:extLst>
          </p:cNvPr>
          <p:cNvSpPr>
            <a:spLocks noGrp="1"/>
          </p:cNvSpPr>
          <p:nvPr/>
        </p:nvSpPr>
        <p:spPr>
          <a:xfrm>
            <a:off x="1775739" y="359833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8" name="A1_bar_Cryo_13321">
            <a:extLst>
              <a:ext uri="{FF2B5EF4-FFF2-40B4-BE49-F238E27FC236}">
                <a16:creationId xmlns:a16="http://schemas.microsoft.com/office/drawing/2014/main" id="{1F0878B6-123F-4784-8367-93391E6F6B4F}"/>
              </a:ext>
            </a:extLst>
          </p:cNvPr>
          <p:cNvSpPr>
            <a:spLocks noGrp="1"/>
          </p:cNvSpPr>
          <p:nvPr/>
        </p:nvSpPr>
        <p:spPr>
          <a:xfrm>
            <a:off x="1793962" y="54264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9" name="A1_bar_Cryo_13322">
            <a:extLst>
              <a:ext uri="{FF2B5EF4-FFF2-40B4-BE49-F238E27FC236}">
                <a16:creationId xmlns:a16="http://schemas.microsoft.com/office/drawing/2014/main" id="{7BD4DF08-B872-4354-BE75-D62AF87386E6}"/>
              </a:ext>
            </a:extLst>
          </p:cNvPr>
          <p:cNvSpPr>
            <a:spLocks noGrp="1"/>
          </p:cNvSpPr>
          <p:nvPr/>
        </p:nvSpPr>
        <p:spPr>
          <a:xfrm>
            <a:off x="1950734" y="43687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0" name="A1_bar_Cryo_13323">
            <a:extLst>
              <a:ext uri="{FF2B5EF4-FFF2-40B4-BE49-F238E27FC236}">
                <a16:creationId xmlns:a16="http://schemas.microsoft.com/office/drawing/2014/main" id="{6FE16AFE-5555-4BFA-AB25-B83F8503C6AE}"/>
              </a:ext>
            </a:extLst>
          </p:cNvPr>
          <p:cNvSpPr>
            <a:spLocks noGrp="1"/>
          </p:cNvSpPr>
          <p:nvPr/>
        </p:nvSpPr>
        <p:spPr>
          <a:xfrm>
            <a:off x="1835892" y="458107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1" name="A1_bar_Cryo_13324">
            <a:extLst>
              <a:ext uri="{FF2B5EF4-FFF2-40B4-BE49-F238E27FC236}">
                <a16:creationId xmlns:a16="http://schemas.microsoft.com/office/drawing/2014/main" id="{DA24EC25-ACC8-4F2D-920C-299237D683E1}"/>
              </a:ext>
            </a:extLst>
          </p:cNvPr>
          <p:cNvSpPr>
            <a:spLocks noGrp="1"/>
          </p:cNvSpPr>
          <p:nvPr/>
        </p:nvSpPr>
        <p:spPr>
          <a:xfrm>
            <a:off x="2003490" y="446715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2" name="A1_bar_Cryo_13325">
            <a:extLst>
              <a:ext uri="{FF2B5EF4-FFF2-40B4-BE49-F238E27FC236}">
                <a16:creationId xmlns:a16="http://schemas.microsoft.com/office/drawing/2014/main" id="{B6567D51-45BA-41B2-8206-2CDB4B1F905A}"/>
              </a:ext>
            </a:extLst>
          </p:cNvPr>
          <p:cNvSpPr>
            <a:spLocks noGrp="1"/>
          </p:cNvSpPr>
          <p:nvPr/>
        </p:nvSpPr>
        <p:spPr>
          <a:xfrm>
            <a:off x="1807148" y="403422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3" name="A1_bar_Cryo_13326">
            <a:extLst>
              <a:ext uri="{FF2B5EF4-FFF2-40B4-BE49-F238E27FC236}">
                <a16:creationId xmlns:a16="http://schemas.microsoft.com/office/drawing/2014/main" id="{5C8BC36D-431D-4AA7-918D-49765D8E295F}"/>
              </a:ext>
            </a:extLst>
          </p:cNvPr>
          <p:cNvSpPr>
            <a:spLocks noGrp="1"/>
          </p:cNvSpPr>
          <p:nvPr/>
        </p:nvSpPr>
        <p:spPr>
          <a:xfrm>
            <a:off x="1776664" y="37854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4" name="A1_bar_Cryo_13327">
            <a:extLst>
              <a:ext uri="{FF2B5EF4-FFF2-40B4-BE49-F238E27FC236}">
                <a16:creationId xmlns:a16="http://schemas.microsoft.com/office/drawing/2014/main" id="{F33B8D49-437F-4CB1-888C-2527E0D8A27B}"/>
              </a:ext>
            </a:extLst>
          </p:cNvPr>
          <p:cNvSpPr>
            <a:spLocks noGrp="1"/>
          </p:cNvSpPr>
          <p:nvPr/>
        </p:nvSpPr>
        <p:spPr>
          <a:xfrm>
            <a:off x="1921332" y="54902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5" name="A1_bar_Cryo_13328">
            <a:extLst>
              <a:ext uri="{FF2B5EF4-FFF2-40B4-BE49-F238E27FC236}">
                <a16:creationId xmlns:a16="http://schemas.microsoft.com/office/drawing/2014/main" id="{5E478D8B-411C-4A5C-8BAB-E559BEB3D824}"/>
              </a:ext>
            </a:extLst>
          </p:cNvPr>
          <p:cNvSpPr>
            <a:spLocks noGrp="1"/>
          </p:cNvSpPr>
          <p:nvPr/>
        </p:nvSpPr>
        <p:spPr>
          <a:xfrm>
            <a:off x="1833785" y="35955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6" name="A1_bar_Cryo_13329">
            <a:extLst>
              <a:ext uri="{FF2B5EF4-FFF2-40B4-BE49-F238E27FC236}">
                <a16:creationId xmlns:a16="http://schemas.microsoft.com/office/drawing/2014/main" id="{6359BB3D-24E9-4628-8ADD-D2F7B6470BAE}"/>
              </a:ext>
            </a:extLst>
          </p:cNvPr>
          <p:cNvSpPr>
            <a:spLocks noGrp="1"/>
          </p:cNvSpPr>
          <p:nvPr/>
        </p:nvSpPr>
        <p:spPr>
          <a:xfrm>
            <a:off x="1999545" y="559383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7" name="A1_bar_Cryo_13330">
            <a:extLst>
              <a:ext uri="{FF2B5EF4-FFF2-40B4-BE49-F238E27FC236}">
                <a16:creationId xmlns:a16="http://schemas.microsoft.com/office/drawing/2014/main" id="{52DBEAC7-665D-45DE-A1F6-CCCCB9A286A1}"/>
              </a:ext>
            </a:extLst>
          </p:cNvPr>
          <p:cNvSpPr>
            <a:spLocks noGrp="1"/>
          </p:cNvSpPr>
          <p:nvPr/>
        </p:nvSpPr>
        <p:spPr>
          <a:xfrm>
            <a:off x="1919497" y="373719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8" name="A1_bar_Cryo_13331">
            <a:extLst>
              <a:ext uri="{FF2B5EF4-FFF2-40B4-BE49-F238E27FC236}">
                <a16:creationId xmlns:a16="http://schemas.microsoft.com/office/drawing/2014/main" id="{E67A42F4-FF2C-4D1B-90F6-4D8CA5F7CAB7}"/>
              </a:ext>
            </a:extLst>
          </p:cNvPr>
          <p:cNvSpPr>
            <a:spLocks noGrp="1"/>
          </p:cNvSpPr>
          <p:nvPr/>
        </p:nvSpPr>
        <p:spPr>
          <a:xfrm>
            <a:off x="1831833" y="43670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9" name="A1_bar_Cryo_13332">
            <a:extLst>
              <a:ext uri="{FF2B5EF4-FFF2-40B4-BE49-F238E27FC236}">
                <a16:creationId xmlns:a16="http://schemas.microsoft.com/office/drawing/2014/main" id="{D93F1E20-BB4A-4352-8ADE-BF3672DFE4BB}"/>
              </a:ext>
            </a:extLst>
          </p:cNvPr>
          <p:cNvSpPr>
            <a:spLocks noGrp="1"/>
          </p:cNvSpPr>
          <p:nvPr/>
        </p:nvSpPr>
        <p:spPr>
          <a:xfrm>
            <a:off x="1988423" y="33330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0" name="A1_bar_Cryo_13333">
            <a:extLst>
              <a:ext uri="{FF2B5EF4-FFF2-40B4-BE49-F238E27FC236}">
                <a16:creationId xmlns:a16="http://schemas.microsoft.com/office/drawing/2014/main" id="{B722BB0E-81B3-4F7B-8761-15398F28F3CE}"/>
              </a:ext>
            </a:extLst>
          </p:cNvPr>
          <p:cNvSpPr>
            <a:spLocks noGrp="1"/>
          </p:cNvSpPr>
          <p:nvPr/>
        </p:nvSpPr>
        <p:spPr>
          <a:xfrm>
            <a:off x="1848265" y="406709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1" name="A1_bar_Cryo_13334">
            <a:extLst>
              <a:ext uri="{FF2B5EF4-FFF2-40B4-BE49-F238E27FC236}">
                <a16:creationId xmlns:a16="http://schemas.microsoft.com/office/drawing/2014/main" id="{0EAE58C0-9731-4F36-9BBC-E09CF27245CE}"/>
              </a:ext>
            </a:extLst>
          </p:cNvPr>
          <p:cNvSpPr>
            <a:spLocks noGrp="1"/>
          </p:cNvSpPr>
          <p:nvPr/>
        </p:nvSpPr>
        <p:spPr>
          <a:xfrm>
            <a:off x="1986988" y="39874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2" name="A1_bar_Cryo_13335">
            <a:extLst>
              <a:ext uri="{FF2B5EF4-FFF2-40B4-BE49-F238E27FC236}">
                <a16:creationId xmlns:a16="http://schemas.microsoft.com/office/drawing/2014/main" id="{2C7F3F98-BD92-4BFE-824F-9920899FB663}"/>
              </a:ext>
            </a:extLst>
          </p:cNvPr>
          <p:cNvSpPr>
            <a:spLocks noGrp="1"/>
          </p:cNvSpPr>
          <p:nvPr/>
        </p:nvSpPr>
        <p:spPr>
          <a:xfrm>
            <a:off x="1895054" y="459934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3" name="A1_bar_Cryo_13336">
            <a:extLst>
              <a:ext uri="{FF2B5EF4-FFF2-40B4-BE49-F238E27FC236}">
                <a16:creationId xmlns:a16="http://schemas.microsoft.com/office/drawing/2014/main" id="{C37589C2-B661-4A08-8D60-A5D5F256A4B1}"/>
              </a:ext>
            </a:extLst>
          </p:cNvPr>
          <p:cNvSpPr>
            <a:spLocks noGrp="1"/>
          </p:cNvSpPr>
          <p:nvPr/>
        </p:nvSpPr>
        <p:spPr>
          <a:xfrm>
            <a:off x="1925136" y="50110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4" name="A1_bar_Cryo_13337">
            <a:extLst>
              <a:ext uri="{FF2B5EF4-FFF2-40B4-BE49-F238E27FC236}">
                <a16:creationId xmlns:a16="http://schemas.microsoft.com/office/drawing/2014/main" id="{BB4FA05F-0779-4CD1-8838-2C21FFADF5BA}"/>
              </a:ext>
            </a:extLst>
          </p:cNvPr>
          <p:cNvSpPr>
            <a:spLocks noGrp="1"/>
          </p:cNvSpPr>
          <p:nvPr/>
        </p:nvSpPr>
        <p:spPr>
          <a:xfrm>
            <a:off x="1971879" y="504283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5" name="A1_bar_Cryo_13338">
            <a:extLst>
              <a:ext uri="{FF2B5EF4-FFF2-40B4-BE49-F238E27FC236}">
                <a16:creationId xmlns:a16="http://schemas.microsoft.com/office/drawing/2014/main" id="{12CB50AB-0DB2-44FD-972A-493494480AFB}"/>
              </a:ext>
            </a:extLst>
          </p:cNvPr>
          <p:cNvSpPr>
            <a:spLocks noGrp="1"/>
          </p:cNvSpPr>
          <p:nvPr/>
        </p:nvSpPr>
        <p:spPr>
          <a:xfrm>
            <a:off x="1971013" y="47550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6" name="A1_bar_Cryo_13339">
            <a:extLst>
              <a:ext uri="{FF2B5EF4-FFF2-40B4-BE49-F238E27FC236}">
                <a16:creationId xmlns:a16="http://schemas.microsoft.com/office/drawing/2014/main" id="{07D19706-DD8C-4838-B763-F60502B97B2E}"/>
              </a:ext>
            </a:extLst>
          </p:cNvPr>
          <p:cNvSpPr>
            <a:spLocks noGrp="1"/>
          </p:cNvSpPr>
          <p:nvPr/>
        </p:nvSpPr>
        <p:spPr>
          <a:xfrm>
            <a:off x="1912548" y="34996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7" name="A1_bar_Cryo_13340">
            <a:extLst>
              <a:ext uri="{FF2B5EF4-FFF2-40B4-BE49-F238E27FC236}">
                <a16:creationId xmlns:a16="http://schemas.microsoft.com/office/drawing/2014/main" id="{C42724F3-2CF1-4712-8EB2-F9954B4C2B92}"/>
              </a:ext>
            </a:extLst>
          </p:cNvPr>
          <p:cNvSpPr>
            <a:spLocks noGrp="1"/>
          </p:cNvSpPr>
          <p:nvPr/>
        </p:nvSpPr>
        <p:spPr>
          <a:xfrm>
            <a:off x="2010778" y="45574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8" name="A1_bar_Cryo_13341">
            <a:extLst>
              <a:ext uri="{FF2B5EF4-FFF2-40B4-BE49-F238E27FC236}">
                <a16:creationId xmlns:a16="http://schemas.microsoft.com/office/drawing/2014/main" id="{88985762-7D90-4B8F-97D1-D510C79B9EA0}"/>
              </a:ext>
            </a:extLst>
          </p:cNvPr>
          <p:cNvSpPr>
            <a:spLocks noGrp="1"/>
          </p:cNvSpPr>
          <p:nvPr/>
        </p:nvSpPr>
        <p:spPr>
          <a:xfrm>
            <a:off x="1951340" y="49150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9" name="A1_bar_Cryo_13342">
            <a:extLst>
              <a:ext uri="{FF2B5EF4-FFF2-40B4-BE49-F238E27FC236}">
                <a16:creationId xmlns:a16="http://schemas.microsoft.com/office/drawing/2014/main" id="{69DD0DF8-A1D1-4BE3-8114-F7EB143800A5}"/>
              </a:ext>
            </a:extLst>
          </p:cNvPr>
          <p:cNvSpPr>
            <a:spLocks noGrp="1"/>
          </p:cNvSpPr>
          <p:nvPr/>
        </p:nvSpPr>
        <p:spPr>
          <a:xfrm>
            <a:off x="1853089" y="37087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0" name="A1_bar_Cryo_13343">
            <a:extLst>
              <a:ext uri="{FF2B5EF4-FFF2-40B4-BE49-F238E27FC236}">
                <a16:creationId xmlns:a16="http://schemas.microsoft.com/office/drawing/2014/main" id="{8511DE92-8B6A-4BCD-A2EB-A4D693E30962}"/>
              </a:ext>
            </a:extLst>
          </p:cNvPr>
          <p:cNvSpPr>
            <a:spLocks noGrp="1"/>
          </p:cNvSpPr>
          <p:nvPr/>
        </p:nvSpPr>
        <p:spPr>
          <a:xfrm>
            <a:off x="1835551" y="501882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1" name="A1_bar_Cryo_13344">
            <a:extLst>
              <a:ext uri="{FF2B5EF4-FFF2-40B4-BE49-F238E27FC236}">
                <a16:creationId xmlns:a16="http://schemas.microsoft.com/office/drawing/2014/main" id="{304400A3-C63D-4FE2-9C6F-73173E0BD103}"/>
              </a:ext>
            </a:extLst>
          </p:cNvPr>
          <p:cNvSpPr>
            <a:spLocks noGrp="1"/>
          </p:cNvSpPr>
          <p:nvPr/>
        </p:nvSpPr>
        <p:spPr>
          <a:xfrm>
            <a:off x="1879423" y="606641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2" name="A1_bar_Cryo_13345">
            <a:extLst>
              <a:ext uri="{FF2B5EF4-FFF2-40B4-BE49-F238E27FC236}">
                <a16:creationId xmlns:a16="http://schemas.microsoft.com/office/drawing/2014/main" id="{1A022806-E95A-4868-BC1D-B1A31E2A680F}"/>
              </a:ext>
            </a:extLst>
          </p:cNvPr>
          <p:cNvSpPr>
            <a:spLocks noGrp="1"/>
          </p:cNvSpPr>
          <p:nvPr/>
        </p:nvSpPr>
        <p:spPr>
          <a:xfrm>
            <a:off x="1849424" y="50005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3" name="A1_bar_Cryo_13346">
            <a:extLst>
              <a:ext uri="{FF2B5EF4-FFF2-40B4-BE49-F238E27FC236}">
                <a16:creationId xmlns:a16="http://schemas.microsoft.com/office/drawing/2014/main" id="{AC6372F7-ECA8-47A4-823B-26E2128B1CB2}"/>
              </a:ext>
            </a:extLst>
          </p:cNvPr>
          <p:cNvSpPr>
            <a:spLocks noGrp="1"/>
          </p:cNvSpPr>
          <p:nvPr/>
        </p:nvSpPr>
        <p:spPr>
          <a:xfrm>
            <a:off x="1856279" y="59336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4" name="A1_bar_Cryo_13347">
            <a:extLst>
              <a:ext uri="{FF2B5EF4-FFF2-40B4-BE49-F238E27FC236}">
                <a16:creationId xmlns:a16="http://schemas.microsoft.com/office/drawing/2014/main" id="{136F7FBF-1D29-44CA-8FCD-068E0C040427}"/>
              </a:ext>
            </a:extLst>
          </p:cNvPr>
          <p:cNvSpPr>
            <a:spLocks noGrp="1"/>
          </p:cNvSpPr>
          <p:nvPr/>
        </p:nvSpPr>
        <p:spPr>
          <a:xfrm>
            <a:off x="1910823" y="46257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5" name="A1_bar_Cryo_13348">
            <a:extLst>
              <a:ext uri="{FF2B5EF4-FFF2-40B4-BE49-F238E27FC236}">
                <a16:creationId xmlns:a16="http://schemas.microsoft.com/office/drawing/2014/main" id="{BA36DB4D-F3EB-43B5-81D2-FFB44D9A78AE}"/>
              </a:ext>
            </a:extLst>
          </p:cNvPr>
          <p:cNvSpPr>
            <a:spLocks noGrp="1"/>
          </p:cNvSpPr>
          <p:nvPr/>
        </p:nvSpPr>
        <p:spPr>
          <a:xfrm>
            <a:off x="355134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6" name="A1_bar_Cryo_13349">
            <a:extLst>
              <a:ext uri="{FF2B5EF4-FFF2-40B4-BE49-F238E27FC236}">
                <a16:creationId xmlns:a16="http://schemas.microsoft.com/office/drawing/2014/main" id="{57223A5A-23C6-46A4-A0FF-B33775CF846D}"/>
              </a:ext>
            </a:extLst>
          </p:cNvPr>
          <p:cNvSpPr>
            <a:spLocks noGrp="1"/>
          </p:cNvSpPr>
          <p:nvPr/>
        </p:nvSpPr>
        <p:spPr>
          <a:xfrm>
            <a:off x="349080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7" name="A1_bar_Cryo_13350">
            <a:extLst>
              <a:ext uri="{FF2B5EF4-FFF2-40B4-BE49-F238E27FC236}">
                <a16:creationId xmlns:a16="http://schemas.microsoft.com/office/drawing/2014/main" id="{3AD0A2EA-7B05-46EF-9E97-E7811ECC1D4D}"/>
              </a:ext>
            </a:extLst>
          </p:cNvPr>
          <p:cNvSpPr>
            <a:spLocks noGrp="1"/>
          </p:cNvSpPr>
          <p:nvPr/>
        </p:nvSpPr>
        <p:spPr>
          <a:xfrm>
            <a:off x="345567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8" name="A1_bar_Cryo_13351">
            <a:extLst>
              <a:ext uri="{FF2B5EF4-FFF2-40B4-BE49-F238E27FC236}">
                <a16:creationId xmlns:a16="http://schemas.microsoft.com/office/drawing/2014/main" id="{E185D6D8-F374-41D1-BFE0-437091122C37}"/>
              </a:ext>
            </a:extLst>
          </p:cNvPr>
          <p:cNvSpPr>
            <a:spLocks noGrp="1"/>
          </p:cNvSpPr>
          <p:nvPr/>
        </p:nvSpPr>
        <p:spPr>
          <a:xfrm>
            <a:off x="3527699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9" name="A1_bar_Cryo_13352">
            <a:extLst>
              <a:ext uri="{FF2B5EF4-FFF2-40B4-BE49-F238E27FC236}">
                <a16:creationId xmlns:a16="http://schemas.microsoft.com/office/drawing/2014/main" id="{CF9134FF-C4C7-4030-AC28-4F2FF8A85BAC}"/>
              </a:ext>
            </a:extLst>
          </p:cNvPr>
          <p:cNvSpPr>
            <a:spLocks noGrp="1"/>
          </p:cNvSpPr>
          <p:nvPr/>
        </p:nvSpPr>
        <p:spPr>
          <a:xfrm>
            <a:off x="3507161" y="432877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0" name="A1_bar_Cryo_13353">
            <a:extLst>
              <a:ext uri="{FF2B5EF4-FFF2-40B4-BE49-F238E27FC236}">
                <a16:creationId xmlns:a16="http://schemas.microsoft.com/office/drawing/2014/main" id="{9620DFD7-F161-4537-8AF5-28F07B3E631C}"/>
              </a:ext>
            </a:extLst>
          </p:cNvPr>
          <p:cNvSpPr>
            <a:spLocks noGrp="1"/>
          </p:cNvSpPr>
          <p:nvPr/>
        </p:nvSpPr>
        <p:spPr>
          <a:xfrm>
            <a:off x="354182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1" name="A1_bar_Cryo_13354">
            <a:extLst>
              <a:ext uri="{FF2B5EF4-FFF2-40B4-BE49-F238E27FC236}">
                <a16:creationId xmlns:a16="http://schemas.microsoft.com/office/drawing/2014/main" id="{FBEBBA46-EB8F-4A9D-89C7-00A34E41725D}"/>
              </a:ext>
            </a:extLst>
          </p:cNvPr>
          <p:cNvSpPr>
            <a:spLocks noGrp="1"/>
          </p:cNvSpPr>
          <p:nvPr/>
        </p:nvSpPr>
        <p:spPr>
          <a:xfrm>
            <a:off x="359197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2" name="A1_bar_Cryo_13355">
            <a:extLst>
              <a:ext uri="{FF2B5EF4-FFF2-40B4-BE49-F238E27FC236}">
                <a16:creationId xmlns:a16="http://schemas.microsoft.com/office/drawing/2014/main" id="{07513966-845A-43DA-BDE8-2A2B1FB0E2BA}"/>
              </a:ext>
            </a:extLst>
          </p:cNvPr>
          <p:cNvSpPr>
            <a:spLocks noGrp="1"/>
          </p:cNvSpPr>
          <p:nvPr/>
        </p:nvSpPr>
        <p:spPr>
          <a:xfrm>
            <a:off x="336273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3" name="A1_bar_Cryo_13356">
            <a:extLst>
              <a:ext uri="{FF2B5EF4-FFF2-40B4-BE49-F238E27FC236}">
                <a16:creationId xmlns:a16="http://schemas.microsoft.com/office/drawing/2014/main" id="{93F67726-CA7A-483B-B6BF-CCEB043860C8}"/>
              </a:ext>
            </a:extLst>
          </p:cNvPr>
          <p:cNvSpPr>
            <a:spLocks noGrp="1"/>
          </p:cNvSpPr>
          <p:nvPr/>
        </p:nvSpPr>
        <p:spPr>
          <a:xfrm>
            <a:off x="3584119" y="4838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4" name="A1_bar_Cryo_13357">
            <a:extLst>
              <a:ext uri="{FF2B5EF4-FFF2-40B4-BE49-F238E27FC236}">
                <a16:creationId xmlns:a16="http://schemas.microsoft.com/office/drawing/2014/main" id="{A31EFAC0-0C1C-4E4C-934C-0336E8B69537}"/>
              </a:ext>
            </a:extLst>
          </p:cNvPr>
          <p:cNvSpPr>
            <a:spLocks noGrp="1"/>
          </p:cNvSpPr>
          <p:nvPr/>
        </p:nvSpPr>
        <p:spPr>
          <a:xfrm>
            <a:off x="351141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5" name="A1_bar_Cryo_13358">
            <a:extLst>
              <a:ext uri="{FF2B5EF4-FFF2-40B4-BE49-F238E27FC236}">
                <a16:creationId xmlns:a16="http://schemas.microsoft.com/office/drawing/2014/main" id="{C8679F0E-28EB-4CDB-93B8-DBE0786EC110}"/>
              </a:ext>
            </a:extLst>
          </p:cNvPr>
          <p:cNvSpPr>
            <a:spLocks noGrp="1"/>
          </p:cNvSpPr>
          <p:nvPr/>
        </p:nvSpPr>
        <p:spPr>
          <a:xfrm>
            <a:off x="3463414" y="3841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6" name="A1_bar_Cryo_13359">
            <a:extLst>
              <a:ext uri="{FF2B5EF4-FFF2-40B4-BE49-F238E27FC236}">
                <a16:creationId xmlns:a16="http://schemas.microsoft.com/office/drawing/2014/main" id="{81DBAD62-F4B9-430B-8297-A99E2A93A241}"/>
              </a:ext>
            </a:extLst>
          </p:cNvPr>
          <p:cNvSpPr>
            <a:spLocks noGrp="1"/>
          </p:cNvSpPr>
          <p:nvPr/>
        </p:nvSpPr>
        <p:spPr>
          <a:xfrm>
            <a:off x="3568837" y="42812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7" name="A1_bar_Cryo_13360">
            <a:extLst>
              <a:ext uri="{FF2B5EF4-FFF2-40B4-BE49-F238E27FC236}">
                <a16:creationId xmlns:a16="http://schemas.microsoft.com/office/drawing/2014/main" id="{099B5B70-9BBB-40CC-92D3-93D831B5FB87}"/>
              </a:ext>
            </a:extLst>
          </p:cNvPr>
          <p:cNvSpPr>
            <a:spLocks noGrp="1"/>
          </p:cNvSpPr>
          <p:nvPr/>
        </p:nvSpPr>
        <p:spPr>
          <a:xfrm>
            <a:off x="3491324" y="39066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8" name="A1_bar_Cryo_13361">
            <a:extLst>
              <a:ext uri="{FF2B5EF4-FFF2-40B4-BE49-F238E27FC236}">
                <a16:creationId xmlns:a16="http://schemas.microsoft.com/office/drawing/2014/main" id="{3CE83976-500D-4FBF-B507-B2B254D814DC}"/>
              </a:ext>
            </a:extLst>
          </p:cNvPr>
          <p:cNvSpPr>
            <a:spLocks noGrp="1"/>
          </p:cNvSpPr>
          <p:nvPr/>
        </p:nvSpPr>
        <p:spPr>
          <a:xfrm>
            <a:off x="338407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9" name="A1_bar_Cryo_13362">
            <a:extLst>
              <a:ext uri="{FF2B5EF4-FFF2-40B4-BE49-F238E27FC236}">
                <a16:creationId xmlns:a16="http://schemas.microsoft.com/office/drawing/2014/main" id="{9EB87C9D-3A37-4A38-A149-E331E636CFF8}"/>
              </a:ext>
            </a:extLst>
          </p:cNvPr>
          <p:cNvSpPr>
            <a:spLocks noGrp="1"/>
          </p:cNvSpPr>
          <p:nvPr/>
        </p:nvSpPr>
        <p:spPr>
          <a:xfrm>
            <a:off x="346669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0" name="A1_bar_Cryo_13363">
            <a:extLst>
              <a:ext uri="{FF2B5EF4-FFF2-40B4-BE49-F238E27FC236}">
                <a16:creationId xmlns:a16="http://schemas.microsoft.com/office/drawing/2014/main" id="{8DDB0235-DEB2-404A-B19E-4781AED16749}"/>
              </a:ext>
            </a:extLst>
          </p:cNvPr>
          <p:cNvSpPr>
            <a:spLocks noGrp="1"/>
          </p:cNvSpPr>
          <p:nvPr/>
        </p:nvSpPr>
        <p:spPr>
          <a:xfrm>
            <a:off x="342940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1" name="A1_bar_Cryo_13364">
            <a:extLst>
              <a:ext uri="{FF2B5EF4-FFF2-40B4-BE49-F238E27FC236}">
                <a16:creationId xmlns:a16="http://schemas.microsoft.com/office/drawing/2014/main" id="{86916FB5-50C9-4D8E-983D-CD7CB44097CC}"/>
              </a:ext>
            </a:extLst>
          </p:cNvPr>
          <p:cNvSpPr>
            <a:spLocks noGrp="1"/>
          </p:cNvSpPr>
          <p:nvPr/>
        </p:nvSpPr>
        <p:spPr>
          <a:xfrm>
            <a:off x="355891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2" name="A1_bar_Cryo_13365">
            <a:extLst>
              <a:ext uri="{FF2B5EF4-FFF2-40B4-BE49-F238E27FC236}">
                <a16:creationId xmlns:a16="http://schemas.microsoft.com/office/drawing/2014/main" id="{FAD5D4EA-025B-4CFE-BF1B-230C3ADDE1CC}"/>
              </a:ext>
            </a:extLst>
          </p:cNvPr>
          <p:cNvSpPr>
            <a:spLocks noGrp="1"/>
          </p:cNvSpPr>
          <p:nvPr/>
        </p:nvSpPr>
        <p:spPr>
          <a:xfrm>
            <a:off x="3531949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3" name="A1_bar_Cryo_13366">
            <a:extLst>
              <a:ext uri="{FF2B5EF4-FFF2-40B4-BE49-F238E27FC236}">
                <a16:creationId xmlns:a16="http://schemas.microsoft.com/office/drawing/2014/main" id="{5863ECE8-00B5-457C-AA17-1D775004287A}"/>
              </a:ext>
            </a:extLst>
          </p:cNvPr>
          <p:cNvSpPr>
            <a:spLocks noGrp="1"/>
          </p:cNvSpPr>
          <p:nvPr/>
        </p:nvSpPr>
        <p:spPr>
          <a:xfrm>
            <a:off x="3384156" y="33339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4" name="A1_bar_Cryo_13367">
            <a:extLst>
              <a:ext uri="{FF2B5EF4-FFF2-40B4-BE49-F238E27FC236}">
                <a16:creationId xmlns:a16="http://schemas.microsoft.com/office/drawing/2014/main" id="{33B2A12E-0363-4D60-A573-FF4203375211}"/>
              </a:ext>
            </a:extLst>
          </p:cNvPr>
          <p:cNvSpPr>
            <a:spLocks noGrp="1"/>
          </p:cNvSpPr>
          <p:nvPr/>
        </p:nvSpPr>
        <p:spPr>
          <a:xfrm>
            <a:off x="3424800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5" name="A1_bar_Cryo_13368">
            <a:extLst>
              <a:ext uri="{FF2B5EF4-FFF2-40B4-BE49-F238E27FC236}">
                <a16:creationId xmlns:a16="http://schemas.microsoft.com/office/drawing/2014/main" id="{93B50FDE-4B2F-49B7-A433-6F41D60C7075}"/>
              </a:ext>
            </a:extLst>
          </p:cNvPr>
          <p:cNvSpPr>
            <a:spLocks noGrp="1"/>
          </p:cNvSpPr>
          <p:nvPr/>
        </p:nvSpPr>
        <p:spPr>
          <a:xfrm>
            <a:off x="3496119" y="47467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6" name="A1_bar_Cryo_13369">
            <a:extLst>
              <a:ext uri="{FF2B5EF4-FFF2-40B4-BE49-F238E27FC236}">
                <a16:creationId xmlns:a16="http://schemas.microsoft.com/office/drawing/2014/main" id="{AE83090C-9BA8-47B6-A149-F7C7A53D47CE}"/>
              </a:ext>
            </a:extLst>
          </p:cNvPr>
          <p:cNvSpPr>
            <a:spLocks noGrp="1"/>
          </p:cNvSpPr>
          <p:nvPr/>
        </p:nvSpPr>
        <p:spPr>
          <a:xfrm>
            <a:off x="3359254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7" name="A1_bar_Cryo_13370">
            <a:extLst>
              <a:ext uri="{FF2B5EF4-FFF2-40B4-BE49-F238E27FC236}">
                <a16:creationId xmlns:a16="http://schemas.microsoft.com/office/drawing/2014/main" id="{5C391D18-ABE0-4F54-8534-172B2F9ED3D1}"/>
              </a:ext>
            </a:extLst>
          </p:cNvPr>
          <p:cNvSpPr>
            <a:spLocks noGrp="1"/>
          </p:cNvSpPr>
          <p:nvPr/>
        </p:nvSpPr>
        <p:spPr>
          <a:xfrm>
            <a:off x="3462100" y="37058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8" name="A1_bar_Cryo_13371">
            <a:extLst>
              <a:ext uri="{FF2B5EF4-FFF2-40B4-BE49-F238E27FC236}">
                <a16:creationId xmlns:a16="http://schemas.microsoft.com/office/drawing/2014/main" id="{6EE55527-2E86-435A-ACC9-4FC48345A966}"/>
              </a:ext>
            </a:extLst>
          </p:cNvPr>
          <p:cNvSpPr>
            <a:spLocks noGrp="1"/>
          </p:cNvSpPr>
          <p:nvPr/>
        </p:nvSpPr>
        <p:spPr>
          <a:xfrm>
            <a:off x="3405473" y="41307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9" name="A1_bar_Cryo_13372">
            <a:extLst>
              <a:ext uri="{FF2B5EF4-FFF2-40B4-BE49-F238E27FC236}">
                <a16:creationId xmlns:a16="http://schemas.microsoft.com/office/drawing/2014/main" id="{E0D4A855-F0BB-4D7E-ABFE-066E4A5B106A}"/>
              </a:ext>
            </a:extLst>
          </p:cNvPr>
          <p:cNvSpPr>
            <a:spLocks noGrp="1"/>
          </p:cNvSpPr>
          <p:nvPr/>
        </p:nvSpPr>
        <p:spPr>
          <a:xfrm>
            <a:off x="3435394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0" name="A1_bar_Cryo_13373">
            <a:extLst>
              <a:ext uri="{FF2B5EF4-FFF2-40B4-BE49-F238E27FC236}">
                <a16:creationId xmlns:a16="http://schemas.microsoft.com/office/drawing/2014/main" id="{51C9E085-9B67-4D5D-8EE0-351BB6BBE312}"/>
              </a:ext>
            </a:extLst>
          </p:cNvPr>
          <p:cNvSpPr>
            <a:spLocks noGrp="1"/>
          </p:cNvSpPr>
          <p:nvPr/>
        </p:nvSpPr>
        <p:spPr>
          <a:xfrm>
            <a:off x="343635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1" name="A1_bar_Cryo_13374">
            <a:extLst>
              <a:ext uri="{FF2B5EF4-FFF2-40B4-BE49-F238E27FC236}">
                <a16:creationId xmlns:a16="http://schemas.microsoft.com/office/drawing/2014/main" id="{E311ECCB-1B55-4B5F-BD72-295960FA7A64}"/>
              </a:ext>
            </a:extLst>
          </p:cNvPr>
          <p:cNvSpPr>
            <a:spLocks noGrp="1"/>
          </p:cNvSpPr>
          <p:nvPr/>
        </p:nvSpPr>
        <p:spPr>
          <a:xfrm>
            <a:off x="3384364" y="502687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2" name="A1_bar_Cryo_13375">
            <a:extLst>
              <a:ext uri="{FF2B5EF4-FFF2-40B4-BE49-F238E27FC236}">
                <a16:creationId xmlns:a16="http://schemas.microsoft.com/office/drawing/2014/main" id="{C2FB8FFC-5B81-4323-A661-79DE2F05AD8B}"/>
              </a:ext>
            </a:extLst>
          </p:cNvPr>
          <p:cNvSpPr>
            <a:spLocks noGrp="1"/>
          </p:cNvSpPr>
          <p:nvPr/>
        </p:nvSpPr>
        <p:spPr>
          <a:xfrm>
            <a:off x="3567148" y="50919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3" name="A1_bar_Cryo_13376">
            <a:extLst>
              <a:ext uri="{FF2B5EF4-FFF2-40B4-BE49-F238E27FC236}">
                <a16:creationId xmlns:a16="http://schemas.microsoft.com/office/drawing/2014/main" id="{EB711E9B-B469-43DD-881A-8333AB7FE934}"/>
              </a:ext>
            </a:extLst>
          </p:cNvPr>
          <p:cNvSpPr>
            <a:spLocks noGrp="1"/>
          </p:cNvSpPr>
          <p:nvPr/>
        </p:nvSpPr>
        <p:spPr>
          <a:xfrm>
            <a:off x="3384673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4" name="A1_bar_Cryo_13377">
            <a:extLst>
              <a:ext uri="{FF2B5EF4-FFF2-40B4-BE49-F238E27FC236}">
                <a16:creationId xmlns:a16="http://schemas.microsoft.com/office/drawing/2014/main" id="{742C1A76-D90F-42EF-8E70-5D17F994ADEF}"/>
              </a:ext>
            </a:extLst>
          </p:cNvPr>
          <p:cNvSpPr>
            <a:spLocks noGrp="1"/>
          </p:cNvSpPr>
          <p:nvPr/>
        </p:nvSpPr>
        <p:spPr>
          <a:xfrm>
            <a:off x="336173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5" name="A1_bar_Cryo_13378">
            <a:extLst>
              <a:ext uri="{FF2B5EF4-FFF2-40B4-BE49-F238E27FC236}">
                <a16:creationId xmlns:a16="http://schemas.microsoft.com/office/drawing/2014/main" id="{841E3DD5-81F3-46F9-8805-79B9852A920C}"/>
              </a:ext>
            </a:extLst>
          </p:cNvPr>
          <p:cNvSpPr>
            <a:spLocks noGrp="1"/>
          </p:cNvSpPr>
          <p:nvPr/>
        </p:nvSpPr>
        <p:spPr>
          <a:xfrm>
            <a:off x="334415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6" name="A1_bar_Cryo_13379">
            <a:extLst>
              <a:ext uri="{FF2B5EF4-FFF2-40B4-BE49-F238E27FC236}">
                <a16:creationId xmlns:a16="http://schemas.microsoft.com/office/drawing/2014/main" id="{B5E723DC-9378-4F33-8E4A-7204CC23696E}"/>
              </a:ext>
            </a:extLst>
          </p:cNvPr>
          <p:cNvSpPr>
            <a:spLocks noGrp="1"/>
          </p:cNvSpPr>
          <p:nvPr/>
        </p:nvSpPr>
        <p:spPr>
          <a:xfrm>
            <a:off x="3406476" y="50843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7" name="A1_bar_Cryo_13380">
            <a:extLst>
              <a:ext uri="{FF2B5EF4-FFF2-40B4-BE49-F238E27FC236}">
                <a16:creationId xmlns:a16="http://schemas.microsoft.com/office/drawing/2014/main" id="{414A5358-9D10-4DCB-AE86-FD6CFBDCFF4D}"/>
              </a:ext>
            </a:extLst>
          </p:cNvPr>
          <p:cNvSpPr>
            <a:spLocks noGrp="1"/>
          </p:cNvSpPr>
          <p:nvPr/>
        </p:nvSpPr>
        <p:spPr>
          <a:xfrm>
            <a:off x="351195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8" name="A1_bar_Cryo_13381">
            <a:extLst>
              <a:ext uri="{FF2B5EF4-FFF2-40B4-BE49-F238E27FC236}">
                <a16:creationId xmlns:a16="http://schemas.microsoft.com/office/drawing/2014/main" id="{D58618CC-A955-4806-AE58-494237DA1E96}"/>
              </a:ext>
            </a:extLst>
          </p:cNvPr>
          <p:cNvSpPr>
            <a:spLocks noGrp="1"/>
          </p:cNvSpPr>
          <p:nvPr/>
        </p:nvSpPr>
        <p:spPr>
          <a:xfrm>
            <a:off x="3356791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9" name="A1_bar_Cryo_13382">
            <a:extLst>
              <a:ext uri="{FF2B5EF4-FFF2-40B4-BE49-F238E27FC236}">
                <a16:creationId xmlns:a16="http://schemas.microsoft.com/office/drawing/2014/main" id="{3DD42709-A1DB-47F3-941C-4D188B140943}"/>
              </a:ext>
            </a:extLst>
          </p:cNvPr>
          <p:cNvSpPr>
            <a:spLocks noGrp="1"/>
          </p:cNvSpPr>
          <p:nvPr/>
        </p:nvSpPr>
        <p:spPr>
          <a:xfrm>
            <a:off x="339118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0" name="A1_bar_Cryo_13383">
            <a:extLst>
              <a:ext uri="{FF2B5EF4-FFF2-40B4-BE49-F238E27FC236}">
                <a16:creationId xmlns:a16="http://schemas.microsoft.com/office/drawing/2014/main" id="{E61E23BE-7EDD-4DEF-BB7C-91AEF4A39A2F}"/>
              </a:ext>
            </a:extLst>
          </p:cNvPr>
          <p:cNvSpPr>
            <a:spLocks noGrp="1"/>
          </p:cNvSpPr>
          <p:nvPr/>
        </p:nvSpPr>
        <p:spPr>
          <a:xfrm>
            <a:off x="353336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1" name="A1_bar_Cryo_13384">
            <a:extLst>
              <a:ext uri="{FF2B5EF4-FFF2-40B4-BE49-F238E27FC236}">
                <a16:creationId xmlns:a16="http://schemas.microsoft.com/office/drawing/2014/main" id="{3B6AF092-F466-46A5-BF0A-7E613FFFDD53}"/>
              </a:ext>
            </a:extLst>
          </p:cNvPr>
          <p:cNvSpPr>
            <a:spLocks noGrp="1"/>
          </p:cNvSpPr>
          <p:nvPr/>
        </p:nvSpPr>
        <p:spPr>
          <a:xfrm>
            <a:off x="343215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2" name="A1_bar_Cryo_13385">
            <a:extLst>
              <a:ext uri="{FF2B5EF4-FFF2-40B4-BE49-F238E27FC236}">
                <a16:creationId xmlns:a16="http://schemas.microsoft.com/office/drawing/2014/main" id="{34C415FB-0FD8-4EEF-903B-C8BC862ABAAF}"/>
              </a:ext>
            </a:extLst>
          </p:cNvPr>
          <p:cNvSpPr>
            <a:spLocks noGrp="1"/>
          </p:cNvSpPr>
          <p:nvPr/>
        </p:nvSpPr>
        <p:spPr>
          <a:xfrm>
            <a:off x="341584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3" name="A1_bar_Cryo_13386">
            <a:extLst>
              <a:ext uri="{FF2B5EF4-FFF2-40B4-BE49-F238E27FC236}">
                <a16:creationId xmlns:a16="http://schemas.microsoft.com/office/drawing/2014/main" id="{C0DC32C5-4FB6-4900-BECE-4665F8E8BB3D}"/>
              </a:ext>
            </a:extLst>
          </p:cNvPr>
          <p:cNvSpPr>
            <a:spLocks noGrp="1"/>
          </p:cNvSpPr>
          <p:nvPr/>
        </p:nvSpPr>
        <p:spPr>
          <a:xfrm>
            <a:off x="338803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4" name="A1_bar_Cryo_13387">
            <a:extLst>
              <a:ext uri="{FF2B5EF4-FFF2-40B4-BE49-F238E27FC236}">
                <a16:creationId xmlns:a16="http://schemas.microsoft.com/office/drawing/2014/main" id="{6B3B20A3-D79F-409B-9081-0F441E6D9B13}"/>
              </a:ext>
            </a:extLst>
          </p:cNvPr>
          <p:cNvSpPr>
            <a:spLocks noGrp="1"/>
          </p:cNvSpPr>
          <p:nvPr/>
        </p:nvSpPr>
        <p:spPr>
          <a:xfrm>
            <a:off x="354201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5" name="A1_bar_Cryo_13388">
            <a:extLst>
              <a:ext uri="{FF2B5EF4-FFF2-40B4-BE49-F238E27FC236}">
                <a16:creationId xmlns:a16="http://schemas.microsoft.com/office/drawing/2014/main" id="{D28D558A-58CB-4089-8288-B7B1D4C18ED5}"/>
              </a:ext>
            </a:extLst>
          </p:cNvPr>
          <p:cNvSpPr>
            <a:spLocks noGrp="1"/>
          </p:cNvSpPr>
          <p:nvPr/>
        </p:nvSpPr>
        <p:spPr>
          <a:xfrm>
            <a:off x="3464667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6" name="A1_bar_Cryo_13389">
            <a:extLst>
              <a:ext uri="{FF2B5EF4-FFF2-40B4-BE49-F238E27FC236}">
                <a16:creationId xmlns:a16="http://schemas.microsoft.com/office/drawing/2014/main" id="{41D3CEA7-81DE-4C24-81C9-2BDBFB1A2293}"/>
              </a:ext>
            </a:extLst>
          </p:cNvPr>
          <p:cNvSpPr>
            <a:spLocks noGrp="1"/>
          </p:cNvSpPr>
          <p:nvPr/>
        </p:nvSpPr>
        <p:spPr>
          <a:xfrm>
            <a:off x="350573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7" name="A1_bar_Cryo_13390">
            <a:extLst>
              <a:ext uri="{FF2B5EF4-FFF2-40B4-BE49-F238E27FC236}">
                <a16:creationId xmlns:a16="http://schemas.microsoft.com/office/drawing/2014/main" id="{6FE03978-7036-4C22-9727-79C88871CF3E}"/>
              </a:ext>
            </a:extLst>
          </p:cNvPr>
          <p:cNvSpPr>
            <a:spLocks noGrp="1"/>
          </p:cNvSpPr>
          <p:nvPr/>
        </p:nvSpPr>
        <p:spPr>
          <a:xfrm>
            <a:off x="342630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8" name="A1_bar_Cryo_13391">
            <a:extLst>
              <a:ext uri="{FF2B5EF4-FFF2-40B4-BE49-F238E27FC236}">
                <a16:creationId xmlns:a16="http://schemas.microsoft.com/office/drawing/2014/main" id="{AF1CCB30-9313-4D34-86CD-F85304C15919}"/>
              </a:ext>
            </a:extLst>
          </p:cNvPr>
          <p:cNvSpPr>
            <a:spLocks noGrp="1"/>
          </p:cNvSpPr>
          <p:nvPr/>
        </p:nvSpPr>
        <p:spPr>
          <a:xfrm>
            <a:off x="3576463" y="38042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9" name="A1_bar_Cryo_13392">
            <a:extLst>
              <a:ext uri="{FF2B5EF4-FFF2-40B4-BE49-F238E27FC236}">
                <a16:creationId xmlns:a16="http://schemas.microsoft.com/office/drawing/2014/main" id="{248A9B76-62A3-409C-A3AD-582B95CFDD4F}"/>
              </a:ext>
            </a:extLst>
          </p:cNvPr>
          <p:cNvSpPr>
            <a:spLocks noGrp="1"/>
          </p:cNvSpPr>
          <p:nvPr/>
        </p:nvSpPr>
        <p:spPr>
          <a:xfrm>
            <a:off x="350846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0" name="A1_bar_Cryo_13393">
            <a:extLst>
              <a:ext uri="{FF2B5EF4-FFF2-40B4-BE49-F238E27FC236}">
                <a16:creationId xmlns:a16="http://schemas.microsoft.com/office/drawing/2014/main" id="{E5B327E1-A7CD-4B35-9BDA-7B895D1486A2}"/>
              </a:ext>
            </a:extLst>
          </p:cNvPr>
          <p:cNvSpPr>
            <a:spLocks noGrp="1"/>
          </p:cNvSpPr>
          <p:nvPr/>
        </p:nvSpPr>
        <p:spPr>
          <a:xfrm>
            <a:off x="345081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1" name="A1_bar_Cryo_13394">
            <a:extLst>
              <a:ext uri="{FF2B5EF4-FFF2-40B4-BE49-F238E27FC236}">
                <a16:creationId xmlns:a16="http://schemas.microsoft.com/office/drawing/2014/main" id="{B6306066-4ECC-419E-9962-1137A5945FC8}"/>
              </a:ext>
            </a:extLst>
          </p:cNvPr>
          <p:cNvSpPr>
            <a:spLocks noGrp="1"/>
          </p:cNvSpPr>
          <p:nvPr/>
        </p:nvSpPr>
        <p:spPr>
          <a:xfrm>
            <a:off x="3479358" y="524543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2" name="A1_bar_Cryo_13395">
            <a:extLst>
              <a:ext uri="{FF2B5EF4-FFF2-40B4-BE49-F238E27FC236}">
                <a16:creationId xmlns:a16="http://schemas.microsoft.com/office/drawing/2014/main" id="{B66C546B-B109-42DD-AE66-C930AE45E106}"/>
              </a:ext>
            </a:extLst>
          </p:cNvPr>
          <p:cNvSpPr>
            <a:spLocks noGrp="1"/>
          </p:cNvSpPr>
          <p:nvPr/>
        </p:nvSpPr>
        <p:spPr>
          <a:xfrm>
            <a:off x="345664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3" name="A1_bar_Cryo_13396">
            <a:extLst>
              <a:ext uri="{FF2B5EF4-FFF2-40B4-BE49-F238E27FC236}">
                <a16:creationId xmlns:a16="http://schemas.microsoft.com/office/drawing/2014/main" id="{14B41A9D-BB89-4859-869E-E9674B92CDA1}"/>
              </a:ext>
            </a:extLst>
          </p:cNvPr>
          <p:cNvSpPr>
            <a:spLocks noGrp="1"/>
          </p:cNvSpPr>
          <p:nvPr/>
        </p:nvSpPr>
        <p:spPr>
          <a:xfrm>
            <a:off x="3548295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4" name="A1_bar_Cryo_13397">
            <a:extLst>
              <a:ext uri="{FF2B5EF4-FFF2-40B4-BE49-F238E27FC236}">
                <a16:creationId xmlns:a16="http://schemas.microsoft.com/office/drawing/2014/main" id="{D9089F07-2BFA-446D-842D-4FDC95CCABF3}"/>
              </a:ext>
            </a:extLst>
          </p:cNvPr>
          <p:cNvSpPr>
            <a:spLocks noGrp="1"/>
          </p:cNvSpPr>
          <p:nvPr/>
        </p:nvSpPr>
        <p:spPr>
          <a:xfrm>
            <a:off x="3476053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5" name="A1_bar_Cryo_13398">
            <a:extLst>
              <a:ext uri="{FF2B5EF4-FFF2-40B4-BE49-F238E27FC236}">
                <a16:creationId xmlns:a16="http://schemas.microsoft.com/office/drawing/2014/main" id="{92A966EB-F114-4B8F-9E92-7CF805470971}"/>
              </a:ext>
            </a:extLst>
          </p:cNvPr>
          <p:cNvSpPr>
            <a:spLocks noGrp="1"/>
          </p:cNvSpPr>
          <p:nvPr/>
        </p:nvSpPr>
        <p:spPr>
          <a:xfrm>
            <a:off x="3432440" y="46946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6" name="A1_bar_Cryo_13399">
            <a:extLst>
              <a:ext uri="{FF2B5EF4-FFF2-40B4-BE49-F238E27FC236}">
                <a16:creationId xmlns:a16="http://schemas.microsoft.com/office/drawing/2014/main" id="{1D1596B1-8F90-4078-9FB3-0E6331210A5C}"/>
              </a:ext>
            </a:extLst>
          </p:cNvPr>
          <p:cNvSpPr>
            <a:spLocks noGrp="1"/>
          </p:cNvSpPr>
          <p:nvPr/>
        </p:nvSpPr>
        <p:spPr>
          <a:xfrm>
            <a:off x="354398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7" name="A1_bar_Cryo_13400">
            <a:extLst>
              <a:ext uri="{FF2B5EF4-FFF2-40B4-BE49-F238E27FC236}">
                <a16:creationId xmlns:a16="http://schemas.microsoft.com/office/drawing/2014/main" id="{5C0092F4-DB4A-4B7F-8C8D-F6BCAB02D575}"/>
              </a:ext>
            </a:extLst>
          </p:cNvPr>
          <p:cNvSpPr>
            <a:spLocks noGrp="1"/>
          </p:cNvSpPr>
          <p:nvPr/>
        </p:nvSpPr>
        <p:spPr>
          <a:xfrm>
            <a:off x="3402530" y="389472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8" name="A1_bar_Cryo_13401">
            <a:extLst>
              <a:ext uri="{FF2B5EF4-FFF2-40B4-BE49-F238E27FC236}">
                <a16:creationId xmlns:a16="http://schemas.microsoft.com/office/drawing/2014/main" id="{3CCDE2BD-AA69-4875-AFA5-78624A7BFF2E}"/>
              </a:ext>
            </a:extLst>
          </p:cNvPr>
          <p:cNvSpPr>
            <a:spLocks noGrp="1"/>
          </p:cNvSpPr>
          <p:nvPr/>
        </p:nvSpPr>
        <p:spPr>
          <a:xfrm>
            <a:off x="3403115" y="3954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9" name="A1_bar_Cryo_13402">
            <a:extLst>
              <a:ext uri="{FF2B5EF4-FFF2-40B4-BE49-F238E27FC236}">
                <a16:creationId xmlns:a16="http://schemas.microsoft.com/office/drawing/2014/main" id="{C3878A9E-D306-47AE-B219-33A80774BE0A}"/>
              </a:ext>
            </a:extLst>
          </p:cNvPr>
          <p:cNvSpPr>
            <a:spLocks noGrp="1"/>
          </p:cNvSpPr>
          <p:nvPr/>
        </p:nvSpPr>
        <p:spPr>
          <a:xfrm>
            <a:off x="3366382" y="4599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0" name="A1_bar_Cryo_13403">
            <a:extLst>
              <a:ext uri="{FF2B5EF4-FFF2-40B4-BE49-F238E27FC236}">
                <a16:creationId xmlns:a16="http://schemas.microsoft.com/office/drawing/2014/main" id="{15FE6E1C-B0BB-406A-B77F-B7ACCF64BA3F}"/>
              </a:ext>
            </a:extLst>
          </p:cNvPr>
          <p:cNvSpPr>
            <a:spLocks noGrp="1"/>
          </p:cNvSpPr>
          <p:nvPr/>
        </p:nvSpPr>
        <p:spPr>
          <a:xfrm>
            <a:off x="3580120" y="422815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1" name="A1_bar_Cryo_13404">
            <a:extLst>
              <a:ext uri="{FF2B5EF4-FFF2-40B4-BE49-F238E27FC236}">
                <a16:creationId xmlns:a16="http://schemas.microsoft.com/office/drawing/2014/main" id="{D9BA6910-7BF4-416C-BF14-91BE044B40A2}"/>
              </a:ext>
            </a:extLst>
          </p:cNvPr>
          <p:cNvSpPr>
            <a:spLocks noGrp="1"/>
          </p:cNvSpPr>
          <p:nvPr/>
        </p:nvSpPr>
        <p:spPr>
          <a:xfrm>
            <a:off x="3398205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2" name="A1_bar_Cryo_13405">
            <a:extLst>
              <a:ext uri="{FF2B5EF4-FFF2-40B4-BE49-F238E27FC236}">
                <a16:creationId xmlns:a16="http://schemas.microsoft.com/office/drawing/2014/main" id="{6F9DB75C-AE72-432E-A5E9-CF80DC7A26F5}"/>
              </a:ext>
            </a:extLst>
          </p:cNvPr>
          <p:cNvSpPr>
            <a:spLocks noGrp="1"/>
          </p:cNvSpPr>
          <p:nvPr/>
        </p:nvSpPr>
        <p:spPr>
          <a:xfrm>
            <a:off x="340762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3" name="A1_bar_Cryo_13406">
            <a:extLst>
              <a:ext uri="{FF2B5EF4-FFF2-40B4-BE49-F238E27FC236}">
                <a16:creationId xmlns:a16="http://schemas.microsoft.com/office/drawing/2014/main" id="{876C2F9F-D4E5-4884-AF51-F4F43F5A8A73}"/>
              </a:ext>
            </a:extLst>
          </p:cNvPr>
          <p:cNvSpPr>
            <a:spLocks noGrp="1"/>
          </p:cNvSpPr>
          <p:nvPr/>
        </p:nvSpPr>
        <p:spPr>
          <a:xfrm>
            <a:off x="3486649" y="600168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4" name="A1_bar_Cryo_13407">
            <a:extLst>
              <a:ext uri="{FF2B5EF4-FFF2-40B4-BE49-F238E27FC236}">
                <a16:creationId xmlns:a16="http://schemas.microsoft.com/office/drawing/2014/main" id="{8AF7C61C-4C9C-4C6C-8255-CE5F1F05721D}"/>
              </a:ext>
            </a:extLst>
          </p:cNvPr>
          <p:cNvSpPr>
            <a:spLocks noGrp="1"/>
          </p:cNvSpPr>
          <p:nvPr/>
        </p:nvSpPr>
        <p:spPr>
          <a:xfrm>
            <a:off x="3534766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5" name="A1_bar_Cryo_13408">
            <a:extLst>
              <a:ext uri="{FF2B5EF4-FFF2-40B4-BE49-F238E27FC236}">
                <a16:creationId xmlns:a16="http://schemas.microsoft.com/office/drawing/2014/main" id="{0ACE0AC1-442F-4EDB-BCCD-1D787BED1F74}"/>
              </a:ext>
            </a:extLst>
          </p:cNvPr>
          <p:cNvSpPr>
            <a:spLocks noGrp="1"/>
          </p:cNvSpPr>
          <p:nvPr/>
        </p:nvSpPr>
        <p:spPr>
          <a:xfrm>
            <a:off x="3404067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6" name="A1_bar_Cryo_13409">
            <a:extLst>
              <a:ext uri="{FF2B5EF4-FFF2-40B4-BE49-F238E27FC236}">
                <a16:creationId xmlns:a16="http://schemas.microsoft.com/office/drawing/2014/main" id="{48A49629-B9D2-47B2-8E36-75EBA87D5D78}"/>
              </a:ext>
            </a:extLst>
          </p:cNvPr>
          <p:cNvSpPr>
            <a:spLocks noGrp="1"/>
          </p:cNvSpPr>
          <p:nvPr/>
        </p:nvSpPr>
        <p:spPr>
          <a:xfrm>
            <a:off x="344690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7" name="A1_bar_Cryo_13410">
            <a:extLst>
              <a:ext uri="{FF2B5EF4-FFF2-40B4-BE49-F238E27FC236}">
                <a16:creationId xmlns:a16="http://schemas.microsoft.com/office/drawing/2014/main" id="{C7D0BA53-9150-4F79-ACCE-87CA53C49AE4}"/>
              </a:ext>
            </a:extLst>
          </p:cNvPr>
          <p:cNvSpPr>
            <a:spLocks noGrp="1"/>
          </p:cNvSpPr>
          <p:nvPr/>
        </p:nvSpPr>
        <p:spPr>
          <a:xfrm>
            <a:off x="337519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8" name="A1_bar_Cryo_13411">
            <a:extLst>
              <a:ext uri="{FF2B5EF4-FFF2-40B4-BE49-F238E27FC236}">
                <a16:creationId xmlns:a16="http://schemas.microsoft.com/office/drawing/2014/main" id="{3A1C86EE-055B-4A81-B5F2-5DFC08D969E5}"/>
              </a:ext>
            </a:extLst>
          </p:cNvPr>
          <p:cNvSpPr>
            <a:spLocks noGrp="1"/>
          </p:cNvSpPr>
          <p:nvPr/>
        </p:nvSpPr>
        <p:spPr>
          <a:xfrm>
            <a:off x="3552045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9" name="A1_bar_Cryo_13412">
            <a:extLst>
              <a:ext uri="{FF2B5EF4-FFF2-40B4-BE49-F238E27FC236}">
                <a16:creationId xmlns:a16="http://schemas.microsoft.com/office/drawing/2014/main" id="{812539CE-DD60-4F9E-A593-F0516BD86F2F}"/>
              </a:ext>
            </a:extLst>
          </p:cNvPr>
          <p:cNvSpPr>
            <a:spLocks noGrp="1"/>
          </p:cNvSpPr>
          <p:nvPr/>
        </p:nvSpPr>
        <p:spPr>
          <a:xfrm>
            <a:off x="350282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0" name="A1_bar_Cryo_13413">
            <a:extLst>
              <a:ext uri="{FF2B5EF4-FFF2-40B4-BE49-F238E27FC236}">
                <a16:creationId xmlns:a16="http://schemas.microsoft.com/office/drawing/2014/main" id="{7AFB83A4-0E49-4455-B5A6-533A3E22254E}"/>
              </a:ext>
            </a:extLst>
          </p:cNvPr>
          <p:cNvSpPr>
            <a:spLocks noGrp="1"/>
          </p:cNvSpPr>
          <p:nvPr/>
        </p:nvSpPr>
        <p:spPr>
          <a:xfrm>
            <a:off x="3432045" y="52763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1" name="A1_bar_Cryo_13414">
            <a:extLst>
              <a:ext uri="{FF2B5EF4-FFF2-40B4-BE49-F238E27FC236}">
                <a16:creationId xmlns:a16="http://schemas.microsoft.com/office/drawing/2014/main" id="{6B201AF4-7E06-4A2D-8184-64E565769DF3}"/>
              </a:ext>
            </a:extLst>
          </p:cNvPr>
          <p:cNvSpPr>
            <a:spLocks noGrp="1"/>
          </p:cNvSpPr>
          <p:nvPr/>
        </p:nvSpPr>
        <p:spPr>
          <a:xfrm>
            <a:off x="3496225" y="54046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2" name="A1_bar_Cryo_13415">
            <a:extLst>
              <a:ext uri="{FF2B5EF4-FFF2-40B4-BE49-F238E27FC236}">
                <a16:creationId xmlns:a16="http://schemas.microsoft.com/office/drawing/2014/main" id="{E2A9663C-1BF1-400A-9189-5271A00FD6F4}"/>
              </a:ext>
            </a:extLst>
          </p:cNvPr>
          <p:cNvSpPr>
            <a:spLocks noGrp="1"/>
          </p:cNvSpPr>
          <p:nvPr/>
        </p:nvSpPr>
        <p:spPr>
          <a:xfrm>
            <a:off x="335162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3" name="A1_bar_Cryo_13416">
            <a:extLst>
              <a:ext uri="{FF2B5EF4-FFF2-40B4-BE49-F238E27FC236}">
                <a16:creationId xmlns:a16="http://schemas.microsoft.com/office/drawing/2014/main" id="{FED6D0B1-916A-4EAB-8912-7F65FAFA762B}"/>
              </a:ext>
            </a:extLst>
          </p:cNvPr>
          <p:cNvSpPr>
            <a:spLocks noGrp="1"/>
          </p:cNvSpPr>
          <p:nvPr/>
        </p:nvSpPr>
        <p:spPr>
          <a:xfrm>
            <a:off x="351098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4" name="A1_bar_Cryo_13417">
            <a:extLst>
              <a:ext uri="{FF2B5EF4-FFF2-40B4-BE49-F238E27FC236}">
                <a16:creationId xmlns:a16="http://schemas.microsoft.com/office/drawing/2014/main" id="{42E3C901-298C-49AE-8DE5-602E6D47A473}"/>
              </a:ext>
            </a:extLst>
          </p:cNvPr>
          <p:cNvSpPr>
            <a:spLocks noGrp="1"/>
          </p:cNvSpPr>
          <p:nvPr/>
        </p:nvSpPr>
        <p:spPr>
          <a:xfrm>
            <a:off x="3517492" y="49195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5" name="A1_bar_Cryo_13418">
            <a:extLst>
              <a:ext uri="{FF2B5EF4-FFF2-40B4-BE49-F238E27FC236}">
                <a16:creationId xmlns:a16="http://schemas.microsoft.com/office/drawing/2014/main" id="{A97BF320-7A2C-48F8-9EF5-280DC7A07B94}"/>
              </a:ext>
            </a:extLst>
          </p:cNvPr>
          <p:cNvSpPr>
            <a:spLocks noGrp="1"/>
          </p:cNvSpPr>
          <p:nvPr/>
        </p:nvSpPr>
        <p:spPr>
          <a:xfrm>
            <a:off x="3587559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6" name="A1_bar_Cryo_13419">
            <a:extLst>
              <a:ext uri="{FF2B5EF4-FFF2-40B4-BE49-F238E27FC236}">
                <a16:creationId xmlns:a16="http://schemas.microsoft.com/office/drawing/2014/main" id="{4D70B460-FEAF-4302-963E-9301342009A1}"/>
              </a:ext>
            </a:extLst>
          </p:cNvPr>
          <p:cNvSpPr>
            <a:spLocks noGrp="1"/>
          </p:cNvSpPr>
          <p:nvPr/>
        </p:nvSpPr>
        <p:spPr>
          <a:xfrm>
            <a:off x="3464610" y="310783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7" name="A1_bar_Cryo_13420">
            <a:extLst>
              <a:ext uri="{FF2B5EF4-FFF2-40B4-BE49-F238E27FC236}">
                <a16:creationId xmlns:a16="http://schemas.microsoft.com/office/drawing/2014/main" id="{AE8D8422-C0A1-4106-9878-E5B50BCC04EA}"/>
              </a:ext>
            </a:extLst>
          </p:cNvPr>
          <p:cNvSpPr>
            <a:spLocks noGrp="1"/>
          </p:cNvSpPr>
          <p:nvPr/>
        </p:nvSpPr>
        <p:spPr>
          <a:xfrm>
            <a:off x="3573264" y="55732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8" name="A1_bar_Cryo_13421">
            <a:extLst>
              <a:ext uri="{FF2B5EF4-FFF2-40B4-BE49-F238E27FC236}">
                <a16:creationId xmlns:a16="http://schemas.microsoft.com/office/drawing/2014/main" id="{C79914A4-F2BC-45BF-90E2-2E938B4FA93E}"/>
              </a:ext>
            </a:extLst>
          </p:cNvPr>
          <p:cNvSpPr>
            <a:spLocks noGrp="1"/>
          </p:cNvSpPr>
          <p:nvPr/>
        </p:nvSpPr>
        <p:spPr>
          <a:xfrm>
            <a:off x="3437917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9" name="A1_bar_Cryo_13422">
            <a:extLst>
              <a:ext uri="{FF2B5EF4-FFF2-40B4-BE49-F238E27FC236}">
                <a16:creationId xmlns:a16="http://schemas.microsoft.com/office/drawing/2014/main" id="{C2883B09-D4CF-48F6-8FC5-4FDAF10460A3}"/>
              </a:ext>
            </a:extLst>
          </p:cNvPr>
          <p:cNvSpPr>
            <a:spLocks noGrp="1"/>
          </p:cNvSpPr>
          <p:nvPr/>
        </p:nvSpPr>
        <p:spPr>
          <a:xfrm>
            <a:off x="3431406" y="5717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0" name="A1_bar_Cryo_13423">
            <a:extLst>
              <a:ext uri="{FF2B5EF4-FFF2-40B4-BE49-F238E27FC236}">
                <a16:creationId xmlns:a16="http://schemas.microsoft.com/office/drawing/2014/main" id="{EACBD1A7-D4FD-4FE7-85C9-BAA338ECF240}"/>
              </a:ext>
            </a:extLst>
          </p:cNvPr>
          <p:cNvSpPr>
            <a:spLocks noGrp="1"/>
          </p:cNvSpPr>
          <p:nvPr/>
        </p:nvSpPr>
        <p:spPr>
          <a:xfrm>
            <a:off x="3509139" y="40338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1" name="A1_bar_Cryo_13424">
            <a:extLst>
              <a:ext uri="{FF2B5EF4-FFF2-40B4-BE49-F238E27FC236}">
                <a16:creationId xmlns:a16="http://schemas.microsoft.com/office/drawing/2014/main" id="{78C93AD4-49E3-45F8-AE2B-F2A3C5BEEAFE}"/>
              </a:ext>
            </a:extLst>
          </p:cNvPr>
          <p:cNvSpPr>
            <a:spLocks noGrp="1"/>
          </p:cNvSpPr>
          <p:nvPr/>
        </p:nvSpPr>
        <p:spPr>
          <a:xfrm>
            <a:off x="350051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2" name="A1_bar_Cryo_13425">
            <a:extLst>
              <a:ext uri="{FF2B5EF4-FFF2-40B4-BE49-F238E27FC236}">
                <a16:creationId xmlns:a16="http://schemas.microsoft.com/office/drawing/2014/main" id="{09E823F5-E675-4281-B634-860207FEAA40}"/>
              </a:ext>
            </a:extLst>
          </p:cNvPr>
          <p:cNvSpPr>
            <a:spLocks noGrp="1"/>
          </p:cNvSpPr>
          <p:nvPr/>
        </p:nvSpPr>
        <p:spPr>
          <a:xfrm>
            <a:off x="3578103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3" name="A1_bar_Cryo_13426">
            <a:extLst>
              <a:ext uri="{FF2B5EF4-FFF2-40B4-BE49-F238E27FC236}">
                <a16:creationId xmlns:a16="http://schemas.microsoft.com/office/drawing/2014/main" id="{689C3CCC-CD59-4D34-8F40-68D3879322BE}"/>
              </a:ext>
            </a:extLst>
          </p:cNvPr>
          <p:cNvSpPr>
            <a:spLocks noGrp="1"/>
          </p:cNvSpPr>
          <p:nvPr/>
        </p:nvSpPr>
        <p:spPr>
          <a:xfrm>
            <a:off x="3470352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4" name="A1_bar_Cryo_13427">
            <a:extLst>
              <a:ext uri="{FF2B5EF4-FFF2-40B4-BE49-F238E27FC236}">
                <a16:creationId xmlns:a16="http://schemas.microsoft.com/office/drawing/2014/main" id="{2664B4BA-B0C8-4E4A-8DA0-872B8B96FCB4}"/>
              </a:ext>
            </a:extLst>
          </p:cNvPr>
          <p:cNvSpPr>
            <a:spLocks noGrp="1"/>
          </p:cNvSpPr>
          <p:nvPr/>
        </p:nvSpPr>
        <p:spPr>
          <a:xfrm>
            <a:off x="3532369" y="34956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5" name="A1_bar_Cryo_13428">
            <a:extLst>
              <a:ext uri="{FF2B5EF4-FFF2-40B4-BE49-F238E27FC236}">
                <a16:creationId xmlns:a16="http://schemas.microsoft.com/office/drawing/2014/main" id="{137911A9-55FA-4008-BB33-C1B65D8AC0CC}"/>
              </a:ext>
            </a:extLst>
          </p:cNvPr>
          <p:cNvSpPr>
            <a:spLocks noGrp="1"/>
          </p:cNvSpPr>
          <p:nvPr/>
        </p:nvSpPr>
        <p:spPr>
          <a:xfrm>
            <a:off x="355009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6" name="A1_bar_Cryo_13429">
            <a:extLst>
              <a:ext uri="{FF2B5EF4-FFF2-40B4-BE49-F238E27FC236}">
                <a16:creationId xmlns:a16="http://schemas.microsoft.com/office/drawing/2014/main" id="{35D42CAC-F602-4D2F-970A-B8A7A74F2BFC}"/>
              </a:ext>
            </a:extLst>
          </p:cNvPr>
          <p:cNvSpPr>
            <a:spLocks noGrp="1"/>
          </p:cNvSpPr>
          <p:nvPr/>
        </p:nvSpPr>
        <p:spPr>
          <a:xfrm>
            <a:off x="3520832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7" name="A1_bar_Cryo_13430">
            <a:extLst>
              <a:ext uri="{FF2B5EF4-FFF2-40B4-BE49-F238E27FC236}">
                <a16:creationId xmlns:a16="http://schemas.microsoft.com/office/drawing/2014/main" id="{D9A9D46F-E737-4B4E-A302-30974207267A}"/>
              </a:ext>
            </a:extLst>
          </p:cNvPr>
          <p:cNvSpPr>
            <a:spLocks noGrp="1"/>
          </p:cNvSpPr>
          <p:nvPr/>
        </p:nvSpPr>
        <p:spPr>
          <a:xfrm>
            <a:off x="337901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8" name="A1_bar_Cryo_13431">
            <a:extLst>
              <a:ext uri="{FF2B5EF4-FFF2-40B4-BE49-F238E27FC236}">
                <a16:creationId xmlns:a16="http://schemas.microsoft.com/office/drawing/2014/main" id="{530A3942-B4FE-4BC4-9E1F-DFA0431E4267}"/>
              </a:ext>
            </a:extLst>
          </p:cNvPr>
          <p:cNvSpPr>
            <a:spLocks noGrp="1"/>
          </p:cNvSpPr>
          <p:nvPr/>
        </p:nvSpPr>
        <p:spPr>
          <a:xfrm>
            <a:off x="334200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9" name="A1_bar_Cryo_13432">
            <a:extLst>
              <a:ext uri="{FF2B5EF4-FFF2-40B4-BE49-F238E27FC236}">
                <a16:creationId xmlns:a16="http://schemas.microsoft.com/office/drawing/2014/main" id="{6A1110BF-806F-4C3C-9F4C-CF1961D88C0C}"/>
              </a:ext>
            </a:extLst>
          </p:cNvPr>
          <p:cNvSpPr>
            <a:spLocks noGrp="1"/>
          </p:cNvSpPr>
          <p:nvPr/>
        </p:nvSpPr>
        <p:spPr>
          <a:xfrm>
            <a:off x="344339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0" name="A1_bar_Cryo_13433">
            <a:extLst>
              <a:ext uri="{FF2B5EF4-FFF2-40B4-BE49-F238E27FC236}">
                <a16:creationId xmlns:a16="http://schemas.microsoft.com/office/drawing/2014/main" id="{9F58D4A5-2A7B-4F2D-A38F-6B4B6FD0C4DC}"/>
              </a:ext>
            </a:extLst>
          </p:cNvPr>
          <p:cNvSpPr>
            <a:spLocks noGrp="1"/>
          </p:cNvSpPr>
          <p:nvPr/>
        </p:nvSpPr>
        <p:spPr>
          <a:xfrm>
            <a:off x="3486229" y="52942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1" name="A1_bar_Cryo_13434">
            <a:extLst>
              <a:ext uri="{FF2B5EF4-FFF2-40B4-BE49-F238E27FC236}">
                <a16:creationId xmlns:a16="http://schemas.microsoft.com/office/drawing/2014/main" id="{C46939B8-F9C5-4479-98C4-D04D6E7558F6}"/>
              </a:ext>
            </a:extLst>
          </p:cNvPr>
          <p:cNvSpPr>
            <a:spLocks noGrp="1"/>
          </p:cNvSpPr>
          <p:nvPr/>
        </p:nvSpPr>
        <p:spPr>
          <a:xfrm>
            <a:off x="339315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2" name="A1_bar_Cryo_13435">
            <a:extLst>
              <a:ext uri="{FF2B5EF4-FFF2-40B4-BE49-F238E27FC236}">
                <a16:creationId xmlns:a16="http://schemas.microsoft.com/office/drawing/2014/main" id="{9D8EAF24-E3FD-445F-AA9A-85024960252C}"/>
              </a:ext>
            </a:extLst>
          </p:cNvPr>
          <p:cNvSpPr>
            <a:spLocks noGrp="1"/>
          </p:cNvSpPr>
          <p:nvPr/>
        </p:nvSpPr>
        <p:spPr>
          <a:xfrm>
            <a:off x="336763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3" name="A1_bar_Cryo_13436">
            <a:extLst>
              <a:ext uri="{FF2B5EF4-FFF2-40B4-BE49-F238E27FC236}">
                <a16:creationId xmlns:a16="http://schemas.microsoft.com/office/drawing/2014/main" id="{0B9C08FF-7BF2-45E2-9017-C5D61CDA9B10}"/>
              </a:ext>
            </a:extLst>
          </p:cNvPr>
          <p:cNvSpPr>
            <a:spLocks noGrp="1"/>
          </p:cNvSpPr>
          <p:nvPr/>
        </p:nvSpPr>
        <p:spPr>
          <a:xfrm>
            <a:off x="3553636" y="561249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4" name="A1_bar_Cryo_13437">
            <a:extLst>
              <a:ext uri="{FF2B5EF4-FFF2-40B4-BE49-F238E27FC236}">
                <a16:creationId xmlns:a16="http://schemas.microsoft.com/office/drawing/2014/main" id="{CA838DDE-313C-465B-9EF9-FB531272FF34}"/>
              </a:ext>
            </a:extLst>
          </p:cNvPr>
          <p:cNvSpPr>
            <a:spLocks noGrp="1"/>
          </p:cNvSpPr>
          <p:nvPr/>
        </p:nvSpPr>
        <p:spPr>
          <a:xfrm>
            <a:off x="352687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5" name="A1_bar_Cryo_13438">
            <a:extLst>
              <a:ext uri="{FF2B5EF4-FFF2-40B4-BE49-F238E27FC236}">
                <a16:creationId xmlns:a16="http://schemas.microsoft.com/office/drawing/2014/main" id="{5A7E6705-A426-41E0-AFBF-8A10F60219FA}"/>
              </a:ext>
            </a:extLst>
          </p:cNvPr>
          <p:cNvSpPr>
            <a:spLocks noGrp="1"/>
          </p:cNvSpPr>
          <p:nvPr/>
        </p:nvSpPr>
        <p:spPr>
          <a:xfrm>
            <a:off x="344961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6" name="A1_bar_Cryo_13439">
            <a:extLst>
              <a:ext uri="{FF2B5EF4-FFF2-40B4-BE49-F238E27FC236}">
                <a16:creationId xmlns:a16="http://schemas.microsoft.com/office/drawing/2014/main" id="{A19764B0-AC8A-4ECF-B635-7B6171260016}"/>
              </a:ext>
            </a:extLst>
          </p:cNvPr>
          <p:cNvSpPr>
            <a:spLocks noGrp="1"/>
          </p:cNvSpPr>
          <p:nvPr/>
        </p:nvSpPr>
        <p:spPr>
          <a:xfrm>
            <a:off x="3381590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7" name="A1_bar_Cryo_13440">
            <a:extLst>
              <a:ext uri="{FF2B5EF4-FFF2-40B4-BE49-F238E27FC236}">
                <a16:creationId xmlns:a16="http://schemas.microsoft.com/office/drawing/2014/main" id="{766D653F-027F-4FC1-9ACC-8F13B1E61A6E}"/>
              </a:ext>
            </a:extLst>
          </p:cNvPr>
          <p:cNvSpPr>
            <a:spLocks noGrp="1"/>
          </p:cNvSpPr>
          <p:nvPr/>
        </p:nvSpPr>
        <p:spPr>
          <a:xfrm>
            <a:off x="354261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8" name="A1_bar_Cryo_13441">
            <a:extLst>
              <a:ext uri="{FF2B5EF4-FFF2-40B4-BE49-F238E27FC236}">
                <a16:creationId xmlns:a16="http://schemas.microsoft.com/office/drawing/2014/main" id="{F1B379C7-E225-4445-BEF0-ADE4294E922B}"/>
              </a:ext>
            </a:extLst>
          </p:cNvPr>
          <p:cNvSpPr>
            <a:spLocks noGrp="1"/>
          </p:cNvSpPr>
          <p:nvPr/>
        </p:nvSpPr>
        <p:spPr>
          <a:xfrm>
            <a:off x="3391943" y="32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9" name="A1_bar_Cryo_13442">
            <a:extLst>
              <a:ext uri="{FF2B5EF4-FFF2-40B4-BE49-F238E27FC236}">
                <a16:creationId xmlns:a16="http://schemas.microsoft.com/office/drawing/2014/main" id="{1F4D1C4E-6AEC-496A-BA59-796ADA32410B}"/>
              </a:ext>
            </a:extLst>
          </p:cNvPr>
          <p:cNvSpPr>
            <a:spLocks noGrp="1"/>
          </p:cNvSpPr>
          <p:nvPr/>
        </p:nvSpPr>
        <p:spPr>
          <a:xfrm>
            <a:off x="336712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0" name="A1_bar_Cryo_13443">
            <a:extLst>
              <a:ext uri="{FF2B5EF4-FFF2-40B4-BE49-F238E27FC236}">
                <a16:creationId xmlns:a16="http://schemas.microsoft.com/office/drawing/2014/main" id="{463F1521-736C-4383-A67B-36EAE7EAEB90}"/>
              </a:ext>
            </a:extLst>
          </p:cNvPr>
          <p:cNvSpPr>
            <a:spLocks noGrp="1"/>
          </p:cNvSpPr>
          <p:nvPr/>
        </p:nvSpPr>
        <p:spPr>
          <a:xfrm>
            <a:off x="3476518" y="53284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1" name="A1_bar_Cryo_13444">
            <a:extLst>
              <a:ext uri="{FF2B5EF4-FFF2-40B4-BE49-F238E27FC236}">
                <a16:creationId xmlns:a16="http://schemas.microsoft.com/office/drawing/2014/main" id="{3C4CAEC4-3700-4EC8-835F-BF1CC4DFA5A4}"/>
              </a:ext>
            </a:extLst>
          </p:cNvPr>
          <p:cNvSpPr>
            <a:spLocks noGrp="1"/>
          </p:cNvSpPr>
          <p:nvPr/>
        </p:nvSpPr>
        <p:spPr>
          <a:xfrm>
            <a:off x="334367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2" name="A1_bar_Cryo_13445">
            <a:extLst>
              <a:ext uri="{FF2B5EF4-FFF2-40B4-BE49-F238E27FC236}">
                <a16:creationId xmlns:a16="http://schemas.microsoft.com/office/drawing/2014/main" id="{4296FD50-1D18-4455-84A4-4D3D393AD353}"/>
              </a:ext>
            </a:extLst>
          </p:cNvPr>
          <p:cNvSpPr>
            <a:spLocks noGrp="1"/>
          </p:cNvSpPr>
          <p:nvPr/>
        </p:nvSpPr>
        <p:spPr>
          <a:xfrm>
            <a:off x="356217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3" name="A1_bar_Cryo_13446">
            <a:extLst>
              <a:ext uri="{FF2B5EF4-FFF2-40B4-BE49-F238E27FC236}">
                <a16:creationId xmlns:a16="http://schemas.microsoft.com/office/drawing/2014/main" id="{2A70578A-8208-4B30-9DFA-F7E6FEA944CE}"/>
              </a:ext>
            </a:extLst>
          </p:cNvPr>
          <p:cNvSpPr>
            <a:spLocks noGrp="1"/>
          </p:cNvSpPr>
          <p:nvPr/>
        </p:nvSpPr>
        <p:spPr>
          <a:xfrm>
            <a:off x="3548802" y="56482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4" name="A1_bar_Cryo_13447">
            <a:extLst>
              <a:ext uri="{FF2B5EF4-FFF2-40B4-BE49-F238E27FC236}">
                <a16:creationId xmlns:a16="http://schemas.microsoft.com/office/drawing/2014/main" id="{15E902AD-222B-4F20-AAC9-283A2C76BF14}"/>
              </a:ext>
            </a:extLst>
          </p:cNvPr>
          <p:cNvSpPr>
            <a:spLocks noGrp="1"/>
          </p:cNvSpPr>
          <p:nvPr/>
        </p:nvSpPr>
        <p:spPr>
          <a:xfrm>
            <a:off x="3577448" y="42216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5" name="A1_bar_Cryo_13448">
            <a:extLst>
              <a:ext uri="{FF2B5EF4-FFF2-40B4-BE49-F238E27FC236}">
                <a16:creationId xmlns:a16="http://schemas.microsoft.com/office/drawing/2014/main" id="{4CE40E6D-2945-40CA-B53C-0EC666194A22}"/>
              </a:ext>
            </a:extLst>
          </p:cNvPr>
          <p:cNvSpPr>
            <a:spLocks noGrp="1"/>
          </p:cNvSpPr>
          <p:nvPr/>
        </p:nvSpPr>
        <p:spPr>
          <a:xfrm>
            <a:off x="3437709" y="364988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6" name="A1_bar_Cryo_13449">
            <a:extLst>
              <a:ext uri="{FF2B5EF4-FFF2-40B4-BE49-F238E27FC236}">
                <a16:creationId xmlns:a16="http://schemas.microsoft.com/office/drawing/2014/main" id="{9F406D44-B92C-4DFA-90FC-A8BA9C120BE6}"/>
              </a:ext>
            </a:extLst>
          </p:cNvPr>
          <p:cNvSpPr>
            <a:spLocks noGrp="1"/>
          </p:cNvSpPr>
          <p:nvPr/>
        </p:nvSpPr>
        <p:spPr>
          <a:xfrm>
            <a:off x="3448504" y="43493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7" name="A1_bar_Cryo_13450">
            <a:extLst>
              <a:ext uri="{FF2B5EF4-FFF2-40B4-BE49-F238E27FC236}">
                <a16:creationId xmlns:a16="http://schemas.microsoft.com/office/drawing/2014/main" id="{3AFC5843-5D85-497D-B04A-EA4ED2DA8A5D}"/>
              </a:ext>
            </a:extLst>
          </p:cNvPr>
          <p:cNvSpPr>
            <a:spLocks noGrp="1"/>
          </p:cNvSpPr>
          <p:nvPr/>
        </p:nvSpPr>
        <p:spPr>
          <a:xfrm>
            <a:off x="340545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8" name="A1_bar_Cryo_13451">
            <a:extLst>
              <a:ext uri="{FF2B5EF4-FFF2-40B4-BE49-F238E27FC236}">
                <a16:creationId xmlns:a16="http://schemas.microsoft.com/office/drawing/2014/main" id="{9156C8C9-ABF6-4B5A-A4BC-89A56D9B6B67}"/>
              </a:ext>
            </a:extLst>
          </p:cNvPr>
          <p:cNvSpPr>
            <a:spLocks noGrp="1"/>
          </p:cNvSpPr>
          <p:nvPr/>
        </p:nvSpPr>
        <p:spPr>
          <a:xfrm>
            <a:off x="354515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9" name="A1_bar_Cryo_13452">
            <a:extLst>
              <a:ext uri="{FF2B5EF4-FFF2-40B4-BE49-F238E27FC236}">
                <a16:creationId xmlns:a16="http://schemas.microsoft.com/office/drawing/2014/main" id="{1D1B2505-9B74-48EA-B7B3-4656B5B27256}"/>
              </a:ext>
            </a:extLst>
          </p:cNvPr>
          <p:cNvSpPr>
            <a:spLocks noGrp="1"/>
          </p:cNvSpPr>
          <p:nvPr/>
        </p:nvSpPr>
        <p:spPr>
          <a:xfrm>
            <a:off x="3488583" y="298602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0" name="A1_bar_Cryo_13453">
            <a:extLst>
              <a:ext uri="{FF2B5EF4-FFF2-40B4-BE49-F238E27FC236}">
                <a16:creationId xmlns:a16="http://schemas.microsoft.com/office/drawing/2014/main" id="{B70BC997-3ECA-4628-ADD6-A55A818857CB}"/>
              </a:ext>
            </a:extLst>
          </p:cNvPr>
          <p:cNvSpPr>
            <a:spLocks noGrp="1"/>
          </p:cNvSpPr>
          <p:nvPr/>
        </p:nvSpPr>
        <p:spPr>
          <a:xfrm>
            <a:off x="3531180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1" name="A1_bar_Cryo_13454">
            <a:extLst>
              <a:ext uri="{FF2B5EF4-FFF2-40B4-BE49-F238E27FC236}">
                <a16:creationId xmlns:a16="http://schemas.microsoft.com/office/drawing/2014/main" id="{938568CC-FCF2-49ED-9F31-73ED4D3F13DB}"/>
              </a:ext>
            </a:extLst>
          </p:cNvPr>
          <p:cNvSpPr>
            <a:spLocks noGrp="1"/>
          </p:cNvSpPr>
          <p:nvPr/>
        </p:nvSpPr>
        <p:spPr>
          <a:xfrm>
            <a:off x="352040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2" name="A1_bar_Cryo_13455">
            <a:extLst>
              <a:ext uri="{FF2B5EF4-FFF2-40B4-BE49-F238E27FC236}">
                <a16:creationId xmlns:a16="http://schemas.microsoft.com/office/drawing/2014/main" id="{7E04C726-E7B6-4260-8A8A-002197DBD9D4}"/>
              </a:ext>
            </a:extLst>
          </p:cNvPr>
          <p:cNvSpPr>
            <a:spLocks noGrp="1"/>
          </p:cNvSpPr>
          <p:nvPr/>
        </p:nvSpPr>
        <p:spPr>
          <a:xfrm>
            <a:off x="3521915" y="51865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3" name="A1_bar_Cryo_13456">
            <a:extLst>
              <a:ext uri="{FF2B5EF4-FFF2-40B4-BE49-F238E27FC236}">
                <a16:creationId xmlns:a16="http://schemas.microsoft.com/office/drawing/2014/main" id="{027F1B5C-4D8E-4A58-9F15-B759BCB3761C}"/>
              </a:ext>
            </a:extLst>
          </p:cNvPr>
          <p:cNvSpPr>
            <a:spLocks noGrp="1"/>
          </p:cNvSpPr>
          <p:nvPr/>
        </p:nvSpPr>
        <p:spPr>
          <a:xfrm>
            <a:off x="3464611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4" name="A1_bar_Cryo_13457">
            <a:extLst>
              <a:ext uri="{FF2B5EF4-FFF2-40B4-BE49-F238E27FC236}">
                <a16:creationId xmlns:a16="http://schemas.microsoft.com/office/drawing/2014/main" id="{5E8A30D1-3746-4ADF-ADD7-4969C10DFF47}"/>
              </a:ext>
            </a:extLst>
          </p:cNvPr>
          <p:cNvSpPr>
            <a:spLocks noGrp="1"/>
          </p:cNvSpPr>
          <p:nvPr/>
        </p:nvSpPr>
        <p:spPr>
          <a:xfrm>
            <a:off x="354332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5" name="A1_bar_Cryo_13458">
            <a:extLst>
              <a:ext uri="{FF2B5EF4-FFF2-40B4-BE49-F238E27FC236}">
                <a16:creationId xmlns:a16="http://schemas.microsoft.com/office/drawing/2014/main" id="{0697958A-1CB6-436D-946A-76ECB1F7E1A2}"/>
              </a:ext>
            </a:extLst>
          </p:cNvPr>
          <p:cNvSpPr>
            <a:spLocks noGrp="1"/>
          </p:cNvSpPr>
          <p:nvPr/>
        </p:nvSpPr>
        <p:spPr>
          <a:xfrm>
            <a:off x="3503996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6" name="A1_bar_Cryo_13459">
            <a:extLst>
              <a:ext uri="{FF2B5EF4-FFF2-40B4-BE49-F238E27FC236}">
                <a16:creationId xmlns:a16="http://schemas.microsoft.com/office/drawing/2014/main" id="{E85D802A-2D22-48FD-B110-F7CA39A10A70}"/>
              </a:ext>
            </a:extLst>
          </p:cNvPr>
          <p:cNvSpPr>
            <a:spLocks noGrp="1"/>
          </p:cNvSpPr>
          <p:nvPr/>
        </p:nvSpPr>
        <p:spPr>
          <a:xfrm>
            <a:off x="3451651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7" name="A1_bar_Cryo_13460">
            <a:extLst>
              <a:ext uri="{FF2B5EF4-FFF2-40B4-BE49-F238E27FC236}">
                <a16:creationId xmlns:a16="http://schemas.microsoft.com/office/drawing/2014/main" id="{0833F5BD-0995-437A-92AC-29E46E6DC59D}"/>
              </a:ext>
            </a:extLst>
          </p:cNvPr>
          <p:cNvSpPr>
            <a:spLocks noGrp="1"/>
          </p:cNvSpPr>
          <p:nvPr/>
        </p:nvSpPr>
        <p:spPr>
          <a:xfrm>
            <a:off x="3348249" y="37838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8" name="A1_bar_Cryo_13461">
            <a:extLst>
              <a:ext uri="{FF2B5EF4-FFF2-40B4-BE49-F238E27FC236}">
                <a16:creationId xmlns:a16="http://schemas.microsoft.com/office/drawing/2014/main" id="{300B3F4F-53FD-4ECD-A7E4-5111C240C366}"/>
              </a:ext>
            </a:extLst>
          </p:cNvPr>
          <p:cNvSpPr>
            <a:spLocks noGrp="1"/>
          </p:cNvSpPr>
          <p:nvPr/>
        </p:nvSpPr>
        <p:spPr>
          <a:xfrm>
            <a:off x="3403668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9" name="A1_bar_Cryo_13462">
            <a:extLst>
              <a:ext uri="{FF2B5EF4-FFF2-40B4-BE49-F238E27FC236}">
                <a16:creationId xmlns:a16="http://schemas.microsoft.com/office/drawing/2014/main" id="{0152A623-0854-4309-BEF9-038460C5827C}"/>
              </a:ext>
            </a:extLst>
          </p:cNvPr>
          <p:cNvSpPr>
            <a:spLocks noGrp="1"/>
          </p:cNvSpPr>
          <p:nvPr/>
        </p:nvSpPr>
        <p:spPr>
          <a:xfrm>
            <a:off x="338007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0" name="A1_bar_Cryo_13463">
            <a:extLst>
              <a:ext uri="{FF2B5EF4-FFF2-40B4-BE49-F238E27FC236}">
                <a16:creationId xmlns:a16="http://schemas.microsoft.com/office/drawing/2014/main" id="{14382BEC-2919-4C29-AFD2-A8DAD974D840}"/>
              </a:ext>
            </a:extLst>
          </p:cNvPr>
          <p:cNvSpPr>
            <a:spLocks noGrp="1"/>
          </p:cNvSpPr>
          <p:nvPr/>
        </p:nvSpPr>
        <p:spPr>
          <a:xfrm>
            <a:off x="341256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1" name="A1_bar_Cryo_13464">
            <a:extLst>
              <a:ext uri="{FF2B5EF4-FFF2-40B4-BE49-F238E27FC236}">
                <a16:creationId xmlns:a16="http://schemas.microsoft.com/office/drawing/2014/main" id="{45611628-DB2A-4FFE-99BE-173E2277C583}"/>
              </a:ext>
            </a:extLst>
          </p:cNvPr>
          <p:cNvSpPr>
            <a:spLocks noGrp="1"/>
          </p:cNvSpPr>
          <p:nvPr/>
        </p:nvSpPr>
        <p:spPr>
          <a:xfrm>
            <a:off x="3421721" y="460877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2" name="A1_bar_Cryo_13465">
            <a:extLst>
              <a:ext uri="{FF2B5EF4-FFF2-40B4-BE49-F238E27FC236}">
                <a16:creationId xmlns:a16="http://schemas.microsoft.com/office/drawing/2014/main" id="{638D4E73-1C29-420B-B0EB-EC0460E4CDB9}"/>
              </a:ext>
            </a:extLst>
          </p:cNvPr>
          <p:cNvSpPr>
            <a:spLocks noGrp="1"/>
          </p:cNvSpPr>
          <p:nvPr/>
        </p:nvSpPr>
        <p:spPr>
          <a:xfrm>
            <a:off x="350694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3" name="A1_bar_Cryo_13466">
            <a:extLst>
              <a:ext uri="{FF2B5EF4-FFF2-40B4-BE49-F238E27FC236}">
                <a16:creationId xmlns:a16="http://schemas.microsoft.com/office/drawing/2014/main" id="{83D0F7A8-0167-4ECA-B2F5-FEAB76E7DEA5}"/>
              </a:ext>
            </a:extLst>
          </p:cNvPr>
          <p:cNvSpPr>
            <a:spLocks noGrp="1"/>
          </p:cNvSpPr>
          <p:nvPr/>
        </p:nvSpPr>
        <p:spPr>
          <a:xfrm>
            <a:off x="354993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4" name="A1_bar_Cryo_13467">
            <a:extLst>
              <a:ext uri="{FF2B5EF4-FFF2-40B4-BE49-F238E27FC236}">
                <a16:creationId xmlns:a16="http://schemas.microsoft.com/office/drawing/2014/main" id="{3FB1FCEF-5509-4758-B0ED-F81C1C9D01CB}"/>
              </a:ext>
            </a:extLst>
          </p:cNvPr>
          <p:cNvSpPr>
            <a:spLocks noGrp="1"/>
          </p:cNvSpPr>
          <p:nvPr/>
        </p:nvSpPr>
        <p:spPr>
          <a:xfrm>
            <a:off x="336121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5" name="A1_bar_Cryo_13468">
            <a:extLst>
              <a:ext uri="{FF2B5EF4-FFF2-40B4-BE49-F238E27FC236}">
                <a16:creationId xmlns:a16="http://schemas.microsoft.com/office/drawing/2014/main" id="{A3CB75AE-390A-497A-95A6-E71953E632BD}"/>
              </a:ext>
            </a:extLst>
          </p:cNvPr>
          <p:cNvSpPr>
            <a:spLocks noGrp="1"/>
          </p:cNvSpPr>
          <p:nvPr/>
        </p:nvSpPr>
        <p:spPr>
          <a:xfrm>
            <a:off x="350597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6" name="A1_bar_Cryo_13469">
            <a:extLst>
              <a:ext uri="{FF2B5EF4-FFF2-40B4-BE49-F238E27FC236}">
                <a16:creationId xmlns:a16="http://schemas.microsoft.com/office/drawing/2014/main" id="{7508114C-72F0-4585-A6A4-892DB1A96DBB}"/>
              </a:ext>
            </a:extLst>
          </p:cNvPr>
          <p:cNvSpPr>
            <a:spLocks noGrp="1"/>
          </p:cNvSpPr>
          <p:nvPr/>
        </p:nvSpPr>
        <p:spPr>
          <a:xfrm>
            <a:off x="3437034" y="42694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7" name="A1_bar_Cryo_13470">
            <a:extLst>
              <a:ext uri="{FF2B5EF4-FFF2-40B4-BE49-F238E27FC236}">
                <a16:creationId xmlns:a16="http://schemas.microsoft.com/office/drawing/2014/main" id="{ECE81FC0-D1CB-4E63-B540-5D14A5210A0D}"/>
              </a:ext>
            </a:extLst>
          </p:cNvPr>
          <p:cNvSpPr>
            <a:spLocks noGrp="1"/>
          </p:cNvSpPr>
          <p:nvPr/>
        </p:nvSpPr>
        <p:spPr>
          <a:xfrm>
            <a:off x="3517738" y="352374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8" name="A1_bar_Cryo_13471">
            <a:extLst>
              <a:ext uri="{FF2B5EF4-FFF2-40B4-BE49-F238E27FC236}">
                <a16:creationId xmlns:a16="http://schemas.microsoft.com/office/drawing/2014/main" id="{733C0B33-8FE9-4BC2-8075-50F0F9A10298}"/>
              </a:ext>
            </a:extLst>
          </p:cNvPr>
          <p:cNvSpPr>
            <a:spLocks noGrp="1"/>
          </p:cNvSpPr>
          <p:nvPr/>
        </p:nvSpPr>
        <p:spPr>
          <a:xfrm>
            <a:off x="3489300" y="49901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9" name="A1_bar_Cryo_13472">
            <a:extLst>
              <a:ext uri="{FF2B5EF4-FFF2-40B4-BE49-F238E27FC236}">
                <a16:creationId xmlns:a16="http://schemas.microsoft.com/office/drawing/2014/main" id="{210E85E4-C26C-4C45-A474-C755D66C4EAA}"/>
              </a:ext>
            </a:extLst>
          </p:cNvPr>
          <p:cNvSpPr>
            <a:spLocks noGrp="1"/>
          </p:cNvSpPr>
          <p:nvPr/>
        </p:nvSpPr>
        <p:spPr>
          <a:xfrm>
            <a:off x="349519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0" name="A1_bar_Cryo_13473">
            <a:extLst>
              <a:ext uri="{FF2B5EF4-FFF2-40B4-BE49-F238E27FC236}">
                <a16:creationId xmlns:a16="http://schemas.microsoft.com/office/drawing/2014/main" id="{5B2F3B28-FB8B-46E3-989D-865EE4278746}"/>
              </a:ext>
            </a:extLst>
          </p:cNvPr>
          <p:cNvSpPr>
            <a:spLocks noGrp="1"/>
          </p:cNvSpPr>
          <p:nvPr/>
        </p:nvSpPr>
        <p:spPr>
          <a:xfrm>
            <a:off x="356930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1" name="A1_bar_Cryo_13474">
            <a:extLst>
              <a:ext uri="{FF2B5EF4-FFF2-40B4-BE49-F238E27FC236}">
                <a16:creationId xmlns:a16="http://schemas.microsoft.com/office/drawing/2014/main" id="{BD1935CC-B180-4C10-B411-885D5EC32CA9}"/>
              </a:ext>
            </a:extLst>
          </p:cNvPr>
          <p:cNvSpPr>
            <a:spLocks noGrp="1"/>
          </p:cNvSpPr>
          <p:nvPr/>
        </p:nvSpPr>
        <p:spPr>
          <a:xfrm>
            <a:off x="3414691" y="48301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2" name="A1_bar_Cryo_13475">
            <a:extLst>
              <a:ext uri="{FF2B5EF4-FFF2-40B4-BE49-F238E27FC236}">
                <a16:creationId xmlns:a16="http://schemas.microsoft.com/office/drawing/2014/main" id="{D4710D36-0062-4FE9-AFE7-9B00521CD680}"/>
              </a:ext>
            </a:extLst>
          </p:cNvPr>
          <p:cNvSpPr>
            <a:spLocks noGrp="1"/>
          </p:cNvSpPr>
          <p:nvPr/>
        </p:nvSpPr>
        <p:spPr>
          <a:xfrm>
            <a:off x="356338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3" name="A1_bar_Cryo_13476">
            <a:extLst>
              <a:ext uri="{FF2B5EF4-FFF2-40B4-BE49-F238E27FC236}">
                <a16:creationId xmlns:a16="http://schemas.microsoft.com/office/drawing/2014/main" id="{85A0CA2F-1714-4582-8C87-A19D645A333A}"/>
              </a:ext>
            </a:extLst>
          </p:cNvPr>
          <p:cNvSpPr>
            <a:spLocks noGrp="1"/>
          </p:cNvSpPr>
          <p:nvPr/>
        </p:nvSpPr>
        <p:spPr>
          <a:xfrm>
            <a:off x="342722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4" name="A1_bar_Cryo_13477">
            <a:extLst>
              <a:ext uri="{FF2B5EF4-FFF2-40B4-BE49-F238E27FC236}">
                <a16:creationId xmlns:a16="http://schemas.microsoft.com/office/drawing/2014/main" id="{ED8386DF-E921-4EB0-A68B-803719710D4D}"/>
              </a:ext>
            </a:extLst>
          </p:cNvPr>
          <p:cNvSpPr>
            <a:spLocks noGrp="1"/>
          </p:cNvSpPr>
          <p:nvPr/>
        </p:nvSpPr>
        <p:spPr>
          <a:xfrm>
            <a:off x="345229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5" name="A1_bar_Cryo_13478">
            <a:extLst>
              <a:ext uri="{FF2B5EF4-FFF2-40B4-BE49-F238E27FC236}">
                <a16:creationId xmlns:a16="http://schemas.microsoft.com/office/drawing/2014/main" id="{03C207EF-E30C-4482-8340-AADDA092A881}"/>
              </a:ext>
            </a:extLst>
          </p:cNvPr>
          <p:cNvSpPr>
            <a:spLocks noGrp="1"/>
          </p:cNvSpPr>
          <p:nvPr/>
        </p:nvSpPr>
        <p:spPr>
          <a:xfrm>
            <a:off x="3512705" y="59404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6" name="A1_bar_Cryo_13479">
            <a:extLst>
              <a:ext uri="{FF2B5EF4-FFF2-40B4-BE49-F238E27FC236}">
                <a16:creationId xmlns:a16="http://schemas.microsoft.com/office/drawing/2014/main" id="{B0FF42BF-AE17-423A-A232-949007816EDA}"/>
              </a:ext>
            </a:extLst>
          </p:cNvPr>
          <p:cNvSpPr>
            <a:spLocks noGrp="1"/>
          </p:cNvSpPr>
          <p:nvPr/>
        </p:nvSpPr>
        <p:spPr>
          <a:xfrm>
            <a:off x="334415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7" name="A1_bar_Cryo_13480">
            <a:extLst>
              <a:ext uri="{FF2B5EF4-FFF2-40B4-BE49-F238E27FC236}">
                <a16:creationId xmlns:a16="http://schemas.microsoft.com/office/drawing/2014/main" id="{FFFD48CF-B78F-4A0D-A036-E91199D51F35}"/>
              </a:ext>
            </a:extLst>
          </p:cNvPr>
          <p:cNvSpPr>
            <a:spLocks noGrp="1"/>
          </p:cNvSpPr>
          <p:nvPr/>
        </p:nvSpPr>
        <p:spPr>
          <a:xfrm>
            <a:off x="356776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8" name="A1_bar_Cryo_13481">
            <a:extLst>
              <a:ext uri="{FF2B5EF4-FFF2-40B4-BE49-F238E27FC236}">
                <a16:creationId xmlns:a16="http://schemas.microsoft.com/office/drawing/2014/main" id="{A40F48A9-3B59-4FA4-AFBB-0520FE9ADC96}"/>
              </a:ext>
            </a:extLst>
          </p:cNvPr>
          <p:cNvSpPr>
            <a:spLocks noGrp="1"/>
          </p:cNvSpPr>
          <p:nvPr/>
        </p:nvSpPr>
        <p:spPr>
          <a:xfrm>
            <a:off x="359118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9" name="A1_bar_Cryo_13482">
            <a:extLst>
              <a:ext uri="{FF2B5EF4-FFF2-40B4-BE49-F238E27FC236}">
                <a16:creationId xmlns:a16="http://schemas.microsoft.com/office/drawing/2014/main" id="{F10C8F8F-893E-4469-B03D-81BBF50A6CD7}"/>
              </a:ext>
            </a:extLst>
          </p:cNvPr>
          <p:cNvSpPr>
            <a:spLocks noGrp="1"/>
          </p:cNvSpPr>
          <p:nvPr/>
        </p:nvSpPr>
        <p:spPr>
          <a:xfrm>
            <a:off x="3507085" y="46356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0" name="A1_bar_Cryo_13483">
            <a:extLst>
              <a:ext uri="{FF2B5EF4-FFF2-40B4-BE49-F238E27FC236}">
                <a16:creationId xmlns:a16="http://schemas.microsoft.com/office/drawing/2014/main" id="{733B8EA6-CB0E-4B49-9136-41BE3A4231DA}"/>
              </a:ext>
            </a:extLst>
          </p:cNvPr>
          <p:cNvSpPr>
            <a:spLocks noGrp="1"/>
          </p:cNvSpPr>
          <p:nvPr/>
        </p:nvSpPr>
        <p:spPr>
          <a:xfrm>
            <a:off x="341501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1" name="A1_bar_Cryo_13484">
            <a:extLst>
              <a:ext uri="{FF2B5EF4-FFF2-40B4-BE49-F238E27FC236}">
                <a16:creationId xmlns:a16="http://schemas.microsoft.com/office/drawing/2014/main" id="{4453666A-7E2D-409E-8ADB-2C4E5FF832AA}"/>
              </a:ext>
            </a:extLst>
          </p:cNvPr>
          <p:cNvSpPr>
            <a:spLocks noGrp="1"/>
          </p:cNvSpPr>
          <p:nvPr/>
        </p:nvSpPr>
        <p:spPr>
          <a:xfrm>
            <a:off x="3544481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2" name="A1_bar_Cryo_13485">
            <a:extLst>
              <a:ext uri="{FF2B5EF4-FFF2-40B4-BE49-F238E27FC236}">
                <a16:creationId xmlns:a16="http://schemas.microsoft.com/office/drawing/2014/main" id="{627A50AC-94C9-407D-B62E-5BBF3751F574}"/>
              </a:ext>
            </a:extLst>
          </p:cNvPr>
          <p:cNvSpPr>
            <a:spLocks noGrp="1"/>
          </p:cNvSpPr>
          <p:nvPr/>
        </p:nvSpPr>
        <p:spPr>
          <a:xfrm>
            <a:off x="3476450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3" name="A1_bar_Cryo_13486">
            <a:extLst>
              <a:ext uri="{FF2B5EF4-FFF2-40B4-BE49-F238E27FC236}">
                <a16:creationId xmlns:a16="http://schemas.microsoft.com/office/drawing/2014/main" id="{604E0410-84B9-43D1-B02A-08DB90901733}"/>
              </a:ext>
            </a:extLst>
          </p:cNvPr>
          <p:cNvSpPr>
            <a:spLocks noGrp="1"/>
          </p:cNvSpPr>
          <p:nvPr/>
        </p:nvSpPr>
        <p:spPr>
          <a:xfrm>
            <a:off x="342861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4" name="A1_bar_Cryo_13487">
            <a:extLst>
              <a:ext uri="{FF2B5EF4-FFF2-40B4-BE49-F238E27FC236}">
                <a16:creationId xmlns:a16="http://schemas.microsoft.com/office/drawing/2014/main" id="{7BBD7F78-1639-474E-867B-392A850E98CE}"/>
              </a:ext>
            </a:extLst>
          </p:cNvPr>
          <p:cNvSpPr>
            <a:spLocks noGrp="1"/>
          </p:cNvSpPr>
          <p:nvPr/>
        </p:nvSpPr>
        <p:spPr>
          <a:xfrm>
            <a:off x="345006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5" name="A1_bar_Cryo_13488">
            <a:extLst>
              <a:ext uri="{FF2B5EF4-FFF2-40B4-BE49-F238E27FC236}">
                <a16:creationId xmlns:a16="http://schemas.microsoft.com/office/drawing/2014/main" id="{6E2165C1-3964-4CB6-8BE2-5FDED19173C9}"/>
              </a:ext>
            </a:extLst>
          </p:cNvPr>
          <p:cNvSpPr>
            <a:spLocks noGrp="1"/>
          </p:cNvSpPr>
          <p:nvPr/>
        </p:nvSpPr>
        <p:spPr>
          <a:xfrm>
            <a:off x="3511008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6" name="A1_bar_Cryo_13489">
            <a:extLst>
              <a:ext uri="{FF2B5EF4-FFF2-40B4-BE49-F238E27FC236}">
                <a16:creationId xmlns:a16="http://schemas.microsoft.com/office/drawing/2014/main" id="{1125FB25-8EC4-4365-9A22-D27E1A0AC681}"/>
              </a:ext>
            </a:extLst>
          </p:cNvPr>
          <p:cNvSpPr>
            <a:spLocks noGrp="1"/>
          </p:cNvSpPr>
          <p:nvPr/>
        </p:nvSpPr>
        <p:spPr>
          <a:xfrm>
            <a:off x="334710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7" name="A1_bar_Cryo_13490">
            <a:extLst>
              <a:ext uri="{FF2B5EF4-FFF2-40B4-BE49-F238E27FC236}">
                <a16:creationId xmlns:a16="http://schemas.microsoft.com/office/drawing/2014/main" id="{1E6191FF-DCCA-4C08-83CA-7FDD8927B66B}"/>
              </a:ext>
            </a:extLst>
          </p:cNvPr>
          <p:cNvSpPr>
            <a:spLocks noGrp="1"/>
          </p:cNvSpPr>
          <p:nvPr/>
        </p:nvSpPr>
        <p:spPr>
          <a:xfrm>
            <a:off x="3578935" y="47549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8" name="A1_bar_Cryo_13491">
            <a:extLst>
              <a:ext uri="{FF2B5EF4-FFF2-40B4-BE49-F238E27FC236}">
                <a16:creationId xmlns:a16="http://schemas.microsoft.com/office/drawing/2014/main" id="{9085581A-04CA-44A6-9BE8-6F0337F6C569}"/>
              </a:ext>
            </a:extLst>
          </p:cNvPr>
          <p:cNvSpPr>
            <a:spLocks noGrp="1"/>
          </p:cNvSpPr>
          <p:nvPr/>
        </p:nvSpPr>
        <p:spPr>
          <a:xfrm>
            <a:off x="358890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9" name="A1_bar_Cryo_13492">
            <a:extLst>
              <a:ext uri="{FF2B5EF4-FFF2-40B4-BE49-F238E27FC236}">
                <a16:creationId xmlns:a16="http://schemas.microsoft.com/office/drawing/2014/main" id="{FA71273A-EAC2-433D-BA61-0F61C612A7F5}"/>
              </a:ext>
            </a:extLst>
          </p:cNvPr>
          <p:cNvSpPr>
            <a:spLocks noGrp="1"/>
          </p:cNvSpPr>
          <p:nvPr/>
        </p:nvSpPr>
        <p:spPr>
          <a:xfrm>
            <a:off x="3397556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0" name="A1_bar_Cryo_13493">
            <a:extLst>
              <a:ext uri="{FF2B5EF4-FFF2-40B4-BE49-F238E27FC236}">
                <a16:creationId xmlns:a16="http://schemas.microsoft.com/office/drawing/2014/main" id="{9E46D9A5-46A1-489B-AF75-B8EF1A4487EB}"/>
              </a:ext>
            </a:extLst>
          </p:cNvPr>
          <p:cNvSpPr>
            <a:spLocks noGrp="1"/>
          </p:cNvSpPr>
          <p:nvPr/>
        </p:nvSpPr>
        <p:spPr>
          <a:xfrm>
            <a:off x="3548721" y="54377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1" name="A1_bar_Cryo_13494">
            <a:extLst>
              <a:ext uri="{FF2B5EF4-FFF2-40B4-BE49-F238E27FC236}">
                <a16:creationId xmlns:a16="http://schemas.microsoft.com/office/drawing/2014/main" id="{E1F1D9EC-2781-4FC7-A9E6-1B93A05153AA}"/>
              </a:ext>
            </a:extLst>
          </p:cNvPr>
          <p:cNvSpPr>
            <a:spLocks noGrp="1"/>
          </p:cNvSpPr>
          <p:nvPr/>
        </p:nvSpPr>
        <p:spPr>
          <a:xfrm>
            <a:off x="3389340" y="43627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2" name="A1_bar_Cryo_13495">
            <a:extLst>
              <a:ext uri="{FF2B5EF4-FFF2-40B4-BE49-F238E27FC236}">
                <a16:creationId xmlns:a16="http://schemas.microsoft.com/office/drawing/2014/main" id="{BC3022F1-9103-4AFB-81D0-2607BD74B6E4}"/>
              </a:ext>
            </a:extLst>
          </p:cNvPr>
          <p:cNvSpPr>
            <a:spLocks noGrp="1"/>
          </p:cNvSpPr>
          <p:nvPr/>
        </p:nvSpPr>
        <p:spPr>
          <a:xfrm>
            <a:off x="357477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3" name="A1_bar_Cryo_13496">
            <a:extLst>
              <a:ext uri="{FF2B5EF4-FFF2-40B4-BE49-F238E27FC236}">
                <a16:creationId xmlns:a16="http://schemas.microsoft.com/office/drawing/2014/main" id="{09D6D268-43CA-4CC8-99C4-01A5A0A30DB7}"/>
              </a:ext>
            </a:extLst>
          </p:cNvPr>
          <p:cNvSpPr>
            <a:spLocks noGrp="1"/>
          </p:cNvSpPr>
          <p:nvPr/>
        </p:nvSpPr>
        <p:spPr>
          <a:xfrm>
            <a:off x="338117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4" name="A1_bar_Cryo_13497">
            <a:extLst>
              <a:ext uri="{FF2B5EF4-FFF2-40B4-BE49-F238E27FC236}">
                <a16:creationId xmlns:a16="http://schemas.microsoft.com/office/drawing/2014/main" id="{628B4ADF-BFC0-49C5-ABBA-6339EF7E8565}"/>
              </a:ext>
            </a:extLst>
          </p:cNvPr>
          <p:cNvSpPr>
            <a:spLocks noGrp="1"/>
          </p:cNvSpPr>
          <p:nvPr/>
        </p:nvSpPr>
        <p:spPr>
          <a:xfrm>
            <a:off x="348449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5" name="A1_bar_Cryo_13498">
            <a:extLst>
              <a:ext uri="{FF2B5EF4-FFF2-40B4-BE49-F238E27FC236}">
                <a16:creationId xmlns:a16="http://schemas.microsoft.com/office/drawing/2014/main" id="{A93A67A4-9558-4484-A8A0-5979DC061D82}"/>
              </a:ext>
            </a:extLst>
          </p:cNvPr>
          <p:cNvSpPr>
            <a:spLocks noGrp="1"/>
          </p:cNvSpPr>
          <p:nvPr/>
        </p:nvSpPr>
        <p:spPr>
          <a:xfrm>
            <a:off x="338326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6" name="A1_bar_Cryo_13499">
            <a:extLst>
              <a:ext uri="{FF2B5EF4-FFF2-40B4-BE49-F238E27FC236}">
                <a16:creationId xmlns:a16="http://schemas.microsoft.com/office/drawing/2014/main" id="{3C064711-77E3-40F0-9E89-12CD1128C71E}"/>
              </a:ext>
            </a:extLst>
          </p:cNvPr>
          <p:cNvSpPr>
            <a:spLocks noGrp="1"/>
          </p:cNvSpPr>
          <p:nvPr/>
        </p:nvSpPr>
        <p:spPr>
          <a:xfrm>
            <a:off x="352575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7" name="A1_bar_Cryo_13500">
            <a:extLst>
              <a:ext uri="{FF2B5EF4-FFF2-40B4-BE49-F238E27FC236}">
                <a16:creationId xmlns:a16="http://schemas.microsoft.com/office/drawing/2014/main" id="{BAE404A7-74CF-4EB1-9497-18EFD621E9AB}"/>
              </a:ext>
            </a:extLst>
          </p:cNvPr>
          <p:cNvSpPr>
            <a:spLocks noGrp="1"/>
          </p:cNvSpPr>
          <p:nvPr/>
        </p:nvSpPr>
        <p:spPr>
          <a:xfrm>
            <a:off x="3427079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8" name="A1_bar_Cryo_13501">
            <a:extLst>
              <a:ext uri="{FF2B5EF4-FFF2-40B4-BE49-F238E27FC236}">
                <a16:creationId xmlns:a16="http://schemas.microsoft.com/office/drawing/2014/main" id="{B41EC5C7-2682-41C1-80B3-96F03C76D93D}"/>
              </a:ext>
            </a:extLst>
          </p:cNvPr>
          <p:cNvSpPr>
            <a:spLocks noGrp="1"/>
          </p:cNvSpPr>
          <p:nvPr/>
        </p:nvSpPr>
        <p:spPr>
          <a:xfrm>
            <a:off x="3492392" y="395999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9" name="A1_bar_Cryo_13502">
            <a:extLst>
              <a:ext uri="{FF2B5EF4-FFF2-40B4-BE49-F238E27FC236}">
                <a16:creationId xmlns:a16="http://schemas.microsoft.com/office/drawing/2014/main" id="{BFBD6749-CC6D-4893-9185-31E6744513E6}"/>
              </a:ext>
            </a:extLst>
          </p:cNvPr>
          <p:cNvSpPr>
            <a:spLocks noGrp="1"/>
          </p:cNvSpPr>
          <p:nvPr/>
        </p:nvSpPr>
        <p:spPr>
          <a:xfrm>
            <a:off x="3414161" y="48886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0" name="A1_bar_Cryo_13503">
            <a:extLst>
              <a:ext uri="{FF2B5EF4-FFF2-40B4-BE49-F238E27FC236}">
                <a16:creationId xmlns:a16="http://schemas.microsoft.com/office/drawing/2014/main" id="{9FAB329D-3ED9-44C7-B7C4-C766BAB9EF01}"/>
              </a:ext>
            </a:extLst>
          </p:cNvPr>
          <p:cNvSpPr>
            <a:spLocks noGrp="1"/>
          </p:cNvSpPr>
          <p:nvPr/>
        </p:nvSpPr>
        <p:spPr>
          <a:xfrm>
            <a:off x="3358734" y="42581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1" name="A1_bar_Cryo_13504">
            <a:extLst>
              <a:ext uri="{FF2B5EF4-FFF2-40B4-BE49-F238E27FC236}">
                <a16:creationId xmlns:a16="http://schemas.microsoft.com/office/drawing/2014/main" id="{5652C997-4524-4C09-A599-341BD0C83BD2}"/>
              </a:ext>
            </a:extLst>
          </p:cNvPr>
          <p:cNvSpPr>
            <a:spLocks noGrp="1"/>
          </p:cNvSpPr>
          <p:nvPr/>
        </p:nvSpPr>
        <p:spPr>
          <a:xfrm>
            <a:off x="3465570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2" name="A1_bar_Cryo_13505">
            <a:extLst>
              <a:ext uri="{FF2B5EF4-FFF2-40B4-BE49-F238E27FC236}">
                <a16:creationId xmlns:a16="http://schemas.microsoft.com/office/drawing/2014/main" id="{9001B122-2BC2-411E-A07A-77133C5ABE03}"/>
              </a:ext>
            </a:extLst>
          </p:cNvPr>
          <p:cNvSpPr>
            <a:spLocks noGrp="1"/>
          </p:cNvSpPr>
          <p:nvPr/>
        </p:nvSpPr>
        <p:spPr>
          <a:xfrm>
            <a:off x="3408373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3" name="A1_bar_Cryo_13506">
            <a:extLst>
              <a:ext uri="{FF2B5EF4-FFF2-40B4-BE49-F238E27FC236}">
                <a16:creationId xmlns:a16="http://schemas.microsoft.com/office/drawing/2014/main" id="{58F3FE0D-6756-4BAE-8471-40BF4252B4F8}"/>
              </a:ext>
            </a:extLst>
          </p:cNvPr>
          <p:cNvSpPr>
            <a:spLocks noGrp="1"/>
          </p:cNvSpPr>
          <p:nvPr/>
        </p:nvSpPr>
        <p:spPr>
          <a:xfrm>
            <a:off x="3537813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4" name="A1_bar_Cryo_13507">
            <a:extLst>
              <a:ext uri="{FF2B5EF4-FFF2-40B4-BE49-F238E27FC236}">
                <a16:creationId xmlns:a16="http://schemas.microsoft.com/office/drawing/2014/main" id="{A5980914-5CB7-442C-AD08-F670969852D8}"/>
              </a:ext>
            </a:extLst>
          </p:cNvPr>
          <p:cNvSpPr>
            <a:spLocks noGrp="1"/>
          </p:cNvSpPr>
          <p:nvPr/>
        </p:nvSpPr>
        <p:spPr>
          <a:xfrm>
            <a:off x="3400455" y="420942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5" name="A1_bar_Cryo_13508">
            <a:extLst>
              <a:ext uri="{FF2B5EF4-FFF2-40B4-BE49-F238E27FC236}">
                <a16:creationId xmlns:a16="http://schemas.microsoft.com/office/drawing/2014/main" id="{D25BAA6B-8F0F-4BF9-AB71-1BFC62CB755E}"/>
              </a:ext>
            </a:extLst>
          </p:cNvPr>
          <p:cNvSpPr>
            <a:spLocks noGrp="1"/>
          </p:cNvSpPr>
          <p:nvPr/>
        </p:nvSpPr>
        <p:spPr>
          <a:xfrm>
            <a:off x="3548590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6" name="A1_bar_Cryo_13509">
            <a:extLst>
              <a:ext uri="{FF2B5EF4-FFF2-40B4-BE49-F238E27FC236}">
                <a16:creationId xmlns:a16="http://schemas.microsoft.com/office/drawing/2014/main" id="{924F3550-2772-411A-8961-C75F8DA9002B}"/>
              </a:ext>
            </a:extLst>
          </p:cNvPr>
          <p:cNvSpPr>
            <a:spLocks noGrp="1"/>
          </p:cNvSpPr>
          <p:nvPr/>
        </p:nvSpPr>
        <p:spPr>
          <a:xfrm>
            <a:off x="3507136" y="3548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7" name="A1_bar_Cryo_13510">
            <a:extLst>
              <a:ext uri="{FF2B5EF4-FFF2-40B4-BE49-F238E27FC236}">
                <a16:creationId xmlns:a16="http://schemas.microsoft.com/office/drawing/2014/main" id="{553C2C4A-B160-4353-BBB7-4446E6FF5D43}"/>
              </a:ext>
            </a:extLst>
          </p:cNvPr>
          <p:cNvSpPr>
            <a:spLocks noGrp="1"/>
          </p:cNvSpPr>
          <p:nvPr/>
        </p:nvSpPr>
        <p:spPr>
          <a:xfrm>
            <a:off x="3560679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8" name="A1_bar_Cryo_13511">
            <a:extLst>
              <a:ext uri="{FF2B5EF4-FFF2-40B4-BE49-F238E27FC236}">
                <a16:creationId xmlns:a16="http://schemas.microsoft.com/office/drawing/2014/main" id="{91209F34-CD83-4A57-8383-62DB9F060B4B}"/>
              </a:ext>
            </a:extLst>
          </p:cNvPr>
          <p:cNvSpPr>
            <a:spLocks noGrp="1"/>
          </p:cNvSpPr>
          <p:nvPr/>
        </p:nvSpPr>
        <p:spPr>
          <a:xfrm>
            <a:off x="350784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9" name="A1_bar_Cryo_13512">
            <a:extLst>
              <a:ext uri="{FF2B5EF4-FFF2-40B4-BE49-F238E27FC236}">
                <a16:creationId xmlns:a16="http://schemas.microsoft.com/office/drawing/2014/main" id="{55E576DC-C4BB-49CC-A45C-8EF93A6C16F3}"/>
              </a:ext>
            </a:extLst>
          </p:cNvPr>
          <p:cNvSpPr>
            <a:spLocks noGrp="1"/>
          </p:cNvSpPr>
          <p:nvPr/>
        </p:nvSpPr>
        <p:spPr>
          <a:xfrm>
            <a:off x="3476031" y="42618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0" name="A1_bar_Cryo_13513">
            <a:extLst>
              <a:ext uri="{FF2B5EF4-FFF2-40B4-BE49-F238E27FC236}">
                <a16:creationId xmlns:a16="http://schemas.microsoft.com/office/drawing/2014/main" id="{030BE8C9-209C-435A-ACA7-883FDB64321C}"/>
              </a:ext>
            </a:extLst>
          </p:cNvPr>
          <p:cNvSpPr>
            <a:spLocks noGrp="1"/>
          </p:cNvSpPr>
          <p:nvPr/>
        </p:nvSpPr>
        <p:spPr>
          <a:xfrm>
            <a:off x="3407631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1" name="A1_bar_Cryo_13514">
            <a:extLst>
              <a:ext uri="{FF2B5EF4-FFF2-40B4-BE49-F238E27FC236}">
                <a16:creationId xmlns:a16="http://schemas.microsoft.com/office/drawing/2014/main" id="{18940B4A-9C8C-4BD6-8860-815319730F0E}"/>
              </a:ext>
            </a:extLst>
          </p:cNvPr>
          <p:cNvSpPr>
            <a:spLocks noGrp="1"/>
          </p:cNvSpPr>
          <p:nvPr/>
        </p:nvSpPr>
        <p:spPr>
          <a:xfrm>
            <a:off x="3443401" y="45310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2" name="A1_bar_Cryo_13515">
            <a:extLst>
              <a:ext uri="{FF2B5EF4-FFF2-40B4-BE49-F238E27FC236}">
                <a16:creationId xmlns:a16="http://schemas.microsoft.com/office/drawing/2014/main" id="{3A6D1A61-8B28-4C0A-AFAA-98C2226B3C20}"/>
              </a:ext>
            </a:extLst>
          </p:cNvPr>
          <p:cNvSpPr>
            <a:spLocks noGrp="1"/>
          </p:cNvSpPr>
          <p:nvPr/>
        </p:nvSpPr>
        <p:spPr>
          <a:xfrm>
            <a:off x="345476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3" name="A1_bar_Cryo_13516">
            <a:extLst>
              <a:ext uri="{FF2B5EF4-FFF2-40B4-BE49-F238E27FC236}">
                <a16:creationId xmlns:a16="http://schemas.microsoft.com/office/drawing/2014/main" id="{435F9A7B-1D3C-49AD-BDC9-A2EB5BCEA40A}"/>
              </a:ext>
            </a:extLst>
          </p:cNvPr>
          <p:cNvSpPr>
            <a:spLocks noGrp="1"/>
          </p:cNvSpPr>
          <p:nvPr/>
        </p:nvSpPr>
        <p:spPr>
          <a:xfrm>
            <a:off x="3422130" y="46973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4" name="A1_bar_Cryo_13517">
            <a:extLst>
              <a:ext uri="{FF2B5EF4-FFF2-40B4-BE49-F238E27FC236}">
                <a16:creationId xmlns:a16="http://schemas.microsoft.com/office/drawing/2014/main" id="{B30BC681-C4FD-4A19-9FD6-8B1E3E7F6D68}"/>
              </a:ext>
            </a:extLst>
          </p:cNvPr>
          <p:cNvSpPr>
            <a:spLocks noGrp="1"/>
          </p:cNvSpPr>
          <p:nvPr/>
        </p:nvSpPr>
        <p:spPr>
          <a:xfrm>
            <a:off x="3576125" y="4838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5" name="A1_bar_Cryo_13518">
            <a:extLst>
              <a:ext uri="{FF2B5EF4-FFF2-40B4-BE49-F238E27FC236}">
                <a16:creationId xmlns:a16="http://schemas.microsoft.com/office/drawing/2014/main" id="{030126A5-CCE5-49A7-A142-C2BA995D564A}"/>
              </a:ext>
            </a:extLst>
          </p:cNvPr>
          <p:cNvSpPr>
            <a:spLocks noGrp="1"/>
          </p:cNvSpPr>
          <p:nvPr/>
        </p:nvSpPr>
        <p:spPr>
          <a:xfrm>
            <a:off x="347075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6" name="A1_bar_Cryo_13519">
            <a:extLst>
              <a:ext uri="{FF2B5EF4-FFF2-40B4-BE49-F238E27FC236}">
                <a16:creationId xmlns:a16="http://schemas.microsoft.com/office/drawing/2014/main" id="{0B819CE9-5AA5-42A7-94EC-490434BD9437}"/>
              </a:ext>
            </a:extLst>
          </p:cNvPr>
          <p:cNvSpPr>
            <a:spLocks noGrp="1"/>
          </p:cNvSpPr>
          <p:nvPr/>
        </p:nvSpPr>
        <p:spPr>
          <a:xfrm>
            <a:off x="3553065" y="542710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7" name="A1_bar_Cryo_13520">
            <a:extLst>
              <a:ext uri="{FF2B5EF4-FFF2-40B4-BE49-F238E27FC236}">
                <a16:creationId xmlns:a16="http://schemas.microsoft.com/office/drawing/2014/main" id="{79BA1033-4226-4492-8E76-9BD2D02687EE}"/>
              </a:ext>
            </a:extLst>
          </p:cNvPr>
          <p:cNvSpPr>
            <a:spLocks noGrp="1"/>
          </p:cNvSpPr>
          <p:nvPr/>
        </p:nvSpPr>
        <p:spPr>
          <a:xfrm>
            <a:off x="3511695" y="52235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8" name="A1_bar_Cryo_13521">
            <a:extLst>
              <a:ext uri="{FF2B5EF4-FFF2-40B4-BE49-F238E27FC236}">
                <a16:creationId xmlns:a16="http://schemas.microsoft.com/office/drawing/2014/main" id="{4C515C77-0586-4369-B88A-BA833D50A91F}"/>
              </a:ext>
            </a:extLst>
          </p:cNvPr>
          <p:cNvSpPr>
            <a:spLocks noGrp="1"/>
          </p:cNvSpPr>
          <p:nvPr/>
        </p:nvSpPr>
        <p:spPr>
          <a:xfrm>
            <a:off x="3426591" y="31128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9" name="A1_bar_Cryo_13522">
            <a:extLst>
              <a:ext uri="{FF2B5EF4-FFF2-40B4-BE49-F238E27FC236}">
                <a16:creationId xmlns:a16="http://schemas.microsoft.com/office/drawing/2014/main" id="{20902A9C-569A-41E2-8F5F-ACB085CB7B9A}"/>
              </a:ext>
            </a:extLst>
          </p:cNvPr>
          <p:cNvSpPr>
            <a:spLocks noGrp="1"/>
          </p:cNvSpPr>
          <p:nvPr/>
        </p:nvSpPr>
        <p:spPr>
          <a:xfrm>
            <a:off x="336959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0" name="A1_bar_Cryo_13523">
            <a:extLst>
              <a:ext uri="{FF2B5EF4-FFF2-40B4-BE49-F238E27FC236}">
                <a16:creationId xmlns:a16="http://schemas.microsoft.com/office/drawing/2014/main" id="{AD24D830-A8A8-475F-81F1-54122D6DCB53}"/>
              </a:ext>
            </a:extLst>
          </p:cNvPr>
          <p:cNvSpPr>
            <a:spLocks noGrp="1"/>
          </p:cNvSpPr>
          <p:nvPr/>
        </p:nvSpPr>
        <p:spPr>
          <a:xfrm>
            <a:off x="343584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1" name="A1_bar_Cryo_13524">
            <a:extLst>
              <a:ext uri="{FF2B5EF4-FFF2-40B4-BE49-F238E27FC236}">
                <a16:creationId xmlns:a16="http://schemas.microsoft.com/office/drawing/2014/main" id="{FFA95A77-6199-419F-A5DD-42A2CA2C6FA8}"/>
              </a:ext>
            </a:extLst>
          </p:cNvPr>
          <p:cNvSpPr>
            <a:spLocks noGrp="1"/>
          </p:cNvSpPr>
          <p:nvPr/>
        </p:nvSpPr>
        <p:spPr>
          <a:xfrm>
            <a:off x="3485519" y="57630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2" name="A1_bar_Cryo_13525">
            <a:extLst>
              <a:ext uri="{FF2B5EF4-FFF2-40B4-BE49-F238E27FC236}">
                <a16:creationId xmlns:a16="http://schemas.microsoft.com/office/drawing/2014/main" id="{2A189543-C24C-4900-A80D-919802F9495A}"/>
              </a:ext>
            </a:extLst>
          </p:cNvPr>
          <p:cNvSpPr>
            <a:spLocks noGrp="1"/>
          </p:cNvSpPr>
          <p:nvPr/>
        </p:nvSpPr>
        <p:spPr>
          <a:xfrm>
            <a:off x="336562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3" name="A1_bar_Cryo_13526">
            <a:extLst>
              <a:ext uri="{FF2B5EF4-FFF2-40B4-BE49-F238E27FC236}">
                <a16:creationId xmlns:a16="http://schemas.microsoft.com/office/drawing/2014/main" id="{812997AF-542D-4075-9D02-6AF378FCAB8A}"/>
              </a:ext>
            </a:extLst>
          </p:cNvPr>
          <p:cNvSpPr>
            <a:spLocks noGrp="1"/>
          </p:cNvSpPr>
          <p:nvPr/>
        </p:nvSpPr>
        <p:spPr>
          <a:xfrm>
            <a:off x="357716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4" name="A1_bar_Cryo_13527">
            <a:extLst>
              <a:ext uri="{FF2B5EF4-FFF2-40B4-BE49-F238E27FC236}">
                <a16:creationId xmlns:a16="http://schemas.microsoft.com/office/drawing/2014/main" id="{A7067199-549D-4E48-8F35-05D31A0594A0}"/>
              </a:ext>
            </a:extLst>
          </p:cNvPr>
          <p:cNvSpPr>
            <a:spLocks noGrp="1"/>
          </p:cNvSpPr>
          <p:nvPr/>
        </p:nvSpPr>
        <p:spPr>
          <a:xfrm>
            <a:off x="499014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5" name="A1_bar_Cryo_13528">
            <a:extLst>
              <a:ext uri="{FF2B5EF4-FFF2-40B4-BE49-F238E27FC236}">
                <a16:creationId xmlns:a16="http://schemas.microsoft.com/office/drawing/2014/main" id="{FB737B75-4ADC-42CF-A646-B44D49D7B2F7}"/>
              </a:ext>
            </a:extLst>
          </p:cNvPr>
          <p:cNvSpPr>
            <a:spLocks noGrp="1"/>
          </p:cNvSpPr>
          <p:nvPr/>
        </p:nvSpPr>
        <p:spPr>
          <a:xfrm>
            <a:off x="505418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6" name="A1_bar_Cryo_13529">
            <a:extLst>
              <a:ext uri="{FF2B5EF4-FFF2-40B4-BE49-F238E27FC236}">
                <a16:creationId xmlns:a16="http://schemas.microsoft.com/office/drawing/2014/main" id="{C8AAD29E-055F-4D77-BE66-5B6DD0F88643}"/>
              </a:ext>
            </a:extLst>
          </p:cNvPr>
          <p:cNvSpPr>
            <a:spLocks noGrp="1"/>
          </p:cNvSpPr>
          <p:nvPr/>
        </p:nvSpPr>
        <p:spPr>
          <a:xfrm>
            <a:off x="494697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7" name="A1_bar_Cryo_13530">
            <a:extLst>
              <a:ext uri="{FF2B5EF4-FFF2-40B4-BE49-F238E27FC236}">
                <a16:creationId xmlns:a16="http://schemas.microsoft.com/office/drawing/2014/main" id="{2903B8D0-5D6E-4138-A270-8641156171B1}"/>
              </a:ext>
            </a:extLst>
          </p:cNvPr>
          <p:cNvSpPr>
            <a:spLocks noGrp="1"/>
          </p:cNvSpPr>
          <p:nvPr/>
        </p:nvSpPr>
        <p:spPr>
          <a:xfrm>
            <a:off x="4945564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8" name="A1_bar_Cryo_13531">
            <a:extLst>
              <a:ext uri="{FF2B5EF4-FFF2-40B4-BE49-F238E27FC236}">
                <a16:creationId xmlns:a16="http://schemas.microsoft.com/office/drawing/2014/main" id="{B534C784-A585-44CA-94D8-42D880553F24}"/>
              </a:ext>
            </a:extLst>
          </p:cNvPr>
          <p:cNvSpPr>
            <a:spLocks noGrp="1"/>
          </p:cNvSpPr>
          <p:nvPr/>
        </p:nvSpPr>
        <p:spPr>
          <a:xfrm>
            <a:off x="4987217" y="432877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9" name="A1_bar_Cryo_13532">
            <a:extLst>
              <a:ext uri="{FF2B5EF4-FFF2-40B4-BE49-F238E27FC236}">
                <a16:creationId xmlns:a16="http://schemas.microsoft.com/office/drawing/2014/main" id="{535F3625-A06B-43EF-9368-58EEDFF3DCA8}"/>
              </a:ext>
            </a:extLst>
          </p:cNvPr>
          <p:cNvSpPr>
            <a:spLocks noGrp="1"/>
          </p:cNvSpPr>
          <p:nvPr/>
        </p:nvSpPr>
        <p:spPr>
          <a:xfrm>
            <a:off x="496056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0" name="A1_bar_Cryo_13533">
            <a:extLst>
              <a:ext uri="{FF2B5EF4-FFF2-40B4-BE49-F238E27FC236}">
                <a16:creationId xmlns:a16="http://schemas.microsoft.com/office/drawing/2014/main" id="{EAC1EE42-FA8C-4005-BE74-D4108192412D}"/>
              </a:ext>
            </a:extLst>
          </p:cNvPr>
          <p:cNvSpPr>
            <a:spLocks noGrp="1"/>
          </p:cNvSpPr>
          <p:nvPr/>
        </p:nvSpPr>
        <p:spPr>
          <a:xfrm>
            <a:off x="496026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1" name="A1_bar_Cryo_13534">
            <a:extLst>
              <a:ext uri="{FF2B5EF4-FFF2-40B4-BE49-F238E27FC236}">
                <a16:creationId xmlns:a16="http://schemas.microsoft.com/office/drawing/2014/main" id="{6BEAC9DE-C40C-4527-84C6-D9F9FDF1C1D6}"/>
              </a:ext>
            </a:extLst>
          </p:cNvPr>
          <p:cNvSpPr>
            <a:spLocks noGrp="1"/>
          </p:cNvSpPr>
          <p:nvPr/>
        </p:nvSpPr>
        <p:spPr>
          <a:xfrm>
            <a:off x="493374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2" name="A1_bar_Cryo_13535">
            <a:extLst>
              <a:ext uri="{FF2B5EF4-FFF2-40B4-BE49-F238E27FC236}">
                <a16:creationId xmlns:a16="http://schemas.microsoft.com/office/drawing/2014/main" id="{8AE3F7E2-7BF3-4749-8F7A-3100B6CC9B61}"/>
              </a:ext>
            </a:extLst>
          </p:cNvPr>
          <p:cNvSpPr>
            <a:spLocks noGrp="1"/>
          </p:cNvSpPr>
          <p:nvPr/>
        </p:nvSpPr>
        <p:spPr>
          <a:xfrm>
            <a:off x="5155951" y="525855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3" name="A1_bar_Cryo_13536">
            <a:extLst>
              <a:ext uri="{FF2B5EF4-FFF2-40B4-BE49-F238E27FC236}">
                <a16:creationId xmlns:a16="http://schemas.microsoft.com/office/drawing/2014/main" id="{CA520997-7312-41EF-BB68-51134E761A7F}"/>
              </a:ext>
            </a:extLst>
          </p:cNvPr>
          <p:cNvSpPr>
            <a:spLocks noGrp="1"/>
          </p:cNvSpPr>
          <p:nvPr/>
        </p:nvSpPr>
        <p:spPr>
          <a:xfrm>
            <a:off x="513343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4" name="A1_bar_Cryo_13537">
            <a:extLst>
              <a:ext uri="{FF2B5EF4-FFF2-40B4-BE49-F238E27FC236}">
                <a16:creationId xmlns:a16="http://schemas.microsoft.com/office/drawing/2014/main" id="{D12C756A-CCAC-45AD-BD8D-3505952D703F}"/>
              </a:ext>
            </a:extLst>
          </p:cNvPr>
          <p:cNvSpPr>
            <a:spLocks noGrp="1"/>
          </p:cNvSpPr>
          <p:nvPr/>
        </p:nvSpPr>
        <p:spPr>
          <a:xfrm>
            <a:off x="5168932" y="3841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5" name="A1_bar_Cryo_13538">
            <a:extLst>
              <a:ext uri="{FF2B5EF4-FFF2-40B4-BE49-F238E27FC236}">
                <a16:creationId xmlns:a16="http://schemas.microsoft.com/office/drawing/2014/main" id="{9019897B-1B8B-4C8F-8D30-B0CF72BCC543}"/>
              </a:ext>
            </a:extLst>
          </p:cNvPr>
          <p:cNvSpPr>
            <a:spLocks noGrp="1"/>
          </p:cNvSpPr>
          <p:nvPr/>
        </p:nvSpPr>
        <p:spPr>
          <a:xfrm>
            <a:off x="4953588" y="42812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6" name="A1_bar_Cryo_13539">
            <a:extLst>
              <a:ext uri="{FF2B5EF4-FFF2-40B4-BE49-F238E27FC236}">
                <a16:creationId xmlns:a16="http://schemas.microsoft.com/office/drawing/2014/main" id="{8B298105-6911-4EDE-89A3-DBCB47B3036D}"/>
              </a:ext>
            </a:extLst>
          </p:cNvPr>
          <p:cNvSpPr>
            <a:spLocks noGrp="1"/>
          </p:cNvSpPr>
          <p:nvPr/>
        </p:nvSpPr>
        <p:spPr>
          <a:xfrm>
            <a:off x="5106294" y="39066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7" name="A1_bar_Cryo_13540">
            <a:extLst>
              <a:ext uri="{FF2B5EF4-FFF2-40B4-BE49-F238E27FC236}">
                <a16:creationId xmlns:a16="http://schemas.microsoft.com/office/drawing/2014/main" id="{92AC5850-A3C8-4038-B3F4-BD7CFE8B54DB}"/>
              </a:ext>
            </a:extLst>
          </p:cNvPr>
          <p:cNvSpPr>
            <a:spLocks noGrp="1"/>
          </p:cNvSpPr>
          <p:nvPr/>
        </p:nvSpPr>
        <p:spPr>
          <a:xfrm>
            <a:off x="495670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8" name="A1_bar_Cryo_13541">
            <a:extLst>
              <a:ext uri="{FF2B5EF4-FFF2-40B4-BE49-F238E27FC236}">
                <a16:creationId xmlns:a16="http://schemas.microsoft.com/office/drawing/2014/main" id="{E5342867-CCD1-4036-8F54-CC0F208A4679}"/>
              </a:ext>
            </a:extLst>
          </p:cNvPr>
          <p:cNvSpPr>
            <a:spLocks noGrp="1"/>
          </p:cNvSpPr>
          <p:nvPr/>
        </p:nvSpPr>
        <p:spPr>
          <a:xfrm>
            <a:off x="4994722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9" name="A1_bar_Cryo_13542">
            <a:extLst>
              <a:ext uri="{FF2B5EF4-FFF2-40B4-BE49-F238E27FC236}">
                <a16:creationId xmlns:a16="http://schemas.microsoft.com/office/drawing/2014/main" id="{840AF011-A635-44CE-8786-B90D948AD01C}"/>
              </a:ext>
            </a:extLst>
          </p:cNvPr>
          <p:cNvSpPr>
            <a:spLocks noGrp="1"/>
          </p:cNvSpPr>
          <p:nvPr/>
        </p:nvSpPr>
        <p:spPr>
          <a:xfrm>
            <a:off x="497298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0" name="A1_bar_Cryo_13543">
            <a:extLst>
              <a:ext uri="{FF2B5EF4-FFF2-40B4-BE49-F238E27FC236}">
                <a16:creationId xmlns:a16="http://schemas.microsoft.com/office/drawing/2014/main" id="{70DBE7E4-9576-47D1-89C2-F198F0C55EC9}"/>
              </a:ext>
            </a:extLst>
          </p:cNvPr>
          <p:cNvSpPr>
            <a:spLocks noGrp="1"/>
          </p:cNvSpPr>
          <p:nvPr/>
        </p:nvSpPr>
        <p:spPr>
          <a:xfrm>
            <a:off x="503178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1" name="A1_bar_Cryo_13544">
            <a:extLst>
              <a:ext uri="{FF2B5EF4-FFF2-40B4-BE49-F238E27FC236}">
                <a16:creationId xmlns:a16="http://schemas.microsoft.com/office/drawing/2014/main" id="{6430F3B8-8F78-4D67-A0DA-02DEF6DAB4AC}"/>
              </a:ext>
            </a:extLst>
          </p:cNvPr>
          <p:cNvSpPr>
            <a:spLocks noGrp="1"/>
          </p:cNvSpPr>
          <p:nvPr/>
        </p:nvSpPr>
        <p:spPr>
          <a:xfrm>
            <a:off x="5067543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2" name="A1_bar_Cryo_13545">
            <a:extLst>
              <a:ext uri="{FF2B5EF4-FFF2-40B4-BE49-F238E27FC236}">
                <a16:creationId xmlns:a16="http://schemas.microsoft.com/office/drawing/2014/main" id="{994F6015-8708-406E-A2CB-93496FBF6BF8}"/>
              </a:ext>
            </a:extLst>
          </p:cNvPr>
          <p:cNvSpPr>
            <a:spLocks noGrp="1"/>
          </p:cNvSpPr>
          <p:nvPr/>
        </p:nvSpPr>
        <p:spPr>
          <a:xfrm>
            <a:off x="4952259" y="33339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3" name="A1_bar_Cryo_13546">
            <a:extLst>
              <a:ext uri="{FF2B5EF4-FFF2-40B4-BE49-F238E27FC236}">
                <a16:creationId xmlns:a16="http://schemas.microsoft.com/office/drawing/2014/main" id="{5EF785FB-75B1-404A-94C1-753FBB58A167}"/>
              </a:ext>
            </a:extLst>
          </p:cNvPr>
          <p:cNvSpPr>
            <a:spLocks noGrp="1"/>
          </p:cNvSpPr>
          <p:nvPr/>
        </p:nvSpPr>
        <p:spPr>
          <a:xfrm>
            <a:off x="5096712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4" name="A1_bar_Cryo_13547">
            <a:extLst>
              <a:ext uri="{FF2B5EF4-FFF2-40B4-BE49-F238E27FC236}">
                <a16:creationId xmlns:a16="http://schemas.microsoft.com/office/drawing/2014/main" id="{9E0F7DD0-426F-468D-A26C-73BACFF8730F}"/>
              </a:ext>
            </a:extLst>
          </p:cNvPr>
          <p:cNvSpPr>
            <a:spLocks noGrp="1"/>
          </p:cNvSpPr>
          <p:nvPr/>
        </p:nvSpPr>
        <p:spPr>
          <a:xfrm>
            <a:off x="5110649" y="47467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5" name="A1_bar_Cryo_13548">
            <a:extLst>
              <a:ext uri="{FF2B5EF4-FFF2-40B4-BE49-F238E27FC236}">
                <a16:creationId xmlns:a16="http://schemas.microsoft.com/office/drawing/2014/main" id="{56885179-2511-46C1-87CF-D7EA050F6DE3}"/>
              </a:ext>
            </a:extLst>
          </p:cNvPr>
          <p:cNvSpPr>
            <a:spLocks noGrp="1"/>
          </p:cNvSpPr>
          <p:nvPr/>
        </p:nvSpPr>
        <p:spPr>
          <a:xfrm>
            <a:off x="5166970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6" name="A1_bar_Cryo_13549">
            <a:extLst>
              <a:ext uri="{FF2B5EF4-FFF2-40B4-BE49-F238E27FC236}">
                <a16:creationId xmlns:a16="http://schemas.microsoft.com/office/drawing/2014/main" id="{19ACDBDB-507A-47CF-A0AA-75C2176990F6}"/>
              </a:ext>
            </a:extLst>
          </p:cNvPr>
          <p:cNvSpPr>
            <a:spLocks noGrp="1"/>
          </p:cNvSpPr>
          <p:nvPr/>
        </p:nvSpPr>
        <p:spPr>
          <a:xfrm>
            <a:off x="5090711" y="37058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7" name="A1_bar_Cryo_13550">
            <a:extLst>
              <a:ext uri="{FF2B5EF4-FFF2-40B4-BE49-F238E27FC236}">
                <a16:creationId xmlns:a16="http://schemas.microsoft.com/office/drawing/2014/main" id="{AF55D908-3BD1-40D1-9172-03EA18EFAA3B}"/>
              </a:ext>
            </a:extLst>
          </p:cNvPr>
          <p:cNvSpPr>
            <a:spLocks noGrp="1"/>
          </p:cNvSpPr>
          <p:nvPr/>
        </p:nvSpPr>
        <p:spPr>
          <a:xfrm>
            <a:off x="4977711" y="41307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8" name="A1_bar_Cryo_13551">
            <a:extLst>
              <a:ext uri="{FF2B5EF4-FFF2-40B4-BE49-F238E27FC236}">
                <a16:creationId xmlns:a16="http://schemas.microsoft.com/office/drawing/2014/main" id="{C6BA2F59-BBF0-4DC9-A848-55D888091E67}"/>
              </a:ext>
            </a:extLst>
          </p:cNvPr>
          <p:cNvSpPr>
            <a:spLocks noGrp="1"/>
          </p:cNvSpPr>
          <p:nvPr/>
        </p:nvSpPr>
        <p:spPr>
          <a:xfrm>
            <a:off x="4995868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9" name="A1_bar_Cryo_13552">
            <a:extLst>
              <a:ext uri="{FF2B5EF4-FFF2-40B4-BE49-F238E27FC236}">
                <a16:creationId xmlns:a16="http://schemas.microsoft.com/office/drawing/2014/main" id="{563CAA61-57BA-49A4-913F-ABA0195FC13C}"/>
              </a:ext>
            </a:extLst>
          </p:cNvPr>
          <p:cNvSpPr>
            <a:spLocks noGrp="1"/>
          </p:cNvSpPr>
          <p:nvPr/>
        </p:nvSpPr>
        <p:spPr>
          <a:xfrm>
            <a:off x="507437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0" name="A1_bar_Cryo_13553">
            <a:extLst>
              <a:ext uri="{FF2B5EF4-FFF2-40B4-BE49-F238E27FC236}">
                <a16:creationId xmlns:a16="http://schemas.microsoft.com/office/drawing/2014/main" id="{535CBB48-EC2D-4F96-9745-A63AAE0E6C65}"/>
              </a:ext>
            </a:extLst>
          </p:cNvPr>
          <p:cNvSpPr>
            <a:spLocks noGrp="1"/>
          </p:cNvSpPr>
          <p:nvPr/>
        </p:nvSpPr>
        <p:spPr>
          <a:xfrm>
            <a:off x="4959924" y="502687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1" name="A1_bar_Cryo_13554">
            <a:extLst>
              <a:ext uri="{FF2B5EF4-FFF2-40B4-BE49-F238E27FC236}">
                <a16:creationId xmlns:a16="http://schemas.microsoft.com/office/drawing/2014/main" id="{8614823D-ECEE-4D1D-8C37-8B7D5C102DE2}"/>
              </a:ext>
            </a:extLst>
          </p:cNvPr>
          <p:cNvSpPr>
            <a:spLocks noGrp="1"/>
          </p:cNvSpPr>
          <p:nvPr/>
        </p:nvSpPr>
        <p:spPr>
          <a:xfrm>
            <a:off x="5053628" y="50919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2" name="A1_bar_Cryo_13555">
            <a:extLst>
              <a:ext uri="{FF2B5EF4-FFF2-40B4-BE49-F238E27FC236}">
                <a16:creationId xmlns:a16="http://schemas.microsoft.com/office/drawing/2014/main" id="{47F97114-F849-47F5-A891-D9EF5F142129}"/>
              </a:ext>
            </a:extLst>
          </p:cNvPr>
          <p:cNvSpPr>
            <a:spLocks noGrp="1"/>
          </p:cNvSpPr>
          <p:nvPr/>
        </p:nvSpPr>
        <p:spPr>
          <a:xfrm>
            <a:off x="5120885" y="51986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3" name="A1_bar_Cryo_13556">
            <a:extLst>
              <a:ext uri="{FF2B5EF4-FFF2-40B4-BE49-F238E27FC236}">
                <a16:creationId xmlns:a16="http://schemas.microsoft.com/office/drawing/2014/main" id="{1696AA09-AB0B-48DA-B997-D40AF72FB97C}"/>
              </a:ext>
            </a:extLst>
          </p:cNvPr>
          <p:cNvSpPr>
            <a:spLocks noGrp="1"/>
          </p:cNvSpPr>
          <p:nvPr/>
        </p:nvSpPr>
        <p:spPr>
          <a:xfrm>
            <a:off x="512963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4" name="A1_bar_Cryo_13557">
            <a:extLst>
              <a:ext uri="{FF2B5EF4-FFF2-40B4-BE49-F238E27FC236}">
                <a16:creationId xmlns:a16="http://schemas.microsoft.com/office/drawing/2014/main" id="{F30A73ED-B115-4F7C-BDE6-18E6AC5882F0}"/>
              </a:ext>
            </a:extLst>
          </p:cNvPr>
          <p:cNvSpPr>
            <a:spLocks noGrp="1"/>
          </p:cNvSpPr>
          <p:nvPr/>
        </p:nvSpPr>
        <p:spPr>
          <a:xfrm>
            <a:off x="509354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5" name="A1_bar_Cryo_13558">
            <a:extLst>
              <a:ext uri="{FF2B5EF4-FFF2-40B4-BE49-F238E27FC236}">
                <a16:creationId xmlns:a16="http://schemas.microsoft.com/office/drawing/2014/main" id="{0A3BF9DB-D148-4619-8018-4A054B20DE2E}"/>
              </a:ext>
            </a:extLst>
          </p:cNvPr>
          <p:cNvSpPr>
            <a:spLocks noGrp="1"/>
          </p:cNvSpPr>
          <p:nvPr/>
        </p:nvSpPr>
        <p:spPr>
          <a:xfrm>
            <a:off x="5121225" y="50843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6" name="A1_bar_Cryo_13559">
            <a:extLst>
              <a:ext uri="{FF2B5EF4-FFF2-40B4-BE49-F238E27FC236}">
                <a16:creationId xmlns:a16="http://schemas.microsoft.com/office/drawing/2014/main" id="{45A08555-D382-4E33-9778-AF3929084E59}"/>
              </a:ext>
            </a:extLst>
          </p:cNvPr>
          <p:cNvSpPr>
            <a:spLocks noGrp="1"/>
          </p:cNvSpPr>
          <p:nvPr/>
        </p:nvSpPr>
        <p:spPr>
          <a:xfrm>
            <a:off x="496964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7" name="A1_bar_Cryo_13560">
            <a:extLst>
              <a:ext uri="{FF2B5EF4-FFF2-40B4-BE49-F238E27FC236}">
                <a16:creationId xmlns:a16="http://schemas.microsoft.com/office/drawing/2014/main" id="{8B6415BD-5B8E-46F6-BA3F-209273A83109}"/>
              </a:ext>
            </a:extLst>
          </p:cNvPr>
          <p:cNvSpPr>
            <a:spLocks noGrp="1"/>
          </p:cNvSpPr>
          <p:nvPr/>
        </p:nvSpPr>
        <p:spPr>
          <a:xfrm>
            <a:off x="5128927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8" name="A1_bar_Cryo_13561">
            <a:extLst>
              <a:ext uri="{FF2B5EF4-FFF2-40B4-BE49-F238E27FC236}">
                <a16:creationId xmlns:a16="http://schemas.microsoft.com/office/drawing/2014/main" id="{A99E704A-D60E-42C3-8AB2-827B18F0DC2C}"/>
              </a:ext>
            </a:extLst>
          </p:cNvPr>
          <p:cNvSpPr>
            <a:spLocks noGrp="1"/>
          </p:cNvSpPr>
          <p:nvPr/>
        </p:nvSpPr>
        <p:spPr>
          <a:xfrm>
            <a:off x="512420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9" name="A1_bar_Cryo_13562">
            <a:extLst>
              <a:ext uri="{FF2B5EF4-FFF2-40B4-BE49-F238E27FC236}">
                <a16:creationId xmlns:a16="http://schemas.microsoft.com/office/drawing/2014/main" id="{57112043-C967-49EC-899C-E89B100FDF69}"/>
              </a:ext>
            </a:extLst>
          </p:cNvPr>
          <p:cNvSpPr>
            <a:spLocks noGrp="1"/>
          </p:cNvSpPr>
          <p:nvPr/>
        </p:nvSpPr>
        <p:spPr>
          <a:xfrm>
            <a:off x="492114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0" name="A1_bar_Cryo_13563">
            <a:extLst>
              <a:ext uri="{FF2B5EF4-FFF2-40B4-BE49-F238E27FC236}">
                <a16:creationId xmlns:a16="http://schemas.microsoft.com/office/drawing/2014/main" id="{6670EEF1-250F-4CDA-8B27-724BE98CC849}"/>
              </a:ext>
            </a:extLst>
          </p:cNvPr>
          <p:cNvSpPr>
            <a:spLocks noGrp="1"/>
          </p:cNvSpPr>
          <p:nvPr/>
        </p:nvSpPr>
        <p:spPr>
          <a:xfrm>
            <a:off x="492603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1" name="A1_bar_Cryo_13564">
            <a:extLst>
              <a:ext uri="{FF2B5EF4-FFF2-40B4-BE49-F238E27FC236}">
                <a16:creationId xmlns:a16="http://schemas.microsoft.com/office/drawing/2014/main" id="{D2A1998D-846B-4F5D-88BB-8368D7538A88}"/>
              </a:ext>
            </a:extLst>
          </p:cNvPr>
          <p:cNvSpPr>
            <a:spLocks noGrp="1"/>
          </p:cNvSpPr>
          <p:nvPr/>
        </p:nvSpPr>
        <p:spPr>
          <a:xfrm>
            <a:off x="508115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2" name="A1_bar_Cryo_13565">
            <a:extLst>
              <a:ext uri="{FF2B5EF4-FFF2-40B4-BE49-F238E27FC236}">
                <a16:creationId xmlns:a16="http://schemas.microsoft.com/office/drawing/2014/main" id="{A390906A-2A28-489D-9795-C289B8571DFC}"/>
              </a:ext>
            </a:extLst>
          </p:cNvPr>
          <p:cNvSpPr>
            <a:spLocks noGrp="1"/>
          </p:cNvSpPr>
          <p:nvPr/>
        </p:nvSpPr>
        <p:spPr>
          <a:xfrm>
            <a:off x="494973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3" name="A1_bar_Cryo_13566">
            <a:extLst>
              <a:ext uri="{FF2B5EF4-FFF2-40B4-BE49-F238E27FC236}">
                <a16:creationId xmlns:a16="http://schemas.microsoft.com/office/drawing/2014/main" id="{A2C98E53-674C-4FBE-86ED-35E64C72271B}"/>
              </a:ext>
            </a:extLst>
          </p:cNvPr>
          <p:cNvSpPr>
            <a:spLocks noGrp="1"/>
          </p:cNvSpPr>
          <p:nvPr/>
        </p:nvSpPr>
        <p:spPr>
          <a:xfrm>
            <a:off x="5035300" y="334389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4" name="A1_bar_Cryo_13567">
            <a:extLst>
              <a:ext uri="{FF2B5EF4-FFF2-40B4-BE49-F238E27FC236}">
                <a16:creationId xmlns:a16="http://schemas.microsoft.com/office/drawing/2014/main" id="{F8C47047-3B92-412F-8858-E0D8DBD23280}"/>
              </a:ext>
            </a:extLst>
          </p:cNvPr>
          <p:cNvSpPr>
            <a:spLocks noGrp="1"/>
          </p:cNvSpPr>
          <p:nvPr/>
        </p:nvSpPr>
        <p:spPr>
          <a:xfrm>
            <a:off x="5089479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5" name="A1_bar_Cryo_13568">
            <a:extLst>
              <a:ext uri="{FF2B5EF4-FFF2-40B4-BE49-F238E27FC236}">
                <a16:creationId xmlns:a16="http://schemas.microsoft.com/office/drawing/2014/main" id="{8B57FF33-EB34-499C-B13D-F89D78E666D2}"/>
              </a:ext>
            </a:extLst>
          </p:cNvPr>
          <p:cNvSpPr>
            <a:spLocks noGrp="1"/>
          </p:cNvSpPr>
          <p:nvPr/>
        </p:nvSpPr>
        <p:spPr>
          <a:xfrm>
            <a:off x="509375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6" name="A1_bar_Cryo_13569">
            <a:extLst>
              <a:ext uri="{FF2B5EF4-FFF2-40B4-BE49-F238E27FC236}">
                <a16:creationId xmlns:a16="http://schemas.microsoft.com/office/drawing/2014/main" id="{4CC4DE60-A371-4539-9ED1-982A9D241515}"/>
              </a:ext>
            </a:extLst>
          </p:cNvPr>
          <p:cNvSpPr>
            <a:spLocks noGrp="1"/>
          </p:cNvSpPr>
          <p:nvPr/>
        </p:nvSpPr>
        <p:spPr>
          <a:xfrm>
            <a:off x="511802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7" name="A1_bar_Cryo_13570">
            <a:extLst>
              <a:ext uri="{FF2B5EF4-FFF2-40B4-BE49-F238E27FC236}">
                <a16:creationId xmlns:a16="http://schemas.microsoft.com/office/drawing/2014/main" id="{BF4926B2-83FF-4945-8034-781778A9E927}"/>
              </a:ext>
            </a:extLst>
          </p:cNvPr>
          <p:cNvSpPr>
            <a:spLocks noGrp="1"/>
          </p:cNvSpPr>
          <p:nvPr/>
        </p:nvSpPr>
        <p:spPr>
          <a:xfrm>
            <a:off x="4930497" y="38042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8" name="A1_bar_Cryo_13571">
            <a:extLst>
              <a:ext uri="{FF2B5EF4-FFF2-40B4-BE49-F238E27FC236}">
                <a16:creationId xmlns:a16="http://schemas.microsoft.com/office/drawing/2014/main" id="{AAF0C60F-AD19-46FE-8EF8-FFC63179F6B4}"/>
              </a:ext>
            </a:extLst>
          </p:cNvPr>
          <p:cNvSpPr>
            <a:spLocks noGrp="1"/>
          </p:cNvSpPr>
          <p:nvPr/>
        </p:nvSpPr>
        <p:spPr>
          <a:xfrm>
            <a:off x="497712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9" name="A1_bar_Cryo_13572">
            <a:extLst>
              <a:ext uri="{FF2B5EF4-FFF2-40B4-BE49-F238E27FC236}">
                <a16:creationId xmlns:a16="http://schemas.microsoft.com/office/drawing/2014/main" id="{7474B5EB-41E2-47E2-9140-5F57060B0A8C}"/>
              </a:ext>
            </a:extLst>
          </p:cNvPr>
          <p:cNvSpPr>
            <a:spLocks noGrp="1"/>
          </p:cNvSpPr>
          <p:nvPr/>
        </p:nvSpPr>
        <p:spPr>
          <a:xfrm>
            <a:off x="510694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0" name="A1_bar_Cryo_13573">
            <a:extLst>
              <a:ext uri="{FF2B5EF4-FFF2-40B4-BE49-F238E27FC236}">
                <a16:creationId xmlns:a16="http://schemas.microsoft.com/office/drawing/2014/main" id="{64F1F786-8723-4AE5-BCCE-A2A7E7DCD08F}"/>
              </a:ext>
            </a:extLst>
          </p:cNvPr>
          <p:cNvSpPr>
            <a:spLocks noGrp="1"/>
          </p:cNvSpPr>
          <p:nvPr/>
        </p:nvSpPr>
        <p:spPr>
          <a:xfrm>
            <a:off x="5140909" y="524543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1" name="A1_bar_Cryo_13574">
            <a:extLst>
              <a:ext uri="{FF2B5EF4-FFF2-40B4-BE49-F238E27FC236}">
                <a16:creationId xmlns:a16="http://schemas.microsoft.com/office/drawing/2014/main" id="{817C82C1-F1CD-4865-B9BE-F88AD35DA53E}"/>
              </a:ext>
            </a:extLst>
          </p:cNvPr>
          <p:cNvSpPr>
            <a:spLocks noGrp="1"/>
          </p:cNvSpPr>
          <p:nvPr/>
        </p:nvSpPr>
        <p:spPr>
          <a:xfrm>
            <a:off x="508416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2" name="A1_bar_Cryo_13575">
            <a:extLst>
              <a:ext uri="{FF2B5EF4-FFF2-40B4-BE49-F238E27FC236}">
                <a16:creationId xmlns:a16="http://schemas.microsoft.com/office/drawing/2014/main" id="{4736E37D-6091-420D-B577-F4D034A2DF03}"/>
              </a:ext>
            </a:extLst>
          </p:cNvPr>
          <p:cNvSpPr>
            <a:spLocks noGrp="1"/>
          </p:cNvSpPr>
          <p:nvPr/>
        </p:nvSpPr>
        <p:spPr>
          <a:xfrm>
            <a:off x="4915822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3" name="A1_bar_Cryo_13576">
            <a:extLst>
              <a:ext uri="{FF2B5EF4-FFF2-40B4-BE49-F238E27FC236}">
                <a16:creationId xmlns:a16="http://schemas.microsoft.com/office/drawing/2014/main" id="{97D3A115-D20A-4D7E-A613-7FB7B465B7F5}"/>
              </a:ext>
            </a:extLst>
          </p:cNvPr>
          <p:cNvSpPr>
            <a:spLocks noGrp="1"/>
          </p:cNvSpPr>
          <p:nvPr/>
        </p:nvSpPr>
        <p:spPr>
          <a:xfrm>
            <a:off x="5137982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4" name="A1_bar_Cryo_13577">
            <a:extLst>
              <a:ext uri="{FF2B5EF4-FFF2-40B4-BE49-F238E27FC236}">
                <a16:creationId xmlns:a16="http://schemas.microsoft.com/office/drawing/2014/main" id="{03B6E60D-8CBB-4028-82C0-0631B718B2D4}"/>
              </a:ext>
            </a:extLst>
          </p:cNvPr>
          <p:cNvSpPr>
            <a:spLocks noGrp="1"/>
          </p:cNvSpPr>
          <p:nvPr/>
        </p:nvSpPr>
        <p:spPr>
          <a:xfrm>
            <a:off x="5098455" y="52356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5" name="A1_bar_Cryo_13578">
            <a:extLst>
              <a:ext uri="{FF2B5EF4-FFF2-40B4-BE49-F238E27FC236}">
                <a16:creationId xmlns:a16="http://schemas.microsoft.com/office/drawing/2014/main" id="{1DD8E3EC-4D31-447F-BC08-3795569001DC}"/>
              </a:ext>
            </a:extLst>
          </p:cNvPr>
          <p:cNvSpPr>
            <a:spLocks noGrp="1"/>
          </p:cNvSpPr>
          <p:nvPr/>
        </p:nvSpPr>
        <p:spPr>
          <a:xfrm>
            <a:off x="516653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6" name="A1_bar_Cryo_13579">
            <a:extLst>
              <a:ext uri="{FF2B5EF4-FFF2-40B4-BE49-F238E27FC236}">
                <a16:creationId xmlns:a16="http://schemas.microsoft.com/office/drawing/2014/main" id="{1DFFF200-6F4A-4D7D-90B8-FBC214BCDD97}"/>
              </a:ext>
            </a:extLst>
          </p:cNvPr>
          <p:cNvSpPr>
            <a:spLocks noGrp="1"/>
          </p:cNvSpPr>
          <p:nvPr/>
        </p:nvSpPr>
        <p:spPr>
          <a:xfrm>
            <a:off x="5167286" y="389472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7" name="A1_bar_Cryo_13580">
            <a:extLst>
              <a:ext uri="{FF2B5EF4-FFF2-40B4-BE49-F238E27FC236}">
                <a16:creationId xmlns:a16="http://schemas.microsoft.com/office/drawing/2014/main" id="{F7AE0ACF-2DD9-440C-A509-D1DA81F1C048}"/>
              </a:ext>
            </a:extLst>
          </p:cNvPr>
          <p:cNvSpPr>
            <a:spLocks noGrp="1"/>
          </p:cNvSpPr>
          <p:nvPr/>
        </p:nvSpPr>
        <p:spPr>
          <a:xfrm>
            <a:off x="5005547" y="3954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8" name="A1_bar_Cryo_13581">
            <a:extLst>
              <a:ext uri="{FF2B5EF4-FFF2-40B4-BE49-F238E27FC236}">
                <a16:creationId xmlns:a16="http://schemas.microsoft.com/office/drawing/2014/main" id="{13F014DE-3308-4197-8DBF-FEA41D75CDC0}"/>
              </a:ext>
            </a:extLst>
          </p:cNvPr>
          <p:cNvSpPr>
            <a:spLocks noGrp="1"/>
          </p:cNvSpPr>
          <p:nvPr/>
        </p:nvSpPr>
        <p:spPr>
          <a:xfrm>
            <a:off x="5149435" y="4599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9" name="A1_bar_Cryo_13582">
            <a:extLst>
              <a:ext uri="{FF2B5EF4-FFF2-40B4-BE49-F238E27FC236}">
                <a16:creationId xmlns:a16="http://schemas.microsoft.com/office/drawing/2014/main" id="{C1F09626-EF27-4849-84FC-572AF0578778}"/>
              </a:ext>
            </a:extLst>
          </p:cNvPr>
          <p:cNvSpPr>
            <a:spLocks noGrp="1"/>
          </p:cNvSpPr>
          <p:nvPr/>
        </p:nvSpPr>
        <p:spPr>
          <a:xfrm>
            <a:off x="5162366" y="422815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0" name="A1_bar_Cryo_13583">
            <a:extLst>
              <a:ext uri="{FF2B5EF4-FFF2-40B4-BE49-F238E27FC236}">
                <a16:creationId xmlns:a16="http://schemas.microsoft.com/office/drawing/2014/main" id="{D3007B49-B421-43A5-BA75-F88CABD110A9}"/>
              </a:ext>
            </a:extLst>
          </p:cNvPr>
          <p:cNvSpPr>
            <a:spLocks noGrp="1"/>
          </p:cNvSpPr>
          <p:nvPr/>
        </p:nvSpPr>
        <p:spPr>
          <a:xfrm>
            <a:off x="5042150" y="51986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1" name="A1_bar_Cryo_13584">
            <a:extLst>
              <a:ext uri="{FF2B5EF4-FFF2-40B4-BE49-F238E27FC236}">
                <a16:creationId xmlns:a16="http://schemas.microsoft.com/office/drawing/2014/main" id="{4AB4DC9A-B700-4EDD-9E1C-FC673B67D215}"/>
              </a:ext>
            </a:extLst>
          </p:cNvPr>
          <p:cNvSpPr>
            <a:spLocks noGrp="1"/>
          </p:cNvSpPr>
          <p:nvPr/>
        </p:nvSpPr>
        <p:spPr>
          <a:xfrm>
            <a:off x="504846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2" name="A1_bar_Cryo_13585">
            <a:extLst>
              <a:ext uri="{FF2B5EF4-FFF2-40B4-BE49-F238E27FC236}">
                <a16:creationId xmlns:a16="http://schemas.microsoft.com/office/drawing/2014/main" id="{C19F289C-0268-45EE-9D13-41411093EFD0}"/>
              </a:ext>
            </a:extLst>
          </p:cNvPr>
          <p:cNvSpPr>
            <a:spLocks noGrp="1"/>
          </p:cNvSpPr>
          <p:nvPr/>
        </p:nvSpPr>
        <p:spPr>
          <a:xfrm>
            <a:off x="5056678" y="601120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3" name="A1_bar_Cryo_13586">
            <a:extLst>
              <a:ext uri="{FF2B5EF4-FFF2-40B4-BE49-F238E27FC236}">
                <a16:creationId xmlns:a16="http://schemas.microsoft.com/office/drawing/2014/main" id="{14E8CCA4-7E28-4353-A69A-769F20A74171}"/>
              </a:ext>
            </a:extLst>
          </p:cNvPr>
          <p:cNvSpPr>
            <a:spLocks noGrp="1"/>
          </p:cNvSpPr>
          <p:nvPr/>
        </p:nvSpPr>
        <p:spPr>
          <a:xfrm>
            <a:off x="506679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4" name="A1_bar_Cryo_13587">
            <a:extLst>
              <a:ext uri="{FF2B5EF4-FFF2-40B4-BE49-F238E27FC236}">
                <a16:creationId xmlns:a16="http://schemas.microsoft.com/office/drawing/2014/main" id="{B758427D-EF30-4DAD-8C90-DADF082D19C0}"/>
              </a:ext>
            </a:extLst>
          </p:cNvPr>
          <p:cNvSpPr>
            <a:spLocks noGrp="1"/>
          </p:cNvSpPr>
          <p:nvPr/>
        </p:nvSpPr>
        <p:spPr>
          <a:xfrm>
            <a:off x="5086161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5" name="A1_bar_Cryo_13588">
            <a:extLst>
              <a:ext uri="{FF2B5EF4-FFF2-40B4-BE49-F238E27FC236}">
                <a16:creationId xmlns:a16="http://schemas.microsoft.com/office/drawing/2014/main" id="{80452445-85D0-40DF-A510-A7A642C01A6B}"/>
              </a:ext>
            </a:extLst>
          </p:cNvPr>
          <p:cNvSpPr>
            <a:spLocks noGrp="1"/>
          </p:cNvSpPr>
          <p:nvPr/>
        </p:nvSpPr>
        <p:spPr>
          <a:xfrm>
            <a:off x="496542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6" name="A1_bar_Cryo_13589">
            <a:extLst>
              <a:ext uri="{FF2B5EF4-FFF2-40B4-BE49-F238E27FC236}">
                <a16:creationId xmlns:a16="http://schemas.microsoft.com/office/drawing/2014/main" id="{36591FC9-E170-4A4E-BB87-F1FA13EA43AB}"/>
              </a:ext>
            </a:extLst>
          </p:cNvPr>
          <p:cNvSpPr>
            <a:spLocks noGrp="1"/>
          </p:cNvSpPr>
          <p:nvPr/>
        </p:nvSpPr>
        <p:spPr>
          <a:xfrm>
            <a:off x="492735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7" name="A1_bar_Cryo_13590">
            <a:extLst>
              <a:ext uri="{FF2B5EF4-FFF2-40B4-BE49-F238E27FC236}">
                <a16:creationId xmlns:a16="http://schemas.microsoft.com/office/drawing/2014/main" id="{0A248DC5-3A75-44CB-B4FC-BA5FFCF453C3}"/>
              </a:ext>
            </a:extLst>
          </p:cNvPr>
          <p:cNvSpPr>
            <a:spLocks noGrp="1"/>
          </p:cNvSpPr>
          <p:nvPr/>
        </p:nvSpPr>
        <p:spPr>
          <a:xfrm>
            <a:off x="4996573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8" name="A1_bar_Cryo_13591">
            <a:extLst>
              <a:ext uri="{FF2B5EF4-FFF2-40B4-BE49-F238E27FC236}">
                <a16:creationId xmlns:a16="http://schemas.microsoft.com/office/drawing/2014/main" id="{7AEE74C6-36C7-48FA-B271-EA4914500DAE}"/>
              </a:ext>
            </a:extLst>
          </p:cNvPr>
          <p:cNvSpPr>
            <a:spLocks noGrp="1"/>
          </p:cNvSpPr>
          <p:nvPr/>
        </p:nvSpPr>
        <p:spPr>
          <a:xfrm>
            <a:off x="512474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9" name="A1_bar_Cryo_13592">
            <a:extLst>
              <a:ext uri="{FF2B5EF4-FFF2-40B4-BE49-F238E27FC236}">
                <a16:creationId xmlns:a16="http://schemas.microsoft.com/office/drawing/2014/main" id="{EF7C8DC5-A769-46B0-A349-8A2B2D34B02F}"/>
              </a:ext>
            </a:extLst>
          </p:cNvPr>
          <p:cNvSpPr>
            <a:spLocks noGrp="1"/>
          </p:cNvSpPr>
          <p:nvPr/>
        </p:nvSpPr>
        <p:spPr>
          <a:xfrm>
            <a:off x="5099914" y="52763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0" name="A1_bar_Cryo_13593">
            <a:extLst>
              <a:ext uri="{FF2B5EF4-FFF2-40B4-BE49-F238E27FC236}">
                <a16:creationId xmlns:a16="http://schemas.microsoft.com/office/drawing/2014/main" id="{9879B217-688D-469A-B3DA-F08DBC9200BD}"/>
              </a:ext>
            </a:extLst>
          </p:cNvPr>
          <p:cNvSpPr>
            <a:spLocks noGrp="1"/>
          </p:cNvSpPr>
          <p:nvPr/>
        </p:nvSpPr>
        <p:spPr>
          <a:xfrm>
            <a:off x="4919577" y="54046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1" name="A1_bar_Cryo_13594">
            <a:extLst>
              <a:ext uri="{FF2B5EF4-FFF2-40B4-BE49-F238E27FC236}">
                <a16:creationId xmlns:a16="http://schemas.microsoft.com/office/drawing/2014/main" id="{C0E52812-09AC-461D-AE2C-DC2273467910}"/>
              </a:ext>
            </a:extLst>
          </p:cNvPr>
          <p:cNvSpPr>
            <a:spLocks noGrp="1"/>
          </p:cNvSpPr>
          <p:nvPr/>
        </p:nvSpPr>
        <p:spPr>
          <a:xfrm>
            <a:off x="498454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2" name="A1_bar_Cryo_13595">
            <a:extLst>
              <a:ext uri="{FF2B5EF4-FFF2-40B4-BE49-F238E27FC236}">
                <a16:creationId xmlns:a16="http://schemas.microsoft.com/office/drawing/2014/main" id="{FEC8141A-12F0-4620-85E8-53CD1753E20E}"/>
              </a:ext>
            </a:extLst>
          </p:cNvPr>
          <p:cNvSpPr>
            <a:spLocks noGrp="1"/>
          </p:cNvSpPr>
          <p:nvPr/>
        </p:nvSpPr>
        <p:spPr>
          <a:xfrm>
            <a:off x="491596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3" name="A1_bar_Cryo_13596">
            <a:extLst>
              <a:ext uri="{FF2B5EF4-FFF2-40B4-BE49-F238E27FC236}">
                <a16:creationId xmlns:a16="http://schemas.microsoft.com/office/drawing/2014/main" id="{F7B3BF65-9836-4465-8D19-B75B9FE1DE36}"/>
              </a:ext>
            </a:extLst>
          </p:cNvPr>
          <p:cNvSpPr>
            <a:spLocks noGrp="1"/>
          </p:cNvSpPr>
          <p:nvPr/>
        </p:nvSpPr>
        <p:spPr>
          <a:xfrm>
            <a:off x="4942058" y="49195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4" name="A1_bar_Cryo_13597">
            <a:extLst>
              <a:ext uri="{FF2B5EF4-FFF2-40B4-BE49-F238E27FC236}">
                <a16:creationId xmlns:a16="http://schemas.microsoft.com/office/drawing/2014/main" id="{FFAA8510-1398-468B-B2FB-95E9FA16C82F}"/>
              </a:ext>
            </a:extLst>
          </p:cNvPr>
          <p:cNvSpPr>
            <a:spLocks noGrp="1"/>
          </p:cNvSpPr>
          <p:nvPr/>
        </p:nvSpPr>
        <p:spPr>
          <a:xfrm>
            <a:off x="510175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5" name="A1_bar_Cryo_13598">
            <a:extLst>
              <a:ext uri="{FF2B5EF4-FFF2-40B4-BE49-F238E27FC236}">
                <a16:creationId xmlns:a16="http://schemas.microsoft.com/office/drawing/2014/main" id="{E4A816A3-8064-4573-814A-69E5CD838D07}"/>
              </a:ext>
            </a:extLst>
          </p:cNvPr>
          <p:cNvSpPr>
            <a:spLocks noGrp="1"/>
          </p:cNvSpPr>
          <p:nvPr/>
        </p:nvSpPr>
        <p:spPr>
          <a:xfrm>
            <a:off x="5044294" y="310783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6" name="A1_bar_Cryo_13599">
            <a:extLst>
              <a:ext uri="{FF2B5EF4-FFF2-40B4-BE49-F238E27FC236}">
                <a16:creationId xmlns:a16="http://schemas.microsoft.com/office/drawing/2014/main" id="{5CD108DF-B0BC-40DA-BF23-3F59FEDAC523}"/>
              </a:ext>
            </a:extLst>
          </p:cNvPr>
          <p:cNvSpPr>
            <a:spLocks noGrp="1"/>
          </p:cNvSpPr>
          <p:nvPr/>
        </p:nvSpPr>
        <p:spPr>
          <a:xfrm>
            <a:off x="5096284" y="55732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7" name="A1_bar_Cryo_13600">
            <a:extLst>
              <a:ext uri="{FF2B5EF4-FFF2-40B4-BE49-F238E27FC236}">
                <a16:creationId xmlns:a16="http://schemas.microsoft.com/office/drawing/2014/main" id="{B3F8ED7C-AEBC-42F3-A78E-AC64CE571A6B}"/>
              </a:ext>
            </a:extLst>
          </p:cNvPr>
          <p:cNvSpPr>
            <a:spLocks noGrp="1"/>
          </p:cNvSpPr>
          <p:nvPr/>
        </p:nvSpPr>
        <p:spPr>
          <a:xfrm>
            <a:off x="510398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8" name="A1_bar_Cryo_13601">
            <a:extLst>
              <a:ext uri="{FF2B5EF4-FFF2-40B4-BE49-F238E27FC236}">
                <a16:creationId xmlns:a16="http://schemas.microsoft.com/office/drawing/2014/main" id="{DEAF0D7C-1EF7-48DD-BC71-8BE543C26188}"/>
              </a:ext>
            </a:extLst>
          </p:cNvPr>
          <p:cNvSpPr>
            <a:spLocks noGrp="1"/>
          </p:cNvSpPr>
          <p:nvPr/>
        </p:nvSpPr>
        <p:spPr>
          <a:xfrm>
            <a:off x="5140850" y="5717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9" name="A1_bar_Cryo_13602">
            <a:extLst>
              <a:ext uri="{FF2B5EF4-FFF2-40B4-BE49-F238E27FC236}">
                <a16:creationId xmlns:a16="http://schemas.microsoft.com/office/drawing/2014/main" id="{1249CDCD-F15C-4FCC-8B87-8277390F195D}"/>
              </a:ext>
            </a:extLst>
          </p:cNvPr>
          <p:cNvSpPr>
            <a:spLocks noGrp="1"/>
          </p:cNvSpPr>
          <p:nvPr/>
        </p:nvSpPr>
        <p:spPr>
          <a:xfrm>
            <a:off x="5157285" y="40338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0" name="A1_bar_Cryo_13603">
            <a:extLst>
              <a:ext uri="{FF2B5EF4-FFF2-40B4-BE49-F238E27FC236}">
                <a16:creationId xmlns:a16="http://schemas.microsoft.com/office/drawing/2014/main" id="{30E23F83-BE4D-4825-BA38-8285786A1B5B}"/>
              </a:ext>
            </a:extLst>
          </p:cNvPr>
          <p:cNvSpPr>
            <a:spLocks noGrp="1"/>
          </p:cNvSpPr>
          <p:nvPr/>
        </p:nvSpPr>
        <p:spPr>
          <a:xfrm>
            <a:off x="494107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1" name="A1_bar_Cryo_13604">
            <a:extLst>
              <a:ext uri="{FF2B5EF4-FFF2-40B4-BE49-F238E27FC236}">
                <a16:creationId xmlns:a16="http://schemas.microsoft.com/office/drawing/2014/main" id="{6B904356-A079-4D14-B794-10005E5AFA9F}"/>
              </a:ext>
            </a:extLst>
          </p:cNvPr>
          <p:cNvSpPr>
            <a:spLocks noGrp="1"/>
          </p:cNvSpPr>
          <p:nvPr/>
        </p:nvSpPr>
        <p:spPr>
          <a:xfrm>
            <a:off x="5157405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2" name="A1_bar_Cryo_13605">
            <a:extLst>
              <a:ext uri="{FF2B5EF4-FFF2-40B4-BE49-F238E27FC236}">
                <a16:creationId xmlns:a16="http://schemas.microsoft.com/office/drawing/2014/main" id="{7B43B2BF-64C0-4BF0-83B1-D3D0D59FE27B}"/>
              </a:ext>
            </a:extLst>
          </p:cNvPr>
          <p:cNvSpPr>
            <a:spLocks noGrp="1"/>
          </p:cNvSpPr>
          <p:nvPr/>
        </p:nvSpPr>
        <p:spPr>
          <a:xfrm>
            <a:off x="5048485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3" name="A1_bar_Cryo_13606">
            <a:extLst>
              <a:ext uri="{FF2B5EF4-FFF2-40B4-BE49-F238E27FC236}">
                <a16:creationId xmlns:a16="http://schemas.microsoft.com/office/drawing/2014/main" id="{0263385D-A70F-4AF2-A9DC-E4D3B1F46058}"/>
              </a:ext>
            </a:extLst>
          </p:cNvPr>
          <p:cNvSpPr>
            <a:spLocks noGrp="1"/>
          </p:cNvSpPr>
          <p:nvPr/>
        </p:nvSpPr>
        <p:spPr>
          <a:xfrm>
            <a:off x="5037897" y="34956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4" name="A1_bar_Cryo_13607">
            <a:extLst>
              <a:ext uri="{FF2B5EF4-FFF2-40B4-BE49-F238E27FC236}">
                <a16:creationId xmlns:a16="http://schemas.microsoft.com/office/drawing/2014/main" id="{6E337CD0-EEF8-4C9F-B806-CFBA0191ED41}"/>
              </a:ext>
            </a:extLst>
          </p:cNvPr>
          <p:cNvSpPr>
            <a:spLocks noGrp="1"/>
          </p:cNvSpPr>
          <p:nvPr/>
        </p:nvSpPr>
        <p:spPr>
          <a:xfrm>
            <a:off x="498134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5" name="A1_bar_Cryo_13608">
            <a:extLst>
              <a:ext uri="{FF2B5EF4-FFF2-40B4-BE49-F238E27FC236}">
                <a16:creationId xmlns:a16="http://schemas.microsoft.com/office/drawing/2014/main" id="{5BAEB504-F8F0-471C-8801-8572238E16CF}"/>
              </a:ext>
            </a:extLst>
          </p:cNvPr>
          <p:cNvSpPr>
            <a:spLocks noGrp="1"/>
          </p:cNvSpPr>
          <p:nvPr/>
        </p:nvSpPr>
        <p:spPr>
          <a:xfrm>
            <a:off x="5080555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6" name="A1_bar_Cryo_13609">
            <a:extLst>
              <a:ext uri="{FF2B5EF4-FFF2-40B4-BE49-F238E27FC236}">
                <a16:creationId xmlns:a16="http://schemas.microsoft.com/office/drawing/2014/main" id="{EA0F5B96-8655-489B-B856-1249BE8B8642}"/>
              </a:ext>
            </a:extLst>
          </p:cNvPr>
          <p:cNvSpPr>
            <a:spLocks noGrp="1"/>
          </p:cNvSpPr>
          <p:nvPr/>
        </p:nvSpPr>
        <p:spPr>
          <a:xfrm>
            <a:off x="4956276" y="384972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7" name="A1_bar_Cryo_13610">
            <a:extLst>
              <a:ext uri="{FF2B5EF4-FFF2-40B4-BE49-F238E27FC236}">
                <a16:creationId xmlns:a16="http://schemas.microsoft.com/office/drawing/2014/main" id="{AEB361EC-04EE-4095-B589-436131C6BDF5}"/>
              </a:ext>
            </a:extLst>
          </p:cNvPr>
          <p:cNvSpPr>
            <a:spLocks noGrp="1"/>
          </p:cNvSpPr>
          <p:nvPr/>
        </p:nvSpPr>
        <p:spPr>
          <a:xfrm>
            <a:off x="504845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8" name="A1_bar_Cryo_13611">
            <a:extLst>
              <a:ext uri="{FF2B5EF4-FFF2-40B4-BE49-F238E27FC236}">
                <a16:creationId xmlns:a16="http://schemas.microsoft.com/office/drawing/2014/main" id="{FAEBB564-687E-4A03-B274-9EE907071545}"/>
              </a:ext>
            </a:extLst>
          </p:cNvPr>
          <p:cNvSpPr>
            <a:spLocks noGrp="1"/>
          </p:cNvSpPr>
          <p:nvPr/>
        </p:nvSpPr>
        <p:spPr>
          <a:xfrm>
            <a:off x="510520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9" name="A1_bar_Cryo_13612">
            <a:extLst>
              <a:ext uri="{FF2B5EF4-FFF2-40B4-BE49-F238E27FC236}">
                <a16:creationId xmlns:a16="http://schemas.microsoft.com/office/drawing/2014/main" id="{2657E601-F309-48DE-8CBC-6A33CD37F2F0}"/>
              </a:ext>
            </a:extLst>
          </p:cNvPr>
          <p:cNvSpPr>
            <a:spLocks noGrp="1"/>
          </p:cNvSpPr>
          <p:nvPr/>
        </p:nvSpPr>
        <p:spPr>
          <a:xfrm>
            <a:off x="4953308" y="52942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0" name="A1_bar_Cryo_13613">
            <a:extLst>
              <a:ext uri="{FF2B5EF4-FFF2-40B4-BE49-F238E27FC236}">
                <a16:creationId xmlns:a16="http://schemas.microsoft.com/office/drawing/2014/main" id="{C3AFE029-CFD1-4F97-82B4-2CAA049EDF7C}"/>
              </a:ext>
            </a:extLst>
          </p:cNvPr>
          <p:cNvSpPr>
            <a:spLocks noGrp="1"/>
          </p:cNvSpPr>
          <p:nvPr/>
        </p:nvSpPr>
        <p:spPr>
          <a:xfrm>
            <a:off x="494247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1" name="A1_bar_Cryo_13614">
            <a:extLst>
              <a:ext uri="{FF2B5EF4-FFF2-40B4-BE49-F238E27FC236}">
                <a16:creationId xmlns:a16="http://schemas.microsoft.com/office/drawing/2014/main" id="{703663B3-5FDE-4348-BCE2-50B9214E23CE}"/>
              </a:ext>
            </a:extLst>
          </p:cNvPr>
          <p:cNvSpPr>
            <a:spLocks noGrp="1"/>
          </p:cNvSpPr>
          <p:nvPr/>
        </p:nvSpPr>
        <p:spPr>
          <a:xfrm>
            <a:off x="497152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2" name="A1_bar_Cryo_13615">
            <a:extLst>
              <a:ext uri="{FF2B5EF4-FFF2-40B4-BE49-F238E27FC236}">
                <a16:creationId xmlns:a16="http://schemas.microsoft.com/office/drawing/2014/main" id="{3F4BD315-C25B-4F85-A9B1-20FDB279C85C}"/>
              </a:ext>
            </a:extLst>
          </p:cNvPr>
          <p:cNvSpPr>
            <a:spLocks noGrp="1"/>
          </p:cNvSpPr>
          <p:nvPr/>
        </p:nvSpPr>
        <p:spPr>
          <a:xfrm>
            <a:off x="5118386" y="561249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3" name="A1_bar_Cryo_13616">
            <a:extLst>
              <a:ext uri="{FF2B5EF4-FFF2-40B4-BE49-F238E27FC236}">
                <a16:creationId xmlns:a16="http://schemas.microsoft.com/office/drawing/2014/main" id="{5C85694A-389E-403F-8A01-0D46B225596A}"/>
              </a:ext>
            </a:extLst>
          </p:cNvPr>
          <p:cNvSpPr>
            <a:spLocks noGrp="1"/>
          </p:cNvSpPr>
          <p:nvPr/>
        </p:nvSpPr>
        <p:spPr>
          <a:xfrm>
            <a:off x="502242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4" name="A1_bar_Cryo_13617">
            <a:extLst>
              <a:ext uri="{FF2B5EF4-FFF2-40B4-BE49-F238E27FC236}">
                <a16:creationId xmlns:a16="http://schemas.microsoft.com/office/drawing/2014/main" id="{0556743A-116A-498D-ACA3-F2A7EFC0F560}"/>
              </a:ext>
            </a:extLst>
          </p:cNvPr>
          <p:cNvSpPr>
            <a:spLocks noGrp="1"/>
          </p:cNvSpPr>
          <p:nvPr/>
        </p:nvSpPr>
        <p:spPr>
          <a:xfrm>
            <a:off x="516202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5" name="A1_bar_Cryo_13618">
            <a:extLst>
              <a:ext uri="{FF2B5EF4-FFF2-40B4-BE49-F238E27FC236}">
                <a16:creationId xmlns:a16="http://schemas.microsoft.com/office/drawing/2014/main" id="{3C23218E-47CC-4844-89DC-2ACA51F59449}"/>
              </a:ext>
            </a:extLst>
          </p:cNvPr>
          <p:cNvSpPr>
            <a:spLocks noGrp="1"/>
          </p:cNvSpPr>
          <p:nvPr/>
        </p:nvSpPr>
        <p:spPr>
          <a:xfrm>
            <a:off x="5058323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6" name="A1_bar_Cryo_13619">
            <a:extLst>
              <a:ext uri="{FF2B5EF4-FFF2-40B4-BE49-F238E27FC236}">
                <a16:creationId xmlns:a16="http://schemas.microsoft.com/office/drawing/2014/main" id="{3EC26362-5057-459D-B5FC-3A8DFD105997}"/>
              </a:ext>
            </a:extLst>
          </p:cNvPr>
          <p:cNvSpPr>
            <a:spLocks noGrp="1"/>
          </p:cNvSpPr>
          <p:nvPr/>
        </p:nvSpPr>
        <p:spPr>
          <a:xfrm>
            <a:off x="502675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7" name="A1_bar_Cryo_13620">
            <a:extLst>
              <a:ext uri="{FF2B5EF4-FFF2-40B4-BE49-F238E27FC236}">
                <a16:creationId xmlns:a16="http://schemas.microsoft.com/office/drawing/2014/main" id="{134EF13E-E4FC-4099-80F3-F52835E5BF78}"/>
              </a:ext>
            </a:extLst>
          </p:cNvPr>
          <p:cNvSpPr>
            <a:spLocks noGrp="1"/>
          </p:cNvSpPr>
          <p:nvPr/>
        </p:nvSpPr>
        <p:spPr>
          <a:xfrm>
            <a:off x="5028461" y="32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8" name="A1_bar_Cryo_13621">
            <a:extLst>
              <a:ext uri="{FF2B5EF4-FFF2-40B4-BE49-F238E27FC236}">
                <a16:creationId xmlns:a16="http://schemas.microsoft.com/office/drawing/2014/main" id="{87772297-F7FC-425D-9F4F-DBA7EBC00809}"/>
              </a:ext>
            </a:extLst>
          </p:cNvPr>
          <p:cNvSpPr>
            <a:spLocks noGrp="1"/>
          </p:cNvSpPr>
          <p:nvPr/>
        </p:nvSpPr>
        <p:spPr>
          <a:xfrm>
            <a:off x="492059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9" name="A1_bar_Cryo_13622">
            <a:extLst>
              <a:ext uri="{FF2B5EF4-FFF2-40B4-BE49-F238E27FC236}">
                <a16:creationId xmlns:a16="http://schemas.microsoft.com/office/drawing/2014/main" id="{E032B7C5-2B11-4D45-91DC-863D2B28CF6C}"/>
              </a:ext>
            </a:extLst>
          </p:cNvPr>
          <p:cNvSpPr>
            <a:spLocks noGrp="1"/>
          </p:cNvSpPr>
          <p:nvPr/>
        </p:nvSpPr>
        <p:spPr>
          <a:xfrm>
            <a:off x="5119345" y="53284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0" name="A1_bar_Cryo_13623">
            <a:extLst>
              <a:ext uri="{FF2B5EF4-FFF2-40B4-BE49-F238E27FC236}">
                <a16:creationId xmlns:a16="http://schemas.microsoft.com/office/drawing/2014/main" id="{4A180851-B9C2-4200-A8E0-05FF81DA2A0D}"/>
              </a:ext>
            </a:extLst>
          </p:cNvPr>
          <p:cNvSpPr>
            <a:spLocks noGrp="1"/>
          </p:cNvSpPr>
          <p:nvPr/>
        </p:nvSpPr>
        <p:spPr>
          <a:xfrm>
            <a:off x="503685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1" name="A1_bar_Cryo_13624">
            <a:extLst>
              <a:ext uri="{FF2B5EF4-FFF2-40B4-BE49-F238E27FC236}">
                <a16:creationId xmlns:a16="http://schemas.microsoft.com/office/drawing/2014/main" id="{7058EBC8-4720-4F9B-8384-2C3284451FC4}"/>
              </a:ext>
            </a:extLst>
          </p:cNvPr>
          <p:cNvSpPr>
            <a:spLocks noGrp="1"/>
          </p:cNvSpPr>
          <p:nvPr/>
        </p:nvSpPr>
        <p:spPr>
          <a:xfrm>
            <a:off x="4976849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2" name="A1_bar_Cryo_13625">
            <a:extLst>
              <a:ext uri="{FF2B5EF4-FFF2-40B4-BE49-F238E27FC236}">
                <a16:creationId xmlns:a16="http://schemas.microsoft.com/office/drawing/2014/main" id="{DAD9B5C3-941E-469D-8B67-8FA055714651}"/>
              </a:ext>
            </a:extLst>
          </p:cNvPr>
          <p:cNvSpPr>
            <a:spLocks noGrp="1"/>
          </p:cNvSpPr>
          <p:nvPr/>
        </p:nvSpPr>
        <p:spPr>
          <a:xfrm>
            <a:off x="5064501" y="56482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3" name="A1_bar_Cryo_13626">
            <a:extLst>
              <a:ext uri="{FF2B5EF4-FFF2-40B4-BE49-F238E27FC236}">
                <a16:creationId xmlns:a16="http://schemas.microsoft.com/office/drawing/2014/main" id="{0060EE79-C2C4-47BB-B285-0A2E4F82AA25}"/>
              </a:ext>
            </a:extLst>
          </p:cNvPr>
          <p:cNvSpPr>
            <a:spLocks noGrp="1"/>
          </p:cNvSpPr>
          <p:nvPr/>
        </p:nvSpPr>
        <p:spPr>
          <a:xfrm>
            <a:off x="4955784" y="42216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4" name="A1_bar_Cryo_13627">
            <a:extLst>
              <a:ext uri="{FF2B5EF4-FFF2-40B4-BE49-F238E27FC236}">
                <a16:creationId xmlns:a16="http://schemas.microsoft.com/office/drawing/2014/main" id="{56A5671A-5824-4B08-836D-D8F025051C84}"/>
              </a:ext>
            </a:extLst>
          </p:cNvPr>
          <p:cNvSpPr>
            <a:spLocks noGrp="1"/>
          </p:cNvSpPr>
          <p:nvPr/>
        </p:nvSpPr>
        <p:spPr>
          <a:xfrm>
            <a:off x="5114330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5" name="A1_bar_Cryo_13628">
            <a:extLst>
              <a:ext uri="{FF2B5EF4-FFF2-40B4-BE49-F238E27FC236}">
                <a16:creationId xmlns:a16="http://schemas.microsoft.com/office/drawing/2014/main" id="{BC302C95-2107-4CC8-91B2-42E079511D10}"/>
              </a:ext>
            </a:extLst>
          </p:cNvPr>
          <p:cNvSpPr>
            <a:spLocks noGrp="1"/>
          </p:cNvSpPr>
          <p:nvPr/>
        </p:nvSpPr>
        <p:spPr>
          <a:xfrm>
            <a:off x="5078354" y="43493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6" name="A1_bar_Cryo_13629">
            <a:extLst>
              <a:ext uri="{FF2B5EF4-FFF2-40B4-BE49-F238E27FC236}">
                <a16:creationId xmlns:a16="http://schemas.microsoft.com/office/drawing/2014/main" id="{9650F1B8-044D-476B-B1CE-6654E4EDA1AF}"/>
              </a:ext>
            </a:extLst>
          </p:cNvPr>
          <p:cNvSpPr>
            <a:spLocks noGrp="1"/>
          </p:cNvSpPr>
          <p:nvPr/>
        </p:nvSpPr>
        <p:spPr>
          <a:xfrm>
            <a:off x="516468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7" name="A1_bar_Cryo_13630">
            <a:extLst>
              <a:ext uri="{FF2B5EF4-FFF2-40B4-BE49-F238E27FC236}">
                <a16:creationId xmlns:a16="http://schemas.microsoft.com/office/drawing/2014/main" id="{C69C5EC4-6F45-4070-A303-6B832CCCB3C7}"/>
              </a:ext>
            </a:extLst>
          </p:cNvPr>
          <p:cNvSpPr>
            <a:spLocks noGrp="1"/>
          </p:cNvSpPr>
          <p:nvPr/>
        </p:nvSpPr>
        <p:spPr>
          <a:xfrm>
            <a:off x="515863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8" name="A1_bar_Cryo_13631">
            <a:extLst>
              <a:ext uri="{FF2B5EF4-FFF2-40B4-BE49-F238E27FC236}">
                <a16:creationId xmlns:a16="http://schemas.microsoft.com/office/drawing/2014/main" id="{29658A8A-7F4F-4AE9-BA96-B3031CCEF73E}"/>
              </a:ext>
            </a:extLst>
          </p:cNvPr>
          <p:cNvSpPr>
            <a:spLocks noGrp="1"/>
          </p:cNvSpPr>
          <p:nvPr/>
        </p:nvSpPr>
        <p:spPr>
          <a:xfrm>
            <a:off x="5105836" y="298602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9" name="A1_bar_Cryo_13632">
            <a:extLst>
              <a:ext uri="{FF2B5EF4-FFF2-40B4-BE49-F238E27FC236}">
                <a16:creationId xmlns:a16="http://schemas.microsoft.com/office/drawing/2014/main" id="{55C9AD6C-3CEE-411F-8A6A-A789E7220DF2}"/>
              </a:ext>
            </a:extLst>
          </p:cNvPr>
          <p:cNvSpPr>
            <a:spLocks noGrp="1"/>
          </p:cNvSpPr>
          <p:nvPr/>
        </p:nvSpPr>
        <p:spPr>
          <a:xfrm>
            <a:off x="5151095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0" name="A1_bar_Cryo_13633">
            <a:extLst>
              <a:ext uri="{FF2B5EF4-FFF2-40B4-BE49-F238E27FC236}">
                <a16:creationId xmlns:a16="http://schemas.microsoft.com/office/drawing/2014/main" id="{CA5AFE44-474A-4C81-8BB1-0F7995354521}"/>
              </a:ext>
            </a:extLst>
          </p:cNvPr>
          <p:cNvSpPr>
            <a:spLocks noGrp="1"/>
          </p:cNvSpPr>
          <p:nvPr/>
        </p:nvSpPr>
        <p:spPr>
          <a:xfrm>
            <a:off x="501748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1" name="A1_bar_Cryo_13634">
            <a:extLst>
              <a:ext uri="{FF2B5EF4-FFF2-40B4-BE49-F238E27FC236}">
                <a16:creationId xmlns:a16="http://schemas.microsoft.com/office/drawing/2014/main" id="{96CB57B5-B857-4815-8B62-9B2C526A621C}"/>
              </a:ext>
            </a:extLst>
          </p:cNvPr>
          <p:cNvSpPr>
            <a:spLocks noGrp="1"/>
          </p:cNvSpPr>
          <p:nvPr/>
        </p:nvSpPr>
        <p:spPr>
          <a:xfrm>
            <a:off x="5011842" y="51865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2" name="A1_bar_Cryo_13635">
            <a:extLst>
              <a:ext uri="{FF2B5EF4-FFF2-40B4-BE49-F238E27FC236}">
                <a16:creationId xmlns:a16="http://schemas.microsoft.com/office/drawing/2014/main" id="{8B46B2C5-C3D9-47A1-8E36-4133967B0A91}"/>
              </a:ext>
            </a:extLst>
          </p:cNvPr>
          <p:cNvSpPr>
            <a:spLocks noGrp="1"/>
          </p:cNvSpPr>
          <p:nvPr/>
        </p:nvSpPr>
        <p:spPr>
          <a:xfrm>
            <a:off x="495160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3" name="A1_bar_Cryo_13636">
            <a:extLst>
              <a:ext uri="{FF2B5EF4-FFF2-40B4-BE49-F238E27FC236}">
                <a16:creationId xmlns:a16="http://schemas.microsoft.com/office/drawing/2014/main" id="{20085275-07D7-417B-B96E-D684DB270E49}"/>
              </a:ext>
            </a:extLst>
          </p:cNvPr>
          <p:cNvSpPr>
            <a:spLocks noGrp="1"/>
          </p:cNvSpPr>
          <p:nvPr/>
        </p:nvSpPr>
        <p:spPr>
          <a:xfrm>
            <a:off x="499011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4" name="A1_bar_Cryo_13637">
            <a:extLst>
              <a:ext uri="{FF2B5EF4-FFF2-40B4-BE49-F238E27FC236}">
                <a16:creationId xmlns:a16="http://schemas.microsoft.com/office/drawing/2014/main" id="{81F0506B-2259-466A-AE99-E7BE95445FA2}"/>
              </a:ext>
            </a:extLst>
          </p:cNvPr>
          <p:cNvSpPr>
            <a:spLocks noGrp="1"/>
          </p:cNvSpPr>
          <p:nvPr/>
        </p:nvSpPr>
        <p:spPr>
          <a:xfrm>
            <a:off x="5009139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5" name="A1_bar_Cryo_13638">
            <a:extLst>
              <a:ext uri="{FF2B5EF4-FFF2-40B4-BE49-F238E27FC236}">
                <a16:creationId xmlns:a16="http://schemas.microsoft.com/office/drawing/2014/main" id="{E77FF780-146A-41FF-87CC-09E2CD4A8A95}"/>
              </a:ext>
            </a:extLst>
          </p:cNvPr>
          <p:cNvSpPr>
            <a:spLocks noGrp="1"/>
          </p:cNvSpPr>
          <p:nvPr/>
        </p:nvSpPr>
        <p:spPr>
          <a:xfrm>
            <a:off x="5027727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6" name="A1_bar_Cryo_13639">
            <a:extLst>
              <a:ext uri="{FF2B5EF4-FFF2-40B4-BE49-F238E27FC236}">
                <a16:creationId xmlns:a16="http://schemas.microsoft.com/office/drawing/2014/main" id="{4B9476EC-865F-464A-82E4-465B3316E405}"/>
              </a:ext>
            </a:extLst>
          </p:cNvPr>
          <p:cNvSpPr>
            <a:spLocks noGrp="1"/>
          </p:cNvSpPr>
          <p:nvPr/>
        </p:nvSpPr>
        <p:spPr>
          <a:xfrm>
            <a:off x="5091290" y="37838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7" name="A1_bar_Cryo_13640">
            <a:extLst>
              <a:ext uri="{FF2B5EF4-FFF2-40B4-BE49-F238E27FC236}">
                <a16:creationId xmlns:a16="http://schemas.microsoft.com/office/drawing/2014/main" id="{C649719D-94CE-4C86-B2D2-45CC6EB4B497}"/>
              </a:ext>
            </a:extLst>
          </p:cNvPr>
          <p:cNvSpPr>
            <a:spLocks noGrp="1"/>
          </p:cNvSpPr>
          <p:nvPr/>
        </p:nvSpPr>
        <p:spPr>
          <a:xfrm>
            <a:off x="5141920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8" name="A1_bar_Cryo_13641">
            <a:extLst>
              <a:ext uri="{FF2B5EF4-FFF2-40B4-BE49-F238E27FC236}">
                <a16:creationId xmlns:a16="http://schemas.microsoft.com/office/drawing/2014/main" id="{78092F0E-5D64-41F4-9BBA-39AEFCD727D0}"/>
              </a:ext>
            </a:extLst>
          </p:cNvPr>
          <p:cNvSpPr>
            <a:spLocks noGrp="1"/>
          </p:cNvSpPr>
          <p:nvPr/>
        </p:nvSpPr>
        <p:spPr>
          <a:xfrm>
            <a:off x="4952949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9" name="A1_bar_Cryo_13642">
            <a:extLst>
              <a:ext uri="{FF2B5EF4-FFF2-40B4-BE49-F238E27FC236}">
                <a16:creationId xmlns:a16="http://schemas.microsoft.com/office/drawing/2014/main" id="{8BB2708A-4418-4CCC-8968-E58FB3985275}"/>
              </a:ext>
            </a:extLst>
          </p:cNvPr>
          <p:cNvSpPr>
            <a:spLocks noGrp="1"/>
          </p:cNvSpPr>
          <p:nvPr/>
        </p:nvSpPr>
        <p:spPr>
          <a:xfrm>
            <a:off x="502737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0" name="A1_bar_Cryo_13643">
            <a:extLst>
              <a:ext uri="{FF2B5EF4-FFF2-40B4-BE49-F238E27FC236}">
                <a16:creationId xmlns:a16="http://schemas.microsoft.com/office/drawing/2014/main" id="{905819E9-808A-4503-9A3D-61E60ED0A9E1}"/>
              </a:ext>
            </a:extLst>
          </p:cNvPr>
          <p:cNvSpPr>
            <a:spLocks noGrp="1"/>
          </p:cNvSpPr>
          <p:nvPr/>
        </p:nvSpPr>
        <p:spPr>
          <a:xfrm>
            <a:off x="5102098" y="460877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1" name="A1_bar_Cryo_13644">
            <a:extLst>
              <a:ext uri="{FF2B5EF4-FFF2-40B4-BE49-F238E27FC236}">
                <a16:creationId xmlns:a16="http://schemas.microsoft.com/office/drawing/2014/main" id="{6E2865AC-FA26-411F-9B96-A6700266FB60}"/>
              </a:ext>
            </a:extLst>
          </p:cNvPr>
          <p:cNvSpPr>
            <a:spLocks noGrp="1"/>
          </p:cNvSpPr>
          <p:nvPr/>
        </p:nvSpPr>
        <p:spPr>
          <a:xfrm>
            <a:off x="516203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2" name="A1_bar_Cryo_13645">
            <a:extLst>
              <a:ext uri="{FF2B5EF4-FFF2-40B4-BE49-F238E27FC236}">
                <a16:creationId xmlns:a16="http://schemas.microsoft.com/office/drawing/2014/main" id="{FCD6BD4B-75CB-4339-8DFA-8FFC17E2E54C}"/>
              </a:ext>
            </a:extLst>
          </p:cNvPr>
          <p:cNvSpPr>
            <a:spLocks noGrp="1"/>
          </p:cNvSpPr>
          <p:nvPr/>
        </p:nvSpPr>
        <p:spPr>
          <a:xfrm>
            <a:off x="505150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3" name="A1_bar_Cryo_13646">
            <a:extLst>
              <a:ext uri="{FF2B5EF4-FFF2-40B4-BE49-F238E27FC236}">
                <a16:creationId xmlns:a16="http://schemas.microsoft.com/office/drawing/2014/main" id="{62063A6A-7CEC-4D21-B257-818FEDCE747D}"/>
              </a:ext>
            </a:extLst>
          </p:cNvPr>
          <p:cNvSpPr>
            <a:spLocks noGrp="1"/>
          </p:cNvSpPr>
          <p:nvPr/>
        </p:nvSpPr>
        <p:spPr>
          <a:xfrm>
            <a:off x="505972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4" name="A1_bar_Cryo_13647">
            <a:extLst>
              <a:ext uri="{FF2B5EF4-FFF2-40B4-BE49-F238E27FC236}">
                <a16:creationId xmlns:a16="http://schemas.microsoft.com/office/drawing/2014/main" id="{3C8F5BF4-DD26-4F9C-8DF4-014F9076707F}"/>
              </a:ext>
            </a:extLst>
          </p:cNvPr>
          <p:cNvSpPr>
            <a:spLocks noGrp="1"/>
          </p:cNvSpPr>
          <p:nvPr/>
        </p:nvSpPr>
        <p:spPr>
          <a:xfrm>
            <a:off x="511103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5" name="A1_bar_Cryo_13648">
            <a:extLst>
              <a:ext uri="{FF2B5EF4-FFF2-40B4-BE49-F238E27FC236}">
                <a16:creationId xmlns:a16="http://schemas.microsoft.com/office/drawing/2014/main" id="{52F8CD29-46DB-4F5A-8FEE-2EEB85F6BA43}"/>
              </a:ext>
            </a:extLst>
          </p:cNvPr>
          <p:cNvSpPr>
            <a:spLocks noGrp="1"/>
          </p:cNvSpPr>
          <p:nvPr/>
        </p:nvSpPr>
        <p:spPr>
          <a:xfrm>
            <a:off x="4996104" y="439652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6" name="A1_bar_Cryo_13649">
            <a:extLst>
              <a:ext uri="{FF2B5EF4-FFF2-40B4-BE49-F238E27FC236}">
                <a16:creationId xmlns:a16="http://schemas.microsoft.com/office/drawing/2014/main" id="{63038E0E-D096-405F-A6DD-F40093C3B751}"/>
              </a:ext>
            </a:extLst>
          </p:cNvPr>
          <p:cNvSpPr>
            <a:spLocks noGrp="1"/>
          </p:cNvSpPr>
          <p:nvPr/>
        </p:nvSpPr>
        <p:spPr>
          <a:xfrm>
            <a:off x="5037193" y="352374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7" name="A1_bar_Cryo_13650">
            <a:extLst>
              <a:ext uri="{FF2B5EF4-FFF2-40B4-BE49-F238E27FC236}">
                <a16:creationId xmlns:a16="http://schemas.microsoft.com/office/drawing/2014/main" id="{5E826C1F-7E16-4B3D-9BB3-19D5CFE6FC65}"/>
              </a:ext>
            </a:extLst>
          </p:cNvPr>
          <p:cNvSpPr>
            <a:spLocks noGrp="1"/>
          </p:cNvSpPr>
          <p:nvPr/>
        </p:nvSpPr>
        <p:spPr>
          <a:xfrm>
            <a:off x="5162095" y="51377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8" name="A1_bar_Cryo_13651">
            <a:extLst>
              <a:ext uri="{FF2B5EF4-FFF2-40B4-BE49-F238E27FC236}">
                <a16:creationId xmlns:a16="http://schemas.microsoft.com/office/drawing/2014/main" id="{0740833D-B55A-44FA-9493-752D0C4ADFE2}"/>
              </a:ext>
            </a:extLst>
          </p:cNvPr>
          <p:cNvSpPr>
            <a:spLocks noGrp="1"/>
          </p:cNvSpPr>
          <p:nvPr/>
        </p:nvSpPr>
        <p:spPr>
          <a:xfrm>
            <a:off x="505526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9" name="A1_bar_Cryo_13652">
            <a:extLst>
              <a:ext uri="{FF2B5EF4-FFF2-40B4-BE49-F238E27FC236}">
                <a16:creationId xmlns:a16="http://schemas.microsoft.com/office/drawing/2014/main" id="{B158A87B-7669-43F6-B78B-522C45DB6A12}"/>
              </a:ext>
            </a:extLst>
          </p:cNvPr>
          <p:cNvSpPr>
            <a:spLocks noGrp="1"/>
          </p:cNvSpPr>
          <p:nvPr/>
        </p:nvSpPr>
        <p:spPr>
          <a:xfrm>
            <a:off x="500066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0" name="A1_bar_Cryo_13653">
            <a:extLst>
              <a:ext uri="{FF2B5EF4-FFF2-40B4-BE49-F238E27FC236}">
                <a16:creationId xmlns:a16="http://schemas.microsoft.com/office/drawing/2014/main" id="{7BCF2772-E6B9-4CFA-A1DC-506AFBB059FB}"/>
              </a:ext>
            </a:extLst>
          </p:cNvPr>
          <p:cNvSpPr>
            <a:spLocks noGrp="1"/>
          </p:cNvSpPr>
          <p:nvPr/>
        </p:nvSpPr>
        <p:spPr>
          <a:xfrm>
            <a:off x="4957620" y="48301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1" name="A1_bar_Cryo_13654">
            <a:extLst>
              <a:ext uri="{FF2B5EF4-FFF2-40B4-BE49-F238E27FC236}">
                <a16:creationId xmlns:a16="http://schemas.microsoft.com/office/drawing/2014/main" id="{5A7CCAED-1746-4968-8128-9172CD1C7445}"/>
              </a:ext>
            </a:extLst>
          </p:cNvPr>
          <p:cNvSpPr>
            <a:spLocks noGrp="1"/>
          </p:cNvSpPr>
          <p:nvPr/>
        </p:nvSpPr>
        <p:spPr>
          <a:xfrm>
            <a:off x="511653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2" name="A1_bar_Cryo_13655">
            <a:extLst>
              <a:ext uri="{FF2B5EF4-FFF2-40B4-BE49-F238E27FC236}">
                <a16:creationId xmlns:a16="http://schemas.microsoft.com/office/drawing/2014/main" id="{76F80393-BD3C-4B62-B81C-A378ABBAF81D}"/>
              </a:ext>
            </a:extLst>
          </p:cNvPr>
          <p:cNvSpPr>
            <a:spLocks noGrp="1"/>
          </p:cNvSpPr>
          <p:nvPr/>
        </p:nvSpPr>
        <p:spPr>
          <a:xfrm>
            <a:off x="499548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3" name="A1_bar_Cryo_13656">
            <a:extLst>
              <a:ext uri="{FF2B5EF4-FFF2-40B4-BE49-F238E27FC236}">
                <a16:creationId xmlns:a16="http://schemas.microsoft.com/office/drawing/2014/main" id="{B9B438F8-5363-4784-998E-49201DF2CA45}"/>
              </a:ext>
            </a:extLst>
          </p:cNvPr>
          <p:cNvSpPr>
            <a:spLocks noGrp="1"/>
          </p:cNvSpPr>
          <p:nvPr/>
        </p:nvSpPr>
        <p:spPr>
          <a:xfrm>
            <a:off x="511144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4" name="A1_bar_Cryo_13657">
            <a:extLst>
              <a:ext uri="{FF2B5EF4-FFF2-40B4-BE49-F238E27FC236}">
                <a16:creationId xmlns:a16="http://schemas.microsoft.com/office/drawing/2014/main" id="{A557D911-CE87-4C32-8D98-3197A72DBA5C}"/>
              </a:ext>
            </a:extLst>
          </p:cNvPr>
          <p:cNvSpPr>
            <a:spLocks noGrp="1"/>
          </p:cNvSpPr>
          <p:nvPr/>
        </p:nvSpPr>
        <p:spPr>
          <a:xfrm>
            <a:off x="4940110" y="59404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5" name="A1_bar_Cryo_13658">
            <a:extLst>
              <a:ext uri="{FF2B5EF4-FFF2-40B4-BE49-F238E27FC236}">
                <a16:creationId xmlns:a16="http://schemas.microsoft.com/office/drawing/2014/main" id="{EE06CF5B-EF1B-470D-BB7F-81CA8F7F952E}"/>
              </a:ext>
            </a:extLst>
          </p:cNvPr>
          <p:cNvSpPr>
            <a:spLocks noGrp="1"/>
          </p:cNvSpPr>
          <p:nvPr/>
        </p:nvSpPr>
        <p:spPr>
          <a:xfrm>
            <a:off x="516416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6" name="A1_bar_Cryo_13659">
            <a:extLst>
              <a:ext uri="{FF2B5EF4-FFF2-40B4-BE49-F238E27FC236}">
                <a16:creationId xmlns:a16="http://schemas.microsoft.com/office/drawing/2014/main" id="{36EC5A41-1298-48B0-A1E1-7D3F8C9812B3}"/>
              </a:ext>
            </a:extLst>
          </p:cNvPr>
          <p:cNvSpPr>
            <a:spLocks noGrp="1"/>
          </p:cNvSpPr>
          <p:nvPr/>
        </p:nvSpPr>
        <p:spPr>
          <a:xfrm>
            <a:off x="506862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7" name="A1_bar_Cryo_13660">
            <a:extLst>
              <a:ext uri="{FF2B5EF4-FFF2-40B4-BE49-F238E27FC236}">
                <a16:creationId xmlns:a16="http://schemas.microsoft.com/office/drawing/2014/main" id="{9AB0F3D9-BD49-4E9B-879F-834F94ED8328}"/>
              </a:ext>
            </a:extLst>
          </p:cNvPr>
          <p:cNvSpPr>
            <a:spLocks noGrp="1"/>
          </p:cNvSpPr>
          <p:nvPr/>
        </p:nvSpPr>
        <p:spPr>
          <a:xfrm>
            <a:off x="516822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8" name="A1_bar_Cryo_13661">
            <a:extLst>
              <a:ext uri="{FF2B5EF4-FFF2-40B4-BE49-F238E27FC236}">
                <a16:creationId xmlns:a16="http://schemas.microsoft.com/office/drawing/2014/main" id="{22E58280-2593-4BF6-AFAB-04DE7831754E}"/>
              </a:ext>
            </a:extLst>
          </p:cNvPr>
          <p:cNvSpPr>
            <a:spLocks noGrp="1"/>
          </p:cNvSpPr>
          <p:nvPr/>
        </p:nvSpPr>
        <p:spPr>
          <a:xfrm>
            <a:off x="5043474" y="46356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9" name="A1_bar_Cryo_13662">
            <a:extLst>
              <a:ext uri="{FF2B5EF4-FFF2-40B4-BE49-F238E27FC236}">
                <a16:creationId xmlns:a16="http://schemas.microsoft.com/office/drawing/2014/main" id="{B4A1DF3C-17E6-4612-9DC3-0A0272BF8C54}"/>
              </a:ext>
            </a:extLst>
          </p:cNvPr>
          <p:cNvSpPr>
            <a:spLocks noGrp="1"/>
          </p:cNvSpPr>
          <p:nvPr/>
        </p:nvSpPr>
        <p:spPr>
          <a:xfrm>
            <a:off x="513280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0" name="A1_bar_Cryo_13663">
            <a:extLst>
              <a:ext uri="{FF2B5EF4-FFF2-40B4-BE49-F238E27FC236}">
                <a16:creationId xmlns:a16="http://schemas.microsoft.com/office/drawing/2014/main" id="{96B99A04-F86A-4475-9218-D0F443C43135}"/>
              </a:ext>
            </a:extLst>
          </p:cNvPr>
          <p:cNvSpPr>
            <a:spLocks noGrp="1"/>
          </p:cNvSpPr>
          <p:nvPr/>
        </p:nvSpPr>
        <p:spPr>
          <a:xfrm>
            <a:off x="5107992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1" name="A1_bar_Cryo_13664">
            <a:extLst>
              <a:ext uri="{FF2B5EF4-FFF2-40B4-BE49-F238E27FC236}">
                <a16:creationId xmlns:a16="http://schemas.microsoft.com/office/drawing/2014/main" id="{50E89135-74FC-4007-8DF5-AF6171352285}"/>
              </a:ext>
            </a:extLst>
          </p:cNvPr>
          <p:cNvSpPr>
            <a:spLocks noGrp="1"/>
          </p:cNvSpPr>
          <p:nvPr/>
        </p:nvSpPr>
        <p:spPr>
          <a:xfrm>
            <a:off x="4919049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2" name="A1_bar_Cryo_13665">
            <a:extLst>
              <a:ext uri="{FF2B5EF4-FFF2-40B4-BE49-F238E27FC236}">
                <a16:creationId xmlns:a16="http://schemas.microsoft.com/office/drawing/2014/main" id="{0EABCAB8-9422-45A4-99AB-945C670BB163}"/>
              </a:ext>
            </a:extLst>
          </p:cNvPr>
          <p:cNvSpPr>
            <a:spLocks noGrp="1"/>
          </p:cNvSpPr>
          <p:nvPr/>
        </p:nvSpPr>
        <p:spPr>
          <a:xfrm>
            <a:off x="508836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3" name="A1_bar_Cryo_13666">
            <a:extLst>
              <a:ext uri="{FF2B5EF4-FFF2-40B4-BE49-F238E27FC236}">
                <a16:creationId xmlns:a16="http://schemas.microsoft.com/office/drawing/2014/main" id="{68D1ED92-CFFD-4686-8497-4652FFE38796}"/>
              </a:ext>
            </a:extLst>
          </p:cNvPr>
          <p:cNvSpPr>
            <a:spLocks noGrp="1"/>
          </p:cNvSpPr>
          <p:nvPr/>
        </p:nvSpPr>
        <p:spPr>
          <a:xfrm>
            <a:off x="496448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4" name="A1_bar_Cryo_13667">
            <a:extLst>
              <a:ext uri="{FF2B5EF4-FFF2-40B4-BE49-F238E27FC236}">
                <a16:creationId xmlns:a16="http://schemas.microsoft.com/office/drawing/2014/main" id="{503F9017-0247-4238-B363-E057A6383FAB}"/>
              </a:ext>
            </a:extLst>
          </p:cNvPr>
          <p:cNvSpPr>
            <a:spLocks noGrp="1"/>
          </p:cNvSpPr>
          <p:nvPr/>
        </p:nvSpPr>
        <p:spPr>
          <a:xfrm>
            <a:off x="5090016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5" name="A1_bar_Cryo_13668">
            <a:extLst>
              <a:ext uri="{FF2B5EF4-FFF2-40B4-BE49-F238E27FC236}">
                <a16:creationId xmlns:a16="http://schemas.microsoft.com/office/drawing/2014/main" id="{13AF06BC-7248-41D3-BC6F-2E25AAF55BCA}"/>
              </a:ext>
            </a:extLst>
          </p:cNvPr>
          <p:cNvSpPr>
            <a:spLocks noGrp="1"/>
          </p:cNvSpPr>
          <p:nvPr/>
        </p:nvSpPr>
        <p:spPr>
          <a:xfrm>
            <a:off x="502670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6" name="A1_bar_Cryo_13669">
            <a:extLst>
              <a:ext uri="{FF2B5EF4-FFF2-40B4-BE49-F238E27FC236}">
                <a16:creationId xmlns:a16="http://schemas.microsoft.com/office/drawing/2014/main" id="{BCE51149-3879-4625-971B-88B995641AFF}"/>
              </a:ext>
            </a:extLst>
          </p:cNvPr>
          <p:cNvSpPr>
            <a:spLocks noGrp="1"/>
          </p:cNvSpPr>
          <p:nvPr/>
        </p:nvSpPr>
        <p:spPr>
          <a:xfrm>
            <a:off x="4979528" y="47549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7" name="A1_bar_Cryo_13670">
            <a:extLst>
              <a:ext uri="{FF2B5EF4-FFF2-40B4-BE49-F238E27FC236}">
                <a16:creationId xmlns:a16="http://schemas.microsoft.com/office/drawing/2014/main" id="{3145C930-02DE-4E67-8603-2396A5DA6C5B}"/>
              </a:ext>
            </a:extLst>
          </p:cNvPr>
          <p:cNvSpPr>
            <a:spLocks noGrp="1"/>
          </p:cNvSpPr>
          <p:nvPr/>
        </p:nvSpPr>
        <p:spPr>
          <a:xfrm>
            <a:off x="495972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8" name="A1_bar_Cryo_13671">
            <a:extLst>
              <a:ext uri="{FF2B5EF4-FFF2-40B4-BE49-F238E27FC236}">
                <a16:creationId xmlns:a16="http://schemas.microsoft.com/office/drawing/2014/main" id="{DEE22F38-2B5F-4C66-A58C-0B47A076A801}"/>
              </a:ext>
            </a:extLst>
          </p:cNvPr>
          <p:cNvSpPr>
            <a:spLocks noGrp="1"/>
          </p:cNvSpPr>
          <p:nvPr/>
        </p:nvSpPr>
        <p:spPr>
          <a:xfrm>
            <a:off x="4979704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9" name="A1_bar_Cryo_13672">
            <a:extLst>
              <a:ext uri="{FF2B5EF4-FFF2-40B4-BE49-F238E27FC236}">
                <a16:creationId xmlns:a16="http://schemas.microsoft.com/office/drawing/2014/main" id="{C65CDEEF-BAAB-493C-92D6-C0DE50E9253F}"/>
              </a:ext>
            </a:extLst>
          </p:cNvPr>
          <p:cNvSpPr>
            <a:spLocks noGrp="1"/>
          </p:cNvSpPr>
          <p:nvPr/>
        </p:nvSpPr>
        <p:spPr>
          <a:xfrm>
            <a:off x="5034864" y="55426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0" name="A1_bar_Cryo_13673">
            <a:extLst>
              <a:ext uri="{FF2B5EF4-FFF2-40B4-BE49-F238E27FC236}">
                <a16:creationId xmlns:a16="http://schemas.microsoft.com/office/drawing/2014/main" id="{BB624381-072D-4821-8F9D-15004AA0832C}"/>
              </a:ext>
            </a:extLst>
          </p:cNvPr>
          <p:cNvSpPr>
            <a:spLocks noGrp="1"/>
          </p:cNvSpPr>
          <p:nvPr/>
        </p:nvSpPr>
        <p:spPr>
          <a:xfrm>
            <a:off x="5053692" y="43627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1" name="A1_bar_Cryo_13674">
            <a:extLst>
              <a:ext uri="{FF2B5EF4-FFF2-40B4-BE49-F238E27FC236}">
                <a16:creationId xmlns:a16="http://schemas.microsoft.com/office/drawing/2014/main" id="{FCA49160-4896-47E6-8811-262F7E8BBB33}"/>
              </a:ext>
            </a:extLst>
          </p:cNvPr>
          <p:cNvSpPr>
            <a:spLocks noGrp="1"/>
          </p:cNvSpPr>
          <p:nvPr/>
        </p:nvSpPr>
        <p:spPr>
          <a:xfrm>
            <a:off x="510257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2" name="A1_bar_Cryo_13675">
            <a:extLst>
              <a:ext uri="{FF2B5EF4-FFF2-40B4-BE49-F238E27FC236}">
                <a16:creationId xmlns:a16="http://schemas.microsoft.com/office/drawing/2014/main" id="{7EB392F0-CAFC-44BF-8E59-2C21EB2EECC0}"/>
              </a:ext>
            </a:extLst>
          </p:cNvPr>
          <p:cNvSpPr>
            <a:spLocks noGrp="1"/>
          </p:cNvSpPr>
          <p:nvPr/>
        </p:nvSpPr>
        <p:spPr>
          <a:xfrm>
            <a:off x="512407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3" name="A1_bar_Cryo_13676">
            <a:extLst>
              <a:ext uri="{FF2B5EF4-FFF2-40B4-BE49-F238E27FC236}">
                <a16:creationId xmlns:a16="http://schemas.microsoft.com/office/drawing/2014/main" id="{905437DE-AEB3-46E4-8167-EB424686A286}"/>
              </a:ext>
            </a:extLst>
          </p:cNvPr>
          <p:cNvSpPr>
            <a:spLocks noGrp="1"/>
          </p:cNvSpPr>
          <p:nvPr/>
        </p:nvSpPr>
        <p:spPr>
          <a:xfrm>
            <a:off x="508375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4" name="A1_bar_Cryo_13677">
            <a:extLst>
              <a:ext uri="{FF2B5EF4-FFF2-40B4-BE49-F238E27FC236}">
                <a16:creationId xmlns:a16="http://schemas.microsoft.com/office/drawing/2014/main" id="{4EDF032A-D14F-41B2-9489-CA3604C63E99}"/>
              </a:ext>
            </a:extLst>
          </p:cNvPr>
          <p:cNvSpPr>
            <a:spLocks noGrp="1"/>
          </p:cNvSpPr>
          <p:nvPr/>
        </p:nvSpPr>
        <p:spPr>
          <a:xfrm>
            <a:off x="5084861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5" name="A1_bar_Cryo_13678">
            <a:extLst>
              <a:ext uri="{FF2B5EF4-FFF2-40B4-BE49-F238E27FC236}">
                <a16:creationId xmlns:a16="http://schemas.microsoft.com/office/drawing/2014/main" id="{E2AF2E38-78CC-48A0-A857-CE27DF27B8C0}"/>
              </a:ext>
            </a:extLst>
          </p:cNvPr>
          <p:cNvSpPr>
            <a:spLocks noGrp="1"/>
          </p:cNvSpPr>
          <p:nvPr/>
        </p:nvSpPr>
        <p:spPr>
          <a:xfrm>
            <a:off x="516262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6" name="A1_bar_Cryo_13679">
            <a:extLst>
              <a:ext uri="{FF2B5EF4-FFF2-40B4-BE49-F238E27FC236}">
                <a16:creationId xmlns:a16="http://schemas.microsoft.com/office/drawing/2014/main" id="{855ACDA9-1ABD-45A1-AF43-54A2539026CB}"/>
              </a:ext>
            </a:extLst>
          </p:cNvPr>
          <p:cNvSpPr>
            <a:spLocks noGrp="1"/>
          </p:cNvSpPr>
          <p:nvPr/>
        </p:nvSpPr>
        <p:spPr>
          <a:xfrm>
            <a:off x="5029339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7" name="A1_bar_Cryo_13680">
            <a:extLst>
              <a:ext uri="{FF2B5EF4-FFF2-40B4-BE49-F238E27FC236}">
                <a16:creationId xmlns:a16="http://schemas.microsoft.com/office/drawing/2014/main" id="{B796782A-B10B-48BD-B530-685E72DAFAC2}"/>
              </a:ext>
            </a:extLst>
          </p:cNvPr>
          <p:cNvSpPr>
            <a:spLocks noGrp="1"/>
          </p:cNvSpPr>
          <p:nvPr/>
        </p:nvSpPr>
        <p:spPr>
          <a:xfrm>
            <a:off x="4938847" y="395999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8" name="A1_bar_Cryo_13681">
            <a:extLst>
              <a:ext uri="{FF2B5EF4-FFF2-40B4-BE49-F238E27FC236}">
                <a16:creationId xmlns:a16="http://schemas.microsoft.com/office/drawing/2014/main" id="{34A7F98F-B7A2-4EDA-B04E-B646A1111BDE}"/>
              </a:ext>
            </a:extLst>
          </p:cNvPr>
          <p:cNvSpPr>
            <a:spLocks noGrp="1"/>
          </p:cNvSpPr>
          <p:nvPr/>
        </p:nvSpPr>
        <p:spPr>
          <a:xfrm>
            <a:off x="4930755" y="502853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9" name="A1_bar_Cryo_13682">
            <a:extLst>
              <a:ext uri="{FF2B5EF4-FFF2-40B4-BE49-F238E27FC236}">
                <a16:creationId xmlns:a16="http://schemas.microsoft.com/office/drawing/2014/main" id="{30394805-6019-49D1-83D4-07AE043B49D1}"/>
              </a:ext>
            </a:extLst>
          </p:cNvPr>
          <p:cNvSpPr>
            <a:spLocks noGrp="1"/>
          </p:cNvSpPr>
          <p:nvPr/>
        </p:nvSpPr>
        <p:spPr>
          <a:xfrm>
            <a:off x="5059928" y="42581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0" name="A1_bar_Cryo_13683">
            <a:extLst>
              <a:ext uri="{FF2B5EF4-FFF2-40B4-BE49-F238E27FC236}">
                <a16:creationId xmlns:a16="http://schemas.microsoft.com/office/drawing/2014/main" id="{F5129EF4-9553-484E-BF2F-0BBDCC9216C8}"/>
              </a:ext>
            </a:extLst>
          </p:cNvPr>
          <p:cNvSpPr>
            <a:spLocks noGrp="1"/>
          </p:cNvSpPr>
          <p:nvPr/>
        </p:nvSpPr>
        <p:spPr>
          <a:xfrm>
            <a:off x="5109586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1" name="A1_bar_Cryo_13684">
            <a:extLst>
              <a:ext uri="{FF2B5EF4-FFF2-40B4-BE49-F238E27FC236}">
                <a16:creationId xmlns:a16="http://schemas.microsoft.com/office/drawing/2014/main" id="{A85F9E96-C9EC-4F96-B33E-826C64B9AF34}"/>
              </a:ext>
            </a:extLst>
          </p:cNvPr>
          <p:cNvSpPr>
            <a:spLocks noGrp="1"/>
          </p:cNvSpPr>
          <p:nvPr/>
        </p:nvSpPr>
        <p:spPr>
          <a:xfrm>
            <a:off x="493576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2" name="A1_bar_Cryo_13685">
            <a:extLst>
              <a:ext uri="{FF2B5EF4-FFF2-40B4-BE49-F238E27FC236}">
                <a16:creationId xmlns:a16="http://schemas.microsoft.com/office/drawing/2014/main" id="{6A36881E-8157-489D-A3D2-2B0F1892A3FD}"/>
              </a:ext>
            </a:extLst>
          </p:cNvPr>
          <p:cNvSpPr>
            <a:spLocks noGrp="1"/>
          </p:cNvSpPr>
          <p:nvPr/>
        </p:nvSpPr>
        <p:spPr>
          <a:xfrm>
            <a:off x="4992414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3" name="A1_bar_Cryo_13686">
            <a:extLst>
              <a:ext uri="{FF2B5EF4-FFF2-40B4-BE49-F238E27FC236}">
                <a16:creationId xmlns:a16="http://schemas.microsoft.com/office/drawing/2014/main" id="{3275194C-1B78-4E64-8F2D-CE9468DEA049}"/>
              </a:ext>
            </a:extLst>
          </p:cNvPr>
          <p:cNvSpPr>
            <a:spLocks noGrp="1"/>
          </p:cNvSpPr>
          <p:nvPr/>
        </p:nvSpPr>
        <p:spPr>
          <a:xfrm>
            <a:off x="4929608" y="420942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4" name="A1_bar_Cryo_13687">
            <a:extLst>
              <a:ext uri="{FF2B5EF4-FFF2-40B4-BE49-F238E27FC236}">
                <a16:creationId xmlns:a16="http://schemas.microsoft.com/office/drawing/2014/main" id="{E7C5DD9A-3725-4558-B8DE-4D7F2E72A71D}"/>
              </a:ext>
            </a:extLst>
          </p:cNvPr>
          <p:cNvSpPr>
            <a:spLocks noGrp="1"/>
          </p:cNvSpPr>
          <p:nvPr/>
        </p:nvSpPr>
        <p:spPr>
          <a:xfrm>
            <a:off x="4933098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5" name="A1_bar_Cryo_13688">
            <a:extLst>
              <a:ext uri="{FF2B5EF4-FFF2-40B4-BE49-F238E27FC236}">
                <a16:creationId xmlns:a16="http://schemas.microsoft.com/office/drawing/2014/main" id="{BAE34151-F3F3-4A50-BF60-2D06B5E074D9}"/>
              </a:ext>
            </a:extLst>
          </p:cNvPr>
          <p:cNvSpPr>
            <a:spLocks noGrp="1"/>
          </p:cNvSpPr>
          <p:nvPr/>
        </p:nvSpPr>
        <p:spPr>
          <a:xfrm>
            <a:off x="5050312" y="3548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6" name="A1_bar_Cryo_13689">
            <a:extLst>
              <a:ext uri="{FF2B5EF4-FFF2-40B4-BE49-F238E27FC236}">
                <a16:creationId xmlns:a16="http://schemas.microsoft.com/office/drawing/2014/main" id="{A3E815B2-28AF-40CE-BCA2-4EE4E5F9B854}"/>
              </a:ext>
            </a:extLst>
          </p:cNvPr>
          <p:cNvSpPr>
            <a:spLocks noGrp="1"/>
          </p:cNvSpPr>
          <p:nvPr/>
        </p:nvSpPr>
        <p:spPr>
          <a:xfrm>
            <a:off x="507804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7" name="A1_bar_Cryo_13690">
            <a:extLst>
              <a:ext uri="{FF2B5EF4-FFF2-40B4-BE49-F238E27FC236}">
                <a16:creationId xmlns:a16="http://schemas.microsoft.com/office/drawing/2014/main" id="{904D04B6-5837-4680-96FD-1623218C7DA9}"/>
              </a:ext>
            </a:extLst>
          </p:cNvPr>
          <p:cNvSpPr>
            <a:spLocks noGrp="1"/>
          </p:cNvSpPr>
          <p:nvPr/>
        </p:nvSpPr>
        <p:spPr>
          <a:xfrm>
            <a:off x="500320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8" name="A1_bar_Cryo_13691">
            <a:extLst>
              <a:ext uri="{FF2B5EF4-FFF2-40B4-BE49-F238E27FC236}">
                <a16:creationId xmlns:a16="http://schemas.microsoft.com/office/drawing/2014/main" id="{9E4E1FDD-E61B-4308-BD2F-981B6D3ABDF3}"/>
              </a:ext>
            </a:extLst>
          </p:cNvPr>
          <p:cNvSpPr>
            <a:spLocks noGrp="1"/>
          </p:cNvSpPr>
          <p:nvPr/>
        </p:nvSpPr>
        <p:spPr>
          <a:xfrm>
            <a:off x="5123000" y="42618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9" name="A1_bar_Cryo_13692">
            <a:extLst>
              <a:ext uri="{FF2B5EF4-FFF2-40B4-BE49-F238E27FC236}">
                <a16:creationId xmlns:a16="http://schemas.microsoft.com/office/drawing/2014/main" id="{9871DB51-4ACD-4F41-9B8B-4F28B6268768}"/>
              </a:ext>
            </a:extLst>
          </p:cNvPr>
          <p:cNvSpPr>
            <a:spLocks noGrp="1"/>
          </p:cNvSpPr>
          <p:nvPr/>
        </p:nvSpPr>
        <p:spPr>
          <a:xfrm>
            <a:off x="4998944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0" name="A1_bar_Cryo_13693">
            <a:extLst>
              <a:ext uri="{FF2B5EF4-FFF2-40B4-BE49-F238E27FC236}">
                <a16:creationId xmlns:a16="http://schemas.microsoft.com/office/drawing/2014/main" id="{C7B157E6-F0DD-49CB-B1F1-28782F5758DD}"/>
              </a:ext>
            </a:extLst>
          </p:cNvPr>
          <p:cNvSpPr>
            <a:spLocks noGrp="1"/>
          </p:cNvSpPr>
          <p:nvPr/>
        </p:nvSpPr>
        <p:spPr>
          <a:xfrm>
            <a:off x="5105386" y="45310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1" name="A1_bar_Cryo_13694">
            <a:extLst>
              <a:ext uri="{FF2B5EF4-FFF2-40B4-BE49-F238E27FC236}">
                <a16:creationId xmlns:a16="http://schemas.microsoft.com/office/drawing/2014/main" id="{97B38DDD-FAC2-4D5C-972C-771B272BF95F}"/>
              </a:ext>
            </a:extLst>
          </p:cNvPr>
          <p:cNvSpPr>
            <a:spLocks noGrp="1"/>
          </p:cNvSpPr>
          <p:nvPr/>
        </p:nvSpPr>
        <p:spPr>
          <a:xfrm>
            <a:off x="511660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2" name="A1_bar_Cryo_13695">
            <a:extLst>
              <a:ext uri="{FF2B5EF4-FFF2-40B4-BE49-F238E27FC236}">
                <a16:creationId xmlns:a16="http://schemas.microsoft.com/office/drawing/2014/main" id="{4E111F17-5837-46A9-AF66-39847D4289B9}"/>
              </a:ext>
            </a:extLst>
          </p:cNvPr>
          <p:cNvSpPr>
            <a:spLocks noGrp="1"/>
          </p:cNvSpPr>
          <p:nvPr/>
        </p:nvSpPr>
        <p:spPr>
          <a:xfrm>
            <a:off x="4931668" y="46973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3" name="A1_bar_Cryo_13696">
            <a:extLst>
              <a:ext uri="{FF2B5EF4-FFF2-40B4-BE49-F238E27FC236}">
                <a16:creationId xmlns:a16="http://schemas.microsoft.com/office/drawing/2014/main" id="{ADC0402B-9BEB-4EBA-B718-08BD455D5CCA}"/>
              </a:ext>
            </a:extLst>
          </p:cNvPr>
          <p:cNvSpPr>
            <a:spLocks noGrp="1"/>
          </p:cNvSpPr>
          <p:nvPr/>
        </p:nvSpPr>
        <p:spPr>
          <a:xfrm>
            <a:off x="4944824" y="4838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4" name="A1_bar_Cryo_13697">
            <a:extLst>
              <a:ext uri="{FF2B5EF4-FFF2-40B4-BE49-F238E27FC236}">
                <a16:creationId xmlns:a16="http://schemas.microsoft.com/office/drawing/2014/main" id="{87A612E0-8984-4E2E-81F6-BB93F897EA6A}"/>
              </a:ext>
            </a:extLst>
          </p:cNvPr>
          <p:cNvSpPr>
            <a:spLocks noGrp="1"/>
          </p:cNvSpPr>
          <p:nvPr/>
        </p:nvSpPr>
        <p:spPr>
          <a:xfrm>
            <a:off x="495126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5" name="A1_bar_Cryo_13698">
            <a:extLst>
              <a:ext uri="{FF2B5EF4-FFF2-40B4-BE49-F238E27FC236}">
                <a16:creationId xmlns:a16="http://schemas.microsoft.com/office/drawing/2014/main" id="{476B7887-A36A-4BCB-90F3-2842C0ED6E9B}"/>
              </a:ext>
            </a:extLst>
          </p:cNvPr>
          <p:cNvSpPr>
            <a:spLocks noGrp="1"/>
          </p:cNvSpPr>
          <p:nvPr/>
        </p:nvSpPr>
        <p:spPr>
          <a:xfrm>
            <a:off x="5122694" y="55302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6" name="A1_bar_Cryo_13699">
            <a:extLst>
              <a:ext uri="{FF2B5EF4-FFF2-40B4-BE49-F238E27FC236}">
                <a16:creationId xmlns:a16="http://schemas.microsoft.com/office/drawing/2014/main" id="{6337CC64-A643-4E2B-8A7E-5B7931DEDD23}"/>
              </a:ext>
            </a:extLst>
          </p:cNvPr>
          <p:cNvSpPr>
            <a:spLocks noGrp="1"/>
          </p:cNvSpPr>
          <p:nvPr/>
        </p:nvSpPr>
        <p:spPr>
          <a:xfrm>
            <a:off x="4925206" y="52235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7" name="A1_bar_Cryo_13700">
            <a:extLst>
              <a:ext uri="{FF2B5EF4-FFF2-40B4-BE49-F238E27FC236}">
                <a16:creationId xmlns:a16="http://schemas.microsoft.com/office/drawing/2014/main" id="{38D3338F-1A4D-4850-AEB4-3BDD14642B18}"/>
              </a:ext>
            </a:extLst>
          </p:cNvPr>
          <p:cNvSpPr>
            <a:spLocks noGrp="1"/>
          </p:cNvSpPr>
          <p:nvPr/>
        </p:nvSpPr>
        <p:spPr>
          <a:xfrm>
            <a:off x="4964384" y="31128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8" name="A1_bar_Cryo_13701">
            <a:extLst>
              <a:ext uri="{FF2B5EF4-FFF2-40B4-BE49-F238E27FC236}">
                <a16:creationId xmlns:a16="http://schemas.microsoft.com/office/drawing/2014/main" id="{C57482F4-1BAC-4CF1-A179-03D593ABCA9C}"/>
              </a:ext>
            </a:extLst>
          </p:cNvPr>
          <p:cNvSpPr>
            <a:spLocks noGrp="1"/>
          </p:cNvSpPr>
          <p:nvPr/>
        </p:nvSpPr>
        <p:spPr>
          <a:xfrm>
            <a:off x="502381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9" name="A1_bar_Cryo_13702">
            <a:extLst>
              <a:ext uri="{FF2B5EF4-FFF2-40B4-BE49-F238E27FC236}">
                <a16:creationId xmlns:a16="http://schemas.microsoft.com/office/drawing/2014/main" id="{DBF31274-5A20-4F0E-9DE1-0CF8B475694F}"/>
              </a:ext>
            </a:extLst>
          </p:cNvPr>
          <p:cNvSpPr>
            <a:spLocks noGrp="1"/>
          </p:cNvSpPr>
          <p:nvPr/>
        </p:nvSpPr>
        <p:spPr>
          <a:xfrm>
            <a:off x="504486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0" name="A1_bar_Cryo_13703">
            <a:extLst>
              <a:ext uri="{FF2B5EF4-FFF2-40B4-BE49-F238E27FC236}">
                <a16:creationId xmlns:a16="http://schemas.microsoft.com/office/drawing/2014/main" id="{B3448E97-5A9A-4A22-BBD6-1427401AC7BF}"/>
              </a:ext>
            </a:extLst>
          </p:cNvPr>
          <p:cNvSpPr>
            <a:spLocks noGrp="1"/>
          </p:cNvSpPr>
          <p:nvPr/>
        </p:nvSpPr>
        <p:spPr>
          <a:xfrm>
            <a:off x="5160698" y="5789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1" name="A1_bar_Cryo_13704">
            <a:extLst>
              <a:ext uri="{FF2B5EF4-FFF2-40B4-BE49-F238E27FC236}">
                <a16:creationId xmlns:a16="http://schemas.microsoft.com/office/drawing/2014/main" id="{183AEBC3-4BE2-4BA2-9DEE-707AE8B2F5D0}"/>
              </a:ext>
            </a:extLst>
          </p:cNvPr>
          <p:cNvSpPr>
            <a:spLocks noGrp="1"/>
          </p:cNvSpPr>
          <p:nvPr/>
        </p:nvSpPr>
        <p:spPr>
          <a:xfrm>
            <a:off x="495312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2" name="A1_bar_Cryo_13705">
            <a:extLst>
              <a:ext uri="{FF2B5EF4-FFF2-40B4-BE49-F238E27FC236}">
                <a16:creationId xmlns:a16="http://schemas.microsoft.com/office/drawing/2014/main" id="{B3DA1F10-F5F5-4E81-9241-3B40EDFE9D5E}"/>
              </a:ext>
            </a:extLst>
          </p:cNvPr>
          <p:cNvSpPr>
            <a:spLocks noGrp="1"/>
          </p:cNvSpPr>
          <p:nvPr/>
        </p:nvSpPr>
        <p:spPr>
          <a:xfrm>
            <a:off x="516681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3" name="A1_bar_Cryo_13706">
            <a:extLst>
              <a:ext uri="{FF2B5EF4-FFF2-40B4-BE49-F238E27FC236}">
                <a16:creationId xmlns:a16="http://schemas.microsoft.com/office/drawing/2014/main" id="{EA6425B9-E1DB-469E-96B6-73137B4EC86B}"/>
              </a:ext>
            </a:extLst>
          </p:cNvPr>
          <p:cNvSpPr>
            <a:spLocks noGrp="1"/>
          </p:cNvSpPr>
          <p:nvPr/>
        </p:nvSpPr>
        <p:spPr>
          <a:xfrm>
            <a:off x="660418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4" name="A1_bar_Cryo_13707">
            <a:extLst>
              <a:ext uri="{FF2B5EF4-FFF2-40B4-BE49-F238E27FC236}">
                <a16:creationId xmlns:a16="http://schemas.microsoft.com/office/drawing/2014/main" id="{6C40C409-8ED5-43FE-B68A-3FC2A188BF61}"/>
              </a:ext>
            </a:extLst>
          </p:cNvPr>
          <p:cNvSpPr>
            <a:spLocks noGrp="1"/>
          </p:cNvSpPr>
          <p:nvPr/>
        </p:nvSpPr>
        <p:spPr>
          <a:xfrm>
            <a:off x="657618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5" name="A1_bar_Cryo_13708">
            <a:extLst>
              <a:ext uri="{FF2B5EF4-FFF2-40B4-BE49-F238E27FC236}">
                <a16:creationId xmlns:a16="http://schemas.microsoft.com/office/drawing/2014/main" id="{4F089E8A-857A-48D9-8FCC-090BB2AF84CF}"/>
              </a:ext>
            </a:extLst>
          </p:cNvPr>
          <p:cNvSpPr>
            <a:spLocks noGrp="1"/>
          </p:cNvSpPr>
          <p:nvPr/>
        </p:nvSpPr>
        <p:spPr>
          <a:xfrm>
            <a:off x="666617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6" name="A1_bar_Cryo_13709">
            <a:extLst>
              <a:ext uri="{FF2B5EF4-FFF2-40B4-BE49-F238E27FC236}">
                <a16:creationId xmlns:a16="http://schemas.microsoft.com/office/drawing/2014/main" id="{9D2E1096-79AB-4CEA-8746-BAD2F89225A7}"/>
              </a:ext>
            </a:extLst>
          </p:cNvPr>
          <p:cNvSpPr>
            <a:spLocks noGrp="1"/>
          </p:cNvSpPr>
          <p:nvPr/>
        </p:nvSpPr>
        <p:spPr>
          <a:xfrm>
            <a:off x="6735670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7" name="A1_bar_Cryo_13710">
            <a:extLst>
              <a:ext uri="{FF2B5EF4-FFF2-40B4-BE49-F238E27FC236}">
                <a16:creationId xmlns:a16="http://schemas.microsoft.com/office/drawing/2014/main" id="{1D4B08C5-3A86-4CE1-A527-7013522DC11D}"/>
              </a:ext>
            </a:extLst>
          </p:cNvPr>
          <p:cNvSpPr>
            <a:spLocks noGrp="1"/>
          </p:cNvSpPr>
          <p:nvPr/>
        </p:nvSpPr>
        <p:spPr>
          <a:xfrm>
            <a:off x="6569639" y="432877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8" name="A1_bar_Cryo_13711">
            <a:extLst>
              <a:ext uri="{FF2B5EF4-FFF2-40B4-BE49-F238E27FC236}">
                <a16:creationId xmlns:a16="http://schemas.microsoft.com/office/drawing/2014/main" id="{44E83461-4187-4A08-81B7-CAD9AFB32C9E}"/>
              </a:ext>
            </a:extLst>
          </p:cNvPr>
          <p:cNvSpPr>
            <a:spLocks noGrp="1"/>
          </p:cNvSpPr>
          <p:nvPr/>
        </p:nvSpPr>
        <p:spPr>
          <a:xfrm>
            <a:off x="663721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9" name="A1_bar_Cryo_13712">
            <a:extLst>
              <a:ext uri="{FF2B5EF4-FFF2-40B4-BE49-F238E27FC236}">
                <a16:creationId xmlns:a16="http://schemas.microsoft.com/office/drawing/2014/main" id="{2B7F613F-A6BC-4AAD-82D0-91551EAB59E7}"/>
              </a:ext>
            </a:extLst>
          </p:cNvPr>
          <p:cNvSpPr>
            <a:spLocks noGrp="1"/>
          </p:cNvSpPr>
          <p:nvPr/>
        </p:nvSpPr>
        <p:spPr>
          <a:xfrm>
            <a:off x="662187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0" name="A1_bar_Cryo_13713">
            <a:extLst>
              <a:ext uri="{FF2B5EF4-FFF2-40B4-BE49-F238E27FC236}">
                <a16:creationId xmlns:a16="http://schemas.microsoft.com/office/drawing/2014/main" id="{124A653C-D51D-4A22-8ED4-BEA7B2A51A86}"/>
              </a:ext>
            </a:extLst>
          </p:cNvPr>
          <p:cNvSpPr>
            <a:spLocks noGrp="1"/>
          </p:cNvSpPr>
          <p:nvPr/>
        </p:nvSpPr>
        <p:spPr>
          <a:xfrm>
            <a:off x="659264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1" name="A1_bar_Cryo_13714">
            <a:extLst>
              <a:ext uri="{FF2B5EF4-FFF2-40B4-BE49-F238E27FC236}">
                <a16:creationId xmlns:a16="http://schemas.microsoft.com/office/drawing/2014/main" id="{651F56B8-9E02-47CF-8795-7E554E2A4503}"/>
              </a:ext>
            </a:extLst>
          </p:cNvPr>
          <p:cNvSpPr>
            <a:spLocks noGrp="1"/>
          </p:cNvSpPr>
          <p:nvPr/>
        </p:nvSpPr>
        <p:spPr>
          <a:xfrm>
            <a:off x="6725776" y="60279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2" name="A1_bar_Cryo_13715">
            <a:extLst>
              <a:ext uri="{FF2B5EF4-FFF2-40B4-BE49-F238E27FC236}">
                <a16:creationId xmlns:a16="http://schemas.microsoft.com/office/drawing/2014/main" id="{3BF53D1A-A689-44F2-8B96-A3C929FD5A14}"/>
              </a:ext>
            </a:extLst>
          </p:cNvPr>
          <p:cNvSpPr>
            <a:spLocks noGrp="1"/>
          </p:cNvSpPr>
          <p:nvPr/>
        </p:nvSpPr>
        <p:spPr>
          <a:xfrm>
            <a:off x="666556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3" name="A1_bar_Cryo_13716">
            <a:extLst>
              <a:ext uri="{FF2B5EF4-FFF2-40B4-BE49-F238E27FC236}">
                <a16:creationId xmlns:a16="http://schemas.microsoft.com/office/drawing/2014/main" id="{7606D7FF-88B1-4BEE-9BF2-00CD04E91102}"/>
              </a:ext>
            </a:extLst>
          </p:cNvPr>
          <p:cNvSpPr>
            <a:spLocks noGrp="1"/>
          </p:cNvSpPr>
          <p:nvPr/>
        </p:nvSpPr>
        <p:spPr>
          <a:xfrm>
            <a:off x="6503779" y="405777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4" name="A1_bar_Cryo_13717">
            <a:extLst>
              <a:ext uri="{FF2B5EF4-FFF2-40B4-BE49-F238E27FC236}">
                <a16:creationId xmlns:a16="http://schemas.microsoft.com/office/drawing/2014/main" id="{A78F0CA4-8F75-403D-8402-05FD7893B8DE}"/>
              </a:ext>
            </a:extLst>
          </p:cNvPr>
          <p:cNvSpPr>
            <a:spLocks noGrp="1"/>
          </p:cNvSpPr>
          <p:nvPr/>
        </p:nvSpPr>
        <p:spPr>
          <a:xfrm>
            <a:off x="6545825" y="42812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5" name="A1_bar_Cryo_13718">
            <a:extLst>
              <a:ext uri="{FF2B5EF4-FFF2-40B4-BE49-F238E27FC236}">
                <a16:creationId xmlns:a16="http://schemas.microsoft.com/office/drawing/2014/main" id="{E21588D3-9D53-4545-A33F-1F453E03E00F}"/>
              </a:ext>
            </a:extLst>
          </p:cNvPr>
          <p:cNvSpPr>
            <a:spLocks noGrp="1"/>
          </p:cNvSpPr>
          <p:nvPr/>
        </p:nvSpPr>
        <p:spPr>
          <a:xfrm>
            <a:off x="6669069" y="39066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6" name="A1_bar_Cryo_13719">
            <a:extLst>
              <a:ext uri="{FF2B5EF4-FFF2-40B4-BE49-F238E27FC236}">
                <a16:creationId xmlns:a16="http://schemas.microsoft.com/office/drawing/2014/main" id="{B05303B3-E62D-46C3-8372-4CF10CFBF17A}"/>
              </a:ext>
            </a:extLst>
          </p:cNvPr>
          <p:cNvSpPr>
            <a:spLocks noGrp="1"/>
          </p:cNvSpPr>
          <p:nvPr/>
        </p:nvSpPr>
        <p:spPr>
          <a:xfrm>
            <a:off x="667573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7" name="A1_bar_Cryo_13720">
            <a:extLst>
              <a:ext uri="{FF2B5EF4-FFF2-40B4-BE49-F238E27FC236}">
                <a16:creationId xmlns:a16="http://schemas.microsoft.com/office/drawing/2014/main" id="{BD0EA873-C598-4D8A-8E2D-F86FDA6D0367}"/>
              </a:ext>
            </a:extLst>
          </p:cNvPr>
          <p:cNvSpPr>
            <a:spLocks noGrp="1"/>
          </p:cNvSpPr>
          <p:nvPr/>
        </p:nvSpPr>
        <p:spPr>
          <a:xfrm>
            <a:off x="664826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8" name="A1_bar_Cryo_13721">
            <a:extLst>
              <a:ext uri="{FF2B5EF4-FFF2-40B4-BE49-F238E27FC236}">
                <a16:creationId xmlns:a16="http://schemas.microsoft.com/office/drawing/2014/main" id="{07A30B41-1D39-4E4B-8B1E-EB1A5CEE21B6}"/>
              </a:ext>
            </a:extLst>
          </p:cNvPr>
          <p:cNvSpPr>
            <a:spLocks noGrp="1"/>
          </p:cNvSpPr>
          <p:nvPr/>
        </p:nvSpPr>
        <p:spPr>
          <a:xfrm>
            <a:off x="6527555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9" name="A1_bar_Cryo_13722">
            <a:extLst>
              <a:ext uri="{FF2B5EF4-FFF2-40B4-BE49-F238E27FC236}">
                <a16:creationId xmlns:a16="http://schemas.microsoft.com/office/drawing/2014/main" id="{72B55C1D-156A-4DEC-9F61-75D12D5DF048}"/>
              </a:ext>
            </a:extLst>
          </p:cNvPr>
          <p:cNvSpPr>
            <a:spLocks noGrp="1"/>
          </p:cNvSpPr>
          <p:nvPr/>
        </p:nvSpPr>
        <p:spPr>
          <a:xfrm>
            <a:off x="670892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0" name="A1_bar_Cryo_13723">
            <a:extLst>
              <a:ext uri="{FF2B5EF4-FFF2-40B4-BE49-F238E27FC236}">
                <a16:creationId xmlns:a16="http://schemas.microsoft.com/office/drawing/2014/main" id="{405524EE-9424-4AEC-871E-2A1F336636E3}"/>
              </a:ext>
            </a:extLst>
          </p:cNvPr>
          <p:cNvSpPr>
            <a:spLocks noGrp="1"/>
          </p:cNvSpPr>
          <p:nvPr/>
        </p:nvSpPr>
        <p:spPr>
          <a:xfrm>
            <a:off x="6705648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1" name="A1_bar_Cryo_13724">
            <a:extLst>
              <a:ext uri="{FF2B5EF4-FFF2-40B4-BE49-F238E27FC236}">
                <a16:creationId xmlns:a16="http://schemas.microsoft.com/office/drawing/2014/main" id="{D66A05A9-641C-442D-B43D-21387040AD85}"/>
              </a:ext>
            </a:extLst>
          </p:cNvPr>
          <p:cNvSpPr>
            <a:spLocks noGrp="1"/>
          </p:cNvSpPr>
          <p:nvPr/>
        </p:nvSpPr>
        <p:spPr>
          <a:xfrm>
            <a:off x="6508804" y="59691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2" name="A1_bar_Cryo_13725">
            <a:extLst>
              <a:ext uri="{FF2B5EF4-FFF2-40B4-BE49-F238E27FC236}">
                <a16:creationId xmlns:a16="http://schemas.microsoft.com/office/drawing/2014/main" id="{D7F9E71F-B1AF-449F-82E1-0362CAB04938}"/>
              </a:ext>
            </a:extLst>
          </p:cNvPr>
          <p:cNvSpPr>
            <a:spLocks noGrp="1"/>
          </p:cNvSpPr>
          <p:nvPr/>
        </p:nvSpPr>
        <p:spPr>
          <a:xfrm>
            <a:off x="6734569" y="53503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3" name="A1_bar_Cryo_13726">
            <a:extLst>
              <a:ext uri="{FF2B5EF4-FFF2-40B4-BE49-F238E27FC236}">
                <a16:creationId xmlns:a16="http://schemas.microsoft.com/office/drawing/2014/main" id="{33E17045-ED0B-4880-B714-B8B17B83E0FE}"/>
              </a:ext>
            </a:extLst>
          </p:cNvPr>
          <p:cNvSpPr>
            <a:spLocks noGrp="1"/>
          </p:cNvSpPr>
          <p:nvPr/>
        </p:nvSpPr>
        <p:spPr>
          <a:xfrm>
            <a:off x="6579267" y="59521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4" name="A1_bar_Cryo_13727">
            <a:extLst>
              <a:ext uri="{FF2B5EF4-FFF2-40B4-BE49-F238E27FC236}">
                <a16:creationId xmlns:a16="http://schemas.microsoft.com/office/drawing/2014/main" id="{B6FA98CF-2177-4B06-AB86-671E8830D9BA}"/>
              </a:ext>
            </a:extLst>
          </p:cNvPr>
          <p:cNvSpPr>
            <a:spLocks noGrp="1"/>
          </p:cNvSpPr>
          <p:nvPr/>
        </p:nvSpPr>
        <p:spPr>
          <a:xfrm>
            <a:off x="673539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5" name="A1_bar_Cryo_13728">
            <a:extLst>
              <a:ext uri="{FF2B5EF4-FFF2-40B4-BE49-F238E27FC236}">
                <a16:creationId xmlns:a16="http://schemas.microsoft.com/office/drawing/2014/main" id="{A44612EF-8A2A-43AC-BD6A-6D3A038586DC}"/>
              </a:ext>
            </a:extLst>
          </p:cNvPr>
          <p:cNvSpPr>
            <a:spLocks noGrp="1"/>
          </p:cNvSpPr>
          <p:nvPr/>
        </p:nvSpPr>
        <p:spPr>
          <a:xfrm>
            <a:off x="6681381" y="5888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6" name="A1_bar_Cryo_13729">
            <a:extLst>
              <a:ext uri="{FF2B5EF4-FFF2-40B4-BE49-F238E27FC236}">
                <a16:creationId xmlns:a16="http://schemas.microsoft.com/office/drawing/2014/main" id="{1E8BD2FF-D5B4-4597-A5AD-DD93B335CA13}"/>
              </a:ext>
            </a:extLst>
          </p:cNvPr>
          <p:cNvSpPr>
            <a:spLocks noGrp="1"/>
          </p:cNvSpPr>
          <p:nvPr/>
        </p:nvSpPr>
        <p:spPr>
          <a:xfrm>
            <a:off x="6638687" y="41307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7" name="A1_bar_Cryo_13730">
            <a:extLst>
              <a:ext uri="{FF2B5EF4-FFF2-40B4-BE49-F238E27FC236}">
                <a16:creationId xmlns:a16="http://schemas.microsoft.com/office/drawing/2014/main" id="{C421B019-F63C-4971-81CA-339277B34E50}"/>
              </a:ext>
            </a:extLst>
          </p:cNvPr>
          <p:cNvSpPr>
            <a:spLocks noGrp="1"/>
          </p:cNvSpPr>
          <p:nvPr/>
        </p:nvSpPr>
        <p:spPr>
          <a:xfrm>
            <a:off x="6635919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8" name="A1_bar_Cryo_13731">
            <a:extLst>
              <a:ext uri="{FF2B5EF4-FFF2-40B4-BE49-F238E27FC236}">
                <a16:creationId xmlns:a16="http://schemas.microsoft.com/office/drawing/2014/main" id="{DE0D2D5F-65CC-44B4-AE39-03FBF643FD88}"/>
              </a:ext>
            </a:extLst>
          </p:cNvPr>
          <p:cNvSpPr>
            <a:spLocks noGrp="1"/>
          </p:cNvSpPr>
          <p:nvPr/>
        </p:nvSpPr>
        <p:spPr>
          <a:xfrm>
            <a:off x="655221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9" name="A1_bar_Cryo_13732">
            <a:extLst>
              <a:ext uri="{FF2B5EF4-FFF2-40B4-BE49-F238E27FC236}">
                <a16:creationId xmlns:a16="http://schemas.microsoft.com/office/drawing/2014/main" id="{E1F712CC-7F3E-4893-A055-81E654E72616}"/>
              </a:ext>
            </a:extLst>
          </p:cNvPr>
          <p:cNvSpPr>
            <a:spLocks noGrp="1"/>
          </p:cNvSpPr>
          <p:nvPr/>
        </p:nvSpPr>
        <p:spPr>
          <a:xfrm>
            <a:off x="672413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0" name="A1_bar_Cryo_13733">
            <a:extLst>
              <a:ext uri="{FF2B5EF4-FFF2-40B4-BE49-F238E27FC236}">
                <a16:creationId xmlns:a16="http://schemas.microsoft.com/office/drawing/2014/main" id="{47C05D3B-AEB8-4DD9-AAC5-9C7AC64C3565}"/>
              </a:ext>
            </a:extLst>
          </p:cNvPr>
          <p:cNvSpPr>
            <a:spLocks noGrp="1"/>
          </p:cNvSpPr>
          <p:nvPr/>
        </p:nvSpPr>
        <p:spPr>
          <a:xfrm>
            <a:off x="6503187" y="517841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1" name="A1_bar_Cryo_13734">
            <a:extLst>
              <a:ext uri="{FF2B5EF4-FFF2-40B4-BE49-F238E27FC236}">
                <a16:creationId xmlns:a16="http://schemas.microsoft.com/office/drawing/2014/main" id="{08A0BC4A-5DBC-48A4-851F-F9F08A55C916}"/>
              </a:ext>
            </a:extLst>
          </p:cNvPr>
          <p:cNvSpPr>
            <a:spLocks noGrp="1"/>
          </p:cNvSpPr>
          <p:nvPr/>
        </p:nvSpPr>
        <p:spPr>
          <a:xfrm>
            <a:off x="6530042" y="56964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2" name="A1_bar_Cryo_13735">
            <a:extLst>
              <a:ext uri="{FF2B5EF4-FFF2-40B4-BE49-F238E27FC236}">
                <a16:creationId xmlns:a16="http://schemas.microsoft.com/office/drawing/2014/main" id="{A71F6E2C-A081-4C71-852A-67EC509C82AE}"/>
              </a:ext>
            </a:extLst>
          </p:cNvPr>
          <p:cNvSpPr>
            <a:spLocks noGrp="1"/>
          </p:cNvSpPr>
          <p:nvPr/>
        </p:nvSpPr>
        <p:spPr>
          <a:xfrm>
            <a:off x="667355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3" name="A1_bar_Cryo_13736">
            <a:extLst>
              <a:ext uri="{FF2B5EF4-FFF2-40B4-BE49-F238E27FC236}">
                <a16:creationId xmlns:a16="http://schemas.microsoft.com/office/drawing/2014/main" id="{F7D722C2-645D-4284-8A7B-927523B71FE0}"/>
              </a:ext>
            </a:extLst>
          </p:cNvPr>
          <p:cNvSpPr>
            <a:spLocks noGrp="1"/>
          </p:cNvSpPr>
          <p:nvPr/>
        </p:nvSpPr>
        <p:spPr>
          <a:xfrm>
            <a:off x="668997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4" name="A1_bar_Cryo_13737">
            <a:extLst>
              <a:ext uri="{FF2B5EF4-FFF2-40B4-BE49-F238E27FC236}">
                <a16:creationId xmlns:a16="http://schemas.microsoft.com/office/drawing/2014/main" id="{A8DB3448-E3B3-45CE-875B-46A78DBAF1C9}"/>
              </a:ext>
            </a:extLst>
          </p:cNvPr>
          <p:cNvSpPr>
            <a:spLocks noGrp="1"/>
          </p:cNvSpPr>
          <p:nvPr/>
        </p:nvSpPr>
        <p:spPr>
          <a:xfrm>
            <a:off x="6664414" y="600908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5" name="A1_bar_Cryo_13738">
            <a:extLst>
              <a:ext uri="{FF2B5EF4-FFF2-40B4-BE49-F238E27FC236}">
                <a16:creationId xmlns:a16="http://schemas.microsoft.com/office/drawing/2014/main" id="{8D168132-9D10-4D1F-9B20-299251142F78}"/>
              </a:ext>
            </a:extLst>
          </p:cNvPr>
          <p:cNvSpPr>
            <a:spLocks noGrp="1"/>
          </p:cNvSpPr>
          <p:nvPr/>
        </p:nvSpPr>
        <p:spPr>
          <a:xfrm>
            <a:off x="662208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6" name="A1_bar_Cryo_13739">
            <a:extLst>
              <a:ext uri="{FF2B5EF4-FFF2-40B4-BE49-F238E27FC236}">
                <a16:creationId xmlns:a16="http://schemas.microsoft.com/office/drawing/2014/main" id="{FE2967F0-A5DA-4799-8181-935A51876B39}"/>
              </a:ext>
            </a:extLst>
          </p:cNvPr>
          <p:cNvSpPr>
            <a:spLocks noGrp="1"/>
          </p:cNvSpPr>
          <p:nvPr/>
        </p:nvSpPr>
        <p:spPr>
          <a:xfrm>
            <a:off x="6546910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7" name="A1_bar_Cryo_13740">
            <a:extLst>
              <a:ext uri="{FF2B5EF4-FFF2-40B4-BE49-F238E27FC236}">
                <a16:creationId xmlns:a16="http://schemas.microsoft.com/office/drawing/2014/main" id="{BD9EAFD9-0562-42A4-A9F1-5B6FDB76397B}"/>
              </a:ext>
            </a:extLst>
          </p:cNvPr>
          <p:cNvSpPr>
            <a:spLocks noGrp="1"/>
          </p:cNvSpPr>
          <p:nvPr/>
        </p:nvSpPr>
        <p:spPr>
          <a:xfrm>
            <a:off x="6503581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8" name="A1_bar_Cryo_13741">
            <a:extLst>
              <a:ext uri="{FF2B5EF4-FFF2-40B4-BE49-F238E27FC236}">
                <a16:creationId xmlns:a16="http://schemas.microsoft.com/office/drawing/2014/main" id="{F977D92D-9B74-4D02-A583-404140CAE7B1}"/>
              </a:ext>
            </a:extLst>
          </p:cNvPr>
          <p:cNvSpPr>
            <a:spLocks noGrp="1"/>
          </p:cNvSpPr>
          <p:nvPr/>
        </p:nvSpPr>
        <p:spPr>
          <a:xfrm>
            <a:off x="661829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9" name="A1_bar_Cryo_13742">
            <a:extLst>
              <a:ext uri="{FF2B5EF4-FFF2-40B4-BE49-F238E27FC236}">
                <a16:creationId xmlns:a16="http://schemas.microsoft.com/office/drawing/2014/main" id="{0BCB2C59-87C2-43E3-8197-684104EC4776}"/>
              </a:ext>
            </a:extLst>
          </p:cNvPr>
          <p:cNvSpPr>
            <a:spLocks noGrp="1"/>
          </p:cNvSpPr>
          <p:nvPr/>
        </p:nvSpPr>
        <p:spPr>
          <a:xfrm>
            <a:off x="660811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0" name="A1_bar_Cryo_13743">
            <a:extLst>
              <a:ext uri="{FF2B5EF4-FFF2-40B4-BE49-F238E27FC236}">
                <a16:creationId xmlns:a16="http://schemas.microsoft.com/office/drawing/2014/main" id="{6E80789D-4BE3-4292-A1CA-7C95FB31112E}"/>
              </a:ext>
            </a:extLst>
          </p:cNvPr>
          <p:cNvSpPr>
            <a:spLocks noGrp="1"/>
          </p:cNvSpPr>
          <p:nvPr/>
        </p:nvSpPr>
        <p:spPr>
          <a:xfrm>
            <a:off x="660654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1" name="A1_bar_Cryo_13744">
            <a:extLst>
              <a:ext uri="{FF2B5EF4-FFF2-40B4-BE49-F238E27FC236}">
                <a16:creationId xmlns:a16="http://schemas.microsoft.com/office/drawing/2014/main" id="{B23D1B5E-2EDA-4DFA-A3BE-6CC166AED678}"/>
              </a:ext>
            </a:extLst>
          </p:cNvPr>
          <p:cNvSpPr>
            <a:spLocks noGrp="1"/>
          </p:cNvSpPr>
          <p:nvPr/>
        </p:nvSpPr>
        <p:spPr>
          <a:xfrm>
            <a:off x="651978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2" name="A1_bar_Cryo_13745">
            <a:extLst>
              <a:ext uri="{FF2B5EF4-FFF2-40B4-BE49-F238E27FC236}">
                <a16:creationId xmlns:a16="http://schemas.microsoft.com/office/drawing/2014/main" id="{4747E3C8-C002-470F-AD3D-60BC24456AC4}"/>
              </a:ext>
            </a:extLst>
          </p:cNvPr>
          <p:cNvSpPr>
            <a:spLocks noGrp="1"/>
          </p:cNvSpPr>
          <p:nvPr/>
        </p:nvSpPr>
        <p:spPr>
          <a:xfrm>
            <a:off x="6636854" y="437335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3" name="A1_bar_Cryo_13746">
            <a:extLst>
              <a:ext uri="{FF2B5EF4-FFF2-40B4-BE49-F238E27FC236}">
                <a16:creationId xmlns:a16="http://schemas.microsoft.com/office/drawing/2014/main" id="{FBCED034-0B73-427B-B31C-A7216A858606}"/>
              </a:ext>
            </a:extLst>
          </p:cNvPr>
          <p:cNvSpPr>
            <a:spLocks noGrp="1"/>
          </p:cNvSpPr>
          <p:nvPr/>
        </p:nvSpPr>
        <p:spPr>
          <a:xfrm>
            <a:off x="6537830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4" name="A1_bar_Cryo_13747">
            <a:extLst>
              <a:ext uri="{FF2B5EF4-FFF2-40B4-BE49-F238E27FC236}">
                <a16:creationId xmlns:a16="http://schemas.microsoft.com/office/drawing/2014/main" id="{0FB267CC-0F15-4017-BEC2-04092F1E46FC}"/>
              </a:ext>
            </a:extLst>
          </p:cNvPr>
          <p:cNvSpPr>
            <a:spLocks noGrp="1"/>
          </p:cNvSpPr>
          <p:nvPr/>
        </p:nvSpPr>
        <p:spPr>
          <a:xfrm>
            <a:off x="660318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5" name="A1_bar_Cryo_13748">
            <a:extLst>
              <a:ext uri="{FF2B5EF4-FFF2-40B4-BE49-F238E27FC236}">
                <a16:creationId xmlns:a16="http://schemas.microsoft.com/office/drawing/2014/main" id="{FBD324D3-DDB8-43B6-AFA5-5C1C7B34964F}"/>
              </a:ext>
            </a:extLst>
          </p:cNvPr>
          <p:cNvSpPr>
            <a:spLocks noGrp="1"/>
          </p:cNvSpPr>
          <p:nvPr/>
        </p:nvSpPr>
        <p:spPr>
          <a:xfrm>
            <a:off x="654883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6" name="A1_bar_Cryo_13749">
            <a:extLst>
              <a:ext uri="{FF2B5EF4-FFF2-40B4-BE49-F238E27FC236}">
                <a16:creationId xmlns:a16="http://schemas.microsoft.com/office/drawing/2014/main" id="{5689477D-118A-4325-87D5-FDA7D3A5C3D9}"/>
              </a:ext>
            </a:extLst>
          </p:cNvPr>
          <p:cNvSpPr>
            <a:spLocks noGrp="1"/>
          </p:cNvSpPr>
          <p:nvPr/>
        </p:nvSpPr>
        <p:spPr>
          <a:xfrm>
            <a:off x="6680109" y="38042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7" name="A1_bar_Cryo_13750">
            <a:extLst>
              <a:ext uri="{FF2B5EF4-FFF2-40B4-BE49-F238E27FC236}">
                <a16:creationId xmlns:a16="http://schemas.microsoft.com/office/drawing/2014/main" id="{6B284F35-9C95-4844-8A46-4911C3E76F0A}"/>
              </a:ext>
            </a:extLst>
          </p:cNvPr>
          <p:cNvSpPr>
            <a:spLocks noGrp="1"/>
          </p:cNvSpPr>
          <p:nvPr/>
        </p:nvSpPr>
        <p:spPr>
          <a:xfrm>
            <a:off x="650522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8" name="A1_bar_Cryo_13751">
            <a:extLst>
              <a:ext uri="{FF2B5EF4-FFF2-40B4-BE49-F238E27FC236}">
                <a16:creationId xmlns:a16="http://schemas.microsoft.com/office/drawing/2014/main" id="{EF78B61A-4C33-40FB-B8E3-C1A0AF421BEF}"/>
              </a:ext>
            </a:extLst>
          </p:cNvPr>
          <p:cNvSpPr>
            <a:spLocks noGrp="1"/>
          </p:cNvSpPr>
          <p:nvPr/>
        </p:nvSpPr>
        <p:spPr>
          <a:xfrm>
            <a:off x="654375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9" name="A1_bar_Cryo_13752">
            <a:extLst>
              <a:ext uri="{FF2B5EF4-FFF2-40B4-BE49-F238E27FC236}">
                <a16:creationId xmlns:a16="http://schemas.microsoft.com/office/drawing/2014/main" id="{2FAC50B0-C9A4-493E-80F1-B37053483365}"/>
              </a:ext>
            </a:extLst>
          </p:cNvPr>
          <p:cNvSpPr>
            <a:spLocks noGrp="1"/>
          </p:cNvSpPr>
          <p:nvPr/>
        </p:nvSpPr>
        <p:spPr>
          <a:xfrm>
            <a:off x="6611172" y="54421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0" name="A1_bar_Cryo_13753">
            <a:extLst>
              <a:ext uri="{FF2B5EF4-FFF2-40B4-BE49-F238E27FC236}">
                <a16:creationId xmlns:a16="http://schemas.microsoft.com/office/drawing/2014/main" id="{DCE80E05-426E-4222-967D-B023F756D0F9}"/>
              </a:ext>
            </a:extLst>
          </p:cNvPr>
          <p:cNvSpPr>
            <a:spLocks noGrp="1"/>
          </p:cNvSpPr>
          <p:nvPr/>
        </p:nvSpPr>
        <p:spPr>
          <a:xfrm>
            <a:off x="651971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1" name="A1_bar_Cryo_13754">
            <a:extLst>
              <a:ext uri="{FF2B5EF4-FFF2-40B4-BE49-F238E27FC236}">
                <a16:creationId xmlns:a16="http://schemas.microsoft.com/office/drawing/2014/main" id="{A144D056-1C40-4F92-AE4D-D4B44193877F}"/>
              </a:ext>
            </a:extLst>
          </p:cNvPr>
          <p:cNvSpPr>
            <a:spLocks noGrp="1"/>
          </p:cNvSpPr>
          <p:nvPr/>
        </p:nvSpPr>
        <p:spPr>
          <a:xfrm>
            <a:off x="661442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2" name="A1_bar_Cryo_13755">
            <a:extLst>
              <a:ext uri="{FF2B5EF4-FFF2-40B4-BE49-F238E27FC236}">
                <a16:creationId xmlns:a16="http://schemas.microsoft.com/office/drawing/2014/main" id="{520E2BEA-47C7-4D08-AE4D-EB7A99483896}"/>
              </a:ext>
            </a:extLst>
          </p:cNvPr>
          <p:cNvSpPr>
            <a:spLocks noGrp="1"/>
          </p:cNvSpPr>
          <p:nvPr/>
        </p:nvSpPr>
        <p:spPr>
          <a:xfrm>
            <a:off x="6581487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3" name="A1_bar_Cryo_13756">
            <a:extLst>
              <a:ext uri="{FF2B5EF4-FFF2-40B4-BE49-F238E27FC236}">
                <a16:creationId xmlns:a16="http://schemas.microsoft.com/office/drawing/2014/main" id="{13F9264B-FAFF-4CE9-8528-EE109689631C}"/>
              </a:ext>
            </a:extLst>
          </p:cNvPr>
          <p:cNvSpPr>
            <a:spLocks noGrp="1"/>
          </p:cNvSpPr>
          <p:nvPr/>
        </p:nvSpPr>
        <p:spPr>
          <a:xfrm>
            <a:off x="6492268" y="605851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4" name="A1_bar_Cryo_13757">
            <a:extLst>
              <a:ext uri="{FF2B5EF4-FFF2-40B4-BE49-F238E27FC236}">
                <a16:creationId xmlns:a16="http://schemas.microsoft.com/office/drawing/2014/main" id="{1A5F0FB0-EBC9-446F-BEB3-FFBFC96E34C8}"/>
              </a:ext>
            </a:extLst>
          </p:cNvPr>
          <p:cNvSpPr>
            <a:spLocks noGrp="1"/>
          </p:cNvSpPr>
          <p:nvPr/>
        </p:nvSpPr>
        <p:spPr>
          <a:xfrm>
            <a:off x="662652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5" name="A1_bar_Cryo_13758">
            <a:extLst>
              <a:ext uri="{FF2B5EF4-FFF2-40B4-BE49-F238E27FC236}">
                <a16:creationId xmlns:a16="http://schemas.microsoft.com/office/drawing/2014/main" id="{4A86115B-F6D0-42AC-8D7F-DCFA8C35F5DD}"/>
              </a:ext>
            </a:extLst>
          </p:cNvPr>
          <p:cNvSpPr>
            <a:spLocks noGrp="1"/>
          </p:cNvSpPr>
          <p:nvPr/>
        </p:nvSpPr>
        <p:spPr>
          <a:xfrm>
            <a:off x="6496240" y="402702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6" name="A1_bar_Cryo_13759">
            <a:extLst>
              <a:ext uri="{FF2B5EF4-FFF2-40B4-BE49-F238E27FC236}">
                <a16:creationId xmlns:a16="http://schemas.microsoft.com/office/drawing/2014/main" id="{61E734E3-1D32-4B62-9ECA-166A7DB5A2FF}"/>
              </a:ext>
            </a:extLst>
          </p:cNvPr>
          <p:cNvSpPr>
            <a:spLocks noGrp="1"/>
          </p:cNvSpPr>
          <p:nvPr/>
        </p:nvSpPr>
        <p:spPr>
          <a:xfrm>
            <a:off x="6571474" y="59219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7" name="A1_bar_Cryo_13760">
            <a:extLst>
              <a:ext uri="{FF2B5EF4-FFF2-40B4-BE49-F238E27FC236}">
                <a16:creationId xmlns:a16="http://schemas.microsoft.com/office/drawing/2014/main" id="{139850D1-B8CF-4136-B68C-DD14FB393E8D}"/>
              </a:ext>
            </a:extLst>
          </p:cNvPr>
          <p:cNvSpPr>
            <a:spLocks noGrp="1"/>
          </p:cNvSpPr>
          <p:nvPr/>
        </p:nvSpPr>
        <p:spPr>
          <a:xfrm>
            <a:off x="6560973" y="4599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8" name="A1_bar_Cryo_13761">
            <a:extLst>
              <a:ext uri="{FF2B5EF4-FFF2-40B4-BE49-F238E27FC236}">
                <a16:creationId xmlns:a16="http://schemas.microsoft.com/office/drawing/2014/main" id="{05789A9D-9799-462E-B3C9-8F745220260D}"/>
              </a:ext>
            </a:extLst>
          </p:cNvPr>
          <p:cNvSpPr>
            <a:spLocks noGrp="1"/>
          </p:cNvSpPr>
          <p:nvPr/>
        </p:nvSpPr>
        <p:spPr>
          <a:xfrm>
            <a:off x="6699238" y="60104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9" name="A1_bar_Cryo_13762">
            <a:extLst>
              <a:ext uri="{FF2B5EF4-FFF2-40B4-BE49-F238E27FC236}">
                <a16:creationId xmlns:a16="http://schemas.microsoft.com/office/drawing/2014/main" id="{B4FA07A1-218F-4CF5-ACBE-65124C5569FD}"/>
              </a:ext>
            </a:extLst>
          </p:cNvPr>
          <p:cNvSpPr>
            <a:spLocks noGrp="1"/>
          </p:cNvSpPr>
          <p:nvPr/>
        </p:nvSpPr>
        <p:spPr>
          <a:xfrm>
            <a:off x="6530710" y="587304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0" name="A1_bar_Cryo_13763">
            <a:extLst>
              <a:ext uri="{FF2B5EF4-FFF2-40B4-BE49-F238E27FC236}">
                <a16:creationId xmlns:a16="http://schemas.microsoft.com/office/drawing/2014/main" id="{5B6BD2C9-7257-4D7C-A2ED-A482AEAEB865}"/>
              </a:ext>
            </a:extLst>
          </p:cNvPr>
          <p:cNvSpPr>
            <a:spLocks noGrp="1"/>
          </p:cNvSpPr>
          <p:nvPr/>
        </p:nvSpPr>
        <p:spPr>
          <a:xfrm>
            <a:off x="657663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1" name="A1_bar_Cryo_13764">
            <a:extLst>
              <a:ext uri="{FF2B5EF4-FFF2-40B4-BE49-F238E27FC236}">
                <a16:creationId xmlns:a16="http://schemas.microsoft.com/office/drawing/2014/main" id="{F661FCD5-0FDA-4EA4-907E-F66D872896D9}"/>
              </a:ext>
            </a:extLst>
          </p:cNvPr>
          <p:cNvSpPr>
            <a:spLocks noGrp="1"/>
          </p:cNvSpPr>
          <p:nvPr/>
        </p:nvSpPr>
        <p:spPr>
          <a:xfrm>
            <a:off x="6617850" y="6053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2" name="A1_bar_Cryo_13765">
            <a:extLst>
              <a:ext uri="{FF2B5EF4-FFF2-40B4-BE49-F238E27FC236}">
                <a16:creationId xmlns:a16="http://schemas.microsoft.com/office/drawing/2014/main" id="{F35ADE09-D65F-4D8E-9F94-0E8CAA679C33}"/>
              </a:ext>
            </a:extLst>
          </p:cNvPr>
          <p:cNvSpPr>
            <a:spLocks noGrp="1"/>
          </p:cNvSpPr>
          <p:nvPr/>
        </p:nvSpPr>
        <p:spPr>
          <a:xfrm>
            <a:off x="6646137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3" name="A1_bar_Cryo_13766">
            <a:extLst>
              <a:ext uri="{FF2B5EF4-FFF2-40B4-BE49-F238E27FC236}">
                <a16:creationId xmlns:a16="http://schemas.microsoft.com/office/drawing/2014/main" id="{2BAC793F-5669-499D-AE6D-B9C81F1C8DC6}"/>
              </a:ext>
            </a:extLst>
          </p:cNvPr>
          <p:cNvSpPr>
            <a:spLocks noGrp="1"/>
          </p:cNvSpPr>
          <p:nvPr/>
        </p:nvSpPr>
        <p:spPr>
          <a:xfrm>
            <a:off x="666945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4" name="A1_bar_Cryo_13767">
            <a:extLst>
              <a:ext uri="{FF2B5EF4-FFF2-40B4-BE49-F238E27FC236}">
                <a16:creationId xmlns:a16="http://schemas.microsoft.com/office/drawing/2014/main" id="{903BD165-DC10-46FD-B7F1-95538F9B6132}"/>
              </a:ext>
            </a:extLst>
          </p:cNvPr>
          <p:cNvSpPr>
            <a:spLocks noGrp="1"/>
          </p:cNvSpPr>
          <p:nvPr/>
        </p:nvSpPr>
        <p:spPr>
          <a:xfrm>
            <a:off x="668566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5" name="A1_bar_Cryo_13768">
            <a:extLst>
              <a:ext uri="{FF2B5EF4-FFF2-40B4-BE49-F238E27FC236}">
                <a16:creationId xmlns:a16="http://schemas.microsoft.com/office/drawing/2014/main" id="{CC617854-5C02-47AC-9882-C3AA718E0324}"/>
              </a:ext>
            </a:extLst>
          </p:cNvPr>
          <p:cNvSpPr>
            <a:spLocks noGrp="1"/>
          </p:cNvSpPr>
          <p:nvPr/>
        </p:nvSpPr>
        <p:spPr>
          <a:xfrm>
            <a:off x="669138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6" name="A1_bar_Cryo_13769">
            <a:extLst>
              <a:ext uri="{FF2B5EF4-FFF2-40B4-BE49-F238E27FC236}">
                <a16:creationId xmlns:a16="http://schemas.microsoft.com/office/drawing/2014/main" id="{5E72E2C9-4766-47AF-9FEC-4559F6E7A1E9}"/>
              </a:ext>
            </a:extLst>
          </p:cNvPr>
          <p:cNvSpPr>
            <a:spLocks noGrp="1"/>
          </p:cNvSpPr>
          <p:nvPr/>
        </p:nvSpPr>
        <p:spPr>
          <a:xfrm>
            <a:off x="672707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7" name="A1_bar_Cryo_13770">
            <a:extLst>
              <a:ext uri="{FF2B5EF4-FFF2-40B4-BE49-F238E27FC236}">
                <a16:creationId xmlns:a16="http://schemas.microsoft.com/office/drawing/2014/main" id="{D5B66127-05EF-427D-AD27-173DF973A85F}"/>
              </a:ext>
            </a:extLst>
          </p:cNvPr>
          <p:cNvSpPr>
            <a:spLocks noGrp="1"/>
          </p:cNvSpPr>
          <p:nvPr/>
        </p:nvSpPr>
        <p:spPr>
          <a:xfrm>
            <a:off x="654840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8" name="A1_bar_Cryo_13771">
            <a:extLst>
              <a:ext uri="{FF2B5EF4-FFF2-40B4-BE49-F238E27FC236}">
                <a16:creationId xmlns:a16="http://schemas.microsoft.com/office/drawing/2014/main" id="{989AE671-E3CF-4622-8A7B-66C042AFEDE8}"/>
              </a:ext>
            </a:extLst>
          </p:cNvPr>
          <p:cNvSpPr>
            <a:spLocks noGrp="1"/>
          </p:cNvSpPr>
          <p:nvPr/>
        </p:nvSpPr>
        <p:spPr>
          <a:xfrm>
            <a:off x="6616636" y="55251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9" name="A1_bar_Cryo_13772">
            <a:extLst>
              <a:ext uri="{FF2B5EF4-FFF2-40B4-BE49-F238E27FC236}">
                <a16:creationId xmlns:a16="http://schemas.microsoft.com/office/drawing/2014/main" id="{3B0D746E-F838-4C3C-B50C-B00B101C5650}"/>
              </a:ext>
            </a:extLst>
          </p:cNvPr>
          <p:cNvSpPr>
            <a:spLocks noGrp="1"/>
          </p:cNvSpPr>
          <p:nvPr/>
        </p:nvSpPr>
        <p:spPr>
          <a:xfrm>
            <a:off x="6740645" y="569231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0" name="A1_bar_Cryo_13773">
            <a:extLst>
              <a:ext uri="{FF2B5EF4-FFF2-40B4-BE49-F238E27FC236}">
                <a16:creationId xmlns:a16="http://schemas.microsoft.com/office/drawing/2014/main" id="{67219E42-A47A-4E38-8DDB-DFDF2BAFAFBB}"/>
              </a:ext>
            </a:extLst>
          </p:cNvPr>
          <p:cNvSpPr>
            <a:spLocks noGrp="1"/>
          </p:cNvSpPr>
          <p:nvPr/>
        </p:nvSpPr>
        <p:spPr>
          <a:xfrm>
            <a:off x="673032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1" name="A1_bar_Cryo_13774">
            <a:extLst>
              <a:ext uri="{FF2B5EF4-FFF2-40B4-BE49-F238E27FC236}">
                <a16:creationId xmlns:a16="http://schemas.microsoft.com/office/drawing/2014/main" id="{886928F1-A32F-4DF5-8BFF-15700ED0D52B}"/>
              </a:ext>
            </a:extLst>
          </p:cNvPr>
          <p:cNvSpPr>
            <a:spLocks noGrp="1"/>
          </p:cNvSpPr>
          <p:nvPr/>
        </p:nvSpPr>
        <p:spPr>
          <a:xfrm>
            <a:off x="6696836" y="466736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2" name="A1_bar_Cryo_13775">
            <a:extLst>
              <a:ext uri="{FF2B5EF4-FFF2-40B4-BE49-F238E27FC236}">
                <a16:creationId xmlns:a16="http://schemas.microsoft.com/office/drawing/2014/main" id="{AFD6872A-453E-4109-AEE1-CF6CA1AC0E19}"/>
              </a:ext>
            </a:extLst>
          </p:cNvPr>
          <p:cNvSpPr>
            <a:spLocks noGrp="1"/>
          </p:cNvSpPr>
          <p:nvPr/>
        </p:nvSpPr>
        <p:spPr>
          <a:xfrm>
            <a:off x="6511259" y="49195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3" name="A1_bar_Cryo_13776">
            <a:extLst>
              <a:ext uri="{FF2B5EF4-FFF2-40B4-BE49-F238E27FC236}">
                <a16:creationId xmlns:a16="http://schemas.microsoft.com/office/drawing/2014/main" id="{7081EB70-F5C4-4847-801D-EAAFE8295F0D}"/>
              </a:ext>
            </a:extLst>
          </p:cNvPr>
          <p:cNvSpPr>
            <a:spLocks noGrp="1"/>
          </p:cNvSpPr>
          <p:nvPr/>
        </p:nvSpPr>
        <p:spPr>
          <a:xfrm>
            <a:off x="660643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4" name="A1_bar_Cryo_13777">
            <a:extLst>
              <a:ext uri="{FF2B5EF4-FFF2-40B4-BE49-F238E27FC236}">
                <a16:creationId xmlns:a16="http://schemas.microsoft.com/office/drawing/2014/main" id="{DF111974-703D-4799-A4F1-AB04FC5D5290}"/>
              </a:ext>
            </a:extLst>
          </p:cNvPr>
          <p:cNvSpPr>
            <a:spLocks noGrp="1"/>
          </p:cNvSpPr>
          <p:nvPr/>
        </p:nvSpPr>
        <p:spPr>
          <a:xfrm>
            <a:off x="6683020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5" name="A1_bar_Cryo_13778">
            <a:extLst>
              <a:ext uri="{FF2B5EF4-FFF2-40B4-BE49-F238E27FC236}">
                <a16:creationId xmlns:a16="http://schemas.microsoft.com/office/drawing/2014/main" id="{BA30778D-A7EE-4271-A5EE-8D7335412C1D}"/>
              </a:ext>
            </a:extLst>
          </p:cNvPr>
          <p:cNvSpPr>
            <a:spLocks noGrp="1"/>
          </p:cNvSpPr>
          <p:nvPr/>
        </p:nvSpPr>
        <p:spPr>
          <a:xfrm>
            <a:off x="662745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6" name="A1_bar_Cryo_13779">
            <a:extLst>
              <a:ext uri="{FF2B5EF4-FFF2-40B4-BE49-F238E27FC236}">
                <a16:creationId xmlns:a16="http://schemas.microsoft.com/office/drawing/2014/main" id="{1435CBF2-E710-420D-ACE7-C3740E28CFD2}"/>
              </a:ext>
            </a:extLst>
          </p:cNvPr>
          <p:cNvSpPr>
            <a:spLocks noGrp="1"/>
          </p:cNvSpPr>
          <p:nvPr/>
        </p:nvSpPr>
        <p:spPr>
          <a:xfrm>
            <a:off x="6690683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7" name="A1_bar_Cryo_13780">
            <a:extLst>
              <a:ext uri="{FF2B5EF4-FFF2-40B4-BE49-F238E27FC236}">
                <a16:creationId xmlns:a16="http://schemas.microsoft.com/office/drawing/2014/main" id="{99D0E9FE-7F8D-444B-9F19-E2AE737C2D31}"/>
              </a:ext>
            </a:extLst>
          </p:cNvPr>
          <p:cNvSpPr>
            <a:spLocks noGrp="1"/>
          </p:cNvSpPr>
          <p:nvPr/>
        </p:nvSpPr>
        <p:spPr>
          <a:xfrm>
            <a:off x="655851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8" name="A1_bar_Cryo_13781">
            <a:extLst>
              <a:ext uri="{FF2B5EF4-FFF2-40B4-BE49-F238E27FC236}">
                <a16:creationId xmlns:a16="http://schemas.microsoft.com/office/drawing/2014/main" id="{BC553288-83F1-4B41-A724-10B8C1AA3F00}"/>
              </a:ext>
            </a:extLst>
          </p:cNvPr>
          <p:cNvSpPr>
            <a:spLocks noGrp="1"/>
          </p:cNvSpPr>
          <p:nvPr/>
        </p:nvSpPr>
        <p:spPr>
          <a:xfrm>
            <a:off x="6717406" y="60575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9" name="A1_bar_Cryo_13782">
            <a:extLst>
              <a:ext uri="{FF2B5EF4-FFF2-40B4-BE49-F238E27FC236}">
                <a16:creationId xmlns:a16="http://schemas.microsoft.com/office/drawing/2014/main" id="{A8238AB2-46FE-4D1E-94F5-7F21D54839A0}"/>
              </a:ext>
            </a:extLst>
          </p:cNvPr>
          <p:cNvSpPr>
            <a:spLocks noGrp="1"/>
          </p:cNvSpPr>
          <p:nvPr/>
        </p:nvSpPr>
        <p:spPr>
          <a:xfrm>
            <a:off x="650376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0" name="A1_bar_Cryo_13783">
            <a:extLst>
              <a:ext uri="{FF2B5EF4-FFF2-40B4-BE49-F238E27FC236}">
                <a16:creationId xmlns:a16="http://schemas.microsoft.com/office/drawing/2014/main" id="{DD3A73EE-CACA-44B2-8599-BD2AE248FCB7}"/>
              </a:ext>
            </a:extLst>
          </p:cNvPr>
          <p:cNvSpPr>
            <a:spLocks noGrp="1"/>
          </p:cNvSpPr>
          <p:nvPr/>
        </p:nvSpPr>
        <p:spPr>
          <a:xfrm>
            <a:off x="6490405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1" name="A1_bar_Cryo_13784">
            <a:extLst>
              <a:ext uri="{FF2B5EF4-FFF2-40B4-BE49-F238E27FC236}">
                <a16:creationId xmlns:a16="http://schemas.microsoft.com/office/drawing/2014/main" id="{D33C9EDE-35E7-483B-A498-C57CC32E0B56}"/>
              </a:ext>
            </a:extLst>
          </p:cNvPr>
          <p:cNvSpPr>
            <a:spLocks noGrp="1"/>
          </p:cNvSpPr>
          <p:nvPr/>
        </p:nvSpPr>
        <p:spPr>
          <a:xfrm>
            <a:off x="6601720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2" name="A1_bar_Cryo_13785">
            <a:extLst>
              <a:ext uri="{FF2B5EF4-FFF2-40B4-BE49-F238E27FC236}">
                <a16:creationId xmlns:a16="http://schemas.microsoft.com/office/drawing/2014/main" id="{372AF3B1-ED77-4FBF-BA72-0F0C83C7B304}"/>
              </a:ext>
            </a:extLst>
          </p:cNvPr>
          <p:cNvSpPr>
            <a:spLocks noGrp="1"/>
          </p:cNvSpPr>
          <p:nvPr/>
        </p:nvSpPr>
        <p:spPr>
          <a:xfrm>
            <a:off x="6502477" y="364988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3" name="A1_bar_Cryo_13786">
            <a:extLst>
              <a:ext uri="{FF2B5EF4-FFF2-40B4-BE49-F238E27FC236}">
                <a16:creationId xmlns:a16="http://schemas.microsoft.com/office/drawing/2014/main" id="{19B43A74-1907-4356-BD5C-4993CCC4150D}"/>
              </a:ext>
            </a:extLst>
          </p:cNvPr>
          <p:cNvSpPr>
            <a:spLocks noGrp="1"/>
          </p:cNvSpPr>
          <p:nvPr/>
        </p:nvSpPr>
        <p:spPr>
          <a:xfrm>
            <a:off x="660745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4" name="A1_bar_Cryo_13787">
            <a:extLst>
              <a:ext uri="{FF2B5EF4-FFF2-40B4-BE49-F238E27FC236}">
                <a16:creationId xmlns:a16="http://schemas.microsoft.com/office/drawing/2014/main" id="{8EE6C021-A5CE-4306-935A-E503C5581779}"/>
              </a:ext>
            </a:extLst>
          </p:cNvPr>
          <p:cNvSpPr>
            <a:spLocks noGrp="1"/>
          </p:cNvSpPr>
          <p:nvPr/>
        </p:nvSpPr>
        <p:spPr>
          <a:xfrm>
            <a:off x="6604189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5" name="A1_bar_Cryo_13788">
            <a:extLst>
              <a:ext uri="{FF2B5EF4-FFF2-40B4-BE49-F238E27FC236}">
                <a16:creationId xmlns:a16="http://schemas.microsoft.com/office/drawing/2014/main" id="{5ACEC7BA-B70A-4CF1-9BF6-49F70B573316}"/>
              </a:ext>
            </a:extLst>
          </p:cNvPr>
          <p:cNvSpPr>
            <a:spLocks noGrp="1"/>
          </p:cNvSpPr>
          <p:nvPr/>
        </p:nvSpPr>
        <p:spPr>
          <a:xfrm>
            <a:off x="6700611" y="54234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6" name="A1_bar_Cryo_13789">
            <a:extLst>
              <a:ext uri="{FF2B5EF4-FFF2-40B4-BE49-F238E27FC236}">
                <a16:creationId xmlns:a16="http://schemas.microsoft.com/office/drawing/2014/main" id="{55CC1BEB-7604-4941-A9E2-D95460E63645}"/>
              </a:ext>
            </a:extLst>
          </p:cNvPr>
          <p:cNvSpPr>
            <a:spLocks noGrp="1"/>
          </p:cNvSpPr>
          <p:nvPr/>
        </p:nvSpPr>
        <p:spPr>
          <a:xfrm>
            <a:off x="669132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7" name="A1_bar_Cryo_13790">
            <a:extLst>
              <a:ext uri="{FF2B5EF4-FFF2-40B4-BE49-F238E27FC236}">
                <a16:creationId xmlns:a16="http://schemas.microsoft.com/office/drawing/2014/main" id="{23D84B32-29E9-4DB1-B469-0F30749630E3}"/>
              </a:ext>
            </a:extLst>
          </p:cNvPr>
          <p:cNvSpPr>
            <a:spLocks noGrp="1"/>
          </p:cNvSpPr>
          <p:nvPr/>
        </p:nvSpPr>
        <p:spPr>
          <a:xfrm>
            <a:off x="657032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8" name="A1_bar_Cryo_13791">
            <a:extLst>
              <a:ext uri="{FF2B5EF4-FFF2-40B4-BE49-F238E27FC236}">
                <a16:creationId xmlns:a16="http://schemas.microsoft.com/office/drawing/2014/main" id="{7231EFD6-8062-4595-BE96-F334552DDD8D}"/>
              </a:ext>
            </a:extLst>
          </p:cNvPr>
          <p:cNvSpPr>
            <a:spLocks noGrp="1"/>
          </p:cNvSpPr>
          <p:nvPr/>
        </p:nvSpPr>
        <p:spPr>
          <a:xfrm>
            <a:off x="6582266" y="59586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9" name="A1_bar_Cryo_13792">
            <a:extLst>
              <a:ext uri="{FF2B5EF4-FFF2-40B4-BE49-F238E27FC236}">
                <a16:creationId xmlns:a16="http://schemas.microsoft.com/office/drawing/2014/main" id="{B65D632D-E372-4004-B0CC-7E14A5716A50}"/>
              </a:ext>
            </a:extLst>
          </p:cNvPr>
          <p:cNvSpPr>
            <a:spLocks noGrp="1"/>
          </p:cNvSpPr>
          <p:nvPr/>
        </p:nvSpPr>
        <p:spPr>
          <a:xfrm>
            <a:off x="655559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0" name="A1_bar_Cryo_13793">
            <a:extLst>
              <a:ext uri="{FF2B5EF4-FFF2-40B4-BE49-F238E27FC236}">
                <a16:creationId xmlns:a16="http://schemas.microsoft.com/office/drawing/2014/main" id="{773C9CF1-C6D2-493C-ABDC-6D776C0BD10B}"/>
              </a:ext>
            </a:extLst>
          </p:cNvPr>
          <p:cNvSpPr>
            <a:spLocks noGrp="1"/>
          </p:cNvSpPr>
          <p:nvPr/>
        </p:nvSpPr>
        <p:spPr>
          <a:xfrm>
            <a:off x="661221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1" name="A1_bar_Cryo_13794">
            <a:extLst>
              <a:ext uri="{FF2B5EF4-FFF2-40B4-BE49-F238E27FC236}">
                <a16:creationId xmlns:a16="http://schemas.microsoft.com/office/drawing/2014/main" id="{6FA8EE2A-C7AC-43FB-AD83-778F87F7E29B}"/>
              </a:ext>
            </a:extLst>
          </p:cNvPr>
          <p:cNvSpPr>
            <a:spLocks noGrp="1"/>
          </p:cNvSpPr>
          <p:nvPr/>
        </p:nvSpPr>
        <p:spPr>
          <a:xfrm>
            <a:off x="655136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2" name="A1_bar_Cryo_13795">
            <a:extLst>
              <a:ext uri="{FF2B5EF4-FFF2-40B4-BE49-F238E27FC236}">
                <a16:creationId xmlns:a16="http://schemas.microsoft.com/office/drawing/2014/main" id="{5AB5BB21-B49B-441E-985E-138018D6776F}"/>
              </a:ext>
            </a:extLst>
          </p:cNvPr>
          <p:cNvSpPr>
            <a:spLocks noGrp="1"/>
          </p:cNvSpPr>
          <p:nvPr/>
        </p:nvSpPr>
        <p:spPr>
          <a:xfrm>
            <a:off x="656620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3" name="A1_bar_Cryo_13796">
            <a:extLst>
              <a:ext uri="{FF2B5EF4-FFF2-40B4-BE49-F238E27FC236}">
                <a16:creationId xmlns:a16="http://schemas.microsoft.com/office/drawing/2014/main" id="{7AEF36E3-BDB0-4075-BA67-19115B23B74B}"/>
              </a:ext>
            </a:extLst>
          </p:cNvPr>
          <p:cNvSpPr>
            <a:spLocks noGrp="1"/>
          </p:cNvSpPr>
          <p:nvPr/>
        </p:nvSpPr>
        <p:spPr>
          <a:xfrm>
            <a:off x="655988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4" name="A1_bar_Cryo_13797">
            <a:extLst>
              <a:ext uri="{FF2B5EF4-FFF2-40B4-BE49-F238E27FC236}">
                <a16:creationId xmlns:a16="http://schemas.microsoft.com/office/drawing/2014/main" id="{2E59F5F5-B9AC-482F-A814-AD2341A5E47C}"/>
              </a:ext>
            </a:extLst>
          </p:cNvPr>
          <p:cNvSpPr>
            <a:spLocks noGrp="1"/>
          </p:cNvSpPr>
          <p:nvPr/>
        </p:nvSpPr>
        <p:spPr>
          <a:xfrm>
            <a:off x="6661473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5" name="A1_bar_Cryo_13798">
            <a:extLst>
              <a:ext uri="{FF2B5EF4-FFF2-40B4-BE49-F238E27FC236}">
                <a16:creationId xmlns:a16="http://schemas.microsoft.com/office/drawing/2014/main" id="{D244377F-E8B1-4A31-BB8B-E7FAB56C62D8}"/>
              </a:ext>
            </a:extLst>
          </p:cNvPr>
          <p:cNvSpPr>
            <a:spLocks noGrp="1"/>
          </p:cNvSpPr>
          <p:nvPr/>
        </p:nvSpPr>
        <p:spPr>
          <a:xfrm>
            <a:off x="657080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6" name="A1_bar_Cryo_13799">
            <a:extLst>
              <a:ext uri="{FF2B5EF4-FFF2-40B4-BE49-F238E27FC236}">
                <a16:creationId xmlns:a16="http://schemas.microsoft.com/office/drawing/2014/main" id="{5986D91E-C075-4D8A-BAC2-17CACECFC8ED}"/>
              </a:ext>
            </a:extLst>
          </p:cNvPr>
          <p:cNvSpPr>
            <a:spLocks noGrp="1"/>
          </p:cNvSpPr>
          <p:nvPr/>
        </p:nvSpPr>
        <p:spPr>
          <a:xfrm>
            <a:off x="6705771" y="32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7" name="A1_bar_Cryo_13800">
            <a:extLst>
              <a:ext uri="{FF2B5EF4-FFF2-40B4-BE49-F238E27FC236}">
                <a16:creationId xmlns:a16="http://schemas.microsoft.com/office/drawing/2014/main" id="{FFAC73BB-A917-4526-9CB4-C48DD8E30BB5}"/>
              </a:ext>
            </a:extLst>
          </p:cNvPr>
          <p:cNvSpPr>
            <a:spLocks noGrp="1"/>
          </p:cNvSpPr>
          <p:nvPr/>
        </p:nvSpPr>
        <p:spPr>
          <a:xfrm>
            <a:off x="665672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8" name="A1_bar_Cryo_13801">
            <a:extLst>
              <a:ext uri="{FF2B5EF4-FFF2-40B4-BE49-F238E27FC236}">
                <a16:creationId xmlns:a16="http://schemas.microsoft.com/office/drawing/2014/main" id="{D577BF86-11A5-45B9-ADD1-1CA0DE47D588}"/>
              </a:ext>
            </a:extLst>
          </p:cNvPr>
          <p:cNvSpPr>
            <a:spLocks noGrp="1"/>
          </p:cNvSpPr>
          <p:nvPr/>
        </p:nvSpPr>
        <p:spPr>
          <a:xfrm>
            <a:off x="6720619" y="53284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9" name="A1_bar_Cryo_13802">
            <a:extLst>
              <a:ext uri="{FF2B5EF4-FFF2-40B4-BE49-F238E27FC236}">
                <a16:creationId xmlns:a16="http://schemas.microsoft.com/office/drawing/2014/main" id="{56019B9E-BCAD-4950-B167-B8370F4822C0}"/>
              </a:ext>
            </a:extLst>
          </p:cNvPr>
          <p:cNvSpPr>
            <a:spLocks noGrp="1"/>
          </p:cNvSpPr>
          <p:nvPr/>
        </p:nvSpPr>
        <p:spPr>
          <a:xfrm>
            <a:off x="664443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0" name="A1_bar_Cryo_13803">
            <a:extLst>
              <a:ext uri="{FF2B5EF4-FFF2-40B4-BE49-F238E27FC236}">
                <a16:creationId xmlns:a16="http://schemas.microsoft.com/office/drawing/2014/main" id="{98CE1278-A849-4699-82E2-4E4C1A106DD3}"/>
              </a:ext>
            </a:extLst>
          </p:cNvPr>
          <p:cNvSpPr>
            <a:spLocks noGrp="1"/>
          </p:cNvSpPr>
          <p:nvPr/>
        </p:nvSpPr>
        <p:spPr>
          <a:xfrm>
            <a:off x="6528601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1" name="A1_bar_Cryo_13804">
            <a:extLst>
              <a:ext uri="{FF2B5EF4-FFF2-40B4-BE49-F238E27FC236}">
                <a16:creationId xmlns:a16="http://schemas.microsoft.com/office/drawing/2014/main" id="{967AD19B-D33C-4A06-B516-CAB4EBCE0646}"/>
              </a:ext>
            </a:extLst>
          </p:cNvPr>
          <p:cNvSpPr>
            <a:spLocks noGrp="1"/>
          </p:cNvSpPr>
          <p:nvPr/>
        </p:nvSpPr>
        <p:spPr>
          <a:xfrm>
            <a:off x="6531208" y="56482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2" name="A1_bar_Cryo_13805">
            <a:extLst>
              <a:ext uri="{FF2B5EF4-FFF2-40B4-BE49-F238E27FC236}">
                <a16:creationId xmlns:a16="http://schemas.microsoft.com/office/drawing/2014/main" id="{B0093FF4-8CA1-4859-8102-BF76408D45B6}"/>
              </a:ext>
            </a:extLst>
          </p:cNvPr>
          <p:cNvSpPr>
            <a:spLocks noGrp="1"/>
          </p:cNvSpPr>
          <p:nvPr/>
        </p:nvSpPr>
        <p:spPr>
          <a:xfrm>
            <a:off x="6561204" y="561368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3" name="A1_bar_Cryo_13806">
            <a:extLst>
              <a:ext uri="{FF2B5EF4-FFF2-40B4-BE49-F238E27FC236}">
                <a16:creationId xmlns:a16="http://schemas.microsoft.com/office/drawing/2014/main" id="{B753B78E-6864-4147-84FF-B4D470F11720}"/>
              </a:ext>
            </a:extLst>
          </p:cNvPr>
          <p:cNvSpPr>
            <a:spLocks noGrp="1"/>
          </p:cNvSpPr>
          <p:nvPr/>
        </p:nvSpPr>
        <p:spPr>
          <a:xfrm>
            <a:off x="6655636" y="46815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4" name="A1_bar_Cryo_13807">
            <a:extLst>
              <a:ext uri="{FF2B5EF4-FFF2-40B4-BE49-F238E27FC236}">
                <a16:creationId xmlns:a16="http://schemas.microsoft.com/office/drawing/2014/main" id="{0D6DF19E-BAD9-457F-8341-29D08BEE1EE3}"/>
              </a:ext>
            </a:extLst>
          </p:cNvPr>
          <p:cNvSpPr>
            <a:spLocks noGrp="1"/>
          </p:cNvSpPr>
          <p:nvPr/>
        </p:nvSpPr>
        <p:spPr>
          <a:xfrm>
            <a:off x="6567935" y="43493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5" name="A1_bar_Cryo_13808">
            <a:extLst>
              <a:ext uri="{FF2B5EF4-FFF2-40B4-BE49-F238E27FC236}">
                <a16:creationId xmlns:a16="http://schemas.microsoft.com/office/drawing/2014/main" id="{B2286006-FE18-4C0E-8DC6-F54AAAABDFE4}"/>
              </a:ext>
            </a:extLst>
          </p:cNvPr>
          <p:cNvSpPr>
            <a:spLocks noGrp="1"/>
          </p:cNvSpPr>
          <p:nvPr/>
        </p:nvSpPr>
        <p:spPr>
          <a:xfrm>
            <a:off x="663129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6" name="A1_bar_Cryo_13809">
            <a:extLst>
              <a:ext uri="{FF2B5EF4-FFF2-40B4-BE49-F238E27FC236}">
                <a16:creationId xmlns:a16="http://schemas.microsoft.com/office/drawing/2014/main" id="{C4659401-E5C1-4C77-802C-3C151214775D}"/>
              </a:ext>
            </a:extLst>
          </p:cNvPr>
          <p:cNvSpPr>
            <a:spLocks noGrp="1"/>
          </p:cNvSpPr>
          <p:nvPr/>
        </p:nvSpPr>
        <p:spPr>
          <a:xfrm>
            <a:off x="659073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7" name="A1_bar_Cryo_13810">
            <a:extLst>
              <a:ext uri="{FF2B5EF4-FFF2-40B4-BE49-F238E27FC236}">
                <a16:creationId xmlns:a16="http://schemas.microsoft.com/office/drawing/2014/main" id="{4B343FFD-6CF5-438E-8AD4-9C5A673BAF00}"/>
              </a:ext>
            </a:extLst>
          </p:cNvPr>
          <p:cNvSpPr>
            <a:spLocks noGrp="1"/>
          </p:cNvSpPr>
          <p:nvPr/>
        </p:nvSpPr>
        <p:spPr>
          <a:xfrm>
            <a:off x="661087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8" name="A1_bar_Cryo_13811">
            <a:extLst>
              <a:ext uri="{FF2B5EF4-FFF2-40B4-BE49-F238E27FC236}">
                <a16:creationId xmlns:a16="http://schemas.microsoft.com/office/drawing/2014/main" id="{2BCA06F1-CDE6-4788-866F-D3E63A3871DB}"/>
              </a:ext>
            </a:extLst>
          </p:cNvPr>
          <p:cNvSpPr>
            <a:spLocks noGrp="1"/>
          </p:cNvSpPr>
          <p:nvPr/>
        </p:nvSpPr>
        <p:spPr>
          <a:xfrm>
            <a:off x="6493408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9" name="A1_bar_Cryo_13812">
            <a:extLst>
              <a:ext uri="{FF2B5EF4-FFF2-40B4-BE49-F238E27FC236}">
                <a16:creationId xmlns:a16="http://schemas.microsoft.com/office/drawing/2014/main" id="{DE1F1F84-488F-41FB-8DEC-AE5ADD46CF3B}"/>
              </a:ext>
            </a:extLst>
          </p:cNvPr>
          <p:cNvSpPr>
            <a:spLocks noGrp="1"/>
          </p:cNvSpPr>
          <p:nvPr/>
        </p:nvSpPr>
        <p:spPr>
          <a:xfrm>
            <a:off x="6715289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0" name="A1_bar_Cryo_13813">
            <a:extLst>
              <a:ext uri="{FF2B5EF4-FFF2-40B4-BE49-F238E27FC236}">
                <a16:creationId xmlns:a16="http://schemas.microsoft.com/office/drawing/2014/main" id="{5B18EA56-8AC5-4E2A-8F96-84721BD80060}"/>
              </a:ext>
            </a:extLst>
          </p:cNvPr>
          <p:cNvSpPr>
            <a:spLocks noGrp="1"/>
          </p:cNvSpPr>
          <p:nvPr/>
        </p:nvSpPr>
        <p:spPr>
          <a:xfrm>
            <a:off x="6631485" y="52914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1" name="A1_bar_Cryo_13814">
            <a:extLst>
              <a:ext uri="{FF2B5EF4-FFF2-40B4-BE49-F238E27FC236}">
                <a16:creationId xmlns:a16="http://schemas.microsoft.com/office/drawing/2014/main" id="{481206B3-DE60-4811-A505-2D48BA4832B9}"/>
              </a:ext>
            </a:extLst>
          </p:cNvPr>
          <p:cNvSpPr>
            <a:spLocks noGrp="1"/>
          </p:cNvSpPr>
          <p:nvPr/>
        </p:nvSpPr>
        <p:spPr>
          <a:xfrm>
            <a:off x="6606646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2" name="A1_bar_Cryo_13815">
            <a:extLst>
              <a:ext uri="{FF2B5EF4-FFF2-40B4-BE49-F238E27FC236}">
                <a16:creationId xmlns:a16="http://schemas.microsoft.com/office/drawing/2014/main" id="{45803A47-8B23-424B-9351-545BDA5960EA}"/>
              </a:ext>
            </a:extLst>
          </p:cNvPr>
          <p:cNvSpPr>
            <a:spLocks noGrp="1"/>
          </p:cNvSpPr>
          <p:nvPr/>
        </p:nvSpPr>
        <p:spPr>
          <a:xfrm>
            <a:off x="653504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3" name="A1_bar_Cryo_13816">
            <a:extLst>
              <a:ext uri="{FF2B5EF4-FFF2-40B4-BE49-F238E27FC236}">
                <a16:creationId xmlns:a16="http://schemas.microsoft.com/office/drawing/2014/main" id="{27C497E5-AEF4-4E64-943E-5CA76EE3DB32}"/>
              </a:ext>
            </a:extLst>
          </p:cNvPr>
          <p:cNvSpPr>
            <a:spLocks noGrp="1"/>
          </p:cNvSpPr>
          <p:nvPr/>
        </p:nvSpPr>
        <p:spPr>
          <a:xfrm>
            <a:off x="657466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4" name="A1_bar_Cryo_13817">
            <a:extLst>
              <a:ext uri="{FF2B5EF4-FFF2-40B4-BE49-F238E27FC236}">
                <a16:creationId xmlns:a16="http://schemas.microsoft.com/office/drawing/2014/main" id="{82DD7531-0778-4B90-8456-3B8A9F2AEEE3}"/>
              </a:ext>
            </a:extLst>
          </p:cNvPr>
          <p:cNvSpPr>
            <a:spLocks noGrp="1"/>
          </p:cNvSpPr>
          <p:nvPr/>
        </p:nvSpPr>
        <p:spPr>
          <a:xfrm>
            <a:off x="6728548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5" name="A1_bar_Cryo_13818">
            <a:extLst>
              <a:ext uri="{FF2B5EF4-FFF2-40B4-BE49-F238E27FC236}">
                <a16:creationId xmlns:a16="http://schemas.microsoft.com/office/drawing/2014/main" id="{8EE4EAD6-9307-4134-878B-4947EE584864}"/>
              </a:ext>
            </a:extLst>
          </p:cNvPr>
          <p:cNvSpPr>
            <a:spLocks noGrp="1"/>
          </p:cNvSpPr>
          <p:nvPr/>
        </p:nvSpPr>
        <p:spPr>
          <a:xfrm>
            <a:off x="6661244" y="41073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6" name="A1_bar_Cryo_13819">
            <a:extLst>
              <a:ext uri="{FF2B5EF4-FFF2-40B4-BE49-F238E27FC236}">
                <a16:creationId xmlns:a16="http://schemas.microsoft.com/office/drawing/2014/main" id="{A218AA69-9D3B-4139-93CD-79F4C96F3386}"/>
              </a:ext>
            </a:extLst>
          </p:cNvPr>
          <p:cNvSpPr>
            <a:spLocks noGrp="1"/>
          </p:cNvSpPr>
          <p:nvPr/>
        </p:nvSpPr>
        <p:spPr>
          <a:xfrm>
            <a:off x="6491313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7" name="A1_bar_Cryo_13820">
            <a:extLst>
              <a:ext uri="{FF2B5EF4-FFF2-40B4-BE49-F238E27FC236}">
                <a16:creationId xmlns:a16="http://schemas.microsoft.com/office/drawing/2014/main" id="{324A1DDF-F770-4C16-95E4-3FAC31A42D9B}"/>
              </a:ext>
            </a:extLst>
          </p:cNvPr>
          <p:cNvSpPr>
            <a:spLocks noGrp="1"/>
          </p:cNvSpPr>
          <p:nvPr/>
        </p:nvSpPr>
        <p:spPr>
          <a:xfrm>
            <a:off x="668170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8" name="A1_bar_Cryo_13821">
            <a:extLst>
              <a:ext uri="{FF2B5EF4-FFF2-40B4-BE49-F238E27FC236}">
                <a16:creationId xmlns:a16="http://schemas.microsoft.com/office/drawing/2014/main" id="{82D72619-50F1-4723-A38B-649B6C01DE6B}"/>
              </a:ext>
            </a:extLst>
          </p:cNvPr>
          <p:cNvSpPr>
            <a:spLocks noGrp="1"/>
          </p:cNvSpPr>
          <p:nvPr/>
        </p:nvSpPr>
        <p:spPr>
          <a:xfrm>
            <a:off x="665304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9" name="A1_bar_Cryo_13822">
            <a:extLst>
              <a:ext uri="{FF2B5EF4-FFF2-40B4-BE49-F238E27FC236}">
                <a16:creationId xmlns:a16="http://schemas.microsoft.com/office/drawing/2014/main" id="{83BA76E5-E33C-4262-9B98-2C97F801B326}"/>
              </a:ext>
            </a:extLst>
          </p:cNvPr>
          <p:cNvSpPr>
            <a:spLocks noGrp="1"/>
          </p:cNvSpPr>
          <p:nvPr/>
        </p:nvSpPr>
        <p:spPr>
          <a:xfrm>
            <a:off x="6514197" y="49832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0" name="A1_bar_Cryo_13823">
            <a:extLst>
              <a:ext uri="{FF2B5EF4-FFF2-40B4-BE49-F238E27FC236}">
                <a16:creationId xmlns:a16="http://schemas.microsoft.com/office/drawing/2014/main" id="{A9B271A9-E0D7-4A3C-B33D-0B416227CA9B}"/>
              </a:ext>
            </a:extLst>
          </p:cNvPr>
          <p:cNvSpPr>
            <a:spLocks noGrp="1"/>
          </p:cNvSpPr>
          <p:nvPr/>
        </p:nvSpPr>
        <p:spPr>
          <a:xfrm>
            <a:off x="668297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1" name="A1_bar_Cryo_13824">
            <a:extLst>
              <a:ext uri="{FF2B5EF4-FFF2-40B4-BE49-F238E27FC236}">
                <a16:creationId xmlns:a16="http://schemas.microsoft.com/office/drawing/2014/main" id="{B1C0072B-8058-460A-B7D0-E466C0D1AF14}"/>
              </a:ext>
            </a:extLst>
          </p:cNvPr>
          <p:cNvSpPr>
            <a:spLocks noGrp="1"/>
          </p:cNvSpPr>
          <p:nvPr/>
        </p:nvSpPr>
        <p:spPr>
          <a:xfrm>
            <a:off x="661764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2" name="A1_bar_Cryo_13825">
            <a:extLst>
              <a:ext uri="{FF2B5EF4-FFF2-40B4-BE49-F238E27FC236}">
                <a16:creationId xmlns:a16="http://schemas.microsoft.com/office/drawing/2014/main" id="{CF5C9359-0C34-4752-B4DC-F5AA6D7F4F52}"/>
              </a:ext>
            </a:extLst>
          </p:cNvPr>
          <p:cNvSpPr>
            <a:spLocks noGrp="1"/>
          </p:cNvSpPr>
          <p:nvPr/>
        </p:nvSpPr>
        <p:spPr>
          <a:xfrm>
            <a:off x="671509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3" name="A1_bar_Cryo_13826">
            <a:extLst>
              <a:ext uri="{FF2B5EF4-FFF2-40B4-BE49-F238E27FC236}">
                <a16:creationId xmlns:a16="http://schemas.microsoft.com/office/drawing/2014/main" id="{CFD38580-C819-41DE-8931-948E5C668CC1}"/>
              </a:ext>
            </a:extLst>
          </p:cNvPr>
          <p:cNvSpPr>
            <a:spLocks noGrp="1"/>
          </p:cNvSpPr>
          <p:nvPr/>
        </p:nvSpPr>
        <p:spPr>
          <a:xfrm>
            <a:off x="654719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4" name="A1_bar_Cryo_13827">
            <a:extLst>
              <a:ext uri="{FF2B5EF4-FFF2-40B4-BE49-F238E27FC236}">
                <a16:creationId xmlns:a16="http://schemas.microsoft.com/office/drawing/2014/main" id="{47AEF54B-3ABB-49F1-ADA2-A9883A46DB3B}"/>
              </a:ext>
            </a:extLst>
          </p:cNvPr>
          <p:cNvSpPr>
            <a:spLocks noGrp="1"/>
          </p:cNvSpPr>
          <p:nvPr/>
        </p:nvSpPr>
        <p:spPr>
          <a:xfrm>
            <a:off x="6628889" y="49180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5" name="A1_bar_Cryo_13828">
            <a:extLst>
              <a:ext uri="{FF2B5EF4-FFF2-40B4-BE49-F238E27FC236}">
                <a16:creationId xmlns:a16="http://schemas.microsoft.com/office/drawing/2014/main" id="{3C2777E5-6DD4-435B-BD0C-65384AECD275}"/>
              </a:ext>
            </a:extLst>
          </p:cNvPr>
          <p:cNvSpPr>
            <a:spLocks noGrp="1"/>
          </p:cNvSpPr>
          <p:nvPr/>
        </p:nvSpPr>
        <p:spPr>
          <a:xfrm>
            <a:off x="662347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6" name="A1_bar_Cryo_13829">
            <a:extLst>
              <a:ext uri="{FF2B5EF4-FFF2-40B4-BE49-F238E27FC236}">
                <a16:creationId xmlns:a16="http://schemas.microsoft.com/office/drawing/2014/main" id="{8F7986B4-6057-4CD2-9B7D-B7CF70B296B4}"/>
              </a:ext>
            </a:extLst>
          </p:cNvPr>
          <p:cNvSpPr>
            <a:spLocks noGrp="1"/>
          </p:cNvSpPr>
          <p:nvPr/>
        </p:nvSpPr>
        <p:spPr>
          <a:xfrm>
            <a:off x="6700883" y="562012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7" name="A1_bar_Cryo_13830">
            <a:extLst>
              <a:ext uri="{FF2B5EF4-FFF2-40B4-BE49-F238E27FC236}">
                <a16:creationId xmlns:a16="http://schemas.microsoft.com/office/drawing/2014/main" id="{976139EB-35E3-4287-B175-5F2A0B01641C}"/>
              </a:ext>
            </a:extLst>
          </p:cNvPr>
          <p:cNvSpPr>
            <a:spLocks noGrp="1"/>
          </p:cNvSpPr>
          <p:nvPr/>
        </p:nvSpPr>
        <p:spPr>
          <a:xfrm>
            <a:off x="672343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8" name="A1_bar_Cryo_13831">
            <a:extLst>
              <a:ext uri="{FF2B5EF4-FFF2-40B4-BE49-F238E27FC236}">
                <a16:creationId xmlns:a16="http://schemas.microsoft.com/office/drawing/2014/main" id="{BDD213B0-626F-408C-80D9-728A34336657}"/>
              </a:ext>
            </a:extLst>
          </p:cNvPr>
          <p:cNvSpPr>
            <a:spLocks noGrp="1"/>
          </p:cNvSpPr>
          <p:nvPr/>
        </p:nvSpPr>
        <p:spPr>
          <a:xfrm>
            <a:off x="660908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9" name="A1_bar_Cryo_13832">
            <a:extLst>
              <a:ext uri="{FF2B5EF4-FFF2-40B4-BE49-F238E27FC236}">
                <a16:creationId xmlns:a16="http://schemas.microsoft.com/office/drawing/2014/main" id="{C1FF4276-DF56-4EA8-98DE-4F043B240FE4}"/>
              </a:ext>
            </a:extLst>
          </p:cNvPr>
          <p:cNvSpPr>
            <a:spLocks noGrp="1"/>
          </p:cNvSpPr>
          <p:nvPr/>
        </p:nvSpPr>
        <p:spPr>
          <a:xfrm>
            <a:off x="6589788" y="48301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0" name="A1_bar_Cryo_13833">
            <a:extLst>
              <a:ext uri="{FF2B5EF4-FFF2-40B4-BE49-F238E27FC236}">
                <a16:creationId xmlns:a16="http://schemas.microsoft.com/office/drawing/2014/main" id="{21594756-40E8-438A-A473-A8D7809AAE40}"/>
              </a:ext>
            </a:extLst>
          </p:cNvPr>
          <p:cNvSpPr>
            <a:spLocks noGrp="1"/>
          </p:cNvSpPr>
          <p:nvPr/>
        </p:nvSpPr>
        <p:spPr>
          <a:xfrm>
            <a:off x="657852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1" name="A1_bar_Cryo_13834">
            <a:extLst>
              <a:ext uri="{FF2B5EF4-FFF2-40B4-BE49-F238E27FC236}">
                <a16:creationId xmlns:a16="http://schemas.microsoft.com/office/drawing/2014/main" id="{2E1BF8BC-D5AF-4728-8728-1BF6651AB89D}"/>
              </a:ext>
            </a:extLst>
          </p:cNvPr>
          <p:cNvSpPr>
            <a:spLocks noGrp="1"/>
          </p:cNvSpPr>
          <p:nvPr/>
        </p:nvSpPr>
        <p:spPr>
          <a:xfrm>
            <a:off x="674086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2" name="A1_bar_Cryo_13835">
            <a:extLst>
              <a:ext uri="{FF2B5EF4-FFF2-40B4-BE49-F238E27FC236}">
                <a16:creationId xmlns:a16="http://schemas.microsoft.com/office/drawing/2014/main" id="{667F37D0-39D2-428C-AB7C-66D90CBA8F01}"/>
              </a:ext>
            </a:extLst>
          </p:cNvPr>
          <p:cNvSpPr>
            <a:spLocks noGrp="1"/>
          </p:cNvSpPr>
          <p:nvPr/>
        </p:nvSpPr>
        <p:spPr>
          <a:xfrm>
            <a:off x="669433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3" name="A1_bar_Cryo_13836">
            <a:extLst>
              <a:ext uri="{FF2B5EF4-FFF2-40B4-BE49-F238E27FC236}">
                <a16:creationId xmlns:a16="http://schemas.microsoft.com/office/drawing/2014/main" id="{1BF46061-B575-49C2-AF98-43D6C9A0EAC7}"/>
              </a:ext>
            </a:extLst>
          </p:cNvPr>
          <p:cNvSpPr>
            <a:spLocks noGrp="1"/>
          </p:cNvSpPr>
          <p:nvPr/>
        </p:nvSpPr>
        <p:spPr>
          <a:xfrm>
            <a:off x="670701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4" name="A1_bar_Cryo_13837">
            <a:extLst>
              <a:ext uri="{FF2B5EF4-FFF2-40B4-BE49-F238E27FC236}">
                <a16:creationId xmlns:a16="http://schemas.microsoft.com/office/drawing/2014/main" id="{E0B5425F-C1E2-4037-B533-1A4438F8ACEB}"/>
              </a:ext>
            </a:extLst>
          </p:cNvPr>
          <p:cNvSpPr>
            <a:spLocks noGrp="1"/>
          </p:cNvSpPr>
          <p:nvPr/>
        </p:nvSpPr>
        <p:spPr>
          <a:xfrm>
            <a:off x="6734009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5" name="A1_bar_Cryo_13838">
            <a:extLst>
              <a:ext uri="{FF2B5EF4-FFF2-40B4-BE49-F238E27FC236}">
                <a16:creationId xmlns:a16="http://schemas.microsoft.com/office/drawing/2014/main" id="{546106BE-D30B-4EF6-A4AD-836307D0EDA2}"/>
              </a:ext>
            </a:extLst>
          </p:cNvPr>
          <p:cNvSpPr>
            <a:spLocks noGrp="1"/>
          </p:cNvSpPr>
          <p:nvPr/>
        </p:nvSpPr>
        <p:spPr>
          <a:xfrm>
            <a:off x="662186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6" name="A1_bar_Cryo_13839">
            <a:extLst>
              <a:ext uri="{FF2B5EF4-FFF2-40B4-BE49-F238E27FC236}">
                <a16:creationId xmlns:a16="http://schemas.microsoft.com/office/drawing/2014/main" id="{4ECA6E8F-5737-4310-9EE4-B2E8CCA4C82E}"/>
              </a:ext>
            </a:extLst>
          </p:cNvPr>
          <p:cNvSpPr>
            <a:spLocks noGrp="1"/>
          </p:cNvSpPr>
          <p:nvPr/>
        </p:nvSpPr>
        <p:spPr>
          <a:xfrm>
            <a:off x="664125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7" name="A1_bar_Cryo_13840">
            <a:extLst>
              <a:ext uri="{FF2B5EF4-FFF2-40B4-BE49-F238E27FC236}">
                <a16:creationId xmlns:a16="http://schemas.microsoft.com/office/drawing/2014/main" id="{18A29E9F-1944-4DD5-AAF3-C30CC1C4A857}"/>
              </a:ext>
            </a:extLst>
          </p:cNvPr>
          <p:cNvSpPr>
            <a:spLocks noGrp="1"/>
          </p:cNvSpPr>
          <p:nvPr/>
        </p:nvSpPr>
        <p:spPr>
          <a:xfrm>
            <a:off x="650816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8" name="A1_bar_Cryo_13841">
            <a:extLst>
              <a:ext uri="{FF2B5EF4-FFF2-40B4-BE49-F238E27FC236}">
                <a16:creationId xmlns:a16="http://schemas.microsoft.com/office/drawing/2014/main" id="{68D607C2-E07A-4823-B39E-81F85B376F43}"/>
              </a:ext>
            </a:extLst>
          </p:cNvPr>
          <p:cNvSpPr>
            <a:spLocks noGrp="1"/>
          </p:cNvSpPr>
          <p:nvPr/>
        </p:nvSpPr>
        <p:spPr>
          <a:xfrm>
            <a:off x="654987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9" name="A1_bar_Cryo_13842">
            <a:extLst>
              <a:ext uri="{FF2B5EF4-FFF2-40B4-BE49-F238E27FC236}">
                <a16:creationId xmlns:a16="http://schemas.microsoft.com/office/drawing/2014/main" id="{A5175ECC-3B3B-41A0-99E7-13FEF6463016}"/>
              </a:ext>
            </a:extLst>
          </p:cNvPr>
          <p:cNvSpPr>
            <a:spLocks noGrp="1"/>
          </p:cNvSpPr>
          <p:nvPr/>
        </p:nvSpPr>
        <p:spPr>
          <a:xfrm>
            <a:off x="6657711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0" name="A1_bar_Cryo_13843">
            <a:extLst>
              <a:ext uri="{FF2B5EF4-FFF2-40B4-BE49-F238E27FC236}">
                <a16:creationId xmlns:a16="http://schemas.microsoft.com/office/drawing/2014/main" id="{13ADA223-3F6E-4E30-AEBA-3D9D752CAB8D}"/>
              </a:ext>
            </a:extLst>
          </p:cNvPr>
          <p:cNvSpPr>
            <a:spLocks noGrp="1"/>
          </p:cNvSpPr>
          <p:nvPr/>
        </p:nvSpPr>
        <p:spPr>
          <a:xfrm>
            <a:off x="6655389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1" name="A1_bar_Cryo_13844">
            <a:extLst>
              <a:ext uri="{FF2B5EF4-FFF2-40B4-BE49-F238E27FC236}">
                <a16:creationId xmlns:a16="http://schemas.microsoft.com/office/drawing/2014/main" id="{E09AA676-0244-40C0-BABF-14BD8F17321C}"/>
              </a:ext>
            </a:extLst>
          </p:cNvPr>
          <p:cNvSpPr>
            <a:spLocks noGrp="1"/>
          </p:cNvSpPr>
          <p:nvPr/>
        </p:nvSpPr>
        <p:spPr>
          <a:xfrm>
            <a:off x="658450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2" name="A1_bar_Cryo_13845">
            <a:extLst>
              <a:ext uri="{FF2B5EF4-FFF2-40B4-BE49-F238E27FC236}">
                <a16:creationId xmlns:a16="http://schemas.microsoft.com/office/drawing/2014/main" id="{39ECDAEC-E09F-4EE5-9E61-2F145EAFBD35}"/>
              </a:ext>
            </a:extLst>
          </p:cNvPr>
          <p:cNvSpPr>
            <a:spLocks noGrp="1"/>
          </p:cNvSpPr>
          <p:nvPr/>
        </p:nvSpPr>
        <p:spPr>
          <a:xfrm>
            <a:off x="665551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3" name="A1_bar_Cryo_13846">
            <a:extLst>
              <a:ext uri="{FF2B5EF4-FFF2-40B4-BE49-F238E27FC236}">
                <a16:creationId xmlns:a16="http://schemas.microsoft.com/office/drawing/2014/main" id="{5DB8C64C-70EE-4088-82DF-C357A45E9005}"/>
              </a:ext>
            </a:extLst>
          </p:cNvPr>
          <p:cNvSpPr>
            <a:spLocks noGrp="1"/>
          </p:cNvSpPr>
          <p:nvPr/>
        </p:nvSpPr>
        <p:spPr>
          <a:xfrm>
            <a:off x="6559343" y="47689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4" name="A1_bar_Cryo_13847">
            <a:extLst>
              <a:ext uri="{FF2B5EF4-FFF2-40B4-BE49-F238E27FC236}">
                <a16:creationId xmlns:a16="http://schemas.microsoft.com/office/drawing/2014/main" id="{C2F651CA-558B-4C54-911C-E3F229D9383A}"/>
              </a:ext>
            </a:extLst>
          </p:cNvPr>
          <p:cNvSpPr>
            <a:spLocks noGrp="1"/>
          </p:cNvSpPr>
          <p:nvPr/>
        </p:nvSpPr>
        <p:spPr>
          <a:xfrm>
            <a:off x="671047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5" name="A1_bar_Cryo_13848">
            <a:extLst>
              <a:ext uri="{FF2B5EF4-FFF2-40B4-BE49-F238E27FC236}">
                <a16:creationId xmlns:a16="http://schemas.microsoft.com/office/drawing/2014/main" id="{20B4079D-A9E9-4A7A-9347-AD278B0F5549}"/>
              </a:ext>
            </a:extLst>
          </p:cNvPr>
          <p:cNvSpPr>
            <a:spLocks noGrp="1"/>
          </p:cNvSpPr>
          <p:nvPr/>
        </p:nvSpPr>
        <p:spPr>
          <a:xfrm>
            <a:off x="6620990" y="60189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6" name="A1_bar_Cryo_13849">
            <a:extLst>
              <a:ext uri="{FF2B5EF4-FFF2-40B4-BE49-F238E27FC236}">
                <a16:creationId xmlns:a16="http://schemas.microsoft.com/office/drawing/2014/main" id="{438CE448-829F-4881-B743-A76DBB6AE352}"/>
              </a:ext>
            </a:extLst>
          </p:cNvPr>
          <p:cNvSpPr>
            <a:spLocks noGrp="1"/>
          </p:cNvSpPr>
          <p:nvPr/>
        </p:nvSpPr>
        <p:spPr>
          <a:xfrm>
            <a:off x="660799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7" name="A1_bar_Cryo_13850">
            <a:extLst>
              <a:ext uri="{FF2B5EF4-FFF2-40B4-BE49-F238E27FC236}">
                <a16:creationId xmlns:a16="http://schemas.microsoft.com/office/drawing/2014/main" id="{5C14158D-C9D3-45E0-847C-F6B5D8548A65}"/>
              </a:ext>
            </a:extLst>
          </p:cNvPr>
          <p:cNvSpPr>
            <a:spLocks noGrp="1"/>
          </p:cNvSpPr>
          <p:nvPr/>
        </p:nvSpPr>
        <p:spPr>
          <a:xfrm>
            <a:off x="6509693" y="57831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8" name="A1_bar_Cryo_13851">
            <a:extLst>
              <a:ext uri="{FF2B5EF4-FFF2-40B4-BE49-F238E27FC236}">
                <a16:creationId xmlns:a16="http://schemas.microsoft.com/office/drawing/2014/main" id="{A61E3726-C88F-4710-9D26-89867695E3E6}"/>
              </a:ext>
            </a:extLst>
          </p:cNvPr>
          <p:cNvSpPr>
            <a:spLocks noGrp="1"/>
          </p:cNvSpPr>
          <p:nvPr/>
        </p:nvSpPr>
        <p:spPr>
          <a:xfrm>
            <a:off x="6662565" y="58020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9" name="A1_bar_Cryo_13852">
            <a:extLst>
              <a:ext uri="{FF2B5EF4-FFF2-40B4-BE49-F238E27FC236}">
                <a16:creationId xmlns:a16="http://schemas.microsoft.com/office/drawing/2014/main" id="{753DE0E2-6B61-4EEE-B1C9-4107053B6528}"/>
              </a:ext>
            </a:extLst>
          </p:cNvPr>
          <p:cNvSpPr>
            <a:spLocks noGrp="1"/>
          </p:cNvSpPr>
          <p:nvPr/>
        </p:nvSpPr>
        <p:spPr>
          <a:xfrm>
            <a:off x="6550730" y="53382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0" name="A1_bar_Cryo_13853">
            <a:extLst>
              <a:ext uri="{FF2B5EF4-FFF2-40B4-BE49-F238E27FC236}">
                <a16:creationId xmlns:a16="http://schemas.microsoft.com/office/drawing/2014/main" id="{53745515-2752-44E5-AF82-6ED878793736}"/>
              </a:ext>
            </a:extLst>
          </p:cNvPr>
          <p:cNvSpPr>
            <a:spLocks noGrp="1"/>
          </p:cNvSpPr>
          <p:nvPr/>
        </p:nvSpPr>
        <p:spPr>
          <a:xfrm>
            <a:off x="664282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1" name="A1_bar_Cryo_13854">
            <a:extLst>
              <a:ext uri="{FF2B5EF4-FFF2-40B4-BE49-F238E27FC236}">
                <a16:creationId xmlns:a16="http://schemas.microsoft.com/office/drawing/2014/main" id="{D6A84F84-2ECD-45BF-AD69-E3DEF22E6D07}"/>
              </a:ext>
            </a:extLst>
          </p:cNvPr>
          <p:cNvSpPr>
            <a:spLocks noGrp="1"/>
          </p:cNvSpPr>
          <p:nvPr/>
        </p:nvSpPr>
        <p:spPr>
          <a:xfrm>
            <a:off x="6511293" y="46553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2" name="A1_bar_Cryo_13855">
            <a:extLst>
              <a:ext uri="{FF2B5EF4-FFF2-40B4-BE49-F238E27FC236}">
                <a16:creationId xmlns:a16="http://schemas.microsoft.com/office/drawing/2014/main" id="{E932DCFE-CBF7-4394-8FE7-154CD76EB408}"/>
              </a:ext>
            </a:extLst>
          </p:cNvPr>
          <p:cNvSpPr>
            <a:spLocks noGrp="1"/>
          </p:cNvSpPr>
          <p:nvPr/>
        </p:nvSpPr>
        <p:spPr>
          <a:xfrm>
            <a:off x="670619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3" name="A1_bar_Cryo_13856">
            <a:extLst>
              <a:ext uri="{FF2B5EF4-FFF2-40B4-BE49-F238E27FC236}">
                <a16:creationId xmlns:a16="http://schemas.microsoft.com/office/drawing/2014/main" id="{7FEC9DEE-01D6-4D22-B86A-1F822FD7E97A}"/>
              </a:ext>
            </a:extLst>
          </p:cNvPr>
          <p:cNvSpPr>
            <a:spLocks noGrp="1"/>
          </p:cNvSpPr>
          <p:nvPr/>
        </p:nvSpPr>
        <p:spPr>
          <a:xfrm>
            <a:off x="667095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4" name="A1_bar_Cryo_13857">
            <a:extLst>
              <a:ext uri="{FF2B5EF4-FFF2-40B4-BE49-F238E27FC236}">
                <a16:creationId xmlns:a16="http://schemas.microsoft.com/office/drawing/2014/main" id="{29E23DD3-1D3D-4381-AFF3-0D97D3605109}"/>
              </a:ext>
            </a:extLst>
          </p:cNvPr>
          <p:cNvSpPr>
            <a:spLocks noGrp="1"/>
          </p:cNvSpPr>
          <p:nvPr/>
        </p:nvSpPr>
        <p:spPr>
          <a:xfrm>
            <a:off x="6608352" y="35799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5" name="A1_bar_Cryo_13858">
            <a:extLst>
              <a:ext uri="{FF2B5EF4-FFF2-40B4-BE49-F238E27FC236}">
                <a16:creationId xmlns:a16="http://schemas.microsoft.com/office/drawing/2014/main" id="{1F279417-7157-403D-9252-31819679216B}"/>
              </a:ext>
            </a:extLst>
          </p:cNvPr>
          <p:cNvSpPr>
            <a:spLocks noGrp="1"/>
          </p:cNvSpPr>
          <p:nvPr/>
        </p:nvSpPr>
        <p:spPr>
          <a:xfrm>
            <a:off x="6504597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6" name="A1_bar_Cryo_13859">
            <a:extLst>
              <a:ext uri="{FF2B5EF4-FFF2-40B4-BE49-F238E27FC236}">
                <a16:creationId xmlns:a16="http://schemas.microsoft.com/office/drawing/2014/main" id="{BF77BC55-CCE2-40CC-9812-A914F3E4FE52}"/>
              </a:ext>
            </a:extLst>
          </p:cNvPr>
          <p:cNvSpPr>
            <a:spLocks noGrp="1"/>
          </p:cNvSpPr>
          <p:nvPr/>
        </p:nvSpPr>
        <p:spPr>
          <a:xfrm>
            <a:off x="6710630" y="517986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7" name="A1_bar_Cryo_13860">
            <a:extLst>
              <a:ext uri="{FF2B5EF4-FFF2-40B4-BE49-F238E27FC236}">
                <a16:creationId xmlns:a16="http://schemas.microsoft.com/office/drawing/2014/main" id="{7A91D1A4-3220-4BE5-8283-8FD54B84CA06}"/>
              </a:ext>
            </a:extLst>
          </p:cNvPr>
          <p:cNvSpPr>
            <a:spLocks noGrp="1"/>
          </p:cNvSpPr>
          <p:nvPr/>
        </p:nvSpPr>
        <p:spPr>
          <a:xfrm>
            <a:off x="673927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8" name="A1_bar_Cryo_13861">
            <a:extLst>
              <a:ext uri="{FF2B5EF4-FFF2-40B4-BE49-F238E27FC236}">
                <a16:creationId xmlns:a16="http://schemas.microsoft.com/office/drawing/2014/main" id="{83AEBD9E-3D3D-49C9-B6D8-6A1194C37E91}"/>
              </a:ext>
            </a:extLst>
          </p:cNvPr>
          <p:cNvSpPr>
            <a:spLocks noGrp="1"/>
          </p:cNvSpPr>
          <p:nvPr/>
        </p:nvSpPr>
        <p:spPr>
          <a:xfrm>
            <a:off x="6519167" y="42581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9" name="A1_bar_Cryo_13862">
            <a:extLst>
              <a:ext uri="{FF2B5EF4-FFF2-40B4-BE49-F238E27FC236}">
                <a16:creationId xmlns:a16="http://schemas.microsoft.com/office/drawing/2014/main" id="{5A91281D-0689-4CA0-86D4-E097ACEA1EC3}"/>
              </a:ext>
            </a:extLst>
          </p:cNvPr>
          <p:cNvSpPr>
            <a:spLocks noGrp="1"/>
          </p:cNvSpPr>
          <p:nvPr/>
        </p:nvSpPr>
        <p:spPr>
          <a:xfrm>
            <a:off x="6726168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0" name="A1_bar_Cryo_13863">
            <a:extLst>
              <a:ext uri="{FF2B5EF4-FFF2-40B4-BE49-F238E27FC236}">
                <a16:creationId xmlns:a16="http://schemas.microsoft.com/office/drawing/2014/main" id="{10AA1CAA-6475-40A1-A2C0-799B515EDBB0}"/>
              </a:ext>
            </a:extLst>
          </p:cNvPr>
          <p:cNvSpPr>
            <a:spLocks noGrp="1"/>
          </p:cNvSpPr>
          <p:nvPr/>
        </p:nvSpPr>
        <p:spPr>
          <a:xfrm>
            <a:off x="6692109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1" name="A1_bar_Cryo_13864">
            <a:extLst>
              <a:ext uri="{FF2B5EF4-FFF2-40B4-BE49-F238E27FC236}">
                <a16:creationId xmlns:a16="http://schemas.microsoft.com/office/drawing/2014/main" id="{4240FD7E-A83A-4019-A57C-ED7B78058F85}"/>
              </a:ext>
            </a:extLst>
          </p:cNvPr>
          <p:cNvSpPr>
            <a:spLocks noGrp="1"/>
          </p:cNvSpPr>
          <p:nvPr/>
        </p:nvSpPr>
        <p:spPr>
          <a:xfrm>
            <a:off x="6501580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2" name="A1_bar_Cryo_13865">
            <a:extLst>
              <a:ext uri="{FF2B5EF4-FFF2-40B4-BE49-F238E27FC236}">
                <a16:creationId xmlns:a16="http://schemas.microsoft.com/office/drawing/2014/main" id="{A7421B86-1E0E-48E7-B306-FD51E0C65576}"/>
              </a:ext>
            </a:extLst>
          </p:cNvPr>
          <p:cNvSpPr>
            <a:spLocks noGrp="1"/>
          </p:cNvSpPr>
          <p:nvPr/>
        </p:nvSpPr>
        <p:spPr>
          <a:xfrm>
            <a:off x="6675660" y="5363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3" name="A1_bar_Cryo_13866">
            <a:extLst>
              <a:ext uri="{FF2B5EF4-FFF2-40B4-BE49-F238E27FC236}">
                <a16:creationId xmlns:a16="http://schemas.microsoft.com/office/drawing/2014/main" id="{15217689-6A5E-4C41-AA7A-96A0F38C5F48}"/>
              </a:ext>
            </a:extLst>
          </p:cNvPr>
          <p:cNvSpPr>
            <a:spLocks noGrp="1"/>
          </p:cNvSpPr>
          <p:nvPr/>
        </p:nvSpPr>
        <p:spPr>
          <a:xfrm>
            <a:off x="6511358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4" name="A1_bar_Cryo_13867">
            <a:extLst>
              <a:ext uri="{FF2B5EF4-FFF2-40B4-BE49-F238E27FC236}">
                <a16:creationId xmlns:a16="http://schemas.microsoft.com/office/drawing/2014/main" id="{3B35E590-78B6-4F4E-B74B-7C330C0279C0}"/>
              </a:ext>
            </a:extLst>
          </p:cNvPr>
          <p:cNvSpPr>
            <a:spLocks noGrp="1"/>
          </p:cNvSpPr>
          <p:nvPr/>
        </p:nvSpPr>
        <p:spPr>
          <a:xfrm>
            <a:off x="6567252" y="3548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5" name="A1_bar_Cryo_13868">
            <a:extLst>
              <a:ext uri="{FF2B5EF4-FFF2-40B4-BE49-F238E27FC236}">
                <a16:creationId xmlns:a16="http://schemas.microsoft.com/office/drawing/2014/main" id="{78604802-7D10-4B24-95AC-7A93EA5B2D88}"/>
              </a:ext>
            </a:extLst>
          </p:cNvPr>
          <p:cNvSpPr>
            <a:spLocks noGrp="1"/>
          </p:cNvSpPr>
          <p:nvPr/>
        </p:nvSpPr>
        <p:spPr>
          <a:xfrm>
            <a:off x="6683916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6" name="A1_bar_Cryo_13869">
            <a:extLst>
              <a:ext uri="{FF2B5EF4-FFF2-40B4-BE49-F238E27FC236}">
                <a16:creationId xmlns:a16="http://schemas.microsoft.com/office/drawing/2014/main" id="{AFD6CF08-9C0A-4E2C-96D4-642756A965FE}"/>
              </a:ext>
            </a:extLst>
          </p:cNvPr>
          <p:cNvSpPr>
            <a:spLocks noGrp="1"/>
          </p:cNvSpPr>
          <p:nvPr/>
        </p:nvSpPr>
        <p:spPr>
          <a:xfrm>
            <a:off x="649714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7" name="A1_bar_Cryo_13870">
            <a:extLst>
              <a:ext uri="{FF2B5EF4-FFF2-40B4-BE49-F238E27FC236}">
                <a16:creationId xmlns:a16="http://schemas.microsoft.com/office/drawing/2014/main" id="{517E1F3B-51C5-4B07-95C1-EB97E23F3AAD}"/>
              </a:ext>
            </a:extLst>
          </p:cNvPr>
          <p:cNvSpPr>
            <a:spLocks noGrp="1"/>
          </p:cNvSpPr>
          <p:nvPr/>
        </p:nvSpPr>
        <p:spPr>
          <a:xfrm>
            <a:off x="6546632" y="42618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8" name="A1_bar_Cryo_13871">
            <a:extLst>
              <a:ext uri="{FF2B5EF4-FFF2-40B4-BE49-F238E27FC236}">
                <a16:creationId xmlns:a16="http://schemas.microsoft.com/office/drawing/2014/main" id="{739CE07B-F943-45DF-8150-D84B7F2E7D20}"/>
              </a:ext>
            </a:extLst>
          </p:cNvPr>
          <p:cNvSpPr>
            <a:spLocks noGrp="1"/>
          </p:cNvSpPr>
          <p:nvPr/>
        </p:nvSpPr>
        <p:spPr>
          <a:xfrm>
            <a:off x="6540934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9" name="A1_bar_Cryo_13872">
            <a:extLst>
              <a:ext uri="{FF2B5EF4-FFF2-40B4-BE49-F238E27FC236}">
                <a16:creationId xmlns:a16="http://schemas.microsoft.com/office/drawing/2014/main" id="{BED9190B-C6A5-4522-810C-A84B1CFA336B}"/>
              </a:ext>
            </a:extLst>
          </p:cNvPr>
          <p:cNvSpPr>
            <a:spLocks noGrp="1"/>
          </p:cNvSpPr>
          <p:nvPr/>
        </p:nvSpPr>
        <p:spPr>
          <a:xfrm>
            <a:off x="6671628" y="45310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0" name="A1_bar_Cryo_13873">
            <a:extLst>
              <a:ext uri="{FF2B5EF4-FFF2-40B4-BE49-F238E27FC236}">
                <a16:creationId xmlns:a16="http://schemas.microsoft.com/office/drawing/2014/main" id="{D5AF48F3-6F3A-4DDC-95E5-9D0DDF79CF74}"/>
              </a:ext>
            </a:extLst>
          </p:cNvPr>
          <p:cNvSpPr>
            <a:spLocks noGrp="1"/>
          </p:cNvSpPr>
          <p:nvPr/>
        </p:nvSpPr>
        <p:spPr>
          <a:xfrm>
            <a:off x="671474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1" name="A1_bar_Cryo_13874">
            <a:extLst>
              <a:ext uri="{FF2B5EF4-FFF2-40B4-BE49-F238E27FC236}">
                <a16:creationId xmlns:a16="http://schemas.microsoft.com/office/drawing/2014/main" id="{210BF875-7E76-49D7-8184-0F5CBB27FF99}"/>
              </a:ext>
            </a:extLst>
          </p:cNvPr>
          <p:cNvSpPr>
            <a:spLocks noGrp="1"/>
          </p:cNvSpPr>
          <p:nvPr/>
        </p:nvSpPr>
        <p:spPr>
          <a:xfrm>
            <a:off x="6539073" y="53215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2" name="A1_bar_Cryo_13875">
            <a:extLst>
              <a:ext uri="{FF2B5EF4-FFF2-40B4-BE49-F238E27FC236}">
                <a16:creationId xmlns:a16="http://schemas.microsoft.com/office/drawing/2014/main" id="{E4D07CA8-2B90-487C-AC2B-5D526CC0E03B}"/>
              </a:ext>
            </a:extLst>
          </p:cNvPr>
          <p:cNvSpPr>
            <a:spLocks noGrp="1"/>
          </p:cNvSpPr>
          <p:nvPr/>
        </p:nvSpPr>
        <p:spPr>
          <a:xfrm>
            <a:off x="6665166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3" name="A1_bar_Cryo_13876">
            <a:extLst>
              <a:ext uri="{FF2B5EF4-FFF2-40B4-BE49-F238E27FC236}">
                <a16:creationId xmlns:a16="http://schemas.microsoft.com/office/drawing/2014/main" id="{1B72E21A-6744-4F30-A73C-DCCCCCC9C26D}"/>
              </a:ext>
            </a:extLst>
          </p:cNvPr>
          <p:cNvSpPr>
            <a:spLocks noGrp="1"/>
          </p:cNvSpPr>
          <p:nvPr/>
        </p:nvSpPr>
        <p:spPr>
          <a:xfrm>
            <a:off x="661823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4" name="A1_bar_Cryo_13877">
            <a:extLst>
              <a:ext uri="{FF2B5EF4-FFF2-40B4-BE49-F238E27FC236}">
                <a16:creationId xmlns:a16="http://schemas.microsoft.com/office/drawing/2014/main" id="{F93312E0-7272-42AC-AD85-244A316C9ED2}"/>
              </a:ext>
            </a:extLst>
          </p:cNvPr>
          <p:cNvSpPr>
            <a:spLocks noGrp="1"/>
          </p:cNvSpPr>
          <p:nvPr/>
        </p:nvSpPr>
        <p:spPr>
          <a:xfrm>
            <a:off x="6523459" y="60360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5" name="A1_bar_Cryo_13878">
            <a:extLst>
              <a:ext uri="{FF2B5EF4-FFF2-40B4-BE49-F238E27FC236}">
                <a16:creationId xmlns:a16="http://schemas.microsoft.com/office/drawing/2014/main" id="{0A2DFF03-8EEE-45C2-8B1C-502B373EE164}"/>
              </a:ext>
            </a:extLst>
          </p:cNvPr>
          <p:cNvSpPr>
            <a:spLocks noGrp="1"/>
          </p:cNvSpPr>
          <p:nvPr/>
        </p:nvSpPr>
        <p:spPr>
          <a:xfrm>
            <a:off x="664823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6" name="A1_bar_Cryo_13879">
            <a:extLst>
              <a:ext uri="{FF2B5EF4-FFF2-40B4-BE49-F238E27FC236}">
                <a16:creationId xmlns:a16="http://schemas.microsoft.com/office/drawing/2014/main" id="{3258DB7C-F6EF-493C-885F-82989C636E1A}"/>
              </a:ext>
            </a:extLst>
          </p:cNvPr>
          <p:cNvSpPr>
            <a:spLocks noGrp="1"/>
          </p:cNvSpPr>
          <p:nvPr/>
        </p:nvSpPr>
        <p:spPr>
          <a:xfrm>
            <a:off x="6515747" y="31128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7" name="A1_bar_Cryo_13880">
            <a:extLst>
              <a:ext uri="{FF2B5EF4-FFF2-40B4-BE49-F238E27FC236}">
                <a16:creationId xmlns:a16="http://schemas.microsoft.com/office/drawing/2014/main" id="{E67268E8-05B3-4D1D-B0F7-83C74934D715}"/>
              </a:ext>
            </a:extLst>
          </p:cNvPr>
          <p:cNvSpPr>
            <a:spLocks noGrp="1"/>
          </p:cNvSpPr>
          <p:nvPr/>
        </p:nvSpPr>
        <p:spPr>
          <a:xfrm>
            <a:off x="653606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8" name="A1_bar_Cryo_13881">
            <a:extLst>
              <a:ext uri="{FF2B5EF4-FFF2-40B4-BE49-F238E27FC236}">
                <a16:creationId xmlns:a16="http://schemas.microsoft.com/office/drawing/2014/main" id="{BD690C86-B950-40CB-A2C0-F3A36AB7617C}"/>
              </a:ext>
            </a:extLst>
          </p:cNvPr>
          <p:cNvSpPr>
            <a:spLocks noGrp="1"/>
          </p:cNvSpPr>
          <p:nvPr/>
        </p:nvSpPr>
        <p:spPr>
          <a:xfrm>
            <a:off x="669018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9" name="A1_bar_Cryo_13882">
            <a:extLst>
              <a:ext uri="{FF2B5EF4-FFF2-40B4-BE49-F238E27FC236}">
                <a16:creationId xmlns:a16="http://schemas.microsoft.com/office/drawing/2014/main" id="{B76B0B0A-5F7A-4ADE-86D4-982B87CD6F99}"/>
              </a:ext>
            </a:extLst>
          </p:cNvPr>
          <p:cNvSpPr>
            <a:spLocks noGrp="1"/>
          </p:cNvSpPr>
          <p:nvPr/>
        </p:nvSpPr>
        <p:spPr>
          <a:xfrm>
            <a:off x="6560027" y="60581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0" name="A1_bar_Cryo_13883">
            <a:extLst>
              <a:ext uri="{FF2B5EF4-FFF2-40B4-BE49-F238E27FC236}">
                <a16:creationId xmlns:a16="http://schemas.microsoft.com/office/drawing/2014/main" id="{D73DDB0C-A475-4419-A84E-17B67C33BF68}"/>
              </a:ext>
            </a:extLst>
          </p:cNvPr>
          <p:cNvSpPr>
            <a:spLocks noGrp="1"/>
          </p:cNvSpPr>
          <p:nvPr/>
        </p:nvSpPr>
        <p:spPr>
          <a:xfrm>
            <a:off x="660875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1" name="A1_bar_Cryo_13884">
            <a:extLst>
              <a:ext uri="{FF2B5EF4-FFF2-40B4-BE49-F238E27FC236}">
                <a16:creationId xmlns:a16="http://schemas.microsoft.com/office/drawing/2014/main" id="{D508B6E4-C8F8-4F70-BC38-BF621815297C}"/>
              </a:ext>
            </a:extLst>
          </p:cNvPr>
          <p:cNvSpPr>
            <a:spLocks noGrp="1"/>
          </p:cNvSpPr>
          <p:nvPr/>
        </p:nvSpPr>
        <p:spPr>
          <a:xfrm>
            <a:off x="653834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2" name="A1_bar_Cryo_13885">
            <a:extLst>
              <a:ext uri="{FF2B5EF4-FFF2-40B4-BE49-F238E27FC236}">
                <a16:creationId xmlns:a16="http://schemas.microsoft.com/office/drawing/2014/main" id="{29C36795-0B61-4F96-B1FC-F25DE3D2F8DF}"/>
              </a:ext>
            </a:extLst>
          </p:cNvPr>
          <p:cNvSpPr>
            <a:spLocks noGrp="1"/>
          </p:cNvSpPr>
          <p:nvPr/>
        </p:nvSpPr>
        <p:spPr>
          <a:xfrm>
            <a:off x="822060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3" name="A1_bar_Cryo_13886">
            <a:extLst>
              <a:ext uri="{FF2B5EF4-FFF2-40B4-BE49-F238E27FC236}">
                <a16:creationId xmlns:a16="http://schemas.microsoft.com/office/drawing/2014/main" id="{DDC8AFD3-B617-4022-9803-CF203AC7035C}"/>
              </a:ext>
            </a:extLst>
          </p:cNvPr>
          <p:cNvSpPr>
            <a:spLocks noGrp="1"/>
          </p:cNvSpPr>
          <p:nvPr/>
        </p:nvSpPr>
        <p:spPr>
          <a:xfrm>
            <a:off x="826220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4" name="A1_bar_Cryo_13887">
            <a:extLst>
              <a:ext uri="{FF2B5EF4-FFF2-40B4-BE49-F238E27FC236}">
                <a16:creationId xmlns:a16="http://schemas.microsoft.com/office/drawing/2014/main" id="{B71B70B8-7E8B-4DED-BC43-5003843178D9}"/>
              </a:ext>
            </a:extLst>
          </p:cNvPr>
          <p:cNvSpPr>
            <a:spLocks noGrp="1"/>
          </p:cNvSpPr>
          <p:nvPr/>
        </p:nvSpPr>
        <p:spPr>
          <a:xfrm>
            <a:off x="830028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5" name="A1_bar_Cryo_13888">
            <a:extLst>
              <a:ext uri="{FF2B5EF4-FFF2-40B4-BE49-F238E27FC236}">
                <a16:creationId xmlns:a16="http://schemas.microsoft.com/office/drawing/2014/main" id="{1D90926D-7560-4EC6-BD0F-5191CFAD41A3}"/>
              </a:ext>
            </a:extLst>
          </p:cNvPr>
          <p:cNvSpPr>
            <a:spLocks noGrp="1"/>
          </p:cNvSpPr>
          <p:nvPr/>
        </p:nvSpPr>
        <p:spPr>
          <a:xfrm>
            <a:off x="8192666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6" name="A1_bar_Cryo_13889">
            <a:extLst>
              <a:ext uri="{FF2B5EF4-FFF2-40B4-BE49-F238E27FC236}">
                <a16:creationId xmlns:a16="http://schemas.microsoft.com/office/drawing/2014/main" id="{88AD76F4-806D-4E8E-98B3-F7BA13A98A79}"/>
              </a:ext>
            </a:extLst>
          </p:cNvPr>
          <p:cNvSpPr>
            <a:spLocks noGrp="1"/>
          </p:cNvSpPr>
          <p:nvPr/>
        </p:nvSpPr>
        <p:spPr>
          <a:xfrm>
            <a:off x="8284631" y="432877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7" name="A1_bar_Cryo_13890">
            <a:extLst>
              <a:ext uri="{FF2B5EF4-FFF2-40B4-BE49-F238E27FC236}">
                <a16:creationId xmlns:a16="http://schemas.microsoft.com/office/drawing/2014/main" id="{F1CDACA1-F1C0-449D-A27F-AD41FDE01425}"/>
              </a:ext>
            </a:extLst>
          </p:cNvPr>
          <p:cNvSpPr>
            <a:spLocks noGrp="1"/>
          </p:cNvSpPr>
          <p:nvPr/>
        </p:nvSpPr>
        <p:spPr>
          <a:xfrm>
            <a:off x="817282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8" name="A1_bar_Cryo_13891">
            <a:extLst>
              <a:ext uri="{FF2B5EF4-FFF2-40B4-BE49-F238E27FC236}">
                <a16:creationId xmlns:a16="http://schemas.microsoft.com/office/drawing/2014/main" id="{6FB46D5C-CCAB-42CD-B1AB-FB5FEB66EB1D}"/>
              </a:ext>
            </a:extLst>
          </p:cNvPr>
          <p:cNvSpPr>
            <a:spLocks noGrp="1"/>
          </p:cNvSpPr>
          <p:nvPr/>
        </p:nvSpPr>
        <p:spPr>
          <a:xfrm>
            <a:off x="808779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9" name="A1_bar_Cryo_13892">
            <a:extLst>
              <a:ext uri="{FF2B5EF4-FFF2-40B4-BE49-F238E27FC236}">
                <a16:creationId xmlns:a16="http://schemas.microsoft.com/office/drawing/2014/main" id="{D8E8BC40-1B8A-43BA-BAE2-AEFE9D9A5B02}"/>
              </a:ext>
            </a:extLst>
          </p:cNvPr>
          <p:cNvSpPr>
            <a:spLocks noGrp="1"/>
          </p:cNvSpPr>
          <p:nvPr/>
        </p:nvSpPr>
        <p:spPr>
          <a:xfrm>
            <a:off x="828683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0" name="A1_bar_Cryo_13893">
            <a:extLst>
              <a:ext uri="{FF2B5EF4-FFF2-40B4-BE49-F238E27FC236}">
                <a16:creationId xmlns:a16="http://schemas.microsoft.com/office/drawing/2014/main" id="{5924C8BB-5DB0-4739-B457-BCDA29666FED}"/>
              </a:ext>
            </a:extLst>
          </p:cNvPr>
          <p:cNvSpPr>
            <a:spLocks noGrp="1"/>
          </p:cNvSpPr>
          <p:nvPr/>
        </p:nvSpPr>
        <p:spPr>
          <a:xfrm>
            <a:off x="8183380" y="60279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1" name="A1_bar_Cryo_13894">
            <a:extLst>
              <a:ext uri="{FF2B5EF4-FFF2-40B4-BE49-F238E27FC236}">
                <a16:creationId xmlns:a16="http://schemas.microsoft.com/office/drawing/2014/main" id="{4ECE7171-9272-4FE2-BC43-EC7F623B1348}"/>
              </a:ext>
            </a:extLst>
          </p:cNvPr>
          <p:cNvSpPr>
            <a:spLocks noGrp="1"/>
          </p:cNvSpPr>
          <p:nvPr/>
        </p:nvSpPr>
        <p:spPr>
          <a:xfrm>
            <a:off x="825787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2" name="A1_bar_Cryo_13895">
            <a:extLst>
              <a:ext uri="{FF2B5EF4-FFF2-40B4-BE49-F238E27FC236}">
                <a16:creationId xmlns:a16="http://schemas.microsoft.com/office/drawing/2014/main" id="{008504A6-C473-4D4A-8F20-BFF92D90E04D}"/>
              </a:ext>
            </a:extLst>
          </p:cNvPr>
          <p:cNvSpPr>
            <a:spLocks noGrp="1"/>
          </p:cNvSpPr>
          <p:nvPr/>
        </p:nvSpPr>
        <p:spPr>
          <a:xfrm>
            <a:off x="8210545" y="405777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3" name="A1_bar_Cryo_13896">
            <a:extLst>
              <a:ext uri="{FF2B5EF4-FFF2-40B4-BE49-F238E27FC236}">
                <a16:creationId xmlns:a16="http://schemas.microsoft.com/office/drawing/2014/main" id="{E7CEEAC0-9504-45DE-83FD-194E1DCC0584}"/>
              </a:ext>
            </a:extLst>
          </p:cNvPr>
          <p:cNvSpPr>
            <a:spLocks noGrp="1"/>
          </p:cNvSpPr>
          <p:nvPr/>
        </p:nvSpPr>
        <p:spPr>
          <a:xfrm>
            <a:off x="8297835" y="42812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4" name="A1_bar_Cryo_13897">
            <a:extLst>
              <a:ext uri="{FF2B5EF4-FFF2-40B4-BE49-F238E27FC236}">
                <a16:creationId xmlns:a16="http://schemas.microsoft.com/office/drawing/2014/main" id="{C7C736AA-D88D-46E8-BFBE-9456D7E4333A}"/>
              </a:ext>
            </a:extLst>
          </p:cNvPr>
          <p:cNvSpPr>
            <a:spLocks noGrp="1"/>
          </p:cNvSpPr>
          <p:nvPr/>
        </p:nvSpPr>
        <p:spPr>
          <a:xfrm>
            <a:off x="8092856" y="39066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5" name="A1_bar_Cryo_13898">
            <a:extLst>
              <a:ext uri="{FF2B5EF4-FFF2-40B4-BE49-F238E27FC236}">
                <a16:creationId xmlns:a16="http://schemas.microsoft.com/office/drawing/2014/main" id="{A7AB41ED-AFA5-46E6-94EC-C9E093B479F7}"/>
              </a:ext>
            </a:extLst>
          </p:cNvPr>
          <p:cNvSpPr>
            <a:spLocks noGrp="1"/>
          </p:cNvSpPr>
          <p:nvPr/>
        </p:nvSpPr>
        <p:spPr>
          <a:xfrm>
            <a:off x="823618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6" name="A1_bar_Cryo_13899">
            <a:extLst>
              <a:ext uri="{FF2B5EF4-FFF2-40B4-BE49-F238E27FC236}">
                <a16:creationId xmlns:a16="http://schemas.microsoft.com/office/drawing/2014/main" id="{D9D10006-916E-4959-B2AC-9B1024575382}"/>
              </a:ext>
            </a:extLst>
          </p:cNvPr>
          <p:cNvSpPr>
            <a:spLocks noGrp="1"/>
          </p:cNvSpPr>
          <p:nvPr/>
        </p:nvSpPr>
        <p:spPr>
          <a:xfrm>
            <a:off x="827968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7" name="A1_bar_Cryo_13900">
            <a:extLst>
              <a:ext uri="{FF2B5EF4-FFF2-40B4-BE49-F238E27FC236}">
                <a16:creationId xmlns:a16="http://schemas.microsoft.com/office/drawing/2014/main" id="{D3D714D3-25AA-4798-82FF-C4D2A649850B}"/>
              </a:ext>
            </a:extLst>
          </p:cNvPr>
          <p:cNvSpPr>
            <a:spLocks noGrp="1"/>
          </p:cNvSpPr>
          <p:nvPr/>
        </p:nvSpPr>
        <p:spPr>
          <a:xfrm>
            <a:off x="8282379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8" name="A1_bar_Cryo_13901">
            <a:extLst>
              <a:ext uri="{FF2B5EF4-FFF2-40B4-BE49-F238E27FC236}">
                <a16:creationId xmlns:a16="http://schemas.microsoft.com/office/drawing/2014/main" id="{DE65391C-72E9-4FDA-A129-B9206275FF07}"/>
              </a:ext>
            </a:extLst>
          </p:cNvPr>
          <p:cNvSpPr>
            <a:spLocks noGrp="1"/>
          </p:cNvSpPr>
          <p:nvPr/>
        </p:nvSpPr>
        <p:spPr>
          <a:xfrm>
            <a:off x="827200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9" name="A1_bar_Cryo_13902">
            <a:extLst>
              <a:ext uri="{FF2B5EF4-FFF2-40B4-BE49-F238E27FC236}">
                <a16:creationId xmlns:a16="http://schemas.microsoft.com/office/drawing/2014/main" id="{BD4A5D70-95FF-4412-8668-F5F8C38F7FBF}"/>
              </a:ext>
            </a:extLst>
          </p:cNvPr>
          <p:cNvSpPr>
            <a:spLocks noGrp="1"/>
          </p:cNvSpPr>
          <p:nvPr/>
        </p:nvSpPr>
        <p:spPr>
          <a:xfrm>
            <a:off x="8237343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0" name="A1_bar_Cryo_13903">
            <a:extLst>
              <a:ext uri="{FF2B5EF4-FFF2-40B4-BE49-F238E27FC236}">
                <a16:creationId xmlns:a16="http://schemas.microsoft.com/office/drawing/2014/main" id="{85B18294-12FD-4F83-8357-50A7D1E4D0AA}"/>
              </a:ext>
            </a:extLst>
          </p:cNvPr>
          <p:cNvSpPr>
            <a:spLocks noGrp="1"/>
          </p:cNvSpPr>
          <p:nvPr/>
        </p:nvSpPr>
        <p:spPr>
          <a:xfrm>
            <a:off x="8120825" y="59691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1" name="A1_bar_Cryo_13904">
            <a:extLst>
              <a:ext uri="{FF2B5EF4-FFF2-40B4-BE49-F238E27FC236}">
                <a16:creationId xmlns:a16="http://schemas.microsoft.com/office/drawing/2014/main" id="{E2EDEA9F-EBB3-4456-94DC-68A394E7A951}"/>
              </a:ext>
            </a:extLst>
          </p:cNvPr>
          <p:cNvSpPr>
            <a:spLocks noGrp="1"/>
          </p:cNvSpPr>
          <p:nvPr/>
        </p:nvSpPr>
        <p:spPr>
          <a:xfrm>
            <a:off x="8260220" y="53503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2" name="A1_bar_Cryo_13905">
            <a:extLst>
              <a:ext uri="{FF2B5EF4-FFF2-40B4-BE49-F238E27FC236}">
                <a16:creationId xmlns:a16="http://schemas.microsoft.com/office/drawing/2014/main" id="{26F079A5-E113-4ECC-9AFC-C1D6DFA629C5}"/>
              </a:ext>
            </a:extLst>
          </p:cNvPr>
          <p:cNvSpPr>
            <a:spLocks noGrp="1"/>
          </p:cNvSpPr>
          <p:nvPr/>
        </p:nvSpPr>
        <p:spPr>
          <a:xfrm>
            <a:off x="8154188" y="59521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3" name="A1_bar_Cryo_13906">
            <a:extLst>
              <a:ext uri="{FF2B5EF4-FFF2-40B4-BE49-F238E27FC236}">
                <a16:creationId xmlns:a16="http://schemas.microsoft.com/office/drawing/2014/main" id="{2E2E64E5-E621-4587-B15E-02115E85E2A1}"/>
              </a:ext>
            </a:extLst>
          </p:cNvPr>
          <p:cNvSpPr>
            <a:spLocks noGrp="1"/>
          </p:cNvSpPr>
          <p:nvPr/>
        </p:nvSpPr>
        <p:spPr>
          <a:xfrm>
            <a:off x="808787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4" name="A1_bar_Cryo_13907">
            <a:extLst>
              <a:ext uri="{FF2B5EF4-FFF2-40B4-BE49-F238E27FC236}">
                <a16:creationId xmlns:a16="http://schemas.microsoft.com/office/drawing/2014/main" id="{8A210932-7C30-4AD9-AADD-331C91714E0D}"/>
              </a:ext>
            </a:extLst>
          </p:cNvPr>
          <p:cNvSpPr>
            <a:spLocks noGrp="1"/>
          </p:cNvSpPr>
          <p:nvPr/>
        </p:nvSpPr>
        <p:spPr>
          <a:xfrm>
            <a:off x="8094927" y="5888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5" name="A1_bar_Cryo_13908">
            <a:extLst>
              <a:ext uri="{FF2B5EF4-FFF2-40B4-BE49-F238E27FC236}">
                <a16:creationId xmlns:a16="http://schemas.microsoft.com/office/drawing/2014/main" id="{67FAB9AC-AF88-4CDA-8DB5-5B4CAC2182F6}"/>
              </a:ext>
            </a:extLst>
          </p:cNvPr>
          <p:cNvSpPr>
            <a:spLocks noGrp="1"/>
          </p:cNvSpPr>
          <p:nvPr/>
        </p:nvSpPr>
        <p:spPr>
          <a:xfrm>
            <a:off x="8225644" y="41307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6" name="A1_bar_Cryo_13909">
            <a:extLst>
              <a:ext uri="{FF2B5EF4-FFF2-40B4-BE49-F238E27FC236}">
                <a16:creationId xmlns:a16="http://schemas.microsoft.com/office/drawing/2014/main" id="{C5B9E7BC-9DDD-4DE0-8891-1A30FC934908}"/>
              </a:ext>
            </a:extLst>
          </p:cNvPr>
          <p:cNvSpPr>
            <a:spLocks noGrp="1"/>
          </p:cNvSpPr>
          <p:nvPr/>
        </p:nvSpPr>
        <p:spPr>
          <a:xfrm>
            <a:off x="8213146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7" name="A1_bar_Cryo_13910">
            <a:extLst>
              <a:ext uri="{FF2B5EF4-FFF2-40B4-BE49-F238E27FC236}">
                <a16:creationId xmlns:a16="http://schemas.microsoft.com/office/drawing/2014/main" id="{956A31DF-7BD2-4AA7-8C02-36824963294F}"/>
              </a:ext>
            </a:extLst>
          </p:cNvPr>
          <p:cNvSpPr>
            <a:spLocks noGrp="1"/>
          </p:cNvSpPr>
          <p:nvPr/>
        </p:nvSpPr>
        <p:spPr>
          <a:xfrm>
            <a:off x="810571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8" name="A1_bar_Cryo_13911">
            <a:extLst>
              <a:ext uri="{FF2B5EF4-FFF2-40B4-BE49-F238E27FC236}">
                <a16:creationId xmlns:a16="http://schemas.microsoft.com/office/drawing/2014/main" id="{9527B094-88EB-4A05-8E93-54EA552F7632}"/>
              </a:ext>
            </a:extLst>
          </p:cNvPr>
          <p:cNvSpPr>
            <a:spLocks noGrp="1"/>
          </p:cNvSpPr>
          <p:nvPr/>
        </p:nvSpPr>
        <p:spPr>
          <a:xfrm>
            <a:off x="813868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9" name="A1_bar_Cryo_13912">
            <a:extLst>
              <a:ext uri="{FF2B5EF4-FFF2-40B4-BE49-F238E27FC236}">
                <a16:creationId xmlns:a16="http://schemas.microsoft.com/office/drawing/2014/main" id="{FD81C9A1-E728-46A8-ADA2-5D5BA5BDD0FB}"/>
              </a:ext>
            </a:extLst>
          </p:cNvPr>
          <p:cNvSpPr>
            <a:spLocks noGrp="1"/>
          </p:cNvSpPr>
          <p:nvPr/>
        </p:nvSpPr>
        <p:spPr>
          <a:xfrm>
            <a:off x="8124212" y="517841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0" name="A1_bar_Cryo_13913">
            <a:extLst>
              <a:ext uri="{FF2B5EF4-FFF2-40B4-BE49-F238E27FC236}">
                <a16:creationId xmlns:a16="http://schemas.microsoft.com/office/drawing/2014/main" id="{D303D2B4-2B09-4D50-BECB-9068ED55D8FB}"/>
              </a:ext>
            </a:extLst>
          </p:cNvPr>
          <p:cNvSpPr>
            <a:spLocks noGrp="1"/>
          </p:cNvSpPr>
          <p:nvPr/>
        </p:nvSpPr>
        <p:spPr>
          <a:xfrm>
            <a:off x="8253039" y="56964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1" name="A1_bar_Cryo_13914">
            <a:extLst>
              <a:ext uri="{FF2B5EF4-FFF2-40B4-BE49-F238E27FC236}">
                <a16:creationId xmlns:a16="http://schemas.microsoft.com/office/drawing/2014/main" id="{195D1B0C-00DA-4D59-813D-198920CD4B1A}"/>
              </a:ext>
            </a:extLst>
          </p:cNvPr>
          <p:cNvSpPr>
            <a:spLocks noGrp="1"/>
          </p:cNvSpPr>
          <p:nvPr/>
        </p:nvSpPr>
        <p:spPr>
          <a:xfrm>
            <a:off x="814314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2" name="A1_bar_Cryo_13915">
            <a:extLst>
              <a:ext uri="{FF2B5EF4-FFF2-40B4-BE49-F238E27FC236}">
                <a16:creationId xmlns:a16="http://schemas.microsoft.com/office/drawing/2014/main" id="{705937C5-9FDC-4176-82F3-FBACA30C4166}"/>
              </a:ext>
            </a:extLst>
          </p:cNvPr>
          <p:cNvSpPr>
            <a:spLocks noGrp="1"/>
          </p:cNvSpPr>
          <p:nvPr/>
        </p:nvSpPr>
        <p:spPr>
          <a:xfrm>
            <a:off x="808056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3" name="A1_bar_Cryo_13916">
            <a:extLst>
              <a:ext uri="{FF2B5EF4-FFF2-40B4-BE49-F238E27FC236}">
                <a16:creationId xmlns:a16="http://schemas.microsoft.com/office/drawing/2014/main" id="{855F92EE-9A88-4900-BF59-6718E9C1AC33}"/>
              </a:ext>
            </a:extLst>
          </p:cNvPr>
          <p:cNvSpPr>
            <a:spLocks noGrp="1"/>
          </p:cNvSpPr>
          <p:nvPr/>
        </p:nvSpPr>
        <p:spPr>
          <a:xfrm>
            <a:off x="8115972" y="600908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4" name="A1_bar_Cryo_13917">
            <a:extLst>
              <a:ext uri="{FF2B5EF4-FFF2-40B4-BE49-F238E27FC236}">
                <a16:creationId xmlns:a16="http://schemas.microsoft.com/office/drawing/2014/main" id="{3FCC91CD-5C00-4992-8B0F-DA76B0A7B115}"/>
              </a:ext>
            </a:extLst>
          </p:cNvPr>
          <p:cNvSpPr>
            <a:spLocks noGrp="1"/>
          </p:cNvSpPr>
          <p:nvPr/>
        </p:nvSpPr>
        <p:spPr>
          <a:xfrm>
            <a:off x="820481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5" name="A1_bar_Cryo_13918">
            <a:extLst>
              <a:ext uri="{FF2B5EF4-FFF2-40B4-BE49-F238E27FC236}">
                <a16:creationId xmlns:a16="http://schemas.microsoft.com/office/drawing/2014/main" id="{04780B25-9C8F-4F77-8222-781B42CD28F6}"/>
              </a:ext>
            </a:extLst>
          </p:cNvPr>
          <p:cNvSpPr>
            <a:spLocks noGrp="1"/>
          </p:cNvSpPr>
          <p:nvPr/>
        </p:nvSpPr>
        <p:spPr>
          <a:xfrm>
            <a:off x="8243569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6" name="A1_bar_Cryo_13919">
            <a:extLst>
              <a:ext uri="{FF2B5EF4-FFF2-40B4-BE49-F238E27FC236}">
                <a16:creationId xmlns:a16="http://schemas.microsoft.com/office/drawing/2014/main" id="{1073731A-2C9A-493A-BEAC-540A41C992CD}"/>
              </a:ext>
            </a:extLst>
          </p:cNvPr>
          <p:cNvSpPr>
            <a:spLocks noGrp="1"/>
          </p:cNvSpPr>
          <p:nvPr/>
        </p:nvSpPr>
        <p:spPr>
          <a:xfrm>
            <a:off x="8262211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7" name="A1_bar_Cryo_13920">
            <a:extLst>
              <a:ext uri="{FF2B5EF4-FFF2-40B4-BE49-F238E27FC236}">
                <a16:creationId xmlns:a16="http://schemas.microsoft.com/office/drawing/2014/main" id="{5EC452FF-312A-42B6-886F-B6869CFC599F}"/>
              </a:ext>
            </a:extLst>
          </p:cNvPr>
          <p:cNvSpPr>
            <a:spLocks noGrp="1"/>
          </p:cNvSpPr>
          <p:nvPr/>
        </p:nvSpPr>
        <p:spPr>
          <a:xfrm>
            <a:off x="820439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8" name="A1_bar_Cryo_13921">
            <a:extLst>
              <a:ext uri="{FF2B5EF4-FFF2-40B4-BE49-F238E27FC236}">
                <a16:creationId xmlns:a16="http://schemas.microsoft.com/office/drawing/2014/main" id="{A69871BC-AE1D-4370-947F-C390936A9A1B}"/>
              </a:ext>
            </a:extLst>
          </p:cNvPr>
          <p:cNvSpPr>
            <a:spLocks noGrp="1"/>
          </p:cNvSpPr>
          <p:nvPr/>
        </p:nvSpPr>
        <p:spPr>
          <a:xfrm>
            <a:off x="807469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9" name="A1_bar_Cryo_13922">
            <a:extLst>
              <a:ext uri="{FF2B5EF4-FFF2-40B4-BE49-F238E27FC236}">
                <a16:creationId xmlns:a16="http://schemas.microsoft.com/office/drawing/2014/main" id="{34F3E9B3-08FD-4A11-B817-A7BFA1F44CBB}"/>
              </a:ext>
            </a:extLst>
          </p:cNvPr>
          <p:cNvSpPr>
            <a:spLocks noGrp="1"/>
          </p:cNvSpPr>
          <p:nvPr/>
        </p:nvSpPr>
        <p:spPr>
          <a:xfrm>
            <a:off x="820652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0" name="A1_bar_Cryo_13923">
            <a:extLst>
              <a:ext uri="{FF2B5EF4-FFF2-40B4-BE49-F238E27FC236}">
                <a16:creationId xmlns:a16="http://schemas.microsoft.com/office/drawing/2014/main" id="{46A4128F-3C12-48A5-A94E-8B89463D34A1}"/>
              </a:ext>
            </a:extLst>
          </p:cNvPr>
          <p:cNvSpPr>
            <a:spLocks noGrp="1"/>
          </p:cNvSpPr>
          <p:nvPr/>
        </p:nvSpPr>
        <p:spPr>
          <a:xfrm>
            <a:off x="812397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1" name="A1_bar_Cryo_13924">
            <a:extLst>
              <a:ext uri="{FF2B5EF4-FFF2-40B4-BE49-F238E27FC236}">
                <a16:creationId xmlns:a16="http://schemas.microsoft.com/office/drawing/2014/main" id="{69CAF520-55F9-4762-A604-4EB60B4A57C3}"/>
              </a:ext>
            </a:extLst>
          </p:cNvPr>
          <p:cNvSpPr>
            <a:spLocks noGrp="1"/>
          </p:cNvSpPr>
          <p:nvPr/>
        </p:nvSpPr>
        <p:spPr>
          <a:xfrm>
            <a:off x="8251104" y="437335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2" name="A1_bar_Cryo_13925">
            <a:extLst>
              <a:ext uri="{FF2B5EF4-FFF2-40B4-BE49-F238E27FC236}">
                <a16:creationId xmlns:a16="http://schemas.microsoft.com/office/drawing/2014/main" id="{DE1877AA-AA94-4FD8-AF43-DB5B52D62039}"/>
              </a:ext>
            </a:extLst>
          </p:cNvPr>
          <p:cNvSpPr>
            <a:spLocks noGrp="1"/>
          </p:cNvSpPr>
          <p:nvPr/>
        </p:nvSpPr>
        <p:spPr>
          <a:xfrm>
            <a:off x="8257221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3" name="A1_bar_Cryo_13926">
            <a:extLst>
              <a:ext uri="{FF2B5EF4-FFF2-40B4-BE49-F238E27FC236}">
                <a16:creationId xmlns:a16="http://schemas.microsoft.com/office/drawing/2014/main" id="{BEA4AE0A-ED17-4FCA-854C-25620268C8FF}"/>
              </a:ext>
            </a:extLst>
          </p:cNvPr>
          <p:cNvSpPr>
            <a:spLocks noGrp="1"/>
          </p:cNvSpPr>
          <p:nvPr/>
        </p:nvSpPr>
        <p:spPr>
          <a:xfrm>
            <a:off x="8224099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4" name="A1_bar_Cryo_13927">
            <a:extLst>
              <a:ext uri="{FF2B5EF4-FFF2-40B4-BE49-F238E27FC236}">
                <a16:creationId xmlns:a16="http://schemas.microsoft.com/office/drawing/2014/main" id="{32C87BE8-89B5-4359-8BBC-9C26B064CBD8}"/>
              </a:ext>
            </a:extLst>
          </p:cNvPr>
          <p:cNvSpPr>
            <a:spLocks noGrp="1"/>
          </p:cNvSpPr>
          <p:nvPr/>
        </p:nvSpPr>
        <p:spPr>
          <a:xfrm>
            <a:off x="827115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5" name="A1_bar_Cryo_13928">
            <a:extLst>
              <a:ext uri="{FF2B5EF4-FFF2-40B4-BE49-F238E27FC236}">
                <a16:creationId xmlns:a16="http://schemas.microsoft.com/office/drawing/2014/main" id="{BA16A9AD-1AC9-47D0-8F2B-51E9D0B6D90C}"/>
              </a:ext>
            </a:extLst>
          </p:cNvPr>
          <p:cNvSpPr>
            <a:spLocks noGrp="1"/>
          </p:cNvSpPr>
          <p:nvPr/>
        </p:nvSpPr>
        <p:spPr>
          <a:xfrm>
            <a:off x="8177981" y="38042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6" name="A1_bar_Cryo_13929">
            <a:extLst>
              <a:ext uri="{FF2B5EF4-FFF2-40B4-BE49-F238E27FC236}">
                <a16:creationId xmlns:a16="http://schemas.microsoft.com/office/drawing/2014/main" id="{3A6147F5-A6F8-4CF9-89AA-7AE5B0F8C465}"/>
              </a:ext>
            </a:extLst>
          </p:cNvPr>
          <p:cNvSpPr>
            <a:spLocks noGrp="1"/>
          </p:cNvSpPr>
          <p:nvPr/>
        </p:nvSpPr>
        <p:spPr>
          <a:xfrm>
            <a:off x="821444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7" name="A1_bar_Cryo_13930">
            <a:extLst>
              <a:ext uri="{FF2B5EF4-FFF2-40B4-BE49-F238E27FC236}">
                <a16:creationId xmlns:a16="http://schemas.microsoft.com/office/drawing/2014/main" id="{8BFF1A67-A184-49BE-A03C-58F5BDE58E62}"/>
              </a:ext>
            </a:extLst>
          </p:cNvPr>
          <p:cNvSpPr>
            <a:spLocks noGrp="1"/>
          </p:cNvSpPr>
          <p:nvPr/>
        </p:nvSpPr>
        <p:spPr>
          <a:xfrm>
            <a:off x="826862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8" name="A1_bar_Cryo_13931">
            <a:extLst>
              <a:ext uri="{FF2B5EF4-FFF2-40B4-BE49-F238E27FC236}">
                <a16:creationId xmlns:a16="http://schemas.microsoft.com/office/drawing/2014/main" id="{49B45553-DF8E-4E5E-96BF-CE85586B9C29}"/>
              </a:ext>
            </a:extLst>
          </p:cNvPr>
          <p:cNvSpPr>
            <a:spLocks noGrp="1"/>
          </p:cNvSpPr>
          <p:nvPr/>
        </p:nvSpPr>
        <p:spPr>
          <a:xfrm>
            <a:off x="8175343" y="54421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9" name="A1_bar_Cryo_13932">
            <a:extLst>
              <a:ext uri="{FF2B5EF4-FFF2-40B4-BE49-F238E27FC236}">
                <a16:creationId xmlns:a16="http://schemas.microsoft.com/office/drawing/2014/main" id="{21E8D419-A8E8-41C5-B00F-A782F4E41681}"/>
              </a:ext>
            </a:extLst>
          </p:cNvPr>
          <p:cNvSpPr>
            <a:spLocks noGrp="1"/>
          </p:cNvSpPr>
          <p:nvPr/>
        </p:nvSpPr>
        <p:spPr>
          <a:xfrm>
            <a:off x="818100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0" name="A1_bar_Cryo_13933">
            <a:extLst>
              <a:ext uri="{FF2B5EF4-FFF2-40B4-BE49-F238E27FC236}">
                <a16:creationId xmlns:a16="http://schemas.microsoft.com/office/drawing/2014/main" id="{239E1F43-EDAA-4707-9799-5A04D679E564}"/>
              </a:ext>
            </a:extLst>
          </p:cNvPr>
          <p:cNvSpPr>
            <a:spLocks noGrp="1"/>
          </p:cNvSpPr>
          <p:nvPr/>
        </p:nvSpPr>
        <p:spPr>
          <a:xfrm>
            <a:off x="830466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1" name="A1_bar_Cryo_13934">
            <a:extLst>
              <a:ext uri="{FF2B5EF4-FFF2-40B4-BE49-F238E27FC236}">
                <a16:creationId xmlns:a16="http://schemas.microsoft.com/office/drawing/2014/main" id="{47D05511-C1E7-4153-9482-6FB584AC24A4}"/>
              </a:ext>
            </a:extLst>
          </p:cNvPr>
          <p:cNvSpPr>
            <a:spLocks noGrp="1"/>
          </p:cNvSpPr>
          <p:nvPr/>
        </p:nvSpPr>
        <p:spPr>
          <a:xfrm>
            <a:off x="8223466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2" name="A1_bar_Cryo_13935">
            <a:extLst>
              <a:ext uri="{FF2B5EF4-FFF2-40B4-BE49-F238E27FC236}">
                <a16:creationId xmlns:a16="http://schemas.microsoft.com/office/drawing/2014/main" id="{9FA98BBE-4802-43FE-A66F-94C6D2B4528C}"/>
              </a:ext>
            </a:extLst>
          </p:cNvPr>
          <p:cNvSpPr>
            <a:spLocks noGrp="1"/>
          </p:cNvSpPr>
          <p:nvPr/>
        </p:nvSpPr>
        <p:spPr>
          <a:xfrm>
            <a:off x="8084425" y="605851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3" name="A1_bar_Cryo_13936">
            <a:extLst>
              <a:ext uri="{FF2B5EF4-FFF2-40B4-BE49-F238E27FC236}">
                <a16:creationId xmlns:a16="http://schemas.microsoft.com/office/drawing/2014/main" id="{1CAF900E-5D90-4F97-8AAA-4D67118C6BF8}"/>
              </a:ext>
            </a:extLst>
          </p:cNvPr>
          <p:cNvSpPr>
            <a:spLocks noGrp="1"/>
          </p:cNvSpPr>
          <p:nvPr/>
        </p:nvSpPr>
        <p:spPr>
          <a:xfrm>
            <a:off x="808321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4" name="A1_bar_Cryo_13937">
            <a:extLst>
              <a:ext uri="{FF2B5EF4-FFF2-40B4-BE49-F238E27FC236}">
                <a16:creationId xmlns:a16="http://schemas.microsoft.com/office/drawing/2014/main" id="{76302962-BBD2-49CD-A05E-7A08E3E2A192}"/>
              </a:ext>
            </a:extLst>
          </p:cNvPr>
          <p:cNvSpPr>
            <a:spLocks noGrp="1"/>
          </p:cNvSpPr>
          <p:nvPr/>
        </p:nvSpPr>
        <p:spPr>
          <a:xfrm>
            <a:off x="8075715" y="402702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5" name="A1_bar_Cryo_13938">
            <a:extLst>
              <a:ext uri="{FF2B5EF4-FFF2-40B4-BE49-F238E27FC236}">
                <a16:creationId xmlns:a16="http://schemas.microsoft.com/office/drawing/2014/main" id="{8775E0BC-E083-4763-A81E-6ADDD501056D}"/>
              </a:ext>
            </a:extLst>
          </p:cNvPr>
          <p:cNvSpPr>
            <a:spLocks noGrp="1"/>
          </p:cNvSpPr>
          <p:nvPr/>
        </p:nvSpPr>
        <p:spPr>
          <a:xfrm>
            <a:off x="8104872" y="59219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6" name="A1_bar_Cryo_13939">
            <a:extLst>
              <a:ext uri="{FF2B5EF4-FFF2-40B4-BE49-F238E27FC236}">
                <a16:creationId xmlns:a16="http://schemas.microsoft.com/office/drawing/2014/main" id="{AEED8B6D-6CD3-4000-9276-B1E1DC3953A0}"/>
              </a:ext>
            </a:extLst>
          </p:cNvPr>
          <p:cNvSpPr>
            <a:spLocks noGrp="1"/>
          </p:cNvSpPr>
          <p:nvPr/>
        </p:nvSpPr>
        <p:spPr>
          <a:xfrm>
            <a:off x="8205794" y="4599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7" name="A1_bar_Cryo_13940">
            <a:extLst>
              <a:ext uri="{FF2B5EF4-FFF2-40B4-BE49-F238E27FC236}">
                <a16:creationId xmlns:a16="http://schemas.microsoft.com/office/drawing/2014/main" id="{6E2729C8-AE66-4EF1-A951-660256992D5A}"/>
              </a:ext>
            </a:extLst>
          </p:cNvPr>
          <p:cNvSpPr>
            <a:spLocks noGrp="1"/>
          </p:cNvSpPr>
          <p:nvPr/>
        </p:nvSpPr>
        <p:spPr>
          <a:xfrm>
            <a:off x="8273357" y="60104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8" name="A1_bar_Cryo_13941">
            <a:extLst>
              <a:ext uri="{FF2B5EF4-FFF2-40B4-BE49-F238E27FC236}">
                <a16:creationId xmlns:a16="http://schemas.microsoft.com/office/drawing/2014/main" id="{E3E1A9C8-3FB1-41F8-B26A-62AC3509BD9E}"/>
              </a:ext>
            </a:extLst>
          </p:cNvPr>
          <p:cNvSpPr>
            <a:spLocks noGrp="1"/>
          </p:cNvSpPr>
          <p:nvPr/>
        </p:nvSpPr>
        <p:spPr>
          <a:xfrm>
            <a:off x="8154530" y="587304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9" name="A1_bar_Cryo_13942">
            <a:extLst>
              <a:ext uri="{FF2B5EF4-FFF2-40B4-BE49-F238E27FC236}">
                <a16:creationId xmlns:a16="http://schemas.microsoft.com/office/drawing/2014/main" id="{4D3FD531-A4F5-48F8-A17B-8420C52E421C}"/>
              </a:ext>
            </a:extLst>
          </p:cNvPr>
          <p:cNvSpPr>
            <a:spLocks noGrp="1"/>
          </p:cNvSpPr>
          <p:nvPr/>
        </p:nvSpPr>
        <p:spPr>
          <a:xfrm>
            <a:off x="829055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0" name="A1_bar_Cryo_13943">
            <a:extLst>
              <a:ext uri="{FF2B5EF4-FFF2-40B4-BE49-F238E27FC236}">
                <a16:creationId xmlns:a16="http://schemas.microsoft.com/office/drawing/2014/main" id="{ACB4FB04-E507-4CA8-B9BD-C6A69F12389C}"/>
              </a:ext>
            </a:extLst>
          </p:cNvPr>
          <p:cNvSpPr>
            <a:spLocks noGrp="1"/>
          </p:cNvSpPr>
          <p:nvPr/>
        </p:nvSpPr>
        <p:spPr>
          <a:xfrm>
            <a:off x="8232013" y="6053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1" name="A1_bar_Cryo_13944">
            <a:extLst>
              <a:ext uri="{FF2B5EF4-FFF2-40B4-BE49-F238E27FC236}">
                <a16:creationId xmlns:a16="http://schemas.microsoft.com/office/drawing/2014/main" id="{52A3B2F2-42CE-4B13-91D9-6495D3A54F8C}"/>
              </a:ext>
            </a:extLst>
          </p:cNvPr>
          <p:cNvSpPr>
            <a:spLocks noGrp="1"/>
          </p:cNvSpPr>
          <p:nvPr/>
        </p:nvSpPr>
        <p:spPr>
          <a:xfrm>
            <a:off x="8206750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2" name="A1_bar_Cryo_13945">
            <a:extLst>
              <a:ext uri="{FF2B5EF4-FFF2-40B4-BE49-F238E27FC236}">
                <a16:creationId xmlns:a16="http://schemas.microsoft.com/office/drawing/2014/main" id="{33554880-18BE-4A50-8D01-DD750D75240B}"/>
              </a:ext>
            </a:extLst>
          </p:cNvPr>
          <p:cNvSpPr>
            <a:spLocks noGrp="1"/>
          </p:cNvSpPr>
          <p:nvPr/>
        </p:nvSpPr>
        <p:spPr>
          <a:xfrm>
            <a:off x="821565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3" name="A1_bar_Cryo_13946">
            <a:extLst>
              <a:ext uri="{FF2B5EF4-FFF2-40B4-BE49-F238E27FC236}">
                <a16:creationId xmlns:a16="http://schemas.microsoft.com/office/drawing/2014/main" id="{C419B738-D275-4020-8711-0A11077690F8}"/>
              </a:ext>
            </a:extLst>
          </p:cNvPr>
          <p:cNvSpPr>
            <a:spLocks noGrp="1"/>
          </p:cNvSpPr>
          <p:nvPr/>
        </p:nvSpPr>
        <p:spPr>
          <a:xfrm>
            <a:off x="829824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4" name="A1_bar_Cryo_13947">
            <a:extLst>
              <a:ext uri="{FF2B5EF4-FFF2-40B4-BE49-F238E27FC236}">
                <a16:creationId xmlns:a16="http://schemas.microsoft.com/office/drawing/2014/main" id="{D5FBF90D-D12F-4F98-9F41-87A8B67D8285}"/>
              </a:ext>
            </a:extLst>
          </p:cNvPr>
          <p:cNvSpPr>
            <a:spLocks noGrp="1"/>
          </p:cNvSpPr>
          <p:nvPr/>
        </p:nvSpPr>
        <p:spPr>
          <a:xfrm>
            <a:off x="814374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5" name="A1_bar_Cryo_13948">
            <a:extLst>
              <a:ext uri="{FF2B5EF4-FFF2-40B4-BE49-F238E27FC236}">
                <a16:creationId xmlns:a16="http://schemas.microsoft.com/office/drawing/2014/main" id="{B88F356C-7DF5-4C66-A575-80E35C90BAA5}"/>
              </a:ext>
            </a:extLst>
          </p:cNvPr>
          <p:cNvSpPr>
            <a:spLocks noGrp="1"/>
          </p:cNvSpPr>
          <p:nvPr/>
        </p:nvSpPr>
        <p:spPr>
          <a:xfrm>
            <a:off x="823257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6" name="A1_bar_Cryo_13949">
            <a:extLst>
              <a:ext uri="{FF2B5EF4-FFF2-40B4-BE49-F238E27FC236}">
                <a16:creationId xmlns:a16="http://schemas.microsoft.com/office/drawing/2014/main" id="{56A691F8-89D2-4803-BD96-DD3E50E80CA1}"/>
              </a:ext>
            </a:extLst>
          </p:cNvPr>
          <p:cNvSpPr>
            <a:spLocks noGrp="1"/>
          </p:cNvSpPr>
          <p:nvPr/>
        </p:nvSpPr>
        <p:spPr>
          <a:xfrm>
            <a:off x="820555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7" name="A1_bar_Cryo_13950">
            <a:extLst>
              <a:ext uri="{FF2B5EF4-FFF2-40B4-BE49-F238E27FC236}">
                <a16:creationId xmlns:a16="http://schemas.microsoft.com/office/drawing/2014/main" id="{0E0F169A-F7FE-4069-B493-9FAAEBF94D0C}"/>
              </a:ext>
            </a:extLst>
          </p:cNvPr>
          <p:cNvSpPr>
            <a:spLocks noGrp="1"/>
          </p:cNvSpPr>
          <p:nvPr/>
        </p:nvSpPr>
        <p:spPr>
          <a:xfrm>
            <a:off x="8148431" y="55251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8" name="A1_bar_Cryo_13951">
            <a:extLst>
              <a:ext uri="{FF2B5EF4-FFF2-40B4-BE49-F238E27FC236}">
                <a16:creationId xmlns:a16="http://schemas.microsoft.com/office/drawing/2014/main" id="{409306B3-152C-4B98-A5C1-E115697F0966}"/>
              </a:ext>
            </a:extLst>
          </p:cNvPr>
          <p:cNvSpPr>
            <a:spLocks noGrp="1"/>
          </p:cNvSpPr>
          <p:nvPr/>
        </p:nvSpPr>
        <p:spPr>
          <a:xfrm>
            <a:off x="8143223" y="569231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9" name="A1_bar_Cryo_13952">
            <a:extLst>
              <a:ext uri="{FF2B5EF4-FFF2-40B4-BE49-F238E27FC236}">
                <a16:creationId xmlns:a16="http://schemas.microsoft.com/office/drawing/2014/main" id="{66CD904E-74F4-4AD8-B625-95BA43DDA631}"/>
              </a:ext>
            </a:extLst>
          </p:cNvPr>
          <p:cNvSpPr>
            <a:spLocks noGrp="1"/>
          </p:cNvSpPr>
          <p:nvPr/>
        </p:nvSpPr>
        <p:spPr>
          <a:xfrm>
            <a:off x="815703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0" name="A1_bar_Cryo_13953">
            <a:extLst>
              <a:ext uri="{FF2B5EF4-FFF2-40B4-BE49-F238E27FC236}">
                <a16:creationId xmlns:a16="http://schemas.microsoft.com/office/drawing/2014/main" id="{6CE2925B-8108-4C63-8071-90754AF4C978}"/>
              </a:ext>
            </a:extLst>
          </p:cNvPr>
          <p:cNvSpPr>
            <a:spLocks noGrp="1"/>
          </p:cNvSpPr>
          <p:nvPr/>
        </p:nvSpPr>
        <p:spPr>
          <a:xfrm>
            <a:off x="8274272" y="466736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1" name="A1_bar_Cryo_13954">
            <a:extLst>
              <a:ext uri="{FF2B5EF4-FFF2-40B4-BE49-F238E27FC236}">
                <a16:creationId xmlns:a16="http://schemas.microsoft.com/office/drawing/2014/main" id="{0138D142-0551-4873-AAC6-E4460B11AA3A}"/>
              </a:ext>
            </a:extLst>
          </p:cNvPr>
          <p:cNvSpPr>
            <a:spLocks noGrp="1"/>
          </p:cNvSpPr>
          <p:nvPr/>
        </p:nvSpPr>
        <p:spPr>
          <a:xfrm>
            <a:off x="8268190" y="49195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2" name="A1_bar_Cryo_13955">
            <a:extLst>
              <a:ext uri="{FF2B5EF4-FFF2-40B4-BE49-F238E27FC236}">
                <a16:creationId xmlns:a16="http://schemas.microsoft.com/office/drawing/2014/main" id="{8AEC26D5-2318-4916-B4EB-48AAD0436699}"/>
              </a:ext>
            </a:extLst>
          </p:cNvPr>
          <p:cNvSpPr>
            <a:spLocks noGrp="1"/>
          </p:cNvSpPr>
          <p:nvPr/>
        </p:nvSpPr>
        <p:spPr>
          <a:xfrm>
            <a:off x="807936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3" name="A1_bar_Cryo_13956">
            <a:extLst>
              <a:ext uri="{FF2B5EF4-FFF2-40B4-BE49-F238E27FC236}">
                <a16:creationId xmlns:a16="http://schemas.microsoft.com/office/drawing/2014/main" id="{76131683-213D-42E0-B61A-54AFB15DCC2A}"/>
              </a:ext>
            </a:extLst>
          </p:cNvPr>
          <p:cNvSpPr>
            <a:spLocks noGrp="1"/>
          </p:cNvSpPr>
          <p:nvPr/>
        </p:nvSpPr>
        <p:spPr>
          <a:xfrm>
            <a:off x="8087095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4" name="A1_bar_Cryo_13957">
            <a:extLst>
              <a:ext uri="{FF2B5EF4-FFF2-40B4-BE49-F238E27FC236}">
                <a16:creationId xmlns:a16="http://schemas.microsoft.com/office/drawing/2014/main" id="{DAAC9B7D-DC50-436B-9888-50A600D3AE11}"/>
              </a:ext>
            </a:extLst>
          </p:cNvPr>
          <p:cNvSpPr>
            <a:spLocks noGrp="1"/>
          </p:cNvSpPr>
          <p:nvPr/>
        </p:nvSpPr>
        <p:spPr>
          <a:xfrm>
            <a:off x="824622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5" name="A1_bar_Cryo_13958">
            <a:extLst>
              <a:ext uri="{FF2B5EF4-FFF2-40B4-BE49-F238E27FC236}">
                <a16:creationId xmlns:a16="http://schemas.microsoft.com/office/drawing/2014/main" id="{2DEA71E1-9AA3-461D-81CD-A2909EED85F1}"/>
              </a:ext>
            </a:extLst>
          </p:cNvPr>
          <p:cNvSpPr>
            <a:spLocks noGrp="1"/>
          </p:cNvSpPr>
          <p:nvPr/>
        </p:nvSpPr>
        <p:spPr>
          <a:xfrm>
            <a:off x="8246543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6" name="A1_bar_Cryo_13959">
            <a:extLst>
              <a:ext uri="{FF2B5EF4-FFF2-40B4-BE49-F238E27FC236}">
                <a16:creationId xmlns:a16="http://schemas.microsoft.com/office/drawing/2014/main" id="{2E0ABBC0-D2AA-4967-ABC5-D82FD5890373}"/>
              </a:ext>
            </a:extLst>
          </p:cNvPr>
          <p:cNvSpPr>
            <a:spLocks noGrp="1"/>
          </p:cNvSpPr>
          <p:nvPr/>
        </p:nvSpPr>
        <p:spPr>
          <a:xfrm>
            <a:off x="830302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7" name="A1_bar_Cryo_13960">
            <a:extLst>
              <a:ext uri="{FF2B5EF4-FFF2-40B4-BE49-F238E27FC236}">
                <a16:creationId xmlns:a16="http://schemas.microsoft.com/office/drawing/2014/main" id="{35AB807A-1792-4C4D-8251-064A1A723A6A}"/>
              </a:ext>
            </a:extLst>
          </p:cNvPr>
          <p:cNvSpPr>
            <a:spLocks noGrp="1"/>
          </p:cNvSpPr>
          <p:nvPr/>
        </p:nvSpPr>
        <p:spPr>
          <a:xfrm>
            <a:off x="8172591" y="60575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8" name="A1_bar_Cryo_13961">
            <a:extLst>
              <a:ext uri="{FF2B5EF4-FFF2-40B4-BE49-F238E27FC236}">
                <a16:creationId xmlns:a16="http://schemas.microsoft.com/office/drawing/2014/main" id="{EBE7B126-6990-4BC3-9071-93A0CCF0F0E8}"/>
              </a:ext>
            </a:extLst>
          </p:cNvPr>
          <p:cNvSpPr>
            <a:spLocks noGrp="1"/>
          </p:cNvSpPr>
          <p:nvPr/>
        </p:nvSpPr>
        <p:spPr>
          <a:xfrm>
            <a:off x="806994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9" name="A1_bar_Cryo_13962">
            <a:extLst>
              <a:ext uri="{FF2B5EF4-FFF2-40B4-BE49-F238E27FC236}">
                <a16:creationId xmlns:a16="http://schemas.microsoft.com/office/drawing/2014/main" id="{6E9B7D89-6049-4ADB-88AE-83230F52E75C}"/>
              </a:ext>
            </a:extLst>
          </p:cNvPr>
          <p:cNvSpPr>
            <a:spLocks noGrp="1"/>
          </p:cNvSpPr>
          <p:nvPr/>
        </p:nvSpPr>
        <p:spPr>
          <a:xfrm>
            <a:off x="8203175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0" name="A1_bar_Cryo_13963">
            <a:extLst>
              <a:ext uri="{FF2B5EF4-FFF2-40B4-BE49-F238E27FC236}">
                <a16:creationId xmlns:a16="http://schemas.microsoft.com/office/drawing/2014/main" id="{A8F392F8-7FC7-48E9-AFB8-F2D5FBD02C9A}"/>
              </a:ext>
            </a:extLst>
          </p:cNvPr>
          <p:cNvSpPr>
            <a:spLocks noGrp="1"/>
          </p:cNvSpPr>
          <p:nvPr/>
        </p:nvSpPr>
        <p:spPr>
          <a:xfrm>
            <a:off x="808949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1" name="A1_bar_Cryo_13964">
            <a:extLst>
              <a:ext uri="{FF2B5EF4-FFF2-40B4-BE49-F238E27FC236}">
                <a16:creationId xmlns:a16="http://schemas.microsoft.com/office/drawing/2014/main" id="{D0F8ED89-A41A-4A84-8380-B397AE6626CB}"/>
              </a:ext>
            </a:extLst>
          </p:cNvPr>
          <p:cNvSpPr>
            <a:spLocks noGrp="1"/>
          </p:cNvSpPr>
          <p:nvPr/>
        </p:nvSpPr>
        <p:spPr>
          <a:xfrm>
            <a:off x="8083310" y="364988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2" name="A1_bar_Cryo_13965">
            <a:extLst>
              <a:ext uri="{FF2B5EF4-FFF2-40B4-BE49-F238E27FC236}">
                <a16:creationId xmlns:a16="http://schemas.microsoft.com/office/drawing/2014/main" id="{C7F09EBE-C40B-4D68-99E0-375DFAB7B10E}"/>
              </a:ext>
            </a:extLst>
          </p:cNvPr>
          <p:cNvSpPr>
            <a:spLocks noGrp="1"/>
          </p:cNvSpPr>
          <p:nvPr/>
        </p:nvSpPr>
        <p:spPr>
          <a:xfrm>
            <a:off x="808797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3" name="A1_bar_Cryo_13966">
            <a:extLst>
              <a:ext uri="{FF2B5EF4-FFF2-40B4-BE49-F238E27FC236}">
                <a16:creationId xmlns:a16="http://schemas.microsoft.com/office/drawing/2014/main" id="{A3941ECF-B647-4095-90BC-30627DC9B90A}"/>
              </a:ext>
            </a:extLst>
          </p:cNvPr>
          <p:cNvSpPr>
            <a:spLocks noGrp="1"/>
          </p:cNvSpPr>
          <p:nvPr/>
        </p:nvSpPr>
        <p:spPr>
          <a:xfrm>
            <a:off x="8239044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4" name="A1_bar_Cryo_13967">
            <a:extLst>
              <a:ext uri="{FF2B5EF4-FFF2-40B4-BE49-F238E27FC236}">
                <a16:creationId xmlns:a16="http://schemas.microsoft.com/office/drawing/2014/main" id="{8202BF8E-AAF2-4765-B192-404003E8B9DC}"/>
              </a:ext>
            </a:extLst>
          </p:cNvPr>
          <p:cNvSpPr>
            <a:spLocks noGrp="1"/>
          </p:cNvSpPr>
          <p:nvPr/>
        </p:nvSpPr>
        <p:spPr>
          <a:xfrm>
            <a:off x="8245443" y="54234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5" name="A1_bar_Cryo_13968">
            <a:extLst>
              <a:ext uri="{FF2B5EF4-FFF2-40B4-BE49-F238E27FC236}">
                <a16:creationId xmlns:a16="http://schemas.microsoft.com/office/drawing/2014/main" id="{7F689D1A-C9EC-4234-8199-0D8E114DCAA7}"/>
              </a:ext>
            </a:extLst>
          </p:cNvPr>
          <p:cNvSpPr>
            <a:spLocks noGrp="1"/>
          </p:cNvSpPr>
          <p:nvPr/>
        </p:nvSpPr>
        <p:spPr>
          <a:xfrm>
            <a:off x="809257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6" name="A1_bar_Cryo_13969">
            <a:extLst>
              <a:ext uri="{FF2B5EF4-FFF2-40B4-BE49-F238E27FC236}">
                <a16:creationId xmlns:a16="http://schemas.microsoft.com/office/drawing/2014/main" id="{B675E74D-2482-4C94-B729-CA6EDF42C286}"/>
              </a:ext>
            </a:extLst>
          </p:cNvPr>
          <p:cNvSpPr>
            <a:spLocks noGrp="1"/>
          </p:cNvSpPr>
          <p:nvPr/>
        </p:nvSpPr>
        <p:spPr>
          <a:xfrm>
            <a:off x="826632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7" name="A1_bar_Cryo_13970">
            <a:extLst>
              <a:ext uri="{FF2B5EF4-FFF2-40B4-BE49-F238E27FC236}">
                <a16:creationId xmlns:a16="http://schemas.microsoft.com/office/drawing/2014/main" id="{5172B1BE-7DC0-4BC3-AD27-04D57D1FEA2B}"/>
              </a:ext>
            </a:extLst>
          </p:cNvPr>
          <p:cNvSpPr>
            <a:spLocks noGrp="1"/>
          </p:cNvSpPr>
          <p:nvPr/>
        </p:nvSpPr>
        <p:spPr>
          <a:xfrm>
            <a:off x="8153483" y="59586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8" name="A1_bar_Cryo_13971">
            <a:extLst>
              <a:ext uri="{FF2B5EF4-FFF2-40B4-BE49-F238E27FC236}">
                <a16:creationId xmlns:a16="http://schemas.microsoft.com/office/drawing/2014/main" id="{61B93015-E98A-4A11-8977-C3DA4BDA6CAE}"/>
              </a:ext>
            </a:extLst>
          </p:cNvPr>
          <p:cNvSpPr>
            <a:spLocks noGrp="1"/>
          </p:cNvSpPr>
          <p:nvPr/>
        </p:nvSpPr>
        <p:spPr>
          <a:xfrm>
            <a:off x="807550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9" name="A1_bar_Cryo_13972">
            <a:extLst>
              <a:ext uri="{FF2B5EF4-FFF2-40B4-BE49-F238E27FC236}">
                <a16:creationId xmlns:a16="http://schemas.microsoft.com/office/drawing/2014/main" id="{7081200C-365C-4018-AE73-F247619E2998}"/>
              </a:ext>
            </a:extLst>
          </p:cNvPr>
          <p:cNvSpPr>
            <a:spLocks noGrp="1"/>
          </p:cNvSpPr>
          <p:nvPr/>
        </p:nvSpPr>
        <p:spPr>
          <a:xfrm>
            <a:off x="814692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0" name="A1_bar_Cryo_13973">
            <a:extLst>
              <a:ext uri="{FF2B5EF4-FFF2-40B4-BE49-F238E27FC236}">
                <a16:creationId xmlns:a16="http://schemas.microsoft.com/office/drawing/2014/main" id="{50582B55-D580-4132-ACAE-E34172D77FCC}"/>
              </a:ext>
            </a:extLst>
          </p:cNvPr>
          <p:cNvSpPr>
            <a:spLocks noGrp="1"/>
          </p:cNvSpPr>
          <p:nvPr/>
        </p:nvSpPr>
        <p:spPr>
          <a:xfrm>
            <a:off x="821700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1" name="A1_bar_Cryo_13974">
            <a:extLst>
              <a:ext uri="{FF2B5EF4-FFF2-40B4-BE49-F238E27FC236}">
                <a16:creationId xmlns:a16="http://schemas.microsoft.com/office/drawing/2014/main" id="{52914A53-98E8-457A-8E4A-3E3C00BEA26A}"/>
              </a:ext>
            </a:extLst>
          </p:cNvPr>
          <p:cNvSpPr>
            <a:spLocks noGrp="1"/>
          </p:cNvSpPr>
          <p:nvPr/>
        </p:nvSpPr>
        <p:spPr>
          <a:xfrm>
            <a:off x="811118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2" name="A1_bar_Cryo_13975">
            <a:extLst>
              <a:ext uri="{FF2B5EF4-FFF2-40B4-BE49-F238E27FC236}">
                <a16:creationId xmlns:a16="http://schemas.microsoft.com/office/drawing/2014/main" id="{6145BD30-3F01-451F-B04C-D95291069DFE}"/>
              </a:ext>
            </a:extLst>
          </p:cNvPr>
          <p:cNvSpPr>
            <a:spLocks noGrp="1"/>
          </p:cNvSpPr>
          <p:nvPr/>
        </p:nvSpPr>
        <p:spPr>
          <a:xfrm>
            <a:off x="823202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3" name="A1_bar_Cryo_13976">
            <a:extLst>
              <a:ext uri="{FF2B5EF4-FFF2-40B4-BE49-F238E27FC236}">
                <a16:creationId xmlns:a16="http://schemas.microsoft.com/office/drawing/2014/main" id="{C74830CA-1C4B-4BF3-8EA0-CDAB41D0C1ED}"/>
              </a:ext>
            </a:extLst>
          </p:cNvPr>
          <p:cNvSpPr>
            <a:spLocks noGrp="1"/>
          </p:cNvSpPr>
          <p:nvPr/>
        </p:nvSpPr>
        <p:spPr>
          <a:xfrm>
            <a:off x="8110407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4" name="A1_bar_Cryo_13977">
            <a:extLst>
              <a:ext uri="{FF2B5EF4-FFF2-40B4-BE49-F238E27FC236}">
                <a16:creationId xmlns:a16="http://schemas.microsoft.com/office/drawing/2014/main" id="{B3D06EFF-9E2C-4993-80CF-F320E7E0492F}"/>
              </a:ext>
            </a:extLst>
          </p:cNvPr>
          <p:cNvSpPr>
            <a:spLocks noGrp="1"/>
          </p:cNvSpPr>
          <p:nvPr/>
        </p:nvSpPr>
        <p:spPr>
          <a:xfrm>
            <a:off x="827520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5" name="A1_bar_Cryo_13978">
            <a:extLst>
              <a:ext uri="{FF2B5EF4-FFF2-40B4-BE49-F238E27FC236}">
                <a16:creationId xmlns:a16="http://schemas.microsoft.com/office/drawing/2014/main" id="{5315E091-157A-4B35-9200-DA9B89157FFE}"/>
              </a:ext>
            </a:extLst>
          </p:cNvPr>
          <p:cNvSpPr>
            <a:spLocks noGrp="1"/>
          </p:cNvSpPr>
          <p:nvPr/>
        </p:nvSpPr>
        <p:spPr>
          <a:xfrm>
            <a:off x="8198384" y="32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6" name="A1_bar_Cryo_13979">
            <a:extLst>
              <a:ext uri="{FF2B5EF4-FFF2-40B4-BE49-F238E27FC236}">
                <a16:creationId xmlns:a16="http://schemas.microsoft.com/office/drawing/2014/main" id="{AFC2C614-0367-4193-8BE7-A097E178A910}"/>
              </a:ext>
            </a:extLst>
          </p:cNvPr>
          <p:cNvSpPr>
            <a:spLocks noGrp="1"/>
          </p:cNvSpPr>
          <p:nvPr/>
        </p:nvSpPr>
        <p:spPr>
          <a:xfrm>
            <a:off x="816930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7" name="A1_bar_Cryo_13980">
            <a:extLst>
              <a:ext uri="{FF2B5EF4-FFF2-40B4-BE49-F238E27FC236}">
                <a16:creationId xmlns:a16="http://schemas.microsoft.com/office/drawing/2014/main" id="{86CBDD3E-B731-4027-B1CD-391BCFCFAD2A}"/>
              </a:ext>
            </a:extLst>
          </p:cNvPr>
          <p:cNvSpPr>
            <a:spLocks noGrp="1"/>
          </p:cNvSpPr>
          <p:nvPr/>
        </p:nvSpPr>
        <p:spPr>
          <a:xfrm>
            <a:off x="8298078" y="53284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8" name="A1_bar_Cryo_13981">
            <a:extLst>
              <a:ext uri="{FF2B5EF4-FFF2-40B4-BE49-F238E27FC236}">
                <a16:creationId xmlns:a16="http://schemas.microsoft.com/office/drawing/2014/main" id="{FA46F4DB-1472-4989-8DA2-640647E24946}"/>
              </a:ext>
            </a:extLst>
          </p:cNvPr>
          <p:cNvSpPr>
            <a:spLocks noGrp="1"/>
          </p:cNvSpPr>
          <p:nvPr/>
        </p:nvSpPr>
        <p:spPr>
          <a:xfrm>
            <a:off x="808454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9" name="A1_bar_Cryo_13982">
            <a:extLst>
              <a:ext uri="{FF2B5EF4-FFF2-40B4-BE49-F238E27FC236}">
                <a16:creationId xmlns:a16="http://schemas.microsoft.com/office/drawing/2014/main" id="{2AFAE51B-3B01-4471-916A-1FB44B572816}"/>
              </a:ext>
            </a:extLst>
          </p:cNvPr>
          <p:cNvSpPr>
            <a:spLocks noGrp="1"/>
          </p:cNvSpPr>
          <p:nvPr/>
        </p:nvSpPr>
        <p:spPr>
          <a:xfrm>
            <a:off x="820728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0" name="A1_bar_Cryo_13983">
            <a:extLst>
              <a:ext uri="{FF2B5EF4-FFF2-40B4-BE49-F238E27FC236}">
                <a16:creationId xmlns:a16="http://schemas.microsoft.com/office/drawing/2014/main" id="{5032FC81-C54C-4495-8AD3-6B212970409E}"/>
              </a:ext>
            </a:extLst>
          </p:cNvPr>
          <p:cNvSpPr>
            <a:spLocks noGrp="1"/>
          </p:cNvSpPr>
          <p:nvPr/>
        </p:nvSpPr>
        <p:spPr>
          <a:xfrm>
            <a:off x="8216377" y="56482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1" name="A1_bar_Cryo_13984">
            <a:extLst>
              <a:ext uri="{FF2B5EF4-FFF2-40B4-BE49-F238E27FC236}">
                <a16:creationId xmlns:a16="http://schemas.microsoft.com/office/drawing/2014/main" id="{1B63D242-EF44-4583-87B3-2E3960AD035D}"/>
              </a:ext>
            </a:extLst>
          </p:cNvPr>
          <p:cNvSpPr>
            <a:spLocks noGrp="1"/>
          </p:cNvSpPr>
          <p:nvPr/>
        </p:nvSpPr>
        <p:spPr>
          <a:xfrm>
            <a:off x="8147499" y="561368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2" name="A1_bar_Cryo_13985">
            <a:extLst>
              <a:ext uri="{FF2B5EF4-FFF2-40B4-BE49-F238E27FC236}">
                <a16:creationId xmlns:a16="http://schemas.microsoft.com/office/drawing/2014/main" id="{E75788DB-ADAF-4277-A1B3-490B8F28BD6C}"/>
              </a:ext>
            </a:extLst>
          </p:cNvPr>
          <p:cNvSpPr>
            <a:spLocks noGrp="1"/>
          </p:cNvSpPr>
          <p:nvPr/>
        </p:nvSpPr>
        <p:spPr>
          <a:xfrm>
            <a:off x="8291495" y="46815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3" name="A1_bar_Cryo_13986">
            <a:extLst>
              <a:ext uri="{FF2B5EF4-FFF2-40B4-BE49-F238E27FC236}">
                <a16:creationId xmlns:a16="http://schemas.microsoft.com/office/drawing/2014/main" id="{F5FD1520-BC42-4F71-BC0C-112807349EB5}"/>
              </a:ext>
            </a:extLst>
          </p:cNvPr>
          <p:cNvSpPr>
            <a:spLocks noGrp="1"/>
          </p:cNvSpPr>
          <p:nvPr/>
        </p:nvSpPr>
        <p:spPr>
          <a:xfrm>
            <a:off x="8212444" y="43493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4" name="A1_bar_Cryo_13987">
            <a:extLst>
              <a:ext uri="{FF2B5EF4-FFF2-40B4-BE49-F238E27FC236}">
                <a16:creationId xmlns:a16="http://schemas.microsoft.com/office/drawing/2014/main" id="{015D315A-DA2F-4412-8F85-39A4AE0CC2F4}"/>
              </a:ext>
            </a:extLst>
          </p:cNvPr>
          <p:cNvSpPr>
            <a:spLocks noGrp="1"/>
          </p:cNvSpPr>
          <p:nvPr/>
        </p:nvSpPr>
        <p:spPr>
          <a:xfrm>
            <a:off x="806889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5" name="A1_bar_Cryo_13988">
            <a:extLst>
              <a:ext uri="{FF2B5EF4-FFF2-40B4-BE49-F238E27FC236}">
                <a16:creationId xmlns:a16="http://schemas.microsoft.com/office/drawing/2014/main" id="{6DDD72F1-E265-48FB-BD5A-29FDA0AEDC4D}"/>
              </a:ext>
            </a:extLst>
          </p:cNvPr>
          <p:cNvSpPr>
            <a:spLocks noGrp="1"/>
          </p:cNvSpPr>
          <p:nvPr/>
        </p:nvSpPr>
        <p:spPr>
          <a:xfrm>
            <a:off x="811440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6" name="A1_bar_Cryo_13989">
            <a:extLst>
              <a:ext uri="{FF2B5EF4-FFF2-40B4-BE49-F238E27FC236}">
                <a16:creationId xmlns:a16="http://schemas.microsoft.com/office/drawing/2014/main" id="{2C1E4C88-9CCE-4D21-8C9E-7EB60402AB0E}"/>
              </a:ext>
            </a:extLst>
          </p:cNvPr>
          <p:cNvSpPr>
            <a:spLocks noGrp="1"/>
          </p:cNvSpPr>
          <p:nvPr/>
        </p:nvSpPr>
        <p:spPr>
          <a:xfrm>
            <a:off x="828847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7" name="A1_bar_Cryo_13990">
            <a:extLst>
              <a:ext uri="{FF2B5EF4-FFF2-40B4-BE49-F238E27FC236}">
                <a16:creationId xmlns:a16="http://schemas.microsoft.com/office/drawing/2014/main" id="{C9067D24-6936-44B4-BB68-F7F7226AD38B}"/>
              </a:ext>
            </a:extLst>
          </p:cNvPr>
          <p:cNvSpPr>
            <a:spLocks noGrp="1"/>
          </p:cNvSpPr>
          <p:nvPr/>
        </p:nvSpPr>
        <p:spPr>
          <a:xfrm>
            <a:off x="8279760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8" name="A1_bar_Cryo_13991">
            <a:extLst>
              <a:ext uri="{FF2B5EF4-FFF2-40B4-BE49-F238E27FC236}">
                <a16:creationId xmlns:a16="http://schemas.microsoft.com/office/drawing/2014/main" id="{03E7882C-4AF6-4C3C-B4E7-5E29596CAFCB}"/>
              </a:ext>
            </a:extLst>
          </p:cNvPr>
          <p:cNvSpPr>
            <a:spLocks noGrp="1"/>
          </p:cNvSpPr>
          <p:nvPr/>
        </p:nvSpPr>
        <p:spPr>
          <a:xfrm>
            <a:off x="807722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9" name="A1_bar_Cryo_13992">
            <a:extLst>
              <a:ext uri="{FF2B5EF4-FFF2-40B4-BE49-F238E27FC236}">
                <a16:creationId xmlns:a16="http://schemas.microsoft.com/office/drawing/2014/main" id="{67293AA1-CE8D-41D6-B8CA-7BCD056CF4BE}"/>
              </a:ext>
            </a:extLst>
          </p:cNvPr>
          <p:cNvSpPr>
            <a:spLocks noGrp="1"/>
          </p:cNvSpPr>
          <p:nvPr/>
        </p:nvSpPr>
        <p:spPr>
          <a:xfrm>
            <a:off x="8132443" y="52914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0" name="A1_bar_Cryo_13993">
            <a:extLst>
              <a:ext uri="{FF2B5EF4-FFF2-40B4-BE49-F238E27FC236}">
                <a16:creationId xmlns:a16="http://schemas.microsoft.com/office/drawing/2014/main" id="{2A6C0AB3-4A27-487E-9688-36EFAF32307D}"/>
              </a:ext>
            </a:extLst>
          </p:cNvPr>
          <p:cNvSpPr>
            <a:spLocks noGrp="1"/>
          </p:cNvSpPr>
          <p:nvPr/>
        </p:nvSpPr>
        <p:spPr>
          <a:xfrm>
            <a:off x="8225488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1" name="A1_bar_Cryo_13994">
            <a:extLst>
              <a:ext uri="{FF2B5EF4-FFF2-40B4-BE49-F238E27FC236}">
                <a16:creationId xmlns:a16="http://schemas.microsoft.com/office/drawing/2014/main" id="{F90E70F6-195A-4631-97E1-F3C10BC0CAF2}"/>
              </a:ext>
            </a:extLst>
          </p:cNvPr>
          <p:cNvSpPr>
            <a:spLocks noGrp="1"/>
          </p:cNvSpPr>
          <p:nvPr/>
        </p:nvSpPr>
        <p:spPr>
          <a:xfrm>
            <a:off x="825886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2" name="A1_bar_Cryo_13995">
            <a:extLst>
              <a:ext uri="{FF2B5EF4-FFF2-40B4-BE49-F238E27FC236}">
                <a16:creationId xmlns:a16="http://schemas.microsoft.com/office/drawing/2014/main" id="{17ED85EF-5166-4049-B228-4DE91A3A7B55}"/>
              </a:ext>
            </a:extLst>
          </p:cNvPr>
          <p:cNvSpPr>
            <a:spLocks noGrp="1"/>
          </p:cNvSpPr>
          <p:nvPr/>
        </p:nvSpPr>
        <p:spPr>
          <a:xfrm>
            <a:off x="824390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3" name="A1_bar_Cryo_13996">
            <a:extLst>
              <a:ext uri="{FF2B5EF4-FFF2-40B4-BE49-F238E27FC236}">
                <a16:creationId xmlns:a16="http://schemas.microsoft.com/office/drawing/2014/main" id="{E73CAAC0-BB92-4CD2-8C81-C9D40E147C97}"/>
              </a:ext>
            </a:extLst>
          </p:cNvPr>
          <p:cNvSpPr>
            <a:spLocks noGrp="1"/>
          </p:cNvSpPr>
          <p:nvPr/>
        </p:nvSpPr>
        <p:spPr>
          <a:xfrm>
            <a:off x="8161859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4" name="A1_bar_Cryo_13997">
            <a:extLst>
              <a:ext uri="{FF2B5EF4-FFF2-40B4-BE49-F238E27FC236}">
                <a16:creationId xmlns:a16="http://schemas.microsoft.com/office/drawing/2014/main" id="{1F4C87A4-A2FE-49EC-A0BB-D74C53DDDE21}"/>
              </a:ext>
            </a:extLst>
          </p:cNvPr>
          <p:cNvSpPr>
            <a:spLocks noGrp="1"/>
          </p:cNvSpPr>
          <p:nvPr/>
        </p:nvSpPr>
        <p:spPr>
          <a:xfrm>
            <a:off x="8144861" y="41073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5" name="A1_bar_Cryo_13998">
            <a:extLst>
              <a:ext uri="{FF2B5EF4-FFF2-40B4-BE49-F238E27FC236}">
                <a16:creationId xmlns:a16="http://schemas.microsoft.com/office/drawing/2014/main" id="{A5C6D0ED-70B0-41EF-9430-CAFD1C00206F}"/>
              </a:ext>
            </a:extLst>
          </p:cNvPr>
          <p:cNvSpPr>
            <a:spLocks noGrp="1"/>
          </p:cNvSpPr>
          <p:nvPr/>
        </p:nvSpPr>
        <p:spPr>
          <a:xfrm>
            <a:off x="8213480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6" name="A1_bar_Cryo_13999">
            <a:extLst>
              <a:ext uri="{FF2B5EF4-FFF2-40B4-BE49-F238E27FC236}">
                <a16:creationId xmlns:a16="http://schemas.microsoft.com/office/drawing/2014/main" id="{A50ADFB4-29C7-4ACF-A5C8-291854CBDE93}"/>
              </a:ext>
            </a:extLst>
          </p:cNvPr>
          <p:cNvSpPr>
            <a:spLocks noGrp="1"/>
          </p:cNvSpPr>
          <p:nvPr/>
        </p:nvSpPr>
        <p:spPr>
          <a:xfrm>
            <a:off x="8136685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7" name="A1_bar_Cryo_14000">
            <a:extLst>
              <a:ext uri="{FF2B5EF4-FFF2-40B4-BE49-F238E27FC236}">
                <a16:creationId xmlns:a16="http://schemas.microsoft.com/office/drawing/2014/main" id="{492EBC18-3E49-4F44-A4CA-8B75929AA23F}"/>
              </a:ext>
            </a:extLst>
          </p:cNvPr>
          <p:cNvSpPr>
            <a:spLocks noGrp="1"/>
          </p:cNvSpPr>
          <p:nvPr/>
        </p:nvSpPr>
        <p:spPr>
          <a:xfrm>
            <a:off x="814580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8" name="A1_bar_Cryo_14001">
            <a:extLst>
              <a:ext uri="{FF2B5EF4-FFF2-40B4-BE49-F238E27FC236}">
                <a16:creationId xmlns:a16="http://schemas.microsoft.com/office/drawing/2014/main" id="{79386848-87F3-4A46-9477-5534C232C994}"/>
              </a:ext>
            </a:extLst>
          </p:cNvPr>
          <p:cNvSpPr>
            <a:spLocks noGrp="1"/>
          </p:cNvSpPr>
          <p:nvPr/>
        </p:nvSpPr>
        <p:spPr>
          <a:xfrm>
            <a:off x="8112526" y="49832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9" name="A1_bar_Cryo_14002">
            <a:extLst>
              <a:ext uri="{FF2B5EF4-FFF2-40B4-BE49-F238E27FC236}">
                <a16:creationId xmlns:a16="http://schemas.microsoft.com/office/drawing/2014/main" id="{BFB13DAE-75D7-452A-BA66-FDC2A7BE6C2F}"/>
              </a:ext>
            </a:extLst>
          </p:cNvPr>
          <p:cNvSpPr>
            <a:spLocks noGrp="1"/>
          </p:cNvSpPr>
          <p:nvPr/>
        </p:nvSpPr>
        <p:spPr>
          <a:xfrm>
            <a:off x="828287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0" name="A1_bar_Cryo_14003">
            <a:extLst>
              <a:ext uri="{FF2B5EF4-FFF2-40B4-BE49-F238E27FC236}">
                <a16:creationId xmlns:a16="http://schemas.microsoft.com/office/drawing/2014/main" id="{0EFA8471-69B1-418F-A783-EB994120C884}"/>
              </a:ext>
            </a:extLst>
          </p:cNvPr>
          <p:cNvSpPr>
            <a:spLocks noGrp="1"/>
          </p:cNvSpPr>
          <p:nvPr/>
        </p:nvSpPr>
        <p:spPr>
          <a:xfrm>
            <a:off x="824808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1" name="A1_bar_Cryo_14004">
            <a:extLst>
              <a:ext uri="{FF2B5EF4-FFF2-40B4-BE49-F238E27FC236}">
                <a16:creationId xmlns:a16="http://schemas.microsoft.com/office/drawing/2014/main" id="{2998B262-CB73-41CB-892C-3775F0CA4F11}"/>
              </a:ext>
            </a:extLst>
          </p:cNvPr>
          <p:cNvSpPr>
            <a:spLocks noGrp="1"/>
          </p:cNvSpPr>
          <p:nvPr/>
        </p:nvSpPr>
        <p:spPr>
          <a:xfrm>
            <a:off x="819100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2" name="A1_bar_Cryo_14005">
            <a:extLst>
              <a:ext uri="{FF2B5EF4-FFF2-40B4-BE49-F238E27FC236}">
                <a16:creationId xmlns:a16="http://schemas.microsoft.com/office/drawing/2014/main" id="{E3DF42CA-A51D-407C-B032-CFA9E95B5CD3}"/>
              </a:ext>
            </a:extLst>
          </p:cNvPr>
          <p:cNvSpPr>
            <a:spLocks noGrp="1"/>
          </p:cNvSpPr>
          <p:nvPr/>
        </p:nvSpPr>
        <p:spPr>
          <a:xfrm>
            <a:off x="821666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3" name="A1_bar_Cryo_14006">
            <a:extLst>
              <a:ext uri="{FF2B5EF4-FFF2-40B4-BE49-F238E27FC236}">
                <a16:creationId xmlns:a16="http://schemas.microsoft.com/office/drawing/2014/main" id="{3FAFE27A-7F21-4D82-A030-8A71E6777B82}"/>
              </a:ext>
            </a:extLst>
          </p:cNvPr>
          <p:cNvSpPr>
            <a:spLocks noGrp="1"/>
          </p:cNvSpPr>
          <p:nvPr/>
        </p:nvSpPr>
        <p:spPr>
          <a:xfrm>
            <a:off x="8294739" y="49180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4" name="A1_bar_Cryo_14007">
            <a:extLst>
              <a:ext uri="{FF2B5EF4-FFF2-40B4-BE49-F238E27FC236}">
                <a16:creationId xmlns:a16="http://schemas.microsoft.com/office/drawing/2014/main" id="{E57602E5-9EEE-454B-B47D-EAA22B26DED4}"/>
              </a:ext>
            </a:extLst>
          </p:cNvPr>
          <p:cNvSpPr>
            <a:spLocks noGrp="1"/>
          </p:cNvSpPr>
          <p:nvPr/>
        </p:nvSpPr>
        <p:spPr>
          <a:xfrm>
            <a:off x="820808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5" name="A1_bar_Cryo_14008">
            <a:extLst>
              <a:ext uri="{FF2B5EF4-FFF2-40B4-BE49-F238E27FC236}">
                <a16:creationId xmlns:a16="http://schemas.microsoft.com/office/drawing/2014/main" id="{71637057-8F6A-45FB-AF31-7452AF4BB9DD}"/>
              </a:ext>
            </a:extLst>
          </p:cNvPr>
          <p:cNvSpPr>
            <a:spLocks noGrp="1"/>
          </p:cNvSpPr>
          <p:nvPr/>
        </p:nvSpPr>
        <p:spPr>
          <a:xfrm>
            <a:off x="8174169" y="562012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6" name="A1_bar_Cryo_14009">
            <a:extLst>
              <a:ext uri="{FF2B5EF4-FFF2-40B4-BE49-F238E27FC236}">
                <a16:creationId xmlns:a16="http://schemas.microsoft.com/office/drawing/2014/main" id="{F304771B-A1B7-4809-896B-A0CC62582696}"/>
              </a:ext>
            </a:extLst>
          </p:cNvPr>
          <p:cNvSpPr>
            <a:spLocks noGrp="1"/>
          </p:cNvSpPr>
          <p:nvPr/>
        </p:nvSpPr>
        <p:spPr>
          <a:xfrm>
            <a:off x="816772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7" name="A1_bar_Cryo_14010">
            <a:extLst>
              <a:ext uri="{FF2B5EF4-FFF2-40B4-BE49-F238E27FC236}">
                <a16:creationId xmlns:a16="http://schemas.microsoft.com/office/drawing/2014/main" id="{E72AE3B7-F6CE-4329-B82B-CB098EBFB1E8}"/>
              </a:ext>
            </a:extLst>
          </p:cNvPr>
          <p:cNvSpPr>
            <a:spLocks noGrp="1"/>
          </p:cNvSpPr>
          <p:nvPr/>
        </p:nvSpPr>
        <p:spPr>
          <a:xfrm>
            <a:off x="809476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8" name="A1_bar_Cryo_14011">
            <a:extLst>
              <a:ext uri="{FF2B5EF4-FFF2-40B4-BE49-F238E27FC236}">
                <a16:creationId xmlns:a16="http://schemas.microsoft.com/office/drawing/2014/main" id="{09C4EB5B-4C15-461E-A9EC-78B3BD555F30}"/>
              </a:ext>
            </a:extLst>
          </p:cNvPr>
          <p:cNvSpPr>
            <a:spLocks noGrp="1"/>
          </p:cNvSpPr>
          <p:nvPr/>
        </p:nvSpPr>
        <p:spPr>
          <a:xfrm>
            <a:off x="8293172" y="48301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9" name="A1_bar_Cryo_14012">
            <a:extLst>
              <a:ext uri="{FF2B5EF4-FFF2-40B4-BE49-F238E27FC236}">
                <a16:creationId xmlns:a16="http://schemas.microsoft.com/office/drawing/2014/main" id="{4E0698B7-CEC3-4795-B0C9-B4F3C5F719B3}"/>
              </a:ext>
            </a:extLst>
          </p:cNvPr>
          <p:cNvSpPr>
            <a:spLocks noGrp="1"/>
          </p:cNvSpPr>
          <p:nvPr/>
        </p:nvSpPr>
        <p:spPr>
          <a:xfrm>
            <a:off x="818347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0" name="A1_bar_Cryo_14013">
            <a:extLst>
              <a:ext uri="{FF2B5EF4-FFF2-40B4-BE49-F238E27FC236}">
                <a16:creationId xmlns:a16="http://schemas.microsoft.com/office/drawing/2014/main" id="{53FB6979-A4EB-4147-BC57-52D90749B130}"/>
              </a:ext>
            </a:extLst>
          </p:cNvPr>
          <p:cNvSpPr>
            <a:spLocks noGrp="1"/>
          </p:cNvSpPr>
          <p:nvPr/>
        </p:nvSpPr>
        <p:spPr>
          <a:xfrm>
            <a:off x="818341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1" name="A1_bar_Cryo_14014">
            <a:extLst>
              <a:ext uri="{FF2B5EF4-FFF2-40B4-BE49-F238E27FC236}">
                <a16:creationId xmlns:a16="http://schemas.microsoft.com/office/drawing/2014/main" id="{59889673-A259-4EFD-BF06-85139C2FABDB}"/>
              </a:ext>
            </a:extLst>
          </p:cNvPr>
          <p:cNvSpPr>
            <a:spLocks noGrp="1"/>
          </p:cNvSpPr>
          <p:nvPr/>
        </p:nvSpPr>
        <p:spPr>
          <a:xfrm>
            <a:off x="812704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2" name="A1_bar_Cryo_14015">
            <a:extLst>
              <a:ext uri="{FF2B5EF4-FFF2-40B4-BE49-F238E27FC236}">
                <a16:creationId xmlns:a16="http://schemas.microsoft.com/office/drawing/2014/main" id="{52C3AFB8-AA10-4615-8818-127CC8FB73A8}"/>
              </a:ext>
            </a:extLst>
          </p:cNvPr>
          <p:cNvSpPr>
            <a:spLocks noGrp="1"/>
          </p:cNvSpPr>
          <p:nvPr/>
        </p:nvSpPr>
        <p:spPr>
          <a:xfrm>
            <a:off x="827645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3" name="A1_bar_Cryo_14016">
            <a:extLst>
              <a:ext uri="{FF2B5EF4-FFF2-40B4-BE49-F238E27FC236}">
                <a16:creationId xmlns:a16="http://schemas.microsoft.com/office/drawing/2014/main" id="{E19F4065-BFE1-4022-9D50-7B00F1304BEC}"/>
              </a:ext>
            </a:extLst>
          </p:cNvPr>
          <p:cNvSpPr>
            <a:spLocks noGrp="1"/>
          </p:cNvSpPr>
          <p:nvPr/>
        </p:nvSpPr>
        <p:spPr>
          <a:xfrm>
            <a:off x="807329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4" name="A1_bar_Cryo_14017">
            <a:extLst>
              <a:ext uri="{FF2B5EF4-FFF2-40B4-BE49-F238E27FC236}">
                <a16:creationId xmlns:a16="http://schemas.microsoft.com/office/drawing/2014/main" id="{0B02625D-6977-491E-A803-45DDA1E56D15}"/>
              </a:ext>
            </a:extLst>
          </p:cNvPr>
          <p:cNvSpPr>
            <a:spLocks noGrp="1"/>
          </p:cNvSpPr>
          <p:nvPr/>
        </p:nvSpPr>
        <p:spPr>
          <a:xfrm>
            <a:off x="822074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5" name="A1_bar_Cryo_14018">
            <a:extLst>
              <a:ext uri="{FF2B5EF4-FFF2-40B4-BE49-F238E27FC236}">
                <a16:creationId xmlns:a16="http://schemas.microsoft.com/office/drawing/2014/main" id="{08DA3B8B-24A6-4D48-91C7-3EA141AF9732}"/>
              </a:ext>
            </a:extLst>
          </p:cNvPr>
          <p:cNvSpPr>
            <a:spLocks noGrp="1"/>
          </p:cNvSpPr>
          <p:nvPr/>
        </p:nvSpPr>
        <p:spPr>
          <a:xfrm>
            <a:off x="821671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6" name="A1_bar_Cryo_14019">
            <a:extLst>
              <a:ext uri="{FF2B5EF4-FFF2-40B4-BE49-F238E27FC236}">
                <a16:creationId xmlns:a16="http://schemas.microsoft.com/office/drawing/2014/main" id="{E76754DA-BDDA-4713-BFD9-F42A18A26394}"/>
              </a:ext>
            </a:extLst>
          </p:cNvPr>
          <p:cNvSpPr>
            <a:spLocks noGrp="1"/>
          </p:cNvSpPr>
          <p:nvPr/>
        </p:nvSpPr>
        <p:spPr>
          <a:xfrm>
            <a:off x="825814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7" name="A1_bar_Cryo_14020">
            <a:extLst>
              <a:ext uri="{FF2B5EF4-FFF2-40B4-BE49-F238E27FC236}">
                <a16:creationId xmlns:a16="http://schemas.microsoft.com/office/drawing/2014/main" id="{6FB499D6-4763-4C63-8AB6-4B4051586EFE}"/>
              </a:ext>
            </a:extLst>
          </p:cNvPr>
          <p:cNvSpPr>
            <a:spLocks noGrp="1"/>
          </p:cNvSpPr>
          <p:nvPr/>
        </p:nvSpPr>
        <p:spPr>
          <a:xfrm>
            <a:off x="816702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8" name="A1_bar_Cryo_14021">
            <a:extLst>
              <a:ext uri="{FF2B5EF4-FFF2-40B4-BE49-F238E27FC236}">
                <a16:creationId xmlns:a16="http://schemas.microsoft.com/office/drawing/2014/main" id="{3028E6B4-4A22-4727-9793-3EBB059F8229}"/>
              </a:ext>
            </a:extLst>
          </p:cNvPr>
          <p:cNvSpPr>
            <a:spLocks noGrp="1"/>
          </p:cNvSpPr>
          <p:nvPr/>
        </p:nvSpPr>
        <p:spPr>
          <a:xfrm>
            <a:off x="8279970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9" name="A1_bar_Cryo_14022">
            <a:extLst>
              <a:ext uri="{FF2B5EF4-FFF2-40B4-BE49-F238E27FC236}">
                <a16:creationId xmlns:a16="http://schemas.microsoft.com/office/drawing/2014/main" id="{D46689C9-0B81-42DC-97E2-7671310F96B5}"/>
              </a:ext>
            </a:extLst>
          </p:cNvPr>
          <p:cNvSpPr>
            <a:spLocks noGrp="1"/>
          </p:cNvSpPr>
          <p:nvPr/>
        </p:nvSpPr>
        <p:spPr>
          <a:xfrm>
            <a:off x="8168847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0" name="A1_bar_Cryo_14023">
            <a:extLst>
              <a:ext uri="{FF2B5EF4-FFF2-40B4-BE49-F238E27FC236}">
                <a16:creationId xmlns:a16="http://schemas.microsoft.com/office/drawing/2014/main" id="{5E65E9EA-CA7F-4C23-8B36-DB55FEA069AC}"/>
              </a:ext>
            </a:extLst>
          </p:cNvPr>
          <p:cNvSpPr>
            <a:spLocks noGrp="1"/>
          </p:cNvSpPr>
          <p:nvPr/>
        </p:nvSpPr>
        <p:spPr>
          <a:xfrm>
            <a:off x="811380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1" name="A1_bar_Cryo_14024">
            <a:extLst>
              <a:ext uri="{FF2B5EF4-FFF2-40B4-BE49-F238E27FC236}">
                <a16:creationId xmlns:a16="http://schemas.microsoft.com/office/drawing/2014/main" id="{2B36B3D1-1749-4776-BB0A-FD78977F69F4}"/>
              </a:ext>
            </a:extLst>
          </p:cNvPr>
          <p:cNvSpPr>
            <a:spLocks noGrp="1"/>
          </p:cNvSpPr>
          <p:nvPr/>
        </p:nvSpPr>
        <p:spPr>
          <a:xfrm>
            <a:off x="813297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2" name="A1_bar_Cryo_14025">
            <a:extLst>
              <a:ext uri="{FF2B5EF4-FFF2-40B4-BE49-F238E27FC236}">
                <a16:creationId xmlns:a16="http://schemas.microsoft.com/office/drawing/2014/main" id="{2BD0D5FF-1069-4F5A-AA2B-5F9ED043CFBE}"/>
              </a:ext>
            </a:extLst>
          </p:cNvPr>
          <p:cNvSpPr>
            <a:spLocks noGrp="1"/>
          </p:cNvSpPr>
          <p:nvPr/>
        </p:nvSpPr>
        <p:spPr>
          <a:xfrm>
            <a:off x="8288893" y="47689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3" name="A1_bar_Cryo_14026">
            <a:extLst>
              <a:ext uri="{FF2B5EF4-FFF2-40B4-BE49-F238E27FC236}">
                <a16:creationId xmlns:a16="http://schemas.microsoft.com/office/drawing/2014/main" id="{10EC8DF2-AB99-45C9-BA84-2D6ACC1B319E}"/>
              </a:ext>
            </a:extLst>
          </p:cNvPr>
          <p:cNvSpPr>
            <a:spLocks noGrp="1"/>
          </p:cNvSpPr>
          <p:nvPr/>
        </p:nvSpPr>
        <p:spPr>
          <a:xfrm>
            <a:off x="826142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4" name="A1_bar_Cryo_14027">
            <a:extLst>
              <a:ext uri="{FF2B5EF4-FFF2-40B4-BE49-F238E27FC236}">
                <a16:creationId xmlns:a16="http://schemas.microsoft.com/office/drawing/2014/main" id="{CFAA273A-6C23-40BE-A75A-51BDDAD213E4}"/>
              </a:ext>
            </a:extLst>
          </p:cNvPr>
          <p:cNvSpPr>
            <a:spLocks noGrp="1"/>
          </p:cNvSpPr>
          <p:nvPr/>
        </p:nvSpPr>
        <p:spPr>
          <a:xfrm>
            <a:off x="8200077" y="60189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5" name="A1_bar_Cryo_14028">
            <a:extLst>
              <a:ext uri="{FF2B5EF4-FFF2-40B4-BE49-F238E27FC236}">
                <a16:creationId xmlns:a16="http://schemas.microsoft.com/office/drawing/2014/main" id="{6D998313-5D3C-48D4-AA17-04DB5E0A44B6}"/>
              </a:ext>
            </a:extLst>
          </p:cNvPr>
          <p:cNvSpPr>
            <a:spLocks noGrp="1"/>
          </p:cNvSpPr>
          <p:nvPr/>
        </p:nvSpPr>
        <p:spPr>
          <a:xfrm>
            <a:off x="810634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6" name="A1_bar_Cryo_14029">
            <a:extLst>
              <a:ext uri="{FF2B5EF4-FFF2-40B4-BE49-F238E27FC236}">
                <a16:creationId xmlns:a16="http://schemas.microsoft.com/office/drawing/2014/main" id="{BFD3D7E5-4377-4751-9406-CFBB01A30D9D}"/>
              </a:ext>
            </a:extLst>
          </p:cNvPr>
          <p:cNvSpPr>
            <a:spLocks noGrp="1"/>
          </p:cNvSpPr>
          <p:nvPr/>
        </p:nvSpPr>
        <p:spPr>
          <a:xfrm>
            <a:off x="8263402" y="57831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7" name="A1_bar_Cryo_14030">
            <a:extLst>
              <a:ext uri="{FF2B5EF4-FFF2-40B4-BE49-F238E27FC236}">
                <a16:creationId xmlns:a16="http://schemas.microsoft.com/office/drawing/2014/main" id="{55D382DD-A61C-4CFD-A979-EA340AA97028}"/>
              </a:ext>
            </a:extLst>
          </p:cNvPr>
          <p:cNvSpPr>
            <a:spLocks noGrp="1"/>
          </p:cNvSpPr>
          <p:nvPr/>
        </p:nvSpPr>
        <p:spPr>
          <a:xfrm>
            <a:off x="8276915" y="58020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8" name="A1_bar_Cryo_14031">
            <a:extLst>
              <a:ext uri="{FF2B5EF4-FFF2-40B4-BE49-F238E27FC236}">
                <a16:creationId xmlns:a16="http://schemas.microsoft.com/office/drawing/2014/main" id="{F81D798F-D6BA-46D8-B804-933D8BEE2DEB}"/>
              </a:ext>
            </a:extLst>
          </p:cNvPr>
          <p:cNvSpPr>
            <a:spLocks noGrp="1"/>
          </p:cNvSpPr>
          <p:nvPr/>
        </p:nvSpPr>
        <p:spPr>
          <a:xfrm>
            <a:off x="8135172" y="53382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9" name="A1_bar_Cryo_14032">
            <a:extLst>
              <a:ext uri="{FF2B5EF4-FFF2-40B4-BE49-F238E27FC236}">
                <a16:creationId xmlns:a16="http://schemas.microsoft.com/office/drawing/2014/main" id="{DC2864C7-5774-461D-95B3-CA7AFAE02B29}"/>
              </a:ext>
            </a:extLst>
          </p:cNvPr>
          <p:cNvSpPr>
            <a:spLocks noGrp="1"/>
          </p:cNvSpPr>
          <p:nvPr/>
        </p:nvSpPr>
        <p:spPr>
          <a:xfrm>
            <a:off x="828253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0" name="A1_bar_Cryo_14033">
            <a:extLst>
              <a:ext uri="{FF2B5EF4-FFF2-40B4-BE49-F238E27FC236}">
                <a16:creationId xmlns:a16="http://schemas.microsoft.com/office/drawing/2014/main" id="{56A80BD0-3090-4A43-AD18-9F10FB8F7C98}"/>
              </a:ext>
            </a:extLst>
          </p:cNvPr>
          <p:cNvSpPr>
            <a:spLocks noGrp="1"/>
          </p:cNvSpPr>
          <p:nvPr/>
        </p:nvSpPr>
        <p:spPr>
          <a:xfrm>
            <a:off x="8255004" y="46553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1" name="A1_bar_Cryo_14034">
            <a:extLst>
              <a:ext uri="{FF2B5EF4-FFF2-40B4-BE49-F238E27FC236}">
                <a16:creationId xmlns:a16="http://schemas.microsoft.com/office/drawing/2014/main" id="{5FDFC3FB-7053-40E8-A547-3FD160C3744B}"/>
              </a:ext>
            </a:extLst>
          </p:cNvPr>
          <p:cNvSpPr>
            <a:spLocks noGrp="1"/>
          </p:cNvSpPr>
          <p:nvPr/>
        </p:nvSpPr>
        <p:spPr>
          <a:xfrm>
            <a:off x="818051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2" name="A1_bar_Cryo_14035">
            <a:extLst>
              <a:ext uri="{FF2B5EF4-FFF2-40B4-BE49-F238E27FC236}">
                <a16:creationId xmlns:a16="http://schemas.microsoft.com/office/drawing/2014/main" id="{6768F750-C9F2-47FE-8F92-D2A533F22083}"/>
              </a:ext>
            </a:extLst>
          </p:cNvPr>
          <p:cNvSpPr>
            <a:spLocks noGrp="1"/>
          </p:cNvSpPr>
          <p:nvPr/>
        </p:nvSpPr>
        <p:spPr>
          <a:xfrm>
            <a:off x="830863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3" name="A1_bar_Cryo_14036">
            <a:extLst>
              <a:ext uri="{FF2B5EF4-FFF2-40B4-BE49-F238E27FC236}">
                <a16:creationId xmlns:a16="http://schemas.microsoft.com/office/drawing/2014/main" id="{ABD13E5E-01B3-46EE-86A7-9BDF8C38A66A}"/>
              </a:ext>
            </a:extLst>
          </p:cNvPr>
          <p:cNvSpPr>
            <a:spLocks noGrp="1"/>
          </p:cNvSpPr>
          <p:nvPr/>
        </p:nvSpPr>
        <p:spPr>
          <a:xfrm>
            <a:off x="8296544" y="35799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4" name="A1_bar_Cryo_14037">
            <a:extLst>
              <a:ext uri="{FF2B5EF4-FFF2-40B4-BE49-F238E27FC236}">
                <a16:creationId xmlns:a16="http://schemas.microsoft.com/office/drawing/2014/main" id="{E5C14F3C-F339-4A08-8634-A0C11DFAA31C}"/>
              </a:ext>
            </a:extLst>
          </p:cNvPr>
          <p:cNvSpPr>
            <a:spLocks noGrp="1"/>
          </p:cNvSpPr>
          <p:nvPr/>
        </p:nvSpPr>
        <p:spPr>
          <a:xfrm>
            <a:off x="812391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5" name="A1_bar_Cryo_14038">
            <a:extLst>
              <a:ext uri="{FF2B5EF4-FFF2-40B4-BE49-F238E27FC236}">
                <a16:creationId xmlns:a16="http://schemas.microsoft.com/office/drawing/2014/main" id="{E103C4B2-8FA4-4061-BE7B-3FCF65DC5F16}"/>
              </a:ext>
            </a:extLst>
          </p:cNvPr>
          <p:cNvSpPr>
            <a:spLocks noGrp="1"/>
          </p:cNvSpPr>
          <p:nvPr/>
        </p:nvSpPr>
        <p:spPr>
          <a:xfrm>
            <a:off x="8315670" y="517986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6" name="A1_bar_Cryo_14039">
            <a:extLst>
              <a:ext uri="{FF2B5EF4-FFF2-40B4-BE49-F238E27FC236}">
                <a16:creationId xmlns:a16="http://schemas.microsoft.com/office/drawing/2014/main" id="{89C62005-AA9D-43C0-941B-07F9A67AA923}"/>
              </a:ext>
            </a:extLst>
          </p:cNvPr>
          <p:cNvSpPr>
            <a:spLocks noGrp="1"/>
          </p:cNvSpPr>
          <p:nvPr/>
        </p:nvSpPr>
        <p:spPr>
          <a:xfrm>
            <a:off x="806541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7" name="A1_bar_Cryo_14040">
            <a:extLst>
              <a:ext uri="{FF2B5EF4-FFF2-40B4-BE49-F238E27FC236}">
                <a16:creationId xmlns:a16="http://schemas.microsoft.com/office/drawing/2014/main" id="{3539DF11-9CFF-4A1A-ACC8-E1428322A3C6}"/>
              </a:ext>
            </a:extLst>
          </p:cNvPr>
          <p:cNvSpPr>
            <a:spLocks noGrp="1"/>
          </p:cNvSpPr>
          <p:nvPr/>
        </p:nvSpPr>
        <p:spPr>
          <a:xfrm>
            <a:off x="8122629" y="42581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8" name="A1_bar_Cryo_14041">
            <a:extLst>
              <a:ext uri="{FF2B5EF4-FFF2-40B4-BE49-F238E27FC236}">
                <a16:creationId xmlns:a16="http://schemas.microsoft.com/office/drawing/2014/main" id="{29ADFCE1-7CC7-4192-961E-B51C1C7117EB}"/>
              </a:ext>
            </a:extLst>
          </p:cNvPr>
          <p:cNvSpPr>
            <a:spLocks noGrp="1"/>
          </p:cNvSpPr>
          <p:nvPr/>
        </p:nvSpPr>
        <p:spPr>
          <a:xfrm>
            <a:off x="8279916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9" name="A1_bar_Cryo_14042">
            <a:extLst>
              <a:ext uri="{FF2B5EF4-FFF2-40B4-BE49-F238E27FC236}">
                <a16:creationId xmlns:a16="http://schemas.microsoft.com/office/drawing/2014/main" id="{5B08A24B-EE04-4704-9139-9EBFE2A4218A}"/>
              </a:ext>
            </a:extLst>
          </p:cNvPr>
          <p:cNvSpPr>
            <a:spLocks noGrp="1"/>
          </p:cNvSpPr>
          <p:nvPr/>
        </p:nvSpPr>
        <p:spPr>
          <a:xfrm>
            <a:off x="8291400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0" name="A1_bar_Cryo_14043">
            <a:extLst>
              <a:ext uri="{FF2B5EF4-FFF2-40B4-BE49-F238E27FC236}">
                <a16:creationId xmlns:a16="http://schemas.microsoft.com/office/drawing/2014/main" id="{BCD6A117-3A5A-4BC4-86C2-5DD7CE375387}"/>
              </a:ext>
            </a:extLst>
          </p:cNvPr>
          <p:cNvSpPr>
            <a:spLocks noGrp="1"/>
          </p:cNvSpPr>
          <p:nvPr/>
        </p:nvSpPr>
        <p:spPr>
          <a:xfrm>
            <a:off x="8137741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1" name="A1_bar_Cryo_14044">
            <a:extLst>
              <a:ext uri="{FF2B5EF4-FFF2-40B4-BE49-F238E27FC236}">
                <a16:creationId xmlns:a16="http://schemas.microsoft.com/office/drawing/2014/main" id="{95BA9DCD-E06D-425F-80EB-592D971B56D9}"/>
              </a:ext>
            </a:extLst>
          </p:cNvPr>
          <p:cNvSpPr>
            <a:spLocks noGrp="1"/>
          </p:cNvSpPr>
          <p:nvPr/>
        </p:nvSpPr>
        <p:spPr>
          <a:xfrm>
            <a:off x="8248710" y="5363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2" name="A1_bar_Cryo_14045">
            <a:extLst>
              <a:ext uri="{FF2B5EF4-FFF2-40B4-BE49-F238E27FC236}">
                <a16:creationId xmlns:a16="http://schemas.microsoft.com/office/drawing/2014/main" id="{FE29E39E-3601-4976-BB40-F94C0455593D}"/>
              </a:ext>
            </a:extLst>
          </p:cNvPr>
          <p:cNvSpPr>
            <a:spLocks noGrp="1"/>
          </p:cNvSpPr>
          <p:nvPr/>
        </p:nvSpPr>
        <p:spPr>
          <a:xfrm>
            <a:off x="8195035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3" name="A1_bar_Cryo_14046">
            <a:extLst>
              <a:ext uri="{FF2B5EF4-FFF2-40B4-BE49-F238E27FC236}">
                <a16:creationId xmlns:a16="http://schemas.microsoft.com/office/drawing/2014/main" id="{E0230387-CB8C-4BCE-8E0B-D295CAA9C36C}"/>
              </a:ext>
            </a:extLst>
          </p:cNvPr>
          <p:cNvSpPr>
            <a:spLocks noGrp="1"/>
          </p:cNvSpPr>
          <p:nvPr/>
        </p:nvSpPr>
        <p:spPr>
          <a:xfrm>
            <a:off x="8093988" y="3548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4" name="A1_bar_Cryo_14047">
            <a:extLst>
              <a:ext uri="{FF2B5EF4-FFF2-40B4-BE49-F238E27FC236}">
                <a16:creationId xmlns:a16="http://schemas.microsoft.com/office/drawing/2014/main" id="{2FDE38B8-B3DF-4ED6-B4B2-5C22B0EC5BFA}"/>
              </a:ext>
            </a:extLst>
          </p:cNvPr>
          <p:cNvSpPr>
            <a:spLocks noGrp="1"/>
          </p:cNvSpPr>
          <p:nvPr/>
        </p:nvSpPr>
        <p:spPr>
          <a:xfrm>
            <a:off x="808326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5" name="A1_bar_Cryo_14048">
            <a:extLst>
              <a:ext uri="{FF2B5EF4-FFF2-40B4-BE49-F238E27FC236}">
                <a16:creationId xmlns:a16="http://schemas.microsoft.com/office/drawing/2014/main" id="{DD886425-5D45-408D-A3F5-EC2259A1BF65}"/>
              </a:ext>
            </a:extLst>
          </p:cNvPr>
          <p:cNvSpPr>
            <a:spLocks noGrp="1"/>
          </p:cNvSpPr>
          <p:nvPr/>
        </p:nvSpPr>
        <p:spPr>
          <a:xfrm>
            <a:off x="808644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6" name="A1_bar_Cryo_14049">
            <a:extLst>
              <a:ext uri="{FF2B5EF4-FFF2-40B4-BE49-F238E27FC236}">
                <a16:creationId xmlns:a16="http://schemas.microsoft.com/office/drawing/2014/main" id="{578A00F7-C286-4138-B985-B44C17CAC87A}"/>
              </a:ext>
            </a:extLst>
          </p:cNvPr>
          <p:cNvSpPr>
            <a:spLocks noGrp="1"/>
          </p:cNvSpPr>
          <p:nvPr/>
        </p:nvSpPr>
        <p:spPr>
          <a:xfrm>
            <a:off x="8079788" y="42618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7" name="A1_bar_Cryo_14050">
            <a:extLst>
              <a:ext uri="{FF2B5EF4-FFF2-40B4-BE49-F238E27FC236}">
                <a16:creationId xmlns:a16="http://schemas.microsoft.com/office/drawing/2014/main" id="{B2E8FC83-7340-4B1D-A990-ECE2ECA1D27E}"/>
              </a:ext>
            </a:extLst>
          </p:cNvPr>
          <p:cNvSpPr>
            <a:spLocks noGrp="1"/>
          </p:cNvSpPr>
          <p:nvPr/>
        </p:nvSpPr>
        <p:spPr>
          <a:xfrm>
            <a:off x="8313724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8" name="A1_bar_Cryo_14051">
            <a:extLst>
              <a:ext uri="{FF2B5EF4-FFF2-40B4-BE49-F238E27FC236}">
                <a16:creationId xmlns:a16="http://schemas.microsoft.com/office/drawing/2014/main" id="{5D691EFA-E83D-4E17-ACA0-E76BD2F082FC}"/>
              </a:ext>
            </a:extLst>
          </p:cNvPr>
          <p:cNvSpPr>
            <a:spLocks noGrp="1"/>
          </p:cNvSpPr>
          <p:nvPr/>
        </p:nvSpPr>
        <p:spPr>
          <a:xfrm>
            <a:off x="8304361" y="45310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9" name="A1_bar_Cryo_14052">
            <a:extLst>
              <a:ext uri="{FF2B5EF4-FFF2-40B4-BE49-F238E27FC236}">
                <a16:creationId xmlns:a16="http://schemas.microsoft.com/office/drawing/2014/main" id="{36BDA172-AD0D-4FE6-8C58-67F2A6551089}"/>
              </a:ext>
            </a:extLst>
          </p:cNvPr>
          <p:cNvSpPr>
            <a:spLocks noGrp="1"/>
          </p:cNvSpPr>
          <p:nvPr/>
        </p:nvSpPr>
        <p:spPr>
          <a:xfrm>
            <a:off x="810486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0" name="A1_bar_Cryo_14053">
            <a:extLst>
              <a:ext uri="{FF2B5EF4-FFF2-40B4-BE49-F238E27FC236}">
                <a16:creationId xmlns:a16="http://schemas.microsoft.com/office/drawing/2014/main" id="{12C19D99-D80B-48E5-8570-E97B5BE11C9E}"/>
              </a:ext>
            </a:extLst>
          </p:cNvPr>
          <p:cNvSpPr>
            <a:spLocks noGrp="1"/>
          </p:cNvSpPr>
          <p:nvPr/>
        </p:nvSpPr>
        <p:spPr>
          <a:xfrm>
            <a:off x="8139081" y="53215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1" name="A1_bar_Cryo_14054">
            <a:extLst>
              <a:ext uri="{FF2B5EF4-FFF2-40B4-BE49-F238E27FC236}">
                <a16:creationId xmlns:a16="http://schemas.microsoft.com/office/drawing/2014/main" id="{24709885-918A-4A8C-AE74-583CBBEF99B9}"/>
              </a:ext>
            </a:extLst>
          </p:cNvPr>
          <p:cNvSpPr>
            <a:spLocks noGrp="1"/>
          </p:cNvSpPr>
          <p:nvPr/>
        </p:nvSpPr>
        <p:spPr>
          <a:xfrm>
            <a:off x="8124246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2" name="A1_bar_Cryo_14055">
            <a:extLst>
              <a:ext uri="{FF2B5EF4-FFF2-40B4-BE49-F238E27FC236}">
                <a16:creationId xmlns:a16="http://schemas.microsoft.com/office/drawing/2014/main" id="{9DD776AA-EDE7-41D8-A53A-57C5DCEB6040}"/>
              </a:ext>
            </a:extLst>
          </p:cNvPr>
          <p:cNvSpPr>
            <a:spLocks noGrp="1"/>
          </p:cNvSpPr>
          <p:nvPr/>
        </p:nvSpPr>
        <p:spPr>
          <a:xfrm>
            <a:off x="817868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3" name="A1_bar_Cryo_14056">
            <a:extLst>
              <a:ext uri="{FF2B5EF4-FFF2-40B4-BE49-F238E27FC236}">
                <a16:creationId xmlns:a16="http://schemas.microsoft.com/office/drawing/2014/main" id="{A8783B30-CC8A-49DC-A2EE-A70B2C8F3FC5}"/>
              </a:ext>
            </a:extLst>
          </p:cNvPr>
          <p:cNvSpPr>
            <a:spLocks noGrp="1"/>
          </p:cNvSpPr>
          <p:nvPr/>
        </p:nvSpPr>
        <p:spPr>
          <a:xfrm>
            <a:off x="8066437" y="60360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4" name="A1_bar_Cryo_14057">
            <a:extLst>
              <a:ext uri="{FF2B5EF4-FFF2-40B4-BE49-F238E27FC236}">
                <a16:creationId xmlns:a16="http://schemas.microsoft.com/office/drawing/2014/main" id="{BDE0A5F0-DE31-416F-AFD4-81887876622A}"/>
              </a:ext>
            </a:extLst>
          </p:cNvPr>
          <p:cNvSpPr>
            <a:spLocks noGrp="1"/>
          </p:cNvSpPr>
          <p:nvPr/>
        </p:nvSpPr>
        <p:spPr>
          <a:xfrm>
            <a:off x="818559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5" name="A1_bar_Cryo_14058">
            <a:extLst>
              <a:ext uri="{FF2B5EF4-FFF2-40B4-BE49-F238E27FC236}">
                <a16:creationId xmlns:a16="http://schemas.microsoft.com/office/drawing/2014/main" id="{8A911C38-1FA1-498A-A33A-82D71FF77698}"/>
              </a:ext>
            </a:extLst>
          </p:cNvPr>
          <p:cNvSpPr>
            <a:spLocks noGrp="1"/>
          </p:cNvSpPr>
          <p:nvPr/>
        </p:nvSpPr>
        <p:spPr>
          <a:xfrm>
            <a:off x="8078899" y="31128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6" name="A1_bar_Cryo_14059">
            <a:extLst>
              <a:ext uri="{FF2B5EF4-FFF2-40B4-BE49-F238E27FC236}">
                <a16:creationId xmlns:a16="http://schemas.microsoft.com/office/drawing/2014/main" id="{D4263843-9B6E-4E26-AD4B-5BA54259E76C}"/>
              </a:ext>
            </a:extLst>
          </p:cNvPr>
          <p:cNvSpPr>
            <a:spLocks noGrp="1"/>
          </p:cNvSpPr>
          <p:nvPr/>
        </p:nvSpPr>
        <p:spPr>
          <a:xfrm>
            <a:off x="812753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7" name="A1_bar_Cryo_14060">
            <a:extLst>
              <a:ext uri="{FF2B5EF4-FFF2-40B4-BE49-F238E27FC236}">
                <a16:creationId xmlns:a16="http://schemas.microsoft.com/office/drawing/2014/main" id="{3EF68DDA-DBDA-4C10-90BC-CFF361F32208}"/>
              </a:ext>
            </a:extLst>
          </p:cNvPr>
          <p:cNvSpPr>
            <a:spLocks noGrp="1"/>
          </p:cNvSpPr>
          <p:nvPr/>
        </p:nvSpPr>
        <p:spPr>
          <a:xfrm>
            <a:off x="808957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8" name="A1_bar_Cryo_14061">
            <a:extLst>
              <a:ext uri="{FF2B5EF4-FFF2-40B4-BE49-F238E27FC236}">
                <a16:creationId xmlns:a16="http://schemas.microsoft.com/office/drawing/2014/main" id="{802226F2-4755-49A2-8648-97D7F3E38193}"/>
              </a:ext>
            </a:extLst>
          </p:cNvPr>
          <p:cNvSpPr>
            <a:spLocks noGrp="1"/>
          </p:cNvSpPr>
          <p:nvPr/>
        </p:nvSpPr>
        <p:spPr>
          <a:xfrm>
            <a:off x="8143838" y="60581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9" name="A1_bar_Cryo_14062">
            <a:extLst>
              <a:ext uri="{FF2B5EF4-FFF2-40B4-BE49-F238E27FC236}">
                <a16:creationId xmlns:a16="http://schemas.microsoft.com/office/drawing/2014/main" id="{57FA28F3-F601-4689-BAB6-E16A58FD5DBB}"/>
              </a:ext>
            </a:extLst>
          </p:cNvPr>
          <p:cNvSpPr>
            <a:spLocks noGrp="1"/>
          </p:cNvSpPr>
          <p:nvPr/>
        </p:nvSpPr>
        <p:spPr>
          <a:xfrm>
            <a:off x="822892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0" name="A1_bar_Cryo_14063">
            <a:extLst>
              <a:ext uri="{FF2B5EF4-FFF2-40B4-BE49-F238E27FC236}">
                <a16:creationId xmlns:a16="http://schemas.microsoft.com/office/drawing/2014/main" id="{F029A4BC-8F72-4E50-ACE0-5A8F71E1E390}"/>
              </a:ext>
            </a:extLst>
          </p:cNvPr>
          <p:cNvSpPr>
            <a:spLocks noGrp="1"/>
          </p:cNvSpPr>
          <p:nvPr/>
        </p:nvSpPr>
        <p:spPr>
          <a:xfrm>
            <a:off x="825824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1" name="A1_bar_Cryo_14064">
            <a:extLst>
              <a:ext uri="{FF2B5EF4-FFF2-40B4-BE49-F238E27FC236}">
                <a16:creationId xmlns:a16="http://schemas.microsoft.com/office/drawing/2014/main" id="{270D4648-48EA-4684-9A0F-EA9F888A31EA}"/>
              </a:ext>
            </a:extLst>
          </p:cNvPr>
          <p:cNvSpPr>
            <a:spLocks noGrp="1"/>
          </p:cNvSpPr>
          <p:nvPr/>
        </p:nvSpPr>
        <p:spPr>
          <a:xfrm>
            <a:off x="2290773" y="46410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2" name="A1_bar_Cryo_14065">
            <a:extLst>
              <a:ext uri="{FF2B5EF4-FFF2-40B4-BE49-F238E27FC236}">
                <a16:creationId xmlns:a16="http://schemas.microsoft.com/office/drawing/2014/main" id="{B52AC1CD-409B-49D3-896C-F67EBAFD116F}"/>
              </a:ext>
            </a:extLst>
          </p:cNvPr>
          <p:cNvSpPr>
            <a:spLocks noGrp="1"/>
          </p:cNvSpPr>
          <p:nvPr/>
        </p:nvSpPr>
        <p:spPr>
          <a:xfrm>
            <a:off x="2198589" y="609785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3" name="A1_bar_Cryo_14066">
            <a:extLst>
              <a:ext uri="{FF2B5EF4-FFF2-40B4-BE49-F238E27FC236}">
                <a16:creationId xmlns:a16="http://schemas.microsoft.com/office/drawing/2014/main" id="{3C2DB52D-91C5-4383-A7E1-A128F69FC49E}"/>
              </a:ext>
            </a:extLst>
          </p:cNvPr>
          <p:cNvSpPr>
            <a:spLocks noGrp="1"/>
          </p:cNvSpPr>
          <p:nvPr/>
        </p:nvSpPr>
        <p:spPr>
          <a:xfrm>
            <a:off x="2199613" y="474991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4" name="A1_bar_Cryo_14067">
            <a:extLst>
              <a:ext uri="{FF2B5EF4-FFF2-40B4-BE49-F238E27FC236}">
                <a16:creationId xmlns:a16="http://schemas.microsoft.com/office/drawing/2014/main" id="{354E7614-03AF-40D9-A98A-0B126F97644C}"/>
              </a:ext>
            </a:extLst>
          </p:cNvPr>
          <p:cNvSpPr>
            <a:spLocks noGrp="1"/>
          </p:cNvSpPr>
          <p:nvPr/>
        </p:nvSpPr>
        <p:spPr>
          <a:xfrm>
            <a:off x="2362946" y="58942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5" name="A1_bar_Cryo_14068">
            <a:extLst>
              <a:ext uri="{FF2B5EF4-FFF2-40B4-BE49-F238E27FC236}">
                <a16:creationId xmlns:a16="http://schemas.microsoft.com/office/drawing/2014/main" id="{53D9C350-2679-4C01-AFD8-915670FABD21}"/>
              </a:ext>
            </a:extLst>
          </p:cNvPr>
          <p:cNvSpPr>
            <a:spLocks noGrp="1"/>
          </p:cNvSpPr>
          <p:nvPr/>
        </p:nvSpPr>
        <p:spPr>
          <a:xfrm>
            <a:off x="2278201" y="37859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6" name="A1_bar_Cryo_14069">
            <a:extLst>
              <a:ext uri="{FF2B5EF4-FFF2-40B4-BE49-F238E27FC236}">
                <a16:creationId xmlns:a16="http://schemas.microsoft.com/office/drawing/2014/main" id="{5845B580-111F-4CE5-80AA-7871FC7936CE}"/>
              </a:ext>
            </a:extLst>
          </p:cNvPr>
          <p:cNvSpPr>
            <a:spLocks noGrp="1"/>
          </p:cNvSpPr>
          <p:nvPr/>
        </p:nvSpPr>
        <p:spPr>
          <a:xfrm>
            <a:off x="2284357" y="60500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7" name="A1_bar_Cryo_14070">
            <a:extLst>
              <a:ext uri="{FF2B5EF4-FFF2-40B4-BE49-F238E27FC236}">
                <a16:creationId xmlns:a16="http://schemas.microsoft.com/office/drawing/2014/main" id="{3AB0EBED-3B1B-453C-8D77-AC8845AED5CA}"/>
              </a:ext>
            </a:extLst>
          </p:cNvPr>
          <p:cNvSpPr>
            <a:spLocks noGrp="1"/>
          </p:cNvSpPr>
          <p:nvPr/>
        </p:nvSpPr>
        <p:spPr>
          <a:xfrm>
            <a:off x="2277988" y="60156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8" name="A1_bar_Cryo_14071">
            <a:extLst>
              <a:ext uri="{FF2B5EF4-FFF2-40B4-BE49-F238E27FC236}">
                <a16:creationId xmlns:a16="http://schemas.microsoft.com/office/drawing/2014/main" id="{76E54C0B-4C49-4F29-A033-B6CF5FFAD035}"/>
              </a:ext>
            </a:extLst>
          </p:cNvPr>
          <p:cNvSpPr>
            <a:spLocks noGrp="1"/>
          </p:cNvSpPr>
          <p:nvPr/>
        </p:nvSpPr>
        <p:spPr>
          <a:xfrm>
            <a:off x="2135118" y="367872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9" name="A1_bar_Cryo_14072">
            <a:extLst>
              <a:ext uri="{FF2B5EF4-FFF2-40B4-BE49-F238E27FC236}">
                <a16:creationId xmlns:a16="http://schemas.microsoft.com/office/drawing/2014/main" id="{5975A9C4-7F1D-4FAA-AF35-4B1026EA7B04}"/>
              </a:ext>
            </a:extLst>
          </p:cNvPr>
          <p:cNvSpPr>
            <a:spLocks noGrp="1"/>
          </p:cNvSpPr>
          <p:nvPr/>
        </p:nvSpPr>
        <p:spPr>
          <a:xfrm>
            <a:off x="2145561" y="47240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0" name="A1_bar_Cryo_14073">
            <a:extLst>
              <a:ext uri="{FF2B5EF4-FFF2-40B4-BE49-F238E27FC236}">
                <a16:creationId xmlns:a16="http://schemas.microsoft.com/office/drawing/2014/main" id="{A0AA62E9-A420-4A91-B1F9-DD2E789E2141}"/>
              </a:ext>
            </a:extLst>
          </p:cNvPr>
          <p:cNvSpPr>
            <a:spLocks noGrp="1"/>
          </p:cNvSpPr>
          <p:nvPr/>
        </p:nvSpPr>
        <p:spPr>
          <a:xfrm>
            <a:off x="2319069" y="39820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1" name="A1_bar_Cryo_14074">
            <a:extLst>
              <a:ext uri="{FF2B5EF4-FFF2-40B4-BE49-F238E27FC236}">
                <a16:creationId xmlns:a16="http://schemas.microsoft.com/office/drawing/2014/main" id="{29F3EF63-F89A-4283-BACB-765C9B835F6D}"/>
              </a:ext>
            </a:extLst>
          </p:cNvPr>
          <p:cNvSpPr>
            <a:spLocks noGrp="1"/>
          </p:cNvSpPr>
          <p:nvPr/>
        </p:nvSpPr>
        <p:spPr>
          <a:xfrm>
            <a:off x="2216411" y="40881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2" name="A1_bar_Cryo_14075">
            <a:extLst>
              <a:ext uri="{FF2B5EF4-FFF2-40B4-BE49-F238E27FC236}">
                <a16:creationId xmlns:a16="http://schemas.microsoft.com/office/drawing/2014/main" id="{CA4A273C-1C83-4E0D-AF33-BD345AB01060}"/>
              </a:ext>
            </a:extLst>
          </p:cNvPr>
          <p:cNvSpPr>
            <a:spLocks noGrp="1"/>
          </p:cNvSpPr>
          <p:nvPr/>
        </p:nvSpPr>
        <p:spPr>
          <a:xfrm>
            <a:off x="2245829" y="55367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3" name="A1_bar_Cryo_14076">
            <a:extLst>
              <a:ext uri="{FF2B5EF4-FFF2-40B4-BE49-F238E27FC236}">
                <a16:creationId xmlns:a16="http://schemas.microsoft.com/office/drawing/2014/main" id="{A26138E3-1711-4F8A-8AA1-9A25F4F22F87}"/>
              </a:ext>
            </a:extLst>
          </p:cNvPr>
          <p:cNvSpPr>
            <a:spLocks noGrp="1"/>
          </p:cNvSpPr>
          <p:nvPr/>
        </p:nvSpPr>
        <p:spPr>
          <a:xfrm>
            <a:off x="2286058" y="397500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4" name="A1_bar_Cryo_14077">
            <a:extLst>
              <a:ext uri="{FF2B5EF4-FFF2-40B4-BE49-F238E27FC236}">
                <a16:creationId xmlns:a16="http://schemas.microsoft.com/office/drawing/2014/main" id="{757CE94F-9EA7-48BC-AC50-12F5CE764B34}"/>
              </a:ext>
            </a:extLst>
          </p:cNvPr>
          <p:cNvSpPr>
            <a:spLocks noGrp="1"/>
          </p:cNvSpPr>
          <p:nvPr/>
        </p:nvSpPr>
        <p:spPr>
          <a:xfrm>
            <a:off x="2250325" y="50398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5" name="A1_bar_Cryo_14078">
            <a:extLst>
              <a:ext uri="{FF2B5EF4-FFF2-40B4-BE49-F238E27FC236}">
                <a16:creationId xmlns:a16="http://schemas.microsoft.com/office/drawing/2014/main" id="{8CCC3C5D-FDFA-424C-B12E-FB4E8FBDAD26}"/>
              </a:ext>
            </a:extLst>
          </p:cNvPr>
          <p:cNvSpPr>
            <a:spLocks noGrp="1"/>
          </p:cNvSpPr>
          <p:nvPr/>
        </p:nvSpPr>
        <p:spPr>
          <a:xfrm>
            <a:off x="2212138" y="55555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6" name="A1_bar_Cryo_14079">
            <a:extLst>
              <a:ext uri="{FF2B5EF4-FFF2-40B4-BE49-F238E27FC236}">
                <a16:creationId xmlns:a16="http://schemas.microsoft.com/office/drawing/2014/main" id="{0E57EDC3-5B12-428E-BEBC-86FA2BAD858B}"/>
              </a:ext>
            </a:extLst>
          </p:cNvPr>
          <p:cNvSpPr>
            <a:spLocks noGrp="1"/>
          </p:cNvSpPr>
          <p:nvPr/>
        </p:nvSpPr>
        <p:spPr>
          <a:xfrm>
            <a:off x="2377144" y="409101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7" name="A1_bar_Cryo_14080">
            <a:extLst>
              <a:ext uri="{FF2B5EF4-FFF2-40B4-BE49-F238E27FC236}">
                <a16:creationId xmlns:a16="http://schemas.microsoft.com/office/drawing/2014/main" id="{3AAC7B46-940D-46A0-B6FB-79CC372E72C5}"/>
              </a:ext>
            </a:extLst>
          </p:cNvPr>
          <p:cNvSpPr>
            <a:spLocks noGrp="1"/>
          </p:cNvSpPr>
          <p:nvPr/>
        </p:nvSpPr>
        <p:spPr>
          <a:xfrm>
            <a:off x="2196991" y="60978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8" name="A1_bar_Cryo_14081">
            <a:extLst>
              <a:ext uri="{FF2B5EF4-FFF2-40B4-BE49-F238E27FC236}">
                <a16:creationId xmlns:a16="http://schemas.microsoft.com/office/drawing/2014/main" id="{7BCF2BD2-2F86-49B9-8A1F-C03E7BCCE582}"/>
              </a:ext>
            </a:extLst>
          </p:cNvPr>
          <p:cNvSpPr>
            <a:spLocks noGrp="1"/>
          </p:cNvSpPr>
          <p:nvPr/>
        </p:nvSpPr>
        <p:spPr>
          <a:xfrm>
            <a:off x="2356695" y="440891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9" name="A1_bar_Cryo_14082">
            <a:extLst>
              <a:ext uri="{FF2B5EF4-FFF2-40B4-BE49-F238E27FC236}">
                <a16:creationId xmlns:a16="http://schemas.microsoft.com/office/drawing/2014/main" id="{FC21D5CE-E53E-43C3-AC5B-3293E500E6B8}"/>
              </a:ext>
            </a:extLst>
          </p:cNvPr>
          <p:cNvSpPr>
            <a:spLocks noGrp="1"/>
          </p:cNvSpPr>
          <p:nvPr/>
        </p:nvSpPr>
        <p:spPr>
          <a:xfrm>
            <a:off x="2151799" y="44365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0" name="A1_bar_Cryo_14083">
            <a:extLst>
              <a:ext uri="{FF2B5EF4-FFF2-40B4-BE49-F238E27FC236}">
                <a16:creationId xmlns:a16="http://schemas.microsoft.com/office/drawing/2014/main" id="{FE58B3B7-403D-4ED0-92AB-A6F074AF8352}"/>
              </a:ext>
            </a:extLst>
          </p:cNvPr>
          <p:cNvSpPr>
            <a:spLocks noGrp="1"/>
          </p:cNvSpPr>
          <p:nvPr/>
        </p:nvSpPr>
        <p:spPr>
          <a:xfrm>
            <a:off x="2251440" y="46403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1" name="A1_bar_Cryo_14084">
            <a:extLst>
              <a:ext uri="{FF2B5EF4-FFF2-40B4-BE49-F238E27FC236}">
                <a16:creationId xmlns:a16="http://schemas.microsoft.com/office/drawing/2014/main" id="{1A8FE72C-EB54-4BB0-AB78-12A5AF47F6DA}"/>
              </a:ext>
            </a:extLst>
          </p:cNvPr>
          <p:cNvSpPr>
            <a:spLocks noGrp="1"/>
          </p:cNvSpPr>
          <p:nvPr/>
        </p:nvSpPr>
        <p:spPr>
          <a:xfrm>
            <a:off x="2140330" y="5275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2" name="A1_bar_Cryo_14085">
            <a:extLst>
              <a:ext uri="{FF2B5EF4-FFF2-40B4-BE49-F238E27FC236}">
                <a16:creationId xmlns:a16="http://schemas.microsoft.com/office/drawing/2014/main" id="{92AAD64D-78CB-4E60-B522-6C30B23649C6}"/>
              </a:ext>
            </a:extLst>
          </p:cNvPr>
          <p:cNvSpPr>
            <a:spLocks noGrp="1"/>
          </p:cNvSpPr>
          <p:nvPr/>
        </p:nvSpPr>
        <p:spPr>
          <a:xfrm>
            <a:off x="2177194" y="60977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3" name="A1_bar_Cryo_14086">
            <a:extLst>
              <a:ext uri="{FF2B5EF4-FFF2-40B4-BE49-F238E27FC236}">
                <a16:creationId xmlns:a16="http://schemas.microsoft.com/office/drawing/2014/main" id="{243315DC-D407-400C-A630-4FAF5E46F67E}"/>
              </a:ext>
            </a:extLst>
          </p:cNvPr>
          <p:cNvSpPr>
            <a:spLocks noGrp="1"/>
          </p:cNvSpPr>
          <p:nvPr/>
        </p:nvSpPr>
        <p:spPr>
          <a:xfrm>
            <a:off x="2193071" y="47175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4" name="A1_bar_Cryo_14087">
            <a:extLst>
              <a:ext uri="{FF2B5EF4-FFF2-40B4-BE49-F238E27FC236}">
                <a16:creationId xmlns:a16="http://schemas.microsoft.com/office/drawing/2014/main" id="{9244CF42-250A-459E-93B1-78733C26F255}"/>
              </a:ext>
            </a:extLst>
          </p:cNvPr>
          <p:cNvSpPr>
            <a:spLocks noGrp="1"/>
          </p:cNvSpPr>
          <p:nvPr/>
        </p:nvSpPr>
        <p:spPr>
          <a:xfrm>
            <a:off x="2260080" y="35677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5" name="A1_bar_Cryo_14088">
            <a:extLst>
              <a:ext uri="{FF2B5EF4-FFF2-40B4-BE49-F238E27FC236}">
                <a16:creationId xmlns:a16="http://schemas.microsoft.com/office/drawing/2014/main" id="{62DCB228-2128-475F-8CF7-357629405BA8}"/>
              </a:ext>
            </a:extLst>
          </p:cNvPr>
          <p:cNvSpPr>
            <a:spLocks noGrp="1"/>
          </p:cNvSpPr>
          <p:nvPr/>
        </p:nvSpPr>
        <p:spPr>
          <a:xfrm>
            <a:off x="2290207" y="60978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6" name="A1_bar_Cryo_14089">
            <a:extLst>
              <a:ext uri="{FF2B5EF4-FFF2-40B4-BE49-F238E27FC236}">
                <a16:creationId xmlns:a16="http://schemas.microsoft.com/office/drawing/2014/main" id="{969B5223-43CC-4C4C-8733-854B578B8C3F}"/>
              </a:ext>
            </a:extLst>
          </p:cNvPr>
          <p:cNvSpPr>
            <a:spLocks noGrp="1"/>
          </p:cNvSpPr>
          <p:nvPr/>
        </p:nvSpPr>
        <p:spPr>
          <a:xfrm>
            <a:off x="2368575" y="60269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7" name="A1_bar_Cryo_14090">
            <a:extLst>
              <a:ext uri="{FF2B5EF4-FFF2-40B4-BE49-F238E27FC236}">
                <a16:creationId xmlns:a16="http://schemas.microsoft.com/office/drawing/2014/main" id="{28D7809C-BA11-41B9-9EE1-648CAB50B5FD}"/>
              </a:ext>
            </a:extLst>
          </p:cNvPr>
          <p:cNvSpPr>
            <a:spLocks noGrp="1"/>
          </p:cNvSpPr>
          <p:nvPr/>
        </p:nvSpPr>
        <p:spPr>
          <a:xfrm>
            <a:off x="2246190" y="53459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8" name="A1_bar_Cryo_14091">
            <a:extLst>
              <a:ext uri="{FF2B5EF4-FFF2-40B4-BE49-F238E27FC236}">
                <a16:creationId xmlns:a16="http://schemas.microsoft.com/office/drawing/2014/main" id="{DCA72E30-2E5C-4156-86E7-7D0E50102807}"/>
              </a:ext>
            </a:extLst>
          </p:cNvPr>
          <p:cNvSpPr>
            <a:spLocks noGrp="1"/>
          </p:cNvSpPr>
          <p:nvPr/>
        </p:nvSpPr>
        <p:spPr>
          <a:xfrm>
            <a:off x="2272366" y="46619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9" name="A1_bar_Cryo_14092">
            <a:extLst>
              <a:ext uri="{FF2B5EF4-FFF2-40B4-BE49-F238E27FC236}">
                <a16:creationId xmlns:a16="http://schemas.microsoft.com/office/drawing/2014/main" id="{ABC6E737-1C37-488F-A3EE-8F93276B203A}"/>
              </a:ext>
            </a:extLst>
          </p:cNvPr>
          <p:cNvSpPr>
            <a:spLocks noGrp="1"/>
          </p:cNvSpPr>
          <p:nvPr/>
        </p:nvSpPr>
        <p:spPr>
          <a:xfrm>
            <a:off x="2167358" y="352910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0" name="A1_bar_Cryo_14093">
            <a:extLst>
              <a:ext uri="{FF2B5EF4-FFF2-40B4-BE49-F238E27FC236}">
                <a16:creationId xmlns:a16="http://schemas.microsoft.com/office/drawing/2014/main" id="{F40F7710-1D6C-44FA-9314-E2D7BEAF8540}"/>
              </a:ext>
            </a:extLst>
          </p:cNvPr>
          <p:cNvSpPr>
            <a:spLocks noGrp="1"/>
          </p:cNvSpPr>
          <p:nvPr/>
        </p:nvSpPr>
        <p:spPr>
          <a:xfrm>
            <a:off x="2349541" y="35643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1" name="A1_bar_Cryo_14094">
            <a:extLst>
              <a:ext uri="{FF2B5EF4-FFF2-40B4-BE49-F238E27FC236}">
                <a16:creationId xmlns:a16="http://schemas.microsoft.com/office/drawing/2014/main" id="{0525F566-A143-4CED-A350-A4F1E012F8AB}"/>
              </a:ext>
            </a:extLst>
          </p:cNvPr>
          <p:cNvSpPr>
            <a:spLocks noGrp="1"/>
          </p:cNvSpPr>
          <p:nvPr/>
        </p:nvSpPr>
        <p:spPr>
          <a:xfrm>
            <a:off x="2372678" y="60978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2" name="A1_bar_Cryo_14095">
            <a:extLst>
              <a:ext uri="{FF2B5EF4-FFF2-40B4-BE49-F238E27FC236}">
                <a16:creationId xmlns:a16="http://schemas.microsoft.com/office/drawing/2014/main" id="{37A36E52-0BC4-4356-A6DE-91AF075A200F}"/>
              </a:ext>
            </a:extLst>
          </p:cNvPr>
          <p:cNvSpPr>
            <a:spLocks noGrp="1"/>
          </p:cNvSpPr>
          <p:nvPr/>
        </p:nvSpPr>
        <p:spPr>
          <a:xfrm>
            <a:off x="2232623" y="40887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3" name="A1_bar_Cryo_14096">
            <a:extLst>
              <a:ext uri="{FF2B5EF4-FFF2-40B4-BE49-F238E27FC236}">
                <a16:creationId xmlns:a16="http://schemas.microsoft.com/office/drawing/2014/main" id="{CD7DC98A-5649-48DF-8992-9C6FC1426BFF}"/>
              </a:ext>
            </a:extLst>
          </p:cNvPr>
          <p:cNvSpPr>
            <a:spLocks noGrp="1"/>
          </p:cNvSpPr>
          <p:nvPr/>
        </p:nvSpPr>
        <p:spPr>
          <a:xfrm>
            <a:off x="2181588" y="60978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4" name="A1_bar_Cryo_14097">
            <a:extLst>
              <a:ext uri="{FF2B5EF4-FFF2-40B4-BE49-F238E27FC236}">
                <a16:creationId xmlns:a16="http://schemas.microsoft.com/office/drawing/2014/main" id="{1C1A1539-7E67-46EC-A3C0-50DF4E26B639}"/>
              </a:ext>
            </a:extLst>
          </p:cNvPr>
          <p:cNvSpPr>
            <a:spLocks noGrp="1"/>
          </p:cNvSpPr>
          <p:nvPr/>
        </p:nvSpPr>
        <p:spPr>
          <a:xfrm>
            <a:off x="2343918" y="4932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5" name="A1_bar_Cryo_14098">
            <a:extLst>
              <a:ext uri="{FF2B5EF4-FFF2-40B4-BE49-F238E27FC236}">
                <a16:creationId xmlns:a16="http://schemas.microsoft.com/office/drawing/2014/main" id="{41F4A434-6388-4A36-B1E2-9ED11B907C8D}"/>
              </a:ext>
            </a:extLst>
          </p:cNvPr>
          <p:cNvSpPr>
            <a:spLocks noGrp="1"/>
          </p:cNvSpPr>
          <p:nvPr/>
        </p:nvSpPr>
        <p:spPr>
          <a:xfrm>
            <a:off x="2232051" y="43462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6" name="A1_bar_Cryo_14099">
            <a:extLst>
              <a:ext uri="{FF2B5EF4-FFF2-40B4-BE49-F238E27FC236}">
                <a16:creationId xmlns:a16="http://schemas.microsoft.com/office/drawing/2014/main" id="{B95BC46D-AA66-4514-B258-DCF0178FDEE4}"/>
              </a:ext>
            </a:extLst>
          </p:cNvPr>
          <p:cNvSpPr>
            <a:spLocks noGrp="1"/>
          </p:cNvSpPr>
          <p:nvPr/>
        </p:nvSpPr>
        <p:spPr>
          <a:xfrm>
            <a:off x="2160034" y="60978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7" name="A1_bar_Cryo_14100">
            <a:extLst>
              <a:ext uri="{FF2B5EF4-FFF2-40B4-BE49-F238E27FC236}">
                <a16:creationId xmlns:a16="http://schemas.microsoft.com/office/drawing/2014/main" id="{0B9D06C4-519C-42C8-B11E-02958F55BB20}"/>
              </a:ext>
            </a:extLst>
          </p:cNvPr>
          <p:cNvSpPr>
            <a:spLocks noGrp="1"/>
          </p:cNvSpPr>
          <p:nvPr/>
        </p:nvSpPr>
        <p:spPr>
          <a:xfrm>
            <a:off x="2317432" y="60978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8" name="A1_bar_Cryo_14101">
            <a:extLst>
              <a:ext uri="{FF2B5EF4-FFF2-40B4-BE49-F238E27FC236}">
                <a16:creationId xmlns:a16="http://schemas.microsoft.com/office/drawing/2014/main" id="{017BDB57-D7A0-44E4-8A8D-BACAC500EA45}"/>
              </a:ext>
            </a:extLst>
          </p:cNvPr>
          <p:cNvSpPr>
            <a:spLocks noGrp="1"/>
          </p:cNvSpPr>
          <p:nvPr/>
        </p:nvSpPr>
        <p:spPr>
          <a:xfrm>
            <a:off x="2309546" y="443131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9" name="A1_bar_Cryo_14102">
            <a:extLst>
              <a:ext uri="{FF2B5EF4-FFF2-40B4-BE49-F238E27FC236}">
                <a16:creationId xmlns:a16="http://schemas.microsoft.com/office/drawing/2014/main" id="{E9A54C7E-871A-4EBE-9A82-4D16B26E8DFD}"/>
              </a:ext>
            </a:extLst>
          </p:cNvPr>
          <p:cNvSpPr>
            <a:spLocks noGrp="1"/>
          </p:cNvSpPr>
          <p:nvPr/>
        </p:nvSpPr>
        <p:spPr>
          <a:xfrm>
            <a:off x="2289839" y="435785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0" name="A1_bar_Cryo_14103">
            <a:extLst>
              <a:ext uri="{FF2B5EF4-FFF2-40B4-BE49-F238E27FC236}">
                <a16:creationId xmlns:a16="http://schemas.microsoft.com/office/drawing/2014/main" id="{FB2EAAD3-F7AD-4207-8463-FEF720B69250}"/>
              </a:ext>
            </a:extLst>
          </p:cNvPr>
          <p:cNvSpPr>
            <a:spLocks noGrp="1"/>
          </p:cNvSpPr>
          <p:nvPr/>
        </p:nvSpPr>
        <p:spPr>
          <a:xfrm>
            <a:off x="2243085" y="34473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1" name="A1_bar_Cryo_14104">
            <a:extLst>
              <a:ext uri="{FF2B5EF4-FFF2-40B4-BE49-F238E27FC236}">
                <a16:creationId xmlns:a16="http://schemas.microsoft.com/office/drawing/2014/main" id="{3B1404E6-ACC2-4018-BD5B-021CC15EB4D0}"/>
              </a:ext>
            </a:extLst>
          </p:cNvPr>
          <p:cNvSpPr>
            <a:spLocks noGrp="1"/>
          </p:cNvSpPr>
          <p:nvPr/>
        </p:nvSpPr>
        <p:spPr>
          <a:xfrm>
            <a:off x="2340671" y="52378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2" name="A1_bar_Cryo_14105">
            <a:extLst>
              <a:ext uri="{FF2B5EF4-FFF2-40B4-BE49-F238E27FC236}">
                <a16:creationId xmlns:a16="http://schemas.microsoft.com/office/drawing/2014/main" id="{FFCA3A6D-3EFC-4370-AC1E-CAD7AD5C88D7}"/>
              </a:ext>
            </a:extLst>
          </p:cNvPr>
          <p:cNvSpPr>
            <a:spLocks noGrp="1"/>
          </p:cNvSpPr>
          <p:nvPr/>
        </p:nvSpPr>
        <p:spPr>
          <a:xfrm>
            <a:off x="2317042" y="35887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3" name="A1_bar_Cryo_14106">
            <a:extLst>
              <a:ext uri="{FF2B5EF4-FFF2-40B4-BE49-F238E27FC236}">
                <a16:creationId xmlns:a16="http://schemas.microsoft.com/office/drawing/2014/main" id="{186A838C-759C-4AB8-A634-70C3AC26FFD3}"/>
              </a:ext>
            </a:extLst>
          </p:cNvPr>
          <p:cNvSpPr>
            <a:spLocks noGrp="1"/>
          </p:cNvSpPr>
          <p:nvPr/>
        </p:nvSpPr>
        <p:spPr>
          <a:xfrm>
            <a:off x="2166841" y="60978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4" name="A1_bar_Cryo_14107">
            <a:extLst>
              <a:ext uri="{FF2B5EF4-FFF2-40B4-BE49-F238E27FC236}">
                <a16:creationId xmlns:a16="http://schemas.microsoft.com/office/drawing/2014/main" id="{672981C8-8B42-4F3C-8664-2A202832EAC1}"/>
              </a:ext>
            </a:extLst>
          </p:cNvPr>
          <p:cNvSpPr>
            <a:spLocks noGrp="1"/>
          </p:cNvSpPr>
          <p:nvPr/>
        </p:nvSpPr>
        <p:spPr>
          <a:xfrm>
            <a:off x="2157807" y="47065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5" name="A1_bar_Cryo_14108">
            <a:extLst>
              <a:ext uri="{FF2B5EF4-FFF2-40B4-BE49-F238E27FC236}">
                <a16:creationId xmlns:a16="http://schemas.microsoft.com/office/drawing/2014/main" id="{74F1128E-167F-4C60-9EE9-EADAF1592B79}"/>
              </a:ext>
            </a:extLst>
          </p:cNvPr>
          <p:cNvSpPr>
            <a:spLocks noGrp="1"/>
          </p:cNvSpPr>
          <p:nvPr/>
        </p:nvSpPr>
        <p:spPr>
          <a:xfrm>
            <a:off x="2208834" y="60978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6" name="A1_bar_Cryo_14109">
            <a:extLst>
              <a:ext uri="{FF2B5EF4-FFF2-40B4-BE49-F238E27FC236}">
                <a16:creationId xmlns:a16="http://schemas.microsoft.com/office/drawing/2014/main" id="{2B2B5282-A400-4648-A0D5-F631F2545693}"/>
              </a:ext>
            </a:extLst>
          </p:cNvPr>
          <p:cNvSpPr>
            <a:spLocks noGrp="1"/>
          </p:cNvSpPr>
          <p:nvPr/>
        </p:nvSpPr>
        <p:spPr>
          <a:xfrm>
            <a:off x="2250667" y="37938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7" name="A1_bar_Cryo_14110">
            <a:extLst>
              <a:ext uri="{FF2B5EF4-FFF2-40B4-BE49-F238E27FC236}">
                <a16:creationId xmlns:a16="http://schemas.microsoft.com/office/drawing/2014/main" id="{561F1A14-4653-49F3-BA84-A701B47E6164}"/>
              </a:ext>
            </a:extLst>
          </p:cNvPr>
          <p:cNvSpPr>
            <a:spLocks noGrp="1"/>
          </p:cNvSpPr>
          <p:nvPr/>
        </p:nvSpPr>
        <p:spPr>
          <a:xfrm>
            <a:off x="2264862" y="43133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8" name="A1_bar_Cryo_14111">
            <a:extLst>
              <a:ext uri="{FF2B5EF4-FFF2-40B4-BE49-F238E27FC236}">
                <a16:creationId xmlns:a16="http://schemas.microsoft.com/office/drawing/2014/main" id="{0307A84B-752B-4F3E-9924-330D30C76AF5}"/>
              </a:ext>
            </a:extLst>
          </p:cNvPr>
          <p:cNvSpPr>
            <a:spLocks noGrp="1"/>
          </p:cNvSpPr>
          <p:nvPr/>
        </p:nvSpPr>
        <p:spPr>
          <a:xfrm>
            <a:off x="2262311" y="60946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9" name="A1_bar_Cryo_14112">
            <a:extLst>
              <a:ext uri="{FF2B5EF4-FFF2-40B4-BE49-F238E27FC236}">
                <a16:creationId xmlns:a16="http://schemas.microsoft.com/office/drawing/2014/main" id="{409F822C-76DE-4760-90CA-DAB0ABC3AB64}"/>
              </a:ext>
            </a:extLst>
          </p:cNvPr>
          <p:cNvSpPr>
            <a:spLocks noGrp="1"/>
          </p:cNvSpPr>
          <p:nvPr/>
        </p:nvSpPr>
        <p:spPr>
          <a:xfrm>
            <a:off x="2311175" y="51563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0" name="A1_bar_Cryo_14113">
            <a:extLst>
              <a:ext uri="{FF2B5EF4-FFF2-40B4-BE49-F238E27FC236}">
                <a16:creationId xmlns:a16="http://schemas.microsoft.com/office/drawing/2014/main" id="{0039FBEE-B162-4443-B879-3755432A0061}"/>
              </a:ext>
            </a:extLst>
          </p:cNvPr>
          <p:cNvSpPr>
            <a:spLocks noGrp="1"/>
          </p:cNvSpPr>
          <p:nvPr/>
        </p:nvSpPr>
        <p:spPr>
          <a:xfrm>
            <a:off x="2333672" y="36935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1" name="A1_bar_Cryo_14114">
            <a:extLst>
              <a:ext uri="{FF2B5EF4-FFF2-40B4-BE49-F238E27FC236}">
                <a16:creationId xmlns:a16="http://schemas.microsoft.com/office/drawing/2014/main" id="{BF016A3E-EBCD-45A8-A918-5CF5EFB2D639}"/>
              </a:ext>
            </a:extLst>
          </p:cNvPr>
          <p:cNvSpPr>
            <a:spLocks noGrp="1"/>
          </p:cNvSpPr>
          <p:nvPr/>
        </p:nvSpPr>
        <p:spPr>
          <a:xfrm>
            <a:off x="2335976" y="49546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2" name="A1_bar_Cryo_14115">
            <a:extLst>
              <a:ext uri="{FF2B5EF4-FFF2-40B4-BE49-F238E27FC236}">
                <a16:creationId xmlns:a16="http://schemas.microsoft.com/office/drawing/2014/main" id="{B8ECCD22-5BD5-42A1-AC4C-DF0B224C8788}"/>
              </a:ext>
            </a:extLst>
          </p:cNvPr>
          <p:cNvSpPr>
            <a:spLocks noGrp="1"/>
          </p:cNvSpPr>
          <p:nvPr/>
        </p:nvSpPr>
        <p:spPr>
          <a:xfrm>
            <a:off x="2131051" y="60977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3" name="A1_bar_Cryo_14116">
            <a:extLst>
              <a:ext uri="{FF2B5EF4-FFF2-40B4-BE49-F238E27FC236}">
                <a16:creationId xmlns:a16="http://schemas.microsoft.com/office/drawing/2014/main" id="{ABAF48C6-10EB-446A-83B9-24B863D12F5D}"/>
              </a:ext>
            </a:extLst>
          </p:cNvPr>
          <p:cNvSpPr>
            <a:spLocks noGrp="1"/>
          </p:cNvSpPr>
          <p:nvPr/>
        </p:nvSpPr>
        <p:spPr>
          <a:xfrm>
            <a:off x="2252664" y="47475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4" name="A1_bar_Cryo_14117">
            <a:extLst>
              <a:ext uri="{FF2B5EF4-FFF2-40B4-BE49-F238E27FC236}">
                <a16:creationId xmlns:a16="http://schemas.microsoft.com/office/drawing/2014/main" id="{8DF6940E-4CB4-4679-B0DB-54B1147FF923}"/>
              </a:ext>
            </a:extLst>
          </p:cNvPr>
          <p:cNvSpPr>
            <a:spLocks noGrp="1"/>
          </p:cNvSpPr>
          <p:nvPr/>
        </p:nvSpPr>
        <p:spPr>
          <a:xfrm>
            <a:off x="2240351" y="45570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5" name="A1_bar_Cryo_14118">
            <a:extLst>
              <a:ext uri="{FF2B5EF4-FFF2-40B4-BE49-F238E27FC236}">
                <a16:creationId xmlns:a16="http://schemas.microsoft.com/office/drawing/2014/main" id="{52B45F90-66B5-4FB3-9601-BF0E1C3E7B24}"/>
              </a:ext>
            </a:extLst>
          </p:cNvPr>
          <p:cNvSpPr>
            <a:spLocks noGrp="1"/>
          </p:cNvSpPr>
          <p:nvPr/>
        </p:nvSpPr>
        <p:spPr>
          <a:xfrm>
            <a:off x="2294460" y="51425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6" name="A1_bar_Cryo_14119">
            <a:extLst>
              <a:ext uri="{FF2B5EF4-FFF2-40B4-BE49-F238E27FC236}">
                <a16:creationId xmlns:a16="http://schemas.microsoft.com/office/drawing/2014/main" id="{942A8FEC-AFB0-45DF-A236-FADB64A53D83}"/>
              </a:ext>
            </a:extLst>
          </p:cNvPr>
          <p:cNvSpPr>
            <a:spLocks noGrp="1"/>
          </p:cNvSpPr>
          <p:nvPr/>
        </p:nvSpPr>
        <p:spPr>
          <a:xfrm>
            <a:off x="2167985" y="46009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7" name="A1_bar_Cryo_14120">
            <a:extLst>
              <a:ext uri="{FF2B5EF4-FFF2-40B4-BE49-F238E27FC236}">
                <a16:creationId xmlns:a16="http://schemas.microsoft.com/office/drawing/2014/main" id="{BA915BFB-FEB8-4FB6-AB8F-FED7B6F10AB2}"/>
              </a:ext>
            </a:extLst>
          </p:cNvPr>
          <p:cNvSpPr>
            <a:spLocks noGrp="1"/>
          </p:cNvSpPr>
          <p:nvPr/>
        </p:nvSpPr>
        <p:spPr>
          <a:xfrm>
            <a:off x="2286714" y="4539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8" name="A1_bar_Cryo_14121">
            <a:extLst>
              <a:ext uri="{FF2B5EF4-FFF2-40B4-BE49-F238E27FC236}">
                <a16:creationId xmlns:a16="http://schemas.microsoft.com/office/drawing/2014/main" id="{41BEAD54-DCE7-43CC-8C77-3D0B55EDE5D5}"/>
              </a:ext>
            </a:extLst>
          </p:cNvPr>
          <p:cNvSpPr>
            <a:spLocks noGrp="1"/>
          </p:cNvSpPr>
          <p:nvPr/>
        </p:nvSpPr>
        <p:spPr>
          <a:xfrm>
            <a:off x="2371152" y="34333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9" name="A1_bar_Cryo_14122">
            <a:extLst>
              <a:ext uri="{FF2B5EF4-FFF2-40B4-BE49-F238E27FC236}">
                <a16:creationId xmlns:a16="http://schemas.microsoft.com/office/drawing/2014/main" id="{6AA94371-73C7-431F-B1B7-E3C9643DA68B}"/>
              </a:ext>
            </a:extLst>
          </p:cNvPr>
          <p:cNvSpPr>
            <a:spLocks noGrp="1"/>
          </p:cNvSpPr>
          <p:nvPr/>
        </p:nvSpPr>
        <p:spPr>
          <a:xfrm>
            <a:off x="2200290" y="34844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0" name="A1_bar_Cryo_14123">
            <a:extLst>
              <a:ext uri="{FF2B5EF4-FFF2-40B4-BE49-F238E27FC236}">
                <a16:creationId xmlns:a16="http://schemas.microsoft.com/office/drawing/2014/main" id="{E967519D-5565-4F51-ACEB-37824642B3EF}"/>
              </a:ext>
            </a:extLst>
          </p:cNvPr>
          <p:cNvSpPr>
            <a:spLocks noGrp="1"/>
          </p:cNvSpPr>
          <p:nvPr/>
        </p:nvSpPr>
        <p:spPr>
          <a:xfrm>
            <a:off x="2130916" y="36460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1" name="A1_bar_Cryo_14124">
            <a:extLst>
              <a:ext uri="{FF2B5EF4-FFF2-40B4-BE49-F238E27FC236}">
                <a16:creationId xmlns:a16="http://schemas.microsoft.com/office/drawing/2014/main" id="{9FB83541-1B6E-4625-9C5E-78CB0EE8AACA}"/>
              </a:ext>
            </a:extLst>
          </p:cNvPr>
          <p:cNvSpPr>
            <a:spLocks noGrp="1"/>
          </p:cNvSpPr>
          <p:nvPr/>
        </p:nvSpPr>
        <p:spPr>
          <a:xfrm>
            <a:off x="2359535" y="41172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2" name="A1_bar_Cryo_14125">
            <a:extLst>
              <a:ext uri="{FF2B5EF4-FFF2-40B4-BE49-F238E27FC236}">
                <a16:creationId xmlns:a16="http://schemas.microsoft.com/office/drawing/2014/main" id="{E9F058DB-2693-424A-A0E5-14D4197F6552}"/>
              </a:ext>
            </a:extLst>
          </p:cNvPr>
          <p:cNvSpPr>
            <a:spLocks noGrp="1"/>
          </p:cNvSpPr>
          <p:nvPr/>
        </p:nvSpPr>
        <p:spPr>
          <a:xfrm>
            <a:off x="2383191" y="354550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3" name="A1_bar_Cryo_14126">
            <a:extLst>
              <a:ext uri="{FF2B5EF4-FFF2-40B4-BE49-F238E27FC236}">
                <a16:creationId xmlns:a16="http://schemas.microsoft.com/office/drawing/2014/main" id="{824D79C0-81A6-438F-8F13-F4B7A8DC5D86}"/>
              </a:ext>
            </a:extLst>
          </p:cNvPr>
          <p:cNvSpPr>
            <a:spLocks noGrp="1"/>
          </p:cNvSpPr>
          <p:nvPr/>
        </p:nvSpPr>
        <p:spPr>
          <a:xfrm>
            <a:off x="2220806" y="46015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4" name="A1_bar_Cryo_14127">
            <a:extLst>
              <a:ext uri="{FF2B5EF4-FFF2-40B4-BE49-F238E27FC236}">
                <a16:creationId xmlns:a16="http://schemas.microsoft.com/office/drawing/2014/main" id="{05408A0E-56F0-4F49-8320-925E926A04BD}"/>
              </a:ext>
            </a:extLst>
          </p:cNvPr>
          <p:cNvSpPr>
            <a:spLocks noGrp="1"/>
          </p:cNvSpPr>
          <p:nvPr/>
        </p:nvSpPr>
        <p:spPr>
          <a:xfrm>
            <a:off x="2357145" y="609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5" name="A1_bar_Cryo_14128">
            <a:extLst>
              <a:ext uri="{FF2B5EF4-FFF2-40B4-BE49-F238E27FC236}">
                <a16:creationId xmlns:a16="http://schemas.microsoft.com/office/drawing/2014/main" id="{CBC2426E-CFF6-4955-AFDA-E1FBCD87FE3C}"/>
              </a:ext>
            </a:extLst>
          </p:cNvPr>
          <p:cNvSpPr>
            <a:spLocks noGrp="1"/>
          </p:cNvSpPr>
          <p:nvPr/>
        </p:nvSpPr>
        <p:spPr>
          <a:xfrm>
            <a:off x="2294893" y="42664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6" name="A1_bar_Cryo_14129">
            <a:extLst>
              <a:ext uri="{FF2B5EF4-FFF2-40B4-BE49-F238E27FC236}">
                <a16:creationId xmlns:a16="http://schemas.microsoft.com/office/drawing/2014/main" id="{F2C1CE4F-FE05-447D-BAB4-B77B864249C5}"/>
              </a:ext>
            </a:extLst>
          </p:cNvPr>
          <p:cNvSpPr>
            <a:spLocks noGrp="1"/>
          </p:cNvSpPr>
          <p:nvPr/>
        </p:nvSpPr>
        <p:spPr>
          <a:xfrm>
            <a:off x="2222217" y="608740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7" name="A1_bar_Cryo_14130">
            <a:extLst>
              <a:ext uri="{FF2B5EF4-FFF2-40B4-BE49-F238E27FC236}">
                <a16:creationId xmlns:a16="http://schemas.microsoft.com/office/drawing/2014/main" id="{D984A727-0E6F-420B-B48E-9993D16F2250}"/>
              </a:ext>
            </a:extLst>
          </p:cNvPr>
          <p:cNvSpPr>
            <a:spLocks noGrp="1"/>
          </p:cNvSpPr>
          <p:nvPr/>
        </p:nvSpPr>
        <p:spPr>
          <a:xfrm>
            <a:off x="2251605" y="55145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8" name="A1_bar_Cryo_14131">
            <a:extLst>
              <a:ext uri="{FF2B5EF4-FFF2-40B4-BE49-F238E27FC236}">
                <a16:creationId xmlns:a16="http://schemas.microsoft.com/office/drawing/2014/main" id="{51DE187B-657C-4E45-9A05-55B837B8B8E5}"/>
              </a:ext>
            </a:extLst>
          </p:cNvPr>
          <p:cNvSpPr>
            <a:spLocks noGrp="1"/>
          </p:cNvSpPr>
          <p:nvPr/>
        </p:nvSpPr>
        <p:spPr>
          <a:xfrm>
            <a:off x="2322924" y="560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9" name="A1_bar_Cryo_14132">
            <a:extLst>
              <a:ext uri="{FF2B5EF4-FFF2-40B4-BE49-F238E27FC236}">
                <a16:creationId xmlns:a16="http://schemas.microsoft.com/office/drawing/2014/main" id="{069B5327-E5E8-4D3B-92CF-8CD34BF8D947}"/>
              </a:ext>
            </a:extLst>
          </p:cNvPr>
          <p:cNvSpPr>
            <a:spLocks noGrp="1"/>
          </p:cNvSpPr>
          <p:nvPr/>
        </p:nvSpPr>
        <p:spPr>
          <a:xfrm>
            <a:off x="2262362" y="41452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0" name="A1_bar_Cryo_14133">
            <a:extLst>
              <a:ext uri="{FF2B5EF4-FFF2-40B4-BE49-F238E27FC236}">
                <a16:creationId xmlns:a16="http://schemas.microsoft.com/office/drawing/2014/main" id="{1A01E97F-8AA4-4B07-AD77-1FE867292EEA}"/>
              </a:ext>
            </a:extLst>
          </p:cNvPr>
          <p:cNvSpPr>
            <a:spLocks noGrp="1"/>
          </p:cNvSpPr>
          <p:nvPr/>
        </p:nvSpPr>
        <p:spPr>
          <a:xfrm>
            <a:off x="2288619" y="54256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1" name="A1_bar_Cryo_14134">
            <a:extLst>
              <a:ext uri="{FF2B5EF4-FFF2-40B4-BE49-F238E27FC236}">
                <a16:creationId xmlns:a16="http://schemas.microsoft.com/office/drawing/2014/main" id="{B654BAF3-156D-4CAD-A988-5E9EED958841}"/>
              </a:ext>
            </a:extLst>
          </p:cNvPr>
          <p:cNvSpPr>
            <a:spLocks noGrp="1"/>
          </p:cNvSpPr>
          <p:nvPr/>
        </p:nvSpPr>
        <p:spPr>
          <a:xfrm>
            <a:off x="2218043" y="3407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2" name="A1_bar_Cryo_14135">
            <a:extLst>
              <a:ext uri="{FF2B5EF4-FFF2-40B4-BE49-F238E27FC236}">
                <a16:creationId xmlns:a16="http://schemas.microsoft.com/office/drawing/2014/main" id="{76E57A17-0AC2-4771-A79A-F82BAF35CCE7}"/>
              </a:ext>
            </a:extLst>
          </p:cNvPr>
          <p:cNvSpPr>
            <a:spLocks noGrp="1"/>
          </p:cNvSpPr>
          <p:nvPr/>
        </p:nvSpPr>
        <p:spPr>
          <a:xfrm>
            <a:off x="2316916" y="50553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3" name="A1_bar_Cryo_14136">
            <a:extLst>
              <a:ext uri="{FF2B5EF4-FFF2-40B4-BE49-F238E27FC236}">
                <a16:creationId xmlns:a16="http://schemas.microsoft.com/office/drawing/2014/main" id="{57B444AD-5C59-4921-B527-3DC4118583AC}"/>
              </a:ext>
            </a:extLst>
          </p:cNvPr>
          <p:cNvSpPr>
            <a:spLocks noGrp="1"/>
          </p:cNvSpPr>
          <p:nvPr/>
        </p:nvSpPr>
        <p:spPr>
          <a:xfrm>
            <a:off x="2379477" y="59848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4" name="A1_bar_Cryo_14137">
            <a:extLst>
              <a:ext uri="{FF2B5EF4-FFF2-40B4-BE49-F238E27FC236}">
                <a16:creationId xmlns:a16="http://schemas.microsoft.com/office/drawing/2014/main" id="{274A6D20-DE73-4EFA-ADCA-B745F73A1D14}"/>
              </a:ext>
            </a:extLst>
          </p:cNvPr>
          <p:cNvSpPr>
            <a:spLocks noGrp="1"/>
          </p:cNvSpPr>
          <p:nvPr/>
        </p:nvSpPr>
        <p:spPr>
          <a:xfrm>
            <a:off x="2372284" y="391423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5" name="A1_bar_Cryo_14138">
            <a:extLst>
              <a:ext uri="{FF2B5EF4-FFF2-40B4-BE49-F238E27FC236}">
                <a16:creationId xmlns:a16="http://schemas.microsoft.com/office/drawing/2014/main" id="{5F788347-7AA4-49B8-A199-BDB8D6758D83}"/>
              </a:ext>
            </a:extLst>
          </p:cNvPr>
          <p:cNvSpPr>
            <a:spLocks noGrp="1"/>
          </p:cNvSpPr>
          <p:nvPr/>
        </p:nvSpPr>
        <p:spPr>
          <a:xfrm>
            <a:off x="2316766" y="569073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6" name="A1_bar_Cryo_14139">
            <a:extLst>
              <a:ext uri="{FF2B5EF4-FFF2-40B4-BE49-F238E27FC236}">
                <a16:creationId xmlns:a16="http://schemas.microsoft.com/office/drawing/2014/main" id="{17B7DEE6-E32F-42C2-887D-BDC732A0DFBC}"/>
              </a:ext>
            </a:extLst>
          </p:cNvPr>
          <p:cNvSpPr>
            <a:spLocks noGrp="1"/>
          </p:cNvSpPr>
          <p:nvPr/>
        </p:nvSpPr>
        <p:spPr>
          <a:xfrm>
            <a:off x="2190602" y="59322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7" name="A1_bar_Cryo_14140">
            <a:extLst>
              <a:ext uri="{FF2B5EF4-FFF2-40B4-BE49-F238E27FC236}">
                <a16:creationId xmlns:a16="http://schemas.microsoft.com/office/drawing/2014/main" id="{4E95117D-3BA1-448C-8DCD-5FC7281CBB82}"/>
              </a:ext>
            </a:extLst>
          </p:cNvPr>
          <p:cNvSpPr>
            <a:spLocks noGrp="1"/>
          </p:cNvSpPr>
          <p:nvPr/>
        </p:nvSpPr>
        <p:spPr>
          <a:xfrm>
            <a:off x="2224383" y="53039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8" name="A1_bar_Cryo_14141">
            <a:extLst>
              <a:ext uri="{FF2B5EF4-FFF2-40B4-BE49-F238E27FC236}">
                <a16:creationId xmlns:a16="http://schemas.microsoft.com/office/drawing/2014/main" id="{8882163F-D5F4-472E-AC0D-C016545F2431}"/>
              </a:ext>
            </a:extLst>
          </p:cNvPr>
          <p:cNvSpPr>
            <a:spLocks noGrp="1"/>
          </p:cNvSpPr>
          <p:nvPr/>
        </p:nvSpPr>
        <p:spPr>
          <a:xfrm>
            <a:off x="2320383" y="36884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9" name="A1_bar_Cryo_14142">
            <a:extLst>
              <a:ext uri="{FF2B5EF4-FFF2-40B4-BE49-F238E27FC236}">
                <a16:creationId xmlns:a16="http://schemas.microsoft.com/office/drawing/2014/main" id="{3142BA22-CC52-44A2-95C1-E09070B9CBED}"/>
              </a:ext>
            </a:extLst>
          </p:cNvPr>
          <p:cNvSpPr>
            <a:spLocks noGrp="1"/>
          </p:cNvSpPr>
          <p:nvPr/>
        </p:nvSpPr>
        <p:spPr>
          <a:xfrm>
            <a:off x="2152263" y="52044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0" name="A1_bar_Cryo_14143">
            <a:extLst>
              <a:ext uri="{FF2B5EF4-FFF2-40B4-BE49-F238E27FC236}">
                <a16:creationId xmlns:a16="http://schemas.microsoft.com/office/drawing/2014/main" id="{B1DED506-4FBE-46DF-83A6-2C0877FC08F2}"/>
              </a:ext>
            </a:extLst>
          </p:cNvPr>
          <p:cNvSpPr>
            <a:spLocks noGrp="1"/>
          </p:cNvSpPr>
          <p:nvPr/>
        </p:nvSpPr>
        <p:spPr>
          <a:xfrm>
            <a:off x="2212701" y="36826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1" name="A1_bar_Cryo_14144">
            <a:extLst>
              <a:ext uri="{FF2B5EF4-FFF2-40B4-BE49-F238E27FC236}">
                <a16:creationId xmlns:a16="http://schemas.microsoft.com/office/drawing/2014/main" id="{E33623FA-A207-46ED-821B-6D38A66540CC}"/>
              </a:ext>
            </a:extLst>
          </p:cNvPr>
          <p:cNvSpPr>
            <a:spLocks noGrp="1"/>
          </p:cNvSpPr>
          <p:nvPr/>
        </p:nvSpPr>
        <p:spPr>
          <a:xfrm>
            <a:off x="2212973" y="35594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2" name="A1_bar_Cryo_14145">
            <a:extLst>
              <a:ext uri="{FF2B5EF4-FFF2-40B4-BE49-F238E27FC236}">
                <a16:creationId xmlns:a16="http://schemas.microsoft.com/office/drawing/2014/main" id="{2810254A-BF75-4A56-91A8-E1B2D5C5ED5F}"/>
              </a:ext>
            </a:extLst>
          </p:cNvPr>
          <p:cNvSpPr>
            <a:spLocks noGrp="1"/>
          </p:cNvSpPr>
          <p:nvPr/>
        </p:nvSpPr>
        <p:spPr>
          <a:xfrm>
            <a:off x="2241895" y="44902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3" name="A1_bar_Cryo_14146">
            <a:extLst>
              <a:ext uri="{FF2B5EF4-FFF2-40B4-BE49-F238E27FC236}">
                <a16:creationId xmlns:a16="http://schemas.microsoft.com/office/drawing/2014/main" id="{E9ADE9DD-724D-47ED-BBC0-B04D25820001}"/>
              </a:ext>
            </a:extLst>
          </p:cNvPr>
          <p:cNvSpPr>
            <a:spLocks noGrp="1"/>
          </p:cNvSpPr>
          <p:nvPr/>
        </p:nvSpPr>
        <p:spPr>
          <a:xfrm>
            <a:off x="2135243" y="37722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4" name="A1_bar_Cryo_14147">
            <a:extLst>
              <a:ext uri="{FF2B5EF4-FFF2-40B4-BE49-F238E27FC236}">
                <a16:creationId xmlns:a16="http://schemas.microsoft.com/office/drawing/2014/main" id="{6E6CFA85-EC45-4C6B-8B38-70107D8EB61B}"/>
              </a:ext>
            </a:extLst>
          </p:cNvPr>
          <p:cNvSpPr>
            <a:spLocks noGrp="1"/>
          </p:cNvSpPr>
          <p:nvPr/>
        </p:nvSpPr>
        <p:spPr>
          <a:xfrm>
            <a:off x="2298838" y="55615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5" name="A1_bar_Cryo_14148">
            <a:extLst>
              <a:ext uri="{FF2B5EF4-FFF2-40B4-BE49-F238E27FC236}">
                <a16:creationId xmlns:a16="http://schemas.microsoft.com/office/drawing/2014/main" id="{0010CA7C-32B9-400D-B886-FBBCD9312A6F}"/>
              </a:ext>
            </a:extLst>
          </p:cNvPr>
          <p:cNvSpPr>
            <a:spLocks noGrp="1"/>
          </p:cNvSpPr>
          <p:nvPr/>
        </p:nvSpPr>
        <p:spPr>
          <a:xfrm>
            <a:off x="2229178" y="35877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6" name="A1_bar_Cryo_14149">
            <a:extLst>
              <a:ext uri="{FF2B5EF4-FFF2-40B4-BE49-F238E27FC236}">
                <a16:creationId xmlns:a16="http://schemas.microsoft.com/office/drawing/2014/main" id="{FFE55E3A-4E11-406E-BB62-9A4126C1DB73}"/>
              </a:ext>
            </a:extLst>
          </p:cNvPr>
          <p:cNvSpPr>
            <a:spLocks noGrp="1"/>
          </p:cNvSpPr>
          <p:nvPr/>
        </p:nvSpPr>
        <p:spPr>
          <a:xfrm>
            <a:off x="2306810" y="492908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7" name="A1_bar_Cryo_14150">
            <a:extLst>
              <a:ext uri="{FF2B5EF4-FFF2-40B4-BE49-F238E27FC236}">
                <a16:creationId xmlns:a16="http://schemas.microsoft.com/office/drawing/2014/main" id="{3A700A12-0287-4154-81A6-8C6179B68022}"/>
              </a:ext>
            </a:extLst>
          </p:cNvPr>
          <p:cNvSpPr>
            <a:spLocks noGrp="1"/>
          </p:cNvSpPr>
          <p:nvPr/>
        </p:nvSpPr>
        <p:spPr>
          <a:xfrm>
            <a:off x="2190221" y="609782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8" name="A1_bar_Cryo_14151">
            <a:extLst>
              <a:ext uri="{FF2B5EF4-FFF2-40B4-BE49-F238E27FC236}">
                <a16:creationId xmlns:a16="http://schemas.microsoft.com/office/drawing/2014/main" id="{D0E350E4-C5DA-4BEB-845F-F3DBB5CA905A}"/>
              </a:ext>
            </a:extLst>
          </p:cNvPr>
          <p:cNvSpPr>
            <a:spLocks noGrp="1"/>
          </p:cNvSpPr>
          <p:nvPr/>
        </p:nvSpPr>
        <p:spPr>
          <a:xfrm>
            <a:off x="2198590" y="343517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9" name="A1_bar_Cryo_14152">
            <a:extLst>
              <a:ext uri="{FF2B5EF4-FFF2-40B4-BE49-F238E27FC236}">
                <a16:creationId xmlns:a16="http://schemas.microsoft.com/office/drawing/2014/main" id="{CF89DF6C-3E6A-4889-A085-30FE722FE2AE}"/>
              </a:ext>
            </a:extLst>
          </p:cNvPr>
          <p:cNvSpPr>
            <a:spLocks noGrp="1"/>
          </p:cNvSpPr>
          <p:nvPr/>
        </p:nvSpPr>
        <p:spPr>
          <a:xfrm>
            <a:off x="2310535" y="609781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0" name="A1_bar_Cryo_14153">
            <a:extLst>
              <a:ext uri="{FF2B5EF4-FFF2-40B4-BE49-F238E27FC236}">
                <a16:creationId xmlns:a16="http://schemas.microsoft.com/office/drawing/2014/main" id="{8467FC0A-5C60-4465-B57C-2E998C1F4472}"/>
              </a:ext>
            </a:extLst>
          </p:cNvPr>
          <p:cNvSpPr>
            <a:spLocks noGrp="1"/>
          </p:cNvSpPr>
          <p:nvPr/>
        </p:nvSpPr>
        <p:spPr>
          <a:xfrm>
            <a:off x="2187982" y="36711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1" name="A1_bar_Cryo_14154">
            <a:extLst>
              <a:ext uri="{FF2B5EF4-FFF2-40B4-BE49-F238E27FC236}">
                <a16:creationId xmlns:a16="http://schemas.microsoft.com/office/drawing/2014/main" id="{959CB46B-FAB6-4A4A-B13C-3251944B3FD4}"/>
              </a:ext>
            </a:extLst>
          </p:cNvPr>
          <p:cNvSpPr>
            <a:spLocks noGrp="1"/>
          </p:cNvSpPr>
          <p:nvPr/>
        </p:nvSpPr>
        <p:spPr>
          <a:xfrm>
            <a:off x="2202479" y="549580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2" name="A1_bar_Cryo_14155">
            <a:extLst>
              <a:ext uri="{FF2B5EF4-FFF2-40B4-BE49-F238E27FC236}">
                <a16:creationId xmlns:a16="http://schemas.microsoft.com/office/drawing/2014/main" id="{6425A99F-872D-41C5-8D47-A14AAB5F7E14}"/>
              </a:ext>
            </a:extLst>
          </p:cNvPr>
          <p:cNvSpPr>
            <a:spLocks noGrp="1"/>
          </p:cNvSpPr>
          <p:nvPr/>
        </p:nvSpPr>
        <p:spPr>
          <a:xfrm>
            <a:off x="2344164" y="59783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3" name="A1_bar_Cryo_14156">
            <a:extLst>
              <a:ext uri="{FF2B5EF4-FFF2-40B4-BE49-F238E27FC236}">
                <a16:creationId xmlns:a16="http://schemas.microsoft.com/office/drawing/2014/main" id="{EDC07F44-9A8E-4F8F-956C-5AD8918802BF}"/>
              </a:ext>
            </a:extLst>
          </p:cNvPr>
          <p:cNvSpPr>
            <a:spLocks noGrp="1"/>
          </p:cNvSpPr>
          <p:nvPr/>
        </p:nvSpPr>
        <p:spPr>
          <a:xfrm>
            <a:off x="2139785" y="60976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4" name="A1_bar_Cryo_14157">
            <a:extLst>
              <a:ext uri="{FF2B5EF4-FFF2-40B4-BE49-F238E27FC236}">
                <a16:creationId xmlns:a16="http://schemas.microsoft.com/office/drawing/2014/main" id="{CABD9975-43FA-40B4-8326-9B2830924119}"/>
              </a:ext>
            </a:extLst>
          </p:cNvPr>
          <p:cNvSpPr>
            <a:spLocks noGrp="1"/>
          </p:cNvSpPr>
          <p:nvPr/>
        </p:nvSpPr>
        <p:spPr>
          <a:xfrm>
            <a:off x="2213005" y="39303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5" name="A1_bar_Cryo_14158">
            <a:extLst>
              <a:ext uri="{FF2B5EF4-FFF2-40B4-BE49-F238E27FC236}">
                <a16:creationId xmlns:a16="http://schemas.microsoft.com/office/drawing/2014/main" id="{D61D4723-F077-47CB-802D-60E03E9B070F}"/>
              </a:ext>
            </a:extLst>
          </p:cNvPr>
          <p:cNvSpPr>
            <a:spLocks noGrp="1"/>
          </p:cNvSpPr>
          <p:nvPr/>
        </p:nvSpPr>
        <p:spPr>
          <a:xfrm>
            <a:off x="2134768" y="60978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6" name="A1_bar_Cryo_14159">
            <a:extLst>
              <a:ext uri="{FF2B5EF4-FFF2-40B4-BE49-F238E27FC236}">
                <a16:creationId xmlns:a16="http://schemas.microsoft.com/office/drawing/2014/main" id="{76D812A2-58B3-4F9F-AE7A-F092BCEBDCFA}"/>
              </a:ext>
            </a:extLst>
          </p:cNvPr>
          <p:cNvSpPr>
            <a:spLocks noGrp="1"/>
          </p:cNvSpPr>
          <p:nvPr/>
        </p:nvSpPr>
        <p:spPr>
          <a:xfrm>
            <a:off x="2193156" y="49255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7" name="A1_bar_Cryo_14160">
            <a:extLst>
              <a:ext uri="{FF2B5EF4-FFF2-40B4-BE49-F238E27FC236}">
                <a16:creationId xmlns:a16="http://schemas.microsoft.com/office/drawing/2014/main" id="{81B314FF-09CB-419B-A998-8502BD3541E8}"/>
              </a:ext>
            </a:extLst>
          </p:cNvPr>
          <p:cNvSpPr>
            <a:spLocks noGrp="1"/>
          </p:cNvSpPr>
          <p:nvPr/>
        </p:nvSpPr>
        <p:spPr>
          <a:xfrm>
            <a:off x="2217285" y="42784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8" name="A1_bar_Cryo_14161">
            <a:extLst>
              <a:ext uri="{FF2B5EF4-FFF2-40B4-BE49-F238E27FC236}">
                <a16:creationId xmlns:a16="http://schemas.microsoft.com/office/drawing/2014/main" id="{F95D86E3-F05C-448B-9F7C-52AF49ECD51E}"/>
              </a:ext>
            </a:extLst>
          </p:cNvPr>
          <p:cNvSpPr>
            <a:spLocks noGrp="1"/>
          </p:cNvSpPr>
          <p:nvPr/>
        </p:nvSpPr>
        <p:spPr>
          <a:xfrm>
            <a:off x="2283547" y="445996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9" name="A1_bar_Cryo_14162">
            <a:extLst>
              <a:ext uri="{FF2B5EF4-FFF2-40B4-BE49-F238E27FC236}">
                <a16:creationId xmlns:a16="http://schemas.microsoft.com/office/drawing/2014/main" id="{2233680B-68BA-4DB1-AE38-34556FD4D556}"/>
              </a:ext>
            </a:extLst>
          </p:cNvPr>
          <p:cNvSpPr>
            <a:spLocks noGrp="1"/>
          </p:cNvSpPr>
          <p:nvPr/>
        </p:nvSpPr>
        <p:spPr>
          <a:xfrm>
            <a:off x="2161164" y="51714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0" name="A1_bar_Cryo_14163">
            <a:extLst>
              <a:ext uri="{FF2B5EF4-FFF2-40B4-BE49-F238E27FC236}">
                <a16:creationId xmlns:a16="http://schemas.microsoft.com/office/drawing/2014/main" id="{6041D431-E8A7-4D07-8AAE-D979FFA5C80E}"/>
              </a:ext>
            </a:extLst>
          </p:cNvPr>
          <p:cNvSpPr>
            <a:spLocks noGrp="1"/>
          </p:cNvSpPr>
          <p:nvPr/>
        </p:nvSpPr>
        <p:spPr>
          <a:xfrm>
            <a:off x="2142230" y="41357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1" name="A1_bar_Cryo_14164">
            <a:extLst>
              <a:ext uri="{FF2B5EF4-FFF2-40B4-BE49-F238E27FC236}">
                <a16:creationId xmlns:a16="http://schemas.microsoft.com/office/drawing/2014/main" id="{0B99474F-0094-4508-A56D-3618034E3883}"/>
              </a:ext>
            </a:extLst>
          </p:cNvPr>
          <p:cNvSpPr>
            <a:spLocks noGrp="1"/>
          </p:cNvSpPr>
          <p:nvPr/>
        </p:nvSpPr>
        <p:spPr>
          <a:xfrm>
            <a:off x="2354071" y="35602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2" name="A1_bar_Cryo_14165">
            <a:extLst>
              <a:ext uri="{FF2B5EF4-FFF2-40B4-BE49-F238E27FC236}">
                <a16:creationId xmlns:a16="http://schemas.microsoft.com/office/drawing/2014/main" id="{C641ACAB-58CB-4020-8337-7FC676BD27DD}"/>
              </a:ext>
            </a:extLst>
          </p:cNvPr>
          <p:cNvSpPr>
            <a:spLocks noGrp="1"/>
          </p:cNvSpPr>
          <p:nvPr/>
        </p:nvSpPr>
        <p:spPr>
          <a:xfrm>
            <a:off x="2287861" y="44664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3" name="A1_bar_Cryo_14166">
            <a:extLst>
              <a:ext uri="{FF2B5EF4-FFF2-40B4-BE49-F238E27FC236}">
                <a16:creationId xmlns:a16="http://schemas.microsoft.com/office/drawing/2014/main" id="{DE915B7E-B557-42BC-8A37-B67F38CFEADB}"/>
              </a:ext>
            </a:extLst>
          </p:cNvPr>
          <p:cNvSpPr>
            <a:spLocks noGrp="1"/>
          </p:cNvSpPr>
          <p:nvPr/>
        </p:nvSpPr>
        <p:spPr>
          <a:xfrm>
            <a:off x="2283482" y="60978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4" name="A1_bar_Cryo_14167">
            <a:extLst>
              <a:ext uri="{FF2B5EF4-FFF2-40B4-BE49-F238E27FC236}">
                <a16:creationId xmlns:a16="http://schemas.microsoft.com/office/drawing/2014/main" id="{9E5F1D23-40B8-4D69-85E1-4151F68D8ED7}"/>
              </a:ext>
            </a:extLst>
          </p:cNvPr>
          <p:cNvSpPr>
            <a:spLocks noGrp="1"/>
          </p:cNvSpPr>
          <p:nvPr/>
        </p:nvSpPr>
        <p:spPr>
          <a:xfrm>
            <a:off x="2195915" y="52239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5" name="A1_bar_Cryo_14168">
            <a:extLst>
              <a:ext uri="{FF2B5EF4-FFF2-40B4-BE49-F238E27FC236}">
                <a16:creationId xmlns:a16="http://schemas.microsoft.com/office/drawing/2014/main" id="{32DE53CF-BD65-4FBC-846A-5EAD57E0E724}"/>
              </a:ext>
            </a:extLst>
          </p:cNvPr>
          <p:cNvSpPr>
            <a:spLocks noGrp="1"/>
          </p:cNvSpPr>
          <p:nvPr/>
        </p:nvSpPr>
        <p:spPr>
          <a:xfrm>
            <a:off x="2168680" y="502859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6" name="A1_bar_Cryo_14169">
            <a:extLst>
              <a:ext uri="{FF2B5EF4-FFF2-40B4-BE49-F238E27FC236}">
                <a16:creationId xmlns:a16="http://schemas.microsoft.com/office/drawing/2014/main" id="{39D1CA28-3BFD-4DF9-AD3B-0FD9991F78E4}"/>
              </a:ext>
            </a:extLst>
          </p:cNvPr>
          <p:cNvSpPr>
            <a:spLocks noGrp="1"/>
          </p:cNvSpPr>
          <p:nvPr/>
        </p:nvSpPr>
        <p:spPr>
          <a:xfrm>
            <a:off x="2232311" y="54832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7" name="A1_bar_Cryo_14170">
            <a:extLst>
              <a:ext uri="{FF2B5EF4-FFF2-40B4-BE49-F238E27FC236}">
                <a16:creationId xmlns:a16="http://schemas.microsoft.com/office/drawing/2014/main" id="{7F6B7E7E-E032-41ED-8F07-334E8FE2B60B}"/>
              </a:ext>
            </a:extLst>
          </p:cNvPr>
          <p:cNvSpPr>
            <a:spLocks noGrp="1"/>
          </p:cNvSpPr>
          <p:nvPr/>
        </p:nvSpPr>
        <p:spPr>
          <a:xfrm>
            <a:off x="2148409" y="3578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8" name="A1_bar_Cryo_14171">
            <a:extLst>
              <a:ext uri="{FF2B5EF4-FFF2-40B4-BE49-F238E27FC236}">
                <a16:creationId xmlns:a16="http://schemas.microsoft.com/office/drawing/2014/main" id="{7B7A740F-C81D-4B30-97EF-641486953A62}"/>
              </a:ext>
            </a:extLst>
          </p:cNvPr>
          <p:cNvSpPr>
            <a:spLocks noGrp="1"/>
          </p:cNvSpPr>
          <p:nvPr/>
        </p:nvSpPr>
        <p:spPr>
          <a:xfrm>
            <a:off x="2192404" y="38380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9" name="A1_bar_Cryo_14172">
            <a:extLst>
              <a:ext uri="{FF2B5EF4-FFF2-40B4-BE49-F238E27FC236}">
                <a16:creationId xmlns:a16="http://schemas.microsoft.com/office/drawing/2014/main" id="{7A4F0A10-9A33-4A51-BFFD-0C65CCB41748}"/>
              </a:ext>
            </a:extLst>
          </p:cNvPr>
          <p:cNvSpPr>
            <a:spLocks noGrp="1"/>
          </p:cNvSpPr>
          <p:nvPr/>
        </p:nvSpPr>
        <p:spPr>
          <a:xfrm>
            <a:off x="2359492" y="59040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0" name="A1_bar_Cryo_14173">
            <a:extLst>
              <a:ext uri="{FF2B5EF4-FFF2-40B4-BE49-F238E27FC236}">
                <a16:creationId xmlns:a16="http://schemas.microsoft.com/office/drawing/2014/main" id="{2B6DBEBC-8047-4CF3-8025-BC0D799A7949}"/>
              </a:ext>
            </a:extLst>
          </p:cNvPr>
          <p:cNvSpPr>
            <a:spLocks noGrp="1"/>
          </p:cNvSpPr>
          <p:nvPr/>
        </p:nvSpPr>
        <p:spPr>
          <a:xfrm>
            <a:off x="2296364" y="52478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1" name="A1_bar_Cryo_14174">
            <a:extLst>
              <a:ext uri="{FF2B5EF4-FFF2-40B4-BE49-F238E27FC236}">
                <a16:creationId xmlns:a16="http://schemas.microsoft.com/office/drawing/2014/main" id="{9EF25936-C4C9-44AA-A16E-6F7FECAC15EA}"/>
              </a:ext>
            </a:extLst>
          </p:cNvPr>
          <p:cNvSpPr>
            <a:spLocks noGrp="1"/>
          </p:cNvSpPr>
          <p:nvPr/>
        </p:nvSpPr>
        <p:spPr>
          <a:xfrm>
            <a:off x="2310180" y="56801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2" name="A1_bar_Cryo_14175">
            <a:extLst>
              <a:ext uri="{FF2B5EF4-FFF2-40B4-BE49-F238E27FC236}">
                <a16:creationId xmlns:a16="http://schemas.microsoft.com/office/drawing/2014/main" id="{E38BFE1D-FF6A-47AC-9794-36B6D7E22BD4}"/>
              </a:ext>
            </a:extLst>
          </p:cNvPr>
          <p:cNvSpPr>
            <a:spLocks noGrp="1"/>
          </p:cNvSpPr>
          <p:nvPr/>
        </p:nvSpPr>
        <p:spPr>
          <a:xfrm>
            <a:off x="2326183" y="51800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3" name="A1_bar_Cryo_14176">
            <a:extLst>
              <a:ext uri="{FF2B5EF4-FFF2-40B4-BE49-F238E27FC236}">
                <a16:creationId xmlns:a16="http://schemas.microsoft.com/office/drawing/2014/main" id="{F92FD536-DD5A-483B-91E7-BB79EEBB88E1}"/>
              </a:ext>
            </a:extLst>
          </p:cNvPr>
          <p:cNvSpPr>
            <a:spLocks noGrp="1"/>
          </p:cNvSpPr>
          <p:nvPr/>
        </p:nvSpPr>
        <p:spPr>
          <a:xfrm>
            <a:off x="2165869" y="43904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4" name="A1_bar_Cryo_14177">
            <a:extLst>
              <a:ext uri="{FF2B5EF4-FFF2-40B4-BE49-F238E27FC236}">
                <a16:creationId xmlns:a16="http://schemas.microsoft.com/office/drawing/2014/main" id="{363F9265-077E-4E5B-BE1E-B9E3B6A621FD}"/>
              </a:ext>
            </a:extLst>
          </p:cNvPr>
          <p:cNvSpPr>
            <a:spLocks noGrp="1"/>
          </p:cNvSpPr>
          <p:nvPr/>
        </p:nvSpPr>
        <p:spPr>
          <a:xfrm>
            <a:off x="2250815" y="420061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5" name="A1_bar_Cryo_14178">
            <a:extLst>
              <a:ext uri="{FF2B5EF4-FFF2-40B4-BE49-F238E27FC236}">
                <a16:creationId xmlns:a16="http://schemas.microsoft.com/office/drawing/2014/main" id="{C1C439D5-8303-461C-A4D1-CC5F9D34A466}"/>
              </a:ext>
            </a:extLst>
          </p:cNvPr>
          <p:cNvSpPr>
            <a:spLocks noGrp="1"/>
          </p:cNvSpPr>
          <p:nvPr/>
        </p:nvSpPr>
        <p:spPr>
          <a:xfrm>
            <a:off x="2374573" y="43846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6" name="A1_bar_Cryo_14179">
            <a:extLst>
              <a:ext uri="{FF2B5EF4-FFF2-40B4-BE49-F238E27FC236}">
                <a16:creationId xmlns:a16="http://schemas.microsoft.com/office/drawing/2014/main" id="{2FAD9A1A-4C4E-42D4-9E2C-46CAECC1DF68}"/>
              </a:ext>
            </a:extLst>
          </p:cNvPr>
          <p:cNvSpPr>
            <a:spLocks noGrp="1"/>
          </p:cNvSpPr>
          <p:nvPr/>
        </p:nvSpPr>
        <p:spPr>
          <a:xfrm>
            <a:off x="2295140" y="57527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7" name="A1_bar_Cryo_14180">
            <a:extLst>
              <a:ext uri="{FF2B5EF4-FFF2-40B4-BE49-F238E27FC236}">
                <a16:creationId xmlns:a16="http://schemas.microsoft.com/office/drawing/2014/main" id="{6417B937-E781-4842-AFA6-9BF5AB05230E}"/>
              </a:ext>
            </a:extLst>
          </p:cNvPr>
          <p:cNvSpPr>
            <a:spLocks noGrp="1"/>
          </p:cNvSpPr>
          <p:nvPr/>
        </p:nvSpPr>
        <p:spPr>
          <a:xfrm>
            <a:off x="2193293" y="5858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8" name="A1_bar_Cryo_14181">
            <a:extLst>
              <a:ext uri="{FF2B5EF4-FFF2-40B4-BE49-F238E27FC236}">
                <a16:creationId xmlns:a16="http://schemas.microsoft.com/office/drawing/2014/main" id="{8DCCFB97-4CC6-4D64-BCD0-28B08D3A7B49}"/>
              </a:ext>
            </a:extLst>
          </p:cNvPr>
          <p:cNvSpPr>
            <a:spLocks noGrp="1"/>
          </p:cNvSpPr>
          <p:nvPr/>
        </p:nvSpPr>
        <p:spPr>
          <a:xfrm>
            <a:off x="2145316" y="463350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9" name="A1_bar_Cryo_14182">
            <a:extLst>
              <a:ext uri="{FF2B5EF4-FFF2-40B4-BE49-F238E27FC236}">
                <a16:creationId xmlns:a16="http://schemas.microsoft.com/office/drawing/2014/main" id="{253CACDB-B54D-438E-9A0F-3198E377A15A}"/>
              </a:ext>
            </a:extLst>
          </p:cNvPr>
          <p:cNvSpPr>
            <a:spLocks noGrp="1"/>
          </p:cNvSpPr>
          <p:nvPr/>
        </p:nvSpPr>
        <p:spPr>
          <a:xfrm>
            <a:off x="2288445" y="60978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0" name="A1_bar_Cryo_14183">
            <a:extLst>
              <a:ext uri="{FF2B5EF4-FFF2-40B4-BE49-F238E27FC236}">
                <a16:creationId xmlns:a16="http://schemas.microsoft.com/office/drawing/2014/main" id="{FE1E3F54-96EF-4905-8A05-2471B377079F}"/>
              </a:ext>
            </a:extLst>
          </p:cNvPr>
          <p:cNvSpPr>
            <a:spLocks noGrp="1"/>
          </p:cNvSpPr>
          <p:nvPr/>
        </p:nvSpPr>
        <p:spPr>
          <a:xfrm>
            <a:off x="2183485" y="37082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1" name="A1_bar_Cryo_14184">
            <a:extLst>
              <a:ext uri="{FF2B5EF4-FFF2-40B4-BE49-F238E27FC236}">
                <a16:creationId xmlns:a16="http://schemas.microsoft.com/office/drawing/2014/main" id="{2FF13644-5142-4492-8753-E3A20B9CD4D0}"/>
              </a:ext>
            </a:extLst>
          </p:cNvPr>
          <p:cNvSpPr>
            <a:spLocks noGrp="1"/>
          </p:cNvSpPr>
          <p:nvPr/>
        </p:nvSpPr>
        <p:spPr>
          <a:xfrm>
            <a:off x="2265003" y="58780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2" name="A1_bar_Cryo_14185">
            <a:extLst>
              <a:ext uri="{FF2B5EF4-FFF2-40B4-BE49-F238E27FC236}">
                <a16:creationId xmlns:a16="http://schemas.microsoft.com/office/drawing/2014/main" id="{FE0212F9-769A-4C19-A22C-8F5452B25EFB}"/>
              </a:ext>
            </a:extLst>
          </p:cNvPr>
          <p:cNvSpPr>
            <a:spLocks noGrp="1"/>
          </p:cNvSpPr>
          <p:nvPr/>
        </p:nvSpPr>
        <p:spPr>
          <a:xfrm>
            <a:off x="2233200" y="45672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3" name="A1_bar_Cryo_14186">
            <a:extLst>
              <a:ext uri="{FF2B5EF4-FFF2-40B4-BE49-F238E27FC236}">
                <a16:creationId xmlns:a16="http://schemas.microsoft.com/office/drawing/2014/main" id="{57B06BD5-549F-4E38-9592-F8445B88175A}"/>
              </a:ext>
            </a:extLst>
          </p:cNvPr>
          <p:cNvSpPr>
            <a:spLocks noGrp="1"/>
          </p:cNvSpPr>
          <p:nvPr/>
        </p:nvSpPr>
        <p:spPr>
          <a:xfrm>
            <a:off x="2178154" y="5166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4" name="A1_bar_Cryo_14187">
            <a:extLst>
              <a:ext uri="{FF2B5EF4-FFF2-40B4-BE49-F238E27FC236}">
                <a16:creationId xmlns:a16="http://schemas.microsoft.com/office/drawing/2014/main" id="{7EAEFAAD-F593-40E1-8121-67B9837EA240}"/>
              </a:ext>
            </a:extLst>
          </p:cNvPr>
          <p:cNvSpPr>
            <a:spLocks noGrp="1"/>
          </p:cNvSpPr>
          <p:nvPr/>
        </p:nvSpPr>
        <p:spPr>
          <a:xfrm>
            <a:off x="2278966" y="43441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5" name="A1_bar_Cryo_14188">
            <a:extLst>
              <a:ext uri="{FF2B5EF4-FFF2-40B4-BE49-F238E27FC236}">
                <a16:creationId xmlns:a16="http://schemas.microsoft.com/office/drawing/2014/main" id="{77C456CD-874F-48E1-BA86-9E81EFBDE005}"/>
              </a:ext>
            </a:extLst>
          </p:cNvPr>
          <p:cNvSpPr>
            <a:spLocks noGrp="1"/>
          </p:cNvSpPr>
          <p:nvPr/>
        </p:nvSpPr>
        <p:spPr>
          <a:xfrm>
            <a:off x="2345352" y="47200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6" name="A1_bar_Cryo_14189">
            <a:extLst>
              <a:ext uri="{FF2B5EF4-FFF2-40B4-BE49-F238E27FC236}">
                <a16:creationId xmlns:a16="http://schemas.microsoft.com/office/drawing/2014/main" id="{16BF9E90-DFA6-433B-A680-FAF0F3A64C37}"/>
              </a:ext>
            </a:extLst>
          </p:cNvPr>
          <p:cNvSpPr>
            <a:spLocks noGrp="1"/>
          </p:cNvSpPr>
          <p:nvPr/>
        </p:nvSpPr>
        <p:spPr>
          <a:xfrm>
            <a:off x="2316957" y="38888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7" name="A1_bar_Cryo_14190">
            <a:extLst>
              <a:ext uri="{FF2B5EF4-FFF2-40B4-BE49-F238E27FC236}">
                <a16:creationId xmlns:a16="http://schemas.microsoft.com/office/drawing/2014/main" id="{8A885728-79CD-4F4E-9852-A4E533975A1D}"/>
              </a:ext>
            </a:extLst>
          </p:cNvPr>
          <p:cNvSpPr>
            <a:spLocks noGrp="1"/>
          </p:cNvSpPr>
          <p:nvPr/>
        </p:nvSpPr>
        <p:spPr>
          <a:xfrm>
            <a:off x="2158204" y="56410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8" name="A1_bar_Cryo_14191">
            <a:extLst>
              <a:ext uri="{FF2B5EF4-FFF2-40B4-BE49-F238E27FC236}">
                <a16:creationId xmlns:a16="http://schemas.microsoft.com/office/drawing/2014/main" id="{D254DD75-273D-401C-8ABF-121705C82611}"/>
              </a:ext>
            </a:extLst>
          </p:cNvPr>
          <p:cNvSpPr>
            <a:spLocks noGrp="1"/>
          </p:cNvSpPr>
          <p:nvPr/>
        </p:nvSpPr>
        <p:spPr>
          <a:xfrm>
            <a:off x="2348065" y="60978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9" name="A1_bar_Cryo_14192">
            <a:extLst>
              <a:ext uri="{FF2B5EF4-FFF2-40B4-BE49-F238E27FC236}">
                <a16:creationId xmlns:a16="http://schemas.microsoft.com/office/drawing/2014/main" id="{177E3564-008C-4EEF-839C-2F7A6BA4FFF2}"/>
              </a:ext>
            </a:extLst>
          </p:cNvPr>
          <p:cNvSpPr>
            <a:spLocks noGrp="1"/>
          </p:cNvSpPr>
          <p:nvPr/>
        </p:nvSpPr>
        <p:spPr>
          <a:xfrm>
            <a:off x="2279276" y="60888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0" name="A1_bar_Cryo_14193">
            <a:extLst>
              <a:ext uri="{FF2B5EF4-FFF2-40B4-BE49-F238E27FC236}">
                <a16:creationId xmlns:a16="http://schemas.microsoft.com/office/drawing/2014/main" id="{233B3FDB-7118-44E6-88E8-4854EE8A84B3}"/>
              </a:ext>
            </a:extLst>
          </p:cNvPr>
          <p:cNvSpPr>
            <a:spLocks noGrp="1"/>
          </p:cNvSpPr>
          <p:nvPr/>
        </p:nvSpPr>
        <p:spPr>
          <a:xfrm>
            <a:off x="2277755" y="34885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1" name="A1_bar_Cryo_14194">
            <a:extLst>
              <a:ext uri="{FF2B5EF4-FFF2-40B4-BE49-F238E27FC236}">
                <a16:creationId xmlns:a16="http://schemas.microsoft.com/office/drawing/2014/main" id="{A90416C0-5056-4B29-8C54-5C962FA88EDE}"/>
              </a:ext>
            </a:extLst>
          </p:cNvPr>
          <p:cNvSpPr>
            <a:spLocks noGrp="1"/>
          </p:cNvSpPr>
          <p:nvPr/>
        </p:nvSpPr>
        <p:spPr>
          <a:xfrm>
            <a:off x="2134509" y="413362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2" name="A1_bar_Cryo_14195">
            <a:extLst>
              <a:ext uri="{FF2B5EF4-FFF2-40B4-BE49-F238E27FC236}">
                <a16:creationId xmlns:a16="http://schemas.microsoft.com/office/drawing/2014/main" id="{C28E6E95-DEE6-47C4-938C-C2BB564FB34D}"/>
              </a:ext>
            </a:extLst>
          </p:cNvPr>
          <p:cNvSpPr>
            <a:spLocks noGrp="1"/>
          </p:cNvSpPr>
          <p:nvPr/>
        </p:nvSpPr>
        <p:spPr>
          <a:xfrm>
            <a:off x="2134349" y="41771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3" name="A1_bar_Cryo_14196">
            <a:extLst>
              <a:ext uri="{FF2B5EF4-FFF2-40B4-BE49-F238E27FC236}">
                <a16:creationId xmlns:a16="http://schemas.microsoft.com/office/drawing/2014/main" id="{A38DB492-48E6-47A6-99F7-03B2FB09A84F}"/>
              </a:ext>
            </a:extLst>
          </p:cNvPr>
          <p:cNvSpPr>
            <a:spLocks noGrp="1"/>
          </p:cNvSpPr>
          <p:nvPr/>
        </p:nvSpPr>
        <p:spPr>
          <a:xfrm>
            <a:off x="2365472" y="41030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4" name="A1_bar_Cryo_14197">
            <a:extLst>
              <a:ext uri="{FF2B5EF4-FFF2-40B4-BE49-F238E27FC236}">
                <a16:creationId xmlns:a16="http://schemas.microsoft.com/office/drawing/2014/main" id="{0D10FE9B-43DC-421F-A240-B51E3B824189}"/>
              </a:ext>
            </a:extLst>
          </p:cNvPr>
          <p:cNvSpPr>
            <a:spLocks noGrp="1"/>
          </p:cNvSpPr>
          <p:nvPr/>
        </p:nvSpPr>
        <p:spPr>
          <a:xfrm>
            <a:off x="2157371" y="37727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5" name="A1_bar_Cryo_14198">
            <a:extLst>
              <a:ext uri="{FF2B5EF4-FFF2-40B4-BE49-F238E27FC236}">
                <a16:creationId xmlns:a16="http://schemas.microsoft.com/office/drawing/2014/main" id="{E25AE05F-3CF1-4323-9A28-9253FECE3247}"/>
              </a:ext>
            </a:extLst>
          </p:cNvPr>
          <p:cNvSpPr>
            <a:spLocks noGrp="1"/>
          </p:cNvSpPr>
          <p:nvPr/>
        </p:nvSpPr>
        <p:spPr>
          <a:xfrm>
            <a:off x="2231676" y="47974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6" name="A1_bar_Cryo_14199">
            <a:extLst>
              <a:ext uri="{FF2B5EF4-FFF2-40B4-BE49-F238E27FC236}">
                <a16:creationId xmlns:a16="http://schemas.microsoft.com/office/drawing/2014/main" id="{D47BCB70-369E-41BB-9458-E65775836941}"/>
              </a:ext>
            </a:extLst>
          </p:cNvPr>
          <p:cNvSpPr>
            <a:spLocks noGrp="1"/>
          </p:cNvSpPr>
          <p:nvPr/>
        </p:nvSpPr>
        <p:spPr>
          <a:xfrm>
            <a:off x="2304701" y="33896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7" name="A1_bar_Cryo_14200">
            <a:extLst>
              <a:ext uri="{FF2B5EF4-FFF2-40B4-BE49-F238E27FC236}">
                <a16:creationId xmlns:a16="http://schemas.microsoft.com/office/drawing/2014/main" id="{FAB6BBE9-8670-4E37-B1EA-2091BC07C17F}"/>
              </a:ext>
            </a:extLst>
          </p:cNvPr>
          <p:cNvSpPr>
            <a:spLocks noGrp="1"/>
          </p:cNvSpPr>
          <p:nvPr/>
        </p:nvSpPr>
        <p:spPr>
          <a:xfrm>
            <a:off x="2231464" y="49937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8" name="A1_bar_Cryo_14201">
            <a:extLst>
              <a:ext uri="{FF2B5EF4-FFF2-40B4-BE49-F238E27FC236}">
                <a16:creationId xmlns:a16="http://schemas.microsoft.com/office/drawing/2014/main" id="{FD904C93-3603-432A-8553-A31C21EB5D56}"/>
              </a:ext>
            </a:extLst>
          </p:cNvPr>
          <p:cNvSpPr>
            <a:spLocks noGrp="1"/>
          </p:cNvSpPr>
          <p:nvPr/>
        </p:nvSpPr>
        <p:spPr>
          <a:xfrm>
            <a:off x="2157820" y="41032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9" name="A1_bar_Cryo_14202">
            <a:extLst>
              <a:ext uri="{FF2B5EF4-FFF2-40B4-BE49-F238E27FC236}">
                <a16:creationId xmlns:a16="http://schemas.microsoft.com/office/drawing/2014/main" id="{5606207E-6955-4FAE-A839-DA516CB11206}"/>
              </a:ext>
            </a:extLst>
          </p:cNvPr>
          <p:cNvSpPr>
            <a:spLocks noGrp="1"/>
          </p:cNvSpPr>
          <p:nvPr/>
        </p:nvSpPr>
        <p:spPr>
          <a:xfrm>
            <a:off x="2344559" y="56593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0" name="A1_bar_Cryo_14203">
            <a:extLst>
              <a:ext uri="{FF2B5EF4-FFF2-40B4-BE49-F238E27FC236}">
                <a16:creationId xmlns:a16="http://schemas.microsoft.com/office/drawing/2014/main" id="{26566D7B-3275-48FC-BAFA-DBED6B8A6F55}"/>
              </a:ext>
            </a:extLst>
          </p:cNvPr>
          <p:cNvSpPr>
            <a:spLocks noGrp="1"/>
          </p:cNvSpPr>
          <p:nvPr/>
        </p:nvSpPr>
        <p:spPr>
          <a:xfrm>
            <a:off x="2150931" y="4644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1" name="A1_bar_Cryo_14204">
            <a:extLst>
              <a:ext uri="{FF2B5EF4-FFF2-40B4-BE49-F238E27FC236}">
                <a16:creationId xmlns:a16="http://schemas.microsoft.com/office/drawing/2014/main" id="{F882E329-5653-4423-9747-A8FFEB790869}"/>
              </a:ext>
            </a:extLst>
          </p:cNvPr>
          <p:cNvSpPr>
            <a:spLocks noGrp="1"/>
          </p:cNvSpPr>
          <p:nvPr/>
        </p:nvSpPr>
        <p:spPr>
          <a:xfrm>
            <a:off x="2301741" y="37676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2" name="A1_bar_Cryo_14205">
            <a:extLst>
              <a:ext uri="{FF2B5EF4-FFF2-40B4-BE49-F238E27FC236}">
                <a16:creationId xmlns:a16="http://schemas.microsoft.com/office/drawing/2014/main" id="{BB612912-90F4-408F-A2BD-822C1D9CAD7A}"/>
              </a:ext>
            </a:extLst>
          </p:cNvPr>
          <p:cNvSpPr>
            <a:spLocks noGrp="1"/>
          </p:cNvSpPr>
          <p:nvPr/>
        </p:nvSpPr>
        <p:spPr>
          <a:xfrm>
            <a:off x="2334034" y="60978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3" name="A1_bar_Cryo_14206">
            <a:extLst>
              <a:ext uri="{FF2B5EF4-FFF2-40B4-BE49-F238E27FC236}">
                <a16:creationId xmlns:a16="http://schemas.microsoft.com/office/drawing/2014/main" id="{A4A01866-5A06-45BA-AD02-813AF8A29458}"/>
              </a:ext>
            </a:extLst>
          </p:cNvPr>
          <p:cNvSpPr>
            <a:spLocks noGrp="1"/>
          </p:cNvSpPr>
          <p:nvPr/>
        </p:nvSpPr>
        <p:spPr>
          <a:xfrm>
            <a:off x="2286774" y="4620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4" name="A1_bar_Cryo_14207">
            <a:extLst>
              <a:ext uri="{FF2B5EF4-FFF2-40B4-BE49-F238E27FC236}">
                <a16:creationId xmlns:a16="http://schemas.microsoft.com/office/drawing/2014/main" id="{5DB88D7E-591F-4F95-A15C-ABFC06625A0A}"/>
              </a:ext>
            </a:extLst>
          </p:cNvPr>
          <p:cNvSpPr>
            <a:spLocks noGrp="1"/>
          </p:cNvSpPr>
          <p:nvPr/>
        </p:nvSpPr>
        <p:spPr>
          <a:xfrm>
            <a:off x="2205964" y="60977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5" name="A1_bar_Cryo_14208">
            <a:extLst>
              <a:ext uri="{FF2B5EF4-FFF2-40B4-BE49-F238E27FC236}">
                <a16:creationId xmlns:a16="http://schemas.microsoft.com/office/drawing/2014/main" id="{7998A5BE-1110-4061-880B-21759EB1FBE2}"/>
              </a:ext>
            </a:extLst>
          </p:cNvPr>
          <p:cNvSpPr>
            <a:spLocks noGrp="1"/>
          </p:cNvSpPr>
          <p:nvPr/>
        </p:nvSpPr>
        <p:spPr>
          <a:xfrm>
            <a:off x="2365357" y="45713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6" name="A1_bar_Cryo_14209">
            <a:extLst>
              <a:ext uri="{FF2B5EF4-FFF2-40B4-BE49-F238E27FC236}">
                <a16:creationId xmlns:a16="http://schemas.microsoft.com/office/drawing/2014/main" id="{355B9E01-EF7F-478E-B95F-A85A8BCBAF20}"/>
              </a:ext>
            </a:extLst>
          </p:cNvPr>
          <p:cNvSpPr>
            <a:spLocks noGrp="1"/>
          </p:cNvSpPr>
          <p:nvPr/>
        </p:nvSpPr>
        <p:spPr>
          <a:xfrm>
            <a:off x="2164498" y="43108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7" name="A1_bar_Cryo_14210">
            <a:extLst>
              <a:ext uri="{FF2B5EF4-FFF2-40B4-BE49-F238E27FC236}">
                <a16:creationId xmlns:a16="http://schemas.microsoft.com/office/drawing/2014/main" id="{97A012C9-73F2-4792-9D14-1C46856B0F1D}"/>
              </a:ext>
            </a:extLst>
          </p:cNvPr>
          <p:cNvSpPr>
            <a:spLocks noGrp="1"/>
          </p:cNvSpPr>
          <p:nvPr/>
        </p:nvSpPr>
        <p:spPr>
          <a:xfrm>
            <a:off x="2351786" y="45276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8" name="A1_bar_Cryo_14211">
            <a:extLst>
              <a:ext uri="{FF2B5EF4-FFF2-40B4-BE49-F238E27FC236}">
                <a16:creationId xmlns:a16="http://schemas.microsoft.com/office/drawing/2014/main" id="{19FCBBBB-B6D3-474C-B16B-E549DC9397EA}"/>
              </a:ext>
            </a:extLst>
          </p:cNvPr>
          <p:cNvSpPr>
            <a:spLocks noGrp="1"/>
          </p:cNvSpPr>
          <p:nvPr/>
        </p:nvSpPr>
        <p:spPr>
          <a:xfrm>
            <a:off x="2222795" y="59187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9" name="A1_bar_Cryo_14212">
            <a:extLst>
              <a:ext uri="{FF2B5EF4-FFF2-40B4-BE49-F238E27FC236}">
                <a16:creationId xmlns:a16="http://schemas.microsoft.com/office/drawing/2014/main" id="{50B3EC2C-FCC0-4293-9C95-46F38EF2CBDC}"/>
              </a:ext>
            </a:extLst>
          </p:cNvPr>
          <p:cNvSpPr>
            <a:spLocks noGrp="1"/>
          </p:cNvSpPr>
          <p:nvPr/>
        </p:nvSpPr>
        <p:spPr>
          <a:xfrm>
            <a:off x="2230474" y="40108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0" name="A1_bar_Cryo_14213">
            <a:extLst>
              <a:ext uri="{FF2B5EF4-FFF2-40B4-BE49-F238E27FC236}">
                <a16:creationId xmlns:a16="http://schemas.microsoft.com/office/drawing/2014/main" id="{4FE7AC21-DFF4-4244-B3DF-935EDA4B70F4}"/>
              </a:ext>
            </a:extLst>
          </p:cNvPr>
          <p:cNvSpPr>
            <a:spLocks noGrp="1"/>
          </p:cNvSpPr>
          <p:nvPr/>
        </p:nvSpPr>
        <p:spPr>
          <a:xfrm>
            <a:off x="2329694" y="384987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1" name="A1_bar_Cryo_14214">
            <a:extLst>
              <a:ext uri="{FF2B5EF4-FFF2-40B4-BE49-F238E27FC236}">
                <a16:creationId xmlns:a16="http://schemas.microsoft.com/office/drawing/2014/main" id="{5A8888BD-C67A-4830-A4A2-702895A1C13B}"/>
              </a:ext>
            </a:extLst>
          </p:cNvPr>
          <p:cNvSpPr>
            <a:spLocks noGrp="1"/>
          </p:cNvSpPr>
          <p:nvPr/>
        </p:nvSpPr>
        <p:spPr>
          <a:xfrm>
            <a:off x="2196264" y="34128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2" name="A1_bar_Cryo_14215">
            <a:extLst>
              <a:ext uri="{FF2B5EF4-FFF2-40B4-BE49-F238E27FC236}">
                <a16:creationId xmlns:a16="http://schemas.microsoft.com/office/drawing/2014/main" id="{9412F935-0167-4D44-AD95-A10082A6764F}"/>
              </a:ext>
            </a:extLst>
          </p:cNvPr>
          <p:cNvSpPr>
            <a:spLocks noGrp="1"/>
          </p:cNvSpPr>
          <p:nvPr/>
        </p:nvSpPr>
        <p:spPr>
          <a:xfrm>
            <a:off x="2186451" y="60975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3" name="A1_bar_Cryo_14216">
            <a:extLst>
              <a:ext uri="{FF2B5EF4-FFF2-40B4-BE49-F238E27FC236}">
                <a16:creationId xmlns:a16="http://schemas.microsoft.com/office/drawing/2014/main" id="{AC38C26F-62E6-4BD6-9E80-0A8BCEE14F4C}"/>
              </a:ext>
            </a:extLst>
          </p:cNvPr>
          <p:cNvSpPr>
            <a:spLocks noGrp="1"/>
          </p:cNvSpPr>
          <p:nvPr/>
        </p:nvSpPr>
        <p:spPr>
          <a:xfrm>
            <a:off x="2242393" y="581918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4" name="A1_bar_Cryo_14217">
            <a:extLst>
              <a:ext uri="{FF2B5EF4-FFF2-40B4-BE49-F238E27FC236}">
                <a16:creationId xmlns:a16="http://schemas.microsoft.com/office/drawing/2014/main" id="{4604EA45-E358-43D0-83F9-B79B5ACAD9AB}"/>
              </a:ext>
            </a:extLst>
          </p:cNvPr>
          <p:cNvSpPr>
            <a:spLocks noGrp="1"/>
          </p:cNvSpPr>
          <p:nvPr/>
        </p:nvSpPr>
        <p:spPr>
          <a:xfrm>
            <a:off x="2171727" y="45891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5" name="A1_bar_Cryo_14218">
            <a:extLst>
              <a:ext uri="{FF2B5EF4-FFF2-40B4-BE49-F238E27FC236}">
                <a16:creationId xmlns:a16="http://schemas.microsoft.com/office/drawing/2014/main" id="{92456394-DC81-4ED1-937C-D2A2DC7FC6E6}"/>
              </a:ext>
            </a:extLst>
          </p:cNvPr>
          <p:cNvSpPr>
            <a:spLocks noGrp="1"/>
          </p:cNvSpPr>
          <p:nvPr/>
        </p:nvSpPr>
        <p:spPr>
          <a:xfrm>
            <a:off x="2266368" y="47612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6" name="A1_bar_Cryo_14219">
            <a:extLst>
              <a:ext uri="{FF2B5EF4-FFF2-40B4-BE49-F238E27FC236}">
                <a16:creationId xmlns:a16="http://schemas.microsoft.com/office/drawing/2014/main" id="{3FF4B433-8D99-459C-ABD1-4CD1977211B3}"/>
              </a:ext>
            </a:extLst>
          </p:cNvPr>
          <p:cNvSpPr>
            <a:spLocks noGrp="1"/>
          </p:cNvSpPr>
          <p:nvPr/>
        </p:nvSpPr>
        <p:spPr>
          <a:xfrm>
            <a:off x="2245507" y="4474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7" name="A1_bar_Cryo_14220">
            <a:extLst>
              <a:ext uri="{FF2B5EF4-FFF2-40B4-BE49-F238E27FC236}">
                <a16:creationId xmlns:a16="http://schemas.microsoft.com/office/drawing/2014/main" id="{9F1FA588-81BD-45C9-BB34-849DE5C6D041}"/>
              </a:ext>
            </a:extLst>
          </p:cNvPr>
          <p:cNvSpPr>
            <a:spLocks noGrp="1"/>
          </p:cNvSpPr>
          <p:nvPr/>
        </p:nvSpPr>
        <p:spPr>
          <a:xfrm>
            <a:off x="2309298" y="52528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8" name="A1_bar_Cryo_14221">
            <a:extLst>
              <a:ext uri="{FF2B5EF4-FFF2-40B4-BE49-F238E27FC236}">
                <a16:creationId xmlns:a16="http://schemas.microsoft.com/office/drawing/2014/main" id="{07CC9AFB-9867-40D4-B8D2-6FD2E3E38C19}"/>
              </a:ext>
            </a:extLst>
          </p:cNvPr>
          <p:cNvSpPr>
            <a:spLocks noGrp="1"/>
          </p:cNvSpPr>
          <p:nvPr/>
        </p:nvSpPr>
        <p:spPr>
          <a:xfrm>
            <a:off x="2294225" y="40921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9" name="A1_bar_Cryo_14222">
            <a:extLst>
              <a:ext uri="{FF2B5EF4-FFF2-40B4-BE49-F238E27FC236}">
                <a16:creationId xmlns:a16="http://schemas.microsoft.com/office/drawing/2014/main" id="{85C514EE-1205-4E4D-8A7F-CAC7C9B1A29B}"/>
              </a:ext>
            </a:extLst>
          </p:cNvPr>
          <p:cNvSpPr>
            <a:spLocks noGrp="1"/>
          </p:cNvSpPr>
          <p:nvPr/>
        </p:nvSpPr>
        <p:spPr>
          <a:xfrm>
            <a:off x="2207704" y="52000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0" name="A1_bar_Cryo_14223">
            <a:extLst>
              <a:ext uri="{FF2B5EF4-FFF2-40B4-BE49-F238E27FC236}">
                <a16:creationId xmlns:a16="http://schemas.microsoft.com/office/drawing/2014/main" id="{A586DBBA-B9BD-4AFE-8899-2F68D2BF0D9C}"/>
              </a:ext>
            </a:extLst>
          </p:cNvPr>
          <p:cNvSpPr>
            <a:spLocks noGrp="1"/>
          </p:cNvSpPr>
          <p:nvPr/>
        </p:nvSpPr>
        <p:spPr>
          <a:xfrm>
            <a:off x="2307635" y="3924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1" name="A1_bar_Cryo_14224">
            <a:extLst>
              <a:ext uri="{FF2B5EF4-FFF2-40B4-BE49-F238E27FC236}">
                <a16:creationId xmlns:a16="http://schemas.microsoft.com/office/drawing/2014/main" id="{6517CA13-B4FB-42E2-8D92-BF35BE1C8611}"/>
              </a:ext>
            </a:extLst>
          </p:cNvPr>
          <p:cNvSpPr>
            <a:spLocks noGrp="1"/>
          </p:cNvSpPr>
          <p:nvPr/>
        </p:nvSpPr>
        <p:spPr>
          <a:xfrm>
            <a:off x="2333509" y="51685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2" name="A1_bar_Cryo_14225">
            <a:extLst>
              <a:ext uri="{FF2B5EF4-FFF2-40B4-BE49-F238E27FC236}">
                <a16:creationId xmlns:a16="http://schemas.microsoft.com/office/drawing/2014/main" id="{274B2D93-793F-4B2F-AF50-824EF986A644}"/>
              </a:ext>
            </a:extLst>
          </p:cNvPr>
          <p:cNvSpPr>
            <a:spLocks noGrp="1"/>
          </p:cNvSpPr>
          <p:nvPr/>
        </p:nvSpPr>
        <p:spPr>
          <a:xfrm>
            <a:off x="2195706" y="45664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3" name="A1_bar_Cryo_14226">
            <a:extLst>
              <a:ext uri="{FF2B5EF4-FFF2-40B4-BE49-F238E27FC236}">
                <a16:creationId xmlns:a16="http://schemas.microsoft.com/office/drawing/2014/main" id="{94CF65D7-D4AA-4E40-8BF3-AC57F7AA1334}"/>
              </a:ext>
            </a:extLst>
          </p:cNvPr>
          <p:cNvSpPr>
            <a:spLocks noGrp="1"/>
          </p:cNvSpPr>
          <p:nvPr/>
        </p:nvSpPr>
        <p:spPr>
          <a:xfrm>
            <a:off x="2160530" y="584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4" name="A1_bar_Cryo_14227">
            <a:extLst>
              <a:ext uri="{FF2B5EF4-FFF2-40B4-BE49-F238E27FC236}">
                <a16:creationId xmlns:a16="http://schemas.microsoft.com/office/drawing/2014/main" id="{00AF9F29-1AB5-445E-B34E-FA454A14E0C7}"/>
              </a:ext>
            </a:extLst>
          </p:cNvPr>
          <p:cNvSpPr>
            <a:spLocks noGrp="1"/>
          </p:cNvSpPr>
          <p:nvPr/>
        </p:nvSpPr>
        <p:spPr>
          <a:xfrm>
            <a:off x="2202217" y="3587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5" name="A1_bar_Cryo_14228">
            <a:extLst>
              <a:ext uri="{FF2B5EF4-FFF2-40B4-BE49-F238E27FC236}">
                <a16:creationId xmlns:a16="http://schemas.microsoft.com/office/drawing/2014/main" id="{B3ECE069-207F-4882-A61B-41ADF88B37FC}"/>
              </a:ext>
            </a:extLst>
          </p:cNvPr>
          <p:cNvSpPr>
            <a:spLocks noGrp="1"/>
          </p:cNvSpPr>
          <p:nvPr/>
        </p:nvSpPr>
        <p:spPr>
          <a:xfrm>
            <a:off x="2182132" y="54295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6" name="A1_bar_Cryo_14229">
            <a:extLst>
              <a:ext uri="{FF2B5EF4-FFF2-40B4-BE49-F238E27FC236}">
                <a16:creationId xmlns:a16="http://schemas.microsoft.com/office/drawing/2014/main" id="{BF8525FB-B50B-4983-80C3-5B19D47DDC31}"/>
              </a:ext>
            </a:extLst>
          </p:cNvPr>
          <p:cNvSpPr>
            <a:spLocks noGrp="1"/>
          </p:cNvSpPr>
          <p:nvPr/>
        </p:nvSpPr>
        <p:spPr>
          <a:xfrm>
            <a:off x="2195899" y="4092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7" name="A1_bar_Cryo_14230">
            <a:extLst>
              <a:ext uri="{FF2B5EF4-FFF2-40B4-BE49-F238E27FC236}">
                <a16:creationId xmlns:a16="http://schemas.microsoft.com/office/drawing/2014/main" id="{BC6B089C-0C23-46AA-9A04-2A69ED2BEC8D}"/>
              </a:ext>
            </a:extLst>
          </p:cNvPr>
          <p:cNvSpPr>
            <a:spLocks noGrp="1"/>
          </p:cNvSpPr>
          <p:nvPr/>
        </p:nvSpPr>
        <p:spPr>
          <a:xfrm>
            <a:off x="2380023" y="51632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8" name="A1_bar_Cryo_14231">
            <a:extLst>
              <a:ext uri="{FF2B5EF4-FFF2-40B4-BE49-F238E27FC236}">
                <a16:creationId xmlns:a16="http://schemas.microsoft.com/office/drawing/2014/main" id="{E4B41BAA-4DB8-41A3-AEA5-6C26CBF670AD}"/>
              </a:ext>
            </a:extLst>
          </p:cNvPr>
          <p:cNvSpPr>
            <a:spLocks noGrp="1"/>
          </p:cNvSpPr>
          <p:nvPr/>
        </p:nvSpPr>
        <p:spPr>
          <a:xfrm>
            <a:off x="2286528" y="52056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9" name="A1_bar_Cryo_14232">
            <a:extLst>
              <a:ext uri="{FF2B5EF4-FFF2-40B4-BE49-F238E27FC236}">
                <a16:creationId xmlns:a16="http://schemas.microsoft.com/office/drawing/2014/main" id="{0FA38ADC-41BA-48A0-BFB9-43A154635BC5}"/>
              </a:ext>
            </a:extLst>
          </p:cNvPr>
          <p:cNvSpPr>
            <a:spLocks noGrp="1"/>
          </p:cNvSpPr>
          <p:nvPr/>
        </p:nvSpPr>
        <p:spPr>
          <a:xfrm>
            <a:off x="2167593" y="52580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0" name="A1_bar_Cryo_14233">
            <a:extLst>
              <a:ext uri="{FF2B5EF4-FFF2-40B4-BE49-F238E27FC236}">
                <a16:creationId xmlns:a16="http://schemas.microsoft.com/office/drawing/2014/main" id="{FBB20026-DC8F-4E62-95FA-ED8969AD3F17}"/>
              </a:ext>
            </a:extLst>
          </p:cNvPr>
          <p:cNvSpPr>
            <a:spLocks noGrp="1"/>
          </p:cNvSpPr>
          <p:nvPr/>
        </p:nvSpPr>
        <p:spPr>
          <a:xfrm>
            <a:off x="2370787" y="45180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1" name="A1_bar_Cryo_14234">
            <a:extLst>
              <a:ext uri="{FF2B5EF4-FFF2-40B4-BE49-F238E27FC236}">
                <a16:creationId xmlns:a16="http://schemas.microsoft.com/office/drawing/2014/main" id="{16FC794D-8C6E-49B6-939F-22886838DA5F}"/>
              </a:ext>
            </a:extLst>
          </p:cNvPr>
          <p:cNvSpPr>
            <a:spLocks noGrp="1"/>
          </p:cNvSpPr>
          <p:nvPr/>
        </p:nvSpPr>
        <p:spPr>
          <a:xfrm>
            <a:off x="2284600" y="35292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2" name="A1_bar_Cryo_14235">
            <a:extLst>
              <a:ext uri="{FF2B5EF4-FFF2-40B4-BE49-F238E27FC236}">
                <a16:creationId xmlns:a16="http://schemas.microsoft.com/office/drawing/2014/main" id="{A81D59DA-93B9-4C98-813D-29438BF7DEA7}"/>
              </a:ext>
            </a:extLst>
          </p:cNvPr>
          <p:cNvSpPr>
            <a:spLocks noGrp="1"/>
          </p:cNvSpPr>
          <p:nvPr/>
        </p:nvSpPr>
        <p:spPr>
          <a:xfrm>
            <a:off x="2305960" y="53228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3" name="A1_bar_Cryo_14236">
            <a:extLst>
              <a:ext uri="{FF2B5EF4-FFF2-40B4-BE49-F238E27FC236}">
                <a16:creationId xmlns:a16="http://schemas.microsoft.com/office/drawing/2014/main" id="{E6DEC166-2591-4151-8163-CEF6A41C7E66}"/>
              </a:ext>
            </a:extLst>
          </p:cNvPr>
          <p:cNvSpPr>
            <a:spLocks noGrp="1"/>
          </p:cNvSpPr>
          <p:nvPr/>
        </p:nvSpPr>
        <p:spPr>
          <a:xfrm>
            <a:off x="2234799" y="55548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4" name="A1_bar_Cryo_14237">
            <a:extLst>
              <a:ext uri="{FF2B5EF4-FFF2-40B4-BE49-F238E27FC236}">
                <a16:creationId xmlns:a16="http://schemas.microsoft.com/office/drawing/2014/main" id="{9C1623C4-3E9C-49CF-87E3-CA6D8324F484}"/>
              </a:ext>
            </a:extLst>
          </p:cNvPr>
          <p:cNvSpPr>
            <a:spLocks noGrp="1"/>
          </p:cNvSpPr>
          <p:nvPr/>
        </p:nvSpPr>
        <p:spPr>
          <a:xfrm>
            <a:off x="2196603" y="42010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5" name="A1_bar_Cryo_14238">
            <a:extLst>
              <a:ext uri="{FF2B5EF4-FFF2-40B4-BE49-F238E27FC236}">
                <a16:creationId xmlns:a16="http://schemas.microsoft.com/office/drawing/2014/main" id="{D5BF6282-3622-43B1-8713-FE13C3749966}"/>
              </a:ext>
            </a:extLst>
          </p:cNvPr>
          <p:cNvSpPr>
            <a:spLocks noGrp="1"/>
          </p:cNvSpPr>
          <p:nvPr/>
        </p:nvSpPr>
        <p:spPr>
          <a:xfrm>
            <a:off x="2365243" y="57442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6" name="A1_bar_Cryo_14239">
            <a:extLst>
              <a:ext uri="{FF2B5EF4-FFF2-40B4-BE49-F238E27FC236}">
                <a16:creationId xmlns:a16="http://schemas.microsoft.com/office/drawing/2014/main" id="{19367DF5-9A06-48A9-8CA5-73EFCE598C5B}"/>
              </a:ext>
            </a:extLst>
          </p:cNvPr>
          <p:cNvSpPr>
            <a:spLocks noGrp="1"/>
          </p:cNvSpPr>
          <p:nvPr/>
        </p:nvSpPr>
        <p:spPr>
          <a:xfrm>
            <a:off x="2248288" y="50745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7" name="A1_bar_Cryo_14240">
            <a:extLst>
              <a:ext uri="{FF2B5EF4-FFF2-40B4-BE49-F238E27FC236}">
                <a16:creationId xmlns:a16="http://schemas.microsoft.com/office/drawing/2014/main" id="{35D9D64E-0F14-460D-9628-F5F730DCB106}"/>
              </a:ext>
            </a:extLst>
          </p:cNvPr>
          <p:cNvSpPr>
            <a:spLocks noGrp="1"/>
          </p:cNvSpPr>
          <p:nvPr/>
        </p:nvSpPr>
        <p:spPr>
          <a:xfrm>
            <a:off x="2142505" y="540096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8" name="A1_bar_Cryo_14241">
            <a:extLst>
              <a:ext uri="{FF2B5EF4-FFF2-40B4-BE49-F238E27FC236}">
                <a16:creationId xmlns:a16="http://schemas.microsoft.com/office/drawing/2014/main" id="{F394E364-757F-494A-9667-FF85C22E0089}"/>
              </a:ext>
            </a:extLst>
          </p:cNvPr>
          <p:cNvSpPr>
            <a:spLocks noGrp="1"/>
          </p:cNvSpPr>
          <p:nvPr/>
        </p:nvSpPr>
        <p:spPr>
          <a:xfrm>
            <a:off x="2269546" y="58425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9" name="A1_bar_Cryo_14242">
            <a:extLst>
              <a:ext uri="{FF2B5EF4-FFF2-40B4-BE49-F238E27FC236}">
                <a16:creationId xmlns:a16="http://schemas.microsoft.com/office/drawing/2014/main" id="{DADBB475-546F-49F9-ADB7-6DD34A67DAC2}"/>
              </a:ext>
            </a:extLst>
          </p:cNvPr>
          <p:cNvSpPr>
            <a:spLocks noGrp="1"/>
          </p:cNvSpPr>
          <p:nvPr/>
        </p:nvSpPr>
        <p:spPr>
          <a:xfrm>
            <a:off x="2376192" y="498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0" name="A1_bar_Cryo_14243">
            <a:extLst>
              <a:ext uri="{FF2B5EF4-FFF2-40B4-BE49-F238E27FC236}">
                <a16:creationId xmlns:a16="http://schemas.microsoft.com/office/drawing/2014/main" id="{6FF45FE6-D6C9-46EA-B533-E60F2C4C1FAC}"/>
              </a:ext>
            </a:extLst>
          </p:cNvPr>
          <p:cNvSpPr>
            <a:spLocks noGrp="1"/>
          </p:cNvSpPr>
          <p:nvPr/>
        </p:nvSpPr>
        <p:spPr>
          <a:xfrm>
            <a:off x="382894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1" name="A1_bar_Cryo_14244">
            <a:extLst>
              <a:ext uri="{FF2B5EF4-FFF2-40B4-BE49-F238E27FC236}">
                <a16:creationId xmlns:a16="http://schemas.microsoft.com/office/drawing/2014/main" id="{96311C1E-7C9A-4470-9C32-7A7FAE5E0266}"/>
              </a:ext>
            </a:extLst>
          </p:cNvPr>
          <p:cNvSpPr>
            <a:spLocks noGrp="1"/>
          </p:cNvSpPr>
          <p:nvPr/>
        </p:nvSpPr>
        <p:spPr>
          <a:xfrm>
            <a:off x="39204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2" name="A1_bar_Cryo_14245">
            <a:extLst>
              <a:ext uri="{FF2B5EF4-FFF2-40B4-BE49-F238E27FC236}">
                <a16:creationId xmlns:a16="http://schemas.microsoft.com/office/drawing/2014/main" id="{383A1363-4B47-40F3-81CE-3E3D77F91C6A}"/>
              </a:ext>
            </a:extLst>
          </p:cNvPr>
          <p:cNvSpPr>
            <a:spLocks noGrp="1"/>
          </p:cNvSpPr>
          <p:nvPr/>
        </p:nvSpPr>
        <p:spPr>
          <a:xfrm>
            <a:off x="370448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3" name="A1_bar_Cryo_14246">
            <a:extLst>
              <a:ext uri="{FF2B5EF4-FFF2-40B4-BE49-F238E27FC236}">
                <a16:creationId xmlns:a16="http://schemas.microsoft.com/office/drawing/2014/main" id="{E1A9C0DE-44FF-423D-A4A9-AE52C6E59E9A}"/>
              </a:ext>
            </a:extLst>
          </p:cNvPr>
          <p:cNvSpPr>
            <a:spLocks noGrp="1"/>
          </p:cNvSpPr>
          <p:nvPr/>
        </p:nvSpPr>
        <p:spPr>
          <a:xfrm>
            <a:off x="3864466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4" name="A1_bar_Cryo_14247">
            <a:extLst>
              <a:ext uri="{FF2B5EF4-FFF2-40B4-BE49-F238E27FC236}">
                <a16:creationId xmlns:a16="http://schemas.microsoft.com/office/drawing/2014/main" id="{C9550E00-B028-41D6-A9D1-3F16C8722404}"/>
              </a:ext>
            </a:extLst>
          </p:cNvPr>
          <p:cNvSpPr>
            <a:spLocks noGrp="1"/>
          </p:cNvSpPr>
          <p:nvPr/>
        </p:nvSpPr>
        <p:spPr>
          <a:xfrm>
            <a:off x="3926941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5" name="A1_bar_Cryo_14248">
            <a:extLst>
              <a:ext uri="{FF2B5EF4-FFF2-40B4-BE49-F238E27FC236}">
                <a16:creationId xmlns:a16="http://schemas.microsoft.com/office/drawing/2014/main" id="{15C08FEA-DF9F-4404-AD0C-B34C3CA63F90}"/>
              </a:ext>
            </a:extLst>
          </p:cNvPr>
          <p:cNvSpPr>
            <a:spLocks noGrp="1"/>
          </p:cNvSpPr>
          <p:nvPr/>
        </p:nvSpPr>
        <p:spPr>
          <a:xfrm>
            <a:off x="38697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6" name="A1_bar_Cryo_14249">
            <a:extLst>
              <a:ext uri="{FF2B5EF4-FFF2-40B4-BE49-F238E27FC236}">
                <a16:creationId xmlns:a16="http://schemas.microsoft.com/office/drawing/2014/main" id="{93334CD4-2CB7-4BE6-95A1-5BDC600DD063}"/>
              </a:ext>
            </a:extLst>
          </p:cNvPr>
          <p:cNvSpPr>
            <a:spLocks noGrp="1"/>
          </p:cNvSpPr>
          <p:nvPr/>
        </p:nvSpPr>
        <p:spPr>
          <a:xfrm>
            <a:off x="388893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7" name="A1_bar_Cryo_14250">
            <a:extLst>
              <a:ext uri="{FF2B5EF4-FFF2-40B4-BE49-F238E27FC236}">
                <a16:creationId xmlns:a16="http://schemas.microsoft.com/office/drawing/2014/main" id="{9E6D629A-BD51-4CE4-8480-B8FEF5EBDD00}"/>
              </a:ext>
            </a:extLst>
          </p:cNvPr>
          <p:cNvSpPr>
            <a:spLocks noGrp="1"/>
          </p:cNvSpPr>
          <p:nvPr/>
        </p:nvSpPr>
        <p:spPr>
          <a:xfrm>
            <a:off x="394405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8" name="A1_bar_Cryo_14251">
            <a:extLst>
              <a:ext uri="{FF2B5EF4-FFF2-40B4-BE49-F238E27FC236}">
                <a16:creationId xmlns:a16="http://schemas.microsoft.com/office/drawing/2014/main" id="{889D3657-790A-4649-B9FC-EA4444036B0C}"/>
              </a:ext>
            </a:extLst>
          </p:cNvPr>
          <p:cNvSpPr>
            <a:spLocks noGrp="1"/>
          </p:cNvSpPr>
          <p:nvPr/>
        </p:nvSpPr>
        <p:spPr>
          <a:xfrm>
            <a:off x="3892602" y="44192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9" name="A1_bar_Cryo_14252">
            <a:extLst>
              <a:ext uri="{FF2B5EF4-FFF2-40B4-BE49-F238E27FC236}">
                <a16:creationId xmlns:a16="http://schemas.microsoft.com/office/drawing/2014/main" id="{3C075A71-AACC-4036-842F-A173A705344D}"/>
              </a:ext>
            </a:extLst>
          </p:cNvPr>
          <p:cNvSpPr>
            <a:spLocks noGrp="1"/>
          </p:cNvSpPr>
          <p:nvPr/>
        </p:nvSpPr>
        <p:spPr>
          <a:xfrm>
            <a:off x="374640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0" name="A1_bar_Cryo_14253">
            <a:extLst>
              <a:ext uri="{FF2B5EF4-FFF2-40B4-BE49-F238E27FC236}">
                <a16:creationId xmlns:a16="http://schemas.microsoft.com/office/drawing/2014/main" id="{C694FBCA-55A3-4E3B-946B-75E81351734D}"/>
              </a:ext>
            </a:extLst>
          </p:cNvPr>
          <p:cNvSpPr>
            <a:spLocks noGrp="1"/>
          </p:cNvSpPr>
          <p:nvPr/>
        </p:nvSpPr>
        <p:spPr>
          <a:xfrm>
            <a:off x="3728045" y="31789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1" name="A1_bar_Cryo_14254">
            <a:extLst>
              <a:ext uri="{FF2B5EF4-FFF2-40B4-BE49-F238E27FC236}">
                <a16:creationId xmlns:a16="http://schemas.microsoft.com/office/drawing/2014/main" id="{233D5561-90CF-444D-96BE-8A2EDA749640}"/>
              </a:ext>
            </a:extLst>
          </p:cNvPr>
          <p:cNvSpPr>
            <a:spLocks noGrp="1"/>
          </p:cNvSpPr>
          <p:nvPr/>
        </p:nvSpPr>
        <p:spPr>
          <a:xfrm>
            <a:off x="3848194" y="56257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2" name="A1_bar_Cryo_14255">
            <a:extLst>
              <a:ext uri="{FF2B5EF4-FFF2-40B4-BE49-F238E27FC236}">
                <a16:creationId xmlns:a16="http://schemas.microsoft.com/office/drawing/2014/main" id="{9F6DC25A-11AA-4E9E-901B-88DA51C1FCFC}"/>
              </a:ext>
            </a:extLst>
          </p:cNvPr>
          <p:cNvSpPr>
            <a:spLocks noGrp="1"/>
          </p:cNvSpPr>
          <p:nvPr/>
        </p:nvSpPr>
        <p:spPr>
          <a:xfrm>
            <a:off x="389553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3" name="A1_bar_Cryo_14256">
            <a:extLst>
              <a:ext uri="{FF2B5EF4-FFF2-40B4-BE49-F238E27FC236}">
                <a16:creationId xmlns:a16="http://schemas.microsoft.com/office/drawing/2014/main" id="{B0DD4C9C-2F0B-4071-BFAA-F65B7FADFA20}"/>
              </a:ext>
            </a:extLst>
          </p:cNvPr>
          <p:cNvSpPr>
            <a:spLocks noGrp="1"/>
          </p:cNvSpPr>
          <p:nvPr/>
        </p:nvSpPr>
        <p:spPr>
          <a:xfrm>
            <a:off x="382569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4" name="A1_bar_Cryo_14257">
            <a:extLst>
              <a:ext uri="{FF2B5EF4-FFF2-40B4-BE49-F238E27FC236}">
                <a16:creationId xmlns:a16="http://schemas.microsoft.com/office/drawing/2014/main" id="{D8DA45EE-C8B0-4865-9B00-3867BF56A859}"/>
              </a:ext>
            </a:extLst>
          </p:cNvPr>
          <p:cNvSpPr>
            <a:spLocks noGrp="1"/>
          </p:cNvSpPr>
          <p:nvPr/>
        </p:nvSpPr>
        <p:spPr>
          <a:xfrm>
            <a:off x="373265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5" name="A1_bar_Cryo_14258">
            <a:extLst>
              <a:ext uri="{FF2B5EF4-FFF2-40B4-BE49-F238E27FC236}">
                <a16:creationId xmlns:a16="http://schemas.microsoft.com/office/drawing/2014/main" id="{3E1F3E47-5F8F-43A6-A40F-3BA9BFE39A34}"/>
              </a:ext>
            </a:extLst>
          </p:cNvPr>
          <p:cNvSpPr>
            <a:spLocks noGrp="1"/>
          </p:cNvSpPr>
          <p:nvPr/>
        </p:nvSpPr>
        <p:spPr>
          <a:xfrm>
            <a:off x="387698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6" name="A1_bar_Cryo_14259">
            <a:extLst>
              <a:ext uri="{FF2B5EF4-FFF2-40B4-BE49-F238E27FC236}">
                <a16:creationId xmlns:a16="http://schemas.microsoft.com/office/drawing/2014/main" id="{74F3F128-9BDC-4F2D-ABFC-E239744CBD28}"/>
              </a:ext>
            </a:extLst>
          </p:cNvPr>
          <p:cNvSpPr>
            <a:spLocks noGrp="1"/>
          </p:cNvSpPr>
          <p:nvPr/>
        </p:nvSpPr>
        <p:spPr>
          <a:xfrm>
            <a:off x="39514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7" name="A1_bar_Cryo_14260">
            <a:extLst>
              <a:ext uri="{FF2B5EF4-FFF2-40B4-BE49-F238E27FC236}">
                <a16:creationId xmlns:a16="http://schemas.microsoft.com/office/drawing/2014/main" id="{2DCFC02C-FD04-4DFD-B929-2C9107B83D1A}"/>
              </a:ext>
            </a:extLst>
          </p:cNvPr>
          <p:cNvSpPr>
            <a:spLocks noGrp="1"/>
          </p:cNvSpPr>
          <p:nvPr/>
        </p:nvSpPr>
        <p:spPr>
          <a:xfrm>
            <a:off x="3781676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8" name="A1_bar_Cryo_14261">
            <a:extLst>
              <a:ext uri="{FF2B5EF4-FFF2-40B4-BE49-F238E27FC236}">
                <a16:creationId xmlns:a16="http://schemas.microsoft.com/office/drawing/2014/main" id="{A14ADA0C-6560-40C5-919B-6BF43C1BBC0D}"/>
              </a:ext>
            </a:extLst>
          </p:cNvPr>
          <p:cNvSpPr>
            <a:spLocks noGrp="1"/>
          </p:cNvSpPr>
          <p:nvPr/>
        </p:nvSpPr>
        <p:spPr>
          <a:xfrm>
            <a:off x="3867269" y="30707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9" name="A1_bar_Cryo_14262">
            <a:extLst>
              <a:ext uri="{FF2B5EF4-FFF2-40B4-BE49-F238E27FC236}">
                <a16:creationId xmlns:a16="http://schemas.microsoft.com/office/drawing/2014/main" id="{1A71B423-95B1-4CAC-A9D2-0C18BDBB243D}"/>
              </a:ext>
            </a:extLst>
          </p:cNvPr>
          <p:cNvSpPr>
            <a:spLocks noGrp="1"/>
          </p:cNvSpPr>
          <p:nvPr/>
        </p:nvSpPr>
        <p:spPr>
          <a:xfrm>
            <a:off x="372049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0" name="A1_bar_Cryo_14263">
            <a:extLst>
              <a:ext uri="{FF2B5EF4-FFF2-40B4-BE49-F238E27FC236}">
                <a16:creationId xmlns:a16="http://schemas.microsoft.com/office/drawing/2014/main" id="{2E2FAA72-B1D9-4136-8649-50609467D8A7}"/>
              </a:ext>
            </a:extLst>
          </p:cNvPr>
          <p:cNvSpPr>
            <a:spLocks noGrp="1"/>
          </p:cNvSpPr>
          <p:nvPr/>
        </p:nvSpPr>
        <p:spPr>
          <a:xfrm>
            <a:off x="3922386" y="55033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1" name="A1_bar_Cryo_14264">
            <a:extLst>
              <a:ext uri="{FF2B5EF4-FFF2-40B4-BE49-F238E27FC236}">
                <a16:creationId xmlns:a16="http://schemas.microsoft.com/office/drawing/2014/main" id="{2D7A6C7F-24BD-40F1-A5EB-619B368C48ED}"/>
              </a:ext>
            </a:extLst>
          </p:cNvPr>
          <p:cNvSpPr>
            <a:spLocks noGrp="1"/>
          </p:cNvSpPr>
          <p:nvPr/>
        </p:nvSpPr>
        <p:spPr>
          <a:xfrm>
            <a:off x="38903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2" name="A1_bar_Cryo_14265">
            <a:extLst>
              <a:ext uri="{FF2B5EF4-FFF2-40B4-BE49-F238E27FC236}">
                <a16:creationId xmlns:a16="http://schemas.microsoft.com/office/drawing/2014/main" id="{1FF29E58-6B47-4D5A-941F-AF4FFA59722D}"/>
              </a:ext>
            </a:extLst>
          </p:cNvPr>
          <p:cNvSpPr>
            <a:spLocks noGrp="1"/>
          </p:cNvSpPr>
          <p:nvPr/>
        </p:nvSpPr>
        <p:spPr>
          <a:xfrm>
            <a:off x="3755880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3" name="A1_bar_Cryo_14266">
            <a:extLst>
              <a:ext uri="{FF2B5EF4-FFF2-40B4-BE49-F238E27FC236}">
                <a16:creationId xmlns:a16="http://schemas.microsoft.com/office/drawing/2014/main" id="{BDF465EB-7332-4299-9645-3C39F165420B}"/>
              </a:ext>
            </a:extLst>
          </p:cNvPr>
          <p:cNvSpPr>
            <a:spLocks noGrp="1"/>
          </p:cNvSpPr>
          <p:nvPr/>
        </p:nvSpPr>
        <p:spPr>
          <a:xfrm>
            <a:off x="3834804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4" name="A1_bar_Cryo_14267">
            <a:extLst>
              <a:ext uri="{FF2B5EF4-FFF2-40B4-BE49-F238E27FC236}">
                <a16:creationId xmlns:a16="http://schemas.microsoft.com/office/drawing/2014/main" id="{C2187A09-F576-44D6-B7A2-38CDA78C30B1}"/>
              </a:ext>
            </a:extLst>
          </p:cNvPr>
          <p:cNvSpPr>
            <a:spLocks noGrp="1"/>
          </p:cNvSpPr>
          <p:nvPr/>
        </p:nvSpPr>
        <p:spPr>
          <a:xfrm>
            <a:off x="39254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5" name="A1_bar_Cryo_14268">
            <a:extLst>
              <a:ext uri="{FF2B5EF4-FFF2-40B4-BE49-F238E27FC236}">
                <a16:creationId xmlns:a16="http://schemas.microsoft.com/office/drawing/2014/main" id="{06DF0662-56F9-4AA0-832E-A0A92F70F09D}"/>
              </a:ext>
            </a:extLst>
          </p:cNvPr>
          <p:cNvSpPr>
            <a:spLocks noGrp="1"/>
          </p:cNvSpPr>
          <p:nvPr/>
        </p:nvSpPr>
        <p:spPr>
          <a:xfrm>
            <a:off x="3792383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6" name="A1_bar_Cryo_14269">
            <a:extLst>
              <a:ext uri="{FF2B5EF4-FFF2-40B4-BE49-F238E27FC236}">
                <a16:creationId xmlns:a16="http://schemas.microsoft.com/office/drawing/2014/main" id="{88F691EB-BD7E-44E3-84F3-BCC171895D3A}"/>
              </a:ext>
            </a:extLst>
          </p:cNvPr>
          <p:cNvSpPr>
            <a:spLocks noGrp="1"/>
          </p:cNvSpPr>
          <p:nvPr/>
        </p:nvSpPr>
        <p:spPr>
          <a:xfrm>
            <a:off x="3799102" y="5398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7" name="A1_bar_Cryo_14270">
            <a:extLst>
              <a:ext uri="{FF2B5EF4-FFF2-40B4-BE49-F238E27FC236}">
                <a16:creationId xmlns:a16="http://schemas.microsoft.com/office/drawing/2014/main" id="{76C4F69E-532A-4B5D-A257-B9626ED3E3AA}"/>
              </a:ext>
            </a:extLst>
          </p:cNvPr>
          <p:cNvSpPr>
            <a:spLocks noGrp="1"/>
          </p:cNvSpPr>
          <p:nvPr/>
        </p:nvSpPr>
        <p:spPr>
          <a:xfrm>
            <a:off x="3762578" y="52193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8" name="A1_bar_Cryo_14271">
            <a:extLst>
              <a:ext uri="{FF2B5EF4-FFF2-40B4-BE49-F238E27FC236}">
                <a16:creationId xmlns:a16="http://schemas.microsoft.com/office/drawing/2014/main" id="{CF87B94F-B0D4-4E1A-9CBC-2D562FC4E7B6}"/>
              </a:ext>
            </a:extLst>
          </p:cNvPr>
          <p:cNvSpPr>
            <a:spLocks noGrp="1"/>
          </p:cNvSpPr>
          <p:nvPr/>
        </p:nvSpPr>
        <p:spPr>
          <a:xfrm>
            <a:off x="3837711" y="50861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9" name="A1_bar_Cryo_14272">
            <a:extLst>
              <a:ext uri="{FF2B5EF4-FFF2-40B4-BE49-F238E27FC236}">
                <a16:creationId xmlns:a16="http://schemas.microsoft.com/office/drawing/2014/main" id="{2856B248-81AC-462C-A4EF-1E1BAAAAD2D2}"/>
              </a:ext>
            </a:extLst>
          </p:cNvPr>
          <p:cNvSpPr>
            <a:spLocks noGrp="1"/>
          </p:cNvSpPr>
          <p:nvPr/>
        </p:nvSpPr>
        <p:spPr>
          <a:xfrm>
            <a:off x="374401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0" name="A1_bar_Cryo_14273">
            <a:extLst>
              <a:ext uri="{FF2B5EF4-FFF2-40B4-BE49-F238E27FC236}">
                <a16:creationId xmlns:a16="http://schemas.microsoft.com/office/drawing/2014/main" id="{D08030A7-1DE8-49A4-841F-A6B10D9F5715}"/>
              </a:ext>
            </a:extLst>
          </p:cNvPr>
          <p:cNvSpPr>
            <a:spLocks noGrp="1"/>
          </p:cNvSpPr>
          <p:nvPr/>
        </p:nvSpPr>
        <p:spPr>
          <a:xfrm>
            <a:off x="37773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1" name="A1_bar_Cryo_14274">
            <a:extLst>
              <a:ext uri="{FF2B5EF4-FFF2-40B4-BE49-F238E27FC236}">
                <a16:creationId xmlns:a16="http://schemas.microsoft.com/office/drawing/2014/main" id="{8EE4AF8A-0752-4BEB-82A1-5629962706E0}"/>
              </a:ext>
            </a:extLst>
          </p:cNvPr>
          <p:cNvSpPr>
            <a:spLocks noGrp="1"/>
          </p:cNvSpPr>
          <p:nvPr/>
        </p:nvSpPr>
        <p:spPr>
          <a:xfrm>
            <a:off x="394786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2" name="A1_bar_Cryo_14275">
            <a:extLst>
              <a:ext uri="{FF2B5EF4-FFF2-40B4-BE49-F238E27FC236}">
                <a16:creationId xmlns:a16="http://schemas.microsoft.com/office/drawing/2014/main" id="{F8B671FD-917A-4A17-B787-7E88564E25EC}"/>
              </a:ext>
            </a:extLst>
          </p:cNvPr>
          <p:cNvSpPr>
            <a:spLocks noGrp="1"/>
          </p:cNvSpPr>
          <p:nvPr/>
        </p:nvSpPr>
        <p:spPr>
          <a:xfrm>
            <a:off x="380034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3" name="A1_bar_Cryo_14276">
            <a:extLst>
              <a:ext uri="{FF2B5EF4-FFF2-40B4-BE49-F238E27FC236}">
                <a16:creationId xmlns:a16="http://schemas.microsoft.com/office/drawing/2014/main" id="{D91D77D4-C80A-4800-863E-1A9A772CA59B}"/>
              </a:ext>
            </a:extLst>
          </p:cNvPr>
          <p:cNvSpPr>
            <a:spLocks noGrp="1"/>
          </p:cNvSpPr>
          <p:nvPr/>
        </p:nvSpPr>
        <p:spPr>
          <a:xfrm>
            <a:off x="383831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4" name="A1_bar_Cryo_14277">
            <a:extLst>
              <a:ext uri="{FF2B5EF4-FFF2-40B4-BE49-F238E27FC236}">
                <a16:creationId xmlns:a16="http://schemas.microsoft.com/office/drawing/2014/main" id="{886EE66A-2DB9-4218-ABC6-F7F58E8AC5AE}"/>
              </a:ext>
            </a:extLst>
          </p:cNvPr>
          <p:cNvSpPr>
            <a:spLocks noGrp="1"/>
          </p:cNvSpPr>
          <p:nvPr/>
        </p:nvSpPr>
        <p:spPr>
          <a:xfrm>
            <a:off x="393527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5" name="A1_bar_Cryo_14278">
            <a:extLst>
              <a:ext uri="{FF2B5EF4-FFF2-40B4-BE49-F238E27FC236}">
                <a16:creationId xmlns:a16="http://schemas.microsoft.com/office/drawing/2014/main" id="{F132BF3E-E5FE-48F2-9398-8845C04FEB26}"/>
              </a:ext>
            </a:extLst>
          </p:cNvPr>
          <p:cNvSpPr>
            <a:spLocks noGrp="1"/>
          </p:cNvSpPr>
          <p:nvPr/>
        </p:nvSpPr>
        <p:spPr>
          <a:xfrm>
            <a:off x="38925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6" name="A1_bar_Cryo_14279">
            <a:extLst>
              <a:ext uri="{FF2B5EF4-FFF2-40B4-BE49-F238E27FC236}">
                <a16:creationId xmlns:a16="http://schemas.microsoft.com/office/drawing/2014/main" id="{B1586D79-A885-4DF3-96E5-C08893213BBC}"/>
              </a:ext>
            </a:extLst>
          </p:cNvPr>
          <p:cNvSpPr>
            <a:spLocks noGrp="1"/>
          </p:cNvSpPr>
          <p:nvPr/>
        </p:nvSpPr>
        <p:spPr>
          <a:xfrm>
            <a:off x="38538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7" name="A1_bar_Cryo_14280">
            <a:extLst>
              <a:ext uri="{FF2B5EF4-FFF2-40B4-BE49-F238E27FC236}">
                <a16:creationId xmlns:a16="http://schemas.microsoft.com/office/drawing/2014/main" id="{45E8E6F4-4FEB-4EB1-B948-FA1479BF7209}"/>
              </a:ext>
            </a:extLst>
          </p:cNvPr>
          <p:cNvSpPr>
            <a:spLocks noGrp="1"/>
          </p:cNvSpPr>
          <p:nvPr/>
        </p:nvSpPr>
        <p:spPr>
          <a:xfrm>
            <a:off x="377594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8" name="A1_bar_Cryo_14281">
            <a:extLst>
              <a:ext uri="{FF2B5EF4-FFF2-40B4-BE49-F238E27FC236}">
                <a16:creationId xmlns:a16="http://schemas.microsoft.com/office/drawing/2014/main" id="{CB51EE57-6EAD-4127-9A19-460AD26D2076}"/>
              </a:ext>
            </a:extLst>
          </p:cNvPr>
          <p:cNvSpPr>
            <a:spLocks noGrp="1"/>
          </p:cNvSpPr>
          <p:nvPr/>
        </p:nvSpPr>
        <p:spPr>
          <a:xfrm>
            <a:off x="384102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9" name="A1_bar_Cryo_14282">
            <a:extLst>
              <a:ext uri="{FF2B5EF4-FFF2-40B4-BE49-F238E27FC236}">
                <a16:creationId xmlns:a16="http://schemas.microsoft.com/office/drawing/2014/main" id="{DDDC135B-4DD1-4F9B-B38C-C21267917A7E}"/>
              </a:ext>
            </a:extLst>
          </p:cNvPr>
          <p:cNvSpPr>
            <a:spLocks noGrp="1"/>
          </p:cNvSpPr>
          <p:nvPr/>
        </p:nvSpPr>
        <p:spPr>
          <a:xfrm>
            <a:off x="3706110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0" name="A1_bar_Cryo_14283">
            <a:extLst>
              <a:ext uri="{FF2B5EF4-FFF2-40B4-BE49-F238E27FC236}">
                <a16:creationId xmlns:a16="http://schemas.microsoft.com/office/drawing/2014/main" id="{EA6B4E41-2007-45AC-8FF2-68460D3F1544}"/>
              </a:ext>
            </a:extLst>
          </p:cNvPr>
          <p:cNvSpPr>
            <a:spLocks noGrp="1"/>
          </p:cNvSpPr>
          <p:nvPr/>
        </p:nvSpPr>
        <p:spPr>
          <a:xfrm>
            <a:off x="376825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1" name="A1_bar_Cryo_14284">
            <a:extLst>
              <a:ext uri="{FF2B5EF4-FFF2-40B4-BE49-F238E27FC236}">
                <a16:creationId xmlns:a16="http://schemas.microsoft.com/office/drawing/2014/main" id="{7CE24AC7-3FCA-4AA2-A91F-97788D0B17F3}"/>
              </a:ext>
            </a:extLst>
          </p:cNvPr>
          <p:cNvSpPr>
            <a:spLocks noGrp="1"/>
          </p:cNvSpPr>
          <p:nvPr/>
        </p:nvSpPr>
        <p:spPr>
          <a:xfrm>
            <a:off x="384751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2" name="A1_bar_Cryo_14285">
            <a:extLst>
              <a:ext uri="{FF2B5EF4-FFF2-40B4-BE49-F238E27FC236}">
                <a16:creationId xmlns:a16="http://schemas.microsoft.com/office/drawing/2014/main" id="{10877C63-D6AD-4B6B-A355-275A12803881}"/>
              </a:ext>
            </a:extLst>
          </p:cNvPr>
          <p:cNvSpPr>
            <a:spLocks noGrp="1"/>
          </p:cNvSpPr>
          <p:nvPr/>
        </p:nvSpPr>
        <p:spPr>
          <a:xfrm>
            <a:off x="37970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3" name="A1_bar_Cryo_14286">
            <a:extLst>
              <a:ext uri="{FF2B5EF4-FFF2-40B4-BE49-F238E27FC236}">
                <a16:creationId xmlns:a16="http://schemas.microsoft.com/office/drawing/2014/main" id="{874037AE-A34E-4703-BFFF-DA6DE940B477}"/>
              </a:ext>
            </a:extLst>
          </p:cNvPr>
          <p:cNvSpPr>
            <a:spLocks noGrp="1"/>
          </p:cNvSpPr>
          <p:nvPr/>
        </p:nvSpPr>
        <p:spPr>
          <a:xfrm>
            <a:off x="3902090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4" name="A1_bar_Cryo_14287">
            <a:extLst>
              <a:ext uri="{FF2B5EF4-FFF2-40B4-BE49-F238E27FC236}">
                <a16:creationId xmlns:a16="http://schemas.microsoft.com/office/drawing/2014/main" id="{5B9757B1-37F9-4F1D-80F4-13D94C4B5D24}"/>
              </a:ext>
            </a:extLst>
          </p:cNvPr>
          <p:cNvSpPr>
            <a:spLocks noGrp="1"/>
          </p:cNvSpPr>
          <p:nvPr/>
        </p:nvSpPr>
        <p:spPr>
          <a:xfrm>
            <a:off x="37818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5" name="A1_bar_Cryo_14288">
            <a:extLst>
              <a:ext uri="{FF2B5EF4-FFF2-40B4-BE49-F238E27FC236}">
                <a16:creationId xmlns:a16="http://schemas.microsoft.com/office/drawing/2014/main" id="{BFBFBA8E-6ED7-43DF-BCD0-B59EF9B23A3C}"/>
              </a:ext>
            </a:extLst>
          </p:cNvPr>
          <p:cNvSpPr>
            <a:spLocks noGrp="1"/>
          </p:cNvSpPr>
          <p:nvPr/>
        </p:nvSpPr>
        <p:spPr>
          <a:xfrm>
            <a:off x="387944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6" name="A1_bar_Cryo_14289">
            <a:extLst>
              <a:ext uri="{FF2B5EF4-FFF2-40B4-BE49-F238E27FC236}">
                <a16:creationId xmlns:a16="http://schemas.microsoft.com/office/drawing/2014/main" id="{D3A87657-5710-4869-8049-7344DECE925A}"/>
              </a:ext>
            </a:extLst>
          </p:cNvPr>
          <p:cNvSpPr>
            <a:spLocks noGrp="1"/>
          </p:cNvSpPr>
          <p:nvPr/>
        </p:nvSpPr>
        <p:spPr>
          <a:xfrm>
            <a:off x="3743886" y="36586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7" name="A1_bar_Cryo_14290">
            <a:extLst>
              <a:ext uri="{FF2B5EF4-FFF2-40B4-BE49-F238E27FC236}">
                <a16:creationId xmlns:a16="http://schemas.microsoft.com/office/drawing/2014/main" id="{B58715F8-08A8-45E6-9CCB-18C535054A37}"/>
              </a:ext>
            </a:extLst>
          </p:cNvPr>
          <p:cNvSpPr>
            <a:spLocks noGrp="1"/>
          </p:cNvSpPr>
          <p:nvPr/>
        </p:nvSpPr>
        <p:spPr>
          <a:xfrm>
            <a:off x="37765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8" name="A1_bar_Cryo_14291">
            <a:extLst>
              <a:ext uri="{FF2B5EF4-FFF2-40B4-BE49-F238E27FC236}">
                <a16:creationId xmlns:a16="http://schemas.microsoft.com/office/drawing/2014/main" id="{D5054D51-6AA6-4C86-970E-AD629A03743A}"/>
              </a:ext>
            </a:extLst>
          </p:cNvPr>
          <p:cNvSpPr>
            <a:spLocks noGrp="1"/>
          </p:cNvSpPr>
          <p:nvPr/>
        </p:nvSpPr>
        <p:spPr>
          <a:xfrm>
            <a:off x="389956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9" name="A1_bar_Cryo_14292">
            <a:extLst>
              <a:ext uri="{FF2B5EF4-FFF2-40B4-BE49-F238E27FC236}">
                <a16:creationId xmlns:a16="http://schemas.microsoft.com/office/drawing/2014/main" id="{3452A389-00A0-4322-9552-1023151E4CBE}"/>
              </a:ext>
            </a:extLst>
          </p:cNvPr>
          <p:cNvSpPr>
            <a:spLocks noGrp="1"/>
          </p:cNvSpPr>
          <p:nvPr/>
        </p:nvSpPr>
        <p:spPr>
          <a:xfrm>
            <a:off x="3739458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0" name="A1_bar_Cryo_14293">
            <a:extLst>
              <a:ext uri="{FF2B5EF4-FFF2-40B4-BE49-F238E27FC236}">
                <a16:creationId xmlns:a16="http://schemas.microsoft.com/office/drawing/2014/main" id="{5DC9C526-C64E-4855-9A74-647B95653A9C}"/>
              </a:ext>
            </a:extLst>
          </p:cNvPr>
          <p:cNvSpPr>
            <a:spLocks noGrp="1"/>
          </p:cNvSpPr>
          <p:nvPr/>
        </p:nvSpPr>
        <p:spPr>
          <a:xfrm>
            <a:off x="3825296" y="47677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1" name="A1_bar_Cryo_14294">
            <a:extLst>
              <a:ext uri="{FF2B5EF4-FFF2-40B4-BE49-F238E27FC236}">
                <a16:creationId xmlns:a16="http://schemas.microsoft.com/office/drawing/2014/main" id="{766DD6CA-F19A-40E9-A4AE-79D963795FE6}"/>
              </a:ext>
            </a:extLst>
          </p:cNvPr>
          <p:cNvSpPr>
            <a:spLocks noGrp="1"/>
          </p:cNvSpPr>
          <p:nvPr/>
        </p:nvSpPr>
        <p:spPr>
          <a:xfrm>
            <a:off x="372541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2" name="A1_bar_Cryo_14295">
            <a:extLst>
              <a:ext uri="{FF2B5EF4-FFF2-40B4-BE49-F238E27FC236}">
                <a16:creationId xmlns:a16="http://schemas.microsoft.com/office/drawing/2014/main" id="{8B8D15BB-0FE3-476B-AAA0-81015E99496E}"/>
              </a:ext>
            </a:extLst>
          </p:cNvPr>
          <p:cNvSpPr>
            <a:spLocks noGrp="1"/>
          </p:cNvSpPr>
          <p:nvPr/>
        </p:nvSpPr>
        <p:spPr>
          <a:xfrm>
            <a:off x="3845698" y="448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3" name="A1_bar_Cryo_14296">
            <a:extLst>
              <a:ext uri="{FF2B5EF4-FFF2-40B4-BE49-F238E27FC236}">
                <a16:creationId xmlns:a16="http://schemas.microsoft.com/office/drawing/2014/main" id="{8702D280-FC9F-43CD-A379-2AEC8EED9BB8}"/>
              </a:ext>
            </a:extLst>
          </p:cNvPr>
          <p:cNvSpPr>
            <a:spLocks noGrp="1"/>
          </p:cNvSpPr>
          <p:nvPr/>
        </p:nvSpPr>
        <p:spPr>
          <a:xfrm>
            <a:off x="3738940" y="37806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4" name="A1_bar_Cryo_14297">
            <a:extLst>
              <a:ext uri="{FF2B5EF4-FFF2-40B4-BE49-F238E27FC236}">
                <a16:creationId xmlns:a16="http://schemas.microsoft.com/office/drawing/2014/main" id="{835607CD-B3BB-4539-BB0E-A2AC5AD3E53C}"/>
              </a:ext>
            </a:extLst>
          </p:cNvPr>
          <p:cNvSpPr>
            <a:spLocks noGrp="1"/>
          </p:cNvSpPr>
          <p:nvPr/>
        </p:nvSpPr>
        <p:spPr>
          <a:xfrm>
            <a:off x="383890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5" name="A1_bar_Cryo_14298">
            <a:extLst>
              <a:ext uri="{FF2B5EF4-FFF2-40B4-BE49-F238E27FC236}">
                <a16:creationId xmlns:a16="http://schemas.microsoft.com/office/drawing/2014/main" id="{4B3791B1-5837-4943-9017-9886B72369B2}"/>
              </a:ext>
            </a:extLst>
          </p:cNvPr>
          <p:cNvSpPr>
            <a:spLocks noGrp="1"/>
          </p:cNvSpPr>
          <p:nvPr/>
        </p:nvSpPr>
        <p:spPr>
          <a:xfrm>
            <a:off x="3932163" y="422815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6" name="A1_bar_Cryo_14299">
            <a:extLst>
              <a:ext uri="{FF2B5EF4-FFF2-40B4-BE49-F238E27FC236}">
                <a16:creationId xmlns:a16="http://schemas.microsoft.com/office/drawing/2014/main" id="{4A122BB6-6529-4F48-A215-84D775642AF1}"/>
              </a:ext>
            </a:extLst>
          </p:cNvPr>
          <p:cNvSpPr>
            <a:spLocks noGrp="1"/>
          </p:cNvSpPr>
          <p:nvPr/>
        </p:nvSpPr>
        <p:spPr>
          <a:xfrm>
            <a:off x="3865983" y="45016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7" name="A1_bar_Cryo_14300">
            <a:extLst>
              <a:ext uri="{FF2B5EF4-FFF2-40B4-BE49-F238E27FC236}">
                <a16:creationId xmlns:a16="http://schemas.microsoft.com/office/drawing/2014/main" id="{D42E7607-DDA9-498F-B65D-9DB565E8769E}"/>
              </a:ext>
            </a:extLst>
          </p:cNvPr>
          <p:cNvSpPr>
            <a:spLocks noGrp="1"/>
          </p:cNvSpPr>
          <p:nvPr/>
        </p:nvSpPr>
        <p:spPr>
          <a:xfrm>
            <a:off x="37714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8" name="A1_bar_Cryo_14301">
            <a:extLst>
              <a:ext uri="{FF2B5EF4-FFF2-40B4-BE49-F238E27FC236}">
                <a16:creationId xmlns:a16="http://schemas.microsoft.com/office/drawing/2014/main" id="{3B620C02-BB4E-4418-BBA9-DD7674D4D993}"/>
              </a:ext>
            </a:extLst>
          </p:cNvPr>
          <p:cNvSpPr>
            <a:spLocks noGrp="1"/>
          </p:cNvSpPr>
          <p:nvPr/>
        </p:nvSpPr>
        <p:spPr>
          <a:xfrm>
            <a:off x="3806404" y="60055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9" name="A1_bar_Cryo_14302">
            <a:extLst>
              <a:ext uri="{FF2B5EF4-FFF2-40B4-BE49-F238E27FC236}">
                <a16:creationId xmlns:a16="http://schemas.microsoft.com/office/drawing/2014/main" id="{4DD413BA-BE53-4CDA-8AD6-00ED5153F1C5}"/>
              </a:ext>
            </a:extLst>
          </p:cNvPr>
          <p:cNvSpPr>
            <a:spLocks noGrp="1"/>
          </p:cNvSpPr>
          <p:nvPr/>
        </p:nvSpPr>
        <p:spPr>
          <a:xfrm>
            <a:off x="391514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0" name="A1_bar_Cryo_14303">
            <a:extLst>
              <a:ext uri="{FF2B5EF4-FFF2-40B4-BE49-F238E27FC236}">
                <a16:creationId xmlns:a16="http://schemas.microsoft.com/office/drawing/2014/main" id="{A4993B7E-9D33-4733-BDE2-BC16324E294C}"/>
              </a:ext>
            </a:extLst>
          </p:cNvPr>
          <p:cNvSpPr>
            <a:spLocks noGrp="1"/>
          </p:cNvSpPr>
          <p:nvPr/>
        </p:nvSpPr>
        <p:spPr>
          <a:xfrm>
            <a:off x="391982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1" name="A1_bar_Cryo_14304">
            <a:extLst>
              <a:ext uri="{FF2B5EF4-FFF2-40B4-BE49-F238E27FC236}">
                <a16:creationId xmlns:a16="http://schemas.microsoft.com/office/drawing/2014/main" id="{F78A359E-EDB1-4FE0-87B9-A8133E779405}"/>
              </a:ext>
            </a:extLst>
          </p:cNvPr>
          <p:cNvSpPr>
            <a:spLocks noGrp="1"/>
          </p:cNvSpPr>
          <p:nvPr/>
        </p:nvSpPr>
        <p:spPr>
          <a:xfrm>
            <a:off x="379013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2" name="A1_bar_Cryo_14305">
            <a:extLst>
              <a:ext uri="{FF2B5EF4-FFF2-40B4-BE49-F238E27FC236}">
                <a16:creationId xmlns:a16="http://schemas.microsoft.com/office/drawing/2014/main" id="{8DB9DB5D-5749-49A2-90C5-7E3BD763C98B}"/>
              </a:ext>
            </a:extLst>
          </p:cNvPr>
          <p:cNvSpPr>
            <a:spLocks noGrp="1"/>
          </p:cNvSpPr>
          <p:nvPr/>
        </p:nvSpPr>
        <p:spPr>
          <a:xfrm>
            <a:off x="371688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3" name="A1_bar_Cryo_14306">
            <a:extLst>
              <a:ext uri="{FF2B5EF4-FFF2-40B4-BE49-F238E27FC236}">
                <a16:creationId xmlns:a16="http://schemas.microsoft.com/office/drawing/2014/main" id="{6154D0D2-C44B-4E79-8AF1-BB2050FBE1E8}"/>
              </a:ext>
            </a:extLst>
          </p:cNvPr>
          <p:cNvSpPr>
            <a:spLocks noGrp="1"/>
          </p:cNvSpPr>
          <p:nvPr/>
        </p:nvSpPr>
        <p:spPr>
          <a:xfrm>
            <a:off x="37231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4" name="A1_bar_Cryo_14307">
            <a:extLst>
              <a:ext uri="{FF2B5EF4-FFF2-40B4-BE49-F238E27FC236}">
                <a16:creationId xmlns:a16="http://schemas.microsoft.com/office/drawing/2014/main" id="{3111D15D-CD55-41DC-B573-66B7F2939E57}"/>
              </a:ext>
            </a:extLst>
          </p:cNvPr>
          <p:cNvSpPr>
            <a:spLocks noGrp="1"/>
          </p:cNvSpPr>
          <p:nvPr/>
        </p:nvSpPr>
        <p:spPr>
          <a:xfrm>
            <a:off x="376324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5" name="A1_bar_Cryo_14308">
            <a:extLst>
              <a:ext uri="{FF2B5EF4-FFF2-40B4-BE49-F238E27FC236}">
                <a16:creationId xmlns:a16="http://schemas.microsoft.com/office/drawing/2014/main" id="{22DF5714-20F2-4E1E-BEC9-25CB6FA85693}"/>
              </a:ext>
            </a:extLst>
          </p:cNvPr>
          <p:cNvSpPr>
            <a:spLocks noGrp="1"/>
          </p:cNvSpPr>
          <p:nvPr/>
        </p:nvSpPr>
        <p:spPr>
          <a:xfrm>
            <a:off x="378820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6" name="A1_bar_Cryo_14309">
            <a:extLst>
              <a:ext uri="{FF2B5EF4-FFF2-40B4-BE49-F238E27FC236}">
                <a16:creationId xmlns:a16="http://schemas.microsoft.com/office/drawing/2014/main" id="{05151781-52CB-44D9-A5C6-4BC182BCF74E}"/>
              </a:ext>
            </a:extLst>
          </p:cNvPr>
          <p:cNvSpPr>
            <a:spLocks noGrp="1"/>
          </p:cNvSpPr>
          <p:nvPr/>
        </p:nvSpPr>
        <p:spPr>
          <a:xfrm>
            <a:off x="3713122" y="54934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7" name="A1_bar_Cryo_14310">
            <a:extLst>
              <a:ext uri="{FF2B5EF4-FFF2-40B4-BE49-F238E27FC236}">
                <a16:creationId xmlns:a16="http://schemas.microsoft.com/office/drawing/2014/main" id="{F5F9FCEE-AA03-4BFD-B5CB-1E0E824BF5FC}"/>
              </a:ext>
            </a:extLst>
          </p:cNvPr>
          <p:cNvSpPr>
            <a:spLocks noGrp="1"/>
          </p:cNvSpPr>
          <p:nvPr/>
        </p:nvSpPr>
        <p:spPr>
          <a:xfrm>
            <a:off x="380582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8" name="A1_bar_Cryo_14311">
            <a:extLst>
              <a:ext uri="{FF2B5EF4-FFF2-40B4-BE49-F238E27FC236}">
                <a16:creationId xmlns:a16="http://schemas.microsoft.com/office/drawing/2014/main" id="{95C192A2-D142-4474-8406-757EFAB0C66A}"/>
              </a:ext>
            </a:extLst>
          </p:cNvPr>
          <p:cNvSpPr>
            <a:spLocks noGrp="1"/>
          </p:cNvSpPr>
          <p:nvPr/>
        </p:nvSpPr>
        <p:spPr>
          <a:xfrm>
            <a:off x="386999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9" name="A1_bar_Cryo_14312">
            <a:extLst>
              <a:ext uri="{FF2B5EF4-FFF2-40B4-BE49-F238E27FC236}">
                <a16:creationId xmlns:a16="http://schemas.microsoft.com/office/drawing/2014/main" id="{8977DC97-CDA8-4947-A9DD-A2B28CC45E52}"/>
              </a:ext>
            </a:extLst>
          </p:cNvPr>
          <p:cNvSpPr>
            <a:spLocks noGrp="1"/>
          </p:cNvSpPr>
          <p:nvPr/>
        </p:nvSpPr>
        <p:spPr>
          <a:xfrm>
            <a:off x="3732681" y="55675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0" name="A1_bar_Cryo_14313">
            <a:extLst>
              <a:ext uri="{FF2B5EF4-FFF2-40B4-BE49-F238E27FC236}">
                <a16:creationId xmlns:a16="http://schemas.microsoft.com/office/drawing/2014/main" id="{68F95921-FEDF-4F43-8C43-BDA0A1876870}"/>
              </a:ext>
            </a:extLst>
          </p:cNvPr>
          <p:cNvSpPr>
            <a:spLocks noGrp="1"/>
          </p:cNvSpPr>
          <p:nvPr/>
        </p:nvSpPr>
        <p:spPr>
          <a:xfrm>
            <a:off x="378833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1" name="A1_bar_Cryo_14314">
            <a:extLst>
              <a:ext uri="{FF2B5EF4-FFF2-40B4-BE49-F238E27FC236}">
                <a16:creationId xmlns:a16="http://schemas.microsoft.com/office/drawing/2014/main" id="{FE98F736-603A-4412-A366-BF0DE872BFD8}"/>
              </a:ext>
            </a:extLst>
          </p:cNvPr>
          <p:cNvSpPr>
            <a:spLocks noGrp="1"/>
          </p:cNvSpPr>
          <p:nvPr/>
        </p:nvSpPr>
        <p:spPr>
          <a:xfrm>
            <a:off x="3932869" y="310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2" name="A1_bar_Cryo_14315">
            <a:extLst>
              <a:ext uri="{FF2B5EF4-FFF2-40B4-BE49-F238E27FC236}">
                <a16:creationId xmlns:a16="http://schemas.microsoft.com/office/drawing/2014/main" id="{FB182345-1C01-4A6F-A389-459D71D1B9D4}"/>
              </a:ext>
            </a:extLst>
          </p:cNvPr>
          <p:cNvSpPr>
            <a:spLocks noGrp="1"/>
          </p:cNvSpPr>
          <p:nvPr/>
        </p:nvSpPr>
        <p:spPr>
          <a:xfrm>
            <a:off x="377782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3" name="A1_bar_Cryo_14316">
            <a:extLst>
              <a:ext uri="{FF2B5EF4-FFF2-40B4-BE49-F238E27FC236}">
                <a16:creationId xmlns:a16="http://schemas.microsoft.com/office/drawing/2014/main" id="{82281143-6709-4095-91A2-7656DEF46725}"/>
              </a:ext>
            </a:extLst>
          </p:cNvPr>
          <p:cNvSpPr>
            <a:spLocks noGrp="1"/>
          </p:cNvSpPr>
          <p:nvPr/>
        </p:nvSpPr>
        <p:spPr>
          <a:xfrm>
            <a:off x="387692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4" name="A1_bar_Cryo_14317">
            <a:extLst>
              <a:ext uri="{FF2B5EF4-FFF2-40B4-BE49-F238E27FC236}">
                <a16:creationId xmlns:a16="http://schemas.microsoft.com/office/drawing/2014/main" id="{CB8A77A1-2F79-4B99-A5A9-2FA7865DC328}"/>
              </a:ext>
            </a:extLst>
          </p:cNvPr>
          <p:cNvSpPr>
            <a:spLocks noGrp="1"/>
          </p:cNvSpPr>
          <p:nvPr/>
        </p:nvSpPr>
        <p:spPr>
          <a:xfrm>
            <a:off x="391230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5" name="A1_bar_Cryo_14318">
            <a:extLst>
              <a:ext uri="{FF2B5EF4-FFF2-40B4-BE49-F238E27FC236}">
                <a16:creationId xmlns:a16="http://schemas.microsoft.com/office/drawing/2014/main" id="{07F8FD1F-F788-4B14-AF69-153B9B6FDCE9}"/>
              </a:ext>
            </a:extLst>
          </p:cNvPr>
          <p:cNvSpPr>
            <a:spLocks noGrp="1"/>
          </p:cNvSpPr>
          <p:nvPr/>
        </p:nvSpPr>
        <p:spPr>
          <a:xfrm>
            <a:off x="37041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6" name="A1_bar_Cryo_14319">
            <a:extLst>
              <a:ext uri="{FF2B5EF4-FFF2-40B4-BE49-F238E27FC236}">
                <a16:creationId xmlns:a16="http://schemas.microsoft.com/office/drawing/2014/main" id="{457788DB-42EA-403F-9996-6C1A986C6106}"/>
              </a:ext>
            </a:extLst>
          </p:cNvPr>
          <p:cNvSpPr>
            <a:spLocks noGrp="1"/>
          </p:cNvSpPr>
          <p:nvPr/>
        </p:nvSpPr>
        <p:spPr>
          <a:xfrm>
            <a:off x="392655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7" name="A1_bar_Cryo_14320">
            <a:extLst>
              <a:ext uri="{FF2B5EF4-FFF2-40B4-BE49-F238E27FC236}">
                <a16:creationId xmlns:a16="http://schemas.microsoft.com/office/drawing/2014/main" id="{9DDC30BD-B867-49A1-A593-A3FD58691378}"/>
              </a:ext>
            </a:extLst>
          </p:cNvPr>
          <p:cNvSpPr>
            <a:spLocks noGrp="1"/>
          </p:cNvSpPr>
          <p:nvPr/>
        </p:nvSpPr>
        <p:spPr>
          <a:xfrm>
            <a:off x="376915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8" name="A1_bar_Cryo_14321">
            <a:extLst>
              <a:ext uri="{FF2B5EF4-FFF2-40B4-BE49-F238E27FC236}">
                <a16:creationId xmlns:a16="http://schemas.microsoft.com/office/drawing/2014/main" id="{9CEB96CF-FE5C-4422-B41D-EE113807ADC8}"/>
              </a:ext>
            </a:extLst>
          </p:cNvPr>
          <p:cNvSpPr>
            <a:spLocks noGrp="1"/>
          </p:cNvSpPr>
          <p:nvPr/>
        </p:nvSpPr>
        <p:spPr>
          <a:xfrm>
            <a:off x="3721593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9" name="A1_bar_Cryo_14322">
            <a:extLst>
              <a:ext uri="{FF2B5EF4-FFF2-40B4-BE49-F238E27FC236}">
                <a16:creationId xmlns:a16="http://schemas.microsoft.com/office/drawing/2014/main" id="{12FD3EDA-DDFA-4D55-9514-85C199467DB9}"/>
              </a:ext>
            </a:extLst>
          </p:cNvPr>
          <p:cNvSpPr>
            <a:spLocks noGrp="1"/>
          </p:cNvSpPr>
          <p:nvPr/>
        </p:nvSpPr>
        <p:spPr>
          <a:xfrm>
            <a:off x="3731848" y="33213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0" name="A1_bar_Cryo_14323">
            <a:extLst>
              <a:ext uri="{FF2B5EF4-FFF2-40B4-BE49-F238E27FC236}">
                <a16:creationId xmlns:a16="http://schemas.microsoft.com/office/drawing/2014/main" id="{E2A43155-FA07-4FED-B391-48A583D7CD05}"/>
              </a:ext>
            </a:extLst>
          </p:cNvPr>
          <p:cNvSpPr>
            <a:spLocks noGrp="1"/>
          </p:cNvSpPr>
          <p:nvPr/>
        </p:nvSpPr>
        <p:spPr>
          <a:xfrm>
            <a:off x="386650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1" name="A1_bar_Cryo_14324">
            <a:extLst>
              <a:ext uri="{FF2B5EF4-FFF2-40B4-BE49-F238E27FC236}">
                <a16:creationId xmlns:a16="http://schemas.microsoft.com/office/drawing/2014/main" id="{4982C4AC-D037-491E-84F0-548396662ADB}"/>
              </a:ext>
            </a:extLst>
          </p:cNvPr>
          <p:cNvSpPr>
            <a:spLocks noGrp="1"/>
          </p:cNvSpPr>
          <p:nvPr/>
        </p:nvSpPr>
        <p:spPr>
          <a:xfrm>
            <a:off x="378095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2" name="A1_bar_Cryo_14325">
            <a:extLst>
              <a:ext uri="{FF2B5EF4-FFF2-40B4-BE49-F238E27FC236}">
                <a16:creationId xmlns:a16="http://schemas.microsoft.com/office/drawing/2014/main" id="{AD2D78E6-90FA-4C2E-B0B8-2545BA47A47F}"/>
              </a:ext>
            </a:extLst>
          </p:cNvPr>
          <p:cNvSpPr>
            <a:spLocks noGrp="1"/>
          </p:cNvSpPr>
          <p:nvPr/>
        </p:nvSpPr>
        <p:spPr>
          <a:xfrm>
            <a:off x="38738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3" name="A1_bar_Cryo_14326">
            <a:extLst>
              <a:ext uri="{FF2B5EF4-FFF2-40B4-BE49-F238E27FC236}">
                <a16:creationId xmlns:a16="http://schemas.microsoft.com/office/drawing/2014/main" id="{50C39A8B-C56E-4DA9-8FA3-97B3EE1013F2}"/>
              </a:ext>
            </a:extLst>
          </p:cNvPr>
          <p:cNvSpPr>
            <a:spLocks noGrp="1"/>
          </p:cNvSpPr>
          <p:nvPr/>
        </p:nvSpPr>
        <p:spPr>
          <a:xfrm>
            <a:off x="384656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4" name="A1_bar_Cryo_14327">
            <a:extLst>
              <a:ext uri="{FF2B5EF4-FFF2-40B4-BE49-F238E27FC236}">
                <a16:creationId xmlns:a16="http://schemas.microsoft.com/office/drawing/2014/main" id="{AC380E7A-E80C-4558-9B20-01F177A8D18E}"/>
              </a:ext>
            </a:extLst>
          </p:cNvPr>
          <p:cNvSpPr>
            <a:spLocks noGrp="1"/>
          </p:cNvSpPr>
          <p:nvPr/>
        </p:nvSpPr>
        <p:spPr>
          <a:xfrm>
            <a:off x="395465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5" name="A1_bar_Cryo_14328">
            <a:extLst>
              <a:ext uri="{FF2B5EF4-FFF2-40B4-BE49-F238E27FC236}">
                <a16:creationId xmlns:a16="http://schemas.microsoft.com/office/drawing/2014/main" id="{F691D568-E99A-456C-8FEB-8B2A598D6F48}"/>
              </a:ext>
            </a:extLst>
          </p:cNvPr>
          <p:cNvSpPr>
            <a:spLocks noGrp="1"/>
          </p:cNvSpPr>
          <p:nvPr/>
        </p:nvSpPr>
        <p:spPr>
          <a:xfrm>
            <a:off x="3908026" y="49444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6" name="A1_bar_Cryo_14329">
            <a:extLst>
              <a:ext uri="{FF2B5EF4-FFF2-40B4-BE49-F238E27FC236}">
                <a16:creationId xmlns:a16="http://schemas.microsoft.com/office/drawing/2014/main" id="{B02A4A87-3C7F-45A8-B8C8-034514EE2C16}"/>
              </a:ext>
            </a:extLst>
          </p:cNvPr>
          <p:cNvSpPr>
            <a:spLocks noGrp="1"/>
          </p:cNvSpPr>
          <p:nvPr/>
        </p:nvSpPr>
        <p:spPr>
          <a:xfrm>
            <a:off x="38952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7" name="A1_bar_Cryo_14330">
            <a:extLst>
              <a:ext uri="{FF2B5EF4-FFF2-40B4-BE49-F238E27FC236}">
                <a16:creationId xmlns:a16="http://schemas.microsoft.com/office/drawing/2014/main" id="{7BB9B60B-EA10-4535-8370-293C321C4079}"/>
              </a:ext>
            </a:extLst>
          </p:cNvPr>
          <p:cNvSpPr>
            <a:spLocks noGrp="1"/>
          </p:cNvSpPr>
          <p:nvPr/>
        </p:nvSpPr>
        <p:spPr>
          <a:xfrm>
            <a:off x="38806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8" name="A1_bar_Cryo_14331">
            <a:extLst>
              <a:ext uri="{FF2B5EF4-FFF2-40B4-BE49-F238E27FC236}">
                <a16:creationId xmlns:a16="http://schemas.microsoft.com/office/drawing/2014/main" id="{6C3B28D2-D0EA-4238-A4E8-B294C910AE46}"/>
              </a:ext>
            </a:extLst>
          </p:cNvPr>
          <p:cNvSpPr>
            <a:spLocks noGrp="1"/>
          </p:cNvSpPr>
          <p:nvPr/>
        </p:nvSpPr>
        <p:spPr>
          <a:xfrm>
            <a:off x="371538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9" name="A1_bar_Cryo_14332">
            <a:extLst>
              <a:ext uri="{FF2B5EF4-FFF2-40B4-BE49-F238E27FC236}">
                <a16:creationId xmlns:a16="http://schemas.microsoft.com/office/drawing/2014/main" id="{DE64311C-CCAA-4650-BA32-CBA34625E3EE}"/>
              </a:ext>
            </a:extLst>
          </p:cNvPr>
          <p:cNvSpPr>
            <a:spLocks noGrp="1"/>
          </p:cNvSpPr>
          <p:nvPr/>
        </p:nvSpPr>
        <p:spPr>
          <a:xfrm>
            <a:off x="37133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0" name="A1_bar_Cryo_14333">
            <a:extLst>
              <a:ext uri="{FF2B5EF4-FFF2-40B4-BE49-F238E27FC236}">
                <a16:creationId xmlns:a16="http://schemas.microsoft.com/office/drawing/2014/main" id="{C41F7F45-5C7E-4BC1-8540-D0FBC2313C97}"/>
              </a:ext>
            </a:extLst>
          </p:cNvPr>
          <p:cNvSpPr>
            <a:spLocks noGrp="1"/>
          </p:cNvSpPr>
          <p:nvPr/>
        </p:nvSpPr>
        <p:spPr>
          <a:xfrm>
            <a:off x="3834973" y="45897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1" name="A1_bar_Cryo_14334">
            <a:extLst>
              <a:ext uri="{FF2B5EF4-FFF2-40B4-BE49-F238E27FC236}">
                <a16:creationId xmlns:a16="http://schemas.microsoft.com/office/drawing/2014/main" id="{0476D93C-81D9-4862-939B-38C9DD693579}"/>
              </a:ext>
            </a:extLst>
          </p:cNvPr>
          <p:cNvSpPr>
            <a:spLocks noGrp="1"/>
          </p:cNvSpPr>
          <p:nvPr/>
        </p:nvSpPr>
        <p:spPr>
          <a:xfrm>
            <a:off x="3857869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2" name="A1_bar_Cryo_14335">
            <a:extLst>
              <a:ext uri="{FF2B5EF4-FFF2-40B4-BE49-F238E27FC236}">
                <a16:creationId xmlns:a16="http://schemas.microsoft.com/office/drawing/2014/main" id="{10FED8ED-C467-48B8-95B0-08FB249E5513}"/>
              </a:ext>
            </a:extLst>
          </p:cNvPr>
          <p:cNvSpPr>
            <a:spLocks noGrp="1"/>
          </p:cNvSpPr>
          <p:nvPr/>
        </p:nvSpPr>
        <p:spPr>
          <a:xfrm>
            <a:off x="378079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3" name="A1_bar_Cryo_14336">
            <a:extLst>
              <a:ext uri="{FF2B5EF4-FFF2-40B4-BE49-F238E27FC236}">
                <a16:creationId xmlns:a16="http://schemas.microsoft.com/office/drawing/2014/main" id="{F0AB204A-5D56-4B44-B15D-D1F7CCC56E3D}"/>
              </a:ext>
            </a:extLst>
          </p:cNvPr>
          <p:cNvSpPr>
            <a:spLocks noGrp="1"/>
          </p:cNvSpPr>
          <p:nvPr/>
        </p:nvSpPr>
        <p:spPr>
          <a:xfrm>
            <a:off x="3838528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4" name="A1_bar_Cryo_14337">
            <a:extLst>
              <a:ext uri="{FF2B5EF4-FFF2-40B4-BE49-F238E27FC236}">
                <a16:creationId xmlns:a16="http://schemas.microsoft.com/office/drawing/2014/main" id="{4407E6FB-425C-47C0-B98A-1EE759ACF3AE}"/>
              </a:ext>
            </a:extLst>
          </p:cNvPr>
          <p:cNvSpPr>
            <a:spLocks noGrp="1"/>
          </p:cNvSpPr>
          <p:nvPr/>
        </p:nvSpPr>
        <p:spPr>
          <a:xfrm>
            <a:off x="38806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5" name="A1_bar_Cryo_14338">
            <a:extLst>
              <a:ext uri="{FF2B5EF4-FFF2-40B4-BE49-F238E27FC236}">
                <a16:creationId xmlns:a16="http://schemas.microsoft.com/office/drawing/2014/main" id="{0A479A9E-EF7B-4060-9189-486614DE9A62}"/>
              </a:ext>
            </a:extLst>
          </p:cNvPr>
          <p:cNvSpPr>
            <a:spLocks noGrp="1"/>
          </p:cNvSpPr>
          <p:nvPr/>
        </p:nvSpPr>
        <p:spPr>
          <a:xfrm>
            <a:off x="3922809" y="4873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6" name="A1_bar_Cryo_14339">
            <a:extLst>
              <a:ext uri="{FF2B5EF4-FFF2-40B4-BE49-F238E27FC236}">
                <a16:creationId xmlns:a16="http://schemas.microsoft.com/office/drawing/2014/main" id="{40D7BC06-2AD7-4741-9ED4-2A704885A45F}"/>
              </a:ext>
            </a:extLst>
          </p:cNvPr>
          <p:cNvSpPr>
            <a:spLocks noGrp="1"/>
          </p:cNvSpPr>
          <p:nvPr/>
        </p:nvSpPr>
        <p:spPr>
          <a:xfrm>
            <a:off x="386651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7" name="A1_bar_Cryo_14340">
            <a:extLst>
              <a:ext uri="{FF2B5EF4-FFF2-40B4-BE49-F238E27FC236}">
                <a16:creationId xmlns:a16="http://schemas.microsoft.com/office/drawing/2014/main" id="{8B275D7E-C3D6-4A8D-A354-36C50CA900B6}"/>
              </a:ext>
            </a:extLst>
          </p:cNvPr>
          <p:cNvSpPr>
            <a:spLocks noGrp="1"/>
          </p:cNvSpPr>
          <p:nvPr/>
        </p:nvSpPr>
        <p:spPr>
          <a:xfrm>
            <a:off x="370416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8" name="A1_bar_Cryo_14341">
            <a:extLst>
              <a:ext uri="{FF2B5EF4-FFF2-40B4-BE49-F238E27FC236}">
                <a16:creationId xmlns:a16="http://schemas.microsoft.com/office/drawing/2014/main" id="{F9219771-6EAC-4748-984B-59AB1DB695F3}"/>
              </a:ext>
            </a:extLst>
          </p:cNvPr>
          <p:cNvSpPr>
            <a:spLocks noGrp="1"/>
          </p:cNvSpPr>
          <p:nvPr/>
        </p:nvSpPr>
        <p:spPr>
          <a:xfrm>
            <a:off x="3856419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9" name="A1_bar_Cryo_14342">
            <a:extLst>
              <a:ext uri="{FF2B5EF4-FFF2-40B4-BE49-F238E27FC236}">
                <a16:creationId xmlns:a16="http://schemas.microsoft.com/office/drawing/2014/main" id="{4BAD2792-79BA-4986-8B42-6ABCF53DB454}"/>
              </a:ext>
            </a:extLst>
          </p:cNvPr>
          <p:cNvSpPr>
            <a:spLocks noGrp="1"/>
          </p:cNvSpPr>
          <p:nvPr/>
        </p:nvSpPr>
        <p:spPr>
          <a:xfrm>
            <a:off x="3731064" y="383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0" name="A1_bar_Cryo_14343">
            <a:extLst>
              <a:ext uri="{FF2B5EF4-FFF2-40B4-BE49-F238E27FC236}">
                <a16:creationId xmlns:a16="http://schemas.microsoft.com/office/drawing/2014/main" id="{21E56FBD-1D1B-405D-82BA-F445062CA95B}"/>
              </a:ext>
            </a:extLst>
          </p:cNvPr>
          <p:cNvSpPr>
            <a:spLocks noGrp="1"/>
          </p:cNvSpPr>
          <p:nvPr/>
        </p:nvSpPr>
        <p:spPr>
          <a:xfrm>
            <a:off x="3786199" y="36498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1" name="A1_bar_Cryo_14344">
            <a:extLst>
              <a:ext uri="{FF2B5EF4-FFF2-40B4-BE49-F238E27FC236}">
                <a16:creationId xmlns:a16="http://schemas.microsoft.com/office/drawing/2014/main" id="{22DB72A6-91CC-47BC-8109-1DA91F24640F}"/>
              </a:ext>
            </a:extLst>
          </p:cNvPr>
          <p:cNvSpPr>
            <a:spLocks noGrp="1"/>
          </p:cNvSpPr>
          <p:nvPr/>
        </p:nvSpPr>
        <p:spPr>
          <a:xfrm>
            <a:off x="372695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2" name="A1_bar_Cryo_14345">
            <a:extLst>
              <a:ext uri="{FF2B5EF4-FFF2-40B4-BE49-F238E27FC236}">
                <a16:creationId xmlns:a16="http://schemas.microsoft.com/office/drawing/2014/main" id="{C6854DB2-D442-456D-9AD4-8BD94C41799D}"/>
              </a:ext>
            </a:extLst>
          </p:cNvPr>
          <p:cNvSpPr>
            <a:spLocks noGrp="1"/>
          </p:cNvSpPr>
          <p:nvPr/>
        </p:nvSpPr>
        <p:spPr>
          <a:xfrm>
            <a:off x="37585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3" name="A1_bar_Cryo_14346">
            <a:extLst>
              <a:ext uri="{FF2B5EF4-FFF2-40B4-BE49-F238E27FC236}">
                <a16:creationId xmlns:a16="http://schemas.microsoft.com/office/drawing/2014/main" id="{92C98D4C-9F3D-4013-A1DA-346037EBD924}"/>
              </a:ext>
            </a:extLst>
          </p:cNvPr>
          <p:cNvSpPr>
            <a:spLocks noGrp="1"/>
          </p:cNvSpPr>
          <p:nvPr/>
        </p:nvSpPr>
        <p:spPr>
          <a:xfrm>
            <a:off x="375980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4" name="A1_bar_Cryo_14347">
            <a:extLst>
              <a:ext uri="{FF2B5EF4-FFF2-40B4-BE49-F238E27FC236}">
                <a16:creationId xmlns:a16="http://schemas.microsoft.com/office/drawing/2014/main" id="{C7287978-8F3E-4396-87E3-9418979E32E0}"/>
              </a:ext>
            </a:extLst>
          </p:cNvPr>
          <p:cNvSpPr>
            <a:spLocks noGrp="1"/>
          </p:cNvSpPr>
          <p:nvPr/>
        </p:nvSpPr>
        <p:spPr>
          <a:xfrm>
            <a:off x="374568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5" name="A1_bar_Cryo_14348">
            <a:extLst>
              <a:ext uri="{FF2B5EF4-FFF2-40B4-BE49-F238E27FC236}">
                <a16:creationId xmlns:a16="http://schemas.microsoft.com/office/drawing/2014/main" id="{706A5713-E1A6-45E8-AAB9-52B63CEEB052}"/>
              </a:ext>
            </a:extLst>
          </p:cNvPr>
          <p:cNvSpPr>
            <a:spLocks noGrp="1"/>
          </p:cNvSpPr>
          <p:nvPr/>
        </p:nvSpPr>
        <p:spPr>
          <a:xfrm>
            <a:off x="381729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6" name="A1_bar_Cryo_14349">
            <a:extLst>
              <a:ext uri="{FF2B5EF4-FFF2-40B4-BE49-F238E27FC236}">
                <a16:creationId xmlns:a16="http://schemas.microsoft.com/office/drawing/2014/main" id="{6BF44B4A-2BDE-4859-A88F-E54F827F9BAA}"/>
              </a:ext>
            </a:extLst>
          </p:cNvPr>
          <p:cNvSpPr>
            <a:spLocks noGrp="1"/>
          </p:cNvSpPr>
          <p:nvPr/>
        </p:nvSpPr>
        <p:spPr>
          <a:xfrm>
            <a:off x="384489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7" name="A1_bar_Cryo_14350">
            <a:extLst>
              <a:ext uri="{FF2B5EF4-FFF2-40B4-BE49-F238E27FC236}">
                <a16:creationId xmlns:a16="http://schemas.microsoft.com/office/drawing/2014/main" id="{49AA8615-DA75-4FE1-A9A4-445DA8384378}"/>
              </a:ext>
            </a:extLst>
          </p:cNvPr>
          <p:cNvSpPr>
            <a:spLocks noGrp="1"/>
          </p:cNvSpPr>
          <p:nvPr/>
        </p:nvSpPr>
        <p:spPr>
          <a:xfrm>
            <a:off x="3840656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8" name="A1_bar_Cryo_14351">
            <a:extLst>
              <a:ext uri="{FF2B5EF4-FFF2-40B4-BE49-F238E27FC236}">
                <a16:creationId xmlns:a16="http://schemas.microsoft.com/office/drawing/2014/main" id="{59306CBB-C678-4ED6-A316-80BCAF6709A7}"/>
              </a:ext>
            </a:extLst>
          </p:cNvPr>
          <p:cNvSpPr>
            <a:spLocks noGrp="1"/>
          </p:cNvSpPr>
          <p:nvPr/>
        </p:nvSpPr>
        <p:spPr>
          <a:xfrm>
            <a:off x="3885077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9" name="A1_bar_Cryo_14352">
            <a:extLst>
              <a:ext uri="{FF2B5EF4-FFF2-40B4-BE49-F238E27FC236}">
                <a16:creationId xmlns:a16="http://schemas.microsoft.com/office/drawing/2014/main" id="{E1CC25D4-6A0C-45B4-A08F-59F2B84CC16A}"/>
              </a:ext>
            </a:extLst>
          </p:cNvPr>
          <p:cNvSpPr>
            <a:spLocks noGrp="1"/>
          </p:cNvSpPr>
          <p:nvPr/>
        </p:nvSpPr>
        <p:spPr>
          <a:xfrm>
            <a:off x="371541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0" name="A1_bar_Cryo_14353">
            <a:extLst>
              <a:ext uri="{FF2B5EF4-FFF2-40B4-BE49-F238E27FC236}">
                <a16:creationId xmlns:a16="http://schemas.microsoft.com/office/drawing/2014/main" id="{2EC53A47-FC9C-4188-89F9-DEFE30A2318C}"/>
              </a:ext>
            </a:extLst>
          </p:cNvPr>
          <p:cNvSpPr>
            <a:spLocks noGrp="1"/>
          </p:cNvSpPr>
          <p:nvPr/>
        </p:nvSpPr>
        <p:spPr>
          <a:xfrm>
            <a:off x="3865271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1" name="A1_bar_Cryo_14354">
            <a:extLst>
              <a:ext uri="{FF2B5EF4-FFF2-40B4-BE49-F238E27FC236}">
                <a16:creationId xmlns:a16="http://schemas.microsoft.com/office/drawing/2014/main" id="{6E0EC00A-6DF7-40C9-A88E-2F9B828F76DA}"/>
              </a:ext>
            </a:extLst>
          </p:cNvPr>
          <p:cNvSpPr>
            <a:spLocks noGrp="1"/>
          </p:cNvSpPr>
          <p:nvPr/>
        </p:nvSpPr>
        <p:spPr>
          <a:xfrm>
            <a:off x="3726217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2" name="A1_bar_Cryo_14355">
            <a:extLst>
              <a:ext uri="{FF2B5EF4-FFF2-40B4-BE49-F238E27FC236}">
                <a16:creationId xmlns:a16="http://schemas.microsoft.com/office/drawing/2014/main" id="{21C8BAB1-1D42-4A5D-A4FC-DD9C7A9D904E}"/>
              </a:ext>
            </a:extLst>
          </p:cNvPr>
          <p:cNvSpPr>
            <a:spLocks noGrp="1"/>
          </p:cNvSpPr>
          <p:nvPr/>
        </p:nvSpPr>
        <p:spPr>
          <a:xfrm>
            <a:off x="3740052" y="42651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3" name="A1_bar_Cryo_14356">
            <a:extLst>
              <a:ext uri="{FF2B5EF4-FFF2-40B4-BE49-F238E27FC236}">
                <a16:creationId xmlns:a16="http://schemas.microsoft.com/office/drawing/2014/main" id="{3F1DF45E-CB45-41DC-994C-DAA2975C1E24}"/>
              </a:ext>
            </a:extLst>
          </p:cNvPr>
          <p:cNvSpPr>
            <a:spLocks noGrp="1"/>
          </p:cNvSpPr>
          <p:nvPr/>
        </p:nvSpPr>
        <p:spPr>
          <a:xfrm>
            <a:off x="3755252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4" name="A1_bar_Cryo_14357">
            <a:extLst>
              <a:ext uri="{FF2B5EF4-FFF2-40B4-BE49-F238E27FC236}">
                <a16:creationId xmlns:a16="http://schemas.microsoft.com/office/drawing/2014/main" id="{F8F6A3F5-4D86-44F0-9869-0F0890215C53}"/>
              </a:ext>
            </a:extLst>
          </p:cNvPr>
          <p:cNvSpPr>
            <a:spLocks noGrp="1"/>
          </p:cNvSpPr>
          <p:nvPr/>
        </p:nvSpPr>
        <p:spPr>
          <a:xfrm>
            <a:off x="382496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5" name="A1_bar_Cryo_14358">
            <a:extLst>
              <a:ext uri="{FF2B5EF4-FFF2-40B4-BE49-F238E27FC236}">
                <a16:creationId xmlns:a16="http://schemas.microsoft.com/office/drawing/2014/main" id="{5C8A1D7A-E4A6-4B39-AB64-1904F83992A0}"/>
              </a:ext>
            </a:extLst>
          </p:cNvPr>
          <p:cNvSpPr>
            <a:spLocks noGrp="1"/>
          </p:cNvSpPr>
          <p:nvPr/>
        </p:nvSpPr>
        <p:spPr>
          <a:xfrm>
            <a:off x="3902054" y="49175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6" name="A1_bar_Cryo_14359">
            <a:extLst>
              <a:ext uri="{FF2B5EF4-FFF2-40B4-BE49-F238E27FC236}">
                <a16:creationId xmlns:a16="http://schemas.microsoft.com/office/drawing/2014/main" id="{B09316B9-74AA-4D62-87F6-9E72B4D0ABA5}"/>
              </a:ext>
            </a:extLst>
          </p:cNvPr>
          <p:cNvSpPr>
            <a:spLocks noGrp="1"/>
          </p:cNvSpPr>
          <p:nvPr/>
        </p:nvSpPr>
        <p:spPr>
          <a:xfrm>
            <a:off x="3724532" y="4808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7" name="A1_bar_Cryo_14360">
            <a:extLst>
              <a:ext uri="{FF2B5EF4-FFF2-40B4-BE49-F238E27FC236}">
                <a16:creationId xmlns:a16="http://schemas.microsoft.com/office/drawing/2014/main" id="{3C316852-2913-43A0-A70D-F479CEE7FC1B}"/>
              </a:ext>
            </a:extLst>
          </p:cNvPr>
          <p:cNvSpPr>
            <a:spLocks noGrp="1"/>
          </p:cNvSpPr>
          <p:nvPr/>
        </p:nvSpPr>
        <p:spPr>
          <a:xfrm>
            <a:off x="373491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8" name="A1_bar_Cryo_14361">
            <a:extLst>
              <a:ext uri="{FF2B5EF4-FFF2-40B4-BE49-F238E27FC236}">
                <a16:creationId xmlns:a16="http://schemas.microsoft.com/office/drawing/2014/main" id="{939377A2-3863-40D6-BD1E-734CF9733C4B}"/>
              </a:ext>
            </a:extLst>
          </p:cNvPr>
          <p:cNvSpPr>
            <a:spLocks noGrp="1"/>
          </p:cNvSpPr>
          <p:nvPr/>
        </p:nvSpPr>
        <p:spPr>
          <a:xfrm>
            <a:off x="37061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9" name="A1_bar_Cryo_14362">
            <a:extLst>
              <a:ext uri="{FF2B5EF4-FFF2-40B4-BE49-F238E27FC236}">
                <a16:creationId xmlns:a16="http://schemas.microsoft.com/office/drawing/2014/main" id="{5CB0C5FE-8201-4138-9A83-0B4B97A39237}"/>
              </a:ext>
            </a:extLst>
          </p:cNvPr>
          <p:cNvSpPr>
            <a:spLocks noGrp="1"/>
          </p:cNvSpPr>
          <p:nvPr/>
        </p:nvSpPr>
        <p:spPr>
          <a:xfrm>
            <a:off x="386414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0" name="A1_bar_Cryo_14363">
            <a:extLst>
              <a:ext uri="{FF2B5EF4-FFF2-40B4-BE49-F238E27FC236}">
                <a16:creationId xmlns:a16="http://schemas.microsoft.com/office/drawing/2014/main" id="{A885B2FF-6D27-423D-8D3C-69CA18DF9E24}"/>
              </a:ext>
            </a:extLst>
          </p:cNvPr>
          <p:cNvSpPr>
            <a:spLocks noGrp="1"/>
          </p:cNvSpPr>
          <p:nvPr/>
        </p:nvSpPr>
        <p:spPr>
          <a:xfrm>
            <a:off x="37895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1" name="A1_bar_Cryo_14364">
            <a:extLst>
              <a:ext uri="{FF2B5EF4-FFF2-40B4-BE49-F238E27FC236}">
                <a16:creationId xmlns:a16="http://schemas.microsoft.com/office/drawing/2014/main" id="{291FF92E-6A2C-41D4-A142-F696DF93B365}"/>
              </a:ext>
            </a:extLst>
          </p:cNvPr>
          <p:cNvSpPr>
            <a:spLocks noGrp="1"/>
          </p:cNvSpPr>
          <p:nvPr/>
        </p:nvSpPr>
        <p:spPr>
          <a:xfrm>
            <a:off x="3747536" y="4337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2" name="A1_bar_Cryo_14365">
            <a:extLst>
              <a:ext uri="{FF2B5EF4-FFF2-40B4-BE49-F238E27FC236}">
                <a16:creationId xmlns:a16="http://schemas.microsoft.com/office/drawing/2014/main" id="{78B685FB-839B-4C80-828B-DFD71530D864}"/>
              </a:ext>
            </a:extLst>
          </p:cNvPr>
          <p:cNvSpPr>
            <a:spLocks noGrp="1"/>
          </p:cNvSpPr>
          <p:nvPr/>
        </p:nvSpPr>
        <p:spPr>
          <a:xfrm>
            <a:off x="39174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3" name="A1_bar_Cryo_14366">
            <a:extLst>
              <a:ext uri="{FF2B5EF4-FFF2-40B4-BE49-F238E27FC236}">
                <a16:creationId xmlns:a16="http://schemas.microsoft.com/office/drawing/2014/main" id="{61451384-9FFC-4A80-AA4F-4B1252DDD297}"/>
              </a:ext>
            </a:extLst>
          </p:cNvPr>
          <p:cNvSpPr>
            <a:spLocks noGrp="1"/>
          </p:cNvSpPr>
          <p:nvPr/>
        </p:nvSpPr>
        <p:spPr>
          <a:xfrm>
            <a:off x="3754124" y="53995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4" name="A1_bar_Cryo_14367">
            <a:extLst>
              <a:ext uri="{FF2B5EF4-FFF2-40B4-BE49-F238E27FC236}">
                <a16:creationId xmlns:a16="http://schemas.microsoft.com/office/drawing/2014/main" id="{14E5E353-5B4E-4C8C-A540-B9497C29F87E}"/>
              </a:ext>
            </a:extLst>
          </p:cNvPr>
          <p:cNvSpPr>
            <a:spLocks noGrp="1"/>
          </p:cNvSpPr>
          <p:nvPr/>
        </p:nvSpPr>
        <p:spPr>
          <a:xfrm>
            <a:off x="37205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5" name="A1_bar_Cryo_14368">
            <a:extLst>
              <a:ext uri="{FF2B5EF4-FFF2-40B4-BE49-F238E27FC236}">
                <a16:creationId xmlns:a16="http://schemas.microsoft.com/office/drawing/2014/main" id="{DCD9CD3F-C3DB-4FD4-B360-DF8C6199E9A4}"/>
              </a:ext>
            </a:extLst>
          </p:cNvPr>
          <p:cNvSpPr>
            <a:spLocks noGrp="1"/>
          </p:cNvSpPr>
          <p:nvPr/>
        </p:nvSpPr>
        <p:spPr>
          <a:xfrm>
            <a:off x="373735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6" name="A1_bar_Cryo_14369">
            <a:extLst>
              <a:ext uri="{FF2B5EF4-FFF2-40B4-BE49-F238E27FC236}">
                <a16:creationId xmlns:a16="http://schemas.microsoft.com/office/drawing/2014/main" id="{0168F54C-808A-482F-9B19-DAF7AC8BD717}"/>
              </a:ext>
            </a:extLst>
          </p:cNvPr>
          <p:cNvSpPr>
            <a:spLocks noGrp="1"/>
          </p:cNvSpPr>
          <p:nvPr/>
        </p:nvSpPr>
        <p:spPr>
          <a:xfrm>
            <a:off x="3820959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7" name="A1_bar_Cryo_14370">
            <a:extLst>
              <a:ext uri="{FF2B5EF4-FFF2-40B4-BE49-F238E27FC236}">
                <a16:creationId xmlns:a16="http://schemas.microsoft.com/office/drawing/2014/main" id="{F0F93A0F-ECFF-4832-A3E8-EFD562154DCD}"/>
              </a:ext>
            </a:extLst>
          </p:cNvPr>
          <p:cNvSpPr>
            <a:spLocks noGrp="1"/>
          </p:cNvSpPr>
          <p:nvPr/>
        </p:nvSpPr>
        <p:spPr>
          <a:xfrm>
            <a:off x="388457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8" name="A1_bar_Cryo_14371">
            <a:extLst>
              <a:ext uri="{FF2B5EF4-FFF2-40B4-BE49-F238E27FC236}">
                <a16:creationId xmlns:a16="http://schemas.microsoft.com/office/drawing/2014/main" id="{BE5A3DB2-C198-44C3-8883-ADD974D4EEB2}"/>
              </a:ext>
            </a:extLst>
          </p:cNvPr>
          <p:cNvSpPr>
            <a:spLocks noGrp="1"/>
          </p:cNvSpPr>
          <p:nvPr/>
        </p:nvSpPr>
        <p:spPr>
          <a:xfrm>
            <a:off x="37972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9" name="A1_bar_Cryo_14372">
            <a:extLst>
              <a:ext uri="{FF2B5EF4-FFF2-40B4-BE49-F238E27FC236}">
                <a16:creationId xmlns:a16="http://schemas.microsoft.com/office/drawing/2014/main" id="{88306914-2C08-4C93-B629-936B0B3F2D31}"/>
              </a:ext>
            </a:extLst>
          </p:cNvPr>
          <p:cNvSpPr>
            <a:spLocks noGrp="1"/>
          </p:cNvSpPr>
          <p:nvPr/>
        </p:nvSpPr>
        <p:spPr>
          <a:xfrm>
            <a:off x="376973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0" name="A1_bar_Cryo_14373">
            <a:extLst>
              <a:ext uri="{FF2B5EF4-FFF2-40B4-BE49-F238E27FC236}">
                <a16:creationId xmlns:a16="http://schemas.microsoft.com/office/drawing/2014/main" id="{13ADB416-87C3-4E09-88A9-BC139D714C12}"/>
              </a:ext>
            </a:extLst>
          </p:cNvPr>
          <p:cNvSpPr>
            <a:spLocks noGrp="1"/>
          </p:cNvSpPr>
          <p:nvPr/>
        </p:nvSpPr>
        <p:spPr>
          <a:xfrm>
            <a:off x="391308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1" name="A1_bar_Cryo_14374">
            <a:extLst>
              <a:ext uri="{FF2B5EF4-FFF2-40B4-BE49-F238E27FC236}">
                <a16:creationId xmlns:a16="http://schemas.microsoft.com/office/drawing/2014/main" id="{E92ED57D-71B4-4009-8F9E-D78F35B9D3E8}"/>
              </a:ext>
            </a:extLst>
          </p:cNvPr>
          <p:cNvSpPr>
            <a:spLocks noGrp="1"/>
          </p:cNvSpPr>
          <p:nvPr/>
        </p:nvSpPr>
        <p:spPr>
          <a:xfrm>
            <a:off x="390489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2" name="A1_bar_Cryo_14375">
            <a:extLst>
              <a:ext uri="{FF2B5EF4-FFF2-40B4-BE49-F238E27FC236}">
                <a16:creationId xmlns:a16="http://schemas.microsoft.com/office/drawing/2014/main" id="{8E763FBA-77AC-45C5-82E2-D03A7D2245F4}"/>
              </a:ext>
            </a:extLst>
          </p:cNvPr>
          <p:cNvSpPr>
            <a:spLocks noGrp="1"/>
          </p:cNvSpPr>
          <p:nvPr/>
        </p:nvSpPr>
        <p:spPr>
          <a:xfrm>
            <a:off x="394170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3" name="A1_bar_Cryo_14376">
            <a:extLst>
              <a:ext uri="{FF2B5EF4-FFF2-40B4-BE49-F238E27FC236}">
                <a16:creationId xmlns:a16="http://schemas.microsoft.com/office/drawing/2014/main" id="{52DDF64B-126E-44BC-BC24-7637C280F29F}"/>
              </a:ext>
            </a:extLst>
          </p:cNvPr>
          <p:cNvSpPr>
            <a:spLocks noGrp="1"/>
          </p:cNvSpPr>
          <p:nvPr/>
        </p:nvSpPr>
        <p:spPr>
          <a:xfrm>
            <a:off x="38349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4" name="A1_bar_Cryo_14377">
            <a:extLst>
              <a:ext uri="{FF2B5EF4-FFF2-40B4-BE49-F238E27FC236}">
                <a16:creationId xmlns:a16="http://schemas.microsoft.com/office/drawing/2014/main" id="{4CBB05A7-561B-4BB1-9443-C52AADE75CAE}"/>
              </a:ext>
            </a:extLst>
          </p:cNvPr>
          <p:cNvSpPr>
            <a:spLocks noGrp="1"/>
          </p:cNvSpPr>
          <p:nvPr/>
        </p:nvSpPr>
        <p:spPr>
          <a:xfrm>
            <a:off x="3918515" y="3792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5" name="A1_bar_Cryo_14378">
            <a:extLst>
              <a:ext uri="{FF2B5EF4-FFF2-40B4-BE49-F238E27FC236}">
                <a16:creationId xmlns:a16="http://schemas.microsoft.com/office/drawing/2014/main" id="{42A845EB-7F66-400B-8DAF-A5D67BB1448A}"/>
              </a:ext>
            </a:extLst>
          </p:cNvPr>
          <p:cNvSpPr>
            <a:spLocks noGrp="1"/>
          </p:cNvSpPr>
          <p:nvPr/>
        </p:nvSpPr>
        <p:spPr>
          <a:xfrm>
            <a:off x="374637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6" name="A1_bar_Cryo_14379">
            <a:extLst>
              <a:ext uri="{FF2B5EF4-FFF2-40B4-BE49-F238E27FC236}">
                <a16:creationId xmlns:a16="http://schemas.microsoft.com/office/drawing/2014/main" id="{BC4A1DE3-AAB6-49CB-B8D3-3D8AD8551FA3}"/>
              </a:ext>
            </a:extLst>
          </p:cNvPr>
          <p:cNvSpPr>
            <a:spLocks noGrp="1"/>
          </p:cNvSpPr>
          <p:nvPr/>
        </p:nvSpPr>
        <p:spPr>
          <a:xfrm>
            <a:off x="3838580" y="509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7" name="A1_bar_Cryo_14380">
            <a:extLst>
              <a:ext uri="{FF2B5EF4-FFF2-40B4-BE49-F238E27FC236}">
                <a16:creationId xmlns:a16="http://schemas.microsoft.com/office/drawing/2014/main" id="{67E7223D-FC4C-4DB2-8DF9-0702D5817BD8}"/>
              </a:ext>
            </a:extLst>
          </p:cNvPr>
          <p:cNvSpPr>
            <a:spLocks noGrp="1"/>
          </p:cNvSpPr>
          <p:nvPr/>
        </p:nvSpPr>
        <p:spPr>
          <a:xfrm>
            <a:off x="3887085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8" name="A1_bar_Cryo_14381">
            <a:extLst>
              <a:ext uri="{FF2B5EF4-FFF2-40B4-BE49-F238E27FC236}">
                <a16:creationId xmlns:a16="http://schemas.microsoft.com/office/drawing/2014/main" id="{5658B020-C678-43B2-BDC0-FC20ED5FC619}"/>
              </a:ext>
            </a:extLst>
          </p:cNvPr>
          <p:cNvSpPr>
            <a:spLocks noGrp="1"/>
          </p:cNvSpPr>
          <p:nvPr/>
        </p:nvSpPr>
        <p:spPr>
          <a:xfrm>
            <a:off x="3895188" y="55339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9" name="A1_bar_Cryo_14382">
            <a:extLst>
              <a:ext uri="{FF2B5EF4-FFF2-40B4-BE49-F238E27FC236}">
                <a16:creationId xmlns:a16="http://schemas.microsoft.com/office/drawing/2014/main" id="{415357A9-8868-4153-865A-DAFAED6909D2}"/>
              </a:ext>
            </a:extLst>
          </p:cNvPr>
          <p:cNvSpPr>
            <a:spLocks noGrp="1"/>
          </p:cNvSpPr>
          <p:nvPr/>
        </p:nvSpPr>
        <p:spPr>
          <a:xfrm>
            <a:off x="384292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0" name="A1_bar_Cryo_14383">
            <a:extLst>
              <a:ext uri="{FF2B5EF4-FFF2-40B4-BE49-F238E27FC236}">
                <a16:creationId xmlns:a16="http://schemas.microsoft.com/office/drawing/2014/main" id="{8A3BDA1A-B911-4718-A9BB-7276C4871DF5}"/>
              </a:ext>
            </a:extLst>
          </p:cNvPr>
          <p:cNvSpPr>
            <a:spLocks noGrp="1"/>
          </p:cNvSpPr>
          <p:nvPr/>
        </p:nvSpPr>
        <p:spPr>
          <a:xfrm>
            <a:off x="370464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1" name="A1_bar_Cryo_14384">
            <a:extLst>
              <a:ext uri="{FF2B5EF4-FFF2-40B4-BE49-F238E27FC236}">
                <a16:creationId xmlns:a16="http://schemas.microsoft.com/office/drawing/2014/main" id="{B4D86B3C-E1CC-4521-9561-EBF58709C510}"/>
              </a:ext>
            </a:extLst>
          </p:cNvPr>
          <p:cNvSpPr>
            <a:spLocks noGrp="1"/>
          </p:cNvSpPr>
          <p:nvPr/>
        </p:nvSpPr>
        <p:spPr>
          <a:xfrm>
            <a:off x="37617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2" name="A1_bar_Cryo_14385">
            <a:extLst>
              <a:ext uri="{FF2B5EF4-FFF2-40B4-BE49-F238E27FC236}">
                <a16:creationId xmlns:a16="http://schemas.microsoft.com/office/drawing/2014/main" id="{83EF8C19-6402-4797-B037-8EC13F77503A}"/>
              </a:ext>
            </a:extLst>
          </p:cNvPr>
          <p:cNvSpPr>
            <a:spLocks noGrp="1"/>
          </p:cNvSpPr>
          <p:nvPr/>
        </p:nvSpPr>
        <p:spPr>
          <a:xfrm>
            <a:off x="3717565" y="603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3" name="A1_bar_Cryo_14386">
            <a:extLst>
              <a:ext uri="{FF2B5EF4-FFF2-40B4-BE49-F238E27FC236}">
                <a16:creationId xmlns:a16="http://schemas.microsoft.com/office/drawing/2014/main" id="{487DA427-45EB-4826-A55F-0C7DF04307B3}"/>
              </a:ext>
            </a:extLst>
          </p:cNvPr>
          <p:cNvSpPr>
            <a:spLocks noGrp="1"/>
          </p:cNvSpPr>
          <p:nvPr/>
        </p:nvSpPr>
        <p:spPr>
          <a:xfrm>
            <a:off x="38540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4" name="A1_bar_Cryo_14387">
            <a:extLst>
              <a:ext uri="{FF2B5EF4-FFF2-40B4-BE49-F238E27FC236}">
                <a16:creationId xmlns:a16="http://schemas.microsoft.com/office/drawing/2014/main" id="{7B54676E-3A6F-43EF-85F0-6B21166054AA}"/>
              </a:ext>
            </a:extLst>
          </p:cNvPr>
          <p:cNvSpPr>
            <a:spLocks noGrp="1"/>
          </p:cNvSpPr>
          <p:nvPr/>
        </p:nvSpPr>
        <p:spPr>
          <a:xfrm>
            <a:off x="3850153" y="49713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5" name="A1_bar_Cryo_14388">
            <a:extLst>
              <a:ext uri="{FF2B5EF4-FFF2-40B4-BE49-F238E27FC236}">
                <a16:creationId xmlns:a16="http://schemas.microsoft.com/office/drawing/2014/main" id="{A30B7CA2-B688-4C19-9FF5-290051CF0D29}"/>
              </a:ext>
            </a:extLst>
          </p:cNvPr>
          <p:cNvSpPr>
            <a:spLocks noGrp="1"/>
          </p:cNvSpPr>
          <p:nvPr/>
        </p:nvSpPr>
        <p:spPr>
          <a:xfrm>
            <a:off x="3889321" y="60189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6" name="A1_bar_Cryo_14389">
            <a:extLst>
              <a:ext uri="{FF2B5EF4-FFF2-40B4-BE49-F238E27FC236}">
                <a16:creationId xmlns:a16="http://schemas.microsoft.com/office/drawing/2014/main" id="{E8032172-0C8A-4752-B2ED-3133BB0F5D44}"/>
              </a:ext>
            </a:extLst>
          </p:cNvPr>
          <p:cNvSpPr>
            <a:spLocks noGrp="1"/>
          </p:cNvSpPr>
          <p:nvPr/>
        </p:nvSpPr>
        <p:spPr>
          <a:xfrm>
            <a:off x="3921652" y="40008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7" name="A1_bar_Cryo_14390">
            <a:extLst>
              <a:ext uri="{FF2B5EF4-FFF2-40B4-BE49-F238E27FC236}">
                <a16:creationId xmlns:a16="http://schemas.microsoft.com/office/drawing/2014/main" id="{B4B24CD4-3C2A-44D9-B77D-29400E7878E9}"/>
              </a:ext>
            </a:extLst>
          </p:cNvPr>
          <p:cNvSpPr>
            <a:spLocks noGrp="1"/>
          </p:cNvSpPr>
          <p:nvPr/>
        </p:nvSpPr>
        <p:spPr>
          <a:xfrm>
            <a:off x="3917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8" name="A1_bar_Cryo_14391">
            <a:extLst>
              <a:ext uri="{FF2B5EF4-FFF2-40B4-BE49-F238E27FC236}">
                <a16:creationId xmlns:a16="http://schemas.microsoft.com/office/drawing/2014/main" id="{8BBCFE9B-EDF0-415B-8014-7CC80D68BA00}"/>
              </a:ext>
            </a:extLst>
          </p:cNvPr>
          <p:cNvSpPr>
            <a:spLocks noGrp="1"/>
          </p:cNvSpPr>
          <p:nvPr/>
        </p:nvSpPr>
        <p:spPr>
          <a:xfrm>
            <a:off x="3746908" y="29706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9" name="A1_bar_Cryo_14392">
            <a:extLst>
              <a:ext uri="{FF2B5EF4-FFF2-40B4-BE49-F238E27FC236}">
                <a16:creationId xmlns:a16="http://schemas.microsoft.com/office/drawing/2014/main" id="{CE3DC2E9-07D2-477D-836D-634B3AE78E0C}"/>
              </a:ext>
            </a:extLst>
          </p:cNvPr>
          <p:cNvSpPr>
            <a:spLocks noGrp="1"/>
          </p:cNvSpPr>
          <p:nvPr/>
        </p:nvSpPr>
        <p:spPr>
          <a:xfrm>
            <a:off x="375152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0" name="A1_bar_Cryo_14393">
            <a:extLst>
              <a:ext uri="{FF2B5EF4-FFF2-40B4-BE49-F238E27FC236}">
                <a16:creationId xmlns:a16="http://schemas.microsoft.com/office/drawing/2014/main" id="{CA4A4220-445D-4050-AE9C-2AF79E22A8EB}"/>
              </a:ext>
            </a:extLst>
          </p:cNvPr>
          <p:cNvSpPr>
            <a:spLocks noGrp="1"/>
          </p:cNvSpPr>
          <p:nvPr/>
        </p:nvSpPr>
        <p:spPr>
          <a:xfrm>
            <a:off x="388857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1" name="A1_bar_Cryo_14394">
            <a:extLst>
              <a:ext uri="{FF2B5EF4-FFF2-40B4-BE49-F238E27FC236}">
                <a16:creationId xmlns:a16="http://schemas.microsoft.com/office/drawing/2014/main" id="{A0B9C798-9E0F-4DAA-87F4-88AFA19C6A33}"/>
              </a:ext>
            </a:extLst>
          </p:cNvPr>
          <p:cNvSpPr>
            <a:spLocks noGrp="1"/>
          </p:cNvSpPr>
          <p:nvPr/>
        </p:nvSpPr>
        <p:spPr>
          <a:xfrm>
            <a:off x="38958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2" name="A1_bar_Cryo_14395">
            <a:extLst>
              <a:ext uri="{FF2B5EF4-FFF2-40B4-BE49-F238E27FC236}">
                <a16:creationId xmlns:a16="http://schemas.microsoft.com/office/drawing/2014/main" id="{70A1BD98-6EB3-4579-8B1F-AC3B2C528CC6}"/>
              </a:ext>
            </a:extLst>
          </p:cNvPr>
          <p:cNvSpPr>
            <a:spLocks noGrp="1"/>
          </p:cNvSpPr>
          <p:nvPr/>
        </p:nvSpPr>
        <p:spPr>
          <a:xfrm>
            <a:off x="37060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3" name="A1_bar_Cryo_14396">
            <a:extLst>
              <a:ext uri="{FF2B5EF4-FFF2-40B4-BE49-F238E27FC236}">
                <a16:creationId xmlns:a16="http://schemas.microsoft.com/office/drawing/2014/main" id="{D04DDE1C-239A-489F-A17B-0F433626DBBC}"/>
              </a:ext>
            </a:extLst>
          </p:cNvPr>
          <p:cNvSpPr>
            <a:spLocks noGrp="1"/>
          </p:cNvSpPr>
          <p:nvPr/>
        </p:nvSpPr>
        <p:spPr>
          <a:xfrm>
            <a:off x="3822900" y="4167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4" name="A1_bar_Cryo_14397">
            <a:extLst>
              <a:ext uri="{FF2B5EF4-FFF2-40B4-BE49-F238E27FC236}">
                <a16:creationId xmlns:a16="http://schemas.microsoft.com/office/drawing/2014/main" id="{80DD6349-7B7D-4CFD-A6B2-FA11CC663FC7}"/>
              </a:ext>
            </a:extLst>
          </p:cNvPr>
          <p:cNvSpPr>
            <a:spLocks noGrp="1"/>
          </p:cNvSpPr>
          <p:nvPr/>
        </p:nvSpPr>
        <p:spPr>
          <a:xfrm>
            <a:off x="3761755" y="54771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5" name="A1_bar_Cryo_14398">
            <a:extLst>
              <a:ext uri="{FF2B5EF4-FFF2-40B4-BE49-F238E27FC236}">
                <a16:creationId xmlns:a16="http://schemas.microsoft.com/office/drawing/2014/main" id="{7D7B41F1-97C8-4978-AFE1-494617C17CD7}"/>
              </a:ext>
            </a:extLst>
          </p:cNvPr>
          <p:cNvSpPr>
            <a:spLocks noGrp="1"/>
          </p:cNvSpPr>
          <p:nvPr/>
        </p:nvSpPr>
        <p:spPr>
          <a:xfrm>
            <a:off x="3857732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6" name="A1_bar_Cryo_14399">
            <a:extLst>
              <a:ext uri="{FF2B5EF4-FFF2-40B4-BE49-F238E27FC236}">
                <a16:creationId xmlns:a16="http://schemas.microsoft.com/office/drawing/2014/main" id="{707367EF-D18B-4EFF-A5CD-C8CBA08B46BE}"/>
              </a:ext>
            </a:extLst>
          </p:cNvPr>
          <p:cNvSpPr>
            <a:spLocks noGrp="1"/>
          </p:cNvSpPr>
          <p:nvPr/>
        </p:nvSpPr>
        <p:spPr>
          <a:xfrm>
            <a:off x="375487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7" name="A1_bar_Cryo_14400">
            <a:extLst>
              <a:ext uri="{FF2B5EF4-FFF2-40B4-BE49-F238E27FC236}">
                <a16:creationId xmlns:a16="http://schemas.microsoft.com/office/drawing/2014/main" id="{49B3E9E6-8D3F-47DA-AF7C-03DEC848D522}"/>
              </a:ext>
            </a:extLst>
          </p:cNvPr>
          <p:cNvSpPr>
            <a:spLocks noGrp="1"/>
          </p:cNvSpPr>
          <p:nvPr/>
        </p:nvSpPr>
        <p:spPr>
          <a:xfrm>
            <a:off x="380851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8" name="A1_bar_Cryo_14401">
            <a:extLst>
              <a:ext uri="{FF2B5EF4-FFF2-40B4-BE49-F238E27FC236}">
                <a16:creationId xmlns:a16="http://schemas.microsoft.com/office/drawing/2014/main" id="{B48007B3-3E34-4C1A-8807-27CC63DD29AB}"/>
              </a:ext>
            </a:extLst>
          </p:cNvPr>
          <p:cNvSpPr>
            <a:spLocks noGrp="1"/>
          </p:cNvSpPr>
          <p:nvPr/>
        </p:nvSpPr>
        <p:spPr>
          <a:xfrm>
            <a:off x="3940552" y="48155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9" name="A1_bar_Cryo_14402">
            <a:extLst>
              <a:ext uri="{FF2B5EF4-FFF2-40B4-BE49-F238E27FC236}">
                <a16:creationId xmlns:a16="http://schemas.microsoft.com/office/drawing/2014/main" id="{4D466CE2-6A46-4BE4-A8E7-81F0FC54C057}"/>
              </a:ext>
            </a:extLst>
          </p:cNvPr>
          <p:cNvSpPr>
            <a:spLocks noGrp="1"/>
          </p:cNvSpPr>
          <p:nvPr/>
        </p:nvSpPr>
        <p:spPr>
          <a:xfrm>
            <a:off x="3832025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0" name="A1_bar_Cryo_14403">
            <a:extLst>
              <a:ext uri="{FF2B5EF4-FFF2-40B4-BE49-F238E27FC236}">
                <a16:creationId xmlns:a16="http://schemas.microsoft.com/office/drawing/2014/main" id="{25EB72EE-85A1-4377-A017-ADDF7215CB13}"/>
              </a:ext>
            </a:extLst>
          </p:cNvPr>
          <p:cNvSpPr>
            <a:spLocks noGrp="1"/>
          </p:cNvSpPr>
          <p:nvPr/>
        </p:nvSpPr>
        <p:spPr>
          <a:xfrm>
            <a:off x="392842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1" name="A1_bar_Cryo_14404">
            <a:extLst>
              <a:ext uri="{FF2B5EF4-FFF2-40B4-BE49-F238E27FC236}">
                <a16:creationId xmlns:a16="http://schemas.microsoft.com/office/drawing/2014/main" id="{9FCFD663-AC4B-4CCC-9BAC-5C2BDB97F581}"/>
              </a:ext>
            </a:extLst>
          </p:cNvPr>
          <p:cNvSpPr>
            <a:spLocks noGrp="1"/>
          </p:cNvSpPr>
          <p:nvPr/>
        </p:nvSpPr>
        <p:spPr>
          <a:xfrm>
            <a:off x="3782632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2" name="A1_bar_Cryo_14405">
            <a:extLst>
              <a:ext uri="{FF2B5EF4-FFF2-40B4-BE49-F238E27FC236}">
                <a16:creationId xmlns:a16="http://schemas.microsoft.com/office/drawing/2014/main" id="{6AC8B695-0C3C-4E8C-BE33-9C7B58EF0D8A}"/>
              </a:ext>
            </a:extLst>
          </p:cNvPr>
          <p:cNvSpPr>
            <a:spLocks noGrp="1"/>
          </p:cNvSpPr>
          <p:nvPr/>
        </p:nvSpPr>
        <p:spPr>
          <a:xfrm>
            <a:off x="37845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3" name="A1_bar_Cryo_14406">
            <a:extLst>
              <a:ext uri="{FF2B5EF4-FFF2-40B4-BE49-F238E27FC236}">
                <a16:creationId xmlns:a16="http://schemas.microsoft.com/office/drawing/2014/main" id="{81EA3025-A467-4A7D-8345-DD7B69AD0A86}"/>
              </a:ext>
            </a:extLst>
          </p:cNvPr>
          <p:cNvSpPr>
            <a:spLocks noGrp="1"/>
          </p:cNvSpPr>
          <p:nvPr/>
        </p:nvSpPr>
        <p:spPr>
          <a:xfrm>
            <a:off x="378013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4" name="A1_bar_Cryo_14407">
            <a:extLst>
              <a:ext uri="{FF2B5EF4-FFF2-40B4-BE49-F238E27FC236}">
                <a16:creationId xmlns:a16="http://schemas.microsoft.com/office/drawing/2014/main" id="{55F749D8-A95D-4BB8-B4B7-7091A7ABD1CD}"/>
              </a:ext>
            </a:extLst>
          </p:cNvPr>
          <p:cNvSpPr>
            <a:spLocks noGrp="1"/>
          </p:cNvSpPr>
          <p:nvPr/>
        </p:nvSpPr>
        <p:spPr>
          <a:xfrm>
            <a:off x="379434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5" name="A1_bar_Cryo_14408">
            <a:extLst>
              <a:ext uri="{FF2B5EF4-FFF2-40B4-BE49-F238E27FC236}">
                <a16:creationId xmlns:a16="http://schemas.microsoft.com/office/drawing/2014/main" id="{97848701-498A-4FE0-A7D5-7378D9A21BCF}"/>
              </a:ext>
            </a:extLst>
          </p:cNvPr>
          <p:cNvSpPr>
            <a:spLocks noGrp="1"/>
          </p:cNvSpPr>
          <p:nvPr/>
        </p:nvSpPr>
        <p:spPr>
          <a:xfrm>
            <a:off x="3857632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6" name="A1_bar_Cryo_14409">
            <a:extLst>
              <a:ext uri="{FF2B5EF4-FFF2-40B4-BE49-F238E27FC236}">
                <a16:creationId xmlns:a16="http://schemas.microsoft.com/office/drawing/2014/main" id="{DEA746AF-D11D-4D2C-874F-F8C98705EB14}"/>
              </a:ext>
            </a:extLst>
          </p:cNvPr>
          <p:cNvSpPr>
            <a:spLocks noGrp="1"/>
          </p:cNvSpPr>
          <p:nvPr/>
        </p:nvSpPr>
        <p:spPr>
          <a:xfrm>
            <a:off x="3729485" y="52799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7" name="A1_bar_Cryo_14410">
            <a:extLst>
              <a:ext uri="{FF2B5EF4-FFF2-40B4-BE49-F238E27FC236}">
                <a16:creationId xmlns:a16="http://schemas.microsoft.com/office/drawing/2014/main" id="{8BAE3414-3B11-45E3-87A3-50DB14EC865C}"/>
              </a:ext>
            </a:extLst>
          </p:cNvPr>
          <p:cNvSpPr>
            <a:spLocks noGrp="1"/>
          </p:cNvSpPr>
          <p:nvPr/>
        </p:nvSpPr>
        <p:spPr>
          <a:xfrm>
            <a:off x="384831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8" name="A1_bar_Cryo_14411">
            <a:extLst>
              <a:ext uri="{FF2B5EF4-FFF2-40B4-BE49-F238E27FC236}">
                <a16:creationId xmlns:a16="http://schemas.microsoft.com/office/drawing/2014/main" id="{2C2B7F2A-8723-4D26-A2E9-008B3C0E8EC6}"/>
              </a:ext>
            </a:extLst>
          </p:cNvPr>
          <p:cNvSpPr>
            <a:spLocks noGrp="1"/>
          </p:cNvSpPr>
          <p:nvPr/>
        </p:nvSpPr>
        <p:spPr>
          <a:xfrm>
            <a:off x="3932190" y="49197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9" name="A1_bar_Cryo_14412">
            <a:extLst>
              <a:ext uri="{FF2B5EF4-FFF2-40B4-BE49-F238E27FC236}">
                <a16:creationId xmlns:a16="http://schemas.microsoft.com/office/drawing/2014/main" id="{FBEE387C-F95B-4BDF-9FD8-D6D28DF69F3E}"/>
              </a:ext>
            </a:extLst>
          </p:cNvPr>
          <p:cNvSpPr>
            <a:spLocks noGrp="1"/>
          </p:cNvSpPr>
          <p:nvPr/>
        </p:nvSpPr>
        <p:spPr>
          <a:xfrm>
            <a:off x="3858956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0" name="A1_bar_Cryo_14413">
            <a:extLst>
              <a:ext uri="{FF2B5EF4-FFF2-40B4-BE49-F238E27FC236}">
                <a16:creationId xmlns:a16="http://schemas.microsoft.com/office/drawing/2014/main" id="{526A9BC4-E8B5-4767-9635-173B8E90998F}"/>
              </a:ext>
            </a:extLst>
          </p:cNvPr>
          <p:cNvSpPr>
            <a:spLocks noGrp="1"/>
          </p:cNvSpPr>
          <p:nvPr/>
        </p:nvSpPr>
        <p:spPr>
          <a:xfrm>
            <a:off x="388534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1" name="A1_bar_Cryo_14414">
            <a:extLst>
              <a:ext uri="{FF2B5EF4-FFF2-40B4-BE49-F238E27FC236}">
                <a16:creationId xmlns:a16="http://schemas.microsoft.com/office/drawing/2014/main" id="{808E8D57-3306-4048-A7C1-A41FAE3474D7}"/>
              </a:ext>
            </a:extLst>
          </p:cNvPr>
          <p:cNvSpPr>
            <a:spLocks noGrp="1"/>
          </p:cNvSpPr>
          <p:nvPr/>
        </p:nvSpPr>
        <p:spPr>
          <a:xfrm>
            <a:off x="3765295" y="57366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2" name="A1_bar_Cryo_14415">
            <a:extLst>
              <a:ext uri="{FF2B5EF4-FFF2-40B4-BE49-F238E27FC236}">
                <a16:creationId xmlns:a16="http://schemas.microsoft.com/office/drawing/2014/main" id="{2E7DFCF2-DE49-410E-8EB0-72E75C14F2EC}"/>
              </a:ext>
            </a:extLst>
          </p:cNvPr>
          <p:cNvSpPr>
            <a:spLocks noGrp="1"/>
          </p:cNvSpPr>
          <p:nvPr/>
        </p:nvSpPr>
        <p:spPr>
          <a:xfrm>
            <a:off x="37785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3" name="A1_bar_Cryo_14416">
            <a:extLst>
              <a:ext uri="{FF2B5EF4-FFF2-40B4-BE49-F238E27FC236}">
                <a16:creationId xmlns:a16="http://schemas.microsoft.com/office/drawing/2014/main" id="{B5E27E41-BBE4-40DF-88AC-A04F2928D8C8}"/>
              </a:ext>
            </a:extLst>
          </p:cNvPr>
          <p:cNvSpPr>
            <a:spLocks noGrp="1"/>
          </p:cNvSpPr>
          <p:nvPr/>
        </p:nvSpPr>
        <p:spPr>
          <a:xfrm>
            <a:off x="387527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4" name="A1_bar_Cryo_14417">
            <a:extLst>
              <a:ext uri="{FF2B5EF4-FFF2-40B4-BE49-F238E27FC236}">
                <a16:creationId xmlns:a16="http://schemas.microsoft.com/office/drawing/2014/main" id="{7D6DFA79-1D6B-46FE-95DB-7BBB550F8359}"/>
              </a:ext>
            </a:extLst>
          </p:cNvPr>
          <p:cNvSpPr>
            <a:spLocks noGrp="1"/>
          </p:cNvSpPr>
          <p:nvPr/>
        </p:nvSpPr>
        <p:spPr>
          <a:xfrm>
            <a:off x="3727814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5" name="A1_bar_Cryo_14418">
            <a:extLst>
              <a:ext uri="{FF2B5EF4-FFF2-40B4-BE49-F238E27FC236}">
                <a16:creationId xmlns:a16="http://schemas.microsoft.com/office/drawing/2014/main" id="{81EEAD4D-4F80-4691-932E-20282D82C624}"/>
              </a:ext>
            </a:extLst>
          </p:cNvPr>
          <p:cNvSpPr>
            <a:spLocks noGrp="1"/>
          </p:cNvSpPr>
          <p:nvPr/>
        </p:nvSpPr>
        <p:spPr>
          <a:xfrm>
            <a:off x="389801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6" name="A1_bar_Cryo_14419">
            <a:extLst>
              <a:ext uri="{FF2B5EF4-FFF2-40B4-BE49-F238E27FC236}">
                <a16:creationId xmlns:a16="http://schemas.microsoft.com/office/drawing/2014/main" id="{B50E70FA-D2D7-4B55-9E58-6E7DD013FE82}"/>
              </a:ext>
            </a:extLst>
          </p:cNvPr>
          <p:cNvSpPr>
            <a:spLocks noGrp="1"/>
          </p:cNvSpPr>
          <p:nvPr/>
        </p:nvSpPr>
        <p:spPr>
          <a:xfrm>
            <a:off x="3826430" y="51380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7" name="A1_bar_Cryo_14420">
            <a:extLst>
              <a:ext uri="{FF2B5EF4-FFF2-40B4-BE49-F238E27FC236}">
                <a16:creationId xmlns:a16="http://schemas.microsoft.com/office/drawing/2014/main" id="{784720A4-B9E3-481D-962B-23A8B62F88B0}"/>
              </a:ext>
            </a:extLst>
          </p:cNvPr>
          <p:cNvSpPr>
            <a:spLocks noGrp="1"/>
          </p:cNvSpPr>
          <p:nvPr/>
        </p:nvSpPr>
        <p:spPr>
          <a:xfrm>
            <a:off x="37307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8" name="A1_bar_Cryo_14421">
            <a:extLst>
              <a:ext uri="{FF2B5EF4-FFF2-40B4-BE49-F238E27FC236}">
                <a16:creationId xmlns:a16="http://schemas.microsoft.com/office/drawing/2014/main" id="{54126181-FE99-43D1-AC23-963AC4F5D0DD}"/>
              </a:ext>
            </a:extLst>
          </p:cNvPr>
          <p:cNvSpPr>
            <a:spLocks noGrp="1"/>
          </p:cNvSpPr>
          <p:nvPr/>
        </p:nvSpPr>
        <p:spPr>
          <a:xfrm>
            <a:off x="3800003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9" name="A1_bar_Cryo_14422">
            <a:extLst>
              <a:ext uri="{FF2B5EF4-FFF2-40B4-BE49-F238E27FC236}">
                <a16:creationId xmlns:a16="http://schemas.microsoft.com/office/drawing/2014/main" id="{07451635-B58D-40E0-8D9B-95A8A859804E}"/>
              </a:ext>
            </a:extLst>
          </p:cNvPr>
          <p:cNvSpPr>
            <a:spLocks noGrp="1"/>
          </p:cNvSpPr>
          <p:nvPr/>
        </p:nvSpPr>
        <p:spPr>
          <a:xfrm>
            <a:off x="534574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0" name="A1_bar_Cryo_14423">
            <a:extLst>
              <a:ext uri="{FF2B5EF4-FFF2-40B4-BE49-F238E27FC236}">
                <a16:creationId xmlns:a16="http://schemas.microsoft.com/office/drawing/2014/main" id="{7884D879-DAE7-4ABF-86BB-5029B619A614}"/>
              </a:ext>
            </a:extLst>
          </p:cNvPr>
          <p:cNvSpPr>
            <a:spLocks noGrp="1"/>
          </p:cNvSpPr>
          <p:nvPr/>
        </p:nvSpPr>
        <p:spPr>
          <a:xfrm>
            <a:off x="543867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1" name="A1_bar_Cryo_14424">
            <a:extLst>
              <a:ext uri="{FF2B5EF4-FFF2-40B4-BE49-F238E27FC236}">
                <a16:creationId xmlns:a16="http://schemas.microsoft.com/office/drawing/2014/main" id="{5EFE2E77-13C0-4F99-AF3F-D64312C3B8C4}"/>
              </a:ext>
            </a:extLst>
          </p:cNvPr>
          <p:cNvSpPr>
            <a:spLocks noGrp="1"/>
          </p:cNvSpPr>
          <p:nvPr/>
        </p:nvSpPr>
        <p:spPr>
          <a:xfrm>
            <a:off x="545855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2" name="A1_bar_Cryo_14425">
            <a:extLst>
              <a:ext uri="{FF2B5EF4-FFF2-40B4-BE49-F238E27FC236}">
                <a16:creationId xmlns:a16="http://schemas.microsoft.com/office/drawing/2014/main" id="{E1F5B99B-B86F-477B-97BD-7DE0444D6475}"/>
              </a:ext>
            </a:extLst>
          </p:cNvPr>
          <p:cNvSpPr>
            <a:spLocks noGrp="1"/>
          </p:cNvSpPr>
          <p:nvPr/>
        </p:nvSpPr>
        <p:spPr>
          <a:xfrm>
            <a:off x="5530869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3" name="A1_bar_Cryo_14426">
            <a:extLst>
              <a:ext uri="{FF2B5EF4-FFF2-40B4-BE49-F238E27FC236}">
                <a16:creationId xmlns:a16="http://schemas.microsoft.com/office/drawing/2014/main" id="{CF1C2AD1-C861-4B4F-BC1F-DFA969AD08EA}"/>
              </a:ext>
            </a:extLst>
          </p:cNvPr>
          <p:cNvSpPr>
            <a:spLocks noGrp="1"/>
          </p:cNvSpPr>
          <p:nvPr/>
        </p:nvSpPr>
        <p:spPr>
          <a:xfrm>
            <a:off x="5278588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4" name="A1_bar_Cryo_14427">
            <a:extLst>
              <a:ext uri="{FF2B5EF4-FFF2-40B4-BE49-F238E27FC236}">
                <a16:creationId xmlns:a16="http://schemas.microsoft.com/office/drawing/2014/main" id="{D0E37DCE-6E30-4380-B880-98E1629DDD5C}"/>
              </a:ext>
            </a:extLst>
          </p:cNvPr>
          <p:cNvSpPr>
            <a:spLocks noGrp="1"/>
          </p:cNvSpPr>
          <p:nvPr/>
        </p:nvSpPr>
        <p:spPr>
          <a:xfrm>
            <a:off x="53335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5" name="A1_bar_Cryo_14428">
            <a:extLst>
              <a:ext uri="{FF2B5EF4-FFF2-40B4-BE49-F238E27FC236}">
                <a16:creationId xmlns:a16="http://schemas.microsoft.com/office/drawing/2014/main" id="{369CB05B-2A47-4E7B-A1F3-00FED9F4B163}"/>
              </a:ext>
            </a:extLst>
          </p:cNvPr>
          <p:cNvSpPr>
            <a:spLocks noGrp="1"/>
          </p:cNvSpPr>
          <p:nvPr/>
        </p:nvSpPr>
        <p:spPr>
          <a:xfrm>
            <a:off x="530876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6" name="A1_bar_Cryo_14429">
            <a:extLst>
              <a:ext uri="{FF2B5EF4-FFF2-40B4-BE49-F238E27FC236}">
                <a16:creationId xmlns:a16="http://schemas.microsoft.com/office/drawing/2014/main" id="{B3005BD8-C7D3-4AF3-A6D9-7D5D4ECA6616}"/>
              </a:ext>
            </a:extLst>
          </p:cNvPr>
          <p:cNvSpPr>
            <a:spLocks noGrp="1"/>
          </p:cNvSpPr>
          <p:nvPr/>
        </p:nvSpPr>
        <p:spPr>
          <a:xfrm>
            <a:off x="54173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7" name="A1_bar_Cryo_14430">
            <a:extLst>
              <a:ext uri="{FF2B5EF4-FFF2-40B4-BE49-F238E27FC236}">
                <a16:creationId xmlns:a16="http://schemas.microsoft.com/office/drawing/2014/main" id="{359F9875-1E97-4C2F-A977-7BFEB3CD195A}"/>
              </a:ext>
            </a:extLst>
          </p:cNvPr>
          <p:cNvSpPr>
            <a:spLocks noGrp="1"/>
          </p:cNvSpPr>
          <p:nvPr/>
        </p:nvSpPr>
        <p:spPr>
          <a:xfrm>
            <a:off x="5407602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8" name="A1_bar_Cryo_14431">
            <a:extLst>
              <a:ext uri="{FF2B5EF4-FFF2-40B4-BE49-F238E27FC236}">
                <a16:creationId xmlns:a16="http://schemas.microsoft.com/office/drawing/2014/main" id="{C3D79608-513E-49F7-BE8A-4F0A390B0CD9}"/>
              </a:ext>
            </a:extLst>
          </p:cNvPr>
          <p:cNvSpPr>
            <a:spLocks noGrp="1"/>
          </p:cNvSpPr>
          <p:nvPr/>
        </p:nvSpPr>
        <p:spPr>
          <a:xfrm>
            <a:off x="546937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9" name="A1_bar_Cryo_14432">
            <a:extLst>
              <a:ext uri="{FF2B5EF4-FFF2-40B4-BE49-F238E27FC236}">
                <a16:creationId xmlns:a16="http://schemas.microsoft.com/office/drawing/2014/main" id="{E8D8F431-8071-4247-8522-EEFAEE7375AC}"/>
              </a:ext>
            </a:extLst>
          </p:cNvPr>
          <p:cNvSpPr>
            <a:spLocks noGrp="1"/>
          </p:cNvSpPr>
          <p:nvPr/>
        </p:nvSpPr>
        <p:spPr>
          <a:xfrm>
            <a:off x="5492179" y="31789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0" name="A1_bar_Cryo_14433">
            <a:extLst>
              <a:ext uri="{FF2B5EF4-FFF2-40B4-BE49-F238E27FC236}">
                <a16:creationId xmlns:a16="http://schemas.microsoft.com/office/drawing/2014/main" id="{CD0406EF-60A2-4B13-8C2D-F396FD5B66B0}"/>
              </a:ext>
            </a:extLst>
          </p:cNvPr>
          <p:cNvSpPr>
            <a:spLocks noGrp="1"/>
          </p:cNvSpPr>
          <p:nvPr/>
        </p:nvSpPr>
        <p:spPr>
          <a:xfrm>
            <a:off x="5513412" y="56257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1" name="A1_bar_Cryo_14434">
            <a:extLst>
              <a:ext uri="{FF2B5EF4-FFF2-40B4-BE49-F238E27FC236}">
                <a16:creationId xmlns:a16="http://schemas.microsoft.com/office/drawing/2014/main" id="{0BA1C115-A237-4970-B220-6E42A568E35C}"/>
              </a:ext>
            </a:extLst>
          </p:cNvPr>
          <p:cNvSpPr>
            <a:spLocks noGrp="1"/>
          </p:cNvSpPr>
          <p:nvPr/>
        </p:nvSpPr>
        <p:spPr>
          <a:xfrm>
            <a:off x="538392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2" name="A1_bar_Cryo_14435">
            <a:extLst>
              <a:ext uri="{FF2B5EF4-FFF2-40B4-BE49-F238E27FC236}">
                <a16:creationId xmlns:a16="http://schemas.microsoft.com/office/drawing/2014/main" id="{6051DBF9-C015-4DAD-AAA0-E7309B73821B}"/>
              </a:ext>
            </a:extLst>
          </p:cNvPr>
          <p:cNvSpPr>
            <a:spLocks noGrp="1"/>
          </p:cNvSpPr>
          <p:nvPr/>
        </p:nvSpPr>
        <p:spPr>
          <a:xfrm>
            <a:off x="547889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3" name="A1_bar_Cryo_14436">
            <a:extLst>
              <a:ext uri="{FF2B5EF4-FFF2-40B4-BE49-F238E27FC236}">
                <a16:creationId xmlns:a16="http://schemas.microsoft.com/office/drawing/2014/main" id="{586EB6C0-53E4-436C-8A86-C7B17E917C00}"/>
              </a:ext>
            </a:extLst>
          </p:cNvPr>
          <p:cNvSpPr>
            <a:spLocks noGrp="1"/>
          </p:cNvSpPr>
          <p:nvPr/>
        </p:nvSpPr>
        <p:spPr>
          <a:xfrm>
            <a:off x="551687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4" name="A1_bar_Cryo_14437">
            <a:extLst>
              <a:ext uri="{FF2B5EF4-FFF2-40B4-BE49-F238E27FC236}">
                <a16:creationId xmlns:a16="http://schemas.microsoft.com/office/drawing/2014/main" id="{42899C3E-546B-4605-A317-A4F020213B54}"/>
              </a:ext>
            </a:extLst>
          </p:cNvPr>
          <p:cNvSpPr>
            <a:spLocks noGrp="1"/>
          </p:cNvSpPr>
          <p:nvPr/>
        </p:nvSpPr>
        <p:spPr>
          <a:xfrm>
            <a:off x="542602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5" name="A1_bar_Cryo_14438">
            <a:extLst>
              <a:ext uri="{FF2B5EF4-FFF2-40B4-BE49-F238E27FC236}">
                <a16:creationId xmlns:a16="http://schemas.microsoft.com/office/drawing/2014/main" id="{8E647BAE-5268-4A7A-9DCD-335BE3496783}"/>
              </a:ext>
            </a:extLst>
          </p:cNvPr>
          <p:cNvSpPr>
            <a:spLocks noGrp="1"/>
          </p:cNvSpPr>
          <p:nvPr/>
        </p:nvSpPr>
        <p:spPr>
          <a:xfrm>
            <a:off x="54035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6" name="A1_bar_Cryo_14439">
            <a:extLst>
              <a:ext uri="{FF2B5EF4-FFF2-40B4-BE49-F238E27FC236}">
                <a16:creationId xmlns:a16="http://schemas.microsoft.com/office/drawing/2014/main" id="{F626BEE7-FA0E-459C-8C78-4A0D78F41D32}"/>
              </a:ext>
            </a:extLst>
          </p:cNvPr>
          <p:cNvSpPr>
            <a:spLocks noGrp="1"/>
          </p:cNvSpPr>
          <p:nvPr/>
        </p:nvSpPr>
        <p:spPr>
          <a:xfrm>
            <a:off x="5325804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7" name="A1_bar_Cryo_14440">
            <a:extLst>
              <a:ext uri="{FF2B5EF4-FFF2-40B4-BE49-F238E27FC236}">
                <a16:creationId xmlns:a16="http://schemas.microsoft.com/office/drawing/2014/main" id="{B87674D3-50FA-49CA-A9AD-D3BB6D002FB9}"/>
              </a:ext>
            </a:extLst>
          </p:cNvPr>
          <p:cNvSpPr>
            <a:spLocks noGrp="1"/>
          </p:cNvSpPr>
          <p:nvPr/>
        </p:nvSpPr>
        <p:spPr>
          <a:xfrm>
            <a:off x="5324325" y="30707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8" name="A1_bar_Cryo_14441">
            <a:extLst>
              <a:ext uri="{FF2B5EF4-FFF2-40B4-BE49-F238E27FC236}">
                <a16:creationId xmlns:a16="http://schemas.microsoft.com/office/drawing/2014/main" id="{7719F204-A593-4B2E-94CB-42D7C84727E6}"/>
              </a:ext>
            </a:extLst>
          </p:cNvPr>
          <p:cNvSpPr>
            <a:spLocks noGrp="1"/>
          </p:cNvSpPr>
          <p:nvPr/>
        </p:nvSpPr>
        <p:spPr>
          <a:xfrm>
            <a:off x="541837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9" name="A1_bar_Cryo_14442">
            <a:extLst>
              <a:ext uri="{FF2B5EF4-FFF2-40B4-BE49-F238E27FC236}">
                <a16:creationId xmlns:a16="http://schemas.microsoft.com/office/drawing/2014/main" id="{159F0DDC-CBEB-4B18-8D4C-15B25BBA846B}"/>
              </a:ext>
            </a:extLst>
          </p:cNvPr>
          <p:cNvSpPr>
            <a:spLocks noGrp="1"/>
          </p:cNvSpPr>
          <p:nvPr/>
        </p:nvSpPr>
        <p:spPr>
          <a:xfrm>
            <a:off x="5496930" y="55033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0" name="A1_bar_Cryo_14443">
            <a:extLst>
              <a:ext uri="{FF2B5EF4-FFF2-40B4-BE49-F238E27FC236}">
                <a16:creationId xmlns:a16="http://schemas.microsoft.com/office/drawing/2014/main" id="{BF354BE4-442E-460F-859C-5989147BF8C0}"/>
              </a:ext>
            </a:extLst>
          </p:cNvPr>
          <p:cNvSpPr>
            <a:spLocks noGrp="1"/>
          </p:cNvSpPr>
          <p:nvPr/>
        </p:nvSpPr>
        <p:spPr>
          <a:xfrm>
            <a:off x="547958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1" name="A1_bar_Cryo_14444">
            <a:extLst>
              <a:ext uri="{FF2B5EF4-FFF2-40B4-BE49-F238E27FC236}">
                <a16:creationId xmlns:a16="http://schemas.microsoft.com/office/drawing/2014/main" id="{CD138FD8-D0E9-439C-9333-146ED460791B}"/>
              </a:ext>
            </a:extLst>
          </p:cNvPr>
          <p:cNvSpPr>
            <a:spLocks noGrp="1"/>
          </p:cNvSpPr>
          <p:nvPr/>
        </p:nvSpPr>
        <p:spPr>
          <a:xfrm>
            <a:off x="5432063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2" name="A1_bar_Cryo_14445">
            <a:extLst>
              <a:ext uri="{FF2B5EF4-FFF2-40B4-BE49-F238E27FC236}">
                <a16:creationId xmlns:a16="http://schemas.microsoft.com/office/drawing/2014/main" id="{CE2E23FA-7C6B-493C-9C92-AE45354DD25F}"/>
              </a:ext>
            </a:extLst>
          </p:cNvPr>
          <p:cNvSpPr>
            <a:spLocks noGrp="1"/>
          </p:cNvSpPr>
          <p:nvPr/>
        </p:nvSpPr>
        <p:spPr>
          <a:xfrm>
            <a:off x="5393157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3" name="A1_bar_Cryo_14446">
            <a:extLst>
              <a:ext uri="{FF2B5EF4-FFF2-40B4-BE49-F238E27FC236}">
                <a16:creationId xmlns:a16="http://schemas.microsoft.com/office/drawing/2014/main" id="{1458471F-1B78-40CF-8B07-A5D7E54AEDF7}"/>
              </a:ext>
            </a:extLst>
          </p:cNvPr>
          <p:cNvSpPr>
            <a:spLocks noGrp="1"/>
          </p:cNvSpPr>
          <p:nvPr/>
        </p:nvSpPr>
        <p:spPr>
          <a:xfrm>
            <a:off x="54724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4" name="A1_bar_Cryo_14447">
            <a:extLst>
              <a:ext uri="{FF2B5EF4-FFF2-40B4-BE49-F238E27FC236}">
                <a16:creationId xmlns:a16="http://schemas.microsoft.com/office/drawing/2014/main" id="{C5561247-ACF1-4197-A082-8BEC6381F0C6}"/>
              </a:ext>
            </a:extLst>
          </p:cNvPr>
          <p:cNvSpPr>
            <a:spLocks noGrp="1"/>
          </p:cNvSpPr>
          <p:nvPr/>
        </p:nvSpPr>
        <p:spPr>
          <a:xfrm>
            <a:off x="5508941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5" name="A1_bar_Cryo_14448">
            <a:extLst>
              <a:ext uri="{FF2B5EF4-FFF2-40B4-BE49-F238E27FC236}">
                <a16:creationId xmlns:a16="http://schemas.microsoft.com/office/drawing/2014/main" id="{670FA463-8EB3-46C4-AB66-07AFC5AFDD04}"/>
              </a:ext>
            </a:extLst>
          </p:cNvPr>
          <p:cNvSpPr>
            <a:spLocks noGrp="1"/>
          </p:cNvSpPr>
          <p:nvPr/>
        </p:nvSpPr>
        <p:spPr>
          <a:xfrm>
            <a:off x="5395008" y="5398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6" name="A1_bar_Cryo_14449">
            <a:extLst>
              <a:ext uri="{FF2B5EF4-FFF2-40B4-BE49-F238E27FC236}">
                <a16:creationId xmlns:a16="http://schemas.microsoft.com/office/drawing/2014/main" id="{66ED5244-4D06-4353-89DE-8AA765DB14A6}"/>
              </a:ext>
            </a:extLst>
          </p:cNvPr>
          <p:cNvSpPr>
            <a:spLocks noGrp="1"/>
          </p:cNvSpPr>
          <p:nvPr/>
        </p:nvSpPr>
        <p:spPr>
          <a:xfrm>
            <a:off x="5341546" y="52193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7" name="A1_bar_Cryo_14450">
            <a:extLst>
              <a:ext uri="{FF2B5EF4-FFF2-40B4-BE49-F238E27FC236}">
                <a16:creationId xmlns:a16="http://schemas.microsoft.com/office/drawing/2014/main" id="{5103D5F6-83AF-4BB2-9CD1-5DFB0F5847A9}"/>
              </a:ext>
            </a:extLst>
          </p:cNvPr>
          <p:cNvSpPr>
            <a:spLocks noGrp="1"/>
          </p:cNvSpPr>
          <p:nvPr/>
        </p:nvSpPr>
        <p:spPr>
          <a:xfrm>
            <a:off x="5473106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8" name="A1_bar_Cryo_14451">
            <a:extLst>
              <a:ext uri="{FF2B5EF4-FFF2-40B4-BE49-F238E27FC236}">
                <a16:creationId xmlns:a16="http://schemas.microsoft.com/office/drawing/2014/main" id="{3F23E37C-2D83-479C-B7E8-68C71806A540}"/>
              </a:ext>
            </a:extLst>
          </p:cNvPr>
          <p:cNvSpPr>
            <a:spLocks noGrp="1"/>
          </p:cNvSpPr>
          <p:nvPr/>
        </p:nvSpPr>
        <p:spPr>
          <a:xfrm>
            <a:off x="549691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9" name="A1_bar_Cryo_14452">
            <a:extLst>
              <a:ext uri="{FF2B5EF4-FFF2-40B4-BE49-F238E27FC236}">
                <a16:creationId xmlns:a16="http://schemas.microsoft.com/office/drawing/2014/main" id="{97D90CC7-7128-4D68-B6B8-27CB2971BBEE}"/>
              </a:ext>
            </a:extLst>
          </p:cNvPr>
          <p:cNvSpPr>
            <a:spLocks noGrp="1"/>
          </p:cNvSpPr>
          <p:nvPr/>
        </p:nvSpPr>
        <p:spPr>
          <a:xfrm>
            <a:off x="536271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0" name="A1_bar_Cryo_14453">
            <a:extLst>
              <a:ext uri="{FF2B5EF4-FFF2-40B4-BE49-F238E27FC236}">
                <a16:creationId xmlns:a16="http://schemas.microsoft.com/office/drawing/2014/main" id="{5E1A0A65-126D-4218-854D-DF792804214C}"/>
              </a:ext>
            </a:extLst>
          </p:cNvPr>
          <p:cNvSpPr>
            <a:spLocks noGrp="1"/>
          </p:cNvSpPr>
          <p:nvPr/>
        </p:nvSpPr>
        <p:spPr>
          <a:xfrm>
            <a:off x="5428340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1" name="A1_bar_Cryo_14454">
            <a:extLst>
              <a:ext uri="{FF2B5EF4-FFF2-40B4-BE49-F238E27FC236}">
                <a16:creationId xmlns:a16="http://schemas.microsoft.com/office/drawing/2014/main" id="{54A399AB-944A-4A11-8FA6-5407D0CDB9DE}"/>
              </a:ext>
            </a:extLst>
          </p:cNvPr>
          <p:cNvSpPr>
            <a:spLocks noGrp="1"/>
          </p:cNvSpPr>
          <p:nvPr/>
        </p:nvSpPr>
        <p:spPr>
          <a:xfrm>
            <a:off x="541829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2" name="A1_bar_Cryo_14455">
            <a:extLst>
              <a:ext uri="{FF2B5EF4-FFF2-40B4-BE49-F238E27FC236}">
                <a16:creationId xmlns:a16="http://schemas.microsoft.com/office/drawing/2014/main" id="{E844FEDA-0452-44F7-89E6-8C5CB2106E2B}"/>
              </a:ext>
            </a:extLst>
          </p:cNvPr>
          <p:cNvSpPr>
            <a:spLocks noGrp="1"/>
          </p:cNvSpPr>
          <p:nvPr/>
        </p:nvSpPr>
        <p:spPr>
          <a:xfrm>
            <a:off x="545981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3" name="A1_bar_Cryo_14456">
            <a:extLst>
              <a:ext uri="{FF2B5EF4-FFF2-40B4-BE49-F238E27FC236}">
                <a16:creationId xmlns:a16="http://schemas.microsoft.com/office/drawing/2014/main" id="{88F294E4-15F8-4534-BCEE-7821B326BA8C}"/>
              </a:ext>
            </a:extLst>
          </p:cNvPr>
          <p:cNvSpPr>
            <a:spLocks noGrp="1"/>
          </p:cNvSpPr>
          <p:nvPr/>
        </p:nvSpPr>
        <p:spPr>
          <a:xfrm>
            <a:off x="53692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4" name="A1_bar_Cryo_14457">
            <a:extLst>
              <a:ext uri="{FF2B5EF4-FFF2-40B4-BE49-F238E27FC236}">
                <a16:creationId xmlns:a16="http://schemas.microsoft.com/office/drawing/2014/main" id="{03D2EDE0-05EB-478B-B29A-4263FEBF0C36}"/>
              </a:ext>
            </a:extLst>
          </p:cNvPr>
          <p:cNvSpPr>
            <a:spLocks noGrp="1"/>
          </p:cNvSpPr>
          <p:nvPr/>
        </p:nvSpPr>
        <p:spPr>
          <a:xfrm>
            <a:off x="55099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5" name="A1_bar_Cryo_14458">
            <a:extLst>
              <a:ext uri="{FF2B5EF4-FFF2-40B4-BE49-F238E27FC236}">
                <a16:creationId xmlns:a16="http://schemas.microsoft.com/office/drawing/2014/main" id="{D04B08E1-6339-4205-91EE-F52051CBC039}"/>
              </a:ext>
            </a:extLst>
          </p:cNvPr>
          <p:cNvSpPr>
            <a:spLocks noGrp="1"/>
          </p:cNvSpPr>
          <p:nvPr/>
        </p:nvSpPr>
        <p:spPr>
          <a:xfrm>
            <a:off x="53723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6" name="A1_bar_Cryo_14459">
            <a:extLst>
              <a:ext uri="{FF2B5EF4-FFF2-40B4-BE49-F238E27FC236}">
                <a16:creationId xmlns:a16="http://schemas.microsoft.com/office/drawing/2014/main" id="{E055D2DC-E77D-4E7A-AEA5-BF833CB8414E}"/>
              </a:ext>
            </a:extLst>
          </p:cNvPr>
          <p:cNvSpPr>
            <a:spLocks noGrp="1"/>
          </p:cNvSpPr>
          <p:nvPr/>
        </p:nvSpPr>
        <p:spPr>
          <a:xfrm>
            <a:off x="54155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7" name="A1_bar_Cryo_14460">
            <a:extLst>
              <a:ext uri="{FF2B5EF4-FFF2-40B4-BE49-F238E27FC236}">
                <a16:creationId xmlns:a16="http://schemas.microsoft.com/office/drawing/2014/main" id="{4C5E401D-9415-4A03-8993-D570B74AD80C}"/>
              </a:ext>
            </a:extLst>
          </p:cNvPr>
          <p:cNvSpPr>
            <a:spLocks noGrp="1"/>
          </p:cNvSpPr>
          <p:nvPr/>
        </p:nvSpPr>
        <p:spPr>
          <a:xfrm>
            <a:off x="532322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8" name="A1_bar_Cryo_14461">
            <a:extLst>
              <a:ext uri="{FF2B5EF4-FFF2-40B4-BE49-F238E27FC236}">
                <a16:creationId xmlns:a16="http://schemas.microsoft.com/office/drawing/2014/main" id="{842597F9-1850-48B8-80FD-5628E3BDB0B2}"/>
              </a:ext>
            </a:extLst>
          </p:cNvPr>
          <p:cNvSpPr>
            <a:spLocks noGrp="1"/>
          </p:cNvSpPr>
          <p:nvPr/>
        </p:nvSpPr>
        <p:spPr>
          <a:xfrm>
            <a:off x="5345186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9" name="A1_bar_Cryo_14462">
            <a:extLst>
              <a:ext uri="{FF2B5EF4-FFF2-40B4-BE49-F238E27FC236}">
                <a16:creationId xmlns:a16="http://schemas.microsoft.com/office/drawing/2014/main" id="{B5D19A61-F382-4F19-836B-AE41D66E266C}"/>
              </a:ext>
            </a:extLst>
          </p:cNvPr>
          <p:cNvSpPr>
            <a:spLocks noGrp="1"/>
          </p:cNvSpPr>
          <p:nvPr/>
        </p:nvSpPr>
        <p:spPr>
          <a:xfrm>
            <a:off x="543701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0" name="A1_bar_Cryo_14463">
            <a:extLst>
              <a:ext uri="{FF2B5EF4-FFF2-40B4-BE49-F238E27FC236}">
                <a16:creationId xmlns:a16="http://schemas.microsoft.com/office/drawing/2014/main" id="{F676858F-22EB-4459-9B9D-791D8F7CE75B}"/>
              </a:ext>
            </a:extLst>
          </p:cNvPr>
          <p:cNvSpPr>
            <a:spLocks noGrp="1"/>
          </p:cNvSpPr>
          <p:nvPr/>
        </p:nvSpPr>
        <p:spPr>
          <a:xfrm>
            <a:off x="550453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1" name="A1_bar_Cryo_14464">
            <a:extLst>
              <a:ext uri="{FF2B5EF4-FFF2-40B4-BE49-F238E27FC236}">
                <a16:creationId xmlns:a16="http://schemas.microsoft.com/office/drawing/2014/main" id="{FBCCC076-FB68-4098-8D9D-F68728F801B7}"/>
              </a:ext>
            </a:extLst>
          </p:cNvPr>
          <p:cNvSpPr>
            <a:spLocks noGrp="1"/>
          </p:cNvSpPr>
          <p:nvPr/>
        </p:nvSpPr>
        <p:spPr>
          <a:xfrm>
            <a:off x="54965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2" name="A1_bar_Cryo_14465">
            <a:extLst>
              <a:ext uri="{FF2B5EF4-FFF2-40B4-BE49-F238E27FC236}">
                <a16:creationId xmlns:a16="http://schemas.microsoft.com/office/drawing/2014/main" id="{9845D30C-A4E9-431D-B4AD-CA0210DBF741}"/>
              </a:ext>
            </a:extLst>
          </p:cNvPr>
          <p:cNvSpPr>
            <a:spLocks noGrp="1"/>
          </p:cNvSpPr>
          <p:nvPr/>
        </p:nvSpPr>
        <p:spPr>
          <a:xfrm>
            <a:off x="5496614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3" name="A1_bar_Cryo_14466">
            <a:extLst>
              <a:ext uri="{FF2B5EF4-FFF2-40B4-BE49-F238E27FC236}">
                <a16:creationId xmlns:a16="http://schemas.microsoft.com/office/drawing/2014/main" id="{65A56DE7-7770-4F6A-B60F-DFBBB50B9BAE}"/>
              </a:ext>
            </a:extLst>
          </p:cNvPr>
          <p:cNvSpPr>
            <a:spLocks noGrp="1"/>
          </p:cNvSpPr>
          <p:nvPr/>
        </p:nvSpPr>
        <p:spPr>
          <a:xfrm>
            <a:off x="54165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4" name="A1_bar_Cryo_14467">
            <a:extLst>
              <a:ext uri="{FF2B5EF4-FFF2-40B4-BE49-F238E27FC236}">
                <a16:creationId xmlns:a16="http://schemas.microsoft.com/office/drawing/2014/main" id="{D0D350FB-ED3A-406D-91E3-8B099EDD4F55}"/>
              </a:ext>
            </a:extLst>
          </p:cNvPr>
          <p:cNvSpPr>
            <a:spLocks noGrp="1"/>
          </p:cNvSpPr>
          <p:nvPr/>
        </p:nvSpPr>
        <p:spPr>
          <a:xfrm>
            <a:off x="5412173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5" name="A1_bar_Cryo_14468">
            <a:extLst>
              <a:ext uri="{FF2B5EF4-FFF2-40B4-BE49-F238E27FC236}">
                <a16:creationId xmlns:a16="http://schemas.microsoft.com/office/drawing/2014/main" id="{42D8E649-59BA-4101-B2E5-536F699F32E1}"/>
              </a:ext>
            </a:extLst>
          </p:cNvPr>
          <p:cNvSpPr>
            <a:spLocks noGrp="1"/>
          </p:cNvSpPr>
          <p:nvPr/>
        </p:nvSpPr>
        <p:spPr>
          <a:xfrm>
            <a:off x="5458617" y="36586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6" name="A1_bar_Cryo_14469">
            <a:extLst>
              <a:ext uri="{FF2B5EF4-FFF2-40B4-BE49-F238E27FC236}">
                <a16:creationId xmlns:a16="http://schemas.microsoft.com/office/drawing/2014/main" id="{E67B2F0B-5172-440C-8EB7-44FD8A683D96}"/>
              </a:ext>
            </a:extLst>
          </p:cNvPr>
          <p:cNvSpPr>
            <a:spLocks noGrp="1"/>
          </p:cNvSpPr>
          <p:nvPr/>
        </p:nvSpPr>
        <p:spPr>
          <a:xfrm>
            <a:off x="54970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7" name="A1_bar_Cryo_14470">
            <a:extLst>
              <a:ext uri="{FF2B5EF4-FFF2-40B4-BE49-F238E27FC236}">
                <a16:creationId xmlns:a16="http://schemas.microsoft.com/office/drawing/2014/main" id="{12B36AE3-6736-4B4C-9176-957B8D4304A0}"/>
              </a:ext>
            </a:extLst>
          </p:cNvPr>
          <p:cNvSpPr>
            <a:spLocks noGrp="1"/>
          </p:cNvSpPr>
          <p:nvPr/>
        </p:nvSpPr>
        <p:spPr>
          <a:xfrm>
            <a:off x="54200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8" name="A1_bar_Cryo_14471">
            <a:extLst>
              <a:ext uri="{FF2B5EF4-FFF2-40B4-BE49-F238E27FC236}">
                <a16:creationId xmlns:a16="http://schemas.microsoft.com/office/drawing/2014/main" id="{6E373217-0F25-454A-B64F-E0405A8FC426}"/>
              </a:ext>
            </a:extLst>
          </p:cNvPr>
          <p:cNvSpPr>
            <a:spLocks noGrp="1"/>
          </p:cNvSpPr>
          <p:nvPr/>
        </p:nvSpPr>
        <p:spPr>
          <a:xfrm>
            <a:off x="5478170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9" name="A1_bar_Cryo_14472">
            <a:extLst>
              <a:ext uri="{FF2B5EF4-FFF2-40B4-BE49-F238E27FC236}">
                <a16:creationId xmlns:a16="http://schemas.microsoft.com/office/drawing/2014/main" id="{7BB1B976-C548-468F-9A96-3F2CCE5A48AC}"/>
              </a:ext>
            </a:extLst>
          </p:cNvPr>
          <p:cNvSpPr>
            <a:spLocks noGrp="1"/>
          </p:cNvSpPr>
          <p:nvPr/>
        </p:nvSpPr>
        <p:spPr>
          <a:xfrm>
            <a:off x="5498524" y="52360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0" name="A1_bar_Cryo_14473">
            <a:extLst>
              <a:ext uri="{FF2B5EF4-FFF2-40B4-BE49-F238E27FC236}">
                <a16:creationId xmlns:a16="http://schemas.microsoft.com/office/drawing/2014/main" id="{892A562C-2265-475A-BDF0-B1F04AA3665D}"/>
              </a:ext>
            </a:extLst>
          </p:cNvPr>
          <p:cNvSpPr>
            <a:spLocks noGrp="1"/>
          </p:cNvSpPr>
          <p:nvPr/>
        </p:nvSpPr>
        <p:spPr>
          <a:xfrm>
            <a:off x="55003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1" name="A1_bar_Cryo_14474">
            <a:extLst>
              <a:ext uri="{FF2B5EF4-FFF2-40B4-BE49-F238E27FC236}">
                <a16:creationId xmlns:a16="http://schemas.microsoft.com/office/drawing/2014/main" id="{73A85FE1-7E33-40D7-9205-CC16DDD8F715}"/>
              </a:ext>
            </a:extLst>
          </p:cNvPr>
          <p:cNvSpPr>
            <a:spLocks noGrp="1"/>
          </p:cNvSpPr>
          <p:nvPr/>
        </p:nvSpPr>
        <p:spPr>
          <a:xfrm>
            <a:off x="5432487" y="448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2" name="A1_bar_Cryo_14475">
            <a:extLst>
              <a:ext uri="{FF2B5EF4-FFF2-40B4-BE49-F238E27FC236}">
                <a16:creationId xmlns:a16="http://schemas.microsoft.com/office/drawing/2014/main" id="{607B4857-E1B9-480B-B21F-BEBC6A54B3B0}"/>
              </a:ext>
            </a:extLst>
          </p:cNvPr>
          <p:cNvSpPr>
            <a:spLocks noGrp="1"/>
          </p:cNvSpPr>
          <p:nvPr/>
        </p:nvSpPr>
        <p:spPr>
          <a:xfrm>
            <a:off x="5351746" y="37806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3" name="A1_bar_Cryo_14476">
            <a:extLst>
              <a:ext uri="{FF2B5EF4-FFF2-40B4-BE49-F238E27FC236}">
                <a16:creationId xmlns:a16="http://schemas.microsoft.com/office/drawing/2014/main" id="{C42BE58C-DED6-4670-B931-CA2173D42666}"/>
              </a:ext>
            </a:extLst>
          </p:cNvPr>
          <p:cNvSpPr>
            <a:spLocks noGrp="1"/>
          </p:cNvSpPr>
          <p:nvPr/>
        </p:nvSpPr>
        <p:spPr>
          <a:xfrm>
            <a:off x="531441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4" name="A1_bar_Cryo_14477">
            <a:extLst>
              <a:ext uri="{FF2B5EF4-FFF2-40B4-BE49-F238E27FC236}">
                <a16:creationId xmlns:a16="http://schemas.microsoft.com/office/drawing/2014/main" id="{2011DC0E-588E-4361-BFC9-4D434BA933EB}"/>
              </a:ext>
            </a:extLst>
          </p:cNvPr>
          <p:cNvSpPr>
            <a:spLocks noGrp="1"/>
          </p:cNvSpPr>
          <p:nvPr/>
        </p:nvSpPr>
        <p:spPr>
          <a:xfrm>
            <a:off x="5389695" y="422815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5" name="A1_bar_Cryo_14478">
            <a:extLst>
              <a:ext uri="{FF2B5EF4-FFF2-40B4-BE49-F238E27FC236}">
                <a16:creationId xmlns:a16="http://schemas.microsoft.com/office/drawing/2014/main" id="{D9595E10-862D-407E-92EC-141116946956}"/>
              </a:ext>
            </a:extLst>
          </p:cNvPr>
          <p:cNvSpPr>
            <a:spLocks noGrp="1"/>
          </p:cNvSpPr>
          <p:nvPr/>
        </p:nvSpPr>
        <p:spPr>
          <a:xfrm>
            <a:off x="5491803" y="45016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6" name="A1_bar_Cryo_14479">
            <a:extLst>
              <a:ext uri="{FF2B5EF4-FFF2-40B4-BE49-F238E27FC236}">
                <a16:creationId xmlns:a16="http://schemas.microsoft.com/office/drawing/2014/main" id="{EBCB7636-71C7-4F56-82D6-E1DF1F636526}"/>
              </a:ext>
            </a:extLst>
          </p:cNvPr>
          <p:cNvSpPr>
            <a:spLocks noGrp="1"/>
          </p:cNvSpPr>
          <p:nvPr/>
        </p:nvSpPr>
        <p:spPr>
          <a:xfrm>
            <a:off x="541875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7" name="A1_bar_Cryo_14480">
            <a:extLst>
              <a:ext uri="{FF2B5EF4-FFF2-40B4-BE49-F238E27FC236}">
                <a16:creationId xmlns:a16="http://schemas.microsoft.com/office/drawing/2014/main" id="{D38E57A6-AC05-4DFC-8BC4-B06BEC1DADCF}"/>
              </a:ext>
            </a:extLst>
          </p:cNvPr>
          <p:cNvSpPr>
            <a:spLocks noGrp="1"/>
          </p:cNvSpPr>
          <p:nvPr/>
        </p:nvSpPr>
        <p:spPr>
          <a:xfrm>
            <a:off x="5344832" y="60055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8" name="A1_bar_Cryo_14481">
            <a:extLst>
              <a:ext uri="{FF2B5EF4-FFF2-40B4-BE49-F238E27FC236}">
                <a16:creationId xmlns:a16="http://schemas.microsoft.com/office/drawing/2014/main" id="{1EBEA0C8-30F8-4A76-A297-6ABAA22E6E07}"/>
              </a:ext>
            </a:extLst>
          </p:cNvPr>
          <p:cNvSpPr>
            <a:spLocks noGrp="1"/>
          </p:cNvSpPr>
          <p:nvPr/>
        </p:nvSpPr>
        <p:spPr>
          <a:xfrm>
            <a:off x="550599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9" name="A1_bar_Cryo_14482">
            <a:extLst>
              <a:ext uri="{FF2B5EF4-FFF2-40B4-BE49-F238E27FC236}">
                <a16:creationId xmlns:a16="http://schemas.microsoft.com/office/drawing/2014/main" id="{77ACB81C-CC11-4727-B255-D3F9D76EE52E}"/>
              </a:ext>
            </a:extLst>
          </p:cNvPr>
          <p:cNvSpPr>
            <a:spLocks noGrp="1"/>
          </p:cNvSpPr>
          <p:nvPr/>
        </p:nvSpPr>
        <p:spPr>
          <a:xfrm>
            <a:off x="538655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0" name="A1_bar_Cryo_14483">
            <a:extLst>
              <a:ext uri="{FF2B5EF4-FFF2-40B4-BE49-F238E27FC236}">
                <a16:creationId xmlns:a16="http://schemas.microsoft.com/office/drawing/2014/main" id="{BBCCEB93-E1E0-4D7D-9AD6-3B1B6022229B}"/>
              </a:ext>
            </a:extLst>
          </p:cNvPr>
          <p:cNvSpPr>
            <a:spLocks noGrp="1"/>
          </p:cNvSpPr>
          <p:nvPr/>
        </p:nvSpPr>
        <p:spPr>
          <a:xfrm>
            <a:off x="531666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1" name="A1_bar_Cryo_14484">
            <a:extLst>
              <a:ext uri="{FF2B5EF4-FFF2-40B4-BE49-F238E27FC236}">
                <a16:creationId xmlns:a16="http://schemas.microsoft.com/office/drawing/2014/main" id="{B20D9923-CA5F-4261-9B98-26F96237141D}"/>
              </a:ext>
            </a:extLst>
          </p:cNvPr>
          <p:cNvSpPr>
            <a:spLocks noGrp="1"/>
          </p:cNvSpPr>
          <p:nvPr/>
        </p:nvSpPr>
        <p:spPr>
          <a:xfrm>
            <a:off x="544213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2" name="A1_bar_Cryo_14485">
            <a:extLst>
              <a:ext uri="{FF2B5EF4-FFF2-40B4-BE49-F238E27FC236}">
                <a16:creationId xmlns:a16="http://schemas.microsoft.com/office/drawing/2014/main" id="{1D10AF53-EF37-4F34-B144-9564ABC4C73A}"/>
              </a:ext>
            </a:extLst>
          </p:cNvPr>
          <p:cNvSpPr>
            <a:spLocks noGrp="1"/>
          </p:cNvSpPr>
          <p:nvPr/>
        </p:nvSpPr>
        <p:spPr>
          <a:xfrm>
            <a:off x="54672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3" name="A1_bar_Cryo_14486">
            <a:extLst>
              <a:ext uri="{FF2B5EF4-FFF2-40B4-BE49-F238E27FC236}">
                <a16:creationId xmlns:a16="http://schemas.microsoft.com/office/drawing/2014/main" id="{6C5C95D8-AAE3-4E15-851C-423E032D5FAD}"/>
              </a:ext>
            </a:extLst>
          </p:cNvPr>
          <p:cNvSpPr>
            <a:spLocks noGrp="1"/>
          </p:cNvSpPr>
          <p:nvPr/>
        </p:nvSpPr>
        <p:spPr>
          <a:xfrm>
            <a:off x="542875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4" name="A1_bar_Cryo_14487">
            <a:extLst>
              <a:ext uri="{FF2B5EF4-FFF2-40B4-BE49-F238E27FC236}">
                <a16:creationId xmlns:a16="http://schemas.microsoft.com/office/drawing/2014/main" id="{C534E864-FD96-4807-B393-546D61373B7D}"/>
              </a:ext>
            </a:extLst>
          </p:cNvPr>
          <p:cNvSpPr>
            <a:spLocks noGrp="1"/>
          </p:cNvSpPr>
          <p:nvPr/>
        </p:nvSpPr>
        <p:spPr>
          <a:xfrm>
            <a:off x="53578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5" name="A1_bar_Cryo_14488">
            <a:extLst>
              <a:ext uri="{FF2B5EF4-FFF2-40B4-BE49-F238E27FC236}">
                <a16:creationId xmlns:a16="http://schemas.microsoft.com/office/drawing/2014/main" id="{C465358E-D008-4A18-80A3-5713C129B961}"/>
              </a:ext>
            </a:extLst>
          </p:cNvPr>
          <p:cNvSpPr>
            <a:spLocks noGrp="1"/>
          </p:cNvSpPr>
          <p:nvPr/>
        </p:nvSpPr>
        <p:spPr>
          <a:xfrm>
            <a:off x="5428260" y="56219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6" name="A1_bar_Cryo_14489">
            <a:extLst>
              <a:ext uri="{FF2B5EF4-FFF2-40B4-BE49-F238E27FC236}">
                <a16:creationId xmlns:a16="http://schemas.microsoft.com/office/drawing/2014/main" id="{DA9D3586-675E-45C3-82EA-DC2208411681}"/>
              </a:ext>
            </a:extLst>
          </p:cNvPr>
          <p:cNvSpPr>
            <a:spLocks noGrp="1"/>
          </p:cNvSpPr>
          <p:nvPr/>
        </p:nvSpPr>
        <p:spPr>
          <a:xfrm>
            <a:off x="548700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7" name="A1_bar_Cryo_14490">
            <a:extLst>
              <a:ext uri="{FF2B5EF4-FFF2-40B4-BE49-F238E27FC236}">
                <a16:creationId xmlns:a16="http://schemas.microsoft.com/office/drawing/2014/main" id="{92E18242-9A91-4219-8586-C5466C030144}"/>
              </a:ext>
            </a:extLst>
          </p:cNvPr>
          <p:cNvSpPr>
            <a:spLocks noGrp="1"/>
          </p:cNvSpPr>
          <p:nvPr/>
        </p:nvSpPr>
        <p:spPr>
          <a:xfrm>
            <a:off x="540914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8" name="A1_bar_Cryo_14491">
            <a:extLst>
              <a:ext uri="{FF2B5EF4-FFF2-40B4-BE49-F238E27FC236}">
                <a16:creationId xmlns:a16="http://schemas.microsoft.com/office/drawing/2014/main" id="{00FA8B85-8A47-4849-B3BC-A4E3C6A3986A}"/>
              </a:ext>
            </a:extLst>
          </p:cNvPr>
          <p:cNvSpPr>
            <a:spLocks noGrp="1"/>
          </p:cNvSpPr>
          <p:nvPr/>
        </p:nvSpPr>
        <p:spPr>
          <a:xfrm>
            <a:off x="5430273" y="55675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9" name="A1_bar_Cryo_14492">
            <a:extLst>
              <a:ext uri="{FF2B5EF4-FFF2-40B4-BE49-F238E27FC236}">
                <a16:creationId xmlns:a16="http://schemas.microsoft.com/office/drawing/2014/main" id="{F0601AB6-16F7-4A15-AD74-2CFDCA48081A}"/>
              </a:ext>
            </a:extLst>
          </p:cNvPr>
          <p:cNvSpPr>
            <a:spLocks noGrp="1"/>
          </p:cNvSpPr>
          <p:nvPr/>
        </p:nvSpPr>
        <p:spPr>
          <a:xfrm>
            <a:off x="535808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0" name="A1_bar_Cryo_14493">
            <a:extLst>
              <a:ext uri="{FF2B5EF4-FFF2-40B4-BE49-F238E27FC236}">
                <a16:creationId xmlns:a16="http://schemas.microsoft.com/office/drawing/2014/main" id="{87403DCF-F845-46D9-A156-6FEB3EDC6BBE}"/>
              </a:ext>
            </a:extLst>
          </p:cNvPr>
          <p:cNvSpPr>
            <a:spLocks noGrp="1"/>
          </p:cNvSpPr>
          <p:nvPr/>
        </p:nvSpPr>
        <p:spPr>
          <a:xfrm>
            <a:off x="5358511" y="310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1" name="A1_bar_Cryo_14494">
            <a:extLst>
              <a:ext uri="{FF2B5EF4-FFF2-40B4-BE49-F238E27FC236}">
                <a16:creationId xmlns:a16="http://schemas.microsoft.com/office/drawing/2014/main" id="{728B7453-C12F-4AFE-832E-7D14D3C70DAE}"/>
              </a:ext>
            </a:extLst>
          </p:cNvPr>
          <p:cNvSpPr>
            <a:spLocks noGrp="1"/>
          </p:cNvSpPr>
          <p:nvPr/>
        </p:nvSpPr>
        <p:spPr>
          <a:xfrm>
            <a:off x="547698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2" name="A1_bar_Cryo_14495">
            <a:extLst>
              <a:ext uri="{FF2B5EF4-FFF2-40B4-BE49-F238E27FC236}">
                <a16:creationId xmlns:a16="http://schemas.microsoft.com/office/drawing/2014/main" id="{C4B937B7-BAA2-4CE5-93F8-80C5142A5F43}"/>
              </a:ext>
            </a:extLst>
          </p:cNvPr>
          <p:cNvSpPr>
            <a:spLocks noGrp="1"/>
          </p:cNvSpPr>
          <p:nvPr/>
        </p:nvSpPr>
        <p:spPr>
          <a:xfrm>
            <a:off x="540438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3" name="A1_bar_Cryo_14496">
            <a:extLst>
              <a:ext uri="{FF2B5EF4-FFF2-40B4-BE49-F238E27FC236}">
                <a16:creationId xmlns:a16="http://schemas.microsoft.com/office/drawing/2014/main" id="{5658F06B-F009-48D3-AAB0-ECE3CE3ABF7C}"/>
              </a:ext>
            </a:extLst>
          </p:cNvPr>
          <p:cNvSpPr>
            <a:spLocks noGrp="1"/>
          </p:cNvSpPr>
          <p:nvPr/>
        </p:nvSpPr>
        <p:spPr>
          <a:xfrm>
            <a:off x="542899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4" name="A1_bar_Cryo_14497">
            <a:extLst>
              <a:ext uri="{FF2B5EF4-FFF2-40B4-BE49-F238E27FC236}">
                <a16:creationId xmlns:a16="http://schemas.microsoft.com/office/drawing/2014/main" id="{D489DBE8-3012-4151-A0D1-30D83B945F15}"/>
              </a:ext>
            </a:extLst>
          </p:cNvPr>
          <p:cNvSpPr>
            <a:spLocks noGrp="1"/>
          </p:cNvSpPr>
          <p:nvPr/>
        </p:nvSpPr>
        <p:spPr>
          <a:xfrm>
            <a:off x="540663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5" name="A1_bar_Cryo_14498">
            <a:extLst>
              <a:ext uri="{FF2B5EF4-FFF2-40B4-BE49-F238E27FC236}">
                <a16:creationId xmlns:a16="http://schemas.microsoft.com/office/drawing/2014/main" id="{30DB5B6B-9893-4A8A-9783-2D078527D0A5}"/>
              </a:ext>
            </a:extLst>
          </p:cNvPr>
          <p:cNvSpPr>
            <a:spLocks noGrp="1"/>
          </p:cNvSpPr>
          <p:nvPr/>
        </p:nvSpPr>
        <p:spPr>
          <a:xfrm>
            <a:off x="5480767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6" name="A1_bar_Cryo_14499">
            <a:extLst>
              <a:ext uri="{FF2B5EF4-FFF2-40B4-BE49-F238E27FC236}">
                <a16:creationId xmlns:a16="http://schemas.microsoft.com/office/drawing/2014/main" id="{F9D0CE89-93AF-46AF-99AA-120F61E5862F}"/>
              </a:ext>
            </a:extLst>
          </p:cNvPr>
          <p:cNvSpPr>
            <a:spLocks noGrp="1"/>
          </p:cNvSpPr>
          <p:nvPr/>
        </p:nvSpPr>
        <p:spPr>
          <a:xfrm>
            <a:off x="5370893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7" name="A1_bar_Cryo_14500">
            <a:extLst>
              <a:ext uri="{FF2B5EF4-FFF2-40B4-BE49-F238E27FC236}">
                <a16:creationId xmlns:a16="http://schemas.microsoft.com/office/drawing/2014/main" id="{400CC249-EA2D-4E10-BB32-BCA9AEF4ECC4}"/>
              </a:ext>
            </a:extLst>
          </p:cNvPr>
          <p:cNvSpPr>
            <a:spLocks noGrp="1"/>
          </p:cNvSpPr>
          <p:nvPr/>
        </p:nvSpPr>
        <p:spPr>
          <a:xfrm>
            <a:off x="547554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8" name="A1_bar_Cryo_14501">
            <a:extLst>
              <a:ext uri="{FF2B5EF4-FFF2-40B4-BE49-F238E27FC236}">
                <a16:creationId xmlns:a16="http://schemas.microsoft.com/office/drawing/2014/main" id="{E1814119-3B4D-4CBE-9C67-56CDC768015E}"/>
              </a:ext>
            </a:extLst>
          </p:cNvPr>
          <p:cNvSpPr>
            <a:spLocks noGrp="1"/>
          </p:cNvSpPr>
          <p:nvPr/>
        </p:nvSpPr>
        <p:spPr>
          <a:xfrm>
            <a:off x="5478542" y="33213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9" name="A1_bar_Cryo_14502">
            <a:extLst>
              <a:ext uri="{FF2B5EF4-FFF2-40B4-BE49-F238E27FC236}">
                <a16:creationId xmlns:a16="http://schemas.microsoft.com/office/drawing/2014/main" id="{7A498CF1-D1AE-4CCE-8FB8-010335602690}"/>
              </a:ext>
            </a:extLst>
          </p:cNvPr>
          <p:cNvSpPr>
            <a:spLocks noGrp="1"/>
          </p:cNvSpPr>
          <p:nvPr/>
        </p:nvSpPr>
        <p:spPr>
          <a:xfrm>
            <a:off x="529804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0" name="A1_bar_Cryo_14503">
            <a:extLst>
              <a:ext uri="{FF2B5EF4-FFF2-40B4-BE49-F238E27FC236}">
                <a16:creationId xmlns:a16="http://schemas.microsoft.com/office/drawing/2014/main" id="{863D7336-4863-4970-A6DD-A0183D2AF105}"/>
              </a:ext>
            </a:extLst>
          </p:cNvPr>
          <p:cNvSpPr>
            <a:spLocks noGrp="1"/>
          </p:cNvSpPr>
          <p:nvPr/>
        </p:nvSpPr>
        <p:spPr>
          <a:xfrm>
            <a:off x="538105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1" name="A1_bar_Cryo_14504">
            <a:extLst>
              <a:ext uri="{FF2B5EF4-FFF2-40B4-BE49-F238E27FC236}">
                <a16:creationId xmlns:a16="http://schemas.microsoft.com/office/drawing/2014/main" id="{6B356FE4-7D74-4E86-B726-7DE6C25FF7EF}"/>
              </a:ext>
            </a:extLst>
          </p:cNvPr>
          <p:cNvSpPr>
            <a:spLocks noGrp="1"/>
          </p:cNvSpPr>
          <p:nvPr/>
        </p:nvSpPr>
        <p:spPr>
          <a:xfrm>
            <a:off x="5293015" y="384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2" name="A1_bar_Cryo_14505">
            <a:extLst>
              <a:ext uri="{FF2B5EF4-FFF2-40B4-BE49-F238E27FC236}">
                <a16:creationId xmlns:a16="http://schemas.microsoft.com/office/drawing/2014/main" id="{E7E88883-C3A5-4156-B7A5-FEF4D124A525}"/>
              </a:ext>
            </a:extLst>
          </p:cNvPr>
          <p:cNvSpPr>
            <a:spLocks noGrp="1"/>
          </p:cNvSpPr>
          <p:nvPr/>
        </p:nvSpPr>
        <p:spPr>
          <a:xfrm>
            <a:off x="547266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3" name="A1_bar_Cryo_14506">
            <a:extLst>
              <a:ext uri="{FF2B5EF4-FFF2-40B4-BE49-F238E27FC236}">
                <a16:creationId xmlns:a16="http://schemas.microsoft.com/office/drawing/2014/main" id="{F5FE8258-338D-4686-A677-4C2F36790E33}"/>
              </a:ext>
            </a:extLst>
          </p:cNvPr>
          <p:cNvSpPr>
            <a:spLocks noGrp="1"/>
          </p:cNvSpPr>
          <p:nvPr/>
        </p:nvSpPr>
        <p:spPr>
          <a:xfrm>
            <a:off x="533989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4" name="A1_bar_Cryo_14507">
            <a:extLst>
              <a:ext uri="{FF2B5EF4-FFF2-40B4-BE49-F238E27FC236}">
                <a16:creationId xmlns:a16="http://schemas.microsoft.com/office/drawing/2014/main" id="{B95A3245-FDDF-46DB-98C4-E52298D88123}"/>
              </a:ext>
            </a:extLst>
          </p:cNvPr>
          <p:cNvSpPr>
            <a:spLocks noGrp="1"/>
          </p:cNvSpPr>
          <p:nvPr/>
        </p:nvSpPr>
        <p:spPr>
          <a:xfrm>
            <a:off x="5439791" y="49444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5" name="A1_bar_Cryo_14508">
            <a:extLst>
              <a:ext uri="{FF2B5EF4-FFF2-40B4-BE49-F238E27FC236}">
                <a16:creationId xmlns:a16="http://schemas.microsoft.com/office/drawing/2014/main" id="{EF374AB9-1C8B-4054-8E37-CB088BFA6905}"/>
              </a:ext>
            </a:extLst>
          </p:cNvPr>
          <p:cNvSpPr>
            <a:spLocks noGrp="1"/>
          </p:cNvSpPr>
          <p:nvPr/>
        </p:nvSpPr>
        <p:spPr>
          <a:xfrm>
            <a:off x="53860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6" name="A1_bar_Cryo_14509">
            <a:extLst>
              <a:ext uri="{FF2B5EF4-FFF2-40B4-BE49-F238E27FC236}">
                <a16:creationId xmlns:a16="http://schemas.microsoft.com/office/drawing/2014/main" id="{A3075036-4C6E-4006-8668-6817353B5D33}"/>
              </a:ext>
            </a:extLst>
          </p:cNvPr>
          <p:cNvSpPr>
            <a:spLocks noGrp="1"/>
          </p:cNvSpPr>
          <p:nvPr/>
        </p:nvSpPr>
        <p:spPr>
          <a:xfrm>
            <a:off x="545347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7" name="A1_bar_Cryo_14510">
            <a:extLst>
              <a:ext uri="{FF2B5EF4-FFF2-40B4-BE49-F238E27FC236}">
                <a16:creationId xmlns:a16="http://schemas.microsoft.com/office/drawing/2014/main" id="{30D3DF9B-7E21-436F-A388-B829C6EE0809}"/>
              </a:ext>
            </a:extLst>
          </p:cNvPr>
          <p:cNvSpPr>
            <a:spLocks noGrp="1"/>
          </p:cNvSpPr>
          <p:nvPr/>
        </p:nvSpPr>
        <p:spPr>
          <a:xfrm>
            <a:off x="529477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8" name="A1_bar_Cryo_14511">
            <a:extLst>
              <a:ext uri="{FF2B5EF4-FFF2-40B4-BE49-F238E27FC236}">
                <a16:creationId xmlns:a16="http://schemas.microsoft.com/office/drawing/2014/main" id="{101337A2-9C7D-41F4-AE38-BD40530AD289}"/>
              </a:ext>
            </a:extLst>
          </p:cNvPr>
          <p:cNvSpPr>
            <a:spLocks noGrp="1"/>
          </p:cNvSpPr>
          <p:nvPr/>
        </p:nvSpPr>
        <p:spPr>
          <a:xfrm>
            <a:off x="551455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9" name="A1_bar_Cryo_14512">
            <a:extLst>
              <a:ext uri="{FF2B5EF4-FFF2-40B4-BE49-F238E27FC236}">
                <a16:creationId xmlns:a16="http://schemas.microsoft.com/office/drawing/2014/main" id="{61E25764-0664-4488-AE8E-67556C34A562}"/>
              </a:ext>
            </a:extLst>
          </p:cNvPr>
          <p:cNvSpPr>
            <a:spLocks noGrp="1"/>
          </p:cNvSpPr>
          <p:nvPr/>
        </p:nvSpPr>
        <p:spPr>
          <a:xfrm>
            <a:off x="5411020" y="45897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0" name="A1_bar_Cryo_14513">
            <a:extLst>
              <a:ext uri="{FF2B5EF4-FFF2-40B4-BE49-F238E27FC236}">
                <a16:creationId xmlns:a16="http://schemas.microsoft.com/office/drawing/2014/main" id="{66C308A4-C770-43FC-8A31-0AB9D7900109}"/>
              </a:ext>
            </a:extLst>
          </p:cNvPr>
          <p:cNvSpPr>
            <a:spLocks noGrp="1"/>
          </p:cNvSpPr>
          <p:nvPr/>
        </p:nvSpPr>
        <p:spPr>
          <a:xfrm>
            <a:off x="5382830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1" name="A1_bar_Cryo_14514">
            <a:extLst>
              <a:ext uri="{FF2B5EF4-FFF2-40B4-BE49-F238E27FC236}">
                <a16:creationId xmlns:a16="http://schemas.microsoft.com/office/drawing/2014/main" id="{3AD89EB9-1A65-47AE-844E-43A062C97FBD}"/>
              </a:ext>
            </a:extLst>
          </p:cNvPr>
          <p:cNvSpPr>
            <a:spLocks noGrp="1"/>
          </p:cNvSpPr>
          <p:nvPr/>
        </p:nvSpPr>
        <p:spPr>
          <a:xfrm>
            <a:off x="54909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2" name="A1_bar_Cryo_14515">
            <a:extLst>
              <a:ext uri="{FF2B5EF4-FFF2-40B4-BE49-F238E27FC236}">
                <a16:creationId xmlns:a16="http://schemas.microsoft.com/office/drawing/2014/main" id="{0B772E99-F650-48E8-A5EA-859F3E0783B5}"/>
              </a:ext>
            </a:extLst>
          </p:cNvPr>
          <p:cNvSpPr>
            <a:spLocks noGrp="1"/>
          </p:cNvSpPr>
          <p:nvPr/>
        </p:nvSpPr>
        <p:spPr>
          <a:xfrm>
            <a:off x="5500700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3" name="A1_bar_Cryo_14516">
            <a:extLst>
              <a:ext uri="{FF2B5EF4-FFF2-40B4-BE49-F238E27FC236}">
                <a16:creationId xmlns:a16="http://schemas.microsoft.com/office/drawing/2014/main" id="{117705A5-E435-4040-8E87-C7B16C5FD7BB}"/>
              </a:ext>
            </a:extLst>
          </p:cNvPr>
          <p:cNvSpPr>
            <a:spLocks noGrp="1"/>
          </p:cNvSpPr>
          <p:nvPr/>
        </p:nvSpPr>
        <p:spPr>
          <a:xfrm>
            <a:off x="55219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4" name="A1_bar_Cryo_14517">
            <a:extLst>
              <a:ext uri="{FF2B5EF4-FFF2-40B4-BE49-F238E27FC236}">
                <a16:creationId xmlns:a16="http://schemas.microsoft.com/office/drawing/2014/main" id="{217CE61E-CFF5-4D1C-84AA-2A7D103C2352}"/>
              </a:ext>
            </a:extLst>
          </p:cNvPr>
          <p:cNvSpPr>
            <a:spLocks noGrp="1"/>
          </p:cNvSpPr>
          <p:nvPr/>
        </p:nvSpPr>
        <p:spPr>
          <a:xfrm>
            <a:off x="5518116" y="4873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5" name="A1_bar_Cryo_14518">
            <a:extLst>
              <a:ext uri="{FF2B5EF4-FFF2-40B4-BE49-F238E27FC236}">
                <a16:creationId xmlns:a16="http://schemas.microsoft.com/office/drawing/2014/main" id="{FD6F7704-279B-4654-85EA-BA1291A08BE6}"/>
              </a:ext>
            </a:extLst>
          </p:cNvPr>
          <p:cNvSpPr>
            <a:spLocks noGrp="1"/>
          </p:cNvSpPr>
          <p:nvPr/>
        </p:nvSpPr>
        <p:spPr>
          <a:xfrm>
            <a:off x="545907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6" name="A1_bar_Cryo_14519">
            <a:extLst>
              <a:ext uri="{FF2B5EF4-FFF2-40B4-BE49-F238E27FC236}">
                <a16:creationId xmlns:a16="http://schemas.microsoft.com/office/drawing/2014/main" id="{E81D979A-D168-4EEB-A40D-0E8EDE08BCE9}"/>
              </a:ext>
            </a:extLst>
          </p:cNvPr>
          <p:cNvSpPr>
            <a:spLocks noGrp="1"/>
          </p:cNvSpPr>
          <p:nvPr/>
        </p:nvSpPr>
        <p:spPr>
          <a:xfrm>
            <a:off x="5412569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7" name="A1_bar_Cryo_14520">
            <a:extLst>
              <a:ext uri="{FF2B5EF4-FFF2-40B4-BE49-F238E27FC236}">
                <a16:creationId xmlns:a16="http://schemas.microsoft.com/office/drawing/2014/main" id="{F2B71A13-55A1-44E5-98FA-943F7C1FDC1D}"/>
              </a:ext>
            </a:extLst>
          </p:cNvPr>
          <p:cNvSpPr>
            <a:spLocks noGrp="1"/>
          </p:cNvSpPr>
          <p:nvPr/>
        </p:nvSpPr>
        <p:spPr>
          <a:xfrm>
            <a:off x="5486946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8" name="A1_bar_Cryo_14521">
            <a:extLst>
              <a:ext uri="{FF2B5EF4-FFF2-40B4-BE49-F238E27FC236}">
                <a16:creationId xmlns:a16="http://schemas.microsoft.com/office/drawing/2014/main" id="{4D2F2E69-FEEF-40DA-9E3D-34924B0CBD3C}"/>
              </a:ext>
            </a:extLst>
          </p:cNvPr>
          <p:cNvSpPr>
            <a:spLocks noGrp="1"/>
          </p:cNvSpPr>
          <p:nvPr/>
        </p:nvSpPr>
        <p:spPr>
          <a:xfrm>
            <a:off x="5490234" y="383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9" name="A1_bar_Cryo_14522">
            <a:extLst>
              <a:ext uri="{FF2B5EF4-FFF2-40B4-BE49-F238E27FC236}">
                <a16:creationId xmlns:a16="http://schemas.microsoft.com/office/drawing/2014/main" id="{BD831231-AC95-4B45-935F-54F0A4842041}"/>
              </a:ext>
            </a:extLst>
          </p:cNvPr>
          <p:cNvSpPr>
            <a:spLocks noGrp="1"/>
          </p:cNvSpPr>
          <p:nvPr/>
        </p:nvSpPr>
        <p:spPr>
          <a:xfrm>
            <a:off x="5522726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0" name="A1_bar_Cryo_14523">
            <a:extLst>
              <a:ext uri="{FF2B5EF4-FFF2-40B4-BE49-F238E27FC236}">
                <a16:creationId xmlns:a16="http://schemas.microsoft.com/office/drawing/2014/main" id="{2CDE048B-59B3-4EDD-847F-A87B7430071B}"/>
              </a:ext>
            </a:extLst>
          </p:cNvPr>
          <p:cNvSpPr>
            <a:spLocks noGrp="1"/>
          </p:cNvSpPr>
          <p:nvPr/>
        </p:nvSpPr>
        <p:spPr>
          <a:xfrm>
            <a:off x="548434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1" name="A1_bar_Cryo_14524">
            <a:extLst>
              <a:ext uri="{FF2B5EF4-FFF2-40B4-BE49-F238E27FC236}">
                <a16:creationId xmlns:a16="http://schemas.microsoft.com/office/drawing/2014/main" id="{FF18C637-F38E-4D45-A43A-F531A43F1914}"/>
              </a:ext>
            </a:extLst>
          </p:cNvPr>
          <p:cNvSpPr>
            <a:spLocks noGrp="1"/>
          </p:cNvSpPr>
          <p:nvPr/>
        </p:nvSpPr>
        <p:spPr>
          <a:xfrm>
            <a:off x="528751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2" name="A1_bar_Cryo_14525">
            <a:extLst>
              <a:ext uri="{FF2B5EF4-FFF2-40B4-BE49-F238E27FC236}">
                <a16:creationId xmlns:a16="http://schemas.microsoft.com/office/drawing/2014/main" id="{3592D836-817C-4D1C-8A77-111F4D0B6A1D}"/>
              </a:ext>
            </a:extLst>
          </p:cNvPr>
          <p:cNvSpPr>
            <a:spLocks noGrp="1"/>
          </p:cNvSpPr>
          <p:nvPr/>
        </p:nvSpPr>
        <p:spPr>
          <a:xfrm>
            <a:off x="535642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3" name="A1_bar_Cryo_14526">
            <a:extLst>
              <a:ext uri="{FF2B5EF4-FFF2-40B4-BE49-F238E27FC236}">
                <a16:creationId xmlns:a16="http://schemas.microsoft.com/office/drawing/2014/main" id="{40E3C3A4-2291-4967-8E77-DE2B24B53D2D}"/>
              </a:ext>
            </a:extLst>
          </p:cNvPr>
          <p:cNvSpPr>
            <a:spLocks noGrp="1"/>
          </p:cNvSpPr>
          <p:nvPr/>
        </p:nvSpPr>
        <p:spPr>
          <a:xfrm>
            <a:off x="542288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4" name="A1_bar_Cryo_14527">
            <a:extLst>
              <a:ext uri="{FF2B5EF4-FFF2-40B4-BE49-F238E27FC236}">
                <a16:creationId xmlns:a16="http://schemas.microsoft.com/office/drawing/2014/main" id="{1342A063-EDCF-47A5-9353-68F7140B39B2}"/>
              </a:ext>
            </a:extLst>
          </p:cNvPr>
          <p:cNvSpPr>
            <a:spLocks noGrp="1"/>
          </p:cNvSpPr>
          <p:nvPr/>
        </p:nvSpPr>
        <p:spPr>
          <a:xfrm>
            <a:off x="53322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5" name="A1_bar_Cryo_14528">
            <a:extLst>
              <a:ext uri="{FF2B5EF4-FFF2-40B4-BE49-F238E27FC236}">
                <a16:creationId xmlns:a16="http://schemas.microsoft.com/office/drawing/2014/main" id="{C39CD5FD-1A2D-4CF9-9B98-EE21AC251825}"/>
              </a:ext>
            </a:extLst>
          </p:cNvPr>
          <p:cNvSpPr>
            <a:spLocks noGrp="1"/>
          </p:cNvSpPr>
          <p:nvPr/>
        </p:nvSpPr>
        <p:spPr>
          <a:xfrm>
            <a:off x="550408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6" name="A1_bar_Cryo_14529">
            <a:extLst>
              <a:ext uri="{FF2B5EF4-FFF2-40B4-BE49-F238E27FC236}">
                <a16:creationId xmlns:a16="http://schemas.microsoft.com/office/drawing/2014/main" id="{3FEB50BC-8DB6-4777-98C1-9CE438D4BAF4}"/>
              </a:ext>
            </a:extLst>
          </p:cNvPr>
          <p:cNvSpPr>
            <a:spLocks noGrp="1"/>
          </p:cNvSpPr>
          <p:nvPr/>
        </p:nvSpPr>
        <p:spPr>
          <a:xfrm>
            <a:off x="5283922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7" name="A1_bar_Cryo_14530">
            <a:extLst>
              <a:ext uri="{FF2B5EF4-FFF2-40B4-BE49-F238E27FC236}">
                <a16:creationId xmlns:a16="http://schemas.microsoft.com/office/drawing/2014/main" id="{110A2F3A-8C24-4C05-BAE3-F7105B90B23E}"/>
              </a:ext>
            </a:extLst>
          </p:cNvPr>
          <p:cNvSpPr>
            <a:spLocks noGrp="1"/>
          </p:cNvSpPr>
          <p:nvPr/>
        </p:nvSpPr>
        <p:spPr>
          <a:xfrm>
            <a:off x="5409937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8" name="A1_bar_Cryo_14531">
            <a:extLst>
              <a:ext uri="{FF2B5EF4-FFF2-40B4-BE49-F238E27FC236}">
                <a16:creationId xmlns:a16="http://schemas.microsoft.com/office/drawing/2014/main" id="{094CFA19-B2FC-4B44-8CF2-BC86276B4ACC}"/>
              </a:ext>
            </a:extLst>
          </p:cNvPr>
          <p:cNvSpPr>
            <a:spLocks noGrp="1"/>
          </p:cNvSpPr>
          <p:nvPr/>
        </p:nvSpPr>
        <p:spPr>
          <a:xfrm>
            <a:off x="533204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9" name="A1_bar_Cryo_14532">
            <a:extLst>
              <a:ext uri="{FF2B5EF4-FFF2-40B4-BE49-F238E27FC236}">
                <a16:creationId xmlns:a16="http://schemas.microsoft.com/office/drawing/2014/main" id="{63F9ECC0-EB96-42B9-A1C0-752FA431257E}"/>
              </a:ext>
            </a:extLst>
          </p:cNvPr>
          <p:cNvSpPr>
            <a:spLocks noGrp="1"/>
          </p:cNvSpPr>
          <p:nvPr/>
        </p:nvSpPr>
        <p:spPr>
          <a:xfrm>
            <a:off x="547956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0" name="A1_bar_Cryo_14533">
            <a:extLst>
              <a:ext uri="{FF2B5EF4-FFF2-40B4-BE49-F238E27FC236}">
                <a16:creationId xmlns:a16="http://schemas.microsoft.com/office/drawing/2014/main" id="{3155E222-53C8-4CEA-ADED-87BC59597963}"/>
              </a:ext>
            </a:extLst>
          </p:cNvPr>
          <p:cNvSpPr>
            <a:spLocks noGrp="1"/>
          </p:cNvSpPr>
          <p:nvPr/>
        </p:nvSpPr>
        <p:spPr>
          <a:xfrm>
            <a:off x="5439323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1" name="A1_bar_Cryo_14534">
            <a:extLst>
              <a:ext uri="{FF2B5EF4-FFF2-40B4-BE49-F238E27FC236}">
                <a16:creationId xmlns:a16="http://schemas.microsoft.com/office/drawing/2014/main" id="{CE933202-1294-4EBD-BFAA-6774BC4D59EB}"/>
              </a:ext>
            </a:extLst>
          </p:cNvPr>
          <p:cNvSpPr>
            <a:spLocks noGrp="1"/>
          </p:cNvSpPr>
          <p:nvPr/>
        </p:nvSpPr>
        <p:spPr>
          <a:xfrm>
            <a:off x="5401876" y="42651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2" name="A1_bar_Cryo_14535">
            <a:extLst>
              <a:ext uri="{FF2B5EF4-FFF2-40B4-BE49-F238E27FC236}">
                <a16:creationId xmlns:a16="http://schemas.microsoft.com/office/drawing/2014/main" id="{13202473-7ADC-499D-B674-CE9F5E4AB105}"/>
              </a:ext>
            </a:extLst>
          </p:cNvPr>
          <p:cNvSpPr>
            <a:spLocks noGrp="1"/>
          </p:cNvSpPr>
          <p:nvPr/>
        </p:nvSpPr>
        <p:spPr>
          <a:xfrm>
            <a:off x="5369111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3" name="A1_bar_Cryo_14536">
            <a:extLst>
              <a:ext uri="{FF2B5EF4-FFF2-40B4-BE49-F238E27FC236}">
                <a16:creationId xmlns:a16="http://schemas.microsoft.com/office/drawing/2014/main" id="{E0A2A00A-BE57-4C99-93A8-643EB026BB06}"/>
              </a:ext>
            </a:extLst>
          </p:cNvPr>
          <p:cNvSpPr>
            <a:spLocks noGrp="1"/>
          </p:cNvSpPr>
          <p:nvPr/>
        </p:nvSpPr>
        <p:spPr>
          <a:xfrm>
            <a:off x="550046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4" name="A1_bar_Cryo_14537">
            <a:extLst>
              <a:ext uri="{FF2B5EF4-FFF2-40B4-BE49-F238E27FC236}">
                <a16:creationId xmlns:a16="http://schemas.microsoft.com/office/drawing/2014/main" id="{8DC4E3DC-8C4D-4133-8EF4-B848B05DA6F8}"/>
              </a:ext>
            </a:extLst>
          </p:cNvPr>
          <p:cNvSpPr>
            <a:spLocks noGrp="1"/>
          </p:cNvSpPr>
          <p:nvPr/>
        </p:nvSpPr>
        <p:spPr>
          <a:xfrm>
            <a:off x="5470901" y="49175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5" name="A1_bar_Cryo_14538">
            <a:extLst>
              <a:ext uri="{FF2B5EF4-FFF2-40B4-BE49-F238E27FC236}">
                <a16:creationId xmlns:a16="http://schemas.microsoft.com/office/drawing/2014/main" id="{2E0F14E6-3B63-4A77-9716-1C3548F037A5}"/>
              </a:ext>
            </a:extLst>
          </p:cNvPr>
          <p:cNvSpPr>
            <a:spLocks noGrp="1"/>
          </p:cNvSpPr>
          <p:nvPr/>
        </p:nvSpPr>
        <p:spPr>
          <a:xfrm>
            <a:off x="5282658" y="4808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6" name="A1_bar_Cryo_14539">
            <a:extLst>
              <a:ext uri="{FF2B5EF4-FFF2-40B4-BE49-F238E27FC236}">
                <a16:creationId xmlns:a16="http://schemas.microsoft.com/office/drawing/2014/main" id="{8B59D503-10A4-447D-B7FF-1883DB17A654}"/>
              </a:ext>
            </a:extLst>
          </p:cNvPr>
          <p:cNvSpPr>
            <a:spLocks noGrp="1"/>
          </p:cNvSpPr>
          <p:nvPr/>
        </p:nvSpPr>
        <p:spPr>
          <a:xfrm>
            <a:off x="54742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7" name="A1_bar_Cryo_14540">
            <a:extLst>
              <a:ext uri="{FF2B5EF4-FFF2-40B4-BE49-F238E27FC236}">
                <a16:creationId xmlns:a16="http://schemas.microsoft.com/office/drawing/2014/main" id="{93CC6E9E-BE6B-43D9-B17C-B4E0DBF866D4}"/>
              </a:ext>
            </a:extLst>
          </p:cNvPr>
          <p:cNvSpPr>
            <a:spLocks noGrp="1"/>
          </p:cNvSpPr>
          <p:nvPr/>
        </p:nvSpPr>
        <p:spPr>
          <a:xfrm>
            <a:off x="537786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8" name="A1_bar_Cryo_14541">
            <a:extLst>
              <a:ext uri="{FF2B5EF4-FFF2-40B4-BE49-F238E27FC236}">
                <a16:creationId xmlns:a16="http://schemas.microsoft.com/office/drawing/2014/main" id="{F6A5CD8A-F745-4148-86E0-D32C264AC7E3}"/>
              </a:ext>
            </a:extLst>
          </p:cNvPr>
          <p:cNvSpPr>
            <a:spLocks noGrp="1"/>
          </p:cNvSpPr>
          <p:nvPr/>
        </p:nvSpPr>
        <p:spPr>
          <a:xfrm>
            <a:off x="546131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9" name="A1_bar_Cryo_14542">
            <a:extLst>
              <a:ext uri="{FF2B5EF4-FFF2-40B4-BE49-F238E27FC236}">
                <a16:creationId xmlns:a16="http://schemas.microsoft.com/office/drawing/2014/main" id="{0FEF9CA6-71BF-4D3B-932B-A86194699FAD}"/>
              </a:ext>
            </a:extLst>
          </p:cNvPr>
          <p:cNvSpPr>
            <a:spLocks noGrp="1"/>
          </p:cNvSpPr>
          <p:nvPr/>
        </p:nvSpPr>
        <p:spPr>
          <a:xfrm>
            <a:off x="552053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0" name="A1_bar_Cryo_14543">
            <a:extLst>
              <a:ext uri="{FF2B5EF4-FFF2-40B4-BE49-F238E27FC236}">
                <a16:creationId xmlns:a16="http://schemas.microsoft.com/office/drawing/2014/main" id="{E6565774-7D71-48E8-A47B-35E479CAA125}"/>
              </a:ext>
            </a:extLst>
          </p:cNvPr>
          <p:cNvSpPr>
            <a:spLocks noGrp="1"/>
          </p:cNvSpPr>
          <p:nvPr/>
        </p:nvSpPr>
        <p:spPr>
          <a:xfrm>
            <a:off x="5293835" y="445424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1" name="A1_bar_Cryo_14544">
            <a:extLst>
              <a:ext uri="{FF2B5EF4-FFF2-40B4-BE49-F238E27FC236}">
                <a16:creationId xmlns:a16="http://schemas.microsoft.com/office/drawing/2014/main" id="{24E96062-5100-4F7E-A906-D76A379857AD}"/>
              </a:ext>
            </a:extLst>
          </p:cNvPr>
          <p:cNvSpPr>
            <a:spLocks noGrp="1"/>
          </p:cNvSpPr>
          <p:nvPr/>
        </p:nvSpPr>
        <p:spPr>
          <a:xfrm>
            <a:off x="54770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2" name="A1_bar_Cryo_14545">
            <a:extLst>
              <a:ext uri="{FF2B5EF4-FFF2-40B4-BE49-F238E27FC236}">
                <a16:creationId xmlns:a16="http://schemas.microsoft.com/office/drawing/2014/main" id="{6B809CF6-1413-4B33-A3DA-F8822B245877}"/>
              </a:ext>
            </a:extLst>
          </p:cNvPr>
          <p:cNvSpPr>
            <a:spLocks noGrp="1"/>
          </p:cNvSpPr>
          <p:nvPr/>
        </p:nvSpPr>
        <p:spPr>
          <a:xfrm>
            <a:off x="5451925" y="53995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3" name="A1_bar_Cryo_14546">
            <a:extLst>
              <a:ext uri="{FF2B5EF4-FFF2-40B4-BE49-F238E27FC236}">
                <a16:creationId xmlns:a16="http://schemas.microsoft.com/office/drawing/2014/main" id="{DE615B0D-43BD-4CBF-A3CC-9313CEFEE5AE}"/>
              </a:ext>
            </a:extLst>
          </p:cNvPr>
          <p:cNvSpPr>
            <a:spLocks noGrp="1"/>
          </p:cNvSpPr>
          <p:nvPr/>
        </p:nvSpPr>
        <p:spPr>
          <a:xfrm>
            <a:off x="54809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4" name="A1_bar_Cryo_14547">
            <a:extLst>
              <a:ext uri="{FF2B5EF4-FFF2-40B4-BE49-F238E27FC236}">
                <a16:creationId xmlns:a16="http://schemas.microsoft.com/office/drawing/2014/main" id="{5507386B-BE55-4BAD-BEE5-EEE070ACCBED}"/>
              </a:ext>
            </a:extLst>
          </p:cNvPr>
          <p:cNvSpPr>
            <a:spLocks noGrp="1"/>
          </p:cNvSpPr>
          <p:nvPr/>
        </p:nvSpPr>
        <p:spPr>
          <a:xfrm>
            <a:off x="536139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5" name="A1_bar_Cryo_14548">
            <a:extLst>
              <a:ext uri="{FF2B5EF4-FFF2-40B4-BE49-F238E27FC236}">
                <a16:creationId xmlns:a16="http://schemas.microsoft.com/office/drawing/2014/main" id="{B70CCA62-DC98-4289-BC50-E8DF424F20C0}"/>
              </a:ext>
            </a:extLst>
          </p:cNvPr>
          <p:cNvSpPr>
            <a:spLocks noGrp="1"/>
          </p:cNvSpPr>
          <p:nvPr/>
        </p:nvSpPr>
        <p:spPr>
          <a:xfrm>
            <a:off x="544300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6" name="A1_bar_Cryo_14549">
            <a:extLst>
              <a:ext uri="{FF2B5EF4-FFF2-40B4-BE49-F238E27FC236}">
                <a16:creationId xmlns:a16="http://schemas.microsoft.com/office/drawing/2014/main" id="{C2FE6D6F-987E-4EC8-A2DE-E96186693663}"/>
              </a:ext>
            </a:extLst>
          </p:cNvPr>
          <p:cNvSpPr>
            <a:spLocks noGrp="1"/>
          </p:cNvSpPr>
          <p:nvPr/>
        </p:nvSpPr>
        <p:spPr>
          <a:xfrm>
            <a:off x="54690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7" name="A1_bar_Cryo_14550">
            <a:extLst>
              <a:ext uri="{FF2B5EF4-FFF2-40B4-BE49-F238E27FC236}">
                <a16:creationId xmlns:a16="http://schemas.microsoft.com/office/drawing/2014/main" id="{4B39A8B5-6F96-461D-B8CF-8C50C779E76C}"/>
              </a:ext>
            </a:extLst>
          </p:cNvPr>
          <p:cNvSpPr>
            <a:spLocks noGrp="1"/>
          </p:cNvSpPr>
          <p:nvPr/>
        </p:nvSpPr>
        <p:spPr>
          <a:xfrm>
            <a:off x="548715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8" name="A1_bar_Cryo_14551">
            <a:extLst>
              <a:ext uri="{FF2B5EF4-FFF2-40B4-BE49-F238E27FC236}">
                <a16:creationId xmlns:a16="http://schemas.microsoft.com/office/drawing/2014/main" id="{300C5291-7D08-4C20-BAA7-A1D560CCB929}"/>
              </a:ext>
            </a:extLst>
          </p:cNvPr>
          <p:cNvSpPr>
            <a:spLocks noGrp="1"/>
          </p:cNvSpPr>
          <p:nvPr/>
        </p:nvSpPr>
        <p:spPr>
          <a:xfrm>
            <a:off x="53252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9" name="A1_bar_Cryo_14552">
            <a:extLst>
              <a:ext uri="{FF2B5EF4-FFF2-40B4-BE49-F238E27FC236}">
                <a16:creationId xmlns:a16="http://schemas.microsoft.com/office/drawing/2014/main" id="{12DDCC31-B2BD-4B77-8257-8302B6DDEEFE}"/>
              </a:ext>
            </a:extLst>
          </p:cNvPr>
          <p:cNvSpPr>
            <a:spLocks noGrp="1"/>
          </p:cNvSpPr>
          <p:nvPr/>
        </p:nvSpPr>
        <p:spPr>
          <a:xfrm>
            <a:off x="539440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0" name="A1_bar_Cryo_14553">
            <a:extLst>
              <a:ext uri="{FF2B5EF4-FFF2-40B4-BE49-F238E27FC236}">
                <a16:creationId xmlns:a16="http://schemas.microsoft.com/office/drawing/2014/main" id="{3E1AF69C-7F0F-4CDF-9FA3-6C3E4FFA6787}"/>
              </a:ext>
            </a:extLst>
          </p:cNvPr>
          <p:cNvSpPr>
            <a:spLocks noGrp="1"/>
          </p:cNvSpPr>
          <p:nvPr/>
        </p:nvSpPr>
        <p:spPr>
          <a:xfrm>
            <a:off x="531513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1" name="A1_bar_Cryo_14554">
            <a:extLst>
              <a:ext uri="{FF2B5EF4-FFF2-40B4-BE49-F238E27FC236}">
                <a16:creationId xmlns:a16="http://schemas.microsoft.com/office/drawing/2014/main" id="{2AC9B375-597D-4D5A-8657-49909E4496BA}"/>
              </a:ext>
            </a:extLst>
          </p:cNvPr>
          <p:cNvSpPr>
            <a:spLocks noGrp="1"/>
          </p:cNvSpPr>
          <p:nvPr/>
        </p:nvSpPr>
        <p:spPr>
          <a:xfrm>
            <a:off x="531941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2" name="A1_bar_Cryo_14555">
            <a:extLst>
              <a:ext uri="{FF2B5EF4-FFF2-40B4-BE49-F238E27FC236}">
                <a16:creationId xmlns:a16="http://schemas.microsoft.com/office/drawing/2014/main" id="{7D996D77-C581-4D20-8339-70BBFAE20917}"/>
              </a:ext>
            </a:extLst>
          </p:cNvPr>
          <p:cNvSpPr>
            <a:spLocks noGrp="1"/>
          </p:cNvSpPr>
          <p:nvPr/>
        </p:nvSpPr>
        <p:spPr>
          <a:xfrm>
            <a:off x="54313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3" name="A1_bar_Cryo_14556">
            <a:extLst>
              <a:ext uri="{FF2B5EF4-FFF2-40B4-BE49-F238E27FC236}">
                <a16:creationId xmlns:a16="http://schemas.microsoft.com/office/drawing/2014/main" id="{127743EB-9C7A-4935-9D2E-316D509A8386}"/>
              </a:ext>
            </a:extLst>
          </p:cNvPr>
          <p:cNvSpPr>
            <a:spLocks noGrp="1"/>
          </p:cNvSpPr>
          <p:nvPr/>
        </p:nvSpPr>
        <p:spPr>
          <a:xfrm>
            <a:off x="5513878" y="3792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4" name="A1_bar_Cryo_14557">
            <a:extLst>
              <a:ext uri="{FF2B5EF4-FFF2-40B4-BE49-F238E27FC236}">
                <a16:creationId xmlns:a16="http://schemas.microsoft.com/office/drawing/2014/main" id="{8F9A858B-4551-4555-A9FB-E9AA62B87E6F}"/>
              </a:ext>
            </a:extLst>
          </p:cNvPr>
          <p:cNvSpPr>
            <a:spLocks noGrp="1"/>
          </p:cNvSpPr>
          <p:nvPr/>
        </p:nvSpPr>
        <p:spPr>
          <a:xfrm>
            <a:off x="537057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5" name="A1_bar_Cryo_14558">
            <a:extLst>
              <a:ext uri="{FF2B5EF4-FFF2-40B4-BE49-F238E27FC236}">
                <a16:creationId xmlns:a16="http://schemas.microsoft.com/office/drawing/2014/main" id="{A438C3F2-9C38-46DD-9508-3D7B7C8107F7}"/>
              </a:ext>
            </a:extLst>
          </p:cNvPr>
          <p:cNvSpPr>
            <a:spLocks noGrp="1"/>
          </p:cNvSpPr>
          <p:nvPr/>
        </p:nvSpPr>
        <p:spPr>
          <a:xfrm>
            <a:off x="5410152" y="509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6" name="A1_bar_Cryo_14559">
            <a:extLst>
              <a:ext uri="{FF2B5EF4-FFF2-40B4-BE49-F238E27FC236}">
                <a16:creationId xmlns:a16="http://schemas.microsoft.com/office/drawing/2014/main" id="{9A561FFA-3221-49B5-B2FA-D4DEE187C4B3}"/>
              </a:ext>
            </a:extLst>
          </p:cNvPr>
          <p:cNvSpPr>
            <a:spLocks noGrp="1"/>
          </p:cNvSpPr>
          <p:nvPr/>
        </p:nvSpPr>
        <p:spPr>
          <a:xfrm>
            <a:off x="536989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7" name="A1_bar_Cryo_14560">
            <a:extLst>
              <a:ext uri="{FF2B5EF4-FFF2-40B4-BE49-F238E27FC236}">
                <a16:creationId xmlns:a16="http://schemas.microsoft.com/office/drawing/2014/main" id="{AD3C1700-17F9-4BA1-8007-E7B136078ACA}"/>
              </a:ext>
            </a:extLst>
          </p:cNvPr>
          <p:cNvSpPr>
            <a:spLocks noGrp="1"/>
          </p:cNvSpPr>
          <p:nvPr/>
        </p:nvSpPr>
        <p:spPr>
          <a:xfrm>
            <a:off x="5309224" y="55339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8" name="A1_bar_Cryo_14561">
            <a:extLst>
              <a:ext uri="{FF2B5EF4-FFF2-40B4-BE49-F238E27FC236}">
                <a16:creationId xmlns:a16="http://schemas.microsoft.com/office/drawing/2014/main" id="{73819B35-DC73-4A75-AFDD-824787871695}"/>
              </a:ext>
            </a:extLst>
          </p:cNvPr>
          <p:cNvSpPr>
            <a:spLocks noGrp="1"/>
          </p:cNvSpPr>
          <p:nvPr/>
        </p:nvSpPr>
        <p:spPr>
          <a:xfrm>
            <a:off x="5493119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9" name="A1_bar_Cryo_14562">
            <a:extLst>
              <a:ext uri="{FF2B5EF4-FFF2-40B4-BE49-F238E27FC236}">
                <a16:creationId xmlns:a16="http://schemas.microsoft.com/office/drawing/2014/main" id="{7BB0FE35-5412-461A-A80B-E77E70AF9637}"/>
              </a:ext>
            </a:extLst>
          </p:cNvPr>
          <p:cNvSpPr>
            <a:spLocks noGrp="1"/>
          </p:cNvSpPr>
          <p:nvPr/>
        </p:nvSpPr>
        <p:spPr>
          <a:xfrm>
            <a:off x="550015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0" name="A1_bar_Cryo_14563">
            <a:extLst>
              <a:ext uri="{FF2B5EF4-FFF2-40B4-BE49-F238E27FC236}">
                <a16:creationId xmlns:a16="http://schemas.microsoft.com/office/drawing/2014/main" id="{8034D56F-34D4-42DA-81F1-A068119592D7}"/>
              </a:ext>
            </a:extLst>
          </p:cNvPr>
          <p:cNvSpPr>
            <a:spLocks noGrp="1"/>
          </p:cNvSpPr>
          <p:nvPr/>
        </p:nvSpPr>
        <p:spPr>
          <a:xfrm>
            <a:off x="54185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1" name="A1_bar_Cryo_14564">
            <a:extLst>
              <a:ext uri="{FF2B5EF4-FFF2-40B4-BE49-F238E27FC236}">
                <a16:creationId xmlns:a16="http://schemas.microsoft.com/office/drawing/2014/main" id="{9CF2C944-52B5-47FC-A88F-6F9EB0C7D50C}"/>
              </a:ext>
            </a:extLst>
          </p:cNvPr>
          <p:cNvSpPr>
            <a:spLocks noGrp="1"/>
          </p:cNvSpPr>
          <p:nvPr/>
        </p:nvSpPr>
        <p:spPr>
          <a:xfrm>
            <a:off x="5412760" y="603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2" name="A1_bar_Cryo_14565">
            <a:extLst>
              <a:ext uri="{FF2B5EF4-FFF2-40B4-BE49-F238E27FC236}">
                <a16:creationId xmlns:a16="http://schemas.microsoft.com/office/drawing/2014/main" id="{3FA15AF7-F901-4096-9749-4D6BDE3D34B1}"/>
              </a:ext>
            </a:extLst>
          </p:cNvPr>
          <p:cNvSpPr>
            <a:spLocks noGrp="1"/>
          </p:cNvSpPr>
          <p:nvPr/>
        </p:nvSpPr>
        <p:spPr>
          <a:xfrm>
            <a:off x="54222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3" name="A1_bar_Cryo_14566">
            <a:extLst>
              <a:ext uri="{FF2B5EF4-FFF2-40B4-BE49-F238E27FC236}">
                <a16:creationId xmlns:a16="http://schemas.microsoft.com/office/drawing/2014/main" id="{650E8B01-A48F-492D-AC19-36F16802B5E9}"/>
              </a:ext>
            </a:extLst>
          </p:cNvPr>
          <p:cNvSpPr>
            <a:spLocks noGrp="1"/>
          </p:cNvSpPr>
          <p:nvPr/>
        </p:nvSpPr>
        <p:spPr>
          <a:xfrm>
            <a:off x="5348501" y="520742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4" name="A1_bar_Cryo_14567">
            <a:extLst>
              <a:ext uri="{FF2B5EF4-FFF2-40B4-BE49-F238E27FC236}">
                <a16:creationId xmlns:a16="http://schemas.microsoft.com/office/drawing/2014/main" id="{7A30CA23-7068-4B0B-BB8E-57D1EE016140}"/>
              </a:ext>
            </a:extLst>
          </p:cNvPr>
          <p:cNvSpPr>
            <a:spLocks noGrp="1"/>
          </p:cNvSpPr>
          <p:nvPr/>
        </p:nvSpPr>
        <p:spPr>
          <a:xfrm>
            <a:off x="5521419" y="60189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5" name="A1_bar_Cryo_14568">
            <a:extLst>
              <a:ext uri="{FF2B5EF4-FFF2-40B4-BE49-F238E27FC236}">
                <a16:creationId xmlns:a16="http://schemas.microsoft.com/office/drawing/2014/main" id="{47CD1771-D1B7-4325-ADB5-6F59AF69863F}"/>
              </a:ext>
            </a:extLst>
          </p:cNvPr>
          <p:cNvSpPr>
            <a:spLocks noGrp="1"/>
          </p:cNvSpPr>
          <p:nvPr/>
        </p:nvSpPr>
        <p:spPr>
          <a:xfrm>
            <a:off x="5287603" y="40008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6" name="A1_bar_Cryo_14569">
            <a:extLst>
              <a:ext uri="{FF2B5EF4-FFF2-40B4-BE49-F238E27FC236}">
                <a16:creationId xmlns:a16="http://schemas.microsoft.com/office/drawing/2014/main" id="{E3347B98-0371-4760-B24F-D4E8C5B1F3A8}"/>
              </a:ext>
            </a:extLst>
          </p:cNvPr>
          <p:cNvSpPr>
            <a:spLocks noGrp="1"/>
          </p:cNvSpPr>
          <p:nvPr/>
        </p:nvSpPr>
        <p:spPr>
          <a:xfrm>
            <a:off x="53377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7" name="A1_bar_Cryo_14570">
            <a:extLst>
              <a:ext uri="{FF2B5EF4-FFF2-40B4-BE49-F238E27FC236}">
                <a16:creationId xmlns:a16="http://schemas.microsoft.com/office/drawing/2014/main" id="{E06E993A-5A03-4A56-A184-381A57483FBA}"/>
              </a:ext>
            </a:extLst>
          </p:cNvPr>
          <p:cNvSpPr>
            <a:spLocks noGrp="1"/>
          </p:cNvSpPr>
          <p:nvPr/>
        </p:nvSpPr>
        <p:spPr>
          <a:xfrm>
            <a:off x="5384600" y="29706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8" name="A1_bar_Cryo_14571">
            <a:extLst>
              <a:ext uri="{FF2B5EF4-FFF2-40B4-BE49-F238E27FC236}">
                <a16:creationId xmlns:a16="http://schemas.microsoft.com/office/drawing/2014/main" id="{0C71BC03-4AB8-4B50-876B-A9DA639EB3BD}"/>
              </a:ext>
            </a:extLst>
          </p:cNvPr>
          <p:cNvSpPr>
            <a:spLocks noGrp="1"/>
          </p:cNvSpPr>
          <p:nvPr/>
        </p:nvSpPr>
        <p:spPr>
          <a:xfrm>
            <a:off x="531907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9" name="A1_bar_Cryo_14572">
            <a:extLst>
              <a:ext uri="{FF2B5EF4-FFF2-40B4-BE49-F238E27FC236}">
                <a16:creationId xmlns:a16="http://schemas.microsoft.com/office/drawing/2014/main" id="{9514F419-D3AB-4486-8719-6BE4202D4738}"/>
              </a:ext>
            </a:extLst>
          </p:cNvPr>
          <p:cNvSpPr>
            <a:spLocks noGrp="1"/>
          </p:cNvSpPr>
          <p:nvPr/>
        </p:nvSpPr>
        <p:spPr>
          <a:xfrm>
            <a:off x="5521503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0" name="A1_bar_Cryo_14573">
            <a:extLst>
              <a:ext uri="{FF2B5EF4-FFF2-40B4-BE49-F238E27FC236}">
                <a16:creationId xmlns:a16="http://schemas.microsoft.com/office/drawing/2014/main" id="{AFA91853-8092-4FAC-B14B-9A2F707AB9E3}"/>
              </a:ext>
            </a:extLst>
          </p:cNvPr>
          <p:cNvSpPr>
            <a:spLocks noGrp="1"/>
          </p:cNvSpPr>
          <p:nvPr/>
        </p:nvSpPr>
        <p:spPr>
          <a:xfrm>
            <a:off x="54909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1" name="A1_bar_Cryo_14574">
            <a:extLst>
              <a:ext uri="{FF2B5EF4-FFF2-40B4-BE49-F238E27FC236}">
                <a16:creationId xmlns:a16="http://schemas.microsoft.com/office/drawing/2014/main" id="{91918D16-B1B6-4B5F-AF2F-4EE42E24615E}"/>
              </a:ext>
            </a:extLst>
          </p:cNvPr>
          <p:cNvSpPr>
            <a:spLocks noGrp="1"/>
          </p:cNvSpPr>
          <p:nvPr/>
        </p:nvSpPr>
        <p:spPr>
          <a:xfrm>
            <a:off x="528815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2" name="A1_bar_Cryo_14575">
            <a:extLst>
              <a:ext uri="{FF2B5EF4-FFF2-40B4-BE49-F238E27FC236}">
                <a16:creationId xmlns:a16="http://schemas.microsoft.com/office/drawing/2014/main" id="{953DE0D6-56B5-4934-B21C-9AACE777CBD0}"/>
              </a:ext>
            </a:extLst>
          </p:cNvPr>
          <p:cNvSpPr>
            <a:spLocks noGrp="1"/>
          </p:cNvSpPr>
          <p:nvPr/>
        </p:nvSpPr>
        <p:spPr>
          <a:xfrm>
            <a:off x="5347944" y="4167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3" name="A1_bar_Cryo_14576">
            <a:extLst>
              <a:ext uri="{FF2B5EF4-FFF2-40B4-BE49-F238E27FC236}">
                <a16:creationId xmlns:a16="http://schemas.microsoft.com/office/drawing/2014/main" id="{664ACE9A-6DC2-4F6C-89FD-F5246DDD2FE7}"/>
              </a:ext>
            </a:extLst>
          </p:cNvPr>
          <p:cNvSpPr>
            <a:spLocks noGrp="1"/>
          </p:cNvSpPr>
          <p:nvPr/>
        </p:nvSpPr>
        <p:spPr>
          <a:xfrm>
            <a:off x="5304295" y="54771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4" name="A1_bar_Cryo_14577">
            <a:extLst>
              <a:ext uri="{FF2B5EF4-FFF2-40B4-BE49-F238E27FC236}">
                <a16:creationId xmlns:a16="http://schemas.microsoft.com/office/drawing/2014/main" id="{8F156576-F87D-4EFF-A895-E1A4117B02CE}"/>
              </a:ext>
            </a:extLst>
          </p:cNvPr>
          <p:cNvSpPr>
            <a:spLocks noGrp="1"/>
          </p:cNvSpPr>
          <p:nvPr/>
        </p:nvSpPr>
        <p:spPr>
          <a:xfrm>
            <a:off x="5443461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5" name="A1_bar_Cryo_14578">
            <a:extLst>
              <a:ext uri="{FF2B5EF4-FFF2-40B4-BE49-F238E27FC236}">
                <a16:creationId xmlns:a16="http://schemas.microsoft.com/office/drawing/2014/main" id="{B8979D86-9CAB-4DFF-9990-ED1B222E33A1}"/>
              </a:ext>
            </a:extLst>
          </p:cNvPr>
          <p:cNvSpPr>
            <a:spLocks noGrp="1"/>
          </p:cNvSpPr>
          <p:nvPr/>
        </p:nvSpPr>
        <p:spPr>
          <a:xfrm>
            <a:off x="54509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6" name="A1_bar_Cryo_14579">
            <a:extLst>
              <a:ext uri="{FF2B5EF4-FFF2-40B4-BE49-F238E27FC236}">
                <a16:creationId xmlns:a16="http://schemas.microsoft.com/office/drawing/2014/main" id="{77BFF990-41ED-4A20-9B6C-EACA414A0FCA}"/>
              </a:ext>
            </a:extLst>
          </p:cNvPr>
          <p:cNvSpPr>
            <a:spLocks noGrp="1"/>
          </p:cNvSpPr>
          <p:nvPr/>
        </p:nvSpPr>
        <p:spPr>
          <a:xfrm>
            <a:off x="546253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7" name="A1_bar_Cryo_14580">
            <a:extLst>
              <a:ext uri="{FF2B5EF4-FFF2-40B4-BE49-F238E27FC236}">
                <a16:creationId xmlns:a16="http://schemas.microsoft.com/office/drawing/2014/main" id="{DC131B51-880C-4BFA-9A0D-81CBD51E3E19}"/>
              </a:ext>
            </a:extLst>
          </p:cNvPr>
          <p:cNvSpPr>
            <a:spLocks noGrp="1"/>
          </p:cNvSpPr>
          <p:nvPr/>
        </p:nvSpPr>
        <p:spPr>
          <a:xfrm>
            <a:off x="5404593" y="48155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8" name="A1_bar_Cryo_14581">
            <a:extLst>
              <a:ext uri="{FF2B5EF4-FFF2-40B4-BE49-F238E27FC236}">
                <a16:creationId xmlns:a16="http://schemas.microsoft.com/office/drawing/2014/main" id="{5DEE2F35-ACE8-4D46-AD34-EC0D96F5363E}"/>
              </a:ext>
            </a:extLst>
          </p:cNvPr>
          <p:cNvSpPr>
            <a:spLocks noGrp="1"/>
          </p:cNvSpPr>
          <p:nvPr/>
        </p:nvSpPr>
        <p:spPr>
          <a:xfrm>
            <a:off x="5403368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9" name="A1_bar_Cryo_14582">
            <a:extLst>
              <a:ext uri="{FF2B5EF4-FFF2-40B4-BE49-F238E27FC236}">
                <a16:creationId xmlns:a16="http://schemas.microsoft.com/office/drawing/2014/main" id="{E084C87D-E0B6-4E26-9558-75C672E58212}"/>
              </a:ext>
            </a:extLst>
          </p:cNvPr>
          <p:cNvSpPr>
            <a:spLocks noGrp="1"/>
          </p:cNvSpPr>
          <p:nvPr/>
        </p:nvSpPr>
        <p:spPr>
          <a:xfrm>
            <a:off x="545688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0" name="A1_bar_Cryo_14583">
            <a:extLst>
              <a:ext uri="{FF2B5EF4-FFF2-40B4-BE49-F238E27FC236}">
                <a16:creationId xmlns:a16="http://schemas.microsoft.com/office/drawing/2014/main" id="{731AFFC1-84C9-498E-8374-0AFDD4B21D4B}"/>
              </a:ext>
            </a:extLst>
          </p:cNvPr>
          <p:cNvSpPr>
            <a:spLocks noGrp="1"/>
          </p:cNvSpPr>
          <p:nvPr/>
        </p:nvSpPr>
        <p:spPr>
          <a:xfrm>
            <a:off x="5466777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1" name="A1_bar_Cryo_14584">
            <a:extLst>
              <a:ext uri="{FF2B5EF4-FFF2-40B4-BE49-F238E27FC236}">
                <a16:creationId xmlns:a16="http://schemas.microsoft.com/office/drawing/2014/main" id="{296CC968-1D2A-4B6C-9E3A-E891F58E4DE2}"/>
              </a:ext>
            </a:extLst>
          </p:cNvPr>
          <p:cNvSpPr>
            <a:spLocks noGrp="1"/>
          </p:cNvSpPr>
          <p:nvPr/>
        </p:nvSpPr>
        <p:spPr>
          <a:xfrm>
            <a:off x="54898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2" name="A1_bar_Cryo_14585">
            <a:extLst>
              <a:ext uri="{FF2B5EF4-FFF2-40B4-BE49-F238E27FC236}">
                <a16:creationId xmlns:a16="http://schemas.microsoft.com/office/drawing/2014/main" id="{8AA49F7A-984B-4683-80C0-BFF95F80ED8C}"/>
              </a:ext>
            </a:extLst>
          </p:cNvPr>
          <p:cNvSpPr>
            <a:spLocks noGrp="1"/>
          </p:cNvSpPr>
          <p:nvPr/>
        </p:nvSpPr>
        <p:spPr>
          <a:xfrm>
            <a:off x="53956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3" name="A1_bar_Cryo_14586">
            <a:extLst>
              <a:ext uri="{FF2B5EF4-FFF2-40B4-BE49-F238E27FC236}">
                <a16:creationId xmlns:a16="http://schemas.microsoft.com/office/drawing/2014/main" id="{DD3785E4-98DF-4FAF-A518-6AC067485FC5}"/>
              </a:ext>
            </a:extLst>
          </p:cNvPr>
          <p:cNvSpPr>
            <a:spLocks noGrp="1"/>
          </p:cNvSpPr>
          <p:nvPr/>
        </p:nvSpPr>
        <p:spPr>
          <a:xfrm>
            <a:off x="528350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4" name="A1_bar_Cryo_14587">
            <a:extLst>
              <a:ext uri="{FF2B5EF4-FFF2-40B4-BE49-F238E27FC236}">
                <a16:creationId xmlns:a16="http://schemas.microsoft.com/office/drawing/2014/main" id="{2535CDF9-723A-474F-B1EC-18AD846544C7}"/>
              </a:ext>
            </a:extLst>
          </p:cNvPr>
          <p:cNvSpPr>
            <a:spLocks noGrp="1"/>
          </p:cNvSpPr>
          <p:nvPr/>
        </p:nvSpPr>
        <p:spPr>
          <a:xfrm>
            <a:off x="5420910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5" name="A1_bar_Cryo_14588">
            <a:extLst>
              <a:ext uri="{FF2B5EF4-FFF2-40B4-BE49-F238E27FC236}">
                <a16:creationId xmlns:a16="http://schemas.microsoft.com/office/drawing/2014/main" id="{3C2FBC8E-90CC-438D-AF4C-BB416BE0328B}"/>
              </a:ext>
            </a:extLst>
          </p:cNvPr>
          <p:cNvSpPr>
            <a:spLocks noGrp="1"/>
          </p:cNvSpPr>
          <p:nvPr/>
        </p:nvSpPr>
        <p:spPr>
          <a:xfrm>
            <a:off x="5449124" y="53923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6" name="A1_bar_Cryo_14589">
            <a:extLst>
              <a:ext uri="{FF2B5EF4-FFF2-40B4-BE49-F238E27FC236}">
                <a16:creationId xmlns:a16="http://schemas.microsoft.com/office/drawing/2014/main" id="{E75D8F03-B1F8-4C76-962D-64181B6F6E3F}"/>
              </a:ext>
            </a:extLst>
          </p:cNvPr>
          <p:cNvSpPr>
            <a:spLocks noGrp="1"/>
          </p:cNvSpPr>
          <p:nvPr/>
        </p:nvSpPr>
        <p:spPr>
          <a:xfrm>
            <a:off x="547005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7" name="A1_bar_Cryo_14590">
            <a:extLst>
              <a:ext uri="{FF2B5EF4-FFF2-40B4-BE49-F238E27FC236}">
                <a16:creationId xmlns:a16="http://schemas.microsoft.com/office/drawing/2014/main" id="{C90E99D9-38D4-459A-855A-487C4C8C6EA1}"/>
              </a:ext>
            </a:extLst>
          </p:cNvPr>
          <p:cNvSpPr>
            <a:spLocks noGrp="1"/>
          </p:cNvSpPr>
          <p:nvPr/>
        </p:nvSpPr>
        <p:spPr>
          <a:xfrm>
            <a:off x="5450449" y="49197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8" name="A1_bar_Cryo_14591">
            <a:extLst>
              <a:ext uri="{FF2B5EF4-FFF2-40B4-BE49-F238E27FC236}">
                <a16:creationId xmlns:a16="http://schemas.microsoft.com/office/drawing/2014/main" id="{6B07A36A-C104-4053-8675-3331ABE41EA0}"/>
              </a:ext>
            </a:extLst>
          </p:cNvPr>
          <p:cNvSpPr>
            <a:spLocks noGrp="1"/>
          </p:cNvSpPr>
          <p:nvPr/>
        </p:nvSpPr>
        <p:spPr>
          <a:xfrm>
            <a:off x="5416086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9" name="A1_bar_Cryo_14592">
            <a:extLst>
              <a:ext uri="{FF2B5EF4-FFF2-40B4-BE49-F238E27FC236}">
                <a16:creationId xmlns:a16="http://schemas.microsoft.com/office/drawing/2014/main" id="{72F6A722-3D09-402A-8B67-1D595E4E0678}"/>
              </a:ext>
            </a:extLst>
          </p:cNvPr>
          <p:cNvSpPr>
            <a:spLocks noGrp="1"/>
          </p:cNvSpPr>
          <p:nvPr/>
        </p:nvSpPr>
        <p:spPr>
          <a:xfrm>
            <a:off x="531626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0" name="A1_bar_Cryo_14593">
            <a:extLst>
              <a:ext uri="{FF2B5EF4-FFF2-40B4-BE49-F238E27FC236}">
                <a16:creationId xmlns:a16="http://schemas.microsoft.com/office/drawing/2014/main" id="{4B226198-11CB-4074-BE34-91212AF10F08}"/>
              </a:ext>
            </a:extLst>
          </p:cNvPr>
          <p:cNvSpPr>
            <a:spLocks noGrp="1"/>
          </p:cNvSpPr>
          <p:nvPr/>
        </p:nvSpPr>
        <p:spPr>
          <a:xfrm>
            <a:off x="5407668" y="57366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1" name="A1_bar_Cryo_14594">
            <a:extLst>
              <a:ext uri="{FF2B5EF4-FFF2-40B4-BE49-F238E27FC236}">
                <a16:creationId xmlns:a16="http://schemas.microsoft.com/office/drawing/2014/main" id="{42879A7F-EA22-40F7-8D8E-DA73B9846F61}"/>
              </a:ext>
            </a:extLst>
          </p:cNvPr>
          <p:cNvSpPr>
            <a:spLocks noGrp="1"/>
          </p:cNvSpPr>
          <p:nvPr/>
        </p:nvSpPr>
        <p:spPr>
          <a:xfrm>
            <a:off x="53498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2" name="A1_bar_Cryo_14595">
            <a:extLst>
              <a:ext uri="{FF2B5EF4-FFF2-40B4-BE49-F238E27FC236}">
                <a16:creationId xmlns:a16="http://schemas.microsoft.com/office/drawing/2014/main" id="{DF7FE2F8-A82E-4EC9-B0CE-8A9669E93F69}"/>
              </a:ext>
            </a:extLst>
          </p:cNvPr>
          <p:cNvSpPr>
            <a:spLocks noGrp="1"/>
          </p:cNvSpPr>
          <p:nvPr/>
        </p:nvSpPr>
        <p:spPr>
          <a:xfrm>
            <a:off x="53912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3" name="A1_bar_Cryo_14596">
            <a:extLst>
              <a:ext uri="{FF2B5EF4-FFF2-40B4-BE49-F238E27FC236}">
                <a16:creationId xmlns:a16="http://schemas.microsoft.com/office/drawing/2014/main" id="{EF59066E-613C-453A-BCEB-04EBD498571B}"/>
              </a:ext>
            </a:extLst>
          </p:cNvPr>
          <p:cNvSpPr>
            <a:spLocks noGrp="1"/>
          </p:cNvSpPr>
          <p:nvPr/>
        </p:nvSpPr>
        <p:spPr>
          <a:xfrm>
            <a:off x="5294237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4" name="A1_bar_Cryo_14597">
            <a:extLst>
              <a:ext uri="{FF2B5EF4-FFF2-40B4-BE49-F238E27FC236}">
                <a16:creationId xmlns:a16="http://schemas.microsoft.com/office/drawing/2014/main" id="{9CD11B62-9E3E-4676-8350-990E43B0F919}"/>
              </a:ext>
            </a:extLst>
          </p:cNvPr>
          <p:cNvSpPr>
            <a:spLocks noGrp="1"/>
          </p:cNvSpPr>
          <p:nvPr/>
        </p:nvSpPr>
        <p:spPr>
          <a:xfrm>
            <a:off x="54327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5" name="A1_bar_Cryo_14598">
            <a:extLst>
              <a:ext uri="{FF2B5EF4-FFF2-40B4-BE49-F238E27FC236}">
                <a16:creationId xmlns:a16="http://schemas.microsoft.com/office/drawing/2014/main" id="{CCDC1F36-6AC5-40D8-8131-95F2CE505B79}"/>
              </a:ext>
            </a:extLst>
          </p:cNvPr>
          <p:cNvSpPr>
            <a:spLocks noGrp="1"/>
          </p:cNvSpPr>
          <p:nvPr/>
        </p:nvSpPr>
        <p:spPr>
          <a:xfrm>
            <a:off x="5314949" y="51380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6" name="A1_bar_Cryo_14599">
            <a:extLst>
              <a:ext uri="{FF2B5EF4-FFF2-40B4-BE49-F238E27FC236}">
                <a16:creationId xmlns:a16="http://schemas.microsoft.com/office/drawing/2014/main" id="{BE5825A7-A44E-455A-9F77-CBE03DE68303}"/>
              </a:ext>
            </a:extLst>
          </p:cNvPr>
          <p:cNvSpPr>
            <a:spLocks noGrp="1"/>
          </p:cNvSpPr>
          <p:nvPr/>
        </p:nvSpPr>
        <p:spPr>
          <a:xfrm>
            <a:off x="53400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7" name="A1_bar_Cryo_14600">
            <a:extLst>
              <a:ext uri="{FF2B5EF4-FFF2-40B4-BE49-F238E27FC236}">
                <a16:creationId xmlns:a16="http://schemas.microsoft.com/office/drawing/2014/main" id="{4BC1E9CD-E14E-4671-A078-AC202AC9FCB1}"/>
              </a:ext>
            </a:extLst>
          </p:cNvPr>
          <p:cNvSpPr>
            <a:spLocks noGrp="1"/>
          </p:cNvSpPr>
          <p:nvPr/>
        </p:nvSpPr>
        <p:spPr>
          <a:xfrm>
            <a:off x="5496951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8" name="A1_bar_Cryo_14601">
            <a:extLst>
              <a:ext uri="{FF2B5EF4-FFF2-40B4-BE49-F238E27FC236}">
                <a16:creationId xmlns:a16="http://schemas.microsoft.com/office/drawing/2014/main" id="{CF55DF5B-337A-4AA3-A940-19A23DF69434}"/>
              </a:ext>
            </a:extLst>
          </p:cNvPr>
          <p:cNvSpPr>
            <a:spLocks noGrp="1"/>
          </p:cNvSpPr>
          <p:nvPr/>
        </p:nvSpPr>
        <p:spPr>
          <a:xfrm>
            <a:off x="708931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9" name="A1_bar_Cryo_14602">
            <a:extLst>
              <a:ext uri="{FF2B5EF4-FFF2-40B4-BE49-F238E27FC236}">
                <a16:creationId xmlns:a16="http://schemas.microsoft.com/office/drawing/2014/main" id="{A95B63BE-8847-46C6-A6FD-4D200467E37D}"/>
              </a:ext>
            </a:extLst>
          </p:cNvPr>
          <p:cNvSpPr>
            <a:spLocks noGrp="1"/>
          </p:cNvSpPr>
          <p:nvPr/>
        </p:nvSpPr>
        <p:spPr>
          <a:xfrm>
            <a:off x="69985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0" name="A1_bar_Cryo_14603">
            <a:extLst>
              <a:ext uri="{FF2B5EF4-FFF2-40B4-BE49-F238E27FC236}">
                <a16:creationId xmlns:a16="http://schemas.microsoft.com/office/drawing/2014/main" id="{FED8DF5C-DFB5-41BC-BCC5-1AF89679DBCA}"/>
              </a:ext>
            </a:extLst>
          </p:cNvPr>
          <p:cNvSpPr>
            <a:spLocks noGrp="1"/>
          </p:cNvSpPr>
          <p:nvPr/>
        </p:nvSpPr>
        <p:spPr>
          <a:xfrm>
            <a:off x="707024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1" name="A1_bar_Cryo_14604">
            <a:extLst>
              <a:ext uri="{FF2B5EF4-FFF2-40B4-BE49-F238E27FC236}">
                <a16:creationId xmlns:a16="http://schemas.microsoft.com/office/drawing/2014/main" id="{2743F270-EC94-4DF6-BE8D-042EEB37C16E}"/>
              </a:ext>
            </a:extLst>
          </p:cNvPr>
          <p:cNvSpPr>
            <a:spLocks noGrp="1"/>
          </p:cNvSpPr>
          <p:nvPr/>
        </p:nvSpPr>
        <p:spPr>
          <a:xfrm>
            <a:off x="7101427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2" name="A1_bar_Cryo_14605">
            <a:extLst>
              <a:ext uri="{FF2B5EF4-FFF2-40B4-BE49-F238E27FC236}">
                <a16:creationId xmlns:a16="http://schemas.microsoft.com/office/drawing/2014/main" id="{CCB065AE-6B19-47C7-820C-1D57BE01A651}"/>
              </a:ext>
            </a:extLst>
          </p:cNvPr>
          <p:cNvSpPr>
            <a:spLocks noGrp="1"/>
          </p:cNvSpPr>
          <p:nvPr/>
        </p:nvSpPr>
        <p:spPr>
          <a:xfrm>
            <a:off x="7024286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3" name="A1_bar_Cryo_14606">
            <a:extLst>
              <a:ext uri="{FF2B5EF4-FFF2-40B4-BE49-F238E27FC236}">
                <a16:creationId xmlns:a16="http://schemas.microsoft.com/office/drawing/2014/main" id="{42141F31-252F-496E-A6CC-171B63EFC5F0}"/>
              </a:ext>
            </a:extLst>
          </p:cNvPr>
          <p:cNvSpPr>
            <a:spLocks noGrp="1"/>
          </p:cNvSpPr>
          <p:nvPr/>
        </p:nvSpPr>
        <p:spPr>
          <a:xfrm>
            <a:off x="69192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4" name="A1_bar_Cryo_14607">
            <a:extLst>
              <a:ext uri="{FF2B5EF4-FFF2-40B4-BE49-F238E27FC236}">
                <a16:creationId xmlns:a16="http://schemas.microsoft.com/office/drawing/2014/main" id="{FB9F141B-97A5-447D-9C72-A7A1D3B38BE1}"/>
              </a:ext>
            </a:extLst>
          </p:cNvPr>
          <p:cNvSpPr>
            <a:spLocks noGrp="1"/>
          </p:cNvSpPr>
          <p:nvPr/>
        </p:nvSpPr>
        <p:spPr>
          <a:xfrm>
            <a:off x="689104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5" name="A1_bar_Cryo_14608">
            <a:extLst>
              <a:ext uri="{FF2B5EF4-FFF2-40B4-BE49-F238E27FC236}">
                <a16:creationId xmlns:a16="http://schemas.microsoft.com/office/drawing/2014/main" id="{51C7F702-7EC2-427F-A997-B173AB337471}"/>
              </a:ext>
            </a:extLst>
          </p:cNvPr>
          <p:cNvSpPr>
            <a:spLocks noGrp="1"/>
          </p:cNvSpPr>
          <p:nvPr/>
        </p:nvSpPr>
        <p:spPr>
          <a:xfrm>
            <a:off x="706753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6" name="A1_bar_Cryo_14609">
            <a:extLst>
              <a:ext uri="{FF2B5EF4-FFF2-40B4-BE49-F238E27FC236}">
                <a16:creationId xmlns:a16="http://schemas.microsoft.com/office/drawing/2014/main" id="{EF1EE8A1-4BA6-4F59-A794-0EEF41F9A045}"/>
              </a:ext>
            </a:extLst>
          </p:cNvPr>
          <p:cNvSpPr>
            <a:spLocks noGrp="1"/>
          </p:cNvSpPr>
          <p:nvPr/>
        </p:nvSpPr>
        <p:spPr>
          <a:xfrm>
            <a:off x="6981134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7" name="A1_bar_Cryo_14610">
            <a:extLst>
              <a:ext uri="{FF2B5EF4-FFF2-40B4-BE49-F238E27FC236}">
                <a16:creationId xmlns:a16="http://schemas.microsoft.com/office/drawing/2014/main" id="{31245D2D-5D1B-4607-B906-6665961CA7DC}"/>
              </a:ext>
            </a:extLst>
          </p:cNvPr>
          <p:cNvSpPr>
            <a:spLocks noGrp="1"/>
          </p:cNvSpPr>
          <p:nvPr/>
        </p:nvSpPr>
        <p:spPr>
          <a:xfrm>
            <a:off x="704622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8" name="A1_bar_Cryo_14611">
            <a:extLst>
              <a:ext uri="{FF2B5EF4-FFF2-40B4-BE49-F238E27FC236}">
                <a16:creationId xmlns:a16="http://schemas.microsoft.com/office/drawing/2014/main" id="{593BCBDC-C46D-482A-9766-9343B0B19BF9}"/>
              </a:ext>
            </a:extLst>
          </p:cNvPr>
          <p:cNvSpPr>
            <a:spLocks noGrp="1"/>
          </p:cNvSpPr>
          <p:nvPr/>
        </p:nvSpPr>
        <p:spPr>
          <a:xfrm>
            <a:off x="7100000" y="32980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9" name="A1_bar_Cryo_14612">
            <a:extLst>
              <a:ext uri="{FF2B5EF4-FFF2-40B4-BE49-F238E27FC236}">
                <a16:creationId xmlns:a16="http://schemas.microsoft.com/office/drawing/2014/main" id="{C5E7B06B-C124-43C3-8647-14B09F01C7C2}"/>
              </a:ext>
            </a:extLst>
          </p:cNvPr>
          <p:cNvSpPr>
            <a:spLocks noGrp="1"/>
          </p:cNvSpPr>
          <p:nvPr/>
        </p:nvSpPr>
        <p:spPr>
          <a:xfrm>
            <a:off x="7010126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0" name="A1_bar_Cryo_14613">
            <a:extLst>
              <a:ext uri="{FF2B5EF4-FFF2-40B4-BE49-F238E27FC236}">
                <a16:creationId xmlns:a16="http://schemas.microsoft.com/office/drawing/2014/main" id="{98616ABF-8D4D-4770-8862-7DEA1ACF5226}"/>
              </a:ext>
            </a:extLst>
          </p:cNvPr>
          <p:cNvSpPr>
            <a:spLocks noGrp="1"/>
          </p:cNvSpPr>
          <p:nvPr/>
        </p:nvSpPr>
        <p:spPr>
          <a:xfrm>
            <a:off x="696273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1" name="A1_bar_Cryo_14614">
            <a:extLst>
              <a:ext uri="{FF2B5EF4-FFF2-40B4-BE49-F238E27FC236}">
                <a16:creationId xmlns:a16="http://schemas.microsoft.com/office/drawing/2014/main" id="{BCB21045-1F5B-4AC3-BB92-709271D6F1E0}"/>
              </a:ext>
            </a:extLst>
          </p:cNvPr>
          <p:cNvSpPr>
            <a:spLocks noGrp="1"/>
          </p:cNvSpPr>
          <p:nvPr/>
        </p:nvSpPr>
        <p:spPr>
          <a:xfrm>
            <a:off x="7001904" y="53437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2" name="A1_bar_Cryo_14615">
            <a:extLst>
              <a:ext uri="{FF2B5EF4-FFF2-40B4-BE49-F238E27FC236}">
                <a16:creationId xmlns:a16="http://schemas.microsoft.com/office/drawing/2014/main" id="{77B25826-B0B1-4F8A-B717-23E9A7E78F1A}"/>
              </a:ext>
            </a:extLst>
          </p:cNvPr>
          <p:cNvSpPr>
            <a:spLocks noGrp="1"/>
          </p:cNvSpPr>
          <p:nvPr/>
        </p:nvSpPr>
        <p:spPr>
          <a:xfrm>
            <a:off x="687176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3" name="A1_bar_Cryo_14616">
            <a:extLst>
              <a:ext uri="{FF2B5EF4-FFF2-40B4-BE49-F238E27FC236}">
                <a16:creationId xmlns:a16="http://schemas.microsoft.com/office/drawing/2014/main" id="{FE29AEEF-0DA3-4B9A-B49E-ED288089B3B7}"/>
              </a:ext>
            </a:extLst>
          </p:cNvPr>
          <p:cNvSpPr>
            <a:spLocks noGrp="1"/>
          </p:cNvSpPr>
          <p:nvPr/>
        </p:nvSpPr>
        <p:spPr>
          <a:xfrm>
            <a:off x="7092799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4" name="A1_bar_Cryo_14617">
            <a:extLst>
              <a:ext uri="{FF2B5EF4-FFF2-40B4-BE49-F238E27FC236}">
                <a16:creationId xmlns:a16="http://schemas.microsoft.com/office/drawing/2014/main" id="{2C95F1FD-83CE-4B76-8B74-56CB68732FDB}"/>
              </a:ext>
            </a:extLst>
          </p:cNvPr>
          <p:cNvSpPr>
            <a:spLocks noGrp="1"/>
          </p:cNvSpPr>
          <p:nvPr/>
        </p:nvSpPr>
        <p:spPr>
          <a:xfrm>
            <a:off x="70145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5" name="A1_bar_Cryo_14618">
            <a:extLst>
              <a:ext uri="{FF2B5EF4-FFF2-40B4-BE49-F238E27FC236}">
                <a16:creationId xmlns:a16="http://schemas.microsoft.com/office/drawing/2014/main" id="{7001D515-EE10-4CB8-9F5F-D7FB91870393}"/>
              </a:ext>
            </a:extLst>
          </p:cNvPr>
          <p:cNvSpPr>
            <a:spLocks noGrp="1"/>
          </p:cNvSpPr>
          <p:nvPr/>
        </p:nvSpPr>
        <p:spPr>
          <a:xfrm>
            <a:off x="69104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6" name="A1_bar_Cryo_14619">
            <a:extLst>
              <a:ext uri="{FF2B5EF4-FFF2-40B4-BE49-F238E27FC236}">
                <a16:creationId xmlns:a16="http://schemas.microsoft.com/office/drawing/2014/main" id="{6D6139FB-172C-4E12-A27F-5C66A712F303}"/>
              </a:ext>
            </a:extLst>
          </p:cNvPr>
          <p:cNvSpPr>
            <a:spLocks noGrp="1"/>
          </p:cNvSpPr>
          <p:nvPr/>
        </p:nvSpPr>
        <p:spPr>
          <a:xfrm>
            <a:off x="68687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7" name="A1_bar_Cryo_14620">
            <a:extLst>
              <a:ext uri="{FF2B5EF4-FFF2-40B4-BE49-F238E27FC236}">
                <a16:creationId xmlns:a16="http://schemas.microsoft.com/office/drawing/2014/main" id="{6E1D241B-1135-4890-9BDE-AA56DE0D3316}"/>
              </a:ext>
            </a:extLst>
          </p:cNvPr>
          <p:cNvSpPr>
            <a:spLocks noGrp="1"/>
          </p:cNvSpPr>
          <p:nvPr/>
        </p:nvSpPr>
        <p:spPr>
          <a:xfrm>
            <a:off x="7057306" y="5901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8" name="A1_bar_Cryo_14621">
            <a:extLst>
              <a:ext uri="{FF2B5EF4-FFF2-40B4-BE49-F238E27FC236}">
                <a16:creationId xmlns:a16="http://schemas.microsoft.com/office/drawing/2014/main" id="{0181D0FB-2BCE-4E81-9C7C-7225C0BDE80D}"/>
              </a:ext>
            </a:extLst>
          </p:cNvPr>
          <p:cNvSpPr>
            <a:spLocks noGrp="1"/>
          </p:cNvSpPr>
          <p:nvPr/>
        </p:nvSpPr>
        <p:spPr>
          <a:xfrm>
            <a:off x="7038511" y="58938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9" name="A1_bar_Cryo_14622">
            <a:extLst>
              <a:ext uri="{FF2B5EF4-FFF2-40B4-BE49-F238E27FC236}">
                <a16:creationId xmlns:a16="http://schemas.microsoft.com/office/drawing/2014/main" id="{08DA51D5-1CC9-401B-A6BA-188E3E07D9F4}"/>
              </a:ext>
            </a:extLst>
          </p:cNvPr>
          <p:cNvSpPr>
            <a:spLocks noGrp="1"/>
          </p:cNvSpPr>
          <p:nvPr/>
        </p:nvSpPr>
        <p:spPr>
          <a:xfrm>
            <a:off x="68743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0" name="A1_bar_Cryo_14623">
            <a:extLst>
              <a:ext uri="{FF2B5EF4-FFF2-40B4-BE49-F238E27FC236}">
                <a16:creationId xmlns:a16="http://schemas.microsoft.com/office/drawing/2014/main" id="{1243E57B-02E9-4313-97CC-9EC0ADB43DD2}"/>
              </a:ext>
            </a:extLst>
          </p:cNvPr>
          <p:cNvSpPr>
            <a:spLocks noGrp="1"/>
          </p:cNvSpPr>
          <p:nvPr/>
        </p:nvSpPr>
        <p:spPr>
          <a:xfrm>
            <a:off x="6908107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1" name="A1_bar_Cryo_14624">
            <a:extLst>
              <a:ext uri="{FF2B5EF4-FFF2-40B4-BE49-F238E27FC236}">
                <a16:creationId xmlns:a16="http://schemas.microsoft.com/office/drawing/2014/main" id="{4308E97B-3614-4A19-8F86-8CE070E2F79F}"/>
              </a:ext>
            </a:extLst>
          </p:cNvPr>
          <p:cNvSpPr>
            <a:spLocks noGrp="1"/>
          </p:cNvSpPr>
          <p:nvPr/>
        </p:nvSpPr>
        <p:spPr>
          <a:xfrm>
            <a:off x="7048604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2" name="A1_bar_Cryo_14625">
            <a:extLst>
              <a:ext uri="{FF2B5EF4-FFF2-40B4-BE49-F238E27FC236}">
                <a16:creationId xmlns:a16="http://schemas.microsoft.com/office/drawing/2014/main" id="{214BD4F0-E3E5-4EDF-BBF7-A8B7BD5C1F66}"/>
              </a:ext>
            </a:extLst>
          </p:cNvPr>
          <p:cNvSpPr>
            <a:spLocks noGrp="1"/>
          </p:cNvSpPr>
          <p:nvPr/>
        </p:nvSpPr>
        <p:spPr>
          <a:xfrm>
            <a:off x="699501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3" name="A1_bar_Cryo_14626">
            <a:extLst>
              <a:ext uri="{FF2B5EF4-FFF2-40B4-BE49-F238E27FC236}">
                <a16:creationId xmlns:a16="http://schemas.microsoft.com/office/drawing/2014/main" id="{9EBAB873-5C8E-4823-8357-04C4C590FFA2}"/>
              </a:ext>
            </a:extLst>
          </p:cNvPr>
          <p:cNvSpPr>
            <a:spLocks noGrp="1"/>
          </p:cNvSpPr>
          <p:nvPr/>
        </p:nvSpPr>
        <p:spPr>
          <a:xfrm>
            <a:off x="7101981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4" name="A1_bar_Cryo_14627">
            <a:extLst>
              <a:ext uri="{FF2B5EF4-FFF2-40B4-BE49-F238E27FC236}">
                <a16:creationId xmlns:a16="http://schemas.microsoft.com/office/drawing/2014/main" id="{B65EF665-695B-4C36-946D-583215FAF07B}"/>
              </a:ext>
            </a:extLst>
          </p:cNvPr>
          <p:cNvSpPr>
            <a:spLocks noGrp="1"/>
          </p:cNvSpPr>
          <p:nvPr/>
        </p:nvSpPr>
        <p:spPr>
          <a:xfrm>
            <a:off x="69752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5" name="A1_bar_Cryo_14628">
            <a:extLst>
              <a:ext uri="{FF2B5EF4-FFF2-40B4-BE49-F238E27FC236}">
                <a16:creationId xmlns:a16="http://schemas.microsoft.com/office/drawing/2014/main" id="{1D811466-33A2-4549-9461-A2EDFFF845B0}"/>
              </a:ext>
            </a:extLst>
          </p:cNvPr>
          <p:cNvSpPr>
            <a:spLocks noGrp="1"/>
          </p:cNvSpPr>
          <p:nvPr/>
        </p:nvSpPr>
        <p:spPr>
          <a:xfrm>
            <a:off x="6952359" y="55251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6" name="A1_bar_Cryo_14629">
            <a:extLst>
              <a:ext uri="{FF2B5EF4-FFF2-40B4-BE49-F238E27FC236}">
                <a16:creationId xmlns:a16="http://schemas.microsoft.com/office/drawing/2014/main" id="{834CF8BE-FD3E-4A0C-BA30-C2C7798A1A34}"/>
              </a:ext>
            </a:extLst>
          </p:cNvPr>
          <p:cNvSpPr>
            <a:spLocks noGrp="1"/>
          </p:cNvSpPr>
          <p:nvPr/>
        </p:nvSpPr>
        <p:spPr>
          <a:xfrm>
            <a:off x="6895850" y="55087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7" name="A1_bar_Cryo_14630">
            <a:extLst>
              <a:ext uri="{FF2B5EF4-FFF2-40B4-BE49-F238E27FC236}">
                <a16:creationId xmlns:a16="http://schemas.microsoft.com/office/drawing/2014/main" id="{0FEE8BCE-85B1-44DD-966E-606BDBBADF48}"/>
              </a:ext>
            </a:extLst>
          </p:cNvPr>
          <p:cNvSpPr>
            <a:spLocks noGrp="1"/>
          </p:cNvSpPr>
          <p:nvPr/>
        </p:nvSpPr>
        <p:spPr>
          <a:xfrm>
            <a:off x="690510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8" name="A1_bar_Cryo_14631">
            <a:extLst>
              <a:ext uri="{FF2B5EF4-FFF2-40B4-BE49-F238E27FC236}">
                <a16:creationId xmlns:a16="http://schemas.microsoft.com/office/drawing/2014/main" id="{9ED0782B-0F3F-4D03-97BF-9702013C48AF}"/>
              </a:ext>
            </a:extLst>
          </p:cNvPr>
          <p:cNvSpPr>
            <a:spLocks noGrp="1"/>
          </p:cNvSpPr>
          <p:nvPr/>
        </p:nvSpPr>
        <p:spPr>
          <a:xfrm>
            <a:off x="686511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9" name="A1_bar_Cryo_14632">
            <a:extLst>
              <a:ext uri="{FF2B5EF4-FFF2-40B4-BE49-F238E27FC236}">
                <a16:creationId xmlns:a16="http://schemas.microsoft.com/office/drawing/2014/main" id="{E7FB0ABE-EC7E-42B4-83D3-F29B8B8038B4}"/>
              </a:ext>
            </a:extLst>
          </p:cNvPr>
          <p:cNvSpPr>
            <a:spLocks noGrp="1"/>
          </p:cNvSpPr>
          <p:nvPr/>
        </p:nvSpPr>
        <p:spPr>
          <a:xfrm>
            <a:off x="702854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0" name="A1_bar_Cryo_14633">
            <a:extLst>
              <a:ext uri="{FF2B5EF4-FFF2-40B4-BE49-F238E27FC236}">
                <a16:creationId xmlns:a16="http://schemas.microsoft.com/office/drawing/2014/main" id="{B78053A1-FF10-423F-99F5-8D7A4349F649}"/>
              </a:ext>
            </a:extLst>
          </p:cNvPr>
          <p:cNvSpPr>
            <a:spLocks noGrp="1"/>
          </p:cNvSpPr>
          <p:nvPr/>
        </p:nvSpPr>
        <p:spPr>
          <a:xfrm>
            <a:off x="688181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1" name="A1_bar_Cryo_14634">
            <a:extLst>
              <a:ext uri="{FF2B5EF4-FFF2-40B4-BE49-F238E27FC236}">
                <a16:creationId xmlns:a16="http://schemas.microsoft.com/office/drawing/2014/main" id="{9C4908B0-18D2-4236-8E3A-D970EA92932E}"/>
              </a:ext>
            </a:extLst>
          </p:cNvPr>
          <p:cNvSpPr>
            <a:spLocks noGrp="1"/>
          </p:cNvSpPr>
          <p:nvPr/>
        </p:nvSpPr>
        <p:spPr>
          <a:xfrm>
            <a:off x="689928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2" name="A1_bar_Cryo_14635">
            <a:extLst>
              <a:ext uri="{FF2B5EF4-FFF2-40B4-BE49-F238E27FC236}">
                <a16:creationId xmlns:a16="http://schemas.microsoft.com/office/drawing/2014/main" id="{8ACDA0D1-636B-43CA-9DAC-A63CF513F62B}"/>
              </a:ext>
            </a:extLst>
          </p:cNvPr>
          <p:cNvSpPr>
            <a:spLocks noGrp="1"/>
          </p:cNvSpPr>
          <p:nvPr/>
        </p:nvSpPr>
        <p:spPr>
          <a:xfrm>
            <a:off x="705769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3" name="A1_bar_Cryo_14636">
            <a:extLst>
              <a:ext uri="{FF2B5EF4-FFF2-40B4-BE49-F238E27FC236}">
                <a16:creationId xmlns:a16="http://schemas.microsoft.com/office/drawing/2014/main" id="{1EAF5330-6681-4E7E-8E1B-AA74763E7A45}"/>
              </a:ext>
            </a:extLst>
          </p:cNvPr>
          <p:cNvSpPr>
            <a:spLocks noGrp="1"/>
          </p:cNvSpPr>
          <p:nvPr/>
        </p:nvSpPr>
        <p:spPr>
          <a:xfrm>
            <a:off x="70167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4" name="A1_bar_Cryo_14637">
            <a:extLst>
              <a:ext uri="{FF2B5EF4-FFF2-40B4-BE49-F238E27FC236}">
                <a16:creationId xmlns:a16="http://schemas.microsoft.com/office/drawing/2014/main" id="{77CF64CC-6445-46E7-8BA1-45087F74FDDB}"/>
              </a:ext>
            </a:extLst>
          </p:cNvPr>
          <p:cNvSpPr>
            <a:spLocks noGrp="1"/>
          </p:cNvSpPr>
          <p:nvPr/>
        </p:nvSpPr>
        <p:spPr>
          <a:xfrm>
            <a:off x="69166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5" name="A1_bar_Cryo_14638">
            <a:extLst>
              <a:ext uri="{FF2B5EF4-FFF2-40B4-BE49-F238E27FC236}">
                <a16:creationId xmlns:a16="http://schemas.microsoft.com/office/drawing/2014/main" id="{50C24759-657A-469C-862B-CB758CEF4973}"/>
              </a:ext>
            </a:extLst>
          </p:cNvPr>
          <p:cNvSpPr>
            <a:spLocks noGrp="1"/>
          </p:cNvSpPr>
          <p:nvPr/>
        </p:nvSpPr>
        <p:spPr>
          <a:xfrm>
            <a:off x="702127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6" name="A1_bar_Cryo_14639">
            <a:extLst>
              <a:ext uri="{FF2B5EF4-FFF2-40B4-BE49-F238E27FC236}">
                <a16:creationId xmlns:a16="http://schemas.microsoft.com/office/drawing/2014/main" id="{915D1E5C-264A-4827-9582-4EBB2EA8E9F5}"/>
              </a:ext>
            </a:extLst>
          </p:cNvPr>
          <p:cNvSpPr>
            <a:spLocks noGrp="1"/>
          </p:cNvSpPr>
          <p:nvPr/>
        </p:nvSpPr>
        <p:spPr>
          <a:xfrm>
            <a:off x="689494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7" name="A1_bar_Cryo_14640">
            <a:extLst>
              <a:ext uri="{FF2B5EF4-FFF2-40B4-BE49-F238E27FC236}">
                <a16:creationId xmlns:a16="http://schemas.microsoft.com/office/drawing/2014/main" id="{6264F551-96DF-4EBE-BE0C-661343551F01}"/>
              </a:ext>
            </a:extLst>
          </p:cNvPr>
          <p:cNvSpPr>
            <a:spLocks noGrp="1"/>
          </p:cNvSpPr>
          <p:nvPr/>
        </p:nvSpPr>
        <p:spPr>
          <a:xfrm>
            <a:off x="7036668" y="48126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8" name="A1_bar_Cryo_14641">
            <a:extLst>
              <a:ext uri="{FF2B5EF4-FFF2-40B4-BE49-F238E27FC236}">
                <a16:creationId xmlns:a16="http://schemas.microsoft.com/office/drawing/2014/main" id="{3C6E86EE-57DD-4F69-8923-362BDBA88C84}"/>
              </a:ext>
            </a:extLst>
          </p:cNvPr>
          <p:cNvSpPr>
            <a:spLocks noGrp="1"/>
          </p:cNvSpPr>
          <p:nvPr/>
        </p:nvSpPr>
        <p:spPr>
          <a:xfrm>
            <a:off x="6858249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9" name="A1_bar_Cryo_14642">
            <a:extLst>
              <a:ext uri="{FF2B5EF4-FFF2-40B4-BE49-F238E27FC236}">
                <a16:creationId xmlns:a16="http://schemas.microsoft.com/office/drawing/2014/main" id="{C6C44F6A-EF40-4186-8948-7D1DB6D18584}"/>
              </a:ext>
            </a:extLst>
          </p:cNvPr>
          <p:cNvSpPr>
            <a:spLocks noGrp="1"/>
          </p:cNvSpPr>
          <p:nvPr/>
        </p:nvSpPr>
        <p:spPr>
          <a:xfrm>
            <a:off x="68601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0" name="A1_bar_Cryo_14643">
            <a:extLst>
              <a:ext uri="{FF2B5EF4-FFF2-40B4-BE49-F238E27FC236}">
                <a16:creationId xmlns:a16="http://schemas.microsoft.com/office/drawing/2014/main" id="{6DF25B4A-5CEE-4F5C-BB4C-8ACA6EFE7359}"/>
              </a:ext>
            </a:extLst>
          </p:cNvPr>
          <p:cNvSpPr>
            <a:spLocks noGrp="1"/>
          </p:cNvSpPr>
          <p:nvPr/>
        </p:nvSpPr>
        <p:spPr>
          <a:xfrm>
            <a:off x="7089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1" name="A1_bar_Cryo_14644">
            <a:extLst>
              <a:ext uri="{FF2B5EF4-FFF2-40B4-BE49-F238E27FC236}">
                <a16:creationId xmlns:a16="http://schemas.microsoft.com/office/drawing/2014/main" id="{EB02147E-38EF-4393-98B1-FCAE7DC5F8C9}"/>
              </a:ext>
            </a:extLst>
          </p:cNvPr>
          <p:cNvSpPr>
            <a:spLocks noGrp="1"/>
          </p:cNvSpPr>
          <p:nvPr/>
        </p:nvSpPr>
        <p:spPr>
          <a:xfrm>
            <a:off x="703866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2" name="A1_bar_Cryo_14645">
            <a:extLst>
              <a:ext uri="{FF2B5EF4-FFF2-40B4-BE49-F238E27FC236}">
                <a16:creationId xmlns:a16="http://schemas.microsoft.com/office/drawing/2014/main" id="{DF56B240-6820-42B3-92B1-89CA194CA00C}"/>
              </a:ext>
            </a:extLst>
          </p:cNvPr>
          <p:cNvSpPr>
            <a:spLocks noGrp="1"/>
          </p:cNvSpPr>
          <p:nvPr/>
        </p:nvSpPr>
        <p:spPr>
          <a:xfrm>
            <a:off x="70457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3" name="A1_bar_Cryo_14646">
            <a:extLst>
              <a:ext uri="{FF2B5EF4-FFF2-40B4-BE49-F238E27FC236}">
                <a16:creationId xmlns:a16="http://schemas.microsoft.com/office/drawing/2014/main" id="{068E3308-E7BF-4A0D-AAC5-728A911E8F43}"/>
              </a:ext>
            </a:extLst>
          </p:cNvPr>
          <p:cNvSpPr>
            <a:spLocks noGrp="1"/>
          </p:cNvSpPr>
          <p:nvPr/>
        </p:nvSpPr>
        <p:spPr>
          <a:xfrm>
            <a:off x="6893052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4" name="A1_bar_Cryo_14647">
            <a:extLst>
              <a:ext uri="{FF2B5EF4-FFF2-40B4-BE49-F238E27FC236}">
                <a16:creationId xmlns:a16="http://schemas.microsoft.com/office/drawing/2014/main" id="{3FFDE97C-43E2-4218-9CE2-76EBA0D37735}"/>
              </a:ext>
            </a:extLst>
          </p:cNvPr>
          <p:cNvSpPr>
            <a:spLocks noGrp="1"/>
          </p:cNvSpPr>
          <p:nvPr/>
        </p:nvSpPr>
        <p:spPr>
          <a:xfrm>
            <a:off x="689144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5" name="A1_bar_Cryo_14648">
            <a:extLst>
              <a:ext uri="{FF2B5EF4-FFF2-40B4-BE49-F238E27FC236}">
                <a16:creationId xmlns:a16="http://schemas.microsoft.com/office/drawing/2014/main" id="{AA5139AC-93F0-4C29-A741-5C3158FAE646}"/>
              </a:ext>
            </a:extLst>
          </p:cNvPr>
          <p:cNvSpPr>
            <a:spLocks noGrp="1"/>
          </p:cNvSpPr>
          <p:nvPr/>
        </p:nvSpPr>
        <p:spPr>
          <a:xfrm>
            <a:off x="696373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6" name="A1_bar_Cryo_14649">
            <a:extLst>
              <a:ext uri="{FF2B5EF4-FFF2-40B4-BE49-F238E27FC236}">
                <a16:creationId xmlns:a16="http://schemas.microsoft.com/office/drawing/2014/main" id="{5AF2902E-FBF8-406F-9F04-E00B9CE0B07D}"/>
              </a:ext>
            </a:extLst>
          </p:cNvPr>
          <p:cNvSpPr>
            <a:spLocks noGrp="1"/>
          </p:cNvSpPr>
          <p:nvPr/>
        </p:nvSpPr>
        <p:spPr>
          <a:xfrm>
            <a:off x="689096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7" name="A1_bar_Cryo_14650">
            <a:extLst>
              <a:ext uri="{FF2B5EF4-FFF2-40B4-BE49-F238E27FC236}">
                <a16:creationId xmlns:a16="http://schemas.microsoft.com/office/drawing/2014/main" id="{0BE22879-E585-4908-B037-A283A0DEE155}"/>
              </a:ext>
            </a:extLst>
          </p:cNvPr>
          <p:cNvSpPr>
            <a:spLocks noGrp="1"/>
          </p:cNvSpPr>
          <p:nvPr/>
        </p:nvSpPr>
        <p:spPr>
          <a:xfrm>
            <a:off x="6869789" y="52716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8" name="A1_bar_Cryo_14651">
            <a:extLst>
              <a:ext uri="{FF2B5EF4-FFF2-40B4-BE49-F238E27FC236}">
                <a16:creationId xmlns:a16="http://schemas.microsoft.com/office/drawing/2014/main" id="{323088E1-3A6E-43ED-88DB-53720534679C}"/>
              </a:ext>
            </a:extLst>
          </p:cNvPr>
          <p:cNvSpPr>
            <a:spLocks noGrp="1"/>
          </p:cNvSpPr>
          <p:nvPr/>
        </p:nvSpPr>
        <p:spPr>
          <a:xfrm>
            <a:off x="691222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9" name="A1_bar_Cryo_14652">
            <a:extLst>
              <a:ext uri="{FF2B5EF4-FFF2-40B4-BE49-F238E27FC236}">
                <a16:creationId xmlns:a16="http://schemas.microsoft.com/office/drawing/2014/main" id="{582088A9-1C2F-4311-8BF5-02265BA316BD}"/>
              </a:ext>
            </a:extLst>
          </p:cNvPr>
          <p:cNvSpPr>
            <a:spLocks noGrp="1"/>
          </p:cNvSpPr>
          <p:nvPr/>
        </p:nvSpPr>
        <p:spPr>
          <a:xfrm>
            <a:off x="69588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0" name="A1_bar_Cryo_14653">
            <a:extLst>
              <a:ext uri="{FF2B5EF4-FFF2-40B4-BE49-F238E27FC236}">
                <a16:creationId xmlns:a16="http://schemas.microsoft.com/office/drawing/2014/main" id="{6156DC34-5077-47F6-BC36-21C0C60595AA}"/>
              </a:ext>
            </a:extLst>
          </p:cNvPr>
          <p:cNvSpPr>
            <a:spLocks noGrp="1"/>
          </p:cNvSpPr>
          <p:nvPr/>
        </p:nvSpPr>
        <p:spPr>
          <a:xfrm>
            <a:off x="6962448" y="46809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1" name="A1_bar_Cryo_14654">
            <a:extLst>
              <a:ext uri="{FF2B5EF4-FFF2-40B4-BE49-F238E27FC236}">
                <a16:creationId xmlns:a16="http://schemas.microsoft.com/office/drawing/2014/main" id="{4019F3F7-BC9A-4F18-81E8-1AEA2455D851}"/>
              </a:ext>
            </a:extLst>
          </p:cNvPr>
          <p:cNvSpPr>
            <a:spLocks noGrp="1"/>
          </p:cNvSpPr>
          <p:nvPr/>
        </p:nvSpPr>
        <p:spPr>
          <a:xfrm>
            <a:off x="6963964" y="58213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2" name="A1_bar_Cryo_14655">
            <a:extLst>
              <a:ext uri="{FF2B5EF4-FFF2-40B4-BE49-F238E27FC236}">
                <a16:creationId xmlns:a16="http://schemas.microsoft.com/office/drawing/2014/main" id="{C9D4F547-3164-45E9-B44F-4E5FFD2B14AE}"/>
              </a:ext>
            </a:extLst>
          </p:cNvPr>
          <p:cNvSpPr>
            <a:spLocks noGrp="1"/>
          </p:cNvSpPr>
          <p:nvPr/>
        </p:nvSpPr>
        <p:spPr>
          <a:xfrm>
            <a:off x="7067975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3" name="A1_bar_Cryo_14656">
            <a:extLst>
              <a:ext uri="{FF2B5EF4-FFF2-40B4-BE49-F238E27FC236}">
                <a16:creationId xmlns:a16="http://schemas.microsoft.com/office/drawing/2014/main" id="{5E853A53-CED4-4E42-8D1E-C423067608A6}"/>
              </a:ext>
            </a:extLst>
          </p:cNvPr>
          <p:cNvSpPr>
            <a:spLocks noGrp="1"/>
          </p:cNvSpPr>
          <p:nvPr/>
        </p:nvSpPr>
        <p:spPr>
          <a:xfrm>
            <a:off x="69474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4" name="A1_bar_Cryo_14657">
            <a:extLst>
              <a:ext uri="{FF2B5EF4-FFF2-40B4-BE49-F238E27FC236}">
                <a16:creationId xmlns:a16="http://schemas.microsoft.com/office/drawing/2014/main" id="{5D94DF48-1487-4BAD-9D6D-C7657CD1BC39}"/>
              </a:ext>
            </a:extLst>
          </p:cNvPr>
          <p:cNvSpPr>
            <a:spLocks noGrp="1"/>
          </p:cNvSpPr>
          <p:nvPr/>
        </p:nvSpPr>
        <p:spPr>
          <a:xfrm>
            <a:off x="7018228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5" name="A1_bar_Cryo_14658">
            <a:extLst>
              <a:ext uri="{FF2B5EF4-FFF2-40B4-BE49-F238E27FC236}">
                <a16:creationId xmlns:a16="http://schemas.microsoft.com/office/drawing/2014/main" id="{84A9B720-38AC-4DD9-9790-E18F0650B698}"/>
              </a:ext>
            </a:extLst>
          </p:cNvPr>
          <p:cNvSpPr>
            <a:spLocks noGrp="1"/>
          </p:cNvSpPr>
          <p:nvPr/>
        </p:nvSpPr>
        <p:spPr>
          <a:xfrm>
            <a:off x="70524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6" name="A1_bar_Cryo_14659">
            <a:extLst>
              <a:ext uri="{FF2B5EF4-FFF2-40B4-BE49-F238E27FC236}">
                <a16:creationId xmlns:a16="http://schemas.microsoft.com/office/drawing/2014/main" id="{FBA1515F-DC3C-4FFC-9FDD-004C07FB9DD3}"/>
              </a:ext>
            </a:extLst>
          </p:cNvPr>
          <p:cNvSpPr>
            <a:spLocks noGrp="1"/>
          </p:cNvSpPr>
          <p:nvPr/>
        </p:nvSpPr>
        <p:spPr>
          <a:xfrm>
            <a:off x="6960896" y="60526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7" name="A1_bar_Cryo_14660">
            <a:extLst>
              <a:ext uri="{FF2B5EF4-FFF2-40B4-BE49-F238E27FC236}">
                <a16:creationId xmlns:a16="http://schemas.microsoft.com/office/drawing/2014/main" id="{3C5F341D-5FEB-41C7-847A-7A6FA8F4ADCA}"/>
              </a:ext>
            </a:extLst>
          </p:cNvPr>
          <p:cNvSpPr>
            <a:spLocks noGrp="1"/>
          </p:cNvSpPr>
          <p:nvPr/>
        </p:nvSpPr>
        <p:spPr>
          <a:xfrm>
            <a:off x="6971486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8" name="A1_bar_Cryo_14661">
            <a:extLst>
              <a:ext uri="{FF2B5EF4-FFF2-40B4-BE49-F238E27FC236}">
                <a16:creationId xmlns:a16="http://schemas.microsoft.com/office/drawing/2014/main" id="{0007538D-3D04-4034-89C8-C508DCB7E8D5}"/>
              </a:ext>
            </a:extLst>
          </p:cNvPr>
          <p:cNvSpPr>
            <a:spLocks noGrp="1"/>
          </p:cNvSpPr>
          <p:nvPr/>
        </p:nvSpPr>
        <p:spPr>
          <a:xfrm>
            <a:off x="695458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9" name="A1_bar_Cryo_14662">
            <a:extLst>
              <a:ext uri="{FF2B5EF4-FFF2-40B4-BE49-F238E27FC236}">
                <a16:creationId xmlns:a16="http://schemas.microsoft.com/office/drawing/2014/main" id="{B50D6827-36D4-4B60-8EAC-060A0A279571}"/>
              </a:ext>
            </a:extLst>
          </p:cNvPr>
          <p:cNvSpPr>
            <a:spLocks noGrp="1"/>
          </p:cNvSpPr>
          <p:nvPr/>
        </p:nvSpPr>
        <p:spPr>
          <a:xfrm>
            <a:off x="693072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0" name="A1_bar_Cryo_14663">
            <a:extLst>
              <a:ext uri="{FF2B5EF4-FFF2-40B4-BE49-F238E27FC236}">
                <a16:creationId xmlns:a16="http://schemas.microsoft.com/office/drawing/2014/main" id="{E547E819-A6C9-4C4B-8459-CE94084F2314}"/>
              </a:ext>
            </a:extLst>
          </p:cNvPr>
          <p:cNvSpPr>
            <a:spLocks noGrp="1"/>
          </p:cNvSpPr>
          <p:nvPr/>
        </p:nvSpPr>
        <p:spPr>
          <a:xfrm>
            <a:off x="699164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1" name="A1_bar_Cryo_14664">
            <a:extLst>
              <a:ext uri="{FF2B5EF4-FFF2-40B4-BE49-F238E27FC236}">
                <a16:creationId xmlns:a16="http://schemas.microsoft.com/office/drawing/2014/main" id="{4CAE119E-4D5C-4C75-B78E-A548AADAC97B}"/>
              </a:ext>
            </a:extLst>
          </p:cNvPr>
          <p:cNvSpPr>
            <a:spLocks noGrp="1"/>
          </p:cNvSpPr>
          <p:nvPr/>
        </p:nvSpPr>
        <p:spPr>
          <a:xfrm>
            <a:off x="69385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2" name="A1_bar_Cryo_14665">
            <a:extLst>
              <a:ext uri="{FF2B5EF4-FFF2-40B4-BE49-F238E27FC236}">
                <a16:creationId xmlns:a16="http://schemas.microsoft.com/office/drawing/2014/main" id="{099BB833-C7D3-48B2-AD91-99AD8B92A16A}"/>
              </a:ext>
            </a:extLst>
          </p:cNvPr>
          <p:cNvSpPr>
            <a:spLocks noGrp="1"/>
          </p:cNvSpPr>
          <p:nvPr/>
        </p:nvSpPr>
        <p:spPr>
          <a:xfrm>
            <a:off x="68992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3" name="A1_bar_Cryo_14666">
            <a:extLst>
              <a:ext uri="{FF2B5EF4-FFF2-40B4-BE49-F238E27FC236}">
                <a16:creationId xmlns:a16="http://schemas.microsoft.com/office/drawing/2014/main" id="{3224165A-DC3D-4101-B705-64BC5DDD6F87}"/>
              </a:ext>
            </a:extLst>
          </p:cNvPr>
          <p:cNvSpPr>
            <a:spLocks noGrp="1"/>
          </p:cNvSpPr>
          <p:nvPr/>
        </p:nvSpPr>
        <p:spPr>
          <a:xfrm>
            <a:off x="69236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4" name="A1_bar_Cryo_14667">
            <a:extLst>
              <a:ext uri="{FF2B5EF4-FFF2-40B4-BE49-F238E27FC236}">
                <a16:creationId xmlns:a16="http://schemas.microsoft.com/office/drawing/2014/main" id="{35716EF2-FE22-4D9E-A115-3AC37CEADCA4}"/>
              </a:ext>
            </a:extLst>
          </p:cNvPr>
          <p:cNvSpPr>
            <a:spLocks noGrp="1"/>
          </p:cNvSpPr>
          <p:nvPr/>
        </p:nvSpPr>
        <p:spPr>
          <a:xfrm>
            <a:off x="6926202" y="579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5" name="A1_bar_Cryo_14668">
            <a:extLst>
              <a:ext uri="{FF2B5EF4-FFF2-40B4-BE49-F238E27FC236}">
                <a16:creationId xmlns:a16="http://schemas.microsoft.com/office/drawing/2014/main" id="{9E15DC68-E75D-4B53-8208-BB5FF8375D00}"/>
              </a:ext>
            </a:extLst>
          </p:cNvPr>
          <p:cNvSpPr>
            <a:spLocks noGrp="1"/>
          </p:cNvSpPr>
          <p:nvPr/>
        </p:nvSpPr>
        <p:spPr>
          <a:xfrm>
            <a:off x="706431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6" name="A1_bar_Cryo_14669">
            <a:extLst>
              <a:ext uri="{FF2B5EF4-FFF2-40B4-BE49-F238E27FC236}">
                <a16:creationId xmlns:a16="http://schemas.microsoft.com/office/drawing/2014/main" id="{CAF85F82-2EB0-4B7B-8AA4-F35FE7D05E0F}"/>
              </a:ext>
            </a:extLst>
          </p:cNvPr>
          <p:cNvSpPr>
            <a:spLocks noGrp="1"/>
          </p:cNvSpPr>
          <p:nvPr/>
        </p:nvSpPr>
        <p:spPr>
          <a:xfrm>
            <a:off x="7026414" y="49602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7" name="A1_bar_Cryo_14670">
            <a:extLst>
              <a:ext uri="{FF2B5EF4-FFF2-40B4-BE49-F238E27FC236}">
                <a16:creationId xmlns:a16="http://schemas.microsoft.com/office/drawing/2014/main" id="{C14336C2-85B2-4ED9-B773-7982A4F1EB69}"/>
              </a:ext>
            </a:extLst>
          </p:cNvPr>
          <p:cNvSpPr>
            <a:spLocks noGrp="1"/>
          </p:cNvSpPr>
          <p:nvPr/>
        </p:nvSpPr>
        <p:spPr>
          <a:xfrm>
            <a:off x="6882673" y="593691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8" name="A1_bar_Cryo_14671">
            <a:extLst>
              <a:ext uri="{FF2B5EF4-FFF2-40B4-BE49-F238E27FC236}">
                <a16:creationId xmlns:a16="http://schemas.microsoft.com/office/drawing/2014/main" id="{9FD288E4-3366-48A4-B822-F9D2A5C2E16D}"/>
              </a:ext>
            </a:extLst>
          </p:cNvPr>
          <p:cNvSpPr>
            <a:spLocks noGrp="1"/>
          </p:cNvSpPr>
          <p:nvPr/>
        </p:nvSpPr>
        <p:spPr>
          <a:xfrm>
            <a:off x="69161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9" name="A1_bar_Cryo_14672">
            <a:extLst>
              <a:ext uri="{FF2B5EF4-FFF2-40B4-BE49-F238E27FC236}">
                <a16:creationId xmlns:a16="http://schemas.microsoft.com/office/drawing/2014/main" id="{1EB4F762-BCB4-4794-B5B7-70572A1122C0}"/>
              </a:ext>
            </a:extLst>
          </p:cNvPr>
          <p:cNvSpPr>
            <a:spLocks noGrp="1"/>
          </p:cNvSpPr>
          <p:nvPr/>
        </p:nvSpPr>
        <p:spPr>
          <a:xfrm>
            <a:off x="7037202" y="53896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0" name="A1_bar_Cryo_14673">
            <a:extLst>
              <a:ext uri="{FF2B5EF4-FFF2-40B4-BE49-F238E27FC236}">
                <a16:creationId xmlns:a16="http://schemas.microsoft.com/office/drawing/2014/main" id="{A6FF6FBA-46DB-4AD0-909C-07BE5CAD208A}"/>
              </a:ext>
            </a:extLst>
          </p:cNvPr>
          <p:cNvSpPr>
            <a:spLocks noGrp="1"/>
          </p:cNvSpPr>
          <p:nvPr/>
        </p:nvSpPr>
        <p:spPr>
          <a:xfrm>
            <a:off x="694210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1" name="A1_bar_Cryo_14674">
            <a:extLst>
              <a:ext uri="{FF2B5EF4-FFF2-40B4-BE49-F238E27FC236}">
                <a16:creationId xmlns:a16="http://schemas.microsoft.com/office/drawing/2014/main" id="{3422D60D-44D9-4275-99F7-D9A0412F4FB0}"/>
              </a:ext>
            </a:extLst>
          </p:cNvPr>
          <p:cNvSpPr>
            <a:spLocks noGrp="1"/>
          </p:cNvSpPr>
          <p:nvPr/>
        </p:nvSpPr>
        <p:spPr>
          <a:xfrm>
            <a:off x="707997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2" name="A1_bar_Cryo_14675">
            <a:extLst>
              <a:ext uri="{FF2B5EF4-FFF2-40B4-BE49-F238E27FC236}">
                <a16:creationId xmlns:a16="http://schemas.microsoft.com/office/drawing/2014/main" id="{B567F676-F275-45F3-9093-498EBDE7F8E8}"/>
              </a:ext>
            </a:extLst>
          </p:cNvPr>
          <p:cNvSpPr>
            <a:spLocks noGrp="1"/>
          </p:cNvSpPr>
          <p:nvPr/>
        </p:nvSpPr>
        <p:spPr>
          <a:xfrm>
            <a:off x="70863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3" name="A1_bar_Cryo_14676">
            <a:extLst>
              <a:ext uri="{FF2B5EF4-FFF2-40B4-BE49-F238E27FC236}">
                <a16:creationId xmlns:a16="http://schemas.microsoft.com/office/drawing/2014/main" id="{B9851454-EE1C-412D-B4FA-487F492292A0}"/>
              </a:ext>
            </a:extLst>
          </p:cNvPr>
          <p:cNvSpPr>
            <a:spLocks noGrp="1"/>
          </p:cNvSpPr>
          <p:nvPr/>
        </p:nvSpPr>
        <p:spPr>
          <a:xfrm>
            <a:off x="702396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4" name="A1_bar_Cryo_14677">
            <a:extLst>
              <a:ext uri="{FF2B5EF4-FFF2-40B4-BE49-F238E27FC236}">
                <a16:creationId xmlns:a16="http://schemas.microsoft.com/office/drawing/2014/main" id="{FF110100-384D-4083-ACB0-704805306C46}"/>
              </a:ext>
            </a:extLst>
          </p:cNvPr>
          <p:cNvSpPr>
            <a:spLocks noGrp="1"/>
          </p:cNvSpPr>
          <p:nvPr/>
        </p:nvSpPr>
        <p:spPr>
          <a:xfrm>
            <a:off x="70092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5" name="A1_bar_Cryo_14678">
            <a:extLst>
              <a:ext uri="{FF2B5EF4-FFF2-40B4-BE49-F238E27FC236}">
                <a16:creationId xmlns:a16="http://schemas.microsoft.com/office/drawing/2014/main" id="{5C37C81A-FE41-4037-BD99-F8C8AA7C0834}"/>
              </a:ext>
            </a:extLst>
          </p:cNvPr>
          <p:cNvSpPr>
            <a:spLocks noGrp="1"/>
          </p:cNvSpPr>
          <p:nvPr/>
        </p:nvSpPr>
        <p:spPr>
          <a:xfrm>
            <a:off x="68752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6" name="A1_bar_Cryo_14679">
            <a:extLst>
              <a:ext uri="{FF2B5EF4-FFF2-40B4-BE49-F238E27FC236}">
                <a16:creationId xmlns:a16="http://schemas.microsoft.com/office/drawing/2014/main" id="{E1200827-C048-4F41-B2BB-A45474267137}"/>
              </a:ext>
            </a:extLst>
          </p:cNvPr>
          <p:cNvSpPr>
            <a:spLocks noGrp="1"/>
          </p:cNvSpPr>
          <p:nvPr/>
        </p:nvSpPr>
        <p:spPr>
          <a:xfrm>
            <a:off x="70107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7" name="A1_bar_Cryo_14680">
            <a:extLst>
              <a:ext uri="{FF2B5EF4-FFF2-40B4-BE49-F238E27FC236}">
                <a16:creationId xmlns:a16="http://schemas.microsoft.com/office/drawing/2014/main" id="{619D308D-DEA6-49C3-89EE-38EEC8E90A82}"/>
              </a:ext>
            </a:extLst>
          </p:cNvPr>
          <p:cNvSpPr>
            <a:spLocks noGrp="1"/>
          </p:cNvSpPr>
          <p:nvPr/>
        </p:nvSpPr>
        <p:spPr>
          <a:xfrm>
            <a:off x="6933277" y="38652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8" name="A1_bar_Cryo_14681">
            <a:extLst>
              <a:ext uri="{FF2B5EF4-FFF2-40B4-BE49-F238E27FC236}">
                <a16:creationId xmlns:a16="http://schemas.microsoft.com/office/drawing/2014/main" id="{4EFC716C-A81C-449A-A50E-B7C4076FC68E}"/>
              </a:ext>
            </a:extLst>
          </p:cNvPr>
          <p:cNvSpPr>
            <a:spLocks noGrp="1"/>
          </p:cNvSpPr>
          <p:nvPr/>
        </p:nvSpPr>
        <p:spPr>
          <a:xfrm>
            <a:off x="70984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9" name="A1_bar_Cryo_14682">
            <a:extLst>
              <a:ext uri="{FF2B5EF4-FFF2-40B4-BE49-F238E27FC236}">
                <a16:creationId xmlns:a16="http://schemas.microsoft.com/office/drawing/2014/main" id="{E3DC1804-6E55-4871-B93B-70C577C00269}"/>
              </a:ext>
            </a:extLst>
          </p:cNvPr>
          <p:cNvSpPr>
            <a:spLocks noGrp="1"/>
          </p:cNvSpPr>
          <p:nvPr/>
        </p:nvSpPr>
        <p:spPr>
          <a:xfrm>
            <a:off x="6875573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0" name="A1_bar_Cryo_14683">
            <a:extLst>
              <a:ext uri="{FF2B5EF4-FFF2-40B4-BE49-F238E27FC236}">
                <a16:creationId xmlns:a16="http://schemas.microsoft.com/office/drawing/2014/main" id="{140B72AA-3EDA-40D0-8156-42EF5BE085CA}"/>
              </a:ext>
            </a:extLst>
          </p:cNvPr>
          <p:cNvSpPr>
            <a:spLocks noGrp="1"/>
          </p:cNvSpPr>
          <p:nvPr/>
        </p:nvSpPr>
        <p:spPr>
          <a:xfrm>
            <a:off x="7096103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1" name="A1_bar_Cryo_14684">
            <a:extLst>
              <a:ext uri="{FF2B5EF4-FFF2-40B4-BE49-F238E27FC236}">
                <a16:creationId xmlns:a16="http://schemas.microsoft.com/office/drawing/2014/main" id="{754D2749-3668-4937-A2C8-ED2E293847FB}"/>
              </a:ext>
            </a:extLst>
          </p:cNvPr>
          <p:cNvSpPr>
            <a:spLocks noGrp="1"/>
          </p:cNvSpPr>
          <p:nvPr/>
        </p:nvSpPr>
        <p:spPr>
          <a:xfrm>
            <a:off x="707386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2" name="A1_bar_Cryo_14685">
            <a:extLst>
              <a:ext uri="{FF2B5EF4-FFF2-40B4-BE49-F238E27FC236}">
                <a16:creationId xmlns:a16="http://schemas.microsoft.com/office/drawing/2014/main" id="{ABE53171-B57B-4C28-8025-E529C336BD99}"/>
              </a:ext>
            </a:extLst>
          </p:cNvPr>
          <p:cNvSpPr>
            <a:spLocks noGrp="1"/>
          </p:cNvSpPr>
          <p:nvPr/>
        </p:nvSpPr>
        <p:spPr>
          <a:xfrm>
            <a:off x="703529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3" name="A1_bar_Cryo_14686">
            <a:extLst>
              <a:ext uri="{FF2B5EF4-FFF2-40B4-BE49-F238E27FC236}">
                <a16:creationId xmlns:a16="http://schemas.microsoft.com/office/drawing/2014/main" id="{ED01879D-5DE9-4860-8114-B316E1F40F4A}"/>
              </a:ext>
            </a:extLst>
          </p:cNvPr>
          <p:cNvSpPr>
            <a:spLocks noGrp="1"/>
          </p:cNvSpPr>
          <p:nvPr/>
        </p:nvSpPr>
        <p:spPr>
          <a:xfrm>
            <a:off x="6913942" y="60021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4" name="A1_bar_Cryo_14687">
            <a:extLst>
              <a:ext uri="{FF2B5EF4-FFF2-40B4-BE49-F238E27FC236}">
                <a16:creationId xmlns:a16="http://schemas.microsoft.com/office/drawing/2014/main" id="{A128797E-342B-4F28-A6A7-478265CAC698}"/>
              </a:ext>
            </a:extLst>
          </p:cNvPr>
          <p:cNvSpPr>
            <a:spLocks noGrp="1"/>
          </p:cNvSpPr>
          <p:nvPr/>
        </p:nvSpPr>
        <p:spPr>
          <a:xfrm>
            <a:off x="70214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5" name="A1_bar_Cryo_14688">
            <a:extLst>
              <a:ext uri="{FF2B5EF4-FFF2-40B4-BE49-F238E27FC236}">
                <a16:creationId xmlns:a16="http://schemas.microsoft.com/office/drawing/2014/main" id="{97D952C0-D933-4715-A5C9-0B1415BF6A00}"/>
              </a:ext>
            </a:extLst>
          </p:cNvPr>
          <p:cNvSpPr>
            <a:spLocks noGrp="1"/>
          </p:cNvSpPr>
          <p:nvPr/>
        </p:nvSpPr>
        <p:spPr>
          <a:xfrm>
            <a:off x="694280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6" name="A1_bar_Cryo_14689">
            <a:extLst>
              <a:ext uri="{FF2B5EF4-FFF2-40B4-BE49-F238E27FC236}">
                <a16:creationId xmlns:a16="http://schemas.microsoft.com/office/drawing/2014/main" id="{B3C7CED2-2DAC-4AE7-8E70-7A3E1337100A}"/>
              </a:ext>
            </a:extLst>
          </p:cNvPr>
          <p:cNvSpPr>
            <a:spLocks noGrp="1"/>
          </p:cNvSpPr>
          <p:nvPr/>
        </p:nvSpPr>
        <p:spPr>
          <a:xfrm>
            <a:off x="68524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7" name="A1_bar_Cryo_14690">
            <a:extLst>
              <a:ext uri="{FF2B5EF4-FFF2-40B4-BE49-F238E27FC236}">
                <a16:creationId xmlns:a16="http://schemas.microsoft.com/office/drawing/2014/main" id="{F5337D79-85DB-4606-A3E5-9A9674BF76D7}"/>
              </a:ext>
            </a:extLst>
          </p:cNvPr>
          <p:cNvSpPr>
            <a:spLocks noGrp="1"/>
          </p:cNvSpPr>
          <p:nvPr/>
        </p:nvSpPr>
        <p:spPr>
          <a:xfrm>
            <a:off x="706399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8" name="A1_bar_Cryo_14691">
            <a:extLst>
              <a:ext uri="{FF2B5EF4-FFF2-40B4-BE49-F238E27FC236}">
                <a16:creationId xmlns:a16="http://schemas.microsoft.com/office/drawing/2014/main" id="{7D24B252-E860-40E5-ACDB-1C6EC8626E09}"/>
              </a:ext>
            </a:extLst>
          </p:cNvPr>
          <p:cNvSpPr>
            <a:spLocks noGrp="1"/>
          </p:cNvSpPr>
          <p:nvPr/>
        </p:nvSpPr>
        <p:spPr>
          <a:xfrm>
            <a:off x="6993511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9" name="A1_bar_Cryo_14692">
            <a:extLst>
              <a:ext uri="{FF2B5EF4-FFF2-40B4-BE49-F238E27FC236}">
                <a16:creationId xmlns:a16="http://schemas.microsoft.com/office/drawing/2014/main" id="{D31B24FD-B97D-434A-A8CC-74A99081B0D8}"/>
              </a:ext>
            </a:extLst>
          </p:cNvPr>
          <p:cNvSpPr>
            <a:spLocks noGrp="1"/>
          </p:cNvSpPr>
          <p:nvPr/>
        </p:nvSpPr>
        <p:spPr>
          <a:xfrm>
            <a:off x="6984205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0" name="A1_bar_Cryo_14693">
            <a:extLst>
              <a:ext uri="{FF2B5EF4-FFF2-40B4-BE49-F238E27FC236}">
                <a16:creationId xmlns:a16="http://schemas.microsoft.com/office/drawing/2014/main" id="{4419919B-1245-4224-91AA-5BCA6E6FAEEF}"/>
              </a:ext>
            </a:extLst>
          </p:cNvPr>
          <p:cNvSpPr>
            <a:spLocks noGrp="1"/>
          </p:cNvSpPr>
          <p:nvPr/>
        </p:nvSpPr>
        <p:spPr>
          <a:xfrm>
            <a:off x="68877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1" name="A1_bar_Cryo_14694">
            <a:extLst>
              <a:ext uri="{FF2B5EF4-FFF2-40B4-BE49-F238E27FC236}">
                <a16:creationId xmlns:a16="http://schemas.microsoft.com/office/drawing/2014/main" id="{768C5C0C-E522-4CA0-84A2-06609F2F5C3F}"/>
              </a:ext>
            </a:extLst>
          </p:cNvPr>
          <p:cNvSpPr>
            <a:spLocks noGrp="1"/>
          </p:cNvSpPr>
          <p:nvPr/>
        </p:nvSpPr>
        <p:spPr>
          <a:xfrm>
            <a:off x="7048055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2" name="A1_bar_Cryo_14695">
            <a:extLst>
              <a:ext uri="{FF2B5EF4-FFF2-40B4-BE49-F238E27FC236}">
                <a16:creationId xmlns:a16="http://schemas.microsoft.com/office/drawing/2014/main" id="{3C1705AF-CB35-4E22-A331-7540E94B73A8}"/>
              </a:ext>
            </a:extLst>
          </p:cNvPr>
          <p:cNvSpPr>
            <a:spLocks noGrp="1"/>
          </p:cNvSpPr>
          <p:nvPr/>
        </p:nvSpPr>
        <p:spPr>
          <a:xfrm>
            <a:off x="70810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3" name="A1_bar_Cryo_14696">
            <a:extLst>
              <a:ext uri="{FF2B5EF4-FFF2-40B4-BE49-F238E27FC236}">
                <a16:creationId xmlns:a16="http://schemas.microsoft.com/office/drawing/2014/main" id="{F2063B17-42E2-4CEC-A3F1-6D55B670F556}"/>
              </a:ext>
            </a:extLst>
          </p:cNvPr>
          <p:cNvSpPr>
            <a:spLocks noGrp="1"/>
          </p:cNvSpPr>
          <p:nvPr/>
        </p:nvSpPr>
        <p:spPr>
          <a:xfrm>
            <a:off x="7078650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4" name="A1_bar_Cryo_14697">
            <a:extLst>
              <a:ext uri="{FF2B5EF4-FFF2-40B4-BE49-F238E27FC236}">
                <a16:creationId xmlns:a16="http://schemas.microsoft.com/office/drawing/2014/main" id="{3B095EE5-566C-433F-BF96-F0E8F85EED76}"/>
              </a:ext>
            </a:extLst>
          </p:cNvPr>
          <p:cNvSpPr>
            <a:spLocks noGrp="1"/>
          </p:cNvSpPr>
          <p:nvPr/>
        </p:nvSpPr>
        <p:spPr>
          <a:xfrm>
            <a:off x="697869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5" name="A1_bar_Cryo_14698">
            <a:extLst>
              <a:ext uri="{FF2B5EF4-FFF2-40B4-BE49-F238E27FC236}">
                <a16:creationId xmlns:a16="http://schemas.microsoft.com/office/drawing/2014/main" id="{1CE6787E-62C2-4AA9-A06D-04AC423565DA}"/>
              </a:ext>
            </a:extLst>
          </p:cNvPr>
          <p:cNvSpPr>
            <a:spLocks noGrp="1"/>
          </p:cNvSpPr>
          <p:nvPr/>
        </p:nvSpPr>
        <p:spPr>
          <a:xfrm>
            <a:off x="701947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6" name="A1_bar_Cryo_14699">
            <a:extLst>
              <a:ext uri="{FF2B5EF4-FFF2-40B4-BE49-F238E27FC236}">
                <a16:creationId xmlns:a16="http://schemas.microsoft.com/office/drawing/2014/main" id="{12F0BB37-D4FA-4CC1-A292-AA67ED8D37C5}"/>
              </a:ext>
            </a:extLst>
          </p:cNvPr>
          <p:cNvSpPr>
            <a:spLocks noGrp="1"/>
          </p:cNvSpPr>
          <p:nvPr/>
        </p:nvSpPr>
        <p:spPr>
          <a:xfrm>
            <a:off x="68541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7" name="A1_bar_Cryo_14700">
            <a:extLst>
              <a:ext uri="{FF2B5EF4-FFF2-40B4-BE49-F238E27FC236}">
                <a16:creationId xmlns:a16="http://schemas.microsoft.com/office/drawing/2014/main" id="{B94B39C3-BAED-4948-BAE0-0D625AEE9F04}"/>
              </a:ext>
            </a:extLst>
          </p:cNvPr>
          <p:cNvSpPr>
            <a:spLocks noGrp="1"/>
          </p:cNvSpPr>
          <p:nvPr/>
        </p:nvSpPr>
        <p:spPr>
          <a:xfrm>
            <a:off x="6904115" y="54059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8" name="A1_bar_Cryo_14701">
            <a:extLst>
              <a:ext uri="{FF2B5EF4-FFF2-40B4-BE49-F238E27FC236}">
                <a16:creationId xmlns:a16="http://schemas.microsoft.com/office/drawing/2014/main" id="{88E28FE1-57B5-49A1-ADEB-CC5106B50716}"/>
              </a:ext>
            </a:extLst>
          </p:cNvPr>
          <p:cNvSpPr>
            <a:spLocks noGrp="1"/>
          </p:cNvSpPr>
          <p:nvPr/>
        </p:nvSpPr>
        <p:spPr>
          <a:xfrm>
            <a:off x="7039866" y="44775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9" name="A1_bar_Cryo_14702">
            <a:extLst>
              <a:ext uri="{FF2B5EF4-FFF2-40B4-BE49-F238E27FC236}">
                <a16:creationId xmlns:a16="http://schemas.microsoft.com/office/drawing/2014/main" id="{633EECA4-AB12-4984-8DAC-D9144129B948}"/>
              </a:ext>
            </a:extLst>
          </p:cNvPr>
          <p:cNvSpPr>
            <a:spLocks noGrp="1"/>
          </p:cNvSpPr>
          <p:nvPr/>
        </p:nvSpPr>
        <p:spPr>
          <a:xfrm>
            <a:off x="7066661" y="43493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0" name="A1_bar_Cryo_14703">
            <a:extLst>
              <a:ext uri="{FF2B5EF4-FFF2-40B4-BE49-F238E27FC236}">
                <a16:creationId xmlns:a16="http://schemas.microsoft.com/office/drawing/2014/main" id="{8A3EEC14-746A-45BE-B0FC-07C98FBD9CE1}"/>
              </a:ext>
            </a:extLst>
          </p:cNvPr>
          <p:cNvSpPr>
            <a:spLocks noGrp="1"/>
          </p:cNvSpPr>
          <p:nvPr/>
        </p:nvSpPr>
        <p:spPr>
          <a:xfrm>
            <a:off x="70893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1" name="A1_bar_Cryo_14704">
            <a:extLst>
              <a:ext uri="{FF2B5EF4-FFF2-40B4-BE49-F238E27FC236}">
                <a16:creationId xmlns:a16="http://schemas.microsoft.com/office/drawing/2014/main" id="{B196708E-6D85-4B65-8307-2D5D65CD9F3B}"/>
              </a:ext>
            </a:extLst>
          </p:cNvPr>
          <p:cNvSpPr>
            <a:spLocks noGrp="1"/>
          </p:cNvSpPr>
          <p:nvPr/>
        </p:nvSpPr>
        <p:spPr>
          <a:xfrm>
            <a:off x="687216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2" name="A1_bar_Cryo_14705">
            <a:extLst>
              <a:ext uri="{FF2B5EF4-FFF2-40B4-BE49-F238E27FC236}">
                <a16:creationId xmlns:a16="http://schemas.microsoft.com/office/drawing/2014/main" id="{80F41754-5701-4688-8847-58AF736281EE}"/>
              </a:ext>
            </a:extLst>
          </p:cNvPr>
          <p:cNvSpPr>
            <a:spLocks noGrp="1"/>
          </p:cNvSpPr>
          <p:nvPr/>
        </p:nvSpPr>
        <p:spPr>
          <a:xfrm>
            <a:off x="689924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3" name="A1_bar_Cryo_14706">
            <a:extLst>
              <a:ext uri="{FF2B5EF4-FFF2-40B4-BE49-F238E27FC236}">
                <a16:creationId xmlns:a16="http://schemas.microsoft.com/office/drawing/2014/main" id="{DDCEDBC5-DDE6-4FAC-8DFF-F3CD53F46800}"/>
              </a:ext>
            </a:extLst>
          </p:cNvPr>
          <p:cNvSpPr>
            <a:spLocks noGrp="1"/>
          </p:cNvSpPr>
          <p:nvPr/>
        </p:nvSpPr>
        <p:spPr>
          <a:xfrm>
            <a:off x="691270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4" name="A1_bar_Cryo_14707">
            <a:extLst>
              <a:ext uri="{FF2B5EF4-FFF2-40B4-BE49-F238E27FC236}">
                <a16:creationId xmlns:a16="http://schemas.microsoft.com/office/drawing/2014/main" id="{D81AC366-02CE-46E4-AA98-3646EBB02B97}"/>
              </a:ext>
            </a:extLst>
          </p:cNvPr>
          <p:cNvSpPr>
            <a:spLocks noGrp="1"/>
          </p:cNvSpPr>
          <p:nvPr/>
        </p:nvSpPr>
        <p:spPr>
          <a:xfrm>
            <a:off x="700306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5" name="A1_bar_Cryo_14708">
            <a:extLst>
              <a:ext uri="{FF2B5EF4-FFF2-40B4-BE49-F238E27FC236}">
                <a16:creationId xmlns:a16="http://schemas.microsoft.com/office/drawing/2014/main" id="{D2A8FB5A-20C5-4753-AD6D-C54591120106}"/>
              </a:ext>
            </a:extLst>
          </p:cNvPr>
          <p:cNvSpPr>
            <a:spLocks noGrp="1"/>
          </p:cNvSpPr>
          <p:nvPr/>
        </p:nvSpPr>
        <p:spPr>
          <a:xfrm>
            <a:off x="6852032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6" name="A1_bar_Cryo_14709">
            <a:extLst>
              <a:ext uri="{FF2B5EF4-FFF2-40B4-BE49-F238E27FC236}">
                <a16:creationId xmlns:a16="http://schemas.microsoft.com/office/drawing/2014/main" id="{8D698BF2-D796-47D8-822E-0F2E1DB293E7}"/>
              </a:ext>
            </a:extLst>
          </p:cNvPr>
          <p:cNvSpPr>
            <a:spLocks noGrp="1"/>
          </p:cNvSpPr>
          <p:nvPr/>
        </p:nvSpPr>
        <p:spPr>
          <a:xfrm>
            <a:off x="704733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7" name="A1_bar_Cryo_14710">
            <a:extLst>
              <a:ext uri="{FF2B5EF4-FFF2-40B4-BE49-F238E27FC236}">
                <a16:creationId xmlns:a16="http://schemas.microsoft.com/office/drawing/2014/main" id="{AF2D5913-8C7F-477C-B1EF-491F9E9870A6}"/>
              </a:ext>
            </a:extLst>
          </p:cNvPr>
          <p:cNvSpPr>
            <a:spLocks noGrp="1"/>
          </p:cNvSpPr>
          <p:nvPr/>
        </p:nvSpPr>
        <p:spPr>
          <a:xfrm>
            <a:off x="707168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8" name="A1_bar_Cryo_14711">
            <a:extLst>
              <a:ext uri="{FF2B5EF4-FFF2-40B4-BE49-F238E27FC236}">
                <a16:creationId xmlns:a16="http://schemas.microsoft.com/office/drawing/2014/main" id="{FFAC74F6-76C3-4885-B1A0-DC1C4C236ED6}"/>
              </a:ext>
            </a:extLst>
          </p:cNvPr>
          <p:cNvSpPr>
            <a:spLocks noGrp="1"/>
          </p:cNvSpPr>
          <p:nvPr/>
        </p:nvSpPr>
        <p:spPr>
          <a:xfrm>
            <a:off x="70453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9" name="A1_bar_Cryo_14712">
            <a:extLst>
              <a:ext uri="{FF2B5EF4-FFF2-40B4-BE49-F238E27FC236}">
                <a16:creationId xmlns:a16="http://schemas.microsoft.com/office/drawing/2014/main" id="{4E68E15F-3060-4F66-84F9-4DE68ADD6D8A}"/>
              </a:ext>
            </a:extLst>
          </p:cNvPr>
          <p:cNvSpPr>
            <a:spLocks noGrp="1"/>
          </p:cNvSpPr>
          <p:nvPr/>
        </p:nvSpPr>
        <p:spPr>
          <a:xfrm>
            <a:off x="704185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0" name="A1_bar_Cryo_14713">
            <a:extLst>
              <a:ext uri="{FF2B5EF4-FFF2-40B4-BE49-F238E27FC236}">
                <a16:creationId xmlns:a16="http://schemas.microsoft.com/office/drawing/2014/main" id="{50AE0E2E-3628-441C-9000-4FB4F5139CB5}"/>
              </a:ext>
            </a:extLst>
          </p:cNvPr>
          <p:cNvSpPr>
            <a:spLocks noGrp="1"/>
          </p:cNvSpPr>
          <p:nvPr/>
        </p:nvSpPr>
        <p:spPr>
          <a:xfrm>
            <a:off x="6949601" y="51773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1" name="A1_bar_Cryo_14714">
            <a:extLst>
              <a:ext uri="{FF2B5EF4-FFF2-40B4-BE49-F238E27FC236}">
                <a16:creationId xmlns:a16="http://schemas.microsoft.com/office/drawing/2014/main" id="{C40727CB-6A90-4B5E-88A4-C2BCB213998F}"/>
              </a:ext>
            </a:extLst>
          </p:cNvPr>
          <p:cNvSpPr>
            <a:spLocks noGrp="1"/>
          </p:cNvSpPr>
          <p:nvPr/>
        </p:nvSpPr>
        <p:spPr>
          <a:xfrm>
            <a:off x="6988608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2" name="A1_bar_Cryo_14715">
            <a:extLst>
              <a:ext uri="{FF2B5EF4-FFF2-40B4-BE49-F238E27FC236}">
                <a16:creationId xmlns:a16="http://schemas.microsoft.com/office/drawing/2014/main" id="{FB71E9DC-9628-492C-B2E3-EF9EDD08E977}"/>
              </a:ext>
            </a:extLst>
          </p:cNvPr>
          <p:cNvSpPr>
            <a:spLocks noGrp="1"/>
          </p:cNvSpPr>
          <p:nvPr/>
        </p:nvSpPr>
        <p:spPr>
          <a:xfrm>
            <a:off x="702479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3" name="A1_bar_Cryo_14716">
            <a:extLst>
              <a:ext uri="{FF2B5EF4-FFF2-40B4-BE49-F238E27FC236}">
                <a16:creationId xmlns:a16="http://schemas.microsoft.com/office/drawing/2014/main" id="{34201897-F6EB-4D1C-B108-A6C67FC82312}"/>
              </a:ext>
            </a:extLst>
          </p:cNvPr>
          <p:cNvSpPr>
            <a:spLocks noGrp="1"/>
          </p:cNvSpPr>
          <p:nvPr/>
        </p:nvSpPr>
        <p:spPr>
          <a:xfrm>
            <a:off x="6904283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4" name="A1_bar_Cryo_14717">
            <a:extLst>
              <a:ext uri="{FF2B5EF4-FFF2-40B4-BE49-F238E27FC236}">
                <a16:creationId xmlns:a16="http://schemas.microsoft.com/office/drawing/2014/main" id="{61C9221F-9C2A-47EE-8171-DE89F1E01149}"/>
              </a:ext>
            </a:extLst>
          </p:cNvPr>
          <p:cNvSpPr>
            <a:spLocks noGrp="1"/>
          </p:cNvSpPr>
          <p:nvPr/>
        </p:nvSpPr>
        <p:spPr>
          <a:xfrm>
            <a:off x="6894058" y="56591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5" name="A1_bar_Cryo_14718">
            <a:extLst>
              <a:ext uri="{FF2B5EF4-FFF2-40B4-BE49-F238E27FC236}">
                <a16:creationId xmlns:a16="http://schemas.microsoft.com/office/drawing/2014/main" id="{53DF0A73-D4C0-48E3-8150-25AF8B19BBF4}"/>
              </a:ext>
            </a:extLst>
          </p:cNvPr>
          <p:cNvSpPr>
            <a:spLocks noGrp="1"/>
          </p:cNvSpPr>
          <p:nvPr/>
        </p:nvSpPr>
        <p:spPr>
          <a:xfrm>
            <a:off x="696948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6" name="A1_bar_Cryo_14719">
            <a:extLst>
              <a:ext uri="{FF2B5EF4-FFF2-40B4-BE49-F238E27FC236}">
                <a16:creationId xmlns:a16="http://schemas.microsoft.com/office/drawing/2014/main" id="{D1FC5F71-9BAF-4283-90B0-DBA79BCADAA7}"/>
              </a:ext>
            </a:extLst>
          </p:cNvPr>
          <p:cNvSpPr>
            <a:spLocks noGrp="1"/>
          </p:cNvSpPr>
          <p:nvPr/>
        </p:nvSpPr>
        <p:spPr>
          <a:xfrm>
            <a:off x="70193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7" name="A1_bar_Cryo_14720">
            <a:extLst>
              <a:ext uri="{FF2B5EF4-FFF2-40B4-BE49-F238E27FC236}">
                <a16:creationId xmlns:a16="http://schemas.microsoft.com/office/drawing/2014/main" id="{F33578CC-8712-4B0B-82F1-75AE360609A2}"/>
              </a:ext>
            </a:extLst>
          </p:cNvPr>
          <p:cNvSpPr>
            <a:spLocks noGrp="1"/>
          </p:cNvSpPr>
          <p:nvPr/>
        </p:nvSpPr>
        <p:spPr>
          <a:xfrm>
            <a:off x="69195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8" name="A1_bar_Cryo_14721">
            <a:extLst>
              <a:ext uri="{FF2B5EF4-FFF2-40B4-BE49-F238E27FC236}">
                <a16:creationId xmlns:a16="http://schemas.microsoft.com/office/drawing/2014/main" id="{28627295-1210-4E08-8B36-5CD422F95509}"/>
              </a:ext>
            </a:extLst>
          </p:cNvPr>
          <p:cNvSpPr>
            <a:spLocks noGrp="1"/>
          </p:cNvSpPr>
          <p:nvPr/>
        </p:nvSpPr>
        <p:spPr>
          <a:xfrm>
            <a:off x="70986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9" name="A1_bar_Cryo_14722">
            <a:extLst>
              <a:ext uri="{FF2B5EF4-FFF2-40B4-BE49-F238E27FC236}">
                <a16:creationId xmlns:a16="http://schemas.microsoft.com/office/drawing/2014/main" id="{9EF226A4-7B50-462A-933B-C7675A602C06}"/>
              </a:ext>
            </a:extLst>
          </p:cNvPr>
          <p:cNvSpPr>
            <a:spLocks noGrp="1"/>
          </p:cNvSpPr>
          <p:nvPr/>
        </p:nvSpPr>
        <p:spPr>
          <a:xfrm>
            <a:off x="7093408" y="503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0" name="A1_bar_Cryo_14723">
            <a:extLst>
              <a:ext uri="{FF2B5EF4-FFF2-40B4-BE49-F238E27FC236}">
                <a16:creationId xmlns:a16="http://schemas.microsoft.com/office/drawing/2014/main" id="{38D73B9B-6B52-47AA-B53A-8C2FACF81421}"/>
              </a:ext>
            </a:extLst>
          </p:cNvPr>
          <p:cNvSpPr>
            <a:spLocks noGrp="1"/>
          </p:cNvSpPr>
          <p:nvPr/>
        </p:nvSpPr>
        <p:spPr>
          <a:xfrm>
            <a:off x="685541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1" name="A1_bar_Cryo_14724">
            <a:extLst>
              <a:ext uri="{FF2B5EF4-FFF2-40B4-BE49-F238E27FC236}">
                <a16:creationId xmlns:a16="http://schemas.microsoft.com/office/drawing/2014/main" id="{126D655A-903D-46E2-A5C8-94BA67E05579}"/>
              </a:ext>
            </a:extLst>
          </p:cNvPr>
          <p:cNvSpPr>
            <a:spLocks noGrp="1"/>
          </p:cNvSpPr>
          <p:nvPr/>
        </p:nvSpPr>
        <p:spPr>
          <a:xfrm>
            <a:off x="7050772" y="58224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2" name="A1_bar_Cryo_14725">
            <a:extLst>
              <a:ext uri="{FF2B5EF4-FFF2-40B4-BE49-F238E27FC236}">
                <a16:creationId xmlns:a16="http://schemas.microsoft.com/office/drawing/2014/main" id="{86A4944B-9AE7-4376-888E-6516E9A9DE11}"/>
              </a:ext>
            </a:extLst>
          </p:cNvPr>
          <p:cNvSpPr>
            <a:spLocks noGrp="1"/>
          </p:cNvSpPr>
          <p:nvPr/>
        </p:nvSpPr>
        <p:spPr>
          <a:xfrm>
            <a:off x="70508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3" name="A1_bar_Cryo_14726">
            <a:extLst>
              <a:ext uri="{FF2B5EF4-FFF2-40B4-BE49-F238E27FC236}">
                <a16:creationId xmlns:a16="http://schemas.microsoft.com/office/drawing/2014/main" id="{5DB7C0BB-DA31-4E9E-866D-FBBDE2B6985D}"/>
              </a:ext>
            </a:extLst>
          </p:cNvPr>
          <p:cNvSpPr>
            <a:spLocks noGrp="1"/>
          </p:cNvSpPr>
          <p:nvPr/>
        </p:nvSpPr>
        <p:spPr>
          <a:xfrm>
            <a:off x="694557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4" name="A1_bar_Cryo_14727">
            <a:extLst>
              <a:ext uri="{FF2B5EF4-FFF2-40B4-BE49-F238E27FC236}">
                <a16:creationId xmlns:a16="http://schemas.microsoft.com/office/drawing/2014/main" id="{0D4162D4-E173-448D-A046-659C2C6751A2}"/>
              </a:ext>
            </a:extLst>
          </p:cNvPr>
          <p:cNvSpPr>
            <a:spLocks noGrp="1"/>
          </p:cNvSpPr>
          <p:nvPr/>
        </p:nvSpPr>
        <p:spPr>
          <a:xfrm>
            <a:off x="6873782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5" name="A1_bar_Cryo_14728">
            <a:extLst>
              <a:ext uri="{FF2B5EF4-FFF2-40B4-BE49-F238E27FC236}">
                <a16:creationId xmlns:a16="http://schemas.microsoft.com/office/drawing/2014/main" id="{CB2F5C13-FFBD-4A9D-8BFF-ECB18E9AE97D}"/>
              </a:ext>
            </a:extLst>
          </p:cNvPr>
          <p:cNvSpPr>
            <a:spLocks noGrp="1"/>
          </p:cNvSpPr>
          <p:nvPr/>
        </p:nvSpPr>
        <p:spPr>
          <a:xfrm>
            <a:off x="69832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6" name="A1_bar_Cryo_14729">
            <a:extLst>
              <a:ext uri="{FF2B5EF4-FFF2-40B4-BE49-F238E27FC236}">
                <a16:creationId xmlns:a16="http://schemas.microsoft.com/office/drawing/2014/main" id="{5BC3A684-10E0-4589-9296-F2FFE7835478}"/>
              </a:ext>
            </a:extLst>
          </p:cNvPr>
          <p:cNvSpPr>
            <a:spLocks noGrp="1"/>
          </p:cNvSpPr>
          <p:nvPr/>
        </p:nvSpPr>
        <p:spPr>
          <a:xfrm>
            <a:off x="691893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7" name="A1_bar_Cryo_14730">
            <a:extLst>
              <a:ext uri="{FF2B5EF4-FFF2-40B4-BE49-F238E27FC236}">
                <a16:creationId xmlns:a16="http://schemas.microsoft.com/office/drawing/2014/main" id="{B7B3137B-96BE-4B43-B876-03EBCBBDDA36}"/>
              </a:ext>
            </a:extLst>
          </p:cNvPr>
          <p:cNvSpPr>
            <a:spLocks noGrp="1"/>
          </p:cNvSpPr>
          <p:nvPr/>
        </p:nvSpPr>
        <p:spPr>
          <a:xfrm>
            <a:off x="695826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8" name="A1_bar_Cryo_14731">
            <a:extLst>
              <a:ext uri="{FF2B5EF4-FFF2-40B4-BE49-F238E27FC236}">
                <a16:creationId xmlns:a16="http://schemas.microsoft.com/office/drawing/2014/main" id="{7091C706-6549-4FB7-B221-96A17EFA8EF5}"/>
              </a:ext>
            </a:extLst>
          </p:cNvPr>
          <p:cNvSpPr>
            <a:spLocks noGrp="1"/>
          </p:cNvSpPr>
          <p:nvPr/>
        </p:nvSpPr>
        <p:spPr>
          <a:xfrm>
            <a:off x="70503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9" name="A1_bar_Cryo_14732">
            <a:extLst>
              <a:ext uri="{FF2B5EF4-FFF2-40B4-BE49-F238E27FC236}">
                <a16:creationId xmlns:a16="http://schemas.microsoft.com/office/drawing/2014/main" id="{5D6A8EA4-4AA4-4B04-93F3-96E6C40074BB}"/>
              </a:ext>
            </a:extLst>
          </p:cNvPr>
          <p:cNvSpPr>
            <a:spLocks noGrp="1"/>
          </p:cNvSpPr>
          <p:nvPr/>
        </p:nvSpPr>
        <p:spPr>
          <a:xfrm>
            <a:off x="699286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0" name="A1_bar_Cryo_14733">
            <a:extLst>
              <a:ext uri="{FF2B5EF4-FFF2-40B4-BE49-F238E27FC236}">
                <a16:creationId xmlns:a16="http://schemas.microsoft.com/office/drawing/2014/main" id="{9A6E5D73-DFDB-42E6-9EC2-99944739B27D}"/>
              </a:ext>
            </a:extLst>
          </p:cNvPr>
          <p:cNvSpPr>
            <a:spLocks noGrp="1"/>
          </p:cNvSpPr>
          <p:nvPr/>
        </p:nvSpPr>
        <p:spPr>
          <a:xfrm>
            <a:off x="6947099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1" name="A1_bar_Cryo_14734">
            <a:extLst>
              <a:ext uri="{FF2B5EF4-FFF2-40B4-BE49-F238E27FC236}">
                <a16:creationId xmlns:a16="http://schemas.microsoft.com/office/drawing/2014/main" id="{42B1ECBB-68FF-4752-9E38-04390B176168}"/>
              </a:ext>
            </a:extLst>
          </p:cNvPr>
          <p:cNvSpPr>
            <a:spLocks noGrp="1"/>
          </p:cNvSpPr>
          <p:nvPr/>
        </p:nvSpPr>
        <p:spPr>
          <a:xfrm>
            <a:off x="7017099" y="6045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2" name="A1_bar_Cryo_14735">
            <a:extLst>
              <a:ext uri="{FF2B5EF4-FFF2-40B4-BE49-F238E27FC236}">
                <a16:creationId xmlns:a16="http://schemas.microsoft.com/office/drawing/2014/main" id="{74E16074-C1C0-4966-BD1E-E061AD1C87C8}"/>
              </a:ext>
            </a:extLst>
          </p:cNvPr>
          <p:cNvSpPr>
            <a:spLocks noGrp="1"/>
          </p:cNvSpPr>
          <p:nvPr/>
        </p:nvSpPr>
        <p:spPr>
          <a:xfrm>
            <a:off x="69914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3" name="A1_bar_Cryo_14736">
            <a:extLst>
              <a:ext uri="{FF2B5EF4-FFF2-40B4-BE49-F238E27FC236}">
                <a16:creationId xmlns:a16="http://schemas.microsoft.com/office/drawing/2014/main" id="{2C62EDC1-F282-4CD5-90DA-4ACF4DB96889}"/>
              </a:ext>
            </a:extLst>
          </p:cNvPr>
          <p:cNvSpPr>
            <a:spLocks noGrp="1"/>
          </p:cNvSpPr>
          <p:nvPr/>
        </p:nvSpPr>
        <p:spPr>
          <a:xfrm>
            <a:off x="704465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4" name="A1_bar_Cryo_14737">
            <a:extLst>
              <a:ext uri="{FF2B5EF4-FFF2-40B4-BE49-F238E27FC236}">
                <a16:creationId xmlns:a16="http://schemas.microsoft.com/office/drawing/2014/main" id="{87398409-B1BB-4431-BA49-E8C49584864A}"/>
              </a:ext>
            </a:extLst>
          </p:cNvPr>
          <p:cNvSpPr>
            <a:spLocks noGrp="1"/>
          </p:cNvSpPr>
          <p:nvPr/>
        </p:nvSpPr>
        <p:spPr>
          <a:xfrm>
            <a:off x="7085305" y="56607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5" name="A1_bar_Cryo_14738">
            <a:extLst>
              <a:ext uri="{FF2B5EF4-FFF2-40B4-BE49-F238E27FC236}">
                <a16:creationId xmlns:a16="http://schemas.microsoft.com/office/drawing/2014/main" id="{01737EF5-4AE3-4AEF-A3A4-8F1B264B3FA7}"/>
              </a:ext>
            </a:extLst>
          </p:cNvPr>
          <p:cNvSpPr>
            <a:spLocks noGrp="1"/>
          </p:cNvSpPr>
          <p:nvPr/>
        </p:nvSpPr>
        <p:spPr>
          <a:xfrm>
            <a:off x="690313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6" name="A1_bar_Cryo_14739">
            <a:extLst>
              <a:ext uri="{FF2B5EF4-FFF2-40B4-BE49-F238E27FC236}">
                <a16:creationId xmlns:a16="http://schemas.microsoft.com/office/drawing/2014/main" id="{8387DF21-AB43-4EF5-91C4-480CE8C3863D}"/>
              </a:ext>
            </a:extLst>
          </p:cNvPr>
          <p:cNvSpPr>
            <a:spLocks noGrp="1"/>
          </p:cNvSpPr>
          <p:nvPr/>
        </p:nvSpPr>
        <p:spPr>
          <a:xfrm>
            <a:off x="69782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7" name="A1_bar_Cryo_14740">
            <a:extLst>
              <a:ext uri="{FF2B5EF4-FFF2-40B4-BE49-F238E27FC236}">
                <a16:creationId xmlns:a16="http://schemas.microsoft.com/office/drawing/2014/main" id="{290296A3-56AE-4C0F-BF43-7326490E0F7D}"/>
              </a:ext>
            </a:extLst>
          </p:cNvPr>
          <p:cNvSpPr>
            <a:spLocks noGrp="1"/>
          </p:cNvSpPr>
          <p:nvPr/>
        </p:nvSpPr>
        <p:spPr>
          <a:xfrm>
            <a:off x="706997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8" name="A1_bar_Cryo_14741">
            <a:extLst>
              <a:ext uri="{FF2B5EF4-FFF2-40B4-BE49-F238E27FC236}">
                <a16:creationId xmlns:a16="http://schemas.microsoft.com/office/drawing/2014/main" id="{E5FFFF66-B5CA-4394-8FF6-336BEA720B51}"/>
              </a:ext>
            </a:extLst>
          </p:cNvPr>
          <p:cNvSpPr>
            <a:spLocks noGrp="1"/>
          </p:cNvSpPr>
          <p:nvPr/>
        </p:nvSpPr>
        <p:spPr>
          <a:xfrm>
            <a:off x="6903587" y="56082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9" name="A1_bar_Cryo_14742">
            <a:extLst>
              <a:ext uri="{FF2B5EF4-FFF2-40B4-BE49-F238E27FC236}">
                <a16:creationId xmlns:a16="http://schemas.microsoft.com/office/drawing/2014/main" id="{724C3A54-B0FB-48CE-B4A5-64F3F6C51DEE}"/>
              </a:ext>
            </a:extLst>
          </p:cNvPr>
          <p:cNvSpPr>
            <a:spLocks noGrp="1"/>
          </p:cNvSpPr>
          <p:nvPr/>
        </p:nvSpPr>
        <p:spPr>
          <a:xfrm>
            <a:off x="703244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0" name="A1_bar_Cryo_14743">
            <a:extLst>
              <a:ext uri="{FF2B5EF4-FFF2-40B4-BE49-F238E27FC236}">
                <a16:creationId xmlns:a16="http://schemas.microsoft.com/office/drawing/2014/main" id="{692EFE01-1E20-4191-BFAC-070D33B0AC3B}"/>
              </a:ext>
            </a:extLst>
          </p:cNvPr>
          <p:cNvSpPr>
            <a:spLocks noGrp="1"/>
          </p:cNvSpPr>
          <p:nvPr/>
        </p:nvSpPr>
        <p:spPr>
          <a:xfrm>
            <a:off x="68770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1" name="A1_bar_Cryo_14744">
            <a:extLst>
              <a:ext uri="{FF2B5EF4-FFF2-40B4-BE49-F238E27FC236}">
                <a16:creationId xmlns:a16="http://schemas.microsoft.com/office/drawing/2014/main" id="{61C16B41-B871-4AC5-94A5-98B55B25FE41}"/>
              </a:ext>
            </a:extLst>
          </p:cNvPr>
          <p:cNvSpPr>
            <a:spLocks noGrp="1"/>
          </p:cNvSpPr>
          <p:nvPr/>
        </p:nvSpPr>
        <p:spPr>
          <a:xfrm>
            <a:off x="694039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2" name="A1_bar_Cryo_14745">
            <a:extLst>
              <a:ext uri="{FF2B5EF4-FFF2-40B4-BE49-F238E27FC236}">
                <a16:creationId xmlns:a16="http://schemas.microsoft.com/office/drawing/2014/main" id="{6F3A6321-F04D-46A9-A8D5-CFBF3AC03CCA}"/>
              </a:ext>
            </a:extLst>
          </p:cNvPr>
          <p:cNvSpPr>
            <a:spLocks noGrp="1"/>
          </p:cNvSpPr>
          <p:nvPr/>
        </p:nvSpPr>
        <p:spPr>
          <a:xfrm>
            <a:off x="7080359" y="60270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3" name="A1_bar_Cryo_14746">
            <a:extLst>
              <a:ext uri="{FF2B5EF4-FFF2-40B4-BE49-F238E27FC236}">
                <a16:creationId xmlns:a16="http://schemas.microsoft.com/office/drawing/2014/main" id="{067869FA-2730-48BF-9141-AB12B899BDA6}"/>
              </a:ext>
            </a:extLst>
          </p:cNvPr>
          <p:cNvSpPr>
            <a:spLocks noGrp="1"/>
          </p:cNvSpPr>
          <p:nvPr/>
        </p:nvSpPr>
        <p:spPr>
          <a:xfrm>
            <a:off x="69001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4" name="A1_bar_Cryo_14747">
            <a:extLst>
              <a:ext uri="{FF2B5EF4-FFF2-40B4-BE49-F238E27FC236}">
                <a16:creationId xmlns:a16="http://schemas.microsoft.com/office/drawing/2014/main" id="{554B13CB-E85B-4BE2-B1BB-50A2C31EF006}"/>
              </a:ext>
            </a:extLst>
          </p:cNvPr>
          <p:cNvSpPr>
            <a:spLocks noGrp="1"/>
          </p:cNvSpPr>
          <p:nvPr/>
        </p:nvSpPr>
        <p:spPr>
          <a:xfrm>
            <a:off x="6954337" y="597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5" name="A1_bar_Cryo_14748">
            <a:extLst>
              <a:ext uri="{FF2B5EF4-FFF2-40B4-BE49-F238E27FC236}">
                <a16:creationId xmlns:a16="http://schemas.microsoft.com/office/drawing/2014/main" id="{900BBDD6-A7B9-41A9-A271-84CE5A6C1813}"/>
              </a:ext>
            </a:extLst>
          </p:cNvPr>
          <p:cNvSpPr>
            <a:spLocks noGrp="1"/>
          </p:cNvSpPr>
          <p:nvPr/>
        </p:nvSpPr>
        <p:spPr>
          <a:xfrm>
            <a:off x="69262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6" name="A1_bar_Cryo_14749">
            <a:extLst>
              <a:ext uri="{FF2B5EF4-FFF2-40B4-BE49-F238E27FC236}">
                <a16:creationId xmlns:a16="http://schemas.microsoft.com/office/drawing/2014/main" id="{462DC22A-0C53-44D0-9015-7006FBB2E758}"/>
              </a:ext>
            </a:extLst>
          </p:cNvPr>
          <p:cNvSpPr>
            <a:spLocks noGrp="1"/>
          </p:cNvSpPr>
          <p:nvPr/>
        </p:nvSpPr>
        <p:spPr>
          <a:xfrm>
            <a:off x="6869796" y="52594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7" name="A1_bar_Cryo_14750">
            <a:extLst>
              <a:ext uri="{FF2B5EF4-FFF2-40B4-BE49-F238E27FC236}">
                <a16:creationId xmlns:a16="http://schemas.microsoft.com/office/drawing/2014/main" id="{0F5272F7-39BD-4F1B-9393-6A82E48055B1}"/>
              </a:ext>
            </a:extLst>
          </p:cNvPr>
          <p:cNvSpPr>
            <a:spLocks noGrp="1"/>
          </p:cNvSpPr>
          <p:nvPr/>
        </p:nvSpPr>
        <p:spPr>
          <a:xfrm>
            <a:off x="70502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8" name="A1_bar_Cryo_14751">
            <a:extLst>
              <a:ext uri="{FF2B5EF4-FFF2-40B4-BE49-F238E27FC236}">
                <a16:creationId xmlns:a16="http://schemas.microsoft.com/office/drawing/2014/main" id="{3E5EBF81-EBE4-4B43-A1D6-C73BB6E28EED}"/>
              </a:ext>
            </a:extLst>
          </p:cNvPr>
          <p:cNvSpPr>
            <a:spLocks noGrp="1"/>
          </p:cNvSpPr>
          <p:nvPr/>
        </p:nvSpPr>
        <p:spPr>
          <a:xfrm>
            <a:off x="709245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9" name="A1_bar_Cryo_14752">
            <a:extLst>
              <a:ext uri="{FF2B5EF4-FFF2-40B4-BE49-F238E27FC236}">
                <a16:creationId xmlns:a16="http://schemas.microsoft.com/office/drawing/2014/main" id="{9524556D-BA96-414F-8AE3-30AA69A2BB66}"/>
              </a:ext>
            </a:extLst>
          </p:cNvPr>
          <p:cNvSpPr>
            <a:spLocks noGrp="1"/>
          </p:cNvSpPr>
          <p:nvPr/>
        </p:nvSpPr>
        <p:spPr>
          <a:xfrm>
            <a:off x="69214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0" name="A1_bar_Cryo_14753">
            <a:extLst>
              <a:ext uri="{FF2B5EF4-FFF2-40B4-BE49-F238E27FC236}">
                <a16:creationId xmlns:a16="http://schemas.microsoft.com/office/drawing/2014/main" id="{1EC6470D-50EF-42F0-A363-86D1693DDAFD}"/>
              </a:ext>
            </a:extLst>
          </p:cNvPr>
          <p:cNvSpPr>
            <a:spLocks noGrp="1"/>
          </p:cNvSpPr>
          <p:nvPr/>
        </p:nvSpPr>
        <p:spPr>
          <a:xfrm>
            <a:off x="70543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1" name="A1_bar_Cryo_14754">
            <a:extLst>
              <a:ext uri="{FF2B5EF4-FFF2-40B4-BE49-F238E27FC236}">
                <a16:creationId xmlns:a16="http://schemas.microsoft.com/office/drawing/2014/main" id="{B9E3DF32-D2C0-4BC7-BBCA-127C55ABBE4A}"/>
              </a:ext>
            </a:extLst>
          </p:cNvPr>
          <p:cNvSpPr>
            <a:spLocks noGrp="1"/>
          </p:cNvSpPr>
          <p:nvPr/>
        </p:nvSpPr>
        <p:spPr>
          <a:xfrm>
            <a:off x="6882901" y="54421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2" name="A1_bar_Cryo_14755">
            <a:extLst>
              <a:ext uri="{FF2B5EF4-FFF2-40B4-BE49-F238E27FC236}">
                <a16:creationId xmlns:a16="http://schemas.microsoft.com/office/drawing/2014/main" id="{08BFB946-86A7-4B25-8FC1-74B86778DC39}"/>
              </a:ext>
            </a:extLst>
          </p:cNvPr>
          <p:cNvSpPr>
            <a:spLocks noGrp="1"/>
          </p:cNvSpPr>
          <p:nvPr/>
        </p:nvSpPr>
        <p:spPr>
          <a:xfrm>
            <a:off x="69424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3" name="A1_bar_Cryo_14756">
            <a:extLst>
              <a:ext uri="{FF2B5EF4-FFF2-40B4-BE49-F238E27FC236}">
                <a16:creationId xmlns:a16="http://schemas.microsoft.com/office/drawing/2014/main" id="{B475FEB2-F7A1-41DE-885C-065B7AD03DF6}"/>
              </a:ext>
            </a:extLst>
          </p:cNvPr>
          <p:cNvSpPr>
            <a:spLocks noGrp="1"/>
          </p:cNvSpPr>
          <p:nvPr/>
        </p:nvSpPr>
        <p:spPr>
          <a:xfrm>
            <a:off x="6960338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4" name="A1_bar_Cryo_14757">
            <a:extLst>
              <a:ext uri="{FF2B5EF4-FFF2-40B4-BE49-F238E27FC236}">
                <a16:creationId xmlns:a16="http://schemas.microsoft.com/office/drawing/2014/main" id="{3B20C44E-8BDB-42F2-9F7C-71C5CD9CC9C1}"/>
              </a:ext>
            </a:extLst>
          </p:cNvPr>
          <p:cNvSpPr>
            <a:spLocks noGrp="1"/>
          </p:cNvSpPr>
          <p:nvPr/>
        </p:nvSpPr>
        <p:spPr>
          <a:xfrm>
            <a:off x="70264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5" name="A1_bar_Cryo_14758">
            <a:extLst>
              <a:ext uri="{FF2B5EF4-FFF2-40B4-BE49-F238E27FC236}">
                <a16:creationId xmlns:a16="http://schemas.microsoft.com/office/drawing/2014/main" id="{386EDFFC-E297-4C95-8CAE-757CEB24DC9B}"/>
              </a:ext>
            </a:extLst>
          </p:cNvPr>
          <p:cNvSpPr>
            <a:spLocks noGrp="1"/>
          </p:cNvSpPr>
          <p:nvPr/>
        </p:nvSpPr>
        <p:spPr>
          <a:xfrm>
            <a:off x="688362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6" name="A1_bar_Cryo_14759">
            <a:extLst>
              <a:ext uri="{FF2B5EF4-FFF2-40B4-BE49-F238E27FC236}">
                <a16:creationId xmlns:a16="http://schemas.microsoft.com/office/drawing/2014/main" id="{247644EF-5C04-4D54-9CDE-76AF75584E44}"/>
              </a:ext>
            </a:extLst>
          </p:cNvPr>
          <p:cNvSpPr>
            <a:spLocks noGrp="1"/>
          </p:cNvSpPr>
          <p:nvPr/>
        </p:nvSpPr>
        <p:spPr>
          <a:xfrm>
            <a:off x="696236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7" name="A1_bar_Cryo_14760">
            <a:extLst>
              <a:ext uri="{FF2B5EF4-FFF2-40B4-BE49-F238E27FC236}">
                <a16:creationId xmlns:a16="http://schemas.microsoft.com/office/drawing/2014/main" id="{AA7663C8-0E2E-400E-B755-0029B6338E55}"/>
              </a:ext>
            </a:extLst>
          </p:cNvPr>
          <p:cNvSpPr>
            <a:spLocks noGrp="1"/>
          </p:cNvSpPr>
          <p:nvPr/>
        </p:nvSpPr>
        <p:spPr>
          <a:xfrm>
            <a:off x="7083868" y="43667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8" name="A1_bar_Cryo_14761">
            <a:extLst>
              <a:ext uri="{FF2B5EF4-FFF2-40B4-BE49-F238E27FC236}">
                <a16:creationId xmlns:a16="http://schemas.microsoft.com/office/drawing/2014/main" id="{93BCF308-A096-4AE2-9CB6-C3247AC4911A}"/>
              </a:ext>
            </a:extLst>
          </p:cNvPr>
          <p:cNvSpPr>
            <a:spLocks noGrp="1"/>
          </p:cNvSpPr>
          <p:nvPr/>
        </p:nvSpPr>
        <p:spPr>
          <a:xfrm>
            <a:off x="699324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9" name="A1_bar_Cryo_14762">
            <a:extLst>
              <a:ext uri="{FF2B5EF4-FFF2-40B4-BE49-F238E27FC236}">
                <a16:creationId xmlns:a16="http://schemas.microsoft.com/office/drawing/2014/main" id="{12878761-D9E4-452F-8943-DC2473355F62}"/>
              </a:ext>
            </a:extLst>
          </p:cNvPr>
          <p:cNvSpPr>
            <a:spLocks noGrp="1"/>
          </p:cNvSpPr>
          <p:nvPr/>
        </p:nvSpPr>
        <p:spPr>
          <a:xfrm>
            <a:off x="7060371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0" name="A1_bar_Cryo_14763">
            <a:extLst>
              <a:ext uri="{FF2B5EF4-FFF2-40B4-BE49-F238E27FC236}">
                <a16:creationId xmlns:a16="http://schemas.microsoft.com/office/drawing/2014/main" id="{1D90A2F6-F786-46C3-822D-0AF66FF282A7}"/>
              </a:ext>
            </a:extLst>
          </p:cNvPr>
          <p:cNvSpPr>
            <a:spLocks noGrp="1"/>
          </p:cNvSpPr>
          <p:nvPr/>
        </p:nvSpPr>
        <p:spPr>
          <a:xfrm>
            <a:off x="69090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1" name="A1_bar_Cryo_14764">
            <a:extLst>
              <a:ext uri="{FF2B5EF4-FFF2-40B4-BE49-F238E27FC236}">
                <a16:creationId xmlns:a16="http://schemas.microsoft.com/office/drawing/2014/main" id="{7F5B12D0-F41E-47DC-8EEA-54650434AE85}"/>
              </a:ext>
            </a:extLst>
          </p:cNvPr>
          <p:cNvSpPr>
            <a:spLocks noGrp="1"/>
          </p:cNvSpPr>
          <p:nvPr/>
        </p:nvSpPr>
        <p:spPr>
          <a:xfrm>
            <a:off x="700724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2" name="A1_bar_Cryo_14765">
            <a:extLst>
              <a:ext uri="{FF2B5EF4-FFF2-40B4-BE49-F238E27FC236}">
                <a16:creationId xmlns:a16="http://schemas.microsoft.com/office/drawing/2014/main" id="{DAE309FC-D111-4EBC-AC50-34F2D6744BC4}"/>
              </a:ext>
            </a:extLst>
          </p:cNvPr>
          <p:cNvSpPr>
            <a:spLocks noGrp="1"/>
          </p:cNvSpPr>
          <p:nvPr/>
        </p:nvSpPr>
        <p:spPr>
          <a:xfrm>
            <a:off x="687894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3" name="A1_bar_Cryo_14766">
            <a:extLst>
              <a:ext uri="{FF2B5EF4-FFF2-40B4-BE49-F238E27FC236}">
                <a16:creationId xmlns:a16="http://schemas.microsoft.com/office/drawing/2014/main" id="{0685D737-D959-4FE4-B495-CFC12FAB6392}"/>
              </a:ext>
            </a:extLst>
          </p:cNvPr>
          <p:cNvSpPr>
            <a:spLocks noGrp="1"/>
          </p:cNvSpPr>
          <p:nvPr/>
        </p:nvSpPr>
        <p:spPr>
          <a:xfrm>
            <a:off x="7034610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4" name="A1_bar_Cryo_14767">
            <a:extLst>
              <a:ext uri="{FF2B5EF4-FFF2-40B4-BE49-F238E27FC236}">
                <a16:creationId xmlns:a16="http://schemas.microsoft.com/office/drawing/2014/main" id="{49E80182-2FFB-4897-89EB-6E6CD0A9BF5D}"/>
              </a:ext>
            </a:extLst>
          </p:cNvPr>
          <p:cNvSpPr>
            <a:spLocks noGrp="1"/>
          </p:cNvSpPr>
          <p:nvPr/>
        </p:nvSpPr>
        <p:spPr>
          <a:xfrm>
            <a:off x="6989326" y="58161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5" name="A1_bar_Cryo_14768">
            <a:extLst>
              <a:ext uri="{FF2B5EF4-FFF2-40B4-BE49-F238E27FC236}">
                <a16:creationId xmlns:a16="http://schemas.microsoft.com/office/drawing/2014/main" id="{1617BA44-7F3F-4EC3-B721-B1E6C630B5B3}"/>
              </a:ext>
            </a:extLst>
          </p:cNvPr>
          <p:cNvSpPr>
            <a:spLocks noGrp="1"/>
          </p:cNvSpPr>
          <p:nvPr/>
        </p:nvSpPr>
        <p:spPr>
          <a:xfrm>
            <a:off x="70950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6" name="A1_bar_Cryo_14769">
            <a:extLst>
              <a:ext uri="{FF2B5EF4-FFF2-40B4-BE49-F238E27FC236}">
                <a16:creationId xmlns:a16="http://schemas.microsoft.com/office/drawing/2014/main" id="{933B2981-ADF9-4E91-8575-A4DC1B4572D9}"/>
              </a:ext>
            </a:extLst>
          </p:cNvPr>
          <p:cNvSpPr>
            <a:spLocks noGrp="1"/>
          </p:cNvSpPr>
          <p:nvPr/>
        </p:nvSpPr>
        <p:spPr>
          <a:xfrm>
            <a:off x="7100790" y="59660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7" name="A1_bar_Cryo_14770">
            <a:extLst>
              <a:ext uri="{FF2B5EF4-FFF2-40B4-BE49-F238E27FC236}">
                <a16:creationId xmlns:a16="http://schemas.microsoft.com/office/drawing/2014/main" id="{CCACA4D7-68C5-4DD1-BF13-22B6822DEEB4}"/>
              </a:ext>
            </a:extLst>
          </p:cNvPr>
          <p:cNvSpPr>
            <a:spLocks noGrp="1"/>
          </p:cNvSpPr>
          <p:nvPr/>
        </p:nvSpPr>
        <p:spPr>
          <a:xfrm>
            <a:off x="705460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8" name="A1_bar_Cryo_14771">
            <a:extLst>
              <a:ext uri="{FF2B5EF4-FFF2-40B4-BE49-F238E27FC236}">
                <a16:creationId xmlns:a16="http://schemas.microsoft.com/office/drawing/2014/main" id="{675D368E-0EDF-4DC2-81D3-ABD2DF23C0A8}"/>
              </a:ext>
            </a:extLst>
          </p:cNvPr>
          <p:cNvSpPr>
            <a:spLocks noGrp="1"/>
          </p:cNvSpPr>
          <p:nvPr/>
        </p:nvSpPr>
        <p:spPr>
          <a:xfrm>
            <a:off x="697440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9" name="A1_bar_Cryo_14772">
            <a:extLst>
              <a:ext uri="{FF2B5EF4-FFF2-40B4-BE49-F238E27FC236}">
                <a16:creationId xmlns:a16="http://schemas.microsoft.com/office/drawing/2014/main" id="{B27021B5-E452-4DD9-9670-0EAF0D82E9A6}"/>
              </a:ext>
            </a:extLst>
          </p:cNvPr>
          <p:cNvSpPr>
            <a:spLocks noGrp="1"/>
          </p:cNvSpPr>
          <p:nvPr/>
        </p:nvSpPr>
        <p:spPr>
          <a:xfrm>
            <a:off x="709092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0" name="A1_bar_Cryo_14773">
            <a:extLst>
              <a:ext uri="{FF2B5EF4-FFF2-40B4-BE49-F238E27FC236}">
                <a16:creationId xmlns:a16="http://schemas.microsoft.com/office/drawing/2014/main" id="{63FF12AE-A2A7-4973-9E1B-94EAA15DEB4B}"/>
              </a:ext>
            </a:extLst>
          </p:cNvPr>
          <p:cNvSpPr>
            <a:spLocks noGrp="1"/>
          </p:cNvSpPr>
          <p:nvPr/>
        </p:nvSpPr>
        <p:spPr>
          <a:xfrm>
            <a:off x="707659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1" name="A1_bar_Cryo_14774">
            <a:extLst>
              <a:ext uri="{FF2B5EF4-FFF2-40B4-BE49-F238E27FC236}">
                <a16:creationId xmlns:a16="http://schemas.microsoft.com/office/drawing/2014/main" id="{B9807B63-AF9E-423E-94C8-DDBD72D77110}"/>
              </a:ext>
            </a:extLst>
          </p:cNvPr>
          <p:cNvSpPr>
            <a:spLocks noGrp="1"/>
          </p:cNvSpPr>
          <p:nvPr/>
        </p:nvSpPr>
        <p:spPr>
          <a:xfrm>
            <a:off x="6975831" y="39733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2" name="A1_bar_Cryo_14775">
            <a:extLst>
              <a:ext uri="{FF2B5EF4-FFF2-40B4-BE49-F238E27FC236}">
                <a16:creationId xmlns:a16="http://schemas.microsoft.com/office/drawing/2014/main" id="{8DC9A028-9B92-495C-BD88-AA34CDBD0AFE}"/>
              </a:ext>
            </a:extLst>
          </p:cNvPr>
          <p:cNvSpPr>
            <a:spLocks noGrp="1"/>
          </p:cNvSpPr>
          <p:nvPr/>
        </p:nvSpPr>
        <p:spPr>
          <a:xfrm>
            <a:off x="70834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3" name="A1_bar_Cryo_14776">
            <a:extLst>
              <a:ext uri="{FF2B5EF4-FFF2-40B4-BE49-F238E27FC236}">
                <a16:creationId xmlns:a16="http://schemas.microsoft.com/office/drawing/2014/main" id="{63E1D16A-D369-48FA-A6CF-5130EB15E053}"/>
              </a:ext>
            </a:extLst>
          </p:cNvPr>
          <p:cNvSpPr>
            <a:spLocks noGrp="1"/>
          </p:cNvSpPr>
          <p:nvPr/>
        </p:nvSpPr>
        <p:spPr>
          <a:xfrm>
            <a:off x="69264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4" name="A1_bar_Cryo_14777">
            <a:extLst>
              <a:ext uri="{FF2B5EF4-FFF2-40B4-BE49-F238E27FC236}">
                <a16:creationId xmlns:a16="http://schemas.microsoft.com/office/drawing/2014/main" id="{F1E845E5-39F2-4E99-8671-7447787B6AA0}"/>
              </a:ext>
            </a:extLst>
          </p:cNvPr>
          <p:cNvSpPr>
            <a:spLocks noGrp="1"/>
          </p:cNvSpPr>
          <p:nvPr/>
        </p:nvSpPr>
        <p:spPr>
          <a:xfrm>
            <a:off x="6866963" y="60955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5" name="A1_bar_Cryo_14778">
            <a:extLst>
              <a:ext uri="{FF2B5EF4-FFF2-40B4-BE49-F238E27FC236}">
                <a16:creationId xmlns:a16="http://schemas.microsoft.com/office/drawing/2014/main" id="{09A904A5-1ED6-4154-8BF4-5BA577AAF466}"/>
              </a:ext>
            </a:extLst>
          </p:cNvPr>
          <p:cNvSpPr>
            <a:spLocks noGrp="1"/>
          </p:cNvSpPr>
          <p:nvPr/>
        </p:nvSpPr>
        <p:spPr>
          <a:xfrm>
            <a:off x="70682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6" name="A1_bar_Cryo_14779">
            <a:extLst>
              <a:ext uri="{FF2B5EF4-FFF2-40B4-BE49-F238E27FC236}">
                <a16:creationId xmlns:a16="http://schemas.microsoft.com/office/drawing/2014/main" id="{6D9261F3-72BB-4CA7-A3F8-212D5251F3A6}"/>
              </a:ext>
            </a:extLst>
          </p:cNvPr>
          <p:cNvSpPr>
            <a:spLocks noGrp="1"/>
          </p:cNvSpPr>
          <p:nvPr/>
        </p:nvSpPr>
        <p:spPr>
          <a:xfrm>
            <a:off x="6864456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7" name="A1_bar_Cryo_14780">
            <a:extLst>
              <a:ext uri="{FF2B5EF4-FFF2-40B4-BE49-F238E27FC236}">
                <a16:creationId xmlns:a16="http://schemas.microsoft.com/office/drawing/2014/main" id="{E477CC9C-72FB-4CBE-8204-FE098CCDD6EA}"/>
              </a:ext>
            </a:extLst>
          </p:cNvPr>
          <p:cNvSpPr>
            <a:spLocks noGrp="1"/>
          </p:cNvSpPr>
          <p:nvPr/>
        </p:nvSpPr>
        <p:spPr>
          <a:xfrm>
            <a:off x="848606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8" name="A1_bar_Cryo_14781">
            <a:extLst>
              <a:ext uri="{FF2B5EF4-FFF2-40B4-BE49-F238E27FC236}">
                <a16:creationId xmlns:a16="http://schemas.microsoft.com/office/drawing/2014/main" id="{869097DC-B498-4EFC-9AF3-E9BF1114D1F6}"/>
              </a:ext>
            </a:extLst>
          </p:cNvPr>
          <p:cNvSpPr>
            <a:spLocks noGrp="1"/>
          </p:cNvSpPr>
          <p:nvPr/>
        </p:nvSpPr>
        <p:spPr>
          <a:xfrm>
            <a:off x="86284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9" name="A1_bar_Cryo_14782">
            <a:extLst>
              <a:ext uri="{FF2B5EF4-FFF2-40B4-BE49-F238E27FC236}">
                <a16:creationId xmlns:a16="http://schemas.microsoft.com/office/drawing/2014/main" id="{6B9FE770-291B-459D-A072-391B9240432A}"/>
              </a:ext>
            </a:extLst>
          </p:cNvPr>
          <p:cNvSpPr>
            <a:spLocks noGrp="1"/>
          </p:cNvSpPr>
          <p:nvPr/>
        </p:nvSpPr>
        <p:spPr>
          <a:xfrm>
            <a:off x="86546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0" name="A1_bar_Cryo_14783">
            <a:extLst>
              <a:ext uri="{FF2B5EF4-FFF2-40B4-BE49-F238E27FC236}">
                <a16:creationId xmlns:a16="http://schemas.microsoft.com/office/drawing/2014/main" id="{8656A161-DA5C-4C13-A6F8-5C359FADD5B2}"/>
              </a:ext>
            </a:extLst>
          </p:cNvPr>
          <p:cNvSpPr>
            <a:spLocks noGrp="1"/>
          </p:cNvSpPr>
          <p:nvPr/>
        </p:nvSpPr>
        <p:spPr>
          <a:xfrm>
            <a:off x="8491696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1" name="A1_bar_Cryo_14784">
            <a:extLst>
              <a:ext uri="{FF2B5EF4-FFF2-40B4-BE49-F238E27FC236}">
                <a16:creationId xmlns:a16="http://schemas.microsoft.com/office/drawing/2014/main" id="{9EB67631-5442-44B9-9514-FCEBF7D6C1A6}"/>
              </a:ext>
            </a:extLst>
          </p:cNvPr>
          <p:cNvSpPr>
            <a:spLocks noGrp="1"/>
          </p:cNvSpPr>
          <p:nvPr/>
        </p:nvSpPr>
        <p:spPr>
          <a:xfrm>
            <a:off x="8529140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2" name="A1_bar_Cryo_14785">
            <a:extLst>
              <a:ext uri="{FF2B5EF4-FFF2-40B4-BE49-F238E27FC236}">
                <a16:creationId xmlns:a16="http://schemas.microsoft.com/office/drawing/2014/main" id="{9544F46D-77F8-4FDC-9121-35DB691330EE}"/>
              </a:ext>
            </a:extLst>
          </p:cNvPr>
          <p:cNvSpPr>
            <a:spLocks noGrp="1"/>
          </p:cNvSpPr>
          <p:nvPr/>
        </p:nvSpPr>
        <p:spPr>
          <a:xfrm>
            <a:off x="85842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3" name="A1_bar_Cryo_14786">
            <a:extLst>
              <a:ext uri="{FF2B5EF4-FFF2-40B4-BE49-F238E27FC236}">
                <a16:creationId xmlns:a16="http://schemas.microsoft.com/office/drawing/2014/main" id="{3124C6A1-0623-45D5-95E7-1E865996739F}"/>
              </a:ext>
            </a:extLst>
          </p:cNvPr>
          <p:cNvSpPr>
            <a:spLocks noGrp="1"/>
          </p:cNvSpPr>
          <p:nvPr/>
        </p:nvSpPr>
        <p:spPr>
          <a:xfrm>
            <a:off x="8461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4" name="A1_bar_Cryo_14787">
            <a:extLst>
              <a:ext uri="{FF2B5EF4-FFF2-40B4-BE49-F238E27FC236}">
                <a16:creationId xmlns:a16="http://schemas.microsoft.com/office/drawing/2014/main" id="{B585C32D-5517-4C87-8B60-B9E24100E905}"/>
              </a:ext>
            </a:extLst>
          </p:cNvPr>
          <p:cNvSpPr>
            <a:spLocks noGrp="1"/>
          </p:cNvSpPr>
          <p:nvPr/>
        </p:nvSpPr>
        <p:spPr>
          <a:xfrm>
            <a:off x="867311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5" name="A1_bar_Cryo_14788">
            <a:extLst>
              <a:ext uri="{FF2B5EF4-FFF2-40B4-BE49-F238E27FC236}">
                <a16:creationId xmlns:a16="http://schemas.microsoft.com/office/drawing/2014/main" id="{43DDBB0B-342D-46CE-8358-A7359771FAB7}"/>
              </a:ext>
            </a:extLst>
          </p:cNvPr>
          <p:cNvSpPr>
            <a:spLocks noGrp="1"/>
          </p:cNvSpPr>
          <p:nvPr/>
        </p:nvSpPr>
        <p:spPr>
          <a:xfrm>
            <a:off x="8576680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6" name="A1_bar_Cryo_14789">
            <a:extLst>
              <a:ext uri="{FF2B5EF4-FFF2-40B4-BE49-F238E27FC236}">
                <a16:creationId xmlns:a16="http://schemas.microsoft.com/office/drawing/2014/main" id="{0ED92135-66A1-4C95-9C91-9698CBFD471F}"/>
              </a:ext>
            </a:extLst>
          </p:cNvPr>
          <p:cNvSpPr>
            <a:spLocks noGrp="1"/>
          </p:cNvSpPr>
          <p:nvPr/>
        </p:nvSpPr>
        <p:spPr>
          <a:xfrm>
            <a:off x="847747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7" name="A1_bar_Cryo_14790">
            <a:extLst>
              <a:ext uri="{FF2B5EF4-FFF2-40B4-BE49-F238E27FC236}">
                <a16:creationId xmlns:a16="http://schemas.microsoft.com/office/drawing/2014/main" id="{94813733-5A22-498C-B893-4697D63FF173}"/>
              </a:ext>
            </a:extLst>
          </p:cNvPr>
          <p:cNvSpPr>
            <a:spLocks noGrp="1"/>
          </p:cNvSpPr>
          <p:nvPr/>
        </p:nvSpPr>
        <p:spPr>
          <a:xfrm>
            <a:off x="8432490" y="32980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8" name="A1_bar_Cryo_14791">
            <a:extLst>
              <a:ext uri="{FF2B5EF4-FFF2-40B4-BE49-F238E27FC236}">
                <a16:creationId xmlns:a16="http://schemas.microsoft.com/office/drawing/2014/main" id="{CA066276-E6A4-4B95-8584-6945BC92C40B}"/>
              </a:ext>
            </a:extLst>
          </p:cNvPr>
          <p:cNvSpPr>
            <a:spLocks noGrp="1"/>
          </p:cNvSpPr>
          <p:nvPr/>
        </p:nvSpPr>
        <p:spPr>
          <a:xfrm>
            <a:off x="8480660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9" name="A1_bar_Cryo_14792">
            <a:extLst>
              <a:ext uri="{FF2B5EF4-FFF2-40B4-BE49-F238E27FC236}">
                <a16:creationId xmlns:a16="http://schemas.microsoft.com/office/drawing/2014/main" id="{FF49CE23-E796-4A31-9311-6A54B1B61F0D}"/>
              </a:ext>
            </a:extLst>
          </p:cNvPr>
          <p:cNvSpPr>
            <a:spLocks noGrp="1"/>
          </p:cNvSpPr>
          <p:nvPr/>
        </p:nvSpPr>
        <p:spPr>
          <a:xfrm>
            <a:off x="858649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0" name="A1_bar_Cryo_14793">
            <a:extLst>
              <a:ext uri="{FF2B5EF4-FFF2-40B4-BE49-F238E27FC236}">
                <a16:creationId xmlns:a16="http://schemas.microsoft.com/office/drawing/2014/main" id="{56B6BCC9-79D2-457E-8639-8CACA0CBC005}"/>
              </a:ext>
            </a:extLst>
          </p:cNvPr>
          <p:cNvSpPr>
            <a:spLocks noGrp="1"/>
          </p:cNvSpPr>
          <p:nvPr/>
        </p:nvSpPr>
        <p:spPr>
          <a:xfrm>
            <a:off x="8585847" y="53437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1" name="A1_bar_Cryo_14794">
            <a:extLst>
              <a:ext uri="{FF2B5EF4-FFF2-40B4-BE49-F238E27FC236}">
                <a16:creationId xmlns:a16="http://schemas.microsoft.com/office/drawing/2014/main" id="{756A7FC0-CC5A-438A-B506-384DD159C885}"/>
              </a:ext>
            </a:extLst>
          </p:cNvPr>
          <p:cNvSpPr>
            <a:spLocks noGrp="1"/>
          </p:cNvSpPr>
          <p:nvPr/>
        </p:nvSpPr>
        <p:spPr>
          <a:xfrm>
            <a:off x="853636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2" name="A1_bar_Cryo_14795">
            <a:extLst>
              <a:ext uri="{FF2B5EF4-FFF2-40B4-BE49-F238E27FC236}">
                <a16:creationId xmlns:a16="http://schemas.microsoft.com/office/drawing/2014/main" id="{0EFAB6F2-4066-4404-8078-2E15212465C3}"/>
              </a:ext>
            </a:extLst>
          </p:cNvPr>
          <p:cNvSpPr>
            <a:spLocks noGrp="1"/>
          </p:cNvSpPr>
          <p:nvPr/>
        </p:nvSpPr>
        <p:spPr>
          <a:xfrm>
            <a:off x="860040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3" name="A1_bar_Cryo_14796">
            <a:extLst>
              <a:ext uri="{FF2B5EF4-FFF2-40B4-BE49-F238E27FC236}">
                <a16:creationId xmlns:a16="http://schemas.microsoft.com/office/drawing/2014/main" id="{465A5E98-F42E-4509-BD3D-009505C35FAB}"/>
              </a:ext>
            </a:extLst>
          </p:cNvPr>
          <p:cNvSpPr>
            <a:spLocks noGrp="1"/>
          </p:cNvSpPr>
          <p:nvPr/>
        </p:nvSpPr>
        <p:spPr>
          <a:xfrm>
            <a:off x="85191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4" name="A1_bar_Cryo_14797">
            <a:extLst>
              <a:ext uri="{FF2B5EF4-FFF2-40B4-BE49-F238E27FC236}">
                <a16:creationId xmlns:a16="http://schemas.microsoft.com/office/drawing/2014/main" id="{01E423ED-81A8-4EB0-8ED6-A1F51A36B836}"/>
              </a:ext>
            </a:extLst>
          </p:cNvPr>
          <p:cNvSpPr>
            <a:spLocks noGrp="1"/>
          </p:cNvSpPr>
          <p:nvPr/>
        </p:nvSpPr>
        <p:spPr>
          <a:xfrm>
            <a:off x="85742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5" name="A1_bar_Cryo_14798">
            <a:extLst>
              <a:ext uri="{FF2B5EF4-FFF2-40B4-BE49-F238E27FC236}">
                <a16:creationId xmlns:a16="http://schemas.microsoft.com/office/drawing/2014/main" id="{3ED4616F-6BBC-4B98-A4A0-06E8883960C9}"/>
              </a:ext>
            </a:extLst>
          </p:cNvPr>
          <p:cNvSpPr>
            <a:spLocks noGrp="1"/>
          </p:cNvSpPr>
          <p:nvPr/>
        </p:nvSpPr>
        <p:spPr>
          <a:xfrm>
            <a:off x="848741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6" name="A1_bar_Cryo_14799">
            <a:extLst>
              <a:ext uri="{FF2B5EF4-FFF2-40B4-BE49-F238E27FC236}">
                <a16:creationId xmlns:a16="http://schemas.microsoft.com/office/drawing/2014/main" id="{2DC926D6-FA76-47BE-8362-AA6355534F10}"/>
              </a:ext>
            </a:extLst>
          </p:cNvPr>
          <p:cNvSpPr>
            <a:spLocks noGrp="1"/>
          </p:cNvSpPr>
          <p:nvPr/>
        </p:nvSpPr>
        <p:spPr>
          <a:xfrm>
            <a:off x="8453788" y="5901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7" name="A1_bar_Cryo_14800">
            <a:extLst>
              <a:ext uri="{FF2B5EF4-FFF2-40B4-BE49-F238E27FC236}">
                <a16:creationId xmlns:a16="http://schemas.microsoft.com/office/drawing/2014/main" id="{9C3FDC0A-83E6-4CF6-885B-33DF9A37F522}"/>
              </a:ext>
            </a:extLst>
          </p:cNvPr>
          <p:cNvSpPr>
            <a:spLocks noGrp="1"/>
          </p:cNvSpPr>
          <p:nvPr/>
        </p:nvSpPr>
        <p:spPr>
          <a:xfrm>
            <a:off x="8443488" y="58938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8" name="A1_bar_Cryo_14801">
            <a:extLst>
              <a:ext uri="{FF2B5EF4-FFF2-40B4-BE49-F238E27FC236}">
                <a16:creationId xmlns:a16="http://schemas.microsoft.com/office/drawing/2014/main" id="{9363F196-BEA2-45EB-B2C1-AED86EFA6C8B}"/>
              </a:ext>
            </a:extLst>
          </p:cNvPr>
          <p:cNvSpPr>
            <a:spLocks noGrp="1"/>
          </p:cNvSpPr>
          <p:nvPr/>
        </p:nvSpPr>
        <p:spPr>
          <a:xfrm>
            <a:off x="854566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9" name="A1_bar_Cryo_14802">
            <a:extLst>
              <a:ext uri="{FF2B5EF4-FFF2-40B4-BE49-F238E27FC236}">
                <a16:creationId xmlns:a16="http://schemas.microsoft.com/office/drawing/2014/main" id="{A6EEFEA0-522C-49E2-BF8F-D6EF54D4606D}"/>
              </a:ext>
            </a:extLst>
          </p:cNvPr>
          <p:cNvSpPr>
            <a:spLocks noGrp="1"/>
          </p:cNvSpPr>
          <p:nvPr/>
        </p:nvSpPr>
        <p:spPr>
          <a:xfrm>
            <a:off x="8577203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0" name="A1_bar_Cryo_14803">
            <a:extLst>
              <a:ext uri="{FF2B5EF4-FFF2-40B4-BE49-F238E27FC236}">
                <a16:creationId xmlns:a16="http://schemas.microsoft.com/office/drawing/2014/main" id="{CD0A79E2-E714-44A8-A941-1918248634DF}"/>
              </a:ext>
            </a:extLst>
          </p:cNvPr>
          <p:cNvSpPr>
            <a:spLocks noGrp="1"/>
          </p:cNvSpPr>
          <p:nvPr/>
        </p:nvSpPr>
        <p:spPr>
          <a:xfrm>
            <a:off x="8450958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1" name="A1_bar_Cryo_14804">
            <a:extLst>
              <a:ext uri="{FF2B5EF4-FFF2-40B4-BE49-F238E27FC236}">
                <a16:creationId xmlns:a16="http://schemas.microsoft.com/office/drawing/2014/main" id="{D981EF5F-37DE-4FD6-A5FD-ADEFE6E4A461}"/>
              </a:ext>
            </a:extLst>
          </p:cNvPr>
          <p:cNvSpPr>
            <a:spLocks noGrp="1"/>
          </p:cNvSpPr>
          <p:nvPr/>
        </p:nvSpPr>
        <p:spPr>
          <a:xfrm>
            <a:off x="85839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2" name="A1_bar_Cryo_14805">
            <a:extLst>
              <a:ext uri="{FF2B5EF4-FFF2-40B4-BE49-F238E27FC236}">
                <a16:creationId xmlns:a16="http://schemas.microsoft.com/office/drawing/2014/main" id="{5A5E6970-BCE1-4128-BF95-8DD1AB6B1FFD}"/>
              </a:ext>
            </a:extLst>
          </p:cNvPr>
          <p:cNvSpPr>
            <a:spLocks noGrp="1"/>
          </p:cNvSpPr>
          <p:nvPr/>
        </p:nvSpPr>
        <p:spPr>
          <a:xfrm>
            <a:off x="850714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3" name="A1_bar_Cryo_14806">
            <a:extLst>
              <a:ext uri="{FF2B5EF4-FFF2-40B4-BE49-F238E27FC236}">
                <a16:creationId xmlns:a16="http://schemas.microsoft.com/office/drawing/2014/main" id="{D577AC93-0E37-42C3-B59E-C77CBD1CD297}"/>
              </a:ext>
            </a:extLst>
          </p:cNvPr>
          <p:cNvSpPr>
            <a:spLocks noGrp="1"/>
          </p:cNvSpPr>
          <p:nvPr/>
        </p:nvSpPr>
        <p:spPr>
          <a:xfrm>
            <a:off x="84306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4" name="A1_bar_Cryo_14807">
            <a:extLst>
              <a:ext uri="{FF2B5EF4-FFF2-40B4-BE49-F238E27FC236}">
                <a16:creationId xmlns:a16="http://schemas.microsoft.com/office/drawing/2014/main" id="{AC804002-CA02-4EB5-8702-9E9E7A468EDF}"/>
              </a:ext>
            </a:extLst>
          </p:cNvPr>
          <p:cNvSpPr>
            <a:spLocks noGrp="1"/>
          </p:cNvSpPr>
          <p:nvPr/>
        </p:nvSpPr>
        <p:spPr>
          <a:xfrm>
            <a:off x="8429061" y="55251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5" name="A1_bar_Cryo_14808">
            <a:extLst>
              <a:ext uri="{FF2B5EF4-FFF2-40B4-BE49-F238E27FC236}">
                <a16:creationId xmlns:a16="http://schemas.microsoft.com/office/drawing/2014/main" id="{1DED7A31-845D-4128-A445-827AB7F8AB9D}"/>
              </a:ext>
            </a:extLst>
          </p:cNvPr>
          <p:cNvSpPr>
            <a:spLocks noGrp="1"/>
          </p:cNvSpPr>
          <p:nvPr/>
        </p:nvSpPr>
        <p:spPr>
          <a:xfrm>
            <a:off x="8494998" y="55087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6" name="A1_bar_Cryo_14809">
            <a:extLst>
              <a:ext uri="{FF2B5EF4-FFF2-40B4-BE49-F238E27FC236}">
                <a16:creationId xmlns:a16="http://schemas.microsoft.com/office/drawing/2014/main" id="{9E13F43E-4267-47A5-ACA2-B3DD343BAFBC}"/>
              </a:ext>
            </a:extLst>
          </p:cNvPr>
          <p:cNvSpPr>
            <a:spLocks noGrp="1"/>
          </p:cNvSpPr>
          <p:nvPr/>
        </p:nvSpPr>
        <p:spPr>
          <a:xfrm>
            <a:off x="852875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7" name="A1_bar_Cryo_14810">
            <a:extLst>
              <a:ext uri="{FF2B5EF4-FFF2-40B4-BE49-F238E27FC236}">
                <a16:creationId xmlns:a16="http://schemas.microsoft.com/office/drawing/2014/main" id="{A2BFDF06-F4E3-4BF8-9A10-D7B565C5BCDB}"/>
              </a:ext>
            </a:extLst>
          </p:cNvPr>
          <p:cNvSpPr>
            <a:spLocks noGrp="1"/>
          </p:cNvSpPr>
          <p:nvPr/>
        </p:nvSpPr>
        <p:spPr>
          <a:xfrm>
            <a:off x="86232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8" name="A1_bar_Cryo_14811">
            <a:extLst>
              <a:ext uri="{FF2B5EF4-FFF2-40B4-BE49-F238E27FC236}">
                <a16:creationId xmlns:a16="http://schemas.microsoft.com/office/drawing/2014/main" id="{6501CE04-392D-4C7C-AC11-90208EF3228A}"/>
              </a:ext>
            </a:extLst>
          </p:cNvPr>
          <p:cNvSpPr>
            <a:spLocks noGrp="1"/>
          </p:cNvSpPr>
          <p:nvPr/>
        </p:nvSpPr>
        <p:spPr>
          <a:xfrm>
            <a:off x="851385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9" name="A1_bar_Cryo_14812">
            <a:extLst>
              <a:ext uri="{FF2B5EF4-FFF2-40B4-BE49-F238E27FC236}">
                <a16:creationId xmlns:a16="http://schemas.microsoft.com/office/drawing/2014/main" id="{8038107C-8885-4DF3-9DC2-6B2349505F63}"/>
              </a:ext>
            </a:extLst>
          </p:cNvPr>
          <p:cNvSpPr>
            <a:spLocks noGrp="1"/>
          </p:cNvSpPr>
          <p:nvPr/>
        </p:nvSpPr>
        <p:spPr>
          <a:xfrm>
            <a:off x="85107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0" name="A1_bar_Cryo_14813">
            <a:extLst>
              <a:ext uri="{FF2B5EF4-FFF2-40B4-BE49-F238E27FC236}">
                <a16:creationId xmlns:a16="http://schemas.microsoft.com/office/drawing/2014/main" id="{72FDC3DA-568C-4D17-B6AB-42E48F056B04}"/>
              </a:ext>
            </a:extLst>
          </p:cNvPr>
          <p:cNvSpPr>
            <a:spLocks noGrp="1"/>
          </p:cNvSpPr>
          <p:nvPr/>
        </p:nvSpPr>
        <p:spPr>
          <a:xfrm>
            <a:off x="858319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1" name="A1_bar_Cryo_14814">
            <a:extLst>
              <a:ext uri="{FF2B5EF4-FFF2-40B4-BE49-F238E27FC236}">
                <a16:creationId xmlns:a16="http://schemas.microsoft.com/office/drawing/2014/main" id="{F5CF9127-0C8C-4704-81D8-409C73A3F964}"/>
              </a:ext>
            </a:extLst>
          </p:cNvPr>
          <p:cNvSpPr>
            <a:spLocks noGrp="1"/>
          </p:cNvSpPr>
          <p:nvPr/>
        </p:nvSpPr>
        <p:spPr>
          <a:xfrm>
            <a:off x="858498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2" name="A1_bar_Cryo_14815">
            <a:extLst>
              <a:ext uri="{FF2B5EF4-FFF2-40B4-BE49-F238E27FC236}">
                <a16:creationId xmlns:a16="http://schemas.microsoft.com/office/drawing/2014/main" id="{C0FFA3C8-070A-4454-A3EF-1285905F5C14}"/>
              </a:ext>
            </a:extLst>
          </p:cNvPr>
          <p:cNvSpPr>
            <a:spLocks noGrp="1"/>
          </p:cNvSpPr>
          <p:nvPr/>
        </p:nvSpPr>
        <p:spPr>
          <a:xfrm>
            <a:off x="84726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3" name="A1_bar_Cryo_14816">
            <a:extLst>
              <a:ext uri="{FF2B5EF4-FFF2-40B4-BE49-F238E27FC236}">
                <a16:creationId xmlns:a16="http://schemas.microsoft.com/office/drawing/2014/main" id="{D10F7A1F-6B0F-42F8-9F2B-B4EF6DDF2C7F}"/>
              </a:ext>
            </a:extLst>
          </p:cNvPr>
          <p:cNvSpPr>
            <a:spLocks noGrp="1"/>
          </p:cNvSpPr>
          <p:nvPr/>
        </p:nvSpPr>
        <p:spPr>
          <a:xfrm>
            <a:off x="84381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4" name="A1_bar_Cryo_14817">
            <a:extLst>
              <a:ext uri="{FF2B5EF4-FFF2-40B4-BE49-F238E27FC236}">
                <a16:creationId xmlns:a16="http://schemas.microsoft.com/office/drawing/2014/main" id="{0348683F-0D41-4ADD-A853-AC19E334D0F0}"/>
              </a:ext>
            </a:extLst>
          </p:cNvPr>
          <p:cNvSpPr>
            <a:spLocks noGrp="1"/>
          </p:cNvSpPr>
          <p:nvPr/>
        </p:nvSpPr>
        <p:spPr>
          <a:xfrm>
            <a:off x="84714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5" name="A1_bar_Cryo_14818">
            <a:extLst>
              <a:ext uri="{FF2B5EF4-FFF2-40B4-BE49-F238E27FC236}">
                <a16:creationId xmlns:a16="http://schemas.microsoft.com/office/drawing/2014/main" id="{0FC245B1-267B-429A-969A-AB955E66E78F}"/>
              </a:ext>
            </a:extLst>
          </p:cNvPr>
          <p:cNvSpPr>
            <a:spLocks noGrp="1"/>
          </p:cNvSpPr>
          <p:nvPr/>
        </p:nvSpPr>
        <p:spPr>
          <a:xfrm>
            <a:off x="866182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6" name="A1_bar_Cryo_14819">
            <a:extLst>
              <a:ext uri="{FF2B5EF4-FFF2-40B4-BE49-F238E27FC236}">
                <a16:creationId xmlns:a16="http://schemas.microsoft.com/office/drawing/2014/main" id="{4B9C51C5-6259-41D7-8AAB-401571690B19}"/>
              </a:ext>
            </a:extLst>
          </p:cNvPr>
          <p:cNvSpPr>
            <a:spLocks noGrp="1"/>
          </p:cNvSpPr>
          <p:nvPr/>
        </p:nvSpPr>
        <p:spPr>
          <a:xfrm>
            <a:off x="8605422" y="48126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7" name="A1_bar_Cryo_14820">
            <a:extLst>
              <a:ext uri="{FF2B5EF4-FFF2-40B4-BE49-F238E27FC236}">
                <a16:creationId xmlns:a16="http://schemas.microsoft.com/office/drawing/2014/main" id="{258C39A5-068A-4561-B238-6D614EB8F220}"/>
              </a:ext>
            </a:extLst>
          </p:cNvPr>
          <p:cNvSpPr>
            <a:spLocks noGrp="1"/>
          </p:cNvSpPr>
          <p:nvPr/>
        </p:nvSpPr>
        <p:spPr>
          <a:xfrm>
            <a:off x="866143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8" name="A1_bar_Cryo_14821">
            <a:extLst>
              <a:ext uri="{FF2B5EF4-FFF2-40B4-BE49-F238E27FC236}">
                <a16:creationId xmlns:a16="http://schemas.microsoft.com/office/drawing/2014/main" id="{2504BECD-A357-45C8-A3B0-CC3A0C5B0CAA}"/>
              </a:ext>
            </a:extLst>
          </p:cNvPr>
          <p:cNvSpPr>
            <a:spLocks noGrp="1"/>
          </p:cNvSpPr>
          <p:nvPr/>
        </p:nvSpPr>
        <p:spPr>
          <a:xfrm>
            <a:off x="84968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9" name="A1_bar_Cryo_14822">
            <a:extLst>
              <a:ext uri="{FF2B5EF4-FFF2-40B4-BE49-F238E27FC236}">
                <a16:creationId xmlns:a16="http://schemas.microsoft.com/office/drawing/2014/main" id="{E14E261B-C5B5-4396-8AAA-4007084471B4}"/>
              </a:ext>
            </a:extLst>
          </p:cNvPr>
          <p:cNvSpPr>
            <a:spLocks noGrp="1"/>
          </p:cNvSpPr>
          <p:nvPr/>
        </p:nvSpPr>
        <p:spPr>
          <a:xfrm>
            <a:off x="84585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0" name="A1_bar_Cryo_14823">
            <a:extLst>
              <a:ext uri="{FF2B5EF4-FFF2-40B4-BE49-F238E27FC236}">
                <a16:creationId xmlns:a16="http://schemas.microsoft.com/office/drawing/2014/main" id="{C406E2AE-926A-4271-8025-51743552EF90}"/>
              </a:ext>
            </a:extLst>
          </p:cNvPr>
          <p:cNvSpPr>
            <a:spLocks noGrp="1"/>
          </p:cNvSpPr>
          <p:nvPr/>
        </p:nvSpPr>
        <p:spPr>
          <a:xfrm>
            <a:off x="866113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1" name="A1_bar_Cryo_14824">
            <a:extLst>
              <a:ext uri="{FF2B5EF4-FFF2-40B4-BE49-F238E27FC236}">
                <a16:creationId xmlns:a16="http://schemas.microsoft.com/office/drawing/2014/main" id="{C01862D9-D31D-4856-90FF-A4E749983B00}"/>
              </a:ext>
            </a:extLst>
          </p:cNvPr>
          <p:cNvSpPr>
            <a:spLocks noGrp="1"/>
          </p:cNvSpPr>
          <p:nvPr/>
        </p:nvSpPr>
        <p:spPr>
          <a:xfrm>
            <a:off x="86649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2" name="A1_bar_Cryo_14825">
            <a:extLst>
              <a:ext uri="{FF2B5EF4-FFF2-40B4-BE49-F238E27FC236}">
                <a16:creationId xmlns:a16="http://schemas.microsoft.com/office/drawing/2014/main" id="{32174043-E0E1-412E-9616-E7ECF051516F}"/>
              </a:ext>
            </a:extLst>
          </p:cNvPr>
          <p:cNvSpPr>
            <a:spLocks noGrp="1"/>
          </p:cNvSpPr>
          <p:nvPr/>
        </p:nvSpPr>
        <p:spPr>
          <a:xfrm>
            <a:off x="860228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3" name="A1_bar_Cryo_14826">
            <a:extLst>
              <a:ext uri="{FF2B5EF4-FFF2-40B4-BE49-F238E27FC236}">
                <a16:creationId xmlns:a16="http://schemas.microsoft.com/office/drawing/2014/main" id="{97DA44E1-4A05-4897-8541-5A7673D2C8CF}"/>
              </a:ext>
            </a:extLst>
          </p:cNvPr>
          <p:cNvSpPr>
            <a:spLocks noGrp="1"/>
          </p:cNvSpPr>
          <p:nvPr/>
        </p:nvSpPr>
        <p:spPr>
          <a:xfrm>
            <a:off x="852273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4" name="A1_bar_Cryo_14827">
            <a:extLst>
              <a:ext uri="{FF2B5EF4-FFF2-40B4-BE49-F238E27FC236}">
                <a16:creationId xmlns:a16="http://schemas.microsoft.com/office/drawing/2014/main" id="{D7F71338-4E55-497F-85D4-EA32A76D3629}"/>
              </a:ext>
            </a:extLst>
          </p:cNvPr>
          <p:cNvSpPr>
            <a:spLocks noGrp="1"/>
          </p:cNvSpPr>
          <p:nvPr/>
        </p:nvSpPr>
        <p:spPr>
          <a:xfrm>
            <a:off x="85948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5" name="A1_bar_Cryo_14828">
            <a:extLst>
              <a:ext uri="{FF2B5EF4-FFF2-40B4-BE49-F238E27FC236}">
                <a16:creationId xmlns:a16="http://schemas.microsoft.com/office/drawing/2014/main" id="{CF3BF475-98B1-4EE0-9B35-91535110FE45}"/>
              </a:ext>
            </a:extLst>
          </p:cNvPr>
          <p:cNvSpPr>
            <a:spLocks noGrp="1"/>
          </p:cNvSpPr>
          <p:nvPr/>
        </p:nvSpPr>
        <p:spPr>
          <a:xfrm>
            <a:off x="84459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6" name="A1_bar_Cryo_14829">
            <a:extLst>
              <a:ext uri="{FF2B5EF4-FFF2-40B4-BE49-F238E27FC236}">
                <a16:creationId xmlns:a16="http://schemas.microsoft.com/office/drawing/2014/main" id="{D38DD180-E28A-4C56-9C28-D53918003D9D}"/>
              </a:ext>
            </a:extLst>
          </p:cNvPr>
          <p:cNvSpPr>
            <a:spLocks noGrp="1"/>
          </p:cNvSpPr>
          <p:nvPr/>
        </p:nvSpPr>
        <p:spPr>
          <a:xfrm>
            <a:off x="8603379" y="52716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7" name="A1_bar_Cryo_14830">
            <a:extLst>
              <a:ext uri="{FF2B5EF4-FFF2-40B4-BE49-F238E27FC236}">
                <a16:creationId xmlns:a16="http://schemas.microsoft.com/office/drawing/2014/main" id="{0F65640D-E833-4A4D-968A-CE49712C00FE}"/>
              </a:ext>
            </a:extLst>
          </p:cNvPr>
          <p:cNvSpPr>
            <a:spLocks noGrp="1"/>
          </p:cNvSpPr>
          <p:nvPr/>
        </p:nvSpPr>
        <p:spPr>
          <a:xfrm>
            <a:off x="85420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8" name="A1_bar_Cryo_14831">
            <a:extLst>
              <a:ext uri="{FF2B5EF4-FFF2-40B4-BE49-F238E27FC236}">
                <a16:creationId xmlns:a16="http://schemas.microsoft.com/office/drawing/2014/main" id="{16525DA7-C2F9-43DF-AEC2-12FCB8D1C26C}"/>
              </a:ext>
            </a:extLst>
          </p:cNvPr>
          <p:cNvSpPr>
            <a:spLocks noGrp="1"/>
          </p:cNvSpPr>
          <p:nvPr/>
        </p:nvSpPr>
        <p:spPr>
          <a:xfrm>
            <a:off x="86311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9" name="A1_bar_Cryo_14832">
            <a:extLst>
              <a:ext uri="{FF2B5EF4-FFF2-40B4-BE49-F238E27FC236}">
                <a16:creationId xmlns:a16="http://schemas.microsoft.com/office/drawing/2014/main" id="{CDA6AC9E-3154-4D53-B3EB-6173FB1F69B5}"/>
              </a:ext>
            </a:extLst>
          </p:cNvPr>
          <p:cNvSpPr>
            <a:spLocks noGrp="1"/>
          </p:cNvSpPr>
          <p:nvPr/>
        </p:nvSpPr>
        <p:spPr>
          <a:xfrm>
            <a:off x="8658176" y="46809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0" name="A1_bar_Cryo_14833">
            <a:extLst>
              <a:ext uri="{FF2B5EF4-FFF2-40B4-BE49-F238E27FC236}">
                <a16:creationId xmlns:a16="http://schemas.microsoft.com/office/drawing/2014/main" id="{0147A2DF-C6E5-4BBE-BB10-E5847B12FC68}"/>
              </a:ext>
            </a:extLst>
          </p:cNvPr>
          <p:cNvSpPr>
            <a:spLocks noGrp="1"/>
          </p:cNvSpPr>
          <p:nvPr/>
        </p:nvSpPr>
        <p:spPr>
          <a:xfrm>
            <a:off x="8596881" y="58213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1" name="A1_bar_Cryo_14834">
            <a:extLst>
              <a:ext uri="{FF2B5EF4-FFF2-40B4-BE49-F238E27FC236}">
                <a16:creationId xmlns:a16="http://schemas.microsoft.com/office/drawing/2014/main" id="{2B7EBDFC-BDED-490A-9A3B-ACE2DC9802D1}"/>
              </a:ext>
            </a:extLst>
          </p:cNvPr>
          <p:cNvSpPr>
            <a:spLocks noGrp="1"/>
          </p:cNvSpPr>
          <p:nvPr/>
        </p:nvSpPr>
        <p:spPr>
          <a:xfrm>
            <a:off x="853714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2" name="A1_bar_Cryo_14835">
            <a:extLst>
              <a:ext uri="{FF2B5EF4-FFF2-40B4-BE49-F238E27FC236}">
                <a16:creationId xmlns:a16="http://schemas.microsoft.com/office/drawing/2014/main" id="{F07B47C2-8F99-4FEF-9DA1-B1658968AD6B}"/>
              </a:ext>
            </a:extLst>
          </p:cNvPr>
          <p:cNvSpPr>
            <a:spLocks noGrp="1"/>
          </p:cNvSpPr>
          <p:nvPr/>
        </p:nvSpPr>
        <p:spPr>
          <a:xfrm>
            <a:off x="847560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3" name="A1_bar_Cryo_14836">
            <a:extLst>
              <a:ext uri="{FF2B5EF4-FFF2-40B4-BE49-F238E27FC236}">
                <a16:creationId xmlns:a16="http://schemas.microsoft.com/office/drawing/2014/main" id="{EA046359-3086-42CB-9B41-AEEBB7BEAD60}"/>
              </a:ext>
            </a:extLst>
          </p:cNvPr>
          <p:cNvSpPr>
            <a:spLocks noGrp="1"/>
          </p:cNvSpPr>
          <p:nvPr/>
        </p:nvSpPr>
        <p:spPr>
          <a:xfrm>
            <a:off x="8515991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4" name="A1_bar_Cryo_14837">
            <a:extLst>
              <a:ext uri="{FF2B5EF4-FFF2-40B4-BE49-F238E27FC236}">
                <a16:creationId xmlns:a16="http://schemas.microsoft.com/office/drawing/2014/main" id="{11C820C8-2EB8-4A3E-BFEE-65F7054BB57E}"/>
              </a:ext>
            </a:extLst>
          </p:cNvPr>
          <p:cNvSpPr>
            <a:spLocks noGrp="1"/>
          </p:cNvSpPr>
          <p:nvPr/>
        </p:nvSpPr>
        <p:spPr>
          <a:xfrm>
            <a:off x="86184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5" name="A1_bar_Cryo_14838">
            <a:extLst>
              <a:ext uri="{FF2B5EF4-FFF2-40B4-BE49-F238E27FC236}">
                <a16:creationId xmlns:a16="http://schemas.microsoft.com/office/drawing/2014/main" id="{554DC8AF-A056-439C-8B65-6C1B4A77FC7A}"/>
              </a:ext>
            </a:extLst>
          </p:cNvPr>
          <p:cNvSpPr>
            <a:spLocks noGrp="1"/>
          </p:cNvSpPr>
          <p:nvPr/>
        </p:nvSpPr>
        <p:spPr>
          <a:xfrm>
            <a:off x="8626757" y="60526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6" name="A1_bar_Cryo_14839">
            <a:extLst>
              <a:ext uri="{FF2B5EF4-FFF2-40B4-BE49-F238E27FC236}">
                <a16:creationId xmlns:a16="http://schemas.microsoft.com/office/drawing/2014/main" id="{65AA652A-C483-47CF-A35B-9AF78AE457FB}"/>
              </a:ext>
            </a:extLst>
          </p:cNvPr>
          <p:cNvSpPr>
            <a:spLocks noGrp="1"/>
          </p:cNvSpPr>
          <p:nvPr/>
        </p:nvSpPr>
        <p:spPr>
          <a:xfrm>
            <a:off x="856798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7" name="A1_bar_Cryo_14840">
            <a:extLst>
              <a:ext uri="{FF2B5EF4-FFF2-40B4-BE49-F238E27FC236}">
                <a16:creationId xmlns:a16="http://schemas.microsoft.com/office/drawing/2014/main" id="{F50D40ED-E7B5-4AED-9DC7-7894B7C7C520}"/>
              </a:ext>
            </a:extLst>
          </p:cNvPr>
          <p:cNvSpPr>
            <a:spLocks noGrp="1"/>
          </p:cNvSpPr>
          <p:nvPr/>
        </p:nvSpPr>
        <p:spPr>
          <a:xfrm>
            <a:off x="8474205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8" name="A1_bar_Cryo_14841">
            <a:extLst>
              <a:ext uri="{FF2B5EF4-FFF2-40B4-BE49-F238E27FC236}">
                <a16:creationId xmlns:a16="http://schemas.microsoft.com/office/drawing/2014/main" id="{970D41CB-8693-4F8C-A553-8755749F6F0A}"/>
              </a:ext>
            </a:extLst>
          </p:cNvPr>
          <p:cNvSpPr>
            <a:spLocks noGrp="1"/>
          </p:cNvSpPr>
          <p:nvPr/>
        </p:nvSpPr>
        <p:spPr>
          <a:xfrm>
            <a:off x="858888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9" name="A1_bar_Cryo_14842">
            <a:extLst>
              <a:ext uri="{FF2B5EF4-FFF2-40B4-BE49-F238E27FC236}">
                <a16:creationId xmlns:a16="http://schemas.microsoft.com/office/drawing/2014/main" id="{515EC101-BF20-4A59-B6B9-7436B8569D8D}"/>
              </a:ext>
            </a:extLst>
          </p:cNvPr>
          <p:cNvSpPr>
            <a:spLocks noGrp="1"/>
          </p:cNvSpPr>
          <p:nvPr/>
        </p:nvSpPr>
        <p:spPr>
          <a:xfrm>
            <a:off x="859875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0" name="A1_bar_Cryo_14843">
            <a:extLst>
              <a:ext uri="{FF2B5EF4-FFF2-40B4-BE49-F238E27FC236}">
                <a16:creationId xmlns:a16="http://schemas.microsoft.com/office/drawing/2014/main" id="{5AD93400-8189-425C-8359-9CFB2F966C22}"/>
              </a:ext>
            </a:extLst>
          </p:cNvPr>
          <p:cNvSpPr>
            <a:spLocks noGrp="1"/>
          </p:cNvSpPr>
          <p:nvPr/>
        </p:nvSpPr>
        <p:spPr>
          <a:xfrm>
            <a:off x="86461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1" name="A1_bar_Cryo_14844">
            <a:extLst>
              <a:ext uri="{FF2B5EF4-FFF2-40B4-BE49-F238E27FC236}">
                <a16:creationId xmlns:a16="http://schemas.microsoft.com/office/drawing/2014/main" id="{C4ADA0EF-DB17-4FAF-81A2-A77B0CB6CBDC}"/>
              </a:ext>
            </a:extLst>
          </p:cNvPr>
          <p:cNvSpPr>
            <a:spLocks noGrp="1"/>
          </p:cNvSpPr>
          <p:nvPr/>
        </p:nvSpPr>
        <p:spPr>
          <a:xfrm>
            <a:off x="85498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2" name="A1_bar_Cryo_14845">
            <a:extLst>
              <a:ext uri="{FF2B5EF4-FFF2-40B4-BE49-F238E27FC236}">
                <a16:creationId xmlns:a16="http://schemas.microsoft.com/office/drawing/2014/main" id="{217280A4-C71E-43E3-AD82-95C2DA3A1A20}"/>
              </a:ext>
            </a:extLst>
          </p:cNvPr>
          <p:cNvSpPr>
            <a:spLocks noGrp="1"/>
          </p:cNvSpPr>
          <p:nvPr/>
        </p:nvSpPr>
        <p:spPr>
          <a:xfrm>
            <a:off x="86117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3" name="A1_bar_Cryo_14846">
            <a:extLst>
              <a:ext uri="{FF2B5EF4-FFF2-40B4-BE49-F238E27FC236}">
                <a16:creationId xmlns:a16="http://schemas.microsoft.com/office/drawing/2014/main" id="{C59518EF-E54F-4AF9-93F3-E54B2C310CAF}"/>
              </a:ext>
            </a:extLst>
          </p:cNvPr>
          <p:cNvSpPr>
            <a:spLocks noGrp="1"/>
          </p:cNvSpPr>
          <p:nvPr/>
        </p:nvSpPr>
        <p:spPr>
          <a:xfrm>
            <a:off x="8529902" y="579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4" name="A1_bar_Cryo_14847">
            <a:extLst>
              <a:ext uri="{FF2B5EF4-FFF2-40B4-BE49-F238E27FC236}">
                <a16:creationId xmlns:a16="http://schemas.microsoft.com/office/drawing/2014/main" id="{BECFFA6C-0BF7-409A-B79B-E221580BDEAE}"/>
              </a:ext>
            </a:extLst>
          </p:cNvPr>
          <p:cNvSpPr>
            <a:spLocks noGrp="1"/>
          </p:cNvSpPr>
          <p:nvPr/>
        </p:nvSpPr>
        <p:spPr>
          <a:xfrm>
            <a:off x="848206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5" name="A1_bar_Cryo_14848">
            <a:extLst>
              <a:ext uri="{FF2B5EF4-FFF2-40B4-BE49-F238E27FC236}">
                <a16:creationId xmlns:a16="http://schemas.microsoft.com/office/drawing/2014/main" id="{32F74B7B-E8AA-4F5A-AEA8-9C507F3D6C80}"/>
              </a:ext>
            </a:extLst>
          </p:cNvPr>
          <p:cNvSpPr>
            <a:spLocks noGrp="1"/>
          </p:cNvSpPr>
          <p:nvPr/>
        </p:nvSpPr>
        <p:spPr>
          <a:xfrm>
            <a:off x="8564803" y="49602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6" name="A1_bar_Cryo_14849">
            <a:extLst>
              <a:ext uri="{FF2B5EF4-FFF2-40B4-BE49-F238E27FC236}">
                <a16:creationId xmlns:a16="http://schemas.microsoft.com/office/drawing/2014/main" id="{AE5F4EDA-4BC0-4CC0-89F5-05CCA5ED02D2}"/>
              </a:ext>
            </a:extLst>
          </p:cNvPr>
          <p:cNvSpPr>
            <a:spLocks noGrp="1"/>
          </p:cNvSpPr>
          <p:nvPr/>
        </p:nvSpPr>
        <p:spPr>
          <a:xfrm>
            <a:off x="8583690" y="593691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7" name="A1_bar_Cryo_14850">
            <a:extLst>
              <a:ext uri="{FF2B5EF4-FFF2-40B4-BE49-F238E27FC236}">
                <a16:creationId xmlns:a16="http://schemas.microsoft.com/office/drawing/2014/main" id="{8FD4D7A3-0616-41B9-A19C-8AFD4F9E0838}"/>
              </a:ext>
            </a:extLst>
          </p:cNvPr>
          <p:cNvSpPr>
            <a:spLocks noGrp="1"/>
          </p:cNvSpPr>
          <p:nvPr/>
        </p:nvSpPr>
        <p:spPr>
          <a:xfrm>
            <a:off x="857295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8" name="A1_bar_Cryo_14851">
            <a:extLst>
              <a:ext uri="{FF2B5EF4-FFF2-40B4-BE49-F238E27FC236}">
                <a16:creationId xmlns:a16="http://schemas.microsoft.com/office/drawing/2014/main" id="{83093568-8A89-44EB-B320-32125DCE1C53}"/>
              </a:ext>
            </a:extLst>
          </p:cNvPr>
          <p:cNvSpPr>
            <a:spLocks noGrp="1"/>
          </p:cNvSpPr>
          <p:nvPr/>
        </p:nvSpPr>
        <p:spPr>
          <a:xfrm>
            <a:off x="8451102" y="53896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9" name="A1_bar_Cryo_14852">
            <a:extLst>
              <a:ext uri="{FF2B5EF4-FFF2-40B4-BE49-F238E27FC236}">
                <a16:creationId xmlns:a16="http://schemas.microsoft.com/office/drawing/2014/main" id="{8B30746E-BC4E-4734-BC98-E273D8A46065}"/>
              </a:ext>
            </a:extLst>
          </p:cNvPr>
          <p:cNvSpPr>
            <a:spLocks noGrp="1"/>
          </p:cNvSpPr>
          <p:nvPr/>
        </p:nvSpPr>
        <p:spPr>
          <a:xfrm>
            <a:off x="85450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0" name="A1_bar_Cryo_14853">
            <a:extLst>
              <a:ext uri="{FF2B5EF4-FFF2-40B4-BE49-F238E27FC236}">
                <a16:creationId xmlns:a16="http://schemas.microsoft.com/office/drawing/2014/main" id="{02A7FD72-90AE-4DD5-B484-71CA676811A3}"/>
              </a:ext>
            </a:extLst>
          </p:cNvPr>
          <p:cNvSpPr>
            <a:spLocks noGrp="1"/>
          </p:cNvSpPr>
          <p:nvPr/>
        </p:nvSpPr>
        <p:spPr>
          <a:xfrm>
            <a:off x="867337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1" name="A1_bar_Cryo_14854">
            <a:extLst>
              <a:ext uri="{FF2B5EF4-FFF2-40B4-BE49-F238E27FC236}">
                <a16:creationId xmlns:a16="http://schemas.microsoft.com/office/drawing/2014/main" id="{D04008D2-364B-424D-ACF3-2ED162ECA1CE}"/>
              </a:ext>
            </a:extLst>
          </p:cNvPr>
          <p:cNvSpPr>
            <a:spLocks noGrp="1"/>
          </p:cNvSpPr>
          <p:nvPr/>
        </p:nvSpPr>
        <p:spPr>
          <a:xfrm>
            <a:off x="86718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2" name="A1_bar_Cryo_14855">
            <a:extLst>
              <a:ext uri="{FF2B5EF4-FFF2-40B4-BE49-F238E27FC236}">
                <a16:creationId xmlns:a16="http://schemas.microsoft.com/office/drawing/2014/main" id="{EB520BC3-91BE-4B7D-AC9B-E408D8116E03}"/>
              </a:ext>
            </a:extLst>
          </p:cNvPr>
          <p:cNvSpPr>
            <a:spLocks noGrp="1"/>
          </p:cNvSpPr>
          <p:nvPr/>
        </p:nvSpPr>
        <p:spPr>
          <a:xfrm>
            <a:off x="843608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3" name="A1_bar_Cryo_14856">
            <a:extLst>
              <a:ext uri="{FF2B5EF4-FFF2-40B4-BE49-F238E27FC236}">
                <a16:creationId xmlns:a16="http://schemas.microsoft.com/office/drawing/2014/main" id="{6D61A38F-A88F-4016-B4BD-DF8AD999509E}"/>
              </a:ext>
            </a:extLst>
          </p:cNvPr>
          <p:cNvSpPr>
            <a:spLocks noGrp="1"/>
          </p:cNvSpPr>
          <p:nvPr/>
        </p:nvSpPr>
        <p:spPr>
          <a:xfrm>
            <a:off x="86707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4" name="A1_bar_Cryo_14857">
            <a:extLst>
              <a:ext uri="{FF2B5EF4-FFF2-40B4-BE49-F238E27FC236}">
                <a16:creationId xmlns:a16="http://schemas.microsoft.com/office/drawing/2014/main" id="{0049EF57-0A15-4F43-8096-B74ADB5249C7}"/>
              </a:ext>
            </a:extLst>
          </p:cNvPr>
          <p:cNvSpPr>
            <a:spLocks noGrp="1"/>
          </p:cNvSpPr>
          <p:nvPr/>
        </p:nvSpPr>
        <p:spPr>
          <a:xfrm>
            <a:off x="84263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5" name="A1_bar_Cryo_14858">
            <a:extLst>
              <a:ext uri="{FF2B5EF4-FFF2-40B4-BE49-F238E27FC236}">
                <a16:creationId xmlns:a16="http://schemas.microsoft.com/office/drawing/2014/main" id="{3824A72A-EF3F-4AFE-92F8-85BABBB9EFA7}"/>
              </a:ext>
            </a:extLst>
          </p:cNvPr>
          <p:cNvSpPr>
            <a:spLocks noGrp="1"/>
          </p:cNvSpPr>
          <p:nvPr/>
        </p:nvSpPr>
        <p:spPr>
          <a:xfrm>
            <a:off x="86482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6" name="A1_bar_Cryo_14859">
            <a:extLst>
              <a:ext uri="{FF2B5EF4-FFF2-40B4-BE49-F238E27FC236}">
                <a16:creationId xmlns:a16="http://schemas.microsoft.com/office/drawing/2014/main" id="{950C3EF0-1B29-4CB3-9510-102283DC250C}"/>
              </a:ext>
            </a:extLst>
          </p:cNvPr>
          <p:cNvSpPr>
            <a:spLocks noGrp="1"/>
          </p:cNvSpPr>
          <p:nvPr/>
        </p:nvSpPr>
        <p:spPr>
          <a:xfrm>
            <a:off x="8506971" y="38652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7" name="A1_bar_Cryo_14860">
            <a:extLst>
              <a:ext uri="{FF2B5EF4-FFF2-40B4-BE49-F238E27FC236}">
                <a16:creationId xmlns:a16="http://schemas.microsoft.com/office/drawing/2014/main" id="{7AF74761-232B-4220-B637-0F45C7B976C9}"/>
              </a:ext>
            </a:extLst>
          </p:cNvPr>
          <p:cNvSpPr>
            <a:spLocks noGrp="1"/>
          </p:cNvSpPr>
          <p:nvPr/>
        </p:nvSpPr>
        <p:spPr>
          <a:xfrm>
            <a:off x="843224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8" name="A1_bar_Cryo_14861">
            <a:extLst>
              <a:ext uri="{FF2B5EF4-FFF2-40B4-BE49-F238E27FC236}">
                <a16:creationId xmlns:a16="http://schemas.microsoft.com/office/drawing/2014/main" id="{4A10A30B-F9F7-4FA3-96CC-CC2DEAD09386}"/>
              </a:ext>
            </a:extLst>
          </p:cNvPr>
          <p:cNvSpPr>
            <a:spLocks noGrp="1"/>
          </p:cNvSpPr>
          <p:nvPr/>
        </p:nvSpPr>
        <p:spPr>
          <a:xfrm>
            <a:off x="865113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9" name="A1_bar_Cryo_14862">
            <a:extLst>
              <a:ext uri="{FF2B5EF4-FFF2-40B4-BE49-F238E27FC236}">
                <a16:creationId xmlns:a16="http://schemas.microsoft.com/office/drawing/2014/main" id="{50F44B81-F4BC-4755-937E-88CC860BC2FA}"/>
              </a:ext>
            </a:extLst>
          </p:cNvPr>
          <p:cNvSpPr>
            <a:spLocks noGrp="1"/>
          </p:cNvSpPr>
          <p:nvPr/>
        </p:nvSpPr>
        <p:spPr>
          <a:xfrm>
            <a:off x="8428884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0" name="A1_bar_Cryo_14863">
            <a:extLst>
              <a:ext uri="{FF2B5EF4-FFF2-40B4-BE49-F238E27FC236}">
                <a16:creationId xmlns:a16="http://schemas.microsoft.com/office/drawing/2014/main" id="{08B1087B-8AAD-4105-85A6-1130CD6D8EB5}"/>
              </a:ext>
            </a:extLst>
          </p:cNvPr>
          <p:cNvSpPr>
            <a:spLocks noGrp="1"/>
          </p:cNvSpPr>
          <p:nvPr/>
        </p:nvSpPr>
        <p:spPr>
          <a:xfrm>
            <a:off x="851461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1" name="A1_bar_Cryo_14864">
            <a:extLst>
              <a:ext uri="{FF2B5EF4-FFF2-40B4-BE49-F238E27FC236}">
                <a16:creationId xmlns:a16="http://schemas.microsoft.com/office/drawing/2014/main" id="{A9E213E2-5811-4514-889B-4FA6DC950C9D}"/>
              </a:ext>
            </a:extLst>
          </p:cNvPr>
          <p:cNvSpPr>
            <a:spLocks noGrp="1"/>
          </p:cNvSpPr>
          <p:nvPr/>
        </p:nvSpPr>
        <p:spPr>
          <a:xfrm>
            <a:off x="850940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2" name="A1_bar_Cryo_14865">
            <a:extLst>
              <a:ext uri="{FF2B5EF4-FFF2-40B4-BE49-F238E27FC236}">
                <a16:creationId xmlns:a16="http://schemas.microsoft.com/office/drawing/2014/main" id="{A28DC109-1259-4153-9458-510DF8E19E61}"/>
              </a:ext>
            </a:extLst>
          </p:cNvPr>
          <p:cNvSpPr>
            <a:spLocks noGrp="1"/>
          </p:cNvSpPr>
          <p:nvPr/>
        </p:nvSpPr>
        <p:spPr>
          <a:xfrm>
            <a:off x="8591750" y="60021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3" name="A1_bar_Cryo_14866">
            <a:extLst>
              <a:ext uri="{FF2B5EF4-FFF2-40B4-BE49-F238E27FC236}">
                <a16:creationId xmlns:a16="http://schemas.microsoft.com/office/drawing/2014/main" id="{DEC55A7D-816C-4A37-B032-7155297C2E74}"/>
              </a:ext>
            </a:extLst>
          </p:cNvPr>
          <p:cNvSpPr>
            <a:spLocks noGrp="1"/>
          </p:cNvSpPr>
          <p:nvPr/>
        </p:nvSpPr>
        <p:spPr>
          <a:xfrm>
            <a:off x="86677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4" name="A1_bar_Cryo_14867">
            <a:extLst>
              <a:ext uri="{FF2B5EF4-FFF2-40B4-BE49-F238E27FC236}">
                <a16:creationId xmlns:a16="http://schemas.microsoft.com/office/drawing/2014/main" id="{A9DB1C5D-F98D-4404-AF27-090279289BD9}"/>
              </a:ext>
            </a:extLst>
          </p:cNvPr>
          <p:cNvSpPr>
            <a:spLocks noGrp="1"/>
          </p:cNvSpPr>
          <p:nvPr/>
        </p:nvSpPr>
        <p:spPr>
          <a:xfrm>
            <a:off x="858253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5" name="A1_bar_Cryo_14868">
            <a:extLst>
              <a:ext uri="{FF2B5EF4-FFF2-40B4-BE49-F238E27FC236}">
                <a16:creationId xmlns:a16="http://schemas.microsoft.com/office/drawing/2014/main" id="{0FF31FCA-DEA5-40FB-8455-DABF598DCBE7}"/>
              </a:ext>
            </a:extLst>
          </p:cNvPr>
          <p:cNvSpPr>
            <a:spLocks noGrp="1"/>
          </p:cNvSpPr>
          <p:nvPr/>
        </p:nvSpPr>
        <p:spPr>
          <a:xfrm>
            <a:off x="85763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6" name="A1_bar_Cryo_14869">
            <a:extLst>
              <a:ext uri="{FF2B5EF4-FFF2-40B4-BE49-F238E27FC236}">
                <a16:creationId xmlns:a16="http://schemas.microsoft.com/office/drawing/2014/main" id="{BE90384D-7CF3-4713-9A78-6B0FDBAADC2C}"/>
              </a:ext>
            </a:extLst>
          </p:cNvPr>
          <p:cNvSpPr>
            <a:spLocks noGrp="1"/>
          </p:cNvSpPr>
          <p:nvPr/>
        </p:nvSpPr>
        <p:spPr>
          <a:xfrm>
            <a:off x="84747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7" name="A1_bar_Cryo_14870">
            <a:extLst>
              <a:ext uri="{FF2B5EF4-FFF2-40B4-BE49-F238E27FC236}">
                <a16:creationId xmlns:a16="http://schemas.microsoft.com/office/drawing/2014/main" id="{520A66BC-34F0-4CC2-A37E-6DFC5B23F98E}"/>
              </a:ext>
            </a:extLst>
          </p:cNvPr>
          <p:cNvSpPr>
            <a:spLocks noGrp="1"/>
          </p:cNvSpPr>
          <p:nvPr/>
        </p:nvSpPr>
        <p:spPr>
          <a:xfrm>
            <a:off x="8525108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8" name="A1_bar_Cryo_14871">
            <a:extLst>
              <a:ext uri="{FF2B5EF4-FFF2-40B4-BE49-F238E27FC236}">
                <a16:creationId xmlns:a16="http://schemas.microsoft.com/office/drawing/2014/main" id="{F0AAB754-078A-46FE-8226-5B19102AC221}"/>
              </a:ext>
            </a:extLst>
          </p:cNvPr>
          <p:cNvSpPr>
            <a:spLocks noGrp="1"/>
          </p:cNvSpPr>
          <p:nvPr/>
        </p:nvSpPr>
        <p:spPr>
          <a:xfrm>
            <a:off x="8442523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9" name="A1_bar_Cryo_14872">
            <a:extLst>
              <a:ext uri="{FF2B5EF4-FFF2-40B4-BE49-F238E27FC236}">
                <a16:creationId xmlns:a16="http://schemas.microsoft.com/office/drawing/2014/main" id="{6B8AE92D-1BB0-449A-9207-C265721B05B2}"/>
              </a:ext>
            </a:extLst>
          </p:cNvPr>
          <p:cNvSpPr>
            <a:spLocks noGrp="1"/>
          </p:cNvSpPr>
          <p:nvPr/>
        </p:nvSpPr>
        <p:spPr>
          <a:xfrm>
            <a:off x="85731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0" name="A1_bar_Cryo_14873">
            <a:extLst>
              <a:ext uri="{FF2B5EF4-FFF2-40B4-BE49-F238E27FC236}">
                <a16:creationId xmlns:a16="http://schemas.microsoft.com/office/drawing/2014/main" id="{E8F13512-D021-468C-8A19-D27D8C524785}"/>
              </a:ext>
            </a:extLst>
          </p:cNvPr>
          <p:cNvSpPr>
            <a:spLocks noGrp="1"/>
          </p:cNvSpPr>
          <p:nvPr/>
        </p:nvSpPr>
        <p:spPr>
          <a:xfrm>
            <a:off x="8676260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1" name="A1_bar_Cryo_14874">
            <a:extLst>
              <a:ext uri="{FF2B5EF4-FFF2-40B4-BE49-F238E27FC236}">
                <a16:creationId xmlns:a16="http://schemas.microsoft.com/office/drawing/2014/main" id="{0117B74A-DD3A-407B-B359-FC8F3CFDEE99}"/>
              </a:ext>
            </a:extLst>
          </p:cNvPr>
          <p:cNvSpPr>
            <a:spLocks noGrp="1"/>
          </p:cNvSpPr>
          <p:nvPr/>
        </p:nvSpPr>
        <p:spPr>
          <a:xfrm>
            <a:off x="85518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2" name="A1_bar_Cryo_14875">
            <a:extLst>
              <a:ext uri="{FF2B5EF4-FFF2-40B4-BE49-F238E27FC236}">
                <a16:creationId xmlns:a16="http://schemas.microsoft.com/office/drawing/2014/main" id="{C42A7621-1DCD-4C87-8564-C54353BB7D26}"/>
              </a:ext>
            </a:extLst>
          </p:cNvPr>
          <p:cNvSpPr>
            <a:spLocks noGrp="1"/>
          </p:cNvSpPr>
          <p:nvPr/>
        </p:nvSpPr>
        <p:spPr>
          <a:xfrm>
            <a:off x="8482316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3" name="A1_bar_Cryo_14876">
            <a:extLst>
              <a:ext uri="{FF2B5EF4-FFF2-40B4-BE49-F238E27FC236}">
                <a16:creationId xmlns:a16="http://schemas.microsoft.com/office/drawing/2014/main" id="{704646D8-9E8A-4F6B-B644-F505C8CD06D3}"/>
              </a:ext>
            </a:extLst>
          </p:cNvPr>
          <p:cNvSpPr>
            <a:spLocks noGrp="1"/>
          </p:cNvSpPr>
          <p:nvPr/>
        </p:nvSpPr>
        <p:spPr>
          <a:xfrm>
            <a:off x="852185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4" name="A1_bar_Cryo_14877">
            <a:extLst>
              <a:ext uri="{FF2B5EF4-FFF2-40B4-BE49-F238E27FC236}">
                <a16:creationId xmlns:a16="http://schemas.microsoft.com/office/drawing/2014/main" id="{440E0C02-8050-4D32-AF0D-223D95E65F6F}"/>
              </a:ext>
            </a:extLst>
          </p:cNvPr>
          <p:cNvSpPr>
            <a:spLocks noGrp="1"/>
          </p:cNvSpPr>
          <p:nvPr/>
        </p:nvSpPr>
        <p:spPr>
          <a:xfrm>
            <a:off x="8539041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5" name="A1_bar_Cryo_14878">
            <a:extLst>
              <a:ext uri="{FF2B5EF4-FFF2-40B4-BE49-F238E27FC236}">
                <a16:creationId xmlns:a16="http://schemas.microsoft.com/office/drawing/2014/main" id="{8710331B-9F5B-4AEF-BEDB-7D43C0D11933}"/>
              </a:ext>
            </a:extLst>
          </p:cNvPr>
          <p:cNvSpPr>
            <a:spLocks noGrp="1"/>
          </p:cNvSpPr>
          <p:nvPr/>
        </p:nvSpPr>
        <p:spPr>
          <a:xfrm>
            <a:off x="863926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6" name="A1_bar_Cryo_14879">
            <a:extLst>
              <a:ext uri="{FF2B5EF4-FFF2-40B4-BE49-F238E27FC236}">
                <a16:creationId xmlns:a16="http://schemas.microsoft.com/office/drawing/2014/main" id="{D36E06F6-3D18-4EEF-843D-5C8A1B7E1957}"/>
              </a:ext>
            </a:extLst>
          </p:cNvPr>
          <p:cNvSpPr>
            <a:spLocks noGrp="1"/>
          </p:cNvSpPr>
          <p:nvPr/>
        </p:nvSpPr>
        <p:spPr>
          <a:xfrm>
            <a:off x="8671765" y="54059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7" name="A1_bar_Cryo_14880">
            <a:extLst>
              <a:ext uri="{FF2B5EF4-FFF2-40B4-BE49-F238E27FC236}">
                <a16:creationId xmlns:a16="http://schemas.microsoft.com/office/drawing/2014/main" id="{DE6D641F-22D4-4953-9328-B5CFDBB38A80}"/>
              </a:ext>
            </a:extLst>
          </p:cNvPr>
          <p:cNvSpPr>
            <a:spLocks noGrp="1"/>
          </p:cNvSpPr>
          <p:nvPr/>
        </p:nvSpPr>
        <p:spPr>
          <a:xfrm>
            <a:off x="8499241" y="44775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8" name="A1_bar_Cryo_14881">
            <a:extLst>
              <a:ext uri="{FF2B5EF4-FFF2-40B4-BE49-F238E27FC236}">
                <a16:creationId xmlns:a16="http://schemas.microsoft.com/office/drawing/2014/main" id="{40B0874F-4BE4-40B2-8779-918B10EAF9E5}"/>
              </a:ext>
            </a:extLst>
          </p:cNvPr>
          <p:cNvSpPr>
            <a:spLocks noGrp="1"/>
          </p:cNvSpPr>
          <p:nvPr/>
        </p:nvSpPr>
        <p:spPr>
          <a:xfrm>
            <a:off x="8586959" y="43493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9" name="A1_bar_Cryo_14882">
            <a:extLst>
              <a:ext uri="{FF2B5EF4-FFF2-40B4-BE49-F238E27FC236}">
                <a16:creationId xmlns:a16="http://schemas.microsoft.com/office/drawing/2014/main" id="{B96DFE8D-60F4-45CB-B85D-6F0188E01A5C}"/>
              </a:ext>
            </a:extLst>
          </p:cNvPr>
          <p:cNvSpPr>
            <a:spLocks noGrp="1"/>
          </p:cNvSpPr>
          <p:nvPr/>
        </p:nvSpPr>
        <p:spPr>
          <a:xfrm>
            <a:off x="86286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0" name="A1_bar_Cryo_14883">
            <a:extLst>
              <a:ext uri="{FF2B5EF4-FFF2-40B4-BE49-F238E27FC236}">
                <a16:creationId xmlns:a16="http://schemas.microsoft.com/office/drawing/2014/main" id="{3C68648F-B6F0-48F3-BA28-457A254A16D7}"/>
              </a:ext>
            </a:extLst>
          </p:cNvPr>
          <p:cNvSpPr>
            <a:spLocks noGrp="1"/>
          </p:cNvSpPr>
          <p:nvPr/>
        </p:nvSpPr>
        <p:spPr>
          <a:xfrm>
            <a:off x="84759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1" name="A1_bar_Cryo_14884">
            <a:extLst>
              <a:ext uri="{FF2B5EF4-FFF2-40B4-BE49-F238E27FC236}">
                <a16:creationId xmlns:a16="http://schemas.microsoft.com/office/drawing/2014/main" id="{CD8DD0D7-25AD-4C69-BD2E-FA2540CC8397}"/>
              </a:ext>
            </a:extLst>
          </p:cNvPr>
          <p:cNvSpPr>
            <a:spLocks noGrp="1"/>
          </p:cNvSpPr>
          <p:nvPr/>
        </p:nvSpPr>
        <p:spPr>
          <a:xfrm>
            <a:off x="84687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2" name="A1_bar_Cryo_14885">
            <a:extLst>
              <a:ext uri="{FF2B5EF4-FFF2-40B4-BE49-F238E27FC236}">
                <a16:creationId xmlns:a16="http://schemas.microsoft.com/office/drawing/2014/main" id="{5826955F-7E23-42D5-8BDA-E3B65095DB98}"/>
              </a:ext>
            </a:extLst>
          </p:cNvPr>
          <p:cNvSpPr>
            <a:spLocks noGrp="1"/>
          </p:cNvSpPr>
          <p:nvPr/>
        </p:nvSpPr>
        <p:spPr>
          <a:xfrm>
            <a:off x="850043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3" name="A1_bar_Cryo_14886">
            <a:extLst>
              <a:ext uri="{FF2B5EF4-FFF2-40B4-BE49-F238E27FC236}">
                <a16:creationId xmlns:a16="http://schemas.microsoft.com/office/drawing/2014/main" id="{78EA0018-44AB-4242-BA41-6F52565E62B6}"/>
              </a:ext>
            </a:extLst>
          </p:cNvPr>
          <p:cNvSpPr>
            <a:spLocks noGrp="1"/>
          </p:cNvSpPr>
          <p:nvPr/>
        </p:nvSpPr>
        <p:spPr>
          <a:xfrm>
            <a:off x="850667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4" name="A1_bar_Cryo_14887">
            <a:extLst>
              <a:ext uri="{FF2B5EF4-FFF2-40B4-BE49-F238E27FC236}">
                <a16:creationId xmlns:a16="http://schemas.microsoft.com/office/drawing/2014/main" id="{D3AABDC9-FB26-4F4F-9676-FD001F001815}"/>
              </a:ext>
            </a:extLst>
          </p:cNvPr>
          <p:cNvSpPr>
            <a:spLocks noGrp="1"/>
          </p:cNvSpPr>
          <p:nvPr/>
        </p:nvSpPr>
        <p:spPr>
          <a:xfrm>
            <a:off x="8480361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5" name="A1_bar_Cryo_14888">
            <a:extLst>
              <a:ext uri="{FF2B5EF4-FFF2-40B4-BE49-F238E27FC236}">
                <a16:creationId xmlns:a16="http://schemas.microsoft.com/office/drawing/2014/main" id="{6315E41D-6835-40A8-8FDB-74B5E0038AB4}"/>
              </a:ext>
            </a:extLst>
          </p:cNvPr>
          <p:cNvSpPr>
            <a:spLocks noGrp="1"/>
          </p:cNvSpPr>
          <p:nvPr/>
        </p:nvSpPr>
        <p:spPr>
          <a:xfrm>
            <a:off x="8515376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6" name="A1_bar_Cryo_14889">
            <a:extLst>
              <a:ext uri="{FF2B5EF4-FFF2-40B4-BE49-F238E27FC236}">
                <a16:creationId xmlns:a16="http://schemas.microsoft.com/office/drawing/2014/main" id="{8D2D3F5D-0186-4228-BB9B-01A4C8217BED}"/>
              </a:ext>
            </a:extLst>
          </p:cNvPr>
          <p:cNvSpPr>
            <a:spLocks noGrp="1"/>
          </p:cNvSpPr>
          <p:nvPr/>
        </p:nvSpPr>
        <p:spPr>
          <a:xfrm>
            <a:off x="84693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7" name="A1_bar_Cryo_14890">
            <a:extLst>
              <a:ext uri="{FF2B5EF4-FFF2-40B4-BE49-F238E27FC236}">
                <a16:creationId xmlns:a16="http://schemas.microsoft.com/office/drawing/2014/main" id="{5225F0C5-3935-4C30-AE96-195BAD516620}"/>
              </a:ext>
            </a:extLst>
          </p:cNvPr>
          <p:cNvSpPr>
            <a:spLocks noGrp="1"/>
          </p:cNvSpPr>
          <p:nvPr/>
        </p:nvSpPr>
        <p:spPr>
          <a:xfrm>
            <a:off x="85963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8" name="A1_bar_Cryo_14891">
            <a:extLst>
              <a:ext uri="{FF2B5EF4-FFF2-40B4-BE49-F238E27FC236}">
                <a16:creationId xmlns:a16="http://schemas.microsoft.com/office/drawing/2014/main" id="{1190CA57-385D-46AA-B18B-129802AA574C}"/>
              </a:ext>
            </a:extLst>
          </p:cNvPr>
          <p:cNvSpPr>
            <a:spLocks noGrp="1"/>
          </p:cNvSpPr>
          <p:nvPr/>
        </p:nvSpPr>
        <p:spPr>
          <a:xfrm>
            <a:off x="8541374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9" name="A1_bar_Cryo_14892">
            <a:extLst>
              <a:ext uri="{FF2B5EF4-FFF2-40B4-BE49-F238E27FC236}">
                <a16:creationId xmlns:a16="http://schemas.microsoft.com/office/drawing/2014/main" id="{59D3DFD5-8D8C-49B9-93F8-EBBB48E00942}"/>
              </a:ext>
            </a:extLst>
          </p:cNvPr>
          <p:cNvSpPr>
            <a:spLocks noGrp="1"/>
          </p:cNvSpPr>
          <p:nvPr/>
        </p:nvSpPr>
        <p:spPr>
          <a:xfrm>
            <a:off x="8442714" y="51773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0" name="A1_bar_Cryo_14893">
            <a:extLst>
              <a:ext uri="{FF2B5EF4-FFF2-40B4-BE49-F238E27FC236}">
                <a16:creationId xmlns:a16="http://schemas.microsoft.com/office/drawing/2014/main" id="{F646A1A7-9FE4-4E1F-A3FF-1A8C2A2ADDF1}"/>
              </a:ext>
            </a:extLst>
          </p:cNvPr>
          <p:cNvSpPr>
            <a:spLocks noGrp="1"/>
          </p:cNvSpPr>
          <p:nvPr/>
        </p:nvSpPr>
        <p:spPr>
          <a:xfrm>
            <a:off x="8457653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1" name="A1_bar_Cryo_14894">
            <a:extLst>
              <a:ext uri="{FF2B5EF4-FFF2-40B4-BE49-F238E27FC236}">
                <a16:creationId xmlns:a16="http://schemas.microsoft.com/office/drawing/2014/main" id="{4EEB46C9-FACB-46B8-BDA8-FE44B5E6B333}"/>
              </a:ext>
            </a:extLst>
          </p:cNvPr>
          <p:cNvSpPr>
            <a:spLocks noGrp="1"/>
          </p:cNvSpPr>
          <p:nvPr/>
        </p:nvSpPr>
        <p:spPr>
          <a:xfrm>
            <a:off x="854818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2" name="A1_bar_Cryo_14895">
            <a:extLst>
              <a:ext uri="{FF2B5EF4-FFF2-40B4-BE49-F238E27FC236}">
                <a16:creationId xmlns:a16="http://schemas.microsoft.com/office/drawing/2014/main" id="{A874C750-E57E-4034-90A0-0A24E700F748}"/>
              </a:ext>
            </a:extLst>
          </p:cNvPr>
          <p:cNvSpPr>
            <a:spLocks noGrp="1"/>
          </p:cNvSpPr>
          <p:nvPr/>
        </p:nvSpPr>
        <p:spPr>
          <a:xfrm>
            <a:off x="848409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3" name="A1_bar_Cryo_14896">
            <a:extLst>
              <a:ext uri="{FF2B5EF4-FFF2-40B4-BE49-F238E27FC236}">
                <a16:creationId xmlns:a16="http://schemas.microsoft.com/office/drawing/2014/main" id="{048168EC-FCBA-4EE9-AE0F-941E290EBCD5}"/>
              </a:ext>
            </a:extLst>
          </p:cNvPr>
          <p:cNvSpPr>
            <a:spLocks noGrp="1"/>
          </p:cNvSpPr>
          <p:nvPr/>
        </p:nvSpPr>
        <p:spPr>
          <a:xfrm>
            <a:off x="8651165" y="56591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4" name="A1_bar_Cryo_14897">
            <a:extLst>
              <a:ext uri="{FF2B5EF4-FFF2-40B4-BE49-F238E27FC236}">
                <a16:creationId xmlns:a16="http://schemas.microsoft.com/office/drawing/2014/main" id="{E60D02DF-D14E-4C7C-9D0F-E5A92E194CC4}"/>
              </a:ext>
            </a:extLst>
          </p:cNvPr>
          <p:cNvSpPr>
            <a:spLocks noGrp="1"/>
          </p:cNvSpPr>
          <p:nvPr/>
        </p:nvSpPr>
        <p:spPr>
          <a:xfrm>
            <a:off x="86652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5" name="A1_bar_Cryo_14898">
            <a:extLst>
              <a:ext uri="{FF2B5EF4-FFF2-40B4-BE49-F238E27FC236}">
                <a16:creationId xmlns:a16="http://schemas.microsoft.com/office/drawing/2014/main" id="{AB3312E1-A8D5-4C76-AEC1-7F0DD4A3EFF3}"/>
              </a:ext>
            </a:extLst>
          </p:cNvPr>
          <p:cNvSpPr>
            <a:spLocks noGrp="1"/>
          </p:cNvSpPr>
          <p:nvPr/>
        </p:nvSpPr>
        <p:spPr>
          <a:xfrm>
            <a:off x="86154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6" name="A1_bar_Cryo_14899">
            <a:extLst>
              <a:ext uri="{FF2B5EF4-FFF2-40B4-BE49-F238E27FC236}">
                <a16:creationId xmlns:a16="http://schemas.microsoft.com/office/drawing/2014/main" id="{371DD433-253E-4981-A715-FB8C9EF72BD6}"/>
              </a:ext>
            </a:extLst>
          </p:cNvPr>
          <p:cNvSpPr>
            <a:spLocks noGrp="1"/>
          </p:cNvSpPr>
          <p:nvPr/>
        </p:nvSpPr>
        <p:spPr>
          <a:xfrm>
            <a:off x="85673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7" name="A1_bar_Cryo_14900">
            <a:extLst>
              <a:ext uri="{FF2B5EF4-FFF2-40B4-BE49-F238E27FC236}">
                <a16:creationId xmlns:a16="http://schemas.microsoft.com/office/drawing/2014/main" id="{231E4652-7327-41CE-A71E-3B7BBD5FB220}"/>
              </a:ext>
            </a:extLst>
          </p:cNvPr>
          <p:cNvSpPr>
            <a:spLocks noGrp="1"/>
          </p:cNvSpPr>
          <p:nvPr/>
        </p:nvSpPr>
        <p:spPr>
          <a:xfrm>
            <a:off x="849599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8" name="A1_bar_Cryo_14901">
            <a:extLst>
              <a:ext uri="{FF2B5EF4-FFF2-40B4-BE49-F238E27FC236}">
                <a16:creationId xmlns:a16="http://schemas.microsoft.com/office/drawing/2014/main" id="{00EDBD20-A9EB-4D07-B3B0-E5FCD9E1882A}"/>
              </a:ext>
            </a:extLst>
          </p:cNvPr>
          <p:cNvSpPr>
            <a:spLocks noGrp="1"/>
          </p:cNvSpPr>
          <p:nvPr/>
        </p:nvSpPr>
        <p:spPr>
          <a:xfrm>
            <a:off x="8483205" y="503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9" name="A1_bar_Cryo_14902">
            <a:extLst>
              <a:ext uri="{FF2B5EF4-FFF2-40B4-BE49-F238E27FC236}">
                <a16:creationId xmlns:a16="http://schemas.microsoft.com/office/drawing/2014/main" id="{C39136EA-85F6-49DE-AE4A-77A9CB180DB1}"/>
              </a:ext>
            </a:extLst>
          </p:cNvPr>
          <p:cNvSpPr>
            <a:spLocks noGrp="1"/>
          </p:cNvSpPr>
          <p:nvPr/>
        </p:nvSpPr>
        <p:spPr>
          <a:xfrm>
            <a:off x="86166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0" name="A1_bar_Cryo_14903">
            <a:extLst>
              <a:ext uri="{FF2B5EF4-FFF2-40B4-BE49-F238E27FC236}">
                <a16:creationId xmlns:a16="http://schemas.microsoft.com/office/drawing/2014/main" id="{2C535D63-C91A-4EE6-857F-4AAC0FC69911}"/>
              </a:ext>
            </a:extLst>
          </p:cNvPr>
          <p:cNvSpPr>
            <a:spLocks noGrp="1"/>
          </p:cNvSpPr>
          <p:nvPr/>
        </p:nvSpPr>
        <p:spPr>
          <a:xfrm>
            <a:off x="8566464" y="58224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1" name="A1_bar_Cryo_14904">
            <a:extLst>
              <a:ext uri="{FF2B5EF4-FFF2-40B4-BE49-F238E27FC236}">
                <a16:creationId xmlns:a16="http://schemas.microsoft.com/office/drawing/2014/main" id="{DC33CF2B-AFBF-4763-8EE9-96B643A147A1}"/>
              </a:ext>
            </a:extLst>
          </p:cNvPr>
          <p:cNvSpPr>
            <a:spLocks noGrp="1"/>
          </p:cNvSpPr>
          <p:nvPr/>
        </p:nvSpPr>
        <p:spPr>
          <a:xfrm>
            <a:off x="86386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2" name="A1_bar_Cryo_14905">
            <a:extLst>
              <a:ext uri="{FF2B5EF4-FFF2-40B4-BE49-F238E27FC236}">
                <a16:creationId xmlns:a16="http://schemas.microsoft.com/office/drawing/2014/main" id="{5E096583-BB6B-4551-8E5C-D8879E8C083C}"/>
              </a:ext>
            </a:extLst>
          </p:cNvPr>
          <p:cNvSpPr>
            <a:spLocks noGrp="1"/>
          </p:cNvSpPr>
          <p:nvPr/>
        </p:nvSpPr>
        <p:spPr>
          <a:xfrm>
            <a:off x="865900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3" name="A1_bar_Cryo_14906">
            <a:extLst>
              <a:ext uri="{FF2B5EF4-FFF2-40B4-BE49-F238E27FC236}">
                <a16:creationId xmlns:a16="http://schemas.microsoft.com/office/drawing/2014/main" id="{BC7160BD-BBAA-47D5-AA54-E30EE4C86532}"/>
              </a:ext>
            </a:extLst>
          </p:cNvPr>
          <p:cNvSpPr>
            <a:spLocks noGrp="1"/>
          </p:cNvSpPr>
          <p:nvPr/>
        </p:nvSpPr>
        <p:spPr>
          <a:xfrm>
            <a:off x="8637904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4" name="A1_bar_Cryo_14907">
            <a:extLst>
              <a:ext uri="{FF2B5EF4-FFF2-40B4-BE49-F238E27FC236}">
                <a16:creationId xmlns:a16="http://schemas.microsoft.com/office/drawing/2014/main" id="{C8FD0A48-34DA-4105-A144-A540C82D6D41}"/>
              </a:ext>
            </a:extLst>
          </p:cNvPr>
          <p:cNvSpPr>
            <a:spLocks noGrp="1"/>
          </p:cNvSpPr>
          <p:nvPr/>
        </p:nvSpPr>
        <p:spPr>
          <a:xfrm>
            <a:off x="86360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5" name="A1_bar_Cryo_14908">
            <a:extLst>
              <a:ext uri="{FF2B5EF4-FFF2-40B4-BE49-F238E27FC236}">
                <a16:creationId xmlns:a16="http://schemas.microsoft.com/office/drawing/2014/main" id="{7136DF80-02B7-41BE-9D4A-276A54555177}"/>
              </a:ext>
            </a:extLst>
          </p:cNvPr>
          <p:cNvSpPr>
            <a:spLocks noGrp="1"/>
          </p:cNvSpPr>
          <p:nvPr/>
        </p:nvSpPr>
        <p:spPr>
          <a:xfrm>
            <a:off x="85082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6" name="A1_bar_Cryo_14909">
            <a:extLst>
              <a:ext uri="{FF2B5EF4-FFF2-40B4-BE49-F238E27FC236}">
                <a16:creationId xmlns:a16="http://schemas.microsoft.com/office/drawing/2014/main" id="{3DB70BFC-2B02-4D94-A9A7-09900EA9333A}"/>
              </a:ext>
            </a:extLst>
          </p:cNvPr>
          <p:cNvSpPr>
            <a:spLocks noGrp="1"/>
          </p:cNvSpPr>
          <p:nvPr/>
        </p:nvSpPr>
        <p:spPr>
          <a:xfrm>
            <a:off x="855450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7" name="A1_bar_Cryo_14910">
            <a:extLst>
              <a:ext uri="{FF2B5EF4-FFF2-40B4-BE49-F238E27FC236}">
                <a16:creationId xmlns:a16="http://schemas.microsoft.com/office/drawing/2014/main" id="{EA0A7DFD-BF5F-43F3-8CF4-21E5BB0F3180}"/>
              </a:ext>
            </a:extLst>
          </p:cNvPr>
          <p:cNvSpPr>
            <a:spLocks noGrp="1"/>
          </p:cNvSpPr>
          <p:nvPr/>
        </p:nvSpPr>
        <p:spPr>
          <a:xfrm>
            <a:off x="86460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8" name="A1_bar_Cryo_14911">
            <a:extLst>
              <a:ext uri="{FF2B5EF4-FFF2-40B4-BE49-F238E27FC236}">
                <a16:creationId xmlns:a16="http://schemas.microsoft.com/office/drawing/2014/main" id="{2D46C123-8C5B-458B-94A4-2EC3656D0F0B}"/>
              </a:ext>
            </a:extLst>
          </p:cNvPr>
          <p:cNvSpPr>
            <a:spLocks noGrp="1"/>
          </p:cNvSpPr>
          <p:nvPr/>
        </p:nvSpPr>
        <p:spPr>
          <a:xfrm>
            <a:off x="866977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9" name="A1_bar_Cryo_14912">
            <a:extLst>
              <a:ext uri="{FF2B5EF4-FFF2-40B4-BE49-F238E27FC236}">
                <a16:creationId xmlns:a16="http://schemas.microsoft.com/office/drawing/2014/main" id="{DD9F2CD8-10CF-4D2A-A162-4C254B6659CE}"/>
              </a:ext>
            </a:extLst>
          </p:cNvPr>
          <p:cNvSpPr>
            <a:spLocks noGrp="1"/>
          </p:cNvSpPr>
          <p:nvPr/>
        </p:nvSpPr>
        <p:spPr>
          <a:xfrm>
            <a:off x="852752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0" name="A1_bar_Cryo_14913">
            <a:extLst>
              <a:ext uri="{FF2B5EF4-FFF2-40B4-BE49-F238E27FC236}">
                <a16:creationId xmlns:a16="http://schemas.microsoft.com/office/drawing/2014/main" id="{63903B91-1505-408B-877A-3037535044E9}"/>
              </a:ext>
            </a:extLst>
          </p:cNvPr>
          <p:cNvSpPr>
            <a:spLocks noGrp="1"/>
          </p:cNvSpPr>
          <p:nvPr/>
        </p:nvSpPr>
        <p:spPr>
          <a:xfrm>
            <a:off x="8530759" y="6045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1" name="A1_bar_Cryo_14914">
            <a:extLst>
              <a:ext uri="{FF2B5EF4-FFF2-40B4-BE49-F238E27FC236}">
                <a16:creationId xmlns:a16="http://schemas.microsoft.com/office/drawing/2014/main" id="{48906211-8AF7-49C0-BC60-6D1FCCA1A394}"/>
              </a:ext>
            </a:extLst>
          </p:cNvPr>
          <p:cNvSpPr>
            <a:spLocks noGrp="1"/>
          </p:cNvSpPr>
          <p:nvPr/>
        </p:nvSpPr>
        <p:spPr>
          <a:xfrm>
            <a:off x="853046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2" name="A1_bar_Cryo_14915">
            <a:extLst>
              <a:ext uri="{FF2B5EF4-FFF2-40B4-BE49-F238E27FC236}">
                <a16:creationId xmlns:a16="http://schemas.microsoft.com/office/drawing/2014/main" id="{A8498292-BA06-467D-9A4A-B0A17D8D6FA9}"/>
              </a:ext>
            </a:extLst>
          </p:cNvPr>
          <p:cNvSpPr>
            <a:spLocks noGrp="1"/>
          </p:cNvSpPr>
          <p:nvPr/>
        </p:nvSpPr>
        <p:spPr>
          <a:xfrm>
            <a:off x="854708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3" name="A1_bar_Cryo_14916">
            <a:extLst>
              <a:ext uri="{FF2B5EF4-FFF2-40B4-BE49-F238E27FC236}">
                <a16:creationId xmlns:a16="http://schemas.microsoft.com/office/drawing/2014/main" id="{C003B28C-E71E-478C-9D9E-B2D4B566F8D2}"/>
              </a:ext>
            </a:extLst>
          </p:cNvPr>
          <p:cNvSpPr>
            <a:spLocks noGrp="1"/>
          </p:cNvSpPr>
          <p:nvPr/>
        </p:nvSpPr>
        <p:spPr>
          <a:xfrm>
            <a:off x="8654059" y="56607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4" name="A1_bar_Cryo_14917">
            <a:extLst>
              <a:ext uri="{FF2B5EF4-FFF2-40B4-BE49-F238E27FC236}">
                <a16:creationId xmlns:a16="http://schemas.microsoft.com/office/drawing/2014/main" id="{918ADDFD-BCBB-4186-847A-5A2EFBE81E9B}"/>
              </a:ext>
            </a:extLst>
          </p:cNvPr>
          <p:cNvSpPr>
            <a:spLocks noGrp="1"/>
          </p:cNvSpPr>
          <p:nvPr/>
        </p:nvSpPr>
        <p:spPr>
          <a:xfrm>
            <a:off x="8663277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5" name="A1_bar_Cryo_14918">
            <a:extLst>
              <a:ext uri="{FF2B5EF4-FFF2-40B4-BE49-F238E27FC236}">
                <a16:creationId xmlns:a16="http://schemas.microsoft.com/office/drawing/2014/main" id="{6DDF026D-73E0-4AB8-B5A5-7741AA754C4B}"/>
              </a:ext>
            </a:extLst>
          </p:cNvPr>
          <p:cNvSpPr>
            <a:spLocks noGrp="1"/>
          </p:cNvSpPr>
          <p:nvPr/>
        </p:nvSpPr>
        <p:spPr>
          <a:xfrm>
            <a:off x="86668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6" name="A1_bar_Cryo_14919">
            <a:extLst>
              <a:ext uri="{FF2B5EF4-FFF2-40B4-BE49-F238E27FC236}">
                <a16:creationId xmlns:a16="http://schemas.microsoft.com/office/drawing/2014/main" id="{6AC811EB-8143-4DB2-A03C-0739964019F1}"/>
              </a:ext>
            </a:extLst>
          </p:cNvPr>
          <p:cNvSpPr>
            <a:spLocks noGrp="1"/>
          </p:cNvSpPr>
          <p:nvPr/>
        </p:nvSpPr>
        <p:spPr>
          <a:xfrm>
            <a:off x="8580775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7" name="A1_bar_Cryo_14920">
            <a:extLst>
              <a:ext uri="{FF2B5EF4-FFF2-40B4-BE49-F238E27FC236}">
                <a16:creationId xmlns:a16="http://schemas.microsoft.com/office/drawing/2014/main" id="{836B243E-B130-4425-93F4-583EE0F05489}"/>
              </a:ext>
            </a:extLst>
          </p:cNvPr>
          <p:cNvSpPr>
            <a:spLocks noGrp="1"/>
          </p:cNvSpPr>
          <p:nvPr/>
        </p:nvSpPr>
        <p:spPr>
          <a:xfrm>
            <a:off x="8654348" y="56082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8" name="A1_bar_Cryo_14921">
            <a:extLst>
              <a:ext uri="{FF2B5EF4-FFF2-40B4-BE49-F238E27FC236}">
                <a16:creationId xmlns:a16="http://schemas.microsoft.com/office/drawing/2014/main" id="{B6B84601-5FE0-42F5-BA62-6D6660A3F3F7}"/>
              </a:ext>
            </a:extLst>
          </p:cNvPr>
          <p:cNvSpPr>
            <a:spLocks noGrp="1"/>
          </p:cNvSpPr>
          <p:nvPr/>
        </p:nvSpPr>
        <p:spPr>
          <a:xfrm>
            <a:off x="85518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9" name="A1_bar_Cryo_14922">
            <a:extLst>
              <a:ext uri="{FF2B5EF4-FFF2-40B4-BE49-F238E27FC236}">
                <a16:creationId xmlns:a16="http://schemas.microsoft.com/office/drawing/2014/main" id="{EAFEC458-6EDD-492A-9214-BD4FC6EDD362}"/>
              </a:ext>
            </a:extLst>
          </p:cNvPr>
          <p:cNvSpPr>
            <a:spLocks noGrp="1"/>
          </p:cNvSpPr>
          <p:nvPr/>
        </p:nvSpPr>
        <p:spPr>
          <a:xfrm>
            <a:off x="84547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0" name="A1_bar_Cryo_14923">
            <a:extLst>
              <a:ext uri="{FF2B5EF4-FFF2-40B4-BE49-F238E27FC236}">
                <a16:creationId xmlns:a16="http://schemas.microsoft.com/office/drawing/2014/main" id="{72E74920-DA67-4981-8DB2-28A1C3612EF4}"/>
              </a:ext>
            </a:extLst>
          </p:cNvPr>
          <p:cNvSpPr>
            <a:spLocks noGrp="1"/>
          </p:cNvSpPr>
          <p:nvPr/>
        </p:nvSpPr>
        <p:spPr>
          <a:xfrm>
            <a:off x="86263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1" name="A1_bar_Cryo_14924">
            <a:extLst>
              <a:ext uri="{FF2B5EF4-FFF2-40B4-BE49-F238E27FC236}">
                <a16:creationId xmlns:a16="http://schemas.microsoft.com/office/drawing/2014/main" id="{FCF62411-5E32-4F22-AC73-25A7B404D6E3}"/>
              </a:ext>
            </a:extLst>
          </p:cNvPr>
          <p:cNvSpPr>
            <a:spLocks noGrp="1"/>
          </p:cNvSpPr>
          <p:nvPr/>
        </p:nvSpPr>
        <p:spPr>
          <a:xfrm>
            <a:off x="8446309" y="60270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2" name="A1_bar_Cryo_14925">
            <a:extLst>
              <a:ext uri="{FF2B5EF4-FFF2-40B4-BE49-F238E27FC236}">
                <a16:creationId xmlns:a16="http://schemas.microsoft.com/office/drawing/2014/main" id="{042BE041-95BC-4DC8-99AB-7CEA1280BB80}"/>
              </a:ext>
            </a:extLst>
          </p:cNvPr>
          <p:cNvSpPr>
            <a:spLocks noGrp="1"/>
          </p:cNvSpPr>
          <p:nvPr/>
        </p:nvSpPr>
        <p:spPr>
          <a:xfrm>
            <a:off x="86219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3" name="A1_bar_Cryo_14926">
            <a:extLst>
              <a:ext uri="{FF2B5EF4-FFF2-40B4-BE49-F238E27FC236}">
                <a16:creationId xmlns:a16="http://schemas.microsoft.com/office/drawing/2014/main" id="{05E52BD8-9DBD-4377-9DDD-A17229AB407B}"/>
              </a:ext>
            </a:extLst>
          </p:cNvPr>
          <p:cNvSpPr>
            <a:spLocks noGrp="1"/>
          </p:cNvSpPr>
          <p:nvPr/>
        </p:nvSpPr>
        <p:spPr>
          <a:xfrm>
            <a:off x="8493563" y="597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4" name="A1_bar_Cryo_14927">
            <a:extLst>
              <a:ext uri="{FF2B5EF4-FFF2-40B4-BE49-F238E27FC236}">
                <a16:creationId xmlns:a16="http://schemas.microsoft.com/office/drawing/2014/main" id="{D6D8A018-9FCB-4DF5-840F-0DC503D6F51D}"/>
              </a:ext>
            </a:extLst>
          </p:cNvPr>
          <p:cNvSpPr>
            <a:spLocks noGrp="1"/>
          </p:cNvSpPr>
          <p:nvPr/>
        </p:nvSpPr>
        <p:spPr>
          <a:xfrm>
            <a:off x="857439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5" name="A1_bar_Cryo_14928">
            <a:extLst>
              <a:ext uri="{FF2B5EF4-FFF2-40B4-BE49-F238E27FC236}">
                <a16:creationId xmlns:a16="http://schemas.microsoft.com/office/drawing/2014/main" id="{D29B2E9C-73DB-4009-B1C3-99C26BBEFE98}"/>
              </a:ext>
            </a:extLst>
          </p:cNvPr>
          <p:cNvSpPr>
            <a:spLocks noGrp="1"/>
          </p:cNvSpPr>
          <p:nvPr/>
        </p:nvSpPr>
        <p:spPr>
          <a:xfrm>
            <a:off x="8500561" y="52594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6" name="A1_bar_Cryo_14929">
            <a:extLst>
              <a:ext uri="{FF2B5EF4-FFF2-40B4-BE49-F238E27FC236}">
                <a16:creationId xmlns:a16="http://schemas.microsoft.com/office/drawing/2014/main" id="{0F6A6918-455C-4FA9-9643-0E673849CB88}"/>
              </a:ext>
            </a:extLst>
          </p:cNvPr>
          <p:cNvSpPr>
            <a:spLocks noGrp="1"/>
          </p:cNvSpPr>
          <p:nvPr/>
        </p:nvSpPr>
        <p:spPr>
          <a:xfrm>
            <a:off x="863363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7" name="A1_bar_Cryo_14930">
            <a:extLst>
              <a:ext uri="{FF2B5EF4-FFF2-40B4-BE49-F238E27FC236}">
                <a16:creationId xmlns:a16="http://schemas.microsoft.com/office/drawing/2014/main" id="{6119C037-C71F-4E8F-BD0C-27EB5FEB4A6E}"/>
              </a:ext>
            </a:extLst>
          </p:cNvPr>
          <p:cNvSpPr>
            <a:spLocks noGrp="1"/>
          </p:cNvSpPr>
          <p:nvPr/>
        </p:nvSpPr>
        <p:spPr>
          <a:xfrm>
            <a:off x="858590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8" name="A1_bar_Cryo_14931">
            <a:extLst>
              <a:ext uri="{FF2B5EF4-FFF2-40B4-BE49-F238E27FC236}">
                <a16:creationId xmlns:a16="http://schemas.microsoft.com/office/drawing/2014/main" id="{8F52F7C6-A1C7-4520-8696-E8F90659087B}"/>
              </a:ext>
            </a:extLst>
          </p:cNvPr>
          <p:cNvSpPr>
            <a:spLocks noGrp="1"/>
          </p:cNvSpPr>
          <p:nvPr/>
        </p:nvSpPr>
        <p:spPr>
          <a:xfrm>
            <a:off x="84509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9" name="A1_bar_Cryo_14932">
            <a:extLst>
              <a:ext uri="{FF2B5EF4-FFF2-40B4-BE49-F238E27FC236}">
                <a16:creationId xmlns:a16="http://schemas.microsoft.com/office/drawing/2014/main" id="{5BEEAB79-0300-491C-AC1E-9D28EAE9B836}"/>
              </a:ext>
            </a:extLst>
          </p:cNvPr>
          <p:cNvSpPr>
            <a:spLocks noGrp="1"/>
          </p:cNvSpPr>
          <p:nvPr/>
        </p:nvSpPr>
        <p:spPr>
          <a:xfrm>
            <a:off x="84509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0" name="A1_bar_Cryo_14933">
            <a:extLst>
              <a:ext uri="{FF2B5EF4-FFF2-40B4-BE49-F238E27FC236}">
                <a16:creationId xmlns:a16="http://schemas.microsoft.com/office/drawing/2014/main" id="{9D071342-2169-430A-BB19-2A8E0F9E6719}"/>
              </a:ext>
            </a:extLst>
          </p:cNvPr>
          <p:cNvSpPr>
            <a:spLocks noGrp="1"/>
          </p:cNvSpPr>
          <p:nvPr/>
        </p:nvSpPr>
        <p:spPr>
          <a:xfrm>
            <a:off x="8554175" y="54421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1" name="A1_bar_Cryo_14934">
            <a:extLst>
              <a:ext uri="{FF2B5EF4-FFF2-40B4-BE49-F238E27FC236}">
                <a16:creationId xmlns:a16="http://schemas.microsoft.com/office/drawing/2014/main" id="{F5F9DA04-3021-4906-B332-76B058510460}"/>
              </a:ext>
            </a:extLst>
          </p:cNvPr>
          <p:cNvSpPr>
            <a:spLocks noGrp="1"/>
          </p:cNvSpPr>
          <p:nvPr/>
        </p:nvSpPr>
        <p:spPr>
          <a:xfrm>
            <a:off x="84430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2" name="A1_bar_Cryo_14935">
            <a:extLst>
              <a:ext uri="{FF2B5EF4-FFF2-40B4-BE49-F238E27FC236}">
                <a16:creationId xmlns:a16="http://schemas.microsoft.com/office/drawing/2014/main" id="{160528C8-F2FE-4635-84F1-B9F990DD7664}"/>
              </a:ext>
            </a:extLst>
          </p:cNvPr>
          <p:cNvSpPr>
            <a:spLocks noGrp="1"/>
          </p:cNvSpPr>
          <p:nvPr/>
        </p:nvSpPr>
        <p:spPr>
          <a:xfrm>
            <a:off x="8532502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3" name="A1_bar_Cryo_14936">
            <a:extLst>
              <a:ext uri="{FF2B5EF4-FFF2-40B4-BE49-F238E27FC236}">
                <a16:creationId xmlns:a16="http://schemas.microsoft.com/office/drawing/2014/main" id="{07EA2F2D-7937-41DC-A7E3-BF7E7FB999A5}"/>
              </a:ext>
            </a:extLst>
          </p:cNvPr>
          <p:cNvSpPr>
            <a:spLocks noGrp="1"/>
          </p:cNvSpPr>
          <p:nvPr/>
        </p:nvSpPr>
        <p:spPr>
          <a:xfrm>
            <a:off x="86282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4" name="A1_bar_Cryo_14937">
            <a:extLst>
              <a:ext uri="{FF2B5EF4-FFF2-40B4-BE49-F238E27FC236}">
                <a16:creationId xmlns:a16="http://schemas.microsoft.com/office/drawing/2014/main" id="{7EAA7BD1-DDE4-4A8A-9A0E-135BDEF5803B}"/>
              </a:ext>
            </a:extLst>
          </p:cNvPr>
          <p:cNvSpPr>
            <a:spLocks noGrp="1"/>
          </p:cNvSpPr>
          <p:nvPr/>
        </p:nvSpPr>
        <p:spPr>
          <a:xfrm>
            <a:off x="844592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5" name="A1_bar_Cryo_14938">
            <a:extLst>
              <a:ext uri="{FF2B5EF4-FFF2-40B4-BE49-F238E27FC236}">
                <a16:creationId xmlns:a16="http://schemas.microsoft.com/office/drawing/2014/main" id="{6B31920E-2719-4512-A751-D140B74A7DEF}"/>
              </a:ext>
            </a:extLst>
          </p:cNvPr>
          <p:cNvSpPr>
            <a:spLocks noGrp="1"/>
          </p:cNvSpPr>
          <p:nvPr/>
        </p:nvSpPr>
        <p:spPr>
          <a:xfrm>
            <a:off x="855239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6" name="A1_bar_Cryo_14939">
            <a:extLst>
              <a:ext uri="{FF2B5EF4-FFF2-40B4-BE49-F238E27FC236}">
                <a16:creationId xmlns:a16="http://schemas.microsoft.com/office/drawing/2014/main" id="{65E296FD-C850-4F30-9B6C-429444965F0D}"/>
              </a:ext>
            </a:extLst>
          </p:cNvPr>
          <p:cNvSpPr>
            <a:spLocks noGrp="1"/>
          </p:cNvSpPr>
          <p:nvPr/>
        </p:nvSpPr>
        <p:spPr>
          <a:xfrm>
            <a:off x="8519559" y="43667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7" name="A1_bar_Cryo_14940">
            <a:extLst>
              <a:ext uri="{FF2B5EF4-FFF2-40B4-BE49-F238E27FC236}">
                <a16:creationId xmlns:a16="http://schemas.microsoft.com/office/drawing/2014/main" id="{3315F807-B02F-41CE-B144-2842020FAA3D}"/>
              </a:ext>
            </a:extLst>
          </p:cNvPr>
          <p:cNvSpPr>
            <a:spLocks noGrp="1"/>
          </p:cNvSpPr>
          <p:nvPr/>
        </p:nvSpPr>
        <p:spPr>
          <a:xfrm>
            <a:off x="862926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8" name="A1_bar_Cryo_14941">
            <a:extLst>
              <a:ext uri="{FF2B5EF4-FFF2-40B4-BE49-F238E27FC236}">
                <a16:creationId xmlns:a16="http://schemas.microsoft.com/office/drawing/2014/main" id="{86063F4D-FAB0-4C4A-8874-43818B38AC54}"/>
              </a:ext>
            </a:extLst>
          </p:cNvPr>
          <p:cNvSpPr>
            <a:spLocks noGrp="1"/>
          </p:cNvSpPr>
          <p:nvPr/>
        </p:nvSpPr>
        <p:spPr>
          <a:xfrm>
            <a:off x="8463891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9" name="A1_bar_Cryo_14942">
            <a:extLst>
              <a:ext uri="{FF2B5EF4-FFF2-40B4-BE49-F238E27FC236}">
                <a16:creationId xmlns:a16="http://schemas.microsoft.com/office/drawing/2014/main" id="{42311513-0BE5-411C-B498-3EB124478CCF}"/>
              </a:ext>
            </a:extLst>
          </p:cNvPr>
          <p:cNvSpPr>
            <a:spLocks noGrp="1"/>
          </p:cNvSpPr>
          <p:nvPr/>
        </p:nvSpPr>
        <p:spPr>
          <a:xfrm>
            <a:off x="850692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0" name="A1_bar_Cryo_14943">
            <a:extLst>
              <a:ext uri="{FF2B5EF4-FFF2-40B4-BE49-F238E27FC236}">
                <a16:creationId xmlns:a16="http://schemas.microsoft.com/office/drawing/2014/main" id="{F1FA1DF0-6E38-4645-8BE7-42B59F12FB99}"/>
              </a:ext>
            </a:extLst>
          </p:cNvPr>
          <p:cNvSpPr>
            <a:spLocks noGrp="1"/>
          </p:cNvSpPr>
          <p:nvPr/>
        </p:nvSpPr>
        <p:spPr>
          <a:xfrm>
            <a:off x="86355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1" name="A1_bar_Cryo_14944">
            <a:extLst>
              <a:ext uri="{FF2B5EF4-FFF2-40B4-BE49-F238E27FC236}">
                <a16:creationId xmlns:a16="http://schemas.microsoft.com/office/drawing/2014/main" id="{2B00F4CA-66A9-4B9D-A4B0-1F657DDBEB65}"/>
              </a:ext>
            </a:extLst>
          </p:cNvPr>
          <p:cNvSpPr>
            <a:spLocks noGrp="1"/>
          </p:cNvSpPr>
          <p:nvPr/>
        </p:nvSpPr>
        <p:spPr>
          <a:xfrm>
            <a:off x="865952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2" name="A1_bar_Cryo_14945">
            <a:extLst>
              <a:ext uri="{FF2B5EF4-FFF2-40B4-BE49-F238E27FC236}">
                <a16:creationId xmlns:a16="http://schemas.microsoft.com/office/drawing/2014/main" id="{D6B7CCE3-7658-4725-BF30-2642A1D0C183}"/>
              </a:ext>
            </a:extLst>
          </p:cNvPr>
          <p:cNvSpPr>
            <a:spLocks noGrp="1"/>
          </p:cNvSpPr>
          <p:nvPr/>
        </p:nvSpPr>
        <p:spPr>
          <a:xfrm>
            <a:off x="8490277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3" name="A1_bar_Cryo_14946">
            <a:extLst>
              <a:ext uri="{FF2B5EF4-FFF2-40B4-BE49-F238E27FC236}">
                <a16:creationId xmlns:a16="http://schemas.microsoft.com/office/drawing/2014/main" id="{D90BFA2F-7E8D-476A-AA8A-509ABD9E6441}"/>
              </a:ext>
            </a:extLst>
          </p:cNvPr>
          <p:cNvSpPr>
            <a:spLocks noGrp="1"/>
          </p:cNvSpPr>
          <p:nvPr/>
        </p:nvSpPr>
        <p:spPr>
          <a:xfrm>
            <a:off x="8625269" y="58161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4" name="A1_bar_Cryo_14947">
            <a:extLst>
              <a:ext uri="{FF2B5EF4-FFF2-40B4-BE49-F238E27FC236}">
                <a16:creationId xmlns:a16="http://schemas.microsoft.com/office/drawing/2014/main" id="{0949ACA6-D2D7-48AD-8E7C-4F37D8DDB16F}"/>
              </a:ext>
            </a:extLst>
          </p:cNvPr>
          <p:cNvSpPr>
            <a:spLocks noGrp="1"/>
          </p:cNvSpPr>
          <p:nvPr/>
        </p:nvSpPr>
        <p:spPr>
          <a:xfrm>
            <a:off x="848854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5" name="A1_bar_Cryo_14948">
            <a:extLst>
              <a:ext uri="{FF2B5EF4-FFF2-40B4-BE49-F238E27FC236}">
                <a16:creationId xmlns:a16="http://schemas.microsoft.com/office/drawing/2014/main" id="{711A03BA-074D-43C8-B480-5AFBE8FECD47}"/>
              </a:ext>
            </a:extLst>
          </p:cNvPr>
          <p:cNvSpPr>
            <a:spLocks noGrp="1"/>
          </p:cNvSpPr>
          <p:nvPr/>
        </p:nvSpPr>
        <p:spPr>
          <a:xfrm>
            <a:off x="8644775" y="59660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6" name="A1_bar_Cryo_14949">
            <a:extLst>
              <a:ext uri="{FF2B5EF4-FFF2-40B4-BE49-F238E27FC236}">
                <a16:creationId xmlns:a16="http://schemas.microsoft.com/office/drawing/2014/main" id="{9336B09D-F581-4A4C-9C6F-6B3C02A427B6}"/>
              </a:ext>
            </a:extLst>
          </p:cNvPr>
          <p:cNvSpPr>
            <a:spLocks noGrp="1"/>
          </p:cNvSpPr>
          <p:nvPr/>
        </p:nvSpPr>
        <p:spPr>
          <a:xfrm>
            <a:off x="85362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7" name="A1_bar_Cryo_14950">
            <a:extLst>
              <a:ext uri="{FF2B5EF4-FFF2-40B4-BE49-F238E27FC236}">
                <a16:creationId xmlns:a16="http://schemas.microsoft.com/office/drawing/2014/main" id="{331366CB-40ED-4E1A-990F-906344331050}"/>
              </a:ext>
            </a:extLst>
          </p:cNvPr>
          <p:cNvSpPr>
            <a:spLocks noGrp="1"/>
          </p:cNvSpPr>
          <p:nvPr/>
        </p:nvSpPr>
        <p:spPr>
          <a:xfrm>
            <a:off x="84503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8" name="A1_bar_Cryo_14951">
            <a:extLst>
              <a:ext uri="{FF2B5EF4-FFF2-40B4-BE49-F238E27FC236}">
                <a16:creationId xmlns:a16="http://schemas.microsoft.com/office/drawing/2014/main" id="{C1AC24A9-0742-46AE-A9D8-2590C8FCFA2B}"/>
              </a:ext>
            </a:extLst>
          </p:cNvPr>
          <p:cNvSpPr>
            <a:spLocks noGrp="1"/>
          </p:cNvSpPr>
          <p:nvPr/>
        </p:nvSpPr>
        <p:spPr>
          <a:xfrm>
            <a:off x="84881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9" name="A1_bar_Cryo_14952">
            <a:extLst>
              <a:ext uri="{FF2B5EF4-FFF2-40B4-BE49-F238E27FC236}">
                <a16:creationId xmlns:a16="http://schemas.microsoft.com/office/drawing/2014/main" id="{1A2FE1BB-6F6F-4ABB-8776-57BE50B89179}"/>
              </a:ext>
            </a:extLst>
          </p:cNvPr>
          <p:cNvSpPr>
            <a:spLocks noGrp="1"/>
          </p:cNvSpPr>
          <p:nvPr/>
        </p:nvSpPr>
        <p:spPr>
          <a:xfrm>
            <a:off x="866385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0" name="A1_bar_Cryo_14953">
            <a:extLst>
              <a:ext uri="{FF2B5EF4-FFF2-40B4-BE49-F238E27FC236}">
                <a16:creationId xmlns:a16="http://schemas.microsoft.com/office/drawing/2014/main" id="{B21D4B34-CDE2-484B-A567-83A93A7ABE8D}"/>
              </a:ext>
            </a:extLst>
          </p:cNvPr>
          <p:cNvSpPr>
            <a:spLocks noGrp="1"/>
          </p:cNvSpPr>
          <p:nvPr/>
        </p:nvSpPr>
        <p:spPr>
          <a:xfrm>
            <a:off x="8509696" y="39733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1" name="A1_bar_Cryo_14954">
            <a:extLst>
              <a:ext uri="{FF2B5EF4-FFF2-40B4-BE49-F238E27FC236}">
                <a16:creationId xmlns:a16="http://schemas.microsoft.com/office/drawing/2014/main" id="{602453BF-0B0D-4FF4-B14F-C72BEC13C046}"/>
              </a:ext>
            </a:extLst>
          </p:cNvPr>
          <p:cNvSpPr>
            <a:spLocks noGrp="1"/>
          </p:cNvSpPr>
          <p:nvPr/>
        </p:nvSpPr>
        <p:spPr>
          <a:xfrm>
            <a:off x="84765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2" name="A1_bar_Cryo_14955">
            <a:extLst>
              <a:ext uri="{FF2B5EF4-FFF2-40B4-BE49-F238E27FC236}">
                <a16:creationId xmlns:a16="http://schemas.microsoft.com/office/drawing/2014/main" id="{A823182C-C37D-4485-BC2B-75752D5D82AC}"/>
              </a:ext>
            </a:extLst>
          </p:cNvPr>
          <p:cNvSpPr>
            <a:spLocks noGrp="1"/>
          </p:cNvSpPr>
          <p:nvPr/>
        </p:nvSpPr>
        <p:spPr>
          <a:xfrm>
            <a:off x="85615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3" name="A1_bar_Cryo_14956">
            <a:extLst>
              <a:ext uri="{FF2B5EF4-FFF2-40B4-BE49-F238E27FC236}">
                <a16:creationId xmlns:a16="http://schemas.microsoft.com/office/drawing/2014/main" id="{2DFD01DD-CB07-4133-B67E-02973ED0F1EB}"/>
              </a:ext>
            </a:extLst>
          </p:cNvPr>
          <p:cNvSpPr>
            <a:spLocks noGrp="1"/>
          </p:cNvSpPr>
          <p:nvPr/>
        </p:nvSpPr>
        <p:spPr>
          <a:xfrm>
            <a:off x="8449082" y="60955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4" name="A1_bar_Cryo_14957">
            <a:extLst>
              <a:ext uri="{FF2B5EF4-FFF2-40B4-BE49-F238E27FC236}">
                <a16:creationId xmlns:a16="http://schemas.microsoft.com/office/drawing/2014/main" id="{5936B8A0-8C6A-4B2A-AB48-31AB84856DE1}"/>
              </a:ext>
            </a:extLst>
          </p:cNvPr>
          <p:cNvSpPr>
            <a:spLocks noGrp="1"/>
          </p:cNvSpPr>
          <p:nvPr/>
        </p:nvSpPr>
        <p:spPr>
          <a:xfrm>
            <a:off x="84425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5" name="A1_bar_Cryo_14958">
            <a:extLst>
              <a:ext uri="{FF2B5EF4-FFF2-40B4-BE49-F238E27FC236}">
                <a16:creationId xmlns:a16="http://schemas.microsoft.com/office/drawing/2014/main" id="{0E332A9D-D171-4CB9-BD87-E338D912C8EA}"/>
              </a:ext>
            </a:extLst>
          </p:cNvPr>
          <p:cNvSpPr>
            <a:spLocks noGrp="1"/>
          </p:cNvSpPr>
          <p:nvPr/>
        </p:nvSpPr>
        <p:spPr>
          <a:xfrm>
            <a:off x="8590766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6" name="A1_bar_Cryo_14959">
            <a:extLst>
              <a:ext uri="{FF2B5EF4-FFF2-40B4-BE49-F238E27FC236}">
                <a16:creationId xmlns:a16="http://schemas.microsoft.com/office/drawing/2014/main" id="{E839567C-C116-4AF9-92A4-86D412A61F61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191" cy="3257550"/>
          </a:xfrm>
          <a:custGeom>
            <a:avLst/>
            <a:gdLst/>
            <a:ahLst/>
            <a:cxnLst/>
            <a:rect l="0" t="0" r="0" b="0"/>
            <a:pathLst>
              <a:path w="191" h="3257550">
                <a:moveTo>
                  <a:pt x="0" y="3257550"/>
                </a:moveTo>
                <a:lnTo>
                  <a:pt x="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7" name="A1_bar_Cryo_14960">
            <a:extLst>
              <a:ext uri="{FF2B5EF4-FFF2-40B4-BE49-F238E27FC236}">
                <a16:creationId xmlns:a16="http://schemas.microsoft.com/office/drawing/2014/main" id="{71BD82D0-B5BB-41AB-BE48-5A8B10EDB822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8" name="A1_bar_Cryo_14961">
            <a:extLst>
              <a:ext uri="{FF2B5EF4-FFF2-40B4-BE49-F238E27FC236}">
                <a16:creationId xmlns:a16="http://schemas.microsoft.com/office/drawing/2014/main" id="{942CAFE6-BD04-445A-AB0E-13ADD4912E0F}"/>
              </a:ext>
            </a:extLst>
          </p:cNvPr>
          <p:cNvSpPr>
            <a:spLocks noGrp="1"/>
          </p:cNvSpPr>
          <p:nvPr/>
        </p:nvSpPr>
        <p:spPr>
          <a:xfrm>
            <a:off x="1550055" y="4451198"/>
            <a:ext cx="191" cy="262301"/>
          </a:xfrm>
          <a:custGeom>
            <a:avLst/>
            <a:gdLst/>
            <a:ahLst/>
            <a:cxnLst/>
            <a:rect l="0" t="0" r="0" b="0"/>
            <a:pathLst>
              <a:path w="191" h="262301">
                <a:moveTo>
                  <a:pt x="0" y="2623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39" name="A1_bar_Cryo_14962">
            <a:extLst>
              <a:ext uri="{FF2B5EF4-FFF2-40B4-BE49-F238E27FC236}">
                <a16:creationId xmlns:a16="http://schemas.microsoft.com/office/drawing/2014/main" id="{7E8A82B7-BC2F-4251-A2C2-2F4F264FB1B7}"/>
              </a:ext>
            </a:extLst>
          </p:cNvPr>
          <p:cNvSpPr>
            <a:spLocks noGrp="1"/>
          </p:cNvSpPr>
          <p:nvPr/>
        </p:nvSpPr>
        <p:spPr>
          <a:xfrm>
            <a:off x="1459560" y="471350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0" name="A1_bar_Cryo_14963">
            <a:extLst>
              <a:ext uri="{FF2B5EF4-FFF2-40B4-BE49-F238E27FC236}">
                <a16:creationId xmlns:a16="http://schemas.microsoft.com/office/drawing/2014/main" id="{309BF795-7C65-45BD-9B6B-A61DB6465E2E}"/>
              </a:ext>
            </a:extLst>
          </p:cNvPr>
          <p:cNvSpPr>
            <a:spLocks noGrp="1"/>
          </p:cNvSpPr>
          <p:nvPr/>
        </p:nvSpPr>
        <p:spPr>
          <a:xfrm>
            <a:off x="1459560" y="445119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1" name="A1_bar_Cryo_14964">
            <a:extLst>
              <a:ext uri="{FF2B5EF4-FFF2-40B4-BE49-F238E27FC236}">
                <a16:creationId xmlns:a16="http://schemas.microsoft.com/office/drawing/2014/main" id="{10CB8C10-7C97-4AF7-861A-989ECBC04CED}"/>
              </a:ext>
            </a:extLst>
          </p:cNvPr>
          <p:cNvSpPr>
            <a:spLocks noGrp="1"/>
          </p:cNvSpPr>
          <p:nvPr/>
        </p:nvSpPr>
        <p:spPr>
          <a:xfrm>
            <a:off x="3123878" y="4216029"/>
            <a:ext cx="191" cy="306848"/>
          </a:xfrm>
          <a:custGeom>
            <a:avLst/>
            <a:gdLst/>
            <a:ahLst/>
            <a:cxnLst/>
            <a:rect l="0" t="0" r="0" b="0"/>
            <a:pathLst>
              <a:path w="191" h="306848">
                <a:moveTo>
                  <a:pt x="0" y="306848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2" name="A1_bar_Cryo_14965">
            <a:extLst>
              <a:ext uri="{FF2B5EF4-FFF2-40B4-BE49-F238E27FC236}">
                <a16:creationId xmlns:a16="http://schemas.microsoft.com/office/drawing/2014/main" id="{FFA92AE2-9B4E-4266-ADDF-DFC5A85415BB}"/>
              </a:ext>
            </a:extLst>
          </p:cNvPr>
          <p:cNvSpPr>
            <a:spLocks noGrp="1"/>
          </p:cNvSpPr>
          <p:nvPr/>
        </p:nvSpPr>
        <p:spPr>
          <a:xfrm>
            <a:off x="3033383" y="452287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3" name="A1_bar_Cryo_14966">
            <a:extLst>
              <a:ext uri="{FF2B5EF4-FFF2-40B4-BE49-F238E27FC236}">
                <a16:creationId xmlns:a16="http://schemas.microsoft.com/office/drawing/2014/main" id="{B131C115-4179-43D6-AB9F-5907E465ED9B}"/>
              </a:ext>
            </a:extLst>
          </p:cNvPr>
          <p:cNvSpPr>
            <a:spLocks noGrp="1"/>
          </p:cNvSpPr>
          <p:nvPr/>
        </p:nvSpPr>
        <p:spPr>
          <a:xfrm>
            <a:off x="3033383" y="421602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4" name="A1_bar_Cryo_14967">
            <a:extLst>
              <a:ext uri="{FF2B5EF4-FFF2-40B4-BE49-F238E27FC236}">
                <a16:creationId xmlns:a16="http://schemas.microsoft.com/office/drawing/2014/main" id="{F5CDE0C1-1058-4BAD-B598-2FE8DD7DA08A}"/>
              </a:ext>
            </a:extLst>
          </p:cNvPr>
          <p:cNvSpPr>
            <a:spLocks noGrp="1"/>
          </p:cNvSpPr>
          <p:nvPr/>
        </p:nvSpPr>
        <p:spPr>
          <a:xfrm>
            <a:off x="4697701" y="4261149"/>
            <a:ext cx="191" cy="305365"/>
          </a:xfrm>
          <a:custGeom>
            <a:avLst/>
            <a:gdLst/>
            <a:ahLst/>
            <a:cxnLst/>
            <a:rect l="0" t="0" r="0" b="0"/>
            <a:pathLst>
              <a:path w="191" h="305365">
                <a:moveTo>
                  <a:pt x="0" y="305365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5" name="A1_bar_Cryo_14968">
            <a:extLst>
              <a:ext uri="{FF2B5EF4-FFF2-40B4-BE49-F238E27FC236}">
                <a16:creationId xmlns:a16="http://schemas.microsoft.com/office/drawing/2014/main" id="{CBF3D195-0276-4AAC-AE23-279177B7C681}"/>
              </a:ext>
            </a:extLst>
          </p:cNvPr>
          <p:cNvSpPr>
            <a:spLocks noGrp="1"/>
          </p:cNvSpPr>
          <p:nvPr/>
        </p:nvSpPr>
        <p:spPr>
          <a:xfrm>
            <a:off x="4607206" y="456651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6" name="A1_bar_Cryo_14969">
            <a:extLst>
              <a:ext uri="{FF2B5EF4-FFF2-40B4-BE49-F238E27FC236}">
                <a16:creationId xmlns:a16="http://schemas.microsoft.com/office/drawing/2014/main" id="{F4D4A05F-FB42-471A-AD5A-DE812A141FFC}"/>
              </a:ext>
            </a:extLst>
          </p:cNvPr>
          <p:cNvSpPr>
            <a:spLocks noGrp="1"/>
          </p:cNvSpPr>
          <p:nvPr/>
        </p:nvSpPr>
        <p:spPr>
          <a:xfrm>
            <a:off x="4607206" y="42611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7" name="A1_bar_Cryo_14970">
            <a:extLst>
              <a:ext uri="{FF2B5EF4-FFF2-40B4-BE49-F238E27FC236}">
                <a16:creationId xmlns:a16="http://schemas.microsoft.com/office/drawing/2014/main" id="{4F780803-C421-494A-9953-2B742840D8B8}"/>
              </a:ext>
            </a:extLst>
          </p:cNvPr>
          <p:cNvSpPr>
            <a:spLocks noGrp="1"/>
          </p:cNvSpPr>
          <p:nvPr/>
        </p:nvSpPr>
        <p:spPr>
          <a:xfrm>
            <a:off x="6271524" y="4757831"/>
            <a:ext cx="191" cy="344201"/>
          </a:xfrm>
          <a:custGeom>
            <a:avLst/>
            <a:gdLst/>
            <a:ahLst/>
            <a:cxnLst/>
            <a:rect l="0" t="0" r="0" b="0"/>
            <a:pathLst>
              <a:path w="191" h="344201">
                <a:moveTo>
                  <a:pt x="0" y="3442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8" name="A1_bar_Cryo_14971">
            <a:extLst>
              <a:ext uri="{FF2B5EF4-FFF2-40B4-BE49-F238E27FC236}">
                <a16:creationId xmlns:a16="http://schemas.microsoft.com/office/drawing/2014/main" id="{EFA7A231-AD6C-43B0-A5A4-00C2A5B249DF}"/>
              </a:ext>
            </a:extLst>
          </p:cNvPr>
          <p:cNvSpPr>
            <a:spLocks noGrp="1"/>
          </p:cNvSpPr>
          <p:nvPr/>
        </p:nvSpPr>
        <p:spPr>
          <a:xfrm>
            <a:off x="6181029" y="510203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9" name="A1_bar_Cryo_14972">
            <a:extLst>
              <a:ext uri="{FF2B5EF4-FFF2-40B4-BE49-F238E27FC236}">
                <a16:creationId xmlns:a16="http://schemas.microsoft.com/office/drawing/2014/main" id="{83C2FAA3-EA34-4176-B0EB-04D601D42644}"/>
              </a:ext>
            </a:extLst>
          </p:cNvPr>
          <p:cNvSpPr>
            <a:spLocks noGrp="1"/>
          </p:cNvSpPr>
          <p:nvPr/>
        </p:nvSpPr>
        <p:spPr>
          <a:xfrm>
            <a:off x="6181029" y="475783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0" name="A1_bar_Cryo_14973">
            <a:extLst>
              <a:ext uri="{FF2B5EF4-FFF2-40B4-BE49-F238E27FC236}">
                <a16:creationId xmlns:a16="http://schemas.microsoft.com/office/drawing/2014/main" id="{B9DAB33C-11A3-48E6-A55F-7A351FA5ED98}"/>
              </a:ext>
            </a:extLst>
          </p:cNvPr>
          <p:cNvSpPr>
            <a:spLocks noGrp="1"/>
          </p:cNvSpPr>
          <p:nvPr/>
        </p:nvSpPr>
        <p:spPr>
          <a:xfrm>
            <a:off x="7845347" y="4757831"/>
            <a:ext cx="191" cy="344201"/>
          </a:xfrm>
          <a:custGeom>
            <a:avLst/>
            <a:gdLst/>
            <a:ahLst/>
            <a:cxnLst/>
            <a:rect l="0" t="0" r="0" b="0"/>
            <a:pathLst>
              <a:path w="191" h="344201">
                <a:moveTo>
                  <a:pt x="0" y="3442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1" name="A1_bar_Cryo_14974">
            <a:extLst>
              <a:ext uri="{FF2B5EF4-FFF2-40B4-BE49-F238E27FC236}">
                <a16:creationId xmlns:a16="http://schemas.microsoft.com/office/drawing/2014/main" id="{8E83438C-4E4E-4D19-BF95-327D3F234DB0}"/>
              </a:ext>
            </a:extLst>
          </p:cNvPr>
          <p:cNvSpPr>
            <a:spLocks noGrp="1"/>
          </p:cNvSpPr>
          <p:nvPr/>
        </p:nvSpPr>
        <p:spPr>
          <a:xfrm>
            <a:off x="7754852" y="510203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2" name="A1_bar_Cryo_14975">
            <a:extLst>
              <a:ext uri="{FF2B5EF4-FFF2-40B4-BE49-F238E27FC236}">
                <a16:creationId xmlns:a16="http://schemas.microsoft.com/office/drawing/2014/main" id="{86A03C3D-25F7-462C-8D99-821AF93E0FEF}"/>
              </a:ext>
            </a:extLst>
          </p:cNvPr>
          <p:cNvSpPr>
            <a:spLocks noGrp="1"/>
          </p:cNvSpPr>
          <p:nvPr/>
        </p:nvSpPr>
        <p:spPr>
          <a:xfrm>
            <a:off x="7754852" y="475783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3" name="A1_bar_Cryo_14976">
            <a:extLst>
              <a:ext uri="{FF2B5EF4-FFF2-40B4-BE49-F238E27FC236}">
                <a16:creationId xmlns:a16="http://schemas.microsoft.com/office/drawing/2014/main" id="{6C19541A-2DBC-42A7-B7B8-B59781E77ED8}"/>
              </a:ext>
            </a:extLst>
          </p:cNvPr>
          <p:cNvSpPr>
            <a:spLocks noGrp="1"/>
          </p:cNvSpPr>
          <p:nvPr/>
        </p:nvSpPr>
        <p:spPr>
          <a:xfrm>
            <a:off x="1912034" y="4451198"/>
            <a:ext cx="191" cy="262301"/>
          </a:xfrm>
          <a:custGeom>
            <a:avLst/>
            <a:gdLst/>
            <a:ahLst/>
            <a:cxnLst/>
            <a:rect l="0" t="0" r="0" b="0"/>
            <a:pathLst>
              <a:path w="191" h="262301">
                <a:moveTo>
                  <a:pt x="0" y="2623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4" name="A1_bar_Cryo_14977">
            <a:extLst>
              <a:ext uri="{FF2B5EF4-FFF2-40B4-BE49-F238E27FC236}">
                <a16:creationId xmlns:a16="http://schemas.microsoft.com/office/drawing/2014/main" id="{D0C5DF4D-ED6B-48FE-BFD0-9D9D03CF9377}"/>
              </a:ext>
            </a:extLst>
          </p:cNvPr>
          <p:cNvSpPr>
            <a:spLocks noGrp="1"/>
          </p:cNvSpPr>
          <p:nvPr/>
        </p:nvSpPr>
        <p:spPr>
          <a:xfrm>
            <a:off x="1821539" y="471350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5" name="A1_bar_Cryo_14978">
            <a:extLst>
              <a:ext uri="{FF2B5EF4-FFF2-40B4-BE49-F238E27FC236}">
                <a16:creationId xmlns:a16="http://schemas.microsoft.com/office/drawing/2014/main" id="{9ACD350F-3FA2-4E08-BE7C-C63329483972}"/>
              </a:ext>
            </a:extLst>
          </p:cNvPr>
          <p:cNvSpPr>
            <a:spLocks noGrp="1"/>
          </p:cNvSpPr>
          <p:nvPr/>
        </p:nvSpPr>
        <p:spPr>
          <a:xfrm>
            <a:off x="1821539" y="445119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6" name="A1_bar_Cryo_14979">
            <a:extLst>
              <a:ext uri="{FF2B5EF4-FFF2-40B4-BE49-F238E27FC236}">
                <a16:creationId xmlns:a16="http://schemas.microsoft.com/office/drawing/2014/main" id="{8833DB5C-DB51-43D2-B9D9-C04ECB873F28}"/>
              </a:ext>
            </a:extLst>
          </p:cNvPr>
          <p:cNvSpPr>
            <a:spLocks noGrp="1"/>
          </p:cNvSpPr>
          <p:nvPr/>
        </p:nvSpPr>
        <p:spPr>
          <a:xfrm>
            <a:off x="3485857" y="4226423"/>
            <a:ext cx="191" cy="314085"/>
          </a:xfrm>
          <a:custGeom>
            <a:avLst/>
            <a:gdLst/>
            <a:ahLst/>
            <a:cxnLst/>
            <a:rect l="0" t="0" r="0" b="0"/>
            <a:pathLst>
              <a:path w="191" h="314085">
                <a:moveTo>
                  <a:pt x="0" y="314085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7" name="A1_bar_Cryo_14980">
            <a:extLst>
              <a:ext uri="{FF2B5EF4-FFF2-40B4-BE49-F238E27FC236}">
                <a16:creationId xmlns:a16="http://schemas.microsoft.com/office/drawing/2014/main" id="{84B18B94-F36F-4872-BDCF-2FF4C0BC5579}"/>
              </a:ext>
            </a:extLst>
          </p:cNvPr>
          <p:cNvSpPr>
            <a:spLocks noGrp="1"/>
          </p:cNvSpPr>
          <p:nvPr/>
        </p:nvSpPr>
        <p:spPr>
          <a:xfrm>
            <a:off x="3395362" y="454050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8" name="A1_bar_Cryo_14981">
            <a:extLst>
              <a:ext uri="{FF2B5EF4-FFF2-40B4-BE49-F238E27FC236}">
                <a16:creationId xmlns:a16="http://schemas.microsoft.com/office/drawing/2014/main" id="{213ED61B-C99F-4908-9956-8AE55CCE986A}"/>
              </a:ext>
            </a:extLst>
          </p:cNvPr>
          <p:cNvSpPr>
            <a:spLocks noGrp="1"/>
          </p:cNvSpPr>
          <p:nvPr/>
        </p:nvSpPr>
        <p:spPr>
          <a:xfrm>
            <a:off x="3395362" y="422642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9" name="A1_bar_Cryo_14982">
            <a:extLst>
              <a:ext uri="{FF2B5EF4-FFF2-40B4-BE49-F238E27FC236}">
                <a16:creationId xmlns:a16="http://schemas.microsoft.com/office/drawing/2014/main" id="{B42BF0D3-FD0D-4B38-ADF4-2436AF3F919E}"/>
              </a:ext>
            </a:extLst>
          </p:cNvPr>
          <p:cNvSpPr>
            <a:spLocks noGrp="1"/>
          </p:cNvSpPr>
          <p:nvPr/>
        </p:nvSpPr>
        <p:spPr>
          <a:xfrm>
            <a:off x="5059680" y="4271624"/>
            <a:ext cx="191" cy="312043"/>
          </a:xfrm>
          <a:custGeom>
            <a:avLst/>
            <a:gdLst/>
            <a:ahLst/>
            <a:cxnLst/>
            <a:rect l="0" t="0" r="0" b="0"/>
            <a:pathLst>
              <a:path w="191" h="312043">
                <a:moveTo>
                  <a:pt x="0" y="31204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0" name="A1_bar_Cryo_14983">
            <a:extLst>
              <a:ext uri="{FF2B5EF4-FFF2-40B4-BE49-F238E27FC236}">
                <a16:creationId xmlns:a16="http://schemas.microsoft.com/office/drawing/2014/main" id="{EE6E708F-DBAF-4D64-9D6D-B4965DB79D8D}"/>
              </a:ext>
            </a:extLst>
          </p:cNvPr>
          <p:cNvSpPr>
            <a:spLocks noGrp="1"/>
          </p:cNvSpPr>
          <p:nvPr/>
        </p:nvSpPr>
        <p:spPr>
          <a:xfrm>
            <a:off x="4969185" y="458366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1" name="A1_bar_Cryo_14984">
            <a:extLst>
              <a:ext uri="{FF2B5EF4-FFF2-40B4-BE49-F238E27FC236}">
                <a16:creationId xmlns:a16="http://schemas.microsoft.com/office/drawing/2014/main" id="{92C48B27-1543-454B-9FCE-421B42E4C00B}"/>
              </a:ext>
            </a:extLst>
          </p:cNvPr>
          <p:cNvSpPr>
            <a:spLocks noGrp="1"/>
          </p:cNvSpPr>
          <p:nvPr/>
        </p:nvSpPr>
        <p:spPr>
          <a:xfrm>
            <a:off x="4969185" y="427162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2" name="A1_bar_Cryo_14985">
            <a:extLst>
              <a:ext uri="{FF2B5EF4-FFF2-40B4-BE49-F238E27FC236}">
                <a16:creationId xmlns:a16="http://schemas.microsoft.com/office/drawing/2014/main" id="{5FA33741-8B27-462F-89ED-D3BB6CE4119D}"/>
              </a:ext>
            </a:extLst>
          </p:cNvPr>
          <p:cNvSpPr>
            <a:spLocks noGrp="1"/>
          </p:cNvSpPr>
          <p:nvPr/>
        </p:nvSpPr>
        <p:spPr>
          <a:xfrm>
            <a:off x="6633503" y="4714384"/>
            <a:ext cx="191" cy="334223"/>
          </a:xfrm>
          <a:custGeom>
            <a:avLst/>
            <a:gdLst/>
            <a:ahLst/>
            <a:cxnLst/>
            <a:rect l="0" t="0" r="0" b="0"/>
            <a:pathLst>
              <a:path w="191" h="334223">
                <a:moveTo>
                  <a:pt x="0" y="3342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3" name="A1_bar_Cryo_14986">
            <a:extLst>
              <a:ext uri="{FF2B5EF4-FFF2-40B4-BE49-F238E27FC236}">
                <a16:creationId xmlns:a16="http://schemas.microsoft.com/office/drawing/2014/main" id="{195AB3B4-A9D4-417F-AD4D-9A2B3841F0B1}"/>
              </a:ext>
            </a:extLst>
          </p:cNvPr>
          <p:cNvSpPr>
            <a:spLocks noGrp="1"/>
          </p:cNvSpPr>
          <p:nvPr/>
        </p:nvSpPr>
        <p:spPr>
          <a:xfrm>
            <a:off x="6543008" y="504860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4" name="A1_bar_Cryo_14987">
            <a:extLst>
              <a:ext uri="{FF2B5EF4-FFF2-40B4-BE49-F238E27FC236}">
                <a16:creationId xmlns:a16="http://schemas.microsoft.com/office/drawing/2014/main" id="{79F99F7E-4370-455A-885F-23D7BC0A81A4}"/>
              </a:ext>
            </a:extLst>
          </p:cNvPr>
          <p:cNvSpPr>
            <a:spLocks noGrp="1"/>
          </p:cNvSpPr>
          <p:nvPr/>
        </p:nvSpPr>
        <p:spPr>
          <a:xfrm>
            <a:off x="6543008" y="471438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5" name="A1_bar_Cryo_14988">
            <a:extLst>
              <a:ext uri="{FF2B5EF4-FFF2-40B4-BE49-F238E27FC236}">
                <a16:creationId xmlns:a16="http://schemas.microsoft.com/office/drawing/2014/main" id="{ACC34FAB-926C-40DC-97B7-6C732A17EFF4}"/>
              </a:ext>
            </a:extLst>
          </p:cNvPr>
          <p:cNvSpPr>
            <a:spLocks noGrp="1"/>
          </p:cNvSpPr>
          <p:nvPr/>
        </p:nvSpPr>
        <p:spPr>
          <a:xfrm>
            <a:off x="8207326" y="4714384"/>
            <a:ext cx="191" cy="334223"/>
          </a:xfrm>
          <a:custGeom>
            <a:avLst/>
            <a:gdLst/>
            <a:ahLst/>
            <a:cxnLst/>
            <a:rect l="0" t="0" r="0" b="0"/>
            <a:pathLst>
              <a:path w="191" h="334223">
                <a:moveTo>
                  <a:pt x="0" y="3342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6" name="A1_bar_Cryo_14989">
            <a:extLst>
              <a:ext uri="{FF2B5EF4-FFF2-40B4-BE49-F238E27FC236}">
                <a16:creationId xmlns:a16="http://schemas.microsoft.com/office/drawing/2014/main" id="{4E454993-149F-4803-B3C3-48A074C051F1}"/>
              </a:ext>
            </a:extLst>
          </p:cNvPr>
          <p:cNvSpPr>
            <a:spLocks noGrp="1"/>
          </p:cNvSpPr>
          <p:nvPr/>
        </p:nvSpPr>
        <p:spPr>
          <a:xfrm>
            <a:off x="8116831" y="504860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7" name="A1_bar_Cryo_14990">
            <a:extLst>
              <a:ext uri="{FF2B5EF4-FFF2-40B4-BE49-F238E27FC236}">
                <a16:creationId xmlns:a16="http://schemas.microsoft.com/office/drawing/2014/main" id="{2454B5B2-C76E-46E7-AC96-83FF341AB609}"/>
              </a:ext>
            </a:extLst>
          </p:cNvPr>
          <p:cNvSpPr>
            <a:spLocks noGrp="1"/>
          </p:cNvSpPr>
          <p:nvPr/>
        </p:nvSpPr>
        <p:spPr>
          <a:xfrm>
            <a:off x="8116831" y="471438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8" name="A1_bar_Cryo_14991">
            <a:extLst>
              <a:ext uri="{FF2B5EF4-FFF2-40B4-BE49-F238E27FC236}">
                <a16:creationId xmlns:a16="http://schemas.microsoft.com/office/drawing/2014/main" id="{91CD9401-55B9-4A04-8A6A-CB9DFBD6BF6F}"/>
              </a:ext>
            </a:extLst>
          </p:cNvPr>
          <p:cNvSpPr>
            <a:spLocks noGrp="1"/>
          </p:cNvSpPr>
          <p:nvPr/>
        </p:nvSpPr>
        <p:spPr>
          <a:xfrm>
            <a:off x="2274013" y="4725115"/>
            <a:ext cx="191" cy="251634"/>
          </a:xfrm>
          <a:custGeom>
            <a:avLst/>
            <a:gdLst/>
            <a:ahLst/>
            <a:cxnLst/>
            <a:rect l="0" t="0" r="0" b="0"/>
            <a:pathLst>
              <a:path w="191" h="251634">
                <a:moveTo>
                  <a:pt x="0" y="251634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69" name="A1_bar_Cryo_14992">
            <a:extLst>
              <a:ext uri="{FF2B5EF4-FFF2-40B4-BE49-F238E27FC236}">
                <a16:creationId xmlns:a16="http://schemas.microsoft.com/office/drawing/2014/main" id="{353CCF67-5117-415C-B563-E03803DD455E}"/>
              </a:ext>
            </a:extLst>
          </p:cNvPr>
          <p:cNvSpPr>
            <a:spLocks noGrp="1"/>
          </p:cNvSpPr>
          <p:nvPr/>
        </p:nvSpPr>
        <p:spPr>
          <a:xfrm>
            <a:off x="2183518" y="49767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0" name="A1_bar_Cryo_14993">
            <a:extLst>
              <a:ext uri="{FF2B5EF4-FFF2-40B4-BE49-F238E27FC236}">
                <a16:creationId xmlns:a16="http://schemas.microsoft.com/office/drawing/2014/main" id="{87D15754-CB43-4A2F-96FE-A26626D8664B}"/>
              </a:ext>
            </a:extLst>
          </p:cNvPr>
          <p:cNvSpPr>
            <a:spLocks noGrp="1"/>
          </p:cNvSpPr>
          <p:nvPr/>
        </p:nvSpPr>
        <p:spPr>
          <a:xfrm>
            <a:off x="2183518" y="47251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1" name="A1_bar_Cryo_14994">
            <a:extLst>
              <a:ext uri="{FF2B5EF4-FFF2-40B4-BE49-F238E27FC236}">
                <a16:creationId xmlns:a16="http://schemas.microsoft.com/office/drawing/2014/main" id="{53B3285C-2D94-435A-9D3C-2C26F6C5A132}"/>
              </a:ext>
            </a:extLst>
          </p:cNvPr>
          <p:cNvSpPr>
            <a:spLocks noGrp="1"/>
          </p:cNvSpPr>
          <p:nvPr/>
        </p:nvSpPr>
        <p:spPr>
          <a:xfrm>
            <a:off x="3847836" y="4528210"/>
            <a:ext cx="191" cy="325903"/>
          </a:xfrm>
          <a:custGeom>
            <a:avLst/>
            <a:gdLst/>
            <a:ahLst/>
            <a:cxnLst/>
            <a:rect l="0" t="0" r="0" b="0"/>
            <a:pathLst>
              <a:path w="191" h="325903">
                <a:moveTo>
                  <a:pt x="0" y="32590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2" name="A1_bar_Cryo_14995">
            <a:extLst>
              <a:ext uri="{FF2B5EF4-FFF2-40B4-BE49-F238E27FC236}">
                <a16:creationId xmlns:a16="http://schemas.microsoft.com/office/drawing/2014/main" id="{4F718DD9-2656-4FC3-B60C-046964E04B3D}"/>
              </a:ext>
            </a:extLst>
          </p:cNvPr>
          <p:cNvSpPr>
            <a:spLocks noGrp="1"/>
          </p:cNvSpPr>
          <p:nvPr/>
        </p:nvSpPr>
        <p:spPr>
          <a:xfrm>
            <a:off x="3757341" y="485411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3" name="A1_bar_Cryo_14996">
            <a:extLst>
              <a:ext uri="{FF2B5EF4-FFF2-40B4-BE49-F238E27FC236}">
                <a16:creationId xmlns:a16="http://schemas.microsoft.com/office/drawing/2014/main" id="{A600A7BE-EDD1-4E34-9BAB-8AD2DB5D3563}"/>
              </a:ext>
            </a:extLst>
          </p:cNvPr>
          <p:cNvSpPr>
            <a:spLocks noGrp="1"/>
          </p:cNvSpPr>
          <p:nvPr/>
        </p:nvSpPr>
        <p:spPr>
          <a:xfrm>
            <a:off x="3757341" y="452821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4" name="A1_bar_Cryo_14997">
            <a:extLst>
              <a:ext uri="{FF2B5EF4-FFF2-40B4-BE49-F238E27FC236}">
                <a16:creationId xmlns:a16="http://schemas.microsoft.com/office/drawing/2014/main" id="{B8AEE9CC-23AE-45CA-BC90-985A1061A14A}"/>
              </a:ext>
            </a:extLst>
          </p:cNvPr>
          <p:cNvSpPr>
            <a:spLocks noGrp="1"/>
          </p:cNvSpPr>
          <p:nvPr/>
        </p:nvSpPr>
        <p:spPr>
          <a:xfrm>
            <a:off x="5421659" y="4549304"/>
            <a:ext cx="191" cy="324259"/>
          </a:xfrm>
          <a:custGeom>
            <a:avLst/>
            <a:gdLst/>
            <a:ahLst/>
            <a:cxnLst/>
            <a:rect l="0" t="0" r="0" b="0"/>
            <a:pathLst>
              <a:path w="191" h="324259">
                <a:moveTo>
                  <a:pt x="0" y="324259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5" name="A1_bar_Cryo_14998">
            <a:extLst>
              <a:ext uri="{FF2B5EF4-FFF2-40B4-BE49-F238E27FC236}">
                <a16:creationId xmlns:a16="http://schemas.microsoft.com/office/drawing/2014/main" id="{E277CC32-F3F4-4D18-8E05-52285F42DCE7}"/>
              </a:ext>
            </a:extLst>
          </p:cNvPr>
          <p:cNvSpPr>
            <a:spLocks noGrp="1"/>
          </p:cNvSpPr>
          <p:nvPr/>
        </p:nvSpPr>
        <p:spPr>
          <a:xfrm>
            <a:off x="5331164" y="487356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6" name="A1_bar_Cryo_14999">
            <a:extLst>
              <a:ext uri="{FF2B5EF4-FFF2-40B4-BE49-F238E27FC236}">
                <a16:creationId xmlns:a16="http://schemas.microsoft.com/office/drawing/2014/main" id="{317DD9B8-8B48-4F78-AB2B-CCFC9D717E5E}"/>
              </a:ext>
            </a:extLst>
          </p:cNvPr>
          <p:cNvSpPr>
            <a:spLocks noGrp="1"/>
          </p:cNvSpPr>
          <p:nvPr/>
        </p:nvSpPr>
        <p:spPr>
          <a:xfrm>
            <a:off x="5331164" y="454930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7" name="A1_bar_Cryo_15000">
            <a:extLst>
              <a:ext uri="{FF2B5EF4-FFF2-40B4-BE49-F238E27FC236}">
                <a16:creationId xmlns:a16="http://schemas.microsoft.com/office/drawing/2014/main" id="{61897E44-B12B-4247-94E1-9C3422922A4F}"/>
              </a:ext>
            </a:extLst>
          </p:cNvPr>
          <p:cNvSpPr>
            <a:spLocks noGrp="1"/>
          </p:cNvSpPr>
          <p:nvPr/>
        </p:nvSpPr>
        <p:spPr>
          <a:xfrm>
            <a:off x="6995482" y="5178828"/>
            <a:ext cx="191" cy="296260"/>
          </a:xfrm>
          <a:custGeom>
            <a:avLst/>
            <a:gdLst/>
            <a:ahLst/>
            <a:cxnLst/>
            <a:rect l="0" t="0" r="0" b="0"/>
            <a:pathLst>
              <a:path w="191" h="296260">
                <a:moveTo>
                  <a:pt x="0" y="29626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8" name="A1_bar_Cryo_15001">
            <a:extLst>
              <a:ext uri="{FF2B5EF4-FFF2-40B4-BE49-F238E27FC236}">
                <a16:creationId xmlns:a16="http://schemas.microsoft.com/office/drawing/2014/main" id="{7D78138D-E98F-474E-847C-AFD9035E81F1}"/>
              </a:ext>
            </a:extLst>
          </p:cNvPr>
          <p:cNvSpPr>
            <a:spLocks noGrp="1"/>
          </p:cNvSpPr>
          <p:nvPr/>
        </p:nvSpPr>
        <p:spPr>
          <a:xfrm>
            <a:off x="6904988" y="547508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9" name="A1_bar_Cryo_15002">
            <a:extLst>
              <a:ext uri="{FF2B5EF4-FFF2-40B4-BE49-F238E27FC236}">
                <a16:creationId xmlns:a16="http://schemas.microsoft.com/office/drawing/2014/main" id="{FDB12236-F5E6-4461-8300-441445418CB4}"/>
              </a:ext>
            </a:extLst>
          </p:cNvPr>
          <p:cNvSpPr>
            <a:spLocks noGrp="1"/>
          </p:cNvSpPr>
          <p:nvPr/>
        </p:nvSpPr>
        <p:spPr>
          <a:xfrm>
            <a:off x="6904988" y="51788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0" name="A1_bar_Cryo_15003">
            <a:extLst>
              <a:ext uri="{FF2B5EF4-FFF2-40B4-BE49-F238E27FC236}">
                <a16:creationId xmlns:a16="http://schemas.microsoft.com/office/drawing/2014/main" id="{56D8B3B6-27F2-43B0-B268-BB28DE5FD7EE}"/>
              </a:ext>
            </a:extLst>
          </p:cNvPr>
          <p:cNvSpPr>
            <a:spLocks noGrp="1"/>
          </p:cNvSpPr>
          <p:nvPr/>
        </p:nvSpPr>
        <p:spPr>
          <a:xfrm>
            <a:off x="8569305" y="5178828"/>
            <a:ext cx="191" cy="296260"/>
          </a:xfrm>
          <a:custGeom>
            <a:avLst/>
            <a:gdLst/>
            <a:ahLst/>
            <a:cxnLst/>
            <a:rect l="0" t="0" r="0" b="0"/>
            <a:pathLst>
              <a:path w="191" h="296260">
                <a:moveTo>
                  <a:pt x="0" y="29626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1" name="A1_bar_Cryo_15004">
            <a:extLst>
              <a:ext uri="{FF2B5EF4-FFF2-40B4-BE49-F238E27FC236}">
                <a16:creationId xmlns:a16="http://schemas.microsoft.com/office/drawing/2014/main" id="{2E037010-0E8B-468B-AAB4-F295E0DAA5E5}"/>
              </a:ext>
            </a:extLst>
          </p:cNvPr>
          <p:cNvSpPr>
            <a:spLocks noGrp="1"/>
          </p:cNvSpPr>
          <p:nvPr/>
        </p:nvSpPr>
        <p:spPr>
          <a:xfrm>
            <a:off x="8478811" y="547508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2" name="A1_bar_Cryo_15005">
            <a:extLst>
              <a:ext uri="{FF2B5EF4-FFF2-40B4-BE49-F238E27FC236}">
                <a16:creationId xmlns:a16="http://schemas.microsoft.com/office/drawing/2014/main" id="{EB42F2C0-F46E-46E2-97D2-E39279B2731F}"/>
              </a:ext>
            </a:extLst>
          </p:cNvPr>
          <p:cNvSpPr>
            <a:spLocks noGrp="1"/>
          </p:cNvSpPr>
          <p:nvPr/>
        </p:nvSpPr>
        <p:spPr>
          <a:xfrm>
            <a:off x="8478811" y="51788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3" name="A1_bar_Cryo_15006">
            <a:extLst>
              <a:ext uri="{FF2B5EF4-FFF2-40B4-BE49-F238E27FC236}">
                <a16:creationId xmlns:a16="http://schemas.microsoft.com/office/drawing/2014/main" id="{F0E841C7-BCDB-4E3E-970D-3BA835454605}"/>
              </a:ext>
            </a:extLst>
          </p:cNvPr>
          <p:cNvSpPr>
            <a:spLocks noGrp="1"/>
          </p:cNvSpPr>
          <p:nvPr/>
        </p:nvSpPr>
        <p:spPr>
          <a:xfrm>
            <a:off x="1405263" y="4582368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4" name="A1_bar_Cryo_15007">
            <a:extLst>
              <a:ext uri="{FF2B5EF4-FFF2-40B4-BE49-F238E27FC236}">
                <a16:creationId xmlns:a16="http://schemas.microsoft.com/office/drawing/2014/main" id="{A7B088FD-C4C3-48CE-855C-CD2C29CEB95B}"/>
              </a:ext>
            </a:extLst>
          </p:cNvPr>
          <p:cNvSpPr>
            <a:spLocks noGrp="1"/>
          </p:cNvSpPr>
          <p:nvPr/>
        </p:nvSpPr>
        <p:spPr>
          <a:xfrm>
            <a:off x="2979086" y="436987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5" name="A1_bar_Cryo_15008">
            <a:extLst>
              <a:ext uri="{FF2B5EF4-FFF2-40B4-BE49-F238E27FC236}">
                <a16:creationId xmlns:a16="http://schemas.microsoft.com/office/drawing/2014/main" id="{A140101B-5822-41AD-BDAF-255D8AF5EF0D}"/>
              </a:ext>
            </a:extLst>
          </p:cNvPr>
          <p:cNvSpPr>
            <a:spLocks noGrp="1"/>
          </p:cNvSpPr>
          <p:nvPr/>
        </p:nvSpPr>
        <p:spPr>
          <a:xfrm>
            <a:off x="4552909" y="44126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6" name="A1_bar_Cryo_15009">
            <a:extLst>
              <a:ext uri="{FF2B5EF4-FFF2-40B4-BE49-F238E27FC236}">
                <a16:creationId xmlns:a16="http://schemas.microsoft.com/office/drawing/2014/main" id="{AB14ACAA-EAAD-401A-BA05-F347DC00F181}"/>
              </a:ext>
            </a:extLst>
          </p:cNvPr>
          <p:cNvSpPr>
            <a:spLocks noGrp="1"/>
          </p:cNvSpPr>
          <p:nvPr/>
        </p:nvSpPr>
        <p:spPr>
          <a:xfrm>
            <a:off x="6126732" y="49315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7" name="A1_bar_Cryo_15010">
            <a:extLst>
              <a:ext uri="{FF2B5EF4-FFF2-40B4-BE49-F238E27FC236}">
                <a16:creationId xmlns:a16="http://schemas.microsoft.com/office/drawing/2014/main" id="{15270000-27EB-4E69-B1CB-19FF7D73B434}"/>
              </a:ext>
            </a:extLst>
          </p:cNvPr>
          <p:cNvSpPr>
            <a:spLocks noGrp="1"/>
          </p:cNvSpPr>
          <p:nvPr/>
        </p:nvSpPr>
        <p:spPr>
          <a:xfrm>
            <a:off x="7700555" y="49315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8" name="A1_bar_Cryo_15011">
            <a:extLst>
              <a:ext uri="{FF2B5EF4-FFF2-40B4-BE49-F238E27FC236}">
                <a16:creationId xmlns:a16="http://schemas.microsoft.com/office/drawing/2014/main" id="{3BCF174D-9623-411B-8845-5844AF68A2E6}"/>
              </a:ext>
            </a:extLst>
          </p:cNvPr>
          <p:cNvSpPr>
            <a:spLocks noGrp="1"/>
          </p:cNvSpPr>
          <p:nvPr/>
        </p:nvSpPr>
        <p:spPr>
          <a:xfrm>
            <a:off x="1767242" y="4582368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89" name="A1_bar_Cryo_15012">
            <a:extLst>
              <a:ext uri="{FF2B5EF4-FFF2-40B4-BE49-F238E27FC236}">
                <a16:creationId xmlns:a16="http://schemas.microsoft.com/office/drawing/2014/main" id="{17428788-559E-4F89-9C45-3C63DE5081A6}"/>
              </a:ext>
            </a:extLst>
          </p:cNvPr>
          <p:cNvSpPr>
            <a:spLocks noGrp="1"/>
          </p:cNvSpPr>
          <p:nvPr/>
        </p:nvSpPr>
        <p:spPr>
          <a:xfrm>
            <a:off x="3341065" y="438299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90" name="A1_bar_Cryo_15013">
            <a:extLst>
              <a:ext uri="{FF2B5EF4-FFF2-40B4-BE49-F238E27FC236}">
                <a16:creationId xmlns:a16="http://schemas.microsoft.com/office/drawing/2014/main" id="{CCFAFDBE-3E1E-43D8-A63C-1EDFE7344AA9}"/>
              </a:ext>
            </a:extLst>
          </p:cNvPr>
          <p:cNvSpPr>
            <a:spLocks noGrp="1"/>
          </p:cNvSpPr>
          <p:nvPr/>
        </p:nvSpPr>
        <p:spPr>
          <a:xfrm>
            <a:off x="4914888" y="4426758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91" name="A1_bar_Cryo_15014">
            <a:extLst>
              <a:ext uri="{FF2B5EF4-FFF2-40B4-BE49-F238E27FC236}">
                <a16:creationId xmlns:a16="http://schemas.microsoft.com/office/drawing/2014/main" id="{4059AAEC-05C3-4E0A-B51E-6B36F77CF3BA}"/>
              </a:ext>
            </a:extLst>
          </p:cNvPr>
          <p:cNvSpPr>
            <a:spLocks noGrp="1"/>
          </p:cNvSpPr>
          <p:nvPr/>
        </p:nvSpPr>
        <p:spPr>
          <a:xfrm>
            <a:off x="6488711" y="488301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92" name="A1_bar_Cryo_15015">
            <a:extLst>
              <a:ext uri="{FF2B5EF4-FFF2-40B4-BE49-F238E27FC236}">
                <a16:creationId xmlns:a16="http://schemas.microsoft.com/office/drawing/2014/main" id="{99656F07-7350-489B-9662-8BC9A9D4AEE9}"/>
              </a:ext>
            </a:extLst>
          </p:cNvPr>
          <p:cNvSpPr>
            <a:spLocks noGrp="1"/>
          </p:cNvSpPr>
          <p:nvPr/>
        </p:nvSpPr>
        <p:spPr>
          <a:xfrm>
            <a:off x="8062534" y="488301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93" name="A1_bar_Cryo_15016">
            <a:extLst>
              <a:ext uri="{FF2B5EF4-FFF2-40B4-BE49-F238E27FC236}">
                <a16:creationId xmlns:a16="http://schemas.microsoft.com/office/drawing/2014/main" id="{33238BC1-5373-4126-800C-C86731088664}"/>
              </a:ext>
            </a:extLst>
          </p:cNvPr>
          <p:cNvSpPr>
            <a:spLocks noGrp="1"/>
          </p:cNvSpPr>
          <p:nvPr/>
        </p:nvSpPr>
        <p:spPr>
          <a:xfrm>
            <a:off x="2129221" y="485100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4" name="A1_bar_Cryo_15017">
            <a:extLst>
              <a:ext uri="{FF2B5EF4-FFF2-40B4-BE49-F238E27FC236}">
                <a16:creationId xmlns:a16="http://schemas.microsoft.com/office/drawing/2014/main" id="{3CF2190F-900E-4EBD-8704-BD7718382791}"/>
              </a:ext>
            </a:extLst>
          </p:cNvPr>
          <p:cNvSpPr>
            <a:spLocks noGrp="1"/>
          </p:cNvSpPr>
          <p:nvPr/>
        </p:nvSpPr>
        <p:spPr>
          <a:xfrm>
            <a:off x="3703045" y="4691400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5" name="A1_bar_Cryo_15018">
            <a:extLst>
              <a:ext uri="{FF2B5EF4-FFF2-40B4-BE49-F238E27FC236}">
                <a16:creationId xmlns:a16="http://schemas.microsoft.com/office/drawing/2014/main" id="{6BE86C3D-0978-4EF9-A7C5-6BEDCDCD9037}"/>
              </a:ext>
            </a:extLst>
          </p:cNvPr>
          <p:cNvSpPr>
            <a:spLocks noGrp="1"/>
          </p:cNvSpPr>
          <p:nvPr/>
        </p:nvSpPr>
        <p:spPr>
          <a:xfrm>
            <a:off x="5276868" y="4711386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6" name="A1_bar_Cryo_15019">
            <a:extLst>
              <a:ext uri="{FF2B5EF4-FFF2-40B4-BE49-F238E27FC236}">
                <a16:creationId xmlns:a16="http://schemas.microsoft.com/office/drawing/2014/main" id="{ABCD7C66-C83C-4A82-AC51-B62A3B0A3673}"/>
              </a:ext>
            </a:extLst>
          </p:cNvPr>
          <p:cNvSpPr>
            <a:spLocks noGrp="1"/>
          </p:cNvSpPr>
          <p:nvPr/>
        </p:nvSpPr>
        <p:spPr>
          <a:xfrm>
            <a:off x="6850691" y="532901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7" name="A1_bar_Cryo_15020">
            <a:extLst>
              <a:ext uri="{FF2B5EF4-FFF2-40B4-BE49-F238E27FC236}">
                <a16:creationId xmlns:a16="http://schemas.microsoft.com/office/drawing/2014/main" id="{62BAE02E-ED72-4DF8-B186-8B266F94ACA1}"/>
              </a:ext>
            </a:extLst>
          </p:cNvPr>
          <p:cNvSpPr>
            <a:spLocks noGrp="1"/>
          </p:cNvSpPr>
          <p:nvPr/>
        </p:nvSpPr>
        <p:spPr>
          <a:xfrm>
            <a:off x="8424514" y="532901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8" name="text_15021">
            <a:extLst>
              <a:ext uri="{FF2B5EF4-FFF2-40B4-BE49-F238E27FC236}">
                <a16:creationId xmlns:a16="http://schemas.microsoft.com/office/drawing/2014/main" id="{E9949D96-D55C-4D21-B5F8-7BC89222172E}"/>
              </a:ext>
            </a:extLst>
          </p:cNvPr>
          <p:cNvSpPr>
            <a:spLocks noGrp="1"/>
          </p:cNvSpPr>
          <p:nvPr/>
        </p:nvSpPr>
        <p:spPr>
          <a:xfrm>
            <a:off x="967740" y="1760708"/>
            <a:ext cx="3899606" cy="2204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8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8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Component comparison · CryoAtom2 receptor</a:t>
            </a:r>
          </a:p>
        </p:txBody>
      </p:sp>
      <p:sp>
        <p:nvSpPr>
          <p:cNvPr id="2799" name="text_15022">
            <a:extLst>
              <a:ext uri="{FF2B5EF4-FFF2-40B4-BE49-F238E27FC236}">
                <a16:creationId xmlns:a16="http://schemas.microsoft.com/office/drawing/2014/main" id="{034C7DAA-B972-47BC-AAEF-EE002F900D6A}"/>
              </a:ext>
            </a:extLst>
          </p:cNvPr>
          <p:cNvSpPr>
            <a:spLocks noGrp="1"/>
          </p:cNvSpPr>
          <p:nvPr/>
        </p:nvSpPr>
        <p:spPr>
          <a:xfrm>
            <a:off x="830580" y="6948150"/>
            <a:ext cx="4631619" cy="1389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75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875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Bars: macro mean. Dots: individual PDBs. Whiskers: 95% bootstrap CI.</a:t>
            </a:r>
          </a:p>
        </p:txBody>
      </p:sp>
      <p:sp>
        <p:nvSpPr>
          <p:cNvPr id="2800" name="A1_bar_Cryo_15023">
            <a:extLst>
              <a:ext uri="{FF2B5EF4-FFF2-40B4-BE49-F238E27FC236}">
                <a16:creationId xmlns:a16="http://schemas.microsoft.com/office/drawing/2014/main" id="{6D749776-B087-4C7E-8EF7-28B4676796A4}"/>
              </a:ext>
            </a:extLst>
          </p:cNvPr>
          <p:cNvSpPr>
            <a:spLocks noGrp="1"/>
          </p:cNvSpPr>
          <p:nvPr/>
        </p:nvSpPr>
        <p:spPr>
          <a:xfrm>
            <a:off x="1014857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566AB4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1" name="text_15024">
            <a:extLst>
              <a:ext uri="{FF2B5EF4-FFF2-40B4-BE49-F238E27FC236}">
                <a16:creationId xmlns:a16="http://schemas.microsoft.com/office/drawing/2014/main" id="{AB25638E-EC29-48F3-BED1-0F2485736138}"/>
              </a:ext>
            </a:extLst>
          </p:cNvPr>
          <p:cNvSpPr>
            <a:spLocks noGrp="1"/>
          </p:cNvSpPr>
          <p:nvPr/>
        </p:nvSpPr>
        <p:spPr>
          <a:xfrm>
            <a:off x="1249454" y="2160866"/>
            <a:ext cx="1017588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Gaussian</a:t>
            </a:r>
          </a:p>
        </p:txBody>
      </p:sp>
      <p:sp>
        <p:nvSpPr>
          <p:cNvPr id="2802" name="A1_bar_Cryo_15025">
            <a:extLst>
              <a:ext uri="{FF2B5EF4-FFF2-40B4-BE49-F238E27FC236}">
                <a16:creationId xmlns:a16="http://schemas.microsoft.com/office/drawing/2014/main" id="{60D86937-CF5F-4D53-AE36-807260AAD265}"/>
              </a:ext>
            </a:extLst>
          </p:cNvPr>
          <p:cNvSpPr>
            <a:spLocks noGrp="1"/>
          </p:cNvSpPr>
          <p:nvPr/>
        </p:nvSpPr>
        <p:spPr>
          <a:xfrm>
            <a:off x="2468164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B876A3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3" name="text_15026">
            <a:extLst>
              <a:ext uri="{FF2B5EF4-FFF2-40B4-BE49-F238E27FC236}">
                <a16:creationId xmlns:a16="http://schemas.microsoft.com/office/drawing/2014/main" id="{4A7E0B1E-8451-44C6-BA5E-200C7DB157A3}"/>
              </a:ext>
            </a:extLst>
          </p:cNvPr>
          <p:cNvSpPr>
            <a:spLocks noGrp="1"/>
          </p:cNvSpPr>
          <p:nvPr/>
        </p:nvSpPr>
        <p:spPr>
          <a:xfrm>
            <a:off x="2702761" y="2160866"/>
            <a:ext cx="1257618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basic (F1–F1)</a:t>
            </a:r>
          </a:p>
        </p:txBody>
      </p:sp>
      <p:sp>
        <p:nvSpPr>
          <p:cNvPr id="2804" name="A1_bar_Cryo_15027">
            <a:extLst>
              <a:ext uri="{FF2B5EF4-FFF2-40B4-BE49-F238E27FC236}">
                <a16:creationId xmlns:a16="http://schemas.microsoft.com/office/drawing/2014/main" id="{EE42B6E7-9657-461B-B080-489E7B1E597A}"/>
              </a:ext>
            </a:extLst>
          </p:cNvPr>
          <p:cNvSpPr>
            <a:spLocks noGrp="1"/>
          </p:cNvSpPr>
          <p:nvPr/>
        </p:nvSpPr>
        <p:spPr>
          <a:xfrm>
            <a:off x="4161450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68737D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5" name="text_15028">
            <a:extLst>
              <a:ext uri="{FF2B5EF4-FFF2-40B4-BE49-F238E27FC236}">
                <a16:creationId xmlns:a16="http://schemas.microsoft.com/office/drawing/2014/main" id="{E65F6701-AF3B-4604-B47E-47E0C2D3AC86}"/>
              </a:ext>
            </a:extLst>
          </p:cNvPr>
          <p:cNvSpPr>
            <a:spLocks noGrp="1"/>
          </p:cNvSpPr>
          <p:nvPr/>
        </p:nvSpPr>
        <p:spPr>
          <a:xfrm>
            <a:off x="4396047" y="2160866"/>
            <a:ext cx="1319477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unet_c1 · basic (F1–F1)</a:t>
            </a:r>
          </a:p>
        </p:txBody>
      </p:sp>
    </p:spTree>
    <p:extLst>
      <p:ext uri="{BB962C8B-B14F-4D97-AF65-F5344CB8AC3E}">
        <p14:creationId xmlns:p14="http://schemas.microsoft.com/office/powerpoint/2010/main" val="166279739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A2_polygon_Cryo_15029">
            <a:extLst>
              <a:ext uri="{FF2B5EF4-FFF2-40B4-BE49-F238E27FC236}">
                <a16:creationId xmlns:a16="http://schemas.microsoft.com/office/drawing/2014/main" id="{5E399D57-954C-4E92-8211-D1B93B7F0FE4}"/>
              </a:ext>
            </a:extLst>
          </p:cNvPr>
          <p:cNvSpPr>
            <a:spLocks noGrp="1"/>
          </p:cNvSpPr>
          <p:nvPr/>
        </p:nvSpPr>
        <p:spPr>
          <a:xfrm>
            <a:off x="383916" y="352425"/>
            <a:ext cx="8757168" cy="8096250"/>
          </a:xfrm>
          <a:custGeom>
            <a:avLst/>
            <a:gdLst/>
            <a:ahLst/>
            <a:cxnLst/>
            <a:rect l="0" t="0" r="0" b="0"/>
            <a:pathLst>
              <a:path w="8757168" h="8096250">
                <a:moveTo>
                  <a:pt x="0" y="8096250"/>
                </a:moveTo>
                <a:lnTo>
                  <a:pt x="8757168" y="8096250"/>
                </a:lnTo>
                <a:lnTo>
                  <a:pt x="8757168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2_polygon_Cryo_15030">
            <a:extLst>
              <a:ext uri="{FF2B5EF4-FFF2-40B4-BE49-F238E27FC236}">
                <a16:creationId xmlns:a16="http://schemas.microsoft.com/office/drawing/2014/main" id="{9FDB9D6A-D98E-4922-9A93-A4FC3B7B3E8A}"/>
              </a:ext>
            </a:extLst>
          </p:cNvPr>
          <p:cNvSpPr>
            <a:spLocks noGrp="1"/>
          </p:cNvSpPr>
          <p:nvPr/>
        </p:nvSpPr>
        <p:spPr>
          <a:xfrm>
            <a:off x="2333625" y="1728788"/>
            <a:ext cx="4857750" cy="4857750"/>
          </a:xfrm>
          <a:custGeom>
            <a:avLst/>
            <a:gdLst/>
            <a:ahLst/>
            <a:cxnLst/>
            <a:rect l="0" t="0" r="0" b="0"/>
            <a:pathLst>
              <a:path w="4857750" h="4857750">
                <a:moveTo>
                  <a:pt x="4857750" y="2428875"/>
                </a:moveTo>
                <a:lnTo>
                  <a:pt x="4854812" y="2309447"/>
                </a:lnTo>
                <a:lnTo>
                  <a:pt x="4846026" y="2190521"/>
                </a:lnTo>
                <a:lnTo>
                  <a:pt x="4831434" y="2072310"/>
                </a:lnTo>
                <a:lnTo>
                  <a:pt x="4811079" y="1955025"/>
                </a:lnTo>
                <a:lnTo>
                  <a:pt x="4785002" y="1838878"/>
                </a:lnTo>
                <a:lnTo>
                  <a:pt x="4753245" y="1724082"/>
                </a:lnTo>
                <a:lnTo>
                  <a:pt x="4715852" y="1610846"/>
                </a:lnTo>
                <a:lnTo>
                  <a:pt x="4672863" y="1499385"/>
                </a:lnTo>
                <a:lnTo>
                  <a:pt x="4624445" y="1390172"/>
                </a:lnTo>
                <a:lnTo>
                  <a:pt x="4570817" y="1283661"/>
                </a:lnTo>
                <a:lnTo>
                  <a:pt x="4512099" y="1180032"/>
                </a:lnTo>
                <a:lnTo>
                  <a:pt x="4448410" y="1079465"/>
                </a:lnTo>
                <a:lnTo>
                  <a:pt x="4379870" y="982139"/>
                </a:lnTo>
                <a:lnTo>
                  <a:pt x="4306600" y="888233"/>
                </a:lnTo>
                <a:lnTo>
                  <a:pt x="4228720" y="797927"/>
                </a:lnTo>
                <a:lnTo>
                  <a:pt x="4146349" y="711401"/>
                </a:lnTo>
                <a:lnTo>
                  <a:pt x="4059823" y="629030"/>
                </a:lnTo>
                <a:lnTo>
                  <a:pt x="3969517" y="551150"/>
                </a:lnTo>
                <a:lnTo>
                  <a:pt x="3875611" y="477880"/>
                </a:lnTo>
                <a:lnTo>
                  <a:pt x="3778285" y="409340"/>
                </a:lnTo>
                <a:lnTo>
                  <a:pt x="3677718" y="345651"/>
                </a:lnTo>
                <a:lnTo>
                  <a:pt x="3574089" y="286933"/>
                </a:lnTo>
                <a:lnTo>
                  <a:pt x="3467578" y="233305"/>
                </a:lnTo>
                <a:lnTo>
                  <a:pt x="3358365" y="184887"/>
                </a:lnTo>
                <a:lnTo>
                  <a:pt x="3246904" y="141898"/>
                </a:lnTo>
                <a:lnTo>
                  <a:pt x="3133668" y="104505"/>
                </a:lnTo>
                <a:lnTo>
                  <a:pt x="3018872" y="72748"/>
                </a:lnTo>
                <a:lnTo>
                  <a:pt x="2902725" y="46671"/>
                </a:lnTo>
                <a:lnTo>
                  <a:pt x="2785440" y="26316"/>
                </a:lnTo>
                <a:lnTo>
                  <a:pt x="2667229" y="11724"/>
                </a:lnTo>
                <a:lnTo>
                  <a:pt x="2548303" y="2938"/>
                </a:lnTo>
                <a:lnTo>
                  <a:pt x="2428875" y="0"/>
                </a:lnTo>
                <a:lnTo>
                  <a:pt x="2309447" y="2938"/>
                </a:lnTo>
                <a:lnTo>
                  <a:pt x="2190521" y="11724"/>
                </a:lnTo>
                <a:lnTo>
                  <a:pt x="2072310" y="26316"/>
                </a:lnTo>
                <a:lnTo>
                  <a:pt x="1955025" y="46671"/>
                </a:lnTo>
                <a:lnTo>
                  <a:pt x="1838878" y="72748"/>
                </a:lnTo>
                <a:lnTo>
                  <a:pt x="1724082" y="104505"/>
                </a:lnTo>
                <a:lnTo>
                  <a:pt x="1610846" y="141898"/>
                </a:lnTo>
                <a:lnTo>
                  <a:pt x="1499385" y="184887"/>
                </a:lnTo>
                <a:lnTo>
                  <a:pt x="1390172" y="233305"/>
                </a:lnTo>
                <a:lnTo>
                  <a:pt x="1283661" y="286933"/>
                </a:lnTo>
                <a:lnTo>
                  <a:pt x="1180032" y="345651"/>
                </a:lnTo>
                <a:lnTo>
                  <a:pt x="1079465" y="409340"/>
                </a:lnTo>
                <a:lnTo>
                  <a:pt x="982139" y="477880"/>
                </a:lnTo>
                <a:lnTo>
                  <a:pt x="888233" y="551150"/>
                </a:lnTo>
                <a:lnTo>
                  <a:pt x="797927" y="629030"/>
                </a:lnTo>
                <a:lnTo>
                  <a:pt x="711401" y="711401"/>
                </a:lnTo>
                <a:lnTo>
                  <a:pt x="629030" y="797927"/>
                </a:lnTo>
                <a:lnTo>
                  <a:pt x="551150" y="888233"/>
                </a:lnTo>
                <a:lnTo>
                  <a:pt x="477880" y="982139"/>
                </a:lnTo>
                <a:lnTo>
                  <a:pt x="409340" y="1079465"/>
                </a:lnTo>
                <a:lnTo>
                  <a:pt x="345651" y="1180032"/>
                </a:lnTo>
                <a:lnTo>
                  <a:pt x="286933" y="1283661"/>
                </a:lnTo>
                <a:lnTo>
                  <a:pt x="233305" y="1390172"/>
                </a:lnTo>
                <a:lnTo>
                  <a:pt x="184887" y="1499385"/>
                </a:lnTo>
                <a:lnTo>
                  <a:pt x="141898" y="1610846"/>
                </a:lnTo>
                <a:lnTo>
                  <a:pt x="104505" y="1724082"/>
                </a:lnTo>
                <a:lnTo>
                  <a:pt x="72748" y="1838878"/>
                </a:lnTo>
                <a:lnTo>
                  <a:pt x="46671" y="1955025"/>
                </a:lnTo>
                <a:lnTo>
                  <a:pt x="26316" y="2072310"/>
                </a:lnTo>
                <a:lnTo>
                  <a:pt x="11724" y="2190521"/>
                </a:lnTo>
                <a:lnTo>
                  <a:pt x="2938" y="2309447"/>
                </a:lnTo>
                <a:lnTo>
                  <a:pt x="0" y="2428875"/>
                </a:lnTo>
                <a:lnTo>
                  <a:pt x="2938" y="2548303"/>
                </a:lnTo>
                <a:lnTo>
                  <a:pt x="11724" y="2667229"/>
                </a:lnTo>
                <a:lnTo>
                  <a:pt x="26316" y="2785440"/>
                </a:lnTo>
                <a:lnTo>
                  <a:pt x="46671" y="2902725"/>
                </a:lnTo>
                <a:lnTo>
                  <a:pt x="72748" y="3018872"/>
                </a:lnTo>
                <a:lnTo>
                  <a:pt x="104505" y="3133668"/>
                </a:lnTo>
                <a:lnTo>
                  <a:pt x="141898" y="3246904"/>
                </a:lnTo>
                <a:lnTo>
                  <a:pt x="184887" y="3358365"/>
                </a:lnTo>
                <a:lnTo>
                  <a:pt x="233305" y="3467578"/>
                </a:lnTo>
                <a:lnTo>
                  <a:pt x="286933" y="3574089"/>
                </a:lnTo>
                <a:lnTo>
                  <a:pt x="345651" y="3677718"/>
                </a:lnTo>
                <a:lnTo>
                  <a:pt x="409340" y="3778285"/>
                </a:lnTo>
                <a:lnTo>
                  <a:pt x="477880" y="3875611"/>
                </a:lnTo>
                <a:lnTo>
                  <a:pt x="551150" y="3969517"/>
                </a:lnTo>
                <a:lnTo>
                  <a:pt x="629030" y="4059823"/>
                </a:lnTo>
                <a:lnTo>
                  <a:pt x="711401" y="4146349"/>
                </a:lnTo>
                <a:lnTo>
                  <a:pt x="797927" y="4228720"/>
                </a:lnTo>
                <a:lnTo>
                  <a:pt x="888233" y="4306600"/>
                </a:lnTo>
                <a:lnTo>
                  <a:pt x="982139" y="4379870"/>
                </a:lnTo>
                <a:lnTo>
                  <a:pt x="1079465" y="4448410"/>
                </a:lnTo>
                <a:lnTo>
                  <a:pt x="1180032" y="4512099"/>
                </a:lnTo>
                <a:lnTo>
                  <a:pt x="1283661" y="4570817"/>
                </a:lnTo>
                <a:lnTo>
                  <a:pt x="1390172" y="4624445"/>
                </a:lnTo>
                <a:lnTo>
                  <a:pt x="1499385" y="4672863"/>
                </a:lnTo>
                <a:lnTo>
                  <a:pt x="1610846" y="4715852"/>
                </a:lnTo>
                <a:lnTo>
                  <a:pt x="1724082" y="4753245"/>
                </a:lnTo>
                <a:lnTo>
                  <a:pt x="1838878" y="4785002"/>
                </a:lnTo>
                <a:lnTo>
                  <a:pt x="1955025" y="4811079"/>
                </a:lnTo>
                <a:lnTo>
                  <a:pt x="2072310" y="4831434"/>
                </a:lnTo>
                <a:lnTo>
                  <a:pt x="2190521" y="4846026"/>
                </a:lnTo>
                <a:lnTo>
                  <a:pt x="2309447" y="4854812"/>
                </a:lnTo>
                <a:lnTo>
                  <a:pt x="2428875" y="4857750"/>
                </a:lnTo>
                <a:lnTo>
                  <a:pt x="2548303" y="4854812"/>
                </a:lnTo>
                <a:lnTo>
                  <a:pt x="2667229" y="4846026"/>
                </a:lnTo>
                <a:lnTo>
                  <a:pt x="2785440" y="4831434"/>
                </a:lnTo>
                <a:lnTo>
                  <a:pt x="2902725" y="4811079"/>
                </a:lnTo>
                <a:lnTo>
                  <a:pt x="3018872" y="4785002"/>
                </a:lnTo>
                <a:lnTo>
                  <a:pt x="3133668" y="4753245"/>
                </a:lnTo>
                <a:lnTo>
                  <a:pt x="3246904" y="4715852"/>
                </a:lnTo>
                <a:lnTo>
                  <a:pt x="3358365" y="4672863"/>
                </a:lnTo>
                <a:lnTo>
                  <a:pt x="3467578" y="4624445"/>
                </a:lnTo>
                <a:lnTo>
                  <a:pt x="3574089" y="4570817"/>
                </a:lnTo>
                <a:lnTo>
                  <a:pt x="3677718" y="4512099"/>
                </a:lnTo>
                <a:lnTo>
                  <a:pt x="3778285" y="4448410"/>
                </a:lnTo>
                <a:lnTo>
                  <a:pt x="3875611" y="4379870"/>
                </a:lnTo>
                <a:lnTo>
                  <a:pt x="3969517" y="4306600"/>
                </a:lnTo>
                <a:lnTo>
                  <a:pt x="4059823" y="4228720"/>
                </a:lnTo>
                <a:lnTo>
                  <a:pt x="4146349" y="4146349"/>
                </a:lnTo>
                <a:lnTo>
                  <a:pt x="4228720" y="4059823"/>
                </a:lnTo>
                <a:lnTo>
                  <a:pt x="4306600" y="3969517"/>
                </a:lnTo>
                <a:lnTo>
                  <a:pt x="4379870" y="3875611"/>
                </a:lnTo>
                <a:lnTo>
                  <a:pt x="4448410" y="3778285"/>
                </a:lnTo>
                <a:lnTo>
                  <a:pt x="4512099" y="3677718"/>
                </a:lnTo>
                <a:lnTo>
                  <a:pt x="4570817" y="3574089"/>
                </a:lnTo>
                <a:lnTo>
                  <a:pt x="4624445" y="3467578"/>
                </a:lnTo>
                <a:lnTo>
                  <a:pt x="4672863" y="3358365"/>
                </a:lnTo>
                <a:lnTo>
                  <a:pt x="4715852" y="3246904"/>
                </a:lnTo>
                <a:lnTo>
                  <a:pt x="4753245" y="3133668"/>
                </a:lnTo>
                <a:lnTo>
                  <a:pt x="4785002" y="3018872"/>
                </a:lnTo>
                <a:lnTo>
                  <a:pt x="4811079" y="2902725"/>
                </a:lnTo>
                <a:lnTo>
                  <a:pt x="4831434" y="2785440"/>
                </a:lnTo>
                <a:lnTo>
                  <a:pt x="4846026" y="2667229"/>
                </a:lnTo>
                <a:lnTo>
                  <a:pt x="4854812" y="2548303"/>
                </a:lnTo>
                <a:lnTo>
                  <a:pt x="4857750" y="2428875"/>
                </a:lnTo>
                <a:close/>
                <a:moveTo>
                  <a:pt x="2428875" y="2428875"/>
                </a:move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A2_polygon_Cryo_15031">
            <a:extLst>
              <a:ext uri="{FF2B5EF4-FFF2-40B4-BE49-F238E27FC236}">
                <a16:creationId xmlns:a16="http://schemas.microsoft.com/office/drawing/2014/main" id="{2F1E7445-C9CD-4609-A8BA-26413E353B37}"/>
              </a:ext>
            </a:extLst>
          </p:cNvPr>
          <p:cNvSpPr>
            <a:spLocks noGrp="1"/>
          </p:cNvSpPr>
          <p:nvPr/>
        </p:nvSpPr>
        <p:spPr>
          <a:xfrm>
            <a:off x="4300501" y="3671888"/>
            <a:ext cx="923999" cy="878775"/>
          </a:xfrm>
          <a:custGeom>
            <a:avLst/>
            <a:gdLst/>
            <a:ahLst/>
            <a:cxnLst/>
            <a:rect l="0" t="0" r="0" b="0"/>
            <a:pathLst>
              <a:path w="923999" h="878775">
                <a:moveTo>
                  <a:pt x="461999" y="0"/>
                </a:moveTo>
                <a:lnTo>
                  <a:pt x="923999" y="335662"/>
                </a:lnTo>
                <a:lnTo>
                  <a:pt x="747531" y="878775"/>
                </a:lnTo>
                <a:lnTo>
                  <a:pt x="176468" y="878775"/>
                </a:lnTo>
                <a:lnTo>
                  <a:pt x="0" y="335662"/>
                </a:lnTo>
                <a:lnTo>
                  <a:pt x="461999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4" name="A2_polygon_Cryo_15032">
            <a:extLst>
              <a:ext uri="{FF2B5EF4-FFF2-40B4-BE49-F238E27FC236}">
                <a16:creationId xmlns:a16="http://schemas.microsoft.com/office/drawing/2014/main" id="{99048578-3AE7-4269-A5C0-5D37C0F6243A}"/>
              </a:ext>
            </a:extLst>
          </p:cNvPr>
          <p:cNvSpPr>
            <a:spLocks noGrp="1"/>
          </p:cNvSpPr>
          <p:nvPr/>
        </p:nvSpPr>
        <p:spPr>
          <a:xfrm>
            <a:off x="3838501" y="3186113"/>
            <a:ext cx="1847998" cy="1757550"/>
          </a:xfrm>
          <a:custGeom>
            <a:avLst/>
            <a:gdLst/>
            <a:ahLst/>
            <a:cxnLst/>
            <a:rect l="0" t="0" r="0" b="0"/>
            <a:pathLst>
              <a:path w="1847998" h="1757550">
                <a:moveTo>
                  <a:pt x="923999" y="0"/>
                </a:moveTo>
                <a:lnTo>
                  <a:pt x="1847998" y="671325"/>
                </a:lnTo>
                <a:lnTo>
                  <a:pt x="1495062" y="1757550"/>
                </a:lnTo>
                <a:lnTo>
                  <a:pt x="352936" y="1757550"/>
                </a:lnTo>
                <a:lnTo>
                  <a:pt x="0" y="671325"/>
                </a:lnTo>
                <a:lnTo>
                  <a:pt x="923999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5" name="A2_polygon_Cryo_15033">
            <a:extLst>
              <a:ext uri="{FF2B5EF4-FFF2-40B4-BE49-F238E27FC236}">
                <a16:creationId xmlns:a16="http://schemas.microsoft.com/office/drawing/2014/main" id="{F88B2C20-1353-4DCE-837B-F02AF9C1F148}"/>
              </a:ext>
            </a:extLst>
          </p:cNvPr>
          <p:cNvSpPr>
            <a:spLocks noGrp="1"/>
          </p:cNvSpPr>
          <p:nvPr/>
        </p:nvSpPr>
        <p:spPr>
          <a:xfrm>
            <a:off x="3376502" y="2700338"/>
            <a:ext cx="2771997" cy="2636326"/>
          </a:xfrm>
          <a:custGeom>
            <a:avLst/>
            <a:gdLst/>
            <a:ahLst/>
            <a:cxnLst/>
            <a:rect l="0" t="0" r="0" b="0"/>
            <a:pathLst>
              <a:path w="2771997" h="2636326">
                <a:moveTo>
                  <a:pt x="1385998" y="0"/>
                </a:moveTo>
                <a:lnTo>
                  <a:pt x="2771997" y="1006987"/>
                </a:lnTo>
                <a:lnTo>
                  <a:pt x="2242593" y="2636326"/>
                </a:lnTo>
                <a:lnTo>
                  <a:pt x="529404" y="2636326"/>
                </a:lnTo>
                <a:lnTo>
                  <a:pt x="0" y="1006987"/>
                </a:lnTo>
                <a:lnTo>
                  <a:pt x="1385998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6" name="A2_polygon_Cryo_15034">
            <a:extLst>
              <a:ext uri="{FF2B5EF4-FFF2-40B4-BE49-F238E27FC236}">
                <a16:creationId xmlns:a16="http://schemas.microsoft.com/office/drawing/2014/main" id="{9FD3C3F4-5CE2-4BDC-B9C3-C316826E5F60}"/>
              </a:ext>
            </a:extLst>
          </p:cNvPr>
          <p:cNvSpPr>
            <a:spLocks noGrp="1"/>
          </p:cNvSpPr>
          <p:nvPr/>
        </p:nvSpPr>
        <p:spPr>
          <a:xfrm>
            <a:off x="2914502" y="2214563"/>
            <a:ext cx="3695996" cy="3515101"/>
          </a:xfrm>
          <a:custGeom>
            <a:avLst/>
            <a:gdLst/>
            <a:ahLst/>
            <a:cxnLst/>
            <a:rect l="0" t="0" r="0" b="0"/>
            <a:pathLst>
              <a:path w="3695996" h="3515101">
                <a:moveTo>
                  <a:pt x="1847998" y="0"/>
                </a:moveTo>
                <a:lnTo>
                  <a:pt x="3695996" y="1342649"/>
                </a:lnTo>
                <a:lnTo>
                  <a:pt x="2990123" y="3515101"/>
                </a:lnTo>
                <a:lnTo>
                  <a:pt x="705872" y="3515101"/>
                </a:lnTo>
                <a:lnTo>
                  <a:pt x="0" y="1342649"/>
                </a:lnTo>
                <a:lnTo>
                  <a:pt x="1847998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7" name="A2_polygon_Cryo_15035">
            <a:extLst>
              <a:ext uri="{FF2B5EF4-FFF2-40B4-BE49-F238E27FC236}">
                <a16:creationId xmlns:a16="http://schemas.microsoft.com/office/drawing/2014/main" id="{ED43D711-5FDC-4439-A61A-37EDC33C27E3}"/>
              </a:ext>
            </a:extLst>
          </p:cNvPr>
          <p:cNvSpPr>
            <a:spLocks noGrp="1"/>
          </p:cNvSpPr>
          <p:nvPr/>
        </p:nvSpPr>
        <p:spPr>
          <a:xfrm>
            <a:off x="2452503" y="1728788"/>
            <a:ext cx="4619995" cy="4393876"/>
          </a:xfrm>
          <a:custGeom>
            <a:avLst/>
            <a:gdLst/>
            <a:ahLst/>
            <a:cxnLst/>
            <a:rect l="0" t="0" r="0" b="0"/>
            <a:pathLst>
              <a:path w="4619995" h="4393876">
                <a:moveTo>
                  <a:pt x="2309997" y="0"/>
                </a:moveTo>
                <a:lnTo>
                  <a:pt x="4619995" y="1678311"/>
                </a:lnTo>
                <a:lnTo>
                  <a:pt x="3737654" y="4393876"/>
                </a:lnTo>
                <a:lnTo>
                  <a:pt x="882341" y="4393876"/>
                </a:lnTo>
                <a:lnTo>
                  <a:pt x="0" y="1678311"/>
                </a:lnTo>
                <a:lnTo>
                  <a:pt x="2309997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8" name="A2_polygon_Cryo_15036">
            <a:extLst>
              <a:ext uri="{FF2B5EF4-FFF2-40B4-BE49-F238E27FC236}">
                <a16:creationId xmlns:a16="http://schemas.microsoft.com/office/drawing/2014/main" id="{053C90F6-A616-4201-9B7C-2FE3E022F574}"/>
              </a:ext>
            </a:extLst>
          </p:cNvPr>
          <p:cNvSpPr>
            <a:spLocks noGrp="1"/>
          </p:cNvSpPr>
          <p:nvPr/>
        </p:nvSpPr>
        <p:spPr>
          <a:xfrm>
            <a:off x="3481647" y="2974876"/>
            <a:ext cx="2530292" cy="1921659"/>
          </a:xfrm>
          <a:custGeom>
            <a:avLst/>
            <a:gdLst/>
            <a:ahLst/>
            <a:cxnLst/>
            <a:rect l="0" t="0" r="0" b="0"/>
            <a:pathLst>
              <a:path w="2530292" h="1921659">
                <a:moveTo>
                  <a:pt x="1280853" y="0"/>
                </a:moveTo>
                <a:lnTo>
                  <a:pt x="2530292" y="776819"/>
                </a:lnTo>
                <a:lnTo>
                  <a:pt x="1817675" y="1921659"/>
                </a:lnTo>
                <a:lnTo>
                  <a:pt x="744031" y="1921659"/>
                </a:lnTo>
                <a:lnTo>
                  <a:pt x="0" y="766612"/>
                </a:lnTo>
                <a:lnTo>
                  <a:pt x="1280853" y="0"/>
                </a:lnTo>
                <a:close/>
              </a:path>
            </a:pathLst>
          </a:custGeom>
          <a:solidFill>
            <a:srgbClr val="566AB4">
              <a:alpha val="6000"/>
            </a:srgbClr>
          </a:solidFill>
          <a:ln w="22949">
            <a:solidFill>
              <a:srgbClr val="566AB4">
                <a:alpha val="6000"/>
              </a:srgbClr>
            </a:solidFill>
            <a:prstDash val="solid"/>
          </a:ln>
        </p:spPr>
      </p:sp>
      <p:sp>
        <p:nvSpPr>
          <p:cNvPr id="9" name="A2_polygon_Cryo_15037">
            <a:extLst>
              <a:ext uri="{FF2B5EF4-FFF2-40B4-BE49-F238E27FC236}">
                <a16:creationId xmlns:a16="http://schemas.microsoft.com/office/drawing/2014/main" id="{B8968043-C753-4E12-B011-616EAFD3408B}"/>
              </a:ext>
            </a:extLst>
          </p:cNvPr>
          <p:cNvSpPr>
            <a:spLocks noGrp="1"/>
          </p:cNvSpPr>
          <p:nvPr/>
        </p:nvSpPr>
        <p:spPr>
          <a:xfrm>
            <a:off x="3491278" y="2974876"/>
            <a:ext cx="2510327" cy="1951982"/>
          </a:xfrm>
          <a:custGeom>
            <a:avLst/>
            <a:gdLst/>
            <a:ahLst/>
            <a:cxnLst/>
            <a:rect l="0" t="0" r="0" b="0"/>
            <a:pathLst>
              <a:path w="2510327" h="1951982">
                <a:moveTo>
                  <a:pt x="1271222" y="0"/>
                </a:moveTo>
                <a:lnTo>
                  <a:pt x="2510327" y="780177"/>
                </a:lnTo>
                <a:lnTo>
                  <a:pt x="1830075" y="1951982"/>
                </a:lnTo>
                <a:lnTo>
                  <a:pt x="712369" y="1951982"/>
                </a:lnTo>
                <a:lnTo>
                  <a:pt x="0" y="769742"/>
                </a:lnTo>
                <a:lnTo>
                  <a:pt x="1271222" y="0"/>
                </a:lnTo>
                <a:close/>
              </a:path>
            </a:pathLst>
          </a:custGeom>
          <a:solidFill>
            <a:srgbClr val="B876A3">
              <a:alpha val="6000"/>
            </a:srgbClr>
          </a:solidFill>
          <a:ln w="22949">
            <a:solidFill>
              <a:srgbClr val="B876A3">
                <a:alpha val="6000"/>
              </a:srgbClr>
            </a:solidFill>
            <a:prstDash val="solid"/>
          </a:ln>
        </p:spPr>
      </p:sp>
      <p:sp>
        <p:nvSpPr>
          <p:cNvPr id="10" name="A2_polygon_Cryo_15038">
            <a:extLst>
              <a:ext uri="{FF2B5EF4-FFF2-40B4-BE49-F238E27FC236}">
                <a16:creationId xmlns:a16="http://schemas.microsoft.com/office/drawing/2014/main" id="{11A9E67F-75E2-4850-8F5F-5D18112CA45E}"/>
              </a:ext>
            </a:extLst>
          </p:cNvPr>
          <p:cNvSpPr>
            <a:spLocks noGrp="1"/>
          </p:cNvSpPr>
          <p:nvPr/>
        </p:nvSpPr>
        <p:spPr>
          <a:xfrm>
            <a:off x="3717626" y="3182182"/>
            <a:ext cx="2075079" cy="1466222"/>
          </a:xfrm>
          <a:custGeom>
            <a:avLst/>
            <a:gdLst/>
            <a:ahLst/>
            <a:cxnLst/>
            <a:rect l="0" t="0" r="0" b="0"/>
            <a:pathLst>
              <a:path w="2075079" h="1466222">
                <a:moveTo>
                  <a:pt x="1044874" y="0"/>
                </a:moveTo>
                <a:lnTo>
                  <a:pt x="2075079" y="640746"/>
                </a:lnTo>
                <a:lnTo>
                  <a:pt x="1401419" y="1466222"/>
                </a:lnTo>
                <a:lnTo>
                  <a:pt x="688329" y="1466222"/>
                </a:lnTo>
                <a:lnTo>
                  <a:pt x="0" y="635980"/>
                </a:lnTo>
                <a:lnTo>
                  <a:pt x="1044874" y="0"/>
                </a:lnTo>
                <a:close/>
              </a:path>
            </a:pathLst>
          </a:custGeom>
          <a:solidFill>
            <a:srgbClr val="68737D">
              <a:alpha val="6000"/>
            </a:srgbClr>
          </a:solidFill>
          <a:ln w="22949">
            <a:solidFill>
              <a:srgbClr val="68737D">
                <a:alpha val="6000"/>
              </a:srgbClr>
            </a:solidFill>
            <a:prstDash val="solid"/>
          </a:ln>
        </p:spPr>
      </p:sp>
      <p:sp>
        <p:nvSpPr>
          <p:cNvPr id="11" name="A2_polygon_Cryo_15039">
            <a:extLst>
              <a:ext uri="{FF2B5EF4-FFF2-40B4-BE49-F238E27FC236}">
                <a16:creationId xmlns:a16="http://schemas.microsoft.com/office/drawing/2014/main" id="{B293A3D7-0047-4E1B-AE14-D52E65C42CED}"/>
              </a:ext>
            </a:extLst>
          </p:cNvPr>
          <p:cNvSpPr>
            <a:spLocks noGrp="1"/>
          </p:cNvSpPr>
          <p:nvPr/>
        </p:nvSpPr>
        <p:spPr>
          <a:xfrm>
            <a:off x="4762500" y="1728788"/>
            <a:ext cx="191" cy="2428875"/>
          </a:xfrm>
          <a:custGeom>
            <a:avLst/>
            <a:gdLst/>
            <a:ahLst/>
            <a:cxnLst/>
            <a:rect l="0" t="0" r="0" b="0"/>
            <a:pathLst>
              <a:path w="191" h="2428875">
                <a:moveTo>
                  <a:pt x="0" y="2428875"/>
                </a:moveTo>
                <a:lnTo>
                  <a:pt x="0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2" name="text_15040">
            <a:extLst>
              <a:ext uri="{FF2B5EF4-FFF2-40B4-BE49-F238E27FC236}">
                <a16:creationId xmlns:a16="http://schemas.microsoft.com/office/drawing/2014/main" id="{688E687A-EE49-4A3B-82AA-A47DECEE88BD}"/>
              </a:ext>
            </a:extLst>
          </p:cNvPr>
          <p:cNvSpPr>
            <a:spLocks noGrp="1"/>
          </p:cNvSpPr>
          <p:nvPr/>
        </p:nvSpPr>
        <p:spPr>
          <a:xfrm>
            <a:off x="4427704" y="1065063"/>
            <a:ext cx="68102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13" name="text_15041">
            <a:extLst>
              <a:ext uri="{FF2B5EF4-FFF2-40B4-BE49-F238E27FC236}">
                <a16:creationId xmlns:a16="http://schemas.microsoft.com/office/drawing/2014/main" id="{D4AB1523-1246-489C-8C85-E179440E8884}"/>
              </a:ext>
            </a:extLst>
          </p:cNvPr>
          <p:cNvSpPr>
            <a:spLocks noGrp="1"/>
          </p:cNvSpPr>
          <p:nvPr/>
        </p:nvSpPr>
        <p:spPr>
          <a:xfrm>
            <a:off x="4481330" y="1234969"/>
            <a:ext cx="573714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14" name="A2_polygon_Cryo_15042">
            <a:extLst>
              <a:ext uri="{FF2B5EF4-FFF2-40B4-BE49-F238E27FC236}">
                <a16:creationId xmlns:a16="http://schemas.microsoft.com/office/drawing/2014/main" id="{68C05EC4-FF4C-47ED-8189-C1178F414821}"/>
              </a:ext>
            </a:extLst>
          </p:cNvPr>
          <p:cNvSpPr>
            <a:spLocks noGrp="1"/>
          </p:cNvSpPr>
          <p:nvPr/>
        </p:nvSpPr>
        <p:spPr>
          <a:xfrm>
            <a:off x="4762500" y="3407099"/>
            <a:ext cx="2309997" cy="750564"/>
          </a:xfrm>
          <a:custGeom>
            <a:avLst/>
            <a:gdLst/>
            <a:ahLst/>
            <a:cxnLst/>
            <a:rect l="0" t="0" r="0" b="0"/>
            <a:pathLst>
              <a:path w="2309997" h="750564">
                <a:moveTo>
                  <a:pt x="0" y="750564"/>
                </a:moveTo>
                <a:lnTo>
                  <a:pt x="2309997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5" name="text_15043">
            <a:extLst>
              <a:ext uri="{FF2B5EF4-FFF2-40B4-BE49-F238E27FC236}">
                <a16:creationId xmlns:a16="http://schemas.microsoft.com/office/drawing/2014/main" id="{6C2DACFB-85DF-4A8F-97CE-3C79ABD5AF94}"/>
              </a:ext>
            </a:extLst>
          </p:cNvPr>
          <p:cNvSpPr>
            <a:spLocks noGrp="1"/>
          </p:cNvSpPr>
          <p:nvPr/>
        </p:nvSpPr>
        <p:spPr>
          <a:xfrm>
            <a:off x="7135475" y="3084301"/>
            <a:ext cx="82399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15044">
            <a:extLst>
              <a:ext uri="{FF2B5EF4-FFF2-40B4-BE49-F238E27FC236}">
                <a16:creationId xmlns:a16="http://schemas.microsoft.com/office/drawing/2014/main" id="{17EB2DC2-E4FC-4A1D-AF14-BE7D13E7D376}"/>
              </a:ext>
            </a:extLst>
          </p:cNvPr>
          <p:cNvSpPr>
            <a:spLocks noGrp="1"/>
          </p:cNvSpPr>
          <p:nvPr/>
        </p:nvSpPr>
        <p:spPr>
          <a:xfrm>
            <a:off x="6981034" y="3254208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17" name="A2_polygon_Cryo_15045">
            <a:extLst>
              <a:ext uri="{FF2B5EF4-FFF2-40B4-BE49-F238E27FC236}">
                <a16:creationId xmlns:a16="http://schemas.microsoft.com/office/drawing/2014/main" id="{73788EAD-DD01-4B43-A405-C96B95605A45}"/>
              </a:ext>
            </a:extLst>
          </p:cNvPr>
          <p:cNvSpPr>
            <a:spLocks noGrp="1"/>
          </p:cNvSpPr>
          <p:nvPr/>
        </p:nvSpPr>
        <p:spPr>
          <a:xfrm>
            <a:off x="4762500" y="4157663"/>
            <a:ext cx="1427657" cy="1965001"/>
          </a:xfrm>
          <a:custGeom>
            <a:avLst/>
            <a:gdLst/>
            <a:ahLst/>
            <a:cxnLst/>
            <a:rect l="0" t="0" r="0" b="0"/>
            <a:pathLst>
              <a:path w="1427657" h="1965001">
                <a:moveTo>
                  <a:pt x="0" y="0"/>
                </a:moveTo>
                <a:lnTo>
                  <a:pt x="1427657" y="1965001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8" name="text_15046">
            <a:extLst>
              <a:ext uri="{FF2B5EF4-FFF2-40B4-BE49-F238E27FC236}">
                <a16:creationId xmlns:a16="http://schemas.microsoft.com/office/drawing/2014/main" id="{F2C33EBD-B17C-4748-BA67-ABA8692BCF7D}"/>
              </a:ext>
            </a:extLst>
          </p:cNvPr>
          <p:cNvSpPr>
            <a:spLocks noGrp="1"/>
          </p:cNvSpPr>
          <p:nvPr/>
        </p:nvSpPr>
        <p:spPr>
          <a:xfrm>
            <a:off x="6073898" y="6351497"/>
            <a:ext cx="82399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9" name="text_15047">
            <a:extLst>
              <a:ext uri="{FF2B5EF4-FFF2-40B4-BE49-F238E27FC236}">
                <a16:creationId xmlns:a16="http://schemas.microsoft.com/office/drawing/2014/main" id="{673E3313-ECE1-4778-8051-6A2CA22CF460}"/>
              </a:ext>
            </a:extLst>
          </p:cNvPr>
          <p:cNvSpPr>
            <a:spLocks noGrp="1"/>
          </p:cNvSpPr>
          <p:nvPr/>
        </p:nvSpPr>
        <p:spPr>
          <a:xfrm>
            <a:off x="5919458" y="6521404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0.6</a:t>
            </a:r>
          </a:p>
        </p:txBody>
      </p:sp>
      <p:sp>
        <p:nvSpPr>
          <p:cNvPr id="20" name="A2_polygon_Cryo_15048">
            <a:extLst>
              <a:ext uri="{FF2B5EF4-FFF2-40B4-BE49-F238E27FC236}">
                <a16:creationId xmlns:a16="http://schemas.microsoft.com/office/drawing/2014/main" id="{2B95D6FE-5301-4463-BB5D-91A4FA019543}"/>
              </a:ext>
            </a:extLst>
          </p:cNvPr>
          <p:cNvSpPr>
            <a:spLocks noGrp="1"/>
          </p:cNvSpPr>
          <p:nvPr/>
        </p:nvSpPr>
        <p:spPr>
          <a:xfrm>
            <a:off x="3334843" y="4157663"/>
            <a:ext cx="1427657" cy="1965001"/>
          </a:xfrm>
          <a:custGeom>
            <a:avLst/>
            <a:gdLst/>
            <a:ahLst/>
            <a:cxnLst/>
            <a:rect l="0" t="0" r="0" b="0"/>
            <a:pathLst>
              <a:path w="1427657" h="1965001">
                <a:moveTo>
                  <a:pt x="1427657" y="0"/>
                </a:moveTo>
                <a:lnTo>
                  <a:pt x="0" y="1965001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21" name="text_15049">
            <a:extLst>
              <a:ext uri="{FF2B5EF4-FFF2-40B4-BE49-F238E27FC236}">
                <a16:creationId xmlns:a16="http://schemas.microsoft.com/office/drawing/2014/main" id="{A5F19303-4317-4BB9-9E48-DB98ECF69D39}"/>
              </a:ext>
            </a:extLst>
          </p:cNvPr>
          <p:cNvSpPr>
            <a:spLocks noGrp="1"/>
          </p:cNvSpPr>
          <p:nvPr/>
        </p:nvSpPr>
        <p:spPr>
          <a:xfrm>
            <a:off x="2696596" y="6351534"/>
            <a:ext cx="707848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22" name="text_15050">
            <a:extLst>
              <a:ext uri="{FF2B5EF4-FFF2-40B4-BE49-F238E27FC236}">
                <a16:creationId xmlns:a16="http://schemas.microsoft.com/office/drawing/2014/main" id="{C34435ED-D18F-420D-8217-541156B24407}"/>
              </a:ext>
            </a:extLst>
          </p:cNvPr>
          <p:cNvSpPr>
            <a:spLocks noGrp="1"/>
          </p:cNvSpPr>
          <p:nvPr/>
        </p:nvSpPr>
        <p:spPr>
          <a:xfrm>
            <a:off x="2484125" y="6523324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0.6</a:t>
            </a:r>
          </a:p>
        </p:txBody>
      </p:sp>
      <p:sp>
        <p:nvSpPr>
          <p:cNvPr id="23" name="A2_polygon_Cryo_15051">
            <a:extLst>
              <a:ext uri="{FF2B5EF4-FFF2-40B4-BE49-F238E27FC236}">
                <a16:creationId xmlns:a16="http://schemas.microsoft.com/office/drawing/2014/main" id="{ACE30EB2-090F-4121-A6F6-CB28FDA38100}"/>
              </a:ext>
            </a:extLst>
          </p:cNvPr>
          <p:cNvSpPr>
            <a:spLocks noGrp="1"/>
          </p:cNvSpPr>
          <p:nvPr/>
        </p:nvSpPr>
        <p:spPr>
          <a:xfrm>
            <a:off x="2452503" y="3407099"/>
            <a:ext cx="2309997" cy="750564"/>
          </a:xfrm>
          <a:custGeom>
            <a:avLst/>
            <a:gdLst/>
            <a:ahLst/>
            <a:cxnLst/>
            <a:rect l="0" t="0" r="0" b="0"/>
            <a:pathLst>
              <a:path w="2309997" h="750564">
                <a:moveTo>
                  <a:pt x="2309997" y="750564"/>
                </a:moveTo>
                <a:lnTo>
                  <a:pt x="0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24" name="text_15052">
            <a:extLst>
              <a:ext uri="{FF2B5EF4-FFF2-40B4-BE49-F238E27FC236}">
                <a16:creationId xmlns:a16="http://schemas.microsoft.com/office/drawing/2014/main" id="{FD78690B-B32E-46CC-B960-BBA25CAEB334}"/>
              </a:ext>
            </a:extLst>
          </p:cNvPr>
          <p:cNvSpPr>
            <a:spLocks noGrp="1"/>
          </p:cNvSpPr>
          <p:nvPr/>
        </p:nvSpPr>
        <p:spPr>
          <a:xfrm>
            <a:off x="1635020" y="3084338"/>
            <a:ext cx="707848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25" name="text_15053">
            <a:extLst>
              <a:ext uri="{FF2B5EF4-FFF2-40B4-BE49-F238E27FC236}">
                <a16:creationId xmlns:a16="http://schemas.microsoft.com/office/drawing/2014/main" id="{A68EE7FF-4056-4E7D-B623-720488117311}"/>
              </a:ext>
            </a:extLst>
          </p:cNvPr>
          <p:cNvSpPr>
            <a:spLocks noGrp="1"/>
          </p:cNvSpPr>
          <p:nvPr/>
        </p:nvSpPr>
        <p:spPr>
          <a:xfrm>
            <a:off x="1422549" y="3256128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26" name="text_15054">
            <a:extLst>
              <a:ext uri="{FF2B5EF4-FFF2-40B4-BE49-F238E27FC236}">
                <a16:creationId xmlns:a16="http://schemas.microsoft.com/office/drawing/2014/main" id="{28FDF810-58B1-46F9-9BE5-F23FA82A9E07}"/>
              </a:ext>
            </a:extLst>
          </p:cNvPr>
          <p:cNvSpPr>
            <a:spLocks noGrp="1"/>
          </p:cNvSpPr>
          <p:nvPr/>
        </p:nvSpPr>
        <p:spPr>
          <a:xfrm>
            <a:off x="4830107" y="3545011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7" name="text_15055">
            <a:extLst>
              <a:ext uri="{FF2B5EF4-FFF2-40B4-BE49-F238E27FC236}">
                <a16:creationId xmlns:a16="http://schemas.microsoft.com/office/drawing/2014/main" id="{5F3E893D-214B-4DF4-B74C-3E9DAE6226A1}"/>
              </a:ext>
            </a:extLst>
          </p:cNvPr>
          <p:cNvSpPr>
            <a:spLocks noGrp="1"/>
          </p:cNvSpPr>
          <p:nvPr/>
        </p:nvSpPr>
        <p:spPr>
          <a:xfrm>
            <a:off x="4897714" y="3063963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8" name="text_15056">
            <a:extLst>
              <a:ext uri="{FF2B5EF4-FFF2-40B4-BE49-F238E27FC236}">
                <a16:creationId xmlns:a16="http://schemas.microsoft.com/office/drawing/2014/main" id="{7DA3F353-4A0D-4260-9E9C-282146879376}"/>
              </a:ext>
            </a:extLst>
          </p:cNvPr>
          <p:cNvSpPr>
            <a:spLocks noGrp="1"/>
          </p:cNvSpPr>
          <p:nvPr/>
        </p:nvSpPr>
        <p:spPr>
          <a:xfrm>
            <a:off x="4965320" y="2582916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text_15057">
            <a:extLst>
              <a:ext uri="{FF2B5EF4-FFF2-40B4-BE49-F238E27FC236}">
                <a16:creationId xmlns:a16="http://schemas.microsoft.com/office/drawing/2014/main" id="{E8301B75-0918-4F94-BF45-91408098024D}"/>
              </a:ext>
            </a:extLst>
          </p:cNvPr>
          <p:cNvSpPr>
            <a:spLocks noGrp="1"/>
          </p:cNvSpPr>
          <p:nvPr/>
        </p:nvSpPr>
        <p:spPr>
          <a:xfrm>
            <a:off x="5032927" y="2101868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0" name="text_15058">
            <a:extLst>
              <a:ext uri="{FF2B5EF4-FFF2-40B4-BE49-F238E27FC236}">
                <a16:creationId xmlns:a16="http://schemas.microsoft.com/office/drawing/2014/main" id="{2A07A02B-838E-4876-9617-7F2C2CC37413}"/>
              </a:ext>
            </a:extLst>
          </p:cNvPr>
          <p:cNvSpPr>
            <a:spLocks noGrp="1"/>
          </p:cNvSpPr>
          <p:nvPr/>
        </p:nvSpPr>
        <p:spPr>
          <a:xfrm>
            <a:off x="5100534" y="1620821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1" name="A2_polygon_Cryo_15059">
            <a:extLst>
              <a:ext uri="{FF2B5EF4-FFF2-40B4-BE49-F238E27FC236}">
                <a16:creationId xmlns:a16="http://schemas.microsoft.com/office/drawing/2014/main" id="{8AC45C8A-B5AB-468C-BAED-80DC950820EA}"/>
              </a:ext>
            </a:extLst>
          </p:cNvPr>
          <p:cNvSpPr>
            <a:spLocks noGrp="1"/>
          </p:cNvSpPr>
          <p:nvPr/>
        </p:nvSpPr>
        <p:spPr>
          <a:xfrm>
            <a:off x="3481647" y="2974876"/>
            <a:ext cx="2530292" cy="1921659"/>
          </a:xfrm>
          <a:custGeom>
            <a:avLst/>
            <a:gdLst/>
            <a:ahLst/>
            <a:cxnLst/>
            <a:rect l="0" t="0" r="0" b="0"/>
            <a:pathLst>
              <a:path w="2530292" h="1921659">
                <a:moveTo>
                  <a:pt x="1280853" y="0"/>
                </a:moveTo>
                <a:lnTo>
                  <a:pt x="2530292" y="776819"/>
                </a:lnTo>
                <a:lnTo>
                  <a:pt x="1817675" y="1921659"/>
                </a:lnTo>
                <a:lnTo>
                  <a:pt x="744031" y="1921659"/>
                </a:lnTo>
                <a:lnTo>
                  <a:pt x="0" y="766612"/>
                </a:lnTo>
                <a:lnTo>
                  <a:pt x="1280853" y="0"/>
                </a:lnTo>
                <a:close/>
              </a:path>
            </a:pathLst>
          </a:custGeom>
          <a:noFill/>
          <a:ln w="26391">
            <a:solidFill>
              <a:srgbClr val="566AB4"/>
            </a:solidFill>
            <a:prstDash val="solid"/>
          </a:ln>
        </p:spPr>
      </p:sp>
      <p:sp>
        <p:nvSpPr>
          <p:cNvPr id="32" name="A2_polygon_Cryo_15060">
            <a:extLst>
              <a:ext uri="{FF2B5EF4-FFF2-40B4-BE49-F238E27FC236}">
                <a16:creationId xmlns:a16="http://schemas.microsoft.com/office/drawing/2014/main" id="{CF4A7F01-E3B2-4F14-81A4-57937D407213}"/>
              </a:ext>
            </a:extLst>
          </p:cNvPr>
          <p:cNvSpPr>
            <a:spLocks noGrp="1"/>
          </p:cNvSpPr>
          <p:nvPr/>
        </p:nvSpPr>
        <p:spPr>
          <a:xfrm>
            <a:off x="4728077" y="2940453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3" name="A2_polygon_Cryo_15061">
            <a:extLst>
              <a:ext uri="{FF2B5EF4-FFF2-40B4-BE49-F238E27FC236}">
                <a16:creationId xmlns:a16="http://schemas.microsoft.com/office/drawing/2014/main" id="{78073983-A45E-4D41-A134-7A8921D396D9}"/>
              </a:ext>
            </a:extLst>
          </p:cNvPr>
          <p:cNvSpPr>
            <a:spLocks noGrp="1"/>
          </p:cNvSpPr>
          <p:nvPr/>
        </p:nvSpPr>
        <p:spPr>
          <a:xfrm>
            <a:off x="5977516" y="3717272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4" name="A2_polygon_Cryo_15062">
            <a:extLst>
              <a:ext uri="{FF2B5EF4-FFF2-40B4-BE49-F238E27FC236}">
                <a16:creationId xmlns:a16="http://schemas.microsoft.com/office/drawing/2014/main" id="{51D61C15-9EB0-4FF4-B49E-D3A0272A3775}"/>
              </a:ext>
            </a:extLst>
          </p:cNvPr>
          <p:cNvSpPr>
            <a:spLocks noGrp="1"/>
          </p:cNvSpPr>
          <p:nvPr/>
        </p:nvSpPr>
        <p:spPr>
          <a:xfrm>
            <a:off x="5264899" y="4862112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5" name="A2_polygon_Cryo_15063">
            <a:extLst>
              <a:ext uri="{FF2B5EF4-FFF2-40B4-BE49-F238E27FC236}">
                <a16:creationId xmlns:a16="http://schemas.microsoft.com/office/drawing/2014/main" id="{881DEBE1-361D-4B23-A09F-5F85421F9EB2}"/>
              </a:ext>
            </a:extLst>
          </p:cNvPr>
          <p:cNvSpPr>
            <a:spLocks noGrp="1"/>
          </p:cNvSpPr>
          <p:nvPr/>
        </p:nvSpPr>
        <p:spPr>
          <a:xfrm>
            <a:off x="4191255" y="4862112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6" name="A2_polygon_Cryo_15064">
            <a:extLst>
              <a:ext uri="{FF2B5EF4-FFF2-40B4-BE49-F238E27FC236}">
                <a16:creationId xmlns:a16="http://schemas.microsoft.com/office/drawing/2014/main" id="{9758B8E2-3295-4A13-9641-77EEFA7EB258}"/>
              </a:ext>
            </a:extLst>
          </p:cNvPr>
          <p:cNvSpPr>
            <a:spLocks noGrp="1"/>
          </p:cNvSpPr>
          <p:nvPr/>
        </p:nvSpPr>
        <p:spPr>
          <a:xfrm>
            <a:off x="3447224" y="3707065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7" name="A2_polygon_Cryo_15065">
            <a:extLst>
              <a:ext uri="{FF2B5EF4-FFF2-40B4-BE49-F238E27FC236}">
                <a16:creationId xmlns:a16="http://schemas.microsoft.com/office/drawing/2014/main" id="{97EE3E0A-6810-47E9-97F1-08031B9F1FE7}"/>
              </a:ext>
            </a:extLst>
          </p:cNvPr>
          <p:cNvSpPr>
            <a:spLocks noGrp="1"/>
          </p:cNvSpPr>
          <p:nvPr/>
        </p:nvSpPr>
        <p:spPr>
          <a:xfrm>
            <a:off x="4728077" y="2940453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8" name="A2_polygon_Cryo_15066">
            <a:extLst>
              <a:ext uri="{FF2B5EF4-FFF2-40B4-BE49-F238E27FC236}">
                <a16:creationId xmlns:a16="http://schemas.microsoft.com/office/drawing/2014/main" id="{FA53533E-BBDC-4247-8305-8670677DC896}"/>
              </a:ext>
            </a:extLst>
          </p:cNvPr>
          <p:cNvSpPr>
            <a:spLocks noGrp="1"/>
          </p:cNvSpPr>
          <p:nvPr/>
        </p:nvSpPr>
        <p:spPr>
          <a:xfrm>
            <a:off x="3491278" y="2974876"/>
            <a:ext cx="2510327" cy="1951982"/>
          </a:xfrm>
          <a:custGeom>
            <a:avLst/>
            <a:gdLst/>
            <a:ahLst/>
            <a:cxnLst/>
            <a:rect l="0" t="0" r="0" b="0"/>
            <a:pathLst>
              <a:path w="2510327" h="1951982">
                <a:moveTo>
                  <a:pt x="1271222" y="0"/>
                </a:moveTo>
                <a:lnTo>
                  <a:pt x="2510327" y="780177"/>
                </a:lnTo>
                <a:lnTo>
                  <a:pt x="1830075" y="1951982"/>
                </a:lnTo>
                <a:lnTo>
                  <a:pt x="712369" y="1951982"/>
                </a:lnTo>
                <a:lnTo>
                  <a:pt x="0" y="769742"/>
                </a:lnTo>
                <a:lnTo>
                  <a:pt x="1271222" y="0"/>
                </a:lnTo>
                <a:close/>
              </a:path>
            </a:pathLst>
          </a:custGeom>
          <a:noFill/>
          <a:ln w="26391">
            <a:solidFill>
              <a:srgbClr val="B876A3"/>
            </a:solidFill>
            <a:prstDash val="dash"/>
          </a:ln>
        </p:spPr>
      </p:sp>
      <p:sp>
        <p:nvSpPr>
          <p:cNvPr id="39" name="A2_polygon_Cryo_15067">
            <a:extLst>
              <a:ext uri="{FF2B5EF4-FFF2-40B4-BE49-F238E27FC236}">
                <a16:creationId xmlns:a16="http://schemas.microsoft.com/office/drawing/2014/main" id="{FBAF5469-D534-4B4C-A571-037456D3C0AF}"/>
              </a:ext>
            </a:extLst>
          </p:cNvPr>
          <p:cNvSpPr>
            <a:spLocks noGrp="1"/>
          </p:cNvSpPr>
          <p:nvPr/>
        </p:nvSpPr>
        <p:spPr>
          <a:xfrm>
            <a:off x="4728077" y="2940453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0" name="A2_polygon_Cryo_15068">
            <a:extLst>
              <a:ext uri="{FF2B5EF4-FFF2-40B4-BE49-F238E27FC236}">
                <a16:creationId xmlns:a16="http://schemas.microsoft.com/office/drawing/2014/main" id="{F37953FD-8D91-4ECC-AEB4-6C282CBBB8BD}"/>
              </a:ext>
            </a:extLst>
          </p:cNvPr>
          <p:cNvSpPr>
            <a:spLocks noGrp="1"/>
          </p:cNvSpPr>
          <p:nvPr/>
        </p:nvSpPr>
        <p:spPr>
          <a:xfrm>
            <a:off x="5967183" y="372063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1" name="A2_polygon_Cryo_15069">
            <a:extLst>
              <a:ext uri="{FF2B5EF4-FFF2-40B4-BE49-F238E27FC236}">
                <a16:creationId xmlns:a16="http://schemas.microsoft.com/office/drawing/2014/main" id="{5B186D63-4A24-434A-81E5-649954DF6822}"/>
              </a:ext>
            </a:extLst>
          </p:cNvPr>
          <p:cNvSpPr>
            <a:spLocks noGrp="1"/>
          </p:cNvSpPr>
          <p:nvPr/>
        </p:nvSpPr>
        <p:spPr>
          <a:xfrm>
            <a:off x="5286930" y="489243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2" name="A2_polygon_Cryo_15070">
            <a:extLst>
              <a:ext uri="{FF2B5EF4-FFF2-40B4-BE49-F238E27FC236}">
                <a16:creationId xmlns:a16="http://schemas.microsoft.com/office/drawing/2014/main" id="{D8CC9DBA-0BAB-4F16-8F48-97B6E94C3369}"/>
              </a:ext>
            </a:extLst>
          </p:cNvPr>
          <p:cNvSpPr>
            <a:spLocks noGrp="1"/>
          </p:cNvSpPr>
          <p:nvPr/>
        </p:nvSpPr>
        <p:spPr>
          <a:xfrm>
            <a:off x="4169224" y="489243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3" name="A2_polygon_Cryo_15071">
            <a:extLst>
              <a:ext uri="{FF2B5EF4-FFF2-40B4-BE49-F238E27FC236}">
                <a16:creationId xmlns:a16="http://schemas.microsoft.com/office/drawing/2014/main" id="{0DF0D0AE-844E-452D-9380-6128AE08282D}"/>
              </a:ext>
            </a:extLst>
          </p:cNvPr>
          <p:cNvSpPr>
            <a:spLocks noGrp="1"/>
          </p:cNvSpPr>
          <p:nvPr/>
        </p:nvSpPr>
        <p:spPr>
          <a:xfrm>
            <a:off x="3456855" y="371019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4" name="A2_polygon_Cryo_15072">
            <a:extLst>
              <a:ext uri="{FF2B5EF4-FFF2-40B4-BE49-F238E27FC236}">
                <a16:creationId xmlns:a16="http://schemas.microsoft.com/office/drawing/2014/main" id="{12DB20CD-9B6C-4FEB-907C-B75A1F031125}"/>
              </a:ext>
            </a:extLst>
          </p:cNvPr>
          <p:cNvSpPr>
            <a:spLocks noGrp="1"/>
          </p:cNvSpPr>
          <p:nvPr/>
        </p:nvSpPr>
        <p:spPr>
          <a:xfrm>
            <a:off x="4728077" y="2940453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5" name="A2_polygon_Cryo_15073">
            <a:extLst>
              <a:ext uri="{FF2B5EF4-FFF2-40B4-BE49-F238E27FC236}">
                <a16:creationId xmlns:a16="http://schemas.microsoft.com/office/drawing/2014/main" id="{B6FA5238-8553-482D-81A8-9FEEAD6D3504}"/>
              </a:ext>
            </a:extLst>
          </p:cNvPr>
          <p:cNvSpPr>
            <a:spLocks noGrp="1"/>
          </p:cNvSpPr>
          <p:nvPr/>
        </p:nvSpPr>
        <p:spPr>
          <a:xfrm>
            <a:off x="3717626" y="3182182"/>
            <a:ext cx="2075079" cy="1466222"/>
          </a:xfrm>
          <a:custGeom>
            <a:avLst/>
            <a:gdLst/>
            <a:ahLst/>
            <a:cxnLst/>
            <a:rect l="0" t="0" r="0" b="0"/>
            <a:pathLst>
              <a:path w="2075079" h="1466222">
                <a:moveTo>
                  <a:pt x="1044874" y="0"/>
                </a:moveTo>
                <a:lnTo>
                  <a:pt x="2075079" y="640746"/>
                </a:lnTo>
                <a:lnTo>
                  <a:pt x="1401419" y="1466222"/>
                </a:lnTo>
                <a:lnTo>
                  <a:pt x="688329" y="1466222"/>
                </a:lnTo>
                <a:lnTo>
                  <a:pt x="0" y="635980"/>
                </a:lnTo>
                <a:lnTo>
                  <a:pt x="1044874" y="0"/>
                </a:lnTo>
                <a:close/>
              </a:path>
            </a:pathLst>
          </a:custGeom>
          <a:noFill/>
          <a:ln w="26391">
            <a:solidFill>
              <a:srgbClr val="68737D"/>
            </a:solidFill>
            <a:prstDash val="dot"/>
          </a:ln>
        </p:spPr>
      </p:sp>
      <p:sp>
        <p:nvSpPr>
          <p:cNvPr id="46" name="A2_polygon_Cryo_15074">
            <a:extLst>
              <a:ext uri="{FF2B5EF4-FFF2-40B4-BE49-F238E27FC236}">
                <a16:creationId xmlns:a16="http://schemas.microsoft.com/office/drawing/2014/main" id="{333E6881-0C1A-464F-B538-DC741DB65269}"/>
              </a:ext>
            </a:extLst>
          </p:cNvPr>
          <p:cNvSpPr>
            <a:spLocks noGrp="1"/>
          </p:cNvSpPr>
          <p:nvPr/>
        </p:nvSpPr>
        <p:spPr>
          <a:xfrm>
            <a:off x="4728077" y="314776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7" name="A2_polygon_Cryo_15075">
            <a:extLst>
              <a:ext uri="{FF2B5EF4-FFF2-40B4-BE49-F238E27FC236}">
                <a16:creationId xmlns:a16="http://schemas.microsoft.com/office/drawing/2014/main" id="{7BB9823A-93DF-4808-886C-2ED772391BCA}"/>
              </a:ext>
            </a:extLst>
          </p:cNvPr>
          <p:cNvSpPr>
            <a:spLocks noGrp="1"/>
          </p:cNvSpPr>
          <p:nvPr/>
        </p:nvSpPr>
        <p:spPr>
          <a:xfrm>
            <a:off x="5758282" y="378850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8" name="A2_polygon_Cryo_15076">
            <a:extLst>
              <a:ext uri="{FF2B5EF4-FFF2-40B4-BE49-F238E27FC236}">
                <a16:creationId xmlns:a16="http://schemas.microsoft.com/office/drawing/2014/main" id="{960B228D-6618-4666-BC73-B64F5DB1545C}"/>
              </a:ext>
            </a:extLst>
          </p:cNvPr>
          <p:cNvSpPr>
            <a:spLocks noGrp="1"/>
          </p:cNvSpPr>
          <p:nvPr/>
        </p:nvSpPr>
        <p:spPr>
          <a:xfrm>
            <a:off x="5084622" y="4613981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9" name="A2_polygon_Cryo_15077">
            <a:extLst>
              <a:ext uri="{FF2B5EF4-FFF2-40B4-BE49-F238E27FC236}">
                <a16:creationId xmlns:a16="http://schemas.microsoft.com/office/drawing/2014/main" id="{95238D35-5268-459A-9306-5AD66BC9AC19}"/>
              </a:ext>
            </a:extLst>
          </p:cNvPr>
          <p:cNvSpPr>
            <a:spLocks noGrp="1"/>
          </p:cNvSpPr>
          <p:nvPr/>
        </p:nvSpPr>
        <p:spPr>
          <a:xfrm>
            <a:off x="4371532" y="4613981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0" name="A2_polygon_Cryo_15078">
            <a:extLst>
              <a:ext uri="{FF2B5EF4-FFF2-40B4-BE49-F238E27FC236}">
                <a16:creationId xmlns:a16="http://schemas.microsoft.com/office/drawing/2014/main" id="{E694439D-A975-4822-BDFC-F071ABF625E9}"/>
              </a:ext>
            </a:extLst>
          </p:cNvPr>
          <p:cNvSpPr>
            <a:spLocks noGrp="1"/>
          </p:cNvSpPr>
          <p:nvPr/>
        </p:nvSpPr>
        <p:spPr>
          <a:xfrm>
            <a:off x="3683203" y="378374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1" name="A2_polygon_Cryo_15079">
            <a:extLst>
              <a:ext uri="{FF2B5EF4-FFF2-40B4-BE49-F238E27FC236}">
                <a16:creationId xmlns:a16="http://schemas.microsoft.com/office/drawing/2014/main" id="{13C39956-9D89-43D5-8273-4250C3EB3701}"/>
              </a:ext>
            </a:extLst>
          </p:cNvPr>
          <p:cNvSpPr>
            <a:spLocks noGrp="1"/>
          </p:cNvSpPr>
          <p:nvPr/>
        </p:nvSpPr>
        <p:spPr>
          <a:xfrm>
            <a:off x="4728077" y="314776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2" name="text_15080">
            <a:extLst>
              <a:ext uri="{FF2B5EF4-FFF2-40B4-BE49-F238E27FC236}">
                <a16:creationId xmlns:a16="http://schemas.microsoft.com/office/drawing/2014/main" id="{6F2A8E0A-B344-4D8C-9150-1F850D21433D}"/>
              </a:ext>
            </a:extLst>
          </p:cNvPr>
          <p:cNvSpPr>
            <a:spLocks noGrp="1"/>
          </p:cNvSpPr>
          <p:nvPr/>
        </p:nvSpPr>
        <p:spPr>
          <a:xfrm>
            <a:off x="953132" y="581077"/>
            <a:ext cx="4474050" cy="28685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80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0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Component profile · CryoAtom2 receptor</a:t>
            </a:r>
          </a:p>
        </p:txBody>
      </p:sp>
      <p:sp>
        <p:nvSpPr>
          <p:cNvPr id="53" name="text_15081">
            <a:extLst>
              <a:ext uri="{FF2B5EF4-FFF2-40B4-BE49-F238E27FC236}">
                <a16:creationId xmlns:a16="http://schemas.microsoft.com/office/drawing/2014/main" id="{6542089F-EBF9-4244-AB91-9493AD24D1EE}"/>
              </a:ext>
            </a:extLst>
          </p:cNvPr>
          <p:cNvSpPr>
            <a:spLocks noGrp="1"/>
          </p:cNvSpPr>
          <p:nvPr/>
        </p:nvSpPr>
        <p:spPr>
          <a:xfrm>
            <a:off x="996918" y="8020663"/>
            <a:ext cx="4242054" cy="180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138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138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Every axis: macro PRAUC, fixed scale 0–1.</a:t>
            </a:r>
          </a:p>
        </p:txBody>
      </p:sp>
      <p:sp>
        <p:nvSpPr>
          <p:cNvPr id="54" name="A2_polygon_Cryo_15082">
            <a:extLst>
              <a:ext uri="{FF2B5EF4-FFF2-40B4-BE49-F238E27FC236}">
                <a16:creationId xmlns:a16="http://schemas.microsoft.com/office/drawing/2014/main" id="{1FE61703-3E45-45A4-89B1-E97D04F843C1}"/>
              </a:ext>
            </a:extLst>
          </p:cNvPr>
          <p:cNvSpPr>
            <a:spLocks noGrp="1"/>
          </p:cNvSpPr>
          <p:nvPr/>
        </p:nvSpPr>
        <p:spPr>
          <a:xfrm>
            <a:off x="1741280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566AB4"/>
            </a:solidFill>
            <a:prstDash val="solid"/>
          </a:ln>
        </p:spPr>
      </p:sp>
      <p:sp>
        <p:nvSpPr>
          <p:cNvPr id="55" name="A2_polygon_Cryo_15083">
            <a:extLst>
              <a:ext uri="{FF2B5EF4-FFF2-40B4-BE49-F238E27FC236}">
                <a16:creationId xmlns:a16="http://schemas.microsoft.com/office/drawing/2014/main" id="{A1802DC3-9ACA-4B15-A564-B8E701C2CBC9}"/>
              </a:ext>
            </a:extLst>
          </p:cNvPr>
          <p:cNvSpPr>
            <a:spLocks noGrp="1"/>
          </p:cNvSpPr>
          <p:nvPr/>
        </p:nvSpPr>
        <p:spPr>
          <a:xfrm>
            <a:off x="1860613" y="7380072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56" name="text_15084">
            <a:extLst>
              <a:ext uri="{FF2B5EF4-FFF2-40B4-BE49-F238E27FC236}">
                <a16:creationId xmlns:a16="http://schemas.microsoft.com/office/drawing/2014/main" id="{6067D25F-8A45-4060-A376-2E08FB8633C2}"/>
              </a:ext>
            </a:extLst>
          </p:cNvPr>
          <p:cNvSpPr>
            <a:spLocks noGrp="1"/>
          </p:cNvSpPr>
          <p:nvPr/>
        </p:nvSpPr>
        <p:spPr>
          <a:xfrm>
            <a:off x="2171795" y="7346843"/>
            <a:ext cx="1267655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Gaussian</a:t>
            </a:r>
          </a:p>
        </p:txBody>
      </p:sp>
      <p:sp>
        <p:nvSpPr>
          <p:cNvPr id="57" name="A2_polygon_Cryo_15085">
            <a:extLst>
              <a:ext uri="{FF2B5EF4-FFF2-40B4-BE49-F238E27FC236}">
                <a16:creationId xmlns:a16="http://schemas.microsoft.com/office/drawing/2014/main" id="{A0E9073E-4C79-435F-B10D-14B5A3B262AB}"/>
              </a:ext>
            </a:extLst>
          </p:cNvPr>
          <p:cNvSpPr>
            <a:spLocks noGrp="1"/>
          </p:cNvSpPr>
          <p:nvPr/>
        </p:nvSpPr>
        <p:spPr>
          <a:xfrm>
            <a:off x="3581779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B876A3"/>
            </a:solidFill>
            <a:prstDash val="dash"/>
          </a:ln>
        </p:spPr>
      </p:sp>
      <p:sp>
        <p:nvSpPr>
          <p:cNvPr id="58" name="A2_polygon_Cryo_15086">
            <a:extLst>
              <a:ext uri="{FF2B5EF4-FFF2-40B4-BE49-F238E27FC236}">
                <a16:creationId xmlns:a16="http://schemas.microsoft.com/office/drawing/2014/main" id="{05B52B22-F985-42CD-8533-28AF1AB6046A}"/>
              </a:ext>
            </a:extLst>
          </p:cNvPr>
          <p:cNvSpPr>
            <a:spLocks noGrp="1"/>
          </p:cNvSpPr>
          <p:nvPr/>
        </p:nvSpPr>
        <p:spPr>
          <a:xfrm>
            <a:off x="3701112" y="7380072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59" name="text_15087">
            <a:extLst>
              <a:ext uri="{FF2B5EF4-FFF2-40B4-BE49-F238E27FC236}">
                <a16:creationId xmlns:a16="http://schemas.microsoft.com/office/drawing/2014/main" id="{AAACB70B-2A15-41B6-B6BB-E1C9C80FB1D9}"/>
              </a:ext>
            </a:extLst>
          </p:cNvPr>
          <p:cNvSpPr>
            <a:spLocks noGrp="1"/>
          </p:cNvSpPr>
          <p:nvPr/>
        </p:nvSpPr>
        <p:spPr>
          <a:xfrm>
            <a:off x="4012294" y="7346843"/>
            <a:ext cx="1566556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basic (F1–F1)</a:t>
            </a:r>
          </a:p>
        </p:txBody>
      </p:sp>
      <p:sp>
        <p:nvSpPr>
          <p:cNvPr id="60" name="A2_polygon_Cryo_15088">
            <a:extLst>
              <a:ext uri="{FF2B5EF4-FFF2-40B4-BE49-F238E27FC236}">
                <a16:creationId xmlns:a16="http://schemas.microsoft.com/office/drawing/2014/main" id="{053BC724-168D-457C-9B23-9C545316E0E0}"/>
              </a:ext>
            </a:extLst>
          </p:cNvPr>
          <p:cNvSpPr>
            <a:spLocks noGrp="1"/>
          </p:cNvSpPr>
          <p:nvPr/>
        </p:nvSpPr>
        <p:spPr>
          <a:xfrm>
            <a:off x="5721116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68737D"/>
            </a:solidFill>
            <a:prstDash val="dot"/>
          </a:ln>
        </p:spPr>
      </p:sp>
      <p:sp>
        <p:nvSpPr>
          <p:cNvPr id="61" name="A2_polygon_Cryo_15089">
            <a:extLst>
              <a:ext uri="{FF2B5EF4-FFF2-40B4-BE49-F238E27FC236}">
                <a16:creationId xmlns:a16="http://schemas.microsoft.com/office/drawing/2014/main" id="{10E5D9B8-6C5D-4A7B-B6E4-BA3EC6166A90}"/>
              </a:ext>
            </a:extLst>
          </p:cNvPr>
          <p:cNvSpPr>
            <a:spLocks noGrp="1"/>
          </p:cNvSpPr>
          <p:nvPr/>
        </p:nvSpPr>
        <p:spPr>
          <a:xfrm>
            <a:off x="5840449" y="7380072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62" name="text_15090">
            <a:extLst>
              <a:ext uri="{FF2B5EF4-FFF2-40B4-BE49-F238E27FC236}">
                <a16:creationId xmlns:a16="http://schemas.microsoft.com/office/drawing/2014/main" id="{6BD7B035-E364-46BE-9CF2-3CDE20697AF8}"/>
              </a:ext>
            </a:extLst>
          </p:cNvPr>
          <p:cNvSpPr>
            <a:spLocks noGrp="1"/>
          </p:cNvSpPr>
          <p:nvPr/>
        </p:nvSpPr>
        <p:spPr>
          <a:xfrm>
            <a:off x="6151631" y="7346843"/>
            <a:ext cx="1643587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unet_c1 · basic (F1–F1)</a:t>
            </a:r>
          </a:p>
        </p:txBody>
      </p:sp>
    </p:spTree>
    <p:extLst>
      <p:ext uri="{BB962C8B-B14F-4D97-AF65-F5344CB8AC3E}">
        <p14:creationId xmlns:p14="http://schemas.microsoft.com/office/powerpoint/2010/main" val="126609460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2" name="Stage1_sixpanel_5172">
            <a:extLst>
              <a:ext uri="{FF2B5EF4-FFF2-40B4-BE49-F238E27FC236}">
                <a16:creationId xmlns:a16="http://schemas.microsoft.com/office/drawing/2014/main" id="{D641B9EC-6F25-43D9-B1AC-66640B7D5CA4}"/>
              </a:ext>
            </a:extLst>
          </p:cNvPr>
          <p:cNvSpPr>
            <a:spLocks noGrp="1"/>
          </p:cNvSpPr>
          <p:nvPr/>
        </p:nvSpPr>
        <p:spPr>
          <a:xfrm>
            <a:off x="887186" y="161925"/>
            <a:ext cx="7750629" cy="8477250"/>
          </a:xfrm>
          <a:custGeom>
            <a:avLst/>
            <a:gdLst/>
            <a:ahLst/>
            <a:cxnLst/>
            <a:rect l="0" t="0" r="0" b="0"/>
            <a:pathLst>
              <a:path w="7750629" h="8477250">
                <a:moveTo>
                  <a:pt x="0" y="8477250"/>
                </a:moveTo>
                <a:lnTo>
                  <a:pt x="7750629" y="8477250"/>
                </a:lnTo>
                <a:lnTo>
                  <a:pt x="7750629" y="0"/>
                </a:lnTo>
                <a:lnTo>
                  <a:pt x="0" y="0"/>
                </a:lnTo>
                <a:lnTo>
                  <a:pt x="0" y="8477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Stage1_sixpanel_5173">
            <a:extLst>
              <a:ext uri="{FF2B5EF4-FFF2-40B4-BE49-F238E27FC236}">
                <a16:creationId xmlns:a16="http://schemas.microsoft.com/office/drawing/2014/main" id="{971FCD36-B80E-4B66-887B-E9C668F5D737}"/>
              </a:ext>
            </a:extLst>
          </p:cNvPr>
          <p:cNvSpPr>
            <a:spLocks noGrp="1"/>
          </p:cNvSpPr>
          <p:nvPr/>
        </p:nvSpPr>
        <p:spPr>
          <a:xfrm>
            <a:off x="1623495" y="1119854"/>
            <a:ext cx="3139005" cy="1500473"/>
          </a:xfrm>
          <a:custGeom>
            <a:avLst/>
            <a:gdLst/>
            <a:ahLst/>
            <a:cxnLst/>
            <a:rect l="0" t="0" r="0" b="0"/>
            <a:pathLst>
              <a:path w="3139005" h="1500473">
                <a:moveTo>
                  <a:pt x="0" y="1500473"/>
                </a:moveTo>
                <a:lnTo>
                  <a:pt x="3139005" y="1500473"/>
                </a:lnTo>
                <a:lnTo>
                  <a:pt x="3139005" y="0"/>
                </a:lnTo>
                <a:lnTo>
                  <a:pt x="0" y="0"/>
                </a:lnTo>
                <a:lnTo>
                  <a:pt x="0" y="1500473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text_5174">
            <a:extLst>
              <a:ext uri="{FF2B5EF4-FFF2-40B4-BE49-F238E27FC236}">
                <a16:creationId xmlns:a16="http://schemas.microsoft.com/office/drawing/2014/main" id="{D68902D5-0C6E-40DC-9204-400E0F23DD43}"/>
              </a:ext>
            </a:extLst>
          </p:cNvPr>
          <p:cNvSpPr>
            <a:spLocks noGrp="1"/>
          </p:cNvSpPr>
          <p:nvPr/>
        </p:nvSpPr>
        <p:spPr>
          <a:xfrm>
            <a:off x="1887137" y="2695689"/>
            <a:ext cx="499149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4" name="text_5175">
            <a:extLst>
              <a:ext uri="{FF2B5EF4-FFF2-40B4-BE49-F238E27FC236}">
                <a16:creationId xmlns:a16="http://schemas.microsoft.com/office/drawing/2014/main" id="{5C7BA1D9-F9D9-45AC-B410-25C8B97CB71D}"/>
              </a:ext>
            </a:extLst>
          </p:cNvPr>
          <p:cNvSpPr>
            <a:spLocks noGrp="1"/>
          </p:cNvSpPr>
          <p:nvPr/>
        </p:nvSpPr>
        <p:spPr>
          <a:xfrm>
            <a:off x="2014756" y="2820220"/>
            <a:ext cx="243889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Dice</a:t>
            </a:r>
          </a:p>
        </p:txBody>
      </p:sp>
      <p:sp>
        <p:nvSpPr>
          <p:cNvPr id="5" name="text_5176">
            <a:extLst>
              <a:ext uri="{FF2B5EF4-FFF2-40B4-BE49-F238E27FC236}">
                <a16:creationId xmlns:a16="http://schemas.microsoft.com/office/drawing/2014/main" id="{FF1617FD-EDBA-449E-A2D4-9E20708E668C}"/>
              </a:ext>
            </a:extLst>
          </p:cNvPr>
          <p:cNvSpPr>
            <a:spLocks noGrp="1"/>
          </p:cNvSpPr>
          <p:nvPr/>
        </p:nvSpPr>
        <p:spPr>
          <a:xfrm>
            <a:off x="2895227" y="2695689"/>
            <a:ext cx="603937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6" name="text_5177">
            <a:extLst>
              <a:ext uri="{FF2B5EF4-FFF2-40B4-BE49-F238E27FC236}">
                <a16:creationId xmlns:a16="http://schemas.microsoft.com/office/drawing/2014/main" id="{E2DD36D8-4619-4683-BC6C-0CF1005C09AB}"/>
              </a:ext>
            </a:extLst>
          </p:cNvPr>
          <p:cNvSpPr>
            <a:spLocks noGrp="1"/>
          </p:cNvSpPr>
          <p:nvPr/>
        </p:nvSpPr>
        <p:spPr>
          <a:xfrm>
            <a:off x="2782031" y="2820220"/>
            <a:ext cx="830350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  <a:r>
              <a:rPr sz="649" b="0" baseline="-25000">
                <a:solidFill>
                  <a:srgbClr val="000000"/>
                </a:solidFill>
                <a:latin typeface="Arial"/>
                <a:ea typeface="Arial"/>
                <a:cs typeface="Arial"/>
              </a:rPr>
              <a:t>0.3</a:t>
            </a:r>
          </a:p>
        </p:txBody>
      </p:sp>
      <p:sp>
        <p:nvSpPr>
          <p:cNvPr id="7" name="text_5178">
            <a:extLst>
              <a:ext uri="{FF2B5EF4-FFF2-40B4-BE49-F238E27FC236}">
                <a16:creationId xmlns:a16="http://schemas.microsoft.com/office/drawing/2014/main" id="{7D69784F-5291-483F-937C-31FF8F148B2F}"/>
              </a:ext>
            </a:extLst>
          </p:cNvPr>
          <p:cNvSpPr>
            <a:spLocks noGrp="1"/>
          </p:cNvSpPr>
          <p:nvPr/>
        </p:nvSpPr>
        <p:spPr>
          <a:xfrm>
            <a:off x="3955701" y="2695689"/>
            <a:ext cx="603937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8" name="text_5179">
            <a:extLst>
              <a:ext uri="{FF2B5EF4-FFF2-40B4-BE49-F238E27FC236}">
                <a16:creationId xmlns:a16="http://schemas.microsoft.com/office/drawing/2014/main" id="{5F5008BB-660F-4A88-86C0-13ACA1618D3B}"/>
              </a:ext>
            </a:extLst>
          </p:cNvPr>
          <p:cNvSpPr>
            <a:spLocks noGrp="1"/>
          </p:cNvSpPr>
          <p:nvPr/>
        </p:nvSpPr>
        <p:spPr>
          <a:xfrm>
            <a:off x="3842506" y="2820220"/>
            <a:ext cx="830350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  <a:r>
              <a:rPr sz="649" b="0" baseline="-2500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9" name="Stage1_sixpanel_5180">
            <a:extLst>
              <a:ext uri="{FF2B5EF4-FFF2-40B4-BE49-F238E27FC236}">
                <a16:creationId xmlns:a16="http://schemas.microsoft.com/office/drawing/2014/main" id="{5EECA44C-ADDC-4130-AF7C-EAC40AF11227}"/>
              </a:ext>
            </a:extLst>
          </p:cNvPr>
          <p:cNvSpPr>
            <a:spLocks noGrp="1"/>
          </p:cNvSpPr>
          <p:nvPr/>
        </p:nvSpPr>
        <p:spPr>
          <a:xfrm>
            <a:off x="1623495" y="2620327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10" name="Stage1_sixpanel_5181">
            <a:extLst>
              <a:ext uri="{FF2B5EF4-FFF2-40B4-BE49-F238E27FC236}">
                <a16:creationId xmlns:a16="http://schemas.microsoft.com/office/drawing/2014/main" id="{1D73E096-8F0D-47F2-B490-D604E21ADC7F}"/>
              </a:ext>
            </a:extLst>
          </p:cNvPr>
          <p:cNvSpPr>
            <a:spLocks noGrp="1"/>
          </p:cNvSpPr>
          <p:nvPr/>
        </p:nvSpPr>
        <p:spPr>
          <a:xfrm>
            <a:off x="1584810" y="2620327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1" name="text_5182">
            <a:extLst>
              <a:ext uri="{FF2B5EF4-FFF2-40B4-BE49-F238E27FC236}">
                <a16:creationId xmlns:a16="http://schemas.microsoft.com/office/drawing/2014/main" id="{4141B510-C5FB-4F52-8BC4-AB4ACE32A48B}"/>
              </a:ext>
            </a:extLst>
          </p:cNvPr>
          <p:cNvSpPr>
            <a:spLocks noGrp="1"/>
          </p:cNvSpPr>
          <p:nvPr/>
        </p:nvSpPr>
        <p:spPr>
          <a:xfrm>
            <a:off x="1362282" y="2569451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2" name="Stage1_sixpanel_5183">
            <a:extLst>
              <a:ext uri="{FF2B5EF4-FFF2-40B4-BE49-F238E27FC236}">
                <a16:creationId xmlns:a16="http://schemas.microsoft.com/office/drawing/2014/main" id="{E4575B44-D413-40BD-9CD3-D385EF404F0F}"/>
              </a:ext>
            </a:extLst>
          </p:cNvPr>
          <p:cNvSpPr>
            <a:spLocks noGrp="1"/>
          </p:cNvSpPr>
          <p:nvPr/>
        </p:nvSpPr>
        <p:spPr>
          <a:xfrm>
            <a:off x="1623495" y="1895461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13" name="Stage1_sixpanel_5184">
            <a:extLst>
              <a:ext uri="{FF2B5EF4-FFF2-40B4-BE49-F238E27FC236}">
                <a16:creationId xmlns:a16="http://schemas.microsoft.com/office/drawing/2014/main" id="{67EEF5BE-BA24-46E3-9C96-304BDE659441}"/>
              </a:ext>
            </a:extLst>
          </p:cNvPr>
          <p:cNvSpPr>
            <a:spLocks noGrp="1"/>
          </p:cNvSpPr>
          <p:nvPr/>
        </p:nvSpPr>
        <p:spPr>
          <a:xfrm>
            <a:off x="1584810" y="1895461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4" name="text_5185">
            <a:extLst>
              <a:ext uri="{FF2B5EF4-FFF2-40B4-BE49-F238E27FC236}">
                <a16:creationId xmlns:a16="http://schemas.microsoft.com/office/drawing/2014/main" id="{2DE53485-58AE-4752-8FE3-D0126E93A179}"/>
              </a:ext>
            </a:extLst>
          </p:cNvPr>
          <p:cNvSpPr>
            <a:spLocks noGrp="1"/>
          </p:cNvSpPr>
          <p:nvPr/>
        </p:nvSpPr>
        <p:spPr>
          <a:xfrm>
            <a:off x="1362282" y="1844585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5" name="Stage1_sixpanel_5186">
            <a:extLst>
              <a:ext uri="{FF2B5EF4-FFF2-40B4-BE49-F238E27FC236}">
                <a16:creationId xmlns:a16="http://schemas.microsoft.com/office/drawing/2014/main" id="{678377DA-569F-465F-8472-EA081754DEC4}"/>
              </a:ext>
            </a:extLst>
          </p:cNvPr>
          <p:cNvSpPr>
            <a:spLocks noGrp="1"/>
          </p:cNvSpPr>
          <p:nvPr/>
        </p:nvSpPr>
        <p:spPr>
          <a:xfrm>
            <a:off x="1623495" y="1170595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16" name="Stage1_sixpanel_5187">
            <a:extLst>
              <a:ext uri="{FF2B5EF4-FFF2-40B4-BE49-F238E27FC236}">
                <a16:creationId xmlns:a16="http://schemas.microsoft.com/office/drawing/2014/main" id="{B4F74982-3DE2-4EF5-8D95-E69A12260C65}"/>
              </a:ext>
            </a:extLst>
          </p:cNvPr>
          <p:cNvSpPr>
            <a:spLocks noGrp="1"/>
          </p:cNvSpPr>
          <p:nvPr/>
        </p:nvSpPr>
        <p:spPr>
          <a:xfrm>
            <a:off x="1584810" y="1170595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7" name="text_5188">
            <a:extLst>
              <a:ext uri="{FF2B5EF4-FFF2-40B4-BE49-F238E27FC236}">
                <a16:creationId xmlns:a16="http://schemas.microsoft.com/office/drawing/2014/main" id="{2C0CC1CA-FE6F-4425-95F6-2DF1B7193B43}"/>
              </a:ext>
            </a:extLst>
          </p:cNvPr>
          <p:cNvSpPr>
            <a:spLocks noGrp="1"/>
          </p:cNvSpPr>
          <p:nvPr/>
        </p:nvSpPr>
        <p:spPr>
          <a:xfrm>
            <a:off x="1362282" y="111971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8" name="text_5189">
            <a:extLst>
              <a:ext uri="{FF2B5EF4-FFF2-40B4-BE49-F238E27FC236}">
                <a16:creationId xmlns:a16="http://schemas.microsoft.com/office/drawing/2014/main" id="{1A746CD3-9B98-4417-B4FA-FC1F01E867FB}"/>
              </a:ext>
            </a:extLst>
          </p:cNvPr>
          <p:cNvSpPr>
            <a:spLocks noGrp="1"/>
          </p:cNvSpPr>
          <p:nvPr/>
        </p:nvSpPr>
        <p:spPr>
          <a:xfrm rot="-5400000">
            <a:off x="1075938" y="1788094"/>
            <a:ext cx="35109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19" name="Stage1_sixpanel_5190">
            <a:extLst>
              <a:ext uri="{FF2B5EF4-FFF2-40B4-BE49-F238E27FC236}">
                <a16:creationId xmlns:a16="http://schemas.microsoft.com/office/drawing/2014/main" id="{56DB3A75-B84D-40E6-B0E3-9F9E98DEC988}"/>
              </a:ext>
            </a:extLst>
          </p:cNvPr>
          <p:cNvSpPr>
            <a:spLocks noGrp="1"/>
          </p:cNvSpPr>
          <p:nvPr/>
        </p:nvSpPr>
        <p:spPr>
          <a:xfrm>
            <a:off x="1781294" y="1772961"/>
            <a:ext cx="214640" cy="847366"/>
          </a:xfrm>
          <a:custGeom>
            <a:avLst/>
            <a:gdLst/>
            <a:ahLst/>
            <a:cxnLst/>
            <a:rect l="0" t="0" r="0" b="0"/>
            <a:pathLst>
              <a:path w="214640" h="847366">
                <a:moveTo>
                  <a:pt x="0" y="847366"/>
                </a:moveTo>
                <a:lnTo>
                  <a:pt x="214640" y="847366"/>
                </a:lnTo>
                <a:lnTo>
                  <a:pt x="214640" y="0"/>
                </a:lnTo>
                <a:lnTo>
                  <a:pt x="0" y="0"/>
                </a:lnTo>
                <a:lnTo>
                  <a:pt x="0" y="847366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0" name="Stage1_sixpanel_5191">
            <a:extLst>
              <a:ext uri="{FF2B5EF4-FFF2-40B4-BE49-F238E27FC236}">
                <a16:creationId xmlns:a16="http://schemas.microsoft.com/office/drawing/2014/main" id="{20E5C1D6-A143-4AFE-878B-3147123FF7E1}"/>
              </a:ext>
            </a:extLst>
          </p:cNvPr>
          <p:cNvSpPr>
            <a:spLocks noGrp="1"/>
          </p:cNvSpPr>
          <p:nvPr/>
        </p:nvSpPr>
        <p:spPr>
          <a:xfrm>
            <a:off x="2841769" y="1658918"/>
            <a:ext cx="214640" cy="961410"/>
          </a:xfrm>
          <a:custGeom>
            <a:avLst/>
            <a:gdLst/>
            <a:ahLst/>
            <a:cxnLst/>
            <a:rect l="0" t="0" r="0" b="0"/>
            <a:pathLst>
              <a:path w="214640" h="961410">
                <a:moveTo>
                  <a:pt x="0" y="961410"/>
                </a:moveTo>
                <a:lnTo>
                  <a:pt x="214640" y="961410"/>
                </a:lnTo>
                <a:lnTo>
                  <a:pt x="214640" y="0"/>
                </a:lnTo>
                <a:lnTo>
                  <a:pt x="0" y="0"/>
                </a:lnTo>
                <a:lnTo>
                  <a:pt x="0" y="961410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1" name="Stage1_sixpanel_5192">
            <a:extLst>
              <a:ext uri="{FF2B5EF4-FFF2-40B4-BE49-F238E27FC236}">
                <a16:creationId xmlns:a16="http://schemas.microsoft.com/office/drawing/2014/main" id="{A1893BE8-3DEE-4C5C-B336-325FD705DD6A}"/>
              </a:ext>
            </a:extLst>
          </p:cNvPr>
          <p:cNvSpPr>
            <a:spLocks noGrp="1"/>
          </p:cNvSpPr>
          <p:nvPr/>
        </p:nvSpPr>
        <p:spPr>
          <a:xfrm>
            <a:off x="3902243" y="1811998"/>
            <a:ext cx="214640" cy="808329"/>
          </a:xfrm>
          <a:custGeom>
            <a:avLst/>
            <a:gdLst/>
            <a:ahLst/>
            <a:cxnLst/>
            <a:rect l="0" t="0" r="0" b="0"/>
            <a:pathLst>
              <a:path w="214640" h="808329">
                <a:moveTo>
                  <a:pt x="0" y="808329"/>
                </a:moveTo>
                <a:lnTo>
                  <a:pt x="214640" y="808329"/>
                </a:lnTo>
                <a:lnTo>
                  <a:pt x="214640" y="0"/>
                </a:lnTo>
                <a:lnTo>
                  <a:pt x="0" y="0"/>
                </a:lnTo>
                <a:lnTo>
                  <a:pt x="0" y="808329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2" name="Stage1_sixpanel_5193">
            <a:extLst>
              <a:ext uri="{FF2B5EF4-FFF2-40B4-BE49-F238E27FC236}">
                <a16:creationId xmlns:a16="http://schemas.microsoft.com/office/drawing/2014/main" id="{E7A705B4-BF25-45FA-BC4B-B91C04AEF118}"/>
              </a:ext>
            </a:extLst>
          </p:cNvPr>
          <p:cNvSpPr>
            <a:spLocks noGrp="1"/>
          </p:cNvSpPr>
          <p:nvPr/>
        </p:nvSpPr>
        <p:spPr>
          <a:xfrm>
            <a:off x="2025203" y="1928984"/>
            <a:ext cx="214640" cy="691344"/>
          </a:xfrm>
          <a:custGeom>
            <a:avLst/>
            <a:gdLst/>
            <a:ahLst/>
            <a:cxnLst/>
            <a:rect l="0" t="0" r="0" b="0"/>
            <a:pathLst>
              <a:path w="214640" h="691344">
                <a:moveTo>
                  <a:pt x="0" y="691344"/>
                </a:moveTo>
                <a:lnTo>
                  <a:pt x="214640" y="691344"/>
                </a:lnTo>
                <a:lnTo>
                  <a:pt x="214640" y="0"/>
                </a:lnTo>
                <a:lnTo>
                  <a:pt x="0" y="0"/>
                </a:lnTo>
                <a:lnTo>
                  <a:pt x="0" y="691344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3" name="Stage1_sixpanel_5194">
            <a:extLst>
              <a:ext uri="{FF2B5EF4-FFF2-40B4-BE49-F238E27FC236}">
                <a16:creationId xmlns:a16="http://schemas.microsoft.com/office/drawing/2014/main" id="{179F4994-63E0-4BEB-8B12-95EABCFA87AE}"/>
              </a:ext>
            </a:extLst>
          </p:cNvPr>
          <p:cNvSpPr>
            <a:spLocks noGrp="1"/>
          </p:cNvSpPr>
          <p:nvPr/>
        </p:nvSpPr>
        <p:spPr>
          <a:xfrm>
            <a:off x="3085678" y="1836192"/>
            <a:ext cx="214640" cy="784136"/>
          </a:xfrm>
          <a:custGeom>
            <a:avLst/>
            <a:gdLst/>
            <a:ahLst/>
            <a:cxnLst/>
            <a:rect l="0" t="0" r="0" b="0"/>
            <a:pathLst>
              <a:path w="214640" h="784136">
                <a:moveTo>
                  <a:pt x="0" y="784136"/>
                </a:moveTo>
                <a:lnTo>
                  <a:pt x="214640" y="784136"/>
                </a:lnTo>
                <a:lnTo>
                  <a:pt x="214640" y="0"/>
                </a:lnTo>
                <a:lnTo>
                  <a:pt x="0" y="0"/>
                </a:lnTo>
                <a:lnTo>
                  <a:pt x="0" y="784136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4" name="Stage1_sixpanel_5195">
            <a:extLst>
              <a:ext uri="{FF2B5EF4-FFF2-40B4-BE49-F238E27FC236}">
                <a16:creationId xmlns:a16="http://schemas.microsoft.com/office/drawing/2014/main" id="{D63222D0-510B-449A-87B4-22FF0E55D2D3}"/>
              </a:ext>
            </a:extLst>
          </p:cNvPr>
          <p:cNvSpPr>
            <a:spLocks noGrp="1"/>
          </p:cNvSpPr>
          <p:nvPr/>
        </p:nvSpPr>
        <p:spPr>
          <a:xfrm>
            <a:off x="4146152" y="1972279"/>
            <a:ext cx="214640" cy="648049"/>
          </a:xfrm>
          <a:custGeom>
            <a:avLst/>
            <a:gdLst/>
            <a:ahLst/>
            <a:cxnLst/>
            <a:rect l="0" t="0" r="0" b="0"/>
            <a:pathLst>
              <a:path w="214640" h="648049">
                <a:moveTo>
                  <a:pt x="0" y="648049"/>
                </a:moveTo>
                <a:lnTo>
                  <a:pt x="214640" y="648049"/>
                </a:lnTo>
                <a:lnTo>
                  <a:pt x="214640" y="0"/>
                </a:lnTo>
                <a:lnTo>
                  <a:pt x="0" y="0"/>
                </a:lnTo>
                <a:lnTo>
                  <a:pt x="0" y="648049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5" name="Stage1_sixpanel_5196">
            <a:extLst>
              <a:ext uri="{FF2B5EF4-FFF2-40B4-BE49-F238E27FC236}">
                <a16:creationId xmlns:a16="http://schemas.microsoft.com/office/drawing/2014/main" id="{E54D648D-B3D7-402C-845B-BEF5FA4253D1}"/>
              </a:ext>
            </a:extLst>
          </p:cNvPr>
          <p:cNvSpPr>
            <a:spLocks noGrp="1"/>
          </p:cNvSpPr>
          <p:nvPr/>
        </p:nvSpPr>
        <p:spPr>
          <a:xfrm>
            <a:off x="2269112" y="2548051"/>
            <a:ext cx="214640" cy="72277"/>
          </a:xfrm>
          <a:custGeom>
            <a:avLst/>
            <a:gdLst/>
            <a:ahLst/>
            <a:cxnLst/>
            <a:rect l="0" t="0" r="0" b="0"/>
            <a:pathLst>
              <a:path w="214640" h="72277">
                <a:moveTo>
                  <a:pt x="0" y="72277"/>
                </a:moveTo>
                <a:lnTo>
                  <a:pt x="214640" y="72277"/>
                </a:lnTo>
                <a:lnTo>
                  <a:pt x="214640" y="0"/>
                </a:lnTo>
                <a:lnTo>
                  <a:pt x="0" y="0"/>
                </a:lnTo>
                <a:lnTo>
                  <a:pt x="0" y="72277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6" name="Stage1_sixpanel_5197">
            <a:extLst>
              <a:ext uri="{FF2B5EF4-FFF2-40B4-BE49-F238E27FC236}">
                <a16:creationId xmlns:a16="http://schemas.microsoft.com/office/drawing/2014/main" id="{F21AF792-CA23-4C16-9415-4A4E7C1DD2D7}"/>
              </a:ext>
            </a:extLst>
          </p:cNvPr>
          <p:cNvSpPr>
            <a:spLocks noGrp="1"/>
          </p:cNvSpPr>
          <p:nvPr/>
        </p:nvSpPr>
        <p:spPr>
          <a:xfrm>
            <a:off x="3329587" y="2250332"/>
            <a:ext cx="214640" cy="369995"/>
          </a:xfrm>
          <a:custGeom>
            <a:avLst/>
            <a:gdLst/>
            <a:ahLst/>
            <a:cxnLst/>
            <a:rect l="0" t="0" r="0" b="0"/>
            <a:pathLst>
              <a:path w="214640" h="369995">
                <a:moveTo>
                  <a:pt x="0" y="369995"/>
                </a:moveTo>
                <a:lnTo>
                  <a:pt x="214640" y="369995"/>
                </a:lnTo>
                <a:lnTo>
                  <a:pt x="214640" y="0"/>
                </a:lnTo>
                <a:lnTo>
                  <a:pt x="0" y="0"/>
                </a:lnTo>
                <a:lnTo>
                  <a:pt x="0" y="369995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7" name="Stage1_sixpanel_5198">
            <a:extLst>
              <a:ext uri="{FF2B5EF4-FFF2-40B4-BE49-F238E27FC236}">
                <a16:creationId xmlns:a16="http://schemas.microsoft.com/office/drawing/2014/main" id="{3160181B-B18E-4716-938F-033305AEE776}"/>
              </a:ext>
            </a:extLst>
          </p:cNvPr>
          <p:cNvSpPr>
            <a:spLocks noGrp="1"/>
          </p:cNvSpPr>
          <p:nvPr/>
        </p:nvSpPr>
        <p:spPr>
          <a:xfrm>
            <a:off x="4390061" y="2437411"/>
            <a:ext cx="214640" cy="182916"/>
          </a:xfrm>
          <a:custGeom>
            <a:avLst/>
            <a:gdLst/>
            <a:ahLst/>
            <a:cxnLst/>
            <a:rect l="0" t="0" r="0" b="0"/>
            <a:pathLst>
              <a:path w="214640" h="182916">
                <a:moveTo>
                  <a:pt x="0" y="182916"/>
                </a:moveTo>
                <a:lnTo>
                  <a:pt x="214640" y="182916"/>
                </a:lnTo>
                <a:lnTo>
                  <a:pt x="214640" y="0"/>
                </a:lnTo>
                <a:lnTo>
                  <a:pt x="0" y="0"/>
                </a:lnTo>
                <a:lnTo>
                  <a:pt x="0" y="182916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8" name="Stage1_sixpanel_5199">
            <a:extLst>
              <a:ext uri="{FF2B5EF4-FFF2-40B4-BE49-F238E27FC236}">
                <a16:creationId xmlns:a16="http://schemas.microsoft.com/office/drawing/2014/main" id="{6E1DD40D-CA09-4B7E-B814-2957B5BEA482}"/>
              </a:ext>
            </a:extLst>
          </p:cNvPr>
          <p:cNvSpPr>
            <a:spLocks noGrp="1"/>
          </p:cNvSpPr>
          <p:nvPr/>
        </p:nvSpPr>
        <p:spPr>
          <a:xfrm>
            <a:off x="1825769" y="138644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" name="Stage1_sixpanel_5200">
            <a:extLst>
              <a:ext uri="{FF2B5EF4-FFF2-40B4-BE49-F238E27FC236}">
                <a16:creationId xmlns:a16="http://schemas.microsoft.com/office/drawing/2014/main" id="{D6830462-0DA6-43EE-B955-CB8D13AE8F31}"/>
              </a:ext>
            </a:extLst>
          </p:cNvPr>
          <p:cNvSpPr>
            <a:spLocks noGrp="1"/>
          </p:cNvSpPr>
          <p:nvPr/>
        </p:nvSpPr>
        <p:spPr>
          <a:xfrm>
            <a:off x="1801754" y="129853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" name="Stage1_sixpanel_5201">
            <a:extLst>
              <a:ext uri="{FF2B5EF4-FFF2-40B4-BE49-F238E27FC236}">
                <a16:creationId xmlns:a16="http://schemas.microsoft.com/office/drawing/2014/main" id="{A3E8A78C-28B5-4DBE-B9E7-ACAF0375F134}"/>
              </a:ext>
            </a:extLst>
          </p:cNvPr>
          <p:cNvSpPr>
            <a:spLocks noGrp="1"/>
          </p:cNvSpPr>
          <p:nvPr/>
        </p:nvSpPr>
        <p:spPr>
          <a:xfrm>
            <a:off x="1912884" y="13793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" name="Stage1_sixpanel_5202">
            <a:extLst>
              <a:ext uri="{FF2B5EF4-FFF2-40B4-BE49-F238E27FC236}">
                <a16:creationId xmlns:a16="http://schemas.microsoft.com/office/drawing/2014/main" id="{33A5792E-076B-4AF3-B06C-AAB61B3E79FF}"/>
              </a:ext>
            </a:extLst>
          </p:cNvPr>
          <p:cNvSpPr>
            <a:spLocks noGrp="1"/>
          </p:cNvSpPr>
          <p:nvPr/>
        </p:nvSpPr>
        <p:spPr>
          <a:xfrm>
            <a:off x="1836540" y="241317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" name="Stage1_sixpanel_5203">
            <a:extLst>
              <a:ext uri="{FF2B5EF4-FFF2-40B4-BE49-F238E27FC236}">
                <a16:creationId xmlns:a16="http://schemas.microsoft.com/office/drawing/2014/main" id="{C3A42566-F829-4BAD-AD90-D35B9A41CDA5}"/>
              </a:ext>
            </a:extLst>
          </p:cNvPr>
          <p:cNvSpPr>
            <a:spLocks noGrp="1"/>
          </p:cNvSpPr>
          <p:nvPr/>
        </p:nvSpPr>
        <p:spPr>
          <a:xfrm>
            <a:off x="1950101" y="14770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" name="Stage1_sixpanel_5204">
            <a:extLst>
              <a:ext uri="{FF2B5EF4-FFF2-40B4-BE49-F238E27FC236}">
                <a16:creationId xmlns:a16="http://schemas.microsoft.com/office/drawing/2014/main" id="{AF68E11A-8AAE-446E-AAE4-751FE54CAAF9}"/>
              </a:ext>
            </a:extLst>
          </p:cNvPr>
          <p:cNvSpPr>
            <a:spLocks noGrp="1"/>
          </p:cNvSpPr>
          <p:nvPr/>
        </p:nvSpPr>
        <p:spPr>
          <a:xfrm>
            <a:off x="1789719" y="154132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" name="Stage1_sixpanel_5205">
            <a:extLst>
              <a:ext uri="{FF2B5EF4-FFF2-40B4-BE49-F238E27FC236}">
                <a16:creationId xmlns:a16="http://schemas.microsoft.com/office/drawing/2014/main" id="{8884F4BE-AF0C-406D-BB4A-050237858321}"/>
              </a:ext>
            </a:extLst>
          </p:cNvPr>
          <p:cNvSpPr>
            <a:spLocks noGrp="1"/>
          </p:cNvSpPr>
          <p:nvPr/>
        </p:nvSpPr>
        <p:spPr>
          <a:xfrm>
            <a:off x="1947008" y="140263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" name="Stage1_sixpanel_5206">
            <a:extLst>
              <a:ext uri="{FF2B5EF4-FFF2-40B4-BE49-F238E27FC236}">
                <a16:creationId xmlns:a16="http://schemas.microsoft.com/office/drawing/2014/main" id="{EF0DDDA6-B890-43C2-8BE4-8722079AACC3}"/>
              </a:ext>
            </a:extLst>
          </p:cNvPr>
          <p:cNvSpPr>
            <a:spLocks noGrp="1"/>
          </p:cNvSpPr>
          <p:nvPr/>
        </p:nvSpPr>
        <p:spPr>
          <a:xfrm>
            <a:off x="1802188" y="144580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" name="Stage1_sixpanel_5207">
            <a:extLst>
              <a:ext uri="{FF2B5EF4-FFF2-40B4-BE49-F238E27FC236}">
                <a16:creationId xmlns:a16="http://schemas.microsoft.com/office/drawing/2014/main" id="{2AB4E861-1FF1-4498-AA72-05054A8C71E4}"/>
              </a:ext>
            </a:extLst>
          </p:cNvPr>
          <p:cNvSpPr>
            <a:spLocks noGrp="1"/>
          </p:cNvSpPr>
          <p:nvPr/>
        </p:nvSpPr>
        <p:spPr>
          <a:xfrm>
            <a:off x="1810185" y="205122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" name="Stage1_sixpanel_5208">
            <a:extLst>
              <a:ext uri="{FF2B5EF4-FFF2-40B4-BE49-F238E27FC236}">
                <a16:creationId xmlns:a16="http://schemas.microsoft.com/office/drawing/2014/main" id="{84CFB208-DF0C-494B-9E07-3D5352FC6A99}"/>
              </a:ext>
            </a:extLst>
          </p:cNvPr>
          <p:cNvSpPr>
            <a:spLocks noGrp="1"/>
          </p:cNvSpPr>
          <p:nvPr/>
        </p:nvSpPr>
        <p:spPr>
          <a:xfrm>
            <a:off x="1887371" y="199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" name="Stage1_sixpanel_5209">
            <a:extLst>
              <a:ext uri="{FF2B5EF4-FFF2-40B4-BE49-F238E27FC236}">
                <a16:creationId xmlns:a16="http://schemas.microsoft.com/office/drawing/2014/main" id="{FC3F8E9E-2069-4863-BFB7-9FC0AFFB772B}"/>
              </a:ext>
            </a:extLst>
          </p:cNvPr>
          <p:cNvSpPr>
            <a:spLocks noGrp="1"/>
          </p:cNvSpPr>
          <p:nvPr/>
        </p:nvSpPr>
        <p:spPr>
          <a:xfrm>
            <a:off x="1787805" y="20207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" name="Stage1_sixpanel_5210">
            <a:extLst>
              <a:ext uri="{FF2B5EF4-FFF2-40B4-BE49-F238E27FC236}">
                <a16:creationId xmlns:a16="http://schemas.microsoft.com/office/drawing/2014/main" id="{448BBE8A-6131-4F12-964B-21F2058D94D5}"/>
              </a:ext>
            </a:extLst>
          </p:cNvPr>
          <p:cNvSpPr>
            <a:spLocks noGrp="1"/>
          </p:cNvSpPr>
          <p:nvPr/>
        </p:nvSpPr>
        <p:spPr>
          <a:xfrm>
            <a:off x="1842101" y="141337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" name="Stage1_sixpanel_5211">
            <a:extLst>
              <a:ext uri="{FF2B5EF4-FFF2-40B4-BE49-F238E27FC236}">
                <a16:creationId xmlns:a16="http://schemas.microsoft.com/office/drawing/2014/main" id="{55CCA5D5-3489-4802-AEE6-7CC9C9374C7E}"/>
              </a:ext>
            </a:extLst>
          </p:cNvPr>
          <p:cNvSpPr>
            <a:spLocks noGrp="1"/>
          </p:cNvSpPr>
          <p:nvPr/>
        </p:nvSpPr>
        <p:spPr>
          <a:xfrm>
            <a:off x="1877810" y="158776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" name="Stage1_sixpanel_5212">
            <a:extLst>
              <a:ext uri="{FF2B5EF4-FFF2-40B4-BE49-F238E27FC236}">
                <a16:creationId xmlns:a16="http://schemas.microsoft.com/office/drawing/2014/main" id="{106423A8-9319-4E29-86D0-51479C86DA5B}"/>
              </a:ext>
            </a:extLst>
          </p:cNvPr>
          <p:cNvSpPr>
            <a:spLocks noGrp="1"/>
          </p:cNvSpPr>
          <p:nvPr/>
        </p:nvSpPr>
        <p:spPr>
          <a:xfrm>
            <a:off x="1876126" y="188608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" name="Stage1_sixpanel_5213">
            <a:extLst>
              <a:ext uri="{FF2B5EF4-FFF2-40B4-BE49-F238E27FC236}">
                <a16:creationId xmlns:a16="http://schemas.microsoft.com/office/drawing/2014/main" id="{E1175DEC-0E44-475A-A4BE-6818ADD99128}"/>
              </a:ext>
            </a:extLst>
          </p:cNvPr>
          <p:cNvSpPr>
            <a:spLocks noGrp="1"/>
          </p:cNvSpPr>
          <p:nvPr/>
        </p:nvSpPr>
        <p:spPr>
          <a:xfrm>
            <a:off x="1901285" y="14488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" name="Stage1_sixpanel_5214">
            <a:extLst>
              <a:ext uri="{FF2B5EF4-FFF2-40B4-BE49-F238E27FC236}">
                <a16:creationId xmlns:a16="http://schemas.microsoft.com/office/drawing/2014/main" id="{BD667D8D-7954-4793-AB31-6BFDE5312666}"/>
              </a:ext>
            </a:extLst>
          </p:cNvPr>
          <p:cNvSpPr>
            <a:spLocks noGrp="1"/>
          </p:cNvSpPr>
          <p:nvPr/>
        </p:nvSpPr>
        <p:spPr>
          <a:xfrm>
            <a:off x="1788021" y="14534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" name="Stage1_sixpanel_5215">
            <a:extLst>
              <a:ext uri="{FF2B5EF4-FFF2-40B4-BE49-F238E27FC236}">
                <a16:creationId xmlns:a16="http://schemas.microsoft.com/office/drawing/2014/main" id="{F85FD8E7-E503-4120-AB46-878820197DB0}"/>
              </a:ext>
            </a:extLst>
          </p:cNvPr>
          <p:cNvSpPr>
            <a:spLocks noGrp="1"/>
          </p:cNvSpPr>
          <p:nvPr/>
        </p:nvSpPr>
        <p:spPr>
          <a:xfrm>
            <a:off x="1862755" y="212488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" name="Stage1_sixpanel_5216">
            <a:extLst>
              <a:ext uri="{FF2B5EF4-FFF2-40B4-BE49-F238E27FC236}">
                <a16:creationId xmlns:a16="http://schemas.microsoft.com/office/drawing/2014/main" id="{62D572AD-8170-4379-A28F-911649679C4C}"/>
              </a:ext>
            </a:extLst>
          </p:cNvPr>
          <p:cNvSpPr>
            <a:spLocks noGrp="1"/>
          </p:cNvSpPr>
          <p:nvPr/>
        </p:nvSpPr>
        <p:spPr>
          <a:xfrm>
            <a:off x="1803544" y="151720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" name="Stage1_sixpanel_5217">
            <a:extLst>
              <a:ext uri="{FF2B5EF4-FFF2-40B4-BE49-F238E27FC236}">
                <a16:creationId xmlns:a16="http://schemas.microsoft.com/office/drawing/2014/main" id="{79496020-446E-40B6-8456-46CA743F84FF}"/>
              </a:ext>
            </a:extLst>
          </p:cNvPr>
          <p:cNvSpPr>
            <a:spLocks noGrp="1"/>
          </p:cNvSpPr>
          <p:nvPr/>
        </p:nvSpPr>
        <p:spPr>
          <a:xfrm>
            <a:off x="1801928" y="155890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" name="Stage1_sixpanel_5218">
            <a:extLst>
              <a:ext uri="{FF2B5EF4-FFF2-40B4-BE49-F238E27FC236}">
                <a16:creationId xmlns:a16="http://schemas.microsoft.com/office/drawing/2014/main" id="{4F4ED2CB-092C-4F9E-98C2-4EFA3E99A57E}"/>
              </a:ext>
            </a:extLst>
          </p:cNvPr>
          <p:cNvSpPr>
            <a:spLocks noGrp="1"/>
          </p:cNvSpPr>
          <p:nvPr/>
        </p:nvSpPr>
        <p:spPr>
          <a:xfrm>
            <a:off x="1877131" y="16021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" name="Stage1_sixpanel_5219">
            <a:extLst>
              <a:ext uri="{FF2B5EF4-FFF2-40B4-BE49-F238E27FC236}">
                <a16:creationId xmlns:a16="http://schemas.microsoft.com/office/drawing/2014/main" id="{D2007F63-B508-4CE9-A08B-1EE0D72BB8F6}"/>
              </a:ext>
            </a:extLst>
          </p:cNvPr>
          <p:cNvSpPr>
            <a:spLocks noGrp="1"/>
          </p:cNvSpPr>
          <p:nvPr/>
        </p:nvSpPr>
        <p:spPr>
          <a:xfrm>
            <a:off x="1807645" y="19366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" name="Stage1_sixpanel_5220">
            <a:extLst>
              <a:ext uri="{FF2B5EF4-FFF2-40B4-BE49-F238E27FC236}">
                <a16:creationId xmlns:a16="http://schemas.microsoft.com/office/drawing/2014/main" id="{5DC77DE9-71AE-463D-93A6-8C670FD325A9}"/>
              </a:ext>
            </a:extLst>
          </p:cNvPr>
          <p:cNvSpPr>
            <a:spLocks noGrp="1"/>
          </p:cNvSpPr>
          <p:nvPr/>
        </p:nvSpPr>
        <p:spPr>
          <a:xfrm>
            <a:off x="1815650" y="15794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" name="Stage1_sixpanel_5221">
            <a:extLst>
              <a:ext uri="{FF2B5EF4-FFF2-40B4-BE49-F238E27FC236}">
                <a16:creationId xmlns:a16="http://schemas.microsoft.com/office/drawing/2014/main" id="{66A1A573-235B-49CE-A5DB-4B9D8C804194}"/>
              </a:ext>
            </a:extLst>
          </p:cNvPr>
          <p:cNvSpPr>
            <a:spLocks noGrp="1"/>
          </p:cNvSpPr>
          <p:nvPr/>
        </p:nvSpPr>
        <p:spPr>
          <a:xfrm>
            <a:off x="1891884" y="174916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" name="Stage1_sixpanel_5222">
            <a:extLst>
              <a:ext uri="{FF2B5EF4-FFF2-40B4-BE49-F238E27FC236}">
                <a16:creationId xmlns:a16="http://schemas.microsoft.com/office/drawing/2014/main" id="{64D7DC05-A485-45A1-8623-EEE6321B4627}"/>
              </a:ext>
            </a:extLst>
          </p:cNvPr>
          <p:cNvSpPr>
            <a:spLocks noGrp="1"/>
          </p:cNvSpPr>
          <p:nvPr/>
        </p:nvSpPr>
        <p:spPr>
          <a:xfrm>
            <a:off x="1786527" y="139426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" name="Stage1_sixpanel_5223">
            <a:extLst>
              <a:ext uri="{FF2B5EF4-FFF2-40B4-BE49-F238E27FC236}">
                <a16:creationId xmlns:a16="http://schemas.microsoft.com/office/drawing/2014/main" id="{0226C5CC-DCB8-4EAA-A457-CE6B5C961FC7}"/>
              </a:ext>
            </a:extLst>
          </p:cNvPr>
          <p:cNvSpPr>
            <a:spLocks noGrp="1"/>
          </p:cNvSpPr>
          <p:nvPr/>
        </p:nvSpPr>
        <p:spPr>
          <a:xfrm>
            <a:off x="1873267" y="22603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" name="Stage1_sixpanel_5224">
            <a:extLst>
              <a:ext uri="{FF2B5EF4-FFF2-40B4-BE49-F238E27FC236}">
                <a16:creationId xmlns:a16="http://schemas.microsoft.com/office/drawing/2014/main" id="{70BC71BB-76DC-4EC3-834F-4778980459B9}"/>
              </a:ext>
            </a:extLst>
          </p:cNvPr>
          <p:cNvSpPr>
            <a:spLocks noGrp="1"/>
          </p:cNvSpPr>
          <p:nvPr/>
        </p:nvSpPr>
        <p:spPr>
          <a:xfrm>
            <a:off x="189265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" name="Stage1_sixpanel_5225">
            <a:extLst>
              <a:ext uri="{FF2B5EF4-FFF2-40B4-BE49-F238E27FC236}">
                <a16:creationId xmlns:a16="http://schemas.microsoft.com/office/drawing/2014/main" id="{3C87CB03-F454-47BF-A446-17F47474D70D}"/>
              </a:ext>
            </a:extLst>
          </p:cNvPr>
          <p:cNvSpPr>
            <a:spLocks noGrp="1"/>
          </p:cNvSpPr>
          <p:nvPr/>
        </p:nvSpPr>
        <p:spPr>
          <a:xfrm>
            <a:off x="1791768" y="212375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" name="Stage1_sixpanel_5226">
            <a:extLst>
              <a:ext uri="{FF2B5EF4-FFF2-40B4-BE49-F238E27FC236}">
                <a16:creationId xmlns:a16="http://schemas.microsoft.com/office/drawing/2014/main" id="{7BB9F48F-9A0A-466B-8B79-B29E3DBDF377}"/>
              </a:ext>
            </a:extLst>
          </p:cNvPr>
          <p:cNvSpPr>
            <a:spLocks noGrp="1"/>
          </p:cNvSpPr>
          <p:nvPr/>
        </p:nvSpPr>
        <p:spPr>
          <a:xfrm>
            <a:off x="1799852" y="214389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" name="Stage1_sixpanel_5227">
            <a:extLst>
              <a:ext uri="{FF2B5EF4-FFF2-40B4-BE49-F238E27FC236}">
                <a16:creationId xmlns:a16="http://schemas.microsoft.com/office/drawing/2014/main" id="{60BE4FD7-63CE-42E4-ABDA-F28E53596D7A}"/>
              </a:ext>
            </a:extLst>
          </p:cNvPr>
          <p:cNvSpPr>
            <a:spLocks noGrp="1"/>
          </p:cNvSpPr>
          <p:nvPr/>
        </p:nvSpPr>
        <p:spPr>
          <a:xfrm>
            <a:off x="1839800" y="138211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" name="Stage1_sixpanel_5228">
            <a:extLst>
              <a:ext uri="{FF2B5EF4-FFF2-40B4-BE49-F238E27FC236}">
                <a16:creationId xmlns:a16="http://schemas.microsoft.com/office/drawing/2014/main" id="{5101B7BC-4822-4B50-BF4F-7641889C0E77}"/>
              </a:ext>
            </a:extLst>
          </p:cNvPr>
          <p:cNvSpPr>
            <a:spLocks noGrp="1"/>
          </p:cNvSpPr>
          <p:nvPr/>
        </p:nvSpPr>
        <p:spPr>
          <a:xfrm>
            <a:off x="1827312" y="13743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" name="Stage1_sixpanel_5229">
            <a:extLst>
              <a:ext uri="{FF2B5EF4-FFF2-40B4-BE49-F238E27FC236}">
                <a16:creationId xmlns:a16="http://schemas.microsoft.com/office/drawing/2014/main" id="{9E982E6E-B325-4845-A6D1-1F5AEE4996DF}"/>
              </a:ext>
            </a:extLst>
          </p:cNvPr>
          <p:cNvSpPr>
            <a:spLocks noGrp="1"/>
          </p:cNvSpPr>
          <p:nvPr/>
        </p:nvSpPr>
        <p:spPr>
          <a:xfrm>
            <a:off x="1857753" y="20459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" name="Stage1_sixpanel_5230">
            <a:extLst>
              <a:ext uri="{FF2B5EF4-FFF2-40B4-BE49-F238E27FC236}">
                <a16:creationId xmlns:a16="http://schemas.microsoft.com/office/drawing/2014/main" id="{67057015-3A3F-489D-B21E-6DA575CAC43F}"/>
              </a:ext>
            </a:extLst>
          </p:cNvPr>
          <p:cNvSpPr>
            <a:spLocks noGrp="1"/>
          </p:cNvSpPr>
          <p:nvPr/>
        </p:nvSpPr>
        <p:spPr>
          <a:xfrm>
            <a:off x="1827323" y="173895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" name="Stage1_sixpanel_5231">
            <a:extLst>
              <a:ext uri="{FF2B5EF4-FFF2-40B4-BE49-F238E27FC236}">
                <a16:creationId xmlns:a16="http://schemas.microsoft.com/office/drawing/2014/main" id="{1F954CB6-90ED-482A-8EFF-760B2137DB89}"/>
              </a:ext>
            </a:extLst>
          </p:cNvPr>
          <p:cNvSpPr>
            <a:spLocks noGrp="1"/>
          </p:cNvSpPr>
          <p:nvPr/>
        </p:nvSpPr>
        <p:spPr>
          <a:xfrm>
            <a:off x="192324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" name="Stage1_sixpanel_5232">
            <a:extLst>
              <a:ext uri="{FF2B5EF4-FFF2-40B4-BE49-F238E27FC236}">
                <a16:creationId xmlns:a16="http://schemas.microsoft.com/office/drawing/2014/main" id="{89F8E557-232C-46FD-A177-10F79BBFA064}"/>
              </a:ext>
            </a:extLst>
          </p:cNvPr>
          <p:cNvSpPr>
            <a:spLocks noGrp="1"/>
          </p:cNvSpPr>
          <p:nvPr/>
        </p:nvSpPr>
        <p:spPr>
          <a:xfrm>
            <a:off x="1831755" y="213603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" name="Stage1_sixpanel_5233">
            <a:extLst>
              <a:ext uri="{FF2B5EF4-FFF2-40B4-BE49-F238E27FC236}">
                <a16:creationId xmlns:a16="http://schemas.microsoft.com/office/drawing/2014/main" id="{E3B52C7D-03C0-42B3-A599-2FEBE95AF928}"/>
              </a:ext>
            </a:extLst>
          </p:cNvPr>
          <p:cNvSpPr>
            <a:spLocks noGrp="1"/>
          </p:cNvSpPr>
          <p:nvPr/>
        </p:nvSpPr>
        <p:spPr>
          <a:xfrm>
            <a:off x="1787016" y="12585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" name="Stage1_sixpanel_5234">
            <a:extLst>
              <a:ext uri="{FF2B5EF4-FFF2-40B4-BE49-F238E27FC236}">
                <a16:creationId xmlns:a16="http://schemas.microsoft.com/office/drawing/2014/main" id="{9CD9F1FD-AB64-4811-BA02-18D838DF5D25}"/>
              </a:ext>
            </a:extLst>
          </p:cNvPr>
          <p:cNvSpPr>
            <a:spLocks noGrp="1"/>
          </p:cNvSpPr>
          <p:nvPr/>
        </p:nvSpPr>
        <p:spPr>
          <a:xfrm>
            <a:off x="1911111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" name="Stage1_sixpanel_5235">
            <a:extLst>
              <a:ext uri="{FF2B5EF4-FFF2-40B4-BE49-F238E27FC236}">
                <a16:creationId xmlns:a16="http://schemas.microsoft.com/office/drawing/2014/main" id="{49B8A48A-4987-425B-9D71-4EAE7073F02F}"/>
              </a:ext>
            </a:extLst>
          </p:cNvPr>
          <p:cNvSpPr>
            <a:spLocks noGrp="1"/>
          </p:cNvSpPr>
          <p:nvPr/>
        </p:nvSpPr>
        <p:spPr>
          <a:xfrm>
            <a:off x="1819863" y="172207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" name="Stage1_sixpanel_5236">
            <a:extLst>
              <a:ext uri="{FF2B5EF4-FFF2-40B4-BE49-F238E27FC236}">
                <a16:creationId xmlns:a16="http://schemas.microsoft.com/office/drawing/2014/main" id="{C19D5718-2AC0-40D3-A826-75CCDDCD60B1}"/>
              </a:ext>
            </a:extLst>
          </p:cNvPr>
          <p:cNvSpPr>
            <a:spLocks noGrp="1"/>
          </p:cNvSpPr>
          <p:nvPr/>
        </p:nvSpPr>
        <p:spPr>
          <a:xfrm>
            <a:off x="1940872" y="18313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" name="Stage1_sixpanel_5237">
            <a:extLst>
              <a:ext uri="{FF2B5EF4-FFF2-40B4-BE49-F238E27FC236}">
                <a16:creationId xmlns:a16="http://schemas.microsoft.com/office/drawing/2014/main" id="{5035075E-C58B-43A7-8787-834EA330EC0B}"/>
              </a:ext>
            </a:extLst>
          </p:cNvPr>
          <p:cNvSpPr>
            <a:spLocks noGrp="1"/>
          </p:cNvSpPr>
          <p:nvPr/>
        </p:nvSpPr>
        <p:spPr>
          <a:xfrm>
            <a:off x="1810997" y="130135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" name="Stage1_sixpanel_5238">
            <a:extLst>
              <a:ext uri="{FF2B5EF4-FFF2-40B4-BE49-F238E27FC236}">
                <a16:creationId xmlns:a16="http://schemas.microsoft.com/office/drawing/2014/main" id="{12C0FCEF-1B8F-4FBA-B103-C2D8AD3F218D}"/>
              </a:ext>
            </a:extLst>
          </p:cNvPr>
          <p:cNvSpPr>
            <a:spLocks noGrp="1"/>
          </p:cNvSpPr>
          <p:nvPr/>
        </p:nvSpPr>
        <p:spPr>
          <a:xfrm>
            <a:off x="1790482" y="139201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" name="Stage1_sixpanel_5239">
            <a:extLst>
              <a:ext uri="{FF2B5EF4-FFF2-40B4-BE49-F238E27FC236}">
                <a16:creationId xmlns:a16="http://schemas.microsoft.com/office/drawing/2014/main" id="{EC6A15F9-A85D-4447-9F23-093872CCC49D}"/>
              </a:ext>
            </a:extLst>
          </p:cNvPr>
          <p:cNvSpPr>
            <a:spLocks noGrp="1"/>
          </p:cNvSpPr>
          <p:nvPr/>
        </p:nvSpPr>
        <p:spPr>
          <a:xfrm>
            <a:off x="1818975" y="172351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" name="Stage1_sixpanel_5240">
            <a:extLst>
              <a:ext uri="{FF2B5EF4-FFF2-40B4-BE49-F238E27FC236}">
                <a16:creationId xmlns:a16="http://schemas.microsoft.com/office/drawing/2014/main" id="{02B2CEF5-3874-4485-BB8B-06815202AD2E}"/>
              </a:ext>
            </a:extLst>
          </p:cNvPr>
          <p:cNvSpPr>
            <a:spLocks noGrp="1"/>
          </p:cNvSpPr>
          <p:nvPr/>
        </p:nvSpPr>
        <p:spPr>
          <a:xfrm>
            <a:off x="1911358" y="142962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" name="Stage1_sixpanel_5241">
            <a:extLst>
              <a:ext uri="{FF2B5EF4-FFF2-40B4-BE49-F238E27FC236}">
                <a16:creationId xmlns:a16="http://schemas.microsoft.com/office/drawing/2014/main" id="{D85B87F8-AE1E-4687-824D-7DD99D13DAB2}"/>
              </a:ext>
            </a:extLst>
          </p:cNvPr>
          <p:cNvSpPr>
            <a:spLocks noGrp="1"/>
          </p:cNvSpPr>
          <p:nvPr/>
        </p:nvSpPr>
        <p:spPr>
          <a:xfrm>
            <a:off x="1949608" y="125732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" name="Stage1_sixpanel_5242">
            <a:extLst>
              <a:ext uri="{FF2B5EF4-FFF2-40B4-BE49-F238E27FC236}">
                <a16:creationId xmlns:a16="http://schemas.microsoft.com/office/drawing/2014/main" id="{774E384C-BEC9-439D-A974-879687595DD1}"/>
              </a:ext>
            </a:extLst>
          </p:cNvPr>
          <p:cNvSpPr>
            <a:spLocks noGrp="1"/>
          </p:cNvSpPr>
          <p:nvPr/>
        </p:nvSpPr>
        <p:spPr>
          <a:xfrm>
            <a:off x="1926954" y="136947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" name="Stage1_sixpanel_5243">
            <a:extLst>
              <a:ext uri="{FF2B5EF4-FFF2-40B4-BE49-F238E27FC236}">
                <a16:creationId xmlns:a16="http://schemas.microsoft.com/office/drawing/2014/main" id="{C3E45DBE-55BA-48BC-97D0-CC7FB094D7EE}"/>
              </a:ext>
            </a:extLst>
          </p:cNvPr>
          <p:cNvSpPr>
            <a:spLocks noGrp="1"/>
          </p:cNvSpPr>
          <p:nvPr/>
        </p:nvSpPr>
        <p:spPr>
          <a:xfrm>
            <a:off x="1788981" y="154408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" name="Stage1_sixpanel_5244">
            <a:extLst>
              <a:ext uri="{FF2B5EF4-FFF2-40B4-BE49-F238E27FC236}">
                <a16:creationId xmlns:a16="http://schemas.microsoft.com/office/drawing/2014/main" id="{79AE24B9-058D-48B6-9CD1-80A152109CDF}"/>
              </a:ext>
            </a:extLst>
          </p:cNvPr>
          <p:cNvSpPr>
            <a:spLocks noGrp="1"/>
          </p:cNvSpPr>
          <p:nvPr/>
        </p:nvSpPr>
        <p:spPr>
          <a:xfrm>
            <a:off x="1838338" y="132991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" name="Stage1_sixpanel_5245">
            <a:extLst>
              <a:ext uri="{FF2B5EF4-FFF2-40B4-BE49-F238E27FC236}">
                <a16:creationId xmlns:a16="http://schemas.microsoft.com/office/drawing/2014/main" id="{EC5FA6BB-31B2-45C6-BBAA-FCA593E7EB2C}"/>
              </a:ext>
            </a:extLst>
          </p:cNvPr>
          <p:cNvSpPr>
            <a:spLocks noGrp="1"/>
          </p:cNvSpPr>
          <p:nvPr/>
        </p:nvSpPr>
        <p:spPr>
          <a:xfrm>
            <a:off x="1917913" y="187242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" name="Stage1_sixpanel_5246">
            <a:extLst>
              <a:ext uri="{FF2B5EF4-FFF2-40B4-BE49-F238E27FC236}">
                <a16:creationId xmlns:a16="http://schemas.microsoft.com/office/drawing/2014/main" id="{95BB08E3-063D-4D31-899B-B56D755F4A98}"/>
              </a:ext>
            </a:extLst>
          </p:cNvPr>
          <p:cNvSpPr>
            <a:spLocks noGrp="1"/>
          </p:cNvSpPr>
          <p:nvPr/>
        </p:nvSpPr>
        <p:spPr>
          <a:xfrm>
            <a:off x="1877597" y="147660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" name="Stage1_sixpanel_5247">
            <a:extLst>
              <a:ext uri="{FF2B5EF4-FFF2-40B4-BE49-F238E27FC236}">
                <a16:creationId xmlns:a16="http://schemas.microsoft.com/office/drawing/2014/main" id="{51204D2E-58A4-4FCA-92CF-851681B810E5}"/>
              </a:ext>
            </a:extLst>
          </p:cNvPr>
          <p:cNvSpPr>
            <a:spLocks noGrp="1"/>
          </p:cNvSpPr>
          <p:nvPr/>
        </p:nvSpPr>
        <p:spPr>
          <a:xfrm>
            <a:off x="1806475" y="17293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" name="Stage1_sixpanel_5248">
            <a:extLst>
              <a:ext uri="{FF2B5EF4-FFF2-40B4-BE49-F238E27FC236}">
                <a16:creationId xmlns:a16="http://schemas.microsoft.com/office/drawing/2014/main" id="{24C369DF-25ED-4D6D-812F-985A29A25098}"/>
              </a:ext>
            </a:extLst>
          </p:cNvPr>
          <p:cNvSpPr>
            <a:spLocks noGrp="1"/>
          </p:cNvSpPr>
          <p:nvPr/>
        </p:nvSpPr>
        <p:spPr>
          <a:xfrm>
            <a:off x="1938720" y="14241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" name="Stage1_sixpanel_5249">
            <a:extLst>
              <a:ext uri="{FF2B5EF4-FFF2-40B4-BE49-F238E27FC236}">
                <a16:creationId xmlns:a16="http://schemas.microsoft.com/office/drawing/2014/main" id="{33052610-60AC-48A4-A3DB-63300AFF4418}"/>
              </a:ext>
            </a:extLst>
          </p:cNvPr>
          <p:cNvSpPr>
            <a:spLocks noGrp="1"/>
          </p:cNvSpPr>
          <p:nvPr/>
        </p:nvSpPr>
        <p:spPr>
          <a:xfrm>
            <a:off x="1813664" y="150721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" name="Stage1_sixpanel_5250">
            <a:extLst>
              <a:ext uri="{FF2B5EF4-FFF2-40B4-BE49-F238E27FC236}">
                <a16:creationId xmlns:a16="http://schemas.microsoft.com/office/drawing/2014/main" id="{116BE510-6FA6-4F67-B84B-E687ED0C249A}"/>
              </a:ext>
            </a:extLst>
          </p:cNvPr>
          <p:cNvSpPr>
            <a:spLocks noGrp="1"/>
          </p:cNvSpPr>
          <p:nvPr/>
        </p:nvSpPr>
        <p:spPr>
          <a:xfrm>
            <a:off x="1844002" y="166079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" name="Stage1_sixpanel_5251">
            <a:extLst>
              <a:ext uri="{FF2B5EF4-FFF2-40B4-BE49-F238E27FC236}">
                <a16:creationId xmlns:a16="http://schemas.microsoft.com/office/drawing/2014/main" id="{055024AB-EACB-4D4C-89AE-174E9C806633}"/>
              </a:ext>
            </a:extLst>
          </p:cNvPr>
          <p:cNvSpPr>
            <a:spLocks noGrp="1"/>
          </p:cNvSpPr>
          <p:nvPr/>
        </p:nvSpPr>
        <p:spPr>
          <a:xfrm>
            <a:off x="1920994" y="177140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" name="Stage1_sixpanel_5252">
            <a:extLst>
              <a:ext uri="{FF2B5EF4-FFF2-40B4-BE49-F238E27FC236}">
                <a16:creationId xmlns:a16="http://schemas.microsoft.com/office/drawing/2014/main" id="{A816D823-A048-470A-8347-3B9C99B43B35}"/>
              </a:ext>
            </a:extLst>
          </p:cNvPr>
          <p:cNvSpPr>
            <a:spLocks noGrp="1"/>
          </p:cNvSpPr>
          <p:nvPr/>
        </p:nvSpPr>
        <p:spPr>
          <a:xfrm>
            <a:off x="1859606" y="17886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" name="Stage1_sixpanel_5253">
            <a:extLst>
              <a:ext uri="{FF2B5EF4-FFF2-40B4-BE49-F238E27FC236}">
                <a16:creationId xmlns:a16="http://schemas.microsoft.com/office/drawing/2014/main" id="{B71F98B9-2631-4089-85C2-8A393350B9CE}"/>
              </a:ext>
            </a:extLst>
          </p:cNvPr>
          <p:cNvSpPr>
            <a:spLocks noGrp="1"/>
          </p:cNvSpPr>
          <p:nvPr/>
        </p:nvSpPr>
        <p:spPr>
          <a:xfrm>
            <a:off x="1855985" y="178919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" name="Stage1_sixpanel_5254">
            <a:extLst>
              <a:ext uri="{FF2B5EF4-FFF2-40B4-BE49-F238E27FC236}">
                <a16:creationId xmlns:a16="http://schemas.microsoft.com/office/drawing/2014/main" id="{39DFD6BF-878A-44F3-934A-079A6C0FF0E9}"/>
              </a:ext>
            </a:extLst>
          </p:cNvPr>
          <p:cNvSpPr>
            <a:spLocks noGrp="1"/>
          </p:cNvSpPr>
          <p:nvPr/>
        </p:nvSpPr>
        <p:spPr>
          <a:xfrm>
            <a:off x="1944113" y="178039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" name="Stage1_sixpanel_5255">
            <a:extLst>
              <a:ext uri="{FF2B5EF4-FFF2-40B4-BE49-F238E27FC236}">
                <a16:creationId xmlns:a16="http://schemas.microsoft.com/office/drawing/2014/main" id="{38B0F583-9428-41C2-8EF5-12F9E2440C50}"/>
              </a:ext>
            </a:extLst>
          </p:cNvPr>
          <p:cNvSpPr>
            <a:spLocks noGrp="1"/>
          </p:cNvSpPr>
          <p:nvPr/>
        </p:nvSpPr>
        <p:spPr>
          <a:xfrm>
            <a:off x="1899320" y="211081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" name="Stage1_sixpanel_5256">
            <a:extLst>
              <a:ext uri="{FF2B5EF4-FFF2-40B4-BE49-F238E27FC236}">
                <a16:creationId xmlns:a16="http://schemas.microsoft.com/office/drawing/2014/main" id="{4AD553AD-1BCA-4712-B3BC-E06DBF52A3FB}"/>
              </a:ext>
            </a:extLst>
          </p:cNvPr>
          <p:cNvSpPr>
            <a:spLocks noGrp="1"/>
          </p:cNvSpPr>
          <p:nvPr/>
        </p:nvSpPr>
        <p:spPr>
          <a:xfrm>
            <a:off x="1956143" y="13421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" name="Stage1_sixpanel_5257">
            <a:extLst>
              <a:ext uri="{FF2B5EF4-FFF2-40B4-BE49-F238E27FC236}">
                <a16:creationId xmlns:a16="http://schemas.microsoft.com/office/drawing/2014/main" id="{BB53CF54-DC37-460D-B6F6-C87090879777}"/>
              </a:ext>
            </a:extLst>
          </p:cNvPr>
          <p:cNvSpPr>
            <a:spLocks noGrp="1"/>
          </p:cNvSpPr>
          <p:nvPr/>
        </p:nvSpPr>
        <p:spPr>
          <a:xfrm>
            <a:off x="1887194" y="15132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" name="Stage1_sixpanel_5258">
            <a:extLst>
              <a:ext uri="{FF2B5EF4-FFF2-40B4-BE49-F238E27FC236}">
                <a16:creationId xmlns:a16="http://schemas.microsoft.com/office/drawing/2014/main" id="{A2B8945E-DB39-4A96-9D2C-CB603D5EBE86}"/>
              </a:ext>
            </a:extLst>
          </p:cNvPr>
          <p:cNvSpPr>
            <a:spLocks noGrp="1"/>
          </p:cNvSpPr>
          <p:nvPr/>
        </p:nvSpPr>
        <p:spPr>
          <a:xfrm>
            <a:off x="1888443" y="142186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" name="Stage1_sixpanel_5259">
            <a:extLst>
              <a:ext uri="{FF2B5EF4-FFF2-40B4-BE49-F238E27FC236}">
                <a16:creationId xmlns:a16="http://schemas.microsoft.com/office/drawing/2014/main" id="{C61C9084-1359-4B81-B587-73E3494F94A5}"/>
              </a:ext>
            </a:extLst>
          </p:cNvPr>
          <p:cNvSpPr>
            <a:spLocks noGrp="1"/>
          </p:cNvSpPr>
          <p:nvPr/>
        </p:nvSpPr>
        <p:spPr>
          <a:xfrm>
            <a:off x="1897092" y="188321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" name="Stage1_sixpanel_5260">
            <a:extLst>
              <a:ext uri="{FF2B5EF4-FFF2-40B4-BE49-F238E27FC236}">
                <a16:creationId xmlns:a16="http://schemas.microsoft.com/office/drawing/2014/main" id="{295FADF6-CAC6-4F04-B494-34528655322A}"/>
              </a:ext>
            </a:extLst>
          </p:cNvPr>
          <p:cNvSpPr>
            <a:spLocks noGrp="1"/>
          </p:cNvSpPr>
          <p:nvPr/>
        </p:nvSpPr>
        <p:spPr>
          <a:xfrm>
            <a:off x="1953586" y="125985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" name="Stage1_sixpanel_5261">
            <a:extLst>
              <a:ext uri="{FF2B5EF4-FFF2-40B4-BE49-F238E27FC236}">
                <a16:creationId xmlns:a16="http://schemas.microsoft.com/office/drawing/2014/main" id="{43210E9D-62CF-4E6D-B3AA-0177267CCD2A}"/>
              </a:ext>
            </a:extLst>
          </p:cNvPr>
          <p:cNvSpPr>
            <a:spLocks noGrp="1"/>
          </p:cNvSpPr>
          <p:nvPr/>
        </p:nvSpPr>
        <p:spPr>
          <a:xfrm>
            <a:off x="1910841" y="123285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" name="Stage1_sixpanel_5262">
            <a:extLst>
              <a:ext uri="{FF2B5EF4-FFF2-40B4-BE49-F238E27FC236}">
                <a16:creationId xmlns:a16="http://schemas.microsoft.com/office/drawing/2014/main" id="{4E6B52B7-2592-4FB8-ABEC-F5FC15825C1D}"/>
              </a:ext>
            </a:extLst>
          </p:cNvPr>
          <p:cNvSpPr>
            <a:spLocks noGrp="1"/>
          </p:cNvSpPr>
          <p:nvPr/>
        </p:nvSpPr>
        <p:spPr>
          <a:xfrm>
            <a:off x="1797300" y="13310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" name="Stage1_sixpanel_5263">
            <a:extLst>
              <a:ext uri="{FF2B5EF4-FFF2-40B4-BE49-F238E27FC236}">
                <a16:creationId xmlns:a16="http://schemas.microsoft.com/office/drawing/2014/main" id="{2C23852A-D335-4F13-8422-EE47B9E3A94D}"/>
              </a:ext>
            </a:extLst>
          </p:cNvPr>
          <p:cNvSpPr>
            <a:spLocks noGrp="1"/>
          </p:cNvSpPr>
          <p:nvPr/>
        </p:nvSpPr>
        <p:spPr>
          <a:xfrm>
            <a:off x="1921535" y="14636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" name="Stage1_sixpanel_5264">
            <a:extLst>
              <a:ext uri="{FF2B5EF4-FFF2-40B4-BE49-F238E27FC236}">
                <a16:creationId xmlns:a16="http://schemas.microsoft.com/office/drawing/2014/main" id="{CB7F1CA3-6AE3-453C-8F85-57710435B3F8}"/>
              </a:ext>
            </a:extLst>
          </p:cNvPr>
          <p:cNvSpPr>
            <a:spLocks noGrp="1"/>
          </p:cNvSpPr>
          <p:nvPr/>
        </p:nvSpPr>
        <p:spPr>
          <a:xfrm>
            <a:off x="1953796" y="179230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" name="Stage1_sixpanel_5265">
            <a:extLst>
              <a:ext uri="{FF2B5EF4-FFF2-40B4-BE49-F238E27FC236}">
                <a16:creationId xmlns:a16="http://schemas.microsoft.com/office/drawing/2014/main" id="{8EF47F80-91EF-4514-9C8A-C0ADFA480F1A}"/>
              </a:ext>
            </a:extLst>
          </p:cNvPr>
          <p:cNvSpPr>
            <a:spLocks noGrp="1"/>
          </p:cNvSpPr>
          <p:nvPr/>
        </p:nvSpPr>
        <p:spPr>
          <a:xfrm>
            <a:off x="1935528" y="208053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" name="Stage1_sixpanel_5266">
            <a:extLst>
              <a:ext uri="{FF2B5EF4-FFF2-40B4-BE49-F238E27FC236}">
                <a16:creationId xmlns:a16="http://schemas.microsoft.com/office/drawing/2014/main" id="{E18A135B-B8C9-4AEE-91F6-9DDA56F96C7B}"/>
              </a:ext>
            </a:extLst>
          </p:cNvPr>
          <p:cNvSpPr>
            <a:spLocks noGrp="1"/>
          </p:cNvSpPr>
          <p:nvPr/>
        </p:nvSpPr>
        <p:spPr>
          <a:xfrm>
            <a:off x="1810102" y="178653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" name="Stage1_sixpanel_5267">
            <a:extLst>
              <a:ext uri="{FF2B5EF4-FFF2-40B4-BE49-F238E27FC236}">
                <a16:creationId xmlns:a16="http://schemas.microsoft.com/office/drawing/2014/main" id="{FC49F50A-9643-423B-A7F8-43AC17EA50C7}"/>
              </a:ext>
            </a:extLst>
          </p:cNvPr>
          <p:cNvSpPr>
            <a:spLocks noGrp="1"/>
          </p:cNvSpPr>
          <p:nvPr/>
        </p:nvSpPr>
        <p:spPr>
          <a:xfrm>
            <a:off x="1878316" y="16274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" name="Stage1_sixpanel_5268">
            <a:extLst>
              <a:ext uri="{FF2B5EF4-FFF2-40B4-BE49-F238E27FC236}">
                <a16:creationId xmlns:a16="http://schemas.microsoft.com/office/drawing/2014/main" id="{8535C2CC-F41B-4848-B2BF-D4EE11123181}"/>
              </a:ext>
            </a:extLst>
          </p:cNvPr>
          <p:cNvSpPr>
            <a:spLocks noGrp="1"/>
          </p:cNvSpPr>
          <p:nvPr/>
        </p:nvSpPr>
        <p:spPr>
          <a:xfrm>
            <a:off x="1952527" y="205134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" name="Stage1_sixpanel_5269">
            <a:extLst>
              <a:ext uri="{FF2B5EF4-FFF2-40B4-BE49-F238E27FC236}">
                <a16:creationId xmlns:a16="http://schemas.microsoft.com/office/drawing/2014/main" id="{FA2F75B0-C42A-4EE1-B61D-0498CDBB58A9}"/>
              </a:ext>
            </a:extLst>
          </p:cNvPr>
          <p:cNvSpPr>
            <a:spLocks noGrp="1"/>
          </p:cNvSpPr>
          <p:nvPr/>
        </p:nvSpPr>
        <p:spPr>
          <a:xfrm>
            <a:off x="1911403" y="134052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" name="Stage1_sixpanel_5270">
            <a:extLst>
              <a:ext uri="{FF2B5EF4-FFF2-40B4-BE49-F238E27FC236}">
                <a16:creationId xmlns:a16="http://schemas.microsoft.com/office/drawing/2014/main" id="{AB681460-3516-4D41-8BC2-7A721A3A5F7B}"/>
              </a:ext>
            </a:extLst>
          </p:cNvPr>
          <p:cNvSpPr>
            <a:spLocks noGrp="1"/>
          </p:cNvSpPr>
          <p:nvPr/>
        </p:nvSpPr>
        <p:spPr>
          <a:xfrm>
            <a:off x="1956396" y="187754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" name="Stage1_sixpanel_5271">
            <a:extLst>
              <a:ext uri="{FF2B5EF4-FFF2-40B4-BE49-F238E27FC236}">
                <a16:creationId xmlns:a16="http://schemas.microsoft.com/office/drawing/2014/main" id="{D1D16CD1-87A2-48A5-A971-27F56B9C03C2}"/>
              </a:ext>
            </a:extLst>
          </p:cNvPr>
          <p:cNvSpPr>
            <a:spLocks noGrp="1"/>
          </p:cNvSpPr>
          <p:nvPr/>
        </p:nvSpPr>
        <p:spPr>
          <a:xfrm>
            <a:off x="1924392" y="173026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" name="Stage1_sixpanel_5272">
            <a:extLst>
              <a:ext uri="{FF2B5EF4-FFF2-40B4-BE49-F238E27FC236}">
                <a16:creationId xmlns:a16="http://schemas.microsoft.com/office/drawing/2014/main" id="{4386F76B-CA91-4941-919F-2CF2547906F7}"/>
              </a:ext>
            </a:extLst>
          </p:cNvPr>
          <p:cNvSpPr>
            <a:spLocks noGrp="1"/>
          </p:cNvSpPr>
          <p:nvPr/>
        </p:nvSpPr>
        <p:spPr>
          <a:xfrm>
            <a:off x="1943150" y="133070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" name="Stage1_sixpanel_5273">
            <a:extLst>
              <a:ext uri="{FF2B5EF4-FFF2-40B4-BE49-F238E27FC236}">
                <a16:creationId xmlns:a16="http://schemas.microsoft.com/office/drawing/2014/main" id="{C29F1C9C-E7E2-4CC2-828D-29E8175F7022}"/>
              </a:ext>
            </a:extLst>
          </p:cNvPr>
          <p:cNvSpPr>
            <a:spLocks noGrp="1"/>
          </p:cNvSpPr>
          <p:nvPr/>
        </p:nvSpPr>
        <p:spPr>
          <a:xfrm>
            <a:off x="1814025" y="204163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" name="Stage1_sixpanel_5274">
            <a:extLst>
              <a:ext uri="{FF2B5EF4-FFF2-40B4-BE49-F238E27FC236}">
                <a16:creationId xmlns:a16="http://schemas.microsoft.com/office/drawing/2014/main" id="{C867306A-A644-42BE-A768-EB31C04C7B10}"/>
              </a:ext>
            </a:extLst>
          </p:cNvPr>
          <p:cNvSpPr>
            <a:spLocks noGrp="1"/>
          </p:cNvSpPr>
          <p:nvPr/>
        </p:nvSpPr>
        <p:spPr>
          <a:xfrm>
            <a:off x="1865426" y="176053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" name="Stage1_sixpanel_5275">
            <a:extLst>
              <a:ext uri="{FF2B5EF4-FFF2-40B4-BE49-F238E27FC236}">
                <a16:creationId xmlns:a16="http://schemas.microsoft.com/office/drawing/2014/main" id="{04C61499-1E21-4D5C-8A65-B59AD1A5ED18}"/>
              </a:ext>
            </a:extLst>
          </p:cNvPr>
          <p:cNvSpPr>
            <a:spLocks noGrp="1"/>
          </p:cNvSpPr>
          <p:nvPr/>
        </p:nvSpPr>
        <p:spPr>
          <a:xfrm>
            <a:off x="188081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" name="Stage1_sixpanel_5276">
            <a:extLst>
              <a:ext uri="{FF2B5EF4-FFF2-40B4-BE49-F238E27FC236}">
                <a16:creationId xmlns:a16="http://schemas.microsoft.com/office/drawing/2014/main" id="{16EF7488-6CB6-48F4-8C6B-F475B0B29D68}"/>
              </a:ext>
            </a:extLst>
          </p:cNvPr>
          <p:cNvSpPr>
            <a:spLocks noGrp="1"/>
          </p:cNvSpPr>
          <p:nvPr/>
        </p:nvSpPr>
        <p:spPr>
          <a:xfrm>
            <a:off x="1857568" y="132607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" name="Stage1_sixpanel_5277">
            <a:extLst>
              <a:ext uri="{FF2B5EF4-FFF2-40B4-BE49-F238E27FC236}">
                <a16:creationId xmlns:a16="http://schemas.microsoft.com/office/drawing/2014/main" id="{74E2CF37-193B-4802-9E99-2E5AF6D80A47}"/>
              </a:ext>
            </a:extLst>
          </p:cNvPr>
          <p:cNvSpPr>
            <a:spLocks noGrp="1"/>
          </p:cNvSpPr>
          <p:nvPr/>
        </p:nvSpPr>
        <p:spPr>
          <a:xfrm>
            <a:off x="1951446" y="162651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" name="Stage1_sixpanel_5278">
            <a:extLst>
              <a:ext uri="{FF2B5EF4-FFF2-40B4-BE49-F238E27FC236}">
                <a16:creationId xmlns:a16="http://schemas.microsoft.com/office/drawing/2014/main" id="{C35506F9-B937-4197-B38C-E83DAFAB891C}"/>
              </a:ext>
            </a:extLst>
          </p:cNvPr>
          <p:cNvSpPr>
            <a:spLocks noGrp="1"/>
          </p:cNvSpPr>
          <p:nvPr/>
        </p:nvSpPr>
        <p:spPr>
          <a:xfrm>
            <a:off x="1954905" y="159964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" name="Stage1_sixpanel_5279">
            <a:extLst>
              <a:ext uri="{FF2B5EF4-FFF2-40B4-BE49-F238E27FC236}">
                <a16:creationId xmlns:a16="http://schemas.microsoft.com/office/drawing/2014/main" id="{68076F69-45DF-4D62-88D3-D348A41492D6}"/>
              </a:ext>
            </a:extLst>
          </p:cNvPr>
          <p:cNvSpPr>
            <a:spLocks noGrp="1"/>
          </p:cNvSpPr>
          <p:nvPr/>
        </p:nvSpPr>
        <p:spPr>
          <a:xfrm>
            <a:off x="1943133" y="139509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" name="Stage1_sixpanel_5280">
            <a:extLst>
              <a:ext uri="{FF2B5EF4-FFF2-40B4-BE49-F238E27FC236}">
                <a16:creationId xmlns:a16="http://schemas.microsoft.com/office/drawing/2014/main" id="{A4804065-F444-475E-A721-EB7DC25A91BC}"/>
              </a:ext>
            </a:extLst>
          </p:cNvPr>
          <p:cNvSpPr>
            <a:spLocks noGrp="1"/>
          </p:cNvSpPr>
          <p:nvPr/>
        </p:nvSpPr>
        <p:spPr>
          <a:xfrm>
            <a:off x="1937514" y="189627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" name="Stage1_sixpanel_5281">
            <a:extLst>
              <a:ext uri="{FF2B5EF4-FFF2-40B4-BE49-F238E27FC236}">
                <a16:creationId xmlns:a16="http://schemas.microsoft.com/office/drawing/2014/main" id="{A55E59CE-110C-4229-B47B-B1CFD004D52A}"/>
              </a:ext>
            </a:extLst>
          </p:cNvPr>
          <p:cNvSpPr>
            <a:spLocks noGrp="1"/>
          </p:cNvSpPr>
          <p:nvPr/>
        </p:nvSpPr>
        <p:spPr>
          <a:xfrm>
            <a:off x="1821810" y="15022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" name="Stage1_sixpanel_5282">
            <a:extLst>
              <a:ext uri="{FF2B5EF4-FFF2-40B4-BE49-F238E27FC236}">
                <a16:creationId xmlns:a16="http://schemas.microsoft.com/office/drawing/2014/main" id="{574771D0-B755-4E04-BFE3-6AFE7E10DDB7}"/>
              </a:ext>
            </a:extLst>
          </p:cNvPr>
          <p:cNvSpPr>
            <a:spLocks noGrp="1"/>
          </p:cNvSpPr>
          <p:nvPr/>
        </p:nvSpPr>
        <p:spPr>
          <a:xfrm>
            <a:off x="1905120" y="15845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" name="Stage1_sixpanel_5283">
            <a:extLst>
              <a:ext uri="{FF2B5EF4-FFF2-40B4-BE49-F238E27FC236}">
                <a16:creationId xmlns:a16="http://schemas.microsoft.com/office/drawing/2014/main" id="{8050889E-DD07-46F6-B163-A3FDDA126FDF}"/>
              </a:ext>
            </a:extLst>
          </p:cNvPr>
          <p:cNvSpPr>
            <a:spLocks noGrp="1"/>
          </p:cNvSpPr>
          <p:nvPr/>
        </p:nvSpPr>
        <p:spPr>
          <a:xfrm>
            <a:off x="1922462" y="133622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" name="Stage1_sixpanel_5284">
            <a:extLst>
              <a:ext uri="{FF2B5EF4-FFF2-40B4-BE49-F238E27FC236}">
                <a16:creationId xmlns:a16="http://schemas.microsoft.com/office/drawing/2014/main" id="{A64C0D36-1106-4EEA-9771-0E97C2367190}"/>
              </a:ext>
            </a:extLst>
          </p:cNvPr>
          <p:cNvSpPr>
            <a:spLocks noGrp="1"/>
          </p:cNvSpPr>
          <p:nvPr/>
        </p:nvSpPr>
        <p:spPr>
          <a:xfrm>
            <a:off x="1815774" y="215779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" name="Stage1_sixpanel_5285">
            <a:extLst>
              <a:ext uri="{FF2B5EF4-FFF2-40B4-BE49-F238E27FC236}">
                <a16:creationId xmlns:a16="http://schemas.microsoft.com/office/drawing/2014/main" id="{180B9D7C-1F8D-4811-B981-C387DED372D7}"/>
              </a:ext>
            </a:extLst>
          </p:cNvPr>
          <p:cNvSpPr>
            <a:spLocks noGrp="1"/>
          </p:cNvSpPr>
          <p:nvPr/>
        </p:nvSpPr>
        <p:spPr>
          <a:xfrm>
            <a:off x="1850437" y="18762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" name="Stage1_sixpanel_5286">
            <a:extLst>
              <a:ext uri="{FF2B5EF4-FFF2-40B4-BE49-F238E27FC236}">
                <a16:creationId xmlns:a16="http://schemas.microsoft.com/office/drawing/2014/main" id="{D92EAF5F-366F-4742-944A-C32A6FED379A}"/>
              </a:ext>
            </a:extLst>
          </p:cNvPr>
          <p:cNvSpPr>
            <a:spLocks noGrp="1"/>
          </p:cNvSpPr>
          <p:nvPr/>
        </p:nvSpPr>
        <p:spPr>
          <a:xfrm>
            <a:off x="1818803" y="11882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" name="Stage1_sixpanel_5287">
            <a:extLst>
              <a:ext uri="{FF2B5EF4-FFF2-40B4-BE49-F238E27FC236}">
                <a16:creationId xmlns:a16="http://schemas.microsoft.com/office/drawing/2014/main" id="{0F942D26-7441-4006-A9AC-477F806B27F2}"/>
              </a:ext>
            </a:extLst>
          </p:cNvPr>
          <p:cNvSpPr>
            <a:spLocks noGrp="1"/>
          </p:cNvSpPr>
          <p:nvPr/>
        </p:nvSpPr>
        <p:spPr>
          <a:xfrm>
            <a:off x="191785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" name="Stage1_sixpanel_5288">
            <a:extLst>
              <a:ext uri="{FF2B5EF4-FFF2-40B4-BE49-F238E27FC236}">
                <a16:creationId xmlns:a16="http://schemas.microsoft.com/office/drawing/2014/main" id="{9D22E15C-D93F-4E8D-9129-4DAEFBCCEDC6}"/>
              </a:ext>
            </a:extLst>
          </p:cNvPr>
          <p:cNvSpPr>
            <a:spLocks noGrp="1"/>
          </p:cNvSpPr>
          <p:nvPr/>
        </p:nvSpPr>
        <p:spPr>
          <a:xfrm>
            <a:off x="1866727" y="137135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" name="Stage1_sixpanel_5289">
            <a:extLst>
              <a:ext uri="{FF2B5EF4-FFF2-40B4-BE49-F238E27FC236}">
                <a16:creationId xmlns:a16="http://schemas.microsoft.com/office/drawing/2014/main" id="{1EBDF8F5-3237-4C41-87BA-07BA7219B643}"/>
              </a:ext>
            </a:extLst>
          </p:cNvPr>
          <p:cNvSpPr>
            <a:spLocks noGrp="1"/>
          </p:cNvSpPr>
          <p:nvPr/>
        </p:nvSpPr>
        <p:spPr>
          <a:xfrm>
            <a:off x="1932588" y="217767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" name="Stage1_sixpanel_5290">
            <a:extLst>
              <a:ext uri="{FF2B5EF4-FFF2-40B4-BE49-F238E27FC236}">
                <a16:creationId xmlns:a16="http://schemas.microsoft.com/office/drawing/2014/main" id="{D57F72C7-A72D-4367-89BC-CE8804C45B06}"/>
              </a:ext>
            </a:extLst>
          </p:cNvPr>
          <p:cNvSpPr>
            <a:spLocks noGrp="1"/>
          </p:cNvSpPr>
          <p:nvPr/>
        </p:nvSpPr>
        <p:spPr>
          <a:xfrm>
            <a:off x="1944881" y="228577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" name="Stage1_sixpanel_5291">
            <a:extLst>
              <a:ext uri="{FF2B5EF4-FFF2-40B4-BE49-F238E27FC236}">
                <a16:creationId xmlns:a16="http://schemas.microsoft.com/office/drawing/2014/main" id="{7546EF9F-434C-42B5-A0AC-9082402409AD}"/>
              </a:ext>
            </a:extLst>
          </p:cNvPr>
          <p:cNvSpPr>
            <a:spLocks noGrp="1"/>
          </p:cNvSpPr>
          <p:nvPr/>
        </p:nvSpPr>
        <p:spPr>
          <a:xfrm>
            <a:off x="1797861" y="12061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" name="Stage1_sixpanel_5292">
            <a:extLst>
              <a:ext uri="{FF2B5EF4-FFF2-40B4-BE49-F238E27FC236}">
                <a16:creationId xmlns:a16="http://schemas.microsoft.com/office/drawing/2014/main" id="{7017B35F-86CA-4C65-BBA8-C8CA6BDDCD6E}"/>
              </a:ext>
            </a:extLst>
          </p:cNvPr>
          <p:cNvSpPr>
            <a:spLocks noGrp="1"/>
          </p:cNvSpPr>
          <p:nvPr/>
        </p:nvSpPr>
        <p:spPr>
          <a:xfrm>
            <a:off x="1952153" y="135671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" name="Stage1_sixpanel_5293">
            <a:extLst>
              <a:ext uri="{FF2B5EF4-FFF2-40B4-BE49-F238E27FC236}">
                <a16:creationId xmlns:a16="http://schemas.microsoft.com/office/drawing/2014/main" id="{77D7096B-E197-4861-9E15-33B9ABC44FB8}"/>
              </a:ext>
            </a:extLst>
          </p:cNvPr>
          <p:cNvSpPr>
            <a:spLocks noGrp="1"/>
          </p:cNvSpPr>
          <p:nvPr/>
        </p:nvSpPr>
        <p:spPr>
          <a:xfrm>
            <a:off x="1824910" y="125206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" name="Stage1_sixpanel_5294">
            <a:extLst>
              <a:ext uri="{FF2B5EF4-FFF2-40B4-BE49-F238E27FC236}">
                <a16:creationId xmlns:a16="http://schemas.microsoft.com/office/drawing/2014/main" id="{74E9A814-64AE-4145-BF84-3B55F84F77FC}"/>
              </a:ext>
            </a:extLst>
          </p:cNvPr>
          <p:cNvSpPr>
            <a:spLocks noGrp="1"/>
          </p:cNvSpPr>
          <p:nvPr/>
        </p:nvSpPr>
        <p:spPr>
          <a:xfrm>
            <a:off x="181427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" name="Stage1_sixpanel_5295">
            <a:extLst>
              <a:ext uri="{FF2B5EF4-FFF2-40B4-BE49-F238E27FC236}">
                <a16:creationId xmlns:a16="http://schemas.microsoft.com/office/drawing/2014/main" id="{17A357AF-6E2A-4974-ABAA-1C784BE8D4B7}"/>
              </a:ext>
            </a:extLst>
          </p:cNvPr>
          <p:cNvSpPr>
            <a:spLocks noGrp="1"/>
          </p:cNvSpPr>
          <p:nvPr/>
        </p:nvSpPr>
        <p:spPr>
          <a:xfrm>
            <a:off x="1793821" y="19697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" name="Stage1_sixpanel_5296">
            <a:extLst>
              <a:ext uri="{FF2B5EF4-FFF2-40B4-BE49-F238E27FC236}">
                <a16:creationId xmlns:a16="http://schemas.microsoft.com/office/drawing/2014/main" id="{2E032AEB-27EC-4B57-8E85-C6E3CA23B645}"/>
              </a:ext>
            </a:extLst>
          </p:cNvPr>
          <p:cNvSpPr>
            <a:spLocks noGrp="1"/>
          </p:cNvSpPr>
          <p:nvPr/>
        </p:nvSpPr>
        <p:spPr>
          <a:xfrm>
            <a:off x="1869102" y="205906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" name="Stage1_sixpanel_5297">
            <a:extLst>
              <a:ext uri="{FF2B5EF4-FFF2-40B4-BE49-F238E27FC236}">
                <a16:creationId xmlns:a16="http://schemas.microsoft.com/office/drawing/2014/main" id="{8C4FF3A4-F2EC-498E-BEF7-774B7BF039B2}"/>
              </a:ext>
            </a:extLst>
          </p:cNvPr>
          <p:cNvSpPr>
            <a:spLocks noGrp="1"/>
          </p:cNvSpPr>
          <p:nvPr/>
        </p:nvSpPr>
        <p:spPr>
          <a:xfrm>
            <a:off x="1866892" y="22440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" name="Stage1_sixpanel_5298">
            <a:extLst>
              <a:ext uri="{FF2B5EF4-FFF2-40B4-BE49-F238E27FC236}">
                <a16:creationId xmlns:a16="http://schemas.microsoft.com/office/drawing/2014/main" id="{C8CE75AE-8BCA-4548-9EDC-94AD5B013977}"/>
              </a:ext>
            </a:extLst>
          </p:cNvPr>
          <p:cNvSpPr>
            <a:spLocks noGrp="1"/>
          </p:cNvSpPr>
          <p:nvPr/>
        </p:nvSpPr>
        <p:spPr>
          <a:xfrm>
            <a:off x="1918180" y="161757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" name="Stage1_sixpanel_5299">
            <a:extLst>
              <a:ext uri="{FF2B5EF4-FFF2-40B4-BE49-F238E27FC236}">
                <a16:creationId xmlns:a16="http://schemas.microsoft.com/office/drawing/2014/main" id="{0AD1A021-B73D-48C0-B173-1DD53AD7501D}"/>
              </a:ext>
            </a:extLst>
          </p:cNvPr>
          <p:cNvSpPr>
            <a:spLocks noGrp="1"/>
          </p:cNvSpPr>
          <p:nvPr/>
        </p:nvSpPr>
        <p:spPr>
          <a:xfrm>
            <a:off x="1952771" y="13846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" name="Stage1_sixpanel_5300">
            <a:extLst>
              <a:ext uri="{FF2B5EF4-FFF2-40B4-BE49-F238E27FC236}">
                <a16:creationId xmlns:a16="http://schemas.microsoft.com/office/drawing/2014/main" id="{82446092-FD4A-48E3-9CDC-F6904081C77E}"/>
              </a:ext>
            </a:extLst>
          </p:cNvPr>
          <p:cNvSpPr>
            <a:spLocks noGrp="1"/>
          </p:cNvSpPr>
          <p:nvPr/>
        </p:nvSpPr>
        <p:spPr>
          <a:xfrm>
            <a:off x="1956796" y="13645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" name="Stage1_sixpanel_5301">
            <a:extLst>
              <a:ext uri="{FF2B5EF4-FFF2-40B4-BE49-F238E27FC236}">
                <a16:creationId xmlns:a16="http://schemas.microsoft.com/office/drawing/2014/main" id="{9D625824-A09E-423A-A9FB-5A3DD45AB263}"/>
              </a:ext>
            </a:extLst>
          </p:cNvPr>
          <p:cNvSpPr>
            <a:spLocks noGrp="1"/>
          </p:cNvSpPr>
          <p:nvPr/>
        </p:nvSpPr>
        <p:spPr>
          <a:xfrm>
            <a:off x="182568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" name="Stage1_sixpanel_5302">
            <a:extLst>
              <a:ext uri="{FF2B5EF4-FFF2-40B4-BE49-F238E27FC236}">
                <a16:creationId xmlns:a16="http://schemas.microsoft.com/office/drawing/2014/main" id="{08296FCB-ED8E-4849-B549-6087E29DB0D3}"/>
              </a:ext>
            </a:extLst>
          </p:cNvPr>
          <p:cNvSpPr>
            <a:spLocks noGrp="1"/>
          </p:cNvSpPr>
          <p:nvPr/>
        </p:nvSpPr>
        <p:spPr>
          <a:xfrm>
            <a:off x="1868271" y="15782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" name="Stage1_sixpanel_5303">
            <a:extLst>
              <a:ext uri="{FF2B5EF4-FFF2-40B4-BE49-F238E27FC236}">
                <a16:creationId xmlns:a16="http://schemas.microsoft.com/office/drawing/2014/main" id="{E4ED2946-3282-48CB-B954-D9EB19D36835}"/>
              </a:ext>
            </a:extLst>
          </p:cNvPr>
          <p:cNvSpPr>
            <a:spLocks noGrp="1"/>
          </p:cNvSpPr>
          <p:nvPr/>
        </p:nvSpPr>
        <p:spPr>
          <a:xfrm>
            <a:off x="1896176" y="225563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" name="Stage1_sixpanel_5304">
            <a:extLst>
              <a:ext uri="{FF2B5EF4-FFF2-40B4-BE49-F238E27FC236}">
                <a16:creationId xmlns:a16="http://schemas.microsoft.com/office/drawing/2014/main" id="{FF9D815F-655F-4781-8F60-85798D018A73}"/>
              </a:ext>
            </a:extLst>
          </p:cNvPr>
          <p:cNvSpPr>
            <a:spLocks noGrp="1"/>
          </p:cNvSpPr>
          <p:nvPr/>
        </p:nvSpPr>
        <p:spPr>
          <a:xfrm>
            <a:off x="1860704" y="178613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" name="Stage1_sixpanel_5305">
            <a:extLst>
              <a:ext uri="{FF2B5EF4-FFF2-40B4-BE49-F238E27FC236}">
                <a16:creationId xmlns:a16="http://schemas.microsoft.com/office/drawing/2014/main" id="{65999D2B-396C-4AE7-9B5C-CF3CD9919750}"/>
              </a:ext>
            </a:extLst>
          </p:cNvPr>
          <p:cNvSpPr>
            <a:spLocks noGrp="1"/>
          </p:cNvSpPr>
          <p:nvPr/>
        </p:nvSpPr>
        <p:spPr>
          <a:xfrm>
            <a:off x="1805277" y="133264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" name="Stage1_sixpanel_5306">
            <a:extLst>
              <a:ext uri="{FF2B5EF4-FFF2-40B4-BE49-F238E27FC236}">
                <a16:creationId xmlns:a16="http://schemas.microsoft.com/office/drawing/2014/main" id="{4F6616FD-41EC-4DA0-95F6-091989A732D6}"/>
              </a:ext>
            </a:extLst>
          </p:cNvPr>
          <p:cNvSpPr>
            <a:spLocks noGrp="1"/>
          </p:cNvSpPr>
          <p:nvPr/>
        </p:nvSpPr>
        <p:spPr>
          <a:xfrm>
            <a:off x="1956973" y="147775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" name="Stage1_sixpanel_5307">
            <a:extLst>
              <a:ext uri="{FF2B5EF4-FFF2-40B4-BE49-F238E27FC236}">
                <a16:creationId xmlns:a16="http://schemas.microsoft.com/office/drawing/2014/main" id="{8E21EF64-C051-4B45-A696-139F546119BC}"/>
              </a:ext>
            </a:extLst>
          </p:cNvPr>
          <p:cNvSpPr>
            <a:spLocks noGrp="1"/>
          </p:cNvSpPr>
          <p:nvPr/>
        </p:nvSpPr>
        <p:spPr>
          <a:xfrm>
            <a:off x="1931666" y="20898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" name="Stage1_sixpanel_5308">
            <a:extLst>
              <a:ext uri="{FF2B5EF4-FFF2-40B4-BE49-F238E27FC236}">
                <a16:creationId xmlns:a16="http://schemas.microsoft.com/office/drawing/2014/main" id="{641E08A2-9ADC-4626-8E7E-8E3AFF3065BE}"/>
              </a:ext>
            </a:extLst>
          </p:cNvPr>
          <p:cNvSpPr>
            <a:spLocks noGrp="1"/>
          </p:cNvSpPr>
          <p:nvPr/>
        </p:nvSpPr>
        <p:spPr>
          <a:xfrm>
            <a:off x="1936574" y="189143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" name="Stage1_sixpanel_5309">
            <a:extLst>
              <a:ext uri="{FF2B5EF4-FFF2-40B4-BE49-F238E27FC236}">
                <a16:creationId xmlns:a16="http://schemas.microsoft.com/office/drawing/2014/main" id="{1BF0A01D-28D0-427B-95A2-C79AD4D4C311}"/>
              </a:ext>
            </a:extLst>
          </p:cNvPr>
          <p:cNvSpPr>
            <a:spLocks noGrp="1"/>
          </p:cNvSpPr>
          <p:nvPr/>
        </p:nvSpPr>
        <p:spPr>
          <a:xfrm>
            <a:off x="1947750" y="168187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" name="Stage1_sixpanel_5310">
            <a:extLst>
              <a:ext uri="{FF2B5EF4-FFF2-40B4-BE49-F238E27FC236}">
                <a16:creationId xmlns:a16="http://schemas.microsoft.com/office/drawing/2014/main" id="{8C16FB9F-C05D-4B7F-B38F-D6D3C3EC1656}"/>
              </a:ext>
            </a:extLst>
          </p:cNvPr>
          <p:cNvSpPr>
            <a:spLocks noGrp="1"/>
          </p:cNvSpPr>
          <p:nvPr/>
        </p:nvSpPr>
        <p:spPr>
          <a:xfrm>
            <a:off x="1824938" y="189153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" name="Stage1_sixpanel_5311">
            <a:extLst>
              <a:ext uri="{FF2B5EF4-FFF2-40B4-BE49-F238E27FC236}">
                <a16:creationId xmlns:a16="http://schemas.microsoft.com/office/drawing/2014/main" id="{B4EC1F1B-5C29-4BB5-9B3B-4AC171C32A32}"/>
              </a:ext>
            </a:extLst>
          </p:cNvPr>
          <p:cNvSpPr>
            <a:spLocks noGrp="1"/>
          </p:cNvSpPr>
          <p:nvPr/>
        </p:nvSpPr>
        <p:spPr>
          <a:xfrm>
            <a:off x="1807537" y="17018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" name="Stage1_sixpanel_5312">
            <a:extLst>
              <a:ext uri="{FF2B5EF4-FFF2-40B4-BE49-F238E27FC236}">
                <a16:creationId xmlns:a16="http://schemas.microsoft.com/office/drawing/2014/main" id="{1DD093F1-2068-4488-A40E-6F5BC7C441DA}"/>
              </a:ext>
            </a:extLst>
          </p:cNvPr>
          <p:cNvSpPr>
            <a:spLocks noGrp="1"/>
          </p:cNvSpPr>
          <p:nvPr/>
        </p:nvSpPr>
        <p:spPr>
          <a:xfrm>
            <a:off x="1956615" y="151840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" name="Stage1_sixpanel_5313">
            <a:extLst>
              <a:ext uri="{FF2B5EF4-FFF2-40B4-BE49-F238E27FC236}">
                <a16:creationId xmlns:a16="http://schemas.microsoft.com/office/drawing/2014/main" id="{25C7B23A-618D-4845-A1B2-BDF9F95A5F05}"/>
              </a:ext>
            </a:extLst>
          </p:cNvPr>
          <p:cNvSpPr>
            <a:spLocks noGrp="1"/>
          </p:cNvSpPr>
          <p:nvPr/>
        </p:nvSpPr>
        <p:spPr>
          <a:xfrm>
            <a:off x="1878700" y="17817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" name="Stage1_sixpanel_5314">
            <a:extLst>
              <a:ext uri="{FF2B5EF4-FFF2-40B4-BE49-F238E27FC236}">
                <a16:creationId xmlns:a16="http://schemas.microsoft.com/office/drawing/2014/main" id="{5CF4DCC9-2DFE-4919-9F93-6BF81740A761}"/>
              </a:ext>
            </a:extLst>
          </p:cNvPr>
          <p:cNvSpPr>
            <a:spLocks noGrp="1"/>
          </p:cNvSpPr>
          <p:nvPr/>
        </p:nvSpPr>
        <p:spPr>
          <a:xfrm>
            <a:off x="1817101" y="214674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" name="Stage1_sixpanel_5315">
            <a:extLst>
              <a:ext uri="{FF2B5EF4-FFF2-40B4-BE49-F238E27FC236}">
                <a16:creationId xmlns:a16="http://schemas.microsoft.com/office/drawing/2014/main" id="{FF2237E8-541C-40A2-857A-E83683585555}"/>
              </a:ext>
            </a:extLst>
          </p:cNvPr>
          <p:cNvSpPr>
            <a:spLocks noGrp="1"/>
          </p:cNvSpPr>
          <p:nvPr/>
        </p:nvSpPr>
        <p:spPr>
          <a:xfrm>
            <a:off x="1787029" y="22944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" name="Stage1_sixpanel_5316">
            <a:extLst>
              <a:ext uri="{FF2B5EF4-FFF2-40B4-BE49-F238E27FC236}">
                <a16:creationId xmlns:a16="http://schemas.microsoft.com/office/drawing/2014/main" id="{C63552C2-D668-4143-9B70-BB360E01FAE7}"/>
              </a:ext>
            </a:extLst>
          </p:cNvPr>
          <p:cNvSpPr>
            <a:spLocks noGrp="1"/>
          </p:cNvSpPr>
          <p:nvPr/>
        </p:nvSpPr>
        <p:spPr>
          <a:xfrm>
            <a:off x="1890670" y="140961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" name="Stage1_sixpanel_5317">
            <a:extLst>
              <a:ext uri="{FF2B5EF4-FFF2-40B4-BE49-F238E27FC236}">
                <a16:creationId xmlns:a16="http://schemas.microsoft.com/office/drawing/2014/main" id="{D1534DA4-786A-428B-8228-6F7A7CF33DC5}"/>
              </a:ext>
            </a:extLst>
          </p:cNvPr>
          <p:cNvSpPr>
            <a:spLocks noGrp="1"/>
          </p:cNvSpPr>
          <p:nvPr/>
        </p:nvSpPr>
        <p:spPr>
          <a:xfrm>
            <a:off x="1874038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" name="Stage1_sixpanel_5318">
            <a:extLst>
              <a:ext uri="{FF2B5EF4-FFF2-40B4-BE49-F238E27FC236}">
                <a16:creationId xmlns:a16="http://schemas.microsoft.com/office/drawing/2014/main" id="{8854C46A-4D2B-4216-9BA2-8D37B7E25665}"/>
              </a:ext>
            </a:extLst>
          </p:cNvPr>
          <p:cNvSpPr>
            <a:spLocks noGrp="1"/>
          </p:cNvSpPr>
          <p:nvPr/>
        </p:nvSpPr>
        <p:spPr>
          <a:xfrm>
            <a:off x="1826945" y="14264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" name="Stage1_sixpanel_5319">
            <a:extLst>
              <a:ext uri="{FF2B5EF4-FFF2-40B4-BE49-F238E27FC236}">
                <a16:creationId xmlns:a16="http://schemas.microsoft.com/office/drawing/2014/main" id="{36D0FFEB-5870-4FFD-9774-5092C7B9490A}"/>
              </a:ext>
            </a:extLst>
          </p:cNvPr>
          <p:cNvSpPr>
            <a:spLocks noGrp="1"/>
          </p:cNvSpPr>
          <p:nvPr/>
        </p:nvSpPr>
        <p:spPr>
          <a:xfrm>
            <a:off x="195463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" name="Stage1_sixpanel_5320">
            <a:extLst>
              <a:ext uri="{FF2B5EF4-FFF2-40B4-BE49-F238E27FC236}">
                <a16:creationId xmlns:a16="http://schemas.microsoft.com/office/drawing/2014/main" id="{CCB1DBC5-62A4-4FC8-A9E2-C5DDBE1D83C4}"/>
              </a:ext>
            </a:extLst>
          </p:cNvPr>
          <p:cNvSpPr>
            <a:spLocks noGrp="1"/>
          </p:cNvSpPr>
          <p:nvPr/>
        </p:nvSpPr>
        <p:spPr>
          <a:xfrm>
            <a:off x="1823222" y="171116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" name="Stage1_sixpanel_5321">
            <a:extLst>
              <a:ext uri="{FF2B5EF4-FFF2-40B4-BE49-F238E27FC236}">
                <a16:creationId xmlns:a16="http://schemas.microsoft.com/office/drawing/2014/main" id="{C4CFE0D0-3C11-467C-8297-14ED56C48294}"/>
              </a:ext>
            </a:extLst>
          </p:cNvPr>
          <p:cNvSpPr>
            <a:spLocks noGrp="1"/>
          </p:cNvSpPr>
          <p:nvPr/>
        </p:nvSpPr>
        <p:spPr>
          <a:xfrm>
            <a:off x="1812325" y="199080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" name="Stage1_sixpanel_5322">
            <a:extLst>
              <a:ext uri="{FF2B5EF4-FFF2-40B4-BE49-F238E27FC236}">
                <a16:creationId xmlns:a16="http://schemas.microsoft.com/office/drawing/2014/main" id="{A51A1C4C-E792-4DAD-A836-E44D15DA4A31}"/>
              </a:ext>
            </a:extLst>
          </p:cNvPr>
          <p:cNvSpPr>
            <a:spLocks noGrp="1"/>
          </p:cNvSpPr>
          <p:nvPr/>
        </p:nvSpPr>
        <p:spPr>
          <a:xfrm>
            <a:off x="1822609" y="18022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" name="Stage1_sixpanel_5323">
            <a:extLst>
              <a:ext uri="{FF2B5EF4-FFF2-40B4-BE49-F238E27FC236}">
                <a16:creationId xmlns:a16="http://schemas.microsoft.com/office/drawing/2014/main" id="{68C3A675-5938-41F7-BE21-E0B1DE96F9AF}"/>
              </a:ext>
            </a:extLst>
          </p:cNvPr>
          <p:cNvSpPr>
            <a:spLocks noGrp="1"/>
          </p:cNvSpPr>
          <p:nvPr/>
        </p:nvSpPr>
        <p:spPr>
          <a:xfrm>
            <a:off x="1900106" y="184650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" name="Stage1_sixpanel_5324">
            <a:extLst>
              <a:ext uri="{FF2B5EF4-FFF2-40B4-BE49-F238E27FC236}">
                <a16:creationId xmlns:a16="http://schemas.microsoft.com/office/drawing/2014/main" id="{CB8D0D1C-B5CD-4BAD-ADEC-9AC58B50C63B}"/>
              </a:ext>
            </a:extLst>
          </p:cNvPr>
          <p:cNvSpPr>
            <a:spLocks noGrp="1"/>
          </p:cNvSpPr>
          <p:nvPr/>
        </p:nvSpPr>
        <p:spPr>
          <a:xfrm>
            <a:off x="1821919" y="131485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" name="Stage1_sixpanel_5325">
            <a:extLst>
              <a:ext uri="{FF2B5EF4-FFF2-40B4-BE49-F238E27FC236}">
                <a16:creationId xmlns:a16="http://schemas.microsoft.com/office/drawing/2014/main" id="{75F4FAB9-D8DA-43DB-9B6A-70319F2FBE57}"/>
              </a:ext>
            </a:extLst>
          </p:cNvPr>
          <p:cNvSpPr>
            <a:spLocks noGrp="1"/>
          </p:cNvSpPr>
          <p:nvPr/>
        </p:nvSpPr>
        <p:spPr>
          <a:xfrm>
            <a:off x="1830755" y="131175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" name="Stage1_sixpanel_5326">
            <a:extLst>
              <a:ext uri="{FF2B5EF4-FFF2-40B4-BE49-F238E27FC236}">
                <a16:creationId xmlns:a16="http://schemas.microsoft.com/office/drawing/2014/main" id="{EACBC9D8-3E8C-43FF-BCD3-AA6973F3261D}"/>
              </a:ext>
            </a:extLst>
          </p:cNvPr>
          <p:cNvSpPr>
            <a:spLocks noGrp="1"/>
          </p:cNvSpPr>
          <p:nvPr/>
        </p:nvSpPr>
        <p:spPr>
          <a:xfrm>
            <a:off x="184766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" name="Stage1_sixpanel_5327">
            <a:extLst>
              <a:ext uri="{FF2B5EF4-FFF2-40B4-BE49-F238E27FC236}">
                <a16:creationId xmlns:a16="http://schemas.microsoft.com/office/drawing/2014/main" id="{4EF49CA7-56CF-4DE6-9115-42E770CE32ED}"/>
              </a:ext>
            </a:extLst>
          </p:cNvPr>
          <p:cNvSpPr>
            <a:spLocks noGrp="1"/>
          </p:cNvSpPr>
          <p:nvPr/>
        </p:nvSpPr>
        <p:spPr>
          <a:xfrm>
            <a:off x="1886555" y="15998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" name="Stage1_sixpanel_5328">
            <a:extLst>
              <a:ext uri="{FF2B5EF4-FFF2-40B4-BE49-F238E27FC236}">
                <a16:creationId xmlns:a16="http://schemas.microsoft.com/office/drawing/2014/main" id="{F27849C8-68A4-4F0B-AE51-DF85F591B93B}"/>
              </a:ext>
            </a:extLst>
          </p:cNvPr>
          <p:cNvSpPr>
            <a:spLocks noGrp="1"/>
          </p:cNvSpPr>
          <p:nvPr/>
        </p:nvSpPr>
        <p:spPr>
          <a:xfrm>
            <a:off x="1954379" y="137988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" name="Stage1_sixpanel_5329">
            <a:extLst>
              <a:ext uri="{FF2B5EF4-FFF2-40B4-BE49-F238E27FC236}">
                <a16:creationId xmlns:a16="http://schemas.microsoft.com/office/drawing/2014/main" id="{3308D474-5CB6-4C0B-BB86-632486E1A141}"/>
              </a:ext>
            </a:extLst>
          </p:cNvPr>
          <p:cNvSpPr>
            <a:spLocks noGrp="1"/>
          </p:cNvSpPr>
          <p:nvPr/>
        </p:nvSpPr>
        <p:spPr>
          <a:xfrm>
            <a:off x="1925885" y="17687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" name="Stage1_sixpanel_5330">
            <a:extLst>
              <a:ext uri="{FF2B5EF4-FFF2-40B4-BE49-F238E27FC236}">
                <a16:creationId xmlns:a16="http://schemas.microsoft.com/office/drawing/2014/main" id="{80B71E6C-85ED-4CBC-8DF8-D797FDDAC20A}"/>
              </a:ext>
            </a:extLst>
          </p:cNvPr>
          <p:cNvSpPr>
            <a:spLocks noGrp="1"/>
          </p:cNvSpPr>
          <p:nvPr/>
        </p:nvSpPr>
        <p:spPr>
          <a:xfrm>
            <a:off x="1927034" y="172341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" name="Stage1_sixpanel_5331">
            <a:extLst>
              <a:ext uri="{FF2B5EF4-FFF2-40B4-BE49-F238E27FC236}">
                <a16:creationId xmlns:a16="http://schemas.microsoft.com/office/drawing/2014/main" id="{37DD9202-562D-4B95-8ECE-0D6F49388C73}"/>
              </a:ext>
            </a:extLst>
          </p:cNvPr>
          <p:cNvSpPr>
            <a:spLocks noGrp="1"/>
          </p:cNvSpPr>
          <p:nvPr/>
        </p:nvSpPr>
        <p:spPr>
          <a:xfrm>
            <a:off x="1916362" y="14261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" name="Stage1_sixpanel_5332">
            <a:extLst>
              <a:ext uri="{FF2B5EF4-FFF2-40B4-BE49-F238E27FC236}">
                <a16:creationId xmlns:a16="http://schemas.microsoft.com/office/drawing/2014/main" id="{8975EDA2-A651-4DD9-9A28-6A55978FB584}"/>
              </a:ext>
            </a:extLst>
          </p:cNvPr>
          <p:cNvSpPr>
            <a:spLocks noGrp="1"/>
          </p:cNvSpPr>
          <p:nvPr/>
        </p:nvSpPr>
        <p:spPr>
          <a:xfrm>
            <a:off x="1910617" y="14601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" name="Stage1_sixpanel_5333">
            <a:extLst>
              <a:ext uri="{FF2B5EF4-FFF2-40B4-BE49-F238E27FC236}">
                <a16:creationId xmlns:a16="http://schemas.microsoft.com/office/drawing/2014/main" id="{E8A724D6-934B-4334-97EA-01979F1DD9D8}"/>
              </a:ext>
            </a:extLst>
          </p:cNvPr>
          <p:cNvSpPr>
            <a:spLocks noGrp="1"/>
          </p:cNvSpPr>
          <p:nvPr/>
        </p:nvSpPr>
        <p:spPr>
          <a:xfrm>
            <a:off x="1936629" y="179073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" name="Stage1_sixpanel_5334">
            <a:extLst>
              <a:ext uri="{FF2B5EF4-FFF2-40B4-BE49-F238E27FC236}">
                <a16:creationId xmlns:a16="http://schemas.microsoft.com/office/drawing/2014/main" id="{627C365F-7D4F-4229-B4AE-725BF3D1DE23}"/>
              </a:ext>
            </a:extLst>
          </p:cNvPr>
          <p:cNvSpPr>
            <a:spLocks noGrp="1"/>
          </p:cNvSpPr>
          <p:nvPr/>
        </p:nvSpPr>
        <p:spPr>
          <a:xfrm>
            <a:off x="1939516" y="13205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4" name="Stage1_sixpanel_5335">
            <a:extLst>
              <a:ext uri="{FF2B5EF4-FFF2-40B4-BE49-F238E27FC236}">
                <a16:creationId xmlns:a16="http://schemas.microsoft.com/office/drawing/2014/main" id="{05AFB345-5104-4DD3-8C46-1442F09ECBD0}"/>
              </a:ext>
            </a:extLst>
          </p:cNvPr>
          <p:cNvSpPr>
            <a:spLocks noGrp="1"/>
          </p:cNvSpPr>
          <p:nvPr/>
        </p:nvSpPr>
        <p:spPr>
          <a:xfrm>
            <a:off x="1787300" y="16598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5" name="Stage1_sixpanel_5336">
            <a:extLst>
              <a:ext uri="{FF2B5EF4-FFF2-40B4-BE49-F238E27FC236}">
                <a16:creationId xmlns:a16="http://schemas.microsoft.com/office/drawing/2014/main" id="{B13DCED7-684D-4F5C-BD7F-8450B6E2B16E}"/>
              </a:ext>
            </a:extLst>
          </p:cNvPr>
          <p:cNvSpPr>
            <a:spLocks noGrp="1"/>
          </p:cNvSpPr>
          <p:nvPr/>
        </p:nvSpPr>
        <p:spPr>
          <a:xfrm>
            <a:off x="1822003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6" name="Stage1_sixpanel_5337">
            <a:extLst>
              <a:ext uri="{FF2B5EF4-FFF2-40B4-BE49-F238E27FC236}">
                <a16:creationId xmlns:a16="http://schemas.microsoft.com/office/drawing/2014/main" id="{9CAA7E44-02CA-4B5B-9701-4048B5E3D580}"/>
              </a:ext>
            </a:extLst>
          </p:cNvPr>
          <p:cNvSpPr>
            <a:spLocks noGrp="1"/>
          </p:cNvSpPr>
          <p:nvPr/>
        </p:nvSpPr>
        <p:spPr>
          <a:xfrm>
            <a:off x="185964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7" name="Stage1_sixpanel_5338">
            <a:extLst>
              <a:ext uri="{FF2B5EF4-FFF2-40B4-BE49-F238E27FC236}">
                <a16:creationId xmlns:a16="http://schemas.microsoft.com/office/drawing/2014/main" id="{122A3DD0-12E7-4396-BBED-B8D932C4B8A0}"/>
              </a:ext>
            </a:extLst>
          </p:cNvPr>
          <p:cNvSpPr>
            <a:spLocks noGrp="1"/>
          </p:cNvSpPr>
          <p:nvPr/>
        </p:nvSpPr>
        <p:spPr>
          <a:xfrm>
            <a:off x="1932098" y="162879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8" name="Stage1_sixpanel_5339">
            <a:extLst>
              <a:ext uri="{FF2B5EF4-FFF2-40B4-BE49-F238E27FC236}">
                <a16:creationId xmlns:a16="http://schemas.microsoft.com/office/drawing/2014/main" id="{259A6BAB-8FAE-405D-92B2-3F06D3D34541}"/>
              </a:ext>
            </a:extLst>
          </p:cNvPr>
          <p:cNvSpPr>
            <a:spLocks noGrp="1"/>
          </p:cNvSpPr>
          <p:nvPr/>
        </p:nvSpPr>
        <p:spPr>
          <a:xfrm>
            <a:off x="1806742" y="143765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9" name="Stage1_sixpanel_5340">
            <a:extLst>
              <a:ext uri="{FF2B5EF4-FFF2-40B4-BE49-F238E27FC236}">
                <a16:creationId xmlns:a16="http://schemas.microsoft.com/office/drawing/2014/main" id="{9B9D48BA-C71A-4328-9E3B-D30A5130E6DD}"/>
              </a:ext>
            </a:extLst>
          </p:cNvPr>
          <p:cNvSpPr>
            <a:spLocks noGrp="1"/>
          </p:cNvSpPr>
          <p:nvPr/>
        </p:nvSpPr>
        <p:spPr>
          <a:xfrm>
            <a:off x="1874097" y="122626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0" name="Stage1_sixpanel_5341">
            <a:extLst>
              <a:ext uri="{FF2B5EF4-FFF2-40B4-BE49-F238E27FC236}">
                <a16:creationId xmlns:a16="http://schemas.microsoft.com/office/drawing/2014/main" id="{5D87A563-47CF-4812-BCFB-D14D01310790}"/>
              </a:ext>
            </a:extLst>
          </p:cNvPr>
          <p:cNvSpPr>
            <a:spLocks noGrp="1"/>
          </p:cNvSpPr>
          <p:nvPr/>
        </p:nvSpPr>
        <p:spPr>
          <a:xfrm>
            <a:off x="1841527" y="18421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1" name="Stage1_sixpanel_5342">
            <a:extLst>
              <a:ext uri="{FF2B5EF4-FFF2-40B4-BE49-F238E27FC236}">
                <a16:creationId xmlns:a16="http://schemas.microsoft.com/office/drawing/2014/main" id="{914D0834-56FD-4ED2-A0DA-E435715E6B23}"/>
              </a:ext>
            </a:extLst>
          </p:cNvPr>
          <p:cNvSpPr>
            <a:spLocks noGrp="1"/>
          </p:cNvSpPr>
          <p:nvPr/>
        </p:nvSpPr>
        <p:spPr>
          <a:xfrm>
            <a:off x="1824633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2" name="Stage1_sixpanel_5343">
            <a:extLst>
              <a:ext uri="{FF2B5EF4-FFF2-40B4-BE49-F238E27FC236}">
                <a16:creationId xmlns:a16="http://schemas.microsoft.com/office/drawing/2014/main" id="{11E53F38-23C4-4BCA-925D-7034C2A08AA9}"/>
              </a:ext>
            </a:extLst>
          </p:cNvPr>
          <p:cNvSpPr>
            <a:spLocks noGrp="1"/>
          </p:cNvSpPr>
          <p:nvPr/>
        </p:nvSpPr>
        <p:spPr>
          <a:xfrm>
            <a:off x="1809400" y="248939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3" name="Stage1_sixpanel_5344">
            <a:extLst>
              <a:ext uri="{FF2B5EF4-FFF2-40B4-BE49-F238E27FC236}">
                <a16:creationId xmlns:a16="http://schemas.microsoft.com/office/drawing/2014/main" id="{E8234DC4-8D86-49A8-A72A-0BC0F5C9B88C}"/>
              </a:ext>
            </a:extLst>
          </p:cNvPr>
          <p:cNvSpPr>
            <a:spLocks noGrp="1"/>
          </p:cNvSpPr>
          <p:nvPr/>
        </p:nvSpPr>
        <p:spPr>
          <a:xfrm>
            <a:off x="1859187" y="183611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4" name="Stage1_sixpanel_5345">
            <a:extLst>
              <a:ext uri="{FF2B5EF4-FFF2-40B4-BE49-F238E27FC236}">
                <a16:creationId xmlns:a16="http://schemas.microsoft.com/office/drawing/2014/main" id="{18295A1A-9ECB-4349-9EF1-B0940623594C}"/>
              </a:ext>
            </a:extLst>
          </p:cNvPr>
          <p:cNvSpPr>
            <a:spLocks noGrp="1"/>
          </p:cNvSpPr>
          <p:nvPr/>
        </p:nvSpPr>
        <p:spPr>
          <a:xfrm>
            <a:off x="1863555" y="163680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5" name="Stage1_sixpanel_5346">
            <a:extLst>
              <a:ext uri="{FF2B5EF4-FFF2-40B4-BE49-F238E27FC236}">
                <a16:creationId xmlns:a16="http://schemas.microsoft.com/office/drawing/2014/main" id="{24C637EC-E5F3-421C-98F6-89D3317BCD99}"/>
              </a:ext>
            </a:extLst>
          </p:cNvPr>
          <p:cNvSpPr>
            <a:spLocks noGrp="1"/>
          </p:cNvSpPr>
          <p:nvPr/>
        </p:nvSpPr>
        <p:spPr>
          <a:xfrm>
            <a:off x="1867109" y="242714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6" name="Stage1_sixpanel_5347">
            <a:extLst>
              <a:ext uri="{FF2B5EF4-FFF2-40B4-BE49-F238E27FC236}">
                <a16:creationId xmlns:a16="http://schemas.microsoft.com/office/drawing/2014/main" id="{0B1D8D91-7470-4EF1-8F63-CA532AB0ECB0}"/>
              </a:ext>
            </a:extLst>
          </p:cNvPr>
          <p:cNvSpPr>
            <a:spLocks noGrp="1"/>
          </p:cNvSpPr>
          <p:nvPr/>
        </p:nvSpPr>
        <p:spPr>
          <a:xfrm>
            <a:off x="1825267" y="158959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7" name="Stage1_sixpanel_5348">
            <a:extLst>
              <a:ext uri="{FF2B5EF4-FFF2-40B4-BE49-F238E27FC236}">
                <a16:creationId xmlns:a16="http://schemas.microsoft.com/office/drawing/2014/main" id="{777394E2-5D7F-4CA8-BD7F-E8DA86FAFC11}"/>
              </a:ext>
            </a:extLst>
          </p:cNvPr>
          <p:cNvSpPr>
            <a:spLocks noGrp="1"/>
          </p:cNvSpPr>
          <p:nvPr/>
        </p:nvSpPr>
        <p:spPr>
          <a:xfrm>
            <a:off x="1913332" y="147932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8" name="Stage1_sixpanel_5349">
            <a:extLst>
              <a:ext uri="{FF2B5EF4-FFF2-40B4-BE49-F238E27FC236}">
                <a16:creationId xmlns:a16="http://schemas.microsoft.com/office/drawing/2014/main" id="{D8FDFE92-08AF-485D-9581-EFDEF1B60266}"/>
              </a:ext>
            </a:extLst>
          </p:cNvPr>
          <p:cNvSpPr>
            <a:spLocks noGrp="1"/>
          </p:cNvSpPr>
          <p:nvPr/>
        </p:nvSpPr>
        <p:spPr>
          <a:xfrm>
            <a:off x="1842935" y="13152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9" name="Stage1_sixpanel_5350">
            <a:extLst>
              <a:ext uri="{FF2B5EF4-FFF2-40B4-BE49-F238E27FC236}">
                <a16:creationId xmlns:a16="http://schemas.microsoft.com/office/drawing/2014/main" id="{0D1A0D33-D056-4648-A391-DD7E6E991C45}"/>
              </a:ext>
            </a:extLst>
          </p:cNvPr>
          <p:cNvSpPr>
            <a:spLocks noGrp="1"/>
          </p:cNvSpPr>
          <p:nvPr/>
        </p:nvSpPr>
        <p:spPr>
          <a:xfrm>
            <a:off x="1848880" y="142737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0" name="Stage1_sixpanel_5351">
            <a:extLst>
              <a:ext uri="{FF2B5EF4-FFF2-40B4-BE49-F238E27FC236}">
                <a16:creationId xmlns:a16="http://schemas.microsoft.com/office/drawing/2014/main" id="{2BA116A9-F717-43ED-89C4-F80FE03706D1}"/>
              </a:ext>
            </a:extLst>
          </p:cNvPr>
          <p:cNvSpPr>
            <a:spLocks noGrp="1"/>
          </p:cNvSpPr>
          <p:nvPr/>
        </p:nvSpPr>
        <p:spPr>
          <a:xfrm>
            <a:off x="1791021" y="217789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1" name="Stage1_sixpanel_5352">
            <a:extLst>
              <a:ext uri="{FF2B5EF4-FFF2-40B4-BE49-F238E27FC236}">
                <a16:creationId xmlns:a16="http://schemas.microsoft.com/office/drawing/2014/main" id="{0C22D592-4502-4242-81D7-3D04B1CA7C65}"/>
              </a:ext>
            </a:extLst>
          </p:cNvPr>
          <p:cNvSpPr>
            <a:spLocks noGrp="1"/>
          </p:cNvSpPr>
          <p:nvPr/>
        </p:nvSpPr>
        <p:spPr>
          <a:xfrm>
            <a:off x="1878280" y="172360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2" name="Stage1_sixpanel_5353">
            <a:extLst>
              <a:ext uri="{FF2B5EF4-FFF2-40B4-BE49-F238E27FC236}">
                <a16:creationId xmlns:a16="http://schemas.microsoft.com/office/drawing/2014/main" id="{07892C92-178B-4131-8040-E69A89145F26}"/>
              </a:ext>
            </a:extLst>
          </p:cNvPr>
          <p:cNvSpPr>
            <a:spLocks noGrp="1"/>
          </p:cNvSpPr>
          <p:nvPr/>
        </p:nvSpPr>
        <p:spPr>
          <a:xfrm>
            <a:off x="1935545" y="230743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3" name="Stage1_sixpanel_5354">
            <a:extLst>
              <a:ext uri="{FF2B5EF4-FFF2-40B4-BE49-F238E27FC236}">
                <a16:creationId xmlns:a16="http://schemas.microsoft.com/office/drawing/2014/main" id="{3514D5EC-83EA-4F4E-AF7F-FDB54E6A28FE}"/>
              </a:ext>
            </a:extLst>
          </p:cNvPr>
          <p:cNvSpPr>
            <a:spLocks noGrp="1"/>
          </p:cNvSpPr>
          <p:nvPr/>
        </p:nvSpPr>
        <p:spPr>
          <a:xfrm>
            <a:off x="1807651" y="201531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4" name="Stage1_sixpanel_5355">
            <a:extLst>
              <a:ext uri="{FF2B5EF4-FFF2-40B4-BE49-F238E27FC236}">
                <a16:creationId xmlns:a16="http://schemas.microsoft.com/office/drawing/2014/main" id="{32C3369B-17CF-4749-A46B-4A6C34D5D8A2}"/>
              </a:ext>
            </a:extLst>
          </p:cNvPr>
          <p:cNvSpPr>
            <a:spLocks noGrp="1"/>
          </p:cNvSpPr>
          <p:nvPr/>
        </p:nvSpPr>
        <p:spPr>
          <a:xfrm>
            <a:off x="1848893" y="164977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5" name="Stage1_sixpanel_5356">
            <a:extLst>
              <a:ext uri="{FF2B5EF4-FFF2-40B4-BE49-F238E27FC236}">
                <a16:creationId xmlns:a16="http://schemas.microsoft.com/office/drawing/2014/main" id="{015A86F8-6D2E-416A-A5AE-6FB69FF94CED}"/>
              </a:ext>
            </a:extLst>
          </p:cNvPr>
          <p:cNvSpPr>
            <a:spLocks noGrp="1"/>
          </p:cNvSpPr>
          <p:nvPr/>
        </p:nvSpPr>
        <p:spPr>
          <a:xfrm>
            <a:off x="1901877" y="139826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6" name="Stage1_sixpanel_5357">
            <a:extLst>
              <a:ext uri="{FF2B5EF4-FFF2-40B4-BE49-F238E27FC236}">
                <a16:creationId xmlns:a16="http://schemas.microsoft.com/office/drawing/2014/main" id="{78DA3A67-E731-4D64-ABB1-4C76ED787BEB}"/>
              </a:ext>
            </a:extLst>
          </p:cNvPr>
          <p:cNvSpPr>
            <a:spLocks noGrp="1"/>
          </p:cNvSpPr>
          <p:nvPr/>
        </p:nvSpPr>
        <p:spPr>
          <a:xfrm>
            <a:off x="1831275" y="18847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7" name="Stage1_sixpanel_5358">
            <a:extLst>
              <a:ext uri="{FF2B5EF4-FFF2-40B4-BE49-F238E27FC236}">
                <a16:creationId xmlns:a16="http://schemas.microsoft.com/office/drawing/2014/main" id="{A7C4BE6D-06D9-425E-A81A-D34E6B7848C2}"/>
              </a:ext>
            </a:extLst>
          </p:cNvPr>
          <p:cNvSpPr>
            <a:spLocks noGrp="1"/>
          </p:cNvSpPr>
          <p:nvPr/>
        </p:nvSpPr>
        <p:spPr>
          <a:xfrm>
            <a:off x="1894269" y="148244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8" name="Stage1_sixpanel_5359">
            <a:extLst>
              <a:ext uri="{FF2B5EF4-FFF2-40B4-BE49-F238E27FC236}">
                <a16:creationId xmlns:a16="http://schemas.microsoft.com/office/drawing/2014/main" id="{230F26B2-7845-4A2F-83DC-924478179565}"/>
              </a:ext>
            </a:extLst>
          </p:cNvPr>
          <p:cNvSpPr>
            <a:spLocks noGrp="1"/>
          </p:cNvSpPr>
          <p:nvPr/>
        </p:nvSpPr>
        <p:spPr>
          <a:xfrm>
            <a:off x="1923567" y="23970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9" name="Stage1_sixpanel_5360">
            <a:extLst>
              <a:ext uri="{FF2B5EF4-FFF2-40B4-BE49-F238E27FC236}">
                <a16:creationId xmlns:a16="http://schemas.microsoft.com/office/drawing/2014/main" id="{4F77A4DF-7A1E-46A5-8031-0D739223F43F}"/>
              </a:ext>
            </a:extLst>
          </p:cNvPr>
          <p:cNvSpPr>
            <a:spLocks noGrp="1"/>
          </p:cNvSpPr>
          <p:nvPr/>
        </p:nvSpPr>
        <p:spPr>
          <a:xfrm>
            <a:off x="1868080" y="14103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0" name="Stage1_sixpanel_5361">
            <a:extLst>
              <a:ext uri="{FF2B5EF4-FFF2-40B4-BE49-F238E27FC236}">
                <a16:creationId xmlns:a16="http://schemas.microsoft.com/office/drawing/2014/main" id="{3E124885-0724-4C95-ACB6-42007510C3C7}"/>
              </a:ext>
            </a:extLst>
          </p:cNvPr>
          <p:cNvSpPr>
            <a:spLocks noGrp="1"/>
          </p:cNvSpPr>
          <p:nvPr/>
        </p:nvSpPr>
        <p:spPr>
          <a:xfrm>
            <a:off x="1800902" y="17240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1" name="Stage1_sixpanel_5362">
            <a:extLst>
              <a:ext uri="{FF2B5EF4-FFF2-40B4-BE49-F238E27FC236}">
                <a16:creationId xmlns:a16="http://schemas.microsoft.com/office/drawing/2014/main" id="{1E7BF19B-D18C-439F-BAEA-E570F6A8FC5F}"/>
              </a:ext>
            </a:extLst>
          </p:cNvPr>
          <p:cNvSpPr>
            <a:spLocks noGrp="1"/>
          </p:cNvSpPr>
          <p:nvPr/>
        </p:nvSpPr>
        <p:spPr>
          <a:xfrm>
            <a:off x="1929776" y="141041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2" name="Stage1_sixpanel_5363">
            <a:extLst>
              <a:ext uri="{FF2B5EF4-FFF2-40B4-BE49-F238E27FC236}">
                <a16:creationId xmlns:a16="http://schemas.microsoft.com/office/drawing/2014/main" id="{B4582BC8-7785-450C-A442-A3F1833E4F1B}"/>
              </a:ext>
            </a:extLst>
          </p:cNvPr>
          <p:cNvSpPr>
            <a:spLocks noGrp="1"/>
          </p:cNvSpPr>
          <p:nvPr/>
        </p:nvSpPr>
        <p:spPr>
          <a:xfrm>
            <a:off x="1937846" y="173464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3" name="Stage1_sixpanel_5364">
            <a:extLst>
              <a:ext uri="{FF2B5EF4-FFF2-40B4-BE49-F238E27FC236}">
                <a16:creationId xmlns:a16="http://schemas.microsoft.com/office/drawing/2014/main" id="{0B6E33F0-116C-46CF-9F81-74728B7767C3}"/>
              </a:ext>
            </a:extLst>
          </p:cNvPr>
          <p:cNvSpPr>
            <a:spLocks noGrp="1"/>
          </p:cNvSpPr>
          <p:nvPr/>
        </p:nvSpPr>
        <p:spPr>
          <a:xfrm>
            <a:off x="1883214" y="161482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4" name="Stage1_sixpanel_5365">
            <a:extLst>
              <a:ext uri="{FF2B5EF4-FFF2-40B4-BE49-F238E27FC236}">
                <a16:creationId xmlns:a16="http://schemas.microsoft.com/office/drawing/2014/main" id="{649D9591-B492-43FE-8E31-313194CB493E}"/>
              </a:ext>
            </a:extLst>
          </p:cNvPr>
          <p:cNvSpPr>
            <a:spLocks noGrp="1"/>
          </p:cNvSpPr>
          <p:nvPr/>
        </p:nvSpPr>
        <p:spPr>
          <a:xfrm>
            <a:off x="1907440" y="19333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5" name="Stage1_sixpanel_5366">
            <a:extLst>
              <a:ext uri="{FF2B5EF4-FFF2-40B4-BE49-F238E27FC236}">
                <a16:creationId xmlns:a16="http://schemas.microsoft.com/office/drawing/2014/main" id="{9B456F77-6AFE-4231-AADF-04408463111D}"/>
              </a:ext>
            </a:extLst>
          </p:cNvPr>
          <p:cNvSpPr>
            <a:spLocks noGrp="1"/>
          </p:cNvSpPr>
          <p:nvPr/>
        </p:nvSpPr>
        <p:spPr>
          <a:xfrm>
            <a:off x="1819030" y="188337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6" name="Stage1_sixpanel_5367">
            <a:extLst>
              <a:ext uri="{FF2B5EF4-FFF2-40B4-BE49-F238E27FC236}">
                <a16:creationId xmlns:a16="http://schemas.microsoft.com/office/drawing/2014/main" id="{0D7FA50B-9BBC-4A9D-A69B-8345A9A6B3D2}"/>
              </a:ext>
            </a:extLst>
          </p:cNvPr>
          <p:cNvSpPr>
            <a:spLocks noGrp="1"/>
          </p:cNvSpPr>
          <p:nvPr/>
        </p:nvSpPr>
        <p:spPr>
          <a:xfrm>
            <a:off x="1847159" y="182346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7" name="Stage1_sixpanel_5368">
            <a:extLst>
              <a:ext uri="{FF2B5EF4-FFF2-40B4-BE49-F238E27FC236}">
                <a16:creationId xmlns:a16="http://schemas.microsoft.com/office/drawing/2014/main" id="{675359AD-F082-47A8-AF32-5FE172972ABF}"/>
              </a:ext>
            </a:extLst>
          </p:cNvPr>
          <p:cNvSpPr>
            <a:spLocks noGrp="1"/>
          </p:cNvSpPr>
          <p:nvPr/>
        </p:nvSpPr>
        <p:spPr>
          <a:xfrm>
            <a:off x="1954443" y="160315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8" name="Stage1_sixpanel_5369">
            <a:extLst>
              <a:ext uri="{FF2B5EF4-FFF2-40B4-BE49-F238E27FC236}">
                <a16:creationId xmlns:a16="http://schemas.microsoft.com/office/drawing/2014/main" id="{5CDFE9B0-8B7E-4482-B38A-1EE3ADCCECB9}"/>
              </a:ext>
            </a:extLst>
          </p:cNvPr>
          <p:cNvSpPr>
            <a:spLocks noGrp="1"/>
          </p:cNvSpPr>
          <p:nvPr/>
        </p:nvSpPr>
        <p:spPr>
          <a:xfrm>
            <a:off x="1902663" y="139794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9" name="Stage1_sixpanel_5370">
            <a:extLst>
              <a:ext uri="{FF2B5EF4-FFF2-40B4-BE49-F238E27FC236}">
                <a16:creationId xmlns:a16="http://schemas.microsoft.com/office/drawing/2014/main" id="{16368902-8428-4A7A-AE88-EFFCF30E3F54}"/>
              </a:ext>
            </a:extLst>
          </p:cNvPr>
          <p:cNvSpPr>
            <a:spLocks noGrp="1"/>
          </p:cNvSpPr>
          <p:nvPr/>
        </p:nvSpPr>
        <p:spPr>
          <a:xfrm>
            <a:off x="1913900" y="244573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0" name="Stage1_sixpanel_5371">
            <a:extLst>
              <a:ext uri="{FF2B5EF4-FFF2-40B4-BE49-F238E27FC236}">
                <a16:creationId xmlns:a16="http://schemas.microsoft.com/office/drawing/2014/main" id="{D43D8EE7-85DF-4016-903A-B7722599A17D}"/>
              </a:ext>
            </a:extLst>
          </p:cNvPr>
          <p:cNvSpPr>
            <a:spLocks noGrp="1"/>
          </p:cNvSpPr>
          <p:nvPr/>
        </p:nvSpPr>
        <p:spPr>
          <a:xfrm>
            <a:off x="1905623" y="160796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1" name="Stage1_sixpanel_5372">
            <a:extLst>
              <a:ext uri="{FF2B5EF4-FFF2-40B4-BE49-F238E27FC236}">
                <a16:creationId xmlns:a16="http://schemas.microsoft.com/office/drawing/2014/main" id="{7325239C-47E0-4960-8C27-6D1B95D810B6}"/>
              </a:ext>
            </a:extLst>
          </p:cNvPr>
          <p:cNvSpPr>
            <a:spLocks noGrp="1"/>
          </p:cNvSpPr>
          <p:nvPr/>
        </p:nvSpPr>
        <p:spPr>
          <a:xfrm>
            <a:off x="1928057" y="161853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2" name="Stage1_sixpanel_5373">
            <a:extLst>
              <a:ext uri="{FF2B5EF4-FFF2-40B4-BE49-F238E27FC236}">
                <a16:creationId xmlns:a16="http://schemas.microsoft.com/office/drawing/2014/main" id="{42810122-9022-4188-9924-FF491BF104B0}"/>
              </a:ext>
            </a:extLst>
          </p:cNvPr>
          <p:cNvSpPr>
            <a:spLocks noGrp="1"/>
          </p:cNvSpPr>
          <p:nvPr/>
        </p:nvSpPr>
        <p:spPr>
          <a:xfrm>
            <a:off x="1806799" y="158910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3" name="Stage1_sixpanel_5374">
            <a:extLst>
              <a:ext uri="{FF2B5EF4-FFF2-40B4-BE49-F238E27FC236}">
                <a16:creationId xmlns:a16="http://schemas.microsoft.com/office/drawing/2014/main" id="{2CEA8C67-08EA-4AE8-B338-E6EB2A2892EF}"/>
              </a:ext>
            </a:extLst>
          </p:cNvPr>
          <p:cNvSpPr>
            <a:spLocks noGrp="1"/>
          </p:cNvSpPr>
          <p:nvPr/>
        </p:nvSpPr>
        <p:spPr>
          <a:xfrm>
            <a:off x="1885389" y="166779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4" name="Stage1_sixpanel_5375">
            <a:extLst>
              <a:ext uri="{FF2B5EF4-FFF2-40B4-BE49-F238E27FC236}">
                <a16:creationId xmlns:a16="http://schemas.microsoft.com/office/drawing/2014/main" id="{9CE73C7A-1AC1-48B4-BA43-F2288F73E348}"/>
              </a:ext>
            </a:extLst>
          </p:cNvPr>
          <p:cNvSpPr>
            <a:spLocks noGrp="1"/>
          </p:cNvSpPr>
          <p:nvPr/>
        </p:nvSpPr>
        <p:spPr>
          <a:xfrm>
            <a:off x="1928970" y="259523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5" name="Stage1_sixpanel_5376">
            <a:extLst>
              <a:ext uri="{FF2B5EF4-FFF2-40B4-BE49-F238E27FC236}">
                <a16:creationId xmlns:a16="http://schemas.microsoft.com/office/drawing/2014/main" id="{ABCFC1FC-BFF1-4B1E-8558-1BFE04CE3413}"/>
              </a:ext>
            </a:extLst>
          </p:cNvPr>
          <p:cNvSpPr>
            <a:spLocks noGrp="1"/>
          </p:cNvSpPr>
          <p:nvPr/>
        </p:nvSpPr>
        <p:spPr>
          <a:xfrm>
            <a:off x="180295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6" name="Stage1_sixpanel_5377">
            <a:extLst>
              <a:ext uri="{FF2B5EF4-FFF2-40B4-BE49-F238E27FC236}">
                <a16:creationId xmlns:a16="http://schemas.microsoft.com/office/drawing/2014/main" id="{E3084292-BDDC-4081-A221-488815AAF071}"/>
              </a:ext>
            </a:extLst>
          </p:cNvPr>
          <p:cNvSpPr>
            <a:spLocks noGrp="1"/>
          </p:cNvSpPr>
          <p:nvPr/>
        </p:nvSpPr>
        <p:spPr>
          <a:xfrm>
            <a:off x="182969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7" name="Stage1_sixpanel_5378">
            <a:extLst>
              <a:ext uri="{FF2B5EF4-FFF2-40B4-BE49-F238E27FC236}">
                <a16:creationId xmlns:a16="http://schemas.microsoft.com/office/drawing/2014/main" id="{6A4E37CA-992C-4D87-8F61-FC662F741919}"/>
              </a:ext>
            </a:extLst>
          </p:cNvPr>
          <p:cNvSpPr>
            <a:spLocks noGrp="1"/>
          </p:cNvSpPr>
          <p:nvPr/>
        </p:nvSpPr>
        <p:spPr>
          <a:xfrm>
            <a:off x="293551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8" name="Stage1_sixpanel_5379">
            <a:extLst>
              <a:ext uri="{FF2B5EF4-FFF2-40B4-BE49-F238E27FC236}">
                <a16:creationId xmlns:a16="http://schemas.microsoft.com/office/drawing/2014/main" id="{F4F8F6EE-9F72-4E4A-AF94-2D5CEC78399D}"/>
              </a:ext>
            </a:extLst>
          </p:cNvPr>
          <p:cNvSpPr>
            <a:spLocks noGrp="1"/>
          </p:cNvSpPr>
          <p:nvPr/>
        </p:nvSpPr>
        <p:spPr>
          <a:xfrm>
            <a:off x="289920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9" name="Stage1_sixpanel_5380">
            <a:extLst>
              <a:ext uri="{FF2B5EF4-FFF2-40B4-BE49-F238E27FC236}">
                <a16:creationId xmlns:a16="http://schemas.microsoft.com/office/drawing/2014/main" id="{6C3F45F0-D399-460B-B4C2-A3C2A05F8C4D}"/>
              </a:ext>
            </a:extLst>
          </p:cNvPr>
          <p:cNvSpPr>
            <a:spLocks noGrp="1"/>
          </p:cNvSpPr>
          <p:nvPr/>
        </p:nvSpPr>
        <p:spPr>
          <a:xfrm>
            <a:off x="300628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0" name="Stage1_sixpanel_5381">
            <a:extLst>
              <a:ext uri="{FF2B5EF4-FFF2-40B4-BE49-F238E27FC236}">
                <a16:creationId xmlns:a16="http://schemas.microsoft.com/office/drawing/2014/main" id="{0992839A-6772-4C1E-950B-6AA9F23D82AF}"/>
              </a:ext>
            </a:extLst>
          </p:cNvPr>
          <p:cNvSpPr>
            <a:spLocks noGrp="1"/>
          </p:cNvSpPr>
          <p:nvPr/>
        </p:nvSpPr>
        <p:spPr>
          <a:xfrm>
            <a:off x="2981226" y="24424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1" name="Stage1_sixpanel_5382">
            <a:extLst>
              <a:ext uri="{FF2B5EF4-FFF2-40B4-BE49-F238E27FC236}">
                <a16:creationId xmlns:a16="http://schemas.microsoft.com/office/drawing/2014/main" id="{EDBC1D3E-6183-490A-8E89-4EC0113D7B75}"/>
              </a:ext>
            </a:extLst>
          </p:cNvPr>
          <p:cNvSpPr>
            <a:spLocks noGrp="1"/>
          </p:cNvSpPr>
          <p:nvPr/>
        </p:nvSpPr>
        <p:spPr>
          <a:xfrm>
            <a:off x="2879129" y="17705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2" name="Stage1_sixpanel_5383">
            <a:extLst>
              <a:ext uri="{FF2B5EF4-FFF2-40B4-BE49-F238E27FC236}">
                <a16:creationId xmlns:a16="http://schemas.microsoft.com/office/drawing/2014/main" id="{C99C86A6-75D0-409A-A4DC-B542F4D22BD4}"/>
              </a:ext>
            </a:extLst>
          </p:cNvPr>
          <p:cNvSpPr>
            <a:spLocks noGrp="1"/>
          </p:cNvSpPr>
          <p:nvPr/>
        </p:nvSpPr>
        <p:spPr>
          <a:xfrm>
            <a:off x="287162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3" name="Stage1_sixpanel_5384">
            <a:extLst>
              <a:ext uri="{FF2B5EF4-FFF2-40B4-BE49-F238E27FC236}">
                <a16:creationId xmlns:a16="http://schemas.microsoft.com/office/drawing/2014/main" id="{9005DA2E-3EBE-4F1D-AFC5-ED946AAF7E77}"/>
              </a:ext>
            </a:extLst>
          </p:cNvPr>
          <p:cNvSpPr>
            <a:spLocks noGrp="1"/>
          </p:cNvSpPr>
          <p:nvPr/>
        </p:nvSpPr>
        <p:spPr>
          <a:xfrm>
            <a:off x="292094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4" name="Stage1_sixpanel_5385">
            <a:extLst>
              <a:ext uri="{FF2B5EF4-FFF2-40B4-BE49-F238E27FC236}">
                <a16:creationId xmlns:a16="http://schemas.microsoft.com/office/drawing/2014/main" id="{AE6A68FC-00DB-456B-9913-1C0CFD9CCFC3}"/>
              </a:ext>
            </a:extLst>
          </p:cNvPr>
          <p:cNvSpPr>
            <a:spLocks noGrp="1"/>
          </p:cNvSpPr>
          <p:nvPr/>
        </p:nvSpPr>
        <p:spPr>
          <a:xfrm>
            <a:off x="294054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5" name="Stage1_sixpanel_5386">
            <a:extLst>
              <a:ext uri="{FF2B5EF4-FFF2-40B4-BE49-F238E27FC236}">
                <a16:creationId xmlns:a16="http://schemas.microsoft.com/office/drawing/2014/main" id="{2D564875-0A2B-4F31-9080-1798CEBE55A4}"/>
              </a:ext>
            </a:extLst>
          </p:cNvPr>
          <p:cNvSpPr>
            <a:spLocks noGrp="1"/>
          </p:cNvSpPr>
          <p:nvPr/>
        </p:nvSpPr>
        <p:spPr>
          <a:xfrm>
            <a:off x="2965623" y="23409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6" name="Stage1_sixpanel_5387">
            <a:extLst>
              <a:ext uri="{FF2B5EF4-FFF2-40B4-BE49-F238E27FC236}">
                <a16:creationId xmlns:a16="http://schemas.microsoft.com/office/drawing/2014/main" id="{A8E27658-D84A-45BD-9487-4DAE6FC3B106}"/>
              </a:ext>
            </a:extLst>
          </p:cNvPr>
          <p:cNvSpPr>
            <a:spLocks noGrp="1"/>
          </p:cNvSpPr>
          <p:nvPr/>
        </p:nvSpPr>
        <p:spPr>
          <a:xfrm>
            <a:off x="285889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7" name="Stage1_sixpanel_5388">
            <a:extLst>
              <a:ext uri="{FF2B5EF4-FFF2-40B4-BE49-F238E27FC236}">
                <a16:creationId xmlns:a16="http://schemas.microsoft.com/office/drawing/2014/main" id="{BE3155B8-FC65-404C-A24E-427F2967557F}"/>
              </a:ext>
            </a:extLst>
          </p:cNvPr>
          <p:cNvSpPr>
            <a:spLocks noGrp="1"/>
          </p:cNvSpPr>
          <p:nvPr/>
        </p:nvSpPr>
        <p:spPr>
          <a:xfrm>
            <a:off x="2851741" y="17915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8" name="Stage1_sixpanel_5389">
            <a:extLst>
              <a:ext uri="{FF2B5EF4-FFF2-40B4-BE49-F238E27FC236}">
                <a16:creationId xmlns:a16="http://schemas.microsoft.com/office/drawing/2014/main" id="{B0CEF290-890E-466A-A255-D3642368DF76}"/>
              </a:ext>
            </a:extLst>
          </p:cNvPr>
          <p:cNvSpPr>
            <a:spLocks noGrp="1"/>
          </p:cNvSpPr>
          <p:nvPr/>
        </p:nvSpPr>
        <p:spPr>
          <a:xfrm>
            <a:off x="286045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9" name="Stage1_sixpanel_5390">
            <a:extLst>
              <a:ext uri="{FF2B5EF4-FFF2-40B4-BE49-F238E27FC236}">
                <a16:creationId xmlns:a16="http://schemas.microsoft.com/office/drawing/2014/main" id="{56E38A0D-32EA-45CC-903D-36AE9FA5B043}"/>
              </a:ext>
            </a:extLst>
          </p:cNvPr>
          <p:cNvSpPr>
            <a:spLocks noGrp="1"/>
          </p:cNvSpPr>
          <p:nvPr/>
        </p:nvSpPr>
        <p:spPr>
          <a:xfrm>
            <a:off x="293636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0" name="Stage1_sixpanel_5391">
            <a:extLst>
              <a:ext uri="{FF2B5EF4-FFF2-40B4-BE49-F238E27FC236}">
                <a16:creationId xmlns:a16="http://schemas.microsoft.com/office/drawing/2014/main" id="{DDBBADB3-B5A2-4374-B5C9-B9F59326B803}"/>
              </a:ext>
            </a:extLst>
          </p:cNvPr>
          <p:cNvSpPr>
            <a:spLocks noGrp="1"/>
          </p:cNvSpPr>
          <p:nvPr/>
        </p:nvSpPr>
        <p:spPr>
          <a:xfrm>
            <a:off x="2938420" y="154209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1" name="Stage1_sixpanel_5392">
            <a:extLst>
              <a:ext uri="{FF2B5EF4-FFF2-40B4-BE49-F238E27FC236}">
                <a16:creationId xmlns:a16="http://schemas.microsoft.com/office/drawing/2014/main" id="{4AE53D63-BAB5-41BD-8B44-8112BBA1BD16}"/>
              </a:ext>
            </a:extLst>
          </p:cNvPr>
          <p:cNvSpPr>
            <a:spLocks noGrp="1"/>
          </p:cNvSpPr>
          <p:nvPr/>
        </p:nvSpPr>
        <p:spPr>
          <a:xfrm>
            <a:off x="2903624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2" name="Stage1_sixpanel_5393">
            <a:extLst>
              <a:ext uri="{FF2B5EF4-FFF2-40B4-BE49-F238E27FC236}">
                <a16:creationId xmlns:a16="http://schemas.microsoft.com/office/drawing/2014/main" id="{E02BE1C0-3824-4698-A1C2-95D54BC6E913}"/>
              </a:ext>
            </a:extLst>
          </p:cNvPr>
          <p:cNvSpPr>
            <a:spLocks noGrp="1"/>
          </p:cNvSpPr>
          <p:nvPr/>
        </p:nvSpPr>
        <p:spPr>
          <a:xfrm>
            <a:off x="3008173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3" name="Stage1_sixpanel_5394">
            <a:extLst>
              <a:ext uri="{FF2B5EF4-FFF2-40B4-BE49-F238E27FC236}">
                <a16:creationId xmlns:a16="http://schemas.microsoft.com/office/drawing/2014/main" id="{96232F7D-B823-4C9B-95B0-053B1C003906}"/>
              </a:ext>
            </a:extLst>
          </p:cNvPr>
          <p:cNvSpPr>
            <a:spLocks noGrp="1"/>
          </p:cNvSpPr>
          <p:nvPr/>
        </p:nvSpPr>
        <p:spPr>
          <a:xfrm>
            <a:off x="2976469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4" name="Stage1_sixpanel_5395">
            <a:extLst>
              <a:ext uri="{FF2B5EF4-FFF2-40B4-BE49-F238E27FC236}">
                <a16:creationId xmlns:a16="http://schemas.microsoft.com/office/drawing/2014/main" id="{46B3F788-6BDE-477D-8B5D-9AE88F52C7ED}"/>
              </a:ext>
            </a:extLst>
          </p:cNvPr>
          <p:cNvSpPr>
            <a:spLocks noGrp="1"/>
          </p:cNvSpPr>
          <p:nvPr/>
        </p:nvSpPr>
        <p:spPr>
          <a:xfrm>
            <a:off x="299221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5" name="Stage1_sixpanel_5396">
            <a:extLst>
              <a:ext uri="{FF2B5EF4-FFF2-40B4-BE49-F238E27FC236}">
                <a16:creationId xmlns:a16="http://schemas.microsoft.com/office/drawing/2014/main" id="{6BF95303-FE1E-474F-B28D-99B31E6471CB}"/>
              </a:ext>
            </a:extLst>
          </p:cNvPr>
          <p:cNvSpPr>
            <a:spLocks noGrp="1"/>
          </p:cNvSpPr>
          <p:nvPr/>
        </p:nvSpPr>
        <p:spPr>
          <a:xfrm>
            <a:off x="286339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6" name="Stage1_sixpanel_5397">
            <a:extLst>
              <a:ext uri="{FF2B5EF4-FFF2-40B4-BE49-F238E27FC236}">
                <a16:creationId xmlns:a16="http://schemas.microsoft.com/office/drawing/2014/main" id="{9EA820B5-97AD-4520-A982-2D3B0B59393E}"/>
              </a:ext>
            </a:extLst>
          </p:cNvPr>
          <p:cNvSpPr>
            <a:spLocks noGrp="1"/>
          </p:cNvSpPr>
          <p:nvPr/>
        </p:nvSpPr>
        <p:spPr>
          <a:xfrm>
            <a:off x="286107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7" name="Stage1_sixpanel_5398">
            <a:extLst>
              <a:ext uri="{FF2B5EF4-FFF2-40B4-BE49-F238E27FC236}">
                <a16:creationId xmlns:a16="http://schemas.microsoft.com/office/drawing/2014/main" id="{4B9DAA40-BE3F-4CCA-BC94-4B8CA8BFAD2D}"/>
              </a:ext>
            </a:extLst>
          </p:cNvPr>
          <p:cNvSpPr>
            <a:spLocks noGrp="1"/>
          </p:cNvSpPr>
          <p:nvPr/>
        </p:nvSpPr>
        <p:spPr>
          <a:xfrm>
            <a:off x="2957947" y="171756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8" name="Stage1_sixpanel_5399">
            <a:extLst>
              <a:ext uri="{FF2B5EF4-FFF2-40B4-BE49-F238E27FC236}">
                <a16:creationId xmlns:a16="http://schemas.microsoft.com/office/drawing/2014/main" id="{85D8FF3C-352D-4CDC-BA48-664836BD5DEB}"/>
              </a:ext>
            </a:extLst>
          </p:cNvPr>
          <p:cNvSpPr>
            <a:spLocks noGrp="1"/>
          </p:cNvSpPr>
          <p:nvPr/>
        </p:nvSpPr>
        <p:spPr>
          <a:xfrm>
            <a:off x="294625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9" name="Stage1_sixpanel_5400">
            <a:extLst>
              <a:ext uri="{FF2B5EF4-FFF2-40B4-BE49-F238E27FC236}">
                <a16:creationId xmlns:a16="http://schemas.microsoft.com/office/drawing/2014/main" id="{A7068DCD-CF42-45A8-9C6B-F16EBC65C985}"/>
              </a:ext>
            </a:extLst>
          </p:cNvPr>
          <p:cNvSpPr>
            <a:spLocks noGrp="1"/>
          </p:cNvSpPr>
          <p:nvPr/>
        </p:nvSpPr>
        <p:spPr>
          <a:xfrm>
            <a:off x="2928134" y="144372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0" name="Stage1_sixpanel_5401">
            <a:extLst>
              <a:ext uri="{FF2B5EF4-FFF2-40B4-BE49-F238E27FC236}">
                <a16:creationId xmlns:a16="http://schemas.microsoft.com/office/drawing/2014/main" id="{7BA3CCDD-D5D9-4F62-9AAA-85753A7BB7C4}"/>
              </a:ext>
            </a:extLst>
          </p:cNvPr>
          <p:cNvSpPr>
            <a:spLocks noGrp="1"/>
          </p:cNvSpPr>
          <p:nvPr/>
        </p:nvSpPr>
        <p:spPr>
          <a:xfrm>
            <a:off x="3012697" y="169742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1" name="Stage1_sixpanel_5402">
            <a:extLst>
              <a:ext uri="{FF2B5EF4-FFF2-40B4-BE49-F238E27FC236}">
                <a16:creationId xmlns:a16="http://schemas.microsoft.com/office/drawing/2014/main" id="{77F88713-F913-48DC-88CB-4869D5A76E6D}"/>
              </a:ext>
            </a:extLst>
          </p:cNvPr>
          <p:cNvSpPr>
            <a:spLocks noGrp="1"/>
          </p:cNvSpPr>
          <p:nvPr/>
        </p:nvSpPr>
        <p:spPr>
          <a:xfrm>
            <a:off x="2983330" y="20236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2" name="Stage1_sixpanel_5403">
            <a:extLst>
              <a:ext uri="{FF2B5EF4-FFF2-40B4-BE49-F238E27FC236}">
                <a16:creationId xmlns:a16="http://schemas.microsoft.com/office/drawing/2014/main" id="{80DAFD7A-4822-48B9-9538-32C12CF0CF50}"/>
              </a:ext>
            </a:extLst>
          </p:cNvPr>
          <p:cNvSpPr>
            <a:spLocks noGrp="1"/>
          </p:cNvSpPr>
          <p:nvPr/>
        </p:nvSpPr>
        <p:spPr>
          <a:xfrm>
            <a:off x="289733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3" name="Stage1_sixpanel_5404">
            <a:extLst>
              <a:ext uri="{FF2B5EF4-FFF2-40B4-BE49-F238E27FC236}">
                <a16:creationId xmlns:a16="http://schemas.microsoft.com/office/drawing/2014/main" id="{ECCB303C-8EF8-494B-B776-AA463128777A}"/>
              </a:ext>
            </a:extLst>
          </p:cNvPr>
          <p:cNvSpPr>
            <a:spLocks noGrp="1"/>
          </p:cNvSpPr>
          <p:nvPr/>
        </p:nvSpPr>
        <p:spPr>
          <a:xfrm>
            <a:off x="2974459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4" name="Stage1_sixpanel_5405">
            <a:extLst>
              <a:ext uri="{FF2B5EF4-FFF2-40B4-BE49-F238E27FC236}">
                <a16:creationId xmlns:a16="http://schemas.microsoft.com/office/drawing/2014/main" id="{08933265-D826-46CA-A121-0F8BFFBD2D4F}"/>
              </a:ext>
            </a:extLst>
          </p:cNvPr>
          <p:cNvSpPr>
            <a:spLocks noGrp="1"/>
          </p:cNvSpPr>
          <p:nvPr/>
        </p:nvSpPr>
        <p:spPr>
          <a:xfrm>
            <a:off x="2883733" y="227620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5" name="Stage1_sixpanel_5406">
            <a:extLst>
              <a:ext uri="{FF2B5EF4-FFF2-40B4-BE49-F238E27FC236}">
                <a16:creationId xmlns:a16="http://schemas.microsoft.com/office/drawing/2014/main" id="{99A864C6-EEC4-493B-9A3A-ADA7F0FC3572}"/>
              </a:ext>
            </a:extLst>
          </p:cNvPr>
          <p:cNvSpPr>
            <a:spLocks noGrp="1"/>
          </p:cNvSpPr>
          <p:nvPr/>
        </p:nvSpPr>
        <p:spPr>
          <a:xfrm>
            <a:off x="2987132" y="218929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6" name="Stage1_sixpanel_5407">
            <a:extLst>
              <a:ext uri="{FF2B5EF4-FFF2-40B4-BE49-F238E27FC236}">
                <a16:creationId xmlns:a16="http://schemas.microsoft.com/office/drawing/2014/main" id="{2C8CD4AE-813D-41F8-8CD9-AF9EEE09C834}"/>
              </a:ext>
            </a:extLst>
          </p:cNvPr>
          <p:cNvSpPr>
            <a:spLocks noGrp="1"/>
          </p:cNvSpPr>
          <p:nvPr/>
        </p:nvSpPr>
        <p:spPr>
          <a:xfrm>
            <a:off x="285389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7" name="Stage1_sixpanel_5408">
            <a:extLst>
              <a:ext uri="{FF2B5EF4-FFF2-40B4-BE49-F238E27FC236}">
                <a16:creationId xmlns:a16="http://schemas.microsoft.com/office/drawing/2014/main" id="{018EF44D-9BE5-486D-A071-9B637BA82B7F}"/>
              </a:ext>
            </a:extLst>
          </p:cNvPr>
          <p:cNvSpPr>
            <a:spLocks noGrp="1"/>
          </p:cNvSpPr>
          <p:nvPr/>
        </p:nvSpPr>
        <p:spPr>
          <a:xfrm>
            <a:off x="299480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8" name="Stage1_sixpanel_5409">
            <a:extLst>
              <a:ext uri="{FF2B5EF4-FFF2-40B4-BE49-F238E27FC236}">
                <a16:creationId xmlns:a16="http://schemas.microsoft.com/office/drawing/2014/main" id="{A466C1FF-A3EF-4F42-9593-3CFAC7545ADE}"/>
              </a:ext>
            </a:extLst>
          </p:cNvPr>
          <p:cNvSpPr>
            <a:spLocks noGrp="1"/>
          </p:cNvSpPr>
          <p:nvPr/>
        </p:nvSpPr>
        <p:spPr>
          <a:xfrm>
            <a:off x="2970211" y="208442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9" name="Stage1_sixpanel_5410">
            <a:extLst>
              <a:ext uri="{FF2B5EF4-FFF2-40B4-BE49-F238E27FC236}">
                <a16:creationId xmlns:a16="http://schemas.microsoft.com/office/drawing/2014/main" id="{499441B6-498F-4628-8EF1-B2DAAEF544CC}"/>
              </a:ext>
            </a:extLst>
          </p:cNvPr>
          <p:cNvSpPr>
            <a:spLocks noGrp="1"/>
          </p:cNvSpPr>
          <p:nvPr/>
        </p:nvSpPr>
        <p:spPr>
          <a:xfrm>
            <a:off x="299890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0" name="Stage1_sixpanel_5411">
            <a:extLst>
              <a:ext uri="{FF2B5EF4-FFF2-40B4-BE49-F238E27FC236}">
                <a16:creationId xmlns:a16="http://schemas.microsoft.com/office/drawing/2014/main" id="{BF50CC4F-4031-4688-AAA6-2A793275641D}"/>
              </a:ext>
            </a:extLst>
          </p:cNvPr>
          <p:cNvSpPr>
            <a:spLocks noGrp="1"/>
          </p:cNvSpPr>
          <p:nvPr/>
        </p:nvSpPr>
        <p:spPr>
          <a:xfrm>
            <a:off x="2893148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1" name="Stage1_sixpanel_5412">
            <a:extLst>
              <a:ext uri="{FF2B5EF4-FFF2-40B4-BE49-F238E27FC236}">
                <a16:creationId xmlns:a16="http://schemas.microsoft.com/office/drawing/2014/main" id="{504B65D5-A4E0-4CA2-956C-371FFE60EA6D}"/>
              </a:ext>
            </a:extLst>
          </p:cNvPr>
          <p:cNvSpPr>
            <a:spLocks noGrp="1"/>
          </p:cNvSpPr>
          <p:nvPr/>
        </p:nvSpPr>
        <p:spPr>
          <a:xfrm>
            <a:off x="293736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2" name="Stage1_sixpanel_5413">
            <a:extLst>
              <a:ext uri="{FF2B5EF4-FFF2-40B4-BE49-F238E27FC236}">
                <a16:creationId xmlns:a16="http://schemas.microsoft.com/office/drawing/2014/main" id="{9E26AFDC-7610-4BB9-9903-142D490D1B87}"/>
              </a:ext>
            </a:extLst>
          </p:cNvPr>
          <p:cNvSpPr>
            <a:spLocks noGrp="1"/>
          </p:cNvSpPr>
          <p:nvPr/>
        </p:nvSpPr>
        <p:spPr>
          <a:xfrm>
            <a:off x="298186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3" name="Stage1_sixpanel_5414">
            <a:extLst>
              <a:ext uri="{FF2B5EF4-FFF2-40B4-BE49-F238E27FC236}">
                <a16:creationId xmlns:a16="http://schemas.microsoft.com/office/drawing/2014/main" id="{4E2AA529-F149-4F03-99E1-CC4EC669D1F7}"/>
              </a:ext>
            </a:extLst>
          </p:cNvPr>
          <p:cNvSpPr>
            <a:spLocks noGrp="1"/>
          </p:cNvSpPr>
          <p:nvPr/>
        </p:nvSpPr>
        <p:spPr>
          <a:xfrm>
            <a:off x="284742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4" name="Stage1_sixpanel_5415">
            <a:extLst>
              <a:ext uri="{FF2B5EF4-FFF2-40B4-BE49-F238E27FC236}">
                <a16:creationId xmlns:a16="http://schemas.microsoft.com/office/drawing/2014/main" id="{C502537C-13B1-4CF7-BF8E-01D25BAA43BE}"/>
              </a:ext>
            </a:extLst>
          </p:cNvPr>
          <p:cNvSpPr>
            <a:spLocks noGrp="1"/>
          </p:cNvSpPr>
          <p:nvPr/>
        </p:nvSpPr>
        <p:spPr>
          <a:xfrm>
            <a:off x="300726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5" name="Stage1_sixpanel_5416">
            <a:extLst>
              <a:ext uri="{FF2B5EF4-FFF2-40B4-BE49-F238E27FC236}">
                <a16:creationId xmlns:a16="http://schemas.microsoft.com/office/drawing/2014/main" id="{08EAFCEC-87AA-4E27-B093-A4A1F2721744}"/>
              </a:ext>
            </a:extLst>
          </p:cNvPr>
          <p:cNvSpPr>
            <a:spLocks noGrp="1"/>
          </p:cNvSpPr>
          <p:nvPr/>
        </p:nvSpPr>
        <p:spPr>
          <a:xfrm>
            <a:off x="293145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6" name="Stage1_sixpanel_5417">
            <a:extLst>
              <a:ext uri="{FF2B5EF4-FFF2-40B4-BE49-F238E27FC236}">
                <a16:creationId xmlns:a16="http://schemas.microsoft.com/office/drawing/2014/main" id="{836649DF-A302-4253-9F32-86F6034434C1}"/>
              </a:ext>
            </a:extLst>
          </p:cNvPr>
          <p:cNvSpPr>
            <a:spLocks noGrp="1"/>
          </p:cNvSpPr>
          <p:nvPr/>
        </p:nvSpPr>
        <p:spPr>
          <a:xfrm>
            <a:off x="2906846" y="13349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7" name="Stage1_sixpanel_5418">
            <a:extLst>
              <a:ext uri="{FF2B5EF4-FFF2-40B4-BE49-F238E27FC236}">
                <a16:creationId xmlns:a16="http://schemas.microsoft.com/office/drawing/2014/main" id="{C8EDBBC3-B694-43A6-AA4F-2E588894C492}"/>
              </a:ext>
            </a:extLst>
          </p:cNvPr>
          <p:cNvSpPr>
            <a:spLocks noGrp="1"/>
          </p:cNvSpPr>
          <p:nvPr/>
        </p:nvSpPr>
        <p:spPr>
          <a:xfrm>
            <a:off x="2862608" y="179810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8" name="Stage1_sixpanel_5419">
            <a:extLst>
              <a:ext uri="{FF2B5EF4-FFF2-40B4-BE49-F238E27FC236}">
                <a16:creationId xmlns:a16="http://schemas.microsoft.com/office/drawing/2014/main" id="{ECEC80B1-D17B-4AC2-AF03-6C4BF045A6E4}"/>
              </a:ext>
            </a:extLst>
          </p:cNvPr>
          <p:cNvSpPr>
            <a:spLocks noGrp="1"/>
          </p:cNvSpPr>
          <p:nvPr/>
        </p:nvSpPr>
        <p:spPr>
          <a:xfrm>
            <a:off x="2877721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9" name="Stage1_sixpanel_5420">
            <a:extLst>
              <a:ext uri="{FF2B5EF4-FFF2-40B4-BE49-F238E27FC236}">
                <a16:creationId xmlns:a16="http://schemas.microsoft.com/office/drawing/2014/main" id="{6A1D36D9-F2BF-4915-9538-7D2AF252AC94}"/>
              </a:ext>
            </a:extLst>
          </p:cNvPr>
          <p:cNvSpPr>
            <a:spLocks noGrp="1"/>
          </p:cNvSpPr>
          <p:nvPr/>
        </p:nvSpPr>
        <p:spPr>
          <a:xfrm>
            <a:off x="301760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0" name="Stage1_sixpanel_5421">
            <a:extLst>
              <a:ext uri="{FF2B5EF4-FFF2-40B4-BE49-F238E27FC236}">
                <a16:creationId xmlns:a16="http://schemas.microsoft.com/office/drawing/2014/main" id="{CEEA3ABB-B6FA-4794-93E8-B4E97033D39B}"/>
              </a:ext>
            </a:extLst>
          </p:cNvPr>
          <p:cNvSpPr>
            <a:spLocks noGrp="1"/>
          </p:cNvSpPr>
          <p:nvPr/>
        </p:nvSpPr>
        <p:spPr>
          <a:xfrm>
            <a:off x="292122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1" name="Stage1_sixpanel_5422">
            <a:extLst>
              <a:ext uri="{FF2B5EF4-FFF2-40B4-BE49-F238E27FC236}">
                <a16:creationId xmlns:a16="http://schemas.microsoft.com/office/drawing/2014/main" id="{38C0A95B-99CF-4DC7-8EEE-A9FB8D90DEE7}"/>
              </a:ext>
            </a:extLst>
          </p:cNvPr>
          <p:cNvSpPr>
            <a:spLocks noGrp="1"/>
          </p:cNvSpPr>
          <p:nvPr/>
        </p:nvSpPr>
        <p:spPr>
          <a:xfrm>
            <a:off x="289530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2" name="Stage1_sixpanel_5423">
            <a:extLst>
              <a:ext uri="{FF2B5EF4-FFF2-40B4-BE49-F238E27FC236}">
                <a16:creationId xmlns:a16="http://schemas.microsoft.com/office/drawing/2014/main" id="{EA9C7AC1-9E00-46EA-BEEA-DEBAA15CD0AC}"/>
              </a:ext>
            </a:extLst>
          </p:cNvPr>
          <p:cNvSpPr>
            <a:spLocks noGrp="1"/>
          </p:cNvSpPr>
          <p:nvPr/>
        </p:nvSpPr>
        <p:spPr>
          <a:xfrm>
            <a:off x="291432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3" name="Stage1_sixpanel_5424">
            <a:extLst>
              <a:ext uri="{FF2B5EF4-FFF2-40B4-BE49-F238E27FC236}">
                <a16:creationId xmlns:a16="http://schemas.microsoft.com/office/drawing/2014/main" id="{EE9F2FA0-4A87-47CA-834D-A52AC9089793}"/>
              </a:ext>
            </a:extLst>
          </p:cNvPr>
          <p:cNvSpPr>
            <a:spLocks noGrp="1"/>
          </p:cNvSpPr>
          <p:nvPr/>
        </p:nvSpPr>
        <p:spPr>
          <a:xfrm>
            <a:off x="2961373" y="145407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4" name="Stage1_sixpanel_5425">
            <a:extLst>
              <a:ext uri="{FF2B5EF4-FFF2-40B4-BE49-F238E27FC236}">
                <a16:creationId xmlns:a16="http://schemas.microsoft.com/office/drawing/2014/main" id="{C39C732A-05DE-4570-BED1-8325C34636BF}"/>
              </a:ext>
            </a:extLst>
          </p:cNvPr>
          <p:cNvSpPr>
            <a:spLocks noGrp="1"/>
          </p:cNvSpPr>
          <p:nvPr/>
        </p:nvSpPr>
        <p:spPr>
          <a:xfrm>
            <a:off x="289423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5" name="Stage1_sixpanel_5426">
            <a:extLst>
              <a:ext uri="{FF2B5EF4-FFF2-40B4-BE49-F238E27FC236}">
                <a16:creationId xmlns:a16="http://schemas.microsoft.com/office/drawing/2014/main" id="{1B191D90-E8B8-49F3-91B1-4AAD58F47D1A}"/>
              </a:ext>
            </a:extLst>
          </p:cNvPr>
          <p:cNvSpPr>
            <a:spLocks noGrp="1"/>
          </p:cNvSpPr>
          <p:nvPr/>
        </p:nvSpPr>
        <p:spPr>
          <a:xfrm>
            <a:off x="295322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6" name="Stage1_sixpanel_5427">
            <a:extLst>
              <a:ext uri="{FF2B5EF4-FFF2-40B4-BE49-F238E27FC236}">
                <a16:creationId xmlns:a16="http://schemas.microsoft.com/office/drawing/2014/main" id="{60415E00-FE5D-4127-8DFB-30AC21B22B35}"/>
              </a:ext>
            </a:extLst>
          </p:cNvPr>
          <p:cNvSpPr>
            <a:spLocks noGrp="1"/>
          </p:cNvSpPr>
          <p:nvPr/>
        </p:nvSpPr>
        <p:spPr>
          <a:xfrm>
            <a:off x="3000879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7" name="Stage1_sixpanel_5428">
            <a:extLst>
              <a:ext uri="{FF2B5EF4-FFF2-40B4-BE49-F238E27FC236}">
                <a16:creationId xmlns:a16="http://schemas.microsoft.com/office/drawing/2014/main" id="{78E2262C-A4E7-46D3-8281-340B4443427D}"/>
              </a:ext>
            </a:extLst>
          </p:cNvPr>
          <p:cNvSpPr>
            <a:spLocks noGrp="1"/>
          </p:cNvSpPr>
          <p:nvPr/>
        </p:nvSpPr>
        <p:spPr>
          <a:xfrm>
            <a:off x="2877908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8" name="Stage1_sixpanel_5429">
            <a:extLst>
              <a:ext uri="{FF2B5EF4-FFF2-40B4-BE49-F238E27FC236}">
                <a16:creationId xmlns:a16="http://schemas.microsoft.com/office/drawing/2014/main" id="{03711138-795D-4199-894C-B811C1F34F49}"/>
              </a:ext>
            </a:extLst>
          </p:cNvPr>
          <p:cNvSpPr>
            <a:spLocks noGrp="1"/>
          </p:cNvSpPr>
          <p:nvPr/>
        </p:nvSpPr>
        <p:spPr>
          <a:xfrm>
            <a:off x="288889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9" name="Stage1_sixpanel_5430">
            <a:extLst>
              <a:ext uri="{FF2B5EF4-FFF2-40B4-BE49-F238E27FC236}">
                <a16:creationId xmlns:a16="http://schemas.microsoft.com/office/drawing/2014/main" id="{18DF5C0C-166C-44E2-BD73-0D0B145A6CA7}"/>
              </a:ext>
            </a:extLst>
          </p:cNvPr>
          <p:cNvSpPr>
            <a:spLocks noGrp="1"/>
          </p:cNvSpPr>
          <p:nvPr/>
        </p:nvSpPr>
        <p:spPr>
          <a:xfrm>
            <a:off x="2872642" y="126737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0" name="Stage1_sixpanel_5431">
            <a:extLst>
              <a:ext uri="{FF2B5EF4-FFF2-40B4-BE49-F238E27FC236}">
                <a16:creationId xmlns:a16="http://schemas.microsoft.com/office/drawing/2014/main" id="{A3CB3EED-F908-43AB-B70A-D15E559E1968}"/>
              </a:ext>
            </a:extLst>
          </p:cNvPr>
          <p:cNvSpPr>
            <a:spLocks noGrp="1"/>
          </p:cNvSpPr>
          <p:nvPr/>
        </p:nvSpPr>
        <p:spPr>
          <a:xfrm>
            <a:off x="2936720" y="15606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1" name="Stage1_sixpanel_5432">
            <a:extLst>
              <a:ext uri="{FF2B5EF4-FFF2-40B4-BE49-F238E27FC236}">
                <a16:creationId xmlns:a16="http://schemas.microsoft.com/office/drawing/2014/main" id="{F2463A88-7AFD-43B5-850C-DBC8CC1F2B53}"/>
              </a:ext>
            </a:extLst>
          </p:cNvPr>
          <p:cNvSpPr>
            <a:spLocks noGrp="1"/>
          </p:cNvSpPr>
          <p:nvPr/>
        </p:nvSpPr>
        <p:spPr>
          <a:xfrm>
            <a:off x="2855754" y="16638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2" name="Stage1_sixpanel_5433">
            <a:extLst>
              <a:ext uri="{FF2B5EF4-FFF2-40B4-BE49-F238E27FC236}">
                <a16:creationId xmlns:a16="http://schemas.microsoft.com/office/drawing/2014/main" id="{C41C1D82-16A8-4EC1-A3FF-8FDF99D0F56B}"/>
              </a:ext>
            </a:extLst>
          </p:cNvPr>
          <p:cNvSpPr>
            <a:spLocks noGrp="1"/>
          </p:cNvSpPr>
          <p:nvPr/>
        </p:nvSpPr>
        <p:spPr>
          <a:xfrm>
            <a:off x="2990743" y="17422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3" name="Stage1_sixpanel_5434">
            <a:extLst>
              <a:ext uri="{FF2B5EF4-FFF2-40B4-BE49-F238E27FC236}">
                <a16:creationId xmlns:a16="http://schemas.microsoft.com/office/drawing/2014/main" id="{852B7E6F-24A1-40FA-9FC7-35B29C6C9C11}"/>
              </a:ext>
            </a:extLst>
          </p:cNvPr>
          <p:cNvSpPr>
            <a:spLocks noGrp="1"/>
          </p:cNvSpPr>
          <p:nvPr/>
        </p:nvSpPr>
        <p:spPr>
          <a:xfrm>
            <a:off x="2858465" y="177508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4" name="Stage1_sixpanel_5435">
            <a:extLst>
              <a:ext uri="{FF2B5EF4-FFF2-40B4-BE49-F238E27FC236}">
                <a16:creationId xmlns:a16="http://schemas.microsoft.com/office/drawing/2014/main" id="{0AB6A674-C7E4-414A-AFC6-BF1574F5D1AD}"/>
              </a:ext>
            </a:extLst>
          </p:cNvPr>
          <p:cNvSpPr>
            <a:spLocks noGrp="1"/>
          </p:cNvSpPr>
          <p:nvPr/>
        </p:nvSpPr>
        <p:spPr>
          <a:xfrm>
            <a:off x="2891207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5" name="Stage1_sixpanel_5436">
            <a:extLst>
              <a:ext uri="{FF2B5EF4-FFF2-40B4-BE49-F238E27FC236}">
                <a16:creationId xmlns:a16="http://schemas.microsoft.com/office/drawing/2014/main" id="{52A45E1B-4E2C-4B6B-8A2A-6D06AEA2A309}"/>
              </a:ext>
            </a:extLst>
          </p:cNvPr>
          <p:cNvSpPr>
            <a:spLocks noGrp="1"/>
          </p:cNvSpPr>
          <p:nvPr/>
        </p:nvSpPr>
        <p:spPr>
          <a:xfrm>
            <a:off x="3010585" y="25650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6" name="Stage1_sixpanel_5437">
            <a:extLst>
              <a:ext uri="{FF2B5EF4-FFF2-40B4-BE49-F238E27FC236}">
                <a16:creationId xmlns:a16="http://schemas.microsoft.com/office/drawing/2014/main" id="{5303C23D-6494-471A-B600-53792F1AA971}"/>
              </a:ext>
            </a:extLst>
          </p:cNvPr>
          <p:cNvSpPr>
            <a:spLocks noGrp="1"/>
          </p:cNvSpPr>
          <p:nvPr/>
        </p:nvSpPr>
        <p:spPr>
          <a:xfrm>
            <a:off x="2890361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7" name="Stage1_sixpanel_5438">
            <a:extLst>
              <a:ext uri="{FF2B5EF4-FFF2-40B4-BE49-F238E27FC236}">
                <a16:creationId xmlns:a16="http://schemas.microsoft.com/office/drawing/2014/main" id="{C5CFD2C7-1893-4C76-838A-B6C8B9D448C3}"/>
              </a:ext>
            </a:extLst>
          </p:cNvPr>
          <p:cNvSpPr>
            <a:spLocks noGrp="1"/>
          </p:cNvSpPr>
          <p:nvPr/>
        </p:nvSpPr>
        <p:spPr>
          <a:xfrm>
            <a:off x="2935908" y="166722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8" name="Stage1_sixpanel_5439">
            <a:extLst>
              <a:ext uri="{FF2B5EF4-FFF2-40B4-BE49-F238E27FC236}">
                <a16:creationId xmlns:a16="http://schemas.microsoft.com/office/drawing/2014/main" id="{506AE472-4D5D-4439-AAF7-5B03F80ECFCB}"/>
              </a:ext>
            </a:extLst>
          </p:cNvPr>
          <p:cNvSpPr>
            <a:spLocks noGrp="1"/>
          </p:cNvSpPr>
          <p:nvPr/>
        </p:nvSpPr>
        <p:spPr>
          <a:xfrm>
            <a:off x="299216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9" name="Stage1_sixpanel_5440">
            <a:extLst>
              <a:ext uri="{FF2B5EF4-FFF2-40B4-BE49-F238E27FC236}">
                <a16:creationId xmlns:a16="http://schemas.microsoft.com/office/drawing/2014/main" id="{C19B19CC-AD42-465B-8E11-A1408B6C5CFB}"/>
              </a:ext>
            </a:extLst>
          </p:cNvPr>
          <p:cNvSpPr>
            <a:spLocks noGrp="1"/>
          </p:cNvSpPr>
          <p:nvPr/>
        </p:nvSpPr>
        <p:spPr>
          <a:xfrm>
            <a:off x="286546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0" name="Stage1_sixpanel_5441">
            <a:extLst>
              <a:ext uri="{FF2B5EF4-FFF2-40B4-BE49-F238E27FC236}">
                <a16:creationId xmlns:a16="http://schemas.microsoft.com/office/drawing/2014/main" id="{F4AACAA0-40F8-4469-80FE-234819DEC613}"/>
              </a:ext>
            </a:extLst>
          </p:cNvPr>
          <p:cNvSpPr>
            <a:spLocks noGrp="1"/>
          </p:cNvSpPr>
          <p:nvPr/>
        </p:nvSpPr>
        <p:spPr>
          <a:xfrm>
            <a:off x="293520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1" name="Stage1_sixpanel_5442">
            <a:extLst>
              <a:ext uri="{FF2B5EF4-FFF2-40B4-BE49-F238E27FC236}">
                <a16:creationId xmlns:a16="http://schemas.microsoft.com/office/drawing/2014/main" id="{9235BC60-D24A-463A-955E-A17C3A9B6360}"/>
              </a:ext>
            </a:extLst>
          </p:cNvPr>
          <p:cNvSpPr>
            <a:spLocks noGrp="1"/>
          </p:cNvSpPr>
          <p:nvPr/>
        </p:nvSpPr>
        <p:spPr>
          <a:xfrm>
            <a:off x="286779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2" name="Stage1_sixpanel_5443">
            <a:extLst>
              <a:ext uri="{FF2B5EF4-FFF2-40B4-BE49-F238E27FC236}">
                <a16:creationId xmlns:a16="http://schemas.microsoft.com/office/drawing/2014/main" id="{4030A447-6DB4-4926-A5F4-6CDF9CF656AB}"/>
              </a:ext>
            </a:extLst>
          </p:cNvPr>
          <p:cNvSpPr>
            <a:spLocks noGrp="1"/>
          </p:cNvSpPr>
          <p:nvPr/>
        </p:nvSpPr>
        <p:spPr>
          <a:xfrm>
            <a:off x="2852285" y="17457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3" name="Stage1_sixpanel_5444">
            <a:extLst>
              <a:ext uri="{FF2B5EF4-FFF2-40B4-BE49-F238E27FC236}">
                <a16:creationId xmlns:a16="http://schemas.microsoft.com/office/drawing/2014/main" id="{1B9A53D9-FC81-4F57-8C0C-2B8E4BE5EAAB}"/>
              </a:ext>
            </a:extLst>
          </p:cNvPr>
          <p:cNvSpPr>
            <a:spLocks noGrp="1"/>
          </p:cNvSpPr>
          <p:nvPr/>
        </p:nvSpPr>
        <p:spPr>
          <a:xfrm>
            <a:off x="2932325" y="18682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4" name="Stage1_sixpanel_5445">
            <a:extLst>
              <a:ext uri="{FF2B5EF4-FFF2-40B4-BE49-F238E27FC236}">
                <a16:creationId xmlns:a16="http://schemas.microsoft.com/office/drawing/2014/main" id="{366E2767-91E4-4321-9A7C-CA2571D24D42}"/>
              </a:ext>
            </a:extLst>
          </p:cNvPr>
          <p:cNvSpPr>
            <a:spLocks noGrp="1"/>
          </p:cNvSpPr>
          <p:nvPr/>
        </p:nvSpPr>
        <p:spPr>
          <a:xfrm>
            <a:off x="2941911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5" name="Stage1_sixpanel_5446">
            <a:extLst>
              <a:ext uri="{FF2B5EF4-FFF2-40B4-BE49-F238E27FC236}">
                <a16:creationId xmlns:a16="http://schemas.microsoft.com/office/drawing/2014/main" id="{7D15522C-CD7B-4923-A5EA-62E895DADFE4}"/>
              </a:ext>
            </a:extLst>
          </p:cNvPr>
          <p:cNvSpPr>
            <a:spLocks noGrp="1"/>
          </p:cNvSpPr>
          <p:nvPr/>
        </p:nvSpPr>
        <p:spPr>
          <a:xfrm>
            <a:off x="286981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6" name="Stage1_sixpanel_5447">
            <a:extLst>
              <a:ext uri="{FF2B5EF4-FFF2-40B4-BE49-F238E27FC236}">
                <a16:creationId xmlns:a16="http://schemas.microsoft.com/office/drawing/2014/main" id="{45B5D456-B756-4573-BC8C-E5648EE58095}"/>
              </a:ext>
            </a:extLst>
          </p:cNvPr>
          <p:cNvSpPr>
            <a:spLocks noGrp="1"/>
          </p:cNvSpPr>
          <p:nvPr/>
        </p:nvSpPr>
        <p:spPr>
          <a:xfrm>
            <a:off x="2983501" y="14356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7" name="Stage1_sixpanel_5448">
            <a:extLst>
              <a:ext uri="{FF2B5EF4-FFF2-40B4-BE49-F238E27FC236}">
                <a16:creationId xmlns:a16="http://schemas.microsoft.com/office/drawing/2014/main" id="{AEE8F2DB-3B41-4564-92B6-0F9374829ADC}"/>
              </a:ext>
            </a:extLst>
          </p:cNvPr>
          <p:cNvSpPr>
            <a:spLocks noGrp="1"/>
          </p:cNvSpPr>
          <p:nvPr/>
        </p:nvSpPr>
        <p:spPr>
          <a:xfrm>
            <a:off x="2905581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8" name="Stage1_sixpanel_5449">
            <a:extLst>
              <a:ext uri="{FF2B5EF4-FFF2-40B4-BE49-F238E27FC236}">
                <a16:creationId xmlns:a16="http://schemas.microsoft.com/office/drawing/2014/main" id="{93417F5C-2701-47E8-A18B-211223234637}"/>
              </a:ext>
            </a:extLst>
          </p:cNvPr>
          <p:cNvSpPr>
            <a:spLocks noGrp="1"/>
          </p:cNvSpPr>
          <p:nvPr/>
        </p:nvSpPr>
        <p:spPr>
          <a:xfrm>
            <a:off x="2893728" y="131687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9" name="Stage1_sixpanel_5450">
            <a:extLst>
              <a:ext uri="{FF2B5EF4-FFF2-40B4-BE49-F238E27FC236}">
                <a16:creationId xmlns:a16="http://schemas.microsoft.com/office/drawing/2014/main" id="{F96F2782-C355-42B7-8B38-FCF43A8B106A}"/>
              </a:ext>
            </a:extLst>
          </p:cNvPr>
          <p:cNvSpPr>
            <a:spLocks noGrp="1"/>
          </p:cNvSpPr>
          <p:nvPr/>
        </p:nvSpPr>
        <p:spPr>
          <a:xfrm>
            <a:off x="2988827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0" name="Stage1_sixpanel_5451">
            <a:extLst>
              <a:ext uri="{FF2B5EF4-FFF2-40B4-BE49-F238E27FC236}">
                <a16:creationId xmlns:a16="http://schemas.microsoft.com/office/drawing/2014/main" id="{5D0DFCAE-9828-48B9-B2E4-3DB9B52999B2}"/>
              </a:ext>
            </a:extLst>
          </p:cNvPr>
          <p:cNvSpPr>
            <a:spLocks noGrp="1"/>
          </p:cNvSpPr>
          <p:nvPr/>
        </p:nvSpPr>
        <p:spPr>
          <a:xfrm>
            <a:off x="2897097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1" name="Stage1_sixpanel_5452">
            <a:extLst>
              <a:ext uri="{FF2B5EF4-FFF2-40B4-BE49-F238E27FC236}">
                <a16:creationId xmlns:a16="http://schemas.microsoft.com/office/drawing/2014/main" id="{9626FD8D-12FB-4F35-B297-05175A28A320}"/>
              </a:ext>
            </a:extLst>
          </p:cNvPr>
          <p:cNvSpPr>
            <a:spLocks noGrp="1"/>
          </p:cNvSpPr>
          <p:nvPr/>
        </p:nvSpPr>
        <p:spPr>
          <a:xfrm>
            <a:off x="2857177" y="211902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2" name="Stage1_sixpanel_5453">
            <a:extLst>
              <a:ext uri="{FF2B5EF4-FFF2-40B4-BE49-F238E27FC236}">
                <a16:creationId xmlns:a16="http://schemas.microsoft.com/office/drawing/2014/main" id="{FA56A857-A879-4EAB-95A0-6D4E8EFD204A}"/>
              </a:ext>
            </a:extLst>
          </p:cNvPr>
          <p:cNvSpPr>
            <a:spLocks noGrp="1"/>
          </p:cNvSpPr>
          <p:nvPr/>
        </p:nvSpPr>
        <p:spPr>
          <a:xfrm>
            <a:off x="295284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3" name="Stage1_sixpanel_5454">
            <a:extLst>
              <a:ext uri="{FF2B5EF4-FFF2-40B4-BE49-F238E27FC236}">
                <a16:creationId xmlns:a16="http://schemas.microsoft.com/office/drawing/2014/main" id="{25305AC9-2299-447D-A454-0F4B2659DFC1}"/>
              </a:ext>
            </a:extLst>
          </p:cNvPr>
          <p:cNvSpPr>
            <a:spLocks noGrp="1"/>
          </p:cNvSpPr>
          <p:nvPr/>
        </p:nvSpPr>
        <p:spPr>
          <a:xfrm>
            <a:off x="2880587" y="199945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4" name="Stage1_sixpanel_5455">
            <a:extLst>
              <a:ext uri="{FF2B5EF4-FFF2-40B4-BE49-F238E27FC236}">
                <a16:creationId xmlns:a16="http://schemas.microsoft.com/office/drawing/2014/main" id="{4AC43CE2-6004-4F93-9818-DA1E3DCF97BA}"/>
              </a:ext>
            </a:extLst>
          </p:cNvPr>
          <p:cNvSpPr>
            <a:spLocks noGrp="1"/>
          </p:cNvSpPr>
          <p:nvPr/>
        </p:nvSpPr>
        <p:spPr>
          <a:xfrm>
            <a:off x="2862814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5" name="Stage1_sixpanel_5456">
            <a:extLst>
              <a:ext uri="{FF2B5EF4-FFF2-40B4-BE49-F238E27FC236}">
                <a16:creationId xmlns:a16="http://schemas.microsoft.com/office/drawing/2014/main" id="{A8117D94-B729-4A84-A83D-D030600AE7B8}"/>
              </a:ext>
            </a:extLst>
          </p:cNvPr>
          <p:cNvSpPr>
            <a:spLocks noGrp="1"/>
          </p:cNvSpPr>
          <p:nvPr/>
        </p:nvSpPr>
        <p:spPr>
          <a:xfrm>
            <a:off x="2852546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6" name="Stage1_sixpanel_5457">
            <a:extLst>
              <a:ext uri="{FF2B5EF4-FFF2-40B4-BE49-F238E27FC236}">
                <a16:creationId xmlns:a16="http://schemas.microsoft.com/office/drawing/2014/main" id="{42BEB114-53B8-4B0A-A965-FE7E195CC601}"/>
              </a:ext>
            </a:extLst>
          </p:cNvPr>
          <p:cNvSpPr>
            <a:spLocks noGrp="1"/>
          </p:cNvSpPr>
          <p:nvPr/>
        </p:nvSpPr>
        <p:spPr>
          <a:xfrm>
            <a:off x="2962551" y="15465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7" name="Stage1_sixpanel_5458">
            <a:extLst>
              <a:ext uri="{FF2B5EF4-FFF2-40B4-BE49-F238E27FC236}">
                <a16:creationId xmlns:a16="http://schemas.microsoft.com/office/drawing/2014/main" id="{E3DF760F-8C18-4416-8C51-62B040B5E973}"/>
              </a:ext>
            </a:extLst>
          </p:cNvPr>
          <p:cNvSpPr>
            <a:spLocks noGrp="1"/>
          </p:cNvSpPr>
          <p:nvPr/>
        </p:nvSpPr>
        <p:spPr>
          <a:xfrm>
            <a:off x="2864007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8" name="Stage1_sixpanel_5459">
            <a:extLst>
              <a:ext uri="{FF2B5EF4-FFF2-40B4-BE49-F238E27FC236}">
                <a16:creationId xmlns:a16="http://schemas.microsoft.com/office/drawing/2014/main" id="{CFD5242E-D355-4F4A-BB9D-5D8FFC025EAF}"/>
              </a:ext>
            </a:extLst>
          </p:cNvPr>
          <p:cNvSpPr>
            <a:spLocks noGrp="1"/>
          </p:cNvSpPr>
          <p:nvPr/>
        </p:nvSpPr>
        <p:spPr>
          <a:xfrm>
            <a:off x="289260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9" name="Stage1_sixpanel_5460">
            <a:extLst>
              <a:ext uri="{FF2B5EF4-FFF2-40B4-BE49-F238E27FC236}">
                <a16:creationId xmlns:a16="http://schemas.microsoft.com/office/drawing/2014/main" id="{C327D9EA-1DF9-4C54-89E4-540D79D9F00D}"/>
              </a:ext>
            </a:extLst>
          </p:cNvPr>
          <p:cNvSpPr>
            <a:spLocks noGrp="1"/>
          </p:cNvSpPr>
          <p:nvPr/>
        </p:nvSpPr>
        <p:spPr>
          <a:xfrm>
            <a:off x="2903768" y="15679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0" name="Stage1_sixpanel_5461">
            <a:extLst>
              <a:ext uri="{FF2B5EF4-FFF2-40B4-BE49-F238E27FC236}">
                <a16:creationId xmlns:a16="http://schemas.microsoft.com/office/drawing/2014/main" id="{BF647F90-689F-4722-B8C1-F3E018DFB471}"/>
              </a:ext>
            </a:extLst>
          </p:cNvPr>
          <p:cNvSpPr>
            <a:spLocks noGrp="1"/>
          </p:cNvSpPr>
          <p:nvPr/>
        </p:nvSpPr>
        <p:spPr>
          <a:xfrm>
            <a:off x="290392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1" name="Stage1_sixpanel_5462">
            <a:extLst>
              <a:ext uri="{FF2B5EF4-FFF2-40B4-BE49-F238E27FC236}">
                <a16:creationId xmlns:a16="http://schemas.microsoft.com/office/drawing/2014/main" id="{2C7B1DBB-1508-4105-AA29-F6F73BECD4A4}"/>
              </a:ext>
            </a:extLst>
          </p:cNvPr>
          <p:cNvSpPr>
            <a:spLocks noGrp="1"/>
          </p:cNvSpPr>
          <p:nvPr/>
        </p:nvSpPr>
        <p:spPr>
          <a:xfrm>
            <a:off x="288414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2" name="Stage1_sixpanel_5463">
            <a:extLst>
              <a:ext uri="{FF2B5EF4-FFF2-40B4-BE49-F238E27FC236}">
                <a16:creationId xmlns:a16="http://schemas.microsoft.com/office/drawing/2014/main" id="{D99B5FA3-6938-4FE6-BC13-0148987D6B1B}"/>
              </a:ext>
            </a:extLst>
          </p:cNvPr>
          <p:cNvSpPr>
            <a:spLocks noGrp="1"/>
          </p:cNvSpPr>
          <p:nvPr/>
        </p:nvSpPr>
        <p:spPr>
          <a:xfrm>
            <a:off x="2917677" y="187717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3" name="Stage1_sixpanel_5464">
            <a:extLst>
              <a:ext uri="{FF2B5EF4-FFF2-40B4-BE49-F238E27FC236}">
                <a16:creationId xmlns:a16="http://schemas.microsoft.com/office/drawing/2014/main" id="{B8978156-E36F-43E8-8C44-2DEDFF021999}"/>
              </a:ext>
            </a:extLst>
          </p:cNvPr>
          <p:cNvSpPr>
            <a:spLocks noGrp="1"/>
          </p:cNvSpPr>
          <p:nvPr/>
        </p:nvSpPr>
        <p:spPr>
          <a:xfrm>
            <a:off x="2924784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4" name="Stage1_sixpanel_5465">
            <a:extLst>
              <a:ext uri="{FF2B5EF4-FFF2-40B4-BE49-F238E27FC236}">
                <a16:creationId xmlns:a16="http://schemas.microsoft.com/office/drawing/2014/main" id="{13BAFD03-BD9D-4916-88B1-5385D0054638}"/>
              </a:ext>
            </a:extLst>
          </p:cNvPr>
          <p:cNvSpPr>
            <a:spLocks noGrp="1"/>
          </p:cNvSpPr>
          <p:nvPr/>
        </p:nvSpPr>
        <p:spPr>
          <a:xfrm>
            <a:off x="291477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5" name="Stage1_sixpanel_5466">
            <a:extLst>
              <a:ext uri="{FF2B5EF4-FFF2-40B4-BE49-F238E27FC236}">
                <a16:creationId xmlns:a16="http://schemas.microsoft.com/office/drawing/2014/main" id="{0B1F3B2A-C9BB-43F0-BBC5-F8F8709F258E}"/>
              </a:ext>
            </a:extLst>
          </p:cNvPr>
          <p:cNvSpPr>
            <a:spLocks noGrp="1"/>
          </p:cNvSpPr>
          <p:nvPr/>
        </p:nvSpPr>
        <p:spPr>
          <a:xfrm>
            <a:off x="285668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6" name="Stage1_sixpanel_5467">
            <a:extLst>
              <a:ext uri="{FF2B5EF4-FFF2-40B4-BE49-F238E27FC236}">
                <a16:creationId xmlns:a16="http://schemas.microsoft.com/office/drawing/2014/main" id="{56FED0FC-96C5-47CC-A951-1E341FFBB684}"/>
              </a:ext>
            </a:extLst>
          </p:cNvPr>
          <p:cNvSpPr>
            <a:spLocks noGrp="1"/>
          </p:cNvSpPr>
          <p:nvPr/>
        </p:nvSpPr>
        <p:spPr>
          <a:xfrm>
            <a:off x="289599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7" name="Stage1_sixpanel_5468">
            <a:extLst>
              <a:ext uri="{FF2B5EF4-FFF2-40B4-BE49-F238E27FC236}">
                <a16:creationId xmlns:a16="http://schemas.microsoft.com/office/drawing/2014/main" id="{9D13749B-E061-4D9D-BB64-3A98E9DF2C25}"/>
              </a:ext>
            </a:extLst>
          </p:cNvPr>
          <p:cNvSpPr>
            <a:spLocks noGrp="1"/>
          </p:cNvSpPr>
          <p:nvPr/>
        </p:nvSpPr>
        <p:spPr>
          <a:xfrm>
            <a:off x="2943220" y="22475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8" name="Stage1_sixpanel_5469">
            <a:extLst>
              <a:ext uri="{FF2B5EF4-FFF2-40B4-BE49-F238E27FC236}">
                <a16:creationId xmlns:a16="http://schemas.microsoft.com/office/drawing/2014/main" id="{52020355-77D0-4D5B-8F94-08AD8E994444}"/>
              </a:ext>
            </a:extLst>
          </p:cNvPr>
          <p:cNvSpPr>
            <a:spLocks noGrp="1"/>
          </p:cNvSpPr>
          <p:nvPr/>
        </p:nvSpPr>
        <p:spPr>
          <a:xfrm>
            <a:off x="2944396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9" name="Stage1_sixpanel_5470">
            <a:extLst>
              <a:ext uri="{FF2B5EF4-FFF2-40B4-BE49-F238E27FC236}">
                <a16:creationId xmlns:a16="http://schemas.microsoft.com/office/drawing/2014/main" id="{F0864D14-4165-4752-BA12-B82D5FFB9D6E}"/>
              </a:ext>
            </a:extLst>
          </p:cNvPr>
          <p:cNvSpPr>
            <a:spLocks noGrp="1"/>
          </p:cNvSpPr>
          <p:nvPr/>
        </p:nvSpPr>
        <p:spPr>
          <a:xfrm>
            <a:off x="288594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0" name="Stage1_sixpanel_5471">
            <a:extLst>
              <a:ext uri="{FF2B5EF4-FFF2-40B4-BE49-F238E27FC236}">
                <a16:creationId xmlns:a16="http://schemas.microsoft.com/office/drawing/2014/main" id="{1A1C278E-C2E6-41D9-A8E7-9EF6165C6ED6}"/>
              </a:ext>
            </a:extLst>
          </p:cNvPr>
          <p:cNvSpPr>
            <a:spLocks noGrp="1"/>
          </p:cNvSpPr>
          <p:nvPr/>
        </p:nvSpPr>
        <p:spPr>
          <a:xfrm>
            <a:off x="287882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1" name="Stage1_sixpanel_5472">
            <a:extLst>
              <a:ext uri="{FF2B5EF4-FFF2-40B4-BE49-F238E27FC236}">
                <a16:creationId xmlns:a16="http://schemas.microsoft.com/office/drawing/2014/main" id="{E7C7FB19-ED23-4775-B63A-D6590D338420}"/>
              </a:ext>
            </a:extLst>
          </p:cNvPr>
          <p:cNvSpPr>
            <a:spLocks noGrp="1"/>
          </p:cNvSpPr>
          <p:nvPr/>
        </p:nvSpPr>
        <p:spPr>
          <a:xfrm>
            <a:off x="298164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2" name="Stage1_sixpanel_5473">
            <a:extLst>
              <a:ext uri="{FF2B5EF4-FFF2-40B4-BE49-F238E27FC236}">
                <a16:creationId xmlns:a16="http://schemas.microsoft.com/office/drawing/2014/main" id="{FFD77F76-B781-4C2E-ACEC-76C546D846EC}"/>
              </a:ext>
            </a:extLst>
          </p:cNvPr>
          <p:cNvSpPr>
            <a:spLocks noGrp="1"/>
          </p:cNvSpPr>
          <p:nvPr/>
        </p:nvSpPr>
        <p:spPr>
          <a:xfrm>
            <a:off x="2909201" y="203972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3" name="Stage1_sixpanel_5474">
            <a:extLst>
              <a:ext uri="{FF2B5EF4-FFF2-40B4-BE49-F238E27FC236}">
                <a16:creationId xmlns:a16="http://schemas.microsoft.com/office/drawing/2014/main" id="{BFA65B80-35E1-4C73-A4DE-49C7DFD7775E}"/>
              </a:ext>
            </a:extLst>
          </p:cNvPr>
          <p:cNvSpPr>
            <a:spLocks noGrp="1"/>
          </p:cNvSpPr>
          <p:nvPr/>
        </p:nvSpPr>
        <p:spPr>
          <a:xfrm>
            <a:off x="2865797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4" name="Stage1_sixpanel_5475">
            <a:extLst>
              <a:ext uri="{FF2B5EF4-FFF2-40B4-BE49-F238E27FC236}">
                <a16:creationId xmlns:a16="http://schemas.microsoft.com/office/drawing/2014/main" id="{8ABE8FBE-3B1C-470B-9F0A-26216B389D2D}"/>
              </a:ext>
            </a:extLst>
          </p:cNvPr>
          <p:cNvSpPr>
            <a:spLocks noGrp="1"/>
          </p:cNvSpPr>
          <p:nvPr/>
        </p:nvSpPr>
        <p:spPr>
          <a:xfrm>
            <a:off x="2884138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5" name="Stage1_sixpanel_5476">
            <a:extLst>
              <a:ext uri="{FF2B5EF4-FFF2-40B4-BE49-F238E27FC236}">
                <a16:creationId xmlns:a16="http://schemas.microsoft.com/office/drawing/2014/main" id="{8AECAA1B-681D-4846-A2C1-912698C3A82E}"/>
              </a:ext>
            </a:extLst>
          </p:cNvPr>
          <p:cNvSpPr>
            <a:spLocks noGrp="1"/>
          </p:cNvSpPr>
          <p:nvPr/>
        </p:nvSpPr>
        <p:spPr>
          <a:xfrm>
            <a:off x="2927220" y="23964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6" name="Stage1_sixpanel_5477">
            <a:extLst>
              <a:ext uri="{FF2B5EF4-FFF2-40B4-BE49-F238E27FC236}">
                <a16:creationId xmlns:a16="http://schemas.microsoft.com/office/drawing/2014/main" id="{070F7CAB-96FF-4BC1-9045-2F2FC06BD40B}"/>
              </a:ext>
            </a:extLst>
          </p:cNvPr>
          <p:cNvSpPr>
            <a:spLocks noGrp="1"/>
          </p:cNvSpPr>
          <p:nvPr/>
        </p:nvSpPr>
        <p:spPr>
          <a:xfrm>
            <a:off x="2927199" y="164515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7" name="Stage1_sixpanel_5478">
            <a:extLst>
              <a:ext uri="{FF2B5EF4-FFF2-40B4-BE49-F238E27FC236}">
                <a16:creationId xmlns:a16="http://schemas.microsoft.com/office/drawing/2014/main" id="{A4CED0AB-8CD5-49CF-932A-104B153AD223}"/>
              </a:ext>
            </a:extLst>
          </p:cNvPr>
          <p:cNvSpPr>
            <a:spLocks noGrp="1"/>
          </p:cNvSpPr>
          <p:nvPr/>
        </p:nvSpPr>
        <p:spPr>
          <a:xfrm>
            <a:off x="2883421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8" name="Stage1_sixpanel_5479">
            <a:extLst>
              <a:ext uri="{FF2B5EF4-FFF2-40B4-BE49-F238E27FC236}">
                <a16:creationId xmlns:a16="http://schemas.microsoft.com/office/drawing/2014/main" id="{B7C3C8B2-65D8-4F81-BEB7-BB34DCB5229C}"/>
              </a:ext>
            </a:extLst>
          </p:cNvPr>
          <p:cNvSpPr>
            <a:spLocks noGrp="1"/>
          </p:cNvSpPr>
          <p:nvPr/>
        </p:nvSpPr>
        <p:spPr>
          <a:xfrm>
            <a:off x="300514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9" name="Stage1_sixpanel_5480">
            <a:extLst>
              <a:ext uri="{FF2B5EF4-FFF2-40B4-BE49-F238E27FC236}">
                <a16:creationId xmlns:a16="http://schemas.microsoft.com/office/drawing/2014/main" id="{80BF2A59-93CD-431D-B6BF-85841BA5C6F1}"/>
              </a:ext>
            </a:extLst>
          </p:cNvPr>
          <p:cNvSpPr>
            <a:spLocks noGrp="1"/>
          </p:cNvSpPr>
          <p:nvPr/>
        </p:nvSpPr>
        <p:spPr>
          <a:xfrm>
            <a:off x="294008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0" name="Stage1_sixpanel_5481">
            <a:extLst>
              <a:ext uri="{FF2B5EF4-FFF2-40B4-BE49-F238E27FC236}">
                <a16:creationId xmlns:a16="http://schemas.microsoft.com/office/drawing/2014/main" id="{0C6BEDEB-E3D0-4C53-90EC-FEF8B4E99AEF}"/>
              </a:ext>
            </a:extLst>
          </p:cNvPr>
          <p:cNvSpPr>
            <a:spLocks noGrp="1"/>
          </p:cNvSpPr>
          <p:nvPr/>
        </p:nvSpPr>
        <p:spPr>
          <a:xfrm>
            <a:off x="3004113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1" name="Stage1_sixpanel_5482">
            <a:extLst>
              <a:ext uri="{FF2B5EF4-FFF2-40B4-BE49-F238E27FC236}">
                <a16:creationId xmlns:a16="http://schemas.microsoft.com/office/drawing/2014/main" id="{72970F5B-D81B-424E-9DB5-A46D68D7D2D9}"/>
              </a:ext>
            </a:extLst>
          </p:cNvPr>
          <p:cNvSpPr>
            <a:spLocks noGrp="1"/>
          </p:cNvSpPr>
          <p:nvPr/>
        </p:nvSpPr>
        <p:spPr>
          <a:xfrm>
            <a:off x="2922793" y="131500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2" name="Stage1_sixpanel_5483">
            <a:extLst>
              <a:ext uri="{FF2B5EF4-FFF2-40B4-BE49-F238E27FC236}">
                <a16:creationId xmlns:a16="http://schemas.microsoft.com/office/drawing/2014/main" id="{AB34F3C1-5166-449D-B8E1-858CF0B48699}"/>
              </a:ext>
            </a:extLst>
          </p:cNvPr>
          <p:cNvSpPr>
            <a:spLocks noGrp="1"/>
          </p:cNvSpPr>
          <p:nvPr/>
        </p:nvSpPr>
        <p:spPr>
          <a:xfrm>
            <a:off x="2999528" y="16188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3" name="Stage1_sixpanel_5484">
            <a:extLst>
              <a:ext uri="{FF2B5EF4-FFF2-40B4-BE49-F238E27FC236}">
                <a16:creationId xmlns:a16="http://schemas.microsoft.com/office/drawing/2014/main" id="{2F949B41-0AC9-46DB-AFB6-99B717949975}"/>
              </a:ext>
            </a:extLst>
          </p:cNvPr>
          <p:cNvSpPr>
            <a:spLocks noGrp="1"/>
          </p:cNvSpPr>
          <p:nvPr/>
        </p:nvSpPr>
        <p:spPr>
          <a:xfrm>
            <a:off x="2993674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4" name="Stage1_sixpanel_5485">
            <a:extLst>
              <a:ext uri="{FF2B5EF4-FFF2-40B4-BE49-F238E27FC236}">
                <a16:creationId xmlns:a16="http://schemas.microsoft.com/office/drawing/2014/main" id="{E973BD2C-DD4B-4DDF-9A8A-7813064BD493}"/>
              </a:ext>
            </a:extLst>
          </p:cNvPr>
          <p:cNvSpPr>
            <a:spLocks noGrp="1"/>
          </p:cNvSpPr>
          <p:nvPr/>
        </p:nvSpPr>
        <p:spPr>
          <a:xfrm>
            <a:off x="2895650" y="18384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5" name="Stage1_sixpanel_5486">
            <a:extLst>
              <a:ext uri="{FF2B5EF4-FFF2-40B4-BE49-F238E27FC236}">
                <a16:creationId xmlns:a16="http://schemas.microsoft.com/office/drawing/2014/main" id="{A25B4DE0-E66C-4EAC-9431-E63E82D1ABC3}"/>
              </a:ext>
            </a:extLst>
          </p:cNvPr>
          <p:cNvSpPr>
            <a:spLocks noGrp="1"/>
          </p:cNvSpPr>
          <p:nvPr/>
        </p:nvSpPr>
        <p:spPr>
          <a:xfrm>
            <a:off x="2888352" y="158869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6" name="Stage1_sixpanel_5487">
            <a:extLst>
              <a:ext uri="{FF2B5EF4-FFF2-40B4-BE49-F238E27FC236}">
                <a16:creationId xmlns:a16="http://schemas.microsoft.com/office/drawing/2014/main" id="{3FAC8C4C-6D9B-4B5E-BB2F-57A9DB4F93BF}"/>
              </a:ext>
            </a:extLst>
          </p:cNvPr>
          <p:cNvSpPr>
            <a:spLocks noGrp="1"/>
          </p:cNvSpPr>
          <p:nvPr/>
        </p:nvSpPr>
        <p:spPr>
          <a:xfrm>
            <a:off x="296499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7" name="Stage1_sixpanel_5488">
            <a:extLst>
              <a:ext uri="{FF2B5EF4-FFF2-40B4-BE49-F238E27FC236}">
                <a16:creationId xmlns:a16="http://schemas.microsoft.com/office/drawing/2014/main" id="{F36D58AB-87E4-49C5-80B1-7FBF195DB5A2}"/>
              </a:ext>
            </a:extLst>
          </p:cNvPr>
          <p:cNvSpPr>
            <a:spLocks noGrp="1"/>
          </p:cNvSpPr>
          <p:nvPr/>
        </p:nvSpPr>
        <p:spPr>
          <a:xfrm>
            <a:off x="293670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8" name="Stage1_sixpanel_5489">
            <a:extLst>
              <a:ext uri="{FF2B5EF4-FFF2-40B4-BE49-F238E27FC236}">
                <a16:creationId xmlns:a16="http://schemas.microsoft.com/office/drawing/2014/main" id="{5FB64D11-42FE-46CD-B03E-7FF313F27079}"/>
              </a:ext>
            </a:extLst>
          </p:cNvPr>
          <p:cNvSpPr>
            <a:spLocks noGrp="1"/>
          </p:cNvSpPr>
          <p:nvPr/>
        </p:nvSpPr>
        <p:spPr>
          <a:xfrm>
            <a:off x="286008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9" name="Stage1_sixpanel_5490">
            <a:extLst>
              <a:ext uri="{FF2B5EF4-FFF2-40B4-BE49-F238E27FC236}">
                <a16:creationId xmlns:a16="http://schemas.microsoft.com/office/drawing/2014/main" id="{ED2D928D-25D3-4494-AF1E-FD6EF11F4A39}"/>
              </a:ext>
            </a:extLst>
          </p:cNvPr>
          <p:cNvSpPr>
            <a:spLocks noGrp="1"/>
          </p:cNvSpPr>
          <p:nvPr/>
        </p:nvSpPr>
        <p:spPr>
          <a:xfrm>
            <a:off x="2928025" y="151927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0" name="Stage1_sixpanel_5491">
            <a:extLst>
              <a:ext uri="{FF2B5EF4-FFF2-40B4-BE49-F238E27FC236}">
                <a16:creationId xmlns:a16="http://schemas.microsoft.com/office/drawing/2014/main" id="{F9B429E4-5A8E-401C-B34C-04394198199E}"/>
              </a:ext>
            </a:extLst>
          </p:cNvPr>
          <p:cNvSpPr>
            <a:spLocks noGrp="1"/>
          </p:cNvSpPr>
          <p:nvPr/>
        </p:nvSpPr>
        <p:spPr>
          <a:xfrm>
            <a:off x="2987075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1" name="Stage1_sixpanel_5492">
            <a:extLst>
              <a:ext uri="{FF2B5EF4-FFF2-40B4-BE49-F238E27FC236}">
                <a16:creationId xmlns:a16="http://schemas.microsoft.com/office/drawing/2014/main" id="{CDF96435-FBAE-4BDA-A9E7-0CC6F948772A}"/>
              </a:ext>
            </a:extLst>
          </p:cNvPr>
          <p:cNvSpPr>
            <a:spLocks noGrp="1"/>
          </p:cNvSpPr>
          <p:nvPr/>
        </p:nvSpPr>
        <p:spPr>
          <a:xfrm>
            <a:off x="2940716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2" name="Stage1_sixpanel_5493">
            <a:extLst>
              <a:ext uri="{FF2B5EF4-FFF2-40B4-BE49-F238E27FC236}">
                <a16:creationId xmlns:a16="http://schemas.microsoft.com/office/drawing/2014/main" id="{5C660F13-E37F-4709-89B7-D265F8138851}"/>
              </a:ext>
            </a:extLst>
          </p:cNvPr>
          <p:cNvSpPr>
            <a:spLocks noGrp="1"/>
          </p:cNvSpPr>
          <p:nvPr/>
        </p:nvSpPr>
        <p:spPr>
          <a:xfrm>
            <a:off x="2920849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3" name="Stage1_sixpanel_5494">
            <a:extLst>
              <a:ext uri="{FF2B5EF4-FFF2-40B4-BE49-F238E27FC236}">
                <a16:creationId xmlns:a16="http://schemas.microsoft.com/office/drawing/2014/main" id="{FCAFCDE2-5F54-4BC0-95EE-D8F4DE868D91}"/>
              </a:ext>
            </a:extLst>
          </p:cNvPr>
          <p:cNvSpPr>
            <a:spLocks noGrp="1"/>
          </p:cNvSpPr>
          <p:nvPr/>
        </p:nvSpPr>
        <p:spPr>
          <a:xfrm>
            <a:off x="2868546" y="16350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4" name="Stage1_sixpanel_5495">
            <a:extLst>
              <a:ext uri="{FF2B5EF4-FFF2-40B4-BE49-F238E27FC236}">
                <a16:creationId xmlns:a16="http://schemas.microsoft.com/office/drawing/2014/main" id="{DFDCF8D1-7934-4BC3-89C1-5A37215F2F40}"/>
              </a:ext>
            </a:extLst>
          </p:cNvPr>
          <p:cNvSpPr>
            <a:spLocks noGrp="1"/>
          </p:cNvSpPr>
          <p:nvPr/>
        </p:nvSpPr>
        <p:spPr>
          <a:xfrm>
            <a:off x="288364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5" name="Stage1_sixpanel_5496">
            <a:extLst>
              <a:ext uri="{FF2B5EF4-FFF2-40B4-BE49-F238E27FC236}">
                <a16:creationId xmlns:a16="http://schemas.microsoft.com/office/drawing/2014/main" id="{36C5566D-ED10-4964-B660-C40392D342C3}"/>
              </a:ext>
            </a:extLst>
          </p:cNvPr>
          <p:cNvSpPr>
            <a:spLocks noGrp="1"/>
          </p:cNvSpPr>
          <p:nvPr/>
        </p:nvSpPr>
        <p:spPr>
          <a:xfrm>
            <a:off x="299608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6" name="Stage1_sixpanel_5497">
            <a:extLst>
              <a:ext uri="{FF2B5EF4-FFF2-40B4-BE49-F238E27FC236}">
                <a16:creationId xmlns:a16="http://schemas.microsoft.com/office/drawing/2014/main" id="{E033CDE0-0F11-48F7-924B-B9E34E86D62E}"/>
              </a:ext>
            </a:extLst>
          </p:cNvPr>
          <p:cNvSpPr>
            <a:spLocks noGrp="1"/>
          </p:cNvSpPr>
          <p:nvPr/>
        </p:nvSpPr>
        <p:spPr>
          <a:xfrm>
            <a:off x="3011713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" name="Stage1_sixpanel_5498">
            <a:extLst>
              <a:ext uri="{FF2B5EF4-FFF2-40B4-BE49-F238E27FC236}">
                <a16:creationId xmlns:a16="http://schemas.microsoft.com/office/drawing/2014/main" id="{CB0E4428-8F0A-438B-B5ED-F67516FEDEAE}"/>
              </a:ext>
            </a:extLst>
          </p:cNvPr>
          <p:cNvSpPr>
            <a:spLocks noGrp="1"/>
          </p:cNvSpPr>
          <p:nvPr/>
        </p:nvSpPr>
        <p:spPr>
          <a:xfrm>
            <a:off x="300997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" name="Stage1_sixpanel_5499">
            <a:extLst>
              <a:ext uri="{FF2B5EF4-FFF2-40B4-BE49-F238E27FC236}">
                <a16:creationId xmlns:a16="http://schemas.microsoft.com/office/drawing/2014/main" id="{733BE72C-8050-4469-8AD8-38141901FA2A}"/>
              </a:ext>
            </a:extLst>
          </p:cNvPr>
          <p:cNvSpPr>
            <a:spLocks noGrp="1"/>
          </p:cNvSpPr>
          <p:nvPr/>
        </p:nvSpPr>
        <p:spPr>
          <a:xfrm>
            <a:off x="2893578" y="177453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" name="Stage1_sixpanel_5500">
            <a:extLst>
              <a:ext uri="{FF2B5EF4-FFF2-40B4-BE49-F238E27FC236}">
                <a16:creationId xmlns:a16="http://schemas.microsoft.com/office/drawing/2014/main" id="{C12FAB8C-EA97-4AE5-B4C5-C0D321FC62DE}"/>
              </a:ext>
            </a:extLst>
          </p:cNvPr>
          <p:cNvSpPr>
            <a:spLocks noGrp="1"/>
          </p:cNvSpPr>
          <p:nvPr/>
        </p:nvSpPr>
        <p:spPr>
          <a:xfrm>
            <a:off x="292544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" name="Stage1_sixpanel_5501">
            <a:extLst>
              <a:ext uri="{FF2B5EF4-FFF2-40B4-BE49-F238E27FC236}">
                <a16:creationId xmlns:a16="http://schemas.microsoft.com/office/drawing/2014/main" id="{527DF835-0F49-42FE-975F-E86D0CB8E221}"/>
              </a:ext>
            </a:extLst>
          </p:cNvPr>
          <p:cNvSpPr>
            <a:spLocks noGrp="1"/>
          </p:cNvSpPr>
          <p:nvPr/>
        </p:nvSpPr>
        <p:spPr>
          <a:xfrm>
            <a:off x="2961598" y="23413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" name="Stage1_sixpanel_5502">
            <a:extLst>
              <a:ext uri="{FF2B5EF4-FFF2-40B4-BE49-F238E27FC236}">
                <a16:creationId xmlns:a16="http://schemas.microsoft.com/office/drawing/2014/main" id="{D4A2B4B9-2872-4ED6-81D1-4225E39C67D9}"/>
              </a:ext>
            </a:extLst>
          </p:cNvPr>
          <p:cNvSpPr>
            <a:spLocks noGrp="1"/>
          </p:cNvSpPr>
          <p:nvPr/>
        </p:nvSpPr>
        <p:spPr>
          <a:xfrm>
            <a:off x="301712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" name="Stage1_sixpanel_5503">
            <a:extLst>
              <a:ext uri="{FF2B5EF4-FFF2-40B4-BE49-F238E27FC236}">
                <a16:creationId xmlns:a16="http://schemas.microsoft.com/office/drawing/2014/main" id="{401BBDA3-DD71-4A9C-9FB4-B1BB3B5BFFB1}"/>
              </a:ext>
            </a:extLst>
          </p:cNvPr>
          <p:cNvSpPr>
            <a:spLocks noGrp="1"/>
          </p:cNvSpPr>
          <p:nvPr/>
        </p:nvSpPr>
        <p:spPr>
          <a:xfrm>
            <a:off x="291810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" name="Stage1_sixpanel_5504">
            <a:extLst>
              <a:ext uri="{FF2B5EF4-FFF2-40B4-BE49-F238E27FC236}">
                <a16:creationId xmlns:a16="http://schemas.microsoft.com/office/drawing/2014/main" id="{C99D22F8-7D72-4692-BD1D-F79016B055A6}"/>
              </a:ext>
            </a:extLst>
          </p:cNvPr>
          <p:cNvSpPr>
            <a:spLocks noGrp="1"/>
          </p:cNvSpPr>
          <p:nvPr/>
        </p:nvSpPr>
        <p:spPr>
          <a:xfrm>
            <a:off x="301157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" name="Stage1_sixpanel_5505">
            <a:extLst>
              <a:ext uri="{FF2B5EF4-FFF2-40B4-BE49-F238E27FC236}">
                <a16:creationId xmlns:a16="http://schemas.microsoft.com/office/drawing/2014/main" id="{6D121736-EF8C-4385-BA95-7198911FD416}"/>
              </a:ext>
            </a:extLst>
          </p:cNvPr>
          <p:cNvSpPr>
            <a:spLocks noGrp="1"/>
          </p:cNvSpPr>
          <p:nvPr/>
        </p:nvSpPr>
        <p:spPr>
          <a:xfrm>
            <a:off x="2926598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" name="Stage1_sixpanel_5506">
            <a:extLst>
              <a:ext uri="{FF2B5EF4-FFF2-40B4-BE49-F238E27FC236}">
                <a16:creationId xmlns:a16="http://schemas.microsoft.com/office/drawing/2014/main" id="{A4386D2A-EF56-4331-9192-B1B7B0D6B7E8}"/>
              </a:ext>
            </a:extLst>
          </p:cNvPr>
          <p:cNvSpPr>
            <a:spLocks noGrp="1"/>
          </p:cNvSpPr>
          <p:nvPr/>
        </p:nvSpPr>
        <p:spPr>
          <a:xfrm>
            <a:off x="289266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" name="Stage1_sixpanel_5507">
            <a:extLst>
              <a:ext uri="{FF2B5EF4-FFF2-40B4-BE49-F238E27FC236}">
                <a16:creationId xmlns:a16="http://schemas.microsoft.com/office/drawing/2014/main" id="{B8BA7495-C562-454C-B7D7-2ABE1D32D355}"/>
              </a:ext>
            </a:extLst>
          </p:cNvPr>
          <p:cNvSpPr>
            <a:spLocks noGrp="1"/>
          </p:cNvSpPr>
          <p:nvPr/>
        </p:nvSpPr>
        <p:spPr>
          <a:xfrm>
            <a:off x="2915500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" name="Stage1_sixpanel_5508">
            <a:extLst>
              <a:ext uri="{FF2B5EF4-FFF2-40B4-BE49-F238E27FC236}">
                <a16:creationId xmlns:a16="http://schemas.microsoft.com/office/drawing/2014/main" id="{13BCF080-0DC7-4F24-BFDF-B1DBA3221EAF}"/>
              </a:ext>
            </a:extLst>
          </p:cNvPr>
          <p:cNvSpPr>
            <a:spLocks noGrp="1"/>
          </p:cNvSpPr>
          <p:nvPr/>
        </p:nvSpPr>
        <p:spPr>
          <a:xfrm>
            <a:off x="2894853" y="25209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" name="Stage1_sixpanel_5509">
            <a:extLst>
              <a:ext uri="{FF2B5EF4-FFF2-40B4-BE49-F238E27FC236}">
                <a16:creationId xmlns:a16="http://schemas.microsoft.com/office/drawing/2014/main" id="{22EA5548-FDEF-4B8D-B74C-37239BF677F1}"/>
              </a:ext>
            </a:extLst>
          </p:cNvPr>
          <p:cNvSpPr>
            <a:spLocks noGrp="1"/>
          </p:cNvSpPr>
          <p:nvPr/>
        </p:nvSpPr>
        <p:spPr>
          <a:xfrm>
            <a:off x="2927097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" name="Stage1_sixpanel_5510">
            <a:extLst>
              <a:ext uri="{FF2B5EF4-FFF2-40B4-BE49-F238E27FC236}">
                <a16:creationId xmlns:a16="http://schemas.microsoft.com/office/drawing/2014/main" id="{CF1974B2-0814-4E08-BD0B-48B537423B9E}"/>
              </a:ext>
            </a:extLst>
          </p:cNvPr>
          <p:cNvSpPr>
            <a:spLocks noGrp="1"/>
          </p:cNvSpPr>
          <p:nvPr/>
        </p:nvSpPr>
        <p:spPr>
          <a:xfrm>
            <a:off x="292385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" name="Stage1_sixpanel_5511">
            <a:extLst>
              <a:ext uri="{FF2B5EF4-FFF2-40B4-BE49-F238E27FC236}">
                <a16:creationId xmlns:a16="http://schemas.microsoft.com/office/drawing/2014/main" id="{1B998046-9EC1-4ABA-A4EE-747B5A90FDF9}"/>
              </a:ext>
            </a:extLst>
          </p:cNvPr>
          <p:cNvSpPr>
            <a:spLocks noGrp="1"/>
          </p:cNvSpPr>
          <p:nvPr/>
        </p:nvSpPr>
        <p:spPr>
          <a:xfrm>
            <a:off x="2945492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" name="Stage1_sixpanel_5512">
            <a:extLst>
              <a:ext uri="{FF2B5EF4-FFF2-40B4-BE49-F238E27FC236}">
                <a16:creationId xmlns:a16="http://schemas.microsoft.com/office/drawing/2014/main" id="{94C4D793-2762-4EEE-A64B-96042B6AE03B}"/>
              </a:ext>
            </a:extLst>
          </p:cNvPr>
          <p:cNvSpPr>
            <a:spLocks noGrp="1"/>
          </p:cNvSpPr>
          <p:nvPr/>
        </p:nvSpPr>
        <p:spPr>
          <a:xfrm>
            <a:off x="2958919" y="202477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" name="Stage1_sixpanel_5513">
            <a:extLst>
              <a:ext uri="{FF2B5EF4-FFF2-40B4-BE49-F238E27FC236}">
                <a16:creationId xmlns:a16="http://schemas.microsoft.com/office/drawing/2014/main" id="{0FF1B873-416A-4CDE-B5EF-EC30D4D8563E}"/>
              </a:ext>
            </a:extLst>
          </p:cNvPr>
          <p:cNvSpPr>
            <a:spLocks noGrp="1"/>
          </p:cNvSpPr>
          <p:nvPr/>
        </p:nvSpPr>
        <p:spPr>
          <a:xfrm>
            <a:off x="297739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" name="Stage1_sixpanel_5514">
            <a:extLst>
              <a:ext uri="{FF2B5EF4-FFF2-40B4-BE49-F238E27FC236}">
                <a16:creationId xmlns:a16="http://schemas.microsoft.com/office/drawing/2014/main" id="{049A0631-F0B0-43B2-B98D-830997C9EA3D}"/>
              </a:ext>
            </a:extLst>
          </p:cNvPr>
          <p:cNvSpPr>
            <a:spLocks noGrp="1"/>
          </p:cNvSpPr>
          <p:nvPr/>
        </p:nvSpPr>
        <p:spPr>
          <a:xfrm>
            <a:off x="2976798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" name="Stage1_sixpanel_5515">
            <a:extLst>
              <a:ext uri="{FF2B5EF4-FFF2-40B4-BE49-F238E27FC236}">
                <a16:creationId xmlns:a16="http://schemas.microsoft.com/office/drawing/2014/main" id="{795BE436-DA96-422A-B6CF-94F4C262B71F}"/>
              </a:ext>
            </a:extLst>
          </p:cNvPr>
          <p:cNvSpPr>
            <a:spLocks noGrp="1"/>
          </p:cNvSpPr>
          <p:nvPr/>
        </p:nvSpPr>
        <p:spPr>
          <a:xfrm>
            <a:off x="2886337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" name="Stage1_sixpanel_5516">
            <a:extLst>
              <a:ext uri="{FF2B5EF4-FFF2-40B4-BE49-F238E27FC236}">
                <a16:creationId xmlns:a16="http://schemas.microsoft.com/office/drawing/2014/main" id="{37648034-9EB4-41FF-B59D-0B29DAF11D17}"/>
              </a:ext>
            </a:extLst>
          </p:cNvPr>
          <p:cNvSpPr>
            <a:spLocks noGrp="1"/>
          </p:cNvSpPr>
          <p:nvPr/>
        </p:nvSpPr>
        <p:spPr>
          <a:xfrm>
            <a:off x="2991622" y="259595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" name="Stage1_sixpanel_5517">
            <a:extLst>
              <a:ext uri="{FF2B5EF4-FFF2-40B4-BE49-F238E27FC236}">
                <a16:creationId xmlns:a16="http://schemas.microsoft.com/office/drawing/2014/main" id="{1F51C4D4-0844-4457-9F41-EB476D19108C}"/>
              </a:ext>
            </a:extLst>
          </p:cNvPr>
          <p:cNvSpPr>
            <a:spLocks noGrp="1"/>
          </p:cNvSpPr>
          <p:nvPr/>
        </p:nvSpPr>
        <p:spPr>
          <a:xfrm>
            <a:off x="2906523" y="17578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" name="Stage1_sixpanel_5518">
            <a:extLst>
              <a:ext uri="{FF2B5EF4-FFF2-40B4-BE49-F238E27FC236}">
                <a16:creationId xmlns:a16="http://schemas.microsoft.com/office/drawing/2014/main" id="{40D328D3-1972-4E1F-9F75-67D54E48B8AD}"/>
              </a:ext>
            </a:extLst>
          </p:cNvPr>
          <p:cNvSpPr>
            <a:spLocks noGrp="1"/>
          </p:cNvSpPr>
          <p:nvPr/>
        </p:nvSpPr>
        <p:spPr>
          <a:xfrm>
            <a:off x="2851999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" name="Stage1_sixpanel_5519">
            <a:extLst>
              <a:ext uri="{FF2B5EF4-FFF2-40B4-BE49-F238E27FC236}">
                <a16:creationId xmlns:a16="http://schemas.microsoft.com/office/drawing/2014/main" id="{06B0EBDC-58DC-49F6-A937-89221B02F2BB}"/>
              </a:ext>
            </a:extLst>
          </p:cNvPr>
          <p:cNvSpPr>
            <a:spLocks noGrp="1"/>
          </p:cNvSpPr>
          <p:nvPr/>
        </p:nvSpPr>
        <p:spPr>
          <a:xfrm>
            <a:off x="300064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" name="Stage1_sixpanel_5520">
            <a:extLst>
              <a:ext uri="{FF2B5EF4-FFF2-40B4-BE49-F238E27FC236}">
                <a16:creationId xmlns:a16="http://schemas.microsoft.com/office/drawing/2014/main" id="{0D979351-AE70-4824-B2C7-0E3F9C044771}"/>
              </a:ext>
            </a:extLst>
          </p:cNvPr>
          <p:cNvSpPr>
            <a:spLocks noGrp="1"/>
          </p:cNvSpPr>
          <p:nvPr/>
        </p:nvSpPr>
        <p:spPr>
          <a:xfrm>
            <a:off x="2913934" y="22333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" name="Stage1_sixpanel_5521">
            <a:extLst>
              <a:ext uri="{FF2B5EF4-FFF2-40B4-BE49-F238E27FC236}">
                <a16:creationId xmlns:a16="http://schemas.microsoft.com/office/drawing/2014/main" id="{4B0A0F14-48CB-4ECD-B1EB-971C4886FD8C}"/>
              </a:ext>
            </a:extLst>
          </p:cNvPr>
          <p:cNvSpPr>
            <a:spLocks noGrp="1"/>
          </p:cNvSpPr>
          <p:nvPr/>
        </p:nvSpPr>
        <p:spPr>
          <a:xfrm>
            <a:off x="2925293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" name="Stage1_sixpanel_5522">
            <a:extLst>
              <a:ext uri="{FF2B5EF4-FFF2-40B4-BE49-F238E27FC236}">
                <a16:creationId xmlns:a16="http://schemas.microsoft.com/office/drawing/2014/main" id="{52A36566-408F-4A85-B953-313135DFCB37}"/>
              </a:ext>
            </a:extLst>
          </p:cNvPr>
          <p:cNvSpPr>
            <a:spLocks noGrp="1"/>
          </p:cNvSpPr>
          <p:nvPr/>
        </p:nvSpPr>
        <p:spPr>
          <a:xfrm>
            <a:off x="2919818" y="215435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" name="Stage1_sixpanel_5523">
            <a:extLst>
              <a:ext uri="{FF2B5EF4-FFF2-40B4-BE49-F238E27FC236}">
                <a16:creationId xmlns:a16="http://schemas.microsoft.com/office/drawing/2014/main" id="{9C987A27-6B80-4F72-897D-1C747D03E763}"/>
              </a:ext>
            </a:extLst>
          </p:cNvPr>
          <p:cNvSpPr>
            <a:spLocks noGrp="1"/>
          </p:cNvSpPr>
          <p:nvPr/>
        </p:nvSpPr>
        <p:spPr>
          <a:xfrm>
            <a:off x="2864527" y="216858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" name="Stage1_sixpanel_5524">
            <a:extLst>
              <a:ext uri="{FF2B5EF4-FFF2-40B4-BE49-F238E27FC236}">
                <a16:creationId xmlns:a16="http://schemas.microsoft.com/office/drawing/2014/main" id="{9D7BBC3B-AAA9-4F90-8B69-E2AE6B20B926}"/>
              </a:ext>
            </a:extLst>
          </p:cNvPr>
          <p:cNvSpPr>
            <a:spLocks noGrp="1"/>
          </p:cNvSpPr>
          <p:nvPr/>
        </p:nvSpPr>
        <p:spPr>
          <a:xfrm>
            <a:off x="2923778" y="17969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" name="Stage1_sixpanel_5525">
            <a:extLst>
              <a:ext uri="{FF2B5EF4-FFF2-40B4-BE49-F238E27FC236}">
                <a16:creationId xmlns:a16="http://schemas.microsoft.com/office/drawing/2014/main" id="{06862269-AEA7-48B0-AA65-BD68CA2C30B7}"/>
              </a:ext>
            </a:extLst>
          </p:cNvPr>
          <p:cNvSpPr>
            <a:spLocks noGrp="1"/>
          </p:cNvSpPr>
          <p:nvPr/>
        </p:nvSpPr>
        <p:spPr>
          <a:xfrm>
            <a:off x="298561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" name="Stage1_sixpanel_5526">
            <a:extLst>
              <a:ext uri="{FF2B5EF4-FFF2-40B4-BE49-F238E27FC236}">
                <a16:creationId xmlns:a16="http://schemas.microsoft.com/office/drawing/2014/main" id="{95A5E6CB-4190-49BC-858D-EAB0F1226913}"/>
              </a:ext>
            </a:extLst>
          </p:cNvPr>
          <p:cNvSpPr>
            <a:spLocks noGrp="1"/>
          </p:cNvSpPr>
          <p:nvPr/>
        </p:nvSpPr>
        <p:spPr>
          <a:xfrm>
            <a:off x="3006776" y="11841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" name="Stage1_sixpanel_5527">
            <a:extLst>
              <a:ext uri="{FF2B5EF4-FFF2-40B4-BE49-F238E27FC236}">
                <a16:creationId xmlns:a16="http://schemas.microsoft.com/office/drawing/2014/main" id="{7F1FB6C9-AB02-4A5C-B41B-56A6BA31CD53}"/>
              </a:ext>
            </a:extLst>
          </p:cNvPr>
          <p:cNvSpPr>
            <a:spLocks noGrp="1"/>
          </p:cNvSpPr>
          <p:nvPr/>
        </p:nvSpPr>
        <p:spPr>
          <a:xfrm>
            <a:off x="284838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" name="Stage1_sixpanel_5528">
            <a:extLst>
              <a:ext uri="{FF2B5EF4-FFF2-40B4-BE49-F238E27FC236}">
                <a16:creationId xmlns:a16="http://schemas.microsoft.com/office/drawing/2014/main" id="{4320876F-CA2C-447D-AAB0-81E015E8D94A}"/>
              </a:ext>
            </a:extLst>
          </p:cNvPr>
          <p:cNvSpPr>
            <a:spLocks noGrp="1"/>
          </p:cNvSpPr>
          <p:nvPr/>
        </p:nvSpPr>
        <p:spPr>
          <a:xfrm>
            <a:off x="2857808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" name="Stage1_sixpanel_5529">
            <a:extLst>
              <a:ext uri="{FF2B5EF4-FFF2-40B4-BE49-F238E27FC236}">
                <a16:creationId xmlns:a16="http://schemas.microsoft.com/office/drawing/2014/main" id="{0282F908-8A30-4DCB-A572-787748B3A2C4}"/>
              </a:ext>
            </a:extLst>
          </p:cNvPr>
          <p:cNvSpPr>
            <a:spLocks noGrp="1"/>
          </p:cNvSpPr>
          <p:nvPr/>
        </p:nvSpPr>
        <p:spPr>
          <a:xfrm>
            <a:off x="285757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" name="Stage1_sixpanel_5530">
            <a:extLst>
              <a:ext uri="{FF2B5EF4-FFF2-40B4-BE49-F238E27FC236}">
                <a16:creationId xmlns:a16="http://schemas.microsoft.com/office/drawing/2014/main" id="{739849EA-6C21-4092-B6CD-8FE3B7C3B5F0}"/>
              </a:ext>
            </a:extLst>
          </p:cNvPr>
          <p:cNvSpPr>
            <a:spLocks noGrp="1"/>
          </p:cNvSpPr>
          <p:nvPr/>
        </p:nvSpPr>
        <p:spPr>
          <a:xfrm>
            <a:off x="2853069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" name="Stage1_sixpanel_5531">
            <a:extLst>
              <a:ext uri="{FF2B5EF4-FFF2-40B4-BE49-F238E27FC236}">
                <a16:creationId xmlns:a16="http://schemas.microsoft.com/office/drawing/2014/main" id="{6BEA2DD9-AA33-4DDC-8617-C6A656076699}"/>
              </a:ext>
            </a:extLst>
          </p:cNvPr>
          <p:cNvSpPr>
            <a:spLocks noGrp="1"/>
          </p:cNvSpPr>
          <p:nvPr/>
        </p:nvSpPr>
        <p:spPr>
          <a:xfrm>
            <a:off x="3017056" y="152699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" name="Stage1_sixpanel_5532">
            <a:extLst>
              <a:ext uri="{FF2B5EF4-FFF2-40B4-BE49-F238E27FC236}">
                <a16:creationId xmlns:a16="http://schemas.microsoft.com/office/drawing/2014/main" id="{3A6D258E-C67A-4362-A9C1-12A637A06BFF}"/>
              </a:ext>
            </a:extLst>
          </p:cNvPr>
          <p:cNvSpPr>
            <a:spLocks noGrp="1"/>
          </p:cNvSpPr>
          <p:nvPr/>
        </p:nvSpPr>
        <p:spPr>
          <a:xfrm>
            <a:off x="2930895" y="23359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" name="Stage1_sixpanel_5533">
            <a:extLst>
              <a:ext uri="{FF2B5EF4-FFF2-40B4-BE49-F238E27FC236}">
                <a16:creationId xmlns:a16="http://schemas.microsoft.com/office/drawing/2014/main" id="{FD1E2EF7-7824-4112-A721-3E2EE85D02DC}"/>
              </a:ext>
            </a:extLst>
          </p:cNvPr>
          <p:cNvSpPr>
            <a:spLocks noGrp="1"/>
          </p:cNvSpPr>
          <p:nvPr/>
        </p:nvSpPr>
        <p:spPr>
          <a:xfrm>
            <a:off x="2918584" y="169915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" name="Stage1_sixpanel_5534">
            <a:extLst>
              <a:ext uri="{FF2B5EF4-FFF2-40B4-BE49-F238E27FC236}">
                <a16:creationId xmlns:a16="http://schemas.microsoft.com/office/drawing/2014/main" id="{1B6BB70F-902B-4CD6-BB11-85A1081D71B8}"/>
              </a:ext>
            </a:extLst>
          </p:cNvPr>
          <p:cNvSpPr>
            <a:spLocks noGrp="1"/>
          </p:cNvSpPr>
          <p:nvPr/>
        </p:nvSpPr>
        <p:spPr>
          <a:xfrm>
            <a:off x="294254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" name="Stage1_sixpanel_5535">
            <a:extLst>
              <a:ext uri="{FF2B5EF4-FFF2-40B4-BE49-F238E27FC236}">
                <a16:creationId xmlns:a16="http://schemas.microsoft.com/office/drawing/2014/main" id="{E27FA7EA-D632-4049-9C35-D0ACC3C91742}"/>
              </a:ext>
            </a:extLst>
          </p:cNvPr>
          <p:cNvSpPr>
            <a:spLocks noGrp="1"/>
          </p:cNvSpPr>
          <p:nvPr/>
        </p:nvSpPr>
        <p:spPr>
          <a:xfrm>
            <a:off x="2985613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" name="Stage1_sixpanel_5536">
            <a:extLst>
              <a:ext uri="{FF2B5EF4-FFF2-40B4-BE49-F238E27FC236}">
                <a16:creationId xmlns:a16="http://schemas.microsoft.com/office/drawing/2014/main" id="{40ACA227-896B-4777-AD61-A13FEC9B1D58}"/>
              </a:ext>
            </a:extLst>
          </p:cNvPr>
          <p:cNvSpPr>
            <a:spLocks noGrp="1"/>
          </p:cNvSpPr>
          <p:nvPr/>
        </p:nvSpPr>
        <p:spPr>
          <a:xfrm>
            <a:off x="290536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" name="Stage1_sixpanel_5537">
            <a:extLst>
              <a:ext uri="{FF2B5EF4-FFF2-40B4-BE49-F238E27FC236}">
                <a16:creationId xmlns:a16="http://schemas.microsoft.com/office/drawing/2014/main" id="{7A718A36-0DB8-4251-B266-DD9D954B758E}"/>
              </a:ext>
            </a:extLst>
          </p:cNvPr>
          <p:cNvSpPr>
            <a:spLocks noGrp="1"/>
          </p:cNvSpPr>
          <p:nvPr/>
        </p:nvSpPr>
        <p:spPr>
          <a:xfrm>
            <a:off x="2990542" y="226523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" name="Stage1_sixpanel_5538">
            <a:extLst>
              <a:ext uri="{FF2B5EF4-FFF2-40B4-BE49-F238E27FC236}">
                <a16:creationId xmlns:a16="http://schemas.microsoft.com/office/drawing/2014/main" id="{196AE296-9A2F-4A3E-99D7-06ED25D8F1FC}"/>
              </a:ext>
            </a:extLst>
          </p:cNvPr>
          <p:cNvSpPr>
            <a:spLocks noGrp="1"/>
          </p:cNvSpPr>
          <p:nvPr/>
        </p:nvSpPr>
        <p:spPr>
          <a:xfrm>
            <a:off x="3000759" y="17578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" name="Stage1_sixpanel_5539">
            <a:extLst>
              <a:ext uri="{FF2B5EF4-FFF2-40B4-BE49-F238E27FC236}">
                <a16:creationId xmlns:a16="http://schemas.microsoft.com/office/drawing/2014/main" id="{F6ACEFCC-DB3F-42FF-992E-065BA52D36CD}"/>
              </a:ext>
            </a:extLst>
          </p:cNvPr>
          <p:cNvSpPr>
            <a:spLocks noGrp="1"/>
          </p:cNvSpPr>
          <p:nvPr/>
        </p:nvSpPr>
        <p:spPr>
          <a:xfrm>
            <a:off x="292290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" name="Stage1_sixpanel_5540">
            <a:extLst>
              <a:ext uri="{FF2B5EF4-FFF2-40B4-BE49-F238E27FC236}">
                <a16:creationId xmlns:a16="http://schemas.microsoft.com/office/drawing/2014/main" id="{28BFB8D8-68A2-44CD-83E7-4C4C4A54391C}"/>
              </a:ext>
            </a:extLst>
          </p:cNvPr>
          <p:cNvSpPr>
            <a:spLocks noGrp="1"/>
          </p:cNvSpPr>
          <p:nvPr/>
        </p:nvSpPr>
        <p:spPr>
          <a:xfrm>
            <a:off x="2960264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" name="Stage1_sixpanel_5541">
            <a:extLst>
              <a:ext uri="{FF2B5EF4-FFF2-40B4-BE49-F238E27FC236}">
                <a16:creationId xmlns:a16="http://schemas.microsoft.com/office/drawing/2014/main" id="{ED2F3A4C-63BC-4756-B3D1-0930EBE72C5A}"/>
              </a:ext>
            </a:extLst>
          </p:cNvPr>
          <p:cNvSpPr>
            <a:spLocks noGrp="1"/>
          </p:cNvSpPr>
          <p:nvPr/>
        </p:nvSpPr>
        <p:spPr>
          <a:xfrm>
            <a:off x="292485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" name="Stage1_sixpanel_5542">
            <a:extLst>
              <a:ext uri="{FF2B5EF4-FFF2-40B4-BE49-F238E27FC236}">
                <a16:creationId xmlns:a16="http://schemas.microsoft.com/office/drawing/2014/main" id="{D660A998-B814-427A-8198-BC5592DA7E8E}"/>
              </a:ext>
            </a:extLst>
          </p:cNvPr>
          <p:cNvSpPr>
            <a:spLocks noGrp="1"/>
          </p:cNvSpPr>
          <p:nvPr/>
        </p:nvSpPr>
        <p:spPr>
          <a:xfrm>
            <a:off x="290201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" name="Stage1_sixpanel_5543">
            <a:extLst>
              <a:ext uri="{FF2B5EF4-FFF2-40B4-BE49-F238E27FC236}">
                <a16:creationId xmlns:a16="http://schemas.microsoft.com/office/drawing/2014/main" id="{42A8DE6B-13AC-4623-8B8F-4B246B837915}"/>
              </a:ext>
            </a:extLst>
          </p:cNvPr>
          <p:cNvSpPr>
            <a:spLocks noGrp="1"/>
          </p:cNvSpPr>
          <p:nvPr/>
        </p:nvSpPr>
        <p:spPr>
          <a:xfrm>
            <a:off x="2909118" y="20080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" name="Stage1_sixpanel_5544">
            <a:extLst>
              <a:ext uri="{FF2B5EF4-FFF2-40B4-BE49-F238E27FC236}">
                <a16:creationId xmlns:a16="http://schemas.microsoft.com/office/drawing/2014/main" id="{DB8D3ECF-D93D-4CF0-99D3-AE815B687E10}"/>
              </a:ext>
            </a:extLst>
          </p:cNvPr>
          <p:cNvSpPr>
            <a:spLocks noGrp="1"/>
          </p:cNvSpPr>
          <p:nvPr/>
        </p:nvSpPr>
        <p:spPr>
          <a:xfrm>
            <a:off x="2937359" y="17810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" name="Stage1_sixpanel_5545">
            <a:extLst>
              <a:ext uri="{FF2B5EF4-FFF2-40B4-BE49-F238E27FC236}">
                <a16:creationId xmlns:a16="http://schemas.microsoft.com/office/drawing/2014/main" id="{C3FA673A-8791-4926-B638-C34E9D346C14}"/>
              </a:ext>
            </a:extLst>
          </p:cNvPr>
          <p:cNvSpPr>
            <a:spLocks noGrp="1"/>
          </p:cNvSpPr>
          <p:nvPr/>
        </p:nvSpPr>
        <p:spPr>
          <a:xfrm>
            <a:off x="293320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" name="Stage1_sixpanel_5546">
            <a:extLst>
              <a:ext uri="{FF2B5EF4-FFF2-40B4-BE49-F238E27FC236}">
                <a16:creationId xmlns:a16="http://schemas.microsoft.com/office/drawing/2014/main" id="{04266C1F-8025-4F2D-A9BA-ACB228EBDCF4}"/>
              </a:ext>
            </a:extLst>
          </p:cNvPr>
          <p:cNvSpPr>
            <a:spLocks noGrp="1"/>
          </p:cNvSpPr>
          <p:nvPr/>
        </p:nvSpPr>
        <p:spPr>
          <a:xfrm>
            <a:off x="2882731" y="15967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" name="Stage1_sixpanel_5547">
            <a:extLst>
              <a:ext uri="{FF2B5EF4-FFF2-40B4-BE49-F238E27FC236}">
                <a16:creationId xmlns:a16="http://schemas.microsoft.com/office/drawing/2014/main" id="{BE885F80-336A-4CC7-9943-D3A3205BB025}"/>
              </a:ext>
            </a:extLst>
          </p:cNvPr>
          <p:cNvSpPr>
            <a:spLocks noGrp="1"/>
          </p:cNvSpPr>
          <p:nvPr/>
        </p:nvSpPr>
        <p:spPr>
          <a:xfrm>
            <a:off x="2893486" y="173366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" name="Stage1_sixpanel_5548">
            <a:extLst>
              <a:ext uri="{FF2B5EF4-FFF2-40B4-BE49-F238E27FC236}">
                <a16:creationId xmlns:a16="http://schemas.microsoft.com/office/drawing/2014/main" id="{5CC03CC8-6332-498D-AA08-96E3E56A4167}"/>
              </a:ext>
            </a:extLst>
          </p:cNvPr>
          <p:cNvSpPr>
            <a:spLocks noGrp="1"/>
          </p:cNvSpPr>
          <p:nvPr/>
        </p:nvSpPr>
        <p:spPr>
          <a:xfrm>
            <a:off x="286176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" name="Stage1_sixpanel_5549">
            <a:extLst>
              <a:ext uri="{FF2B5EF4-FFF2-40B4-BE49-F238E27FC236}">
                <a16:creationId xmlns:a16="http://schemas.microsoft.com/office/drawing/2014/main" id="{722204E3-B6A7-4C1B-91CA-D318A325513A}"/>
              </a:ext>
            </a:extLst>
          </p:cNvPr>
          <p:cNvSpPr>
            <a:spLocks noGrp="1"/>
          </p:cNvSpPr>
          <p:nvPr/>
        </p:nvSpPr>
        <p:spPr>
          <a:xfrm>
            <a:off x="2966229" y="229454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" name="Stage1_sixpanel_5550">
            <a:extLst>
              <a:ext uri="{FF2B5EF4-FFF2-40B4-BE49-F238E27FC236}">
                <a16:creationId xmlns:a16="http://schemas.microsoft.com/office/drawing/2014/main" id="{D4B64C60-7BA0-4C65-BAC2-67C6FE096503}"/>
              </a:ext>
            </a:extLst>
          </p:cNvPr>
          <p:cNvSpPr>
            <a:spLocks noGrp="1"/>
          </p:cNvSpPr>
          <p:nvPr/>
        </p:nvSpPr>
        <p:spPr>
          <a:xfrm>
            <a:off x="2980794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" name="Stage1_sixpanel_5551">
            <a:extLst>
              <a:ext uri="{FF2B5EF4-FFF2-40B4-BE49-F238E27FC236}">
                <a16:creationId xmlns:a16="http://schemas.microsoft.com/office/drawing/2014/main" id="{1C520F41-45E7-4605-90B0-89BE08069662}"/>
              </a:ext>
            </a:extLst>
          </p:cNvPr>
          <p:cNvSpPr>
            <a:spLocks noGrp="1"/>
          </p:cNvSpPr>
          <p:nvPr/>
        </p:nvSpPr>
        <p:spPr>
          <a:xfrm>
            <a:off x="300799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" name="Stage1_sixpanel_5552">
            <a:extLst>
              <a:ext uri="{FF2B5EF4-FFF2-40B4-BE49-F238E27FC236}">
                <a16:creationId xmlns:a16="http://schemas.microsoft.com/office/drawing/2014/main" id="{3B53EAD5-1527-4BC5-B99E-588B4110F3FC}"/>
              </a:ext>
            </a:extLst>
          </p:cNvPr>
          <p:cNvSpPr>
            <a:spLocks noGrp="1"/>
          </p:cNvSpPr>
          <p:nvPr/>
        </p:nvSpPr>
        <p:spPr>
          <a:xfrm>
            <a:off x="298384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" name="Stage1_sixpanel_5553">
            <a:extLst>
              <a:ext uri="{FF2B5EF4-FFF2-40B4-BE49-F238E27FC236}">
                <a16:creationId xmlns:a16="http://schemas.microsoft.com/office/drawing/2014/main" id="{3AE9FA82-0DF3-4A77-844F-110E52D315C6}"/>
              </a:ext>
            </a:extLst>
          </p:cNvPr>
          <p:cNvSpPr>
            <a:spLocks noGrp="1"/>
          </p:cNvSpPr>
          <p:nvPr/>
        </p:nvSpPr>
        <p:spPr>
          <a:xfrm>
            <a:off x="289269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" name="Stage1_sixpanel_5554">
            <a:extLst>
              <a:ext uri="{FF2B5EF4-FFF2-40B4-BE49-F238E27FC236}">
                <a16:creationId xmlns:a16="http://schemas.microsoft.com/office/drawing/2014/main" id="{C250A379-7D47-4FBC-85A9-EBA26E2A2707}"/>
              </a:ext>
            </a:extLst>
          </p:cNvPr>
          <p:cNvSpPr>
            <a:spLocks noGrp="1"/>
          </p:cNvSpPr>
          <p:nvPr/>
        </p:nvSpPr>
        <p:spPr>
          <a:xfrm>
            <a:off x="2879236" y="224003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" name="Stage1_sixpanel_5555">
            <a:extLst>
              <a:ext uri="{FF2B5EF4-FFF2-40B4-BE49-F238E27FC236}">
                <a16:creationId xmlns:a16="http://schemas.microsoft.com/office/drawing/2014/main" id="{91B36EA9-6D83-4CD4-AD7B-2D4E3F591461}"/>
              </a:ext>
            </a:extLst>
          </p:cNvPr>
          <p:cNvSpPr>
            <a:spLocks noGrp="1"/>
          </p:cNvSpPr>
          <p:nvPr/>
        </p:nvSpPr>
        <p:spPr>
          <a:xfrm>
            <a:off x="294327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" name="Stage1_sixpanel_5556">
            <a:extLst>
              <a:ext uri="{FF2B5EF4-FFF2-40B4-BE49-F238E27FC236}">
                <a16:creationId xmlns:a16="http://schemas.microsoft.com/office/drawing/2014/main" id="{DFD08AB8-334A-4165-ACBB-9E1C5C72706C}"/>
              </a:ext>
            </a:extLst>
          </p:cNvPr>
          <p:cNvSpPr>
            <a:spLocks noGrp="1"/>
          </p:cNvSpPr>
          <p:nvPr/>
        </p:nvSpPr>
        <p:spPr>
          <a:xfrm>
            <a:off x="3011629" y="243092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" name="Stage1_sixpanel_5557">
            <a:extLst>
              <a:ext uri="{FF2B5EF4-FFF2-40B4-BE49-F238E27FC236}">
                <a16:creationId xmlns:a16="http://schemas.microsoft.com/office/drawing/2014/main" id="{F8935C50-C9FB-4113-9E47-208BDF63407F}"/>
              </a:ext>
            </a:extLst>
          </p:cNvPr>
          <p:cNvSpPr>
            <a:spLocks noGrp="1"/>
          </p:cNvSpPr>
          <p:nvPr/>
        </p:nvSpPr>
        <p:spPr>
          <a:xfrm>
            <a:off x="397075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" name="Stage1_sixpanel_5558">
            <a:extLst>
              <a:ext uri="{FF2B5EF4-FFF2-40B4-BE49-F238E27FC236}">
                <a16:creationId xmlns:a16="http://schemas.microsoft.com/office/drawing/2014/main" id="{C9559A91-11B7-4447-B0D6-0CB603D7D2A6}"/>
              </a:ext>
            </a:extLst>
          </p:cNvPr>
          <p:cNvSpPr>
            <a:spLocks noGrp="1"/>
          </p:cNvSpPr>
          <p:nvPr/>
        </p:nvSpPr>
        <p:spPr>
          <a:xfrm>
            <a:off x="393000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" name="Stage1_sixpanel_5559">
            <a:extLst>
              <a:ext uri="{FF2B5EF4-FFF2-40B4-BE49-F238E27FC236}">
                <a16:creationId xmlns:a16="http://schemas.microsoft.com/office/drawing/2014/main" id="{529FDD8C-1DCA-47B6-BFF6-1296681E6045}"/>
              </a:ext>
            </a:extLst>
          </p:cNvPr>
          <p:cNvSpPr>
            <a:spLocks noGrp="1"/>
          </p:cNvSpPr>
          <p:nvPr/>
        </p:nvSpPr>
        <p:spPr>
          <a:xfrm>
            <a:off x="395761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" name="Stage1_sixpanel_5560">
            <a:extLst>
              <a:ext uri="{FF2B5EF4-FFF2-40B4-BE49-F238E27FC236}">
                <a16:creationId xmlns:a16="http://schemas.microsoft.com/office/drawing/2014/main" id="{1341C660-2615-4625-A189-3C823C8AE402}"/>
              </a:ext>
            </a:extLst>
          </p:cNvPr>
          <p:cNvSpPr>
            <a:spLocks noGrp="1"/>
          </p:cNvSpPr>
          <p:nvPr/>
        </p:nvSpPr>
        <p:spPr>
          <a:xfrm>
            <a:off x="4020602" y="24424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" name="Stage1_sixpanel_5561">
            <a:extLst>
              <a:ext uri="{FF2B5EF4-FFF2-40B4-BE49-F238E27FC236}">
                <a16:creationId xmlns:a16="http://schemas.microsoft.com/office/drawing/2014/main" id="{60046C82-99EA-4032-9904-CE45AECACD60}"/>
              </a:ext>
            </a:extLst>
          </p:cNvPr>
          <p:cNvSpPr>
            <a:spLocks noGrp="1"/>
          </p:cNvSpPr>
          <p:nvPr/>
        </p:nvSpPr>
        <p:spPr>
          <a:xfrm>
            <a:off x="4013989" y="17705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" name="Stage1_sixpanel_5562">
            <a:extLst>
              <a:ext uri="{FF2B5EF4-FFF2-40B4-BE49-F238E27FC236}">
                <a16:creationId xmlns:a16="http://schemas.microsoft.com/office/drawing/2014/main" id="{FC2AEEED-3E12-43E0-9A4C-79A01C4C7200}"/>
              </a:ext>
            </a:extLst>
          </p:cNvPr>
          <p:cNvSpPr>
            <a:spLocks noGrp="1"/>
          </p:cNvSpPr>
          <p:nvPr/>
        </p:nvSpPr>
        <p:spPr>
          <a:xfrm>
            <a:off x="394017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" name="Stage1_sixpanel_5563">
            <a:extLst>
              <a:ext uri="{FF2B5EF4-FFF2-40B4-BE49-F238E27FC236}">
                <a16:creationId xmlns:a16="http://schemas.microsoft.com/office/drawing/2014/main" id="{33F57ACC-FD05-48AE-A436-15F07BABAAE8}"/>
              </a:ext>
            </a:extLst>
          </p:cNvPr>
          <p:cNvSpPr>
            <a:spLocks noGrp="1"/>
          </p:cNvSpPr>
          <p:nvPr/>
        </p:nvSpPr>
        <p:spPr>
          <a:xfrm>
            <a:off x="393557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" name="Stage1_sixpanel_5564">
            <a:extLst>
              <a:ext uri="{FF2B5EF4-FFF2-40B4-BE49-F238E27FC236}">
                <a16:creationId xmlns:a16="http://schemas.microsoft.com/office/drawing/2014/main" id="{2735570B-7F63-4602-B8AF-E6C0DA6A9A97}"/>
              </a:ext>
            </a:extLst>
          </p:cNvPr>
          <p:cNvSpPr>
            <a:spLocks noGrp="1"/>
          </p:cNvSpPr>
          <p:nvPr/>
        </p:nvSpPr>
        <p:spPr>
          <a:xfrm>
            <a:off x="399668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" name="Stage1_sixpanel_5565">
            <a:extLst>
              <a:ext uri="{FF2B5EF4-FFF2-40B4-BE49-F238E27FC236}">
                <a16:creationId xmlns:a16="http://schemas.microsoft.com/office/drawing/2014/main" id="{6DB7E4F1-4284-417A-9908-D45B1E271FD7}"/>
              </a:ext>
            </a:extLst>
          </p:cNvPr>
          <p:cNvSpPr>
            <a:spLocks noGrp="1"/>
          </p:cNvSpPr>
          <p:nvPr/>
        </p:nvSpPr>
        <p:spPr>
          <a:xfrm>
            <a:off x="3953794" y="258417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" name="Stage1_sixpanel_5566">
            <a:extLst>
              <a:ext uri="{FF2B5EF4-FFF2-40B4-BE49-F238E27FC236}">
                <a16:creationId xmlns:a16="http://schemas.microsoft.com/office/drawing/2014/main" id="{0BC14FDB-1BC1-4DEE-A84D-6CC820478192}"/>
              </a:ext>
            </a:extLst>
          </p:cNvPr>
          <p:cNvSpPr>
            <a:spLocks noGrp="1"/>
          </p:cNvSpPr>
          <p:nvPr/>
        </p:nvSpPr>
        <p:spPr>
          <a:xfrm>
            <a:off x="406156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" name="Stage1_sixpanel_5567">
            <a:extLst>
              <a:ext uri="{FF2B5EF4-FFF2-40B4-BE49-F238E27FC236}">
                <a16:creationId xmlns:a16="http://schemas.microsoft.com/office/drawing/2014/main" id="{695CD7D4-BCD2-4D23-8CC3-A248C88C58B7}"/>
              </a:ext>
            </a:extLst>
          </p:cNvPr>
          <p:cNvSpPr>
            <a:spLocks noGrp="1"/>
          </p:cNvSpPr>
          <p:nvPr/>
        </p:nvSpPr>
        <p:spPr>
          <a:xfrm>
            <a:off x="4011993" y="180324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" name="Stage1_sixpanel_5568">
            <a:extLst>
              <a:ext uri="{FF2B5EF4-FFF2-40B4-BE49-F238E27FC236}">
                <a16:creationId xmlns:a16="http://schemas.microsoft.com/office/drawing/2014/main" id="{611ED066-C3C5-4AA0-B6BB-8C053F4C728E}"/>
              </a:ext>
            </a:extLst>
          </p:cNvPr>
          <p:cNvSpPr>
            <a:spLocks noGrp="1"/>
          </p:cNvSpPr>
          <p:nvPr/>
        </p:nvSpPr>
        <p:spPr>
          <a:xfrm>
            <a:off x="406477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" name="Stage1_sixpanel_5569">
            <a:extLst>
              <a:ext uri="{FF2B5EF4-FFF2-40B4-BE49-F238E27FC236}">
                <a16:creationId xmlns:a16="http://schemas.microsoft.com/office/drawing/2014/main" id="{B63D90BD-1B63-4BB5-9680-E5C37C0425E2}"/>
              </a:ext>
            </a:extLst>
          </p:cNvPr>
          <p:cNvSpPr>
            <a:spLocks noGrp="1"/>
          </p:cNvSpPr>
          <p:nvPr/>
        </p:nvSpPr>
        <p:spPr>
          <a:xfrm>
            <a:off x="3960556" y="16708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" name="Stage1_sixpanel_5570">
            <a:extLst>
              <a:ext uri="{FF2B5EF4-FFF2-40B4-BE49-F238E27FC236}">
                <a16:creationId xmlns:a16="http://schemas.microsoft.com/office/drawing/2014/main" id="{3B8F4547-59CF-4383-A897-80346F70867C}"/>
              </a:ext>
            </a:extLst>
          </p:cNvPr>
          <p:cNvSpPr>
            <a:spLocks noGrp="1"/>
          </p:cNvSpPr>
          <p:nvPr/>
        </p:nvSpPr>
        <p:spPr>
          <a:xfrm>
            <a:off x="3954086" y="154209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" name="Stage1_sixpanel_5571">
            <a:extLst>
              <a:ext uri="{FF2B5EF4-FFF2-40B4-BE49-F238E27FC236}">
                <a16:creationId xmlns:a16="http://schemas.microsoft.com/office/drawing/2014/main" id="{689DF25D-5391-4651-953C-53B8E6B573D2}"/>
              </a:ext>
            </a:extLst>
          </p:cNvPr>
          <p:cNvSpPr>
            <a:spLocks noGrp="1"/>
          </p:cNvSpPr>
          <p:nvPr/>
        </p:nvSpPr>
        <p:spPr>
          <a:xfrm>
            <a:off x="3970367" y="24826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" name="Stage1_sixpanel_5572">
            <a:extLst>
              <a:ext uri="{FF2B5EF4-FFF2-40B4-BE49-F238E27FC236}">
                <a16:creationId xmlns:a16="http://schemas.microsoft.com/office/drawing/2014/main" id="{69B1B899-CA82-4D9F-9367-B9781434ED50}"/>
              </a:ext>
            </a:extLst>
          </p:cNvPr>
          <p:cNvSpPr>
            <a:spLocks noGrp="1"/>
          </p:cNvSpPr>
          <p:nvPr/>
        </p:nvSpPr>
        <p:spPr>
          <a:xfrm>
            <a:off x="3927001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" name="Stage1_sixpanel_5573">
            <a:extLst>
              <a:ext uri="{FF2B5EF4-FFF2-40B4-BE49-F238E27FC236}">
                <a16:creationId xmlns:a16="http://schemas.microsoft.com/office/drawing/2014/main" id="{856B3A8A-04B5-4270-B2BC-A7BB3932D52D}"/>
              </a:ext>
            </a:extLst>
          </p:cNvPr>
          <p:cNvSpPr>
            <a:spLocks noGrp="1"/>
          </p:cNvSpPr>
          <p:nvPr/>
        </p:nvSpPr>
        <p:spPr>
          <a:xfrm>
            <a:off x="4041196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" name="Stage1_sixpanel_5574">
            <a:extLst>
              <a:ext uri="{FF2B5EF4-FFF2-40B4-BE49-F238E27FC236}">
                <a16:creationId xmlns:a16="http://schemas.microsoft.com/office/drawing/2014/main" id="{8BF67539-8B2F-494B-8F9C-B0BCB3DA1EE3}"/>
              </a:ext>
            </a:extLst>
          </p:cNvPr>
          <p:cNvSpPr>
            <a:spLocks noGrp="1"/>
          </p:cNvSpPr>
          <p:nvPr/>
        </p:nvSpPr>
        <p:spPr>
          <a:xfrm>
            <a:off x="397095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" name="Stage1_sixpanel_5575">
            <a:extLst>
              <a:ext uri="{FF2B5EF4-FFF2-40B4-BE49-F238E27FC236}">
                <a16:creationId xmlns:a16="http://schemas.microsoft.com/office/drawing/2014/main" id="{11790B0D-A6C8-4988-B62E-B6783AD5F130}"/>
              </a:ext>
            </a:extLst>
          </p:cNvPr>
          <p:cNvSpPr>
            <a:spLocks noGrp="1"/>
          </p:cNvSpPr>
          <p:nvPr/>
        </p:nvSpPr>
        <p:spPr>
          <a:xfrm>
            <a:off x="396942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" name="Stage1_sixpanel_5576">
            <a:extLst>
              <a:ext uri="{FF2B5EF4-FFF2-40B4-BE49-F238E27FC236}">
                <a16:creationId xmlns:a16="http://schemas.microsoft.com/office/drawing/2014/main" id="{B2DF7EC0-6D8D-46CD-B49B-65DC2F7CC361}"/>
              </a:ext>
            </a:extLst>
          </p:cNvPr>
          <p:cNvSpPr>
            <a:spLocks noGrp="1"/>
          </p:cNvSpPr>
          <p:nvPr/>
        </p:nvSpPr>
        <p:spPr>
          <a:xfrm>
            <a:off x="3950850" y="14952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" name="Stage1_sixpanel_5577">
            <a:extLst>
              <a:ext uri="{FF2B5EF4-FFF2-40B4-BE49-F238E27FC236}">
                <a16:creationId xmlns:a16="http://schemas.microsoft.com/office/drawing/2014/main" id="{38181DFA-70D8-4FA8-AF8C-B3266E4E0AF9}"/>
              </a:ext>
            </a:extLst>
          </p:cNvPr>
          <p:cNvSpPr>
            <a:spLocks noGrp="1"/>
          </p:cNvSpPr>
          <p:nvPr/>
        </p:nvSpPr>
        <p:spPr>
          <a:xfrm>
            <a:off x="3908390" y="23618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" name="Stage1_sixpanel_5578">
            <a:extLst>
              <a:ext uri="{FF2B5EF4-FFF2-40B4-BE49-F238E27FC236}">
                <a16:creationId xmlns:a16="http://schemas.microsoft.com/office/drawing/2014/main" id="{CBE93909-5F31-4523-8B31-B3D66C446C81}"/>
              </a:ext>
            </a:extLst>
          </p:cNvPr>
          <p:cNvSpPr>
            <a:spLocks noGrp="1"/>
          </p:cNvSpPr>
          <p:nvPr/>
        </p:nvSpPr>
        <p:spPr>
          <a:xfrm>
            <a:off x="399750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" name="Stage1_sixpanel_5579">
            <a:extLst>
              <a:ext uri="{FF2B5EF4-FFF2-40B4-BE49-F238E27FC236}">
                <a16:creationId xmlns:a16="http://schemas.microsoft.com/office/drawing/2014/main" id="{CED81783-CDA9-492F-9B2A-27B428D11288}"/>
              </a:ext>
            </a:extLst>
          </p:cNvPr>
          <p:cNvSpPr>
            <a:spLocks noGrp="1"/>
          </p:cNvSpPr>
          <p:nvPr/>
        </p:nvSpPr>
        <p:spPr>
          <a:xfrm>
            <a:off x="4003134" y="20236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" name="Stage1_sixpanel_5580">
            <a:extLst>
              <a:ext uri="{FF2B5EF4-FFF2-40B4-BE49-F238E27FC236}">
                <a16:creationId xmlns:a16="http://schemas.microsoft.com/office/drawing/2014/main" id="{D195E5FC-0B4E-403C-9048-2F4E4A89E9DC}"/>
              </a:ext>
            </a:extLst>
          </p:cNvPr>
          <p:cNvSpPr>
            <a:spLocks noGrp="1"/>
          </p:cNvSpPr>
          <p:nvPr/>
        </p:nvSpPr>
        <p:spPr>
          <a:xfrm>
            <a:off x="4049830" y="169742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" name="Stage1_sixpanel_5581">
            <a:extLst>
              <a:ext uri="{FF2B5EF4-FFF2-40B4-BE49-F238E27FC236}">
                <a16:creationId xmlns:a16="http://schemas.microsoft.com/office/drawing/2014/main" id="{4ACF1905-3CC7-4E3E-A202-59C6B72A4424}"/>
              </a:ext>
            </a:extLst>
          </p:cNvPr>
          <p:cNvSpPr>
            <a:spLocks noGrp="1"/>
          </p:cNvSpPr>
          <p:nvPr/>
        </p:nvSpPr>
        <p:spPr>
          <a:xfrm>
            <a:off x="3963154" y="20236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" name="Stage1_sixpanel_5582">
            <a:extLst>
              <a:ext uri="{FF2B5EF4-FFF2-40B4-BE49-F238E27FC236}">
                <a16:creationId xmlns:a16="http://schemas.microsoft.com/office/drawing/2014/main" id="{9690E61C-E856-49CE-85AD-06055E4CC711}"/>
              </a:ext>
            </a:extLst>
          </p:cNvPr>
          <p:cNvSpPr>
            <a:spLocks noGrp="1"/>
          </p:cNvSpPr>
          <p:nvPr/>
        </p:nvSpPr>
        <p:spPr>
          <a:xfrm>
            <a:off x="400116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2" name="Stage1_sixpanel_5583">
            <a:extLst>
              <a:ext uri="{FF2B5EF4-FFF2-40B4-BE49-F238E27FC236}">
                <a16:creationId xmlns:a16="http://schemas.microsoft.com/office/drawing/2014/main" id="{EB73DFC7-EC6D-43B1-BD81-27DA86C30D2C}"/>
              </a:ext>
            </a:extLst>
          </p:cNvPr>
          <p:cNvSpPr>
            <a:spLocks noGrp="1"/>
          </p:cNvSpPr>
          <p:nvPr/>
        </p:nvSpPr>
        <p:spPr>
          <a:xfrm>
            <a:off x="4001897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3" name="Stage1_sixpanel_5584">
            <a:extLst>
              <a:ext uri="{FF2B5EF4-FFF2-40B4-BE49-F238E27FC236}">
                <a16:creationId xmlns:a16="http://schemas.microsoft.com/office/drawing/2014/main" id="{A08B160C-B2CD-4DE2-94F0-DDDE1931C9B3}"/>
              </a:ext>
            </a:extLst>
          </p:cNvPr>
          <p:cNvSpPr>
            <a:spLocks noGrp="1"/>
          </p:cNvSpPr>
          <p:nvPr/>
        </p:nvSpPr>
        <p:spPr>
          <a:xfrm>
            <a:off x="4057705" y="227620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4" name="Stage1_sixpanel_5585">
            <a:extLst>
              <a:ext uri="{FF2B5EF4-FFF2-40B4-BE49-F238E27FC236}">
                <a16:creationId xmlns:a16="http://schemas.microsoft.com/office/drawing/2014/main" id="{336AF5AB-C7DE-4341-92F0-29AFD5E3D25E}"/>
              </a:ext>
            </a:extLst>
          </p:cNvPr>
          <p:cNvSpPr>
            <a:spLocks noGrp="1"/>
          </p:cNvSpPr>
          <p:nvPr/>
        </p:nvSpPr>
        <p:spPr>
          <a:xfrm>
            <a:off x="4063137" y="252781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5" name="Stage1_sixpanel_5586">
            <a:extLst>
              <a:ext uri="{FF2B5EF4-FFF2-40B4-BE49-F238E27FC236}">
                <a16:creationId xmlns:a16="http://schemas.microsoft.com/office/drawing/2014/main" id="{08B3A149-29C1-4E0C-889B-F214B766CF4F}"/>
              </a:ext>
            </a:extLst>
          </p:cNvPr>
          <p:cNvSpPr>
            <a:spLocks noGrp="1"/>
          </p:cNvSpPr>
          <p:nvPr/>
        </p:nvSpPr>
        <p:spPr>
          <a:xfrm>
            <a:off x="398455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6" name="Stage1_sixpanel_5587">
            <a:extLst>
              <a:ext uri="{FF2B5EF4-FFF2-40B4-BE49-F238E27FC236}">
                <a16:creationId xmlns:a16="http://schemas.microsoft.com/office/drawing/2014/main" id="{7FCE985D-FC77-4371-95E7-D7707933EDFF}"/>
              </a:ext>
            </a:extLst>
          </p:cNvPr>
          <p:cNvSpPr>
            <a:spLocks noGrp="1"/>
          </p:cNvSpPr>
          <p:nvPr/>
        </p:nvSpPr>
        <p:spPr>
          <a:xfrm>
            <a:off x="406834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7" name="Stage1_sixpanel_5588">
            <a:extLst>
              <a:ext uri="{FF2B5EF4-FFF2-40B4-BE49-F238E27FC236}">
                <a16:creationId xmlns:a16="http://schemas.microsoft.com/office/drawing/2014/main" id="{6732D7F9-34A2-4CF2-92E8-DC9ABF54BC18}"/>
              </a:ext>
            </a:extLst>
          </p:cNvPr>
          <p:cNvSpPr>
            <a:spLocks noGrp="1"/>
          </p:cNvSpPr>
          <p:nvPr/>
        </p:nvSpPr>
        <p:spPr>
          <a:xfrm>
            <a:off x="3983664" y="224185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8" name="Stage1_sixpanel_5589">
            <a:extLst>
              <a:ext uri="{FF2B5EF4-FFF2-40B4-BE49-F238E27FC236}">
                <a16:creationId xmlns:a16="http://schemas.microsoft.com/office/drawing/2014/main" id="{01DB1B3A-3691-4BCE-A10C-174C30FE2807}"/>
              </a:ext>
            </a:extLst>
          </p:cNvPr>
          <p:cNvSpPr>
            <a:spLocks noGrp="1"/>
          </p:cNvSpPr>
          <p:nvPr/>
        </p:nvSpPr>
        <p:spPr>
          <a:xfrm>
            <a:off x="391277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9" name="Stage1_sixpanel_5590">
            <a:extLst>
              <a:ext uri="{FF2B5EF4-FFF2-40B4-BE49-F238E27FC236}">
                <a16:creationId xmlns:a16="http://schemas.microsoft.com/office/drawing/2014/main" id="{9C6F357F-513C-455B-A156-DC2FF47FC6D9}"/>
              </a:ext>
            </a:extLst>
          </p:cNvPr>
          <p:cNvSpPr>
            <a:spLocks noGrp="1"/>
          </p:cNvSpPr>
          <p:nvPr/>
        </p:nvSpPr>
        <p:spPr>
          <a:xfrm>
            <a:off x="3932977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0" name="Stage1_sixpanel_5591">
            <a:extLst>
              <a:ext uri="{FF2B5EF4-FFF2-40B4-BE49-F238E27FC236}">
                <a16:creationId xmlns:a16="http://schemas.microsoft.com/office/drawing/2014/main" id="{E2B1E869-B767-464F-8F96-1EACAC1DDDF7}"/>
              </a:ext>
            </a:extLst>
          </p:cNvPr>
          <p:cNvSpPr>
            <a:spLocks noGrp="1"/>
          </p:cNvSpPr>
          <p:nvPr/>
        </p:nvSpPr>
        <p:spPr>
          <a:xfrm>
            <a:off x="403515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1" name="Stage1_sixpanel_5592">
            <a:extLst>
              <a:ext uri="{FF2B5EF4-FFF2-40B4-BE49-F238E27FC236}">
                <a16:creationId xmlns:a16="http://schemas.microsoft.com/office/drawing/2014/main" id="{C431022D-4C08-4103-8FE6-40E97D37E75F}"/>
              </a:ext>
            </a:extLst>
          </p:cNvPr>
          <p:cNvSpPr>
            <a:spLocks noGrp="1"/>
          </p:cNvSpPr>
          <p:nvPr/>
        </p:nvSpPr>
        <p:spPr>
          <a:xfrm>
            <a:off x="398852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2" name="Stage1_sixpanel_5593">
            <a:extLst>
              <a:ext uri="{FF2B5EF4-FFF2-40B4-BE49-F238E27FC236}">
                <a16:creationId xmlns:a16="http://schemas.microsoft.com/office/drawing/2014/main" id="{9138A629-9754-46D3-B995-800DD2190E0F}"/>
              </a:ext>
            </a:extLst>
          </p:cNvPr>
          <p:cNvSpPr>
            <a:spLocks noGrp="1"/>
          </p:cNvSpPr>
          <p:nvPr/>
        </p:nvSpPr>
        <p:spPr>
          <a:xfrm>
            <a:off x="395259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3" name="Stage1_sixpanel_5594">
            <a:extLst>
              <a:ext uri="{FF2B5EF4-FFF2-40B4-BE49-F238E27FC236}">
                <a16:creationId xmlns:a16="http://schemas.microsoft.com/office/drawing/2014/main" id="{ABF7FB72-2D8C-4321-9D77-CB8EA06F7C86}"/>
              </a:ext>
            </a:extLst>
          </p:cNvPr>
          <p:cNvSpPr>
            <a:spLocks noGrp="1"/>
          </p:cNvSpPr>
          <p:nvPr/>
        </p:nvSpPr>
        <p:spPr>
          <a:xfrm>
            <a:off x="407418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4" name="Stage1_sixpanel_5595">
            <a:extLst>
              <a:ext uri="{FF2B5EF4-FFF2-40B4-BE49-F238E27FC236}">
                <a16:creationId xmlns:a16="http://schemas.microsoft.com/office/drawing/2014/main" id="{F11F34D1-8795-4C3C-9BBE-1E0661CDA7CA}"/>
              </a:ext>
            </a:extLst>
          </p:cNvPr>
          <p:cNvSpPr>
            <a:spLocks noGrp="1"/>
          </p:cNvSpPr>
          <p:nvPr/>
        </p:nvSpPr>
        <p:spPr>
          <a:xfrm>
            <a:off x="398252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5" name="Stage1_sixpanel_5596">
            <a:extLst>
              <a:ext uri="{FF2B5EF4-FFF2-40B4-BE49-F238E27FC236}">
                <a16:creationId xmlns:a16="http://schemas.microsoft.com/office/drawing/2014/main" id="{93C8268D-BA03-4AE7-B7D2-6C350E130463}"/>
              </a:ext>
            </a:extLst>
          </p:cNvPr>
          <p:cNvSpPr>
            <a:spLocks noGrp="1"/>
          </p:cNvSpPr>
          <p:nvPr/>
        </p:nvSpPr>
        <p:spPr>
          <a:xfrm>
            <a:off x="3995896" y="13349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6" name="Stage1_sixpanel_5597">
            <a:extLst>
              <a:ext uri="{FF2B5EF4-FFF2-40B4-BE49-F238E27FC236}">
                <a16:creationId xmlns:a16="http://schemas.microsoft.com/office/drawing/2014/main" id="{045F6AE4-CB3B-460C-83CE-0C498D598CE6}"/>
              </a:ext>
            </a:extLst>
          </p:cNvPr>
          <p:cNvSpPr>
            <a:spLocks noGrp="1"/>
          </p:cNvSpPr>
          <p:nvPr/>
        </p:nvSpPr>
        <p:spPr>
          <a:xfrm>
            <a:off x="3972815" y="179810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7" name="Stage1_sixpanel_5598">
            <a:extLst>
              <a:ext uri="{FF2B5EF4-FFF2-40B4-BE49-F238E27FC236}">
                <a16:creationId xmlns:a16="http://schemas.microsoft.com/office/drawing/2014/main" id="{C6C3B27C-FD25-4B03-B231-B8522DF6DBFF}"/>
              </a:ext>
            </a:extLst>
          </p:cNvPr>
          <p:cNvSpPr>
            <a:spLocks noGrp="1"/>
          </p:cNvSpPr>
          <p:nvPr/>
        </p:nvSpPr>
        <p:spPr>
          <a:xfrm>
            <a:off x="4050975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8" name="Stage1_sixpanel_5599">
            <a:extLst>
              <a:ext uri="{FF2B5EF4-FFF2-40B4-BE49-F238E27FC236}">
                <a16:creationId xmlns:a16="http://schemas.microsoft.com/office/drawing/2014/main" id="{B5288845-ECC4-41F5-B3C7-14875BD1A639}"/>
              </a:ext>
            </a:extLst>
          </p:cNvPr>
          <p:cNvSpPr>
            <a:spLocks noGrp="1"/>
          </p:cNvSpPr>
          <p:nvPr/>
        </p:nvSpPr>
        <p:spPr>
          <a:xfrm>
            <a:off x="403714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9" name="Stage1_sixpanel_5600">
            <a:extLst>
              <a:ext uri="{FF2B5EF4-FFF2-40B4-BE49-F238E27FC236}">
                <a16:creationId xmlns:a16="http://schemas.microsoft.com/office/drawing/2014/main" id="{CBF07437-2968-438D-8DF5-F13F35E25C64}"/>
              </a:ext>
            </a:extLst>
          </p:cNvPr>
          <p:cNvSpPr>
            <a:spLocks noGrp="1"/>
          </p:cNvSpPr>
          <p:nvPr/>
        </p:nvSpPr>
        <p:spPr>
          <a:xfrm>
            <a:off x="405378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0" name="Stage1_sixpanel_5601">
            <a:extLst>
              <a:ext uri="{FF2B5EF4-FFF2-40B4-BE49-F238E27FC236}">
                <a16:creationId xmlns:a16="http://schemas.microsoft.com/office/drawing/2014/main" id="{17D3E36B-AF51-4027-9D12-8C5AC8540850}"/>
              </a:ext>
            </a:extLst>
          </p:cNvPr>
          <p:cNvSpPr>
            <a:spLocks noGrp="1"/>
          </p:cNvSpPr>
          <p:nvPr/>
        </p:nvSpPr>
        <p:spPr>
          <a:xfrm>
            <a:off x="405211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1" name="Stage1_sixpanel_5602">
            <a:extLst>
              <a:ext uri="{FF2B5EF4-FFF2-40B4-BE49-F238E27FC236}">
                <a16:creationId xmlns:a16="http://schemas.microsoft.com/office/drawing/2014/main" id="{5185036D-46AB-43E0-BAAF-A64C0375CDB9}"/>
              </a:ext>
            </a:extLst>
          </p:cNvPr>
          <p:cNvSpPr>
            <a:spLocks noGrp="1"/>
          </p:cNvSpPr>
          <p:nvPr/>
        </p:nvSpPr>
        <p:spPr>
          <a:xfrm>
            <a:off x="390987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2" name="Stage1_sixpanel_5603">
            <a:extLst>
              <a:ext uri="{FF2B5EF4-FFF2-40B4-BE49-F238E27FC236}">
                <a16:creationId xmlns:a16="http://schemas.microsoft.com/office/drawing/2014/main" id="{62D3F815-BB66-427B-8332-74B041178C0C}"/>
              </a:ext>
            </a:extLst>
          </p:cNvPr>
          <p:cNvSpPr>
            <a:spLocks noGrp="1"/>
          </p:cNvSpPr>
          <p:nvPr/>
        </p:nvSpPr>
        <p:spPr>
          <a:xfrm>
            <a:off x="3961216" y="166118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3" name="Stage1_sixpanel_5604">
            <a:extLst>
              <a:ext uri="{FF2B5EF4-FFF2-40B4-BE49-F238E27FC236}">
                <a16:creationId xmlns:a16="http://schemas.microsoft.com/office/drawing/2014/main" id="{A43537EB-00D0-43A8-86EE-82BD031EC20E}"/>
              </a:ext>
            </a:extLst>
          </p:cNvPr>
          <p:cNvSpPr>
            <a:spLocks noGrp="1"/>
          </p:cNvSpPr>
          <p:nvPr/>
        </p:nvSpPr>
        <p:spPr>
          <a:xfrm>
            <a:off x="393602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4" name="Stage1_sixpanel_5605">
            <a:extLst>
              <a:ext uri="{FF2B5EF4-FFF2-40B4-BE49-F238E27FC236}">
                <a16:creationId xmlns:a16="http://schemas.microsoft.com/office/drawing/2014/main" id="{0C52B162-8263-4417-9572-C6C7B8841CEE}"/>
              </a:ext>
            </a:extLst>
          </p:cNvPr>
          <p:cNvSpPr>
            <a:spLocks noGrp="1"/>
          </p:cNvSpPr>
          <p:nvPr/>
        </p:nvSpPr>
        <p:spPr>
          <a:xfrm>
            <a:off x="404189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5" name="Stage1_sixpanel_5606">
            <a:extLst>
              <a:ext uri="{FF2B5EF4-FFF2-40B4-BE49-F238E27FC236}">
                <a16:creationId xmlns:a16="http://schemas.microsoft.com/office/drawing/2014/main" id="{A029017F-54AC-40A4-9A18-B886A51FC226}"/>
              </a:ext>
            </a:extLst>
          </p:cNvPr>
          <p:cNvSpPr>
            <a:spLocks noGrp="1"/>
          </p:cNvSpPr>
          <p:nvPr/>
        </p:nvSpPr>
        <p:spPr>
          <a:xfrm>
            <a:off x="3981935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6" name="Stage1_sixpanel_5607">
            <a:extLst>
              <a:ext uri="{FF2B5EF4-FFF2-40B4-BE49-F238E27FC236}">
                <a16:creationId xmlns:a16="http://schemas.microsoft.com/office/drawing/2014/main" id="{015728B5-FF8D-4BEA-9E20-D7A95FDB26FF}"/>
              </a:ext>
            </a:extLst>
          </p:cNvPr>
          <p:cNvSpPr>
            <a:spLocks noGrp="1"/>
          </p:cNvSpPr>
          <p:nvPr/>
        </p:nvSpPr>
        <p:spPr>
          <a:xfrm>
            <a:off x="393862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7" name="Stage1_sixpanel_5608">
            <a:extLst>
              <a:ext uri="{FF2B5EF4-FFF2-40B4-BE49-F238E27FC236}">
                <a16:creationId xmlns:a16="http://schemas.microsoft.com/office/drawing/2014/main" id="{DD3B4764-3277-459C-B64A-EE82E4321A21}"/>
              </a:ext>
            </a:extLst>
          </p:cNvPr>
          <p:cNvSpPr>
            <a:spLocks noGrp="1"/>
          </p:cNvSpPr>
          <p:nvPr/>
        </p:nvSpPr>
        <p:spPr>
          <a:xfrm>
            <a:off x="392433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8" name="Stage1_sixpanel_5609">
            <a:extLst>
              <a:ext uri="{FF2B5EF4-FFF2-40B4-BE49-F238E27FC236}">
                <a16:creationId xmlns:a16="http://schemas.microsoft.com/office/drawing/2014/main" id="{06273442-A681-4407-9CA6-2B22F5B133C3}"/>
              </a:ext>
            </a:extLst>
          </p:cNvPr>
          <p:cNvSpPr>
            <a:spLocks noGrp="1"/>
          </p:cNvSpPr>
          <p:nvPr/>
        </p:nvSpPr>
        <p:spPr>
          <a:xfrm>
            <a:off x="3999857" y="126737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9" name="Stage1_sixpanel_5610">
            <a:extLst>
              <a:ext uri="{FF2B5EF4-FFF2-40B4-BE49-F238E27FC236}">
                <a16:creationId xmlns:a16="http://schemas.microsoft.com/office/drawing/2014/main" id="{AF78BE62-9CE8-41A2-AE2A-3014FE69001A}"/>
              </a:ext>
            </a:extLst>
          </p:cNvPr>
          <p:cNvSpPr>
            <a:spLocks noGrp="1"/>
          </p:cNvSpPr>
          <p:nvPr/>
        </p:nvSpPr>
        <p:spPr>
          <a:xfrm>
            <a:off x="4003921" y="22740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0" name="Stage1_sixpanel_5611">
            <a:extLst>
              <a:ext uri="{FF2B5EF4-FFF2-40B4-BE49-F238E27FC236}">
                <a16:creationId xmlns:a16="http://schemas.microsoft.com/office/drawing/2014/main" id="{7D295D00-E043-4F9E-81A9-7BD6A229D470}"/>
              </a:ext>
            </a:extLst>
          </p:cNvPr>
          <p:cNvSpPr>
            <a:spLocks noGrp="1"/>
          </p:cNvSpPr>
          <p:nvPr/>
        </p:nvSpPr>
        <p:spPr>
          <a:xfrm>
            <a:off x="4067717" y="16638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1" name="Stage1_sixpanel_5612">
            <a:extLst>
              <a:ext uri="{FF2B5EF4-FFF2-40B4-BE49-F238E27FC236}">
                <a16:creationId xmlns:a16="http://schemas.microsoft.com/office/drawing/2014/main" id="{5C199DCD-B537-4F41-8CB7-0F2EF61C44E2}"/>
              </a:ext>
            </a:extLst>
          </p:cNvPr>
          <p:cNvSpPr>
            <a:spLocks noGrp="1"/>
          </p:cNvSpPr>
          <p:nvPr/>
        </p:nvSpPr>
        <p:spPr>
          <a:xfrm>
            <a:off x="3967260" y="25085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2" name="Stage1_sixpanel_5613">
            <a:extLst>
              <a:ext uri="{FF2B5EF4-FFF2-40B4-BE49-F238E27FC236}">
                <a16:creationId xmlns:a16="http://schemas.microsoft.com/office/drawing/2014/main" id="{87B708E8-D89B-4BDD-A2FA-36F7F6581EF7}"/>
              </a:ext>
            </a:extLst>
          </p:cNvPr>
          <p:cNvSpPr>
            <a:spLocks noGrp="1"/>
          </p:cNvSpPr>
          <p:nvPr/>
        </p:nvSpPr>
        <p:spPr>
          <a:xfrm>
            <a:off x="4066363" y="249995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3" name="Stage1_sixpanel_5614">
            <a:extLst>
              <a:ext uri="{FF2B5EF4-FFF2-40B4-BE49-F238E27FC236}">
                <a16:creationId xmlns:a16="http://schemas.microsoft.com/office/drawing/2014/main" id="{9DFFB104-ABDD-49B3-B9D3-F981B1F6251E}"/>
              </a:ext>
            </a:extLst>
          </p:cNvPr>
          <p:cNvSpPr>
            <a:spLocks noGrp="1"/>
          </p:cNvSpPr>
          <p:nvPr/>
        </p:nvSpPr>
        <p:spPr>
          <a:xfrm>
            <a:off x="3909571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4" name="Stage1_sixpanel_5615">
            <a:extLst>
              <a:ext uri="{FF2B5EF4-FFF2-40B4-BE49-F238E27FC236}">
                <a16:creationId xmlns:a16="http://schemas.microsoft.com/office/drawing/2014/main" id="{77AC51B9-3ADF-425E-8314-5263ED38C27B}"/>
              </a:ext>
            </a:extLst>
          </p:cNvPr>
          <p:cNvSpPr>
            <a:spLocks noGrp="1"/>
          </p:cNvSpPr>
          <p:nvPr/>
        </p:nvSpPr>
        <p:spPr>
          <a:xfrm>
            <a:off x="3924822" y="257812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5" name="Stage1_sixpanel_5616">
            <a:extLst>
              <a:ext uri="{FF2B5EF4-FFF2-40B4-BE49-F238E27FC236}">
                <a16:creationId xmlns:a16="http://schemas.microsoft.com/office/drawing/2014/main" id="{8BBF4B3A-1CFF-442F-8096-A95A028E4123}"/>
              </a:ext>
            </a:extLst>
          </p:cNvPr>
          <p:cNvSpPr>
            <a:spLocks noGrp="1"/>
          </p:cNvSpPr>
          <p:nvPr/>
        </p:nvSpPr>
        <p:spPr>
          <a:xfrm>
            <a:off x="4045237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6" name="Stage1_sixpanel_5617">
            <a:extLst>
              <a:ext uri="{FF2B5EF4-FFF2-40B4-BE49-F238E27FC236}">
                <a16:creationId xmlns:a16="http://schemas.microsoft.com/office/drawing/2014/main" id="{01A922E1-BC04-4FB5-A4F1-ABE59E93B5AB}"/>
              </a:ext>
            </a:extLst>
          </p:cNvPr>
          <p:cNvSpPr>
            <a:spLocks noGrp="1"/>
          </p:cNvSpPr>
          <p:nvPr/>
        </p:nvSpPr>
        <p:spPr>
          <a:xfrm>
            <a:off x="3911953" y="242229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7" name="Stage1_sixpanel_5618">
            <a:extLst>
              <a:ext uri="{FF2B5EF4-FFF2-40B4-BE49-F238E27FC236}">
                <a16:creationId xmlns:a16="http://schemas.microsoft.com/office/drawing/2014/main" id="{B3C7B771-86D7-4999-A3FE-1346B29B2ADD}"/>
              </a:ext>
            </a:extLst>
          </p:cNvPr>
          <p:cNvSpPr>
            <a:spLocks noGrp="1"/>
          </p:cNvSpPr>
          <p:nvPr/>
        </p:nvSpPr>
        <p:spPr>
          <a:xfrm>
            <a:off x="396149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8" name="Stage1_sixpanel_5619">
            <a:extLst>
              <a:ext uri="{FF2B5EF4-FFF2-40B4-BE49-F238E27FC236}">
                <a16:creationId xmlns:a16="http://schemas.microsoft.com/office/drawing/2014/main" id="{29FAAC15-5EDE-489A-B798-F71C9E483E53}"/>
              </a:ext>
            </a:extLst>
          </p:cNvPr>
          <p:cNvSpPr>
            <a:spLocks noGrp="1"/>
          </p:cNvSpPr>
          <p:nvPr/>
        </p:nvSpPr>
        <p:spPr>
          <a:xfrm>
            <a:off x="406513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9" name="Stage1_sixpanel_5620">
            <a:extLst>
              <a:ext uri="{FF2B5EF4-FFF2-40B4-BE49-F238E27FC236}">
                <a16:creationId xmlns:a16="http://schemas.microsoft.com/office/drawing/2014/main" id="{5BA7213E-B8BC-46F3-99A9-BCFC146230CB}"/>
              </a:ext>
            </a:extLst>
          </p:cNvPr>
          <p:cNvSpPr>
            <a:spLocks noGrp="1"/>
          </p:cNvSpPr>
          <p:nvPr/>
        </p:nvSpPr>
        <p:spPr>
          <a:xfrm>
            <a:off x="400587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0" name="Stage1_sixpanel_5621">
            <a:extLst>
              <a:ext uri="{FF2B5EF4-FFF2-40B4-BE49-F238E27FC236}">
                <a16:creationId xmlns:a16="http://schemas.microsoft.com/office/drawing/2014/main" id="{15BA3D60-0CED-4908-9C3F-D3D0ABC3DAE1}"/>
              </a:ext>
            </a:extLst>
          </p:cNvPr>
          <p:cNvSpPr>
            <a:spLocks noGrp="1"/>
          </p:cNvSpPr>
          <p:nvPr/>
        </p:nvSpPr>
        <p:spPr>
          <a:xfrm>
            <a:off x="397636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1" name="Stage1_sixpanel_5622">
            <a:extLst>
              <a:ext uri="{FF2B5EF4-FFF2-40B4-BE49-F238E27FC236}">
                <a16:creationId xmlns:a16="http://schemas.microsoft.com/office/drawing/2014/main" id="{264F3AFA-B889-4753-93F9-5698D42F0E35}"/>
              </a:ext>
            </a:extLst>
          </p:cNvPr>
          <p:cNvSpPr>
            <a:spLocks noGrp="1"/>
          </p:cNvSpPr>
          <p:nvPr/>
        </p:nvSpPr>
        <p:spPr>
          <a:xfrm>
            <a:off x="3962521" y="201556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2" name="Stage1_sixpanel_5623">
            <a:extLst>
              <a:ext uri="{FF2B5EF4-FFF2-40B4-BE49-F238E27FC236}">
                <a16:creationId xmlns:a16="http://schemas.microsoft.com/office/drawing/2014/main" id="{559829E0-7F26-49EB-AEFD-C190A19E1626}"/>
              </a:ext>
            </a:extLst>
          </p:cNvPr>
          <p:cNvSpPr>
            <a:spLocks noGrp="1"/>
          </p:cNvSpPr>
          <p:nvPr/>
        </p:nvSpPr>
        <p:spPr>
          <a:xfrm>
            <a:off x="3990394" y="246889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3" name="Stage1_sixpanel_5624">
            <a:extLst>
              <a:ext uri="{FF2B5EF4-FFF2-40B4-BE49-F238E27FC236}">
                <a16:creationId xmlns:a16="http://schemas.microsoft.com/office/drawing/2014/main" id="{8E5734BD-54F7-4631-A33E-5D9A4D3CEBDC}"/>
              </a:ext>
            </a:extLst>
          </p:cNvPr>
          <p:cNvSpPr>
            <a:spLocks noGrp="1"/>
          </p:cNvSpPr>
          <p:nvPr/>
        </p:nvSpPr>
        <p:spPr>
          <a:xfrm>
            <a:off x="4046975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4" name="Stage1_sixpanel_5625">
            <a:extLst>
              <a:ext uri="{FF2B5EF4-FFF2-40B4-BE49-F238E27FC236}">
                <a16:creationId xmlns:a16="http://schemas.microsoft.com/office/drawing/2014/main" id="{AB7CB96E-F48B-40D5-BEE9-E5408C946C0E}"/>
              </a:ext>
            </a:extLst>
          </p:cNvPr>
          <p:cNvSpPr>
            <a:spLocks noGrp="1"/>
          </p:cNvSpPr>
          <p:nvPr/>
        </p:nvSpPr>
        <p:spPr>
          <a:xfrm>
            <a:off x="4031378" y="14928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5" name="Stage1_sixpanel_5626">
            <a:extLst>
              <a:ext uri="{FF2B5EF4-FFF2-40B4-BE49-F238E27FC236}">
                <a16:creationId xmlns:a16="http://schemas.microsoft.com/office/drawing/2014/main" id="{73D4687C-7D70-4A65-BFEC-BE1F76E868FB}"/>
              </a:ext>
            </a:extLst>
          </p:cNvPr>
          <p:cNvSpPr>
            <a:spLocks noGrp="1"/>
          </p:cNvSpPr>
          <p:nvPr/>
        </p:nvSpPr>
        <p:spPr>
          <a:xfrm>
            <a:off x="4072302" y="214039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6" name="Stage1_sixpanel_5627">
            <a:extLst>
              <a:ext uri="{FF2B5EF4-FFF2-40B4-BE49-F238E27FC236}">
                <a16:creationId xmlns:a16="http://schemas.microsoft.com/office/drawing/2014/main" id="{2DFE6FD3-D5C1-473E-8B13-9959628A246E}"/>
              </a:ext>
            </a:extLst>
          </p:cNvPr>
          <p:cNvSpPr>
            <a:spLocks noGrp="1"/>
          </p:cNvSpPr>
          <p:nvPr/>
        </p:nvSpPr>
        <p:spPr>
          <a:xfrm>
            <a:off x="3936249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7" name="Stage1_sixpanel_5628">
            <a:extLst>
              <a:ext uri="{FF2B5EF4-FFF2-40B4-BE49-F238E27FC236}">
                <a16:creationId xmlns:a16="http://schemas.microsoft.com/office/drawing/2014/main" id="{BE380023-B64A-408E-8A73-1FC02990426D}"/>
              </a:ext>
            </a:extLst>
          </p:cNvPr>
          <p:cNvSpPr>
            <a:spLocks noGrp="1"/>
          </p:cNvSpPr>
          <p:nvPr/>
        </p:nvSpPr>
        <p:spPr>
          <a:xfrm>
            <a:off x="3939473" y="131687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8" name="Stage1_sixpanel_5629">
            <a:extLst>
              <a:ext uri="{FF2B5EF4-FFF2-40B4-BE49-F238E27FC236}">
                <a16:creationId xmlns:a16="http://schemas.microsoft.com/office/drawing/2014/main" id="{105660DE-9CAC-4762-801B-2B7147AB9D18}"/>
              </a:ext>
            </a:extLst>
          </p:cNvPr>
          <p:cNvSpPr>
            <a:spLocks noGrp="1"/>
          </p:cNvSpPr>
          <p:nvPr/>
        </p:nvSpPr>
        <p:spPr>
          <a:xfrm>
            <a:off x="401884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9" name="Stage1_sixpanel_5630">
            <a:extLst>
              <a:ext uri="{FF2B5EF4-FFF2-40B4-BE49-F238E27FC236}">
                <a16:creationId xmlns:a16="http://schemas.microsoft.com/office/drawing/2014/main" id="{BE8403F9-67FA-4B9D-9408-CBF338978E3B}"/>
              </a:ext>
            </a:extLst>
          </p:cNvPr>
          <p:cNvSpPr>
            <a:spLocks noGrp="1"/>
          </p:cNvSpPr>
          <p:nvPr/>
        </p:nvSpPr>
        <p:spPr>
          <a:xfrm>
            <a:off x="4031699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0" name="Stage1_sixpanel_5631">
            <a:extLst>
              <a:ext uri="{FF2B5EF4-FFF2-40B4-BE49-F238E27FC236}">
                <a16:creationId xmlns:a16="http://schemas.microsoft.com/office/drawing/2014/main" id="{A52DE5B3-8515-445E-BA4B-A2F2DA0F06F1}"/>
              </a:ext>
            </a:extLst>
          </p:cNvPr>
          <p:cNvSpPr>
            <a:spLocks noGrp="1"/>
          </p:cNvSpPr>
          <p:nvPr/>
        </p:nvSpPr>
        <p:spPr>
          <a:xfrm>
            <a:off x="4032843" y="25827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1" name="Stage1_sixpanel_5632">
            <a:extLst>
              <a:ext uri="{FF2B5EF4-FFF2-40B4-BE49-F238E27FC236}">
                <a16:creationId xmlns:a16="http://schemas.microsoft.com/office/drawing/2014/main" id="{6AF3994D-37C5-49C9-95A8-F7FBE118B8A9}"/>
              </a:ext>
            </a:extLst>
          </p:cNvPr>
          <p:cNvSpPr>
            <a:spLocks noGrp="1"/>
          </p:cNvSpPr>
          <p:nvPr/>
        </p:nvSpPr>
        <p:spPr>
          <a:xfrm>
            <a:off x="394272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2" name="Stage1_sixpanel_5633">
            <a:extLst>
              <a:ext uri="{FF2B5EF4-FFF2-40B4-BE49-F238E27FC236}">
                <a16:creationId xmlns:a16="http://schemas.microsoft.com/office/drawing/2014/main" id="{67B7CEEF-61C1-4145-9F0B-580DBB466EFE}"/>
              </a:ext>
            </a:extLst>
          </p:cNvPr>
          <p:cNvSpPr>
            <a:spLocks noGrp="1"/>
          </p:cNvSpPr>
          <p:nvPr/>
        </p:nvSpPr>
        <p:spPr>
          <a:xfrm>
            <a:off x="4065651" y="199945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3" name="Stage1_sixpanel_5634">
            <a:extLst>
              <a:ext uri="{FF2B5EF4-FFF2-40B4-BE49-F238E27FC236}">
                <a16:creationId xmlns:a16="http://schemas.microsoft.com/office/drawing/2014/main" id="{A944A3BA-A67C-44AC-B034-0A2EADB50889}"/>
              </a:ext>
            </a:extLst>
          </p:cNvPr>
          <p:cNvSpPr>
            <a:spLocks noGrp="1"/>
          </p:cNvSpPr>
          <p:nvPr/>
        </p:nvSpPr>
        <p:spPr>
          <a:xfrm>
            <a:off x="3952962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4" name="Stage1_sixpanel_5635">
            <a:extLst>
              <a:ext uri="{FF2B5EF4-FFF2-40B4-BE49-F238E27FC236}">
                <a16:creationId xmlns:a16="http://schemas.microsoft.com/office/drawing/2014/main" id="{ADB71A16-8EAC-4374-80D9-50B8EA50B188}"/>
              </a:ext>
            </a:extLst>
          </p:cNvPr>
          <p:cNvSpPr>
            <a:spLocks noGrp="1"/>
          </p:cNvSpPr>
          <p:nvPr/>
        </p:nvSpPr>
        <p:spPr>
          <a:xfrm>
            <a:off x="3994004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5" name="Stage1_sixpanel_5636">
            <a:extLst>
              <a:ext uri="{FF2B5EF4-FFF2-40B4-BE49-F238E27FC236}">
                <a16:creationId xmlns:a16="http://schemas.microsoft.com/office/drawing/2014/main" id="{CD421D1E-F983-4C74-BEFA-B4025DCB5747}"/>
              </a:ext>
            </a:extLst>
          </p:cNvPr>
          <p:cNvSpPr>
            <a:spLocks noGrp="1"/>
          </p:cNvSpPr>
          <p:nvPr/>
        </p:nvSpPr>
        <p:spPr>
          <a:xfrm>
            <a:off x="3930184" y="169108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6" name="Stage1_sixpanel_5637">
            <a:extLst>
              <a:ext uri="{FF2B5EF4-FFF2-40B4-BE49-F238E27FC236}">
                <a16:creationId xmlns:a16="http://schemas.microsoft.com/office/drawing/2014/main" id="{3509EFB7-D4C2-47E6-B707-F3A6694A8966}"/>
              </a:ext>
            </a:extLst>
          </p:cNvPr>
          <p:cNvSpPr>
            <a:spLocks noGrp="1"/>
          </p:cNvSpPr>
          <p:nvPr/>
        </p:nvSpPr>
        <p:spPr>
          <a:xfrm>
            <a:off x="4064738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7" name="Stage1_sixpanel_5638">
            <a:extLst>
              <a:ext uri="{FF2B5EF4-FFF2-40B4-BE49-F238E27FC236}">
                <a16:creationId xmlns:a16="http://schemas.microsoft.com/office/drawing/2014/main" id="{A56BDDD9-F797-4555-9FFA-9F179B578B9B}"/>
              </a:ext>
            </a:extLst>
          </p:cNvPr>
          <p:cNvSpPr>
            <a:spLocks noGrp="1"/>
          </p:cNvSpPr>
          <p:nvPr/>
        </p:nvSpPr>
        <p:spPr>
          <a:xfrm>
            <a:off x="3999825" y="160681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8" name="Stage1_sixpanel_5639">
            <a:extLst>
              <a:ext uri="{FF2B5EF4-FFF2-40B4-BE49-F238E27FC236}">
                <a16:creationId xmlns:a16="http://schemas.microsoft.com/office/drawing/2014/main" id="{5AF5214B-2226-473F-9285-6D8100E533DC}"/>
              </a:ext>
            </a:extLst>
          </p:cNvPr>
          <p:cNvSpPr>
            <a:spLocks noGrp="1"/>
          </p:cNvSpPr>
          <p:nvPr/>
        </p:nvSpPr>
        <p:spPr>
          <a:xfrm>
            <a:off x="3946985" y="243092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9" name="Stage1_sixpanel_5640">
            <a:extLst>
              <a:ext uri="{FF2B5EF4-FFF2-40B4-BE49-F238E27FC236}">
                <a16:creationId xmlns:a16="http://schemas.microsoft.com/office/drawing/2014/main" id="{6A779F00-8ADD-4318-A1A9-E7E613A785CA}"/>
              </a:ext>
            </a:extLst>
          </p:cNvPr>
          <p:cNvSpPr>
            <a:spLocks noGrp="1"/>
          </p:cNvSpPr>
          <p:nvPr/>
        </p:nvSpPr>
        <p:spPr>
          <a:xfrm>
            <a:off x="399088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0" name="Stage1_sixpanel_5641">
            <a:extLst>
              <a:ext uri="{FF2B5EF4-FFF2-40B4-BE49-F238E27FC236}">
                <a16:creationId xmlns:a16="http://schemas.microsoft.com/office/drawing/2014/main" id="{113EE9CE-A114-4FA4-9147-50EC0990B6FB}"/>
              </a:ext>
            </a:extLst>
          </p:cNvPr>
          <p:cNvSpPr>
            <a:spLocks noGrp="1"/>
          </p:cNvSpPr>
          <p:nvPr/>
        </p:nvSpPr>
        <p:spPr>
          <a:xfrm>
            <a:off x="394337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1" name="Stage1_sixpanel_5642">
            <a:extLst>
              <a:ext uri="{FF2B5EF4-FFF2-40B4-BE49-F238E27FC236}">
                <a16:creationId xmlns:a16="http://schemas.microsoft.com/office/drawing/2014/main" id="{12F7448E-4144-4381-A5AE-94733C926CE5}"/>
              </a:ext>
            </a:extLst>
          </p:cNvPr>
          <p:cNvSpPr>
            <a:spLocks noGrp="1"/>
          </p:cNvSpPr>
          <p:nvPr/>
        </p:nvSpPr>
        <p:spPr>
          <a:xfrm>
            <a:off x="4076603" y="24315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2" name="Stage1_sixpanel_5643">
            <a:extLst>
              <a:ext uri="{FF2B5EF4-FFF2-40B4-BE49-F238E27FC236}">
                <a16:creationId xmlns:a16="http://schemas.microsoft.com/office/drawing/2014/main" id="{446B4B37-7004-45B6-A577-E9B94532CFB0}"/>
              </a:ext>
            </a:extLst>
          </p:cNvPr>
          <p:cNvSpPr>
            <a:spLocks noGrp="1"/>
          </p:cNvSpPr>
          <p:nvPr/>
        </p:nvSpPr>
        <p:spPr>
          <a:xfrm>
            <a:off x="3958096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3" name="Stage1_sixpanel_5644">
            <a:extLst>
              <a:ext uri="{FF2B5EF4-FFF2-40B4-BE49-F238E27FC236}">
                <a16:creationId xmlns:a16="http://schemas.microsoft.com/office/drawing/2014/main" id="{6ACD9AB0-6F98-4616-8604-91D8C7265239}"/>
              </a:ext>
            </a:extLst>
          </p:cNvPr>
          <p:cNvSpPr>
            <a:spLocks noGrp="1"/>
          </p:cNvSpPr>
          <p:nvPr/>
        </p:nvSpPr>
        <p:spPr>
          <a:xfrm>
            <a:off x="394582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4" name="Stage1_sixpanel_5645">
            <a:extLst>
              <a:ext uri="{FF2B5EF4-FFF2-40B4-BE49-F238E27FC236}">
                <a16:creationId xmlns:a16="http://schemas.microsoft.com/office/drawing/2014/main" id="{372B43EC-547C-46A3-8FC5-38296E23FB26}"/>
              </a:ext>
            </a:extLst>
          </p:cNvPr>
          <p:cNvSpPr>
            <a:spLocks noGrp="1"/>
          </p:cNvSpPr>
          <p:nvPr/>
        </p:nvSpPr>
        <p:spPr>
          <a:xfrm>
            <a:off x="4012001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5" name="Stage1_sixpanel_5646">
            <a:extLst>
              <a:ext uri="{FF2B5EF4-FFF2-40B4-BE49-F238E27FC236}">
                <a16:creationId xmlns:a16="http://schemas.microsoft.com/office/drawing/2014/main" id="{8F2CA66B-5FEE-4C2E-81CF-91B3E9F06ED0}"/>
              </a:ext>
            </a:extLst>
          </p:cNvPr>
          <p:cNvSpPr>
            <a:spLocks noGrp="1"/>
          </p:cNvSpPr>
          <p:nvPr/>
        </p:nvSpPr>
        <p:spPr>
          <a:xfrm>
            <a:off x="399523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6" name="Stage1_sixpanel_5647">
            <a:extLst>
              <a:ext uri="{FF2B5EF4-FFF2-40B4-BE49-F238E27FC236}">
                <a16:creationId xmlns:a16="http://schemas.microsoft.com/office/drawing/2014/main" id="{5B43A066-F803-4F59-8ACA-AFE8A2B7B3F4}"/>
              </a:ext>
            </a:extLst>
          </p:cNvPr>
          <p:cNvSpPr>
            <a:spLocks noGrp="1"/>
          </p:cNvSpPr>
          <p:nvPr/>
        </p:nvSpPr>
        <p:spPr>
          <a:xfrm>
            <a:off x="3957114" y="22475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7" name="Stage1_sixpanel_5648">
            <a:extLst>
              <a:ext uri="{FF2B5EF4-FFF2-40B4-BE49-F238E27FC236}">
                <a16:creationId xmlns:a16="http://schemas.microsoft.com/office/drawing/2014/main" id="{DD33BAA8-02D3-412A-96AD-BF34A9471627}"/>
              </a:ext>
            </a:extLst>
          </p:cNvPr>
          <p:cNvSpPr>
            <a:spLocks noGrp="1"/>
          </p:cNvSpPr>
          <p:nvPr/>
        </p:nvSpPr>
        <p:spPr>
          <a:xfrm>
            <a:off x="4075383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8" name="Stage1_sixpanel_5649">
            <a:extLst>
              <a:ext uri="{FF2B5EF4-FFF2-40B4-BE49-F238E27FC236}">
                <a16:creationId xmlns:a16="http://schemas.microsoft.com/office/drawing/2014/main" id="{83428E60-797A-4193-B098-0059F00B949E}"/>
              </a:ext>
            </a:extLst>
          </p:cNvPr>
          <p:cNvSpPr>
            <a:spLocks noGrp="1"/>
          </p:cNvSpPr>
          <p:nvPr/>
        </p:nvSpPr>
        <p:spPr>
          <a:xfrm>
            <a:off x="392696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9" name="Stage1_sixpanel_5650">
            <a:extLst>
              <a:ext uri="{FF2B5EF4-FFF2-40B4-BE49-F238E27FC236}">
                <a16:creationId xmlns:a16="http://schemas.microsoft.com/office/drawing/2014/main" id="{8B59BA5C-EB47-4E7A-9319-6021A695F8DA}"/>
              </a:ext>
            </a:extLst>
          </p:cNvPr>
          <p:cNvSpPr>
            <a:spLocks noGrp="1"/>
          </p:cNvSpPr>
          <p:nvPr/>
        </p:nvSpPr>
        <p:spPr>
          <a:xfrm>
            <a:off x="392147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0" name="Stage1_sixpanel_5651">
            <a:extLst>
              <a:ext uri="{FF2B5EF4-FFF2-40B4-BE49-F238E27FC236}">
                <a16:creationId xmlns:a16="http://schemas.microsoft.com/office/drawing/2014/main" id="{8A135C91-31B1-464D-BD1B-C6A4379FD1B7}"/>
              </a:ext>
            </a:extLst>
          </p:cNvPr>
          <p:cNvSpPr>
            <a:spLocks noGrp="1"/>
          </p:cNvSpPr>
          <p:nvPr/>
        </p:nvSpPr>
        <p:spPr>
          <a:xfrm>
            <a:off x="391567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1" name="Stage1_sixpanel_5652">
            <a:extLst>
              <a:ext uri="{FF2B5EF4-FFF2-40B4-BE49-F238E27FC236}">
                <a16:creationId xmlns:a16="http://schemas.microsoft.com/office/drawing/2014/main" id="{955C4016-89B4-4A17-B68A-FFC977B483CD}"/>
              </a:ext>
            </a:extLst>
          </p:cNvPr>
          <p:cNvSpPr>
            <a:spLocks noGrp="1"/>
          </p:cNvSpPr>
          <p:nvPr/>
        </p:nvSpPr>
        <p:spPr>
          <a:xfrm>
            <a:off x="3931494" y="24424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2" name="Stage1_sixpanel_5653">
            <a:extLst>
              <a:ext uri="{FF2B5EF4-FFF2-40B4-BE49-F238E27FC236}">
                <a16:creationId xmlns:a16="http://schemas.microsoft.com/office/drawing/2014/main" id="{462C68F1-C457-434B-84D6-8AE67D0EDD9E}"/>
              </a:ext>
            </a:extLst>
          </p:cNvPr>
          <p:cNvSpPr>
            <a:spLocks noGrp="1"/>
          </p:cNvSpPr>
          <p:nvPr/>
        </p:nvSpPr>
        <p:spPr>
          <a:xfrm>
            <a:off x="3936363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3" name="Stage1_sixpanel_5654">
            <a:extLst>
              <a:ext uri="{FF2B5EF4-FFF2-40B4-BE49-F238E27FC236}">
                <a16:creationId xmlns:a16="http://schemas.microsoft.com/office/drawing/2014/main" id="{F7E32D22-A847-434C-ADF5-92A4984778E6}"/>
              </a:ext>
            </a:extLst>
          </p:cNvPr>
          <p:cNvSpPr>
            <a:spLocks noGrp="1"/>
          </p:cNvSpPr>
          <p:nvPr/>
        </p:nvSpPr>
        <p:spPr>
          <a:xfrm>
            <a:off x="4072795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4" name="Stage1_sixpanel_5655">
            <a:extLst>
              <a:ext uri="{FF2B5EF4-FFF2-40B4-BE49-F238E27FC236}">
                <a16:creationId xmlns:a16="http://schemas.microsoft.com/office/drawing/2014/main" id="{E810B1F8-7E9E-4FC4-AF0A-1FFA094326D0}"/>
              </a:ext>
            </a:extLst>
          </p:cNvPr>
          <p:cNvSpPr>
            <a:spLocks noGrp="1"/>
          </p:cNvSpPr>
          <p:nvPr/>
        </p:nvSpPr>
        <p:spPr>
          <a:xfrm>
            <a:off x="392233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5" name="Stage1_sixpanel_5656">
            <a:extLst>
              <a:ext uri="{FF2B5EF4-FFF2-40B4-BE49-F238E27FC236}">
                <a16:creationId xmlns:a16="http://schemas.microsoft.com/office/drawing/2014/main" id="{AF3CDED9-D539-4C98-AF5B-BDF5E6951DF9}"/>
              </a:ext>
            </a:extLst>
          </p:cNvPr>
          <p:cNvSpPr>
            <a:spLocks noGrp="1"/>
          </p:cNvSpPr>
          <p:nvPr/>
        </p:nvSpPr>
        <p:spPr>
          <a:xfrm>
            <a:off x="4003920" y="192095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6" name="Stage1_sixpanel_5657">
            <a:extLst>
              <a:ext uri="{FF2B5EF4-FFF2-40B4-BE49-F238E27FC236}">
                <a16:creationId xmlns:a16="http://schemas.microsoft.com/office/drawing/2014/main" id="{B0255242-7A61-4254-B3B9-F2BC20C5939C}"/>
              </a:ext>
            </a:extLst>
          </p:cNvPr>
          <p:cNvSpPr>
            <a:spLocks noGrp="1"/>
          </p:cNvSpPr>
          <p:nvPr/>
        </p:nvSpPr>
        <p:spPr>
          <a:xfrm>
            <a:off x="3997372" y="203166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7" name="Stage1_sixpanel_5658">
            <a:extLst>
              <a:ext uri="{FF2B5EF4-FFF2-40B4-BE49-F238E27FC236}">
                <a16:creationId xmlns:a16="http://schemas.microsoft.com/office/drawing/2014/main" id="{EFF42307-987C-4B20-BBCD-A1641F93683C}"/>
              </a:ext>
            </a:extLst>
          </p:cNvPr>
          <p:cNvSpPr>
            <a:spLocks noGrp="1"/>
          </p:cNvSpPr>
          <p:nvPr/>
        </p:nvSpPr>
        <p:spPr>
          <a:xfrm>
            <a:off x="394275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8" name="Stage1_sixpanel_5659">
            <a:extLst>
              <a:ext uri="{FF2B5EF4-FFF2-40B4-BE49-F238E27FC236}">
                <a16:creationId xmlns:a16="http://schemas.microsoft.com/office/drawing/2014/main" id="{B0ADB85D-0937-4EC5-94E9-E18D88FDE257}"/>
              </a:ext>
            </a:extLst>
          </p:cNvPr>
          <p:cNvSpPr>
            <a:spLocks noGrp="1"/>
          </p:cNvSpPr>
          <p:nvPr/>
        </p:nvSpPr>
        <p:spPr>
          <a:xfrm>
            <a:off x="402044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9" name="Stage1_sixpanel_5660">
            <a:extLst>
              <a:ext uri="{FF2B5EF4-FFF2-40B4-BE49-F238E27FC236}">
                <a16:creationId xmlns:a16="http://schemas.microsoft.com/office/drawing/2014/main" id="{4EF9AB22-0881-476F-9541-113DA20C9A57}"/>
              </a:ext>
            </a:extLst>
          </p:cNvPr>
          <p:cNvSpPr>
            <a:spLocks noGrp="1"/>
          </p:cNvSpPr>
          <p:nvPr/>
        </p:nvSpPr>
        <p:spPr>
          <a:xfrm>
            <a:off x="3934242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0" name="Stage1_sixpanel_5661">
            <a:extLst>
              <a:ext uri="{FF2B5EF4-FFF2-40B4-BE49-F238E27FC236}">
                <a16:creationId xmlns:a16="http://schemas.microsoft.com/office/drawing/2014/main" id="{54C94D30-8431-4218-9051-66669ECFD624}"/>
              </a:ext>
            </a:extLst>
          </p:cNvPr>
          <p:cNvSpPr>
            <a:spLocks noGrp="1"/>
          </p:cNvSpPr>
          <p:nvPr/>
        </p:nvSpPr>
        <p:spPr>
          <a:xfrm>
            <a:off x="392333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1" name="Stage1_sixpanel_5662">
            <a:extLst>
              <a:ext uri="{FF2B5EF4-FFF2-40B4-BE49-F238E27FC236}">
                <a16:creationId xmlns:a16="http://schemas.microsoft.com/office/drawing/2014/main" id="{E063F18A-C778-49F5-83EE-A975D94BA1BB}"/>
              </a:ext>
            </a:extLst>
          </p:cNvPr>
          <p:cNvSpPr>
            <a:spLocks noGrp="1"/>
          </p:cNvSpPr>
          <p:nvPr/>
        </p:nvSpPr>
        <p:spPr>
          <a:xfrm>
            <a:off x="3943221" y="16188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2" name="Stage1_sixpanel_5663">
            <a:extLst>
              <a:ext uri="{FF2B5EF4-FFF2-40B4-BE49-F238E27FC236}">
                <a16:creationId xmlns:a16="http://schemas.microsoft.com/office/drawing/2014/main" id="{E954630C-CECC-4BB2-8737-201B8CAD02A1}"/>
              </a:ext>
            </a:extLst>
          </p:cNvPr>
          <p:cNvSpPr>
            <a:spLocks noGrp="1"/>
          </p:cNvSpPr>
          <p:nvPr/>
        </p:nvSpPr>
        <p:spPr>
          <a:xfrm>
            <a:off x="3998648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3" name="Stage1_sixpanel_5664">
            <a:extLst>
              <a:ext uri="{FF2B5EF4-FFF2-40B4-BE49-F238E27FC236}">
                <a16:creationId xmlns:a16="http://schemas.microsoft.com/office/drawing/2014/main" id="{33FA9BC9-4FB5-4A7E-9D69-8C7FE7BA37C0}"/>
              </a:ext>
            </a:extLst>
          </p:cNvPr>
          <p:cNvSpPr>
            <a:spLocks noGrp="1"/>
          </p:cNvSpPr>
          <p:nvPr/>
        </p:nvSpPr>
        <p:spPr>
          <a:xfrm>
            <a:off x="3911871" y="18384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4" name="Stage1_sixpanel_5665">
            <a:extLst>
              <a:ext uri="{FF2B5EF4-FFF2-40B4-BE49-F238E27FC236}">
                <a16:creationId xmlns:a16="http://schemas.microsoft.com/office/drawing/2014/main" id="{7AA7EB23-7457-46D4-9E81-95F7478ECA55}"/>
              </a:ext>
            </a:extLst>
          </p:cNvPr>
          <p:cNvSpPr>
            <a:spLocks noGrp="1"/>
          </p:cNvSpPr>
          <p:nvPr/>
        </p:nvSpPr>
        <p:spPr>
          <a:xfrm>
            <a:off x="4052819" y="158869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5" name="Stage1_sixpanel_5666">
            <a:extLst>
              <a:ext uri="{FF2B5EF4-FFF2-40B4-BE49-F238E27FC236}">
                <a16:creationId xmlns:a16="http://schemas.microsoft.com/office/drawing/2014/main" id="{616CC5D2-AF0E-4D39-8670-31D6EE5E7073}"/>
              </a:ext>
            </a:extLst>
          </p:cNvPr>
          <p:cNvSpPr>
            <a:spLocks noGrp="1"/>
          </p:cNvSpPr>
          <p:nvPr/>
        </p:nvSpPr>
        <p:spPr>
          <a:xfrm>
            <a:off x="400419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6" name="Stage1_sixpanel_5667">
            <a:extLst>
              <a:ext uri="{FF2B5EF4-FFF2-40B4-BE49-F238E27FC236}">
                <a16:creationId xmlns:a16="http://schemas.microsoft.com/office/drawing/2014/main" id="{7736D19D-5562-4F14-9834-F9B4876DBA96}"/>
              </a:ext>
            </a:extLst>
          </p:cNvPr>
          <p:cNvSpPr>
            <a:spLocks noGrp="1"/>
          </p:cNvSpPr>
          <p:nvPr/>
        </p:nvSpPr>
        <p:spPr>
          <a:xfrm>
            <a:off x="398439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7" name="Stage1_sixpanel_5668">
            <a:extLst>
              <a:ext uri="{FF2B5EF4-FFF2-40B4-BE49-F238E27FC236}">
                <a16:creationId xmlns:a16="http://schemas.microsoft.com/office/drawing/2014/main" id="{4D1080CD-87B3-430E-A39F-D3DE38B31868}"/>
              </a:ext>
            </a:extLst>
          </p:cNvPr>
          <p:cNvSpPr>
            <a:spLocks noGrp="1"/>
          </p:cNvSpPr>
          <p:nvPr/>
        </p:nvSpPr>
        <p:spPr>
          <a:xfrm>
            <a:off x="403797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8" name="Stage1_sixpanel_5669">
            <a:extLst>
              <a:ext uri="{FF2B5EF4-FFF2-40B4-BE49-F238E27FC236}">
                <a16:creationId xmlns:a16="http://schemas.microsoft.com/office/drawing/2014/main" id="{2FE6F4F1-2F89-4173-BFEC-B8720E40C45A}"/>
              </a:ext>
            </a:extLst>
          </p:cNvPr>
          <p:cNvSpPr>
            <a:spLocks noGrp="1"/>
          </p:cNvSpPr>
          <p:nvPr/>
        </p:nvSpPr>
        <p:spPr>
          <a:xfrm>
            <a:off x="4015585" y="15676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9" name="Stage1_sixpanel_5670">
            <a:extLst>
              <a:ext uri="{FF2B5EF4-FFF2-40B4-BE49-F238E27FC236}">
                <a16:creationId xmlns:a16="http://schemas.microsoft.com/office/drawing/2014/main" id="{B8029145-BEEF-4AF0-9274-2B80ECD00DD7}"/>
              </a:ext>
            </a:extLst>
          </p:cNvPr>
          <p:cNvSpPr>
            <a:spLocks noGrp="1"/>
          </p:cNvSpPr>
          <p:nvPr/>
        </p:nvSpPr>
        <p:spPr>
          <a:xfrm>
            <a:off x="3991369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0" name="Stage1_sixpanel_5671">
            <a:extLst>
              <a:ext uri="{FF2B5EF4-FFF2-40B4-BE49-F238E27FC236}">
                <a16:creationId xmlns:a16="http://schemas.microsoft.com/office/drawing/2014/main" id="{B1BBD98B-5D1D-4989-91DA-251B3FF27C5E}"/>
              </a:ext>
            </a:extLst>
          </p:cNvPr>
          <p:cNvSpPr>
            <a:spLocks noGrp="1"/>
          </p:cNvSpPr>
          <p:nvPr/>
        </p:nvSpPr>
        <p:spPr>
          <a:xfrm>
            <a:off x="3959307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1" name="Stage1_sixpanel_5672">
            <a:extLst>
              <a:ext uri="{FF2B5EF4-FFF2-40B4-BE49-F238E27FC236}">
                <a16:creationId xmlns:a16="http://schemas.microsoft.com/office/drawing/2014/main" id="{FF1BFCD6-19C8-4A29-89CD-26883C809E4B}"/>
              </a:ext>
            </a:extLst>
          </p:cNvPr>
          <p:cNvSpPr>
            <a:spLocks noGrp="1"/>
          </p:cNvSpPr>
          <p:nvPr/>
        </p:nvSpPr>
        <p:spPr>
          <a:xfrm>
            <a:off x="4000235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2" name="Stage1_sixpanel_5673">
            <a:extLst>
              <a:ext uri="{FF2B5EF4-FFF2-40B4-BE49-F238E27FC236}">
                <a16:creationId xmlns:a16="http://schemas.microsoft.com/office/drawing/2014/main" id="{C0CFB5D2-EF9B-4F9F-98F5-5AFFFA1AC364}"/>
              </a:ext>
            </a:extLst>
          </p:cNvPr>
          <p:cNvSpPr>
            <a:spLocks noGrp="1"/>
          </p:cNvSpPr>
          <p:nvPr/>
        </p:nvSpPr>
        <p:spPr>
          <a:xfrm>
            <a:off x="3916342" y="17927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3" name="Stage1_sixpanel_5674">
            <a:extLst>
              <a:ext uri="{FF2B5EF4-FFF2-40B4-BE49-F238E27FC236}">
                <a16:creationId xmlns:a16="http://schemas.microsoft.com/office/drawing/2014/main" id="{59273C81-C004-43A2-99BE-52D29AF79E99}"/>
              </a:ext>
            </a:extLst>
          </p:cNvPr>
          <p:cNvSpPr>
            <a:spLocks noGrp="1"/>
          </p:cNvSpPr>
          <p:nvPr/>
        </p:nvSpPr>
        <p:spPr>
          <a:xfrm>
            <a:off x="396019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4" name="Stage1_sixpanel_5675">
            <a:extLst>
              <a:ext uri="{FF2B5EF4-FFF2-40B4-BE49-F238E27FC236}">
                <a16:creationId xmlns:a16="http://schemas.microsoft.com/office/drawing/2014/main" id="{787D025A-5990-4B79-95A2-F343A91B0A3D}"/>
              </a:ext>
            </a:extLst>
          </p:cNvPr>
          <p:cNvSpPr>
            <a:spLocks noGrp="1"/>
          </p:cNvSpPr>
          <p:nvPr/>
        </p:nvSpPr>
        <p:spPr>
          <a:xfrm>
            <a:off x="400617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5" name="Stage1_sixpanel_5676">
            <a:extLst>
              <a:ext uri="{FF2B5EF4-FFF2-40B4-BE49-F238E27FC236}">
                <a16:creationId xmlns:a16="http://schemas.microsoft.com/office/drawing/2014/main" id="{582FC8A2-0CAF-4A57-AE97-7E6822F37114}"/>
              </a:ext>
            </a:extLst>
          </p:cNvPr>
          <p:cNvSpPr>
            <a:spLocks noGrp="1"/>
          </p:cNvSpPr>
          <p:nvPr/>
        </p:nvSpPr>
        <p:spPr>
          <a:xfrm>
            <a:off x="4058765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6" name="Stage1_sixpanel_5677">
            <a:extLst>
              <a:ext uri="{FF2B5EF4-FFF2-40B4-BE49-F238E27FC236}">
                <a16:creationId xmlns:a16="http://schemas.microsoft.com/office/drawing/2014/main" id="{53ECCEF3-64A1-4D95-8518-4151D1ECA61F}"/>
              </a:ext>
            </a:extLst>
          </p:cNvPr>
          <p:cNvSpPr>
            <a:spLocks noGrp="1"/>
          </p:cNvSpPr>
          <p:nvPr/>
        </p:nvSpPr>
        <p:spPr>
          <a:xfrm>
            <a:off x="404903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7" name="Stage1_sixpanel_5678">
            <a:extLst>
              <a:ext uri="{FF2B5EF4-FFF2-40B4-BE49-F238E27FC236}">
                <a16:creationId xmlns:a16="http://schemas.microsoft.com/office/drawing/2014/main" id="{444FE915-4884-4348-9A62-AF405ED97D34}"/>
              </a:ext>
            </a:extLst>
          </p:cNvPr>
          <p:cNvSpPr>
            <a:spLocks noGrp="1"/>
          </p:cNvSpPr>
          <p:nvPr/>
        </p:nvSpPr>
        <p:spPr>
          <a:xfrm>
            <a:off x="4031518" y="199992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8" name="Stage1_sixpanel_5679">
            <a:extLst>
              <a:ext uri="{FF2B5EF4-FFF2-40B4-BE49-F238E27FC236}">
                <a16:creationId xmlns:a16="http://schemas.microsoft.com/office/drawing/2014/main" id="{BD2D60A4-FDB0-40B3-99AD-DE31E13622F3}"/>
              </a:ext>
            </a:extLst>
          </p:cNvPr>
          <p:cNvSpPr>
            <a:spLocks noGrp="1"/>
          </p:cNvSpPr>
          <p:nvPr/>
        </p:nvSpPr>
        <p:spPr>
          <a:xfrm>
            <a:off x="392902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9" name="Stage1_sixpanel_5680">
            <a:extLst>
              <a:ext uri="{FF2B5EF4-FFF2-40B4-BE49-F238E27FC236}">
                <a16:creationId xmlns:a16="http://schemas.microsoft.com/office/drawing/2014/main" id="{4E34EAF8-23E6-4154-AD0F-977DC63FEB5C}"/>
              </a:ext>
            </a:extLst>
          </p:cNvPr>
          <p:cNvSpPr>
            <a:spLocks noGrp="1"/>
          </p:cNvSpPr>
          <p:nvPr/>
        </p:nvSpPr>
        <p:spPr>
          <a:xfrm>
            <a:off x="4025431" y="23413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0" name="Stage1_sixpanel_5681">
            <a:extLst>
              <a:ext uri="{FF2B5EF4-FFF2-40B4-BE49-F238E27FC236}">
                <a16:creationId xmlns:a16="http://schemas.microsoft.com/office/drawing/2014/main" id="{EE577CF4-85AF-4B15-9F5B-E7F42766BBA2}"/>
              </a:ext>
            </a:extLst>
          </p:cNvPr>
          <p:cNvSpPr>
            <a:spLocks noGrp="1"/>
          </p:cNvSpPr>
          <p:nvPr/>
        </p:nvSpPr>
        <p:spPr>
          <a:xfrm>
            <a:off x="4028823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1" name="Stage1_sixpanel_5682">
            <a:extLst>
              <a:ext uri="{FF2B5EF4-FFF2-40B4-BE49-F238E27FC236}">
                <a16:creationId xmlns:a16="http://schemas.microsoft.com/office/drawing/2014/main" id="{88FD1080-DD2E-410E-A212-6512ECFB4F7C}"/>
              </a:ext>
            </a:extLst>
          </p:cNvPr>
          <p:cNvSpPr>
            <a:spLocks noGrp="1"/>
          </p:cNvSpPr>
          <p:nvPr/>
        </p:nvSpPr>
        <p:spPr>
          <a:xfrm>
            <a:off x="404992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2" name="Stage1_sixpanel_5683">
            <a:extLst>
              <a:ext uri="{FF2B5EF4-FFF2-40B4-BE49-F238E27FC236}">
                <a16:creationId xmlns:a16="http://schemas.microsoft.com/office/drawing/2014/main" id="{8A797B94-BB75-407C-8016-54957A715D7F}"/>
              </a:ext>
            </a:extLst>
          </p:cNvPr>
          <p:cNvSpPr>
            <a:spLocks noGrp="1"/>
          </p:cNvSpPr>
          <p:nvPr/>
        </p:nvSpPr>
        <p:spPr>
          <a:xfrm>
            <a:off x="402778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3" name="Stage1_sixpanel_5684">
            <a:extLst>
              <a:ext uri="{FF2B5EF4-FFF2-40B4-BE49-F238E27FC236}">
                <a16:creationId xmlns:a16="http://schemas.microsoft.com/office/drawing/2014/main" id="{B2BE9ADE-377E-4C54-ADD8-DCDDB980B40A}"/>
              </a:ext>
            </a:extLst>
          </p:cNvPr>
          <p:cNvSpPr>
            <a:spLocks noGrp="1"/>
          </p:cNvSpPr>
          <p:nvPr/>
        </p:nvSpPr>
        <p:spPr>
          <a:xfrm>
            <a:off x="402653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4" name="Stage1_sixpanel_5685">
            <a:extLst>
              <a:ext uri="{FF2B5EF4-FFF2-40B4-BE49-F238E27FC236}">
                <a16:creationId xmlns:a16="http://schemas.microsoft.com/office/drawing/2014/main" id="{682820C1-7380-4467-9293-7D34AD650A96}"/>
              </a:ext>
            </a:extLst>
          </p:cNvPr>
          <p:cNvSpPr>
            <a:spLocks noGrp="1"/>
          </p:cNvSpPr>
          <p:nvPr/>
        </p:nvSpPr>
        <p:spPr>
          <a:xfrm>
            <a:off x="395979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5" name="Stage1_sixpanel_5686">
            <a:extLst>
              <a:ext uri="{FF2B5EF4-FFF2-40B4-BE49-F238E27FC236}">
                <a16:creationId xmlns:a16="http://schemas.microsoft.com/office/drawing/2014/main" id="{38283420-19A5-4D07-9361-C15D9D885353}"/>
              </a:ext>
            </a:extLst>
          </p:cNvPr>
          <p:cNvSpPr>
            <a:spLocks noGrp="1"/>
          </p:cNvSpPr>
          <p:nvPr/>
        </p:nvSpPr>
        <p:spPr>
          <a:xfrm>
            <a:off x="3931237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6" name="Stage1_sixpanel_5687">
            <a:extLst>
              <a:ext uri="{FF2B5EF4-FFF2-40B4-BE49-F238E27FC236}">
                <a16:creationId xmlns:a16="http://schemas.microsoft.com/office/drawing/2014/main" id="{80710AE8-B7C9-4557-AEA2-DA9E59C9214C}"/>
              </a:ext>
            </a:extLst>
          </p:cNvPr>
          <p:cNvSpPr>
            <a:spLocks noGrp="1"/>
          </p:cNvSpPr>
          <p:nvPr/>
        </p:nvSpPr>
        <p:spPr>
          <a:xfrm>
            <a:off x="394358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7" name="Stage1_sixpanel_5688">
            <a:extLst>
              <a:ext uri="{FF2B5EF4-FFF2-40B4-BE49-F238E27FC236}">
                <a16:creationId xmlns:a16="http://schemas.microsoft.com/office/drawing/2014/main" id="{BCF3A660-05DD-47AA-8814-C21EB84D622C}"/>
              </a:ext>
            </a:extLst>
          </p:cNvPr>
          <p:cNvSpPr>
            <a:spLocks noGrp="1"/>
          </p:cNvSpPr>
          <p:nvPr/>
        </p:nvSpPr>
        <p:spPr>
          <a:xfrm>
            <a:off x="4036711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8" name="Stage1_sixpanel_5689">
            <a:extLst>
              <a:ext uri="{FF2B5EF4-FFF2-40B4-BE49-F238E27FC236}">
                <a16:creationId xmlns:a16="http://schemas.microsoft.com/office/drawing/2014/main" id="{E465AA4E-239D-45CA-8D28-D99169B2F5A7}"/>
              </a:ext>
            </a:extLst>
          </p:cNvPr>
          <p:cNvSpPr>
            <a:spLocks noGrp="1"/>
          </p:cNvSpPr>
          <p:nvPr/>
        </p:nvSpPr>
        <p:spPr>
          <a:xfrm>
            <a:off x="402891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9" name="Stage1_sixpanel_5690">
            <a:extLst>
              <a:ext uri="{FF2B5EF4-FFF2-40B4-BE49-F238E27FC236}">
                <a16:creationId xmlns:a16="http://schemas.microsoft.com/office/drawing/2014/main" id="{918DA587-F0B5-490F-8B74-2BCE62AECD09}"/>
              </a:ext>
            </a:extLst>
          </p:cNvPr>
          <p:cNvSpPr>
            <a:spLocks noGrp="1"/>
          </p:cNvSpPr>
          <p:nvPr/>
        </p:nvSpPr>
        <p:spPr>
          <a:xfrm>
            <a:off x="3975758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0" name="Stage1_sixpanel_5691">
            <a:extLst>
              <a:ext uri="{FF2B5EF4-FFF2-40B4-BE49-F238E27FC236}">
                <a16:creationId xmlns:a16="http://schemas.microsoft.com/office/drawing/2014/main" id="{1AC62FAD-41DF-4502-BD8A-E2AD6C98C3D8}"/>
              </a:ext>
            </a:extLst>
          </p:cNvPr>
          <p:cNvSpPr>
            <a:spLocks noGrp="1"/>
          </p:cNvSpPr>
          <p:nvPr/>
        </p:nvSpPr>
        <p:spPr>
          <a:xfrm>
            <a:off x="4027830" y="23902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1" name="Stage1_sixpanel_5692">
            <a:extLst>
              <a:ext uri="{FF2B5EF4-FFF2-40B4-BE49-F238E27FC236}">
                <a16:creationId xmlns:a16="http://schemas.microsoft.com/office/drawing/2014/main" id="{59C3B051-E421-4EA5-BD69-F75FBDD38E61}"/>
              </a:ext>
            </a:extLst>
          </p:cNvPr>
          <p:cNvSpPr>
            <a:spLocks noGrp="1"/>
          </p:cNvSpPr>
          <p:nvPr/>
        </p:nvSpPr>
        <p:spPr>
          <a:xfrm>
            <a:off x="397480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2" name="Stage1_sixpanel_5693">
            <a:extLst>
              <a:ext uri="{FF2B5EF4-FFF2-40B4-BE49-F238E27FC236}">
                <a16:creationId xmlns:a16="http://schemas.microsoft.com/office/drawing/2014/main" id="{0FA1F375-996C-4E74-8E69-9A78863D8271}"/>
              </a:ext>
            </a:extLst>
          </p:cNvPr>
          <p:cNvSpPr>
            <a:spLocks noGrp="1"/>
          </p:cNvSpPr>
          <p:nvPr/>
        </p:nvSpPr>
        <p:spPr>
          <a:xfrm>
            <a:off x="3943440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3" name="Stage1_sixpanel_5694">
            <a:extLst>
              <a:ext uri="{FF2B5EF4-FFF2-40B4-BE49-F238E27FC236}">
                <a16:creationId xmlns:a16="http://schemas.microsoft.com/office/drawing/2014/main" id="{482F4E29-8B94-4A7A-A3D8-890552AFE458}"/>
              </a:ext>
            </a:extLst>
          </p:cNvPr>
          <p:cNvSpPr>
            <a:spLocks noGrp="1"/>
          </p:cNvSpPr>
          <p:nvPr/>
        </p:nvSpPr>
        <p:spPr>
          <a:xfrm>
            <a:off x="3942237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4" name="Stage1_sixpanel_5695">
            <a:extLst>
              <a:ext uri="{FF2B5EF4-FFF2-40B4-BE49-F238E27FC236}">
                <a16:creationId xmlns:a16="http://schemas.microsoft.com/office/drawing/2014/main" id="{B31040C7-3A6F-4E72-A2FF-EBCFA11DE3FB}"/>
              </a:ext>
            </a:extLst>
          </p:cNvPr>
          <p:cNvSpPr>
            <a:spLocks noGrp="1"/>
          </p:cNvSpPr>
          <p:nvPr/>
        </p:nvSpPr>
        <p:spPr>
          <a:xfrm>
            <a:off x="3965729" y="259595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5" name="Stage1_sixpanel_5696">
            <a:extLst>
              <a:ext uri="{FF2B5EF4-FFF2-40B4-BE49-F238E27FC236}">
                <a16:creationId xmlns:a16="http://schemas.microsoft.com/office/drawing/2014/main" id="{C9BF845C-BEA2-4309-9F18-64FE4A14C41C}"/>
              </a:ext>
            </a:extLst>
          </p:cNvPr>
          <p:cNvSpPr>
            <a:spLocks noGrp="1"/>
          </p:cNvSpPr>
          <p:nvPr/>
        </p:nvSpPr>
        <p:spPr>
          <a:xfrm>
            <a:off x="3929882" y="17578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6" name="Stage1_sixpanel_5697">
            <a:extLst>
              <a:ext uri="{FF2B5EF4-FFF2-40B4-BE49-F238E27FC236}">
                <a16:creationId xmlns:a16="http://schemas.microsoft.com/office/drawing/2014/main" id="{3CBDA8D1-964A-4F15-BAA6-FE7C7C0BDFC7}"/>
              </a:ext>
            </a:extLst>
          </p:cNvPr>
          <p:cNvSpPr>
            <a:spLocks noGrp="1"/>
          </p:cNvSpPr>
          <p:nvPr/>
        </p:nvSpPr>
        <p:spPr>
          <a:xfrm>
            <a:off x="3980474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7" name="Stage1_sixpanel_5698">
            <a:extLst>
              <a:ext uri="{FF2B5EF4-FFF2-40B4-BE49-F238E27FC236}">
                <a16:creationId xmlns:a16="http://schemas.microsoft.com/office/drawing/2014/main" id="{16D9FD62-AFDE-46FB-9461-F7A97EDBD73F}"/>
              </a:ext>
            </a:extLst>
          </p:cNvPr>
          <p:cNvSpPr>
            <a:spLocks noGrp="1"/>
          </p:cNvSpPr>
          <p:nvPr/>
        </p:nvSpPr>
        <p:spPr>
          <a:xfrm>
            <a:off x="392176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8" name="Stage1_sixpanel_5699">
            <a:extLst>
              <a:ext uri="{FF2B5EF4-FFF2-40B4-BE49-F238E27FC236}">
                <a16:creationId xmlns:a16="http://schemas.microsoft.com/office/drawing/2014/main" id="{F38D4C73-F761-4358-BD78-5F93056DA46C}"/>
              </a:ext>
            </a:extLst>
          </p:cNvPr>
          <p:cNvSpPr>
            <a:spLocks noGrp="1"/>
          </p:cNvSpPr>
          <p:nvPr/>
        </p:nvSpPr>
        <p:spPr>
          <a:xfrm>
            <a:off x="3919824" y="25391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9" name="Stage1_sixpanel_5700">
            <a:extLst>
              <a:ext uri="{FF2B5EF4-FFF2-40B4-BE49-F238E27FC236}">
                <a16:creationId xmlns:a16="http://schemas.microsoft.com/office/drawing/2014/main" id="{958F963F-0FCA-4822-863D-2F9961B41FE6}"/>
              </a:ext>
            </a:extLst>
          </p:cNvPr>
          <p:cNvSpPr>
            <a:spLocks noGrp="1"/>
          </p:cNvSpPr>
          <p:nvPr/>
        </p:nvSpPr>
        <p:spPr>
          <a:xfrm>
            <a:off x="400354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0" name="Stage1_sixpanel_5701">
            <a:extLst>
              <a:ext uri="{FF2B5EF4-FFF2-40B4-BE49-F238E27FC236}">
                <a16:creationId xmlns:a16="http://schemas.microsoft.com/office/drawing/2014/main" id="{B246A46E-56C3-499C-BFDE-B9583BF0280E}"/>
              </a:ext>
            </a:extLst>
          </p:cNvPr>
          <p:cNvSpPr>
            <a:spLocks noGrp="1"/>
          </p:cNvSpPr>
          <p:nvPr/>
        </p:nvSpPr>
        <p:spPr>
          <a:xfrm>
            <a:off x="3946982" y="23558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1" name="Stage1_sixpanel_5702">
            <a:extLst>
              <a:ext uri="{FF2B5EF4-FFF2-40B4-BE49-F238E27FC236}">
                <a16:creationId xmlns:a16="http://schemas.microsoft.com/office/drawing/2014/main" id="{6F47EE38-C393-43F9-B7E5-E9BE3FB71C40}"/>
              </a:ext>
            </a:extLst>
          </p:cNvPr>
          <p:cNvSpPr>
            <a:spLocks noGrp="1"/>
          </p:cNvSpPr>
          <p:nvPr/>
        </p:nvSpPr>
        <p:spPr>
          <a:xfrm>
            <a:off x="3940390" y="253399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2" name="Stage1_sixpanel_5703">
            <a:extLst>
              <a:ext uri="{FF2B5EF4-FFF2-40B4-BE49-F238E27FC236}">
                <a16:creationId xmlns:a16="http://schemas.microsoft.com/office/drawing/2014/main" id="{59425765-B9B2-4C80-81E4-65082E5BEBB6}"/>
              </a:ext>
            </a:extLst>
          </p:cNvPr>
          <p:cNvSpPr>
            <a:spLocks noGrp="1"/>
          </p:cNvSpPr>
          <p:nvPr/>
        </p:nvSpPr>
        <p:spPr>
          <a:xfrm>
            <a:off x="4073256" y="20467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3" name="Stage1_sixpanel_5704">
            <a:extLst>
              <a:ext uri="{FF2B5EF4-FFF2-40B4-BE49-F238E27FC236}">
                <a16:creationId xmlns:a16="http://schemas.microsoft.com/office/drawing/2014/main" id="{9BBE3D9C-FA11-4125-9223-2E6D402C2F97}"/>
              </a:ext>
            </a:extLst>
          </p:cNvPr>
          <p:cNvSpPr>
            <a:spLocks noGrp="1"/>
          </p:cNvSpPr>
          <p:nvPr/>
        </p:nvSpPr>
        <p:spPr>
          <a:xfrm>
            <a:off x="405302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4" name="Stage1_sixpanel_5705">
            <a:extLst>
              <a:ext uri="{FF2B5EF4-FFF2-40B4-BE49-F238E27FC236}">
                <a16:creationId xmlns:a16="http://schemas.microsoft.com/office/drawing/2014/main" id="{820D19B0-5555-48E6-B1F0-2E639A55BB59}"/>
              </a:ext>
            </a:extLst>
          </p:cNvPr>
          <p:cNvSpPr>
            <a:spLocks noGrp="1"/>
          </p:cNvSpPr>
          <p:nvPr/>
        </p:nvSpPr>
        <p:spPr>
          <a:xfrm>
            <a:off x="3940700" y="13133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5" name="Stage1_sixpanel_5706">
            <a:extLst>
              <a:ext uri="{FF2B5EF4-FFF2-40B4-BE49-F238E27FC236}">
                <a16:creationId xmlns:a16="http://schemas.microsoft.com/office/drawing/2014/main" id="{7DA654B8-BF2A-4FE7-82EA-23B13F89969D}"/>
              </a:ext>
            </a:extLst>
          </p:cNvPr>
          <p:cNvSpPr>
            <a:spLocks noGrp="1"/>
          </p:cNvSpPr>
          <p:nvPr/>
        </p:nvSpPr>
        <p:spPr>
          <a:xfrm>
            <a:off x="406604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6" name="Stage1_sixpanel_5707">
            <a:extLst>
              <a:ext uri="{FF2B5EF4-FFF2-40B4-BE49-F238E27FC236}">
                <a16:creationId xmlns:a16="http://schemas.microsoft.com/office/drawing/2014/main" id="{5928C162-0EE4-4DA5-BA7C-84469E836537}"/>
              </a:ext>
            </a:extLst>
          </p:cNvPr>
          <p:cNvSpPr>
            <a:spLocks noGrp="1"/>
          </p:cNvSpPr>
          <p:nvPr/>
        </p:nvSpPr>
        <p:spPr>
          <a:xfrm>
            <a:off x="4050450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7" name="Stage1_sixpanel_5708">
            <a:extLst>
              <a:ext uri="{FF2B5EF4-FFF2-40B4-BE49-F238E27FC236}">
                <a16:creationId xmlns:a16="http://schemas.microsoft.com/office/drawing/2014/main" id="{F53F767D-395E-47F6-AE94-4315D0F0E8A8}"/>
              </a:ext>
            </a:extLst>
          </p:cNvPr>
          <p:cNvSpPr>
            <a:spLocks noGrp="1"/>
          </p:cNvSpPr>
          <p:nvPr/>
        </p:nvSpPr>
        <p:spPr>
          <a:xfrm>
            <a:off x="401427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8" name="Stage1_sixpanel_5709">
            <a:extLst>
              <a:ext uri="{FF2B5EF4-FFF2-40B4-BE49-F238E27FC236}">
                <a16:creationId xmlns:a16="http://schemas.microsoft.com/office/drawing/2014/main" id="{8DD949D9-2B79-4F17-8410-FB41E60A992D}"/>
              </a:ext>
            </a:extLst>
          </p:cNvPr>
          <p:cNvSpPr>
            <a:spLocks noGrp="1"/>
          </p:cNvSpPr>
          <p:nvPr/>
        </p:nvSpPr>
        <p:spPr>
          <a:xfrm>
            <a:off x="3946568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9" name="Stage1_sixpanel_5710">
            <a:extLst>
              <a:ext uri="{FF2B5EF4-FFF2-40B4-BE49-F238E27FC236}">
                <a16:creationId xmlns:a16="http://schemas.microsoft.com/office/drawing/2014/main" id="{37038DAC-98CD-4DAC-8974-C5C8956AEDB3}"/>
              </a:ext>
            </a:extLst>
          </p:cNvPr>
          <p:cNvSpPr>
            <a:spLocks noGrp="1"/>
          </p:cNvSpPr>
          <p:nvPr/>
        </p:nvSpPr>
        <p:spPr>
          <a:xfrm>
            <a:off x="3917502" y="191100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0" name="Stage1_sixpanel_5711">
            <a:extLst>
              <a:ext uri="{FF2B5EF4-FFF2-40B4-BE49-F238E27FC236}">
                <a16:creationId xmlns:a16="http://schemas.microsoft.com/office/drawing/2014/main" id="{05B50CF9-90EA-4C13-9274-FD24B0BADDFA}"/>
              </a:ext>
            </a:extLst>
          </p:cNvPr>
          <p:cNvSpPr>
            <a:spLocks noGrp="1"/>
          </p:cNvSpPr>
          <p:nvPr/>
        </p:nvSpPr>
        <p:spPr>
          <a:xfrm>
            <a:off x="405898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1" name="Stage1_sixpanel_5712">
            <a:extLst>
              <a:ext uri="{FF2B5EF4-FFF2-40B4-BE49-F238E27FC236}">
                <a16:creationId xmlns:a16="http://schemas.microsoft.com/office/drawing/2014/main" id="{3B9FC34C-2146-43F3-ACED-5AC06BBC3C4D}"/>
              </a:ext>
            </a:extLst>
          </p:cNvPr>
          <p:cNvSpPr>
            <a:spLocks noGrp="1"/>
          </p:cNvSpPr>
          <p:nvPr/>
        </p:nvSpPr>
        <p:spPr>
          <a:xfrm>
            <a:off x="4057541" y="169915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2" name="Stage1_sixpanel_5713">
            <a:extLst>
              <a:ext uri="{FF2B5EF4-FFF2-40B4-BE49-F238E27FC236}">
                <a16:creationId xmlns:a16="http://schemas.microsoft.com/office/drawing/2014/main" id="{F7757AC0-C5CF-4461-B1A1-668F075C4B05}"/>
              </a:ext>
            </a:extLst>
          </p:cNvPr>
          <p:cNvSpPr>
            <a:spLocks noGrp="1"/>
          </p:cNvSpPr>
          <p:nvPr/>
        </p:nvSpPr>
        <p:spPr>
          <a:xfrm>
            <a:off x="397918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3" name="Stage1_sixpanel_5714">
            <a:extLst>
              <a:ext uri="{FF2B5EF4-FFF2-40B4-BE49-F238E27FC236}">
                <a16:creationId xmlns:a16="http://schemas.microsoft.com/office/drawing/2014/main" id="{30E0743B-1567-4B9A-8DB1-E9FFB45A2C03}"/>
              </a:ext>
            </a:extLst>
          </p:cNvPr>
          <p:cNvSpPr>
            <a:spLocks noGrp="1"/>
          </p:cNvSpPr>
          <p:nvPr/>
        </p:nvSpPr>
        <p:spPr>
          <a:xfrm>
            <a:off x="4022654" y="242229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4" name="Stage1_sixpanel_5715">
            <a:extLst>
              <a:ext uri="{FF2B5EF4-FFF2-40B4-BE49-F238E27FC236}">
                <a16:creationId xmlns:a16="http://schemas.microsoft.com/office/drawing/2014/main" id="{BB63D83B-FD46-4FB9-B1C4-18802E046410}"/>
              </a:ext>
            </a:extLst>
          </p:cNvPr>
          <p:cNvSpPr>
            <a:spLocks noGrp="1"/>
          </p:cNvSpPr>
          <p:nvPr/>
        </p:nvSpPr>
        <p:spPr>
          <a:xfrm>
            <a:off x="401008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5" name="Stage1_sixpanel_5716">
            <a:extLst>
              <a:ext uri="{FF2B5EF4-FFF2-40B4-BE49-F238E27FC236}">
                <a16:creationId xmlns:a16="http://schemas.microsoft.com/office/drawing/2014/main" id="{07154EFC-D3D5-4EE0-9B4D-05A988AFFA5F}"/>
              </a:ext>
            </a:extLst>
          </p:cNvPr>
          <p:cNvSpPr>
            <a:spLocks noGrp="1"/>
          </p:cNvSpPr>
          <p:nvPr/>
        </p:nvSpPr>
        <p:spPr>
          <a:xfrm>
            <a:off x="4006145" y="226523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6" name="Stage1_sixpanel_5717">
            <a:extLst>
              <a:ext uri="{FF2B5EF4-FFF2-40B4-BE49-F238E27FC236}">
                <a16:creationId xmlns:a16="http://schemas.microsoft.com/office/drawing/2014/main" id="{6840F984-5F23-477C-99B7-BFCE2F5CF230}"/>
              </a:ext>
            </a:extLst>
          </p:cNvPr>
          <p:cNvSpPr>
            <a:spLocks noGrp="1"/>
          </p:cNvSpPr>
          <p:nvPr/>
        </p:nvSpPr>
        <p:spPr>
          <a:xfrm>
            <a:off x="4026987" y="17578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7" name="Stage1_sixpanel_5718">
            <a:extLst>
              <a:ext uri="{FF2B5EF4-FFF2-40B4-BE49-F238E27FC236}">
                <a16:creationId xmlns:a16="http://schemas.microsoft.com/office/drawing/2014/main" id="{C6419836-C7D2-47F0-B522-1A8C41379DA1}"/>
              </a:ext>
            </a:extLst>
          </p:cNvPr>
          <p:cNvSpPr>
            <a:spLocks noGrp="1"/>
          </p:cNvSpPr>
          <p:nvPr/>
        </p:nvSpPr>
        <p:spPr>
          <a:xfrm>
            <a:off x="395973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8" name="Stage1_sixpanel_5719">
            <a:extLst>
              <a:ext uri="{FF2B5EF4-FFF2-40B4-BE49-F238E27FC236}">
                <a16:creationId xmlns:a16="http://schemas.microsoft.com/office/drawing/2014/main" id="{00F401B0-3590-4DF8-A4D9-D6BAE500388C}"/>
              </a:ext>
            </a:extLst>
          </p:cNvPr>
          <p:cNvSpPr>
            <a:spLocks noGrp="1"/>
          </p:cNvSpPr>
          <p:nvPr/>
        </p:nvSpPr>
        <p:spPr>
          <a:xfrm>
            <a:off x="3943620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9" name="Stage1_sixpanel_5720">
            <a:extLst>
              <a:ext uri="{FF2B5EF4-FFF2-40B4-BE49-F238E27FC236}">
                <a16:creationId xmlns:a16="http://schemas.microsoft.com/office/drawing/2014/main" id="{DCC6B66E-2B61-4180-9659-198A615D7BFE}"/>
              </a:ext>
            </a:extLst>
          </p:cNvPr>
          <p:cNvSpPr>
            <a:spLocks noGrp="1"/>
          </p:cNvSpPr>
          <p:nvPr/>
        </p:nvSpPr>
        <p:spPr>
          <a:xfrm>
            <a:off x="402911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0" name="Stage1_sixpanel_5721">
            <a:extLst>
              <a:ext uri="{FF2B5EF4-FFF2-40B4-BE49-F238E27FC236}">
                <a16:creationId xmlns:a16="http://schemas.microsoft.com/office/drawing/2014/main" id="{DFA551E6-45FC-4B33-A09B-267CF165C73E}"/>
              </a:ext>
            </a:extLst>
          </p:cNvPr>
          <p:cNvSpPr>
            <a:spLocks noGrp="1"/>
          </p:cNvSpPr>
          <p:nvPr/>
        </p:nvSpPr>
        <p:spPr>
          <a:xfrm>
            <a:off x="401938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1" name="Stage1_sixpanel_5722">
            <a:extLst>
              <a:ext uri="{FF2B5EF4-FFF2-40B4-BE49-F238E27FC236}">
                <a16:creationId xmlns:a16="http://schemas.microsoft.com/office/drawing/2014/main" id="{00A14E68-B116-430B-86D4-B2E13190964E}"/>
              </a:ext>
            </a:extLst>
          </p:cNvPr>
          <p:cNvSpPr>
            <a:spLocks noGrp="1"/>
          </p:cNvSpPr>
          <p:nvPr/>
        </p:nvSpPr>
        <p:spPr>
          <a:xfrm>
            <a:off x="3934636" y="20080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2" name="Stage1_sixpanel_5723">
            <a:extLst>
              <a:ext uri="{FF2B5EF4-FFF2-40B4-BE49-F238E27FC236}">
                <a16:creationId xmlns:a16="http://schemas.microsoft.com/office/drawing/2014/main" id="{03043CDE-DC91-40CA-840D-B39F516EF721}"/>
              </a:ext>
            </a:extLst>
          </p:cNvPr>
          <p:cNvSpPr>
            <a:spLocks noGrp="1"/>
          </p:cNvSpPr>
          <p:nvPr/>
        </p:nvSpPr>
        <p:spPr>
          <a:xfrm>
            <a:off x="3990091" y="17810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3" name="Stage1_sixpanel_5724">
            <a:extLst>
              <a:ext uri="{FF2B5EF4-FFF2-40B4-BE49-F238E27FC236}">
                <a16:creationId xmlns:a16="http://schemas.microsoft.com/office/drawing/2014/main" id="{3CABA320-9EAA-4D27-926D-6466D82CE30F}"/>
              </a:ext>
            </a:extLst>
          </p:cNvPr>
          <p:cNvSpPr>
            <a:spLocks noGrp="1"/>
          </p:cNvSpPr>
          <p:nvPr/>
        </p:nvSpPr>
        <p:spPr>
          <a:xfrm>
            <a:off x="397684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4" name="Stage1_sixpanel_5725">
            <a:extLst>
              <a:ext uri="{FF2B5EF4-FFF2-40B4-BE49-F238E27FC236}">
                <a16:creationId xmlns:a16="http://schemas.microsoft.com/office/drawing/2014/main" id="{405B7956-3753-4F5E-8CD3-3F1AA6A998D4}"/>
              </a:ext>
            </a:extLst>
          </p:cNvPr>
          <p:cNvSpPr>
            <a:spLocks noGrp="1"/>
          </p:cNvSpPr>
          <p:nvPr/>
        </p:nvSpPr>
        <p:spPr>
          <a:xfrm>
            <a:off x="3953238" y="18421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5" name="Stage1_sixpanel_5726">
            <a:extLst>
              <a:ext uri="{FF2B5EF4-FFF2-40B4-BE49-F238E27FC236}">
                <a16:creationId xmlns:a16="http://schemas.microsoft.com/office/drawing/2014/main" id="{D8D0D118-DD7F-4C9F-A867-D4616F6BDDB9}"/>
              </a:ext>
            </a:extLst>
          </p:cNvPr>
          <p:cNvSpPr>
            <a:spLocks noGrp="1"/>
          </p:cNvSpPr>
          <p:nvPr/>
        </p:nvSpPr>
        <p:spPr>
          <a:xfrm>
            <a:off x="3999168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6" name="Stage1_sixpanel_5727">
            <a:extLst>
              <a:ext uri="{FF2B5EF4-FFF2-40B4-BE49-F238E27FC236}">
                <a16:creationId xmlns:a16="http://schemas.microsoft.com/office/drawing/2014/main" id="{9A2C8CBB-ED92-4C74-88E0-93765F11C7D4}"/>
              </a:ext>
            </a:extLst>
          </p:cNvPr>
          <p:cNvSpPr>
            <a:spLocks noGrp="1"/>
          </p:cNvSpPr>
          <p:nvPr/>
        </p:nvSpPr>
        <p:spPr>
          <a:xfrm>
            <a:off x="392516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7" name="Stage1_sixpanel_5728">
            <a:extLst>
              <a:ext uri="{FF2B5EF4-FFF2-40B4-BE49-F238E27FC236}">
                <a16:creationId xmlns:a16="http://schemas.microsoft.com/office/drawing/2014/main" id="{B177F9BC-A008-486C-B919-B76CC03591CC}"/>
              </a:ext>
            </a:extLst>
          </p:cNvPr>
          <p:cNvSpPr>
            <a:spLocks noGrp="1"/>
          </p:cNvSpPr>
          <p:nvPr/>
        </p:nvSpPr>
        <p:spPr>
          <a:xfrm>
            <a:off x="3982667" y="244877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8" name="Stage1_sixpanel_5729">
            <a:extLst>
              <a:ext uri="{FF2B5EF4-FFF2-40B4-BE49-F238E27FC236}">
                <a16:creationId xmlns:a16="http://schemas.microsoft.com/office/drawing/2014/main" id="{7E21C8EE-D6E9-4EBF-940C-06AA4AF4D03A}"/>
              </a:ext>
            </a:extLst>
          </p:cNvPr>
          <p:cNvSpPr>
            <a:spLocks noGrp="1"/>
          </p:cNvSpPr>
          <p:nvPr/>
        </p:nvSpPr>
        <p:spPr>
          <a:xfrm>
            <a:off x="4026004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9" name="Stage1_sixpanel_5730">
            <a:extLst>
              <a:ext uri="{FF2B5EF4-FFF2-40B4-BE49-F238E27FC236}">
                <a16:creationId xmlns:a16="http://schemas.microsoft.com/office/drawing/2014/main" id="{9DC81342-54C2-4CF3-8961-B892B73923B2}"/>
              </a:ext>
            </a:extLst>
          </p:cNvPr>
          <p:cNvSpPr>
            <a:spLocks noGrp="1"/>
          </p:cNvSpPr>
          <p:nvPr/>
        </p:nvSpPr>
        <p:spPr>
          <a:xfrm>
            <a:off x="396029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0" name="Stage1_sixpanel_5731">
            <a:extLst>
              <a:ext uri="{FF2B5EF4-FFF2-40B4-BE49-F238E27FC236}">
                <a16:creationId xmlns:a16="http://schemas.microsoft.com/office/drawing/2014/main" id="{CC8519E9-7F60-48A3-897A-4AF1AD1A7637}"/>
              </a:ext>
            </a:extLst>
          </p:cNvPr>
          <p:cNvSpPr>
            <a:spLocks noGrp="1"/>
          </p:cNvSpPr>
          <p:nvPr/>
        </p:nvSpPr>
        <p:spPr>
          <a:xfrm>
            <a:off x="405864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1" name="Stage1_sixpanel_5732">
            <a:extLst>
              <a:ext uri="{FF2B5EF4-FFF2-40B4-BE49-F238E27FC236}">
                <a16:creationId xmlns:a16="http://schemas.microsoft.com/office/drawing/2014/main" id="{FB793956-5EDB-41FD-A925-69C3F01AAE54}"/>
              </a:ext>
            </a:extLst>
          </p:cNvPr>
          <p:cNvSpPr>
            <a:spLocks noGrp="1"/>
          </p:cNvSpPr>
          <p:nvPr/>
        </p:nvSpPr>
        <p:spPr>
          <a:xfrm>
            <a:off x="398844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2" name="Stage1_sixpanel_5733">
            <a:extLst>
              <a:ext uri="{FF2B5EF4-FFF2-40B4-BE49-F238E27FC236}">
                <a16:creationId xmlns:a16="http://schemas.microsoft.com/office/drawing/2014/main" id="{42A5C408-0ECB-48D7-B4CB-874A4077633F}"/>
              </a:ext>
            </a:extLst>
          </p:cNvPr>
          <p:cNvSpPr>
            <a:spLocks noGrp="1"/>
          </p:cNvSpPr>
          <p:nvPr/>
        </p:nvSpPr>
        <p:spPr>
          <a:xfrm>
            <a:off x="4034944" y="233651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3" name="Stage1_sixpanel_5734">
            <a:extLst>
              <a:ext uri="{FF2B5EF4-FFF2-40B4-BE49-F238E27FC236}">
                <a16:creationId xmlns:a16="http://schemas.microsoft.com/office/drawing/2014/main" id="{DEB4D883-F3BB-4AAD-B55D-23CE8703738A}"/>
              </a:ext>
            </a:extLst>
          </p:cNvPr>
          <p:cNvSpPr>
            <a:spLocks noGrp="1"/>
          </p:cNvSpPr>
          <p:nvPr/>
        </p:nvSpPr>
        <p:spPr>
          <a:xfrm>
            <a:off x="3981841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4" name="Stage1_sixpanel_5735">
            <a:extLst>
              <a:ext uri="{FF2B5EF4-FFF2-40B4-BE49-F238E27FC236}">
                <a16:creationId xmlns:a16="http://schemas.microsoft.com/office/drawing/2014/main" id="{C96F98FA-D3AD-4FAA-8903-42F371621DBE}"/>
              </a:ext>
            </a:extLst>
          </p:cNvPr>
          <p:cNvSpPr>
            <a:spLocks noGrp="1"/>
          </p:cNvSpPr>
          <p:nvPr/>
        </p:nvSpPr>
        <p:spPr>
          <a:xfrm>
            <a:off x="4007492" y="249995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5" name="Stage1_sixpanel_5736">
            <a:extLst>
              <a:ext uri="{FF2B5EF4-FFF2-40B4-BE49-F238E27FC236}">
                <a16:creationId xmlns:a16="http://schemas.microsoft.com/office/drawing/2014/main" id="{4E1DAB20-56C3-40AC-B0CB-ED931A4D4EDD}"/>
              </a:ext>
            </a:extLst>
          </p:cNvPr>
          <p:cNvSpPr>
            <a:spLocks noGrp="1"/>
          </p:cNvSpPr>
          <p:nvPr/>
        </p:nvSpPr>
        <p:spPr>
          <a:xfrm>
            <a:off x="2075178" y="1596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6" name="Stage1_sixpanel_5737">
            <a:extLst>
              <a:ext uri="{FF2B5EF4-FFF2-40B4-BE49-F238E27FC236}">
                <a16:creationId xmlns:a16="http://schemas.microsoft.com/office/drawing/2014/main" id="{BD9B5296-758D-49BB-9736-F5175F101648}"/>
              </a:ext>
            </a:extLst>
          </p:cNvPr>
          <p:cNvSpPr>
            <a:spLocks noGrp="1"/>
          </p:cNvSpPr>
          <p:nvPr/>
        </p:nvSpPr>
        <p:spPr>
          <a:xfrm>
            <a:off x="2108010" y="13620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7" name="Stage1_sixpanel_5738">
            <a:extLst>
              <a:ext uri="{FF2B5EF4-FFF2-40B4-BE49-F238E27FC236}">
                <a16:creationId xmlns:a16="http://schemas.microsoft.com/office/drawing/2014/main" id="{AFE5115F-67A7-4F84-8B9D-683F88C66034}"/>
              </a:ext>
            </a:extLst>
          </p:cNvPr>
          <p:cNvSpPr>
            <a:spLocks noGrp="1"/>
          </p:cNvSpPr>
          <p:nvPr/>
        </p:nvSpPr>
        <p:spPr>
          <a:xfrm>
            <a:off x="2062556" y="15106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8" name="Stage1_sixpanel_5739">
            <a:extLst>
              <a:ext uri="{FF2B5EF4-FFF2-40B4-BE49-F238E27FC236}">
                <a16:creationId xmlns:a16="http://schemas.microsoft.com/office/drawing/2014/main" id="{FF37F7D5-1170-42A0-B0BC-B4EEC2B3EC74}"/>
              </a:ext>
            </a:extLst>
          </p:cNvPr>
          <p:cNvSpPr>
            <a:spLocks noGrp="1"/>
          </p:cNvSpPr>
          <p:nvPr/>
        </p:nvSpPr>
        <p:spPr>
          <a:xfrm>
            <a:off x="2165068" y="24522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9" name="Stage1_sixpanel_5740">
            <a:extLst>
              <a:ext uri="{FF2B5EF4-FFF2-40B4-BE49-F238E27FC236}">
                <a16:creationId xmlns:a16="http://schemas.microsoft.com/office/drawing/2014/main" id="{A1AB51BA-3F67-4BC5-9F1C-837A5DDD95B2}"/>
              </a:ext>
            </a:extLst>
          </p:cNvPr>
          <p:cNvSpPr>
            <a:spLocks noGrp="1"/>
          </p:cNvSpPr>
          <p:nvPr/>
        </p:nvSpPr>
        <p:spPr>
          <a:xfrm>
            <a:off x="2102483" y="159649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0" name="Stage1_sixpanel_5741">
            <a:extLst>
              <a:ext uri="{FF2B5EF4-FFF2-40B4-BE49-F238E27FC236}">
                <a16:creationId xmlns:a16="http://schemas.microsoft.com/office/drawing/2014/main" id="{D0960082-4A69-40EA-8C4F-37CC28994911}"/>
              </a:ext>
            </a:extLst>
          </p:cNvPr>
          <p:cNvSpPr>
            <a:spLocks noGrp="1"/>
          </p:cNvSpPr>
          <p:nvPr/>
        </p:nvSpPr>
        <p:spPr>
          <a:xfrm>
            <a:off x="2155297" y="17750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1" name="Stage1_sixpanel_5742">
            <a:extLst>
              <a:ext uri="{FF2B5EF4-FFF2-40B4-BE49-F238E27FC236}">
                <a16:creationId xmlns:a16="http://schemas.microsoft.com/office/drawing/2014/main" id="{9966B210-C1DD-45BF-B9C4-1CB960ADFF7C}"/>
              </a:ext>
            </a:extLst>
          </p:cNvPr>
          <p:cNvSpPr>
            <a:spLocks noGrp="1"/>
          </p:cNvSpPr>
          <p:nvPr/>
        </p:nvSpPr>
        <p:spPr>
          <a:xfrm>
            <a:off x="2168241" y="14212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2" name="Stage1_sixpanel_5743">
            <a:extLst>
              <a:ext uri="{FF2B5EF4-FFF2-40B4-BE49-F238E27FC236}">
                <a16:creationId xmlns:a16="http://schemas.microsoft.com/office/drawing/2014/main" id="{F6833524-606B-4264-9B25-09FEF684A442}"/>
              </a:ext>
            </a:extLst>
          </p:cNvPr>
          <p:cNvSpPr>
            <a:spLocks noGrp="1"/>
          </p:cNvSpPr>
          <p:nvPr/>
        </p:nvSpPr>
        <p:spPr>
          <a:xfrm>
            <a:off x="2045834" y="14482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3" name="Stage1_sixpanel_5744">
            <a:extLst>
              <a:ext uri="{FF2B5EF4-FFF2-40B4-BE49-F238E27FC236}">
                <a16:creationId xmlns:a16="http://schemas.microsoft.com/office/drawing/2014/main" id="{B0FB56D1-C6CA-4D83-802A-16D56A02ED22}"/>
              </a:ext>
            </a:extLst>
          </p:cNvPr>
          <p:cNvSpPr>
            <a:spLocks noGrp="1"/>
          </p:cNvSpPr>
          <p:nvPr/>
        </p:nvSpPr>
        <p:spPr>
          <a:xfrm>
            <a:off x="2199091" y="181229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4" name="Stage1_sixpanel_5745">
            <a:extLst>
              <a:ext uri="{FF2B5EF4-FFF2-40B4-BE49-F238E27FC236}">
                <a16:creationId xmlns:a16="http://schemas.microsoft.com/office/drawing/2014/main" id="{8850CB36-9AF7-4A76-8734-31248ABAFAE2}"/>
              </a:ext>
            </a:extLst>
          </p:cNvPr>
          <p:cNvSpPr>
            <a:spLocks noGrp="1"/>
          </p:cNvSpPr>
          <p:nvPr/>
        </p:nvSpPr>
        <p:spPr>
          <a:xfrm>
            <a:off x="2110496" y="13752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5" name="Stage1_sixpanel_5746">
            <a:extLst>
              <a:ext uri="{FF2B5EF4-FFF2-40B4-BE49-F238E27FC236}">
                <a16:creationId xmlns:a16="http://schemas.microsoft.com/office/drawing/2014/main" id="{4B557F8F-2EED-45B8-9E7D-27AE73E6CFFC}"/>
              </a:ext>
            </a:extLst>
          </p:cNvPr>
          <p:cNvSpPr>
            <a:spLocks noGrp="1"/>
          </p:cNvSpPr>
          <p:nvPr/>
        </p:nvSpPr>
        <p:spPr>
          <a:xfrm>
            <a:off x="2035437" y="197522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6" name="Stage1_sixpanel_5747">
            <a:extLst>
              <a:ext uri="{FF2B5EF4-FFF2-40B4-BE49-F238E27FC236}">
                <a16:creationId xmlns:a16="http://schemas.microsoft.com/office/drawing/2014/main" id="{9BEA1DEF-354C-4830-B6CE-E4D3646CBD35}"/>
              </a:ext>
            </a:extLst>
          </p:cNvPr>
          <p:cNvSpPr>
            <a:spLocks noGrp="1"/>
          </p:cNvSpPr>
          <p:nvPr/>
        </p:nvSpPr>
        <p:spPr>
          <a:xfrm>
            <a:off x="2114589" y="178734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7" name="Stage1_sixpanel_5748">
            <a:extLst>
              <a:ext uri="{FF2B5EF4-FFF2-40B4-BE49-F238E27FC236}">
                <a16:creationId xmlns:a16="http://schemas.microsoft.com/office/drawing/2014/main" id="{70303CD3-5170-4688-AE45-642B89C1272C}"/>
              </a:ext>
            </a:extLst>
          </p:cNvPr>
          <p:cNvSpPr>
            <a:spLocks noGrp="1"/>
          </p:cNvSpPr>
          <p:nvPr/>
        </p:nvSpPr>
        <p:spPr>
          <a:xfrm>
            <a:off x="2119835" y="186586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8" name="Stage1_sixpanel_5749">
            <a:extLst>
              <a:ext uri="{FF2B5EF4-FFF2-40B4-BE49-F238E27FC236}">
                <a16:creationId xmlns:a16="http://schemas.microsoft.com/office/drawing/2014/main" id="{253FC45B-8E23-4723-9032-A82BFF58ABB6}"/>
              </a:ext>
            </a:extLst>
          </p:cNvPr>
          <p:cNvSpPr>
            <a:spLocks noGrp="1"/>
          </p:cNvSpPr>
          <p:nvPr/>
        </p:nvSpPr>
        <p:spPr>
          <a:xfrm>
            <a:off x="2048679" y="165962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9" name="Stage1_sixpanel_5750">
            <a:extLst>
              <a:ext uri="{FF2B5EF4-FFF2-40B4-BE49-F238E27FC236}">
                <a16:creationId xmlns:a16="http://schemas.microsoft.com/office/drawing/2014/main" id="{DA826BE5-90B7-48C9-92A2-2C6C3E714018}"/>
              </a:ext>
            </a:extLst>
          </p:cNvPr>
          <p:cNvSpPr>
            <a:spLocks noGrp="1"/>
          </p:cNvSpPr>
          <p:nvPr/>
        </p:nvSpPr>
        <p:spPr>
          <a:xfrm>
            <a:off x="2035407" y="14425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0" name="Stage1_sixpanel_5751">
            <a:extLst>
              <a:ext uri="{FF2B5EF4-FFF2-40B4-BE49-F238E27FC236}">
                <a16:creationId xmlns:a16="http://schemas.microsoft.com/office/drawing/2014/main" id="{B68A9D57-9304-4A8F-A6F2-B92E0E67E3CD}"/>
              </a:ext>
            </a:extLst>
          </p:cNvPr>
          <p:cNvSpPr>
            <a:spLocks noGrp="1"/>
          </p:cNvSpPr>
          <p:nvPr/>
        </p:nvSpPr>
        <p:spPr>
          <a:xfrm>
            <a:off x="2158972" y="147559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1" name="Stage1_sixpanel_5752">
            <a:extLst>
              <a:ext uri="{FF2B5EF4-FFF2-40B4-BE49-F238E27FC236}">
                <a16:creationId xmlns:a16="http://schemas.microsoft.com/office/drawing/2014/main" id="{B734CE39-168D-4AE4-9B3B-E3B860577546}"/>
              </a:ext>
            </a:extLst>
          </p:cNvPr>
          <p:cNvSpPr>
            <a:spLocks noGrp="1"/>
          </p:cNvSpPr>
          <p:nvPr/>
        </p:nvSpPr>
        <p:spPr>
          <a:xfrm>
            <a:off x="2156289" y="18734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2" name="Stage1_sixpanel_5753">
            <a:extLst>
              <a:ext uri="{FF2B5EF4-FFF2-40B4-BE49-F238E27FC236}">
                <a16:creationId xmlns:a16="http://schemas.microsoft.com/office/drawing/2014/main" id="{B7A081B4-A223-4314-A23E-5D68928C6C30}"/>
              </a:ext>
            </a:extLst>
          </p:cNvPr>
          <p:cNvSpPr>
            <a:spLocks noGrp="1"/>
          </p:cNvSpPr>
          <p:nvPr/>
        </p:nvSpPr>
        <p:spPr>
          <a:xfrm>
            <a:off x="2100001" y="18884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3" name="Stage1_sixpanel_5754">
            <a:extLst>
              <a:ext uri="{FF2B5EF4-FFF2-40B4-BE49-F238E27FC236}">
                <a16:creationId xmlns:a16="http://schemas.microsoft.com/office/drawing/2014/main" id="{249202A4-F2C3-45ED-B94F-BCB5C6455029}"/>
              </a:ext>
            </a:extLst>
          </p:cNvPr>
          <p:cNvSpPr>
            <a:spLocks noGrp="1"/>
          </p:cNvSpPr>
          <p:nvPr/>
        </p:nvSpPr>
        <p:spPr>
          <a:xfrm>
            <a:off x="2102646" y="17995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4" name="Stage1_sixpanel_5755">
            <a:extLst>
              <a:ext uri="{FF2B5EF4-FFF2-40B4-BE49-F238E27FC236}">
                <a16:creationId xmlns:a16="http://schemas.microsoft.com/office/drawing/2014/main" id="{D0FB938F-9BE7-4DAF-B0D3-E8C7C3C97182}"/>
              </a:ext>
            </a:extLst>
          </p:cNvPr>
          <p:cNvSpPr>
            <a:spLocks noGrp="1"/>
          </p:cNvSpPr>
          <p:nvPr/>
        </p:nvSpPr>
        <p:spPr>
          <a:xfrm>
            <a:off x="2195877" y="17331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5" name="Stage1_sixpanel_5756">
            <a:extLst>
              <a:ext uri="{FF2B5EF4-FFF2-40B4-BE49-F238E27FC236}">
                <a16:creationId xmlns:a16="http://schemas.microsoft.com/office/drawing/2014/main" id="{232EC489-9ADD-44F8-B27F-DE52393C5088}"/>
              </a:ext>
            </a:extLst>
          </p:cNvPr>
          <p:cNvSpPr>
            <a:spLocks noGrp="1"/>
          </p:cNvSpPr>
          <p:nvPr/>
        </p:nvSpPr>
        <p:spPr>
          <a:xfrm>
            <a:off x="2077238" y="22636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6" name="Stage1_sixpanel_5757">
            <a:extLst>
              <a:ext uri="{FF2B5EF4-FFF2-40B4-BE49-F238E27FC236}">
                <a16:creationId xmlns:a16="http://schemas.microsoft.com/office/drawing/2014/main" id="{487676E9-C4A0-4E90-9305-623FD792EA22}"/>
              </a:ext>
            </a:extLst>
          </p:cNvPr>
          <p:cNvSpPr>
            <a:spLocks noGrp="1"/>
          </p:cNvSpPr>
          <p:nvPr/>
        </p:nvSpPr>
        <p:spPr>
          <a:xfrm>
            <a:off x="2146197" y="19585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7" name="Stage1_sixpanel_5758">
            <a:extLst>
              <a:ext uri="{FF2B5EF4-FFF2-40B4-BE49-F238E27FC236}">
                <a16:creationId xmlns:a16="http://schemas.microsoft.com/office/drawing/2014/main" id="{5A8096BC-3BDA-4F77-A203-D8478F089505}"/>
              </a:ext>
            </a:extLst>
          </p:cNvPr>
          <p:cNvSpPr>
            <a:spLocks noGrp="1"/>
          </p:cNvSpPr>
          <p:nvPr/>
        </p:nvSpPr>
        <p:spPr>
          <a:xfrm>
            <a:off x="2192205" y="18022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8" name="Stage1_sixpanel_5759">
            <a:extLst>
              <a:ext uri="{FF2B5EF4-FFF2-40B4-BE49-F238E27FC236}">
                <a16:creationId xmlns:a16="http://schemas.microsoft.com/office/drawing/2014/main" id="{CAFD5686-B314-4995-BF47-7973E5A931D0}"/>
              </a:ext>
            </a:extLst>
          </p:cNvPr>
          <p:cNvSpPr>
            <a:spLocks noGrp="1"/>
          </p:cNvSpPr>
          <p:nvPr/>
        </p:nvSpPr>
        <p:spPr>
          <a:xfrm>
            <a:off x="2086316" y="139923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9" name="Stage1_sixpanel_5760">
            <a:extLst>
              <a:ext uri="{FF2B5EF4-FFF2-40B4-BE49-F238E27FC236}">
                <a16:creationId xmlns:a16="http://schemas.microsoft.com/office/drawing/2014/main" id="{6DD4584E-B905-46F2-A847-EB9E44833E6C}"/>
              </a:ext>
            </a:extLst>
          </p:cNvPr>
          <p:cNvSpPr>
            <a:spLocks noGrp="1"/>
          </p:cNvSpPr>
          <p:nvPr/>
        </p:nvSpPr>
        <p:spPr>
          <a:xfrm>
            <a:off x="2097476" y="240944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0" name="Stage1_sixpanel_5761">
            <a:extLst>
              <a:ext uri="{FF2B5EF4-FFF2-40B4-BE49-F238E27FC236}">
                <a16:creationId xmlns:a16="http://schemas.microsoft.com/office/drawing/2014/main" id="{E4E8431B-0F48-4BD9-8884-979AE1D5E6CF}"/>
              </a:ext>
            </a:extLst>
          </p:cNvPr>
          <p:cNvSpPr>
            <a:spLocks noGrp="1"/>
          </p:cNvSpPr>
          <p:nvPr/>
        </p:nvSpPr>
        <p:spPr>
          <a:xfrm>
            <a:off x="203670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1" name="Stage1_sixpanel_5762">
            <a:extLst>
              <a:ext uri="{FF2B5EF4-FFF2-40B4-BE49-F238E27FC236}">
                <a16:creationId xmlns:a16="http://schemas.microsoft.com/office/drawing/2014/main" id="{6BC7137C-8FD1-464E-AA8F-AEA75047C0A2}"/>
              </a:ext>
            </a:extLst>
          </p:cNvPr>
          <p:cNvSpPr>
            <a:spLocks noGrp="1"/>
          </p:cNvSpPr>
          <p:nvPr/>
        </p:nvSpPr>
        <p:spPr>
          <a:xfrm>
            <a:off x="2111030" y="21112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2" name="Stage1_sixpanel_5763">
            <a:extLst>
              <a:ext uri="{FF2B5EF4-FFF2-40B4-BE49-F238E27FC236}">
                <a16:creationId xmlns:a16="http://schemas.microsoft.com/office/drawing/2014/main" id="{9CD76437-E962-4081-B158-3D958EEA3575}"/>
              </a:ext>
            </a:extLst>
          </p:cNvPr>
          <p:cNvSpPr>
            <a:spLocks noGrp="1"/>
          </p:cNvSpPr>
          <p:nvPr/>
        </p:nvSpPr>
        <p:spPr>
          <a:xfrm>
            <a:off x="2189511" y="220325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3" name="Stage1_sixpanel_5764">
            <a:extLst>
              <a:ext uri="{FF2B5EF4-FFF2-40B4-BE49-F238E27FC236}">
                <a16:creationId xmlns:a16="http://schemas.microsoft.com/office/drawing/2014/main" id="{0E9A5C05-BC69-400A-916E-B0D63B55D248}"/>
              </a:ext>
            </a:extLst>
          </p:cNvPr>
          <p:cNvSpPr>
            <a:spLocks noGrp="1"/>
          </p:cNvSpPr>
          <p:nvPr/>
        </p:nvSpPr>
        <p:spPr>
          <a:xfrm>
            <a:off x="2031838" y="13799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4" name="Stage1_sixpanel_5765">
            <a:extLst>
              <a:ext uri="{FF2B5EF4-FFF2-40B4-BE49-F238E27FC236}">
                <a16:creationId xmlns:a16="http://schemas.microsoft.com/office/drawing/2014/main" id="{D87326D8-C32E-44FA-9E97-CFE6BDE8CA23}"/>
              </a:ext>
            </a:extLst>
          </p:cNvPr>
          <p:cNvSpPr>
            <a:spLocks noGrp="1"/>
          </p:cNvSpPr>
          <p:nvPr/>
        </p:nvSpPr>
        <p:spPr>
          <a:xfrm>
            <a:off x="2132273" y="137910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5" name="Stage1_sixpanel_5766">
            <a:extLst>
              <a:ext uri="{FF2B5EF4-FFF2-40B4-BE49-F238E27FC236}">
                <a16:creationId xmlns:a16="http://schemas.microsoft.com/office/drawing/2014/main" id="{920F75E5-F9C7-43AF-8381-3396DBDA7ADD}"/>
              </a:ext>
            </a:extLst>
          </p:cNvPr>
          <p:cNvSpPr>
            <a:spLocks noGrp="1"/>
          </p:cNvSpPr>
          <p:nvPr/>
        </p:nvSpPr>
        <p:spPr>
          <a:xfrm>
            <a:off x="2197870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6" name="Stage1_sixpanel_5767">
            <a:extLst>
              <a:ext uri="{FF2B5EF4-FFF2-40B4-BE49-F238E27FC236}">
                <a16:creationId xmlns:a16="http://schemas.microsoft.com/office/drawing/2014/main" id="{E8462690-1C8A-4F8A-9682-9015284E8654}"/>
              </a:ext>
            </a:extLst>
          </p:cNvPr>
          <p:cNvSpPr>
            <a:spLocks noGrp="1"/>
          </p:cNvSpPr>
          <p:nvPr/>
        </p:nvSpPr>
        <p:spPr>
          <a:xfrm>
            <a:off x="2184340" y="188599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7" name="Stage1_sixpanel_5768">
            <a:extLst>
              <a:ext uri="{FF2B5EF4-FFF2-40B4-BE49-F238E27FC236}">
                <a16:creationId xmlns:a16="http://schemas.microsoft.com/office/drawing/2014/main" id="{4D49D689-E7BC-4D37-9A64-E44B8BE12AD7}"/>
              </a:ext>
            </a:extLst>
          </p:cNvPr>
          <p:cNvSpPr>
            <a:spLocks noGrp="1"/>
          </p:cNvSpPr>
          <p:nvPr/>
        </p:nvSpPr>
        <p:spPr>
          <a:xfrm>
            <a:off x="216533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8" name="Stage1_sixpanel_5769">
            <a:extLst>
              <a:ext uri="{FF2B5EF4-FFF2-40B4-BE49-F238E27FC236}">
                <a16:creationId xmlns:a16="http://schemas.microsoft.com/office/drawing/2014/main" id="{31BB18E9-710C-488F-8925-B52E7F9FE9B8}"/>
              </a:ext>
            </a:extLst>
          </p:cNvPr>
          <p:cNvSpPr>
            <a:spLocks noGrp="1"/>
          </p:cNvSpPr>
          <p:nvPr/>
        </p:nvSpPr>
        <p:spPr>
          <a:xfrm>
            <a:off x="2071259" y="196175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9" name="Stage1_sixpanel_5770">
            <a:extLst>
              <a:ext uri="{FF2B5EF4-FFF2-40B4-BE49-F238E27FC236}">
                <a16:creationId xmlns:a16="http://schemas.microsoft.com/office/drawing/2014/main" id="{FA95BA24-092E-4CB8-A9C1-65F834978A2B}"/>
              </a:ext>
            </a:extLst>
          </p:cNvPr>
          <p:cNvSpPr>
            <a:spLocks noGrp="1"/>
          </p:cNvSpPr>
          <p:nvPr/>
        </p:nvSpPr>
        <p:spPr>
          <a:xfrm>
            <a:off x="2190022" y="167281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0" name="Stage1_sixpanel_5771">
            <a:extLst>
              <a:ext uri="{FF2B5EF4-FFF2-40B4-BE49-F238E27FC236}">
                <a16:creationId xmlns:a16="http://schemas.microsoft.com/office/drawing/2014/main" id="{9A2AE5D5-D727-4862-A4C1-FEE9135A0A1F}"/>
              </a:ext>
            </a:extLst>
          </p:cNvPr>
          <p:cNvSpPr>
            <a:spLocks noGrp="1"/>
          </p:cNvSpPr>
          <p:nvPr/>
        </p:nvSpPr>
        <p:spPr>
          <a:xfrm>
            <a:off x="217031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1" name="Stage1_sixpanel_5772">
            <a:extLst>
              <a:ext uri="{FF2B5EF4-FFF2-40B4-BE49-F238E27FC236}">
                <a16:creationId xmlns:a16="http://schemas.microsoft.com/office/drawing/2014/main" id="{35FD6691-266F-4B99-ADC1-F7DF5C37D905}"/>
              </a:ext>
            </a:extLst>
          </p:cNvPr>
          <p:cNvSpPr>
            <a:spLocks noGrp="1"/>
          </p:cNvSpPr>
          <p:nvPr/>
        </p:nvSpPr>
        <p:spPr>
          <a:xfrm>
            <a:off x="216814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2" name="Stage1_sixpanel_5773">
            <a:extLst>
              <a:ext uri="{FF2B5EF4-FFF2-40B4-BE49-F238E27FC236}">
                <a16:creationId xmlns:a16="http://schemas.microsoft.com/office/drawing/2014/main" id="{7199ACD2-9B7F-435D-8946-09D612F23B18}"/>
              </a:ext>
            </a:extLst>
          </p:cNvPr>
          <p:cNvSpPr>
            <a:spLocks noGrp="1"/>
          </p:cNvSpPr>
          <p:nvPr/>
        </p:nvSpPr>
        <p:spPr>
          <a:xfrm>
            <a:off x="2058149" y="188956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3" name="Stage1_sixpanel_5774">
            <a:extLst>
              <a:ext uri="{FF2B5EF4-FFF2-40B4-BE49-F238E27FC236}">
                <a16:creationId xmlns:a16="http://schemas.microsoft.com/office/drawing/2014/main" id="{BB509CE2-6D72-46F1-8B1F-CAE358E1A15B}"/>
              </a:ext>
            </a:extLst>
          </p:cNvPr>
          <p:cNvSpPr>
            <a:spLocks noGrp="1"/>
          </p:cNvSpPr>
          <p:nvPr/>
        </p:nvSpPr>
        <p:spPr>
          <a:xfrm>
            <a:off x="2113289" y="13459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4" name="Stage1_sixpanel_5775">
            <a:extLst>
              <a:ext uri="{FF2B5EF4-FFF2-40B4-BE49-F238E27FC236}">
                <a16:creationId xmlns:a16="http://schemas.microsoft.com/office/drawing/2014/main" id="{517ED8CE-D679-4D54-A4DB-AA9AFDB20D41}"/>
              </a:ext>
            </a:extLst>
          </p:cNvPr>
          <p:cNvSpPr>
            <a:spLocks noGrp="1"/>
          </p:cNvSpPr>
          <p:nvPr/>
        </p:nvSpPr>
        <p:spPr>
          <a:xfrm>
            <a:off x="2178495" y="13920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5" name="Stage1_sixpanel_5776">
            <a:extLst>
              <a:ext uri="{FF2B5EF4-FFF2-40B4-BE49-F238E27FC236}">
                <a16:creationId xmlns:a16="http://schemas.microsoft.com/office/drawing/2014/main" id="{934AEC24-375E-4770-8A16-8D4C108F8855}"/>
              </a:ext>
            </a:extLst>
          </p:cNvPr>
          <p:cNvSpPr>
            <a:spLocks noGrp="1"/>
          </p:cNvSpPr>
          <p:nvPr/>
        </p:nvSpPr>
        <p:spPr>
          <a:xfrm>
            <a:off x="205048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6" name="Stage1_sixpanel_5777">
            <a:extLst>
              <a:ext uri="{FF2B5EF4-FFF2-40B4-BE49-F238E27FC236}">
                <a16:creationId xmlns:a16="http://schemas.microsoft.com/office/drawing/2014/main" id="{D6C018A7-2CAB-4057-A274-2C70FFC9BEFD}"/>
              </a:ext>
            </a:extLst>
          </p:cNvPr>
          <p:cNvSpPr>
            <a:spLocks noGrp="1"/>
          </p:cNvSpPr>
          <p:nvPr/>
        </p:nvSpPr>
        <p:spPr>
          <a:xfrm>
            <a:off x="2057650" y="141866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7" name="Stage1_sixpanel_5778">
            <a:extLst>
              <a:ext uri="{FF2B5EF4-FFF2-40B4-BE49-F238E27FC236}">
                <a16:creationId xmlns:a16="http://schemas.microsoft.com/office/drawing/2014/main" id="{26C50AFC-BB9F-4777-A07C-53148B1F2197}"/>
              </a:ext>
            </a:extLst>
          </p:cNvPr>
          <p:cNvSpPr>
            <a:spLocks noGrp="1"/>
          </p:cNvSpPr>
          <p:nvPr/>
        </p:nvSpPr>
        <p:spPr>
          <a:xfrm>
            <a:off x="2085042" y="202690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8" name="Stage1_sixpanel_5779">
            <a:extLst>
              <a:ext uri="{FF2B5EF4-FFF2-40B4-BE49-F238E27FC236}">
                <a16:creationId xmlns:a16="http://schemas.microsoft.com/office/drawing/2014/main" id="{684CFC05-306D-4A2B-9CCB-D83B2A3C4F30}"/>
              </a:ext>
            </a:extLst>
          </p:cNvPr>
          <p:cNvSpPr>
            <a:spLocks noGrp="1"/>
          </p:cNvSpPr>
          <p:nvPr/>
        </p:nvSpPr>
        <p:spPr>
          <a:xfrm>
            <a:off x="2102984" y="15502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9" name="Stage1_sixpanel_5780">
            <a:extLst>
              <a:ext uri="{FF2B5EF4-FFF2-40B4-BE49-F238E27FC236}">
                <a16:creationId xmlns:a16="http://schemas.microsoft.com/office/drawing/2014/main" id="{213C5F16-89B4-4496-8562-C38C4A9B3A7F}"/>
              </a:ext>
            </a:extLst>
          </p:cNvPr>
          <p:cNvSpPr>
            <a:spLocks noGrp="1"/>
          </p:cNvSpPr>
          <p:nvPr/>
        </p:nvSpPr>
        <p:spPr>
          <a:xfrm>
            <a:off x="2101477" y="16094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0" name="Stage1_sixpanel_5781">
            <a:extLst>
              <a:ext uri="{FF2B5EF4-FFF2-40B4-BE49-F238E27FC236}">
                <a16:creationId xmlns:a16="http://schemas.microsoft.com/office/drawing/2014/main" id="{AA2A2301-11DA-4A8A-B050-A40EC621B0D9}"/>
              </a:ext>
            </a:extLst>
          </p:cNvPr>
          <p:cNvSpPr>
            <a:spLocks noGrp="1"/>
          </p:cNvSpPr>
          <p:nvPr/>
        </p:nvSpPr>
        <p:spPr>
          <a:xfrm>
            <a:off x="2051559" y="20534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1" name="Stage1_sixpanel_5782">
            <a:extLst>
              <a:ext uri="{FF2B5EF4-FFF2-40B4-BE49-F238E27FC236}">
                <a16:creationId xmlns:a16="http://schemas.microsoft.com/office/drawing/2014/main" id="{94896B41-C4A3-429F-82C0-BB15279B9FF8}"/>
              </a:ext>
            </a:extLst>
          </p:cNvPr>
          <p:cNvSpPr>
            <a:spLocks noGrp="1"/>
          </p:cNvSpPr>
          <p:nvPr/>
        </p:nvSpPr>
        <p:spPr>
          <a:xfrm>
            <a:off x="2145065" y="20189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2" name="Stage1_sixpanel_5783">
            <a:extLst>
              <a:ext uri="{FF2B5EF4-FFF2-40B4-BE49-F238E27FC236}">
                <a16:creationId xmlns:a16="http://schemas.microsoft.com/office/drawing/2014/main" id="{3466E617-5467-4765-BF39-51093214FF04}"/>
              </a:ext>
            </a:extLst>
          </p:cNvPr>
          <p:cNvSpPr>
            <a:spLocks noGrp="1"/>
          </p:cNvSpPr>
          <p:nvPr/>
        </p:nvSpPr>
        <p:spPr>
          <a:xfrm>
            <a:off x="2147920" y="249479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3" name="Stage1_sixpanel_5784">
            <a:extLst>
              <a:ext uri="{FF2B5EF4-FFF2-40B4-BE49-F238E27FC236}">
                <a16:creationId xmlns:a16="http://schemas.microsoft.com/office/drawing/2014/main" id="{601211A6-97C0-44CA-9495-48E5C58EC70E}"/>
              </a:ext>
            </a:extLst>
          </p:cNvPr>
          <p:cNvSpPr>
            <a:spLocks noGrp="1"/>
          </p:cNvSpPr>
          <p:nvPr/>
        </p:nvSpPr>
        <p:spPr>
          <a:xfrm>
            <a:off x="2134979" y="194769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4" name="Stage1_sixpanel_5785">
            <a:extLst>
              <a:ext uri="{FF2B5EF4-FFF2-40B4-BE49-F238E27FC236}">
                <a16:creationId xmlns:a16="http://schemas.microsoft.com/office/drawing/2014/main" id="{03DAA8C4-34CD-4D42-BEDA-7145B88F9314}"/>
              </a:ext>
            </a:extLst>
          </p:cNvPr>
          <p:cNvSpPr>
            <a:spLocks noGrp="1"/>
          </p:cNvSpPr>
          <p:nvPr/>
        </p:nvSpPr>
        <p:spPr>
          <a:xfrm>
            <a:off x="2083786" y="142675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5" name="Stage1_sixpanel_5786">
            <a:extLst>
              <a:ext uri="{FF2B5EF4-FFF2-40B4-BE49-F238E27FC236}">
                <a16:creationId xmlns:a16="http://schemas.microsoft.com/office/drawing/2014/main" id="{9596AC2F-3170-453F-92C8-437960071E27}"/>
              </a:ext>
            </a:extLst>
          </p:cNvPr>
          <p:cNvSpPr>
            <a:spLocks noGrp="1"/>
          </p:cNvSpPr>
          <p:nvPr/>
        </p:nvSpPr>
        <p:spPr>
          <a:xfrm>
            <a:off x="2106869" y="170133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6" name="Stage1_sixpanel_5787">
            <a:extLst>
              <a:ext uri="{FF2B5EF4-FFF2-40B4-BE49-F238E27FC236}">
                <a16:creationId xmlns:a16="http://schemas.microsoft.com/office/drawing/2014/main" id="{7C1AD54D-A404-421E-A4F4-45532FAD12DF}"/>
              </a:ext>
            </a:extLst>
          </p:cNvPr>
          <p:cNvSpPr>
            <a:spLocks noGrp="1"/>
          </p:cNvSpPr>
          <p:nvPr/>
        </p:nvSpPr>
        <p:spPr>
          <a:xfrm>
            <a:off x="211712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7" name="Stage1_sixpanel_5788">
            <a:extLst>
              <a:ext uri="{FF2B5EF4-FFF2-40B4-BE49-F238E27FC236}">
                <a16:creationId xmlns:a16="http://schemas.microsoft.com/office/drawing/2014/main" id="{872ECF97-CD1D-4FDC-998A-DAF55C9EB25D}"/>
              </a:ext>
            </a:extLst>
          </p:cNvPr>
          <p:cNvSpPr>
            <a:spLocks noGrp="1"/>
          </p:cNvSpPr>
          <p:nvPr/>
        </p:nvSpPr>
        <p:spPr>
          <a:xfrm>
            <a:off x="2160880" y="182143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8" name="Stage1_sixpanel_5789">
            <a:extLst>
              <a:ext uri="{FF2B5EF4-FFF2-40B4-BE49-F238E27FC236}">
                <a16:creationId xmlns:a16="http://schemas.microsoft.com/office/drawing/2014/main" id="{667BE33A-F3D5-449B-ACB4-37E03F258704}"/>
              </a:ext>
            </a:extLst>
          </p:cNvPr>
          <p:cNvSpPr>
            <a:spLocks noGrp="1"/>
          </p:cNvSpPr>
          <p:nvPr/>
        </p:nvSpPr>
        <p:spPr>
          <a:xfrm>
            <a:off x="2145213" y="18465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9" name="Stage1_sixpanel_5790">
            <a:extLst>
              <a:ext uri="{FF2B5EF4-FFF2-40B4-BE49-F238E27FC236}">
                <a16:creationId xmlns:a16="http://schemas.microsoft.com/office/drawing/2014/main" id="{D4F0457D-BAD4-48DA-9651-828D7783AD19}"/>
              </a:ext>
            </a:extLst>
          </p:cNvPr>
          <p:cNvSpPr>
            <a:spLocks noGrp="1"/>
          </p:cNvSpPr>
          <p:nvPr/>
        </p:nvSpPr>
        <p:spPr>
          <a:xfrm>
            <a:off x="2125334" y="17096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0" name="Stage1_sixpanel_5791">
            <a:extLst>
              <a:ext uri="{FF2B5EF4-FFF2-40B4-BE49-F238E27FC236}">
                <a16:creationId xmlns:a16="http://schemas.microsoft.com/office/drawing/2014/main" id="{2CCD73ED-0321-42E7-A4BB-ABD69A459074}"/>
              </a:ext>
            </a:extLst>
          </p:cNvPr>
          <p:cNvSpPr>
            <a:spLocks noGrp="1"/>
          </p:cNvSpPr>
          <p:nvPr/>
        </p:nvSpPr>
        <p:spPr>
          <a:xfrm>
            <a:off x="2181903" y="178460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1" name="Stage1_sixpanel_5792">
            <a:extLst>
              <a:ext uri="{FF2B5EF4-FFF2-40B4-BE49-F238E27FC236}">
                <a16:creationId xmlns:a16="http://schemas.microsoft.com/office/drawing/2014/main" id="{C41FCBDA-B4D3-49EB-8621-63784E87C41A}"/>
              </a:ext>
            </a:extLst>
          </p:cNvPr>
          <p:cNvSpPr>
            <a:spLocks noGrp="1"/>
          </p:cNvSpPr>
          <p:nvPr/>
        </p:nvSpPr>
        <p:spPr>
          <a:xfrm>
            <a:off x="2048963" y="251665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2" name="Stage1_sixpanel_5793">
            <a:extLst>
              <a:ext uri="{FF2B5EF4-FFF2-40B4-BE49-F238E27FC236}">
                <a16:creationId xmlns:a16="http://schemas.microsoft.com/office/drawing/2014/main" id="{4237485F-9C46-44AE-8306-9673E7A45B73}"/>
              </a:ext>
            </a:extLst>
          </p:cNvPr>
          <p:cNvSpPr>
            <a:spLocks noGrp="1"/>
          </p:cNvSpPr>
          <p:nvPr/>
        </p:nvSpPr>
        <p:spPr>
          <a:xfrm>
            <a:off x="2141780" y="13423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3" name="Stage1_sixpanel_5794">
            <a:extLst>
              <a:ext uri="{FF2B5EF4-FFF2-40B4-BE49-F238E27FC236}">
                <a16:creationId xmlns:a16="http://schemas.microsoft.com/office/drawing/2014/main" id="{882DA4D8-8F8E-4A41-A8B7-AF206FEA1E4A}"/>
              </a:ext>
            </a:extLst>
          </p:cNvPr>
          <p:cNvSpPr>
            <a:spLocks noGrp="1"/>
          </p:cNvSpPr>
          <p:nvPr/>
        </p:nvSpPr>
        <p:spPr>
          <a:xfrm>
            <a:off x="2100187" y="15543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4" name="Stage1_sixpanel_5795">
            <a:extLst>
              <a:ext uri="{FF2B5EF4-FFF2-40B4-BE49-F238E27FC236}">
                <a16:creationId xmlns:a16="http://schemas.microsoft.com/office/drawing/2014/main" id="{44B9372C-E27A-4143-9315-3D941A07B05D}"/>
              </a:ext>
            </a:extLst>
          </p:cNvPr>
          <p:cNvSpPr>
            <a:spLocks noGrp="1"/>
          </p:cNvSpPr>
          <p:nvPr/>
        </p:nvSpPr>
        <p:spPr>
          <a:xfrm>
            <a:off x="2047503" y="14610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5" name="Stage1_sixpanel_5796">
            <a:extLst>
              <a:ext uri="{FF2B5EF4-FFF2-40B4-BE49-F238E27FC236}">
                <a16:creationId xmlns:a16="http://schemas.microsoft.com/office/drawing/2014/main" id="{BDDB6812-3F56-4ADA-A3FF-F56938BF7FCF}"/>
              </a:ext>
            </a:extLst>
          </p:cNvPr>
          <p:cNvSpPr>
            <a:spLocks noGrp="1"/>
          </p:cNvSpPr>
          <p:nvPr/>
        </p:nvSpPr>
        <p:spPr>
          <a:xfrm>
            <a:off x="2163901" y="178219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6" name="Stage1_sixpanel_5797">
            <a:extLst>
              <a:ext uri="{FF2B5EF4-FFF2-40B4-BE49-F238E27FC236}">
                <a16:creationId xmlns:a16="http://schemas.microsoft.com/office/drawing/2014/main" id="{DA3A554B-5D2B-46B7-95B3-F5CE61B4084D}"/>
              </a:ext>
            </a:extLst>
          </p:cNvPr>
          <p:cNvSpPr>
            <a:spLocks noGrp="1"/>
          </p:cNvSpPr>
          <p:nvPr/>
        </p:nvSpPr>
        <p:spPr>
          <a:xfrm>
            <a:off x="2176549" y="12672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7" name="Stage1_sixpanel_5798">
            <a:extLst>
              <a:ext uri="{FF2B5EF4-FFF2-40B4-BE49-F238E27FC236}">
                <a16:creationId xmlns:a16="http://schemas.microsoft.com/office/drawing/2014/main" id="{C0C19F25-E357-4338-9E0C-074D230BAFE1}"/>
              </a:ext>
            </a:extLst>
          </p:cNvPr>
          <p:cNvSpPr>
            <a:spLocks noGrp="1"/>
          </p:cNvSpPr>
          <p:nvPr/>
        </p:nvSpPr>
        <p:spPr>
          <a:xfrm>
            <a:off x="2030643" y="176283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8" name="Stage1_sixpanel_5799">
            <a:extLst>
              <a:ext uri="{FF2B5EF4-FFF2-40B4-BE49-F238E27FC236}">
                <a16:creationId xmlns:a16="http://schemas.microsoft.com/office/drawing/2014/main" id="{433881BA-8832-4FC2-A86D-47FA3882B978}"/>
              </a:ext>
            </a:extLst>
          </p:cNvPr>
          <p:cNvSpPr>
            <a:spLocks noGrp="1"/>
          </p:cNvSpPr>
          <p:nvPr/>
        </p:nvSpPr>
        <p:spPr>
          <a:xfrm>
            <a:off x="2109021" y="23385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9" name="Stage1_sixpanel_5800">
            <a:extLst>
              <a:ext uri="{FF2B5EF4-FFF2-40B4-BE49-F238E27FC236}">
                <a16:creationId xmlns:a16="http://schemas.microsoft.com/office/drawing/2014/main" id="{808FD36D-6FA0-4D9D-9B2E-2218CA409D7B}"/>
              </a:ext>
            </a:extLst>
          </p:cNvPr>
          <p:cNvSpPr>
            <a:spLocks noGrp="1"/>
          </p:cNvSpPr>
          <p:nvPr/>
        </p:nvSpPr>
        <p:spPr>
          <a:xfrm>
            <a:off x="2056651" y="236249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0" name="Stage1_sixpanel_5801">
            <a:extLst>
              <a:ext uri="{FF2B5EF4-FFF2-40B4-BE49-F238E27FC236}">
                <a16:creationId xmlns:a16="http://schemas.microsoft.com/office/drawing/2014/main" id="{4C4AEE4F-5CA5-4DDE-9FE7-3AC925FD647A}"/>
              </a:ext>
            </a:extLst>
          </p:cNvPr>
          <p:cNvSpPr>
            <a:spLocks noGrp="1"/>
          </p:cNvSpPr>
          <p:nvPr/>
        </p:nvSpPr>
        <p:spPr>
          <a:xfrm>
            <a:off x="2084837" y="19773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1" name="Stage1_sixpanel_5802">
            <a:extLst>
              <a:ext uri="{FF2B5EF4-FFF2-40B4-BE49-F238E27FC236}">
                <a16:creationId xmlns:a16="http://schemas.microsoft.com/office/drawing/2014/main" id="{C2DC6F0C-D9B4-4653-B701-047029E64C60}"/>
              </a:ext>
            </a:extLst>
          </p:cNvPr>
          <p:cNvSpPr>
            <a:spLocks noGrp="1"/>
          </p:cNvSpPr>
          <p:nvPr/>
        </p:nvSpPr>
        <p:spPr>
          <a:xfrm>
            <a:off x="2037876" y="218137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2" name="Stage1_sixpanel_5803">
            <a:extLst>
              <a:ext uri="{FF2B5EF4-FFF2-40B4-BE49-F238E27FC236}">
                <a16:creationId xmlns:a16="http://schemas.microsoft.com/office/drawing/2014/main" id="{65E591F2-AA75-4F63-8F6B-AA62B538C8E6}"/>
              </a:ext>
            </a:extLst>
          </p:cNvPr>
          <p:cNvSpPr>
            <a:spLocks noGrp="1"/>
          </p:cNvSpPr>
          <p:nvPr/>
        </p:nvSpPr>
        <p:spPr>
          <a:xfrm>
            <a:off x="217914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3" name="Stage1_sixpanel_5804">
            <a:extLst>
              <a:ext uri="{FF2B5EF4-FFF2-40B4-BE49-F238E27FC236}">
                <a16:creationId xmlns:a16="http://schemas.microsoft.com/office/drawing/2014/main" id="{66BFAFBA-BDDF-462B-8C03-D683976E7B2E}"/>
              </a:ext>
            </a:extLst>
          </p:cNvPr>
          <p:cNvSpPr>
            <a:spLocks noGrp="1"/>
          </p:cNvSpPr>
          <p:nvPr/>
        </p:nvSpPr>
        <p:spPr>
          <a:xfrm>
            <a:off x="2154794" y="16419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4" name="Stage1_sixpanel_5805">
            <a:extLst>
              <a:ext uri="{FF2B5EF4-FFF2-40B4-BE49-F238E27FC236}">
                <a16:creationId xmlns:a16="http://schemas.microsoft.com/office/drawing/2014/main" id="{EE2AC12E-EA1D-4FC5-B99C-F60C4EA51923}"/>
              </a:ext>
            </a:extLst>
          </p:cNvPr>
          <p:cNvSpPr>
            <a:spLocks noGrp="1"/>
          </p:cNvSpPr>
          <p:nvPr/>
        </p:nvSpPr>
        <p:spPr>
          <a:xfrm>
            <a:off x="2061108" y="21451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5" name="Stage1_sixpanel_5806">
            <a:extLst>
              <a:ext uri="{FF2B5EF4-FFF2-40B4-BE49-F238E27FC236}">
                <a16:creationId xmlns:a16="http://schemas.microsoft.com/office/drawing/2014/main" id="{026E497E-D256-45A3-87D4-611E0E163C8E}"/>
              </a:ext>
            </a:extLst>
          </p:cNvPr>
          <p:cNvSpPr>
            <a:spLocks noGrp="1"/>
          </p:cNvSpPr>
          <p:nvPr/>
        </p:nvSpPr>
        <p:spPr>
          <a:xfrm>
            <a:off x="2087752" y="13473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6" name="Stage1_sixpanel_5807">
            <a:extLst>
              <a:ext uri="{FF2B5EF4-FFF2-40B4-BE49-F238E27FC236}">
                <a16:creationId xmlns:a16="http://schemas.microsoft.com/office/drawing/2014/main" id="{580725B6-9ECE-48F3-9F6C-F31DFD031D27}"/>
              </a:ext>
            </a:extLst>
          </p:cNvPr>
          <p:cNvSpPr>
            <a:spLocks noGrp="1"/>
          </p:cNvSpPr>
          <p:nvPr/>
        </p:nvSpPr>
        <p:spPr>
          <a:xfrm>
            <a:off x="2033954" y="20389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7" name="Stage1_sixpanel_5808">
            <a:extLst>
              <a:ext uri="{FF2B5EF4-FFF2-40B4-BE49-F238E27FC236}">
                <a16:creationId xmlns:a16="http://schemas.microsoft.com/office/drawing/2014/main" id="{896CFE55-5116-4E6B-B0A5-0443ED372B46}"/>
              </a:ext>
            </a:extLst>
          </p:cNvPr>
          <p:cNvSpPr>
            <a:spLocks noGrp="1"/>
          </p:cNvSpPr>
          <p:nvPr/>
        </p:nvSpPr>
        <p:spPr>
          <a:xfrm>
            <a:off x="2126032" y="183737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8" name="Stage1_sixpanel_5809">
            <a:extLst>
              <a:ext uri="{FF2B5EF4-FFF2-40B4-BE49-F238E27FC236}">
                <a16:creationId xmlns:a16="http://schemas.microsoft.com/office/drawing/2014/main" id="{B535291A-D341-43D0-87B0-2B4B09D41D67}"/>
              </a:ext>
            </a:extLst>
          </p:cNvPr>
          <p:cNvSpPr>
            <a:spLocks noGrp="1"/>
          </p:cNvSpPr>
          <p:nvPr/>
        </p:nvSpPr>
        <p:spPr>
          <a:xfrm>
            <a:off x="2161293" y="154681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9" name="Stage1_sixpanel_5810">
            <a:extLst>
              <a:ext uri="{FF2B5EF4-FFF2-40B4-BE49-F238E27FC236}">
                <a16:creationId xmlns:a16="http://schemas.microsoft.com/office/drawing/2014/main" id="{E9C852AC-5FC1-4CB6-99EC-FF7FAA0CAE9F}"/>
              </a:ext>
            </a:extLst>
          </p:cNvPr>
          <p:cNvSpPr>
            <a:spLocks noGrp="1"/>
          </p:cNvSpPr>
          <p:nvPr/>
        </p:nvSpPr>
        <p:spPr>
          <a:xfrm>
            <a:off x="2055469" y="2164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0" name="Stage1_sixpanel_5811">
            <a:extLst>
              <a:ext uri="{FF2B5EF4-FFF2-40B4-BE49-F238E27FC236}">
                <a16:creationId xmlns:a16="http://schemas.microsoft.com/office/drawing/2014/main" id="{F2A20B03-062D-4AA8-ABA3-934B7E87283A}"/>
              </a:ext>
            </a:extLst>
          </p:cNvPr>
          <p:cNvSpPr>
            <a:spLocks noGrp="1"/>
          </p:cNvSpPr>
          <p:nvPr/>
        </p:nvSpPr>
        <p:spPr>
          <a:xfrm>
            <a:off x="2150783" y="224325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1" name="Stage1_sixpanel_5812">
            <a:extLst>
              <a:ext uri="{FF2B5EF4-FFF2-40B4-BE49-F238E27FC236}">
                <a16:creationId xmlns:a16="http://schemas.microsoft.com/office/drawing/2014/main" id="{D7C0DDD5-08E6-44D0-8003-EAE8557DA569}"/>
              </a:ext>
            </a:extLst>
          </p:cNvPr>
          <p:cNvSpPr>
            <a:spLocks noGrp="1"/>
          </p:cNvSpPr>
          <p:nvPr/>
        </p:nvSpPr>
        <p:spPr>
          <a:xfrm>
            <a:off x="204403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2" name="Stage1_sixpanel_5813">
            <a:extLst>
              <a:ext uri="{FF2B5EF4-FFF2-40B4-BE49-F238E27FC236}">
                <a16:creationId xmlns:a16="http://schemas.microsoft.com/office/drawing/2014/main" id="{79DA2960-CE1B-4D5B-A881-3DF417B95985}"/>
              </a:ext>
            </a:extLst>
          </p:cNvPr>
          <p:cNvSpPr>
            <a:spLocks noGrp="1"/>
          </p:cNvSpPr>
          <p:nvPr/>
        </p:nvSpPr>
        <p:spPr>
          <a:xfrm>
            <a:off x="2076586" y="145548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3" name="Stage1_sixpanel_5814">
            <a:extLst>
              <a:ext uri="{FF2B5EF4-FFF2-40B4-BE49-F238E27FC236}">
                <a16:creationId xmlns:a16="http://schemas.microsoft.com/office/drawing/2014/main" id="{10C1DBCE-2AC9-4212-AB4B-582B7E523187}"/>
              </a:ext>
            </a:extLst>
          </p:cNvPr>
          <p:cNvSpPr>
            <a:spLocks noGrp="1"/>
          </p:cNvSpPr>
          <p:nvPr/>
        </p:nvSpPr>
        <p:spPr>
          <a:xfrm>
            <a:off x="2078767" y="16124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4" name="Stage1_sixpanel_5815">
            <a:extLst>
              <a:ext uri="{FF2B5EF4-FFF2-40B4-BE49-F238E27FC236}">
                <a16:creationId xmlns:a16="http://schemas.microsoft.com/office/drawing/2014/main" id="{B12FEA6F-4038-47C7-BE9E-DC95CCD58615}"/>
              </a:ext>
            </a:extLst>
          </p:cNvPr>
          <p:cNvSpPr>
            <a:spLocks noGrp="1"/>
          </p:cNvSpPr>
          <p:nvPr/>
        </p:nvSpPr>
        <p:spPr>
          <a:xfrm>
            <a:off x="2133487" y="150357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5" name="Stage1_sixpanel_5816">
            <a:extLst>
              <a:ext uri="{FF2B5EF4-FFF2-40B4-BE49-F238E27FC236}">
                <a16:creationId xmlns:a16="http://schemas.microsoft.com/office/drawing/2014/main" id="{4656B86A-95B3-468B-B542-6391C108C850}"/>
              </a:ext>
            </a:extLst>
          </p:cNvPr>
          <p:cNvSpPr>
            <a:spLocks noGrp="1"/>
          </p:cNvSpPr>
          <p:nvPr/>
        </p:nvSpPr>
        <p:spPr>
          <a:xfrm>
            <a:off x="2140660" y="140407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6" name="Stage1_sixpanel_5817">
            <a:extLst>
              <a:ext uri="{FF2B5EF4-FFF2-40B4-BE49-F238E27FC236}">
                <a16:creationId xmlns:a16="http://schemas.microsoft.com/office/drawing/2014/main" id="{440FACE0-3A21-43C1-BB0A-51AFA83AFB85}"/>
              </a:ext>
            </a:extLst>
          </p:cNvPr>
          <p:cNvSpPr>
            <a:spLocks noGrp="1"/>
          </p:cNvSpPr>
          <p:nvPr/>
        </p:nvSpPr>
        <p:spPr>
          <a:xfrm>
            <a:off x="210009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7" name="Stage1_sixpanel_5818">
            <a:extLst>
              <a:ext uri="{FF2B5EF4-FFF2-40B4-BE49-F238E27FC236}">
                <a16:creationId xmlns:a16="http://schemas.microsoft.com/office/drawing/2014/main" id="{C2703FF9-4B98-4941-87E3-A3308BCD3EE7}"/>
              </a:ext>
            </a:extLst>
          </p:cNvPr>
          <p:cNvSpPr>
            <a:spLocks noGrp="1"/>
          </p:cNvSpPr>
          <p:nvPr/>
        </p:nvSpPr>
        <p:spPr>
          <a:xfrm>
            <a:off x="2120609" y="15083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8" name="Stage1_sixpanel_5819">
            <a:extLst>
              <a:ext uri="{FF2B5EF4-FFF2-40B4-BE49-F238E27FC236}">
                <a16:creationId xmlns:a16="http://schemas.microsoft.com/office/drawing/2014/main" id="{92E92A8D-A93D-47BB-BFCA-B639BFA0BEE8}"/>
              </a:ext>
            </a:extLst>
          </p:cNvPr>
          <p:cNvSpPr>
            <a:spLocks noGrp="1"/>
          </p:cNvSpPr>
          <p:nvPr/>
        </p:nvSpPr>
        <p:spPr>
          <a:xfrm>
            <a:off x="2107881" y="15863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9" name="Stage1_sixpanel_5820">
            <a:extLst>
              <a:ext uri="{FF2B5EF4-FFF2-40B4-BE49-F238E27FC236}">
                <a16:creationId xmlns:a16="http://schemas.microsoft.com/office/drawing/2014/main" id="{D39F60BE-AA84-4E1E-AD2C-57778F6810E2}"/>
              </a:ext>
            </a:extLst>
          </p:cNvPr>
          <p:cNvSpPr>
            <a:spLocks noGrp="1"/>
          </p:cNvSpPr>
          <p:nvPr/>
        </p:nvSpPr>
        <p:spPr>
          <a:xfrm>
            <a:off x="2098329" y="133782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0" name="Stage1_sixpanel_5821">
            <a:extLst>
              <a:ext uri="{FF2B5EF4-FFF2-40B4-BE49-F238E27FC236}">
                <a16:creationId xmlns:a16="http://schemas.microsoft.com/office/drawing/2014/main" id="{6A939CF7-5ADF-4611-B75D-C624ED12E8EF}"/>
              </a:ext>
            </a:extLst>
          </p:cNvPr>
          <p:cNvSpPr>
            <a:spLocks noGrp="1"/>
          </p:cNvSpPr>
          <p:nvPr/>
        </p:nvSpPr>
        <p:spPr>
          <a:xfrm>
            <a:off x="2060341" y="21974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1" name="Stage1_sixpanel_5822">
            <a:extLst>
              <a:ext uri="{FF2B5EF4-FFF2-40B4-BE49-F238E27FC236}">
                <a16:creationId xmlns:a16="http://schemas.microsoft.com/office/drawing/2014/main" id="{F352744E-8A81-47D2-A856-A71391E312A4}"/>
              </a:ext>
            </a:extLst>
          </p:cNvPr>
          <p:cNvSpPr>
            <a:spLocks noGrp="1"/>
          </p:cNvSpPr>
          <p:nvPr/>
        </p:nvSpPr>
        <p:spPr>
          <a:xfrm>
            <a:off x="2043115" y="189797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2" name="Stage1_sixpanel_5823">
            <a:extLst>
              <a:ext uri="{FF2B5EF4-FFF2-40B4-BE49-F238E27FC236}">
                <a16:creationId xmlns:a16="http://schemas.microsoft.com/office/drawing/2014/main" id="{39EB6DA7-CF60-4109-8D8C-607C2A89AD64}"/>
              </a:ext>
            </a:extLst>
          </p:cNvPr>
          <p:cNvSpPr>
            <a:spLocks noGrp="1"/>
          </p:cNvSpPr>
          <p:nvPr/>
        </p:nvSpPr>
        <p:spPr>
          <a:xfrm>
            <a:off x="2081012" y="123905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3" name="Stage1_sixpanel_5824">
            <a:extLst>
              <a:ext uri="{FF2B5EF4-FFF2-40B4-BE49-F238E27FC236}">
                <a16:creationId xmlns:a16="http://schemas.microsoft.com/office/drawing/2014/main" id="{9483EEA9-7308-4C4E-8E7D-08DB897BC39A}"/>
              </a:ext>
            </a:extLst>
          </p:cNvPr>
          <p:cNvSpPr>
            <a:spLocks noGrp="1"/>
          </p:cNvSpPr>
          <p:nvPr/>
        </p:nvSpPr>
        <p:spPr>
          <a:xfrm>
            <a:off x="2049150" y="240169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4" name="Stage1_sixpanel_5825">
            <a:extLst>
              <a:ext uri="{FF2B5EF4-FFF2-40B4-BE49-F238E27FC236}">
                <a16:creationId xmlns:a16="http://schemas.microsoft.com/office/drawing/2014/main" id="{94918E27-D981-46DB-BCFC-D0E073A5200D}"/>
              </a:ext>
            </a:extLst>
          </p:cNvPr>
          <p:cNvSpPr>
            <a:spLocks noGrp="1"/>
          </p:cNvSpPr>
          <p:nvPr/>
        </p:nvSpPr>
        <p:spPr>
          <a:xfrm>
            <a:off x="2094785" y="138362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5" name="Stage1_sixpanel_5826">
            <a:extLst>
              <a:ext uri="{FF2B5EF4-FFF2-40B4-BE49-F238E27FC236}">
                <a16:creationId xmlns:a16="http://schemas.microsoft.com/office/drawing/2014/main" id="{E20E1DB0-F7BE-4A41-8988-448D274F2F42}"/>
              </a:ext>
            </a:extLst>
          </p:cNvPr>
          <p:cNvSpPr>
            <a:spLocks noGrp="1"/>
          </p:cNvSpPr>
          <p:nvPr/>
        </p:nvSpPr>
        <p:spPr>
          <a:xfrm>
            <a:off x="2073410" y="20830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6" name="Stage1_sixpanel_5827">
            <a:extLst>
              <a:ext uri="{FF2B5EF4-FFF2-40B4-BE49-F238E27FC236}">
                <a16:creationId xmlns:a16="http://schemas.microsoft.com/office/drawing/2014/main" id="{9CA5F6D5-9F06-4A55-9FBC-EBBFECBEC0B4}"/>
              </a:ext>
            </a:extLst>
          </p:cNvPr>
          <p:cNvSpPr>
            <a:spLocks noGrp="1"/>
          </p:cNvSpPr>
          <p:nvPr/>
        </p:nvSpPr>
        <p:spPr>
          <a:xfrm>
            <a:off x="2080529" y="23176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7" name="Stage1_sixpanel_5828">
            <a:extLst>
              <a:ext uri="{FF2B5EF4-FFF2-40B4-BE49-F238E27FC236}">
                <a16:creationId xmlns:a16="http://schemas.microsoft.com/office/drawing/2014/main" id="{04542734-2453-4E81-BCD0-0BC570A321C1}"/>
              </a:ext>
            </a:extLst>
          </p:cNvPr>
          <p:cNvSpPr>
            <a:spLocks noGrp="1"/>
          </p:cNvSpPr>
          <p:nvPr/>
        </p:nvSpPr>
        <p:spPr>
          <a:xfrm>
            <a:off x="2136822" y="12625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8" name="Stage1_sixpanel_5829">
            <a:extLst>
              <a:ext uri="{FF2B5EF4-FFF2-40B4-BE49-F238E27FC236}">
                <a16:creationId xmlns:a16="http://schemas.microsoft.com/office/drawing/2014/main" id="{C3B6C939-91BB-49E2-BAAF-A4934AA196A1}"/>
              </a:ext>
            </a:extLst>
          </p:cNvPr>
          <p:cNvSpPr>
            <a:spLocks noGrp="1"/>
          </p:cNvSpPr>
          <p:nvPr/>
        </p:nvSpPr>
        <p:spPr>
          <a:xfrm>
            <a:off x="2180448" y="146733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9" name="Stage1_sixpanel_5830">
            <a:extLst>
              <a:ext uri="{FF2B5EF4-FFF2-40B4-BE49-F238E27FC236}">
                <a16:creationId xmlns:a16="http://schemas.microsoft.com/office/drawing/2014/main" id="{133C61F8-07DC-4F71-A834-28D67DFA6879}"/>
              </a:ext>
            </a:extLst>
          </p:cNvPr>
          <p:cNvSpPr>
            <a:spLocks noGrp="1"/>
          </p:cNvSpPr>
          <p:nvPr/>
        </p:nvSpPr>
        <p:spPr>
          <a:xfrm>
            <a:off x="203543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0" name="Stage1_sixpanel_5831">
            <a:extLst>
              <a:ext uri="{FF2B5EF4-FFF2-40B4-BE49-F238E27FC236}">
                <a16:creationId xmlns:a16="http://schemas.microsoft.com/office/drawing/2014/main" id="{5162E920-CF76-4F61-B09E-54CBB7B7F613}"/>
              </a:ext>
            </a:extLst>
          </p:cNvPr>
          <p:cNvSpPr>
            <a:spLocks noGrp="1"/>
          </p:cNvSpPr>
          <p:nvPr/>
        </p:nvSpPr>
        <p:spPr>
          <a:xfrm>
            <a:off x="2163348" y="204652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1" name="Stage1_sixpanel_5832">
            <a:extLst>
              <a:ext uri="{FF2B5EF4-FFF2-40B4-BE49-F238E27FC236}">
                <a16:creationId xmlns:a16="http://schemas.microsoft.com/office/drawing/2014/main" id="{1E832B02-A6E5-4F9D-BA45-799061717FBC}"/>
              </a:ext>
            </a:extLst>
          </p:cNvPr>
          <p:cNvSpPr>
            <a:spLocks noGrp="1"/>
          </p:cNvSpPr>
          <p:nvPr/>
        </p:nvSpPr>
        <p:spPr>
          <a:xfrm>
            <a:off x="2194332" y="197748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2" name="Stage1_sixpanel_5833">
            <a:extLst>
              <a:ext uri="{FF2B5EF4-FFF2-40B4-BE49-F238E27FC236}">
                <a16:creationId xmlns:a16="http://schemas.microsoft.com/office/drawing/2014/main" id="{B71AB198-BD20-411A-B18D-377125727ACA}"/>
              </a:ext>
            </a:extLst>
          </p:cNvPr>
          <p:cNvSpPr>
            <a:spLocks noGrp="1"/>
          </p:cNvSpPr>
          <p:nvPr/>
        </p:nvSpPr>
        <p:spPr>
          <a:xfrm>
            <a:off x="2147741" y="20698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3" name="Stage1_sixpanel_5834">
            <a:extLst>
              <a:ext uri="{FF2B5EF4-FFF2-40B4-BE49-F238E27FC236}">
                <a16:creationId xmlns:a16="http://schemas.microsoft.com/office/drawing/2014/main" id="{1240CE98-0E7B-4D2A-9A2E-CABC3227BA27}"/>
              </a:ext>
            </a:extLst>
          </p:cNvPr>
          <p:cNvSpPr>
            <a:spLocks noGrp="1"/>
          </p:cNvSpPr>
          <p:nvPr/>
        </p:nvSpPr>
        <p:spPr>
          <a:xfrm>
            <a:off x="211315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4" name="Stage1_sixpanel_5835">
            <a:extLst>
              <a:ext uri="{FF2B5EF4-FFF2-40B4-BE49-F238E27FC236}">
                <a16:creationId xmlns:a16="http://schemas.microsoft.com/office/drawing/2014/main" id="{E3AC179D-2E3E-4B66-89CA-44016C91A9E0}"/>
              </a:ext>
            </a:extLst>
          </p:cNvPr>
          <p:cNvSpPr>
            <a:spLocks noGrp="1"/>
          </p:cNvSpPr>
          <p:nvPr/>
        </p:nvSpPr>
        <p:spPr>
          <a:xfrm>
            <a:off x="2194008" y="177700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5" name="Stage1_sixpanel_5836">
            <a:extLst>
              <a:ext uri="{FF2B5EF4-FFF2-40B4-BE49-F238E27FC236}">
                <a16:creationId xmlns:a16="http://schemas.microsoft.com/office/drawing/2014/main" id="{2DBEA279-2B6A-494B-A515-2D4E36760954}"/>
              </a:ext>
            </a:extLst>
          </p:cNvPr>
          <p:cNvSpPr>
            <a:spLocks noGrp="1"/>
          </p:cNvSpPr>
          <p:nvPr/>
        </p:nvSpPr>
        <p:spPr>
          <a:xfrm>
            <a:off x="2155944" y="139503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6" name="Stage1_sixpanel_5837">
            <a:extLst>
              <a:ext uri="{FF2B5EF4-FFF2-40B4-BE49-F238E27FC236}">
                <a16:creationId xmlns:a16="http://schemas.microsoft.com/office/drawing/2014/main" id="{F0E18F1D-B908-4594-9880-C28547C68F89}"/>
              </a:ext>
            </a:extLst>
          </p:cNvPr>
          <p:cNvSpPr>
            <a:spLocks noGrp="1"/>
          </p:cNvSpPr>
          <p:nvPr/>
        </p:nvSpPr>
        <p:spPr>
          <a:xfrm>
            <a:off x="2075003" y="23613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7" name="Stage1_sixpanel_5838">
            <a:extLst>
              <a:ext uri="{FF2B5EF4-FFF2-40B4-BE49-F238E27FC236}">
                <a16:creationId xmlns:a16="http://schemas.microsoft.com/office/drawing/2014/main" id="{F39BD1E9-5D3F-480A-ACFC-F6005441C70F}"/>
              </a:ext>
            </a:extLst>
          </p:cNvPr>
          <p:cNvSpPr>
            <a:spLocks noGrp="1"/>
          </p:cNvSpPr>
          <p:nvPr/>
        </p:nvSpPr>
        <p:spPr>
          <a:xfrm>
            <a:off x="211289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8" name="Stage1_sixpanel_5839">
            <a:extLst>
              <a:ext uri="{FF2B5EF4-FFF2-40B4-BE49-F238E27FC236}">
                <a16:creationId xmlns:a16="http://schemas.microsoft.com/office/drawing/2014/main" id="{C70001A1-FAAC-4C9F-BDCE-581CC11FBF0A}"/>
              </a:ext>
            </a:extLst>
          </p:cNvPr>
          <p:cNvSpPr>
            <a:spLocks noGrp="1"/>
          </p:cNvSpPr>
          <p:nvPr/>
        </p:nvSpPr>
        <p:spPr>
          <a:xfrm>
            <a:off x="204947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9" name="Stage1_sixpanel_5840">
            <a:extLst>
              <a:ext uri="{FF2B5EF4-FFF2-40B4-BE49-F238E27FC236}">
                <a16:creationId xmlns:a16="http://schemas.microsoft.com/office/drawing/2014/main" id="{3EE09814-7463-4B93-8674-C4160EB16B98}"/>
              </a:ext>
            </a:extLst>
          </p:cNvPr>
          <p:cNvSpPr>
            <a:spLocks noGrp="1"/>
          </p:cNvSpPr>
          <p:nvPr/>
        </p:nvSpPr>
        <p:spPr>
          <a:xfrm>
            <a:off x="2063924" y="212973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0" name="Stage1_sixpanel_5841">
            <a:extLst>
              <a:ext uri="{FF2B5EF4-FFF2-40B4-BE49-F238E27FC236}">
                <a16:creationId xmlns:a16="http://schemas.microsoft.com/office/drawing/2014/main" id="{2CAD88C7-66F4-4044-A460-7E66B8899B2A}"/>
              </a:ext>
            </a:extLst>
          </p:cNvPr>
          <p:cNvSpPr>
            <a:spLocks noGrp="1"/>
          </p:cNvSpPr>
          <p:nvPr/>
        </p:nvSpPr>
        <p:spPr>
          <a:xfrm>
            <a:off x="2172255" y="21890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1" name="Stage1_sixpanel_5842">
            <a:extLst>
              <a:ext uri="{FF2B5EF4-FFF2-40B4-BE49-F238E27FC236}">
                <a16:creationId xmlns:a16="http://schemas.microsoft.com/office/drawing/2014/main" id="{F81F32E8-0CCD-4CEE-BEFE-5D4E9479795D}"/>
              </a:ext>
            </a:extLst>
          </p:cNvPr>
          <p:cNvSpPr>
            <a:spLocks noGrp="1"/>
          </p:cNvSpPr>
          <p:nvPr/>
        </p:nvSpPr>
        <p:spPr>
          <a:xfrm>
            <a:off x="2156892" y="134113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2" name="Stage1_sixpanel_5843">
            <a:extLst>
              <a:ext uri="{FF2B5EF4-FFF2-40B4-BE49-F238E27FC236}">
                <a16:creationId xmlns:a16="http://schemas.microsoft.com/office/drawing/2014/main" id="{FD02108B-4916-4D82-B529-52A0284B962F}"/>
              </a:ext>
            </a:extLst>
          </p:cNvPr>
          <p:cNvSpPr>
            <a:spLocks noGrp="1"/>
          </p:cNvSpPr>
          <p:nvPr/>
        </p:nvSpPr>
        <p:spPr>
          <a:xfrm>
            <a:off x="2179640" y="163010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3" name="Stage1_sixpanel_5844">
            <a:extLst>
              <a:ext uri="{FF2B5EF4-FFF2-40B4-BE49-F238E27FC236}">
                <a16:creationId xmlns:a16="http://schemas.microsoft.com/office/drawing/2014/main" id="{33BC9FD2-12B5-46A8-83FF-F07C7277580B}"/>
              </a:ext>
            </a:extLst>
          </p:cNvPr>
          <p:cNvSpPr>
            <a:spLocks noGrp="1"/>
          </p:cNvSpPr>
          <p:nvPr/>
        </p:nvSpPr>
        <p:spPr>
          <a:xfrm>
            <a:off x="2040803" y="204514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4" name="Stage1_sixpanel_5845">
            <a:extLst>
              <a:ext uri="{FF2B5EF4-FFF2-40B4-BE49-F238E27FC236}">
                <a16:creationId xmlns:a16="http://schemas.microsoft.com/office/drawing/2014/main" id="{10D76D18-41C9-4ADC-AF24-4DC8322D8B45}"/>
              </a:ext>
            </a:extLst>
          </p:cNvPr>
          <p:cNvSpPr>
            <a:spLocks noGrp="1"/>
          </p:cNvSpPr>
          <p:nvPr/>
        </p:nvSpPr>
        <p:spPr>
          <a:xfrm>
            <a:off x="2098062" y="196998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5" name="Stage1_sixpanel_5846">
            <a:extLst>
              <a:ext uri="{FF2B5EF4-FFF2-40B4-BE49-F238E27FC236}">
                <a16:creationId xmlns:a16="http://schemas.microsoft.com/office/drawing/2014/main" id="{C636FF9B-427E-4219-8EEC-DB2D21F169CA}"/>
              </a:ext>
            </a:extLst>
          </p:cNvPr>
          <p:cNvSpPr>
            <a:spLocks noGrp="1"/>
          </p:cNvSpPr>
          <p:nvPr/>
        </p:nvSpPr>
        <p:spPr>
          <a:xfrm>
            <a:off x="2125702" y="216305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6" name="Stage1_sixpanel_5847">
            <a:extLst>
              <a:ext uri="{FF2B5EF4-FFF2-40B4-BE49-F238E27FC236}">
                <a16:creationId xmlns:a16="http://schemas.microsoft.com/office/drawing/2014/main" id="{5260D568-7B8F-4BFF-92E1-742CD6A6B7AA}"/>
              </a:ext>
            </a:extLst>
          </p:cNvPr>
          <p:cNvSpPr>
            <a:spLocks noGrp="1"/>
          </p:cNvSpPr>
          <p:nvPr/>
        </p:nvSpPr>
        <p:spPr>
          <a:xfrm>
            <a:off x="2119276" y="18443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7" name="Stage1_sixpanel_5848">
            <a:extLst>
              <a:ext uri="{FF2B5EF4-FFF2-40B4-BE49-F238E27FC236}">
                <a16:creationId xmlns:a16="http://schemas.microsoft.com/office/drawing/2014/main" id="{86CA8E45-D4A3-4BA3-B111-F0BEA362D103}"/>
              </a:ext>
            </a:extLst>
          </p:cNvPr>
          <p:cNvSpPr>
            <a:spLocks noGrp="1"/>
          </p:cNvSpPr>
          <p:nvPr/>
        </p:nvSpPr>
        <p:spPr>
          <a:xfrm>
            <a:off x="2046980" y="174464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8" name="Stage1_sixpanel_5849">
            <a:extLst>
              <a:ext uri="{FF2B5EF4-FFF2-40B4-BE49-F238E27FC236}">
                <a16:creationId xmlns:a16="http://schemas.microsoft.com/office/drawing/2014/main" id="{FFEA887A-6E51-4925-81DB-E68785917BF8}"/>
              </a:ext>
            </a:extLst>
          </p:cNvPr>
          <p:cNvSpPr>
            <a:spLocks noGrp="1"/>
          </p:cNvSpPr>
          <p:nvPr/>
        </p:nvSpPr>
        <p:spPr>
          <a:xfrm>
            <a:off x="2060818" y="15220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9" name="Stage1_sixpanel_5850">
            <a:extLst>
              <a:ext uri="{FF2B5EF4-FFF2-40B4-BE49-F238E27FC236}">
                <a16:creationId xmlns:a16="http://schemas.microsoft.com/office/drawing/2014/main" id="{C867463A-0F7C-4329-A013-75340944C23D}"/>
              </a:ext>
            </a:extLst>
          </p:cNvPr>
          <p:cNvSpPr>
            <a:spLocks noGrp="1"/>
          </p:cNvSpPr>
          <p:nvPr/>
        </p:nvSpPr>
        <p:spPr>
          <a:xfrm>
            <a:off x="2043654" y="17987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0" name="Stage1_sixpanel_5851">
            <a:extLst>
              <a:ext uri="{FF2B5EF4-FFF2-40B4-BE49-F238E27FC236}">
                <a16:creationId xmlns:a16="http://schemas.microsoft.com/office/drawing/2014/main" id="{234FD12F-9B96-47FA-9090-7C51BF0538C5}"/>
              </a:ext>
            </a:extLst>
          </p:cNvPr>
          <p:cNvSpPr>
            <a:spLocks noGrp="1"/>
          </p:cNvSpPr>
          <p:nvPr/>
        </p:nvSpPr>
        <p:spPr>
          <a:xfrm>
            <a:off x="2102320" y="214978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1" name="Stage1_sixpanel_5852">
            <a:extLst>
              <a:ext uri="{FF2B5EF4-FFF2-40B4-BE49-F238E27FC236}">
                <a16:creationId xmlns:a16="http://schemas.microsoft.com/office/drawing/2014/main" id="{087C93E6-7B02-49B1-9B2E-84E0676D1B97}"/>
              </a:ext>
            </a:extLst>
          </p:cNvPr>
          <p:cNvSpPr>
            <a:spLocks noGrp="1"/>
          </p:cNvSpPr>
          <p:nvPr/>
        </p:nvSpPr>
        <p:spPr>
          <a:xfrm>
            <a:off x="2186567" y="234919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2" name="Stage1_sixpanel_5853">
            <a:extLst>
              <a:ext uri="{FF2B5EF4-FFF2-40B4-BE49-F238E27FC236}">
                <a16:creationId xmlns:a16="http://schemas.microsoft.com/office/drawing/2014/main" id="{A1E238ED-68C8-4F08-A849-5C8455D418DC}"/>
              </a:ext>
            </a:extLst>
          </p:cNvPr>
          <p:cNvSpPr>
            <a:spLocks noGrp="1"/>
          </p:cNvSpPr>
          <p:nvPr/>
        </p:nvSpPr>
        <p:spPr>
          <a:xfrm>
            <a:off x="2069420" y="147996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3" name="Stage1_sixpanel_5854">
            <a:extLst>
              <a:ext uri="{FF2B5EF4-FFF2-40B4-BE49-F238E27FC236}">
                <a16:creationId xmlns:a16="http://schemas.microsoft.com/office/drawing/2014/main" id="{0208C2D7-30E1-40BE-9CFE-264C7CF6D676}"/>
              </a:ext>
            </a:extLst>
          </p:cNvPr>
          <p:cNvSpPr>
            <a:spLocks noGrp="1"/>
          </p:cNvSpPr>
          <p:nvPr/>
        </p:nvSpPr>
        <p:spPr>
          <a:xfrm>
            <a:off x="213885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4" name="Stage1_sixpanel_5855">
            <a:extLst>
              <a:ext uri="{FF2B5EF4-FFF2-40B4-BE49-F238E27FC236}">
                <a16:creationId xmlns:a16="http://schemas.microsoft.com/office/drawing/2014/main" id="{C32DE3FD-A847-46CB-84AB-8C19FA4FD253}"/>
              </a:ext>
            </a:extLst>
          </p:cNvPr>
          <p:cNvSpPr>
            <a:spLocks noGrp="1"/>
          </p:cNvSpPr>
          <p:nvPr/>
        </p:nvSpPr>
        <p:spPr>
          <a:xfrm>
            <a:off x="2184273" y="14219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5" name="Stage1_sixpanel_5856">
            <a:extLst>
              <a:ext uri="{FF2B5EF4-FFF2-40B4-BE49-F238E27FC236}">
                <a16:creationId xmlns:a16="http://schemas.microsoft.com/office/drawing/2014/main" id="{C4E88BBB-B9D3-4770-8E25-15342D67406B}"/>
              </a:ext>
            </a:extLst>
          </p:cNvPr>
          <p:cNvSpPr>
            <a:spLocks noGrp="1"/>
          </p:cNvSpPr>
          <p:nvPr/>
        </p:nvSpPr>
        <p:spPr>
          <a:xfrm>
            <a:off x="205577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6" name="Stage1_sixpanel_5857">
            <a:extLst>
              <a:ext uri="{FF2B5EF4-FFF2-40B4-BE49-F238E27FC236}">
                <a16:creationId xmlns:a16="http://schemas.microsoft.com/office/drawing/2014/main" id="{3BD8A707-E7D2-442F-8AC4-C4D81E3F2CE7}"/>
              </a:ext>
            </a:extLst>
          </p:cNvPr>
          <p:cNvSpPr>
            <a:spLocks noGrp="1"/>
          </p:cNvSpPr>
          <p:nvPr/>
        </p:nvSpPr>
        <p:spPr>
          <a:xfrm>
            <a:off x="2030369" y="172818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7" name="Stage1_sixpanel_5858">
            <a:extLst>
              <a:ext uri="{FF2B5EF4-FFF2-40B4-BE49-F238E27FC236}">
                <a16:creationId xmlns:a16="http://schemas.microsoft.com/office/drawing/2014/main" id="{C5F14EC2-7894-492C-8806-7557078DDF58}"/>
              </a:ext>
            </a:extLst>
          </p:cNvPr>
          <p:cNvSpPr>
            <a:spLocks noGrp="1"/>
          </p:cNvSpPr>
          <p:nvPr/>
        </p:nvSpPr>
        <p:spPr>
          <a:xfrm>
            <a:off x="2031046" y="21907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8" name="Stage1_sixpanel_5859">
            <a:extLst>
              <a:ext uri="{FF2B5EF4-FFF2-40B4-BE49-F238E27FC236}">
                <a16:creationId xmlns:a16="http://schemas.microsoft.com/office/drawing/2014/main" id="{3F625E05-A900-4579-994E-F7E61874C984}"/>
              </a:ext>
            </a:extLst>
          </p:cNvPr>
          <p:cNvSpPr>
            <a:spLocks noGrp="1"/>
          </p:cNvSpPr>
          <p:nvPr/>
        </p:nvSpPr>
        <p:spPr>
          <a:xfrm>
            <a:off x="2040409" y="230312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9" name="Stage1_sixpanel_5860">
            <a:extLst>
              <a:ext uri="{FF2B5EF4-FFF2-40B4-BE49-F238E27FC236}">
                <a16:creationId xmlns:a16="http://schemas.microsoft.com/office/drawing/2014/main" id="{C4FD0F6B-082B-458C-8470-1CE298E613EE}"/>
              </a:ext>
            </a:extLst>
          </p:cNvPr>
          <p:cNvSpPr>
            <a:spLocks noGrp="1"/>
          </p:cNvSpPr>
          <p:nvPr/>
        </p:nvSpPr>
        <p:spPr>
          <a:xfrm>
            <a:off x="2186962" y="146290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0" name="Stage1_sixpanel_5861">
            <a:extLst>
              <a:ext uri="{FF2B5EF4-FFF2-40B4-BE49-F238E27FC236}">
                <a16:creationId xmlns:a16="http://schemas.microsoft.com/office/drawing/2014/main" id="{FF15A9BD-90C6-46FF-96D8-AF5A4CDF9FF6}"/>
              </a:ext>
            </a:extLst>
          </p:cNvPr>
          <p:cNvSpPr>
            <a:spLocks noGrp="1"/>
          </p:cNvSpPr>
          <p:nvPr/>
        </p:nvSpPr>
        <p:spPr>
          <a:xfrm>
            <a:off x="2055988" y="132901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1" name="Stage1_sixpanel_5862">
            <a:extLst>
              <a:ext uri="{FF2B5EF4-FFF2-40B4-BE49-F238E27FC236}">
                <a16:creationId xmlns:a16="http://schemas.microsoft.com/office/drawing/2014/main" id="{03DBA1E4-CA6A-4860-9446-79DCC2912113}"/>
              </a:ext>
            </a:extLst>
          </p:cNvPr>
          <p:cNvSpPr>
            <a:spLocks noGrp="1"/>
          </p:cNvSpPr>
          <p:nvPr/>
        </p:nvSpPr>
        <p:spPr>
          <a:xfrm>
            <a:off x="2148439" y="224035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2" name="Stage1_sixpanel_5863">
            <a:extLst>
              <a:ext uri="{FF2B5EF4-FFF2-40B4-BE49-F238E27FC236}">
                <a16:creationId xmlns:a16="http://schemas.microsoft.com/office/drawing/2014/main" id="{66E481BC-38E7-4947-A9D8-60D1F7E8B7D6}"/>
              </a:ext>
            </a:extLst>
          </p:cNvPr>
          <p:cNvSpPr>
            <a:spLocks noGrp="1"/>
          </p:cNvSpPr>
          <p:nvPr/>
        </p:nvSpPr>
        <p:spPr>
          <a:xfrm>
            <a:off x="215031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3" name="Stage1_sixpanel_5864">
            <a:extLst>
              <a:ext uri="{FF2B5EF4-FFF2-40B4-BE49-F238E27FC236}">
                <a16:creationId xmlns:a16="http://schemas.microsoft.com/office/drawing/2014/main" id="{1E010995-780B-4C9F-9824-7425C33B5B21}"/>
              </a:ext>
            </a:extLst>
          </p:cNvPr>
          <p:cNvSpPr>
            <a:spLocks noGrp="1"/>
          </p:cNvSpPr>
          <p:nvPr/>
        </p:nvSpPr>
        <p:spPr>
          <a:xfrm>
            <a:off x="2081074" y="18086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4" name="Stage1_sixpanel_5865">
            <a:extLst>
              <a:ext uri="{FF2B5EF4-FFF2-40B4-BE49-F238E27FC236}">
                <a16:creationId xmlns:a16="http://schemas.microsoft.com/office/drawing/2014/main" id="{F952B309-1E1F-472D-8C76-BF89C370BE83}"/>
              </a:ext>
            </a:extLst>
          </p:cNvPr>
          <p:cNvSpPr>
            <a:spLocks noGrp="1"/>
          </p:cNvSpPr>
          <p:nvPr/>
        </p:nvSpPr>
        <p:spPr>
          <a:xfrm>
            <a:off x="2137708" y="139156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5" name="Stage1_sixpanel_5866">
            <a:extLst>
              <a:ext uri="{FF2B5EF4-FFF2-40B4-BE49-F238E27FC236}">
                <a16:creationId xmlns:a16="http://schemas.microsoft.com/office/drawing/2014/main" id="{3C56D0C9-2007-4260-9EC7-95EC95135D00}"/>
              </a:ext>
            </a:extLst>
          </p:cNvPr>
          <p:cNvSpPr>
            <a:spLocks noGrp="1"/>
          </p:cNvSpPr>
          <p:nvPr/>
        </p:nvSpPr>
        <p:spPr>
          <a:xfrm>
            <a:off x="2087022" y="16826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6" name="Stage1_sixpanel_5867">
            <a:extLst>
              <a:ext uri="{FF2B5EF4-FFF2-40B4-BE49-F238E27FC236}">
                <a16:creationId xmlns:a16="http://schemas.microsoft.com/office/drawing/2014/main" id="{18583D9C-46FF-401E-9089-8C99563D6597}"/>
              </a:ext>
            </a:extLst>
          </p:cNvPr>
          <p:cNvSpPr>
            <a:spLocks noGrp="1"/>
          </p:cNvSpPr>
          <p:nvPr/>
        </p:nvSpPr>
        <p:spPr>
          <a:xfrm>
            <a:off x="2156148" y="177277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7" name="Stage1_sixpanel_5868">
            <a:extLst>
              <a:ext uri="{FF2B5EF4-FFF2-40B4-BE49-F238E27FC236}">
                <a16:creationId xmlns:a16="http://schemas.microsoft.com/office/drawing/2014/main" id="{BD30552E-418A-437A-8C7D-D4947529816E}"/>
              </a:ext>
            </a:extLst>
          </p:cNvPr>
          <p:cNvSpPr>
            <a:spLocks noGrp="1"/>
          </p:cNvSpPr>
          <p:nvPr/>
        </p:nvSpPr>
        <p:spPr>
          <a:xfrm>
            <a:off x="2074355" y="14330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8" name="Stage1_sixpanel_5869">
            <a:extLst>
              <a:ext uri="{FF2B5EF4-FFF2-40B4-BE49-F238E27FC236}">
                <a16:creationId xmlns:a16="http://schemas.microsoft.com/office/drawing/2014/main" id="{E9C2DC39-9265-46CE-A7CE-D8377BF6577E}"/>
              </a:ext>
            </a:extLst>
          </p:cNvPr>
          <p:cNvSpPr>
            <a:spLocks noGrp="1"/>
          </p:cNvSpPr>
          <p:nvPr/>
        </p:nvSpPr>
        <p:spPr>
          <a:xfrm>
            <a:off x="2040067" y="14558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9" name="Stage1_sixpanel_5870">
            <a:extLst>
              <a:ext uri="{FF2B5EF4-FFF2-40B4-BE49-F238E27FC236}">
                <a16:creationId xmlns:a16="http://schemas.microsoft.com/office/drawing/2014/main" id="{CA8C7803-B224-4415-8B3F-75B3F7590148}"/>
              </a:ext>
            </a:extLst>
          </p:cNvPr>
          <p:cNvSpPr>
            <a:spLocks noGrp="1"/>
          </p:cNvSpPr>
          <p:nvPr/>
        </p:nvSpPr>
        <p:spPr>
          <a:xfrm>
            <a:off x="2186163" y="18152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0" name="Stage1_sixpanel_5871">
            <a:extLst>
              <a:ext uri="{FF2B5EF4-FFF2-40B4-BE49-F238E27FC236}">
                <a16:creationId xmlns:a16="http://schemas.microsoft.com/office/drawing/2014/main" id="{AB6F2C8C-AC07-45BB-BC35-F361A67D022A}"/>
              </a:ext>
            </a:extLst>
          </p:cNvPr>
          <p:cNvSpPr>
            <a:spLocks noGrp="1"/>
          </p:cNvSpPr>
          <p:nvPr/>
        </p:nvSpPr>
        <p:spPr>
          <a:xfrm>
            <a:off x="2123129" y="161990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1" name="Stage1_sixpanel_5872">
            <a:extLst>
              <a:ext uri="{FF2B5EF4-FFF2-40B4-BE49-F238E27FC236}">
                <a16:creationId xmlns:a16="http://schemas.microsoft.com/office/drawing/2014/main" id="{392A25B3-DB51-4D28-8F1C-9D7B0A7F0999}"/>
              </a:ext>
            </a:extLst>
          </p:cNvPr>
          <p:cNvSpPr>
            <a:spLocks noGrp="1"/>
          </p:cNvSpPr>
          <p:nvPr/>
        </p:nvSpPr>
        <p:spPr>
          <a:xfrm>
            <a:off x="2070250" y="19226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2" name="Stage1_sixpanel_5873">
            <a:extLst>
              <a:ext uri="{FF2B5EF4-FFF2-40B4-BE49-F238E27FC236}">
                <a16:creationId xmlns:a16="http://schemas.microsoft.com/office/drawing/2014/main" id="{80D6DBEA-7EA9-4CF2-87FC-2EDEA8FDE83E}"/>
              </a:ext>
            </a:extLst>
          </p:cNvPr>
          <p:cNvSpPr>
            <a:spLocks noGrp="1"/>
          </p:cNvSpPr>
          <p:nvPr/>
        </p:nvSpPr>
        <p:spPr>
          <a:xfrm>
            <a:off x="2122714" y="15251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3" name="Stage1_sixpanel_5874">
            <a:extLst>
              <a:ext uri="{FF2B5EF4-FFF2-40B4-BE49-F238E27FC236}">
                <a16:creationId xmlns:a16="http://schemas.microsoft.com/office/drawing/2014/main" id="{39952E55-D696-42CA-B2FE-BA480CAB6EA4}"/>
              </a:ext>
            </a:extLst>
          </p:cNvPr>
          <p:cNvSpPr>
            <a:spLocks noGrp="1"/>
          </p:cNvSpPr>
          <p:nvPr/>
        </p:nvSpPr>
        <p:spPr>
          <a:xfrm>
            <a:off x="211153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4" name="Stage1_sixpanel_5875">
            <a:extLst>
              <a:ext uri="{FF2B5EF4-FFF2-40B4-BE49-F238E27FC236}">
                <a16:creationId xmlns:a16="http://schemas.microsoft.com/office/drawing/2014/main" id="{0E79F2C6-479A-4599-B6A6-5E3F0393F347}"/>
              </a:ext>
            </a:extLst>
          </p:cNvPr>
          <p:cNvSpPr>
            <a:spLocks noGrp="1"/>
          </p:cNvSpPr>
          <p:nvPr/>
        </p:nvSpPr>
        <p:spPr>
          <a:xfrm>
            <a:off x="2193291" y="180107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5" name="Stage1_sixpanel_5876">
            <a:extLst>
              <a:ext uri="{FF2B5EF4-FFF2-40B4-BE49-F238E27FC236}">
                <a16:creationId xmlns:a16="http://schemas.microsoft.com/office/drawing/2014/main" id="{671E8153-BF15-4745-8996-CD48CE17E395}"/>
              </a:ext>
            </a:extLst>
          </p:cNvPr>
          <p:cNvSpPr>
            <a:spLocks noGrp="1"/>
          </p:cNvSpPr>
          <p:nvPr/>
        </p:nvSpPr>
        <p:spPr>
          <a:xfrm>
            <a:off x="2056342" y="146157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6" name="Stage1_sixpanel_5877">
            <a:extLst>
              <a:ext uri="{FF2B5EF4-FFF2-40B4-BE49-F238E27FC236}">
                <a16:creationId xmlns:a16="http://schemas.microsoft.com/office/drawing/2014/main" id="{A7B4B97D-FE1B-494D-B2C5-9DC27DB2C0AE}"/>
              </a:ext>
            </a:extLst>
          </p:cNvPr>
          <p:cNvSpPr>
            <a:spLocks noGrp="1"/>
          </p:cNvSpPr>
          <p:nvPr/>
        </p:nvSpPr>
        <p:spPr>
          <a:xfrm>
            <a:off x="205021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7" name="Stage1_sixpanel_5878">
            <a:extLst>
              <a:ext uri="{FF2B5EF4-FFF2-40B4-BE49-F238E27FC236}">
                <a16:creationId xmlns:a16="http://schemas.microsoft.com/office/drawing/2014/main" id="{EC4C25DC-9344-40E6-9C7B-6EE5F8A769B4}"/>
              </a:ext>
            </a:extLst>
          </p:cNvPr>
          <p:cNvSpPr>
            <a:spLocks noGrp="1"/>
          </p:cNvSpPr>
          <p:nvPr/>
        </p:nvSpPr>
        <p:spPr>
          <a:xfrm>
            <a:off x="2139856" y="176472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8" name="Stage1_sixpanel_5879">
            <a:extLst>
              <a:ext uri="{FF2B5EF4-FFF2-40B4-BE49-F238E27FC236}">
                <a16:creationId xmlns:a16="http://schemas.microsoft.com/office/drawing/2014/main" id="{12CA8BEB-468C-470B-8E3E-798A5C280A4C}"/>
              </a:ext>
            </a:extLst>
          </p:cNvPr>
          <p:cNvSpPr>
            <a:spLocks noGrp="1"/>
          </p:cNvSpPr>
          <p:nvPr/>
        </p:nvSpPr>
        <p:spPr>
          <a:xfrm>
            <a:off x="211275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9" name="Stage1_sixpanel_5880">
            <a:extLst>
              <a:ext uri="{FF2B5EF4-FFF2-40B4-BE49-F238E27FC236}">
                <a16:creationId xmlns:a16="http://schemas.microsoft.com/office/drawing/2014/main" id="{33447912-B523-4A60-AFEA-1D1EF54694A5}"/>
              </a:ext>
            </a:extLst>
          </p:cNvPr>
          <p:cNvSpPr>
            <a:spLocks noGrp="1"/>
          </p:cNvSpPr>
          <p:nvPr/>
        </p:nvSpPr>
        <p:spPr>
          <a:xfrm>
            <a:off x="211105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0" name="Stage1_sixpanel_5881">
            <a:extLst>
              <a:ext uri="{FF2B5EF4-FFF2-40B4-BE49-F238E27FC236}">
                <a16:creationId xmlns:a16="http://schemas.microsoft.com/office/drawing/2014/main" id="{7FE33F35-0E40-42C9-A1CA-7BF8D43C680C}"/>
              </a:ext>
            </a:extLst>
          </p:cNvPr>
          <p:cNvSpPr>
            <a:spLocks noGrp="1"/>
          </p:cNvSpPr>
          <p:nvPr/>
        </p:nvSpPr>
        <p:spPr>
          <a:xfrm>
            <a:off x="2138878" y="24462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1" name="Stage1_sixpanel_5882">
            <a:extLst>
              <a:ext uri="{FF2B5EF4-FFF2-40B4-BE49-F238E27FC236}">
                <a16:creationId xmlns:a16="http://schemas.microsoft.com/office/drawing/2014/main" id="{C1604E32-CEC5-4BA9-8B54-373186A7F0D4}"/>
              </a:ext>
            </a:extLst>
          </p:cNvPr>
          <p:cNvSpPr>
            <a:spLocks noGrp="1"/>
          </p:cNvSpPr>
          <p:nvPr/>
        </p:nvSpPr>
        <p:spPr>
          <a:xfrm>
            <a:off x="2083452" y="184681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2" name="Stage1_sixpanel_5883">
            <a:extLst>
              <a:ext uri="{FF2B5EF4-FFF2-40B4-BE49-F238E27FC236}">
                <a16:creationId xmlns:a16="http://schemas.microsoft.com/office/drawing/2014/main" id="{03801FE7-91AA-4689-A5CF-26A516AAF662}"/>
              </a:ext>
            </a:extLst>
          </p:cNvPr>
          <p:cNvSpPr>
            <a:spLocks noGrp="1"/>
          </p:cNvSpPr>
          <p:nvPr/>
        </p:nvSpPr>
        <p:spPr>
          <a:xfrm>
            <a:off x="2199595" y="24152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3" name="Stage1_sixpanel_5884">
            <a:extLst>
              <a:ext uri="{FF2B5EF4-FFF2-40B4-BE49-F238E27FC236}">
                <a16:creationId xmlns:a16="http://schemas.microsoft.com/office/drawing/2014/main" id="{A67D5A9B-C4C0-4ADA-88FF-7191E5E95B70}"/>
              </a:ext>
            </a:extLst>
          </p:cNvPr>
          <p:cNvSpPr>
            <a:spLocks noGrp="1"/>
          </p:cNvSpPr>
          <p:nvPr/>
        </p:nvSpPr>
        <p:spPr>
          <a:xfrm>
            <a:off x="2125641" y="16915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4" name="Stage1_sixpanel_5885">
            <a:extLst>
              <a:ext uri="{FF2B5EF4-FFF2-40B4-BE49-F238E27FC236}">
                <a16:creationId xmlns:a16="http://schemas.microsoft.com/office/drawing/2014/main" id="{093E6A60-5E79-4FAA-80CD-AAD302AE0A96}"/>
              </a:ext>
            </a:extLst>
          </p:cNvPr>
          <p:cNvSpPr>
            <a:spLocks noGrp="1"/>
          </p:cNvSpPr>
          <p:nvPr/>
        </p:nvSpPr>
        <p:spPr>
          <a:xfrm>
            <a:off x="2120418" y="143547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5" name="Stage1_sixpanel_5886">
            <a:extLst>
              <a:ext uri="{FF2B5EF4-FFF2-40B4-BE49-F238E27FC236}">
                <a16:creationId xmlns:a16="http://schemas.microsoft.com/office/drawing/2014/main" id="{4C1D0870-2790-4FF0-8AB4-0F028AB5448E}"/>
              </a:ext>
            </a:extLst>
          </p:cNvPr>
          <p:cNvSpPr>
            <a:spLocks noGrp="1"/>
          </p:cNvSpPr>
          <p:nvPr/>
        </p:nvSpPr>
        <p:spPr>
          <a:xfrm>
            <a:off x="2112134" y="21368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6" name="Stage1_sixpanel_5887">
            <a:extLst>
              <a:ext uri="{FF2B5EF4-FFF2-40B4-BE49-F238E27FC236}">
                <a16:creationId xmlns:a16="http://schemas.microsoft.com/office/drawing/2014/main" id="{5A4CEBCA-FF83-4006-A2B5-B3501C2F5862}"/>
              </a:ext>
            </a:extLst>
          </p:cNvPr>
          <p:cNvSpPr>
            <a:spLocks noGrp="1"/>
          </p:cNvSpPr>
          <p:nvPr/>
        </p:nvSpPr>
        <p:spPr>
          <a:xfrm>
            <a:off x="2172351" y="15060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7" name="Stage1_sixpanel_5888">
            <a:extLst>
              <a:ext uri="{FF2B5EF4-FFF2-40B4-BE49-F238E27FC236}">
                <a16:creationId xmlns:a16="http://schemas.microsoft.com/office/drawing/2014/main" id="{25A3D854-4278-4534-94DA-7D6A1F50CDA7}"/>
              </a:ext>
            </a:extLst>
          </p:cNvPr>
          <p:cNvSpPr>
            <a:spLocks noGrp="1"/>
          </p:cNvSpPr>
          <p:nvPr/>
        </p:nvSpPr>
        <p:spPr>
          <a:xfrm>
            <a:off x="2066682" y="219704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8" name="Stage1_sixpanel_5889">
            <a:extLst>
              <a:ext uri="{FF2B5EF4-FFF2-40B4-BE49-F238E27FC236}">
                <a16:creationId xmlns:a16="http://schemas.microsoft.com/office/drawing/2014/main" id="{5B7DF256-3A8F-491A-A7D3-478DF3163289}"/>
              </a:ext>
            </a:extLst>
          </p:cNvPr>
          <p:cNvSpPr>
            <a:spLocks noGrp="1"/>
          </p:cNvSpPr>
          <p:nvPr/>
        </p:nvSpPr>
        <p:spPr>
          <a:xfrm>
            <a:off x="2042882" y="177607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9" name="Stage1_sixpanel_5890">
            <a:extLst>
              <a:ext uri="{FF2B5EF4-FFF2-40B4-BE49-F238E27FC236}">
                <a16:creationId xmlns:a16="http://schemas.microsoft.com/office/drawing/2014/main" id="{03E6DE35-1F46-49BB-815A-63F297500CCE}"/>
              </a:ext>
            </a:extLst>
          </p:cNvPr>
          <p:cNvSpPr>
            <a:spLocks noGrp="1"/>
          </p:cNvSpPr>
          <p:nvPr/>
        </p:nvSpPr>
        <p:spPr>
          <a:xfrm>
            <a:off x="2035084" y="23098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0" name="Stage1_sixpanel_5891">
            <a:extLst>
              <a:ext uri="{FF2B5EF4-FFF2-40B4-BE49-F238E27FC236}">
                <a16:creationId xmlns:a16="http://schemas.microsoft.com/office/drawing/2014/main" id="{E58EF869-8106-4654-B835-97630FCD0807}"/>
              </a:ext>
            </a:extLst>
          </p:cNvPr>
          <p:cNvSpPr>
            <a:spLocks noGrp="1"/>
          </p:cNvSpPr>
          <p:nvPr/>
        </p:nvSpPr>
        <p:spPr>
          <a:xfrm>
            <a:off x="2171485" y="192482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1" name="Stage1_sixpanel_5892">
            <a:extLst>
              <a:ext uri="{FF2B5EF4-FFF2-40B4-BE49-F238E27FC236}">
                <a16:creationId xmlns:a16="http://schemas.microsoft.com/office/drawing/2014/main" id="{3E1AAB13-48F8-4007-82D6-166DD25D49FB}"/>
              </a:ext>
            </a:extLst>
          </p:cNvPr>
          <p:cNvSpPr>
            <a:spLocks noGrp="1"/>
          </p:cNvSpPr>
          <p:nvPr/>
        </p:nvSpPr>
        <p:spPr>
          <a:xfrm>
            <a:off x="2194161" y="162005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2" name="Stage1_sixpanel_5893">
            <a:extLst>
              <a:ext uri="{FF2B5EF4-FFF2-40B4-BE49-F238E27FC236}">
                <a16:creationId xmlns:a16="http://schemas.microsoft.com/office/drawing/2014/main" id="{97E1F7F7-9F79-4D65-896A-778A11C3CB68}"/>
              </a:ext>
            </a:extLst>
          </p:cNvPr>
          <p:cNvSpPr>
            <a:spLocks noGrp="1"/>
          </p:cNvSpPr>
          <p:nvPr/>
        </p:nvSpPr>
        <p:spPr>
          <a:xfrm>
            <a:off x="2183196" y="147996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3" name="Stage1_sixpanel_5894">
            <a:extLst>
              <a:ext uri="{FF2B5EF4-FFF2-40B4-BE49-F238E27FC236}">
                <a16:creationId xmlns:a16="http://schemas.microsoft.com/office/drawing/2014/main" id="{2164A757-A160-40D8-8C36-F2428E8654F1}"/>
              </a:ext>
            </a:extLst>
          </p:cNvPr>
          <p:cNvSpPr>
            <a:spLocks noGrp="1"/>
          </p:cNvSpPr>
          <p:nvPr/>
        </p:nvSpPr>
        <p:spPr>
          <a:xfrm>
            <a:off x="2198678" y="216894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4" name="Stage1_sixpanel_5895">
            <a:extLst>
              <a:ext uri="{FF2B5EF4-FFF2-40B4-BE49-F238E27FC236}">
                <a16:creationId xmlns:a16="http://schemas.microsoft.com/office/drawing/2014/main" id="{33285D82-4C96-4967-A615-BF98C27D533D}"/>
              </a:ext>
            </a:extLst>
          </p:cNvPr>
          <p:cNvSpPr>
            <a:spLocks noGrp="1"/>
          </p:cNvSpPr>
          <p:nvPr/>
        </p:nvSpPr>
        <p:spPr>
          <a:xfrm>
            <a:off x="2187032" y="148125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5" name="Stage1_sixpanel_5896">
            <a:extLst>
              <a:ext uri="{FF2B5EF4-FFF2-40B4-BE49-F238E27FC236}">
                <a16:creationId xmlns:a16="http://schemas.microsoft.com/office/drawing/2014/main" id="{DC65898A-1CD9-47F6-8207-BEDF63DFC400}"/>
              </a:ext>
            </a:extLst>
          </p:cNvPr>
          <p:cNvSpPr>
            <a:spLocks noGrp="1"/>
          </p:cNvSpPr>
          <p:nvPr/>
        </p:nvSpPr>
        <p:spPr>
          <a:xfrm>
            <a:off x="2124473" y="23913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6" name="Stage1_sixpanel_5897">
            <a:extLst>
              <a:ext uri="{FF2B5EF4-FFF2-40B4-BE49-F238E27FC236}">
                <a16:creationId xmlns:a16="http://schemas.microsoft.com/office/drawing/2014/main" id="{0B5F67BA-0707-429D-8914-FA9B6F2A56BB}"/>
              </a:ext>
            </a:extLst>
          </p:cNvPr>
          <p:cNvSpPr>
            <a:spLocks noGrp="1"/>
          </p:cNvSpPr>
          <p:nvPr/>
        </p:nvSpPr>
        <p:spPr>
          <a:xfrm>
            <a:off x="2173534" y="14425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7" name="Stage1_sixpanel_5898">
            <a:extLst>
              <a:ext uri="{FF2B5EF4-FFF2-40B4-BE49-F238E27FC236}">
                <a16:creationId xmlns:a16="http://schemas.microsoft.com/office/drawing/2014/main" id="{6EB45BFD-1733-45A8-B874-2A5C797185C6}"/>
              </a:ext>
            </a:extLst>
          </p:cNvPr>
          <p:cNvSpPr>
            <a:spLocks noGrp="1"/>
          </p:cNvSpPr>
          <p:nvPr/>
        </p:nvSpPr>
        <p:spPr>
          <a:xfrm>
            <a:off x="2084750" y="17029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8" name="Stage1_sixpanel_5899">
            <a:extLst>
              <a:ext uri="{FF2B5EF4-FFF2-40B4-BE49-F238E27FC236}">
                <a16:creationId xmlns:a16="http://schemas.microsoft.com/office/drawing/2014/main" id="{0315CB30-BBD1-4995-8F34-FEF1F4FE2593}"/>
              </a:ext>
            </a:extLst>
          </p:cNvPr>
          <p:cNvSpPr>
            <a:spLocks noGrp="1"/>
          </p:cNvSpPr>
          <p:nvPr/>
        </p:nvSpPr>
        <p:spPr>
          <a:xfrm>
            <a:off x="2180299" y="14383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9" name="Stage1_sixpanel_5900">
            <a:extLst>
              <a:ext uri="{FF2B5EF4-FFF2-40B4-BE49-F238E27FC236}">
                <a16:creationId xmlns:a16="http://schemas.microsoft.com/office/drawing/2014/main" id="{07F44815-CC8F-4FED-B220-7B0366F285FA}"/>
              </a:ext>
            </a:extLst>
          </p:cNvPr>
          <p:cNvSpPr>
            <a:spLocks noGrp="1"/>
          </p:cNvSpPr>
          <p:nvPr/>
        </p:nvSpPr>
        <p:spPr>
          <a:xfrm>
            <a:off x="2081606" y="2250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0" name="Stage1_sixpanel_5901">
            <a:extLst>
              <a:ext uri="{FF2B5EF4-FFF2-40B4-BE49-F238E27FC236}">
                <a16:creationId xmlns:a16="http://schemas.microsoft.com/office/drawing/2014/main" id="{56B9CB9D-3A3A-4A4B-A2EB-8537DAFAF3DB}"/>
              </a:ext>
            </a:extLst>
          </p:cNvPr>
          <p:cNvSpPr>
            <a:spLocks noGrp="1"/>
          </p:cNvSpPr>
          <p:nvPr/>
        </p:nvSpPr>
        <p:spPr>
          <a:xfrm>
            <a:off x="2103089" y="162244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1" name="Stage1_sixpanel_5902">
            <a:extLst>
              <a:ext uri="{FF2B5EF4-FFF2-40B4-BE49-F238E27FC236}">
                <a16:creationId xmlns:a16="http://schemas.microsoft.com/office/drawing/2014/main" id="{E89876BF-B72A-4FBB-BDEC-D87AF98AC95C}"/>
              </a:ext>
            </a:extLst>
          </p:cNvPr>
          <p:cNvSpPr>
            <a:spLocks noGrp="1"/>
          </p:cNvSpPr>
          <p:nvPr/>
        </p:nvSpPr>
        <p:spPr>
          <a:xfrm>
            <a:off x="2092470" y="195166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2" name="Stage1_sixpanel_5903">
            <a:extLst>
              <a:ext uri="{FF2B5EF4-FFF2-40B4-BE49-F238E27FC236}">
                <a16:creationId xmlns:a16="http://schemas.microsoft.com/office/drawing/2014/main" id="{26C1456D-FC3A-40A6-BAD1-BD86C2B39E1D}"/>
              </a:ext>
            </a:extLst>
          </p:cNvPr>
          <p:cNvSpPr>
            <a:spLocks noGrp="1"/>
          </p:cNvSpPr>
          <p:nvPr/>
        </p:nvSpPr>
        <p:spPr>
          <a:xfrm>
            <a:off x="2032687" y="195497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3" name="Stage1_sixpanel_5904">
            <a:extLst>
              <a:ext uri="{FF2B5EF4-FFF2-40B4-BE49-F238E27FC236}">
                <a16:creationId xmlns:a16="http://schemas.microsoft.com/office/drawing/2014/main" id="{6C3BAC59-F7A0-48C5-B2FC-58C7D7FE20E2}"/>
              </a:ext>
            </a:extLst>
          </p:cNvPr>
          <p:cNvSpPr>
            <a:spLocks noGrp="1"/>
          </p:cNvSpPr>
          <p:nvPr/>
        </p:nvSpPr>
        <p:spPr>
          <a:xfrm>
            <a:off x="2136146" y="19584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4" name="Stage1_sixpanel_5905">
            <a:extLst>
              <a:ext uri="{FF2B5EF4-FFF2-40B4-BE49-F238E27FC236}">
                <a16:creationId xmlns:a16="http://schemas.microsoft.com/office/drawing/2014/main" id="{F3F25DDE-CBD3-46C9-9DFC-5D1A4FBA61B9}"/>
              </a:ext>
            </a:extLst>
          </p:cNvPr>
          <p:cNvSpPr>
            <a:spLocks noGrp="1"/>
          </p:cNvSpPr>
          <p:nvPr/>
        </p:nvSpPr>
        <p:spPr>
          <a:xfrm>
            <a:off x="2079612" y="192782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5" name="Stage1_sixpanel_5906">
            <a:extLst>
              <a:ext uri="{FF2B5EF4-FFF2-40B4-BE49-F238E27FC236}">
                <a16:creationId xmlns:a16="http://schemas.microsoft.com/office/drawing/2014/main" id="{812BCBE2-5269-4338-ADF9-22F2247854C4}"/>
              </a:ext>
            </a:extLst>
          </p:cNvPr>
          <p:cNvSpPr>
            <a:spLocks noGrp="1"/>
          </p:cNvSpPr>
          <p:nvPr/>
        </p:nvSpPr>
        <p:spPr>
          <a:xfrm>
            <a:off x="2172107" y="152616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6" name="Stage1_sixpanel_5907">
            <a:extLst>
              <a:ext uri="{FF2B5EF4-FFF2-40B4-BE49-F238E27FC236}">
                <a16:creationId xmlns:a16="http://schemas.microsoft.com/office/drawing/2014/main" id="{BFA68F1C-13A0-475B-8542-E4257756A5C6}"/>
              </a:ext>
            </a:extLst>
          </p:cNvPr>
          <p:cNvSpPr>
            <a:spLocks noGrp="1"/>
          </p:cNvSpPr>
          <p:nvPr/>
        </p:nvSpPr>
        <p:spPr>
          <a:xfrm>
            <a:off x="2076486" y="25133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7" name="Stage1_sixpanel_5908">
            <a:extLst>
              <a:ext uri="{FF2B5EF4-FFF2-40B4-BE49-F238E27FC236}">
                <a16:creationId xmlns:a16="http://schemas.microsoft.com/office/drawing/2014/main" id="{F9BF8B39-76B0-4374-A8E2-7BD80F6C8B73}"/>
              </a:ext>
            </a:extLst>
          </p:cNvPr>
          <p:cNvSpPr>
            <a:spLocks noGrp="1"/>
          </p:cNvSpPr>
          <p:nvPr/>
        </p:nvSpPr>
        <p:spPr>
          <a:xfrm>
            <a:off x="2165557" y="200577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8" name="Stage1_sixpanel_5909">
            <a:extLst>
              <a:ext uri="{FF2B5EF4-FFF2-40B4-BE49-F238E27FC236}">
                <a16:creationId xmlns:a16="http://schemas.microsoft.com/office/drawing/2014/main" id="{F136B6F1-11A6-4058-AE58-AFF36FC64CD3}"/>
              </a:ext>
            </a:extLst>
          </p:cNvPr>
          <p:cNvSpPr>
            <a:spLocks noGrp="1"/>
          </p:cNvSpPr>
          <p:nvPr/>
        </p:nvSpPr>
        <p:spPr>
          <a:xfrm>
            <a:off x="2146765" y="16763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9" name="Stage1_sixpanel_5910">
            <a:extLst>
              <a:ext uri="{FF2B5EF4-FFF2-40B4-BE49-F238E27FC236}">
                <a16:creationId xmlns:a16="http://schemas.microsoft.com/office/drawing/2014/main" id="{3E4649A5-581A-408D-A39F-7ECF48228233}"/>
              </a:ext>
            </a:extLst>
          </p:cNvPr>
          <p:cNvSpPr>
            <a:spLocks noGrp="1"/>
          </p:cNvSpPr>
          <p:nvPr/>
        </p:nvSpPr>
        <p:spPr>
          <a:xfrm>
            <a:off x="2100061" y="20697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0" name="Stage1_sixpanel_5911">
            <a:extLst>
              <a:ext uri="{FF2B5EF4-FFF2-40B4-BE49-F238E27FC236}">
                <a16:creationId xmlns:a16="http://schemas.microsoft.com/office/drawing/2014/main" id="{D9352AC0-5581-46EA-98CA-BEFD3C7E63F6}"/>
              </a:ext>
            </a:extLst>
          </p:cNvPr>
          <p:cNvSpPr>
            <a:spLocks noGrp="1"/>
          </p:cNvSpPr>
          <p:nvPr/>
        </p:nvSpPr>
        <p:spPr>
          <a:xfrm>
            <a:off x="211699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1" name="Stage1_sixpanel_5912">
            <a:extLst>
              <a:ext uri="{FF2B5EF4-FFF2-40B4-BE49-F238E27FC236}">
                <a16:creationId xmlns:a16="http://schemas.microsoft.com/office/drawing/2014/main" id="{A001E996-164A-4B49-AB4D-4CAD32EE462D}"/>
              </a:ext>
            </a:extLst>
          </p:cNvPr>
          <p:cNvSpPr>
            <a:spLocks noGrp="1"/>
          </p:cNvSpPr>
          <p:nvPr/>
        </p:nvSpPr>
        <p:spPr>
          <a:xfrm>
            <a:off x="2034629" y="232330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2" name="Stage1_sixpanel_5913">
            <a:extLst>
              <a:ext uri="{FF2B5EF4-FFF2-40B4-BE49-F238E27FC236}">
                <a16:creationId xmlns:a16="http://schemas.microsoft.com/office/drawing/2014/main" id="{0165344E-2E6C-4A0F-9F29-A103669E8DE7}"/>
              </a:ext>
            </a:extLst>
          </p:cNvPr>
          <p:cNvSpPr>
            <a:spLocks noGrp="1"/>
          </p:cNvSpPr>
          <p:nvPr/>
        </p:nvSpPr>
        <p:spPr>
          <a:xfrm>
            <a:off x="210815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3" name="Stage1_sixpanel_5914">
            <a:extLst>
              <a:ext uri="{FF2B5EF4-FFF2-40B4-BE49-F238E27FC236}">
                <a16:creationId xmlns:a16="http://schemas.microsoft.com/office/drawing/2014/main" id="{1F763DB0-4CCE-4564-AF00-3DD47C651021}"/>
              </a:ext>
            </a:extLst>
          </p:cNvPr>
          <p:cNvSpPr>
            <a:spLocks noGrp="1"/>
          </p:cNvSpPr>
          <p:nvPr/>
        </p:nvSpPr>
        <p:spPr>
          <a:xfrm>
            <a:off x="204037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4" name="Stage1_sixpanel_5915">
            <a:extLst>
              <a:ext uri="{FF2B5EF4-FFF2-40B4-BE49-F238E27FC236}">
                <a16:creationId xmlns:a16="http://schemas.microsoft.com/office/drawing/2014/main" id="{FF241A26-FAB2-44FF-8F62-C38AB138E66E}"/>
              </a:ext>
            </a:extLst>
          </p:cNvPr>
          <p:cNvSpPr>
            <a:spLocks noGrp="1"/>
          </p:cNvSpPr>
          <p:nvPr/>
        </p:nvSpPr>
        <p:spPr>
          <a:xfrm>
            <a:off x="310652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5" name="Stage1_sixpanel_5916">
            <a:extLst>
              <a:ext uri="{FF2B5EF4-FFF2-40B4-BE49-F238E27FC236}">
                <a16:creationId xmlns:a16="http://schemas.microsoft.com/office/drawing/2014/main" id="{C88BD829-5656-453B-94F4-152E606BFB37}"/>
              </a:ext>
            </a:extLst>
          </p:cNvPr>
          <p:cNvSpPr>
            <a:spLocks noGrp="1"/>
          </p:cNvSpPr>
          <p:nvPr/>
        </p:nvSpPr>
        <p:spPr>
          <a:xfrm>
            <a:off x="3240018" y="153864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6" name="Stage1_sixpanel_5917">
            <a:extLst>
              <a:ext uri="{FF2B5EF4-FFF2-40B4-BE49-F238E27FC236}">
                <a16:creationId xmlns:a16="http://schemas.microsoft.com/office/drawing/2014/main" id="{6A9285A1-DA7C-441C-BEF6-A083D762E601}"/>
              </a:ext>
            </a:extLst>
          </p:cNvPr>
          <p:cNvSpPr>
            <a:spLocks noGrp="1"/>
          </p:cNvSpPr>
          <p:nvPr/>
        </p:nvSpPr>
        <p:spPr>
          <a:xfrm>
            <a:off x="320102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7" name="Stage1_sixpanel_5918">
            <a:extLst>
              <a:ext uri="{FF2B5EF4-FFF2-40B4-BE49-F238E27FC236}">
                <a16:creationId xmlns:a16="http://schemas.microsoft.com/office/drawing/2014/main" id="{C0D245BA-C886-495D-8925-5D6569A386DD}"/>
              </a:ext>
            </a:extLst>
          </p:cNvPr>
          <p:cNvSpPr>
            <a:spLocks noGrp="1"/>
          </p:cNvSpPr>
          <p:nvPr/>
        </p:nvSpPr>
        <p:spPr>
          <a:xfrm>
            <a:off x="3176162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8" name="Stage1_sixpanel_5919">
            <a:extLst>
              <a:ext uri="{FF2B5EF4-FFF2-40B4-BE49-F238E27FC236}">
                <a16:creationId xmlns:a16="http://schemas.microsoft.com/office/drawing/2014/main" id="{AD8C9C8C-1A49-4F02-B14F-B784F257688D}"/>
              </a:ext>
            </a:extLst>
          </p:cNvPr>
          <p:cNvSpPr>
            <a:spLocks noGrp="1"/>
          </p:cNvSpPr>
          <p:nvPr/>
        </p:nvSpPr>
        <p:spPr>
          <a:xfrm>
            <a:off x="3241627" y="177748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9" name="Stage1_sixpanel_5920">
            <a:extLst>
              <a:ext uri="{FF2B5EF4-FFF2-40B4-BE49-F238E27FC236}">
                <a16:creationId xmlns:a16="http://schemas.microsoft.com/office/drawing/2014/main" id="{35766AE5-5B8F-49E6-99A8-FA41523F1734}"/>
              </a:ext>
            </a:extLst>
          </p:cNvPr>
          <p:cNvSpPr>
            <a:spLocks noGrp="1"/>
          </p:cNvSpPr>
          <p:nvPr/>
        </p:nvSpPr>
        <p:spPr>
          <a:xfrm>
            <a:off x="311951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0" name="Stage1_sixpanel_5921">
            <a:extLst>
              <a:ext uri="{FF2B5EF4-FFF2-40B4-BE49-F238E27FC236}">
                <a16:creationId xmlns:a16="http://schemas.microsoft.com/office/drawing/2014/main" id="{71BEBAE4-58B7-4188-AE2D-E72DF0456BDB}"/>
              </a:ext>
            </a:extLst>
          </p:cNvPr>
          <p:cNvSpPr>
            <a:spLocks noGrp="1"/>
          </p:cNvSpPr>
          <p:nvPr/>
        </p:nvSpPr>
        <p:spPr>
          <a:xfrm>
            <a:off x="318598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1" name="Stage1_sixpanel_5922">
            <a:extLst>
              <a:ext uri="{FF2B5EF4-FFF2-40B4-BE49-F238E27FC236}">
                <a16:creationId xmlns:a16="http://schemas.microsoft.com/office/drawing/2014/main" id="{40D593AB-150F-4235-8781-66D43DDA17BD}"/>
              </a:ext>
            </a:extLst>
          </p:cNvPr>
          <p:cNvSpPr>
            <a:spLocks noGrp="1"/>
          </p:cNvSpPr>
          <p:nvPr/>
        </p:nvSpPr>
        <p:spPr>
          <a:xfrm>
            <a:off x="310624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2" name="Stage1_sixpanel_5923">
            <a:extLst>
              <a:ext uri="{FF2B5EF4-FFF2-40B4-BE49-F238E27FC236}">
                <a16:creationId xmlns:a16="http://schemas.microsoft.com/office/drawing/2014/main" id="{57D18C17-6760-446E-A655-10E27FFBF7FB}"/>
              </a:ext>
            </a:extLst>
          </p:cNvPr>
          <p:cNvSpPr>
            <a:spLocks noGrp="1"/>
          </p:cNvSpPr>
          <p:nvPr/>
        </p:nvSpPr>
        <p:spPr>
          <a:xfrm>
            <a:off x="3155052" y="221691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3" name="Stage1_sixpanel_5924">
            <a:extLst>
              <a:ext uri="{FF2B5EF4-FFF2-40B4-BE49-F238E27FC236}">
                <a16:creationId xmlns:a16="http://schemas.microsoft.com/office/drawing/2014/main" id="{CB3DC9B1-CAED-4925-B6F4-D446D2C28F61}"/>
              </a:ext>
            </a:extLst>
          </p:cNvPr>
          <p:cNvSpPr>
            <a:spLocks noGrp="1"/>
          </p:cNvSpPr>
          <p:nvPr/>
        </p:nvSpPr>
        <p:spPr>
          <a:xfrm>
            <a:off x="325750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4" name="Stage1_sixpanel_5925">
            <a:extLst>
              <a:ext uri="{FF2B5EF4-FFF2-40B4-BE49-F238E27FC236}">
                <a16:creationId xmlns:a16="http://schemas.microsoft.com/office/drawing/2014/main" id="{901F5643-A621-484D-9E9F-AE92E844D137}"/>
              </a:ext>
            </a:extLst>
          </p:cNvPr>
          <p:cNvSpPr>
            <a:spLocks noGrp="1"/>
          </p:cNvSpPr>
          <p:nvPr/>
        </p:nvSpPr>
        <p:spPr>
          <a:xfrm>
            <a:off x="3244092" y="19049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5" name="Stage1_sixpanel_5926">
            <a:extLst>
              <a:ext uri="{FF2B5EF4-FFF2-40B4-BE49-F238E27FC236}">
                <a16:creationId xmlns:a16="http://schemas.microsoft.com/office/drawing/2014/main" id="{0DC155E7-2DDE-41CB-BBBD-37FE31ED1403}"/>
              </a:ext>
            </a:extLst>
          </p:cNvPr>
          <p:cNvSpPr>
            <a:spLocks noGrp="1"/>
          </p:cNvSpPr>
          <p:nvPr/>
        </p:nvSpPr>
        <p:spPr>
          <a:xfrm>
            <a:off x="3218967" y="172714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6" name="Stage1_sixpanel_5927">
            <a:extLst>
              <a:ext uri="{FF2B5EF4-FFF2-40B4-BE49-F238E27FC236}">
                <a16:creationId xmlns:a16="http://schemas.microsoft.com/office/drawing/2014/main" id="{56000BF4-3630-4903-AB21-CED0D9A7924C}"/>
              </a:ext>
            </a:extLst>
          </p:cNvPr>
          <p:cNvSpPr>
            <a:spLocks noGrp="1"/>
          </p:cNvSpPr>
          <p:nvPr/>
        </p:nvSpPr>
        <p:spPr>
          <a:xfrm>
            <a:off x="3097815" y="19401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7" name="Stage1_sixpanel_5928">
            <a:extLst>
              <a:ext uri="{FF2B5EF4-FFF2-40B4-BE49-F238E27FC236}">
                <a16:creationId xmlns:a16="http://schemas.microsoft.com/office/drawing/2014/main" id="{EAE4C436-2D1F-411A-85D3-4CA51B89FDD2}"/>
              </a:ext>
            </a:extLst>
          </p:cNvPr>
          <p:cNvSpPr>
            <a:spLocks noGrp="1"/>
          </p:cNvSpPr>
          <p:nvPr/>
        </p:nvSpPr>
        <p:spPr>
          <a:xfrm>
            <a:off x="3095518" y="16974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8" name="Stage1_sixpanel_5929">
            <a:extLst>
              <a:ext uri="{FF2B5EF4-FFF2-40B4-BE49-F238E27FC236}">
                <a16:creationId xmlns:a16="http://schemas.microsoft.com/office/drawing/2014/main" id="{DAEB88F1-3A39-4D3C-9C1A-43CEF6947698}"/>
              </a:ext>
            </a:extLst>
          </p:cNvPr>
          <p:cNvSpPr>
            <a:spLocks noGrp="1"/>
          </p:cNvSpPr>
          <p:nvPr/>
        </p:nvSpPr>
        <p:spPr>
          <a:xfrm>
            <a:off x="3207067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9" name="Stage1_sixpanel_5930">
            <a:extLst>
              <a:ext uri="{FF2B5EF4-FFF2-40B4-BE49-F238E27FC236}">
                <a16:creationId xmlns:a16="http://schemas.microsoft.com/office/drawing/2014/main" id="{5F89E601-6975-41A3-A22A-54E618C5F8D9}"/>
              </a:ext>
            </a:extLst>
          </p:cNvPr>
          <p:cNvSpPr>
            <a:spLocks noGrp="1"/>
          </p:cNvSpPr>
          <p:nvPr/>
        </p:nvSpPr>
        <p:spPr>
          <a:xfrm>
            <a:off x="3094860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0" name="Stage1_sixpanel_5931">
            <a:extLst>
              <a:ext uri="{FF2B5EF4-FFF2-40B4-BE49-F238E27FC236}">
                <a16:creationId xmlns:a16="http://schemas.microsoft.com/office/drawing/2014/main" id="{756EC754-D821-41EF-ADB7-DD80848AA14C}"/>
              </a:ext>
            </a:extLst>
          </p:cNvPr>
          <p:cNvSpPr>
            <a:spLocks noGrp="1"/>
          </p:cNvSpPr>
          <p:nvPr/>
        </p:nvSpPr>
        <p:spPr>
          <a:xfrm>
            <a:off x="3223615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1" name="Stage1_sixpanel_5932">
            <a:extLst>
              <a:ext uri="{FF2B5EF4-FFF2-40B4-BE49-F238E27FC236}">
                <a16:creationId xmlns:a16="http://schemas.microsoft.com/office/drawing/2014/main" id="{895FC62C-6028-4407-9644-DE7D6107E6E8}"/>
              </a:ext>
            </a:extLst>
          </p:cNvPr>
          <p:cNvSpPr>
            <a:spLocks noGrp="1"/>
          </p:cNvSpPr>
          <p:nvPr/>
        </p:nvSpPr>
        <p:spPr>
          <a:xfrm>
            <a:off x="326125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2" name="Stage1_sixpanel_5933">
            <a:extLst>
              <a:ext uri="{FF2B5EF4-FFF2-40B4-BE49-F238E27FC236}">
                <a16:creationId xmlns:a16="http://schemas.microsoft.com/office/drawing/2014/main" id="{3C92A882-D683-43DF-B22E-E9CDB8FF806B}"/>
              </a:ext>
            </a:extLst>
          </p:cNvPr>
          <p:cNvSpPr>
            <a:spLocks noGrp="1"/>
          </p:cNvSpPr>
          <p:nvPr/>
        </p:nvSpPr>
        <p:spPr>
          <a:xfrm>
            <a:off x="3244818" y="12140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3" name="Stage1_sixpanel_5934">
            <a:extLst>
              <a:ext uri="{FF2B5EF4-FFF2-40B4-BE49-F238E27FC236}">
                <a16:creationId xmlns:a16="http://schemas.microsoft.com/office/drawing/2014/main" id="{A4D49B3C-FACE-44F7-BFE3-1DCD6B7989FC}"/>
              </a:ext>
            </a:extLst>
          </p:cNvPr>
          <p:cNvSpPr>
            <a:spLocks noGrp="1"/>
          </p:cNvSpPr>
          <p:nvPr/>
        </p:nvSpPr>
        <p:spPr>
          <a:xfrm>
            <a:off x="3214147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4" name="Stage1_sixpanel_5935">
            <a:extLst>
              <a:ext uri="{FF2B5EF4-FFF2-40B4-BE49-F238E27FC236}">
                <a16:creationId xmlns:a16="http://schemas.microsoft.com/office/drawing/2014/main" id="{13674F91-AB2B-4903-9EFC-33205D50670C}"/>
              </a:ext>
            </a:extLst>
          </p:cNvPr>
          <p:cNvSpPr>
            <a:spLocks noGrp="1"/>
          </p:cNvSpPr>
          <p:nvPr/>
        </p:nvSpPr>
        <p:spPr>
          <a:xfrm>
            <a:off x="3233567" y="193864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5" name="Stage1_sixpanel_5936">
            <a:extLst>
              <a:ext uri="{FF2B5EF4-FFF2-40B4-BE49-F238E27FC236}">
                <a16:creationId xmlns:a16="http://schemas.microsoft.com/office/drawing/2014/main" id="{CE0FEE92-C0D6-4842-BA75-4E660472EDB2}"/>
              </a:ext>
            </a:extLst>
          </p:cNvPr>
          <p:cNvSpPr>
            <a:spLocks noGrp="1"/>
          </p:cNvSpPr>
          <p:nvPr/>
        </p:nvSpPr>
        <p:spPr>
          <a:xfrm>
            <a:off x="3113217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6" name="Stage1_sixpanel_5937">
            <a:extLst>
              <a:ext uri="{FF2B5EF4-FFF2-40B4-BE49-F238E27FC236}">
                <a16:creationId xmlns:a16="http://schemas.microsoft.com/office/drawing/2014/main" id="{8938E562-B6EF-4A91-BA37-2D39B3AC0C42}"/>
              </a:ext>
            </a:extLst>
          </p:cNvPr>
          <p:cNvSpPr>
            <a:spLocks noGrp="1"/>
          </p:cNvSpPr>
          <p:nvPr/>
        </p:nvSpPr>
        <p:spPr>
          <a:xfrm>
            <a:off x="3239821" y="144372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7" name="Stage1_sixpanel_5938">
            <a:extLst>
              <a:ext uri="{FF2B5EF4-FFF2-40B4-BE49-F238E27FC236}">
                <a16:creationId xmlns:a16="http://schemas.microsoft.com/office/drawing/2014/main" id="{BA550AAA-6CDC-4CA7-AE25-FEDFA9B0CC40}"/>
              </a:ext>
            </a:extLst>
          </p:cNvPr>
          <p:cNvSpPr>
            <a:spLocks noGrp="1"/>
          </p:cNvSpPr>
          <p:nvPr/>
        </p:nvSpPr>
        <p:spPr>
          <a:xfrm>
            <a:off x="3216575" y="16974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8" name="Stage1_sixpanel_5939">
            <a:extLst>
              <a:ext uri="{FF2B5EF4-FFF2-40B4-BE49-F238E27FC236}">
                <a16:creationId xmlns:a16="http://schemas.microsoft.com/office/drawing/2014/main" id="{AE6716DC-54D8-4FC8-B2FD-3472EA3C8C22}"/>
              </a:ext>
            </a:extLst>
          </p:cNvPr>
          <p:cNvSpPr>
            <a:spLocks noGrp="1"/>
          </p:cNvSpPr>
          <p:nvPr/>
        </p:nvSpPr>
        <p:spPr>
          <a:xfrm>
            <a:off x="3151913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9" name="Stage1_sixpanel_5940">
            <a:extLst>
              <a:ext uri="{FF2B5EF4-FFF2-40B4-BE49-F238E27FC236}">
                <a16:creationId xmlns:a16="http://schemas.microsoft.com/office/drawing/2014/main" id="{4DFBE7C4-A19D-4A3E-81BC-5B8EC1C21030}"/>
              </a:ext>
            </a:extLst>
          </p:cNvPr>
          <p:cNvSpPr>
            <a:spLocks noGrp="1"/>
          </p:cNvSpPr>
          <p:nvPr/>
        </p:nvSpPr>
        <p:spPr>
          <a:xfrm>
            <a:off x="311580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0" name="Stage1_sixpanel_5941">
            <a:extLst>
              <a:ext uri="{FF2B5EF4-FFF2-40B4-BE49-F238E27FC236}">
                <a16:creationId xmlns:a16="http://schemas.microsoft.com/office/drawing/2014/main" id="{DD1AEA75-AE31-4E9D-B6EE-7A5370B0DD7B}"/>
              </a:ext>
            </a:extLst>
          </p:cNvPr>
          <p:cNvSpPr>
            <a:spLocks noGrp="1"/>
          </p:cNvSpPr>
          <p:nvPr/>
        </p:nvSpPr>
        <p:spPr>
          <a:xfrm>
            <a:off x="3134701" y="197529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1" name="Stage1_sixpanel_5942">
            <a:extLst>
              <a:ext uri="{FF2B5EF4-FFF2-40B4-BE49-F238E27FC236}">
                <a16:creationId xmlns:a16="http://schemas.microsoft.com/office/drawing/2014/main" id="{F84C3422-0306-49EE-AE63-F2C4A128F02D}"/>
              </a:ext>
            </a:extLst>
          </p:cNvPr>
          <p:cNvSpPr>
            <a:spLocks noGrp="1"/>
          </p:cNvSpPr>
          <p:nvPr/>
        </p:nvSpPr>
        <p:spPr>
          <a:xfrm>
            <a:off x="3228903" y="229904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2" name="Stage1_sixpanel_5943">
            <a:extLst>
              <a:ext uri="{FF2B5EF4-FFF2-40B4-BE49-F238E27FC236}">
                <a16:creationId xmlns:a16="http://schemas.microsoft.com/office/drawing/2014/main" id="{16CBEB5E-0B53-4CA1-AF56-8AAE6894EDA2}"/>
              </a:ext>
            </a:extLst>
          </p:cNvPr>
          <p:cNvSpPr>
            <a:spLocks noGrp="1"/>
          </p:cNvSpPr>
          <p:nvPr/>
        </p:nvSpPr>
        <p:spPr>
          <a:xfrm>
            <a:off x="3240907" y="218929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3" name="Stage1_sixpanel_5944">
            <a:extLst>
              <a:ext uri="{FF2B5EF4-FFF2-40B4-BE49-F238E27FC236}">
                <a16:creationId xmlns:a16="http://schemas.microsoft.com/office/drawing/2014/main" id="{BBA7340C-2F40-412F-A7B2-F29256DDC9DC}"/>
              </a:ext>
            </a:extLst>
          </p:cNvPr>
          <p:cNvSpPr>
            <a:spLocks noGrp="1"/>
          </p:cNvSpPr>
          <p:nvPr/>
        </p:nvSpPr>
        <p:spPr>
          <a:xfrm>
            <a:off x="319597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4" name="Stage1_sixpanel_5945">
            <a:extLst>
              <a:ext uri="{FF2B5EF4-FFF2-40B4-BE49-F238E27FC236}">
                <a16:creationId xmlns:a16="http://schemas.microsoft.com/office/drawing/2014/main" id="{67A656E7-E9D2-4198-8328-9DD2D0C34AD5}"/>
              </a:ext>
            </a:extLst>
          </p:cNvPr>
          <p:cNvSpPr>
            <a:spLocks noGrp="1"/>
          </p:cNvSpPr>
          <p:nvPr/>
        </p:nvSpPr>
        <p:spPr>
          <a:xfrm>
            <a:off x="321570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5" name="Stage1_sixpanel_5946">
            <a:extLst>
              <a:ext uri="{FF2B5EF4-FFF2-40B4-BE49-F238E27FC236}">
                <a16:creationId xmlns:a16="http://schemas.microsoft.com/office/drawing/2014/main" id="{96D3D45F-B519-4416-980B-31D28BDF22CA}"/>
              </a:ext>
            </a:extLst>
          </p:cNvPr>
          <p:cNvSpPr>
            <a:spLocks noGrp="1"/>
          </p:cNvSpPr>
          <p:nvPr/>
        </p:nvSpPr>
        <p:spPr>
          <a:xfrm>
            <a:off x="3180332" y="22418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6" name="Stage1_sixpanel_5947">
            <a:extLst>
              <a:ext uri="{FF2B5EF4-FFF2-40B4-BE49-F238E27FC236}">
                <a16:creationId xmlns:a16="http://schemas.microsoft.com/office/drawing/2014/main" id="{5F5C4548-3291-4622-983E-8B497767902F}"/>
              </a:ext>
            </a:extLst>
          </p:cNvPr>
          <p:cNvSpPr>
            <a:spLocks noGrp="1"/>
          </p:cNvSpPr>
          <p:nvPr/>
        </p:nvSpPr>
        <p:spPr>
          <a:xfrm>
            <a:off x="322106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7" name="Stage1_sixpanel_5948">
            <a:extLst>
              <a:ext uri="{FF2B5EF4-FFF2-40B4-BE49-F238E27FC236}">
                <a16:creationId xmlns:a16="http://schemas.microsoft.com/office/drawing/2014/main" id="{035FB014-8753-4511-8BFE-15E1F2F817E3}"/>
              </a:ext>
            </a:extLst>
          </p:cNvPr>
          <p:cNvSpPr>
            <a:spLocks noGrp="1"/>
          </p:cNvSpPr>
          <p:nvPr/>
        </p:nvSpPr>
        <p:spPr>
          <a:xfrm>
            <a:off x="3244406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8" name="Stage1_sixpanel_5949">
            <a:extLst>
              <a:ext uri="{FF2B5EF4-FFF2-40B4-BE49-F238E27FC236}">
                <a16:creationId xmlns:a16="http://schemas.microsoft.com/office/drawing/2014/main" id="{FA4B8521-DC8D-4E29-8E15-E2A47DD0EC68}"/>
              </a:ext>
            </a:extLst>
          </p:cNvPr>
          <p:cNvSpPr>
            <a:spLocks noGrp="1"/>
          </p:cNvSpPr>
          <p:nvPr/>
        </p:nvSpPr>
        <p:spPr>
          <a:xfrm>
            <a:off x="323847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9" name="Stage1_sixpanel_5950">
            <a:extLst>
              <a:ext uri="{FF2B5EF4-FFF2-40B4-BE49-F238E27FC236}">
                <a16:creationId xmlns:a16="http://schemas.microsoft.com/office/drawing/2014/main" id="{07719E49-CCCD-4A72-92FA-789E9BB8E324}"/>
              </a:ext>
            </a:extLst>
          </p:cNvPr>
          <p:cNvSpPr>
            <a:spLocks noGrp="1"/>
          </p:cNvSpPr>
          <p:nvPr/>
        </p:nvSpPr>
        <p:spPr>
          <a:xfrm>
            <a:off x="324462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0" name="Stage1_sixpanel_5951">
            <a:extLst>
              <a:ext uri="{FF2B5EF4-FFF2-40B4-BE49-F238E27FC236}">
                <a16:creationId xmlns:a16="http://schemas.microsoft.com/office/drawing/2014/main" id="{288981FC-EAC2-4147-9179-B45C0B76D62F}"/>
              </a:ext>
            </a:extLst>
          </p:cNvPr>
          <p:cNvSpPr>
            <a:spLocks noGrp="1"/>
          </p:cNvSpPr>
          <p:nvPr/>
        </p:nvSpPr>
        <p:spPr>
          <a:xfrm>
            <a:off x="3194000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1" name="Stage1_sixpanel_5952">
            <a:extLst>
              <a:ext uri="{FF2B5EF4-FFF2-40B4-BE49-F238E27FC236}">
                <a16:creationId xmlns:a16="http://schemas.microsoft.com/office/drawing/2014/main" id="{FC6637AA-A919-408A-9D85-40BC5D9D7A63}"/>
              </a:ext>
            </a:extLst>
          </p:cNvPr>
          <p:cNvSpPr>
            <a:spLocks noGrp="1"/>
          </p:cNvSpPr>
          <p:nvPr/>
        </p:nvSpPr>
        <p:spPr>
          <a:xfrm>
            <a:off x="321447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2" name="Stage1_sixpanel_5953">
            <a:extLst>
              <a:ext uri="{FF2B5EF4-FFF2-40B4-BE49-F238E27FC236}">
                <a16:creationId xmlns:a16="http://schemas.microsoft.com/office/drawing/2014/main" id="{25054DA6-E77E-473F-BC3B-4FB5BD85D8C9}"/>
              </a:ext>
            </a:extLst>
          </p:cNvPr>
          <p:cNvSpPr>
            <a:spLocks noGrp="1"/>
          </p:cNvSpPr>
          <p:nvPr/>
        </p:nvSpPr>
        <p:spPr>
          <a:xfrm>
            <a:off x="322968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3" name="Stage1_sixpanel_5954">
            <a:extLst>
              <a:ext uri="{FF2B5EF4-FFF2-40B4-BE49-F238E27FC236}">
                <a16:creationId xmlns:a16="http://schemas.microsoft.com/office/drawing/2014/main" id="{C78E1DF9-F9B0-4125-BF82-C4AD5834B84B}"/>
              </a:ext>
            </a:extLst>
          </p:cNvPr>
          <p:cNvSpPr>
            <a:spLocks noGrp="1"/>
          </p:cNvSpPr>
          <p:nvPr/>
        </p:nvSpPr>
        <p:spPr>
          <a:xfrm>
            <a:off x="3193965" y="133499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4" name="Stage1_sixpanel_5955">
            <a:extLst>
              <a:ext uri="{FF2B5EF4-FFF2-40B4-BE49-F238E27FC236}">
                <a16:creationId xmlns:a16="http://schemas.microsoft.com/office/drawing/2014/main" id="{C712E574-FA3C-4BB6-86B2-AC497F3EC615}"/>
              </a:ext>
            </a:extLst>
          </p:cNvPr>
          <p:cNvSpPr>
            <a:spLocks noGrp="1"/>
          </p:cNvSpPr>
          <p:nvPr/>
        </p:nvSpPr>
        <p:spPr>
          <a:xfrm>
            <a:off x="3130799" y="24424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5" name="Stage1_sixpanel_5956">
            <a:extLst>
              <a:ext uri="{FF2B5EF4-FFF2-40B4-BE49-F238E27FC236}">
                <a16:creationId xmlns:a16="http://schemas.microsoft.com/office/drawing/2014/main" id="{32EDC348-B357-4880-956C-784F5183565B}"/>
              </a:ext>
            </a:extLst>
          </p:cNvPr>
          <p:cNvSpPr>
            <a:spLocks noGrp="1"/>
          </p:cNvSpPr>
          <p:nvPr/>
        </p:nvSpPr>
        <p:spPr>
          <a:xfrm>
            <a:off x="3137343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6" name="Stage1_sixpanel_5957">
            <a:extLst>
              <a:ext uri="{FF2B5EF4-FFF2-40B4-BE49-F238E27FC236}">
                <a16:creationId xmlns:a16="http://schemas.microsoft.com/office/drawing/2014/main" id="{0346EA1B-F950-46EC-904C-88CC9303678B}"/>
              </a:ext>
            </a:extLst>
          </p:cNvPr>
          <p:cNvSpPr>
            <a:spLocks noGrp="1"/>
          </p:cNvSpPr>
          <p:nvPr/>
        </p:nvSpPr>
        <p:spPr>
          <a:xfrm>
            <a:off x="3104572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7" name="Stage1_sixpanel_5958">
            <a:extLst>
              <a:ext uri="{FF2B5EF4-FFF2-40B4-BE49-F238E27FC236}">
                <a16:creationId xmlns:a16="http://schemas.microsoft.com/office/drawing/2014/main" id="{E1635B85-77B0-42AF-A721-84A295E94D1B}"/>
              </a:ext>
            </a:extLst>
          </p:cNvPr>
          <p:cNvSpPr>
            <a:spLocks noGrp="1"/>
          </p:cNvSpPr>
          <p:nvPr/>
        </p:nvSpPr>
        <p:spPr>
          <a:xfrm>
            <a:off x="3097747" y="146928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8" name="Stage1_sixpanel_5959">
            <a:extLst>
              <a:ext uri="{FF2B5EF4-FFF2-40B4-BE49-F238E27FC236}">
                <a16:creationId xmlns:a16="http://schemas.microsoft.com/office/drawing/2014/main" id="{7AF78524-5CAB-48D2-B7E4-5D88E7FBCBB7}"/>
              </a:ext>
            </a:extLst>
          </p:cNvPr>
          <p:cNvSpPr>
            <a:spLocks noGrp="1"/>
          </p:cNvSpPr>
          <p:nvPr/>
        </p:nvSpPr>
        <p:spPr>
          <a:xfrm>
            <a:off x="323947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9" name="Stage1_sixpanel_5960">
            <a:extLst>
              <a:ext uri="{FF2B5EF4-FFF2-40B4-BE49-F238E27FC236}">
                <a16:creationId xmlns:a16="http://schemas.microsoft.com/office/drawing/2014/main" id="{AD1D6094-5CBE-4A4A-B39E-6073D7F6E872}"/>
              </a:ext>
            </a:extLst>
          </p:cNvPr>
          <p:cNvSpPr>
            <a:spLocks noGrp="1"/>
          </p:cNvSpPr>
          <p:nvPr/>
        </p:nvSpPr>
        <p:spPr>
          <a:xfrm>
            <a:off x="317529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0" name="Stage1_sixpanel_5961">
            <a:extLst>
              <a:ext uri="{FF2B5EF4-FFF2-40B4-BE49-F238E27FC236}">
                <a16:creationId xmlns:a16="http://schemas.microsoft.com/office/drawing/2014/main" id="{88E2A6F2-571F-47EE-A2D8-FF020CD3C14C}"/>
              </a:ext>
            </a:extLst>
          </p:cNvPr>
          <p:cNvSpPr>
            <a:spLocks noGrp="1"/>
          </p:cNvSpPr>
          <p:nvPr/>
        </p:nvSpPr>
        <p:spPr>
          <a:xfrm>
            <a:off x="3187528" y="21576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1" name="Stage1_sixpanel_5962">
            <a:extLst>
              <a:ext uri="{FF2B5EF4-FFF2-40B4-BE49-F238E27FC236}">
                <a16:creationId xmlns:a16="http://schemas.microsoft.com/office/drawing/2014/main" id="{8B257F9F-B1E6-4C24-9F59-22129799125F}"/>
              </a:ext>
            </a:extLst>
          </p:cNvPr>
          <p:cNvSpPr>
            <a:spLocks noGrp="1"/>
          </p:cNvSpPr>
          <p:nvPr/>
        </p:nvSpPr>
        <p:spPr>
          <a:xfrm>
            <a:off x="3223017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2" name="Stage1_sixpanel_5963">
            <a:extLst>
              <a:ext uri="{FF2B5EF4-FFF2-40B4-BE49-F238E27FC236}">
                <a16:creationId xmlns:a16="http://schemas.microsoft.com/office/drawing/2014/main" id="{930DE6B4-F630-4E4C-BB9B-CE6E471B5647}"/>
              </a:ext>
            </a:extLst>
          </p:cNvPr>
          <p:cNvSpPr>
            <a:spLocks noGrp="1"/>
          </p:cNvSpPr>
          <p:nvPr/>
        </p:nvSpPr>
        <p:spPr>
          <a:xfrm>
            <a:off x="3186486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3" name="Stage1_sixpanel_5964">
            <a:extLst>
              <a:ext uri="{FF2B5EF4-FFF2-40B4-BE49-F238E27FC236}">
                <a16:creationId xmlns:a16="http://schemas.microsoft.com/office/drawing/2014/main" id="{4A59C438-67C1-4982-933D-D8FEEEFA5E33}"/>
              </a:ext>
            </a:extLst>
          </p:cNvPr>
          <p:cNvSpPr>
            <a:spLocks noGrp="1"/>
          </p:cNvSpPr>
          <p:nvPr/>
        </p:nvSpPr>
        <p:spPr>
          <a:xfrm>
            <a:off x="3157555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4" name="Stage1_sixpanel_5965">
            <a:extLst>
              <a:ext uri="{FF2B5EF4-FFF2-40B4-BE49-F238E27FC236}">
                <a16:creationId xmlns:a16="http://schemas.microsoft.com/office/drawing/2014/main" id="{62174D7A-DEDB-4B44-B93B-3FBB5B21900F}"/>
              </a:ext>
            </a:extLst>
          </p:cNvPr>
          <p:cNvSpPr>
            <a:spLocks noGrp="1"/>
          </p:cNvSpPr>
          <p:nvPr/>
        </p:nvSpPr>
        <p:spPr>
          <a:xfrm>
            <a:off x="3183950" y="22063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5" name="Stage1_sixpanel_5966">
            <a:extLst>
              <a:ext uri="{FF2B5EF4-FFF2-40B4-BE49-F238E27FC236}">
                <a16:creationId xmlns:a16="http://schemas.microsoft.com/office/drawing/2014/main" id="{4FE05FA0-C3E7-41C7-9711-6570F51AFCBC}"/>
              </a:ext>
            </a:extLst>
          </p:cNvPr>
          <p:cNvSpPr>
            <a:spLocks noGrp="1"/>
          </p:cNvSpPr>
          <p:nvPr/>
        </p:nvSpPr>
        <p:spPr>
          <a:xfrm>
            <a:off x="310795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6" name="Stage1_sixpanel_5967">
            <a:extLst>
              <a:ext uri="{FF2B5EF4-FFF2-40B4-BE49-F238E27FC236}">
                <a16:creationId xmlns:a16="http://schemas.microsoft.com/office/drawing/2014/main" id="{3EAD4A99-76D4-446C-B245-E33587A2C146}"/>
              </a:ext>
            </a:extLst>
          </p:cNvPr>
          <p:cNvSpPr>
            <a:spLocks noGrp="1"/>
          </p:cNvSpPr>
          <p:nvPr/>
        </p:nvSpPr>
        <p:spPr>
          <a:xfrm>
            <a:off x="3106759" y="155693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7" name="Stage1_sixpanel_5968">
            <a:extLst>
              <a:ext uri="{FF2B5EF4-FFF2-40B4-BE49-F238E27FC236}">
                <a16:creationId xmlns:a16="http://schemas.microsoft.com/office/drawing/2014/main" id="{485D5E19-7B62-4F03-A047-C66FBC8264FC}"/>
              </a:ext>
            </a:extLst>
          </p:cNvPr>
          <p:cNvSpPr>
            <a:spLocks noGrp="1"/>
          </p:cNvSpPr>
          <p:nvPr/>
        </p:nvSpPr>
        <p:spPr>
          <a:xfrm>
            <a:off x="3221351" y="16268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8" name="Stage1_sixpanel_5969">
            <a:extLst>
              <a:ext uri="{FF2B5EF4-FFF2-40B4-BE49-F238E27FC236}">
                <a16:creationId xmlns:a16="http://schemas.microsoft.com/office/drawing/2014/main" id="{6428071A-039F-482C-91D8-405E3BF6B96D}"/>
              </a:ext>
            </a:extLst>
          </p:cNvPr>
          <p:cNvSpPr>
            <a:spLocks noGrp="1"/>
          </p:cNvSpPr>
          <p:nvPr/>
        </p:nvSpPr>
        <p:spPr>
          <a:xfrm>
            <a:off x="3121309" y="17162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9" name="Stage1_sixpanel_5970">
            <a:extLst>
              <a:ext uri="{FF2B5EF4-FFF2-40B4-BE49-F238E27FC236}">
                <a16:creationId xmlns:a16="http://schemas.microsoft.com/office/drawing/2014/main" id="{3CAA7231-19B4-4F6A-B090-1162B2969DB4}"/>
              </a:ext>
            </a:extLst>
          </p:cNvPr>
          <p:cNvSpPr>
            <a:spLocks noGrp="1"/>
          </p:cNvSpPr>
          <p:nvPr/>
        </p:nvSpPr>
        <p:spPr>
          <a:xfrm>
            <a:off x="3121417" y="17422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0" name="Stage1_sixpanel_5971">
            <a:extLst>
              <a:ext uri="{FF2B5EF4-FFF2-40B4-BE49-F238E27FC236}">
                <a16:creationId xmlns:a16="http://schemas.microsoft.com/office/drawing/2014/main" id="{F555F53B-B8A3-46A3-821D-3C5B576B57CB}"/>
              </a:ext>
            </a:extLst>
          </p:cNvPr>
          <p:cNvSpPr>
            <a:spLocks noGrp="1"/>
          </p:cNvSpPr>
          <p:nvPr/>
        </p:nvSpPr>
        <p:spPr>
          <a:xfrm>
            <a:off x="3137309" y="198219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1" name="Stage1_sixpanel_5972">
            <a:extLst>
              <a:ext uri="{FF2B5EF4-FFF2-40B4-BE49-F238E27FC236}">
                <a16:creationId xmlns:a16="http://schemas.microsoft.com/office/drawing/2014/main" id="{7993A625-A913-4D35-AEB7-F550C6A88E99}"/>
              </a:ext>
            </a:extLst>
          </p:cNvPr>
          <p:cNvSpPr>
            <a:spLocks noGrp="1"/>
          </p:cNvSpPr>
          <p:nvPr/>
        </p:nvSpPr>
        <p:spPr>
          <a:xfrm>
            <a:off x="3247102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2" name="Stage1_sixpanel_5973">
            <a:extLst>
              <a:ext uri="{FF2B5EF4-FFF2-40B4-BE49-F238E27FC236}">
                <a16:creationId xmlns:a16="http://schemas.microsoft.com/office/drawing/2014/main" id="{DA83E867-E348-4A7D-8DAD-AE4F27CE878E}"/>
              </a:ext>
            </a:extLst>
          </p:cNvPr>
          <p:cNvSpPr>
            <a:spLocks noGrp="1"/>
          </p:cNvSpPr>
          <p:nvPr/>
        </p:nvSpPr>
        <p:spPr>
          <a:xfrm>
            <a:off x="3150050" y="25701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3" name="Stage1_sixpanel_5974">
            <a:extLst>
              <a:ext uri="{FF2B5EF4-FFF2-40B4-BE49-F238E27FC236}">
                <a16:creationId xmlns:a16="http://schemas.microsoft.com/office/drawing/2014/main" id="{3835C972-87AD-4613-8E0C-AAEFFC67BA65}"/>
              </a:ext>
            </a:extLst>
          </p:cNvPr>
          <p:cNvSpPr>
            <a:spLocks noGrp="1"/>
          </p:cNvSpPr>
          <p:nvPr/>
        </p:nvSpPr>
        <p:spPr>
          <a:xfrm>
            <a:off x="3110069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4" name="Stage1_sixpanel_5975">
            <a:extLst>
              <a:ext uri="{FF2B5EF4-FFF2-40B4-BE49-F238E27FC236}">
                <a16:creationId xmlns:a16="http://schemas.microsoft.com/office/drawing/2014/main" id="{8D30464C-DE22-4896-87CD-CEDE8B774F1C}"/>
              </a:ext>
            </a:extLst>
          </p:cNvPr>
          <p:cNvSpPr>
            <a:spLocks noGrp="1"/>
          </p:cNvSpPr>
          <p:nvPr/>
        </p:nvSpPr>
        <p:spPr>
          <a:xfrm>
            <a:off x="3101282" y="16188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5" name="Stage1_sixpanel_5976">
            <a:extLst>
              <a:ext uri="{FF2B5EF4-FFF2-40B4-BE49-F238E27FC236}">
                <a16:creationId xmlns:a16="http://schemas.microsoft.com/office/drawing/2014/main" id="{1EAA77B7-CA44-430C-81D0-4C64D77AFC37}"/>
              </a:ext>
            </a:extLst>
          </p:cNvPr>
          <p:cNvSpPr>
            <a:spLocks noGrp="1"/>
          </p:cNvSpPr>
          <p:nvPr/>
        </p:nvSpPr>
        <p:spPr>
          <a:xfrm>
            <a:off x="310935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6" name="Stage1_sixpanel_5977">
            <a:extLst>
              <a:ext uri="{FF2B5EF4-FFF2-40B4-BE49-F238E27FC236}">
                <a16:creationId xmlns:a16="http://schemas.microsoft.com/office/drawing/2014/main" id="{31F4BAEF-E326-4C72-B747-E66FB360684C}"/>
              </a:ext>
            </a:extLst>
          </p:cNvPr>
          <p:cNvSpPr>
            <a:spLocks noGrp="1"/>
          </p:cNvSpPr>
          <p:nvPr/>
        </p:nvSpPr>
        <p:spPr>
          <a:xfrm>
            <a:off x="3244192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7" name="Stage1_sixpanel_5978">
            <a:extLst>
              <a:ext uri="{FF2B5EF4-FFF2-40B4-BE49-F238E27FC236}">
                <a16:creationId xmlns:a16="http://schemas.microsoft.com/office/drawing/2014/main" id="{6555942B-5FB9-4297-9EEE-4A60C3A6B973}"/>
              </a:ext>
            </a:extLst>
          </p:cNvPr>
          <p:cNvSpPr>
            <a:spLocks noGrp="1"/>
          </p:cNvSpPr>
          <p:nvPr/>
        </p:nvSpPr>
        <p:spPr>
          <a:xfrm>
            <a:off x="3225481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8" name="Stage1_sixpanel_5979">
            <a:extLst>
              <a:ext uri="{FF2B5EF4-FFF2-40B4-BE49-F238E27FC236}">
                <a16:creationId xmlns:a16="http://schemas.microsoft.com/office/drawing/2014/main" id="{34670585-C722-46FC-BDE2-DCCF204E3471}"/>
              </a:ext>
            </a:extLst>
          </p:cNvPr>
          <p:cNvSpPr>
            <a:spLocks noGrp="1"/>
          </p:cNvSpPr>
          <p:nvPr/>
        </p:nvSpPr>
        <p:spPr>
          <a:xfrm>
            <a:off x="315384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9" name="Stage1_sixpanel_5980">
            <a:extLst>
              <a:ext uri="{FF2B5EF4-FFF2-40B4-BE49-F238E27FC236}">
                <a16:creationId xmlns:a16="http://schemas.microsoft.com/office/drawing/2014/main" id="{0FF5ABA6-273F-42A0-8856-3646AF2E7F35}"/>
              </a:ext>
            </a:extLst>
          </p:cNvPr>
          <p:cNvSpPr>
            <a:spLocks noGrp="1"/>
          </p:cNvSpPr>
          <p:nvPr/>
        </p:nvSpPr>
        <p:spPr>
          <a:xfrm>
            <a:off x="3228669" y="193617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0" name="Stage1_sixpanel_5981">
            <a:extLst>
              <a:ext uri="{FF2B5EF4-FFF2-40B4-BE49-F238E27FC236}">
                <a16:creationId xmlns:a16="http://schemas.microsoft.com/office/drawing/2014/main" id="{FA95B21C-132E-49BB-B9F5-7D34AE93E910}"/>
              </a:ext>
            </a:extLst>
          </p:cNvPr>
          <p:cNvSpPr>
            <a:spLocks noGrp="1"/>
          </p:cNvSpPr>
          <p:nvPr/>
        </p:nvSpPr>
        <p:spPr>
          <a:xfrm>
            <a:off x="3185042" y="162715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1" name="Stage1_sixpanel_5982">
            <a:extLst>
              <a:ext uri="{FF2B5EF4-FFF2-40B4-BE49-F238E27FC236}">
                <a16:creationId xmlns:a16="http://schemas.microsoft.com/office/drawing/2014/main" id="{D1625A2F-7B20-433D-AD74-68EE3046E318}"/>
              </a:ext>
            </a:extLst>
          </p:cNvPr>
          <p:cNvSpPr>
            <a:spLocks noGrp="1"/>
          </p:cNvSpPr>
          <p:nvPr/>
        </p:nvSpPr>
        <p:spPr>
          <a:xfrm>
            <a:off x="309434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2" name="Stage1_sixpanel_5983">
            <a:extLst>
              <a:ext uri="{FF2B5EF4-FFF2-40B4-BE49-F238E27FC236}">
                <a16:creationId xmlns:a16="http://schemas.microsoft.com/office/drawing/2014/main" id="{EF517F44-026F-4F4E-9772-4882BD0FBBD0}"/>
              </a:ext>
            </a:extLst>
          </p:cNvPr>
          <p:cNvSpPr>
            <a:spLocks noGrp="1"/>
          </p:cNvSpPr>
          <p:nvPr/>
        </p:nvSpPr>
        <p:spPr>
          <a:xfrm>
            <a:off x="316639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3" name="Stage1_sixpanel_5984">
            <a:extLst>
              <a:ext uri="{FF2B5EF4-FFF2-40B4-BE49-F238E27FC236}">
                <a16:creationId xmlns:a16="http://schemas.microsoft.com/office/drawing/2014/main" id="{6A9DE0D9-8934-4956-975B-8CE0670F7189}"/>
              </a:ext>
            </a:extLst>
          </p:cNvPr>
          <p:cNvSpPr>
            <a:spLocks noGrp="1"/>
          </p:cNvSpPr>
          <p:nvPr/>
        </p:nvSpPr>
        <p:spPr>
          <a:xfrm>
            <a:off x="3193097" y="17655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4" name="Stage1_sixpanel_5985">
            <a:extLst>
              <a:ext uri="{FF2B5EF4-FFF2-40B4-BE49-F238E27FC236}">
                <a16:creationId xmlns:a16="http://schemas.microsoft.com/office/drawing/2014/main" id="{EA7A70E0-4063-43C0-BED5-7FEC266BDB93}"/>
              </a:ext>
            </a:extLst>
          </p:cNvPr>
          <p:cNvSpPr>
            <a:spLocks noGrp="1"/>
          </p:cNvSpPr>
          <p:nvPr/>
        </p:nvSpPr>
        <p:spPr>
          <a:xfrm>
            <a:off x="316581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5" name="Stage1_sixpanel_5986">
            <a:extLst>
              <a:ext uri="{FF2B5EF4-FFF2-40B4-BE49-F238E27FC236}">
                <a16:creationId xmlns:a16="http://schemas.microsoft.com/office/drawing/2014/main" id="{93C8EFE4-66EA-4044-A917-2C8BB343B029}"/>
              </a:ext>
            </a:extLst>
          </p:cNvPr>
          <p:cNvSpPr>
            <a:spLocks noGrp="1"/>
          </p:cNvSpPr>
          <p:nvPr/>
        </p:nvSpPr>
        <p:spPr>
          <a:xfrm>
            <a:off x="3119495" y="122626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6" name="Stage1_sixpanel_5987">
            <a:extLst>
              <a:ext uri="{FF2B5EF4-FFF2-40B4-BE49-F238E27FC236}">
                <a16:creationId xmlns:a16="http://schemas.microsoft.com/office/drawing/2014/main" id="{480474D0-BB24-4C7A-95A5-A8CBFB6C02CA}"/>
              </a:ext>
            </a:extLst>
          </p:cNvPr>
          <p:cNvSpPr>
            <a:spLocks noGrp="1"/>
          </p:cNvSpPr>
          <p:nvPr/>
        </p:nvSpPr>
        <p:spPr>
          <a:xfrm>
            <a:off x="3168381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7" name="Stage1_sixpanel_5988">
            <a:extLst>
              <a:ext uri="{FF2B5EF4-FFF2-40B4-BE49-F238E27FC236}">
                <a16:creationId xmlns:a16="http://schemas.microsoft.com/office/drawing/2014/main" id="{771254E4-C1A5-48CA-80B2-62E45DA3009B}"/>
              </a:ext>
            </a:extLst>
          </p:cNvPr>
          <p:cNvSpPr>
            <a:spLocks noGrp="1"/>
          </p:cNvSpPr>
          <p:nvPr/>
        </p:nvSpPr>
        <p:spPr>
          <a:xfrm>
            <a:off x="3205724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8" name="Stage1_sixpanel_5989">
            <a:extLst>
              <a:ext uri="{FF2B5EF4-FFF2-40B4-BE49-F238E27FC236}">
                <a16:creationId xmlns:a16="http://schemas.microsoft.com/office/drawing/2014/main" id="{0CA42E00-15BD-450A-95C7-A6A44AEACC86}"/>
              </a:ext>
            </a:extLst>
          </p:cNvPr>
          <p:cNvSpPr>
            <a:spLocks noGrp="1"/>
          </p:cNvSpPr>
          <p:nvPr/>
        </p:nvSpPr>
        <p:spPr>
          <a:xfrm>
            <a:off x="3157513" y="244472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9" name="Stage1_sixpanel_5990">
            <a:extLst>
              <a:ext uri="{FF2B5EF4-FFF2-40B4-BE49-F238E27FC236}">
                <a16:creationId xmlns:a16="http://schemas.microsoft.com/office/drawing/2014/main" id="{325464CD-8DA8-4BB0-9F3A-6794A38DF7D7}"/>
              </a:ext>
            </a:extLst>
          </p:cNvPr>
          <p:cNvSpPr>
            <a:spLocks noGrp="1"/>
          </p:cNvSpPr>
          <p:nvPr/>
        </p:nvSpPr>
        <p:spPr>
          <a:xfrm>
            <a:off x="3104546" y="17840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0" name="Stage1_sixpanel_5991">
            <a:extLst>
              <a:ext uri="{FF2B5EF4-FFF2-40B4-BE49-F238E27FC236}">
                <a16:creationId xmlns:a16="http://schemas.microsoft.com/office/drawing/2014/main" id="{3C0A26AD-ED10-48CD-A141-70691B3AB1EE}"/>
              </a:ext>
            </a:extLst>
          </p:cNvPr>
          <p:cNvSpPr>
            <a:spLocks noGrp="1"/>
          </p:cNvSpPr>
          <p:nvPr/>
        </p:nvSpPr>
        <p:spPr>
          <a:xfrm>
            <a:off x="309213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1" name="Stage1_sixpanel_5992">
            <a:extLst>
              <a:ext uri="{FF2B5EF4-FFF2-40B4-BE49-F238E27FC236}">
                <a16:creationId xmlns:a16="http://schemas.microsoft.com/office/drawing/2014/main" id="{2B165D95-E9C8-40B0-8674-88A9DF5FAE68}"/>
              </a:ext>
            </a:extLst>
          </p:cNvPr>
          <p:cNvSpPr>
            <a:spLocks noGrp="1"/>
          </p:cNvSpPr>
          <p:nvPr/>
        </p:nvSpPr>
        <p:spPr>
          <a:xfrm>
            <a:off x="3103939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2" name="Stage1_sixpanel_5993">
            <a:extLst>
              <a:ext uri="{FF2B5EF4-FFF2-40B4-BE49-F238E27FC236}">
                <a16:creationId xmlns:a16="http://schemas.microsoft.com/office/drawing/2014/main" id="{21860940-71D9-4633-B63B-944E8563566C}"/>
              </a:ext>
            </a:extLst>
          </p:cNvPr>
          <p:cNvSpPr>
            <a:spLocks noGrp="1"/>
          </p:cNvSpPr>
          <p:nvPr/>
        </p:nvSpPr>
        <p:spPr>
          <a:xfrm>
            <a:off x="3245987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3" name="Stage1_sixpanel_5994">
            <a:extLst>
              <a:ext uri="{FF2B5EF4-FFF2-40B4-BE49-F238E27FC236}">
                <a16:creationId xmlns:a16="http://schemas.microsoft.com/office/drawing/2014/main" id="{822E752C-15B7-45FE-AE02-AC727C317803}"/>
              </a:ext>
            </a:extLst>
          </p:cNvPr>
          <p:cNvSpPr>
            <a:spLocks noGrp="1"/>
          </p:cNvSpPr>
          <p:nvPr/>
        </p:nvSpPr>
        <p:spPr>
          <a:xfrm>
            <a:off x="3158478" y="1344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4" name="Stage1_sixpanel_5995">
            <a:extLst>
              <a:ext uri="{FF2B5EF4-FFF2-40B4-BE49-F238E27FC236}">
                <a16:creationId xmlns:a16="http://schemas.microsoft.com/office/drawing/2014/main" id="{6F8DDDB3-3C66-4A7B-9237-88F625B75CB9}"/>
              </a:ext>
            </a:extLst>
          </p:cNvPr>
          <p:cNvSpPr>
            <a:spLocks noGrp="1"/>
          </p:cNvSpPr>
          <p:nvPr/>
        </p:nvSpPr>
        <p:spPr>
          <a:xfrm>
            <a:off x="309746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5" name="Stage1_sixpanel_5996">
            <a:extLst>
              <a:ext uri="{FF2B5EF4-FFF2-40B4-BE49-F238E27FC236}">
                <a16:creationId xmlns:a16="http://schemas.microsoft.com/office/drawing/2014/main" id="{83486929-805D-42CA-817D-E0BCFADD33EF}"/>
              </a:ext>
            </a:extLst>
          </p:cNvPr>
          <p:cNvSpPr>
            <a:spLocks noGrp="1"/>
          </p:cNvSpPr>
          <p:nvPr/>
        </p:nvSpPr>
        <p:spPr>
          <a:xfrm>
            <a:off x="3153802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6" name="Stage1_sixpanel_5997">
            <a:extLst>
              <a:ext uri="{FF2B5EF4-FFF2-40B4-BE49-F238E27FC236}">
                <a16:creationId xmlns:a16="http://schemas.microsoft.com/office/drawing/2014/main" id="{B370E19F-25D6-4AE7-A975-B264421B7643}"/>
              </a:ext>
            </a:extLst>
          </p:cNvPr>
          <p:cNvSpPr>
            <a:spLocks noGrp="1"/>
          </p:cNvSpPr>
          <p:nvPr/>
        </p:nvSpPr>
        <p:spPr>
          <a:xfrm>
            <a:off x="3257989" y="156798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7" name="Stage1_sixpanel_5998">
            <a:extLst>
              <a:ext uri="{FF2B5EF4-FFF2-40B4-BE49-F238E27FC236}">
                <a16:creationId xmlns:a16="http://schemas.microsoft.com/office/drawing/2014/main" id="{0F8202D2-4447-4787-B80B-57A02C05A284}"/>
              </a:ext>
            </a:extLst>
          </p:cNvPr>
          <p:cNvSpPr>
            <a:spLocks noGrp="1"/>
          </p:cNvSpPr>
          <p:nvPr/>
        </p:nvSpPr>
        <p:spPr>
          <a:xfrm>
            <a:off x="314860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8" name="Stage1_sixpanel_5999">
            <a:extLst>
              <a:ext uri="{FF2B5EF4-FFF2-40B4-BE49-F238E27FC236}">
                <a16:creationId xmlns:a16="http://schemas.microsoft.com/office/drawing/2014/main" id="{155EC5D5-CC86-4C05-93DF-EBA92AE84DAC}"/>
              </a:ext>
            </a:extLst>
          </p:cNvPr>
          <p:cNvSpPr>
            <a:spLocks noGrp="1"/>
          </p:cNvSpPr>
          <p:nvPr/>
        </p:nvSpPr>
        <p:spPr>
          <a:xfrm>
            <a:off x="312388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9" name="Stage1_sixpanel_6000">
            <a:extLst>
              <a:ext uri="{FF2B5EF4-FFF2-40B4-BE49-F238E27FC236}">
                <a16:creationId xmlns:a16="http://schemas.microsoft.com/office/drawing/2014/main" id="{0E4C3F47-6D00-45FC-A5FC-A34677776F04}"/>
              </a:ext>
            </a:extLst>
          </p:cNvPr>
          <p:cNvSpPr>
            <a:spLocks noGrp="1"/>
          </p:cNvSpPr>
          <p:nvPr/>
        </p:nvSpPr>
        <p:spPr>
          <a:xfrm>
            <a:off x="3117486" y="216467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0" name="Stage1_sixpanel_6001">
            <a:extLst>
              <a:ext uri="{FF2B5EF4-FFF2-40B4-BE49-F238E27FC236}">
                <a16:creationId xmlns:a16="http://schemas.microsoft.com/office/drawing/2014/main" id="{FC27B638-B72E-40D7-9800-C289EB8347A2}"/>
              </a:ext>
            </a:extLst>
          </p:cNvPr>
          <p:cNvSpPr>
            <a:spLocks noGrp="1"/>
          </p:cNvSpPr>
          <p:nvPr/>
        </p:nvSpPr>
        <p:spPr>
          <a:xfrm>
            <a:off x="3143902" y="1798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1" name="Stage1_sixpanel_6002">
            <a:extLst>
              <a:ext uri="{FF2B5EF4-FFF2-40B4-BE49-F238E27FC236}">
                <a16:creationId xmlns:a16="http://schemas.microsoft.com/office/drawing/2014/main" id="{EB61ABE9-1E90-4B7B-9153-6833FA14176C}"/>
              </a:ext>
            </a:extLst>
          </p:cNvPr>
          <p:cNvSpPr>
            <a:spLocks noGrp="1"/>
          </p:cNvSpPr>
          <p:nvPr/>
        </p:nvSpPr>
        <p:spPr>
          <a:xfrm>
            <a:off x="313152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2" name="Stage1_sixpanel_6003">
            <a:extLst>
              <a:ext uri="{FF2B5EF4-FFF2-40B4-BE49-F238E27FC236}">
                <a16:creationId xmlns:a16="http://schemas.microsoft.com/office/drawing/2014/main" id="{CFF82AAA-999B-4208-975E-B287A961BAA1}"/>
              </a:ext>
            </a:extLst>
          </p:cNvPr>
          <p:cNvSpPr>
            <a:spLocks noGrp="1"/>
          </p:cNvSpPr>
          <p:nvPr/>
        </p:nvSpPr>
        <p:spPr>
          <a:xfrm>
            <a:off x="3214624" y="199549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3" name="Stage1_sixpanel_6004">
            <a:extLst>
              <a:ext uri="{FF2B5EF4-FFF2-40B4-BE49-F238E27FC236}">
                <a16:creationId xmlns:a16="http://schemas.microsoft.com/office/drawing/2014/main" id="{37CFD89E-6F2A-4040-BC7A-A1524D103DEB}"/>
              </a:ext>
            </a:extLst>
          </p:cNvPr>
          <p:cNvSpPr>
            <a:spLocks noGrp="1"/>
          </p:cNvSpPr>
          <p:nvPr/>
        </p:nvSpPr>
        <p:spPr>
          <a:xfrm>
            <a:off x="3213950" y="12272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4" name="Stage1_sixpanel_6005">
            <a:extLst>
              <a:ext uri="{FF2B5EF4-FFF2-40B4-BE49-F238E27FC236}">
                <a16:creationId xmlns:a16="http://schemas.microsoft.com/office/drawing/2014/main" id="{8C36509E-42F1-4820-AF64-624436088017}"/>
              </a:ext>
            </a:extLst>
          </p:cNvPr>
          <p:cNvSpPr>
            <a:spLocks noGrp="1"/>
          </p:cNvSpPr>
          <p:nvPr/>
        </p:nvSpPr>
        <p:spPr>
          <a:xfrm>
            <a:off x="3097930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5" name="Stage1_sixpanel_6006">
            <a:extLst>
              <a:ext uri="{FF2B5EF4-FFF2-40B4-BE49-F238E27FC236}">
                <a16:creationId xmlns:a16="http://schemas.microsoft.com/office/drawing/2014/main" id="{E84208E7-816A-4C0B-B82A-C3C82057406D}"/>
              </a:ext>
            </a:extLst>
          </p:cNvPr>
          <p:cNvSpPr>
            <a:spLocks noGrp="1"/>
          </p:cNvSpPr>
          <p:nvPr/>
        </p:nvSpPr>
        <p:spPr>
          <a:xfrm>
            <a:off x="3142661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6" name="Stage1_sixpanel_6007">
            <a:extLst>
              <a:ext uri="{FF2B5EF4-FFF2-40B4-BE49-F238E27FC236}">
                <a16:creationId xmlns:a16="http://schemas.microsoft.com/office/drawing/2014/main" id="{58137CB8-826A-4679-93BC-BA65A8810E7F}"/>
              </a:ext>
            </a:extLst>
          </p:cNvPr>
          <p:cNvSpPr>
            <a:spLocks noGrp="1"/>
          </p:cNvSpPr>
          <p:nvPr/>
        </p:nvSpPr>
        <p:spPr>
          <a:xfrm>
            <a:off x="312361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7" name="Stage1_sixpanel_6008">
            <a:extLst>
              <a:ext uri="{FF2B5EF4-FFF2-40B4-BE49-F238E27FC236}">
                <a16:creationId xmlns:a16="http://schemas.microsoft.com/office/drawing/2014/main" id="{C52EA2EE-4E74-4665-BA71-D6DB5BA46A23}"/>
              </a:ext>
            </a:extLst>
          </p:cNvPr>
          <p:cNvSpPr>
            <a:spLocks noGrp="1"/>
          </p:cNvSpPr>
          <p:nvPr/>
        </p:nvSpPr>
        <p:spPr>
          <a:xfrm>
            <a:off x="3237395" y="127458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8" name="Stage1_sixpanel_6009">
            <a:extLst>
              <a:ext uri="{FF2B5EF4-FFF2-40B4-BE49-F238E27FC236}">
                <a16:creationId xmlns:a16="http://schemas.microsoft.com/office/drawing/2014/main" id="{8EF142BC-5889-4B21-B75B-9293F73A8F03}"/>
              </a:ext>
            </a:extLst>
          </p:cNvPr>
          <p:cNvSpPr>
            <a:spLocks noGrp="1"/>
          </p:cNvSpPr>
          <p:nvPr/>
        </p:nvSpPr>
        <p:spPr>
          <a:xfrm>
            <a:off x="322861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9" name="Stage1_sixpanel_6010">
            <a:extLst>
              <a:ext uri="{FF2B5EF4-FFF2-40B4-BE49-F238E27FC236}">
                <a16:creationId xmlns:a16="http://schemas.microsoft.com/office/drawing/2014/main" id="{A0D86147-C03E-47C2-A9D7-51C40124120D}"/>
              </a:ext>
            </a:extLst>
          </p:cNvPr>
          <p:cNvSpPr>
            <a:spLocks noGrp="1"/>
          </p:cNvSpPr>
          <p:nvPr/>
        </p:nvSpPr>
        <p:spPr>
          <a:xfrm>
            <a:off x="3206754" y="22008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0" name="Stage1_sixpanel_6011">
            <a:extLst>
              <a:ext uri="{FF2B5EF4-FFF2-40B4-BE49-F238E27FC236}">
                <a16:creationId xmlns:a16="http://schemas.microsoft.com/office/drawing/2014/main" id="{FC39574D-0B4D-4A21-8F98-A0B829939205}"/>
              </a:ext>
            </a:extLst>
          </p:cNvPr>
          <p:cNvSpPr>
            <a:spLocks noGrp="1"/>
          </p:cNvSpPr>
          <p:nvPr/>
        </p:nvSpPr>
        <p:spPr>
          <a:xfrm>
            <a:off x="3173522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1" name="Stage1_sixpanel_6012">
            <a:extLst>
              <a:ext uri="{FF2B5EF4-FFF2-40B4-BE49-F238E27FC236}">
                <a16:creationId xmlns:a16="http://schemas.microsoft.com/office/drawing/2014/main" id="{EC29FDA4-796D-434D-98C8-9C76AB2EBA2C}"/>
              </a:ext>
            </a:extLst>
          </p:cNvPr>
          <p:cNvSpPr>
            <a:spLocks noGrp="1"/>
          </p:cNvSpPr>
          <p:nvPr/>
        </p:nvSpPr>
        <p:spPr>
          <a:xfrm>
            <a:off x="3123318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2" name="Stage1_sixpanel_6013">
            <a:extLst>
              <a:ext uri="{FF2B5EF4-FFF2-40B4-BE49-F238E27FC236}">
                <a16:creationId xmlns:a16="http://schemas.microsoft.com/office/drawing/2014/main" id="{0EEADE5A-1A9D-422C-84BB-E3BD88F2BE87}"/>
              </a:ext>
            </a:extLst>
          </p:cNvPr>
          <p:cNvSpPr>
            <a:spLocks noGrp="1"/>
          </p:cNvSpPr>
          <p:nvPr/>
        </p:nvSpPr>
        <p:spPr>
          <a:xfrm>
            <a:off x="3188270" y="2396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3" name="Stage1_sixpanel_6014">
            <a:extLst>
              <a:ext uri="{FF2B5EF4-FFF2-40B4-BE49-F238E27FC236}">
                <a16:creationId xmlns:a16="http://schemas.microsoft.com/office/drawing/2014/main" id="{403CDF0E-36D5-4A5A-BD04-9AFF7C40901C}"/>
              </a:ext>
            </a:extLst>
          </p:cNvPr>
          <p:cNvSpPr>
            <a:spLocks noGrp="1"/>
          </p:cNvSpPr>
          <p:nvPr/>
        </p:nvSpPr>
        <p:spPr>
          <a:xfrm>
            <a:off x="3240699" y="190972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4" name="Stage1_sixpanel_6015">
            <a:extLst>
              <a:ext uri="{FF2B5EF4-FFF2-40B4-BE49-F238E27FC236}">
                <a16:creationId xmlns:a16="http://schemas.microsoft.com/office/drawing/2014/main" id="{366F87F4-E355-46FB-B4E9-262474B5D8E0}"/>
              </a:ext>
            </a:extLst>
          </p:cNvPr>
          <p:cNvSpPr>
            <a:spLocks noGrp="1"/>
          </p:cNvSpPr>
          <p:nvPr/>
        </p:nvSpPr>
        <p:spPr>
          <a:xfrm>
            <a:off x="3106152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5" name="Stage1_sixpanel_6016">
            <a:extLst>
              <a:ext uri="{FF2B5EF4-FFF2-40B4-BE49-F238E27FC236}">
                <a16:creationId xmlns:a16="http://schemas.microsoft.com/office/drawing/2014/main" id="{2318D369-FB1D-42FB-8716-BB4ECF6C4FA1}"/>
              </a:ext>
            </a:extLst>
          </p:cNvPr>
          <p:cNvSpPr>
            <a:spLocks noGrp="1"/>
          </p:cNvSpPr>
          <p:nvPr/>
        </p:nvSpPr>
        <p:spPr>
          <a:xfrm>
            <a:off x="3236897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6" name="Stage1_sixpanel_6017">
            <a:extLst>
              <a:ext uri="{FF2B5EF4-FFF2-40B4-BE49-F238E27FC236}">
                <a16:creationId xmlns:a16="http://schemas.microsoft.com/office/drawing/2014/main" id="{F6A601CC-9324-4B68-882B-6B117A3AD620}"/>
              </a:ext>
            </a:extLst>
          </p:cNvPr>
          <p:cNvSpPr>
            <a:spLocks noGrp="1"/>
          </p:cNvSpPr>
          <p:nvPr/>
        </p:nvSpPr>
        <p:spPr>
          <a:xfrm>
            <a:off x="322197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7" name="Stage1_sixpanel_6018">
            <a:extLst>
              <a:ext uri="{FF2B5EF4-FFF2-40B4-BE49-F238E27FC236}">
                <a16:creationId xmlns:a16="http://schemas.microsoft.com/office/drawing/2014/main" id="{28D86AFF-C013-4AAC-B778-D4835A883E7D}"/>
              </a:ext>
            </a:extLst>
          </p:cNvPr>
          <p:cNvSpPr>
            <a:spLocks noGrp="1"/>
          </p:cNvSpPr>
          <p:nvPr/>
        </p:nvSpPr>
        <p:spPr>
          <a:xfrm>
            <a:off x="3132942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8" name="Stage1_sixpanel_6019">
            <a:extLst>
              <a:ext uri="{FF2B5EF4-FFF2-40B4-BE49-F238E27FC236}">
                <a16:creationId xmlns:a16="http://schemas.microsoft.com/office/drawing/2014/main" id="{A97AAE6C-7314-48A6-9E86-2A8CE12B83EB}"/>
              </a:ext>
            </a:extLst>
          </p:cNvPr>
          <p:cNvSpPr>
            <a:spLocks noGrp="1"/>
          </p:cNvSpPr>
          <p:nvPr/>
        </p:nvSpPr>
        <p:spPr>
          <a:xfrm>
            <a:off x="3233062" y="150514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9" name="Stage1_sixpanel_6020">
            <a:extLst>
              <a:ext uri="{FF2B5EF4-FFF2-40B4-BE49-F238E27FC236}">
                <a16:creationId xmlns:a16="http://schemas.microsoft.com/office/drawing/2014/main" id="{07AA045E-ECB6-4C15-A52B-3F7221ED115A}"/>
              </a:ext>
            </a:extLst>
          </p:cNvPr>
          <p:cNvSpPr>
            <a:spLocks noGrp="1"/>
          </p:cNvSpPr>
          <p:nvPr/>
        </p:nvSpPr>
        <p:spPr>
          <a:xfrm>
            <a:off x="3092956" y="16188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0" name="Stage1_sixpanel_6021">
            <a:extLst>
              <a:ext uri="{FF2B5EF4-FFF2-40B4-BE49-F238E27FC236}">
                <a16:creationId xmlns:a16="http://schemas.microsoft.com/office/drawing/2014/main" id="{D2CC4682-E09F-4FE7-A838-A2B45C500D98}"/>
              </a:ext>
            </a:extLst>
          </p:cNvPr>
          <p:cNvSpPr>
            <a:spLocks noGrp="1"/>
          </p:cNvSpPr>
          <p:nvPr/>
        </p:nvSpPr>
        <p:spPr>
          <a:xfrm>
            <a:off x="312695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1" name="Stage1_sixpanel_6022">
            <a:extLst>
              <a:ext uri="{FF2B5EF4-FFF2-40B4-BE49-F238E27FC236}">
                <a16:creationId xmlns:a16="http://schemas.microsoft.com/office/drawing/2014/main" id="{A63EF397-704B-494D-8255-A18AD27315C3}"/>
              </a:ext>
            </a:extLst>
          </p:cNvPr>
          <p:cNvSpPr>
            <a:spLocks noGrp="1"/>
          </p:cNvSpPr>
          <p:nvPr/>
        </p:nvSpPr>
        <p:spPr>
          <a:xfrm>
            <a:off x="3157334" y="21702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2" name="Stage1_sixpanel_6023">
            <a:extLst>
              <a:ext uri="{FF2B5EF4-FFF2-40B4-BE49-F238E27FC236}">
                <a16:creationId xmlns:a16="http://schemas.microsoft.com/office/drawing/2014/main" id="{D5F59FA7-9FD8-4880-89C9-59E0436F8C9E}"/>
              </a:ext>
            </a:extLst>
          </p:cNvPr>
          <p:cNvSpPr>
            <a:spLocks noGrp="1"/>
          </p:cNvSpPr>
          <p:nvPr/>
        </p:nvSpPr>
        <p:spPr>
          <a:xfrm>
            <a:off x="3101057" y="15886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3" name="Stage1_sixpanel_6024">
            <a:extLst>
              <a:ext uri="{FF2B5EF4-FFF2-40B4-BE49-F238E27FC236}">
                <a16:creationId xmlns:a16="http://schemas.microsoft.com/office/drawing/2014/main" id="{ADEF5BC4-78B7-4556-A9FF-6E50E0E0FCFB}"/>
              </a:ext>
            </a:extLst>
          </p:cNvPr>
          <p:cNvSpPr>
            <a:spLocks noGrp="1"/>
          </p:cNvSpPr>
          <p:nvPr/>
        </p:nvSpPr>
        <p:spPr>
          <a:xfrm>
            <a:off x="326111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4" name="Stage1_sixpanel_6025">
            <a:extLst>
              <a:ext uri="{FF2B5EF4-FFF2-40B4-BE49-F238E27FC236}">
                <a16:creationId xmlns:a16="http://schemas.microsoft.com/office/drawing/2014/main" id="{1FE62317-8856-442F-99E7-62D1C71878E8}"/>
              </a:ext>
            </a:extLst>
          </p:cNvPr>
          <p:cNvSpPr>
            <a:spLocks noGrp="1"/>
          </p:cNvSpPr>
          <p:nvPr/>
        </p:nvSpPr>
        <p:spPr>
          <a:xfrm>
            <a:off x="3243592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5" name="Stage1_sixpanel_6026">
            <a:extLst>
              <a:ext uri="{FF2B5EF4-FFF2-40B4-BE49-F238E27FC236}">
                <a16:creationId xmlns:a16="http://schemas.microsoft.com/office/drawing/2014/main" id="{77622F9D-FB9D-40E9-AA86-D1B1A391E65C}"/>
              </a:ext>
            </a:extLst>
          </p:cNvPr>
          <p:cNvSpPr>
            <a:spLocks noGrp="1"/>
          </p:cNvSpPr>
          <p:nvPr/>
        </p:nvSpPr>
        <p:spPr>
          <a:xfrm>
            <a:off x="318790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6" name="Stage1_sixpanel_6027">
            <a:extLst>
              <a:ext uri="{FF2B5EF4-FFF2-40B4-BE49-F238E27FC236}">
                <a16:creationId xmlns:a16="http://schemas.microsoft.com/office/drawing/2014/main" id="{B4C19DB0-18BE-4622-A0BB-70D3EB73439D}"/>
              </a:ext>
            </a:extLst>
          </p:cNvPr>
          <p:cNvSpPr>
            <a:spLocks noGrp="1"/>
          </p:cNvSpPr>
          <p:nvPr/>
        </p:nvSpPr>
        <p:spPr>
          <a:xfrm>
            <a:off x="3129119" y="15913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7" name="Stage1_sixpanel_6028">
            <a:extLst>
              <a:ext uri="{FF2B5EF4-FFF2-40B4-BE49-F238E27FC236}">
                <a16:creationId xmlns:a16="http://schemas.microsoft.com/office/drawing/2014/main" id="{D2FD9BBD-3746-4FD9-9515-F738133040EB}"/>
              </a:ext>
            </a:extLst>
          </p:cNvPr>
          <p:cNvSpPr>
            <a:spLocks noGrp="1"/>
          </p:cNvSpPr>
          <p:nvPr/>
        </p:nvSpPr>
        <p:spPr>
          <a:xfrm>
            <a:off x="3182397" y="13953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8" name="Stage1_sixpanel_6029">
            <a:extLst>
              <a:ext uri="{FF2B5EF4-FFF2-40B4-BE49-F238E27FC236}">
                <a16:creationId xmlns:a16="http://schemas.microsoft.com/office/drawing/2014/main" id="{478FE9F3-3FEF-4BB9-8A8B-9FCCCB42E095}"/>
              </a:ext>
            </a:extLst>
          </p:cNvPr>
          <p:cNvSpPr>
            <a:spLocks noGrp="1"/>
          </p:cNvSpPr>
          <p:nvPr/>
        </p:nvSpPr>
        <p:spPr>
          <a:xfrm>
            <a:off x="3249377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9" name="Stage1_sixpanel_6030">
            <a:extLst>
              <a:ext uri="{FF2B5EF4-FFF2-40B4-BE49-F238E27FC236}">
                <a16:creationId xmlns:a16="http://schemas.microsoft.com/office/drawing/2014/main" id="{F6DD0B76-5218-42FA-903D-6018C9B1B772}"/>
              </a:ext>
            </a:extLst>
          </p:cNvPr>
          <p:cNvSpPr>
            <a:spLocks noGrp="1"/>
          </p:cNvSpPr>
          <p:nvPr/>
        </p:nvSpPr>
        <p:spPr>
          <a:xfrm>
            <a:off x="318849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0" name="Stage1_sixpanel_6031">
            <a:extLst>
              <a:ext uri="{FF2B5EF4-FFF2-40B4-BE49-F238E27FC236}">
                <a16:creationId xmlns:a16="http://schemas.microsoft.com/office/drawing/2014/main" id="{63CCA560-6EF3-46DB-8DE7-4B327519AEF3}"/>
              </a:ext>
            </a:extLst>
          </p:cNvPr>
          <p:cNvSpPr>
            <a:spLocks noGrp="1"/>
          </p:cNvSpPr>
          <p:nvPr/>
        </p:nvSpPr>
        <p:spPr>
          <a:xfrm>
            <a:off x="3176564" y="20307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1" name="Stage1_sixpanel_6032">
            <a:extLst>
              <a:ext uri="{FF2B5EF4-FFF2-40B4-BE49-F238E27FC236}">
                <a16:creationId xmlns:a16="http://schemas.microsoft.com/office/drawing/2014/main" id="{667AA0EC-2E57-4645-B21C-B0907483E8FE}"/>
              </a:ext>
            </a:extLst>
          </p:cNvPr>
          <p:cNvSpPr>
            <a:spLocks noGrp="1"/>
          </p:cNvSpPr>
          <p:nvPr/>
        </p:nvSpPr>
        <p:spPr>
          <a:xfrm>
            <a:off x="314193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2" name="Stage1_sixpanel_6033">
            <a:extLst>
              <a:ext uri="{FF2B5EF4-FFF2-40B4-BE49-F238E27FC236}">
                <a16:creationId xmlns:a16="http://schemas.microsoft.com/office/drawing/2014/main" id="{85B6BE6C-3A3F-4997-8BE7-6EADA0F2A991}"/>
              </a:ext>
            </a:extLst>
          </p:cNvPr>
          <p:cNvSpPr>
            <a:spLocks noGrp="1"/>
          </p:cNvSpPr>
          <p:nvPr/>
        </p:nvSpPr>
        <p:spPr>
          <a:xfrm>
            <a:off x="320092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3" name="Stage1_sixpanel_6034">
            <a:extLst>
              <a:ext uri="{FF2B5EF4-FFF2-40B4-BE49-F238E27FC236}">
                <a16:creationId xmlns:a16="http://schemas.microsoft.com/office/drawing/2014/main" id="{9F24AE35-2C65-4A81-AF89-11D7A80672F6}"/>
              </a:ext>
            </a:extLst>
          </p:cNvPr>
          <p:cNvSpPr>
            <a:spLocks noGrp="1"/>
          </p:cNvSpPr>
          <p:nvPr/>
        </p:nvSpPr>
        <p:spPr>
          <a:xfrm>
            <a:off x="319819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4" name="Stage1_sixpanel_6035">
            <a:extLst>
              <a:ext uri="{FF2B5EF4-FFF2-40B4-BE49-F238E27FC236}">
                <a16:creationId xmlns:a16="http://schemas.microsoft.com/office/drawing/2014/main" id="{16D26458-5644-41DE-9CC7-2CDA4162BA44}"/>
              </a:ext>
            </a:extLst>
          </p:cNvPr>
          <p:cNvSpPr>
            <a:spLocks noGrp="1"/>
          </p:cNvSpPr>
          <p:nvPr/>
        </p:nvSpPr>
        <p:spPr>
          <a:xfrm>
            <a:off x="326107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5" name="Stage1_sixpanel_6036">
            <a:extLst>
              <a:ext uri="{FF2B5EF4-FFF2-40B4-BE49-F238E27FC236}">
                <a16:creationId xmlns:a16="http://schemas.microsoft.com/office/drawing/2014/main" id="{086B8642-9931-4EF3-B8A4-4E89D776406A}"/>
              </a:ext>
            </a:extLst>
          </p:cNvPr>
          <p:cNvSpPr>
            <a:spLocks noGrp="1"/>
          </p:cNvSpPr>
          <p:nvPr/>
        </p:nvSpPr>
        <p:spPr>
          <a:xfrm>
            <a:off x="3192806" y="179631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6" name="Stage1_sixpanel_6037">
            <a:extLst>
              <a:ext uri="{FF2B5EF4-FFF2-40B4-BE49-F238E27FC236}">
                <a16:creationId xmlns:a16="http://schemas.microsoft.com/office/drawing/2014/main" id="{A673EB75-596B-47B7-BEA2-917D4E2D9A42}"/>
              </a:ext>
            </a:extLst>
          </p:cNvPr>
          <p:cNvSpPr>
            <a:spLocks noGrp="1"/>
          </p:cNvSpPr>
          <p:nvPr/>
        </p:nvSpPr>
        <p:spPr>
          <a:xfrm>
            <a:off x="3103496" y="12285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7" name="Stage1_sixpanel_6038">
            <a:extLst>
              <a:ext uri="{FF2B5EF4-FFF2-40B4-BE49-F238E27FC236}">
                <a16:creationId xmlns:a16="http://schemas.microsoft.com/office/drawing/2014/main" id="{50161685-C77B-426C-949F-F0C6C08ECF13}"/>
              </a:ext>
            </a:extLst>
          </p:cNvPr>
          <p:cNvSpPr>
            <a:spLocks noGrp="1"/>
          </p:cNvSpPr>
          <p:nvPr/>
        </p:nvSpPr>
        <p:spPr>
          <a:xfrm>
            <a:off x="3217313" y="23090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8" name="Stage1_sixpanel_6039">
            <a:extLst>
              <a:ext uri="{FF2B5EF4-FFF2-40B4-BE49-F238E27FC236}">
                <a16:creationId xmlns:a16="http://schemas.microsoft.com/office/drawing/2014/main" id="{DAFEA4F6-A327-4377-85E8-BED941E61ABC}"/>
              </a:ext>
            </a:extLst>
          </p:cNvPr>
          <p:cNvSpPr>
            <a:spLocks noGrp="1"/>
          </p:cNvSpPr>
          <p:nvPr/>
        </p:nvSpPr>
        <p:spPr>
          <a:xfrm>
            <a:off x="321346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9" name="Stage1_sixpanel_6040">
            <a:extLst>
              <a:ext uri="{FF2B5EF4-FFF2-40B4-BE49-F238E27FC236}">
                <a16:creationId xmlns:a16="http://schemas.microsoft.com/office/drawing/2014/main" id="{9A116A66-353D-4CDF-A864-25B94F04E944}"/>
              </a:ext>
            </a:extLst>
          </p:cNvPr>
          <p:cNvSpPr>
            <a:spLocks noGrp="1"/>
          </p:cNvSpPr>
          <p:nvPr/>
        </p:nvSpPr>
        <p:spPr>
          <a:xfrm>
            <a:off x="319717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0" name="Stage1_sixpanel_6041">
            <a:extLst>
              <a:ext uri="{FF2B5EF4-FFF2-40B4-BE49-F238E27FC236}">
                <a16:creationId xmlns:a16="http://schemas.microsoft.com/office/drawing/2014/main" id="{54D9F875-B5BD-419B-973C-6709B9648FFD}"/>
              </a:ext>
            </a:extLst>
          </p:cNvPr>
          <p:cNvSpPr>
            <a:spLocks noGrp="1"/>
          </p:cNvSpPr>
          <p:nvPr/>
        </p:nvSpPr>
        <p:spPr>
          <a:xfrm>
            <a:off x="3099370" y="1947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1" name="Stage1_sixpanel_6042">
            <a:extLst>
              <a:ext uri="{FF2B5EF4-FFF2-40B4-BE49-F238E27FC236}">
                <a16:creationId xmlns:a16="http://schemas.microsoft.com/office/drawing/2014/main" id="{36BF0065-50A4-4087-BC7F-556C487B7731}"/>
              </a:ext>
            </a:extLst>
          </p:cNvPr>
          <p:cNvSpPr>
            <a:spLocks noGrp="1"/>
          </p:cNvSpPr>
          <p:nvPr/>
        </p:nvSpPr>
        <p:spPr>
          <a:xfrm>
            <a:off x="322797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2" name="Stage1_sixpanel_6043">
            <a:extLst>
              <a:ext uri="{FF2B5EF4-FFF2-40B4-BE49-F238E27FC236}">
                <a16:creationId xmlns:a16="http://schemas.microsoft.com/office/drawing/2014/main" id="{7AD5D2E5-4A30-49EF-893C-DDBDF350C494}"/>
              </a:ext>
            </a:extLst>
          </p:cNvPr>
          <p:cNvSpPr>
            <a:spLocks noGrp="1"/>
          </p:cNvSpPr>
          <p:nvPr/>
        </p:nvSpPr>
        <p:spPr>
          <a:xfrm>
            <a:off x="315905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3" name="Stage1_sixpanel_6044">
            <a:extLst>
              <a:ext uri="{FF2B5EF4-FFF2-40B4-BE49-F238E27FC236}">
                <a16:creationId xmlns:a16="http://schemas.microsoft.com/office/drawing/2014/main" id="{49A97858-3F19-411A-B393-88DDB285DB91}"/>
              </a:ext>
            </a:extLst>
          </p:cNvPr>
          <p:cNvSpPr>
            <a:spLocks noGrp="1"/>
          </p:cNvSpPr>
          <p:nvPr/>
        </p:nvSpPr>
        <p:spPr>
          <a:xfrm>
            <a:off x="313370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4" name="Stage1_sixpanel_6045">
            <a:extLst>
              <a:ext uri="{FF2B5EF4-FFF2-40B4-BE49-F238E27FC236}">
                <a16:creationId xmlns:a16="http://schemas.microsoft.com/office/drawing/2014/main" id="{0D7A83C4-3521-4B8E-BC51-A0CA13E082DC}"/>
              </a:ext>
            </a:extLst>
          </p:cNvPr>
          <p:cNvSpPr>
            <a:spLocks noGrp="1"/>
          </p:cNvSpPr>
          <p:nvPr/>
        </p:nvSpPr>
        <p:spPr>
          <a:xfrm>
            <a:off x="3180390" y="25948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5" name="Stage1_sixpanel_6046">
            <a:extLst>
              <a:ext uri="{FF2B5EF4-FFF2-40B4-BE49-F238E27FC236}">
                <a16:creationId xmlns:a16="http://schemas.microsoft.com/office/drawing/2014/main" id="{858F6B90-3723-4F47-8BB4-9EAFA2B63D00}"/>
              </a:ext>
            </a:extLst>
          </p:cNvPr>
          <p:cNvSpPr>
            <a:spLocks noGrp="1"/>
          </p:cNvSpPr>
          <p:nvPr/>
        </p:nvSpPr>
        <p:spPr>
          <a:xfrm>
            <a:off x="3206459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6" name="Stage1_sixpanel_6047">
            <a:extLst>
              <a:ext uri="{FF2B5EF4-FFF2-40B4-BE49-F238E27FC236}">
                <a16:creationId xmlns:a16="http://schemas.microsoft.com/office/drawing/2014/main" id="{18086B54-E777-49DA-BD62-8698FF53A3AF}"/>
              </a:ext>
            </a:extLst>
          </p:cNvPr>
          <p:cNvSpPr>
            <a:spLocks noGrp="1"/>
          </p:cNvSpPr>
          <p:nvPr/>
        </p:nvSpPr>
        <p:spPr>
          <a:xfrm>
            <a:off x="309287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7" name="Stage1_sixpanel_6048">
            <a:extLst>
              <a:ext uri="{FF2B5EF4-FFF2-40B4-BE49-F238E27FC236}">
                <a16:creationId xmlns:a16="http://schemas.microsoft.com/office/drawing/2014/main" id="{64FB4A9E-E10C-49B5-B0B3-4C61245D54FB}"/>
              </a:ext>
            </a:extLst>
          </p:cNvPr>
          <p:cNvSpPr>
            <a:spLocks noGrp="1"/>
          </p:cNvSpPr>
          <p:nvPr/>
        </p:nvSpPr>
        <p:spPr>
          <a:xfrm>
            <a:off x="3233944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8" name="Stage1_sixpanel_6049">
            <a:extLst>
              <a:ext uri="{FF2B5EF4-FFF2-40B4-BE49-F238E27FC236}">
                <a16:creationId xmlns:a16="http://schemas.microsoft.com/office/drawing/2014/main" id="{89564C96-3D8C-416F-BB11-8A1E359EAE5B}"/>
              </a:ext>
            </a:extLst>
          </p:cNvPr>
          <p:cNvSpPr>
            <a:spLocks noGrp="1"/>
          </p:cNvSpPr>
          <p:nvPr/>
        </p:nvSpPr>
        <p:spPr>
          <a:xfrm>
            <a:off x="3165552" y="20011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9" name="Stage1_sixpanel_6050">
            <a:extLst>
              <a:ext uri="{FF2B5EF4-FFF2-40B4-BE49-F238E27FC236}">
                <a16:creationId xmlns:a16="http://schemas.microsoft.com/office/drawing/2014/main" id="{D8299F45-4398-4FE1-9312-80CC1F4B9279}"/>
              </a:ext>
            </a:extLst>
          </p:cNvPr>
          <p:cNvSpPr>
            <a:spLocks noGrp="1"/>
          </p:cNvSpPr>
          <p:nvPr/>
        </p:nvSpPr>
        <p:spPr>
          <a:xfrm>
            <a:off x="324188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0" name="Stage1_sixpanel_6051">
            <a:extLst>
              <a:ext uri="{FF2B5EF4-FFF2-40B4-BE49-F238E27FC236}">
                <a16:creationId xmlns:a16="http://schemas.microsoft.com/office/drawing/2014/main" id="{46379024-6ED9-4461-85D4-3E49729D1E60}"/>
              </a:ext>
            </a:extLst>
          </p:cNvPr>
          <p:cNvSpPr>
            <a:spLocks noGrp="1"/>
          </p:cNvSpPr>
          <p:nvPr/>
        </p:nvSpPr>
        <p:spPr>
          <a:xfrm>
            <a:off x="3094822" y="1947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1" name="Stage1_sixpanel_6052">
            <a:extLst>
              <a:ext uri="{FF2B5EF4-FFF2-40B4-BE49-F238E27FC236}">
                <a16:creationId xmlns:a16="http://schemas.microsoft.com/office/drawing/2014/main" id="{43EA597E-E53C-4ED7-9060-C27E92C321C9}"/>
              </a:ext>
            </a:extLst>
          </p:cNvPr>
          <p:cNvSpPr>
            <a:spLocks noGrp="1"/>
          </p:cNvSpPr>
          <p:nvPr/>
        </p:nvSpPr>
        <p:spPr>
          <a:xfrm>
            <a:off x="3168982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2" name="Stage1_sixpanel_6053">
            <a:extLst>
              <a:ext uri="{FF2B5EF4-FFF2-40B4-BE49-F238E27FC236}">
                <a16:creationId xmlns:a16="http://schemas.microsoft.com/office/drawing/2014/main" id="{85E631FB-A81F-4401-8CF1-2C67FC2C421F}"/>
              </a:ext>
            </a:extLst>
          </p:cNvPr>
          <p:cNvSpPr>
            <a:spLocks noGrp="1"/>
          </p:cNvSpPr>
          <p:nvPr/>
        </p:nvSpPr>
        <p:spPr>
          <a:xfrm>
            <a:off x="317791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3" name="Stage1_sixpanel_6054">
            <a:extLst>
              <a:ext uri="{FF2B5EF4-FFF2-40B4-BE49-F238E27FC236}">
                <a16:creationId xmlns:a16="http://schemas.microsoft.com/office/drawing/2014/main" id="{381AB13E-78A7-42ED-8446-39FC29DC8162}"/>
              </a:ext>
            </a:extLst>
          </p:cNvPr>
          <p:cNvSpPr>
            <a:spLocks noGrp="1"/>
          </p:cNvSpPr>
          <p:nvPr/>
        </p:nvSpPr>
        <p:spPr>
          <a:xfrm>
            <a:off x="3226125" y="1999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4" name="Stage1_sixpanel_6055">
            <a:extLst>
              <a:ext uri="{FF2B5EF4-FFF2-40B4-BE49-F238E27FC236}">
                <a16:creationId xmlns:a16="http://schemas.microsoft.com/office/drawing/2014/main" id="{EC0AE6CC-F108-433A-9002-01F971D71EFB}"/>
              </a:ext>
            </a:extLst>
          </p:cNvPr>
          <p:cNvSpPr>
            <a:spLocks noGrp="1"/>
          </p:cNvSpPr>
          <p:nvPr/>
        </p:nvSpPr>
        <p:spPr>
          <a:xfrm>
            <a:off x="3192582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5" name="Stage1_sixpanel_6056">
            <a:extLst>
              <a:ext uri="{FF2B5EF4-FFF2-40B4-BE49-F238E27FC236}">
                <a16:creationId xmlns:a16="http://schemas.microsoft.com/office/drawing/2014/main" id="{CD9D8576-48AF-40A0-AFA3-D07B5CD35DD0}"/>
              </a:ext>
            </a:extLst>
          </p:cNvPr>
          <p:cNvSpPr>
            <a:spLocks noGrp="1"/>
          </p:cNvSpPr>
          <p:nvPr/>
        </p:nvSpPr>
        <p:spPr>
          <a:xfrm>
            <a:off x="320134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6" name="Stage1_sixpanel_6057">
            <a:extLst>
              <a:ext uri="{FF2B5EF4-FFF2-40B4-BE49-F238E27FC236}">
                <a16:creationId xmlns:a16="http://schemas.microsoft.com/office/drawing/2014/main" id="{56705C30-4988-4E3A-A74B-E40C4FC6B7EE}"/>
              </a:ext>
            </a:extLst>
          </p:cNvPr>
          <p:cNvSpPr>
            <a:spLocks noGrp="1"/>
          </p:cNvSpPr>
          <p:nvPr/>
        </p:nvSpPr>
        <p:spPr>
          <a:xfrm>
            <a:off x="3093218" y="214640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7" name="Stage1_sixpanel_6058">
            <a:extLst>
              <a:ext uri="{FF2B5EF4-FFF2-40B4-BE49-F238E27FC236}">
                <a16:creationId xmlns:a16="http://schemas.microsoft.com/office/drawing/2014/main" id="{D46AF6E3-5839-4212-B430-E3C55086CF1A}"/>
              </a:ext>
            </a:extLst>
          </p:cNvPr>
          <p:cNvSpPr>
            <a:spLocks noGrp="1"/>
          </p:cNvSpPr>
          <p:nvPr/>
        </p:nvSpPr>
        <p:spPr>
          <a:xfrm>
            <a:off x="311603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8" name="Stage1_sixpanel_6059">
            <a:extLst>
              <a:ext uri="{FF2B5EF4-FFF2-40B4-BE49-F238E27FC236}">
                <a16:creationId xmlns:a16="http://schemas.microsoft.com/office/drawing/2014/main" id="{778C9699-0805-4B7A-8AC2-A1AA5A24FDDD}"/>
              </a:ext>
            </a:extLst>
          </p:cNvPr>
          <p:cNvSpPr>
            <a:spLocks noGrp="1"/>
          </p:cNvSpPr>
          <p:nvPr/>
        </p:nvSpPr>
        <p:spPr>
          <a:xfrm>
            <a:off x="3157204" y="21526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9" name="Stage1_sixpanel_6060">
            <a:extLst>
              <a:ext uri="{FF2B5EF4-FFF2-40B4-BE49-F238E27FC236}">
                <a16:creationId xmlns:a16="http://schemas.microsoft.com/office/drawing/2014/main" id="{9C8C8143-5051-4F35-BB9F-2ABD9916D37A}"/>
              </a:ext>
            </a:extLst>
          </p:cNvPr>
          <p:cNvSpPr>
            <a:spLocks noGrp="1"/>
          </p:cNvSpPr>
          <p:nvPr/>
        </p:nvSpPr>
        <p:spPr>
          <a:xfrm>
            <a:off x="3209031" y="25020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0" name="Stage1_sixpanel_6061">
            <a:extLst>
              <a:ext uri="{FF2B5EF4-FFF2-40B4-BE49-F238E27FC236}">
                <a16:creationId xmlns:a16="http://schemas.microsoft.com/office/drawing/2014/main" id="{E31A4BF3-46D8-4CB7-B81D-D898E0F175C8}"/>
              </a:ext>
            </a:extLst>
          </p:cNvPr>
          <p:cNvSpPr>
            <a:spLocks noGrp="1"/>
          </p:cNvSpPr>
          <p:nvPr/>
        </p:nvSpPr>
        <p:spPr>
          <a:xfrm>
            <a:off x="3191768" y="164432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1" name="Stage1_sixpanel_6062">
            <a:extLst>
              <a:ext uri="{FF2B5EF4-FFF2-40B4-BE49-F238E27FC236}">
                <a16:creationId xmlns:a16="http://schemas.microsoft.com/office/drawing/2014/main" id="{520D6000-8B45-4FF5-9F55-549EED061354}"/>
              </a:ext>
            </a:extLst>
          </p:cNvPr>
          <p:cNvSpPr>
            <a:spLocks noGrp="1"/>
          </p:cNvSpPr>
          <p:nvPr/>
        </p:nvSpPr>
        <p:spPr>
          <a:xfrm>
            <a:off x="317011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2" name="Stage1_sixpanel_6063">
            <a:extLst>
              <a:ext uri="{FF2B5EF4-FFF2-40B4-BE49-F238E27FC236}">
                <a16:creationId xmlns:a16="http://schemas.microsoft.com/office/drawing/2014/main" id="{0214B65D-DAB4-4DC5-9EED-738FFA23DEC7}"/>
              </a:ext>
            </a:extLst>
          </p:cNvPr>
          <p:cNvSpPr>
            <a:spLocks noGrp="1"/>
          </p:cNvSpPr>
          <p:nvPr/>
        </p:nvSpPr>
        <p:spPr>
          <a:xfrm>
            <a:off x="310803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3" name="Stage1_sixpanel_6064">
            <a:extLst>
              <a:ext uri="{FF2B5EF4-FFF2-40B4-BE49-F238E27FC236}">
                <a16:creationId xmlns:a16="http://schemas.microsoft.com/office/drawing/2014/main" id="{2AB48F40-84BC-4273-95BE-C5EF4FD370AD}"/>
              </a:ext>
            </a:extLst>
          </p:cNvPr>
          <p:cNvSpPr>
            <a:spLocks noGrp="1"/>
          </p:cNvSpPr>
          <p:nvPr/>
        </p:nvSpPr>
        <p:spPr>
          <a:xfrm>
            <a:off x="320426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4" name="Stage1_sixpanel_6065">
            <a:extLst>
              <a:ext uri="{FF2B5EF4-FFF2-40B4-BE49-F238E27FC236}">
                <a16:creationId xmlns:a16="http://schemas.microsoft.com/office/drawing/2014/main" id="{7F18A64F-215A-4A65-8537-F7F859568629}"/>
              </a:ext>
            </a:extLst>
          </p:cNvPr>
          <p:cNvSpPr>
            <a:spLocks noGrp="1"/>
          </p:cNvSpPr>
          <p:nvPr/>
        </p:nvSpPr>
        <p:spPr>
          <a:xfrm>
            <a:off x="3211877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5" name="Stage1_sixpanel_6066">
            <a:extLst>
              <a:ext uri="{FF2B5EF4-FFF2-40B4-BE49-F238E27FC236}">
                <a16:creationId xmlns:a16="http://schemas.microsoft.com/office/drawing/2014/main" id="{C6A3E64A-3193-413D-A236-9515C52CEE7F}"/>
              </a:ext>
            </a:extLst>
          </p:cNvPr>
          <p:cNvSpPr>
            <a:spLocks noGrp="1"/>
          </p:cNvSpPr>
          <p:nvPr/>
        </p:nvSpPr>
        <p:spPr>
          <a:xfrm>
            <a:off x="317865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6" name="Stage1_sixpanel_6067">
            <a:extLst>
              <a:ext uri="{FF2B5EF4-FFF2-40B4-BE49-F238E27FC236}">
                <a16:creationId xmlns:a16="http://schemas.microsoft.com/office/drawing/2014/main" id="{F8525051-E41C-441A-AE27-586DC98EDA7B}"/>
              </a:ext>
            </a:extLst>
          </p:cNvPr>
          <p:cNvSpPr>
            <a:spLocks noGrp="1"/>
          </p:cNvSpPr>
          <p:nvPr/>
        </p:nvSpPr>
        <p:spPr>
          <a:xfrm>
            <a:off x="3203566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7" name="Stage1_sixpanel_6068">
            <a:extLst>
              <a:ext uri="{FF2B5EF4-FFF2-40B4-BE49-F238E27FC236}">
                <a16:creationId xmlns:a16="http://schemas.microsoft.com/office/drawing/2014/main" id="{847E0E3A-57FD-492C-B4F0-04A40E1BE44C}"/>
              </a:ext>
            </a:extLst>
          </p:cNvPr>
          <p:cNvSpPr>
            <a:spLocks noGrp="1"/>
          </p:cNvSpPr>
          <p:nvPr/>
        </p:nvSpPr>
        <p:spPr>
          <a:xfrm>
            <a:off x="3186794" y="159516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8" name="Stage1_sixpanel_6069">
            <a:extLst>
              <a:ext uri="{FF2B5EF4-FFF2-40B4-BE49-F238E27FC236}">
                <a16:creationId xmlns:a16="http://schemas.microsoft.com/office/drawing/2014/main" id="{455F0EF6-FE9B-4223-BB25-FFD80D9C8D74}"/>
              </a:ext>
            </a:extLst>
          </p:cNvPr>
          <p:cNvSpPr>
            <a:spLocks noGrp="1"/>
          </p:cNvSpPr>
          <p:nvPr/>
        </p:nvSpPr>
        <p:spPr>
          <a:xfrm>
            <a:off x="3165527" y="229745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9" name="Stage1_sixpanel_6070">
            <a:extLst>
              <a:ext uri="{FF2B5EF4-FFF2-40B4-BE49-F238E27FC236}">
                <a16:creationId xmlns:a16="http://schemas.microsoft.com/office/drawing/2014/main" id="{9458B52A-2634-4B05-A589-6B2791E6A18F}"/>
              </a:ext>
            </a:extLst>
          </p:cNvPr>
          <p:cNvSpPr>
            <a:spLocks noGrp="1"/>
          </p:cNvSpPr>
          <p:nvPr/>
        </p:nvSpPr>
        <p:spPr>
          <a:xfrm>
            <a:off x="3117840" y="16219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0" name="Stage1_sixpanel_6071">
            <a:extLst>
              <a:ext uri="{FF2B5EF4-FFF2-40B4-BE49-F238E27FC236}">
                <a16:creationId xmlns:a16="http://schemas.microsoft.com/office/drawing/2014/main" id="{F1068FCD-F7EC-499E-9FF5-448483A9AD0B}"/>
              </a:ext>
            </a:extLst>
          </p:cNvPr>
          <p:cNvSpPr>
            <a:spLocks noGrp="1"/>
          </p:cNvSpPr>
          <p:nvPr/>
        </p:nvSpPr>
        <p:spPr>
          <a:xfrm>
            <a:off x="3201901" y="1999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1" name="Stage1_sixpanel_6072">
            <a:extLst>
              <a:ext uri="{FF2B5EF4-FFF2-40B4-BE49-F238E27FC236}">
                <a16:creationId xmlns:a16="http://schemas.microsoft.com/office/drawing/2014/main" id="{25E9E38B-76BE-45CA-9882-5E316A365906}"/>
              </a:ext>
            </a:extLst>
          </p:cNvPr>
          <p:cNvSpPr>
            <a:spLocks noGrp="1"/>
          </p:cNvSpPr>
          <p:nvPr/>
        </p:nvSpPr>
        <p:spPr>
          <a:xfrm>
            <a:off x="318068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2" name="Stage1_sixpanel_6073">
            <a:extLst>
              <a:ext uri="{FF2B5EF4-FFF2-40B4-BE49-F238E27FC236}">
                <a16:creationId xmlns:a16="http://schemas.microsoft.com/office/drawing/2014/main" id="{2D043186-326B-4EF0-9975-B7257186AB92}"/>
              </a:ext>
            </a:extLst>
          </p:cNvPr>
          <p:cNvSpPr>
            <a:spLocks noGrp="1"/>
          </p:cNvSpPr>
          <p:nvPr/>
        </p:nvSpPr>
        <p:spPr>
          <a:xfrm>
            <a:off x="3254852" y="216858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3" name="Stage1_sixpanel_6074">
            <a:extLst>
              <a:ext uri="{FF2B5EF4-FFF2-40B4-BE49-F238E27FC236}">
                <a16:creationId xmlns:a16="http://schemas.microsoft.com/office/drawing/2014/main" id="{799701C4-1945-45C9-8E8D-FCF6CFC0FA72}"/>
              </a:ext>
            </a:extLst>
          </p:cNvPr>
          <p:cNvSpPr>
            <a:spLocks noGrp="1"/>
          </p:cNvSpPr>
          <p:nvPr/>
        </p:nvSpPr>
        <p:spPr>
          <a:xfrm>
            <a:off x="3231027" y="173366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4" name="Stage1_sixpanel_6075">
            <a:extLst>
              <a:ext uri="{FF2B5EF4-FFF2-40B4-BE49-F238E27FC236}">
                <a16:creationId xmlns:a16="http://schemas.microsoft.com/office/drawing/2014/main" id="{C54B2508-8788-4A93-AEE2-75C49CD03A34}"/>
              </a:ext>
            </a:extLst>
          </p:cNvPr>
          <p:cNvSpPr>
            <a:spLocks noGrp="1"/>
          </p:cNvSpPr>
          <p:nvPr/>
        </p:nvSpPr>
        <p:spPr>
          <a:xfrm>
            <a:off x="312544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5" name="Stage1_sixpanel_6076">
            <a:extLst>
              <a:ext uri="{FF2B5EF4-FFF2-40B4-BE49-F238E27FC236}">
                <a16:creationId xmlns:a16="http://schemas.microsoft.com/office/drawing/2014/main" id="{9BF040C2-0EF3-4F54-AA4D-610D4EC96B6C}"/>
              </a:ext>
            </a:extLst>
          </p:cNvPr>
          <p:cNvSpPr>
            <a:spLocks noGrp="1"/>
          </p:cNvSpPr>
          <p:nvPr/>
        </p:nvSpPr>
        <p:spPr>
          <a:xfrm>
            <a:off x="319838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6" name="Stage1_sixpanel_6077">
            <a:extLst>
              <a:ext uri="{FF2B5EF4-FFF2-40B4-BE49-F238E27FC236}">
                <a16:creationId xmlns:a16="http://schemas.microsoft.com/office/drawing/2014/main" id="{2A741CC4-018B-477D-9C8D-9C372598DF61}"/>
              </a:ext>
            </a:extLst>
          </p:cNvPr>
          <p:cNvSpPr>
            <a:spLocks noGrp="1"/>
          </p:cNvSpPr>
          <p:nvPr/>
        </p:nvSpPr>
        <p:spPr>
          <a:xfrm>
            <a:off x="3100288" y="1798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7" name="Stage1_sixpanel_6078">
            <a:extLst>
              <a:ext uri="{FF2B5EF4-FFF2-40B4-BE49-F238E27FC236}">
                <a16:creationId xmlns:a16="http://schemas.microsoft.com/office/drawing/2014/main" id="{B88CEBEB-FD03-48C4-B1B3-41FFAC24C51A}"/>
              </a:ext>
            </a:extLst>
          </p:cNvPr>
          <p:cNvSpPr>
            <a:spLocks noGrp="1"/>
          </p:cNvSpPr>
          <p:nvPr/>
        </p:nvSpPr>
        <p:spPr>
          <a:xfrm>
            <a:off x="315251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8" name="Stage1_sixpanel_6079">
            <a:extLst>
              <a:ext uri="{FF2B5EF4-FFF2-40B4-BE49-F238E27FC236}">
                <a16:creationId xmlns:a16="http://schemas.microsoft.com/office/drawing/2014/main" id="{31E94FD0-76F3-4A61-A60A-4A25CF72D32A}"/>
              </a:ext>
            </a:extLst>
          </p:cNvPr>
          <p:cNvSpPr>
            <a:spLocks noGrp="1"/>
          </p:cNvSpPr>
          <p:nvPr/>
        </p:nvSpPr>
        <p:spPr>
          <a:xfrm>
            <a:off x="3224726" y="13953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9" name="Stage1_sixpanel_6080">
            <a:extLst>
              <a:ext uri="{FF2B5EF4-FFF2-40B4-BE49-F238E27FC236}">
                <a16:creationId xmlns:a16="http://schemas.microsoft.com/office/drawing/2014/main" id="{7A726287-3405-4F01-82F1-7332AD3866BB}"/>
              </a:ext>
            </a:extLst>
          </p:cNvPr>
          <p:cNvSpPr>
            <a:spLocks noGrp="1"/>
          </p:cNvSpPr>
          <p:nvPr/>
        </p:nvSpPr>
        <p:spPr>
          <a:xfrm>
            <a:off x="3095807" y="223441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0" name="Stage1_sixpanel_6081">
            <a:extLst>
              <a:ext uri="{FF2B5EF4-FFF2-40B4-BE49-F238E27FC236}">
                <a16:creationId xmlns:a16="http://schemas.microsoft.com/office/drawing/2014/main" id="{7F896BAB-5D60-4D95-AB70-95AE64FC102D}"/>
              </a:ext>
            </a:extLst>
          </p:cNvPr>
          <p:cNvSpPr>
            <a:spLocks noGrp="1"/>
          </p:cNvSpPr>
          <p:nvPr/>
        </p:nvSpPr>
        <p:spPr>
          <a:xfrm>
            <a:off x="3107215" y="19833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1" name="Stage1_sixpanel_6082">
            <a:extLst>
              <a:ext uri="{FF2B5EF4-FFF2-40B4-BE49-F238E27FC236}">
                <a16:creationId xmlns:a16="http://schemas.microsoft.com/office/drawing/2014/main" id="{BBA91CB3-2391-41D7-A056-7A10810372F0}"/>
              </a:ext>
            </a:extLst>
          </p:cNvPr>
          <p:cNvSpPr>
            <a:spLocks noGrp="1"/>
          </p:cNvSpPr>
          <p:nvPr/>
        </p:nvSpPr>
        <p:spPr>
          <a:xfrm>
            <a:off x="323766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2" name="Stage1_sixpanel_6083">
            <a:extLst>
              <a:ext uri="{FF2B5EF4-FFF2-40B4-BE49-F238E27FC236}">
                <a16:creationId xmlns:a16="http://schemas.microsoft.com/office/drawing/2014/main" id="{2E96082F-1174-414C-8C8A-2389398DEFF9}"/>
              </a:ext>
            </a:extLst>
          </p:cNvPr>
          <p:cNvSpPr>
            <a:spLocks noGrp="1"/>
          </p:cNvSpPr>
          <p:nvPr/>
        </p:nvSpPr>
        <p:spPr>
          <a:xfrm>
            <a:off x="3251537" y="19352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3" name="Stage1_sixpanel_6084">
            <a:extLst>
              <a:ext uri="{FF2B5EF4-FFF2-40B4-BE49-F238E27FC236}">
                <a16:creationId xmlns:a16="http://schemas.microsoft.com/office/drawing/2014/main" id="{B3E6C75F-94E3-4369-8AF6-15A1896E5FE3}"/>
              </a:ext>
            </a:extLst>
          </p:cNvPr>
          <p:cNvSpPr>
            <a:spLocks noGrp="1"/>
          </p:cNvSpPr>
          <p:nvPr/>
        </p:nvSpPr>
        <p:spPr>
          <a:xfrm>
            <a:off x="3126395" y="202361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4" name="Stage1_sixpanel_6085">
            <a:extLst>
              <a:ext uri="{FF2B5EF4-FFF2-40B4-BE49-F238E27FC236}">
                <a16:creationId xmlns:a16="http://schemas.microsoft.com/office/drawing/2014/main" id="{3B06DCD6-00AE-4EC5-802D-48A90F6AD07C}"/>
              </a:ext>
            </a:extLst>
          </p:cNvPr>
          <p:cNvSpPr>
            <a:spLocks noGrp="1"/>
          </p:cNvSpPr>
          <p:nvPr/>
        </p:nvSpPr>
        <p:spPr>
          <a:xfrm>
            <a:off x="322274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5" name="Stage1_sixpanel_6086">
            <a:extLst>
              <a:ext uri="{FF2B5EF4-FFF2-40B4-BE49-F238E27FC236}">
                <a16:creationId xmlns:a16="http://schemas.microsoft.com/office/drawing/2014/main" id="{19CF9546-1BE7-4A67-9AE8-852E4FD19EB2}"/>
              </a:ext>
            </a:extLst>
          </p:cNvPr>
          <p:cNvSpPr>
            <a:spLocks noGrp="1"/>
          </p:cNvSpPr>
          <p:nvPr/>
        </p:nvSpPr>
        <p:spPr>
          <a:xfrm>
            <a:off x="3201226" y="229454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6" name="Stage1_sixpanel_6087">
            <a:extLst>
              <a:ext uri="{FF2B5EF4-FFF2-40B4-BE49-F238E27FC236}">
                <a16:creationId xmlns:a16="http://schemas.microsoft.com/office/drawing/2014/main" id="{70298383-7005-43FC-ABBD-076461220787}"/>
              </a:ext>
            </a:extLst>
          </p:cNvPr>
          <p:cNvSpPr>
            <a:spLocks noGrp="1"/>
          </p:cNvSpPr>
          <p:nvPr/>
        </p:nvSpPr>
        <p:spPr>
          <a:xfrm>
            <a:off x="3237266" y="24826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7" name="Stage1_sixpanel_6088">
            <a:extLst>
              <a:ext uri="{FF2B5EF4-FFF2-40B4-BE49-F238E27FC236}">
                <a16:creationId xmlns:a16="http://schemas.microsoft.com/office/drawing/2014/main" id="{1E02C645-A123-4EC9-A99F-0AFB54839E79}"/>
              </a:ext>
            </a:extLst>
          </p:cNvPr>
          <p:cNvSpPr>
            <a:spLocks noGrp="1"/>
          </p:cNvSpPr>
          <p:nvPr/>
        </p:nvSpPr>
        <p:spPr>
          <a:xfrm>
            <a:off x="312027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8" name="Stage1_sixpanel_6089">
            <a:extLst>
              <a:ext uri="{FF2B5EF4-FFF2-40B4-BE49-F238E27FC236}">
                <a16:creationId xmlns:a16="http://schemas.microsoft.com/office/drawing/2014/main" id="{5E4D630B-7F1B-47EC-8E59-E495BB7223D3}"/>
              </a:ext>
            </a:extLst>
          </p:cNvPr>
          <p:cNvSpPr>
            <a:spLocks noGrp="1"/>
          </p:cNvSpPr>
          <p:nvPr/>
        </p:nvSpPr>
        <p:spPr>
          <a:xfrm>
            <a:off x="3139816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9" name="Stage1_sixpanel_6090">
            <a:extLst>
              <a:ext uri="{FF2B5EF4-FFF2-40B4-BE49-F238E27FC236}">
                <a16:creationId xmlns:a16="http://schemas.microsoft.com/office/drawing/2014/main" id="{5368D24B-4B6F-4030-8AB0-45B5CCF44859}"/>
              </a:ext>
            </a:extLst>
          </p:cNvPr>
          <p:cNvSpPr>
            <a:spLocks noGrp="1"/>
          </p:cNvSpPr>
          <p:nvPr/>
        </p:nvSpPr>
        <p:spPr>
          <a:xfrm>
            <a:off x="318481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0" name="Stage1_sixpanel_6091">
            <a:extLst>
              <a:ext uri="{FF2B5EF4-FFF2-40B4-BE49-F238E27FC236}">
                <a16:creationId xmlns:a16="http://schemas.microsoft.com/office/drawing/2014/main" id="{603EE6EB-B10F-4C02-9270-E01FCDFB6C1A}"/>
              </a:ext>
            </a:extLst>
          </p:cNvPr>
          <p:cNvSpPr>
            <a:spLocks noGrp="1"/>
          </p:cNvSpPr>
          <p:nvPr/>
        </p:nvSpPr>
        <p:spPr>
          <a:xfrm>
            <a:off x="3144319" y="203751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1" name="Stage1_sixpanel_6092">
            <a:extLst>
              <a:ext uri="{FF2B5EF4-FFF2-40B4-BE49-F238E27FC236}">
                <a16:creationId xmlns:a16="http://schemas.microsoft.com/office/drawing/2014/main" id="{CC0C081D-1F9E-42C6-9385-058E5BDD2558}"/>
              </a:ext>
            </a:extLst>
          </p:cNvPr>
          <p:cNvSpPr>
            <a:spLocks noGrp="1"/>
          </p:cNvSpPr>
          <p:nvPr/>
        </p:nvSpPr>
        <p:spPr>
          <a:xfrm>
            <a:off x="320186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2" name="Stage1_sixpanel_6093">
            <a:extLst>
              <a:ext uri="{FF2B5EF4-FFF2-40B4-BE49-F238E27FC236}">
                <a16:creationId xmlns:a16="http://schemas.microsoft.com/office/drawing/2014/main" id="{F0BE8F9B-11C7-4B86-8770-140D602E491F}"/>
              </a:ext>
            </a:extLst>
          </p:cNvPr>
          <p:cNvSpPr>
            <a:spLocks noGrp="1"/>
          </p:cNvSpPr>
          <p:nvPr/>
        </p:nvSpPr>
        <p:spPr>
          <a:xfrm>
            <a:off x="3196543" y="249995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3" name="Stage1_sixpanel_6094">
            <a:extLst>
              <a:ext uri="{FF2B5EF4-FFF2-40B4-BE49-F238E27FC236}">
                <a16:creationId xmlns:a16="http://schemas.microsoft.com/office/drawing/2014/main" id="{4482D7CA-AB3A-4535-89FE-04BC39E7E8C4}"/>
              </a:ext>
            </a:extLst>
          </p:cNvPr>
          <p:cNvSpPr>
            <a:spLocks noGrp="1"/>
          </p:cNvSpPr>
          <p:nvPr/>
        </p:nvSpPr>
        <p:spPr>
          <a:xfrm>
            <a:off x="4248632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4" name="Stage1_sixpanel_6095">
            <a:extLst>
              <a:ext uri="{FF2B5EF4-FFF2-40B4-BE49-F238E27FC236}">
                <a16:creationId xmlns:a16="http://schemas.microsoft.com/office/drawing/2014/main" id="{06FA9619-2EDD-4764-9F76-3FFC8EE9B276}"/>
              </a:ext>
            </a:extLst>
          </p:cNvPr>
          <p:cNvSpPr>
            <a:spLocks noGrp="1"/>
          </p:cNvSpPr>
          <p:nvPr/>
        </p:nvSpPr>
        <p:spPr>
          <a:xfrm>
            <a:off x="4299736" y="153864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5" name="Stage1_sixpanel_6096">
            <a:extLst>
              <a:ext uri="{FF2B5EF4-FFF2-40B4-BE49-F238E27FC236}">
                <a16:creationId xmlns:a16="http://schemas.microsoft.com/office/drawing/2014/main" id="{D10D6480-3780-4373-BB0A-8F0A1070D6B3}"/>
              </a:ext>
            </a:extLst>
          </p:cNvPr>
          <p:cNvSpPr>
            <a:spLocks noGrp="1"/>
          </p:cNvSpPr>
          <p:nvPr/>
        </p:nvSpPr>
        <p:spPr>
          <a:xfrm>
            <a:off x="418300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6" name="Stage1_sixpanel_6097">
            <a:extLst>
              <a:ext uri="{FF2B5EF4-FFF2-40B4-BE49-F238E27FC236}">
                <a16:creationId xmlns:a16="http://schemas.microsoft.com/office/drawing/2014/main" id="{1CB6EA76-2E27-4CCC-93A2-CF8662E3D345}"/>
              </a:ext>
            </a:extLst>
          </p:cNvPr>
          <p:cNvSpPr>
            <a:spLocks noGrp="1"/>
          </p:cNvSpPr>
          <p:nvPr/>
        </p:nvSpPr>
        <p:spPr>
          <a:xfrm>
            <a:off x="4295944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7" name="Stage1_sixpanel_6098">
            <a:extLst>
              <a:ext uri="{FF2B5EF4-FFF2-40B4-BE49-F238E27FC236}">
                <a16:creationId xmlns:a16="http://schemas.microsoft.com/office/drawing/2014/main" id="{64923EEB-7068-4B8B-829B-E00C77C14EC3}"/>
              </a:ext>
            </a:extLst>
          </p:cNvPr>
          <p:cNvSpPr>
            <a:spLocks noGrp="1"/>
          </p:cNvSpPr>
          <p:nvPr/>
        </p:nvSpPr>
        <p:spPr>
          <a:xfrm>
            <a:off x="4234011" y="177748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8" name="Stage1_sixpanel_6099">
            <a:extLst>
              <a:ext uri="{FF2B5EF4-FFF2-40B4-BE49-F238E27FC236}">
                <a16:creationId xmlns:a16="http://schemas.microsoft.com/office/drawing/2014/main" id="{4DEF6657-0064-4D3C-9A2D-32A90203B5B1}"/>
              </a:ext>
            </a:extLst>
          </p:cNvPr>
          <p:cNvSpPr>
            <a:spLocks noGrp="1"/>
          </p:cNvSpPr>
          <p:nvPr/>
        </p:nvSpPr>
        <p:spPr>
          <a:xfrm>
            <a:off x="429102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9" name="Stage1_sixpanel_6100">
            <a:extLst>
              <a:ext uri="{FF2B5EF4-FFF2-40B4-BE49-F238E27FC236}">
                <a16:creationId xmlns:a16="http://schemas.microsoft.com/office/drawing/2014/main" id="{327CC02B-E7A6-4CE4-AA06-9536CF67AD01}"/>
              </a:ext>
            </a:extLst>
          </p:cNvPr>
          <p:cNvSpPr>
            <a:spLocks noGrp="1"/>
          </p:cNvSpPr>
          <p:nvPr/>
        </p:nvSpPr>
        <p:spPr>
          <a:xfrm>
            <a:off x="426209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0" name="Stage1_sixpanel_6101">
            <a:extLst>
              <a:ext uri="{FF2B5EF4-FFF2-40B4-BE49-F238E27FC236}">
                <a16:creationId xmlns:a16="http://schemas.microsoft.com/office/drawing/2014/main" id="{D6E48C2B-43E0-4822-A65C-CBD58257E4AB}"/>
              </a:ext>
            </a:extLst>
          </p:cNvPr>
          <p:cNvSpPr>
            <a:spLocks noGrp="1"/>
          </p:cNvSpPr>
          <p:nvPr/>
        </p:nvSpPr>
        <p:spPr>
          <a:xfrm>
            <a:off x="426977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1" name="Stage1_sixpanel_6102">
            <a:extLst>
              <a:ext uri="{FF2B5EF4-FFF2-40B4-BE49-F238E27FC236}">
                <a16:creationId xmlns:a16="http://schemas.microsoft.com/office/drawing/2014/main" id="{870A24AE-50FA-4530-B3CF-75C73678F1AB}"/>
              </a:ext>
            </a:extLst>
          </p:cNvPr>
          <p:cNvSpPr>
            <a:spLocks noGrp="1"/>
          </p:cNvSpPr>
          <p:nvPr/>
        </p:nvSpPr>
        <p:spPr>
          <a:xfrm>
            <a:off x="4244879" y="25793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2" name="Stage1_sixpanel_6103">
            <a:extLst>
              <a:ext uri="{FF2B5EF4-FFF2-40B4-BE49-F238E27FC236}">
                <a16:creationId xmlns:a16="http://schemas.microsoft.com/office/drawing/2014/main" id="{32F11289-4033-4025-9815-FBA23A189CEC}"/>
              </a:ext>
            </a:extLst>
          </p:cNvPr>
          <p:cNvSpPr>
            <a:spLocks noGrp="1"/>
          </p:cNvSpPr>
          <p:nvPr/>
        </p:nvSpPr>
        <p:spPr>
          <a:xfrm>
            <a:off x="428725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3" name="Stage1_sixpanel_6104">
            <a:extLst>
              <a:ext uri="{FF2B5EF4-FFF2-40B4-BE49-F238E27FC236}">
                <a16:creationId xmlns:a16="http://schemas.microsoft.com/office/drawing/2014/main" id="{10496631-A3A3-4EBE-8BEE-527AF3A7837D}"/>
              </a:ext>
            </a:extLst>
          </p:cNvPr>
          <p:cNvSpPr>
            <a:spLocks noGrp="1"/>
          </p:cNvSpPr>
          <p:nvPr/>
        </p:nvSpPr>
        <p:spPr>
          <a:xfrm>
            <a:off x="4297190" y="19049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4" name="Stage1_sixpanel_6105">
            <a:extLst>
              <a:ext uri="{FF2B5EF4-FFF2-40B4-BE49-F238E27FC236}">
                <a16:creationId xmlns:a16="http://schemas.microsoft.com/office/drawing/2014/main" id="{5AF1A297-BA4A-444B-BABD-E9814B04DB8F}"/>
              </a:ext>
            </a:extLst>
          </p:cNvPr>
          <p:cNvSpPr>
            <a:spLocks noGrp="1"/>
          </p:cNvSpPr>
          <p:nvPr/>
        </p:nvSpPr>
        <p:spPr>
          <a:xfrm>
            <a:off x="4247921" y="172714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5" name="Stage1_sixpanel_6106">
            <a:extLst>
              <a:ext uri="{FF2B5EF4-FFF2-40B4-BE49-F238E27FC236}">
                <a16:creationId xmlns:a16="http://schemas.microsoft.com/office/drawing/2014/main" id="{CF513D23-C9B2-4E9C-8EFE-000B8943FD99}"/>
              </a:ext>
            </a:extLst>
          </p:cNvPr>
          <p:cNvSpPr>
            <a:spLocks noGrp="1"/>
          </p:cNvSpPr>
          <p:nvPr/>
        </p:nvSpPr>
        <p:spPr>
          <a:xfrm>
            <a:off x="4305825" y="19401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6" name="Stage1_sixpanel_6107">
            <a:extLst>
              <a:ext uri="{FF2B5EF4-FFF2-40B4-BE49-F238E27FC236}">
                <a16:creationId xmlns:a16="http://schemas.microsoft.com/office/drawing/2014/main" id="{4D24FF2A-CECE-4963-BFB7-498FDE526940}"/>
              </a:ext>
            </a:extLst>
          </p:cNvPr>
          <p:cNvSpPr>
            <a:spLocks noGrp="1"/>
          </p:cNvSpPr>
          <p:nvPr/>
        </p:nvSpPr>
        <p:spPr>
          <a:xfrm>
            <a:off x="4179433" y="16974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7" name="Stage1_sixpanel_6108">
            <a:extLst>
              <a:ext uri="{FF2B5EF4-FFF2-40B4-BE49-F238E27FC236}">
                <a16:creationId xmlns:a16="http://schemas.microsoft.com/office/drawing/2014/main" id="{57DF86CC-A609-4CCB-A190-2D0C13E90DC6}"/>
              </a:ext>
            </a:extLst>
          </p:cNvPr>
          <p:cNvSpPr>
            <a:spLocks noGrp="1"/>
          </p:cNvSpPr>
          <p:nvPr/>
        </p:nvSpPr>
        <p:spPr>
          <a:xfrm>
            <a:off x="4262329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8" name="Stage1_sixpanel_6109">
            <a:extLst>
              <a:ext uri="{FF2B5EF4-FFF2-40B4-BE49-F238E27FC236}">
                <a16:creationId xmlns:a16="http://schemas.microsoft.com/office/drawing/2014/main" id="{04470925-6F6D-44A2-BA50-B9DA4B39D9F1}"/>
              </a:ext>
            </a:extLst>
          </p:cNvPr>
          <p:cNvSpPr>
            <a:spLocks noGrp="1"/>
          </p:cNvSpPr>
          <p:nvPr/>
        </p:nvSpPr>
        <p:spPr>
          <a:xfrm>
            <a:off x="4244858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9" name="Stage1_sixpanel_6110">
            <a:extLst>
              <a:ext uri="{FF2B5EF4-FFF2-40B4-BE49-F238E27FC236}">
                <a16:creationId xmlns:a16="http://schemas.microsoft.com/office/drawing/2014/main" id="{BE3598FC-A524-44E6-A89A-068F920F8FE7}"/>
              </a:ext>
            </a:extLst>
          </p:cNvPr>
          <p:cNvSpPr>
            <a:spLocks noGrp="1"/>
          </p:cNvSpPr>
          <p:nvPr/>
        </p:nvSpPr>
        <p:spPr>
          <a:xfrm>
            <a:off x="4218685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0" name="Stage1_sixpanel_6111">
            <a:extLst>
              <a:ext uri="{FF2B5EF4-FFF2-40B4-BE49-F238E27FC236}">
                <a16:creationId xmlns:a16="http://schemas.microsoft.com/office/drawing/2014/main" id="{70D305EA-C510-4D87-A9A2-AA80D223523A}"/>
              </a:ext>
            </a:extLst>
          </p:cNvPr>
          <p:cNvSpPr>
            <a:spLocks noGrp="1"/>
          </p:cNvSpPr>
          <p:nvPr/>
        </p:nvSpPr>
        <p:spPr>
          <a:xfrm>
            <a:off x="425106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1" name="Stage1_sixpanel_6112">
            <a:extLst>
              <a:ext uri="{FF2B5EF4-FFF2-40B4-BE49-F238E27FC236}">
                <a16:creationId xmlns:a16="http://schemas.microsoft.com/office/drawing/2014/main" id="{D3759853-FBBE-4E39-A98A-23785AE03737}"/>
              </a:ext>
            </a:extLst>
          </p:cNvPr>
          <p:cNvSpPr>
            <a:spLocks noGrp="1"/>
          </p:cNvSpPr>
          <p:nvPr/>
        </p:nvSpPr>
        <p:spPr>
          <a:xfrm>
            <a:off x="4185006" y="12140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2" name="Stage1_sixpanel_6113">
            <a:extLst>
              <a:ext uri="{FF2B5EF4-FFF2-40B4-BE49-F238E27FC236}">
                <a16:creationId xmlns:a16="http://schemas.microsoft.com/office/drawing/2014/main" id="{E74EA15A-8EE8-4313-B866-3F1456BAA471}"/>
              </a:ext>
            </a:extLst>
          </p:cNvPr>
          <p:cNvSpPr>
            <a:spLocks noGrp="1"/>
          </p:cNvSpPr>
          <p:nvPr/>
        </p:nvSpPr>
        <p:spPr>
          <a:xfrm>
            <a:off x="4298059" y="176387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3" name="Stage1_sixpanel_6114">
            <a:extLst>
              <a:ext uri="{FF2B5EF4-FFF2-40B4-BE49-F238E27FC236}">
                <a16:creationId xmlns:a16="http://schemas.microsoft.com/office/drawing/2014/main" id="{B8E751FC-576A-4DAB-B835-BAE57186D17A}"/>
              </a:ext>
            </a:extLst>
          </p:cNvPr>
          <p:cNvSpPr>
            <a:spLocks noGrp="1"/>
          </p:cNvSpPr>
          <p:nvPr/>
        </p:nvSpPr>
        <p:spPr>
          <a:xfrm>
            <a:off x="4295471" y="236636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4" name="Stage1_sixpanel_6115">
            <a:extLst>
              <a:ext uri="{FF2B5EF4-FFF2-40B4-BE49-F238E27FC236}">
                <a16:creationId xmlns:a16="http://schemas.microsoft.com/office/drawing/2014/main" id="{77BDA392-E5A0-48A9-8D1A-6B51662760E4}"/>
              </a:ext>
            </a:extLst>
          </p:cNvPr>
          <p:cNvSpPr>
            <a:spLocks noGrp="1"/>
          </p:cNvSpPr>
          <p:nvPr/>
        </p:nvSpPr>
        <p:spPr>
          <a:xfrm>
            <a:off x="417382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5" name="Stage1_sixpanel_6116">
            <a:extLst>
              <a:ext uri="{FF2B5EF4-FFF2-40B4-BE49-F238E27FC236}">
                <a16:creationId xmlns:a16="http://schemas.microsoft.com/office/drawing/2014/main" id="{DD88C1A5-9D3C-41BB-8B3F-DC51F1CF521E}"/>
              </a:ext>
            </a:extLst>
          </p:cNvPr>
          <p:cNvSpPr>
            <a:spLocks noGrp="1"/>
          </p:cNvSpPr>
          <p:nvPr/>
        </p:nvSpPr>
        <p:spPr>
          <a:xfrm>
            <a:off x="4316747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6" name="Stage1_sixpanel_6117">
            <a:extLst>
              <a:ext uri="{FF2B5EF4-FFF2-40B4-BE49-F238E27FC236}">
                <a16:creationId xmlns:a16="http://schemas.microsoft.com/office/drawing/2014/main" id="{79D73DF6-97D2-4F7C-9F0C-DF08ED7CB954}"/>
              </a:ext>
            </a:extLst>
          </p:cNvPr>
          <p:cNvSpPr>
            <a:spLocks noGrp="1"/>
          </p:cNvSpPr>
          <p:nvPr/>
        </p:nvSpPr>
        <p:spPr>
          <a:xfrm>
            <a:off x="4298224" y="16974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7" name="Stage1_sixpanel_6118">
            <a:extLst>
              <a:ext uri="{FF2B5EF4-FFF2-40B4-BE49-F238E27FC236}">
                <a16:creationId xmlns:a16="http://schemas.microsoft.com/office/drawing/2014/main" id="{E3B82BD6-6CF5-47F2-A7DF-A10DEE580A21}"/>
              </a:ext>
            </a:extLst>
          </p:cNvPr>
          <p:cNvSpPr>
            <a:spLocks noGrp="1"/>
          </p:cNvSpPr>
          <p:nvPr/>
        </p:nvSpPr>
        <p:spPr>
          <a:xfrm>
            <a:off x="4305980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8" name="Stage1_sixpanel_6119">
            <a:extLst>
              <a:ext uri="{FF2B5EF4-FFF2-40B4-BE49-F238E27FC236}">
                <a16:creationId xmlns:a16="http://schemas.microsoft.com/office/drawing/2014/main" id="{92AA0C1A-62E3-49CB-A937-D2426AE8E5DC}"/>
              </a:ext>
            </a:extLst>
          </p:cNvPr>
          <p:cNvSpPr>
            <a:spLocks noGrp="1"/>
          </p:cNvSpPr>
          <p:nvPr/>
        </p:nvSpPr>
        <p:spPr>
          <a:xfrm>
            <a:off x="417236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9" name="Stage1_sixpanel_6120">
            <a:extLst>
              <a:ext uri="{FF2B5EF4-FFF2-40B4-BE49-F238E27FC236}">
                <a16:creationId xmlns:a16="http://schemas.microsoft.com/office/drawing/2014/main" id="{D4689A66-D274-4A8C-9979-62A4C34EBE52}"/>
              </a:ext>
            </a:extLst>
          </p:cNvPr>
          <p:cNvSpPr>
            <a:spLocks noGrp="1"/>
          </p:cNvSpPr>
          <p:nvPr/>
        </p:nvSpPr>
        <p:spPr>
          <a:xfrm>
            <a:off x="4205549" y="25551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0" name="Stage1_sixpanel_6121">
            <a:extLst>
              <a:ext uri="{FF2B5EF4-FFF2-40B4-BE49-F238E27FC236}">
                <a16:creationId xmlns:a16="http://schemas.microsoft.com/office/drawing/2014/main" id="{953B4B9E-BFF5-44C5-8D25-CC4BEC188C82}"/>
              </a:ext>
            </a:extLst>
          </p:cNvPr>
          <p:cNvSpPr>
            <a:spLocks noGrp="1"/>
          </p:cNvSpPr>
          <p:nvPr/>
        </p:nvSpPr>
        <p:spPr>
          <a:xfrm>
            <a:off x="4193934" y="229904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1" name="Stage1_sixpanel_6122">
            <a:extLst>
              <a:ext uri="{FF2B5EF4-FFF2-40B4-BE49-F238E27FC236}">
                <a16:creationId xmlns:a16="http://schemas.microsoft.com/office/drawing/2014/main" id="{441376F9-6808-4011-ADA0-9885E8B15890}"/>
              </a:ext>
            </a:extLst>
          </p:cNvPr>
          <p:cNvSpPr>
            <a:spLocks noGrp="1"/>
          </p:cNvSpPr>
          <p:nvPr/>
        </p:nvSpPr>
        <p:spPr>
          <a:xfrm>
            <a:off x="4174758" y="25278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2" name="Stage1_sixpanel_6123">
            <a:extLst>
              <a:ext uri="{FF2B5EF4-FFF2-40B4-BE49-F238E27FC236}">
                <a16:creationId xmlns:a16="http://schemas.microsoft.com/office/drawing/2014/main" id="{FE5F19B1-2FEF-44B6-88A7-4A30974CBDC4}"/>
              </a:ext>
            </a:extLst>
          </p:cNvPr>
          <p:cNvSpPr>
            <a:spLocks noGrp="1"/>
          </p:cNvSpPr>
          <p:nvPr/>
        </p:nvSpPr>
        <p:spPr>
          <a:xfrm>
            <a:off x="419620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3" name="Stage1_sixpanel_6124">
            <a:extLst>
              <a:ext uri="{FF2B5EF4-FFF2-40B4-BE49-F238E27FC236}">
                <a16:creationId xmlns:a16="http://schemas.microsoft.com/office/drawing/2014/main" id="{FEF45AEE-AA8A-43B6-A0BF-EB1FA86D352A}"/>
              </a:ext>
            </a:extLst>
          </p:cNvPr>
          <p:cNvSpPr>
            <a:spLocks noGrp="1"/>
          </p:cNvSpPr>
          <p:nvPr/>
        </p:nvSpPr>
        <p:spPr>
          <a:xfrm>
            <a:off x="423401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4" name="Stage1_sixpanel_6125">
            <a:extLst>
              <a:ext uri="{FF2B5EF4-FFF2-40B4-BE49-F238E27FC236}">
                <a16:creationId xmlns:a16="http://schemas.microsoft.com/office/drawing/2014/main" id="{4F9A4D11-A462-44C1-899B-AFA5A0E1929D}"/>
              </a:ext>
            </a:extLst>
          </p:cNvPr>
          <p:cNvSpPr>
            <a:spLocks noGrp="1"/>
          </p:cNvSpPr>
          <p:nvPr/>
        </p:nvSpPr>
        <p:spPr>
          <a:xfrm>
            <a:off x="4302772" y="234192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5" name="Stage1_sixpanel_6126">
            <a:extLst>
              <a:ext uri="{FF2B5EF4-FFF2-40B4-BE49-F238E27FC236}">
                <a16:creationId xmlns:a16="http://schemas.microsoft.com/office/drawing/2014/main" id="{ED0EDCAD-569B-4988-9006-F03C0396C803}"/>
              </a:ext>
            </a:extLst>
          </p:cNvPr>
          <p:cNvSpPr>
            <a:spLocks noGrp="1"/>
          </p:cNvSpPr>
          <p:nvPr/>
        </p:nvSpPr>
        <p:spPr>
          <a:xfrm>
            <a:off x="419885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6" name="Stage1_sixpanel_6127">
            <a:extLst>
              <a:ext uri="{FF2B5EF4-FFF2-40B4-BE49-F238E27FC236}">
                <a16:creationId xmlns:a16="http://schemas.microsoft.com/office/drawing/2014/main" id="{34FADCDB-C4EE-49BE-B4C0-313DBE6E2A48}"/>
              </a:ext>
            </a:extLst>
          </p:cNvPr>
          <p:cNvSpPr>
            <a:spLocks noGrp="1"/>
          </p:cNvSpPr>
          <p:nvPr/>
        </p:nvSpPr>
        <p:spPr>
          <a:xfrm>
            <a:off x="4282259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7" name="Stage1_sixpanel_6128">
            <a:extLst>
              <a:ext uri="{FF2B5EF4-FFF2-40B4-BE49-F238E27FC236}">
                <a16:creationId xmlns:a16="http://schemas.microsoft.com/office/drawing/2014/main" id="{F78006AA-99C3-4F7F-815B-6738A4D95DB1}"/>
              </a:ext>
            </a:extLst>
          </p:cNvPr>
          <p:cNvSpPr>
            <a:spLocks noGrp="1"/>
          </p:cNvSpPr>
          <p:nvPr/>
        </p:nvSpPr>
        <p:spPr>
          <a:xfrm>
            <a:off x="4258161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8" name="Stage1_sixpanel_6129">
            <a:extLst>
              <a:ext uri="{FF2B5EF4-FFF2-40B4-BE49-F238E27FC236}">
                <a16:creationId xmlns:a16="http://schemas.microsoft.com/office/drawing/2014/main" id="{38CDD4FA-C20D-42E9-97FB-4EAAA6812B26}"/>
              </a:ext>
            </a:extLst>
          </p:cNvPr>
          <p:cNvSpPr>
            <a:spLocks noGrp="1"/>
          </p:cNvSpPr>
          <p:nvPr/>
        </p:nvSpPr>
        <p:spPr>
          <a:xfrm>
            <a:off x="4181580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9" name="Stage1_sixpanel_6130">
            <a:extLst>
              <a:ext uri="{FF2B5EF4-FFF2-40B4-BE49-F238E27FC236}">
                <a16:creationId xmlns:a16="http://schemas.microsoft.com/office/drawing/2014/main" id="{B992EA83-DD30-441D-A2DD-9D1715CF07E1}"/>
              </a:ext>
            </a:extLst>
          </p:cNvPr>
          <p:cNvSpPr>
            <a:spLocks noGrp="1"/>
          </p:cNvSpPr>
          <p:nvPr/>
        </p:nvSpPr>
        <p:spPr>
          <a:xfrm>
            <a:off x="425034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0" name="Stage1_sixpanel_6131">
            <a:extLst>
              <a:ext uri="{FF2B5EF4-FFF2-40B4-BE49-F238E27FC236}">
                <a16:creationId xmlns:a16="http://schemas.microsoft.com/office/drawing/2014/main" id="{7C98CBCE-4D7C-450D-941B-A021D3269814}"/>
              </a:ext>
            </a:extLst>
          </p:cNvPr>
          <p:cNvSpPr>
            <a:spLocks noGrp="1"/>
          </p:cNvSpPr>
          <p:nvPr/>
        </p:nvSpPr>
        <p:spPr>
          <a:xfrm>
            <a:off x="422162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1" name="Stage1_sixpanel_6132">
            <a:extLst>
              <a:ext uri="{FF2B5EF4-FFF2-40B4-BE49-F238E27FC236}">
                <a16:creationId xmlns:a16="http://schemas.microsoft.com/office/drawing/2014/main" id="{1D81A6F1-4C31-4360-8CAE-BC50AB9C8CC2}"/>
              </a:ext>
            </a:extLst>
          </p:cNvPr>
          <p:cNvSpPr>
            <a:spLocks noGrp="1"/>
          </p:cNvSpPr>
          <p:nvPr/>
        </p:nvSpPr>
        <p:spPr>
          <a:xfrm>
            <a:off x="423676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2" name="Stage1_sixpanel_6133">
            <a:extLst>
              <a:ext uri="{FF2B5EF4-FFF2-40B4-BE49-F238E27FC236}">
                <a16:creationId xmlns:a16="http://schemas.microsoft.com/office/drawing/2014/main" id="{93D434A0-EAF9-4B33-9B95-D657C2D7A7DB}"/>
              </a:ext>
            </a:extLst>
          </p:cNvPr>
          <p:cNvSpPr>
            <a:spLocks noGrp="1"/>
          </p:cNvSpPr>
          <p:nvPr/>
        </p:nvSpPr>
        <p:spPr>
          <a:xfrm>
            <a:off x="4203803" y="133499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3" name="Stage1_sixpanel_6134">
            <a:extLst>
              <a:ext uri="{FF2B5EF4-FFF2-40B4-BE49-F238E27FC236}">
                <a16:creationId xmlns:a16="http://schemas.microsoft.com/office/drawing/2014/main" id="{4385CDD4-C8E8-4689-B744-A740C0233D4C}"/>
              </a:ext>
            </a:extLst>
          </p:cNvPr>
          <p:cNvSpPr>
            <a:spLocks noGrp="1"/>
          </p:cNvSpPr>
          <p:nvPr/>
        </p:nvSpPr>
        <p:spPr>
          <a:xfrm>
            <a:off x="4301403" y="24424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4" name="Stage1_sixpanel_6135">
            <a:extLst>
              <a:ext uri="{FF2B5EF4-FFF2-40B4-BE49-F238E27FC236}">
                <a16:creationId xmlns:a16="http://schemas.microsoft.com/office/drawing/2014/main" id="{6BD94ABE-B1F3-4051-BDA9-0633B0BCDE5A}"/>
              </a:ext>
            </a:extLst>
          </p:cNvPr>
          <p:cNvSpPr>
            <a:spLocks noGrp="1"/>
          </p:cNvSpPr>
          <p:nvPr/>
        </p:nvSpPr>
        <p:spPr>
          <a:xfrm>
            <a:off x="422484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5" name="Stage1_sixpanel_6136">
            <a:extLst>
              <a:ext uri="{FF2B5EF4-FFF2-40B4-BE49-F238E27FC236}">
                <a16:creationId xmlns:a16="http://schemas.microsoft.com/office/drawing/2014/main" id="{A8B74795-E173-4C2E-A1F1-9DC4B77116B2}"/>
              </a:ext>
            </a:extLst>
          </p:cNvPr>
          <p:cNvSpPr>
            <a:spLocks noGrp="1"/>
          </p:cNvSpPr>
          <p:nvPr/>
        </p:nvSpPr>
        <p:spPr>
          <a:xfrm>
            <a:off x="417605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6" name="Stage1_sixpanel_6137">
            <a:extLst>
              <a:ext uri="{FF2B5EF4-FFF2-40B4-BE49-F238E27FC236}">
                <a16:creationId xmlns:a16="http://schemas.microsoft.com/office/drawing/2014/main" id="{D12ACC38-2FEA-4333-9028-95D22DF8CC8C}"/>
              </a:ext>
            </a:extLst>
          </p:cNvPr>
          <p:cNvSpPr>
            <a:spLocks noGrp="1"/>
          </p:cNvSpPr>
          <p:nvPr/>
        </p:nvSpPr>
        <p:spPr>
          <a:xfrm>
            <a:off x="4216066" y="146928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7" name="Stage1_sixpanel_6138">
            <a:extLst>
              <a:ext uri="{FF2B5EF4-FFF2-40B4-BE49-F238E27FC236}">
                <a16:creationId xmlns:a16="http://schemas.microsoft.com/office/drawing/2014/main" id="{33CAB030-5C18-43F1-A9D0-8563D9C5EE08}"/>
              </a:ext>
            </a:extLst>
          </p:cNvPr>
          <p:cNvSpPr>
            <a:spLocks noGrp="1"/>
          </p:cNvSpPr>
          <p:nvPr/>
        </p:nvSpPr>
        <p:spPr>
          <a:xfrm>
            <a:off x="421647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8" name="Stage1_sixpanel_6139">
            <a:extLst>
              <a:ext uri="{FF2B5EF4-FFF2-40B4-BE49-F238E27FC236}">
                <a16:creationId xmlns:a16="http://schemas.microsoft.com/office/drawing/2014/main" id="{60E6B0C1-74A9-433E-AAA4-1484DB756BC8}"/>
              </a:ext>
            </a:extLst>
          </p:cNvPr>
          <p:cNvSpPr>
            <a:spLocks noGrp="1"/>
          </p:cNvSpPr>
          <p:nvPr/>
        </p:nvSpPr>
        <p:spPr>
          <a:xfrm>
            <a:off x="418586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9" name="Stage1_sixpanel_6140">
            <a:extLst>
              <a:ext uri="{FF2B5EF4-FFF2-40B4-BE49-F238E27FC236}">
                <a16:creationId xmlns:a16="http://schemas.microsoft.com/office/drawing/2014/main" id="{C76F15EC-F43B-40A4-B3EF-95F7B9D9F0A3}"/>
              </a:ext>
            </a:extLst>
          </p:cNvPr>
          <p:cNvSpPr>
            <a:spLocks noGrp="1"/>
          </p:cNvSpPr>
          <p:nvPr/>
        </p:nvSpPr>
        <p:spPr>
          <a:xfrm>
            <a:off x="4316450" y="23113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0" name="Stage1_sixpanel_6141">
            <a:extLst>
              <a:ext uri="{FF2B5EF4-FFF2-40B4-BE49-F238E27FC236}">
                <a16:creationId xmlns:a16="http://schemas.microsoft.com/office/drawing/2014/main" id="{B3FC947D-96C8-408F-9198-B1EC5B8004FC}"/>
              </a:ext>
            </a:extLst>
          </p:cNvPr>
          <p:cNvSpPr>
            <a:spLocks noGrp="1"/>
          </p:cNvSpPr>
          <p:nvPr/>
        </p:nvSpPr>
        <p:spPr>
          <a:xfrm>
            <a:off x="4256827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1" name="Stage1_sixpanel_6142">
            <a:extLst>
              <a:ext uri="{FF2B5EF4-FFF2-40B4-BE49-F238E27FC236}">
                <a16:creationId xmlns:a16="http://schemas.microsoft.com/office/drawing/2014/main" id="{2A53448A-54F1-4A96-80C3-089A5521987A}"/>
              </a:ext>
            </a:extLst>
          </p:cNvPr>
          <p:cNvSpPr>
            <a:spLocks noGrp="1"/>
          </p:cNvSpPr>
          <p:nvPr/>
        </p:nvSpPr>
        <p:spPr>
          <a:xfrm>
            <a:off x="416863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2" name="Stage1_sixpanel_6143">
            <a:extLst>
              <a:ext uri="{FF2B5EF4-FFF2-40B4-BE49-F238E27FC236}">
                <a16:creationId xmlns:a16="http://schemas.microsoft.com/office/drawing/2014/main" id="{BA8BD6AE-F488-4291-99DA-8CC15630C228}"/>
              </a:ext>
            </a:extLst>
          </p:cNvPr>
          <p:cNvSpPr>
            <a:spLocks noGrp="1"/>
          </p:cNvSpPr>
          <p:nvPr/>
        </p:nvSpPr>
        <p:spPr>
          <a:xfrm>
            <a:off x="4321207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3" name="Stage1_sixpanel_6144">
            <a:extLst>
              <a:ext uri="{FF2B5EF4-FFF2-40B4-BE49-F238E27FC236}">
                <a16:creationId xmlns:a16="http://schemas.microsoft.com/office/drawing/2014/main" id="{EA8185B3-A8A1-48F3-A8EA-50C49981A457}"/>
              </a:ext>
            </a:extLst>
          </p:cNvPr>
          <p:cNvSpPr>
            <a:spLocks noGrp="1"/>
          </p:cNvSpPr>
          <p:nvPr/>
        </p:nvSpPr>
        <p:spPr>
          <a:xfrm>
            <a:off x="416383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4" name="Stage1_sixpanel_6145">
            <a:extLst>
              <a:ext uri="{FF2B5EF4-FFF2-40B4-BE49-F238E27FC236}">
                <a16:creationId xmlns:a16="http://schemas.microsoft.com/office/drawing/2014/main" id="{ACF47197-D75C-462C-B0D6-AEEB0C3CE70A}"/>
              </a:ext>
            </a:extLst>
          </p:cNvPr>
          <p:cNvSpPr>
            <a:spLocks noGrp="1"/>
          </p:cNvSpPr>
          <p:nvPr/>
        </p:nvSpPr>
        <p:spPr>
          <a:xfrm>
            <a:off x="429203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5" name="Stage1_sixpanel_6146">
            <a:extLst>
              <a:ext uri="{FF2B5EF4-FFF2-40B4-BE49-F238E27FC236}">
                <a16:creationId xmlns:a16="http://schemas.microsoft.com/office/drawing/2014/main" id="{AAC06366-47E8-4037-BD5A-7F11D1623DCD}"/>
              </a:ext>
            </a:extLst>
          </p:cNvPr>
          <p:cNvSpPr>
            <a:spLocks noGrp="1"/>
          </p:cNvSpPr>
          <p:nvPr/>
        </p:nvSpPr>
        <p:spPr>
          <a:xfrm>
            <a:off x="4203272" y="17841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6" name="Stage1_sixpanel_6147">
            <a:extLst>
              <a:ext uri="{FF2B5EF4-FFF2-40B4-BE49-F238E27FC236}">
                <a16:creationId xmlns:a16="http://schemas.microsoft.com/office/drawing/2014/main" id="{9F8B7885-A44D-4330-8B2F-88ED1D483AEB}"/>
              </a:ext>
            </a:extLst>
          </p:cNvPr>
          <p:cNvSpPr>
            <a:spLocks noGrp="1"/>
          </p:cNvSpPr>
          <p:nvPr/>
        </p:nvSpPr>
        <p:spPr>
          <a:xfrm>
            <a:off x="4204015" y="233846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7" name="Stage1_sixpanel_6148">
            <a:extLst>
              <a:ext uri="{FF2B5EF4-FFF2-40B4-BE49-F238E27FC236}">
                <a16:creationId xmlns:a16="http://schemas.microsoft.com/office/drawing/2014/main" id="{F96F488B-7E26-46C9-ADD7-38781205E280}"/>
              </a:ext>
            </a:extLst>
          </p:cNvPr>
          <p:cNvSpPr>
            <a:spLocks noGrp="1"/>
          </p:cNvSpPr>
          <p:nvPr/>
        </p:nvSpPr>
        <p:spPr>
          <a:xfrm>
            <a:off x="4297789" y="17162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8" name="Stage1_sixpanel_6149">
            <a:extLst>
              <a:ext uri="{FF2B5EF4-FFF2-40B4-BE49-F238E27FC236}">
                <a16:creationId xmlns:a16="http://schemas.microsoft.com/office/drawing/2014/main" id="{13C803E4-EDD1-4929-A4D1-795637F56A5E}"/>
              </a:ext>
            </a:extLst>
          </p:cNvPr>
          <p:cNvSpPr>
            <a:spLocks noGrp="1"/>
          </p:cNvSpPr>
          <p:nvPr/>
        </p:nvSpPr>
        <p:spPr>
          <a:xfrm>
            <a:off x="4182595" y="249420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9" name="Stage1_sixpanel_6150">
            <a:extLst>
              <a:ext uri="{FF2B5EF4-FFF2-40B4-BE49-F238E27FC236}">
                <a16:creationId xmlns:a16="http://schemas.microsoft.com/office/drawing/2014/main" id="{E9CD9E7D-9336-44CE-9360-83596C233D9F}"/>
              </a:ext>
            </a:extLst>
          </p:cNvPr>
          <p:cNvSpPr>
            <a:spLocks noGrp="1"/>
          </p:cNvSpPr>
          <p:nvPr/>
        </p:nvSpPr>
        <p:spPr>
          <a:xfrm>
            <a:off x="4285473" y="249995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0" name="Stage1_sixpanel_6151">
            <a:extLst>
              <a:ext uri="{FF2B5EF4-FFF2-40B4-BE49-F238E27FC236}">
                <a16:creationId xmlns:a16="http://schemas.microsoft.com/office/drawing/2014/main" id="{913407E0-2A2F-4FA8-A9E8-B7CC929A04E6}"/>
              </a:ext>
            </a:extLst>
          </p:cNvPr>
          <p:cNvSpPr>
            <a:spLocks noGrp="1"/>
          </p:cNvSpPr>
          <p:nvPr/>
        </p:nvSpPr>
        <p:spPr>
          <a:xfrm>
            <a:off x="428381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1" name="Stage1_sixpanel_6152">
            <a:extLst>
              <a:ext uri="{FF2B5EF4-FFF2-40B4-BE49-F238E27FC236}">
                <a16:creationId xmlns:a16="http://schemas.microsoft.com/office/drawing/2014/main" id="{513B2EF2-0DE8-4E66-AF2F-3507455714CF}"/>
              </a:ext>
            </a:extLst>
          </p:cNvPr>
          <p:cNvSpPr>
            <a:spLocks noGrp="1"/>
          </p:cNvSpPr>
          <p:nvPr/>
        </p:nvSpPr>
        <p:spPr>
          <a:xfrm>
            <a:off x="4288978" y="258267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2" name="Stage1_sixpanel_6153">
            <a:extLst>
              <a:ext uri="{FF2B5EF4-FFF2-40B4-BE49-F238E27FC236}">
                <a16:creationId xmlns:a16="http://schemas.microsoft.com/office/drawing/2014/main" id="{E441FFDA-AC91-4B3A-8D49-664640472EA8}"/>
              </a:ext>
            </a:extLst>
          </p:cNvPr>
          <p:cNvSpPr>
            <a:spLocks noGrp="1"/>
          </p:cNvSpPr>
          <p:nvPr/>
        </p:nvSpPr>
        <p:spPr>
          <a:xfrm>
            <a:off x="4171021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3" name="Stage1_sixpanel_6154">
            <a:extLst>
              <a:ext uri="{FF2B5EF4-FFF2-40B4-BE49-F238E27FC236}">
                <a16:creationId xmlns:a16="http://schemas.microsoft.com/office/drawing/2014/main" id="{B2B0A6B7-88C9-418B-97DB-4BCCCE438FE1}"/>
              </a:ext>
            </a:extLst>
          </p:cNvPr>
          <p:cNvSpPr>
            <a:spLocks noGrp="1"/>
          </p:cNvSpPr>
          <p:nvPr/>
        </p:nvSpPr>
        <p:spPr>
          <a:xfrm>
            <a:off x="4198341" y="218066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4" name="Stage1_sixpanel_6155">
            <a:extLst>
              <a:ext uri="{FF2B5EF4-FFF2-40B4-BE49-F238E27FC236}">
                <a16:creationId xmlns:a16="http://schemas.microsoft.com/office/drawing/2014/main" id="{B4415E86-FEDE-4749-92AA-90BFC32360E6}"/>
              </a:ext>
            </a:extLst>
          </p:cNvPr>
          <p:cNvSpPr>
            <a:spLocks noGrp="1"/>
          </p:cNvSpPr>
          <p:nvPr/>
        </p:nvSpPr>
        <p:spPr>
          <a:xfrm>
            <a:off x="422173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5" name="Stage1_sixpanel_6156">
            <a:extLst>
              <a:ext uri="{FF2B5EF4-FFF2-40B4-BE49-F238E27FC236}">
                <a16:creationId xmlns:a16="http://schemas.microsoft.com/office/drawing/2014/main" id="{3C986311-B7D5-4BDA-8BDC-A51B8229F0AA}"/>
              </a:ext>
            </a:extLst>
          </p:cNvPr>
          <p:cNvSpPr>
            <a:spLocks noGrp="1"/>
          </p:cNvSpPr>
          <p:nvPr/>
        </p:nvSpPr>
        <p:spPr>
          <a:xfrm>
            <a:off x="429870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6" name="Stage1_sixpanel_6157">
            <a:extLst>
              <a:ext uri="{FF2B5EF4-FFF2-40B4-BE49-F238E27FC236}">
                <a16:creationId xmlns:a16="http://schemas.microsoft.com/office/drawing/2014/main" id="{922DEE6A-E9A4-4699-855A-53DD0DDE6D58}"/>
              </a:ext>
            </a:extLst>
          </p:cNvPr>
          <p:cNvSpPr>
            <a:spLocks noGrp="1"/>
          </p:cNvSpPr>
          <p:nvPr/>
        </p:nvSpPr>
        <p:spPr>
          <a:xfrm>
            <a:off x="427851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7" name="Stage1_sixpanel_6158">
            <a:extLst>
              <a:ext uri="{FF2B5EF4-FFF2-40B4-BE49-F238E27FC236}">
                <a16:creationId xmlns:a16="http://schemas.microsoft.com/office/drawing/2014/main" id="{81FE9339-5D61-4682-9545-212C116F4F33}"/>
              </a:ext>
            </a:extLst>
          </p:cNvPr>
          <p:cNvSpPr>
            <a:spLocks noGrp="1"/>
          </p:cNvSpPr>
          <p:nvPr/>
        </p:nvSpPr>
        <p:spPr>
          <a:xfrm>
            <a:off x="425200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8" name="Stage1_sixpanel_6159">
            <a:extLst>
              <a:ext uri="{FF2B5EF4-FFF2-40B4-BE49-F238E27FC236}">
                <a16:creationId xmlns:a16="http://schemas.microsoft.com/office/drawing/2014/main" id="{11147633-A18C-462A-AA10-C9C7FBA133EA}"/>
              </a:ext>
            </a:extLst>
          </p:cNvPr>
          <p:cNvSpPr>
            <a:spLocks noGrp="1"/>
          </p:cNvSpPr>
          <p:nvPr/>
        </p:nvSpPr>
        <p:spPr>
          <a:xfrm>
            <a:off x="4312371" y="20569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9" name="Stage1_sixpanel_6160">
            <a:extLst>
              <a:ext uri="{FF2B5EF4-FFF2-40B4-BE49-F238E27FC236}">
                <a16:creationId xmlns:a16="http://schemas.microsoft.com/office/drawing/2014/main" id="{4BF853E3-03D6-40A6-BAA9-168DB70FE348}"/>
              </a:ext>
            </a:extLst>
          </p:cNvPr>
          <p:cNvSpPr>
            <a:spLocks noGrp="1"/>
          </p:cNvSpPr>
          <p:nvPr/>
        </p:nvSpPr>
        <p:spPr>
          <a:xfrm>
            <a:off x="4257848" y="208821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0" name="Stage1_sixpanel_6161">
            <a:extLst>
              <a:ext uri="{FF2B5EF4-FFF2-40B4-BE49-F238E27FC236}">
                <a16:creationId xmlns:a16="http://schemas.microsoft.com/office/drawing/2014/main" id="{92F2BF3F-92A3-444F-A3EC-4E62542CB772}"/>
              </a:ext>
            </a:extLst>
          </p:cNvPr>
          <p:cNvSpPr>
            <a:spLocks noGrp="1"/>
          </p:cNvSpPr>
          <p:nvPr/>
        </p:nvSpPr>
        <p:spPr>
          <a:xfrm>
            <a:off x="422159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1" name="Stage1_sixpanel_6162">
            <a:extLst>
              <a:ext uri="{FF2B5EF4-FFF2-40B4-BE49-F238E27FC236}">
                <a16:creationId xmlns:a16="http://schemas.microsoft.com/office/drawing/2014/main" id="{09116DDA-095F-4CFA-8DDB-CB06EF7BF21B}"/>
              </a:ext>
            </a:extLst>
          </p:cNvPr>
          <p:cNvSpPr>
            <a:spLocks noGrp="1"/>
          </p:cNvSpPr>
          <p:nvPr/>
        </p:nvSpPr>
        <p:spPr>
          <a:xfrm>
            <a:off x="4316781" y="16377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2" name="Stage1_sixpanel_6163">
            <a:extLst>
              <a:ext uri="{FF2B5EF4-FFF2-40B4-BE49-F238E27FC236}">
                <a16:creationId xmlns:a16="http://schemas.microsoft.com/office/drawing/2014/main" id="{905AFCC5-31A6-4338-85E9-8283DF30E915}"/>
              </a:ext>
            </a:extLst>
          </p:cNvPr>
          <p:cNvSpPr>
            <a:spLocks noGrp="1"/>
          </p:cNvSpPr>
          <p:nvPr/>
        </p:nvSpPr>
        <p:spPr>
          <a:xfrm>
            <a:off x="4221531" y="17655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3" name="Stage1_sixpanel_6164">
            <a:extLst>
              <a:ext uri="{FF2B5EF4-FFF2-40B4-BE49-F238E27FC236}">
                <a16:creationId xmlns:a16="http://schemas.microsoft.com/office/drawing/2014/main" id="{2D4CBFDF-1FB1-4828-B662-F38996D43D89}"/>
              </a:ext>
            </a:extLst>
          </p:cNvPr>
          <p:cNvSpPr>
            <a:spLocks noGrp="1"/>
          </p:cNvSpPr>
          <p:nvPr/>
        </p:nvSpPr>
        <p:spPr>
          <a:xfrm>
            <a:off x="4248002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4" name="Stage1_sixpanel_6165">
            <a:extLst>
              <a:ext uri="{FF2B5EF4-FFF2-40B4-BE49-F238E27FC236}">
                <a16:creationId xmlns:a16="http://schemas.microsoft.com/office/drawing/2014/main" id="{AFD519A6-4FD9-4CE7-BC53-952914EAEEB7}"/>
              </a:ext>
            </a:extLst>
          </p:cNvPr>
          <p:cNvSpPr>
            <a:spLocks noGrp="1"/>
          </p:cNvSpPr>
          <p:nvPr/>
        </p:nvSpPr>
        <p:spPr>
          <a:xfrm>
            <a:off x="4305552" y="122626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5" name="Stage1_sixpanel_6166">
            <a:extLst>
              <a:ext uri="{FF2B5EF4-FFF2-40B4-BE49-F238E27FC236}">
                <a16:creationId xmlns:a16="http://schemas.microsoft.com/office/drawing/2014/main" id="{3165F20D-F356-4F21-A749-8961AAEF0214}"/>
              </a:ext>
            </a:extLst>
          </p:cNvPr>
          <p:cNvSpPr>
            <a:spLocks noGrp="1"/>
          </p:cNvSpPr>
          <p:nvPr/>
        </p:nvSpPr>
        <p:spPr>
          <a:xfrm>
            <a:off x="4244799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6" name="Stage1_sixpanel_6167">
            <a:extLst>
              <a:ext uri="{FF2B5EF4-FFF2-40B4-BE49-F238E27FC236}">
                <a16:creationId xmlns:a16="http://schemas.microsoft.com/office/drawing/2014/main" id="{C96BD027-5AAE-4050-94B9-FD1219A31A5D}"/>
              </a:ext>
            </a:extLst>
          </p:cNvPr>
          <p:cNvSpPr>
            <a:spLocks noGrp="1"/>
          </p:cNvSpPr>
          <p:nvPr/>
        </p:nvSpPr>
        <p:spPr>
          <a:xfrm>
            <a:off x="4274924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7" name="Stage1_sixpanel_6168">
            <a:extLst>
              <a:ext uri="{FF2B5EF4-FFF2-40B4-BE49-F238E27FC236}">
                <a16:creationId xmlns:a16="http://schemas.microsoft.com/office/drawing/2014/main" id="{DFBF065F-49D1-4997-93C8-848861010A4F}"/>
              </a:ext>
            </a:extLst>
          </p:cNvPr>
          <p:cNvSpPr>
            <a:spLocks noGrp="1"/>
          </p:cNvSpPr>
          <p:nvPr/>
        </p:nvSpPr>
        <p:spPr>
          <a:xfrm>
            <a:off x="415205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8" name="Stage1_sixpanel_6169">
            <a:extLst>
              <a:ext uri="{FF2B5EF4-FFF2-40B4-BE49-F238E27FC236}">
                <a16:creationId xmlns:a16="http://schemas.microsoft.com/office/drawing/2014/main" id="{04F6AC71-09D0-42E9-946F-E53223E757EE}"/>
              </a:ext>
            </a:extLst>
          </p:cNvPr>
          <p:cNvSpPr>
            <a:spLocks noGrp="1"/>
          </p:cNvSpPr>
          <p:nvPr/>
        </p:nvSpPr>
        <p:spPr>
          <a:xfrm>
            <a:off x="4313075" y="23558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9" name="Stage1_sixpanel_6170">
            <a:extLst>
              <a:ext uri="{FF2B5EF4-FFF2-40B4-BE49-F238E27FC236}">
                <a16:creationId xmlns:a16="http://schemas.microsoft.com/office/drawing/2014/main" id="{8F8D8EAE-CC7D-4E41-8B29-3806BB8AD015}"/>
              </a:ext>
            </a:extLst>
          </p:cNvPr>
          <p:cNvSpPr>
            <a:spLocks noGrp="1"/>
          </p:cNvSpPr>
          <p:nvPr/>
        </p:nvSpPr>
        <p:spPr>
          <a:xfrm>
            <a:off x="420127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0" name="Stage1_sixpanel_6171">
            <a:extLst>
              <a:ext uri="{FF2B5EF4-FFF2-40B4-BE49-F238E27FC236}">
                <a16:creationId xmlns:a16="http://schemas.microsoft.com/office/drawing/2014/main" id="{09427195-BE44-49D1-A9C2-7CA52C942CB9}"/>
              </a:ext>
            </a:extLst>
          </p:cNvPr>
          <p:cNvSpPr>
            <a:spLocks noGrp="1"/>
          </p:cNvSpPr>
          <p:nvPr/>
        </p:nvSpPr>
        <p:spPr>
          <a:xfrm>
            <a:off x="4189197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1" name="Stage1_sixpanel_6172">
            <a:extLst>
              <a:ext uri="{FF2B5EF4-FFF2-40B4-BE49-F238E27FC236}">
                <a16:creationId xmlns:a16="http://schemas.microsoft.com/office/drawing/2014/main" id="{34B057C5-3946-43CD-BCAC-CA0B02EB9C0E}"/>
              </a:ext>
            </a:extLst>
          </p:cNvPr>
          <p:cNvSpPr>
            <a:spLocks noGrp="1"/>
          </p:cNvSpPr>
          <p:nvPr/>
        </p:nvSpPr>
        <p:spPr>
          <a:xfrm>
            <a:off x="4287382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2" name="Stage1_sixpanel_6173">
            <a:extLst>
              <a:ext uri="{FF2B5EF4-FFF2-40B4-BE49-F238E27FC236}">
                <a16:creationId xmlns:a16="http://schemas.microsoft.com/office/drawing/2014/main" id="{3ED07CFE-21CF-4C7C-ADB9-37191BA6F6F9}"/>
              </a:ext>
            </a:extLst>
          </p:cNvPr>
          <p:cNvSpPr>
            <a:spLocks noGrp="1"/>
          </p:cNvSpPr>
          <p:nvPr/>
        </p:nvSpPr>
        <p:spPr>
          <a:xfrm>
            <a:off x="4304822" y="1344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3" name="Stage1_sixpanel_6174">
            <a:extLst>
              <a:ext uri="{FF2B5EF4-FFF2-40B4-BE49-F238E27FC236}">
                <a16:creationId xmlns:a16="http://schemas.microsoft.com/office/drawing/2014/main" id="{C6FEE7FE-4DBB-4108-B652-F1B7E59D535D}"/>
              </a:ext>
            </a:extLst>
          </p:cNvPr>
          <p:cNvSpPr>
            <a:spLocks noGrp="1"/>
          </p:cNvSpPr>
          <p:nvPr/>
        </p:nvSpPr>
        <p:spPr>
          <a:xfrm>
            <a:off x="430850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4" name="Stage1_sixpanel_6175">
            <a:extLst>
              <a:ext uri="{FF2B5EF4-FFF2-40B4-BE49-F238E27FC236}">
                <a16:creationId xmlns:a16="http://schemas.microsoft.com/office/drawing/2014/main" id="{CE52461D-5C50-4B79-89F9-32A5D5D883E9}"/>
              </a:ext>
            </a:extLst>
          </p:cNvPr>
          <p:cNvSpPr>
            <a:spLocks noGrp="1"/>
          </p:cNvSpPr>
          <p:nvPr/>
        </p:nvSpPr>
        <p:spPr>
          <a:xfrm>
            <a:off x="4242995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5" name="Stage1_sixpanel_6176">
            <a:extLst>
              <a:ext uri="{FF2B5EF4-FFF2-40B4-BE49-F238E27FC236}">
                <a16:creationId xmlns:a16="http://schemas.microsoft.com/office/drawing/2014/main" id="{41AB1778-AC26-4962-9797-6FE5639E5D37}"/>
              </a:ext>
            </a:extLst>
          </p:cNvPr>
          <p:cNvSpPr>
            <a:spLocks noGrp="1"/>
          </p:cNvSpPr>
          <p:nvPr/>
        </p:nvSpPr>
        <p:spPr>
          <a:xfrm>
            <a:off x="4231176" y="2396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6" name="Stage1_sixpanel_6177">
            <a:extLst>
              <a:ext uri="{FF2B5EF4-FFF2-40B4-BE49-F238E27FC236}">
                <a16:creationId xmlns:a16="http://schemas.microsoft.com/office/drawing/2014/main" id="{01716EB0-2025-4A97-A73B-B8387ECBD00D}"/>
              </a:ext>
            </a:extLst>
          </p:cNvPr>
          <p:cNvSpPr>
            <a:spLocks noGrp="1"/>
          </p:cNvSpPr>
          <p:nvPr/>
        </p:nvSpPr>
        <p:spPr>
          <a:xfrm>
            <a:off x="415958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7" name="Stage1_sixpanel_6178">
            <a:extLst>
              <a:ext uri="{FF2B5EF4-FFF2-40B4-BE49-F238E27FC236}">
                <a16:creationId xmlns:a16="http://schemas.microsoft.com/office/drawing/2014/main" id="{C60CB8C7-FE75-4F65-84A9-BC48F4801C4E}"/>
              </a:ext>
            </a:extLst>
          </p:cNvPr>
          <p:cNvSpPr>
            <a:spLocks noGrp="1"/>
          </p:cNvSpPr>
          <p:nvPr/>
        </p:nvSpPr>
        <p:spPr>
          <a:xfrm>
            <a:off x="427872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8" name="Stage1_sixpanel_6179">
            <a:extLst>
              <a:ext uri="{FF2B5EF4-FFF2-40B4-BE49-F238E27FC236}">
                <a16:creationId xmlns:a16="http://schemas.microsoft.com/office/drawing/2014/main" id="{FDADFEFA-0B4A-4E85-837E-94187FF4599F}"/>
              </a:ext>
            </a:extLst>
          </p:cNvPr>
          <p:cNvSpPr>
            <a:spLocks noGrp="1"/>
          </p:cNvSpPr>
          <p:nvPr/>
        </p:nvSpPr>
        <p:spPr>
          <a:xfrm>
            <a:off x="4217926" y="24525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9" name="Stage1_sixpanel_6180">
            <a:extLst>
              <a:ext uri="{FF2B5EF4-FFF2-40B4-BE49-F238E27FC236}">
                <a16:creationId xmlns:a16="http://schemas.microsoft.com/office/drawing/2014/main" id="{9B94FB39-0A68-4B58-8225-22A57ACC5594}"/>
              </a:ext>
            </a:extLst>
          </p:cNvPr>
          <p:cNvSpPr>
            <a:spLocks noGrp="1"/>
          </p:cNvSpPr>
          <p:nvPr/>
        </p:nvSpPr>
        <p:spPr>
          <a:xfrm>
            <a:off x="4212001" y="1798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0" name="Stage1_sixpanel_6181">
            <a:extLst>
              <a:ext uri="{FF2B5EF4-FFF2-40B4-BE49-F238E27FC236}">
                <a16:creationId xmlns:a16="http://schemas.microsoft.com/office/drawing/2014/main" id="{B668CDDF-1A4F-4857-9E72-35BFAFA9F150}"/>
              </a:ext>
            </a:extLst>
          </p:cNvPr>
          <p:cNvSpPr>
            <a:spLocks noGrp="1"/>
          </p:cNvSpPr>
          <p:nvPr/>
        </p:nvSpPr>
        <p:spPr>
          <a:xfrm>
            <a:off x="421792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1" name="Stage1_sixpanel_6182">
            <a:extLst>
              <a:ext uri="{FF2B5EF4-FFF2-40B4-BE49-F238E27FC236}">
                <a16:creationId xmlns:a16="http://schemas.microsoft.com/office/drawing/2014/main" id="{39D65B10-00AD-4634-9345-2BC83F1AA14C}"/>
              </a:ext>
            </a:extLst>
          </p:cNvPr>
          <p:cNvSpPr>
            <a:spLocks noGrp="1"/>
          </p:cNvSpPr>
          <p:nvPr/>
        </p:nvSpPr>
        <p:spPr>
          <a:xfrm>
            <a:off x="4293666" y="226121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2" name="Stage1_sixpanel_6183">
            <a:extLst>
              <a:ext uri="{FF2B5EF4-FFF2-40B4-BE49-F238E27FC236}">
                <a16:creationId xmlns:a16="http://schemas.microsoft.com/office/drawing/2014/main" id="{CC61B559-92B8-4437-BDB8-149D365129A5}"/>
              </a:ext>
            </a:extLst>
          </p:cNvPr>
          <p:cNvSpPr>
            <a:spLocks noGrp="1"/>
          </p:cNvSpPr>
          <p:nvPr/>
        </p:nvSpPr>
        <p:spPr>
          <a:xfrm>
            <a:off x="4165175" y="12272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3" name="Stage1_sixpanel_6184">
            <a:extLst>
              <a:ext uri="{FF2B5EF4-FFF2-40B4-BE49-F238E27FC236}">
                <a16:creationId xmlns:a16="http://schemas.microsoft.com/office/drawing/2014/main" id="{74B339B6-DCB7-4837-A17A-12B8D47272C4}"/>
              </a:ext>
            </a:extLst>
          </p:cNvPr>
          <p:cNvSpPr>
            <a:spLocks noGrp="1"/>
          </p:cNvSpPr>
          <p:nvPr/>
        </p:nvSpPr>
        <p:spPr>
          <a:xfrm>
            <a:off x="4230302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4" name="Stage1_sixpanel_6185">
            <a:extLst>
              <a:ext uri="{FF2B5EF4-FFF2-40B4-BE49-F238E27FC236}">
                <a16:creationId xmlns:a16="http://schemas.microsoft.com/office/drawing/2014/main" id="{52F2701B-D13E-49B8-9619-142F48A05FCE}"/>
              </a:ext>
            </a:extLst>
          </p:cNvPr>
          <p:cNvSpPr>
            <a:spLocks noGrp="1"/>
          </p:cNvSpPr>
          <p:nvPr/>
        </p:nvSpPr>
        <p:spPr>
          <a:xfrm>
            <a:off x="4295270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5" name="Stage1_sixpanel_6186">
            <a:extLst>
              <a:ext uri="{FF2B5EF4-FFF2-40B4-BE49-F238E27FC236}">
                <a16:creationId xmlns:a16="http://schemas.microsoft.com/office/drawing/2014/main" id="{8F10DF31-975F-46C9-BCE6-BC94A50BCFD9}"/>
              </a:ext>
            </a:extLst>
          </p:cNvPr>
          <p:cNvSpPr>
            <a:spLocks noGrp="1"/>
          </p:cNvSpPr>
          <p:nvPr/>
        </p:nvSpPr>
        <p:spPr>
          <a:xfrm>
            <a:off x="416850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6" name="Stage1_sixpanel_6187">
            <a:extLst>
              <a:ext uri="{FF2B5EF4-FFF2-40B4-BE49-F238E27FC236}">
                <a16:creationId xmlns:a16="http://schemas.microsoft.com/office/drawing/2014/main" id="{78894489-5669-4692-83E1-3562620B75D9}"/>
              </a:ext>
            </a:extLst>
          </p:cNvPr>
          <p:cNvSpPr>
            <a:spLocks noGrp="1"/>
          </p:cNvSpPr>
          <p:nvPr/>
        </p:nvSpPr>
        <p:spPr>
          <a:xfrm>
            <a:off x="4271777" y="127458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7" name="Stage1_sixpanel_6188">
            <a:extLst>
              <a:ext uri="{FF2B5EF4-FFF2-40B4-BE49-F238E27FC236}">
                <a16:creationId xmlns:a16="http://schemas.microsoft.com/office/drawing/2014/main" id="{22CF49C9-294B-4246-B800-B43176027C6F}"/>
              </a:ext>
            </a:extLst>
          </p:cNvPr>
          <p:cNvSpPr>
            <a:spLocks noGrp="1"/>
          </p:cNvSpPr>
          <p:nvPr/>
        </p:nvSpPr>
        <p:spPr>
          <a:xfrm>
            <a:off x="415607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8" name="Stage1_sixpanel_6189">
            <a:extLst>
              <a:ext uri="{FF2B5EF4-FFF2-40B4-BE49-F238E27FC236}">
                <a16:creationId xmlns:a16="http://schemas.microsoft.com/office/drawing/2014/main" id="{3A4C57F6-67B5-4E41-92DF-BDE6BC1CA5E6}"/>
              </a:ext>
            </a:extLst>
          </p:cNvPr>
          <p:cNvSpPr>
            <a:spLocks noGrp="1"/>
          </p:cNvSpPr>
          <p:nvPr/>
        </p:nvSpPr>
        <p:spPr>
          <a:xfrm>
            <a:off x="4166272" y="22008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9" name="Stage1_sixpanel_6190">
            <a:extLst>
              <a:ext uri="{FF2B5EF4-FFF2-40B4-BE49-F238E27FC236}">
                <a16:creationId xmlns:a16="http://schemas.microsoft.com/office/drawing/2014/main" id="{B4401FBA-7528-4C19-90B8-00ABC30CFBFE}"/>
              </a:ext>
            </a:extLst>
          </p:cNvPr>
          <p:cNvSpPr>
            <a:spLocks noGrp="1"/>
          </p:cNvSpPr>
          <p:nvPr/>
        </p:nvSpPr>
        <p:spPr>
          <a:xfrm>
            <a:off x="426474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0" name="Stage1_sixpanel_6191">
            <a:extLst>
              <a:ext uri="{FF2B5EF4-FFF2-40B4-BE49-F238E27FC236}">
                <a16:creationId xmlns:a16="http://schemas.microsoft.com/office/drawing/2014/main" id="{FB366010-61FD-4064-80CA-239826730C32}"/>
              </a:ext>
            </a:extLst>
          </p:cNvPr>
          <p:cNvSpPr>
            <a:spLocks noGrp="1"/>
          </p:cNvSpPr>
          <p:nvPr/>
        </p:nvSpPr>
        <p:spPr>
          <a:xfrm>
            <a:off x="4158290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1" name="Stage1_sixpanel_6192">
            <a:extLst>
              <a:ext uri="{FF2B5EF4-FFF2-40B4-BE49-F238E27FC236}">
                <a16:creationId xmlns:a16="http://schemas.microsoft.com/office/drawing/2014/main" id="{611024FF-74C4-4D25-B6BD-C8F4AADC0639}"/>
              </a:ext>
            </a:extLst>
          </p:cNvPr>
          <p:cNvSpPr>
            <a:spLocks noGrp="1"/>
          </p:cNvSpPr>
          <p:nvPr/>
        </p:nvSpPr>
        <p:spPr>
          <a:xfrm>
            <a:off x="4190319" y="2396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2" name="Stage1_sixpanel_6193">
            <a:extLst>
              <a:ext uri="{FF2B5EF4-FFF2-40B4-BE49-F238E27FC236}">
                <a16:creationId xmlns:a16="http://schemas.microsoft.com/office/drawing/2014/main" id="{07F50509-B26C-443D-BA37-559A0E50252B}"/>
              </a:ext>
            </a:extLst>
          </p:cNvPr>
          <p:cNvSpPr>
            <a:spLocks noGrp="1"/>
          </p:cNvSpPr>
          <p:nvPr/>
        </p:nvSpPr>
        <p:spPr>
          <a:xfrm>
            <a:off x="4259118" y="21034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3" name="Stage1_sixpanel_6194">
            <a:extLst>
              <a:ext uri="{FF2B5EF4-FFF2-40B4-BE49-F238E27FC236}">
                <a16:creationId xmlns:a16="http://schemas.microsoft.com/office/drawing/2014/main" id="{6D58C5F8-642E-42D1-AC51-4C02BD34B895}"/>
              </a:ext>
            </a:extLst>
          </p:cNvPr>
          <p:cNvSpPr>
            <a:spLocks noGrp="1"/>
          </p:cNvSpPr>
          <p:nvPr/>
        </p:nvSpPr>
        <p:spPr>
          <a:xfrm>
            <a:off x="4257572" y="203166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4" name="Stage1_sixpanel_6195">
            <a:extLst>
              <a:ext uri="{FF2B5EF4-FFF2-40B4-BE49-F238E27FC236}">
                <a16:creationId xmlns:a16="http://schemas.microsoft.com/office/drawing/2014/main" id="{DAE78CDE-8FC1-437F-A237-2DADE388F6EF}"/>
              </a:ext>
            </a:extLst>
          </p:cNvPr>
          <p:cNvSpPr>
            <a:spLocks noGrp="1"/>
          </p:cNvSpPr>
          <p:nvPr/>
        </p:nvSpPr>
        <p:spPr>
          <a:xfrm>
            <a:off x="4254829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5" name="Stage1_sixpanel_6196">
            <a:extLst>
              <a:ext uri="{FF2B5EF4-FFF2-40B4-BE49-F238E27FC236}">
                <a16:creationId xmlns:a16="http://schemas.microsoft.com/office/drawing/2014/main" id="{3ACEAC67-FB83-4BFA-A5A0-967E84A6A3E8}"/>
              </a:ext>
            </a:extLst>
          </p:cNvPr>
          <p:cNvSpPr>
            <a:spLocks noGrp="1"/>
          </p:cNvSpPr>
          <p:nvPr/>
        </p:nvSpPr>
        <p:spPr>
          <a:xfrm>
            <a:off x="416607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6" name="Stage1_sixpanel_6197">
            <a:extLst>
              <a:ext uri="{FF2B5EF4-FFF2-40B4-BE49-F238E27FC236}">
                <a16:creationId xmlns:a16="http://schemas.microsoft.com/office/drawing/2014/main" id="{98484EBE-E817-43D0-9FCD-6DBD9455EF9F}"/>
              </a:ext>
            </a:extLst>
          </p:cNvPr>
          <p:cNvSpPr>
            <a:spLocks noGrp="1"/>
          </p:cNvSpPr>
          <p:nvPr/>
        </p:nvSpPr>
        <p:spPr>
          <a:xfrm>
            <a:off x="4181490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7" name="Stage1_sixpanel_6198">
            <a:extLst>
              <a:ext uri="{FF2B5EF4-FFF2-40B4-BE49-F238E27FC236}">
                <a16:creationId xmlns:a16="http://schemas.microsoft.com/office/drawing/2014/main" id="{D3D79A26-981C-4991-86D8-FA4E09B0F426}"/>
              </a:ext>
            </a:extLst>
          </p:cNvPr>
          <p:cNvSpPr>
            <a:spLocks noGrp="1"/>
          </p:cNvSpPr>
          <p:nvPr/>
        </p:nvSpPr>
        <p:spPr>
          <a:xfrm>
            <a:off x="4234421" y="25979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8" name="Stage1_sixpanel_6199">
            <a:extLst>
              <a:ext uri="{FF2B5EF4-FFF2-40B4-BE49-F238E27FC236}">
                <a16:creationId xmlns:a16="http://schemas.microsoft.com/office/drawing/2014/main" id="{B5A06B9E-B1B1-4B21-8949-8BF2C35C24D8}"/>
              </a:ext>
            </a:extLst>
          </p:cNvPr>
          <p:cNvSpPr>
            <a:spLocks noGrp="1"/>
          </p:cNvSpPr>
          <p:nvPr/>
        </p:nvSpPr>
        <p:spPr>
          <a:xfrm>
            <a:off x="4315706" y="16188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9" name="Stage1_sixpanel_6200">
            <a:extLst>
              <a:ext uri="{FF2B5EF4-FFF2-40B4-BE49-F238E27FC236}">
                <a16:creationId xmlns:a16="http://schemas.microsoft.com/office/drawing/2014/main" id="{AD1E66B8-E7A5-4A4C-B878-B338A06E8147}"/>
              </a:ext>
            </a:extLst>
          </p:cNvPr>
          <p:cNvSpPr>
            <a:spLocks noGrp="1"/>
          </p:cNvSpPr>
          <p:nvPr/>
        </p:nvSpPr>
        <p:spPr>
          <a:xfrm>
            <a:off x="422212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0" name="Stage1_sixpanel_6201">
            <a:extLst>
              <a:ext uri="{FF2B5EF4-FFF2-40B4-BE49-F238E27FC236}">
                <a16:creationId xmlns:a16="http://schemas.microsoft.com/office/drawing/2014/main" id="{DD6D1B22-DE41-4051-8479-670DD81020AD}"/>
              </a:ext>
            </a:extLst>
          </p:cNvPr>
          <p:cNvSpPr>
            <a:spLocks noGrp="1"/>
          </p:cNvSpPr>
          <p:nvPr/>
        </p:nvSpPr>
        <p:spPr>
          <a:xfrm>
            <a:off x="4288365" y="22228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1" name="Stage1_sixpanel_6202">
            <a:extLst>
              <a:ext uri="{FF2B5EF4-FFF2-40B4-BE49-F238E27FC236}">
                <a16:creationId xmlns:a16="http://schemas.microsoft.com/office/drawing/2014/main" id="{BF21E046-7015-426B-8336-FA00FA98C455}"/>
              </a:ext>
            </a:extLst>
          </p:cNvPr>
          <p:cNvSpPr>
            <a:spLocks noGrp="1"/>
          </p:cNvSpPr>
          <p:nvPr/>
        </p:nvSpPr>
        <p:spPr>
          <a:xfrm>
            <a:off x="4193233" y="15886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2" name="Stage1_sixpanel_6203">
            <a:extLst>
              <a:ext uri="{FF2B5EF4-FFF2-40B4-BE49-F238E27FC236}">
                <a16:creationId xmlns:a16="http://schemas.microsoft.com/office/drawing/2014/main" id="{D5C55A2C-3CA5-4AE3-AD91-604C329CC1E7}"/>
              </a:ext>
            </a:extLst>
          </p:cNvPr>
          <p:cNvSpPr>
            <a:spLocks noGrp="1"/>
          </p:cNvSpPr>
          <p:nvPr/>
        </p:nvSpPr>
        <p:spPr>
          <a:xfrm>
            <a:off x="426520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3" name="Stage1_sixpanel_6204">
            <a:extLst>
              <a:ext uri="{FF2B5EF4-FFF2-40B4-BE49-F238E27FC236}">
                <a16:creationId xmlns:a16="http://schemas.microsoft.com/office/drawing/2014/main" id="{FF3CDE15-7386-41E7-88D0-7E3EE0EF55E3}"/>
              </a:ext>
            </a:extLst>
          </p:cNvPr>
          <p:cNvSpPr>
            <a:spLocks noGrp="1"/>
          </p:cNvSpPr>
          <p:nvPr/>
        </p:nvSpPr>
        <p:spPr>
          <a:xfrm>
            <a:off x="4184090" y="24222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4" name="Stage1_sixpanel_6205">
            <a:extLst>
              <a:ext uri="{FF2B5EF4-FFF2-40B4-BE49-F238E27FC236}">
                <a16:creationId xmlns:a16="http://schemas.microsoft.com/office/drawing/2014/main" id="{986F73CA-F70D-4EAF-84E9-1DB54138C4A7}"/>
              </a:ext>
            </a:extLst>
          </p:cNvPr>
          <p:cNvSpPr>
            <a:spLocks noGrp="1"/>
          </p:cNvSpPr>
          <p:nvPr/>
        </p:nvSpPr>
        <p:spPr>
          <a:xfrm>
            <a:off x="422640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5" name="Stage1_sixpanel_6206">
            <a:extLst>
              <a:ext uri="{FF2B5EF4-FFF2-40B4-BE49-F238E27FC236}">
                <a16:creationId xmlns:a16="http://schemas.microsoft.com/office/drawing/2014/main" id="{1EBFAD3E-D2E7-4FDA-BB37-98930EDB4CD6}"/>
              </a:ext>
            </a:extLst>
          </p:cNvPr>
          <p:cNvSpPr>
            <a:spLocks noGrp="1"/>
          </p:cNvSpPr>
          <p:nvPr/>
        </p:nvSpPr>
        <p:spPr>
          <a:xfrm>
            <a:off x="4236332" y="16419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6" name="Stage1_sixpanel_6207">
            <a:extLst>
              <a:ext uri="{FF2B5EF4-FFF2-40B4-BE49-F238E27FC236}">
                <a16:creationId xmlns:a16="http://schemas.microsoft.com/office/drawing/2014/main" id="{967D04B8-6CFA-4EB3-809A-E268469D0C86}"/>
              </a:ext>
            </a:extLst>
          </p:cNvPr>
          <p:cNvSpPr>
            <a:spLocks noGrp="1"/>
          </p:cNvSpPr>
          <p:nvPr/>
        </p:nvSpPr>
        <p:spPr>
          <a:xfrm>
            <a:off x="4179090" y="13953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7" name="Stage1_sixpanel_6208">
            <a:extLst>
              <a:ext uri="{FF2B5EF4-FFF2-40B4-BE49-F238E27FC236}">
                <a16:creationId xmlns:a16="http://schemas.microsoft.com/office/drawing/2014/main" id="{06658395-9A29-401A-BCA2-42AE4C98AAAD}"/>
              </a:ext>
            </a:extLst>
          </p:cNvPr>
          <p:cNvSpPr>
            <a:spLocks noGrp="1"/>
          </p:cNvSpPr>
          <p:nvPr/>
        </p:nvSpPr>
        <p:spPr>
          <a:xfrm>
            <a:off x="4295890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8" name="Stage1_sixpanel_6209">
            <a:extLst>
              <a:ext uri="{FF2B5EF4-FFF2-40B4-BE49-F238E27FC236}">
                <a16:creationId xmlns:a16="http://schemas.microsoft.com/office/drawing/2014/main" id="{E8F1AA7B-4263-4194-8F3A-3BFC6C66CE49}"/>
              </a:ext>
            </a:extLst>
          </p:cNvPr>
          <p:cNvSpPr>
            <a:spLocks noGrp="1"/>
          </p:cNvSpPr>
          <p:nvPr/>
        </p:nvSpPr>
        <p:spPr>
          <a:xfrm>
            <a:off x="423326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9" name="Stage1_sixpanel_6210">
            <a:extLst>
              <a:ext uri="{FF2B5EF4-FFF2-40B4-BE49-F238E27FC236}">
                <a16:creationId xmlns:a16="http://schemas.microsoft.com/office/drawing/2014/main" id="{80339E7B-23B3-404A-AABF-AD8EF88CD0FC}"/>
              </a:ext>
            </a:extLst>
          </p:cNvPr>
          <p:cNvSpPr>
            <a:spLocks noGrp="1"/>
          </p:cNvSpPr>
          <p:nvPr/>
        </p:nvSpPr>
        <p:spPr>
          <a:xfrm>
            <a:off x="4265180" y="21391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0" name="Stage1_sixpanel_6211">
            <a:extLst>
              <a:ext uri="{FF2B5EF4-FFF2-40B4-BE49-F238E27FC236}">
                <a16:creationId xmlns:a16="http://schemas.microsoft.com/office/drawing/2014/main" id="{6AED66CC-6FF5-4910-BE8F-D6AE4E622FE4}"/>
              </a:ext>
            </a:extLst>
          </p:cNvPr>
          <p:cNvSpPr>
            <a:spLocks noGrp="1"/>
          </p:cNvSpPr>
          <p:nvPr/>
        </p:nvSpPr>
        <p:spPr>
          <a:xfrm>
            <a:off x="423964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1" name="Stage1_sixpanel_6212">
            <a:extLst>
              <a:ext uri="{FF2B5EF4-FFF2-40B4-BE49-F238E27FC236}">
                <a16:creationId xmlns:a16="http://schemas.microsoft.com/office/drawing/2014/main" id="{6860F336-8148-4325-B5F4-D53181B7C4F7}"/>
              </a:ext>
            </a:extLst>
          </p:cNvPr>
          <p:cNvSpPr>
            <a:spLocks noGrp="1"/>
          </p:cNvSpPr>
          <p:nvPr/>
        </p:nvSpPr>
        <p:spPr>
          <a:xfrm>
            <a:off x="431047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2" name="Stage1_sixpanel_6213">
            <a:extLst>
              <a:ext uri="{FF2B5EF4-FFF2-40B4-BE49-F238E27FC236}">
                <a16:creationId xmlns:a16="http://schemas.microsoft.com/office/drawing/2014/main" id="{D2C96D29-9F1C-463C-86D5-277D6DE95C99}"/>
              </a:ext>
            </a:extLst>
          </p:cNvPr>
          <p:cNvSpPr>
            <a:spLocks noGrp="1"/>
          </p:cNvSpPr>
          <p:nvPr/>
        </p:nvSpPr>
        <p:spPr>
          <a:xfrm>
            <a:off x="427826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3" name="Stage1_sixpanel_6214">
            <a:extLst>
              <a:ext uri="{FF2B5EF4-FFF2-40B4-BE49-F238E27FC236}">
                <a16:creationId xmlns:a16="http://schemas.microsoft.com/office/drawing/2014/main" id="{2BE7DB1B-7641-45B5-9B37-749EE91B9846}"/>
              </a:ext>
            </a:extLst>
          </p:cNvPr>
          <p:cNvSpPr>
            <a:spLocks noGrp="1"/>
          </p:cNvSpPr>
          <p:nvPr/>
        </p:nvSpPr>
        <p:spPr>
          <a:xfrm>
            <a:off x="427832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4" name="Stage1_sixpanel_6215">
            <a:extLst>
              <a:ext uri="{FF2B5EF4-FFF2-40B4-BE49-F238E27FC236}">
                <a16:creationId xmlns:a16="http://schemas.microsoft.com/office/drawing/2014/main" id="{E168A64F-7B91-44C9-B4AA-31D391EF6599}"/>
              </a:ext>
            </a:extLst>
          </p:cNvPr>
          <p:cNvSpPr>
            <a:spLocks noGrp="1"/>
          </p:cNvSpPr>
          <p:nvPr/>
        </p:nvSpPr>
        <p:spPr>
          <a:xfrm>
            <a:off x="4247678" y="20056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5" name="Stage1_sixpanel_6216">
            <a:extLst>
              <a:ext uri="{FF2B5EF4-FFF2-40B4-BE49-F238E27FC236}">
                <a16:creationId xmlns:a16="http://schemas.microsoft.com/office/drawing/2014/main" id="{A4464A8A-C120-4AA1-A18E-0566E9E70646}"/>
              </a:ext>
            </a:extLst>
          </p:cNvPr>
          <p:cNvSpPr>
            <a:spLocks noGrp="1"/>
          </p:cNvSpPr>
          <p:nvPr/>
        </p:nvSpPr>
        <p:spPr>
          <a:xfrm>
            <a:off x="417621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6" name="Stage1_sixpanel_6217">
            <a:extLst>
              <a:ext uri="{FF2B5EF4-FFF2-40B4-BE49-F238E27FC236}">
                <a16:creationId xmlns:a16="http://schemas.microsoft.com/office/drawing/2014/main" id="{35CAAA47-6080-47D8-980C-F85C3C8E2192}"/>
              </a:ext>
            </a:extLst>
          </p:cNvPr>
          <p:cNvSpPr>
            <a:spLocks noGrp="1"/>
          </p:cNvSpPr>
          <p:nvPr/>
        </p:nvSpPr>
        <p:spPr>
          <a:xfrm>
            <a:off x="4185442" y="23090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7" name="Stage1_sixpanel_6218">
            <a:extLst>
              <a:ext uri="{FF2B5EF4-FFF2-40B4-BE49-F238E27FC236}">
                <a16:creationId xmlns:a16="http://schemas.microsoft.com/office/drawing/2014/main" id="{6ECCC9EF-DC7D-4D1B-836C-FFC1E1B6E6E5}"/>
              </a:ext>
            </a:extLst>
          </p:cNvPr>
          <p:cNvSpPr>
            <a:spLocks noGrp="1"/>
          </p:cNvSpPr>
          <p:nvPr/>
        </p:nvSpPr>
        <p:spPr>
          <a:xfrm>
            <a:off x="419134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8" name="Stage1_sixpanel_6219">
            <a:extLst>
              <a:ext uri="{FF2B5EF4-FFF2-40B4-BE49-F238E27FC236}">
                <a16:creationId xmlns:a16="http://schemas.microsoft.com/office/drawing/2014/main" id="{67523DEA-8A0C-420F-A110-20FFA3B63767}"/>
              </a:ext>
            </a:extLst>
          </p:cNvPr>
          <p:cNvSpPr>
            <a:spLocks noGrp="1"/>
          </p:cNvSpPr>
          <p:nvPr/>
        </p:nvSpPr>
        <p:spPr>
          <a:xfrm>
            <a:off x="428473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9" name="Stage1_sixpanel_6220">
            <a:extLst>
              <a:ext uri="{FF2B5EF4-FFF2-40B4-BE49-F238E27FC236}">
                <a16:creationId xmlns:a16="http://schemas.microsoft.com/office/drawing/2014/main" id="{765B4E54-2D04-4A11-B70D-C15EC151351A}"/>
              </a:ext>
            </a:extLst>
          </p:cNvPr>
          <p:cNvSpPr>
            <a:spLocks noGrp="1"/>
          </p:cNvSpPr>
          <p:nvPr/>
        </p:nvSpPr>
        <p:spPr>
          <a:xfrm>
            <a:off x="4258457" y="1947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0" name="Stage1_sixpanel_6221">
            <a:extLst>
              <a:ext uri="{FF2B5EF4-FFF2-40B4-BE49-F238E27FC236}">
                <a16:creationId xmlns:a16="http://schemas.microsoft.com/office/drawing/2014/main" id="{44A62D93-4FA7-4A66-BC6D-09EF353C65BF}"/>
              </a:ext>
            </a:extLst>
          </p:cNvPr>
          <p:cNvSpPr>
            <a:spLocks noGrp="1"/>
          </p:cNvSpPr>
          <p:nvPr/>
        </p:nvSpPr>
        <p:spPr>
          <a:xfrm>
            <a:off x="418012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1" name="Stage1_sixpanel_6222">
            <a:extLst>
              <a:ext uri="{FF2B5EF4-FFF2-40B4-BE49-F238E27FC236}">
                <a16:creationId xmlns:a16="http://schemas.microsoft.com/office/drawing/2014/main" id="{CE82F983-0D9B-4306-882C-2BB91CC9B74C}"/>
              </a:ext>
            </a:extLst>
          </p:cNvPr>
          <p:cNvSpPr>
            <a:spLocks noGrp="1"/>
          </p:cNvSpPr>
          <p:nvPr/>
        </p:nvSpPr>
        <p:spPr>
          <a:xfrm>
            <a:off x="422868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2" name="Stage1_sixpanel_6223">
            <a:extLst>
              <a:ext uri="{FF2B5EF4-FFF2-40B4-BE49-F238E27FC236}">
                <a16:creationId xmlns:a16="http://schemas.microsoft.com/office/drawing/2014/main" id="{C40F22EA-216F-4C41-A98D-6C5F50A7C854}"/>
              </a:ext>
            </a:extLst>
          </p:cNvPr>
          <p:cNvSpPr>
            <a:spLocks noGrp="1"/>
          </p:cNvSpPr>
          <p:nvPr/>
        </p:nvSpPr>
        <p:spPr>
          <a:xfrm>
            <a:off x="4178673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3" name="Stage1_sixpanel_6224">
            <a:extLst>
              <a:ext uri="{FF2B5EF4-FFF2-40B4-BE49-F238E27FC236}">
                <a16:creationId xmlns:a16="http://schemas.microsoft.com/office/drawing/2014/main" id="{46C1CFAF-4B42-4899-B2AA-33CD2A80EF79}"/>
              </a:ext>
            </a:extLst>
          </p:cNvPr>
          <p:cNvSpPr>
            <a:spLocks noGrp="1"/>
          </p:cNvSpPr>
          <p:nvPr/>
        </p:nvSpPr>
        <p:spPr>
          <a:xfrm>
            <a:off x="4264097" y="25948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4" name="Stage1_sixpanel_6225">
            <a:extLst>
              <a:ext uri="{FF2B5EF4-FFF2-40B4-BE49-F238E27FC236}">
                <a16:creationId xmlns:a16="http://schemas.microsoft.com/office/drawing/2014/main" id="{E61B8BA3-EDC2-4A92-87AE-DFCA7228C38A}"/>
              </a:ext>
            </a:extLst>
          </p:cNvPr>
          <p:cNvSpPr>
            <a:spLocks noGrp="1"/>
          </p:cNvSpPr>
          <p:nvPr/>
        </p:nvSpPr>
        <p:spPr>
          <a:xfrm>
            <a:off x="4153845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5" name="Stage1_sixpanel_6226">
            <a:extLst>
              <a:ext uri="{FF2B5EF4-FFF2-40B4-BE49-F238E27FC236}">
                <a16:creationId xmlns:a16="http://schemas.microsoft.com/office/drawing/2014/main" id="{ED8E2DFB-8528-41FC-B9A5-E16FBCE1FFD0}"/>
              </a:ext>
            </a:extLst>
          </p:cNvPr>
          <p:cNvSpPr>
            <a:spLocks noGrp="1"/>
          </p:cNvSpPr>
          <p:nvPr/>
        </p:nvSpPr>
        <p:spPr>
          <a:xfrm>
            <a:off x="430498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6" name="Stage1_sixpanel_6227">
            <a:extLst>
              <a:ext uri="{FF2B5EF4-FFF2-40B4-BE49-F238E27FC236}">
                <a16:creationId xmlns:a16="http://schemas.microsoft.com/office/drawing/2014/main" id="{9F97E760-6807-448D-8AC1-279A063C3037}"/>
              </a:ext>
            </a:extLst>
          </p:cNvPr>
          <p:cNvSpPr>
            <a:spLocks noGrp="1"/>
          </p:cNvSpPr>
          <p:nvPr/>
        </p:nvSpPr>
        <p:spPr>
          <a:xfrm>
            <a:off x="4253821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7" name="Stage1_sixpanel_6228">
            <a:extLst>
              <a:ext uri="{FF2B5EF4-FFF2-40B4-BE49-F238E27FC236}">
                <a16:creationId xmlns:a16="http://schemas.microsoft.com/office/drawing/2014/main" id="{B9CCC96C-C5A6-4821-A78E-E05C11173DE1}"/>
              </a:ext>
            </a:extLst>
          </p:cNvPr>
          <p:cNvSpPr>
            <a:spLocks noGrp="1"/>
          </p:cNvSpPr>
          <p:nvPr/>
        </p:nvSpPr>
        <p:spPr>
          <a:xfrm>
            <a:off x="4250991" y="238147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8" name="Stage1_sixpanel_6229">
            <a:extLst>
              <a:ext uri="{FF2B5EF4-FFF2-40B4-BE49-F238E27FC236}">
                <a16:creationId xmlns:a16="http://schemas.microsoft.com/office/drawing/2014/main" id="{7C730DAA-3908-448F-AB49-B2BD92F0D96A}"/>
              </a:ext>
            </a:extLst>
          </p:cNvPr>
          <p:cNvSpPr>
            <a:spLocks noGrp="1"/>
          </p:cNvSpPr>
          <p:nvPr/>
        </p:nvSpPr>
        <p:spPr>
          <a:xfrm>
            <a:off x="428145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9" name="Stage1_sixpanel_6230">
            <a:extLst>
              <a:ext uri="{FF2B5EF4-FFF2-40B4-BE49-F238E27FC236}">
                <a16:creationId xmlns:a16="http://schemas.microsoft.com/office/drawing/2014/main" id="{429B8BE1-477F-480A-8EB9-D376ADC77185}"/>
              </a:ext>
            </a:extLst>
          </p:cNvPr>
          <p:cNvSpPr>
            <a:spLocks noGrp="1"/>
          </p:cNvSpPr>
          <p:nvPr/>
        </p:nvSpPr>
        <p:spPr>
          <a:xfrm>
            <a:off x="4226682" y="1947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0" name="Stage1_sixpanel_6231">
            <a:extLst>
              <a:ext uri="{FF2B5EF4-FFF2-40B4-BE49-F238E27FC236}">
                <a16:creationId xmlns:a16="http://schemas.microsoft.com/office/drawing/2014/main" id="{C7E39AA7-9597-468C-A758-C1200D8DFE15}"/>
              </a:ext>
            </a:extLst>
          </p:cNvPr>
          <p:cNvSpPr>
            <a:spLocks noGrp="1"/>
          </p:cNvSpPr>
          <p:nvPr/>
        </p:nvSpPr>
        <p:spPr>
          <a:xfrm>
            <a:off x="4209017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1" name="Stage1_sixpanel_6232">
            <a:extLst>
              <a:ext uri="{FF2B5EF4-FFF2-40B4-BE49-F238E27FC236}">
                <a16:creationId xmlns:a16="http://schemas.microsoft.com/office/drawing/2014/main" id="{287D7997-75B1-4953-A11F-12226B8B81FD}"/>
              </a:ext>
            </a:extLst>
          </p:cNvPr>
          <p:cNvSpPr>
            <a:spLocks noGrp="1"/>
          </p:cNvSpPr>
          <p:nvPr/>
        </p:nvSpPr>
        <p:spPr>
          <a:xfrm>
            <a:off x="423031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2" name="Stage1_sixpanel_6233">
            <a:extLst>
              <a:ext uri="{FF2B5EF4-FFF2-40B4-BE49-F238E27FC236}">
                <a16:creationId xmlns:a16="http://schemas.microsoft.com/office/drawing/2014/main" id="{BA3A760A-109A-4389-BE91-BF5E4C861CA9}"/>
              </a:ext>
            </a:extLst>
          </p:cNvPr>
          <p:cNvSpPr>
            <a:spLocks noGrp="1"/>
          </p:cNvSpPr>
          <p:nvPr/>
        </p:nvSpPr>
        <p:spPr>
          <a:xfrm>
            <a:off x="4189167" y="1999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3" name="Stage1_sixpanel_6234">
            <a:extLst>
              <a:ext uri="{FF2B5EF4-FFF2-40B4-BE49-F238E27FC236}">
                <a16:creationId xmlns:a16="http://schemas.microsoft.com/office/drawing/2014/main" id="{C51F9CE8-9C93-4532-B97C-882FCF272C75}"/>
              </a:ext>
            </a:extLst>
          </p:cNvPr>
          <p:cNvSpPr>
            <a:spLocks noGrp="1"/>
          </p:cNvSpPr>
          <p:nvPr/>
        </p:nvSpPr>
        <p:spPr>
          <a:xfrm>
            <a:off x="4278948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4" name="Stage1_sixpanel_6235">
            <a:extLst>
              <a:ext uri="{FF2B5EF4-FFF2-40B4-BE49-F238E27FC236}">
                <a16:creationId xmlns:a16="http://schemas.microsoft.com/office/drawing/2014/main" id="{7EBB4EB3-5123-4300-9842-80BFA5287DAC}"/>
              </a:ext>
            </a:extLst>
          </p:cNvPr>
          <p:cNvSpPr>
            <a:spLocks noGrp="1"/>
          </p:cNvSpPr>
          <p:nvPr/>
        </p:nvSpPr>
        <p:spPr>
          <a:xfrm>
            <a:off x="426893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5" name="Stage1_sixpanel_6236">
            <a:extLst>
              <a:ext uri="{FF2B5EF4-FFF2-40B4-BE49-F238E27FC236}">
                <a16:creationId xmlns:a16="http://schemas.microsoft.com/office/drawing/2014/main" id="{61721CF2-CF7C-445F-8A14-6734BEFD4D2E}"/>
              </a:ext>
            </a:extLst>
          </p:cNvPr>
          <p:cNvSpPr>
            <a:spLocks noGrp="1"/>
          </p:cNvSpPr>
          <p:nvPr/>
        </p:nvSpPr>
        <p:spPr>
          <a:xfrm>
            <a:off x="4171136" y="249947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6" name="Stage1_sixpanel_6237">
            <a:extLst>
              <a:ext uri="{FF2B5EF4-FFF2-40B4-BE49-F238E27FC236}">
                <a16:creationId xmlns:a16="http://schemas.microsoft.com/office/drawing/2014/main" id="{4F1B4C1E-709B-4092-9C55-F4ACDDA1CF90}"/>
              </a:ext>
            </a:extLst>
          </p:cNvPr>
          <p:cNvSpPr>
            <a:spLocks noGrp="1"/>
          </p:cNvSpPr>
          <p:nvPr/>
        </p:nvSpPr>
        <p:spPr>
          <a:xfrm>
            <a:off x="430357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7" name="Stage1_sixpanel_6238">
            <a:extLst>
              <a:ext uri="{FF2B5EF4-FFF2-40B4-BE49-F238E27FC236}">
                <a16:creationId xmlns:a16="http://schemas.microsoft.com/office/drawing/2014/main" id="{033657F5-959D-4144-A623-6C933428A57B}"/>
              </a:ext>
            </a:extLst>
          </p:cNvPr>
          <p:cNvSpPr>
            <a:spLocks noGrp="1"/>
          </p:cNvSpPr>
          <p:nvPr/>
        </p:nvSpPr>
        <p:spPr>
          <a:xfrm>
            <a:off x="4221486" y="226825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8" name="Stage1_sixpanel_6239">
            <a:extLst>
              <a:ext uri="{FF2B5EF4-FFF2-40B4-BE49-F238E27FC236}">
                <a16:creationId xmlns:a16="http://schemas.microsoft.com/office/drawing/2014/main" id="{7E623BB2-592A-4C25-899B-158D2FE635B1}"/>
              </a:ext>
            </a:extLst>
          </p:cNvPr>
          <p:cNvSpPr>
            <a:spLocks noGrp="1"/>
          </p:cNvSpPr>
          <p:nvPr/>
        </p:nvSpPr>
        <p:spPr>
          <a:xfrm>
            <a:off x="4196199" y="257773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9" name="Stage1_sixpanel_6240">
            <a:extLst>
              <a:ext uri="{FF2B5EF4-FFF2-40B4-BE49-F238E27FC236}">
                <a16:creationId xmlns:a16="http://schemas.microsoft.com/office/drawing/2014/main" id="{E0B8F878-4029-43AD-B369-8E0147E7A041}"/>
              </a:ext>
            </a:extLst>
          </p:cNvPr>
          <p:cNvSpPr>
            <a:spLocks noGrp="1"/>
          </p:cNvSpPr>
          <p:nvPr/>
        </p:nvSpPr>
        <p:spPr>
          <a:xfrm>
            <a:off x="4203629" y="178837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0" name="Stage1_sixpanel_6241">
            <a:extLst>
              <a:ext uri="{FF2B5EF4-FFF2-40B4-BE49-F238E27FC236}">
                <a16:creationId xmlns:a16="http://schemas.microsoft.com/office/drawing/2014/main" id="{49B4ECCD-5089-4495-AF2D-3103FA04756D}"/>
              </a:ext>
            </a:extLst>
          </p:cNvPr>
          <p:cNvSpPr>
            <a:spLocks noGrp="1"/>
          </p:cNvSpPr>
          <p:nvPr/>
        </p:nvSpPr>
        <p:spPr>
          <a:xfrm>
            <a:off x="429423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1" name="Stage1_sixpanel_6242">
            <a:extLst>
              <a:ext uri="{FF2B5EF4-FFF2-40B4-BE49-F238E27FC236}">
                <a16:creationId xmlns:a16="http://schemas.microsoft.com/office/drawing/2014/main" id="{A7FE754C-870C-47D1-87CF-3E574389827A}"/>
              </a:ext>
            </a:extLst>
          </p:cNvPr>
          <p:cNvSpPr>
            <a:spLocks noGrp="1"/>
          </p:cNvSpPr>
          <p:nvPr/>
        </p:nvSpPr>
        <p:spPr>
          <a:xfrm>
            <a:off x="4243429" y="171090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2" name="Stage1_sixpanel_6243">
            <a:extLst>
              <a:ext uri="{FF2B5EF4-FFF2-40B4-BE49-F238E27FC236}">
                <a16:creationId xmlns:a16="http://schemas.microsoft.com/office/drawing/2014/main" id="{491FF18C-6497-4E56-864A-FD7D72ACDB85}"/>
              </a:ext>
            </a:extLst>
          </p:cNvPr>
          <p:cNvSpPr>
            <a:spLocks noGrp="1"/>
          </p:cNvSpPr>
          <p:nvPr/>
        </p:nvSpPr>
        <p:spPr>
          <a:xfrm>
            <a:off x="417361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3" name="Stage1_sixpanel_6244">
            <a:extLst>
              <a:ext uri="{FF2B5EF4-FFF2-40B4-BE49-F238E27FC236}">
                <a16:creationId xmlns:a16="http://schemas.microsoft.com/office/drawing/2014/main" id="{E3D2523A-59A4-4AF2-B65D-7E74A4FE1F4E}"/>
              </a:ext>
            </a:extLst>
          </p:cNvPr>
          <p:cNvSpPr>
            <a:spLocks noGrp="1"/>
          </p:cNvSpPr>
          <p:nvPr/>
        </p:nvSpPr>
        <p:spPr>
          <a:xfrm>
            <a:off x="4155178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4" name="Stage1_sixpanel_6245">
            <a:extLst>
              <a:ext uri="{FF2B5EF4-FFF2-40B4-BE49-F238E27FC236}">
                <a16:creationId xmlns:a16="http://schemas.microsoft.com/office/drawing/2014/main" id="{D6F9EA5D-3D4A-4517-BFD9-EBB323ECBAD4}"/>
              </a:ext>
            </a:extLst>
          </p:cNvPr>
          <p:cNvSpPr>
            <a:spLocks noGrp="1"/>
          </p:cNvSpPr>
          <p:nvPr/>
        </p:nvSpPr>
        <p:spPr>
          <a:xfrm>
            <a:off x="431699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5" name="Stage1_sixpanel_6246">
            <a:extLst>
              <a:ext uri="{FF2B5EF4-FFF2-40B4-BE49-F238E27FC236}">
                <a16:creationId xmlns:a16="http://schemas.microsoft.com/office/drawing/2014/main" id="{80DA84EA-8476-47A7-A677-DCC1E2BC29C4}"/>
              </a:ext>
            </a:extLst>
          </p:cNvPr>
          <p:cNvSpPr>
            <a:spLocks noGrp="1"/>
          </p:cNvSpPr>
          <p:nvPr/>
        </p:nvSpPr>
        <p:spPr>
          <a:xfrm>
            <a:off x="4301199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6" name="Stage1_sixpanel_6247">
            <a:extLst>
              <a:ext uri="{FF2B5EF4-FFF2-40B4-BE49-F238E27FC236}">
                <a16:creationId xmlns:a16="http://schemas.microsoft.com/office/drawing/2014/main" id="{9F9FB29C-7733-447B-826D-8B4FA764D665}"/>
              </a:ext>
            </a:extLst>
          </p:cNvPr>
          <p:cNvSpPr>
            <a:spLocks noGrp="1"/>
          </p:cNvSpPr>
          <p:nvPr/>
        </p:nvSpPr>
        <p:spPr>
          <a:xfrm>
            <a:off x="4214296" y="213622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7" name="Stage1_sixpanel_6248">
            <a:extLst>
              <a:ext uri="{FF2B5EF4-FFF2-40B4-BE49-F238E27FC236}">
                <a16:creationId xmlns:a16="http://schemas.microsoft.com/office/drawing/2014/main" id="{BC209058-088B-47B7-BB32-7390057F9BDB}"/>
              </a:ext>
            </a:extLst>
          </p:cNvPr>
          <p:cNvSpPr>
            <a:spLocks noGrp="1"/>
          </p:cNvSpPr>
          <p:nvPr/>
        </p:nvSpPr>
        <p:spPr>
          <a:xfrm>
            <a:off x="427552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8" name="Stage1_sixpanel_6249">
            <a:extLst>
              <a:ext uri="{FF2B5EF4-FFF2-40B4-BE49-F238E27FC236}">
                <a16:creationId xmlns:a16="http://schemas.microsoft.com/office/drawing/2014/main" id="{A35252BF-8BD1-480C-B954-89D111A5320C}"/>
              </a:ext>
            </a:extLst>
          </p:cNvPr>
          <p:cNvSpPr>
            <a:spLocks noGrp="1"/>
          </p:cNvSpPr>
          <p:nvPr/>
        </p:nvSpPr>
        <p:spPr>
          <a:xfrm>
            <a:off x="4274112" y="16219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9" name="Stage1_sixpanel_6250">
            <a:extLst>
              <a:ext uri="{FF2B5EF4-FFF2-40B4-BE49-F238E27FC236}">
                <a16:creationId xmlns:a16="http://schemas.microsoft.com/office/drawing/2014/main" id="{EE8ED753-BBC0-4D17-9C8B-265ADDDFEE08}"/>
              </a:ext>
            </a:extLst>
          </p:cNvPr>
          <p:cNvSpPr>
            <a:spLocks noGrp="1"/>
          </p:cNvSpPr>
          <p:nvPr/>
        </p:nvSpPr>
        <p:spPr>
          <a:xfrm>
            <a:off x="4321692" y="1999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0" name="Stage1_sixpanel_6251">
            <a:extLst>
              <a:ext uri="{FF2B5EF4-FFF2-40B4-BE49-F238E27FC236}">
                <a16:creationId xmlns:a16="http://schemas.microsoft.com/office/drawing/2014/main" id="{52FEC910-B481-4A4C-A6E1-6E25E095AA98}"/>
              </a:ext>
            </a:extLst>
          </p:cNvPr>
          <p:cNvSpPr>
            <a:spLocks noGrp="1"/>
          </p:cNvSpPr>
          <p:nvPr/>
        </p:nvSpPr>
        <p:spPr>
          <a:xfrm>
            <a:off x="4152709" y="24222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1" name="Stage1_sixpanel_6252">
            <a:extLst>
              <a:ext uri="{FF2B5EF4-FFF2-40B4-BE49-F238E27FC236}">
                <a16:creationId xmlns:a16="http://schemas.microsoft.com/office/drawing/2014/main" id="{F65DB48E-CFB4-4990-B98B-4897A2453A9C}"/>
              </a:ext>
            </a:extLst>
          </p:cNvPr>
          <p:cNvSpPr>
            <a:spLocks noGrp="1"/>
          </p:cNvSpPr>
          <p:nvPr/>
        </p:nvSpPr>
        <p:spPr>
          <a:xfrm>
            <a:off x="4206425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2" name="Stage1_sixpanel_6253">
            <a:extLst>
              <a:ext uri="{FF2B5EF4-FFF2-40B4-BE49-F238E27FC236}">
                <a16:creationId xmlns:a16="http://schemas.microsoft.com/office/drawing/2014/main" id="{6017E12C-0C75-4071-B8D5-D2C6279039EA}"/>
              </a:ext>
            </a:extLst>
          </p:cNvPr>
          <p:cNvSpPr>
            <a:spLocks noGrp="1"/>
          </p:cNvSpPr>
          <p:nvPr/>
        </p:nvSpPr>
        <p:spPr>
          <a:xfrm>
            <a:off x="4180583" y="226523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3" name="Stage1_sixpanel_6254">
            <a:extLst>
              <a:ext uri="{FF2B5EF4-FFF2-40B4-BE49-F238E27FC236}">
                <a16:creationId xmlns:a16="http://schemas.microsoft.com/office/drawing/2014/main" id="{9A18561A-7299-4E9D-9A49-439959BA04EF}"/>
              </a:ext>
            </a:extLst>
          </p:cNvPr>
          <p:cNvSpPr>
            <a:spLocks noGrp="1"/>
          </p:cNvSpPr>
          <p:nvPr/>
        </p:nvSpPr>
        <p:spPr>
          <a:xfrm>
            <a:off x="415135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4" name="Stage1_sixpanel_6255">
            <a:extLst>
              <a:ext uri="{FF2B5EF4-FFF2-40B4-BE49-F238E27FC236}">
                <a16:creationId xmlns:a16="http://schemas.microsoft.com/office/drawing/2014/main" id="{5F3A950D-EE11-4B37-AD14-2658BF15C196}"/>
              </a:ext>
            </a:extLst>
          </p:cNvPr>
          <p:cNvSpPr>
            <a:spLocks noGrp="1"/>
          </p:cNvSpPr>
          <p:nvPr/>
        </p:nvSpPr>
        <p:spPr>
          <a:xfrm>
            <a:off x="420530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5" name="Stage1_sixpanel_6256">
            <a:extLst>
              <a:ext uri="{FF2B5EF4-FFF2-40B4-BE49-F238E27FC236}">
                <a16:creationId xmlns:a16="http://schemas.microsoft.com/office/drawing/2014/main" id="{09933E82-2D28-444C-AA57-33848D37BD5F}"/>
              </a:ext>
            </a:extLst>
          </p:cNvPr>
          <p:cNvSpPr>
            <a:spLocks noGrp="1"/>
          </p:cNvSpPr>
          <p:nvPr/>
        </p:nvSpPr>
        <p:spPr>
          <a:xfrm>
            <a:off x="4255529" y="1798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6" name="Stage1_sixpanel_6257">
            <a:extLst>
              <a:ext uri="{FF2B5EF4-FFF2-40B4-BE49-F238E27FC236}">
                <a16:creationId xmlns:a16="http://schemas.microsoft.com/office/drawing/2014/main" id="{599F78CB-EBC2-48AD-BEC0-3A49B70ECFCE}"/>
              </a:ext>
            </a:extLst>
          </p:cNvPr>
          <p:cNvSpPr>
            <a:spLocks noGrp="1"/>
          </p:cNvSpPr>
          <p:nvPr/>
        </p:nvSpPr>
        <p:spPr>
          <a:xfrm>
            <a:off x="419668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7" name="Stage1_sixpanel_6258">
            <a:extLst>
              <a:ext uri="{FF2B5EF4-FFF2-40B4-BE49-F238E27FC236}">
                <a16:creationId xmlns:a16="http://schemas.microsoft.com/office/drawing/2014/main" id="{007FCD80-D0CA-451A-910C-956ADFD997F2}"/>
              </a:ext>
            </a:extLst>
          </p:cNvPr>
          <p:cNvSpPr>
            <a:spLocks noGrp="1"/>
          </p:cNvSpPr>
          <p:nvPr/>
        </p:nvSpPr>
        <p:spPr>
          <a:xfrm>
            <a:off x="4278417" y="13953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8" name="Stage1_sixpanel_6259">
            <a:extLst>
              <a:ext uri="{FF2B5EF4-FFF2-40B4-BE49-F238E27FC236}">
                <a16:creationId xmlns:a16="http://schemas.microsoft.com/office/drawing/2014/main" id="{E323D56A-A971-4596-B255-6D63BC72B9B0}"/>
              </a:ext>
            </a:extLst>
          </p:cNvPr>
          <p:cNvSpPr>
            <a:spLocks noGrp="1"/>
          </p:cNvSpPr>
          <p:nvPr/>
        </p:nvSpPr>
        <p:spPr>
          <a:xfrm>
            <a:off x="4259264" y="223441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9" name="Stage1_sixpanel_6260">
            <a:extLst>
              <a:ext uri="{FF2B5EF4-FFF2-40B4-BE49-F238E27FC236}">
                <a16:creationId xmlns:a16="http://schemas.microsoft.com/office/drawing/2014/main" id="{EA9907A4-180B-47C6-88FB-72F2A210E13E}"/>
              </a:ext>
            </a:extLst>
          </p:cNvPr>
          <p:cNvSpPr>
            <a:spLocks noGrp="1"/>
          </p:cNvSpPr>
          <p:nvPr/>
        </p:nvSpPr>
        <p:spPr>
          <a:xfrm>
            <a:off x="4309411" y="19833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0" name="Stage1_sixpanel_6261">
            <a:extLst>
              <a:ext uri="{FF2B5EF4-FFF2-40B4-BE49-F238E27FC236}">
                <a16:creationId xmlns:a16="http://schemas.microsoft.com/office/drawing/2014/main" id="{BCDC5B7D-DFC1-4FC1-A28B-215B13D22455}"/>
              </a:ext>
            </a:extLst>
          </p:cNvPr>
          <p:cNvSpPr>
            <a:spLocks noGrp="1"/>
          </p:cNvSpPr>
          <p:nvPr/>
        </p:nvSpPr>
        <p:spPr>
          <a:xfrm>
            <a:off x="417200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1" name="Stage1_sixpanel_6262">
            <a:extLst>
              <a:ext uri="{FF2B5EF4-FFF2-40B4-BE49-F238E27FC236}">
                <a16:creationId xmlns:a16="http://schemas.microsoft.com/office/drawing/2014/main" id="{E4C418DB-1534-4729-8000-74F960FCF58D}"/>
              </a:ext>
            </a:extLst>
          </p:cNvPr>
          <p:cNvSpPr>
            <a:spLocks noGrp="1"/>
          </p:cNvSpPr>
          <p:nvPr/>
        </p:nvSpPr>
        <p:spPr>
          <a:xfrm>
            <a:off x="4260489" y="20330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2" name="Stage1_sixpanel_6263">
            <a:extLst>
              <a:ext uri="{FF2B5EF4-FFF2-40B4-BE49-F238E27FC236}">
                <a16:creationId xmlns:a16="http://schemas.microsoft.com/office/drawing/2014/main" id="{14955877-3EF8-4413-809A-6C78780669AF}"/>
              </a:ext>
            </a:extLst>
          </p:cNvPr>
          <p:cNvSpPr>
            <a:spLocks noGrp="1"/>
          </p:cNvSpPr>
          <p:nvPr/>
        </p:nvSpPr>
        <p:spPr>
          <a:xfrm>
            <a:off x="4317311" y="231356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3" name="Stage1_sixpanel_6264">
            <a:extLst>
              <a:ext uri="{FF2B5EF4-FFF2-40B4-BE49-F238E27FC236}">
                <a16:creationId xmlns:a16="http://schemas.microsoft.com/office/drawing/2014/main" id="{0B9B7E85-F8D2-4DC1-B871-EC2693669F51}"/>
              </a:ext>
            </a:extLst>
          </p:cNvPr>
          <p:cNvSpPr>
            <a:spLocks noGrp="1"/>
          </p:cNvSpPr>
          <p:nvPr/>
        </p:nvSpPr>
        <p:spPr>
          <a:xfrm>
            <a:off x="426051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4" name="Stage1_sixpanel_6265">
            <a:extLst>
              <a:ext uri="{FF2B5EF4-FFF2-40B4-BE49-F238E27FC236}">
                <a16:creationId xmlns:a16="http://schemas.microsoft.com/office/drawing/2014/main" id="{65D65C3C-0F70-43CA-BE49-4D0FAEBB5285}"/>
              </a:ext>
            </a:extLst>
          </p:cNvPr>
          <p:cNvSpPr>
            <a:spLocks noGrp="1"/>
          </p:cNvSpPr>
          <p:nvPr/>
        </p:nvSpPr>
        <p:spPr>
          <a:xfrm>
            <a:off x="4239417" y="243961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5" name="Stage1_sixpanel_6266">
            <a:extLst>
              <a:ext uri="{FF2B5EF4-FFF2-40B4-BE49-F238E27FC236}">
                <a16:creationId xmlns:a16="http://schemas.microsoft.com/office/drawing/2014/main" id="{54D13F2C-BBF1-4E58-A31C-D5A2D33AFDEF}"/>
              </a:ext>
            </a:extLst>
          </p:cNvPr>
          <p:cNvSpPr>
            <a:spLocks noGrp="1"/>
          </p:cNvSpPr>
          <p:nvPr/>
        </p:nvSpPr>
        <p:spPr>
          <a:xfrm>
            <a:off x="4213882" y="24826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6" name="Stage1_sixpanel_6267">
            <a:extLst>
              <a:ext uri="{FF2B5EF4-FFF2-40B4-BE49-F238E27FC236}">
                <a16:creationId xmlns:a16="http://schemas.microsoft.com/office/drawing/2014/main" id="{24656D21-C2BA-4196-A1B4-91E6D41AEF19}"/>
              </a:ext>
            </a:extLst>
          </p:cNvPr>
          <p:cNvSpPr>
            <a:spLocks noGrp="1"/>
          </p:cNvSpPr>
          <p:nvPr/>
        </p:nvSpPr>
        <p:spPr>
          <a:xfrm>
            <a:off x="416125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7" name="Stage1_sixpanel_6268">
            <a:extLst>
              <a:ext uri="{FF2B5EF4-FFF2-40B4-BE49-F238E27FC236}">
                <a16:creationId xmlns:a16="http://schemas.microsoft.com/office/drawing/2014/main" id="{980E9B79-6AB9-4078-B25F-90286659B5CB}"/>
              </a:ext>
            </a:extLst>
          </p:cNvPr>
          <p:cNvSpPr>
            <a:spLocks noGrp="1"/>
          </p:cNvSpPr>
          <p:nvPr/>
        </p:nvSpPr>
        <p:spPr>
          <a:xfrm>
            <a:off x="4173741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8" name="Stage1_sixpanel_6269">
            <a:extLst>
              <a:ext uri="{FF2B5EF4-FFF2-40B4-BE49-F238E27FC236}">
                <a16:creationId xmlns:a16="http://schemas.microsoft.com/office/drawing/2014/main" id="{99C04873-98C5-47BC-8E78-2F9A58027742}"/>
              </a:ext>
            </a:extLst>
          </p:cNvPr>
          <p:cNvSpPr>
            <a:spLocks noGrp="1"/>
          </p:cNvSpPr>
          <p:nvPr/>
        </p:nvSpPr>
        <p:spPr>
          <a:xfrm>
            <a:off x="423886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9" name="Stage1_sixpanel_6270">
            <a:extLst>
              <a:ext uri="{FF2B5EF4-FFF2-40B4-BE49-F238E27FC236}">
                <a16:creationId xmlns:a16="http://schemas.microsoft.com/office/drawing/2014/main" id="{079E0D87-30D4-4D6E-A4E6-DDE8AE5043B7}"/>
              </a:ext>
            </a:extLst>
          </p:cNvPr>
          <p:cNvSpPr>
            <a:spLocks noGrp="1"/>
          </p:cNvSpPr>
          <p:nvPr/>
        </p:nvSpPr>
        <p:spPr>
          <a:xfrm>
            <a:off x="4275872" y="233331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0" name="Stage1_sixpanel_6271">
            <a:extLst>
              <a:ext uri="{FF2B5EF4-FFF2-40B4-BE49-F238E27FC236}">
                <a16:creationId xmlns:a16="http://schemas.microsoft.com/office/drawing/2014/main" id="{E294F580-04E8-409C-B27E-CBC53CF974D8}"/>
              </a:ext>
            </a:extLst>
          </p:cNvPr>
          <p:cNvSpPr>
            <a:spLocks noGrp="1"/>
          </p:cNvSpPr>
          <p:nvPr/>
        </p:nvSpPr>
        <p:spPr>
          <a:xfrm>
            <a:off x="428549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1" name="Stage1_sixpanel_6272">
            <a:extLst>
              <a:ext uri="{FF2B5EF4-FFF2-40B4-BE49-F238E27FC236}">
                <a16:creationId xmlns:a16="http://schemas.microsoft.com/office/drawing/2014/main" id="{E6236515-A023-4F53-BCE4-4B85CBADAFA9}"/>
              </a:ext>
            </a:extLst>
          </p:cNvPr>
          <p:cNvSpPr>
            <a:spLocks noGrp="1"/>
          </p:cNvSpPr>
          <p:nvPr/>
        </p:nvSpPr>
        <p:spPr>
          <a:xfrm>
            <a:off x="4179359" y="249995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2" name="Stage1_sixpanel_6273">
            <a:extLst>
              <a:ext uri="{FF2B5EF4-FFF2-40B4-BE49-F238E27FC236}">
                <a16:creationId xmlns:a16="http://schemas.microsoft.com/office/drawing/2014/main" id="{5E0152AA-F8F9-446B-BFDA-BA0E009DDD6D}"/>
              </a:ext>
            </a:extLst>
          </p:cNvPr>
          <p:cNvSpPr>
            <a:spLocks noGrp="1"/>
          </p:cNvSpPr>
          <p:nvPr/>
        </p:nvSpPr>
        <p:spPr>
          <a:xfrm>
            <a:off x="238993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3" name="Stage1_sixpanel_6274">
            <a:extLst>
              <a:ext uri="{FF2B5EF4-FFF2-40B4-BE49-F238E27FC236}">
                <a16:creationId xmlns:a16="http://schemas.microsoft.com/office/drawing/2014/main" id="{513CBD59-0D9E-46D0-9318-17A5346AABA2}"/>
              </a:ext>
            </a:extLst>
          </p:cNvPr>
          <p:cNvSpPr>
            <a:spLocks noGrp="1"/>
          </p:cNvSpPr>
          <p:nvPr/>
        </p:nvSpPr>
        <p:spPr>
          <a:xfrm>
            <a:off x="233065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4" name="Stage1_sixpanel_6275">
            <a:extLst>
              <a:ext uri="{FF2B5EF4-FFF2-40B4-BE49-F238E27FC236}">
                <a16:creationId xmlns:a16="http://schemas.microsoft.com/office/drawing/2014/main" id="{F3EE7179-82C6-45F4-86C4-D1B7E1C9FDD4}"/>
              </a:ext>
            </a:extLst>
          </p:cNvPr>
          <p:cNvSpPr>
            <a:spLocks noGrp="1"/>
          </p:cNvSpPr>
          <p:nvPr/>
        </p:nvSpPr>
        <p:spPr>
          <a:xfrm>
            <a:off x="2380100" y="259533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5" name="Stage1_sixpanel_6276">
            <a:extLst>
              <a:ext uri="{FF2B5EF4-FFF2-40B4-BE49-F238E27FC236}">
                <a16:creationId xmlns:a16="http://schemas.microsoft.com/office/drawing/2014/main" id="{92BB4A67-1188-4BCE-9532-D2F819D754A8}"/>
              </a:ext>
            </a:extLst>
          </p:cNvPr>
          <p:cNvSpPr>
            <a:spLocks noGrp="1"/>
          </p:cNvSpPr>
          <p:nvPr/>
        </p:nvSpPr>
        <p:spPr>
          <a:xfrm>
            <a:off x="242385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6" name="Stage1_sixpanel_6277">
            <a:extLst>
              <a:ext uri="{FF2B5EF4-FFF2-40B4-BE49-F238E27FC236}">
                <a16:creationId xmlns:a16="http://schemas.microsoft.com/office/drawing/2014/main" id="{A72306A8-77BF-4678-BAC5-19878A2AF76A}"/>
              </a:ext>
            </a:extLst>
          </p:cNvPr>
          <p:cNvSpPr>
            <a:spLocks noGrp="1"/>
          </p:cNvSpPr>
          <p:nvPr/>
        </p:nvSpPr>
        <p:spPr>
          <a:xfrm>
            <a:off x="2345894" y="256272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7" name="Stage1_sixpanel_6278">
            <a:extLst>
              <a:ext uri="{FF2B5EF4-FFF2-40B4-BE49-F238E27FC236}">
                <a16:creationId xmlns:a16="http://schemas.microsoft.com/office/drawing/2014/main" id="{89138B17-CDA1-4EA7-9337-B0F40F44CBCA}"/>
              </a:ext>
            </a:extLst>
          </p:cNvPr>
          <p:cNvSpPr>
            <a:spLocks noGrp="1"/>
          </p:cNvSpPr>
          <p:nvPr/>
        </p:nvSpPr>
        <p:spPr>
          <a:xfrm>
            <a:off x="234691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8" name="Stage1_sixpanel_6279">
            <a:extLst>
              <a:ext uri="{FF2B5EF4-FFF2-40B4-BE49-F238E27FC236}">
                <a16:creationId xmlns:a16="http://schemas.microsoft.com/office/drawing/2014/main" id="{6566D9EC-B7C9-4244-B2E0-61AEE3830661}"/>
              </a:ext>
            </a:extLst>
          </p:cNvPr>
          <p:cNvSpPr>
            <a:spLocks noGrp="1"/>
          </p:cNvSpPr>
          <p:nvPr/>
        </p:nvSpPr>
        <p:spPr>
          <a:xfrm>
            <a:off x="233201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9" name="Stage1_sixpanel_6280">
            <a:extLst>
              <a:ext uri="{FF2B5EF4-FFF2-40B4-BE49-F238E27FC236}">
                <a16:creationId xmlns:a16="http://schemas.microsoft.com/office/drawing/2014/main" id="{F1CC6388-AD45-4FD2-A1DC-2CB137AF32DC}"/>
              </a:ext>
            </a:extLst>
          </p:cNvPr>
          <p:cNvSpPr>
            <a:spLocks noGrp="1"/>
          </p:cNvSpPr>
          <p:nvPr/>
        </p:nvSpPr>
        <p:spPr>
          <a:xfrm>
            <a:off x="2290125" y="257929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0" name="Stage1_sixpanel_6281">
            <a:extLst>
              <a:ext uri="{FF2B5EF4-FFF2-40B4-BE49-F238E27FC236}">
                <a16:creationId xmlns:a16="http://schemas.microsoft.com/office/drawing/2014/main" id="{BE16E910-E225-46AE-AE24-AA9B91D35AA5}"/>
              </a:ext>
            </a:extLst>
          </p:cNvPr>
          <p:cNvSpPr>
            <a:spLocks noGrp="1"/>
          </p:cNvSpPr>
          <p:nvPr/>
        </p:nvSpPr>
        <p:spPr>
          <a:xfrm>
            <a:off x="239985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1" name="Stage1_sixpanel_6282">
            <a:extLst>
              <a:ext uri="{FF2B5EF4-FFF2-40B4-BE49-F238E27FC236}">
                <a16:creationId xmlns:a16="http://schemas.microsoft.com/office/drawing/2014/main" id="{24147B27-7504-4F99-B2FD-DCA77DD2F908}"/>
              </a:ext>
            </a:extLst>
          </p:cNvPr>
          <p:cNvSpPr>
            <a:spLocks noGrp="1"/>
          </p:cNvSpPr>
          <p:nvPr/>
        </p:nvSpPr>
        <p:spPr>
          <a:xfrm>
            <a:off x="2370209" y="25957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2" name="Stage1_sixpanel_6283">
            <a:extLst>
              <a:ext uri="{FF2B5EF4-FFF2-40B4-BE49-F238E27FC236}">
                <a16:creationId xmlns:a16="http://schemas.microsoft.com/office/drawing/2014/main" id="{8D4047C4-BF51-41DD-B7B4-C76131EAD646}"/>
              </a:ext>
            </a:extLst>
          </p:cNvPr>
          <p:cNvSpPr>
            <a:spLocks noGrp="1"/>
          </p:cNvSpPr>
          <p:nvPr/>
        </p:nvSpPr>
        <p:spPr>
          <a:xfrm>
            <a:off x="2358318" y="21243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3" name="Stage1_sixpanel_6284">
            <a:extLst>
              <a:ext uri="{FF2B5EF4-FFF2-40B4-BE49-F238E27FC236}">
                <a16:creationId xmlns:a16="http://schemas.microsoft.com/office/drawing/2014/main" id="{835E5497-D5E6-4466-AFC8-0005270232C0}"/>
              </a:ext>
            </a:extLst>
          </p:cNvPr>
          <p:cNvSpPr>
            <a:spLocks noGrp="1"/>
          </p:cNvSpPr>
          <p:nvPr/>
        </p:nvSpPr>
        <p:spPr>
          <a:xfrm>
            <a:off x="2286463" y="242016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4" name="Stage1_sixpanel_6285">
            <a:extLst>
              <a:ext uri="{FF2B5EF4-FFF2-40B4-BE49-F238E27FC236}">
                <a16:creationId xmlns:a16="http://schemas.microsoft.com/office/drawing/2014/main" id="{B00A99AD-3B1E-4EEE-8D80-2921714A7B33}"/>
              </a:ext>
            </a:extLst>
          </p:cNvPr>
          <p:cNvSpPr>
            <a:spLocks noGrp="1"/>
          </p:cNvSpPr>
          <p:nvPr/>
        </p:nvSpPr>
        <p:spPr>
          <a:xfrm>
            <a:off x="2427486" y="259505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5" name="Stage1_sixpanel_6286">
            <a:extLst>
              <a:ext uri="{FF2B5EF4-FFF2-40B4-BE49-F238E27FC236}">
                <a16:creationId xmlns:a16="http://schemas.microsoft.com/office/drawing/2014/main" id="{18FB9E2B-9624-4122-A860-138231BE740C}"/>
              </a:ext>
            </a:extLst>
          </p:cNvPr>
          <p:cNvSpPr>
            <a:spLocks noGrp="1"/>
          </p:cNvSpPr>
          <p:nvPr/>
        </p:nvSpPr>
        <p:spPr>
          <a:xfrm>
            <a:off x="244203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6" name="Stage1_sixpanel_6287">
            <a:extLst>
              <a:ext uri="{FF2B5EF4-FFF2-40B4-BE49-F238E27FC236}">
                <a16:creationId xmlns:a16="http://schemas.microsoft.com/office/drawing/2014/main" id="{83ABCE69-BC5F-48BD-AAC9-C3A6CE95BE37}"/>
              </a:ext>
            </a:extLst>
          </p:cNvPr>
          <p:cNvSpPr>
            <a:spLocks noGrp="1"/>
          </p:cNvSpPr>
          <p:nvPr/>
        </p:nvSpPr>
        <p:spPr>
          <a:xfrm>
            <a:off x="2300023" y="230086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7" name="Stage1_sixpanel_6288">
            <a:extLst>
              <a:ext uri="{FF2B5EF4-FFF2-40B4-BE49-F238E27FC236}">
                <a16:creationId xmlns:a16="http://schemas.microsoft.com/office/drawing/2014/main" id="{CB78836B-166A-40E6-8011-C816DEB45A74}"/>
              </a:ext>
            </a:extLst>
          </p:cNvPr>
          <p:cNvSpPr>
            <a:spLocks noGrp="1"/>
          </p:cNvSpPr>
          <p:nvPr/>
        </p:nvSpPr>
        <p:spPr>
          <a:xfrm>
            <a:off x="2277083" y="258874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8" name="Stage1_sixpanel_6289">
            <a:extLst>
              <a:ext uri="{FF2B5EF4-FFF2-40B4-BE49-F238E27FC236}">
                <a16:creationId xmlns:a16="http://schemas.microsoft.com/office/drawing/2014/main" id="{D650DF34-00F4-44C0-8339-0243648B9A24}"/>
              </a:ext>
            </a:extLst>
          </p:cNvPr>
          <p:cNvSpPr>
            <a:spLocks noGrp="1"/>
          </p:cNvSpPr>
          <p:nvPr/>
        </p:nvSpPr>
        <p:spPr>
          <a:xfrm>
            <a:off x="242790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9" name="Stage1_sixpanel_6290">
            <a:extLst>
              <a:ext uri="{FF2B5EF4-FFF2-40B4-BE49-F238E27FC236}">
                <a16:creationId xmlns:a16="http://schemas.microsoft.com/office/drawing/2014/main" id="{B689D70D-F693-4D5F-A8A6-7DDDF5FA9BF3}"/>
              </a:ext>
            </a:extLst>
          </p:cNvPr>
          <p:cNvSpPr>
            <a:spLocks noGrp="1"/>
          </p:cNvSpPr>
          <p:nvPr/>
        </p:nvSpPr>
        <p:spPr>
          <a:xfrm>
            <a:off x="2318330" y="231464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0" name="Stage1_sixpanel_6291">
            <a:extLst>
              <a:ext uri="{FF2B5EF4-FFF2-40B4-BE49-F238E27FC236}">
                <a16:creationId xmlns:a16="http://schemas.microsoft.com/office/drawing/2014/main" id="{1D21D132-C533-4FBC-93E9-55043A596E32}"/>
              </a:ext>
            </a:extLst>
          </p:cNvPr>
          <p:cNvSpPr>
            <a:spLocks noGrp="1"/>
          </p:cNvSpPr>
          <p:nvPr/>
        </p:nvSpPr>
        <p:spPr>
          <a:xfrm>
            <a:off x="2317096" y="25310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1" name="Stage1_sixpanel_6292">
            <a:extLst>
              <a:ext uri="{FF2B5EF4-FFF2-40B4-BE49-F238E27FC236}">
                <a16:creationId xmlns:a16="http://schemas.microsoft.com/office/drawing/2014/main" id="{7B7C27DD-F5F5-447A-BF1D-276ACE040EAA}"/>
              </a:ext>
            </a:extLst>
          </p:cNvPr>
          <p:cNvSpPr>
            <a:spLocks noGrp="1"/>
          </p:cNvSpPr>
          <p:nvPr/>
        </p:nvSpPr>
        <p:spPr>
          <a:xfrm>
            <a:off x="2374936" y="25826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2" name="Stage1_sixpanel_6293">
            <a:extLst>
              <a:ext uri="{FF2B5EF4-FFF2-40B4-BE49-F238E27FC236}">
                <a16:creationId xmlns:a16="http://schemas.microsoft.com/office/drawing/2014/main" id="{E2A1553B-76C2-4490-B20E-CF5CFF11A030}"/>
              </a:ext>
            </a:extLst>
          </p:cNvPr>
          <p:cNvSpPr>
            <a:spLocks noGrp="1"/>
          </p:cNvSpPr>
          <p:nvPr/>
        </p:nvSpPr>
        <p:spPr>
          <a:xfrm>
            <a:off x="2385557" y="255000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3" name="Stage1_sixpanel_6294">
            <a:extLst>
              <a:ext uri="{FF2B5EF4-FFF2-40B4-BE49-F238E27FC236}">
                <a16:creationId xmlns:a16="http://schemas.microsoft.com/office/drawing/2014/main" id="{9FD3E0F4-94B6-4FF0-8BEA-420AA393AB97}"/>
              </a:ext>
            </a:extLst>
          </p:cNvPr>
          <p:cNvSpPr>
            <a:spLocks noGrp="1"/>
          </p:cNvSpPr>
          <p:nvPr/>
        </p:nvSpPr>
        <p:spPr>
          <a:xfrm>
            <a:off x="244474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4" name="Stage1_sixpanel_6295">
            <a:extLst>
              <a:ext uri="{FF2B5EF4-FFF2-40B4-BE49-F238E27FC236}">
                <a16:creationId xmlns:a16="http://schemas.microsoft.com/office/drawing/2014/main" id="{65A8A435-07B3-44D7-9A41-742D800189A8}"/>
              </a:ext>
            </a:extLst>
          </p:cNvPr>
          <p:cNvSpPr>
            <a:spLocks noGrp="1"/>
          </p:cNvSpPr>
          <p:nvPr/>
        </p:nvSpPr>
        <p:spPr>
          <a:xfrm>
            <a:off x="2359762" y="232554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5" name="Stage1_sixpanel_6296">
            <a:extLst>
              <a:ext uri="{FF2B5EF4-FFF2-40B4-BE49-F238E27FC236}">
                <a16:creationId xmlns:a16="http://schemas.microsoft.com/office/drawing/2014/main" id="{748B51B0-F481-4DEE-8007-3D38EEA182E4}"/>
              </a:ext>
            </a:extLst>
          </p:cNvPr>
          <p:cNvSpPr>
            <a:spLocks noGrp="1"/>
          </p:cNvSpPr>
          <p:nvPr/>
        </p:nvSpPr>
        <p:spPr>
          <a:xfrm>
            <a:off x="2378698" y="21149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6" name="Stage1_sixpanel_6297">
            <a:extLst>
              <a:ext uri="{FF2B5EF4-FFF2-40B4-BE49-F238E27FC236}">
                <a16:creationId xmlns:a16="http://schemas.microsoft.com/office/drawing/2014/main" id="{29602121-5A40-4DC6-9AD0-DCF47A97C9C5}"/>
              </a:ext>
            </a:extLst>
          </p:cNvPr>
          <p:cNvSpPr>
            <a:spLocks noGrp="1"/>
          </p:cNvSpPr>
          <p:nvPr/>
        </p:nvSpPr>
        <p:spPr>
          <a:xfrm>
            <a:off x="234815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7" name="Stage1_sixpanel_6298">
            <a:extLst>
              <a:ext uri="{FF2B5EF4-FFF2-40B4-BE49-F238E27FC236}">
                <a16:creationId xmlns:a16="http://schemas.microsoft.com/office/drawing/2014/main" id="{43F1EF2A-7F14-4B5B-AE4E-A36828E9EBE2}"/>
              </a:ext>
            </a:extLst>
          </p:cNvPr>
          <p:cNvSpPr>
            <a:spLocks noGrp="1"/>
          </p:cNvSpPr>
          <p:nvPr/>
        </p:nvSpPr>
        <p:spPr>
          <a:xfrm>
            <a:off x="22913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8" name="Stage1_sixpanel_6299">
            <a:extLst>
              <a:ext uri="{FF2B5EF4-FFF2-40B4-BE49-F238E27FC236}">
                <a16:creationId xmlns:a16="http://schemas.microsoft.com/office/drawing/2014/main" id="{8EA3218D-3196-44C8-BB74-0352CADAB278}"/>
              </a:ext>
            </a:extLst>
          </p:cNvPr>
          <p:cNvSpPr>
            <a:spLocks noGrp="1"/>
          </p:cNvSpPr>
          <p:nvPr/>
        </p:nvSpPr>
        <p:spPr>
          <a:xfrm>
            <a:off x="2292006" y="259581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9" name="Stage1_sixpanel_6300">
            <a:extLst>
              <a:ext uri="{FF2B5EF4-FFF2-40B4-BE49-F238E27FC236}">
                <a16:creationId xmlns:a16="http://schemas.microsoft.com/office/drawing/2014/main" id="{6C7BE632-2EA8-4D09-9927-96E79E0D6B4F}"/>
              </a:ext>
            </a:extLst>
          </p:cNvPr>
          <p:cNvSpPr>
            <a:spLocks noGrp="1"/>
          </p:cNvSpPr>
          <p:nvPr/>
        </p:nvSpPr>
        <p:spPr>
          <a:xfrm>
            <a:off x="233171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0" name="Stage1_sixpanel_6301">
            <a:extLst>
              <a:ext uri="{FF2B5EF4-FFF2-40B4-BE49-F238E27FC236}">
                <a16:creationId xmlns:a16="http://schemas.microsoft.com/office/drawing/2014/main" id="{B6499D15-5E06-4815-8841-A8B0FF67EBD1}"/>
              </a:ext>
            </a:extLst>
          </p:cNvPr>
          <p:cNvSpPr>
            <a:spLocks noGrp="1"/>
          </p:cNvSpPr>
          <p:nvPr/>
        </p:nvSpPr>
        <p:spPr>
          <a:xfrm>
            <a:off x="2287860" y="256423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1" name="Stage1_sixpanel_6302">
            <a:extLst>
              <a:ext uri="{FF2B5EF4-FFF2-40B4-BE49-F238E27FC236}">
                <a16:creationId xmlns:a16="http://schemas.microsoft.com/office/drawing/2014/main" id="{1CBBF6E9-2FFA-4C0A-BF6D-DE53DF7852E9}"/>
              </a:ext>
            </a:extLst>
          </p:cNvPr>
          <p:cNvSpPr>
            <a:spLocks noGrp="1"/>
          </p:cNvSpPr>
          <p:nvPr/>
        </p:nvSpPr>
        <p:spPr>
          <a:xfrm>
            <a:off x="2313512" y="240396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2" name="Stage1_sixpanel_6303">
            <a:extLst>
              <a:ext uri="{FF2B5EF4-FFF2-40B4-BE49-F238E27FC236}">
                <a16:creationId xmlns:a16="http://schemas.microsoft.com/office/drawing/2014/main" id="{ED06BB7F-3A85-4876-9F04-69C00E996A1C}"/>
              </a:ext>
            </a:extLst>
          </p:cNvPr>
          <p:cNvSpPr>
            <a:spLocks noGrp="1"/>
          </p:cNvSpPr>
          <p:nvPr/>
        </p:nvSpPr>
        <p:spPr>
          <a:xfrm>
            <a:off x="241387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3" name="Stage1_sixpanel_6304">
            <a:extLst>
              <a:ext uri="{FF2B5EF4-FFF2-40B4-BE49-F238E27FC236}">
                <a16:creationId xmlns:a16="http://schemas.microsoft.com/office/drawing/2014/main" id="{210943D9-F04D-47A2-A9BE-27E7BA163E01}"/>
              </a:ext>
            </a:extLst>
          </p:cNvPr>
          <p:cNvSpPr>
            <a:spLocks noGrp="1"/>
          </p:cNvSpPr>
          <p:nvPr/>
        </p:nvSpPr>
        <p:spPr>
          <a:xfrm>
            <a:off x="2353729" y="221245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4" name="Stage1_sixpanel_6305">
            <a:extLst>
              <a:ext uri="{FF2B5EF4-FFF2-40B4-BE49-F238E27FC236}">
                <a16:creationId xmlns:a16="http://schemas.microsoft.com/office/drawing/2014/main" id="{B024CBD9-55DD-43CA-AA30-6DDAFD13B92C}"/>
              </a:ext>
            </a:extLst>
          </p:cNvPr>
          <p:cNvSpPr>
            <a:spLocks noGrp="1"/>
          </p:cNvSpPr>
          <p:nvPr/>
        </p:nvSpPr>
        <p:spPr>
          <a:xfrm>
            <a:off x="237455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5" name="Stage1_sixpanel_6306">
            <a:extLst>
              <a:ext uri="{FF2B5EF4-FFF2-40B4-BE49-F238E27FC236}">
                <a16:creationId xmlns:a16="http://schemas.microsoft.com/office/drawing/2014/main" id="{CA580107-7F92-4AC5-BBA2-B00C9F82BAAC}"/>
              </a:ext>
            </a:extLst>
          </p:cNvPr>
          <p:cNvSpPr>
            <a:spLocks noGrp="1"/>
          </p:cNvSpPr>
          <p:nvPr/>
        </p:nvSpPr>
        <p:spPr>
          <a:xfrm>
            <a:off x="2404936" y="260247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6" name="Stage1_sixpanel_6307">
            <a:extLst>
              <a:ext uri="{FF2B5EF4-FFF2-40B4-BE49-F238E27FC236}">
                <a16:creationId xmlns:a16="http://schemas.microsoft.com/office/drawing/2014/main" id="{08FCCFF1-D1D5-4599-A58F-B4730CB80C77}"/>
              </a:ext>
            </a:extLst>
          </p:cNvPr>
          <p:cNvSpPr>
            <a:spLocks noGrp="1"/>
          </p:cNvSpPr>
          <p:nvPr/>
        </p:nvSpPr>
        <p:spPr>
          <a:xfrm>
            <a:off x="233589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7" name="Stage1_sixpanel_6308">
            <a:extLst>
              <a:ext uri="{FF2B5EF4-FFF2-40B4-BE49-F238E27FC236}">
                <a16:creationId xmlns:a16="http://schemas.microsoft.com/office/drawing/2014/main" id="{5E30F712-CF9D-44F8-8397-13A64A43E488}"/>
              </a:ext>
            </a:extLst>
          </p:cNvPr>
          <p:cNvSpPr>
            <a:spLocks noGrp="1"/>
          </p:cNvSpPr>
          <p:nvPr/>
        </p:nvSpPr>
        <p:spPr>
          <a:xfrm>
            <a:off x="23906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8" name="Stage1_sixpanel_6309">
            <a:extLst>
              <a:ext uri="{FF2B5EF4-FFF2-40B4-BE49-F238E27FC236}">
                <a16:creationId xmlns:a16="http://schemas.microsoft.com/office/drawing/2014/main" id="{11F92F62-552F-4284-AD18-5F5FF7BB8BA2}"/>
              </a:ext>
            </a:extLst>
          </p:cNvPr>
          <p:cNvSpPr>
            <a:spLocks noGrp="1"/>
          </p:cNvSpPr>
          <p:nvPr/>
        </p:nvSpPr>
        <p:spPr>
          <a:xfrm>
            <a:off x="239063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9" name="Stage1_sixpanel_6310">
            <a:extLst>
              <a:ext uri="{FF2B5EF4-FFF2-40B4-BE49-F238E27FC236}">
                <a16:creationId xmlns:a16="http://schemas.microsoft.com/office/drawing/2014/main" id="{7CD1F17F-E7AA-45CC-B5EE-7C8480793664}"/>
              </a:ext>
            </a:extLst>
          </p:cNvPr>
          <p:cNvSpPr>
            <a:spLocks noGrp="1"/>
          </p:cNvSpPr>
          <p:nvPr/>
        </p:nvSpPr>
        <p:spPr>
          <a:xfrm>
            <a:off x="2329468" y="260104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0" name="Stage1_sixpanel_6311">
            <a:extLst>
              <a:ext uri="{FF2B5EF4-FFF2-40B4-BE49-F238E27FC236}">
                <a16:creationId xmlns:a16="http://schemas.microsoft.com/office/drawing/2014/main" id="{B176F2A4-D8C8-42A7-A169-37FD639433E9}"/>
              </a:ext>
            </a:extLst>
          </p:cNvPr>
          <p:cNvSpPr>
            <a:spLocks noGrp="1"/>
          </p:cNvSpPr>
          <p:nvPr/>
        </p:nvSpPr>
        <p:spPr>
          <a:xfrm>
            <a:off x="228217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1" name="Stage1_sixpanel_6312">
            <a:extLst>
              <a:ext uri="{FF2B5EF4-FFF2-40B4-BE49-F238E27FC236}">
                <a16:creationId xmlns:a16="http://schemas.microsoft.com/office/drawing/2014/main" id="{BBE0170E-6E09-4E5B-B32D-D9850FD0AFEE}"/>
              </a:ext>
            </a:extLst>
          </p:cNvPr>
          <p:cNvSpPr>
            <a:spLocks noGrp="1"/>
          </p:cNvSpPr>
          <p:nvPr/>
        </p:nvSpPr>
        <p:spPr>
          <a:xfrm>
            <a:off x="2415747" y="24859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2" name="Stage1_sixpanel_6313">
            <a:extLst>
              <a:ext uri="{FF2B5EF4-FFF2-40B4-BE49-F238E27FC236}">
                <a16:creationId xmlns:a16="http://schemas.microsoft.com/office/drawing/2014/main" id="{FAACA67E-6C08-4FFE-97A4-1A653225C7A2}"/>
              </a:ext>
            </a:extLst>
          </p:cNvPr>
          <p:cNvSpPr>
            <a:spLocks noGrp="1"/>
          </p:cNvSpPr>
          <p:nvPr/>
        </p:nvSpPr>
        <p:spPr>
          <a:xfrm>
            <a:off x="230957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3" name="Stage1_sixpanel_6314">
            <a:extLst>
              <a:ext uri="{FF2B5EF4-FFF2-40B4-BE49-F238E27FC236}">
                <a16:creationId xmlns:a16="http://schemas.microsoft.com/office/drawing/2014/main" id="{C3AE8A4D-07E6-4541-A7E9-85D65F0CB7A3}"/>
              </a:ext>
            </a:extLst>
          </p:cNvPr>
          <p:cNvSpPr>
            <a:spLocks noGrp="1"/>
          </p:cNvSpPr>
          <p:nvPr/>
        </p:nvSpPr>
        <p:spPr>
          <a:xfrm>
            <a:off x="2362186" y="168960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4" name="Stage1_sixpanel_6315">
            <a:extLst>
              <a:ext uri="{FF2B5EF4-FFF2-40B4-BE49-F238E27FC236}">
                <a16:creationId xmlns:a16="http://schemas.microsoft.com/office/drawing/2014/main" id="{8A867807-378C-4FEF-9AB0-667C5DC5497A}"/>
              </a:ext>
            </a:extLst>
          </p:cNvPr>
          <p:cNvSpPr>
            <a:spLocks noGrp="1"/>
          </p:cNvSpPr>
          <p:nvPr/>
        </p:nvSpPr>
        <p:spPr>
          <a:xfrm>
            <a:off x="229443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5" name="Stage1_sixpanel_6316">
            <a:extLst>
              <a:ext uri="{FF2B5EF4-FFF2-40B4-BE49-F238E27FC236}">
                <a16:creationId xmlns:a16="http://schemas.microsoft.com/office/drawing/2014/main" id="{E0B3DF64-5DB4-422E-9E71-5E35863920C4}"/>
              </a:ext>
            </a:extLst>
          </p:cNvPr>
          <p:cNvSpPr>
            <a:spLocks noGrp="1"/>
          </p:cNvSpPr>
          <p:nvPr/>
        </p:nvSpPr>
        <p:spPr>
          <a:xfrm>
            <a:off x="230131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6" name="Stage1_sixpanel_6317">
            <a:extLst>
              <a:ext uri="{FF2B5EF4-FFF2-40B4-BE49-F238E27FC236}">
                <a16:creationId xmlns:a16="http://schemas.microsoft.com/office/drawing/2014/main" id="{50191998-D4E7-478A-81A9-D977BB1C7774}"/>
              </a:ext>
            </a:extLst>
          </p:cNvPr>
          <p:cNvSpPr>
            <a:spLocks noGrp="1"/>
          </p:cNvSpPr>
          <p:nvPr/>
        </p:nvSpPr>
        <p:spPr>
          <a:xfrm>
            <a:off x="231142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7" name="Stage1_sixpanel_6318">
            <a:extLst>
              <a:ext uri="{FF2B5EF4-FFF2-40B4-BE49-F238E27FC236}">
                <a16:creationId xmlns:a16="http://schemas.microsoft.com/office/drawing/2014/main" id="{E76675DE-364A-4567-8302-1792D3E2C742}"/>
              </a:ext>
            </a:extLst>
          </p:cNvPr>
          <p:cNvSpPr>
            <a:spLocks noGrp="1"/>
          </p:cNvSpPr>
          <p:nvPr/>
        </p:nvSpPr>
        <p:spPr>
          <a:xfrm>
            <a:off x="227838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8" name="Stage1_sixpanel_6319">
            <a:extLst>
              <a:ext uri="{FF2B5EF4-FFF2-40B4-BE49-F238E27FC236}">
                <a16:creationId xmlns:a16="http://schemas.microsoft.com/office/drawing/2014/main" id="{AA78F4E6-7845-4384-A376-5D47754A0F6A}"/>
              </a:ext>
            </a:extLst>
          </p:cNvPr>
          <p:cNvSpPr>
            <a:spLocks noGrp="1"/>
          </p:cNvSpPr>
          <p:nvPr/>
        </p:nvSpPr>
        <p:spPr>
          <a:xfrm>
            <a:off x="2432149" y="259208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9" name="Stage1_sixpanel_6320">
            <a:extLst>
              <a:ext uri="{FF2B5EF4-FFF2-40B4-BE49-F238E27FC236}">
                <a16:creationId xmlns:a16="http://schemas.microsoft.com/office/drawing/2014/main" id="{59F939CD-4899-475A-9201-540D013691FF}"/>
              </a:ext>
            </a:extLst>
          </p:cNvPr>
          <p:cNvSpPr>
            <a:spLocks noGrp="1"/>
          </p:cNvSpPr>
          <p:nvPr/>
        </p:nvSpPr>
        <p:spPr>
          <a:xfrm>
            <a:off x="228707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0" name="Stage1_sixpanel_6321">
            <a:extLst>
              <a:ext uri="{FF2B5EF4-FFF2-40B4-BE49-F238E27FC236}">
                <a16:creationId xmlns:a16="http://schemas.microsoft.com/office/drawing/2014/main" id="{A865E954-766B-440C-94B7-18EE1232D7C9}"/>
              </a:ext>
            </a:extLst>
          </p:cNvPr>
          <p:cNvSpPr>
            <a:spLocks noGrp="1"/>
          </p:cNvSpPr>
          <p:nvPr/>
        </p:nvSpPr>
        <p:spPr>
          <a:xfrm>
            <a:off x="2290977" y="259470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1" name="Stage1_sixpanel_6322">
            <a:extLst>
              <a:ext uri="{FF2B5EF4-FFF2-40B4-BE49-F238E27FC236}">
                <a16:creationId xmlns:a16="http://schemas.microsoft.com/office/drawing/2014/main" id="{3EE20F20-34CF-44DD-8FDA-30E82DF07445}"/>
              </a:ext>
            </a:extLst>
          </p:cNvPr>
          <p:cNvSpPr>
            <a:spLocks noGrp="1"/>
          </p:cNvSpPr>
          <p:nvPr/>
        </p:nvSpPr>
        <p:spPr>
          <a:xfrm>
            <a:off x="2430134" y="180263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2" name="Stage1_sixpanel_6323">
            <a:extLst>
              <a:ext uri="{FF2B5EF4-FFF2-40B4-BE49-F238E27FC236}">
                <a16:creationId xmlns:a16="http://schemas.microsoft.com/office/drawing/2014/main" id="{CEEE6E8C-B085-40E3-A1FB-D3A9662FEB85}"/>
              </a:ext>
            </a:extLst>
          </p:cNvPr>
          <p:cNvSpPr>
            <a:spLocks noGrp="1"/>
          </p:cNvSpPr>
          <p:nvPr/>
        </p:nvSpPr>
        <p:spPr>
          <a:xfrm>
            <a:off x="2367939" y="26011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3" name="Stage1_sixpanel_6324">
            <a:extLst>
              <a:ext uri="{FF2B5EF4-FFF2-40B4-BE49-F238E27FC236}">
                <a16:creationId xmlns:a16="http://schemas.microsoft.com/office/drawing/2014/main" id="{2E10A872-E1CC-4086-AC28-4608886E94BC}"/>
              </a:ext>
            </a:extLst>
          </p:cNvPr>
          <p:cNvSpPr>
            <a:spLocks noGrp="1"/>
          </p:cNvSpPr>
          <p:nvPr/>
        </p:nvSpPr>
        <p:spPr>
          <a:xfrm>
            <a:off x="23779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4" name="Stage1_sixpanel_6325">
            <a:extLst>
              <a:ext uri="{FF2B5EF4-FFF2-40B4-BE49-F238E27FC236}">
                <a16:creationId xmlns:a16="http://schemas.microsoft.com/office/drawing/2014/main" id="{FA0E5581-85B8-48B4-8E33-75FE4A604A48}"/>
              </a:ext>
            </a:extLst>
          </p:cNvPr>
          <p:cNvSpPr>
            <a:spLocks noGrp="1"/>
          </p:cNvSpPr>
          <p:nvPr/>
        </p:nvSpPr>
        <p:spPr>
          <a:xfrm>
            <a:off x="2348735" y="251864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5" name="Stage1_sixpanel_6326">
            <a:extLst>
              <a:ext uri="{FF2B5EF4-FFF2-40B4-BE49-F238E27FC236}">
                <a16:creationId xmlns:a16="http://schemas.microsoft.com/office/drawing/2014/main" id="{D78B9D37-C491-471E-9CDC-FA9D57ACF195}"/>
              </a:ext>
            </a:extLst>
          </p:cNvPr>
          <p:cNvSpPr>
            <a:spLocks noGrp="1"/>
          </p:cNvSpPr>
          <p:nvPr/>
        </p:nvSpPr>
        <p:spPr>
          <a:xfrm>
            <a:off x="2335106" y="18432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6" name="Stage1_sixpanel_6327">
            <a:extLst>
              <a:ext uri="{FF2B5EF4-FFF2-40B4-BE49-F238E27FC236}">
                <a16:creationId xmlns:a16="http://schemas.microsoft.com/office/drawing/2014/main" id="{7CE68751-44DC-4238-AF4B-4860E77D06D1}"/>
              </a:ext>
            </a:extLst>
          </p:cNvPr>
          <p:cNvSpPr>
            <a:spLocks noGrp="1"/>
          </p:cNvSpPr>
          <p:nvPr/>
        </p:nvSpPr>
        <p:spPr>
          <a:xfrm>
            <a:off x="230419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7" name="Stage1_sixpanel_6328">
            <a:extLst>
              <a:ext uri="{FF2B5EF4-FFF2-40B4-BE49-F238E27FC236}">
                <a16:creationId xmlns:a16="http://schemas.microsoft.com/office/drawing/2014/main" id="{19FD2D8C-9992-4042-B8B8-20D8056CABC2}"/>
              </a:ext>
            </a:extLst>
          </p:cNvPr>
          <p:cNvSpPr>
            <a:spLocks noGrp="1"/>
          </p:cNvSpPr>
          <p:nvPr/>
        </p:nvSpPr>
        <p:spPr>
          <a:xfrm>
            <a:off x="2334088" y="259344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8" name="Stage1_sixpanel_6329">
            <a:extLst>
              <a:ext uri="{FF2B5EF4-FFF2-40B4-BE49-F238E27FC236}">
                <a16:creationId xmlns:a16="http://schemas.microsoft.com/office/drawing/2014/main" id="{8337C194-C0CB-468E-BD33-2ED6D4BD12EF}"/>
              </a:ext>
            </a:extLst>
          </p:cNvPr>
          <p:cNvSpPr>
            <a:spLocks noGrp="1"/>
          </p:cNvSpPr>
          <p:nvPr/>
        </p:nvSpPr>
        <p:spPr>
          <a:xfrm>
            <a:off x="2366659" y="24894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9" name="Stage1_sixpanel_6330">
            <a:extLst>
              <a:ext uri="{FF2B5EF4-FFF2-40B4-BE49-F238E27FC236}">
                <a16:creationId xmlns:a16="http://schemas.microsoft.com/office/drawing/2014/main" id="{3BE6523D-9970-4F1D-93B1-14AEDDD694E9}"/>
              </a:ext>
            </a:extLst>
          </p:cNvPr>
          <p:cNvSpPr>
            <a:spLocks noGrp="1"/>
          </p:cNvSpPr>
          <p:nvPr/>
        </p:nvSpPr>
        <p:spPr>
          <a:xfrm>
            <a:off x="2386438" y="238793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0" name="Stage1_sixpanel_6331">
            <a:extLst>
              <a:ext uri="{FF2B5EF4-FFF2-40B4-BE49-F238E27FC236}">
                <a16:creationId xmlns:a16="http://schemas.microsoft.com/office/drawing/2014/main" id="{08FBAAAA-0560-4084-93AF-544A79A3F162}"/>
              </a:ext>
            </a:extLst>
          </p:cNvPr>
          <p:cNvSpPr>
            <a:spLocks noGrp="1"/>
          </p:cNvSpPr>
          <p:nvPr/>
        </p:nvSpPr>
        <p:spPr>
          <a:xfrm>
            <a:off x="2300282" y="16886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1" name="Stage1_sixpanel_6332">
            <a:extLst>
              <a:ext uri="{FF2B5EF4-FFF2-40B4-BE49-F238E27FC236}">
                <a16:creationId xmlns:a16="http://schemas.microsoft.com/office/drawing/2014/main" id="{304B8B43-EC85-47C4-8AF1-2F0829E9EE32}"/>
              </a:ext>
            </a:extLst>
          </p:cNvPr>
          <p:cNvSpPr>
            <a:spLocks noGrp="1"/>
          </p:cNvSpPr>
          <p:nvPr/>
        </p:nvSpPr>
        <p:spPr>
          <a:xfrm>
            <a:off x="2418991" y="259693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2" name="Stage1_sixpanel_6333">
            <a:extLst>
              <a:ext uri="{FF2B5EF4-FFF2-40B4-BE49-F238E27FC236}">
                <a16:creationId xmlns:a16="http://schemas.microsoft.com/office/drawing/2014/main" id="{94D436AB-D161-4550-A165-DA65FE71BC5D}"/>
              </a:ext>
            </a:extLst>
          </p:cNvPr>
          <p:cNvSpPr>
            <a:spLocks noGrp="1"/>
          </p:cNvSpPr>
          <p:nvPr/>
        </p:nvSpPr>
        <p:spPr>
          <a:xfrm>
            <a:off x="2393414" y="256366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3" name="Stage1_sixpanel_6334">
            <a:extLst>
              <a:ext uri="{FF2B5EF4-FFF2-40B4-BE49-F238E27FC236}">
                <a16:creationId xmlns:a16="http://schemas.microsoft.com/office/drawing/2014/main" id="{797BB3B6-F9A7-4239-8C16-ED613C25ECFA}"/>
              </a:ext>
            </a:extLst>
          </p:cNvPr>
          <p:cNvSpPr>
            <a:spLocks noGrp="1"/>
          </p:cNvSpPr>
          <p:nvPr/>
        </p:nvSpPr>
        <p:spPr>
          <a:xfrm>
            <a:off x="237464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4" name="Stage1_sixpanel_6335">
            <a:extLst>
              <a:ext uri="{FF2B5EF4-FFF2-40B4-BE49-F238E27FC236}">
                <a16:creationId xmlns:a16="http://schemas.microsoft.com/office/drawing/2014/main" id="{CDB8D67B-610C-4FBA-BEB6-53B0B13E1186}"/>
              </a:ext>
            </a:extLst>
          </p:cNvPr>
          <p:cNvSpPr>
            <a:spLocks noGrp="1"/>
          </p:cNvSpPr>
          <p:nvPr/>
        </p:nvSpPr>
        <p:spPr>
          <a:xfrm>
            <a:off x="234530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5" name="Stage1_sixpanel_6336">
            <a:extLst>
              <a:ext uri="{FF2B5EF4-FFF2-40B4-BE49-F238E27FC236}">
                <a16:creationId xmlns:a16="http://schemas.microsoft.com/office/drawing/2014/main" id="{2EB0077C-05B6-4424-A757-4E3AC5E1DF54}"/>
              </a:ext>
            </a:extLst>
          </p:cNvPr>
          <p:cNvSpPr>
            <a:spLocks noGrp="1"/>
          </p:cNvSpPr>
          <p:nvPr/>
        </p:nvSpPr>
        <p:spPr>
          <a:xfrm>
            <a:off x="235396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6" name="Stage1_sixpanel_6337">
            <a:extLst>
              <a:ext uri="{FF2B5EF4-FFF2-40B4-BE49-F238E27FC236}">
                <a16:creationId xmlns:a16="http://schemas.microsoft.com/office/drawing/2014/main" id="{F71B521B-3005-4B3B-9980-42BC7A7F734D}"/>
              </a:ext>
            </a:extLst>
          </p:cNvPr>
          <p:cNvSpPr>
            <a:spLocks noGrp="1"/>
          </p:cNvSpPr>
          <p:nvPr/>
        </p:nvSpPr>
        <p:spPr>
          <a:xfrm>
            <a:off x="2409591" y="260117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7" name="Stage1_sixpanel_6338">
            <a:extLst>
              <a:ext uri="{FF2B5EF4-FFF2-40B4-BE49-F238E27FC236}">
                <a16:creationId xmlns:a16="http://schemas.microsoft.com/office/drawing/2014/main" id="{A8A47B5A-0307-481D-8C44-2C01C323B4BA}"/>
              </a:ext>
            </a:extLst>
          </p:cNvPr>
          <p:cNvSpPr>
            <a:spLocks noGrp="1"/>
          </p:cNvSpPr>
          <p:nvPr/>
        </p:nvSpPr>
        <p:spPr>
          <a:xfrm>
            <a:off x="236518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8" name="Stage1_sixpanel_6339">
            <a:extLst>
              <a:ext uri="{FF2B5EF4-FFF2-40B4-BE49-F238E27FC236}">
                <a16:creationId xmlns:a16="http://schemas.microsoft.com/office/drawing/2014/main" id="{B80B000D-C977-4F31-8B35-9C0730AC19BE}"/>
              </a:ext>
            </a:extLst>
          </p:cNvPr>
          <p:cNvSpPr>
            <a:spLocks noGrp="1"/>
          </p:cNvSpPr>
          <p:nvPr/>
        </p:nvSpPr>
        <p:spPr>
          <a:xfrm>
            <a:off x="228216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9" name="Stage1_sixpanel_6340">
            <a:extLst>
              <a:ext uri="{FF2B5EF4-FFF2-40B4-BE49-F238E27FC236}">
                <a16:creationId xmlns:a16="http://schemas.microsoft.com/office/drawing/2014/main" id="{6D55D09A-B665-4441-8579-E0FB15678E33}"/>
              </a:ext>
            </a:extLst>
          </p:cNvPr>
          <p:cNvSpPr>
            <a:spLocks noGrp="1"/>
          </p:cNvSpPr>
          <p:nvPr/>
        </p:nvSpPr>
        <p:spPr>
          <a:xfrm>
            <a:off x="236845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0" name="Stage1_sixpanel_6341">
            <a:extLst>
              <a:ext uri="{FF2B5EF4-FFF2-40B4-BE49-F238E27FC236}">
                <a16:creationId xmlns:a16="http://schemas.microsoft.com/office/drawing/2014/main" id="{12BA9099-FC5F-430E-85D2-60EE430A6C96}"/>
              </a:ext>
            </a:extLst>
          </p:cNvPr>
          <p:cNvSpPr>
            <a:spLocks noGrp="1"/>
          </p:cNvSpPr>
          <p:nvPr/>
        </p:nvSpPr>
        <p:spPr>
          <a:xfrm>
            <a:off x="2418385" y="253363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1" name="Stage1_sixpanel_6342">
            <a:extLst>
              <a:ext uri="{FF2B5EF4-FFF2-40B4-BE49-F238E27FC236}">
                <a16:creationId xmlns:a16="http://schemas.microsoft.com/office/drawing/2014/main" id="{D61A8EEF-9A0A-4E02-910D-064496214A53}"/>
              </a:ext>
            </a:extLst>
          </p:cNvPr>
          <p:cNvSpPr>
            <a:spLocks noGrp="1"/>
          </p:cNvSpPr>
          <p:nvPr/>
        </p:nvSpPr>
        <p:spPr>
          <a:xfrm>
            <a:off x="228469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2" name="Stage1_sixpanel_6343">
            <a:extLst>
              <a:ext uri="{FF2B5EF4-FFF2-40B4-BE49-F238E27FC236}">
                <a16:creationId xmlns:a16="http://schemas.microsoft.com/office/drawing/2014/main" id="{0A53D8B3-E75E-4415-BC60-05DEDB956ABD}"/>
              </a:ext>
            </a:extLst>
          </p:cNvPr>
          <p:cNvSpPr>
            <a:spLocks noGrp="1"/>
          </p:cNvSpPr>
          <p:nvPr/>
        </p:nvSpPr>
        <p:spPr>
          <a:xfrm>
            <a:off x="2389297" y="26003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3" name="Stage1_sixpanel_6344">
            <a:extLst>
              <a:ext uri="{FF2B5EF4-FFF2-40B4-BE49-F238E27FC236}">
                <a16:creationId xmlns:a16="http://schemas.microsoft.com/office/drawing/2014/main" id="{CDF02163-C7AF-4225-8F41-4ADDF26A74D9}"/>
              </a:ext>
            </a:extLst>
          </p:cNvPr>
          <p:cNvSpPr>
            <a:spLocks noGrp="1"/>
          </p:cNvSpPr>
          <p:nvPr/>
        </p:nvSpPr>
        <p:spPr>
          <a:xfrm>
            <a:off x="2327641" y="25872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4" name="Stage1_sixpanel_6345">
            <a:extLst>
              <a:ext uri="{FF2B5EF4-FFF2-40B4-BE49-F238E27FC236}">
                <a16:creationId xmlns:a16="http://schemas.microsoft.com/office/drawing/2014/main" id="{E5FE1A02-13CE-47F9-9F43-E00574941E4E}"/>
              </a:ext>
            </a:extLst>
          </p:cNvPr>
          <p:cNvSpPr>
            <a:spLocks noGrp="1"/>
          </p:cNvSpPr>
          <p:nvPr/>
        </p:nvSpPr>
        <p:spPr>
          <a:xfrm>
            <a:off x="2406039" y="259805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5" name="Stage1_sixpanel_6346">
            <a:extLst>
              <a:ext uri="{FF2B5EF4-FFF2-40B4-BE49-F238E27FC236}">
                <a16:creationId xmlns:a16="http://schemas.microsoft.com/office/drawing/2014/main" id="{571147CD-9F8C-459E-9956-127AD6100348}"/>
              </a:ext>
            </a:extLst>
          </p:cNvPr>
          <p:cNvSpPr>
            <a:spLocks noGrp="1"/>
          </p:cNvSpPr>
          <p:nvPr/>
        </p:nvSpPr>
        <p:spPr>
          <a:xfrm>
            <a:off x="2396344" y="260036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6" name="Stage1_sixpanel_6347">
            <a:extLst>
              <a:ext uri="{FF2B5EF4-FFF2-40B4-BE49-F238E27FC236}">
                <a16:creationId xmlns:a16="http://schemas.microsoft.com/office/drawing/2014/main" id="{262029C2-B638-4E62-BDD5-77CE10AE7062}"/>
              </a:ext>
            </a:extLst>
          </p:cNvPr>
          <p:cNvSpPr>
            <a:spLocks noGrp="1"/>
          </p:cNvSpPr>
          <p:nvPr/>
        </p:nvSpPr>
        <p:spPr>
          <a:xfrm>
            <a:off x="2298304" y="259515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7" name="Stage1_sixpanel_6348">
            <a:extLst>
              <a:ext uri="{FF2B5EF4-FFF2-40B4-BE49-F238E27FC236}">
                <a16:creationId xmlns:a16="http://schemas.microsoft.com/office/drawing/2014/main" id="{18C0336C-43CB-4909-BDC5-B6073FBF049C}"/>
              </a:ext>
            </a:extLst>
          </p:cNvPr>
          <p:cNvSpPr>
            <a:spLocks noGrp="1"/>
          </p:cNvSpPr>
          <p:nvPr/>
        </p:nvSpPr>
        <p:spPr>
          <a:xfrm>
            <a:off x="2396573" y="260117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8" name="Stage1_sixpanel_6349">
            <a:extLst>
              <a:ext uri="{FF2B5EF4-FFF2-40B4-BE49-F238E27FC236}">
                <a16:creationId xmlns:a16="http://schemas.microsoft.com/office/drawing/2014/main" id="{F45A45A0-B436-4A70-924E-7E20B9D07C8F}"/>
              </a:ext>
            </a:extLst>
          </p:cNvPr>
          <p:cNvSpPr>
            <a:spLocks noGrp="1"/>
          </p:cNvSpPr>
          <p:nvPr/>
        </p:nvSpPr>
        <p:spPr>
          <a:xfrm>
            <a:off x="227659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9" name="Stage1_sixpanel_6350">
            <a:extLst>
              <a:ext uri="{FF2B5EF4-FFF2-40B4-BE49-F238E27FC236}">
                <a16:creationId xmlns:a16="http://schemas.microsoft.com/office/drawing/2014/main" id="{C51454C6-5586-432F-BDA2-7BF32D26EC61}"/>
              </a:ext>
            </a:extLst>
          </p:cNvPr>
          <p:cNvSpPr>
            <a:spLocks noGrp="1"/>
          </p:cNvSpPr>
          <p:nvPr/>
        </p:nvSpPr>
        <p:spPr>
          <a:xfrm>
            <a:off x="2312917" y="256172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0" name="Stage1_sixpanel_6351">
            <a:extLst>
              <a:ext uri="{FF2B5EF4-FFF2-40B4-BE49-F238E27FC236}">
                <a16:creationId xmlns:a16="http://schemas.microsoft.com/office/drawing/2014/main" id="{0F0758F0-8900-4802-9726-EDECD2411A9C}"/>
              </a:ext>
            </a:extLst>
          </p:cNvPr>
          <p:cNvSpPr>
            <a:spLocks noGrp="1"/>
          </p:cNvSpPr>
          <p:nvPr/>
        </p:nvSpPr>
        <p:spPr>
          <a:xfrm>
            <a:off x="2415210" y="260325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1" name="Stage1_sixpanel_6352">
            <a:extLst>
              <a:ext uri="{FF2B5EF4-FFF2-40B4-BE49-F238E27FC236}">
                <a16:creationId xmlns:a16="http://schemas.microsoft.com/office/drawing/2014/main" id="{51A3F4F1-32EE-47DB-98B4-4504C367C5BF}"/>
              </a:ext>
            </a:extLst>
          </p:cNvPr>
          <p:cNvSpPr>
            <a:spLocks noGrp="1"/>
          </p:cNvSpPr>
          <p:nvPr/>
        </p:nvSpPr>
        <p:spPr>
          <a:xfrm>
            <a:off x="2316289" y="260261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2" name="Stage1_sixpanel_6353">
            <a:extLst>
              <a:ext uri="{FF2B5EF4-FFF2-40B4-BE49-F238E27FC236}">
                <a16:creationId xmlns:a16="http://schemas.microsoft.com/office/drawing/2014/main" id="{67F2FBE7-0039-41FD-AE16-49EED2A7A626}"/>
              </a:ext>
            </a:extLst>
          </p:cNvPr>
          <p:cNvSpPr>
            <a:spLocks noGrp="1"/>
          </p:cNvSpPr>
          <p:nvPr/>
        </p:nvSpPr>
        <p:spPr>
          <a:xfrm>
            <a:off x="2300602" y="253940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3" name="Stage1_sixpanel_6354">
            <a:extLst>
              <a:ext uri="{FF2B5EF4-FFF2-40B4-BE49-F238E27FC236}">
                <a16:creationId xmlns:a16="http://schemas.microsoft.com/office/drawing/2014/main" id="{1A78C228-461D-4446-8BB7-28C5004FED62}"/>
              </a:ext>
            </a:extLst>
          </p:cNvPr>
          <p:cNvSpPr>
            <a:spLocks noGrp="1"/>
          </p:cNvSpPr>
          <p:nvPr/>
        </p:nvSpPr>
        <p:spPr>
          <a:xfrm>
            <a:off x="2429366" y="259030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4" name="Stage1_sixpanel_6355">
            <a:extLst>
              <a:ext uri="{FF2B5EF4-FFF2-40B4-BE49-F238E27FC236}">
                <a16:creationId xmlns:a16="http://schemas.microsoft.com/office/drawing/2014/main" id="{3A0D330A-47DB-40B4-B055-A885CD8DBD09}"/>
              </a:ext>
            </a:extLst>
          </p:cNvPr>
          <p:cNvSpPr>
            <a:spLocks noGrp="1"/>
          </p:cNvSpPr>
          <p:nvPr/>
        </p:nvSpPr>
        <p:spPr>
          <a:xfrm>
            <a:off x="2415564" y="191230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5" name="Stage1_sixpanel_6356">
            <a:extLst>
              <a:ext uri="{FF2B5EF4-FFF2-40B4-BE49-F238E27FC236}">
                <a16:creationId xmlns:a16="http://schemas.microsoft.com/office/drawing/2014/main" id="{85FFACC2-0FFC-4F49-BF81-E0FB25B47392}"/>
              </a:ext>
            </a:extLst>
          </p:cNvPr>
          <p:cNvSpPr>
            <a:spLocks noGrp="1"/>
          </p:cNvSpPr>
          <p:nvPr/>
        </p:nvSpPr>
        <p:spPr>
          <a:xfrm>
            <a:off x="240471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6" name="Stage1_sixpanel_6357">
            <a:extLst>
              <a:ext uri="{FF2B5EF4-FFF2-40B4-BE49-F238E27FC236}">
                <a16:creationId xmlns:a16="http://schemas.microsoft.com/office/drawing/2014/main" id="{4146A152-77B1-4F0D-B183-5BA98368EFCD}"/>
              </a:ext>
            </a:extLst>
          </p:cNvPr>
          <p:cNvSpPr>
            <a:spLocks noGrp="1"/>
          </p:cNvSpPr>
          <p:nvPr/>
        </p:nvSpPr>
        <p:spPr>
          <a:xfrm>
            <a:off x="2319795" y="255796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7" name="Stage1_sixpanel_6358">
            <a:extLst>
              <a:ext uri="{FF2B5EF4-FFF2-40B4-BE49-F238E27FC236}">
                <a16:creationId xmlns:a16="http://schemas.microsoft.com/office/drawing/2014/main" id="{10745BE5-4AA0-4C5B-830A-7F9DDA241EB1}"/>
              </a:ext>
            </a:extLst>
          </p:cNvPr>
          <p:cNvSpPr>
            <a:spLocks noGrp="1"/>
          </p:cNvSpPr>
          <p:nvPr/>
        </p:nvSpPr>
        <p:spPr>
          <a:xfrm>
            <a:off x="2300669" y="25842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8" name="Stage1_sixpanel_6359">
            <a:extLst>
              <a:ext uri="{FF2B5EF4-FFF2-40B4-BE49-F238E27FC236}">
                <a16:creationId xmlns:a16="http://schemas.microsoft.com/office/drawing/2014/main" id="{7405F551-E125-4B29-8E3A-52599F4C06D1}"/>
              </a:ext>
            </a:extLst>
          </p:cNvPr>
          <p:cNvSpPr>
            <a:spLocks noGrp="1"/>
          </p:cNvSpPr>
          <p:nvPr/>
        </p:nvSpPr>
        <p:spPr>
          <a:xfrm>
            <a:off x="2360272" y="259422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9" name="Stage1_sixpanel_6360">
            <a:extLst>
              <a:ext uri="{FF2B5EF4-FFF2-40B4-BE49-F238E27FC236}">
                <a16:creationId xmlns:a16="http://schemas.microsoft.com/office/drawing/2014/main" id="{82C8E87C-5AD9-47DA-9316-5199439A5F2F}"/>
              </a:ext>
            </a:extLst>
          </p:cNvPr>
          <p:cNvSpPr>
            <a:spLocks noGrp="1"/>
          </p:cNvSpPr>
          <p:nvPr/>
        </p:nvSpPr>
        <p:spPr>
          <a:xfrm>
            <a:off x="240834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0" name="Stage1_sixpanel_6361">
            <a:extLst>
              <a:ext uri="{FF2B5EF4-FFF2-40B4-BE49-F238E27FC236}">
                <a16:creationId xmlns:a16="http://schemas.microsoft.com/office/drawing/2014/main" id="{EC052B2F-F3C4-4ECC-ABD9-F64D6DC02BF2}"/>
              </a:ext>
            </a:extLst>
          </p:cNvPr>
          <p:cNvSpPr>
            <a:spLocks noGrp="1"/>
          </p:cNvSpPr>
          <p:nvPr/>
        </p:nvSpPr>
        <p:spPr>
          <a:xfrm>
            <a:off x="239681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1" name="Stage1_sixpanel_6362">
            <a:extLst>
              <a:ext uri="{FF2B5EF4-FFF2-40B4-BE49-F238E27FC236}">
                <a16:creationId xmlns:a16="http://schemas.microsoft.com/office/drawing/2014/main" id="{252ED7B1-0F59-48BA-86A0-CA4D8F25BBC6}"/>
              </a:ext>
            </a:extLst>
          </p:cNvPr>
          <p:cNvSpPr>
            <a:spLocks noGrp="1"/>
          </p:cNvSpPr>
          <p:nvPr/>
        </p:nvSpPr>
        <p:spPr>
          <a:xfrm>
            <a:off x="2405229" y="252475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2" name="Stage1_sixpanel_6363">
            <a:extLst>
              <a:ext uri="{FF2B5EF4-FFF2-40B4-BE49-F238E27FC236}">
                <a16:creationId xmlns:a16="http://schemas.microsoft.com/office/drawing/2014/main" id="{5F643488-FCAF-4F4A-A70F-53CB5EDACED5}"/>
              </a:ext>
            </a:extLst>
          </p:cNvPr>
          <p:cNvSpPr>
            <a:spLocks noGrp="1"/>
          </p:cNvSpPr>
          <p:nvPr/>
        </p:nvSpPr>
        <p:spPr>
          <a:xfrm>
            <a:off x="231893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3" name="Stage1_sixpanel_6364">
            <a:extLst>
              <a:ext uri="{FF2B5EF4-FFF2-40B4-BE49-F238E27FC236}">
                <a16:creationId xmlns:a16="http://schemas.microsoft.com/office/drawing/2014/main" id="{36D7ADE2-D56A-445D-9DF7-41CF41F6365D}"/>
              </a:ext>
            </a:extLst>
          </p:cNvPr>
          <p:cNvSpPr>
            <a:spLocks noGrp="1"/>
          </p:cNvSpPr>
          <p:nvPr/>
        </p:nvSpPr>
        <p:spPr>
          <a:xfrm>
            <a:off x="2375240" y="259241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4" name="Stage1_sixpanel_6365">
            <a:extLst>
              <a:ext uri="{FF2B5EF4-FFF2-40B4-BE49-F238E27FC236}">
                <a16:creationId xmlns:a16="http://schemas.microsoft.com/office/drawing/2014/main" id="{946683AD-EB4D-4CCF-8C42-1CBE7533F400}"/>
              </a:ext>
            </a:extLst>
          </p:cNvPr>
          <p:cNvSpPr>
            <a:spLocks noGrp="1"/>
          </p:cNvSpPr>
          <p:nvPr/>
        </p:nvSpPr>
        <p:spPr>
          <a:xfrm>
            <a:off x="233185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5" name="Stage1_sixpanel_6366">
            <a:extLst>
              <a:ext uri="{FF2B5EF4-FFF2-40B4-BE49-F238E27FC236}">
                <a16:creationId xmlns:a16="http://schemas.microsoft.com/office/drawing/2014/main" id="{8980B7FF-6E87-4294-A087-3EC42A00A4E0}"/>
              </a:ext>
            </a:extLst>
          </p:cNvPr>
          <p:cNvSpPr>
            <a:spLocks noGrp="1"/>
          </p:cNvSpPr>
          <p:nvPr/>
        </p:nvSpPr>
        <p:spPr>
          <a:xfrm>
            <a:off x="2377798" y="260155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6" name="Stage1_sixpanel_6367">
            <a:extLst>
              <a:ext uri="{FF2B5EF4-FFF2-40B4-BE49-F238E27FC236}">
                <a16:creationId xmlns:a16="http://schemas.microsoft.com/office/drawing/2014/main" id="{25A58B44-88C3-4365-96E1-24963B566FD7}"/>
              </a:ext>
            </a:extLst>
          </p:cNvPr>
          <p:cNvSpPr>
            <a:spLocks noGrp="1"/>
          </p:cNvSpPr>
          <p:nvPr/>
        </p:nvSpPr>
        <p:spPr>
          <a:xfrm>
            <a:off x="233301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7" name="Stage1_sixpanel_6368">
            <a:extLst>
              <a:ext uri="{FF2B5EF4-FFF2-40B4-BE49-F238E27FC236}">
                <a16:creationId xmlns:a16="http://schemas.microsoft.com/office/drawing/2014/main" id="{16F565E7-849D-4684-A1EE-B9961E68CBE6}"/>
              </a:ext>
            </a:extLst>
          </p:cNvPr>
          <p:cNvSpPr>
            <a:spLocks noGrp="1"/>
          </p:cNvSpPr>
          <p:nvPr/>
        </p:nvSpPr>
        <p:spPr>
          <a:xfrm>
            <a:off x="2363687" y="257070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8" name="Stage1_sixpanel_6369">
            <a:extLst>
              <a:ext uri="{FF2B5EF4-FFF2-40B4-BE49-F238E27FC236}">
                <a16:creationId xmlns:a16="http://schemas.microsoft.com/office/drawing/2014/main" id="{3FB0922C-9AA0-424F-994D-371C84E2FAE6}"/>
              </a:ext>
            </a:extLst>
          </p:cNvPr>
          <p:cNvSpPr>
            <a:spLocks noGrp="1"/>
          </p:cNvSpPr>
          <p:nvPr/>
        </p:nvSpPr>
        <p:spPr>
          <a:xfrm>
            <a:off x="235141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9" name="Stage1_sixpanel_6370">
            <a:extLst>
              <a:ext uri="{FF2B5EF4-FFF2-40B4-BE49-F238E27FC236}">
                <a16:creationId xmlns:a16="http://schemas.microsoft.com/office/drawing/2014/main" id="{868194C9-9FA9-4F47-9EB7-D7693421DE45}"/>
              </a:ext>
            </a:extLst>
          </p:cNvPr>
          <p:cNvSpPr>
            <a:spLocks noGrp="1"/>
          </p:cNvSpPr>
          <p:nvPr/>
        </p:nvSpPr>
        <p:spPr>
          <a:xfrm>
            <a:off x="2280502" y="25944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0" name="Stage1_sixpanel_6371">
            <a:extLst>
              <a:ext uri="{FF2B5EF4-FFF2-40B4-BE49-F238E27FC236}">
                <a16:creationId xmlns:a16="http://schemas.microsoft.com/office/drawing/2014/main" id="{BDE51AC0-1290-4A3B-9458-0DBF453D0994}"/>
              </a:ext>
            </a:extLst>
          </p:cNvPr>
          <p:cNvSpPr>
            <a:spLocks noGrp="1"/>
          </p:cNvSpPr>
          <p:nvPr/>
        </p:nvSpPr>
        <p:spPr>
          <a:xfrm>
            <a:off x="2416156" y="25840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1" name="Stage1_sixpanel_6372">
            <a:extLst>
              <a:ext uri="{FF2B5EF4-FFF2-40B4-BE49-F238E27FC236}">
                <a16:creationId xmlns:a16="http://schemas.microsoft.com/office/drawing/2014/main" id="{69D1AA6D-2FD1-4F70-93F5-64A1258C9DC4}"/>
              </a:ext>
            </a:extLst>
          </p:cNvPr>
          <p:cNvSpPr>
            <a:spLocks noGrp="1"/>
          </p:cNvSpPr>
          <p:nvPr/>
        </p:nvSpPr>
        <p:spPr>
          <a:xfrm>
            <a:off x="2410193" y="208308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2" name="Stage1_sixpanel_6373">
            <a:extLst>
              <a:ext uri="{FF2B5EF4-FFF2-40B4-BE49-F238E27FC236}">
                <a16:creationId xmlns:a16="http://schemas.microsoft.com/office/drawing/2014/main" id="{3715603F-777F-455A-917E-17779F8FC9A3}"/>
              </a:ext>
            </a:extLst>
          </p:cNvPr>
          <p:cNvSpPr>
            <a:spLocks noGrp="1"/>
          </p:cNvSpPr>
          <p:nvPr/>
        </p:nvSpPr>
        <p:spPr>
          <a:xfrm>
            <a:off x="2388986" y="237676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3" name="Stage1_sixpanel_6374">
            <a:extLst>
              <a:ext uri="{FF2B5EF4-FFF2-40B4-BE49-F238E27FC236}">
                <a16:creationId xmlns:a16="http://schemas.microsoft.com/office/drawing/2014/main" id="{131C6B53-2C9C-40B6-919A-8459181CEDCE}"/>
              </a:ext>
            </a:extLst>
          </p:cNvPr>
          <p:cNvSpPr>
            <a:spLocks noGrp="1"/>
          </p:cNvSpPr>
          <p:nvPr/>
        </p:nvSpPr>
        <p:spPr>
          <a:xfrm>
            <a:off x="2404124" y="260331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4" name="Stage1_sixpanel_6375">
            <a:extLst>
              <a:ext uri="{FF2B5EF4-FFF2-40B4-BE49-F238E27FC236}">
                <a16:creationId xmlns:a16="http://schemas.microsoft.com/office/drawing/2014/main" id="{F703C75F-F45A-4D99-AF18-8609D1CB4ABC}"/>
              </a:ext>
            </a:extLst>
          </p:cNvPr>
          <p:cNvSpPr>
            <a:spLocks noGrp="1"/>
          </p:cNvSpPr>
          <p:nvPr/>
        </p:nvSpPr>
        <p:spPr>
          <a:xfrm>
            <a:off x="241590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5" name="Stage1_sixpanel_6376">
            <a:extLst>
              <a:ext uri="{FF2B5EF4-FFF2-40B4-BE49-F238E27FC236}">
                <a16:creationId xmlns:a16="http://schemas.microsoft.com/office/drawing/2014/main" id="{57B83AF7-1A97-44DB-BA40-3C1D949C2A08}"/>
              </a:ext>
            </a:extLst>
          </p:cNvPr>
          <p:cNvSpPr>
            <a:spLocks noGrp="1"/>
          </p:cNvSpPr>
          <p:nvPr/>
        </p:nvSpPr>
        <p:spPr>
          <a:xfrm>
            <a:off x="2299649" y="25742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6" name="Stage1_sixpanel_6377">
            <a:extLst>
              <a:ext uri="{FF2B5EF4-FFF2-40B4-BE49-F238E27FC236}">
                <a16:creationId xmlns:a16="http://schemas.microsoft.com/office/drawing/2014/main" id="{759B4F5D-FDE2-431F-A951-63DD8CCF2734}"/>
              </a:ext>
            </a:extLst>
          </p:cNvPr>
          <p:cNvSpPr>
            <a:spLocks noGrp="1"/>
          </p:cNvSpPr>
          <p:nvPr/>
        </p:nvSpPr>
        <p:spPr>
          <a:xfrm>
            <a:off x="2437141" y="249641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7" name="Stage1_sixpanel_6378">
            <a:extLst>
              <a:ext uri="{FF2B5EF4-FFF2-40B4-BE49-F238E27FC236}">
                <a16:creationId xmlns:a16="http://schemas.microsoft.com/office/drawing/2014/main" id="{53463F27-90C5-42B5-B579-6D2BCED09865}"/>
              </a:ext>
            </a:extLst>
          </p:cNvPr>
          <p:cNvSpPr>
            <a:spLocks noGrp="1"/>
          </p:cNvSpPr>
          <p:nvPr/>
        </p:nvSpPr>
        <p:spPr>
          <a:xfrm>
            <a:off x="2353507" y="257279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8" name="Stage1_sixpanel_6379">
            <a:extLst>
              <a:ext uri="{FF2B5EF4-FFF2-40B4-BE49-F238E27FC236}">
                <a16:creationId xmlns:a16="http://schemas.microsoft.com/office/drawing/2014/main" id="{64766721-9811-466A-BE6A-B41CB01888FA}"/>
              </a:ext>
            </a:extLst>
          </p:cNvPr>
          <p:cNvSpPr>
            <a:spLocks noGrp="1"/>
          </p:cNvSpPr>
          <p:nvPr/>
        </p:nvSpPr>
        <p:spPr>
          <a:xfrm>
            <a:off x="2309292" y="253321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9" name="Stage1_sixpanel_6380">
            <a:extLst>
              <a:ext uri="{FF2B5EF4-FFF2-40B4-BE49-F238E27FC236}">
                <a16:creationId xmlns:a16="http://schemas.microsoft.com/office/drawing/2014/main" id="{B8D37DD9-A9EF-48B8-839B-D65EE353821C}"/>
              </a:ext>
            </a:extLst>
          </p:cNvPr>
          <p:cNvSpPr>
            <a:spLocks noGrp="1"/>
          </p:cNvSpPr>
          <p:nvPr/>
        </p:nvSpPr>
        <p:spPr>
          <a:xfrm>
            <a:off x="2315127" y="250218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0" name="Stage1_sixpanel_6381">
            <a:extLst>
              <a:ext uri="{FF2B5EF4-FFF2-40B4-BE49-F238E27FC236}">
                <a16:creationId xmlns:a16="http://schemas.microsoft.com/office/drawing/2014/main" id="{313DD9EB-F1C5-452B-87C6-859087F45964}"/>
              </a:ext>
            </a:extLst>
          </p:cNvPr>
          <p:cNvSpPr>
            <a:spLocks noGrp="1"/>
          </p:cNvSpPr>
          <p:nvPr/>
        </p:nvSpPr>
        <p:spPr>
          <a:xfrm>
            <a:off x="240667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1" name="Stage1_sixpanel_6382">
            <a:extLst>
              <a:ext uri="{FF2B5EF4-FFF2-40B4-BE49-F238E27FC236}">
                <a16:creationId xmlns:a16="http://schemas.microsoft.com/office/drawing/2014/main" id="{7C395644-C39F-41B5-BA73-19E9EC398135}"/>
              </a:ext>
            </a:extLst>
          </p:cNvPr>
          <p:cNvSpPr>
            <a:spLocks noGrp="1"/>
          </p:cNvSpPr>
          <p:nvPr/>
        </p:nvSpPr>
        <p:spPr>
          <a:xfrm>
            <a:off x="2421715" y="258573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2" name="Stage1_sixpanel_6383">
            <a:extLst>
              <a:ext uri="{FF2B5EF4-FFF2-40B4-BE49-F238E27FC236}">
                <a16:creationId xmlns:a16="http://schemas.microsoft.com/office/drawing/2014/main" id="{73690A0C-45D1-4607-AF62-1726EF651178}"/>
              </a:ext>
            </a:extLst>
          </p:cNvPr>
          <p:cNvSpPr>
            <a:spLocks noGrp="1"/>
          </p:cNvSpPr>
          <p:nvPr/>
        </p:nvSpPr>
        <p:spPr>
          <a:xfrm>
            <a:off x="2300043" y="257919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3" name="Stage1_sixpanel_6384">
            <a:extLst>
              <a:ext uri="{FF2B5EF4-FFF2-40B4-BE49-F238E27FC236}">
                <a16:creationId xmlns:a16="http://schemas.microsoft.com/office/drawing/2014/main" id="{1268D2F0-6807-43D1-BAA0-40FA8EF34098}"/>
              </a:ext>
            </a:extLst>
          </p:cNvPr>
          <p:cNvSpPr>
            <a:spLocks noGrp="1"/>
          </p:cNvSpPr>
          <p:nvPr/>
        </p:nvSpPr>
        <p:spPr>
          <a:xfrm>
            <a:off x="239260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4" name="Stage1_sixpanel_6385">
            <a:extLst>
              <a:ext uri="{FF2B5EF4-FFF2-40B4-BE49-F238E27FC236}">
                <a16:creationId xmlns:a16="http://schemas.microsoft.com/office/drawing/2014/main" id="{CAADB86C-7BCD-4BEE-826E-2E2B0CEEE79B}"/>
              </a:ext>
            </a:extLst>
          </p:cNvPr>
          <p:cNvSpPr>
            <a:spLocks noGrp="1"/>
          </p:cNvSpPr>
          <p:nvPr/>
        </p:nvSpPr>
        <p:spPr>
          <a:xfrm>
            <a:off x="236355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5" name="Stage1_sixpanel_6386">
            <a:extLst>
              <a:ext uri="{FF2B5EF4-FFF2-40B4-BE49-F238E27FC236}">
                <a16:creationId xmlns:a16="http://schemas.microsoft.com/office/drawing/2014/main" id="{C673EBC4-3AC4-4AD9-A8FE-D0C98C7264DC}"/>
              </a:ext>
            </a:extLst>
          </p:cNvPr>
          <p:cNvSpPr>
            <a:spLocks noGrp="1"/>
          </p:cNvSpPr>
          <p:nvPr/>
        </p:nvSpPr>
        <p:spPr>
          <a:xfrm>
            <a:off x="2384357" y="247391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6" name="Stage1_sixpanel_6387">
            <a:extLst>
              <a:ext uri="{FF2B5EF4-FFF2-40B4-BE49-F238E27FC236}">
                <a16:creationId xmlns:a16="http://schemas.microsoft.com/office/drawing/2014/main" id="{27FD38D9-190B-41E7-AB15-E1C0E12B45BE}"/>
              </a:ext>
            </a:extLst>
          </p:cNvPr>
          <p:cNvSpPr>
            <a:spLocks noGrp="1"/>
          </p:cNvSpPr>
          <p:nvPr/>
        </p:nvSpPr>
        <p:spPr>
          <a:xfrm>
            <a:off x="234958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7" name="Stage1_sixpanel_6388">
            <a:extLst>
              <a:ext uri="{FF2B5EF4-FFF2-40B4-BE49-F238E27FC236}">
                <a16:creationId xmlns:a16="http://schemas.microsoft.com/office/drawing/2014/main" id="{F98920FD-EBBD-4B41-918B-6EAD80410A04}"/>
              </a:ext>
            </a:extLst>
          </p:cNvPr>
          <p:cNvSpPr>
            <a:spLocks noGrp="1"/>
          </p:cNvSpPr>
          <p:nvPr/>
        </p:nvSpPr>
        <p:spPr>
          <a:xfrm>
            <a:off x="241389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8" name="Stage1_sixpanel_6389">
            <a:extLst>
              <a:ext uri="{FF2B5EF4-FFF2-40B4-BE49-F238E27FC236}">
                <a16:creationId xmlns:a16="http://schemas.microsoft.com/office/drawing/2014/main" id="{3079C01B-F550-440F-AEE0-66DE0D970210}"/>
              </a:ext>
            </a:extLst>
          </p:cNvPr>
          <p:cNvSpPr>
            <a:spLocks noGrp="1"/>
          </p:cNvSpPr>
          <p:nvPr/>
        </p:nvSpPr>
        <p:spPr>
          <a:xfrm>
            <a:off x="2375672" y="240005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9" name="Stage1_sixpanel_6390">
            <a:extLst>
              <a:ext uri="{FF2B5EF4-FFF2-40B4-BE49-F238E27FC236}">
                <a16:creationId xmlns:a16="http://schemas.microsoft.com/office/drawing/2014/main" id="{C673416D-0FA2-4D1B-9A6E-822FA782AB56}"/>
              </a:ext>
            </a:extLst>
          </p:cNvPr>
          <p:cNvSpPr>
            <a:spLocks noGrp="1"/>
          </p:cNvSpPr>
          <p:nvPr/>
        </p:nvSpPr>
        <p:spPr>
          <a:xfrm>
            <a:off x="23665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0" name="Stage1_sixpanel_6391">
            <a:extLst>
              <a:ext uri="{FF2B5EF4-FFF2-40B4-BE49-F238E27FC236}">
                <a16:creationId xmlns:a16="http://schemas.microsoft.com/office/drawing/2014/main" id="{00AADA35-BBDE-4A62-89BA-4C897FA236E9}"/>
              </a:ext>
            </a:extLst>
          </p:cNvPr>
          <p:cNvSpPr>
            <a:spLocks noGrp="1"/>
          </p:cNvSpPr>
          <p:nvPr/>
        </p:nvSpPr>
        <p:spPr>
          <a:xfrm>
            <a:off x="241946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1" name="Stage1_sixpanel_6392">
            <a:extLst>
              <a:ext uri="{FF2B5EF4-FFF2-40B4-BE49-F238E27FC236}">
                <a16:creationId xmlns:a16="http://schemas.microsoft.com/office/drawing/2014/main" id="{1EBBF411-6C3C-4A78-9DB9-D79FE43768A9}"/>
              </a:ext>
            </a:extLst>
          </p:cNvPr>
          <p:cNvSpPr>
            <a:spLocks noGrp="1"/>
          </p:cNvSpPr>
          <p:nvPr/>
        </p:nvSpPr>
        <p:spPr>
          <a:xfrm>
            <a:off x="2396106" y="25905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2" name="Stage1_sixpanel_6393">
            <a:extLst>
              <a:ext uri="{FF2B5EF4-FFF2-40B4-BE49-F238E27FC236}">
                <a16:creationId xmlns:a16="http://schemas.microsoft.com/office/drawing/2014/main" id="{1862DE64-20B7-45CF-9557-FC40A807C626}"/>
              </a:ext>
            </a:extLst>
          </p:cNvPr>
          <p:cNvSpPr>
            <a:spLocks noGrp="1"/>
          </p:cNvSpPr>
          <p:nvPr/>
        </p:nvSpPr>
        <p:spPr>
          <a:xfrm>
            <a:off x="2300276" y="23480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3" name="Stage1_sixpanel_6394">
            <a:extLst>
              <a:ext uri="{FF2B5EF4-FFF2-40B4-BE49-F238E27FC236}">
                <a16:creationId xmlns:a16="http://schemas.microsoft.com/office/drawing/2014/main" id="{B4E4E2EA-E312-4C21-A2C0-43237ADA97C0}"/>
              </a:ext>
            </a:extLst>
          </p:cNvPr>
          <p:cNvSpPr>
            <a:spLocks noGrp="1"/>
          </p:cNvSpPr>
          <p:nvPr/>
        </p:nvSpPr>
        <p:spPr>
          <a:xfrm>
            <a:off x="2287263" y="260298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4" name="Stage1_sixpanel_6395">
            <a:extLst>
              <a:ext uri="{FF2B5EF4-FFF2-40B4-BE49-F238E27FC236}">
                <a16:creationId xmlns:a16="http://schemas.microsoft.com/office/drawing/2014/main" id="{47D2A025-1D4E-4F39-9083-D1F73F3B8058}"/>
              </a:ext>
            </a:extLst>
          </p:cNvPr>
          <p:cNvSpPr>
            <a:spLocks noGrp="1"/>
          </p:cNvSpPr>
          <p:nvPr/>
        </p:nvSpPr>
        <p:spPr>
          <a:xfrm>
            <a:off x="2324443" y="260131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5" name="Stage1_sixpanel_6396">
            <a:extLst>
              <a:ext uri="{FF2B5EF4-FFF2-40B4-BE49-F238E27FC236}">
                <a16:creationId xmlns:a16="http://schemas.microsoft.com/office/drawing/2014/main" id="{F655241D-7E2F-4D50-BD8B-FC05945E93D3}"/>
              </a:ext>
            </a:extLst>
          </p:cNvPr>
          <p:cNvSpPr>
            <a:spLocks noGrp="1"/>
          </p:cNvSpPr>
          <p:nvPr/>
        </p:nvSpPr>
        <p:spPr>
          <a:xfrm>
            <a:off x="2357676" y="251725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6" name="Stage1_sixpanel_6397">
            <a:extLst>
              <a:ext uri="{FF2B5EF4-FFF2-40B4-BE49-F238E27FC236}">
                <a16:creationId xmlns:a16="http://schemas.microsoft.com/office/drawing/2014/main" id="{D28BC6C6-80D5-449A-86BD-FE08C63459E9}"/>
              </a:ext>
            </a:extLst>
          </p:cNvPr>
          <p:cNvSpPr>
            <a:spLocks noGrp="1"/>
          </p:cNvSpPr>
          <p:nvPr/>
        </p:nvSpPr>
        <p:spPr>
          <a:xfrm>
            <a:off x="2355727" y="259150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7" name="Stage1_sixpanel_6398">
            <a:extLst>
              <a:ext uri="{FF2B5EF4-FFF2-40B4-BE49-F238E27FC236}">
                <a16:creationId xmlns:a16="http://schemas.microsoft.com/office/drawing/2014/main" id="{EAAFC1E3-3347-43F0-A88A-F07F62CC9345}"/>
              </a:ext>
            </a:extLst>
          </p:cNvPr>
          <p:cNvSpPr>
            <a:spLocks noGrp="1"/>
          </p:cNvSpPr>
          <p:nvPr/>
        </p:nvSpPr>
        <p:spPr>
          <a:xfrm>
            <a:off x="241461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8" name="Stage1_sixpanel_6399">
            <a:extLst>
              <a:ext uri="{FF2B5EF4-FFF2-40B4-BE49-F238E27FC236}">
                <a16:creationId xmlns:a16="http://schemas.microsoft.com/office/drawing/2014/main" id="{D1986412-25DD-46B0-837A-19A4F871D572}"/>
              </a:ext>
            </a:extLst>
          </p:cNvPr>
          <p:cNvSpPr>
            <a:spLocks noGrp="1"/>
          </p:cNvSpPr>
          <p:nvPr/>
        </p:nvSpPr>
        <p:spPr>
          <a:xfrm>
            <a:off x="240685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9" name="Stage1_sixpanel_6400">
            <a:extLst>
              <a:ext uri="{FF2B5EF4-FFF2-40B4-BE49-F238E27FC236}">
                <a16:creationId xmlns:a16="http://schemas.microsoft.com/office/drawing/2014/main" id="{463B2990-381B-41EF-A144-96DA1264B290}"/>
              </a:ext>
            </a:extLst>
          </p:cNvPr>
          <p:cNvSpPr>
            <a:spLocks noGrp="1"/>
          </p:cNvSpPr>
          <p:nvPr/>
        </p:nvSpPr>
        <p:spPr>
          <a:xfrm>
            <a:off x="233049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0" name="Stage1_sixpanel_6401">
            <a:extLst>
              <a:ext uri="{FF2B5EF4-FFF2-40B4-BE49-F238E27FC236}">
                <a16:creationId xmlns:a16="http://schemas.microsoft.com/office/drawing/2014/main" id="{4366FCB5-07D2-43AD-AE16-2C779FF498EC}"/>
              </a:ext>
            </a:extLst>
          </p:cNvPr>
          <p:cNvSpPr>
            <a:spLocks noGrp="1"/>
          </p:cNvSpPr>
          <p:nvPr/>
        </p:nvSpPr>
        <p:spPr>
          <a:xfrm>
            <a:off x="2359304" y="224630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1" name="Stage1_sixpanel_6402">
            <a:extLst>
              <a:ext uri="{FF2B5EF4-FFF2-40B4-BE49-F238E27FC236}">
                <a16:creationId xmlns:a16="http://schemas.microsoft.com/office/drawing/2014/main" id="{7979B1B8-F75B-4690-8CEC-55A3606E9A87}"/>
              </a:ext>
            </a:extLst>
          </p:cNvPr>
          <p:cNvSpPr>
            <a:spLocks noGrp="1"/>
          </p:cNvSpPr>
          <p:nvPr/>
        </p:nvSpPr>
        <p:spPr>
          <a:xfrm>
            <a:off x="2278210" y="259783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2" name="Stage1_sixpanel_6403">
            <a:extLst>
              <a:ext uri="{FF2B5EF4-FFF2-40B4-BE49-F238E27FC236}">
                <a16:creationId xmlns:a16="http://schemas.microsoft.com/office/drawing/2014/main" id="{E46A166E-A422-407B-BD57-81C5E7CB879A}"/>
              </a:ext>
            </a:extLst>
          </p:cNvPr>
          <p:cNvSpPr>
            <a:spLocks noGrp="1"/>
          </p:cNvSpPr>
          <p:nvPr/>
        </p:nvSpPr>
        <p:spPr>
          <a:xfrm>
            <a:off x="2306657" y="247221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3" name="Stage1_sixpanel_6404">
            <a:extLst>
              <a:ext uri="{FF2B5EF4-FFF2-40B4-BE49-F238E27FC236}">
                <a16:creationId xmlns:a16="http://schemas.microsoft.com/office/drawing/2014/main" id="{237FA87B-6C15-4730-91CC-33DE3061389D}"/>
              </a:ext>
            </a:extLst>
          </p:cNvPr>
          <p:cNvSpPr>
            <a:spLocks noGrp="1"/>
          </p:cNvSpPr>
          <p:nvPr/>
        </p:nvSpPr>
        <p:spPr>
          <a:xfrm>
            <a:off x="2393242" y="259520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4" name="Stage1_sixpanel_6405">
            <a:extLst>
              <a:ext uri="{FF2B5EF4-FFF2-40B4-BE49-F238E27FC236}">
                <a16:creationId xmlns:a16="http://schemas.microsoft.com/office/drawing/2014/main" id="{3054971B-A21B-4590-9D5C-4FB304BCDAA3}"/>
              </a:ext>
            </a:extLst>
          </p:cNvPr>
          <p:cNvSpPr>
            <a:spLocks noGrp="1"/>
          </p:cNvSpPr>
          <p:nvPr/>
        </p:nvSpPr>
        <p:spPr>
          <a:xfrm>
            <a:off x="237501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5" name="Stage1_sixpanel_6406">
            <a:extLst>
              <a:ext uri="{FF2B5EF4-FFF2-40B4-BE49-F238E27FC236}">
                <a16:creationId xmlns:a16="http://schemas.microsoft.com/office/drawing/2014/main" id="{9E1F32F3-4CA1-4A2A-B6B0-3D16286F9E12}"/>
              </a:ext>
            </a:extLst>
          </p:cNvPr>
          <p:cNvSpPr>
            <a:spLocks noGrp="1"/>
          </p:cNvSpPr>
          <p:nvPr/>
        </p:nvSpPr>
        <p:spPr>
          <a:xfrm>
            <a:off x="2326430" y="256490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6" name="Stage1_sixpanel_6407">
            <a:extLst>
              <a:ext uri="{FF2B5EF4-FFF2-40B4-BE49-F238E27FC236}">
                <a16:creationId xmlns:a16="http://schemas.microsoft.com/office/drawing/2014/main" id="{B9A0BFC4-138B-4866-A2B3-C40DADFA69D9}"/>
              </a:ext>
            </a:extLst>
          </p:cNvPr>
          <p:cNvSpPr>
            <a:spLocks noGrp="1"/>
          </p:cNvSpPr>
          <p:nvPr/>
        </p:nvSpPr>
        <p:spPr>
          <a:xfrm>
            <a:off x="2346012" y="251417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7" name="Stage1_sixpanel_6408">
            <a:extLst>
              <a:ext uri="{FF2B5EF4-FFF2-40B4-BE49-F238E27FC236}">
                <a16:creationId xmlns:a16="http://schemas.microsoft.com/office/drawing/2014/main" id="{424393CE-7EA1-40C1-8E12-66C615014C6F}"/>
              </a:ext>
            </a:extLst>
          </p:cNvPr>
          <p:cNvSpPr>
            <a:spLocks noGrp="1"/>
          </p:cNvSpPr>
          <p:nvPr/>
        </p:nvSpPr>
        <p:spPr>
          <a:xfrm>
            <a:off x="2388882" y="23641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8" name="Stage1_sixpanel_6409">
            <a:extLst>
              <a:ext uri="{FF2B5EF4-FFF2-40B4-BE49-F238E27FC236}">
                <a16:creationId xmlns:a16="http://schemas.microsoft.com/office/drawing/2014/main" id="{ECAC7A0F-619E-4FF8-8682-85C6293AE2DD}"/>
              </a:ext>
            </a:extLst>
          </p:cNvPr>
          <p:cNvSpPr>
            <a:spLocks noGrp="1"/>
          </p:cNvSpPr>
          <p:nvPr/>
        </p:nvSpPr>
        <p:spPr>
          <a:xfrm>
            <a:off x="2299093" y="259571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9" name="Stage1_sixpanel_6410">
            <a:extLst>
              <a:ext uri="{FF2B5EF4-FFF2-40B4-BE49-F238E27FC236}">
                <a16:creationId xmlns:a16="http://schemas.microsoft.com/office/drawing/2014/main" id="{FE6D356C-DEEE-4AF3-95E4-1D7A73073D48}"/>
              </a:ext>
            </a:extLst>
          </p:cNvPr>
          <p:cNvSpPr>
            <a:spLocks noGrp="1"/>
          </p:cNvSpPr>
          <p:nvPr/>
        </p:nvSpPr>
        <p:spPr>
          <a:xfrm>
            <a:off x="2383064" y="259770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0" name="Stage1_sixpanel_6411">
            <a:extLst>
              <a:ext uri="{FF2B5EF4-FFF2-40B4-BE49-F238E27FC236}">
                <a16:creationId xmlns:a16="http://schemas.microsoft.com/office/drawing/2014/main" id="{F82F3153-ADA3-45A9-90E9-1532CEF24C59}"/>
              </a:ext>
            </a:extLst>
          </p:cNvPr>
          <p:cNvSpPr>
            <a:spLocks noGrp="1"/>
          </p:cNvSpPr>
          <p:nvPr/>
        </p:nvSpPr>
        <p:spPr>
          <a:xfrm>
            <a:off x="2320194" y="24049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1" name="Stage1_sixpanel_6412">
            <a:extLst>
              <a:ext uri="{FF2B5EF4-FFF2-40B4-BE49-F238E27FC236}">
                <a16:creationId xmlns:a16="http://schemas.microsoft.com/office/drawing/2014/main" id="{25027FF7-E1F5-4D17-882D-770E8A6548C3}"/>
              </a:ext>
            </a:extLst>
          </p:cNvPr>
          <p:cNvSpPr>
            <a:spLocks noGrp="1"/>
          </p:cNvSpPr>
          <p:nvPr/>
        </p:nvSpPr>
        <p:spPr>
          <a:xfrm>
            <a:off x="233327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2" name="Stage1_sixpanel_6413">
            <a:extLst>
              <a:ext uri="{FF2B5EF4-FFF2-40B4-BE49-F238E27FC236}">
                <a16:creationId xmlns:a16="http://schemas.microsoft.com/office/drawing/2014/main" id="{3E0EF953-3B8B-4CAB-88F3-8B83C1C7B197}"/>
              </a:ext>
            </a:extLst>
          </p:cNvPr>
          <p:cNvSpPr>
            <a:spLocks noGrp="1"/>
          </p:cNvSpPr>
          <p:nvPr/>
        </p:nvSpPr>
        <p:spPr>
          <a:xfrm>
            <a:off x="2374251" y="248777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3" name="Stage1_sixpanel_6414">
            <a:extLst>
              <a:ext uri="{FF2B5EF4-FFF2-40B4-BE49-F238E27FC236}">
                <a16:creationId xmlns:a16="http://schemas.microsoft.com/office/drawing/2014/main" id="{30D09745-8443-48D4-A388-D36DB10380DB}"/>
              </a:ext>
            </a:extLst>
          </p:cNvPr>
          <p:cNvSpPr>
            <a:spLocks noGrp="1"/>
          </p:cNvSpPr>
          <p:nvPr/>
        </p:nvSpPr>
        <p:spPr>
          <a:xfrm>
            <a:off x="232489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4" name="Stage1_sixpanel_6415">
            <a:extLst>
              <a:ext uri="{FF2B5EF4-FFF2-40B4-BE49-F238E27FC236}">
                <a16:creationId xmlns:a16="http://schemas.microsoft.com/office/drawing/2014/main" id="{36B7AF79-0FA0-4826-9851-9A67B9F7DA6B}"/>
              </a:ext>
            </a:extLst>
          </p:cNvPr>
          <p:cNvSpPr>
            <a:spLocks noGrp="1"/>
          </p:cNvSpPr>
          <p:nvPr/>
        </p:nvSpPr>
        <p:spPr>
          <a:xfrm>
            <a:off x="2313587" y="258252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5" name="Stage1_sixpanel_6416">
            <a:extLst>
              <a:ext uri="{FF2B5EF4-FFF2-40B4-BE49-F238E27FC236}">
                <a16:creationId xmlns:a16="http://schemas.microsoft.com/office/drawing/2014/main" id="{BF68C004-214C-4657-B653-F2D2DA1F4132}"/>
              </a:ext>
            </a:extLst>
          </p:cNvPr>
          <p:cNvSpPr>
            <a:spLocks noGrp="1"/>
          </p:cNvSpPr>
          <p:nvPr/>
        </p:nvSpPr>
        <p:spPr>
          <a:xfrm>
            <a:off x="228942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6" name="Stage1_sixpanel_6417">
            <a:extLst>
              <a:ext uri="{FF2B5EF4-FFF2-40B4-BE49-F238E27FC236}">
                <a16:creationId xmlns:a16="http://schemas.microsoft.com/office/drawing/2014/main" id="{D3FC09DB-6B83-4F6C-8A9B-86A83BDCDD7C}"/>
              </a:ext>
            </a:extLst>
          </p:cNvPr>
          <p:cNvSpPr>
            <a:spLocks noGrp="1"/>
          </p:cNvSpPr>
          <p:nvPr/>
        </p:nvSpPr>
        <p:spPr>
          <a:xfrm>
            <a:off x="2308441" y="256637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7" name="Stage1_sixpanel_6418">
            <a:extLst>
              <a:ext uri="{FF2B5EF4-FFF2-40B4-BE49-F238E27FC236}">
                <a16:creationId xmlns:a16="http://schemas.microsoft.com/office/drawing/2014/main" id="{46D5A6F6-2D47-44A0-8356-F0A77A6E239A}"/>
              </a:ext>
            </a:extLst>
          </p:cNvPr>
          <p:cNvSpPr>
            <a:spLocks noGrp="1"/>
          </p:cNvSpPr>
          <p:nvPr/>
        </p:nvSpPr>
        <p:spPr>
          <a:xfrm>
            <a:off x="2426032" y="255692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8" name="Stage1_sixpanel_6419">
            <a:extLst>
              <a:ext uri="{FF2B5EF4-FFF2-40B4-BE49-F238E27FC236}">
                <a16:creationId xmlns:a16="http://schemas.microsoft.com/office/drawing/2014/main" id="{82B6723F-6FE7-4529-B0A7-BD5F6F04AC43}"/>
              </a:ext>
            </a:extLst>
          </p:cNvPr>
          <p:cNvSpPr>
            <a:spLocks noGrp="1"/>
          </p:cNvSpPr>
          <p:nvPr/>
        </p:nvSpPr>
        <p:spPr>
          <a:xfrm>
            <a:off x="2379685" y="253856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9" name="Stage1_sixpanel_6420">
            <a:extLst>
              <a:ext uri="{FF2B5EF4-FFF2-40B4-BE49-F238E27FC236}">
                <a16:creationId xmlns:a16="http://schemas.microsoft.com/office/drawing/2014/main" id="{75AB100C-6950-41F3-AEE2-CC4756F564AD}"/>
              </a:ext>
            </a:extLst>
          </p:cNvPr>
          <p:cNvSpPr>
            <a:spLocks noGrp="1"/>
          </p:cNvSpPr>
          <p:nvPr/>
        </p:nvSpPr>
        <p:spPr>
          <a:xfrm>
            <a:off x="2433250" y="255233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0" name="Stage1_sixpanel_6421">
            <a:extLst>
              <a:ext uri="{FF2B5EF4-FFF2-40B4-BE49-F238E27FC236}">
                <a16:creationId xmlns:a16="http://schemas.microsoft.com/office/drawing/2014/main" id="{0D9D4E3E-10AF-4540-A816-8C5CEBC0475C}"/>
              </a:ext>
            </a:extLst>
          </p:cNvPr>
          <p:cNvSpPr>
            <a:spLocks noGrp="1"/>
          </p:cNvSpPr>
          <p:nvPr/>
        </p:nvSpPr>
        <p:spPr>
          <a:xfrm>
            <a:off x="2380941" y="259970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1" name="Stage1_sixpanel_6422">
            <a:extLst>
              <a:ext uri="{FF2B5EF4-FFF2-40B4-BE49-F238E27FC236}">
                <a16:creationId xmlns:a16="http://schemas.microsoft.com/office/drawing/2014/main" id="{B2F4731D-8318-42D6-8BAE-6ABB3488029A}"/>
              </a:ext>
            </a:extLst>
          </p:cNvPr>
          <p:cNvSpPr>
            <a:spLocks noGrp="1"/>
          </p:cNvSpPr>
          <p:nvPr/>
        </p:nvSpPr>
        <p:spPr>
          <a:xfrm>
            <a:off x="2362055" y="252672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2" name="Stage1_sixpanel_6423">
            <a:extLst>
              <a:ext uri="{FF2B5EF4-FFF2-40B4-BE49-F238E27FC236}">
                <a16:creationId xmlns:a16="http://schemas.microsoft.com/office/drawing/2014/main" id="{3B821C93-ABD1-4CC4-8D1E-B15EA9F379FA}"/>
              </a:ext>
            </a:extLst>
          </p:cNvPr>
          <p:cNvSpPr>
            <a:spLocks noGrp="1"/>
          </p:cNvSpPr>
          <p:nvPr/>
        </p:nvSpPr>
        <p:spPr>
          <a:xfrm>
            <a:off x="2426201" y="25814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3" name="Stage1_sixpanel_6424">
            <a:extLst>
              <a:ext uri="{FF2B5EF4-FFF2-40B4-BE49-F238E27FC236}">
                <a16:creationId xmlns:a16="http://schemas.microsoft.com/office/drawing/2014/main" id="{7A0A26B1-FBDD-45D1-A537-AA4DD617EF5A}"/>
              </a:ext>
            </a:extLst>
          </p:cNvPr>
          <p:cNvSpPr>
            <a:spLocks noGrp="1"/>
          </p:cNvSpPr>
          <p:nvPr/>
        </p:nvSpPr>
        <p:spPr>
          <a:xfrm>
            <a:off x="22869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4" name="Stage1_sixpanel_6425">
            <a:extLst>
              <a:ext uri="{FF2B5EF4-FFF2-40B4-BE49-F238E27FC236}">
                <a16:creationId xmlns:a16="http://schemas.microsoft.com/office/drawing/2014/main" id="{8DEA65D3-BEBB-47FB-9028-F9E2C6179730}"/>
              </a:ext>
            </a:extLst>
          </p:cNvPr>
          <p:cNvSpPr>
            <a:spLocks noGrp="1"/>
          </p:cNvSpPr>
          <p:nvPr/>
        </p:nvSpPr>
        <p:spPr>
          <a:xfrm>
            <a:off x="232788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5" name="Stage1_sixpanel_6426">
            <a:extLst>
              <a:ext uri="{FF2B5EF4-FFF2-40B4-BE49-F238E27FC236}">
                <a16:creationId xmlns:a16="http://schemas.microsoft.com/office/drawing/2014/main" id="{E86FEE93-A247-44D1-89D2-97591AFE5656}"/>
              </a:ext>
            </a:extLst>
          </p:cNvPr>
          <p:cNvSpPr>
            <a:spLocks noGrp="1"/>
          </p:cNvSpPr>
          <p:nvPr/>
        </p:nvSpPr>
        <p:spPr>
          <a:xfrm>
            <a:off x="2437288" y="258416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6" name="Stage1_sixpanel_6427">
            <a:extLst>
              <a:ext uri="{FF2B5EF4-FFF2-40B4-BE49-F238E27FC236}">
                <a16:creationId xmlns:a16="http://schemas.microsoft.com/office/drawing/2014/main" id="{81CD146E-0DC2-4CB2-9CCF-6DF7675366EC}"/>
              </a:ext>
            </a:extLst>
          </p:cNvPr>
          <p:cNvSpPr>
            <a:spLocks noGrp="1"/>
          </p:cNvSpPr>
          <p:nvPr/>
        </p:nvSpPr>
        <p:spPr>
          <a:xfrm>
            <a:off x="2323338" y="200137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7" name="Stage1_sixpanel_6428">
            <a:extLst>
              <a:ext uri="{FF2B5EF4-FFF2-40B4-BE49-F238E27FC236}">
                <a16:creationId xmlns:a16="http://schemas.microsoft.com/office/drawing/2014/main" id="{12F9955D-5628-46C1-BAFB-95F30A1FC360}"/>
              </a:ext>
            </a:extLst>
          </p:cNvPr>
          <p:cNvSpPr>
            <a:spLocks noGrp="1"/>
          </p:cNvSpPr>
          <p:nvPr/>
        </p:nvSpPr>
        <p:spPr>
          <a:xfrm>
            <a:off x="236426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8" name="Stage1_sixpanel_6429">
            <a:extLst>
              <a:ext uri="{FF2B5EF4-FFF2-40B4-BE49-F238E27FC236}">
                <a16:creationId xmlns:a16="http://schemas.microsoft.com/office/drawing/2014/main" id="{CDFBEA32-0559-4D1C-9D61-3DD6EE18A7AD}"/>
              </a:ext>
            </a:extLst>
          </p:cNvPr>
          <p:cNvSpPr>
            <a:spLocks noGrp="1"/>
          </p:cNvSpPr>
          <p:nvPr/>
        </p:nvSpPr>
        <p:spPr>
          <a:xfrm>
            <a:off x="2338845" y="259763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9" name="Stage1_sixpanel_6430">
            <a:extLst>
              <a:ext uri="{FF2B5EF4-FFF2-40B4-BE49-F238E27FC236}">
                <a16:creationId xmlns:a16="http://schemas.microsoft.com/office/drawing/2014/main" id="{9D9455DD-6272-4BC8-9F82-AC173A8D819E}"/>
              </a:ext>
            </a:extLst>
          </p:cNvPr>
          <p:cNvSpPr>
            <a:spLocks noGrp="1"/>
          </p:cNvSpPr>
          <p:nvPr/>
        </p:nvSpPr>
        <p:spPr>
          <a:xfrm>
            <a:off x="2397949" y="257390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0" name="Stage1_sixpanel_6431">
            <a:extLst>
              <a:ext uri="{FF2B5EF4-FFF2-40B4-BE49-F238E27FC236}">
                <a16:creationId xmlns:a16="http://schemas.microsoft.com/office/drawing/2014/main" id="{EBF6D6DB-7ED2-4D47-B44F-D87492243830}"/>
              </a:ext>
            </a:extLst>
          </p:cNvPr>
          <p:cNvSpPr>
            <a:spLocks noGrp="1"/>
          </p:cNvSpPr>
          <p:nvPr/>
        </p:nvSpPr>
        <p:spPr>
          <a:xfrm>
            <a:off x="233143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1" name="Stage1_sixpanel_6432">
            <a:extLst>
              <a:ext uri="{FF2B5EF4-FFF2-40B4-BE49-F238E27FC236}">
                <a16:creationId xmlns:a16="http://schemas.microsoft.com/office/drawing/2014/main" id="{F106C52C-434B-4499-9E07-269655CD01F4}"/>
              </a:ext>
            </a:extLst>
          </p:cNvPr>
          <p:cNvSpPr>
            <a:spLocks noGrp="1"/>
          </p:cNvSpPr>
          <p:nvPr/>
        </p:nvSpPr>
        <p:spPr>
          <a:xfrm>
            <a:off x="2396715" y="257108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2" name="Stage1_sixpanel_6433">
            <a:extLst>
              <a:ext uri="{FF2B5EF4-FFF2-40B4-BE49-F238E27FC236}">
                <a16:creationId xmlns:a16="http://schemas.microsoft.com/office/drawing/2014/main" id="{B0F6BF35-A5F8-425D-9888-00F590C7DF33}"/>
              </a:ext>
            </a:extLst>
          </p:cNvPr>
          <p:cNvSpPr>
            <a:spLocks noGrp="1"/>
          </p:cNvSpPr>
          <p:nvPr/>
        </p:nvSpPr>
        <p:spPr>
          <a:xfrm>
            <a:off x="2297934" y="258702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3" name="Stage1_sixpanel_6434">
            <a:extLst>
              <a:ext uri="{FF2B5EF4-FFF2-40B4-BE49-F238E27FC236}">
                <a16:creationId xmlns:a16="http://schemas.microsoft.com/office/drawing/2014/main" id="{9F55E732-65FC-4ED0-A91A-413EBFEB673D}"/>
              </a:ext>
            </a:extLst>
          </p:cNvPr>
          <p:cNvSpPr>
            <a:spLocks noGrp="1"/>
          </p:cNvSpPr>
          <p:nvPr/>
        </p:nvSpPr>
        <p:spPr>
          <a:xfrm>
            <a:off x="22744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4" name="Stage1_sixpanel_6435">
            <a:extLst>
              <a:ext uri="{FF2B5EF4-FFF2-40B4-BE49-F238E27FC236}">
                <a16:creationId xmlns:a16="http://schemas.microsoft.com/office/drawing/2014/main" id="{E06B018F-24BA-401C-9681-C9C93F444F12}"/>
              </a:ext>
            </a:extLst>
          </p:cNvPr>
          <p:cNvSpPr>
            <a:spLocks noGrp="1"/>
          </p:cNvSpPr>
          <p:nvPr/>
        </p:nvSpPr>
        <p:spPr>
          <a:xfrm>
            <a:off x="233914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5" name="Stage1_sixpanel_6436">
            <a:extLst>
              <a:ext uri="{FF2B5EF4-FFF2-40B4-BE49-F238E27FC236}">
                <a16:creationId xmlns:a16="http://schemas.microsoft.com/office/drawing/2014/main" id="{DD876AC9-76E7-4A06-AEF6-D1F217FCC982}"/>
              </a:ext>
            </a:extLst>
          </p:cNvPr>
          <p:cNvSpPr>
            <a:spLocks noGrp="1"/>
          </p:cNvSpPr>
          <p:nvPr/>
        </p:nvSpPr>
        <p:spPr>
          <a:xfrm>
            <a:off x="23719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6" name="Stage1_sixpanel_6437">
            <a:extLst>
              <a:ext uri="{FF2B5EF4-FFF2-40B4-BE49-F238E27FC236}">
                <a16:creationId xmlns:a16="http://schemas.microsoft.com/office/drawing/2014/main" id="{C6648EA9-1C3F-4A12-B0A5-A2F59E9E97B3}"/>
              </a:ext>
            </a:extLst>
          </p:cNvPr>
          <p:cNvSpPr>
            <a:spLocks noGrp="1"/>
          </p:cNvSpPr>
          <p:nvPr/>
        </p:nvSpPr>
        <p:spPr>
          <a:xfrm>
            <a:off x="243088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7" name="Stage1_sixpanel_6438">
            <a:extLst>
              <a:ext uri="{FF2B5EF4-FFF2-40B4-BE49-F238E27FC236}">
                <a16:creationId xmlns:a16="http://schemas.microsoft.com/office/drawing/2014/main" id="{4D55BC03-2C64-464F-B090-E2AFB8306E5C}"/>
              </a:ext>
            </a:extLst>
          </p:cNvPr>
          <p:cNvSpPr>
            <a:spLocks noGrp="1"/>
          </p:cNvSpPr>
          <p:nvPr/>
        </p:nvSpPr>
        <p:spPr>
          <a:xfrm>
            <a:off x="2434622" y="257004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8" name="Stage1_sixpanel_6439">
            <a:extLst>
              <a:ext uri="{FF2B5EF4-FFF2-40B4-BE49-F238E27FC236}">
                <a16:creationId xmlns:a16="http://schemas.microsoft.com/office/drawing/2014/main" id="{AF46B279-9702-4372-A103-5DB83E32711F}"/>
              </a:ext>
            </a:extLst>
          </p:cNvPr>
          <p:cNvSpPr>
            <a:spLocks noGrp="1"/>
          </p:cNvSpPr>
          <p:nvPr/>
        </p:nvSpPr>
        <p:spPr>
          <a:xfrm>
            <a:off x="229451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9" name="Stage1_sixpanel_6440">
            <a:extLst>
              <a:ext uri="{FF2B5EF4-FFF2-40B4-BE49-F238E27FC236}">
                <a16:creationId xmlns:a16="http://schemas.microsoft.com/office/drawing/2014/main" id="{3720319C-F550-4A77-AB29-80CB0A2ADA5C}"/>
              </a:ext>
            </a:extLst>
          </p:cNvPr>
          <p:cNvSpPr>
            <a:spLocks noGrp="1"/>
          </p:cNvSpPr>
          <p:nvPr/>
        </p:nvSpPr>
        <p:spPr>
          <a:xfrm>
            <a:off x="2443741" y="255012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0" name="Stage1_sixpanel_6441">
            <a:extLst>
              <a:ext uri="{FF2B5EF4-FFF2-40B4-BE49-F238E27FC236}">
                <a16:creationId xmlns:a16="http://schemas.microsoft.com/office/drawing/2014/main" id="{A5648B25-9B60-4ED5-B529-F51D2DB506F0}"/>
              </a:ext>
            </a:extLst>
          </p:cNvPr>
          <p:cNvSpPr>
            <a:spLocks noGrp="1"/>
          </p:cNvSpPr>
          <p:nvPr/>
        </p:nvSpPr>
        <p:spPr>
          <a:xfrm>
            <a:off x="2312868" y="258645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1" name="Stage1_sixpanel_6442">
            <a:extLst>
              <a:ext uri="{FF2B5EF4-FFF2-40B4-BE49-F238E27FC236}">
                <a16:creationId xmlns:a16="http://schemas.microsoft.com/office/drawing/2014/main" id="{5E4279F8-8897-464E-9C40-7968C71A7C35}"/>
              </a:ext>
            </a:extLst>
          </p:cNvPr>
          <p:cNvSpPr>
            <a:spLocks noGrp="1"/>
          </p:cNvSpPr>
          <p:nvPr/>
        </p:nvSpPr>
        <p:spPr>
          <a:xfrm>
            <a:off x="2358788" y="25594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2" name="Stage1_sixpanel_6443">
            <a:extLst>
              <a:ext uri="{FF2B5EF4-FFF2-40B4-BE49-F238E27FC236}">
                <a16:creationId xmlns:a16="http://schemas.microsoft.com/office/drawing/2014/main" id="{69513AFF-3444-44E2-B1A2-D0C02E7B26E6}"/>
              </a:ext>
            </a:extLst>
          </p:cNvPr>
          <p:cNvSpPr>
            <a:spLocks noGrp="1"/>
          </p:cNvSpPr>
          <p:nvPr/>
        </p:nvSpPr>
        <p:spPr>
          <a:xfrm>
            <a:off x="2421460" y="255793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3" name="Stage1_sixpanel_6444">
            <a:extLst>
              <a:ext uri="{FF2B5EF4-FFF2-40B4-BE49-F238E27FC236}">
                <a16:creationId xmlns:a16="http://schemas.microsoft.com/office/drawing/2014/main" id="{991CCBDC-64CF-482B-84B8-917F387F8099}"/>
              </a:ext>
            </a:extLst>
          </p:cNvPr>
          <p:cNvSpPr>
            <a:spLocks noGrp="1"/>
          </p:cNvSpPr>
          <p:nvPr/>
        </p:nvSpPr>
        <p:spPr>
          <a:xfrm>
            <a:off x="2313458" y="223548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4" name="Stage1_sixpanel_6445">
            <a:extLst>
              <a:ext uri="{FF2B5EF4-FFF2-40B4-BE49-F238E27FC236}">
                <a16:creationId xmlns:a16="http://schemas.microsoft.com/office/drawing/2014/main" id="{D1C1BEC8-3F30-48E2-8B1C-8560BCA181B3}"/>
              </a:ext>
            </a:extLst>
          </p:cNvPr>
          <p:cNvSpPr>
            <a:spLocks noGrp="1"/>
          </p:cNvSpPr>
          <p:nvPr/>
        </p:nvSpPr>
        <p:spPr>
          <a:xfrm>
            <a:off x="2341641" y="25909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5" name="Stage1_sixpanel_6446">
            <a:extLst>
              <a:ext uri="{FF2B5EF4-FFF2-40B4-BE49-F238E27FC236}">
                <a16:creationId xmlns:a16="http://schemas.microsoft.com/office/drawing/2014/main" id="{37529021-FDD2-40A1-A6C7-22D6A504E0C4}"/>
              </a:ext>
            </a:extLst>
          </p:cNvPr>
          <p:cNvSpPr>
            <a:spLocks noGrp="1"/>
          </p:cNvSpPr>
          <p:nvPr/>
        </p:nvSpPr>
        <p:spPr>
          <a:xfrm>
            <a:off x="231935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6" name="Stage1_sixpanel_6447">
            <a:extLst>
              <a:ext uri="{FF2B5EF4-FFF2-40B4-BE49-F238E27FC236}">
                <a16:creationId xmlns:a16="http://schemas.microsoft.com/office/drawing/2014/main" id="{0FDC93FA-BFAB-492E-B61A-44195E648F43}"/>
              </a:ext>
            </a:extLst>
          </p:cNvPr>
          <p:cNvSpPr>
            <a:spLocks noGrp="1"/>
          </p:cNvSpPr>
          <p:nvPr/>
        </p:nvSpPr>
        <p:spPr>
          <a:xfrm>
            <a:off x="2276062" y="25956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7" name="Stage1_sixpanel_6448">
            <a:extLst>
              <a:ext uri="{FF2B5EF4-FFF2-40B4-BE49-F238E27FC236}">
                <a16:creationId xmlns:a16="http://schemas.microsoft.com/office/drawing/2014/main" id="{C23CF513-36D8-45DA-BFE3-9C425F2E1CFC}"/>
              </a:ext>
            </a:extLst>
          </p:cNvPr>
          <p:cNvSpPr>
            <a:spLocks noGrp="1"/>
          </p:cNvSpPr>
          <p:nvPr/>
        </p:nvSpPr>
        <p:spPr>
          <a:xfrm>
            <a:off x="2431486" y="260218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8" name="Stage1_sixpanel_6449">
            <a:extLst>
              <a:ext uri="{FF2B5EF4-FFF2-40B4-BE49-F238E27FC236}">
                <a16:creationId xmlns:a16="http://schemas.microsoft.com/office/drawing/2014/main" id="{2D7E9605-8D5C-4F2C-989A-3B737E421A71}"/>
              </a:ext>
            </a:extLst>
          </p:cNvPr>
          <p:cNvSpPr>
            <a:spLocks noGrp="1"/>
          </p:cNvSpPr>
          <p:nvPr/>
        </p:nvSpPr>
        <p:spPr>
          <a:xfrm>
            <a:off x="2333348" y="24474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9" name="Stage1_sixpanel_6450">
            <a:extLst>
              <a:ext uri="{FF2B5EF4-FFF2-40B4-BE49-F238E27FC236}">
                <a16:creationId xmlns:a16="http://schemas.microsoft.com/office/drawing/2014/main" id="{90D10A05-D681-4BD2-9E88-06DEE2933C9E}"/>
              </a:ext>
            </a:extLst>
          </p:cNvPr>
          <p:cNvSpPr>
            <a:spLocks noGrp="1"/>
          </p:cNvSpPr>
          <p:nvPr/>
        </p:nvSpPr>
        <p:spPr>
          <a:xfrm>
            <a:off x="237492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0" name="Stage1_sixpanel_6451">
            <a:extLst>
              <a:ext uri="{FF2B5EF4-FFF2-40B4-BE49-F238E27FC236}">
                <a16:creationId xmlns:a16="http://schemas.microsoft.com/office/drawing/2014/main" id="{B9833B10-F9CA-4E20-B60C-2FC4E5EF6D29}"/>
              </a:ext>
            </a:extLst>
          </p:cNvPr>
          <p:cNvSpPr>
            <a:spLocks noGrp="1"/>
          </p:cNvSpPr>
          <p:nvPr/>
        </p:nvSpPr>
        <p:spPr>
          <a:xfrm>
            <a:off x="2317681" y="252569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1" name="Stage1_sixpanel_6452">
            <a:extLst>
              <a:ext uri="{FF2B5EF4-FFF2-40B4-BE49-F238E27FC236}">
                <a16:creationId xmlns:a16="http://schemas.microsoft.com/office/drawing/2014/main" id="{4CBB21DD-9F42-486B-A341-DBB066BF4BB7}"/>
              </a:ext>
            </a:extLst>
          </p:cNvPr>
          <p:cNvSpPr>
            <a:spLocks noGrp="1"/>
          </p:cNvSpPr>
          <p:nvPr/>
        </p:nvSpPr>
        <p:spPr>
          <a:xfrm>
            <a:off x="339737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2" name="Stage1_sixpanel_6453">
            <a:extLst>
              <a:ext uri="{FF2B5EF4-FFF2-40B4-BE49-F238E27FC236}">
                <a16:creationId xmlns:a16="http://schemas.microsoft.com/office/drawing/2014/main" id="{85371D50-92FD-4CF2-9E9F-9DFBCF6FBA50}"/>
              </a:ext>
            </a:extLst>
          </p:cNvPr>
          <p:cNvSpPr>
            <a:spLocks noGrp="1"/>
          </p:cNvSpPr>
          <p:nvPr/>
        </p:nvSpPr>
        <p:spPr>
          <a:xfrm>
            <a:off x="336066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3" name="Stage1_sixpanel_6454">
            <a:extLst>
              <a:ext uri="{FF2B5EF4-FFF2-40B4-BE49-F238E27FC236}">
                <a16:creationId xmlns:a16="http://schemas.microsoft.com/office/drawing/2014/main" id="{6D428F6A-9880-4DC4-9F90-7EA159F1C840}"/>
              </a:ext>
            </a:extLst>
          </p:cNvPr>
          <p:cNvSpPr>
            <a:spLocks noGrp="1"/>
          </p:cNvSpPr>
          <p:nvPr/>
        </p:nvSpPr>
        <p:spPr>
          <a:xfrm>
            <a:off x="3407732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4" name="Stage1_sixpanel_6455">
            <a:extLst>
              <a:ext uri="{FF2B5EF4-FFF2-40B4-BE49-F238E27FC236}">
                <a16:creationId xmlns:a16="http://schemas.microsoft.com/office/drawing/2014/main" id="{8CC14122-A961-44EA-8564-3D565616DDE4}"/>
              </a:ext>
            </a:extLst>
          </p:cNvPr>
          <p:cNvSpPr>
            <a:spLocks noGrp="1"/>
          </p:cNvSpPr>
          <p:nvPr/>
        </p:nvSpPr>
        <p:spPr>
          <a:xfrm>
            <a:off x="34846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5" name="Stage1_sixpanel_6456">
            <a:extLst>
              <a:ext uri="{FF2B5EF4-FFF2-40B4-BE49-F238E27FC236}">
                <a16:creationId xmlns:a16="http://schemas.microsoft.com/office/drawing/2014/main" id="{2D61A305-63B8-450D-93EA-FBEAD4491FB6}"/>
              </a:ext>
            </a:extLst>
          </p:cNvPr>
          <p:cNvSpPr>
            <a:spLocks noGrp="1"/>
          </p:cNvSpPr>
          <p:nvPr/>
        </p:nvSpPr>
        <p:spPr>
          <a:xfrm>
            <a:off x="3396730" y="191855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6" name="Stage1_sixpanel_6457">
            <a:extLst>
              <a:ext uri="{FF2B5EF4-FFF2-40B4-BE49-F238E27FC236}">
                <a16:creationId xmlns:a16="http://schemas.microsoft.com/office/drawing/2014/main" id="{5285EB06-C6BE-42BD-A80A-D8D283CEFCA4}"/>
              </a:ext>
            </a:extLst>
          </p:cNvPr>
          <p:cNvSpPr>
            <a:spLocks noGrp="1"/>
          </p:cNvSpPr>
          <p:nvPr/>
        </p:nvSpPr>
        <p:spPr>
          <a:xfrm>
            <a:off x="348031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7" name="Stage1_sixpanel_6458">
            <a:extLst>
              <a:ext uri="{FF2B5EF4-FFF2-40B4-BE49-F238E27FC236}">
                <a16:creationId xmlns:a16="http://schemas.microsoft.com/office/drawing/2014/main" id="{118E186A-9E18-4592-8B8F-D8C4E6E92E97}"/>
              </a:ext>
            </a:extLst>
          </p:cNvPr>
          <p:cNvSpPr>
            <a:spLocks noGrp="1"/>
          </p:cNvSpPr>
          <p:nvPr/>
        </p:nvSpPr>
        <p:spPr>
          <a:xfrm>
            <a:off x="336411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8" name="Stage1_sixpanel_6459">
            <a:extLst>
              <a:ext uri="{FF2B5EF4-FFF2-40B4-BE49-F238E27FC236}">
                <a16:creationId xmlns:a16="http://schemas.microsoft.com/office/drawing/2014/main" id="{B6356BFA-CD47-4A1C-BDB2-BFB9FF1EFBAC}"/>
              </a:ext>
            </a:extLst>
          </p:cNvPr>
          <p:cNvSpPr>
            <a:spLocks noGrp="1"/>
          </p:cNvSpPr>
          <p:nvPr/>
        </p:nvSpPr>
        <p:spPr>
          <a:xfrm>
            <a:off x="3374874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9" name="Stage1_sixpanel_6460">
            <a:extLst>
              <a:ext uri="{FF2B5EF4-FFF2-40B4-BE49-F238E27FC236}">
                <a16:creationId xmlns:a16="http://schemas.microsoft.com/office/drawing/2014/main" id="{088BD49D-0588-4D7C-A592-C6B69B26B309}"/>
              </a:ext>
            </a:extLst>
          </p:cNvPr>
          <p:cNvSpPr>
            <a:spLocks noGrp="1"/>
          </p:cNvSpPr>
          <p:nvPr/>
        </p:nvSpPr>
        <p:spPr>
          <a:xfrm>
            <a:off x="346700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0" name="Stage1_sixpanel_6461">
            <a:extLst>
              <a:ext uri="{FF2B5EF4-FFF2-40B4-BE49-F238E27FC236}">
                <a16:creationId xmlns:a16="http://schemas.microsoft.com/office/drawing/2014/main" id="{B0BC534F-69A5-48DD-84D1-66DE280DCC4B}"/>
              </a:ext>
            </a:extLst>
          </p:cNvPr>
          <p:cNvSpPr>
            <a:spLocks noGrp="1"/>
          </p:cNvSpPr>
          <p:nvPr/>
        </p:nvSpPr>
        <p:spPr>
          <a:xfrm>
            <a:off x="344243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1" name="Stage1_sixpanel_6462">
            <a:extLst>
              <a:ext uri="{FF2B5EF4-FFF2-40B4-BE49-F238E27FC236}">
                <a16:creationId xmlns:a16="http://schemas.microsoft.com/office/drawing/2014/main" id="{C8A014D7-CA73-42A2-9F6C-0102C9749B0E}"/>
              </a:ext>
            </a:extLst>
          </p:cNvPr>
          <p:cNvSpPr>
            <a:spLocks noGrp="1"/>
          </p:cNvSpPr>
          <p:nvPr/>
        </p:nvSpPr>
        <p:spPr>
          <a:xfrm>
            <a:off x="3425401" y="14616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2" name="Stage1_sixpanel_6463">
            <a:extLst>
              <a:ext uri="{FF2B5EF4-FFF2-40B4-BE49-F238E27FC236}">
                <a16:creationId xmlns:a16="http://schemas.microsoft.com/office/drawing/2014/main" id="{E8BC8D6B-B241-4B46-93E9-D02C3B13F46B}"/>
              </a:ext>
            </a:extLst>
          </p:cNvPr>
          <p:cNvSpPr>
            <a:spLocks noGrp="1"/>
          </p:cNvSpPr>
          <p:nvPr/>
        </p:nvSpPr>
        <p:spPr>
          <a:xfrm>
            <a:off x="3404222" y="16956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3" name="Stage1_sixpanel_6464">
            <a:extLst>
              <a:ext uri="{FF2B5EF4-FFF2-40B4-BE49-F238E27FC236}">
                <a16:creationId xmlns:a16="http://schemas.microsoft.com/office/drawing/2014/main" id="{6453A161-9BA2-40E9-94BB-CEC999C5D45B}"/>
              </a:ext>
            </a:extLst>
          </p:cNvPr>
          <p:cNvSpPr>
            <a:spLocks noGrp="1"/>
          </p:cNvSpPr>
          <p:nvPr/>
        </p:nvSpPr>
        <p:spPr>
          <a:xfrm>
            <a:off x="3441386" y="145177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4" name="Stage1_sixpanel_6465">
            <a:extLst>
              <a:ext uri="{FF2B5EF4-FFF2-40B4-BE49-F238E27FC236}">
                <a16:creationId xmlns:a16="http://schemas.microsoft.com/office/drawing/2014/main" id="{C12EBE62-E929-44B5-937D-B874CB39A916}"/>
              </a:ext>
            </a:extLst>
          </p:cNvPr>
          <p:cNvSpPr>
            <a:spLocks noGrp="1"/>
          </p:cNvSpPr>
          <p:nvPr/>
        </p:nvSpPr>
        <p:spPr>
          <a:xfrm>
            <a:off x="341620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5" name="Stage1_sixpanel_6466">
            <a:extLst>
              <a:ext uri="{FF2B5EF4-FFF2-40B4-BE49-F238E27FC236}">
                <a16:creationId xmlns:a16="http://schemas.microsoft.com/office/drawing/2014/main" id="{4D65EC4D-6E97-427D-9926-7CB4B09B543A}"/>
              </a:ext>
            </a:extLst>
          </p:cNvPr>
          <p:cNvSpPr>
            <a:spLocks noGrp="1"/>
          </p:cNvSpPr>
          <p:nvPr/>
        </p:nvSpPr>
        <p:spPr>
          <a:xfrm>
            <a:off x="3409070" y="22813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6" name="Stage1_sixpanel_6467">
            <a:extLst>
              <a:ext uri="{FF2B5EF4-FFF2-40B4-BE49-F238E27FC236}">
                <a16:creationId xmlns:a16="http://schemas.microsoft.com/office/drawing/2014/main" id="{7DFC8F8E-8DAF-4246-B785-EAC80A62E111}"/>
              </a:ext>
            </a:extLst>
          </p:cNvPr>
          <p:cNvSpPr>
            <a:spLocks noGrp="1"/>
          </p:cNvSpPr>
          <p:nvPr/>
        </p:nvSpPr>
        <p:spPr>
          <a:xfrm>
            <a:off x="3452314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7" name="Stage1_sixpanel_6468">
            <a:extLst>
              <a:ext uri="{FF2B5EF4-FFF2-40B4-BE49-F238E27FC236}">
                <a16:creationId xmlns:a16="http://schemas.microsoft.com/office/drawing/2014/main" id="{3FA998B7-1F48-420C-9108-DB4D530F685F}"/>
              </a:ext>
            </a:extLst>
          </p:cNvPr>
          <p:cNvSpPr>
            <a:spLocks noGrp="1"/>
          </p:cNvSpPr>
          <p:nvPr/>
        </p:nvSpPr>
        <p:spPr>
          <a:xfrm>
            <a:off x="341275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8" name="Stage1_sixpanel_6469">
            <a:extLst>
              <a:ext uri="{FF2B5EF4-FFF2-40B4-BE49-F238E27FC236}">
                <a16:creationId xmlns:a16="http://schemas.microsoft.com/office/drawing/2014/main" id="{8063939D-49D1-46F3-ADED-F2972E1DF020}"/>
              </a:ext>
            </a:extLst>
          </p:cNvPr>
          <p:cNvSpPr>
            <a:spLocks noGrp="1"/>
          </p:cNvSpPr>
          <p:nvPr/>
        </p:nvSpPr>
        <p:spPr>
          <a:xfrm>
            <a:off x="3432844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9" name="Stage1_sixpanel_6470">
            <a:extLst>
              <a:ext uri="{FF2B5EF4-FFF2-40B4-BE49-F238E27FC236}">
                <a16:creationId xmlns:a16="http://schemas.microsoft.com/office/drawing/2014/main" id="{18F92602-9CE7-4EEB-A4AC-8842EC98B066}"/>
              </a:ext>
            </a:extLst>
          </p:cNvPr>
          <p:cNvSpPr>
            <a:spLocks noGrp="1"/>
          </p:cNvSpPr>
          <p:nvPr/>
        </p:nvSpPr>
        <p:spPr>
          <a:xfrm>
            <a:off x="3352181" y="150772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0" name="Stage1_sixpanel_6471">
            <a:extLst>
              <a:ext uri="{FF2B5EF4-FFF2-40B4-BE49-F238E27FC236}">
                <a16:creationId xmlns:a16="http://schemas.microsoft.com/office/drawing/2014/main" id="{97B5E800-6CEB-465C-88BB-89C74E225CBD}"/>
              </a:ext>
            </a:extLst>
          </p:cNvPr>
          <p:cNvSpPr>
            <a:spLocks noGrp="1"/>
          </p:cNvSpPr>
          <p:nvPr/>
        </p:nvSpPr>
        <p:spPr>
          <a:xfrm>
            <a:off x="3483328" y="159508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1" name="Stage1_sixpanel_6472">
            <a:extLst>
              <a:ext uri="{FF2B5EF4-FFF2-40B4-BE49-F238E27FC236}">
                <a16:creationId xmlns:a16="http://schemas.microsoft.com/office/drawing/2014/main" id="{8257FEC4-93B5-4BE5-A1F2-CA044A633A4E}"/>
              </a:ext>
            </a:extLst>
          </p:cNvPr>
          <p:cNvSpPr>
            <a:spLocks noGrp="1"/>
          </p:cNvSpPr>
          <p:nvPr/>
        </p:nvSpPr>
        <p:spPr>
          <a:xfrm>
            <a:off x="3414133" y="227604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2" name="Stage1_sixpanel_6473">
            <a:extLst>
              <a:ext uri="{FF2B5EF4-FFF2-40B4-BE49-F238E27FC236}">
                <a16:creationId xmlns:a16="http://schemas.microsoft.com/office/drawing/2014/main" id="{6365CF99-9178-42E8-9C2D-523D0033262A}"/>
              </a:ext>
            </a:extLst>
          </p:cNvPr>
          <p:cNvSpPr>
            <a:spLocks noGrp="1"/>
          </p:cNvSpPr>
          <p:nvPr/>
        </p:nvSpPr>
        <p:spPr>
          <a:xfrm>
            <a:off x="344006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3" name="Stage1_sixpanel_6474">
            <a:extLst>
              <a:ext uri="{FF2B5EF4-FFF2-40B4-BE49-F238E27FC236}">
                <a16:creationId xmlns:a16="http://schemas.microsoft.com/office/drawing/2014/main" id="{F3F777F7-04FF-49BA-8EEC-1B699916A85A}"/>
              </a:ext>
            </a:extLst>
          </p:cNvPr>
          <p:cNvSpPr>
            <a:spLocks noGrp="1"/>
          </p:cNvSpPr>
          <p:nvPr/>
        </p:nvSpPr>
        <p:spPr>
          <a:xfrm>
            <a:off x="3398884" y="165634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4" name="Stage1_sixpanel_6475">
            <a:extLst>
              <a:ext uri="{FF2B5EF4-FFF2-40B4-BE49-F238E27FC236}">
                <a16:creationId xmlns:a16="http://schemas.microsoft.com/office/drawing/2014/main" id="{3CB6B575-8263-4CDD-8F7A-600E24DA7F35}"/>
              </a:ext>
            </a:extLst>
          </p:cNvPr>
          <p:cNvSpPr>
            <a:spLocks noGrp="1"/>
          </p:cNvSpPr>
          <p:nvPr/>
        </p:nvSpPr>
        <p:spPr>
          <a:xfrm>
            <a:off x="3495021" y="169742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5" name="Stage1_sixpanel_6476">
            <a:extLst>
              <a:ext uri="{FF2B5EF4-FFF2-40B4-BE49-F238E27FC236}">
                <a16:creationId xmlns:a16="http://schemas.microsoft.com/office/drawing/2014/main" id="{6955C9DB-DF08-4C0E-9BF0-599E1A99FA67}"/>
              </a:ext>
            </a:extLst>
          </p:cNvPr>
          <p:cNvSpPr>
            <a:spLocks noGrp="1"/>
          </p:cNvSpPr>
          <p:nvPr/>
        </p:nvSpPr>
        <p:spPr>
          <a:xfrm>
            <a:off x="339168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6" name="Stage1_sixpanel_6477">
            <a:extLst>
              <a:ext uri="{FF2B5EF4-FFF2-40B4-BE49-F238E27FC236}">
                <a16:creationId xmlns:a16="http://schemas.microsoft.com/office/drawing/2014/main" id="{29EEA6DE-C881-4033-9CFF-A3966DA18389}"/>
              </a:ext>
            </a:extLst>
          </p:cNvPr>
          <p:cNvSpPr>
            <a:spLocks noGrp="1"/>
          </p:cNvSpPr>
          <p:nvPr/>
        </p:nvSpPr>
        <p:spPr>
          <a:xfrm>
            <a:off x="334686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7" name="Stage1_sixpanel_6478">
            <a:extLst>
              <a:ext uri="{FF2B5EF4-FFF2-40B4-BE49-F238E27FC236}">
                <a16:creationId xmlns:a16="http://schemas.microsoft.com/office/drawing/2014/main" id="{4BC4A0F2-8770-4090-BD4D-D19486E8C96B}"/>
              </a:ext>
            </a:extLst>
          </p:cNvPr>
          <p:cNvSpPr>
            <a:spLocks noGrp="1"/>
          </p:cNvSpPr>
          <p:nvPr/>
        </p:nvSpPr>
        <p:spPr>
          <a:xfrm>
            <a:off x="3355994" y="232161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8" name="Stage1_sixpanel_6479">
            <a:extLst>
              <a:ext uri="{FF2B5EF4-FFF2-40B4-BE49-F238E27FC236}">
                <a16:creationId xmlns:a16="http://schemas.microsoft.com/office/drawing/2014/main" id="{674DF605-5C32-442F-A6B2-826FAE472F90}"/>
              </a:ext>
            </a:extLst>
          </p:cNvPr>
          <p:cNvSpPr>
            <a:spLocks noGrp="1"/>
          </p:cNvSpPr>
          <p:nvPr/>
        </p:nvSpPr>
        <p:spPr>
          <a:xfrm>
            <a:off x="343850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9" name="Stage1_sixpanel_6480">
            <a:extLst>
              <a:ext uri="{FF2B5EF4-FFF2-40B4-BE49-F238E27FC236}">
                <a16:creationId xmlns:a16="http://schemas.microsoft.com/office/drawing/2014/main" id="{5F028121-8241-47B9-9509-1439C46B551D}"/>
              </a:ext>
            </a:extLst>
          </p:cNvPr>
          <p:cNvSpPr>
            <a:spLocks noGrp="1"/>
          </p:cNvSpPr>
          <p:nvPr/>
        </p:nvSpPr>
        <p:spPr>
          <a:xfrm>
            <a:off x="3490258" y="239640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0" name="Stage1_sixpanel_6481">
            <a:extLst>
              <a:ext uri="{FF2B5EF4-FFF2-40B4-BE49-F238E27FC236}">
                <a16:creationId xmlns:a16="http://schemas.microsoft.com/office/drawing/2014/main" id="{B8067591-2AAD-4F73-B790-D4CA0AF26C0F}"/>
              </a:ext>
            </a:extLst>
          </p:cNvPr>
          <p:cNvSpPr>
            <a:spLocks noGrp="1"/>
          </p:cNvSpPr>
          <p:nvPr/>
        </p:nvSpPr>
        <p:spPr>
          <a:xfrm>
            <a:off x="3377041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1" name="Stage1_sixpanel_6482">
            <a:extLst>
              <a:ext uri="{FF2B5EF4-FFF2-40B4-BE49-F238E27FC236}">
                <a16:creationId xmlns:a16="http://schemas.microsoft.com/office/drawing/2014/main" id="{7E2A40B3-CEA8-46FB-B6B1-33EE3F12B7F1}"/>
              </a:ext>
            </a:extLst>
          </p:cNvPr>
          <p:cNvSpPr>
            <a:spLocks noGrp="1"/>
          </p:cNvSpPr>
          <p:nvPr/>
        </p:nvSpPr>
        <p:spPr>
          <a:xfrm>
            <a:off x="342129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2" name="Stage1_sixpanel_6483">
            <a:extLst>
              <a:ext uri="{FF2B5EF4-FFF2-40B4-BE49-F238E27FC236}">
                <a16:creationId xmlns:a16="http://schemas.microsoft.com/office/drawing/2014/main" id="{A0C5E00F-A2D1-4DD6-9243-8B489CA6B65E}"/>
              </a:ext>
            </a:extLst>
          </p:cNvPr>
          <p:cNvSpPr>
            <a:spLocks noGrp="1"/>
          </p:cNvSpPr>
          <p:nvPr/>
        </p:nvSpPr>
        <p:spPr>
          <a:xfrm>
            <a:off x="3368540" y="23990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3" name="Stage1_sixpanel_6484">
            <a:extLst>
              <a:ext uri="{FF2B5EF4-FFF2-40B4-BE49-F238E27FC236}">
                <a16:creationId xmlns:a16="http://schemas.microsoft.com/office/drawing/2014/main" id="{3C8A10ED-6007-49C9-ABA8-DB1E9E069676}"/>
              </a:ext>
            </a:extLst>
          </p:cNvPr>
          <p:cNvSpPr>
            <a:spLocks noGrp="1"/>
          </p:cNvSpPr>
          <p:nvPr/>
        </p:nvSpPr>
        <p:spPr>
          <a:xfrm>
            <a:off x="341174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4" name="Stage1_sixpanel_6485">
            <a:extLst>
              <a:ext uri="{FF2B5EF4-FFF2-40B4-BE49-F238E27FC236}">
                <a16:creationId xmlns:a16="http://schemas.microsoft.com/office/drawing/2014/main" id="{72F3C6BC-0B43-4285-9036-E730F476A120}"/>
              </a:ext>
            </a:extLst>
          </p:cNvPr>
          <p:cNvSpPr>
            <a:spLocks noGrp="1"/>
          </p:cNvSpPr>
          <p:nvPr/>
        </p:nvSpPr>
        <p:spPr>
          <a:xfrm>
            <a:off x="3473938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5" name="Stage1_sixpanel_6486">
            <a:extLst>
              <a:ext uri="{FF2B5EF4-FFF2-40B4-BE49-F238E27FC236}">
                <a16:creationId xmlns:a16="http://schemas.microsoft.com/office/drawing/2014/main" id="{9D178C5D-D733-49C5-AB61-22B7362B2970}"/>
              </a:ext>
            </a:extLst>
          </p:cNvPr>
          <p:cNvSpPr>
            <a:spLocks noGrp="1"/>
          </p:cNvSpPr>
          <p:nvPr/>
        </p:nvSpPr>
        <p:spPr>
          <a:xfrm>
            <a:off x="338269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6" name="Stage1_sixpanel_6487">
            <a:extLst>
              <a:ext uri="{FF2B5EF4-FFF2-40B4-BE49-F238E27FC236}">
                <a16:creationId xmlns:a16="http://schemas.microsoft.com/office/drawing/2014/main" id="{E478AAF9-F42B-4948-9168-72C895889616}"/>
              </a:ext>
            </a:extLst>
          </p:cNvPr>
          <p:cNvSpPr>
            <a:spLocks noGrp="1"/>
          </p:cNvSpPr>
          <p:nvPr/>
        </p:nvSpPr>
        <p:spPr>
          <a:xfrm>
            <a:off x="350431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7" name="Stage1_sixpanel_6488">
            <a:extLst>
              <a:ext uri="{FF2B5EF4-FFF2-40B4-BE49-F238E27FC236}">
                <a16:creationId xmlns:a16="http://schemas.microsoft.com/office/drawing/2014/main" id="{1860005B-7754-4D48-AD19-AC351535590D}"/>
              </a:ext>
            </a:extLst>
          </p:cNvPr>
          <p:cNvSpPr>
            <a:spLocks noGrp="1"/>
          </p:cNvSpPr>
          <p:nvPr/>
        </p:nvSpPr>
        <p:spPr>
          <a:xfrm>
            <a:off x="341514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8" name="Stage1_sixpanel_6489">
            <a:extLst>
              <a:ext uri="{FF2B5EF4-FFF2-40B4-BE49-F238E27FC236}">
                <a16:creationId xmlns:a16="http://schemas.microsoft.com/office/drawing/2014/main" id="{0A092D7F-187A-47D8-BFB8-BB662C8DB8A5}"/>
              </a:ext>
            </a:extLst>
          </p:cNvPr>
          <p:cNvSpPr>
            <a:spLocks noGrp="1"/>
          </p:cNvSpPr>
          <p:nvPr/>
        </p:nvSpPr>
        <p:spPr>
          <a:xfrm>
            <a:off x="337302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9" name="Stage1_sixpanel_6490">
            <a:extLst>
              <a:ext uri="{FF2B5EF4-FFF2-40B4-BE49-F238E27FC236}">
                <a16:creationId xmlns:a16="http://schemas.microsoft.com/office/drawing/2014/main" id="{C65EB64B-AACE-4AF0-BCAE-A34E56787A95}"/>
              </a:ext>
            </a:extLst>
          </p:cNvPr>
          <p:cNvSpPr>
            <a:spLocks noGrp="1"/>
          </p:cNvSpPr>
          <p:nvPr/>
        </p:nvSpPr>
        <p:spPr>
          <a:xfrm>
            <a:off x="343033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0" name="Stage1_sixpanel_6491">
            <a:extLst>
              <a:ext uri="{FF2B5EF4-FFF2-40B4-BE49-F238E27FC236}">
                <a16:creationId xmlns:a16="http://schemas.microsoft.com/office/drawing/2014/main" id="{97E97FA2-7D9F-4013-ACC6-B46D1E50C667}"/>
              </a:ext>
            </a:extLst>
          </p:cNvPr>
          <p:cNvSpPr>
            <a:spLocks noGrp="1"/>
          </p:cNvSpPr>
          <p:nvPr/>
        </p:nvSpPr>
        <p:spPr>
          <a:xfrm>
            <a:off x="3353652" y="20598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1" name="Stage1_sixpanel_6492">
            <a:extLst>
              <a:ext uri="{FF2B5EF4-FFF2-40B4-BE49-F238E27FC236}">
                <a16:creationId xmlns:a16="http://schemas.microsoft.com/office/drawing/2014/main" id="{90FF60F8-B6F4-42F5-BEF8-3A092E027993}"/>
              </a:ext>
            </a:extLst>
          </p:cNvPr>
          <p:cNvSpPr>
            <a:spLocks noGrp="1"/>
          </p:cNvSpPr>
          <p:nvPr/>
        </p:nvSpPr>
        <p:spPr>
          <a:xfrm>
            <a:off x="33409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2" name="Stage1_sixpanel_6493">
            <a:extLst>
              <a:ext uri="{FF2B5EF4-FFF2-40B4-BE49-F238E27FC236}">
                <a16:creationId xmlns:a16="http://schemas.microsoft.com/office/drawing/2014/main" id="{21975050-D3BE-44C9-8B81-10F2C624E42F}"/>
              </a:ext>
            </a:extLst>
          </p:cNvPr>
          <p:cNvSpPr>
            <a:spLocks noGrp="1"/>
          </p:cNvSpPr>
          <p:nvPr/>
        </p:nvSpPr>
        <p:spPr>
          <a:xfrm>
            <a:off x="3386703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3" name="Stage1_sixpanel_6494">
            <a:extLst>
              <a:ext uri="{FF2B5EF4-FFF2-40B4-BE49-F238E27FC236}">
                <a16:creationId xmlns:a16="http://schemas.microsoft.com/office/drawing/2014/main" id="{DF8B22DB-DF1C-4518-ACC2-C7C31F157725}"/>
              </a:ext>
            </a:extLst>
          </p:cNvPr>
          <p:cNvSpPr>
            <a:spLocks noGrp="1"/>
          </p:cNvSpPr>
          <p:nvPr/>
        </p:nvSpPr>
        <p:spPr>
          <a:xfrm>
            <a:off x="339965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4" name="Stage1_sixpanel_6495">
            <a:extLst>
              <a:ext uri="{FF2B5EF4-FFF2-40B4-BE49-F238E27FC236}">
                <a16:creationId xmlns:a16="http://schemas.microsoft.com/office/drawing/2014/main" id="{CA2A8FFB-CC12-4166-9607-CC4FA44DDA4B}"/>
              </a:ext>
            </a:extLst>
          </p:cNvPr>
          <p:cNvSpPr>
            <a:spLocks noGrp="1"/>
          </p:cNvSpPr>
          <p:nvPr/>
        </p:nvSpPr>
        <p:spPr>
          <a:xfrm>
            <a:off x="337348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5" name="Stage1_sixpanel_6496">
            <a:extLst>
              <a:ext uri="{FF2B5EF4-FFF2-40B4-BE49-F238E27FC236}">
                <a16:creationId xmlns:a16="http://schemas.microsoft.com/office/drawing/2014/main" id="{44C00975-916F-4A2D-8D12-DE52CA410682}"/>
              </a:ext>
            </a:extLst>
          </p:cNvPr>
          <p:cNvSpPr>
            <a:spLocks noGrp="1"/>
          </p:cNvSpPr>
          <p:nvPr/>
        </p:nvSpPr>
        <p:spPr>
          <a:xfrm>
            <a:off x="345684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6" name="Stage1_sixpanel_6497">
            <a:extLst>
              <a:ext uri="{FF2B5EF4-FFF2-40B4-BE49-F238E27FC236}">
                <a16:creationId xmlns:a16="http://schemas.microsoft.com/office/drawing/2014/main" id="{6A60822F-FE63-430F-9B08-4264BD87BBFE}"/>
              </a:ext>
            </a:extLst>
          </p:cNvPr>
          <p:cNvSpPr>
            <a:spLocks noGrp="1"/>
          </p:cNvSpPr>
          <p:nvPr/>
        </p:nvSpPr>
        <p:spPr>
          <a:xfrm>
            <a:off x="345059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7" name="Stage1_sixpanel_6498">
            <a:extLst>
              <a:ext uri="{FF2B5EF4-FFF2-40B4-BE49-F238E27FC236}">
                <a16:creationId xmlns:a16="http://schemas.microsoft.com/office/drawing/2014/main" id="{47811CC5-97E4-4EFC-BF45-217AFB75C2D8}"/>
              </a:ext>
            </a:extLst>
          </p:cNvPr>
          <p:cNvSpPr>
            <a:spLocks noGrp="1"/>
          </p:cNvSpPr>
          <p:nvPr/>
        </p:nvSpPr>
        <p:spPr>
          <a:xfrm>
            <a:off x="3447130" y="229787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8" name="Stage1_sixpanel_6499">
            <a:extLst>
              <a:ext uri="{FF2B5EF4-FFF2-40B4-BE49-F238E27FC236}">
                <a16:creationId xmlns:a16="http://schemas.microsoft.com/office/drawing/2014/main" id="{317CA84C-2097-42DC-A9CF-2584014A0EEB}"/>
              </a:ext>
            </a:extLst>
          </p:cNvPr>
          <p:cNvSpPr>
            <a:spLocks noGrp="1"/>
          </p:cNvSpPr>
          <p:nvPr/>
        </p:nvSpPr>
        <p:spPr>
          <a:xfrm>
            <a:off x="349411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9" name="Stage1_sixpanel_6500">
            <a:extLst>
              <a:ext uri="{FF2B5EF4-FFF2-40B4-BE49-F238E27FC236}">
                <a16:creationId xmlns:a16="http://schemas.microsoft.com/office/drawing/2014/main" id="{71900189-75DD-4921-BEAE-DE43DD62DC4F}"/>
              </a:ext>
            </a:extLst>
          </p:cNvPr>
          <p:cNvSpPr>
            <a:spLocks noGrp="1"/>
          </p:cNvSpPr>
          <p:nvPr/>
        </p:nvSpPr>
        <p:spPr>
          <a:xfrm>
            <a:off x="3485368" y="17819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0" name="Stage1_sixpanel_6501">
            <a:extLst>
              <a:ext uri="{FF2B5EF4-FFF2-40B4-BE49-F238E27FC236}">
                <a16:creationId xmlns:a16="http://schemas.microsoft.com/office/drawing/2014/main" id="{A25F3809-6D63-4253-9C85-01ADB44E2683}"/>
              </a:ext>
            </a:extLst>
          </p:cNvPr>
          <p:cNvSpPr>
            <a:spLocks noGrp="1"/>
          </p:cNvSpPr>
          <p:nvPr/>
        </p:nvSpPr>
        <p:spPr>
          <a:xfrm>
            <a:off x="3358794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1" name="Stage1_sixpanel_6502">
            <a:extLst>
              <a:ext uri="{FF2B5EF4-FFF2-40B4-BE49-F238E27FC236}">
                <a16:creationId xmlns:a16="http://schemas.microsoft.com/office/drawing/2014/main" id="{CF1E75A8-EED6-4475-8FAB-7BD94D2BBF76}"/>
              </a:ext>
            </a:extLst>
          </p:cNvPr>
          <p:cNvSpPr>
            <a:spLocks noGrp="1"/>
          </p:cNvSpPr>
          <p:nvPr/>
        </p:nvSpPr>
        <p:spPr>
          <a:xfrm>
            <a:off x="344760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2" name="Stage1_sixpanel_6503">
            <a:extLst>
              <a:ext uri="{FF2B5EF4-FFF2-40B4-BE49-F238E27FC236}">
                <a16:creationId xmlns:a16="http://schemas.microsoft.com/office/drawing/2014/main" id="{0DCE5350-69B7-4E88-A158-ED1AC7893203}"/>
              </a:ext>
            </a:extLst>
          </p:cNvPr>
          <p:cNvSpPr>
            <a:spLocks noGrp="1"/>
          </p:cNvSpPr>
          <p:nvPr/>
        </p:nvSpPr>
        <p:spPr>
          <a:xfrm>
            <a:off x="336547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3" name="Stage1_sixpanel_6504">
            <a:extLst>
              <a:ext uri="{FF2B5EF4-FFF2-40B4-BE49-F238E27FC236}">
                <a16:creationId xmlns:a16="http://schemas.microsoft.com/office/drawing/2014/main" id="{4C39285C-D300-453C-8B13-48857058FA42}"/>
              </a:ext>
            </a:extLst>
          </p:cNvPr>
          <p:cNvSpPr>
            <a:spLocks noGrp="1"/>
          </p:cNvSpPr>
          <p:nvPr/>
        </p:nvSpPr>
        <p:spPr>
          <a:xfrm>
            <a:off x="337908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4" name="Stage1_sixpanel_6505">
            <a:extLst>
              <a:ext uri="{FF2B5EF4-FFF2-40B4-BE49-F238E27FC236}">
                <a16:creationId xmlns:a16="http://schemas.microsoft.com/office/drawing/2014/main" id="{22D99D1A-C04C-46EB-80BB-704A6796E104}"/>
              </a:ext>
            </a:extLst>
          </p:cNvPr>
          <p:cNvSpPr>
            <a:spLocks noGrp="1"/>
          </p:cNvSpPr>
          <p:nvPr/>
        </p:nvSpPr>
        <p:spPr>
          <a:xfrm>
            <a:off x="3467728" y="149600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5" name="Stage1_sixpanel_6506">
            <a:extLst>
              <a:ext uri="{FF2B5EF4-FFF2-40B4-BE49-F238E27FC236}">
                <a16:creationId xmlns:a16="http://schemas.microsoft.com/office/drawing/2014/main" id="{D9964138-3093-4384-B96D-E4F59CF0942A}"/>
              </a:ext>
            </a:extLst>
          </p:cNvPr>
          <p:cNvSpPr>
            <a:spLocks noGrp="1"/>
          </p:cNvSpPr>
          <p:nvPr/>
        </p:nvSpPr>
        <p:spPr>
          <a:xfrm>
            <a:off x="341655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6" name="Stage1_sixpanel_6507">
            <a:extLst>
              <a:ext uri="{FF2B5EF4-FFF2-40B4-BE49-F238E27FC236}">
                <a16:creationId xmlns:a16="http://schemas.microsoft.com/office/drawing/2014/main" id="{D4F45363-C77D-4D3E-8FCA-BB01C059320A}"/>
              </a:ext>
            </a:extLst>
          </p:cNvPr>
          <p:cNvSpPr>
            <a:spLocks noGrp="1"/>
          </p:cNvSpPr>
          <p:nvPr/>
        </p:nvSpPr>
        <p:spPr>
          <a:xfrm>
            <a:off x="3398578" y="163701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7" name="Stage1_sixpanel_6508">
            <a:extLst>
              <a:ext uri="{FF2B5EF4-FFF2-40B4-BE49-F238E27FC236}">
                <a16:creationId xmlns:a16="http://schemas.microsoft.com/office/drawing/2014/main" id="{32F0F09F-F075-4B4E-991F-50DB6187752E}"/>
              </a:ext>
            </a:extLst>
          </p:cNvPr>
          <p:cNvSpPr>
            <a:spLocks noGrp="1"/>
          </p:cNvSpPr>
          <p:nvPr/>
        </p:nvSpPr>
        <p:spPr>
          <a:xfrm>
            <a:off x="343489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8" name="Stage1_sixpanel_6509">
            <a:extLst>
              <a:ext uri="{FF2B5EF4-FFF2-40B4-BE49-F238E27FC236}">
                <a16:creationId xmlns:a16="http://schemas.microsoft.com/office/drawing/2014/main" id="{7D4B5E42-0A81-4EBA-AF4E-F62AFB52ADCF}"/>
              </a:ext>
            </a:extLst>
          </p:cNvPr>
          <p:cNvSpPr>
            <a:spLocks noGrp="1"/>
          </p:cNvSpPr>
          <p:nvPr/>
        </p:nvSpPr>
        <p:spPr>
          <a:xfrm>
            <a:off x="3448996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9" name="Stage1_sixpanel_6510">
            <a:extLst>
              <a:ext uri="{FF2B5EF4-FFF2-40B4-BE49-F238E27FC236}">
                <a16:creationId xmlns:a16="http://schemas.microsoft.com/office/drawing/2014/main" id="{04A8CB65-7636-42FB-86FA-F262574601C2}"/>
              </a:ext>
            </a:extLst>
          </p:cNvPr>
          <p:cNvSpPr>
            <a:spLocks noGrp="1"/>
          </p:cNvSpPr>
          <p:nvPr/>
        </p:nvSpPr>
        <p:spPr>
          <a:xfrm>
            <a:off x="3388147" y="257560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0" name="Stage1_sixpanel_6511">
            <a:extLst>
              <a:ext uri="{FF2B5EF4-FFF2-40B4-BE49-F238E27FC236}">
                <a16:creationId xmlns:a16="http://schemas.microsoft.com/office/drawing/2014/main" id="{080388CD-301C-4C98-B776-810BD955228B}"/>
              </a:ext>
            </a:extLst>
          </p:cNvPr>
          <p:cNvSpPr>
            <a:spLocks noGrp="1"/>
          </p:cNvSpPr>
          <p:nvPr/>
        </p:nvSpPr>
        <p:spPr>
          <a:xfrm>
            <a:off x="3341345" y="163701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1" name="Stage1_sixpanel_6512">
            <a:extLst>
              <a:ext uri="{FF2B5EF4-FFF2-40B4-BE49-F238E27FC236}">
                <a16:creationId xmlns:a16="http://schemas.microsoft.com/office/drawing/2014/main" id="{D2F09D92-B229-4227-9450-74251D35C875}"/>
              </a:ext>
            </a:extLst>
          </p:cNvPr>
          <p:cNvSpPr>
            <a:spLocks noGrp="1"/>
          </p:cNvSpPr>
          <p:nvPr/>
        </p:nvSpPr>
        <p:spPr>
          <a:xfrm>
            <a:off x="3454835" y="218066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2" name="Stage1_sixpanel_6513">
            <a:extLst>
              <a:ext uri="{FF2B5EF4-FFF2-40B4-BE49-F238E27FC236}">
                <a16:creationId xmlns:a16="http://schemas.microsoft.com/office/drawing/2014/main" id="{82F86F60-1FAC-412A-8458-0A8618BD736E}"/>
              </a:ext>
            </a:extLst>
          </p:cNvPr>
          <p:cNvSpPr>
            <a:spLocks noGrp="1"/>
          </p:cNvSpPr>
          <p:nvPr/>
        </p:nvSpPr>
        <p:spPr>
          <a:xfrm>
            <a:off x="338328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3" name="Stage1_sixpanel_6514">
            <a:extLst>
              <a:ext uri="{FF2B5EF4-FFF2-40B4-BE49-F238E27FC236}">
                <a16:creationId xmlns:a16="http://schemas.microsoft.com/office/drawing/2014/main" id="{F308287C-EFBD-46DD-B151-3427DA797100}"/>
              </a:ext>
            </a:extLst>
          </p:cNvPr>
          <p:cNvSpPr>
            <a:spLocks noGrp="1"/>
          </p:cNvSpPr>
          <p:nvPr/>
        </p:nvSpPr>
        <p:spPr>
          <a:xfrm>
            <a:off x="333622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4" name="Stage1_sixpanel_6515">
            <a:extLst>
              <a:ext uri="{FF2B5EF4-FFF2-40B4-BE49-F238E27FC236}">
                <a16:creationId xmlns:a16="http://schemas.microsoft.com/office/drawing/2014/main" id="{BB0847D8-153E-46E9-A429-5E1E0C6A6B2E}"/>
              </a:ext>
            </a:extLst>
          </p:cNvPr>
          <p:cNvSpPr>
            <a:spLocks noGrp="1"/>
          </p:cNvSpPr>
          <p:nvPr/>
        </p:nvSpPr>
        <p:spPr>
          <a:xfrm>
            <a:off x="340750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5" name="Stage1_sixpanel_6516">
            <a:extLst>
              <a:ext uri="{FF2B5EF4-FFF2-40B4-BE49-F238E27FC236}">
                <a16:creationId xmlns:a16="http://schemas.microsoft.com/office/drawing/2014/main" id="{B49EA86B-0A0A-41A8-8C18-9BF0323B9607}"/>
              </a:ext>
            </a:extLst>
          </p:cNvPr>
          <p:cNvSpPr>
            <a:spLocks noGrp="1"/>
          </p:cNvSpPr>
          <p:nvPr/>
        </p:nvSpPr>
        <p:spPr>
          <a:xfrm>
            <a:off x="3372919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6" name="Stage1_sixpanel_6517">
            <a:extLst>
              <a:ext uri="{FF2B5EF4-FFF2-40B4-BE49-F238E27FC236}">
                <a16:creationId xmlns:a16="http://schemas.microsoft.com/office/drawing/2014/main" id="{8404B0FF-CF8B-4169-95FC-D1B79258910E}"/>
              </a:ext>
            </a:extLst>
          </p:cNvPr>
          <p:cNvSpPr>
            <a:spLocks noGrp="1"/>
          </p:cNvSpPr>
          <p:nvPr/>
        </p:nvSpPr>
        <p:spPr>
          <a:xfrm>
            <a:off x="337687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7" name="Stage1_sixpanel_6518">
            <a:extLst>
              <a:ext uri="{FF2B5EF4-FFF2-40B4-BE49-F238E27FC236}">
                <a16:creationId xmlns:a16="http://schemas.microsoft.com/office/drawing/2014/main" id="{BBF99223-CFBC-4515-9DA5-4E36A0962489}"/>
              </a:ext>
            </a:extLst>
          </p:cNvPr>
          <p:cNvSpPr>
            <a:spLocks noGrp="1"/>
          </p:cNvSpPr>
          <p:nvPr/>
        </p:nvSpPr>
        <p:spPr>
          <a:xfrm>
            <a:off x="338324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8" name="Stage1_sixpanel_6519">
            <a:extLst>
              <a:ext uri="{FF2B5EF4-FFF2-40B4-BE49-F238E27FC236}">
                <a16:creationId xmlns:a16="http://schemas.microsoft.com/office/drawing/2014/main" id="{0F01E9FA-630B-4605-9367-022777A2C49C}"/>
              </a:ext>
            </a:extLst>
          </p:cNvPr>
          <p:cNvSpPr>
            <a:spLocks noGrp="1"/>
          </p:cNvSpPr>
          <p:nvPr/>
        </p:nvSpPr>
        <p:spPr>
          <a:xfrm>
            <a:off x="335729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9" name="Stage1_sixpanel_6520">
            <a:extLst>
              <a:ext uri="{FF2B5EF4-FFF2-40B4-BE49-F238E27FC236}">
                <a16:creationId xmlns:a16="http://schemas.microsoft.com/office/drawing/2014/main" id="{23E1C391-8B89-40A4-BBD2-19F0F0A4C822}"/>
              </a:ext>
            </a:extLst>
          </p:cNvPr>
          <p:cNvSpPr>
            <a:spLocks noGrp="1"/>
          </p:cNvSpPr>
          <p:nvPr/>
        </p:nvSpPr>
        <p:spPr>
          <a:xfrm>
            <a:off x="3425591" y="203495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0" name="Stage1_sixpanel_6521">
            <a:extLst>
              <a:ext uri="{FF2B5EF4-FFF2-40B4-BE49-F238E27FC236}">
                <a16:creationId xmlns:a16="http://schemas.microsoft.com/office/drawing/2014/main" id="{CAE3F2C2-8D86-40D7-B766-A18D5D4171B1}"/>
              </a:ext>
            </a:extLst>
          </p:cNvPr>
          <p:cNvSpPr>
            <a:spLocks noGrp="1"/>
          </p:cNvSpPr>
          <p:nvPr/>
        </p:nvSpPr>
        <p:spPr>
          <a:xfrm>
            <a:off x="342367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1" name="Stage1_sixpanel_6522">
            <a:extLst>
              <a:ext uri="{FF2B5EF4-FFF2-40B4-BE49-F238E27FC236}">
                <a16:creationId xmlns:a16="http://schemas.microsoft.com/office/drawing/2014/main" id="{9A87FCBD-8FCD-4D25-B71D-D7AEAD1C2551}"/>
              </a:ext>
            </a:extLst>
          </p:cNvPr>
          <p:cNvSpPr>
            <a:spLocks noGrp="1"/>
          </p:cNvSpPr>
          <p:nvPr/>
        </p:nvSpPr>
        <p:spPr>
          <a:xfrm>
            <a:off x="3439493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2" name="Stage1_sixpanel_6523">
            <a:extLst>
              <a:ext uri="{FF2B5EF4-FFF2-40B4-BE49-F238E27FC236}">
                <a16:creationId xmlns:a16="http://schemas.microsoft.com/office/drawing/2014/main" id="{96DD0BB0-A415-40A1-9C2D-FECEA149DF34}"/>
              </a:ext>
            </a:extLst>
          </p:cNvPr>
          <p:cNvSpPr>
            <a:spLocks noGrp="1"/>
          </p:cNvSpPr>
          <p:nvPr/>
        </p:nvSpPr>
        <p:spPr>
          <a:xfrm>
            <a:off x="3339636" y="172331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3" name="Stage1_sixpanel_6524">
            <a:extLst>
              <a:ext uri="{FF2B5EF4-FFF2-40B4-BE49-F238E27FC236}">
                <a16:creationId xmlns:a16="http://schemas.microsoft.com/office/drawing/2014/main" id="{792D5A75-7B6B-4920-943D-5141AD03383E}"/>
              </a:ext>
            </a:extLst>
          </p:cNvPr>
          <p:cNvSpPr>
            <a:spLocks noGrp="1"/>
          </p:cNvSpPr>
          <p:nvPr/>
        </p:nvSpPr>
        <p:spPr>
          <a:xfrm>
            <a:off x="34912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4" name="Stage1_sixpanel_6525">
            <a:extLst>
              <a:ext uri="{FF2B5EF4-FFF2-40B4-BE49-F238E27FC236}">
                <a16:creationId xmlns:a16="http://schemas.microsoft.com/office/drawing/2014/main" id="{B12003ED-443D-4365-81DC-EA09E2873DB8}"/>
              </a:ext>
            </a:extLst>
          </p:cNvPr>
          <p:cNvSpPr>
            <a:spLocks noGrp="1"/>
          </p:cNvSpPr>
          <p:nvPr/>
        </p:nvSpPr>
        <p:spPr>
          <a:xfrm>
            <a:off x="3440531" y="243235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5" name="Stage1_sixpanel_6526">
            <a:extLst>
              <a:ext uri="{FF2B5EF4-FFF2-40B4-BE49-F238E27FC236}">
                <a16:creationId xmlns:a16="http://schemas.microsoft.com/office/drawing/2014/main" id="{9E6811FC-AA8C-43EC-AA87-187028025DD7}"/>
              </a:ext>
            </a:extLst>
          </p:cNvPr>
          <p:cNvSpPr>
            <a:spLocks noGrp="1"/>
          </p:cNvSpPr>
          <p:nvPr/>
        </p:nvSpPr>
        <p:spPr>
          <a:xfrm>
            <a:off x="3355648" y="215650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6" name="Stage1_sixpanel_6527">
            <a:extLst>
              <a:ext uri="{FF2B5EF4-FFF2-40B4-BE49-F238E27FC236}">
                <a16:creationId xmlns:a16="http://schemas.microsoft.com/office/drawing/2014/main" id="{0172041A-6874-4458-B5F2-B7817C6DD815}"/>
              </a:ext>
            </a:extLst>
          </p:cNvPr>
          <p:cNvSpPr>
            <a:spLocks noGrp="1"/>
          </p:cNvSpPr>
          <p:nvPr/>
        </p:nvSpPr>
        <p:spPr>
          <a:xfrm>
            <a:off x="3361779" y="25551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7" name="Stage1_sixpanel_6528">
            <a:extLst>
              <a:ext uri="{FF2B5EF4-FFF2-40B4-BE49-F238E27FC236}">
                <a16:creationId xmlns:a16="http://schemas.microsoft.com/office/drawing/2014/main" id="{9E5DECD6-1C07-41EB-B3B4-362A79A85CE0}"/>
              </a:ext>
            </a:extLst>
          </p:cNvPr>
          <p:cNvSpPr>
            <a:spLocks noGrp="1"/>
          </p:cNvSpPr>
          <p:nvPr/>
        </p:nvSpPr>
        <p:spPr>
          <a:xfrm>
            <a:off x="350508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8" name="Stage1_sixpanel_6529">
            <a:extLst>
              <a:ext uri="{FF2B5EF4-FFF2-40B4-BE49-F238E27FC236}">
                <a16:creationId xmlns:a16="http://schemas.microsoft.com/office/drawing/2014/main" id="{1D4CD971-A6F2-4312-8DC7-E2B703138722}"/>
              </a:ext>
            </a:extLst>
          </p:cNvPr>
          <p:cNvSpPr>
            <a:spLocks noGrp="1"/>
          </p:cNvSpPr>
          <p:nvPr/>
        </p:nvSpPr>
        <p:spPr>
          <a:xfrm>
            <a:off x="3397899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9" name="Stage1_sixpanel_6530">
            <a:extLst>
              <a:ext uri="{FF2B5EF4-FFF2-40B4-BE49-F238E27FC236}">
                <a16:creationId xmlns:a16="http://schemas.microsoft.com/office/drawing/2014/main" id="{A2074A63-674B-43BC-BF0D-B479A11DEC17}"/>
              </a:ext>
            </a:extLst>
          </p:cNvPr>
          <p:cNvSpPr>
            <a:spLocks noGrp="1"/>
          </p:cNvSpPr>
          <p:nvPr/>
        </p:nvSpPr>
        <p:spPr>
          <a:xfrm>
            <a:off x="34250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0" name="Stage1_sixpanel_6531">
            <a:extLst>
              <a:ext uri="{FF2B5EF4-FFF2-40B4-BE49-F238E27FC236}">
                <a16:creationId xmlns:a16="http://schemas.microsoft.com/office/drawing/2014/main" id="{FB3D4575-D080-44B7-9FC5-57CB23AF0C33}"/>
              </a:ext>
            </a:extLst>
          </p:cNvPr>
          <p:cNvSpPr>
            <a:spLocks noGrp="1"/>
          </p:cNvSpPr>
          <p:nvPr/>
        </p:nvSpPr>
        <p:spPr>
          <a:xfrm>
            <a:off x="340709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1" name="Stage1_sixpanel_6532">
            <a:extLst>
              <a:ext uri="{FF2B5EF4-FFF2-40B4-BE49-F238E27FC236}">
                <a16:creationId xmlns:a16="http://schemas.microsoft.com/office/drawing/2014/main" id="{2FAD0AD6-18B5-40F7-9E60-574ABD43821F}"/>
              </a:ext>
            </a:extLst>
          </p:cNvPr>
          <p:cNvSpPr>
            <a:spLocks noGrp="1"/>
          </p:cNvSpPr>
          <p:nvPr/>
        </p:nvSpPr>
        <p:spPr>
          <a:xfrm>
            <a:off x="3343747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2" name="Stage1_sixpanel_6533">
            <a:extLst>
              <a:ext uri="{FF2B5EF4-FFF2-40B4-BE49-F238E27FC236}">
                <a16:creationId xmlns:a16="http://schemas.microsoft.com/office/drawing/2014/main" id="{0418BBC8-44E5-429B-B583-8FBF364466FB}"/>
              </a:ext>
            </a:extLst>
          </p:cNvPr>
          <p:cNvSpPr>
            <a:spLocks noGrp="1"/>
          </p:cNvSpPr>
          <p:nvPr/>
        </p:nvSpPr>
        <p:spPr>
          <a:xfrm>
            <a:off x="3362965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3" name="Stage1_sixpanel_6534">
            <a:extLst>
              <a:ext uri="{FF2B5EF4-FFF2-40B4-BE49-F238E27FC236}">
                <a16:creationId xmlns:a16="http://schemas.microsoft.com/office/drawing/2014/main" id="{DFB60812-0A6B-473B-B72F-838F6B9AA226}"/>
              </a:ext>
            </a:extLst>
          </p:cNvPr>
          <p:cNvSpPr>
            <a:spLocks noGrp="1"/>
          </p:cNvSpPr>
          <p:nvPr/>
        </p:nvSpPr>
        <p:spPr>
          <a:xfrm>
            <a:off x="3413734" y="156798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4" name="Stage1_sixpanel_6535">
            <a:extLst>
              <a:ext uri="{FF2B5EF4-FFF2-40B4-BE49-F238E27FC236}">
                <a16:creationId xmlns:a16="http://schemas.microsoft.com/office/drawing/2014/main" id="{4B6DCDCF-8BE8-4309-9AAA-236BAF7512F8}"/>
              </a:ext>
            </a:extLst>
          </p:cNvPr>
          <p:cNvSpPr>
            <a:spLocks noGrp="1"/>
          </p:cNvSpPr>
          <p:nvPr/>
        </p:nvSpPr>
        <p:spPr>
          <a:xfrm>
            <a:off x="334833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5" name="Stage1_sixpanel_6536">
            <a:extLst>
              <a:ext uri="{FF2B5EF4-FFF2-40B4-BE49-F238E27FC236}">
                <a16:creationId xmlns:a16="http://schemas.microsoft.com/office/drawing/2014/main" id="{47E616CA-3CA2-4316-8EF8-0776A4A415F1}"/>
              </a:ext>
            </a:extLst>
          </p:cNvPr>
          <p:cNvSpPr>
            <a:spLocks noGrp="1"/>
          </p:cNvSpPr>
          <p:nvPr/>
        </p:nvSpPr>
        <p:spPr>
          <a:xfrm>
            <a:off x="3353240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6" name="Stage1_sixpanel_6537">
            <a:extLst>
              <a:ext uri="{FF2B5EF4-FFF2-40B4-BE49-F238E27FC236}">
                <a16:creationId xmlns:a16="http://schemas.microsoft.com/office/drawing/2014/main" id="{941FF916-B8F6-414F-AB67-9A9E55C628FC}"/>
              </a:ext>
            </a:extLst>
          </p:cNvPr>
          <p:cNvSpPr>
            <a:spLocks noGrp="1"/>
          </p:cNvSpPr>
          <p:nvPr/>
        </p:nvSpPr>
        <p:spPr>
          <a:xfrm>
            <a:off x="3398975" y="238774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7" name="Stage1_sixpanel_6538">
            <a:extLst>
              <a:ext uri="{FF2B5EF4-FFF2-40B4-BE49-F238E27FC236}">
                <a16:creationId xmlns:a16="http://schemas.microsoft.com/office/drawing/2014/main" id="{908CFA85-2D14-4ED7-A7CB-9701FBF3F822}"/>
              </a:ext>
            </a:extLst>
          </p:cNvPr>
          <p:cNvSpPr>
            <a:spLocks noGrp="1"/>
          </p:cNvSpPr>
          <p:nvPr/>
        </p:nvSpPr>
        <p:spPr>
          <a:xfrm>
            <a:off x="3373704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8" name="Stage1_sixpanel_6539">
            <a:extLst>
              <a:ext uri="{FF2B5EF4-FFF2-40B4-BE49-F238E27FC236}">
                <a16:creationId xmlns:a16="http://schemas.microsoft.com/office/drawing/2014/main" id="{6015E73D-D46F-40D6-BE7D-078EE4C24A6A}"/>
              </a:ext>
            </a:extLst>
          </p:cNvPr>
          <p:cNvSpPr>
            <a:spLocks noGrp="1"/>
          </p:cNvSpPr>
          <p:nvPr/>
        </p:nvSpPr>
        <p:spPr>
          <a:xfrm>
            <a:off x="350325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9" name="Stage1_sixpanel_6540">
            <a:extLst>
              <a:ext uri="{FF2B5EF4-FFF2-40B4-BE49-F238E27FC236}">
                <a16:creationId xmlns:a16="http://schemas.microsoft.com/office/drawing/2014/main" id="{2207ABCE-5CFD-470C-A496-DDAF141FBCE5}"/>
              </a:ext>
            </a:extLst>
          </p:cNvPr>
          <p:cNvSpPr>
            <a:spLocks noGrp="1"/>
          </p:cNvSpPr>
          <p:nvPr/>
        </p:nvSpPr>
        <p:spPr>
          <a:xfrm>
            <a:off x="348114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0" name="Stage1_sixpanel_6541">
            <a:extLst>
              <a:ext uri="{FF2B5EF4-FFF2-40B4-BE49-F238E27FC236}">
                <a16:creationId xmlns:a16="http://schemas.microsoft.com/office/drawing/2014/main" id="{CE3907EF-DF55-4DBC-947A-2456831D4603}"/>
              </a:ext>
            </a:extLst>
          </p:cNvPr>
          <p:cNvSpPr>
            <a:spLocks noGrp="1"/>
          </p:cNvSpPr>
          <p:nvPr/>
        </p:nvSpPr>
        <p:spPr>
          <a:xfrm>
            <a:off x="3349885" y="17187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1" name="Stage1_sixpanel_6542">
            <a:extLst>
              <a:ext uri="{FF2B5EF4-FFF2-40B4-BE49-F238E27FC236}">
                <a16:creationId xmlns:a16="http://schemas.microsoft.com/office/drawing/2014/main" id="{0849DE3E-38A8-4E71-BC85-482AF19A6CF9}"/>
              </a:ext>
            </a:extLst>
          </p:cNvPr>
          <p:cNvSpPr>
            <a:spLocks noGrp="1"/>
          </p:cNvSpPr>
          <p:nvPr/>
        </p:nvSpPr>
        <p:spPr>
          <a:xfrm>
            <a:off x="349613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2" name="Stage1_sixpanel_6543">
            <a:extLst>
              <a:ext uri="{FF2B5EF4-FFF2-40B4-BE49-F238E27FC236}">
                <a16:creationId xmlns:a16="http://schemas.microsoft.com/office/drawing/2014/main" id="{35721FAD-EB85-44AB-B52F-C5B7D44DF92C}"/>
              </a:ext>
            </a:extLst>
          </p:cNvPr>
          <p:cNvSpPr>
            <a:spLocks noGrp="1"/>
          </p:cNvSpPr>
          <p:nvPr/>
        </p:nvSpPr>
        <p:spPr>
          <a:xfrm>
            <a:off x="3343886" y="260263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3" name="Stage1_sixpanel_6544">
            <a:extLst>
              <a:ext uri="{FF2B5EF4-FFF2-40B4-BE49-F238E27FC236}">
                <a16:creationId xmlns:a16="http://schemas.microsoft.com/office/drawing/2014/main" id="{580093E0-2AB8-4AE6-8106-AE54B54E5313}"/>
              </a:ext>
            </a:extLst>
          </p:cNvPr>
          <p:cNvSpPr>
            <a:spLocks noGrp="1"/>
          </p:cNvSpPr>
          <p:nvPr/>
        </p:nvSpPr>
        <p:spPr>
          <a:xfrm>
            <a:off x="345086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4" name="Stage1_sixpanel_6545">
            <a:extLst>
              <a:ext uri="{FF2B5EF4-FFF2-40B4-BE49-F238E27FC236}">
                <a16:creationId xmlns:a16="http://schemas.microsoft.com/office/drawing/2014/main" id="{ED6A225E-3BD1-430F-88EC-18E7FC8ECB31}"/>
              </a:ext>
            </a:extLst>
          </p:cNvPr>
          <p:cNvSpPr>
            <a:spLocks noGrp="1"/>
          </p:cNvSpPr>
          <p:nvPr/>
        </p:nvSpPr>
        <p:spPr>
          <a:xfrm>
            <a:off x="3338154" y="241481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5" name="Stage1_sixpanel_6546">
            <a:extLst>
              <a:ext uri="{FF2B5EF4-FFF2-40B4-BE49-F238E27FC236}">
                <a16:creationId xmlns:a16="http://schemas.microsoft.com/office/drawing/2014/main" id="{B04F2816-A9B6-4626-B023-FA22AE1EADF9}"/>
              </a:ext>
            </a:extLst>
          </p:cNvPr>
          <p:cNvSpPr>
            <a:spLocks noGrp="1"/>
          </p:cNvSpPr>
          <p:nvPr/>
        </p:nvSpPr>
        <p:spPr>
          <a:xfrm>
            <a:off x="339127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6" name="Stage1_sixpanel_6547">
            <a:extLst>
              <a:ext uri="{FF2B5EF4-FFF2-40B4-BE49-F238E27FC236}">
                <a16:creationId xmlns:a16="http://schemas.microsoft.com/office/drawing/2014/main" id="{A577D4C1-F740-4570-8051-7899DF747712}"/>
              </a:ext>
            </a:extLst>
          </p:cNvPr>
          <p:cNvSpPr>
            <a:spLocks noGrp="1"/>
          </p:cNvSpPr>
          <p:nvPr/>
        </p:nvSpPr>
        <p:spPr>
          <a:xfrm>
            <a:off x="3457618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7" name="Stage1_sixpanel_6548">
            <a:extLst>
              <a:ext uri="{FF2B5EF4-FFF2-40B4-BE49-F238E27FC236}">
                <a16:creationId xmlns:a16="http://schemas.microsoft.com/office/drawing/2014/main" id="{8E381E45-F075-4224-AA2C-3E4C0ABC1BE6}"/>
              </a:ext>
            </a:extLst>
          </p:cNvPr>
          <p:cNvSpPr>
            <a:spLocks noGrp="1"/>
          </p:cNvSpPr>
          <p:nvPr/>
        </p:nvSpPr>
        <p:spPr>
          <a:xfrm>
            <a:off x="33550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8" name="Stage1_sixpanel_6549">
            <a:extLst>
              <a:ext uri="{FF2B5EF4-FFF2-40B4-BE49-F238E27FC236}">
                <a16:creationId xmlns:a16="http://schemas.microsoft.com/office/drawing/2014/main" id="{D8DC18A4-7E21-4245-BD05-EF9D0E84A94D}"/>
              </a:ext>
            </a:extLst>
          </p:cNvPr>
          <p:cNvSpPr>
            <a:spLocks noGrp="1"/>
          </p:cNvSpPr>
          <p:nvPr/>
        </p:nvSpPr>
        <p:spPr>
          <a:xfrm>
            <a:off x="3459968" y="15162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9" name="Stage1_sixpanel_6550">
            <a:extLst>
              <a:ext uri="{FF2B5EF4-FFF2-40B4-BE49-F238E27FC236}">
                <a16:creationId xmlns:a16="http://schemas.microsoft.com/office/drawing/2014/main" id="{47F75422-9578-4AA9-8C79-6E097A41DAED}"/>
              </a:ext>
            </a:extLst>
          </p:cNvPr>
          <p:cNvSpPr>
            <a:spLocks noGrp="1"/>
          </p:cNvSpPr>
          <p:nvPr/>
        </p:nvSpPr>
        <p:spPr>
          <a:xfrm>
            <a:off x="340383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0" name="Stage1_sixpanel_6551">
            <a:extLst>
              <a:ext uri="{FF2B5EF4-FFF2-40B4-BE49-F238E27FC236}">
                <a16:creationId xmlns:a16="http://schemas.microsoft.com/office/drawing/2014/main" id="{FB5BD61B-11A2-4129-A097-984154252A53}"/>
              </a:ext>
            </a:extLst>
          </p:cNvPr>
          <p:cNvSpPr>
            <a:spLocks noGrp="1"/>
          </p:cNvSpPr>
          <p:nvPr/>
        </p:nvSpPr>
        <p:spPr>
          <a:xfrm>
            <a:off x="3340908" y="196193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1" name="Stage1_sixpanel_6552">
            <a:extLst>
              <a:ext uri="{FF2B5EF4-FFF2-40B4-BE49-F238E27FC236}">
                <a16:creationId xmlns:a16="http://schemas.microsoft.com/office/drawing/2014/main" id="{0ED40A6D-24C2-483D-97CB-B9512D5C9E8D}"/>
              </a:ext>
            </a:extLst>
          </p:cNvPr>
          <p:cNvSpPr>
            <a:spLocks noGrp="1"/>
          </p:cNvSpPr>
          <p:nvPr/>
        </p:nvSpPr>
        <p:spPr>
          <a:xfrm>
            <a:off x="3404520" y="163701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2" name="Stage1_sixpanel_6553">
            <a:extLst>
              <a:ext uri="{FF2B5EF4-FFF2-40B4-BE49-F238E27FC236}">
                <a16:creationId xmlns:a16="http://schemas.microsoft.com/office/drawing/2014/main" id="{E9316B90-A896-4A08-85F8-D86A0E19E71E}"/>
              </a:ext>
            </a:extLst>
          </p:cNvPr>
          <p:cNvSpPr>
            <a:spLocks noGrp="1"/>
          </p:cNvSpPr>
          <p:nvPr/>
        </p:nvSpPr>
        <p:spPr>
          <a:xfrm>
            <a:off x="339598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3" name="Stage1_sixpanel_6554">
            <a:extLst>
              <a:ext uri="{FF2B5EF4-FFF2-40B4-BE49-F238E27FC236}">
                <a16:creationId xmlns:a16="http://schemas.microsoft.com/office/drawing/2014/main" id="{4FB9B4D0-3764-4395-8BCD-3D6618F2E5A0}"/>
              </a:ext>
            </a:extLst>
          </p:cNvPr>
          <p:cNvSpPr>
            <a:spLocks noGrp="1"/>
          </p:cNvSpPr>
          <p:nvPr/>
        </p:nvSpPr>
        <p:spPr>
          <a:xfrm>
            <a:off x="338940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4" name="Stage1_sixpanel_6555">
            <a:extLst>
              <a:ext uri="{FF2B5EF4-FFF2-40B4-BE49-F238E27FC236}">
                <a16:creationId xmlns:a16="http://schemas.microsoft.com/office/drawing/2014/main" id="{099E259D-6CEB-4986-826C-C8ED975BE45C}"/>
              </a:ext>
            </a:extLst>
          </p:cNvPr>
          <p:cNvSpPr>
            <a:spLocks noGrp="1"/>
          </p:cNvSpPr>
          <p:nvPr/>
        </p:nvSpPr>
        <p:spPr>
          <a:xfrm>
            <a:off x="3338096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5" name="Stage1_sixpanel_6556">
            <a:extLst>
              <a:ext uri="{FF2B5EF4-FFF2-40B4-BE49-F238E27FC236}">
                <a16:creationId xmlns:a16="http://schemas.microsoft.com/office/drawing/2014/main" id="{E9CCE1D2-A97D-4637-8652-483052A95413}"/>
              </a:ext>
            </a:extLst>
          </p:cNvPr>
          <p:cNvSpPr>
            <a:spLocks noGrp="1"/>
          </p:cNvSpPr>
          <p:nvPr/>
        </p:nvSpPr>
        <p:spPr>
          <a:xfrm>
            <a:off x="3371612" y="145983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6" name="Stage1_sixpanel_6557">
            <a:extLst>
              <a:ext uri="{FF2B5EF4-FFF2-40B4-BE49-F238E27FC236}">
                <a16:creationId xmlns:a16="http://schemas.microsoft.com/office/drawing/2014/main" id="{188138E7-4CAB-4E3B-A7CE-56A79B905ECC}"/>
              </a:ext>
            </a:extLst>
          </p:cNvPr>
          <p:cNvSpPr>
            <a:spLocks noGrp="1"/>
          </p:cNvSpPr>
          <p:nvPr/>
        </p:nvSpPr>
        <p:spPr>
          <a:xfrm>
            <a:off x="3334992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7" name="Stage1_sixpanel_6558">
            <a:extLst>
              <a:ext uri="{FF2B5EF4-FFF2-40B4-BE49-F238E27FC236}">
                <a16:creationId xmlns:a16="http://schemas.microsoft.com/office/drawing/2014/main" id="{5F0A6EA2-3901-4D37-AB97-C9565481580C}"/>
              </a:ext>
            </a:extLst>
          </p:cNvPr>
          <p:cNvSpPr>
            <a:spLocks noGrp="1"/>
          </p:cNvSpPr>
          <p:nvPr/>
        </p:nvSpPr>
        <p:spPr>
          <a:xfrm>
            <a:off x="3491962" y="190959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8" name="Stage1_sixpanel_6559">
            <a:extLst>
              <a:ext uri="{FF2B5EF4-FFF2-40B4-BE49-F238E27FC236}">
                <a16:creationId xmlns:a16="http://schemas.microsoft.com/office/drawing/2014/main" id="{D26495C9-92D8-44FF-BA27-CF88C9D8B41A}"/>
              </a:ext>
            </a:extLst>
          </p:cNvPr>
          <p:cNvSpPr>
            <a:spLocks noGrp="1"/>
          </p:cNvSpPr>
          <p:nvPr/>
        </p:nvSpPr>
        <p:spPr>
          <a:xfrm>
            <a:off x="3404844" y="209610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9" name="Stage1_sixpanel_6560">
            <a:extLst>
              <a:ext uri="{FF2B5EF4-FFF2-40B4-BE49-F238E27FC236}">
                <a16:creationId xmlns:a16="http://schemas.microsoft.com/office/drawing/2014/main" id="{24B707BD-69CE-46E4-8C8A-29FDF00C209D}"/>
              </a:ext>
            </a:extLst>
          </p:cNvPr>
          <p:cNvSpPr>
            <a:spLocks noGrp="1"/>
          </p:cNvSpPr>
          <p:nvPr/>
        </p:nvSpPr>
        <p:spPr>
          <a:xfrm>
            <a:off x="335644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0" name="Stage1_sixpanel_6561">
            <a:extLst>
              <a:ext uri="{FF2B5EF4-FFF2-40B4-BE49-F238E27FC236}">
                <a16:creationId xmlns:a16="http://schemas.microsoft.com/office/drawing/2014/main" id="{1E0046A3-2ADC-47FE-B122-343FD13338BB}"/>
              </a:ext>
            </a:extLst>
          </p:cNvPr>
          <p:cNvSpPr>
            <a:spLocks noGrp="1"/>
          </p:cNvSpPr>
          <p:nvPr/>
        </p:nvSpPr>
        <p:spPr>
          <a:xfrm>
            <a:off x="343122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1" name="Stage1_sixpanel_6562">
            <a:extLst>
              <a:ext uri="{FF2B5EF4-FFF2-40B4-BE49-F238E27FC236}">
                <a16:creationId xmlns:a16="http://schemas.microsoft.com/office/drawing/2014/main" id="{247D2B64-4BAE-451E-9AB8-444955F049B3}"/>
              </a:ext>
            </a:extLst>
          </p:cNvPr>
          <p:cNvSpPr>
            <a:spLocks noGrp="1"/>
          </p:cNvSpPr>
          <p:nvPr/>
        </p:nvSpPr>
        <p:spPr>
          <a:xfrm>
            <a:off x="3487514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2" name="Stage1_sixpanel_6563">
            <a:extLst>
              <a:ext uri="{FF2B5EF4-FFF2-40B4-BE49-F238E27FC236}">
                <a16:creationId xmlns:a16="http://schemas.microsoft.com/office/drawing/2014/main" id="{D808ED27-7078-46DE-B869-BD594F7B4AC8}"/>
              </a:ext>
            </a:extLst>
          </p:cNvPr>
          <p:cNvSpPr>
            <a:spLocks noGrp="1"/>
          </p:cNvSpPr>
          <p:nvPr/>
        </p:nvSpPr>
        <p:spPr>
          <a:xfrm>
            <a:off x="333478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3" name="Stage1_sixpanel_6564">
            <a:extLst>
              <a:ext uri="{FF2B5EF4-FFF2-40B4-BE49-F238E27FC236}">
                <a16:creationId xmlns:a16="http://schemas.microsoft.com/office/drawing/2014/main" id="{995C3379-CF1D-4160-B993-C40E402B3E9A}"/>
              </a:ext>
            </a:extLst>
          </p:cNvPr>
          <p:cNvSpPr>
            <a:spLocks noGrp="1"/>
          </p:cNvSpPr>
          <p:nvPr/>
        </p:nvSpPr>
        <p:spPr>
          <a:xfrm>
            <a:off x="33367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4" name="Stage1_sixpanel_6565">
            <a:extLst>
              <a:ext uri="{FF2B5EF4-FFF2-40B4-BE49-F238E27FC236}">
                <a16:creationId xmlns:a16="http://schemas.microsoft.com/office/drawing/2014/main" id="{6F7EFE3F-447A-46BF-8CFA-EAEC9DDBA781}"/>
              </a:ext>
            </a:extLst>
          </p:cNvPr>
          <p:cNvSpPr>
            <a:spLocks noGrp="1"/>
          </p:cNvSpPr>
          <p:nvPr/>
        </p:nvSpPr>
        <p:spPr>
          <a:xfrm>
            <a:off x="3337784" y="207495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5" name="Stage1_sixpanel_6566">
            <a:extLst>
              <a:ext uri="{FF2B5EF4-FFF2-40B4-BE49-F238E27FC236}">
                <a16:creationId xmlns:a16="http://schemas.microsoft.com/office/drawing/2014/main" id="{F127CFCD-F427-4566-A27F-C0CFAD63F209}"/>
              </a:ext>
            </a:extLst>
          </p:cNvPr>
          <p:cNvSpPr>
            <a:spLocks noGrp="1"/>
          </p:cNvSpPr>
          <p:nvPr/>
        </p:nvSpPr>
        <p:spPr>
          <a:xfrm>
            <a:off x="340523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6" name="Stage1_sixpanel_6567">
            <a:extLst>
              <a:ext uri="{FF2B5EF4-FFF2-40B4-BE49-F238E27FC236}">
                <a16:creationId xmlns:a16="http://schemas.microsoft.com/office/drawing/2014/main" id="{924C7BDA-5EB3-4A8B-A0CA-288FB110ABBE}"/>
              </a:ext>
            </a:extLst>
          </p:cNvPr>
          <p:cNvSpPr>
            <a:spLocks noGrp="1"/>
          </p:cNvSpPr>
          <p:nvPr/>
        </p:nvSpPr>
        <p:spPr>
          <a:xfrm>
            <a:off x="333549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7" name="Stage1_sixpanel_6568">
            <a:extLst>
              <a:ext uri="{FF2B5EF4-FFF2-40B4-BE49-F238E27FC236}">
                <a16:creationId xmlns:a16="http://schemas.microsoft.com/office/drawing/2014/main" id="{9681909D-39E9-4925-8D1F-B8976D2FA443}"/>
              </a:ext>
            </a:extLst>
          </p:cNvPr>
          <p:cNvSpPr>
            <a:spLocks noGrp="1"/>
          </p:cNvSpPr>
          <p:nvPr/>
        </p:nvSpPr>
        <p:spPr>
          <a:xfrm>
            <a:off x="3494353" y="254489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8" name="Stage1_sixpanel_6569">
            <a:extLst>
              <a:ext uri="{FF2B5EF4-FFF2-40B4-BE49-F238E27FC236}">
                <a16:creationId xmlns:a16="http://schemas.microsoft.com/office/drawing/2014/main" id="{917BA6A5-3A18-4FC8-935F-A49F176C8A44}"/>
              </a:ext>
            </a:extLst>
          </p:cNvPr>
          <p:cNvSpPr>
            <a:spLocks noGrp="1"/>
          </p:cNvSpPr>
          <p:nvPr/>
        </p:nvSpPr>
        <p:spPr>
          <a:xfrm>
            <a:off x="346922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9" name="Stage1_sixpanel_6570">
            <a:extLst>
              <a:ext uri="{FF2B5EF4-FFF2-40B4-BE49-F238E27FC236}">
                <a16:creationId xmlns:a16="http://schemas.microsoft.com/office/drawing/2014/main" id="{6E8E5503-8B63-460A-BB91-83ABB2CBE7CE}"/>
              </a:ext>
            </a:extLst>
          </p:cNvPr>
          <p:cNvSpPr>
            <a:spLocks noGrp="1"/>
          </p:cNvSpPr>
          <p:nvPr/>
        </p:nvSpPr>
        <p:spPr>
          <a:xfrm>
            <a:off x="336232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0" name="Stage1_sixpanel_6571">
            <a:extLst>
              <a:ext uri="{FF2B5EF4-FFF2-40B4-BE49-F238E27FC236}">
                <a16:creationId xmlns:a16="http://schemas.microsoft.com/office/drawing/2014/main" id="{C1F1A1A3-CA0E-4136-9734-8A45BA810E1A}"/>
              </a:ext>
            </a:extLst>
          </p:cNvPr>
          <p:cNvSpPr>
            <a:spLocks noGrp="1"/>
          </p:cNvSpPr>
          <p:nvPr/>
        </p:nvSpPr>
        <p:spPr>
          <a:xfrm>
            <a:off x="3455586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1" name="Stage1_sixpanel_6572">
            <a:extLst>
              <a:ext uri="{FF2B5EF4-FFF2-40B4-BE49-F238E27FC236}">
                <a16:creationId xmlns:a16="http://schemas.microsoft.com/office/drawing/2014/main" id="{D2F7CCA8-A095-49D5-B53C-C690B5DEB902}"/>
              </a:ext>
            </a:extLst>
          </p:cNvPr>
          <p:cNvSpPr>
            <a:spLocks noGrp="1"/>
          </p:cNvSpPr>
          <p:nvPr/>
        </p:nvSpPr>
        <p:spPr>
          <a:xfrm>
            <a:off x="339481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2" name="Stage1_sixpanel_6573">
            <a:extLst>
              <a:ext uri="{FF2B5EF4-FFF2-40B4-BE49-F238E27FC236}">
                <a16:creationId xmlns:a16="http://schemas.microsoft.com/office/drawing/2014/main" id="{FC325F13-2139-46F6-A93D-AAE3806C1628}"/>
              </a:ext>
            </a:extLst>
          </p:cNvPr>
          <p:cNvSpPr>
            <a:spLocks noGrp="1"/>
          </p:cNvSpPr>
          <p:nvPr/>
        </p:nvSpPr>
        <p:spPr>
          <a:xfrm>
            <a:off x="339284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3" name="Stage1_sixpanel_6574">
            <a:extLst>
              <a:ext uri="{FF2B5EF4-FFF2-40B4-BE49-F238E27FC236}">
                <a16:creationId xmlns:a16="http://schemas.microsoft.com/office/drawing/2014/main" id="{4FEFD867-FBC3-497A-81EE-D123444189E6}"/>
              </a:ext>
            </a:extLst>
          </p:cNvPr>
          <p:cNvSpPr>
            <a:spLocks noGrp="1"/>
          </p:cNvSpPr>
          <p:nvPr/>
        </p:nvSpPr>
        <p:spPr>
          <a:xfrm>
            <a:off x="334038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4" name="Stage1_sixpanel_6575">
            <a:extLst>
              <a:ext uri="{FF2B5EF4-FFF2-40B4-BE49-F238E27FC236}">
                <a16:creationId xmlns:a16="http://schemas.microsoft.com/office/drawing/2014/main" id="{D4401DC3-198A-4969-BEED-182E64A951FE}"/>
              </a:ext>
            </a:extLst>
          </p:cNvPr>
          <p:cNvSpPr>
            <a:spLocks noGrp="1"/>
          </p:cNvSpPr>
          <p:nvPr/>
        </p:nvSpPr>
        <p:spPr>
          <a:xfrm>
            <a:off x="3389893" y="21284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5" name="Stage1_sixpanel_6576">
            <a:extLst>
              <a:ext uri="{FF2B5EF4-FFF2-40B4-BE49-F238E27FC236}">
                <a16:creationId xmlns:a16="http://schemas.microsoft.com/office/drawing/2014/main" id="{1A02F79C-A1D7-47B4-B4F6-7829AAA920FA}"/>
              </a:ext>
            </a:extLst>
          </p:cNvPr>
          <p:cNvSpPr>
            <a:spLocks noGrp="1"/>
          </p:cNvSpPr>
          <p:nvPr/>
        </p:nvSpPr>
        <p:spPr>
          <a:xfrm>
            <a:off x="334004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6" name="Stage1_sixpanel_6577">
            <a:extLst>
              <a:ext uri="{FF2B5EF4-FFF2-40B4-BE49-F238E27FC236}">
                <a16:creationId xmlns:a16="http://schemas.microsoft.com/office/drawing/2014/main" id="{7D571BA0-59E7-4F38-9F35-90079FC78D80}"/>
              </a:ext>
            </a:extLst>
          </p:cNvPr>
          <p:cNvSpPr>
            <a:spLocks noGrp="1"/>
          </p:cNvSpPr>
          <p:nvPr/>
        </p:nvSpPr>
        <p:spPr>
          <a:xfrm>
            <a:off x="347585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7" name="Stage1_sixpanel_6578">
            <a:extLst>
              <a:ext uri="{FF2B5EF4-FFF2-40B4-BE49-F238E27FC236}">
                <a16:creationId xmlns:a16="http://schemas.microsoft.com/office/drawing/2014/main" id="{F88C8D42-8C37-4FB6-B7BC-140360CD329C}"/>
              </a:ext>
            </a:extLst>
          </p:cNvPr>
          <p:cNvSpPr>
            <a:spLocks noGrp="1"/>
          </p:cNvSpPr>
          <p:nvPr/>
        </p:nvSpPr>
        <p:spPr>
          <a:xfrm>
            <a:off x="341813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8" name="Stage1_sixpanel_6579">
            <a:extLst>
              <a:ext uri="{FF2B5EF4-FFF2-40B4-BE49-F238E27FC236}">
                <a16:creationId xmlns:a16="http://schemas.microsoft.com/office/drawing/2014/main" id="{78918B9D-8F11-4971-9C59-97E5277962A0}"/>
              </a:ext>
            </a:extLst>
          </p:cNvPr>
          <p:cNvSpPr>
            <a:spLocks noGrp="1"/>
          </p:cNvSpPr>
          <p:nvPr/>
        </p:nvSpPr>
        <p:spPr>
          <a:xfrm>
            <a:off x="334180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9" name="Stage1_sixpanel_6580">
            <a:extLst>
              <a:ext uri="{FF2B5EF4-FFF2-40B4-BE49-F238E27FC236}">
                <a16:creationId xmlns:a16="http://schemas.microsoft.com/office/drawing/2014/main" id="{20C26ED4-1867-4391-B55A-0A4DB4B245D1}"/>
              </a:ext>
            </a:extLst>
          </p:cNvPr>
          <p:cNvSpPr>
            <a:spLocks noGrp="1"/>
          </p:cNvSpPr>
          <p:nvPr/>
        </p:nvSpPr>
        <p:spPr>
          <a:xfrm>
            <a:off x="340964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0" name="Stage1_sixpanel_6581">
            <a:extLst>
              <a:ext uri="{FF2B5EF4-FFF2-40B4-BE49-F238E27FC236}">
                <a16:creationId xmlns:a16="http://schemas.microsoft.com/office/drawing/2014/main" id="{6FBF5FCC-5B0E-4E7E-8F57-4D79723E68A3}"/>
              </a:ext>
            </a:extLst>
          </p:cNvPr>
          <p:cNvSpPr>
            <a:spLocks noGrp="1"/>
          </p:cNvSpPr>
          <p:nvPr/>
        </p:nvSpPr>
        <p:spPr>
          <a:xfrm>
            <a:off x="3372831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1" name="Stage1_sixpanel_6582">
            <a:extLst>
              <a:ext uri="{FF2B5EF4-FFF2-40B4-BE49-F238E27FC236}">
                <a16:creationId xmlns:a16="http://schemas.microsoft.com/office/drawing/2014/main" id="{A443840B-183F-40CB-BBEE-9CD15A8679D1}"/>
              </a:ext>
            </a:extLst>
          </p:cNvPr>
          <p:cNvSpPr>
            <a:spLocks noGrp="1"/>
          </p:cNvSpPr>
          <p:nvPr/>
        </p:nvSpPr>
        <p:spPr>
          <a:xfrm>
            <a:off x="341490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2" name="Stage1_sixpanel_6583">
            <a:extLst>
              <a:ext uri="{FF2B5EF4-FFF2-40B4-BE49-F238E27FC236}">
                <a16:creationId xmlns:a16="http://schemas.microsoft.com/office/drawing/2014/main" id="{629050C2-E761-40C9-8940-63240015B32F}"/>
              </a:ext>
            </a:extLst>
          </p:cNvPr>
          <p:cNvSpPr>
            <a:spLocks noGrp="1"/>
          </p:cNvSpPr>
          <p:nvPr/>
        </p:nvSpPr>
        <p:spPr>
          <a:xfrm>
            <a:off x="3361982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3" name="Stage1_sixpanel_6584">
            <a:extLst>
              <a:ext uri="{FF2B5EF4-FFF2-40B4-BE49-F238E27FC236}">
                <a16:creationId xmlns:a16="http://schemas.microsoft.com/office/drawing/2014/main" id="{AB08BBD5-1ED2-415C-9157-C353D0CF52D5}"/>
              </a:ext>
            </a:extLst>
          </p:cNvPr>
          <p:cNvSpPr>
            <a:spLocks noGrp="1"/>
          </p:cNvSpPr>
          <p:nvPr/>
        </p:nvSpPr>
        <p:spPr>
          <a:xfrm>
            <a:off x="339262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4" name="Stage1_sixpanel_6585">
            <a:extLst>
              <a:ext uri="{FF2B5EF4-FFF2-40B4-BE49-F238E27FC236}">
                <a16:creationId xmlns:a16="http://schemas.microsoft.com/office/drawing/2014/main" id="{B00E156E-6E4A-4BDA-B8CF-E2E08BBC91FE}"/>
              </a:ext>
            </a:extLst>
          </p:cNvPr>
          <p:cNvSpPr>
            <a:spLocks noGrp="1"/>
          </p:cNvSpPr>
          <p:nvPr/>
        </p:nvSpPr>
        <p:spPr>
          <a:xfrm>
            <a:off x="3402496" y="189590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5" name="Stage1_sixpanel_6586">
            <a:extLst>
              <a:ext uri="{FF2B5EF4-FFF2-40B4-BE49-F238E27FC236}">
                <a16:creationId xmlns:a16="http://schemas.microsoft.com/office/drawing/2014/main" id="{BCAEB6AB-C826-493B-8988-D61000FD7150}"/>
              </a:ext>
            </a:extLst>
          </p:cNvPr>
          <p:cNvSpPr>
            <a:spLocks noGrp="1"/>
          </p:cNvSpPr>
          <p:nvPr/>
        </p:nvSpPr>
        <p:spPr>
          <a:xfrm>
            <a:off x="3405725" y="15162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6" name="Stage1_sixpanel_6587">
            <a:extLst>
              <a:ext uri="{FF2B5EF4-FFF2-40B4-BE49-F238E27FC236}">
                <a16:creationId xmlns:a16="http://schemas.microsoft.com/office/drawing/2014/main" id="{F178A229-F6A8-42D3-BD69-267A4565964C}"/>
              </a:ext>
            </a:extLst>
          </p:cNvPr>
          <p:cNvSpPr>
            <a:spLocks noGrp="1"/>
          </p:cNvSpPr>
          <p:nvPr/>
        </p:nvSpPr>
        <p:spPr>
          <a:xfrm>
            <a:off x="3470260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7" name="Stage1_sixpanel_6588">
            <a:extLst>
              <a:ext uri="{FF2B5EF4-FFF2-40B4-BE49-F238E27FC236}">
                <a16:creationId xmlns:a16="http://schemas.microsoft.com/office/drawing/2014/main" id="{38975CF6-2947-4245-9443-B008C3FEC3FB}"/>
              </a:ext>
            </a:extLst>
          </p:cNvPr>
          <p:cNvSpPr>
            <a:spLocks noGrp="1"/>
          </p:cNvSpPr>
          <p:nvPr/>
        </p:nvSpPr>
        <p:spPr>
          <a:xfrm>
            <a:off x="3496753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8" name="Stage1_sixpanel_6589">
            <a:extLst>
              <a:ext uri="{FF2B5EF4-FFF2-40B4-BE49-F238E27FC236}">
                <a16:creationId xmlns:a16="http://schemas.microsoft.com/office/drawing/2014/main" id="{2CDDA224-D07E-441D-B741-7FE99480BDFC}"/>
              </a:ext>
            </a:extLst>
          </p:cNvPr>
          <p:cNvSpPr>
            <a:spLocks noGrp="1"/>
          </p:cNvSpPr>
          <p:nvPr/>
        </p:nvSpPr>
        <p:spPr>
          <a:xfrm>
            <a:off x="3436657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9" name="Stage1_sixpanel_6590">
            <a:extLst>
              <a:ext uri="{FF2B5EF4-FFF2-40B4-BE49-F238E27FC236}">
                <a16:creationId xmlns:a16="http://schemas.microsoft.com/office/drawing/2014/main" id="{B1AAD7BF-5D73-47E6-9EC3-F80DB101DE79}"/>
              </a:ext>
            </a:extLst>
          </p:cNvPr>
          <p:cNvSpPr>
            <a:spLocks noGrp="1"/>
          </p:cNvSpPr>
          <p:nvPr/>
        </p:nvSpPr>
        <p:spPr>
          <a:xfrm>
            <a:off x="3428070" y="25808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0" name="Stage1_sixpanel_6591">
            <a:extLst>
              <a:ext uri="{FF2B5EF4-FFF2-40B4-BE49-F238E27FC236}">
                <a16:creationId xmlns:a16="http://schemas.microsoft.com/office/drawing/2014/main" id="{273E2362-ABF6-42E4-8034-013268C8C1B6}"/>
              </a:ext>
            </a:extLst>
          </p:cNvPr>
          <p:cNvSpPr>
            <a:spLocks noGrp="1"/>
          </p:cNvSpPr>
          <p:nvPr/>
        </p:nvSpPr>
        <p:spPr>
          <a:xfrm>
            <a:off x="347379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1" name="Stage1_sixpanel_6592">
            <a:extLst>
              <a:ext uri="{FF2B5EF4-FFF2-40B4-BE49-F238E27FC236}">
                <a16:creationId xmlns:a16="http://schemas.microsoft.com/office/drawing/2014/main" id="{7A6EFF6D-E40E-44AF-A0F6-4E3917C66C6A}"/>
              </a:ext>
            </a:extLst>
          </p:cNvPr>
          <p:cNvSpPr>
            <a:spLocks noGrp="1"/>
          </p:cNvSpPr>
          <p:nvPr/>
        </p:nvSpPr>
        <p:spPr>
          <a:xfrm>
            <a:off x="3461563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2" name="Stage1_sixpanel_6593">
            <a:extLst>
              <a:ext uri="{FF2B5EF4-FFF2-40B4-BE49-F238E27FC236}">
                <a16:creationId xmlns:a16="http://schemas.microsoft.com/office/drawing/2014/main" id="{CCA508BC-10F2-4751-9EA7-5ED62BD22DCF}"/>
              </a:ext>
            </a:extLst>
          </p:cNvPr>
          <p:cNvSpPr>
            <a:spLocks noGrp="1"/>
          </p:cNvSpPr>
          <p:nvPr/>
        </p:nvSpPr>
        <p:spPr>
          <a:xfrm>
            <a:off x="334508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3" name="Stage1_sixpanel_6594">
            <a:extLst>
              <a:ext uri="{FF2B5EF4-FFF2-40B4-BE49-F238E27FC236}">
                <a16:creationId xmlns:a16="http://schemas.microsoft.com/office/drawing/2014/main" id="{58653BA3-2694-49FA-A82F-C19E5652773F}"/>
              </a:ext>
            </a:extLst>
          </p:cNvPr>
          <p:cNvSpPr>
            <a:spLocks noGrp="1"/>
          </p:cNvSpPr>
          <p:nvPr/>
        </p:nvSpPr>
        <p:spPr>
          <a:xfrm>
            <a:off x="340880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4" name="Stage1_sixpanel_6595">
            <a:extLst>
              <a:ext uri="{FF2B5EF4-FFF2-40B4-BE49-F238E27FC236}">
                <a16:creationId xmlns:a16="http://schemas.microsoft.com/office/drawing/2014/main" id="{31F7529C-7FB8-4324-95A9-D7E20FFBEFAB}"/>
              </a:ext>
            </a:extLst>
          </p:cNvPr>
          <p:cNvSpPr>
            <a:spLocks noGrp="1"/>
          </p:cNvSpPr>
          <p:nvPr/>
        </p:nvSpPr>
        <p:spPr>
          <a:xfrm>
            <a:off x="348449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5" name="Stage1_sixpanel_6596">
            <a:extLst>
              <a:ext uri="{FF2B5EF4-FFF2-40B4-BE49-F238E27FC236}">
                <a16:creationId xmlns:a16="http://schemas.microsoft.com/office/drawing/2014/main" id="{1CE17668-A3C3-4644-B7D0-A2A67F4FCBBD}"/>
              </a:ext>
            </a:extLst>
          </p:cNvPr>
          <p:cNvSpPr>
            <a:spLocks noGrp="1"/>
          </p:cNvSpPr>
          <p:nvPr/>
        </p:nvSpPr>
        <p:spPr>
          <a:xfrm>
            <a:off x="3471354" y="229440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6" name="Stage1_sixpanel_6597">
            <a:extLst>
              <a:ext uri="{FF2B5EF4-FFF2-40B4-BE49-F238E27FC236}">
                <a16:creationId xmlns:a16="http://schemas.microsoft.com/office/drawing/2014/main" id="{68575961-CE84-4F35-80E7-7DA5D7F9C066}"/>
              </a:ext>
            </a:extLst>
          </p:cNvPr>
          <p:cNvSpPr>
            <a:spLocks noGrp="1"/>
          </p:cNvSpPr>
          <p:nvPr/>
        </p:nvSpPr>
        <p:spPr>
          <a:xfrm>
            <a:off x="336126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7" name="Stage1_sixpanel_6598">
            <a:extLst>
              <a:ext uri="{FF2B5EF4-FFF2-40B4-BE49-F238E27FC236}">
                <a16:creationId xmlns:a16="http://schemas.microsoft.com/office/drawing/2014/main" id="{F95F0997-38FB-4D14-9378-D463A1178C3D}"/>
              </a:ext>
            </a:extLst>
          </p:cNvPr>
          <p:cNvSpPr>
            <a:spLocks noGrp="1"/>
          </p:cNvSpPr>
          <p:nvPr/>
        </p:nvSpPr>
        <p:spPr>
          <a:xfrm>
            <a:off x="3356388" y="17809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8" name="Stage1_sixpanel_6599">
            <a:extLst>
              <a:ext uri="{FF2B5EF4-FFF2-40B4-BE49-F238E27FC236}">
                <a16:creationId xmlns:a16="http://schemas.microsoft.com/office/drawing/2014/main" id="{49216028-92B7-4E48-A458-F0F51871A3D5}"/>
              </a:ext>
            </a:extLst>
          </p:cNvPr>
          <p:cNvSpPr>
            <a:spLocks noGrp="1"/>
          </p:cNvSpPr>
          <p:nvPr/>
        </p:nvSpPr>
        <p:spPr>
          <a:xfrm>
            <a:off x="3416812" y="25551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9" name="Stage1_sixpanel_6600">
            <a:extLst>
              <a:ext uri="{FF2B5EF4-FFF2-40B4-BE49-F238E27FC236}">
                <a16:creationId xmlns:a16="http://schemas.microsoft.com/office/drawing/2014/main" id="{54976921-076B-4690-88B3-F32388BE314A}"/>
              </a:ext>
            </a:extLst>
          </p:cNvPr>
          <p:cNvSpPr>
            <a:spLocks noGrp="1"/>
          </p:cNvSpPr>
          <p:nvPr/>
        </p:nvSpPr>
        <p:spPr>
          <a:xfrm>
            <a:off x="3448534" y="188344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0" name="Stage1_sixpanel_6601">
            <a:extLst>
              <a:ext uri="{FF2B5EF4-FFF2-40B4-BE49-F238E27FC236}">
                <a16:creationId xmlns:a16="http://schemas.microsoft.com/office/drawing/2014/main" id="{994F5184-F3A9-4E69-94E0-B8475D316557}"/>
              </a:ext>
            </a:extLst>
          </p:cNvPr>
          <p:cNvSpPr>
            <a:spLocks noGrp="1"/>
          </p:cNvSpPr>
          <p:nvPr/>
        </p:nvSpPr>
        <p:spPr>
          <a:xfrm>
            <a:off x="3356077" y="22750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1" name="Stage1_sixpanel_6602">
            <a:extLst>
              <a:ext uri="{FF2B5EF4-FFF2-40B4-BE49-F238E27FC236}">
                <a16:creationId xmlns:a16="http://schemas.microsoft.com/office/drawing/2014/main" id="{0543E9BD-6B92-47D5-8C82-6CC343C97D5F}"/>
              </a:ext>
            </a:extLst>
          </p:cNvPr>
          <p:cNvSpPr>
            <a:spLocks noGrp="1"/>
          </p:cNvSpPr>
          <p:nvPr/>
        </p:nvSpPr>
        <p:spPr>
          <a:xfrm>
            <a:off x="3382976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2" name="Stage1_sixpanel_6603">
            <a:extLst>
              <a:ext uri="{FF2B5EF4-FFF2-40B4-BE49-F238E27FC236}">
                <a16:creationId xmlns:a16="http://schemas.microsoft.com/office/drawing/2014/main" id="{0B614047-0E70-4032-92A3-4C69EAC671ED}"/>
              </a:ext>
            </a:extLst>
          </p:cNvPr>
          <p:cNvSpPr>
            <a:spLocks noGrp="1"/>
          </p:cNvSpPr>
          <p:nvPr/>
        </p:nvSpPr>
        <p:spPr>
          <a:xfrm>
            <a:off x="345054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3" name="Stage1_sixpanel_6604">
            <a:extLst>
              <a:ext uri="{FF2B5EF4-FFF2-40B4-BE49-F238E27FC236}">
                <a16:creationId xmlns:a16="http://schemas.microsoft.com/office/drawing/2014/main" id="{79F6BCE7-8B68-4D0C-8AA1-791998900B3C}"/>
              </a:ext>
            </a:extLst>
          </p:cNvPr>
          <p:cNvSpPr>
            <a:spLocks noGrp="1"/>
          </p:cNvSpPr>
          <p:nvPr/>
        </p:nvSpPr>
        <p:spPr>
          <a:xfrm>
            <a:off x="33514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4" name="Stage1_sixpanel_6605">
            <a:extLst>
              <a:ext uri="{FF2B5EF4-FFF2-40B4-BE49-F238E27FC236}">
                <a16:creationId xmlns:a16="http://schemas.microsoft.com/office/drawing/2014/main" id="{87772351-CEB0-4EF6-A145-CBB4DCCE2933}"/>
              </a:ext>
            </a:extLst>
          </p:cNvPr>
          <p:cNvSpPr>
            <a:spLocks noGrp="1"/>
          </p:cNvSpPr>
          <p:nvPr/>
        </p:nvSpPr>
        <p:spPr>
          <a:xfrm>
            <a:off x="3344433" y="197964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5" name="Stage1_sixpanel_6606">
            <a:extLst>
              <a:ext uri="{FF2B5EF4-FFF2-40B4-BE49-F238E27FC236}">
                <a16:creationId xmlns:a16="http://schemas.microsoft.com/office/drawing/2014/main" id="{042AAAB5-5718-45FC-BACD-9E1B08D55442}"/>
              </a:ext>
            </a:extLst>
          </p:cNvPr>
          <p:cNvSpPr>
            <a:spLocks noGrp="1"/>
          </p:cNvSpPr>
          <p:nvPr/>
        </p:nvSpPr>
        <p:spPr>
          <a:xfrm>
            <a:off x="343548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6" name="Stage1_sixpanel_6607">
            <a:extLst>
              <a:ext uri="{FF2B5EF4-FFF2-40B4-BE49-F238E27FC236}">
                <a16:creationId xmlns:a16="http://schemas.microsoft.com/office/drawing/2014/main" id="{0D2AE5B7-732E-4B22-8F0D-0658451B2F16}"/>
              </a:ext>
            </a:extLst>
          </p:cNvPr>
          <p:cNvSpPr>
            <a:spLocks noGrp="1"/>
          </p:cNvSpPr>
          <p:nvPr/>
        </p:nvSpPr>
        <p:spPr>
          <a:xfrm>
            <a:off x="344380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7" name="Stage1_sixpanel_6608">
            <a:extLst>
              <a:ext uri="{FF2B5EF4-FFF2-40B4-BE49-F238E27FC236}">
                <a16:creationId xmlns:a16="http://schemas.microsoft.com/office/drawing/2014/main" id="{18A75342-1D7C-4FCF-87F7-14AC99A1203B}"/>
              </a:ext>
            </a:extLst>
          </p:cNvPr>
          <p:cNvSpPr>
            <a:spLocks noGrp="1"/>
          </p:cNvSpPr>
          <p:nvPr/>
        </p:nvSpPr>
        <p:spPr>
          <a:xfrm>
            <a:off x="338169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8" name="Stage1_sixpanel_6609">
            <a:extLst>
              <a:ext uri="{FF2B5EF4-FFF2-40B4-BE49-F238E27FC236}">
                <a16:creationId xmlns:a16="http://schemas.microsoft.com/office/drawing/2014/main" id="{350F9EB0-8F80-4B60-B3F1-1BAC63A0BC39}"/>
              </a:ext>
            </a:extLst>
          </p:cNvPr>
          <p:cNvSpPr>
            <a:spLocks noGrp="1"/>
          </p:cNvSpPr>
          <p:nvPr/>
        </p:nvSpPr>
        <p:spPr>
          <a:xfrm>
            <a:off x="3482433" y="24222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9" name="Stage1_sixpanel_6610">
            <a:extLst>
              <a:ext uri="{FF2B5EF4-FFF2-40B4-BE49-F238E27FC236}">
                <a16:creationId xmlns:a16="http://schemas.microsoft.com/office/drawing/2014/main" id="{BC00425D-D937-4A93-950C-95A524B969AB}"/>
              </a:ext>
            </a:extLst>
          </p:cNvPr>
          <p:cNvSpPr>
            <a:spLocks noGrp="1"/>
          </p:cNvSpPr>
          <p:nvPr/>
        </p:nvSpPr>
        <p:spPr>
          <a:xfrm>
            <a:off x="349834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0" name="Stage1_sixpanel_6611">
            <a:extLst>
              <a:ext uri="{FF2B5EF4-FFF2-40B4-BE49-F238E27FC236}">
                <a16:creationId xmlns:a16="http://schemas.microsoft.com/office/drawing/2014/main" id="{5538352D-3914-4D56-A705-CA976C827EB5}"/>
              </a:ext>
            </a:extLst>
          </p:cNvPr>
          <p:cNvSpPr>
            <a:spLocks noGrp="1"/>
          </p:cNvSpPr>
          <p:nvPr/>
        </p:nvSpPr>
        <p:spPr>
          <a:xfrm>
            <a:off x="3450920" y="168906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1" name="Stage1_sixpanel_6612">
            <a:extLst>
              <a:ext uri="{FF2B5EF4-FFF2-40B4-BE49-F238E27FC236}">
                <a16:creationId xmlns:a16="http://schemas.microsoft.com/office/drawing/2014/main" id="{2350257B-B50A-4C99-97C8-830F03D21AF6}"/>
              </a:ext>
            </a:extLst>
          </p:cNvPr>
          <p:cNvSpPr>
            <a:spLocks noGrp="1"/>
          </p:cNvSpPr>
          <p:nvPr/>
        </p:nvSpPr>
        <p:spPr>
          <a:xfrm>
            <a:off x="3470759" y="139539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2" name="Stage1_sixpanel_6613">
            <a:extLst>
              <a:ext uri="{FF2B5EF4-FFF2-40B4-BE49-F238E27FC236}">
                <a16:creationId xmlns:a16="http://schemas.microsoft.com/office/drawing/2014/main" id="{9D9EB9CF-E45F-4886-BAE7-A072418DC4ED}"/>
              </a:ext>
            </a:extLst>
          </p:cNvPr>
          <p:cNvSpPr>
            <a:spLocks noGrp="1"/>
          </p:cNvSpPr>
          <p:nvPr/>
        </p:nvSpPr>
        <p:spPr>
          <a:xfrm>
            <a:off x="347012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3" name="Stage1_sixpanel_6614">
            <a:extLst>
              <a:ext uri="{FF2B5EF4-FFF2-40B4-BE49-F238E27FC236}">
                <a16:creationId xmlns:a16="http://schemas.microsoft.com/office/drawing/2014/main" id="{74463478-F348-4AD4-9A11-884DE9B503FA}"/>
              </a:ext>
            </a:extLst>
          </p:cNvPr>
          <p:cNvSpPr>
            <a:spLocks noGrp="1"/>
          </p:cNvSpPr>
          <p:nvPr/>
        </p:nvSpPr>
        <p:spPr>
          <a:xfrm>
            <a:off x="340970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4" name="Stage1_sixpanel_6615">
            <a:extLst>
              <a:ext uri="{FF2B5EF4-FFF2-40B4-BE49-F238E27FC236}">
                <a16:creationId xmlns:a16="http://schemas.microsoft.com/office/drawing/2014/main" id="{5AA111A8-6910-4948-80FC-996F09DADAA7}"/>
              </a:ext>
            </a:extLst>
          </p:cNvPr>
          <p:cNvSpPr>
            <a:spLocks noGrp="1"/>
          </p:cNvSpPr>
          <p:nvPr/>
        </p:nvSpPr>
        <p:spPr>
          <a:xfrm>
            <a:off x="345022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5" name="Stage1_sixpanel_6616">
            <a:extLst>
              <a:ext uri="{FF2B5EF4-FFF2-40B4-BE49-F238E27FC236}">
                <a16:creationId xmlns:a16="http://schemas.microsoft.com/office/drawing/2014/main" id="{50AB4699-5E37-4204-A0B7-F9D13EE67833}"/>
              </a:ext>
            </a:extLst>
          </p:cNvPr>
          <p:cNvSpPr>
            <a:spLocks noGrp="1"/>
          </p:cNvSpPr>
          <p:nvPr/>
        </p:nvSpPr>
        <p:spPr>
          <a:xfrm>
            <a:off x="333986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6" name="Stage1_sixpanel_6617">
            <a:extLst>
              <a:ext uri="{FF2B5EF4-FFF2-40B4-BE49-F238E27FC236}">
                <a16:creationId xmlns:a16="http://schemas.microsoft.com/office/drawing/2014/main" id="{04DD1D3E-BB80-4335-9925-B61BC8D1423C}"/>
              </a:ext>
            </a:extLst>
          </p:cNvPr>
          <p:cNvSpPr>
            <a:spLocks noGrp="1"/>
          </p:cNvSpPr>
          <p:nvPr/>
        </p:nvSpPr>
        <p:spPr>
          <a:xfrm>
            <a:off x="3393417" y="199698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7" name="Stage1_sixpanel_6618">
            <a:extLst>
              <a:ext uri="{FF2B5EF4-FFF2-40B4-BE49-F238E27FC236}">
                <a16:creationId xmlns:a16="http://schemas.microsoft.com/office/drawing/2014/main" id="{ED45ECDC-2E06-40E9-BD8C-CBC975EC85B5}"/>
              </a:ext>
            </a:extLst>
          </p:cNvPr>
          <p:cNvSpPr>
            <a:spLocks noGrp="1"/>
          </p:cNvSpPr>
          <p:nvPr/>
        </p:nvSpPr>
        <p:spPr>
          <a:xfrm>
            <a:off x="341305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8" name="Stage1_sixpanel_6619">
            <a:extLst>
              <a:ext uri="{FF2B5EF4-FFF2-40B4-BE49-F238E27FC236}">
                <a16:creationId xmlns:a16="http://schemas.microsoft.com/office/drawing/2014/main" id="{4790CD23-DD1B-458B-A4ED-94EE2E01D025}"/>
              </a:ext>
            </a:extLst>
          </p:cNvPr>
          <p:cNvSpPr>
            <a:spLocks noGrp="1"/>
          </p:cNvSpPr>
          <p:nvPr/>
        </p:nvSpPr>
        <p:spPr>
          <a:xfrm>
            <a:off x="3501555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9" name="Stage1_sixpanel_6620">
            <a:extLst>
              <a:ext uri="{FF2B5EF4-FFF2-40B4-BE49-F238E27FC236}">
                <a16:creationId xmlns:a16="http://schemas.microsoft.com/office/drawing/2014/main" id="{F399C3BA-8D35-4437-8DB9-AB091FDE69B6}"/>
              </a:ext>
            </a:extLst>
          </p:cNvPr>
          <p:cNvSpPr>
            <a:spLocks noGrp="1"/>
          </p:cNvSpPr>
          <p:nvPr/>
        </p:nvSpPr>
        <p:spPr>
          <a:xfrm>
            <a:off x="3338953" y="249471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0" name="Stage1_sixpanel_6621">
            <a:extLst>
              <a:ext uri="{FF2B5EF4-FFF2-40B4-BE49-F238E27FC236}">
                <a16:creationId xmlns:a16="http://schemas.microsoft.com/office/drawing/2014/main" id="{015F818B-EF46-4C56-8E6E-D27177F41950}"/>
              </a:ext>
            </a:extLst>
          </p:cNvPr>
          <p:cNvSpPr>
            <a:spLocks noGrp="1"/>
          </p:cNvSpPr>
          <p:nvPr/>
        </p:nvSpPr>
        <p:spPr>
          <a:xfrm>
            <a:off x="3469801" y="199600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1" name="Stage1_sixpanel_6622">
            <a:extLst>
              <a:ext uri="{FF2B5EF4-FFF2-40B4-BE49-F238E27FC236}">
                <a16:creationId xmlns:a16="http://schemas.microsoft.com/office/drawing/2014/main" id="{249A3997-77DC-43AD-B52E-B086081D74E8}"/>
              </a:ext>
            </a:extLst>
          </p:cNvPr>
          <p:cNvSpPr>
            <a:spLocks noGrp="1"/>
          </p:cNvSpPr>
          <p:nvPr/>
        </p:nvSpPr>
        <p:spPr>
          <a:xfrm>
            <a:off x="345837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2" name="Stage1_sixpanel_6623">
            <a:extLst>
              <a:ext uri="{FF2B5EF4-FFF2-40B4-BE49-F238E27FC236}">
                <a16:creationId xmlns:a16="http://schemas.microsoft.com/office/drawing/2014/main" id="{C0EA9D0F-44EF-4AD5-8323-022683B65B95}"/>
              </a:ext>
            </a:extLst>
          </p:cNvPr>
          <p:cNvSpPr>
            <a:spLocks noGrp="1"/>
          </p:cNvSpPr>
          <p:nvPr/>
        </p:nvSpPr>
        <p:spPr>
          <a:xfrm>
            <a:off x="3498586" y="257083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3" name="Stage1_sixpanel_6624">
            <a:extLst>
              <a:ext uri="{FF2B5EF4-FFF2-40B4-BE49-F238E27FC236}">
                <a16:creationId xmlns:a16="http://schemas.microsoft.com/office/drawing/2014/main" id="{58EC8504-E578-4986-A09A-B96CC8C398FB}"/>
              </a:ext>
            </a:extLst>
          </p:cNvPr>
          <p:cNvSpPr>
            <a:spLocks noGrp="1"/>
          </p:cNvSpPr>
          <p:nvPr/>
        </p:nvSpPr>
        <p:spPr>
          <a:xfrm>
            <a:off x="3462109" y="259973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4" name="Stage1_sixpanel_6625">
            <a:extLst>
              <a:ext uri="{FF2B5EF4-FFF2-40B4-BE49-F238E27FC236}">
                <a16:creationId xmlns:a16="http://schemas.microsoft.com/office/drawing/2014/main" id="{357C26CB-CBF4-49A6-A60F-4DC48C702D22}"/>
              </a:ext>
            </a:extLst>
          </p:cNvPr>
          <p:cNvSpPr>
            <a:spLocks noGrp="1"/>
          </p:cNvSpPr>
          <p:nvPr/>
        </p:nvSpPr>
        <p:spPr>
          <a:xfrm>
            <a:off x="340868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5" name="Stage1_sixpanel_6626">
            <a:extLst>
              <a:ext uri="{FF2B5EF4-FFF2-40B4-BE49-F238E27FC236}">
                <a16:creationId xmlns:a16="http://schemas.microsoft.com/office/drawing/2014/main" id="{593CCFCC-C4FF-4B67-B0B2-A9B0D5FD866E}"/>
              </a:ext>
            </a:extLst>
          </p:cNvPr>
          <p:cNvSpPr>
            <a:spLocks noGrp="1"/>
          </p:cNvSpPr>
          <p:nvPr/>
        </p:nvSpPr>
        <p:spPr>
          <a:xfrm>
            <a:off x="3440503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6" name="Stage1_sixpanel_6627">
            <a:extLst>
              <a:ext uri="{FF2B5EF4-FFF2-40B4-BE49-F238E27FC236}">
                <a16:creationId xmlns:a16="http://schemas.microsoft.com/office/drawing/2014/main" id="{FDE96548-2F75-4835-8CAD-93AA5E528122}"/>
              </a:ext>
            </a:extLst>
          </p:cNvPr>
          <p:cNvSpPr>
            <a:spLocks noGrp="1"/>
          </p:cNvSpPr>
          <p:nvPr/>
        </p:nvSpPr>
        <p:spPr>
          <a:xfrm>
            <a:off x="3402321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7" name="Stage1_sixpanel_6628">
            <a:extLst>
              <a:ext uri="{FF2B5EF4-FFF2-40B4-BE49-F238E27FC236}">
                <a16:creationId xmlns:a16="http://schemas.microsoft.com/office/drawing/2014/main" id="{5AE72C56-6F60-4D18-A3FF-4DB564FA46A4}"/>
              </a:ext>
            </a:extLst>
          </p:cNvPr>
          <p:cNvSpPr>
            <a:spLocks noGrp="1"/>
          </p:cNvSpPr>
          <p:nvPr/>
        </p:nvSpPr>
        <p:spPr>
          <a:xfrm>
            <a:off x="3408317" y="200114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8" name="Stage1_sixpanel_6629">
            <a:extLst>
              <a:ext uri="{FF2B5EF4-FFF2-40B4-BE49-F238E27FC236}">
                <a16:creationId xmlns:a16="http://schemas.microsoft.com/office/drawing/2014/main" id="{67681B99-BF46-4D67-BF14-5707B4536DB3}"/>
              </a:ext>
            </a:extLst>
          </p:cNvPr>
          <p:cNvSpPr>
            <a:spLocks noGrp="1"/>
          </p:cNvSpPr>
          <p:nvPr/>
        </p:nvSpPr>
        <p:spPr>
          <a:xfrm>
            <a:off x="342616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9" name="Stage1_sixpanel_6630">
            <a:extLst>
              <a:ext uri="{FF2B5EF4-FFF2-40B4-BE49-F238E27FC236}">
                <a16:creationId xmlns:a16="http://schemas.microsoft.com/office/drawing/2014/main" id="{29EAC85E-5383-4BAE-BE74-9BBF40B0179C}"/>
              </a:ext>
            </a:extLst>
          </p:cNvPr>
          <p:cNvSpPr>
            <a:spLocks noGrp="1"/>
          </p:cNvSpPr>
          <p:nvPr/>
        </p:nvSpPr>
        <p:spPr>
          <a:xfrm>
            <a:off x="3494165" y="245853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0" name="Stage1_sixpanel_6631">
            <a:extLst>
              <a:ext uri="{FF2B5EF4-FFF2-40B4-BE49-F238E27FC236}">
                <a16:creationId xmlns:a16="http://schemas.microsoft.com/office/drawing/2014/main" id="{51D98D56-CB13-4BF7-B629-F88B3A4DC22A}"/>
              </a:ext>
            </a:extLst>
          </p:cNvPr>
          <p:cNvSpPr>
            <a:spLocks noGrp="1"/>
          </p:cNvSpPr>
          <p:nvPr/>
        </p:nvSpPr>
        <p:spPr>
          <a:xfrm>
            <a:off x="450773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1" name="Stage1_sixpanel_6632">
            <a:extLst>
              <a:ext uri="{FF2B5EF4-FFF2-40B4-BE49-F238E27FC236}">
                <a16:creationId xmlns:a16="http://schemas.microsoft.com/office/drawing/2014/main" id="{F0292D3C-4A63-4B26-B615-43F3DF6E336C}"/>
              </a:ext>
            </a:extLst>
          </p:cNvPr>
          <p:cNvSpPr>
            <a:spLocks noGrp="1"/>
          </p:cNvSpPr>
          <p:nvPr/>
        </p:nvSpPr>
        <p:spPr>
          <a:xfrm>
            <a:off x="449640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2" name="Stage1_sixpanel_6633">
            <a:extLst>
              <a:ext uri="{FF2B5EF4-FFF2-40B4-BE49-F238E27FC236}">
                <a16:creationId xmlns:a16="http://schemas.microsoft.com/office/drawing/2014/main" id="{D1D717EC-7C8C-4DF0-881C-B1FD1686D01E}"/>
              </a:ext>
            </a:extLst>
          </p:cNvPr>
          <p:cNvSpPr>
            <a:spLocks noGrp="1"/>
          </p:cNvSpPr>
          <p:nvPr/>
        </p:nvSpPr>
        <p:spPr>
          <a:xfrm>
            <a:off x="453600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3" name="Stage1_sixpanel_6634">
            <a:extLst>
              <a:ext uri="{FF2B5EF4-FFF2-40B4-BE49-F238E27FC236}">
                <a16:creationId xmlns:a16="http://schemas.microsoft.com/office/drawing/2014/main" id="{F487F693-D205-48F4-8105-A5EED9919294}"/>
              </a:ext>
            </a:extLst>
          </p:cNvPr>
          <p:cNvSpPr>
            <a:spLocks noGrp="1"/>
          </p:cNvSpPr>
          <p:nvPr/>
        </p:nvSpPr>
        <p:spPr>
          <a:xfrm>
            <a:off x="455984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4" name="Stage1_sixpanel_6635">
            <a:extLst>
              <a:ext uri="{FF2B5EF4-FFF2-40B4-BE49-F238E27FC236}">
                <a16:creationId xmlns:a16="http://schemas.microsoft.com/office/drawing/2014/main" id="{86929E17-256E-472E-826C-2906C04D703F}"/>
              </a:ext>
            </a:extLst>
          </p:cNvPr>
          <p:cNvSpPr>
            <a:spLocks noGrp="1"/>
          </p:cNvSpPr>
          <p:nvPr/>
        </p:nvSpPr>
        <p:spPr>
          <a:xfrm>
            <a:off x="4407590" y="206939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5" name="Stage1_sixpanel_6636">
            <a:extLst>
              <a:ext uri="{FF2B5EF4-FFF2-40B4-BE49-F238E27FC236}">
                <a16:creationId xmlns:a16="http://schemas.microsoft.com/office/drawing/2014/main" id="{283C3513-9018-4F3E-91D4-21E5A8352939}"/>
              </a:ext>
            </a:extLst>
          </p:cNvPr>
          <p:cNvSpPr>
            <a:spLocks noGrp="1"/>
          </p:cNvSpPr>
          <p:nvPr/>
        </p:nvSpPr>
        <p:spPr>
          <a:xfrm>
            <a:off x="441320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6" name="Stage1_sixpanel_6637">
            <a:extLst>
              <a:ext uri="{FF2B5EF4-FFF2-40B4-BE49-F238E27FC236}">
                <a16:creationId xmlns:a16="http://schemas.microsoft.com/office/drawing/2014/main" id="{1DC8C903-7A69-4CD9-9B90-32A4DF02586D}"/>
              </a:ext>
            </a:extLst>
          </p:cNvPr>
          <p:cNvSpPr>
            <a:spLocks noGrp="1"/>
          </p:cNvSpPr>
          <p:nvPr/>
        </p:nvSpPr>
        <p:spPr>
          <a:xfrm>
            <a:off x="453750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7" name="Stage1_sixpanel_6638">
            <a:extLst>
              <a:ext uri="{FF2B5EF4-FFF2-40B4-BE49-F238E27FC236}">
                <a16:creationId xmlns:a16="http://schemas.microsoft.com/office/drawing/2014/main" id="{A04FA706-F8AD-4163-B639-C46D064E4B14}"/>
              </a:ext>
            </a:extLst>
          </p:cNvPr>
          <p:cNvSpPr>
            <a:spLocks noGrp="1"/>
          </p:cNvSpPr>
          <p:nvPr/>
        </p:nvSpPr>
        <p:spPr>
          <a:xfrm>
            <a:off x="4562754" y="15162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8" name="Stage1_sixpanel_6639">
            <a:extLst>
              <a:ext uri="{FF2B5EF4-FFF2-40B4-BE49-F238E27FC236}">
                <a16:creationId xmlns:a16="http://schemas.microsoft.com/office/drawing/2014/main" id="{4CEC458E-B39A-45E8-8C8E-BE100694773E}"/>
              </a:ext>
            </a:extLst>
          </p:cNvPr>
          <p:cNvSpPr>
            <a:spLocks noGrp="1"/>
          </p:cNvSpPr>
          <p:nvPr/>
        </p:nvSpPr>
        <p:spPr>
          <a:xfrm>
            <a:off x="451755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9" name="Stage1_sixpanel_6640">
            <a:extLst>
              <a:ext uri="{FF2B5EF4-FFF2-40B4-BE49-F238E27FC236}">
                <a16:creationId xmlns:a16="http://schemas.microsoft.com/office/drawing/2014/main" id="{2005CAF7-7BE7-404F-9F92-E43C0CBD4549}"/>
              </a:ext>
            </a:extLst>
          </p:cNvPr>
          <p:cNvSpPr>
            <a:spLocks noGrp="1"/>
          </p:cNvSpPr>
          <p:nvPr/>
        </p:nvSpPr>
        <p:spPr>
          <a:xfrm>
            <a:off x="4549830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0" name="Stage1_sixpanel_6641">
            <a:extLst>
              <a:ext uri="{FF2B5EF4-FFF2-40B4-BE49-F238E27FC236}">
                <a16:creationId xmlns:a16="http://schemas.microsoft.com/office/drawing/2014/main" id="{ED56CA51-A059-4DD7-8D88-257A3FA217D6}"/>
              </a:ext>
            </a:extLst>
          </p:cNvPr>
          <p:cNvSpPr>
            <a:spLocks noGrp="1"/>
          </p:cNvSpPr>
          <p:nvPr/>
        </p:nvSpPr>
        <p:spPr>
          <a:xfrm>
            <a:off x="4545601" y="23352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1" name="Stage1_sixpanel_6642">
            <a:extLst>
              <a:ext uri="{FF2B5EF4-FFF2-40B4-BE49-F238E27FC236}">
                <a16:creationId xmlns:a16="http://schemas.microsoft.com/office/drawing/2014/main" id="{678CF630-8833-421F-A555-62F2CA9CF6B1}"/>
              </a:ext>
            </a:extLst>
          </p:cNvPr>
          <p:cNvSpPr>
            <a:spLocks noGrp="1"/>
          </p:cNvSpPr>
          <p:nvPr/>
        </p:nvSpPr>
        <p:spPr>
          <a:xfrm>
            <a:off x="4515341" y="19787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2" name="Stage1_sixpanel_6643">
            <a:extLst>
              <a:ext uri="{FF2B5EF4-FFF2-40B4-BE49-F238E27FC236}">
                <a16:creationId xmlns:a16="http://schemas.microsoft.com/office/drawing/2014/main" id="{53EE0418-2C8A-4937-8A38-60D7A4D9BA28}"/>
              </a:ext>
            </a:extLst>
          </p:cNvPr>
          <p:cNvSpPr>
            <a:spLocks noGrp="1"/>
          </p:cNvSpPr>
          <p:nvPr/>
        </p:nvSpPr>
        <p:spPr>
          <a:xfrm>
            <a:off x="4529840" y="145177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3" name="Stage1_sixpanel_6644">
            <a:extLst>
              <a:ext uri="{FF2B5EF4-FFF2-40B4-BE49-F238E27FC236}">
                <a16:creationId xmlns:a16="http://schemas.microsoft.com/office/drawing/2014/main" id="{F53A6F89-D141-492C-9C5D-08338857DB68}"/>
              </a:ext>
            </a:extLst>
          </p:cNvPr>
          <p:cNvSpPr>
            <a:spLocks noGrp="1"/>
          </p:cNvSpPr>
          <p:nvPr/>
        </p:nvSpPr>
        <p:spPr>
          <a:xfrm>
            <a:off x="450651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4" name="Stage1_sixpanel_6645">
            <a:extLst>
              <a:ext uri="{FF2B5EF4-FFF2-40B4-BE49-F238E27FC236}">
                <a16:creationId xmlns:a16="http://schemas.microsoft.com/office/drawing/2014/main" id="{B7E398F6-B393-43C3-B820-D5DEE2F39001}"/>
              </a:ext>
            </a:extLst>
          </p:cNvPr>
          <p:cNvSpPr>
            <a:spLocks noGrp="1"/>
          </p:cNvSpPr>
          <p:nvPr/>
        </p:nvSpPr>
        <p:spPr>
          <a:xfrm>
            <a:off x="44727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5" name="Stage1_sixpanel_6646">
            <a:extLst>
              <a:ext uri="{FF2B5EF4-FFF2-40B4-BE49-F238E27FC236}">
                <a16:creationId xmlns:a16="http://schemas.microsoft.com/office/drawing/2014/main" id="{C54E2213-E3BE-40B4-89D5-1321C250B2D6}"/>
              </a:ext>
            </a:extLst>
          </p:cNvPr>
          <p:cNvSpPr>
            <a:spLocks noGrp="1"/>
          </p:cNvSpPr>
          <p:nvPr/>
        </p:nvSpPr>
        <p:spPr>
          <a:xfrm>
            <a:off x="4563955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6" name="Stage1_sixpanel_6647">
            <a:extLst>
              <a:ext uri="{FF2B5EF4-FFF2-40B4-BE49-F238E27FC236}">
                <a16:creationId xmlns:a16="http://schemas.microsoft.com/office/drawing/2014/main" id="{781F12AD-7C1C-47FA-A760-02A43D92E1CD}"/>
              </a:ext>
            </a:extLst>
          </p:cNvPr>
          <p:cNvSpPr>
            <a:spLocks noGrp="1"/>
          </p:cNvSpPr>
          <p:nvPr/>
        </p:nvSpPr>
        <p:spPr>
          <a:xfrm>
            <a:off x="449960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7" name="Stage1_sixpanel_6648">
            <a:extLst>
              <a:ext uri="{FF2B5EF4-FFF2-40B4-BE49-F238E27FC236}">
                <a16:creationId xmlns:a16="http://schemas.microsoft.com/office/drawing/2014/main" id="{C1A239D3-E90D-4D65-9D85-BE8227A5F9C9}"/>
              </a:ext>
            </a:extLst>
          </p:cNvPr>
          <p:cNvSpPr>
            <a:spLocks noGrp="1"/>
          </p:cNvSpPr>
          <p:nvPr/>
        </p:nvSpPr>
        <p:spPr>
          <a:xfrm>
            <a:off x="44309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8" name="Stage1_sixpanel_6649">
            <a:extLst>
              <a:ext uri="{FF2B5EF4-FFF2-40B4-BE49-F238E27FC236}">
                <a16:creationId xmlns:a16="http://schemas.microsoft.com/office/drawing/2014/main" id="{3469DE26-02BB-429B-8ACB-B8A83ED320C2}"/>
              </a:ext>
            </a:extLst>
          </p:cNvPr>
          <p:cNvSpPr>
            <a:spLocks noGrp="1"/>
          </p:cNvSpPr>
          <p:nvPr/>
        </p:nvSpPr>
        <p:spPr>
          <a:xfrm>
            <a:off x="4464003" y="241682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9" name="Stage1_sixpanel_6650">
            <a:extLst>
              <a:ext uri="{FF2B5EF4-FFF2-40B4-BE49-F238E27FC236}">
                <a16:creationId xmlns:a16="http://schemas.microsoft.com/office/drawing/2014/main" id="{DFEBCE60-9C4D-45AE-AABF-8E4E8D9184CD}"/>
              </a:ext>
            </a:extLst>
          </p:cNvPr>
          <p:cNvSpPr>
            <a:spLocks noGrp="1"/>
          </p:cNvSpPr>
          <p:nvPr/>
        </p:nvSpPr>
        <p:spPr>
          <a:xfrm>
            <a:off x="4504568" y="204940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0" name="Stage1_sixpanel_6651">
            <a:extLst>
              <a:ext uri="{FF2B5EF4-FFF2-40B4-BE49-F238E27FC236}">
                <a16:creationId xmlns:a16="http://schemas.microsoft.com/office/drawing/2014/main" id="{9851ADEB-972B-4247-8CAD-DE06228BE523}"/>
              </a:ext>
            </a:extLst>
          </p:cNvPr>
          <p:cNvSpPr>
            <a:spLocks noGrp="1"/>
          </p:cNvSpPr>
          <p:nvPr/>
        </p:nvSpPr>
        <p:spPr>
          <a:xfrm>
            <a:off x="452712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1" name="Stage1_sixpanel_6652">
            <a:extLst>
              <a:ext uri="{FF2B5EF4-FFF2-40B4-BE49-F238E27FC236}">
                <a16:creationId xmlns:a16="http://schemas.microsoft.com/office/drawing/2014/main" id="{6CB706B1-BA90-4313-802F-456448CC04D7}"/>
              </a:ext>
            </a:extLst>
          </p:cNvPr>
          <p:cNvSpPr>
            <a:spLocks noGrp="1"/>
          </p:cNvSpPr>
          <p:nvPr/>
        </p:nvSpPr>
        <p:spPr>
          <a:xfrm>
            <a:off x="439626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2" name="Stage1_sixpanel_6653">
            <a:extLst>
              <a:ext uri="{FF2B5EF4-FFF2-40B4-BE49-F238E27FC236}">
                <a16:creationId xmlns:a16="http://schemas.microsoft.com/office/drawing/2014/main" id="{84969318-BBC9-4697-A379-4DC80ABB9489}"/>
              </a:ext>
            </a:extLst>
          </p:cNvPr>
          <p:cNvSpPr>
            <a:spLocks noGrp="1"/>
          </p:cNvSpPr>
          <p:nvPr/>
        </p:nvSpPr>
        <p:spPr>
          <a:xfrm>
            <a:off x="4447644" y="231356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3" name="Stage1_sixpanel_6654">
            <a:extLst>
              <a:ext uri="{FF2B5EF4-FFF2-40B4-BE49-F238E27FC236}">
                <a16:creationId xmlns:a16="http://schemas.microsoft.com/office/drawing/2014/main" id="{9F553588-FA33-48F7-8661-322E236539E3}"/>
              </a:ext>
            </a:extLst>
          </p:cNvPr>
          <p:cNvSpPr>
            <a:spLocks noGrp="1"/>
          </p:cNvSpPr>
          <p:nvPr/>
        </p:nvSpPr>
        <p:spPr>
          <a:xfrm>
            <a:off x="4418487" y="169742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4" name="Stage1_sixpanel_6655">
            <a:extLst>
              <a:ext uri="{FF2B5EF4-FFF2-40B4-BE49-F238E27FC236}">
                <a16:creationId xmlns:a16="http://schemas.microsoft.com/office/drawing/2014/main" id="{6AE2B4B5-2B5A-4034-965B-04CFF65B2810}"/>
              </a:ext>
            </a:extLst>
          </p:cNvPr>
          <p:cNvSpPr>
            <a:spLocks noGrp="1"/>
          </p:cNvSpPr>
          <p:nvPr/>
        </p:nvSpPr>
        <p:spPr>
          <a:xfrm>
            <a:off x="449425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5" name="Stage1_sixpanel_6656">
            <a:extLst>
              <a:ext uri="{FF2B5EF4-FFF2-40B4-BE49-F238E27FC236}">
                <a16:creationId xmlns:a16="http://schemas.microsoft.com/office/drawing/2014/main" id="{F4F02629-C0F9-42C8-BB79-263B4849795A}"/>
              </a:ext>
            </a:extLst>
          </p:cNvPr>
          <p:cNvSpPr>
            <a:spLocks noGrp="1"/>
          </p:cNvSpPr>
          <p:nvPr/>
        </p:nvSpPr>
        <p:spPr>
          <a:xfrm>
            <a:off x="454836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6" name="Stage1_sixpanel_6657">
            <a:extLst>
              <a:ext uri="{FF2B5EF4-FFF2-40B4-BE49-F238E27FC236}">
                <a16:creationId xmlns:a16="http://schemas.microsoft.com/office/drawing/2014/main" id="{66DBE934-2EB9-4FAA-9DB0-26E52A697AA6}"/>
              </a:ext>
            </a:extLst>
          </p:cNvPr>
          <p:cNvSpPr>
            <a:spLocks noGrp="1"/>
          </p:cNvSpPr>
          <p:nvPr/>
        </p:nvSpPr>
        <p:spPr>
          <a:xfrm>
            <a:off x="455992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7" name="Stage1_sixpanel_6658">
            <a:extLst>
              <a:ext uri="{FF2B5EF4-FFF2-40B4-BE49-F238E27FC236}">
                <a16:creationId xmlns:a16="http://schemas.microsoft.com/office/drawing/2014/main" id="{D5BE6C75-E957-40AF-B61E-4871C623320E}"/>
              </a:ext>
            </a:extLst>
          </p:cNvPr>
          <p:cNvSpPr>
            <a:spLocks noGrp="1"/>
          </p:cNvSpPr>
          <p:nvPr/>
        </p:nvSpPr>
        <p:spPr>
          <a:xfrm>
            <a:off x="452652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8" name="Stage1_sixpanel_6659">
            <a:extLst>
              <a:ext uri="{FF2B5EF4-FFF2-40B4-BE49-F238E27FC236}">
                <a16:creationId xmlns:a16="http://schemas.microsoft.com/office/drawing/2014/main" id="{20EC891D-5739-4866-B9B2-7D7FC1A38CEE}"/>
              </a:ext>
            </a:extLst>
          </p:cNvPr>
          <p:cNvSpPr>
            <a:spLocks noGrp="1"/>
          </p:cNvSpPr>
          <p:nvPr/>
        </p:nvSpPr>
        <p:spPr>
          <a:xfrm>
            <a:off x="4535499" y="239640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9" name="Stage1_sixpanel_6660">
            <a:extLst>
              <a:ext uri="{FF2B5EF4-FFF2-40B4-BE49-F238E27FC236}">
                <a16:creationId xmlns:a16="http://schemas.microsoft.com/office/drawing/2014/main" id="{C2BA06F7-2AB4-4EE5-8EC7-084F9D87307A}"/>
              </a:ext>
            </a:extLst>
          </p:cNvPr>
          <p:cNvSpPr>
            <a:spLocks noGrp="1"/>
          </p:cNvSpPr>
          <p:nvPr/>
        </p:nvSpPr>
        <p:spPr>
          <a:xfrm>
            <a:off x="450308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0" name="Stage1_sixpanel_6661">
            <a:extLst>
              <a:ext uri="{FF2B5EF4-FFF2-40B4-BE49-F238E27FC236}">
                <a16:creationId xmlns:a16="http://schemas.microsoft.com/office/drawing/2014/main" id="{451A9E3B-F5FD-4AE2-B28B-783455FFC1F1}"/>
              </a:ext>
            </a:extLst>
          </p:cNvPr>
          <p:cNvSpPr>
            <a:spLocks noGrp="1"/>
          </p:cNvSpPr>
          <p:nvPr/>
        </p:nvSpPr>
        <p:spPr>
          <a:xfrm>
            <a:off x="455087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1" name="Stage1_sixpanel_6662">
            <a:extLst>
              <a:ext uri="{FF2B5EF4-FFF2-40B4-BE49-F238E27FC236}">
                <a16:creationId xmlns:a16="http://schemas.microsoft.com/office/drawing/2014/main" id="{2FFA40FB-D87E-4A4E-AC1F-E2F067A35F89}"/>
              </a:ext>
            </a:extLst>
          </p:cNvPr>
          <p:cNvSpPr>
            <a:spLocks noGrp="1"/>
          </p:cNvSpPr>
          <p:nvPr/>
        </p:nvSpPr>
        <p:spPr>
          <a:xfrm>
            <a:off x="4526419" y="25384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2" name="Stage1_sixpanel_6663">
            <a:extLst>
              <a:ext uri="{FF2B5EF4-FFF2-40B4-BE49-F238E27FC236}">
                <a16:creationId xmlns:a16="http://schemas.microsoft.com/office/drawing/2014/main" id="{5F428C4E-A2FA-4996-8EA1-DDCA846D555B}"/>
              </a:ext>
            </a:extLst>
          </p:cNvPr>
          <p:cNvSpPr>
            <a:spLocks noGrp="1"/>
          </p:cNvSpPr>
          <p:nvPr/>
        </p:nvSpPr>
        <p:spPr>
          <a:xfrm>
            <a:off x="441934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3" name="Stage1_sixpanel_6664">
            <a:extLst>
              <a:ext uri="{FF2B5EF4-FFF2-40B4-BE49-F238E27FC236}">
                <a16:creationId xmlns:a16="http://schemas.microsoft.com/office/drawing/2014/main" id="{451A6B4D-8F9A-443E-B869-AAA6ABCD89D5}"/>
              </a:ext>
            </a:extLst>
          </p:cNvPr>
          <p:cNvSpPr>
            <a:spLocks noGrp="1"/>
          </p:cNvSpPr>
          <p:nvPr/>
        </p:nvSpPr>
        <p:spPr>
          <a:xfrm>
            <a:off x="444538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4" name="Stage1_sixpanel_6665">
            <a:extLst>
              <a:ext uri="{FF2B5EF4-FFF2-40B4-BE49-F238E27FC236}">
                <a16:creationId xmlns:a16="http://schemas.microsoft.com/office/drawing/2014/main" id="{57961D06-11D3-4CCA-AE6B-EFF5B33DCD09}"/>
              </a:ext>
            </a:extLst>
          </p:cNvPr>
          <p:cNvSpPr>
            <a:spLocks noGrp="1"/>
          </p:cNvSpPr>
          <p:nvPr/>
        </p:nvSpPr>
        <p:spPr>
          <a:xfrm>
            <a:off x="45274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5" name="Stage1_sixpanel_6666">
            <a:extLst>
              <a:ext uri="{FF2B5EF4-FFF2-40B4-BE49-F238E27FC236}">
                <a16:creationId xmlns:a16="http://schemas.microsoft.com/office/drawing/2014/main" id="{7E08E099-1FA4-41B2-B05F-3681A7C28CC0}"/>
              </a:ext>
            </a:extLst>
          </p:cNvPr>
          <p:cNvSpPr>
            <a:spLocks noGrp="1"/>
          </p:cNvSpPr>
          <p:nvPr/>
        </p:nvSpPr>
        <p:spPr>
          <a:xfrm>
            <a:off x="440754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6" name="Stage1_sixpanel_6667">
            <a:extLst>
              <a:ext uri="{FF2B5EF4-FFF2-40B4-BE49-F238E27FC236}">
                <a16:creationId xmlns:a16="http://schemas.microsoft.com/office/drawing/2014/main" id="{59D242E4-243B-4D42-AB44-903DFBA08B24}"/>
              </a:ext>
            </a:extLst>
          </p:cNvPr>
          <p:cNvSpPr>
            <a:spLocks noGrp="1"/>
          </p:cNvSpPr>
          <p:nvPr/>
        </p:nvSpPr>
        <p:spPr>
          <a:xfrm>
            <a:off x="442953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7" name="Stage1_sixpanel_6668">
            <a:extLst>
              <a:ext uri="{FF2B5EF4-FFF2-40B4-BE49-F238E27FC236}">
                <a16:creationId xmlns:a16="http://schemas.microsoft.com/office/drawing/2014/main" id="{8D34CEFF-2D41-4356-BF98-8B849C130836}"/>
              </a:ext>
            </a:extLst>
          </p:cNvPr>
          <p:cNvSpPr>
            <a:spLocks noGrp="1"/>
          </p:cNvSpPr>
          <p:nvPr/>
        </p:nvSpPr>
        <p:spPr>
          <a:xfrm>
            <a:off x="440239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8" name="Stage1_sixpanel_6669">
            <a:extLst>
              <a:ext uri="{FF2B5EF4-FFF2-40B4-BE49-F238E27FC236}">
                <a16:creationId xmlns:a16="http://schemas.microsoft.com/office/drawing/2014/main" id="{80E3B0F6-DA45-4A23-94F4-91C4312FE4F6}"/>
              </a:ext>
            </a:extLst>
          </p:cNvPr>
          <p:cNvSpPr>
            <a:spLocks noGrp="1"/>
          </p:cNvSpPr>
          <p:nvPr/>
        </p:nvSpPr>
        <p:spPr>
          <a:xfrm>
            <a:off x="45029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9" name="Stage1_sixpanel_6670">
            <a:extLst>
              <a:ext uri="{FF2B5EF4-FFF2-40B4-BE49-F238E27FC236}">
                <a16:creationId xmlns:a16="http://schemas.microsoft.com/office/drawing/2014/main" id="{5720C5A2-3702-42CF-B86E-5033471569FC}"/>
              </a:ext>
            </a:extLst>
          </p:cNvPr>
          <p:cNvSpPr>
            <a:spLocks noGrp="1"/>
          </p:cNvSpPr>
          <p:nvPr/>
        </p:nvSpPr>
        <p:spPr>
          <a:xfrm>
            <a:off x="4408180" y="25431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0" name="Stage1_sixpanel_6671">
            <a:extLst>
              <a:ext uri="{FF2B5EF4-FFF2-40B4-BE49-F238E27FC236}">
                <a16:creationId xmlns:a16="http://schemas.microsoft.com/office/drawing/2014/main" id="{B96ECAE4-141C-4237-995E-670D673DE801}"/>
              </a:ext>
            </a:extLst>
          </p:cNvPr>
          <p:cNvSpPr>
            <a:spLocks noGrp="1"/>
          </p:cNvSpPr>
          <p:nvPr/>
        </p:nvSpPr>
        <p:spPr>
          <a:xfrm>
            <a:off x="443904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1" name="Stage1_sixpanel_6672">
            <a:extLst>
              <a:ext uri="{FF2B5EF4-FFF2-40B4-BE49-F238E27FC236}">
                <a16:creationId xmlns:a16="http://schemas.microsoft.com/office/drawing/2014/main" id="{72C7E198-3BE3-4B58-93F1-AE96F797AE87}"/>
              </a:ext>
            </a:extLst>
          </p:cNvPr>
          <p:cNvSpPr>
            <a:spLocks noGrp="1"/>
          </p:cNvSpPr>
          <p:nvPr/>
        </p:nvSpPr>
        <p:spPr>
          <a:xfrm>
            <a:off x="4460812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2" name="Stage1_sixpanel_6673">
            <a:extLst>
              <a:ext uri="{FF2B5EF4-FFF2-40B4-BE49-F238E27FC236}">
                <a16:creationId xmlns:a16="http://schemas.microsoft.com/office/drawing/2014/main" id="{D41DE51F-702D-4C97-9CAE-249361774691}"/>
              </a:ext>
            </a:extLst>
          </p:cNvPr>
          <p:cNvSpPr>
            <a:spLocks noGrp="1"/>
          </p:cNvSpPr>
          <p:nvPr/>
        </p:nvSpPr>
        <p:spPr>
          <a:xfrm>
            <a:off x="44485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3" name="Stage1_sixpanel_6674">
            <a:extLst>
              <a:ext uri="{FF2B5EF4-FFF2-40B4-BE49-F238E27FC236}">
                <a16:creationId xmlns:a16="http://schemas.microsoft.com/office/drawing/2014/main" id="{0A38D1E5-8235-4903-8865-489EF6CF164D}"/>
              </a:ext>
            </a:extLst>
          </p:cNvPr>
          <p:cNvSpPr>
            <a:spLocks noGrp="1"/>
          </p:cNvSpPr>
          <p:nvPr/>
        </p:nvSpPr>
        <p:spPr>
          <a:xfrm>
            <a:off x="443006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4" name="Stage1_sixpanel_6675">
            <a:extLst>
              <a:ext uri="{FF2B5EF4-FFF2-40B4-BE49-F238E27FC236}">
                <a16:creationId xmlns:a16="http://schemas.microsoft.com/office/drawing/2014/main" id="{EB9CEDFE-B788-487E-93A4-0A572DC072F7}"/>
              </a:ext>
            </a:extLst>
          </p:cNvPr>
          <p:cNvSpPr>
            <a:spLocks noGrp="1"/>
          </p:cNvSpPr>
          <p:nvPr/>
        </p:nvSpPr>
        <p:spPr>
          <a:xfrm>
            <a:off x="447381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5" name="Stage1_sixpanel_6676">
            <a:extLst>
              <a:ext uri="{FF2B5EF4-FFF2-40B4-BE49-F238E27FC236}">
                <a16:creationId xmlns:a16="http://schemas.microsoft.com/office/drawing/2014/main" id="{54449A9A-DD88-4FA2-AABE-531360A40C66}"/>
              </a:ext>
            </a:extLst>
          </p:cNvPr>
          <p:cNvSpPr>
            <a:spLocks noGrp="1"/>
          </p:cNvSpPr>
          <p:nvPr/>
        </p:nvSpPr>
        <p:spPr>
          <a:xfrm>
            <a:off x="453664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6" name="Stage1_sixpanel_6677">
            <a:extLst>
              <a:ext uri="{FF2B5EF4-FFF2-40B4-BE49-F238E27FC236}">
                <a16:creationId xmlns:a16="http://schemas.microsoft.com/office/drawing/2014/main" id="{CF248295-B4C0-4688-A01C-660D894315DE}"/>
              </a:ext>
            </a:extLst>
          </p:cNvPr>
          <p:cNvSpPr>
            <a:spLocks noGrp="1"/>
          </p:cNvSpPr>
          <p:nvPr/>
        </p:nvSpPr>
        <p:spPr>
          <a:xfrm>
            <a:off x="4532514" y="233082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7" name="Stage1_sixpanel_6678">
            <a:extLst>
              <a:ext uri="{FF2B5EF4-FFF2-40B4-BE49-F238E27FC236}">
                <a16:creationId xmlns:a16="http://schemas.microsoft.com/office/drawing/2014/main" id="{0BA1B083-DEC6-4188-BD24-2E556250728B}"/>
              </a:ext>
            </a:extLst>
          </p:cNvPr>
          <p:cNvSpPr>
            <a:spLocks noGrp="1"/>
          </p:cNvSpPr>
          <p:nvPr/>
        </p:nvSpPr>
        <p:spPr>
          <a:xfrm>
            <a:off x="451471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8" name="Stage1_sixpanel_6679">
            <a:extLst>
              <a:ext uri="{FF2B5EF4-FFF2-40B4-BE49-F238E27FC236}">
                <a16:creationId xmlns:a16="http://schemas.microsoft.com/office/drawing/2014/main" id="{AD474543-7BFD-4E56-A3AA-EAA901DD55B4}"/>
              </a:ext>
            </a:extLst>
          </p:cNvPr>
          <p:cNvSpPr>
            <a:spLocks noGrp="1"/>
          </p:cNvSpPr>
          <p:nvPr/>
        </p:nvSpPr>
        <p:spPr>
          <a:xfrm>
            <a:off x="4548809" y="25551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9" name="Stage1_sixpanel_6680">
            <a:extLst>
              <a:ext uri="{FF2B5EF4-FFF2-40B4-BE49-F238E27FC236}">
                <a16:creationId xmlns:a16="http://schemas.microsoft.com/office/drawing/2014/main" id="{0253592B-2FE2-4463-9368-12BF031CE390}"/>
              </a:ext>
            </a:extLst>
          </p:cNvPr>
          <p:cNvSpPr>
            <a:spLocks noGrp="1"/>
          </p:cNvSpPr>
          <p:nvPr/>
        </p:nvSpPr>
        <p:spPr>
          <a:xfrm>
            <a:off x="4407650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0" name="Stage1_sixpanel_6681">
            <a:extLst>
              <a:ext uri="{FF2B5EF4-FFF2-40B4-BE49-F238E27FC236}">
                <a16:creationId xmlns:a16="http://schemas.microsoft.com/office/drawing/2014/main" id="{518E7C80-B5E4-474B-951E-F960F1D809C2}"/>
              </a:ext>
            </a:extLst>
          </p:cNvPr>
          <p:cNvSpPr>
            <a:spLocks noGrp="1"/>
          </p:cNvSpPr>
          <p:nvPr/>
        </p:nvSpPr>
        <p:spPr>
          <a:xfrm>
            <a:off x="448247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1" name="Stage1_sixpanel_6682">
            <a:extLst>
              <a:ext uri="{FF2B5EF4-FFF2-40B4-BE49-F238E27FC236}">
                <a16:creationId xmlns:a16="http://schemas.microsoft.com/office/drawing/2014/main" id="{B674D99A-6A7A-4DB3-99BC-6B5D87BB3A32}"/>
              </a:ext>
            </a:extLst>
          </p:cNvPr>
          <p:cNvSpPr>
            <a:spLocks noGrp="1"/>
          </p:cNvSpPr>
          <p:nvPr/>
        </p:nvSpPr>
        <p:spPr>
          <a:xfrm>
            <a:off x="446937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2" name="Stage1_sixpanel_6683">
            <a:extLst>
              <a:ext uri="{FF2B5EF4-FFF2-40B4-BE49-F238E27FC236}">
                <a16:creationId xmlns:a16="http://schemas.microsoft.com/office/drawing/2014/main" id="{8BD94B95-3406-4A0D-ACDA-E2B9CE78C7B6}"/>
              </a:ext>
            </a:extLst>
          </p:cNvPr>
          <p:cNvSpPr>
            <a:spLocks noGrp="1"/>
          </p:cNvSpPr>
          <p:nvPr/>
        </p:nvSpPr>
        <p:spPr>
          <a:xfrm>
            <a:off x="455146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3" name="Stage1_sixpanel_6684">
            <a:extLst>
              <a:ext uri="{FF2B5EF4-FFF2-40B4-BE49-F238E27FC236}">
                <a16:creationId xmlns:a16="http://schemas.microsoft.com/office/drawing/2014/main" id="{6A3E71DE-1B7D-4327-9DE9-6C08B1C7DF24}"/>
              </a:ext>
            </a:extLst>
          </p:cNvPr>
          <p:cNvSpPr>
            <a:spLocks noGrp="1"/>
          </p:cNvSpPr>
          <p:nvPr/>
        </p:nvSpPr>
        <p:spPr>
          <a:xfrm>
            <a:off x="4397103" y="226175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4" name="Stage1_sixpanel_6685">
            <a:extLst>
              <a:ext uri="{FF2B5EF4-FFF2-40B4-BE49-F238E27FC236}">
                <a16:creationId xmlns:a16="http://schemas.microsoft.com/office/drawing/2014/main" id="{7B2A0218-21DC-4208-90D7-4E74ED3995A0}"/>
              </a:ext>
            </a:extLst>
          </p:cNvPr>
          <p:cNvSpPr>
            <a:spLocks noGrp="1"/>
          </p:cNvSpPr>
          <p:nvPr/>
        </p:nvSpPr>
        <p:spPr>
          <a:xfrm>
            <a:off x="449138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5" name="Stage1_sixpanel_6686">
            <a:extLst>
              <a:ext uri="{FF2B5EF4-FFF2-40B4-BE49-F238E27FC236}">
                <a16:creationId xmlns:a16="http://schemas.microsoft.com/office/drawing/2014/main" id="{BFC7E142-8ABE-4D3E-BA64-2CA662D58E1C}"/>
              </a:ext>
            </a:extLst>
          </p:cNvPr>
          <p:cNvSpPr>
            <a:spLocks noGrp="1"/>
          </p:cNvSpPr>
          <p:nvPr/>
        </p:nvSpPr>
        <p:spPr>
          <a:xfrm>
            <a:off x="4484053" y="252296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6" name="Stage1_sixpanel_6687">
            <a:extLst>
              <a:ext uri="{FF2B5EF4-FFF2-40B4-BE49-F238E27FC236}">
                <a16:creationId xmlns:a16="http://schemas.microsoft.com/office/drawing/2014/main" id="{B13DD7E1-B06B-482E-99CA-92390F374065}"/>
              </a:ext>
            </a:extLst>
          </p:cNvPr>
          <p:cNvSpPr>
            <a:spLocks noGrp="1"/>
          </p:cNvSpPr>
          <p:nvPr/>
        </p:nvSpPr>
        <p:spPr>
          <a:xfrm>
            <a:off x="447858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7" name="Stage1_sixpanel_6688">
            <a:extLst>
              <a:ext uri="{FF2B5EF4-FFF2-40B4-BE49-F238E27FC236}">
                <a16:creationId xmlns:a16="http://schemas.microsoft.com/office/drawing/2014/main" id="{CD75A47B-79DA-48E3-B687-86068EAC82D0}"/>
              </a:ext>
            </a:extLst>
          </p:cNvPr>
          <p:cNvSpPr>
            <a:spLocks noGrp="1"/>
          </p:cNvSpPr>
          <p:nvPr/>
        </p:nvSpPr>
        <p:spPr>
          <a:xfrm>
            <a:off x="4485876" y="255820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8" name="Stage1_sixpanel_6689">
            <a:extLst>
              <a:ext uri="{FF2B5EF4-FFF2-40B4-BE49-F238E27FC236}">
                <a16:creationId xmlns:a16="http://schemas.microsoft.com/office/drawing/2014/main" id="{52E571A1-5000-4ACB-9838-0C7C4B86ACDE}"/>
              </a:ext>
            </a:extLst>
          </p:cNvPr>
          <p:cNvSpPr>
            <a:spLocks noGrp="1"/>
          </p:cNvSpPr>
          <p:nvPr/>
        </p:nvSpPr>
        <p:spPr>
          <a:xfrm>
            <a:off x="4529637" y="257560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9" name="Stage1_sixpanel_6690">
            <a:extLst>
              <a:ext uri="{FF2B5EF4-FFF2-40B4-BE49-F238E27FC236}">
                <a16:creationId xmlns:a16="http://schemas.microsoft.com/office/drawing/2014/main" id="{B23E0606-BE3D-4048-B9A9-39430261BAF0}"/>
              </a:ext>
            </a:extLst>
          </p:cNvPr>
          <p:cNvSpPr>
            <a:spLocks noGrp="1"/>
          </p:cNvSpPr>
          <p:nvPr/>
        </p:nvSpPr>
        <p:spPr>
          <a:xfrm>
            <a:off x="4515006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0" name="Stage1_sixpanel_6691">
            <a:extLst>
              <a:ext uri="{FF2B5EF4-FFF2-40B4-BE49-F238E27FC236}">
                <a16:creationId xmlns:a16="http://schemas.microsoft.com/office/drawing/2014/main" id="{2C034181-49D1-4FFC-B4B0-853454BBD280}"/>
              </a:ext>
            </a:extLst>
          </p:cNvPr>
          <p:cNvSpPr>
            <a:spLocks noGrp="1"/>
          </p:cNvSpPr>
          <p:nvPr/>
        </p:nvSpPr>
        <p:spPr>
          <a:xfrm>
            <a:off x="4427878" y="24222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1" name="Stage1_sixpanel_6692">
            <a:extLst>
              <a:ext uri="{FF2B5EF4-FFF2-40B4-BE49-F238E27FC236}">
                <a16:creationId xmlns:a16="http://schemas.microsoft.com/office/drawing/2014/main" id="{48CF0354-F2DD-43A5-9ACA-89B0BDB3EBA7}"/>
              </a:ext>
            </a:extLst>
          </p:cNvPr>
          <p:cNvSpPr>
            <a:spLocks noGrp="1"/>
          </p:cNvSpPr>
          <p:nvPr/>
        </p:nvSpPr>
        <p:spPr>
          <a:xfrm>
            <a:off x="451898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2" name="Stage1_sixpanel_6693">
            <a:extLst>
              <a:ext uri="{FF2B5EF4-FFF2-40B4-BE49-F238E27FC236}">
                <a16:creationId xmlns:a16="http://schemas.microsoft.com/office/drawing/2014/main" id="{21822DD5-3B6C-45FB-871F-6E9684DBCB80}"/>
              </a:ext>
            </a:extLst>
          </p:cNvPr>
          <p:cNvSpPr>
            <a:spLocks noGrp="1"/>
          </p:cNvSpPr>
          <p:nvPr/>
        </p:nvSpPr>
        <p:spPr>
          <a:xfrm>
            <a:off x="447446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3" name="Stage1_sixpanel_6694">
            <a:extLst>
              <a:ext uri="{FF2B5EF4-FFF2-40B4-BE49-F238E27FC236}">
                <a16:creationId xmlns:a16="http://schemas.microsoft.com/office/drawing/2014/main" id="{79E94F1B-FF2D-4F1C-9FAB-1A6D317DA48E}"/>
              </a:ext>
            </a:extLst>
          </p:cNvPr>
          <p:cNvSpPr>
            <a:spLocks noGrp="1"/>
          </p:cNvSpPr>
          <p:nvPr/>
        </p:nvSpPr>
        <p:spPr>
          <a:xfrm>
            <a:off x="444675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4" name="Stage1_sixpanel_6695">
            <a:extLst>
              <a:ext uri="{FF2B5EF4-FFF2-40B4-BE49-F238E27FC236}">
                <a16:creationId xmlns:a16="http://schemas.microsoft.com/office/drawing/2014/main" id="{1CB6D3F9-C487-4066-9913-C7C3D7F33DA8}"/>
              </a:ext>
            </a:extLst>
          </p:cNvPr>
          <p:cNvSpPr>
            <a:spLocks noGrp="1"/>
          </p:cNvSpPr>
          <p:nvPr/>
        </p:nvSpPr>
        <p:spPr>
          <a:xfrm>
            <a:off x="4484804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5" name="Stage1_sixpanel_6696">
            <a:extLst>
              <a:ext uri="{FF2B5EF4-FFF2-40B4-BE49-F238E27FC236}">
                <a16:creationId xmlns:a16="http://schemas.microsoft.com/office/drawing/2014/main" id="{67362091-ACCA-44C7-93DE-59E56D45A74A}"/>
              </a:ext>
            </a:extLst>
          </p:cNvPr>
          <p:cNvSpPr>
            <a:spLocks noGrp="1"/>
          </p:cNvSpPr>
          <p:nvPr/>
        </p:nvSpPr>
        <p:spPr>
          <a:xfrm>
            <a:off x="442865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6" name="Stage1_sixpanel_6697">
            <a:extLst>
              <a:ext uri="{FF2B5EF4-FFF2-40B4-BE49-F238E27FC236}">
                <a16:creationId xmlns:a16="http://schemas.microsoft.com/office/drawing/2014/main" id="{D1B6817C-E37A-4D09-8385-1C2FA8CE5E3D}"/>
              </a:ext>
            </a:extLst>
          </p:cNvPr>
          <p:cNvSpPr>
            <a:spLocks noGrp="1"/>
          </p:cNvSpPr>
          <p:nvPr/>
        </p:nvSpPr>
        <p:spPr>
          <a:xfrm>
            <a:off x="444263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7" name="Stage1_sixpanel_6698">
            <a:extLst>
              <a:ext uri="{FF2B5EF4-FFF2-40B4-BE49-F238E27FC236}">
                <a16:creationId xmlns:a16="http://schemas.microsoft.com/office/drawing/2014/main" id="{15EB2F01-EDB1-40C8-894F-A2F390724475}"/>
              </a:ext>
            </a:extLst>
          </p:cNvPr>
          <p:cNvSpPr>
            <a:spLocks noGrp="1"/>
          </p:cNvSpPr>
          <p:nvPr/>
        </p:nvSpPr>
        <p:spPr>
          <a:xfrm>
            <a:off x="455719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8" name="Stage1_sixpanel_6699">
            <a:extLst>
              <a:ext uri="{FF2B5EF4-FFF2-40B4-BE49-F238E27FC236}">
                <a16:creationId xmlns:a16="http://schemas.microsoft.com/office/drawing/2014/main" id="{4EF6BFAA-B415-4F9C-8579-1EACC6CB7213}"/>
              </a:ext>
            </a:extLst>
          </p:cNvPr>
          <p:cNvSpPr>
            <a:spLocks noGrp="1"/>
          </p:cNvSpPr>
          <p:nvPr/>
        </p:nvSpPr>
        <p:spPr>
          <a:xfrm>
            <a:off x="4466777" y="243092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9" name="Stage1_sixpanel_6700">
            <a:extLst>
              <a:ext uri="{FF2B5EF4-FFF2-40B4-BE49-F238E27FC236}">
                <a16:creationId xmlns:a16="http://schemas.microsoft.com/office/drawing/2014/main" id="{D31867D3-A27C-4709-A933-665DDB4707B7}"/>
              </a:ext>
            </a:extLst>
          </p:cNvPr>
          <p:cNvSpPr>
            <a:spLocks noGrp="1"/>
          </p:cNvSpPr>
          <p:nvPr/>
        </p:nvSpPr>
        <p:spPr>
          <a:xfrm>
            <a:off x="446051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0" name="Stage1_sixpanel_6701">
            <a:extLst>
              <a:ext uri="{FF2B5EF4-FFF2-40B4-BE49-F238E27FC236}">
                <a16:creationId xmlns:a16="http://schemas.microsoft.com/office/drawing/2014/main" id="{E722A1B6-7FB7-4514-86EE-81C0B41773F1}"/>
              </a:ext>
            </a:extLst>
          </p:cNvPr>
          <p:cNvSpPr>
            <a:spLocks noGrp="1"/>
          </p:cNvSpPr>
          <p:nvPr/>
        </p:nvSpPr>
        <p:spPr>
          <a:xfrm>
            <a:off x="4402117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1" name="Stage1_sixpanel_6702">
            <a:extLst>
              <a:ext uri="{FF2B5EF4-FFF2-40B4-BE49-F238E27FC236}">
                <a16:creationId xmlns:a16="http://schemas.microsoft.com/office/drawing/2014/main" id="{5474DAB3-58A1-4CE6-A102-417168AC2C5C}"/>
              </a:ext>
            </a:extLst>
          </p:cNvPr>
          <p:cNvSpPr>
            <a:spLocks noGrp="1"/>
          </p:cNvSpPr>
          <p:nvPr/>
        </p:nvSpPr>
        <p:spPr>
          <a:xfrm>
            <a:off x="4560597" y="255173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2" name="Stage1_sixpanel_6703">
            <a:extLst>
              <a:ext uri="{FF2B5EF4-FFF2-40B4-BE49-F238E27FC236}">
                <a16:creationId xmlns:a16="http://schemas.microsoft.com/office/drawing/2014/main" id="{197335C2-943C-4AC0-BE8D-FF97482325B3}"/>
              </a:ext>
            </a:extLst>
          </p:cNvPr>
          <p:cNvSpPr>
            <a:spLocks noGrp="1"/>
          </p:cNvSpPr>
          <p:nvPr/>
        </p:nvSpPr>
        <p:spPr>
          <a:xfrm>
            <a:off x="453221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3" name="Stage1_sixpanel_6704">
            <a:extLst>
              <a:ext uri="{FF2B5EF4-FFF2-40B4-BE49-F238E27FC236}">
                <a16:creationId xmlns:a16="http://schemas.microsoft.com/office/drawing/2014/main" id="{0E5E7EFB-D9A3-4427-AD93-803709A90EBB}"/>
              </a:ext>
            </a:extLst>
          </p:cNvPr>
          <p:cNvSpPr>
            <a:spLocks noGrp="1"/>
          </p:cNvSpPr>
          <p:nvPr/>
        </p:nvSpPr>
        <p:spPr>
          <a:xfrm>
            <a:off x="4562954" y="256323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4" name="Stage1_sixpanel_6705">
            <a:extLst>
              <a:ext uri="{FF2B5EF4-FFF2-40B4-BE49-F238E27FC236}">
                <a16:creationId xmlns:a16="http://schemas.microsoft.com/office/drawing/2014/main" id="{1AF664DC-2B28-4896-BF42-57A62A852C7C}"/>
              </a:ext>
            </a:extLst>
          </p:cNvPr>
          <p:cNvSpPr>
            <a:spLocks noGrp="1"/>
          </p:cNvSpPr>
          <p:nvPr/>
        </p:nvSpPr>
        <p:spPr>
          <a:xfrm>
            <a:off x="4526165" y="24102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5" name="Stage1_sixpanel_6706">
            <a:extLst>
              <a:ext uri="{FF2B5EF4-FFF2-40B4-BE49-F238E27FC236}">
                <a16:creationId xmlns:a16="http://schemas.microsoft.com/office/drawing/2014/main" id="{A73A815A-E9DE-4C1F-A314-FF40F739412D}"/>
              </a:ext>
            </a:extLst>
          </p:cNvPr>
          <p:cNvSpPr>
            <a:spLocks noGrp="1"/>
          </p:cNvSpPr>
          <p:nvPr/>
        </p:nvSpPr>
        <p:spPr>
          <a:xfrm>
            <a:off x="440492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6" name="Stage1_sixpanel_6707">
            <a:extLst>
              <a:ext uri="{FF2B5EF4-FFF2-40B4-BE49-F238E27FC236}">
                <a16:creationId xmlns:a16="http://schemas.microsoft.com/office/drawing/2014/main" id="{4FCBC8F6-C76E-46DC-92CE-42BACEA94759}"/>
              </a:ext>
            </a:extLst>
          </p:cNvPr>
          <p:cNvSpPr>
            <a:spLocks noGrp="1"/>
          </p:cNvSpPr>
          <p:nvPr/>
        </p:nvSpPr>
        <p:spPr>
          <a:xfrm>
            <a:off x="445247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7" name="Stage1_sixpanel_6708">
            <a:extLst>
              <a:ext uri="{FF2B5EF4-FFF2-40B4-BE49-F238E27FC236}">
                <a16:creationId xmlns:a16="http://schemas.microsoft.com/office/drawing/2014/main" id="{3B222210-C152-479A-BBD8-583CC58242F6}"/>
              </a:ext>
            </a:extLst>
          </p:cNvPr>
          <p:cNvSpPr>
            <a:spLocks noGrp="1"/>
          </p:cNvSpPr>
          <p:nvPr/>
        </p:nvSpPr>
        <p:spPr>
          <a:xfrm>
            <a:off x="4434315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8" name="Stage1_sixpanel_6709">
            <a:extLst>
              <a:ext uri="{FF2B5EF4-FFF2-40B4-BE49-F238E27FC236}">
                <a16:creationId xmlns:a16="http://schemas.microsoft.com/office/drawing/2014/main" id="{B6116570-C033-41A2-9AA6-B0D436BA5B90}"/>
              </a:ext>
            </a:extLst>
          </p:cNvPr>
          <p:cNvSpPr>
            <a:spLocks noGrp="1"/>
          </p:cNvSpPr>
          <p:nvPr/>
        </p:nvSpPr>
        <p:spPr>
          <a:xfrm>
            <a:off x="447834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9" name="Stage1_sixpanel_6710">
            <a:extLst>
              <a:ext uri="{FF2B5EF4-FFF2-40B4-BE49-F238E27FC236}">
                <a16:creationId xmlns:a16="http://schemas.microsoft.com/office/drawing/2014/main" id="{EACB6721-B95D-4620-AABC-D0408D209F1C}"/>
              </a:ext>
            </a:extLst>
          </p:cNvPr>
          <p:cNvSpPr>
            <a:spLocks noGrp="1"/>
          </p:cNvSpPr>
          <p:nvPr/>
        </p:nvSpPr>
        <p:spPr>
          <a:xfrm>
            <a:off x="451170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0" name="Stage1_sixpanel_6711">
            <a:extLst>
              <a:ext uri="{FF2B5EF4-FFF2-40B4-BE49-F238E27FC236}">
                <a16:creationId xmlns:a16="http://schemas.microsoft.com/office/drawing/2014/main" id="{F43688D8-AC07-44B5-877F-C116B4114E2F}"/>
              </a:ext>
            </a:extLst>
          </p:cNvPr>
          <p:cNvSpPr>
            <a:spLocks noGrp="1"/>
          </p:cNvSpPr>
          <p:nvPr/>
        </p:nvSpPr>
        <p:spPr>
          <a:xfrm>
            <a:off x="4550784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1" name="Stage1_sixpanel_6712">
            <a:extLst>
              <a:ext uri="{FF2B5EF4-FFF2-40B4-BE49-F238E27FC236}">
                <a16:creationId xmlns:a16="http://schemas.microsoft.com/office/drawing/2014/main" id="{483C33B0-E646-4AE8-A7A9-5A5A0AB14C04}"/>
              </a:ext>
            </a:extLst>
          </p:cNvPr>
          <p:cNvSpPr>
            <a:spLocks noGrp="1"/>
          </p:cNvSpPr>
          <p:nvPr/>
        </p:nvSpPr>
        <p:spPr>
          <a:xfrm>
            <a:off x="4513601" y="24222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2" name="Stage1_sixpanel_6713">
            <a:extLst>
              <a:ext uri="{FF2B5EF4-FFF2-40B4-BE49-F238E27FC236}">
                <a16:creationId xmlns:a16="http://schemas.microsoft.com/office/drawing/2014/main" id="{9C51FBA9-6310-4E93-A041-943DDB44C8A3}"/>
              </a:ext>
            </a:extLst>
          </p:cNvPr>
          <p:cNvSpPr>
            <a:spLocks noGrp="1"/>
          </p:cNvSpPr>
          <p:nvPr/>
        </p:nvSpPr>
        <p:spPr>
          <a:xfrm>
            <a:off x="4538289" y="24999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3" name="Stage1_sixpanel_6714">
            <a:extLst>
              <a:ext uri="{FF2B5EF4-FFF2-40B4-BE49-F238E27FC236}">
                <a16:creationId xmlns:a16="http://schemas.microsoft.com/office/drawing/2014/main" id="{BC37DB32-A208-4564-BE00-4634A7C5176A}"/>
              </a:ext>
            </a:extLst>
          </p:cNvPr>
          <p:cNvSpPr>
            <a:spLocks noGrp="1"/>
          </p:cNvSpPr>
          <p:nvPr/>
        </p:nvSpPr>
        <p:spPr>
          <a:xfrm>
            <a:off x="443277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4" name="Stage1_sixpanel_6715">
            <a:extLst>
              <a:ext uri="{FF2B5EF4-FFF2-40B4-BE49-F238E27FC236}">
                <a16:creationId xmlns:a16="http://schemas.microsoft.com/office/drawing/2014/main" id="{D76CDA23-ECC7-491F-99FE-6E3C95B9D0A7}"/>
              </a:ext>
            </a:extLst>
          </p:cNvPr>
          <p:cNvSpPr>
            <a:spLocks noGrp="1"/>
          </p:cNvSpPr>
          <p:nvPr/>
        </p:nvSpPr>
        <p:spPr>
          <a:xfrm>
            <a:off x="455434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5" name="Stage1_sixpanel_6716">
            <a:extLst>
              <a:ext uri="{FF2B5EF4-FFF2-40B4-BE49-F238E27FC236}">
                <a16:creationId xmlns:a16="http://schemas.microsoft.com/office/drawing/2014/main" id="{10A1416A-81D0-4D71-84C2-7F96AE17FBFE}"/>
              </a:ext>
            </a:extLst>
          </p:cNvPr>
          <p:cNvSpPr>
            <a:spLocks noGrp="1"/>
          </p:cNvSpPr>
          <p:nvPr/>
        </p:nvSpPr>
        <p:spPr>
          <a:xfrm>
            <a:off x="4461331" y="2594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6" name="Stage1_sixpanel_6717">
            <a:extLst>
              <a:ext uri="{FF2B5EF4-FFF2-40B4-BE49-F238E27FC236}">
                <a16:creationId xmlns:a16="http://schemas.microsoft.com/office/drawing/2014/main" id="{48A38143-F843-4367-ABDB-2BC0EF1F1BD1}"/>
              </a:ext>
            </a:extLst>
          </p:cNvPr>
          <p:cNvSpPr>
            <a:spLocks noGrp="1"/>
          </p:cNvSpPr>
          <p:nvPr/>
        </p:nvSpPr>
        <p:spPr>
          <a:xfrm>
            <a:off x="4442773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7" name="Stage1_sixpanel_6718">
            <a:extLst>
              <a:ext uri="{FF2B5EF4-FFF2-40B4-BE49-F238E27FC236}">
                <a16:creationId xmlns:a16="http://schemas.microsoft.com/office/drawing/2014/main" id="{DC985A00-21FA-43E9-9E41-DA9BA835EE09}"/>
              </a:ext>
            </a:extLst>
          </p:cNvPr>
          <p:cNvSpPr>
            <a:spLocks noGrp="1"/>
          </p:cNvSpPr>
          <p:nvPr/>
        </p:nvSpPr>
        <p:spPr>
          <a:xfrm>
            <a:off x="45022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8" name="Stage1_sixpanel_6719">
            <a:extLst>
              <a:ext uri="{FF2B5EF4-FFF2-40B4-BE49-F238E27FC236}">
                <a16:creationId xmlns:a16="http://schemas.microsoft.com/office/drawing/2014/main" id="{C3ACD83B-0E6C-42BD-A963-C42FB8A43147}"/>
              </a:ext>
            </a:extLst>
          </p:cNvPr>
          <p:cNvSpPr>
            <a:spLocks noGrp="1"/>
          </p:cNvSpPr>
          <p:nvPr/>
        </p:nvSpPr>
        <p:spPr>
          <a:xfrm>
            <a:off x="45023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9" name="Stage1_sixpanel_6720">
            <a:extLst>
              <a:ext uri="{FF2B5EF4-FFF2-40B4-BE49-F238E27FC236}">
                <a16:creationId xmlns:a16="http://schemas.microsoft.com/office/drawing/2014/main" id="{85B47F6B-F6FD-433D-85F4-12D05F70B7AD}"/>
              </a:ext>
            </a:extLst>
          </p:cNvPr>
          <p:cNvSpPr>
            <a:spLocks noGrp="1"/>
          </p:cNvSpPr>
          <p:nvPr/>
        </p:nvSpPr>
        <p:spPr>
          <a:xfrm>
            <a:off x="4480802" y="17187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0" name="Stage1_sixpanel_6721">
            <a:extLst>
              <a:ext uri="{FF2B5EF4-FFF2-40B4-BE49-F238E27FC236}">
                <a16:creationId xmlns:a16="http://schemas.microsoft.com/office/drawing/2014/main" id="{216DD501-8AA7-4912-A49B-551031AD3F75}"/>
              </a:ext>
            </a:extLst>
          </p:cNvPr>
          <p:cNvSpPr>
            <a:spLocks noGrp="1"/>
          </p:cNvSpPr>
          <p:nvPr/>
        </p:nvSpPr>
        <p:spPr>
          <a:xfrm>
            <a:off x="440351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1" name="Stage1_sixpanel_6722">
            <a:extLst>
              <a:ext uri="{FF2B5EF4-FFF2-40B4-BE49-F238E27FC236}">
                <a16:creationId xmlns:a16="http://schemas.microsoft.com/office/drawing/2014/main" id="{09254270-7BE3-4C5B-87AD-0616398A7F14}"/>
              </a:ext>
            </a:extLst>
          </p:cNvPr>
          <p:cNvSpPr>
            <a:spLocks noGrp="1"/>
          </p:cNvSpPr>
          <p:nvPr/>
        </p:nvSpPr>
        <p:spPr>
          <a:xfrm>
            <a:off x="4510552" y="260263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2" name="Stage1_sixpanel_6723">
            <a:extLst>
              <a:ext uri="{FF2B5EF4-FFF2-40B4-BE49-F238E27FC236}">
                <a16:creationId xmlns:a16="http://schemas.microsoft.com/office/drawing/2014/main" id="{0A5D2775-2066-4D4F-A7B4-59C11AEB8641}"/>
              </a:ext>
            </a:extLst>
          </p:cNvPr>
          <p:cNvSpPr>
            <a:spLocks noGrp="1"/>
          </p:cNvSpPr>
          <p:nvPr/>
        </p:nvSpPr>
        <p:spPr>
          <a:xfrm>
            <a:off x="447154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3" name="Stage1_sixpanel_6724">
            <a:extLst>
              <a:ext uri="{FF2B5EF4-FFF2-40B4-BE49-F238E27FC236}">
                <a16:creationId xmlns:a16="http://schemas.microsoft.com/office/drawing/2014/main" id="{08B9BED2-CD6A-4020-A5C3-FF7360A6F80B}"/>
              </a:ext>
            </a:extLst>
          </p:cNvPr>
          <p:cNvSpPr>
            <a:spLocks noGrp="1"/>
          </p:cNvSpPr>
          <p:nvPr/>
        </p:nvSpPr>
        <p:spPr>
          <a:xfrm>
            <a:off x="445939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4" name="Stage1_sixpanel_6725">
            <a:extLst>
              <a:ext uri="{FF2B5EF4-FFF2-40B4-BE49-F238E27FC236}">
                <a16:creationId xmlns:a16="http://schemas.microsoft.com/office/drawing/2014/main" id="{D4F2746C-57D5-4B83-BABC-16F8959519AD}"/>
              </a:ext>
            </a:extLst>
          </p:cNvPr>
          <p:cNvSpPr>
            <a:spLocks noGrp="1"/>
          </p:cNvSpPr>
          <p:nvPr/>
        </p:nvSpPr>
        <p:spPr>
          <a:xfrm>
            <a:off x="447790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5" name="Stage1_sixpanel_6726">
            <a:extLst>
              <a:ext uri="{FF2B5EF4-FFF2-40B4-BE49-F238E27FC236}">
                <a16:creationId xmlns:a16="http://schemas.microsoft.com/office/drawing/2014/main" id="{8F69B6F6-A33F-488B-AA2D-8620780A50E2}"/>
              </a:ext>
            </a:extLst>
          </p:cNvPr>
          <p:cNvSpPr>
            <a:spLocks noGrp="1"/>
          </p:cNvSpPr>
          <p:nvPr/>
        </p:nvSpPr>
        <p:spPr>
          <a:xfrm>
            <a:off x="4417599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6" name="Stage1_sixpanel_6727">
            <a:extLst>
              <a:ext uri="{FF2B5EF4-FFF2-40B4-BE49-F238E27FC236}">
                <a16:creationId xmlns:a16="http://schemas.microsoft.com/office/drawing/2014/main" id="{62AB516C-F7A4-4E33-A5E8-A721EEDC59DF}"/>
              </a:ext>
            </a:extLst>
          </p:cNvPr>
          <p:cNvSpPr>
            <a:spLocks noGrp="1"/>
          </p:cNvSpPr>
          <p:nvPr/>
        </p:nvSpPr>
        <p:spPr>
          <a:xfrm>
            <a:off x="452557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7" name="Stage1_sixpanel_6728">
            <a:extLst>
              <a:ext uri="{FF2B5EF4-FFF2-40B4-BE49-F238E27FC236}">
                <a16:creationId xmlns:a16="http://schemas.microsoft.com/office/drawing/2014/main" id="{554E83CE-9F79-434A-B232-9827F607DD13}"/>
              </a:ext>
            </a:extLst>
          </p:cNvPr>
          <p:cNvSpPr>
            <a:spLocks noGrp="1"/>
          </p:cNvSpPr>
          <p:nvPr/>
        </p:nvSpPr>
        <p:spPr>
          <a:xfrm>
            <a:off x="4481935" y="24222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8" name="Stage1_sixpanel_6729">
            <a:extLst>
              <a:ext uri="{FF2B5EF4-FFF2-40B4-BE49-F238E27FC236}">
                <a16:creationId xmlns:a16="http://schemas.microsoft.com/office/drawing/2014/main" id="{9897DBC1-BD70-4845-8133-07ADECF81A45}"/>
              </a:ext>
            </a:extLst>
          </p:cNvPr>
          <p:cNvSpPr>
            <a:spLocks noGrp="1"/>
          </p:cNvSpPr>
          <p:nvPr/>
        </p:nvSpPr>
        <p:spPr>
          <a:xfrm>
            <a:off x="454832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9" name="Stage1_sixpanel_6730">
            <a:extLst>
              <a:ext uri="{FF2B5EF4-FFF2-40B4-BE49-F238E27FC236}">
                <a16:creationId xmlns:a16="http://schemas.microsoft.com/office/drawing/2014/main" id="{059F080E-E9D4-4D2A-8FBD-8D33562E20D6}"/>
              </a:ext>
            </a:extLst>
          </p:cNvPr>
          <p:cNvSpPr>
            <a:spLocks noGrp="1"/>
          </p:cNvSpPr>
          <p:nvPr/>
        </p:nvSpPr>
        <p:spPr>
          <a:xfrm>
            <a:off x="4561698" y="25888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0" name="Stage1_sixpanel_6731">
            <a:extLst>
              <a:ext uri="{FF2B5EF4-FFF2-40B4-BE49-F238E27FC236}">
                <a16:creationId xmlns:a16="http://schemas.microsoft.com/office/drawing/2014/main" id="{743CD45B-EDC9-41C0-8C39-B573AC142591}"/>
              </a:ext>
            </a:extLst>
          </p:cNvPr>
          <p:cNvSpPr>
            <a:spLocks noGrp="1"/>
          </p:cNvSpPr>
          <p:nvPr/>
        </p:nvSpPr>
        <p:spPr>
          <a:xfrm>
            <a:off x="4487868" y="189743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1" name="Stage1_sixpanel_6732">
            <a:extLst>
              <a:ext uri="{FF2B5EF4-FFF2-40B4-BE49-F238E27FC236}">
                <a16:creationId xmlns:a16="http://schemas.microsoft.com/office/drawing/2014/main" id="{A4DB249E-DECD-4AA7-92A0-1AA5EAEB7551}"/>
              </a:ext>
            </a:extLst>
          </p:cNvPr>
          <p:cNvSpPr>
            <a:spLocks noGrp="1"/>
          </p:cNvSpPr>
          <p:nvPr/>
        </p:nvSpPr>
        <p:spPr>
          <a:xfrm>
            <a:off x="449782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2" name="Stage1_sixpanel_6733">
            <a:extLst>
              <a:ext uri="{FF2B5EF4-FFF2-40B4-BE49-F238E27FC236}">
                <a16:creationId xmlns:a16="http://schemas.microsoft.com/office/drawing/2014/main" id="{1A7F8C15-BD89-4649-A92D-BFBF15013E74}"/>
              </a:ext>
            </a:extLst>
          </p:cNvPr>
          <p:cNvSpPr>
            <a:spLocks noGrp="1"/>
          </p:cNvSpPr>
          <p:nvPr/>
        </p:nvSpPr>
        <p:spPr>
          <a:xfrm>
            <a:off x="44061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3" name="Stage1_sixpanel_6734">
            <a:extLst>
              <a:ext uri="{FF2B5EF4-FFF2-40B4-BE49-F238E27FC236}">
                <a16:creationId xmlns:a16="http://schemas.microsoft.com/office/drawing/2014/main" id="{123020A3-18B7-45EF-B740-E0160D0B20C4}"/>
              </a:ext>
            </a:extLst>
          </p:cNvPr>
          <p:cNvSpPr>
            <a:spLocks noGrp="1"/>
          </p:cNvSpPr>
          <p:nvPr/>
        </p:nvSpPr>
        <p:spPr>
          <a:xfrm>
            <a:off x="4547615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4" name="Stage1_sixpanel_6735">
            <a:extLst>
              <a:ext uri="{FF2B5EF4-FFF2-40B4-BE49-F238E27FC236}">
                <a16:creationId xmlns:a16="http://schemas.microsoft.com/office/drawing/2014/main" id="{57FC9CF8-8C4C-4E53-8B95-E59AC1F60017}"/>
              </a:ext>
            </a:extLst>
          </p:cNvPr>
          <p:cNvSpPr>
            <a:spLocks noGrp="1"/>
          </p:cNvSpPr>
          <p:nvPr/>
        </p:nvSpPr>
        <p:spPr>
          <a:xfrm>
            <a:off x="4453227" y="248315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5" name="Stage1_sixpanel_6736">
            <a:extLst>
              <a:ext uri="{FF2B5EF4-FFF2-40B4-BE49-F238E27FC236}">
                <a16:creationId xmlns:a16="http://schemas.microsoft.com/office/drawing/2014/main" id="{242DC5F1-6D81-4E7D-912B-94359A53EF61}"/>
              </a:ext>
            </a:extLst>
          </p:cNvPr>
          <p:cNvSpPr>
            <a:spLocks noGrp="1"/>
          </p:cNvSpPr>
          <p:nvPr/>
        </p:nvSpPr>
        <p:spPr>
          <a:xfrm>
            <a:off x="452851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6" name="Stage1_sixpanel_6737">
            <a:extLst>
              <a:ext uri="{FF2B5EF4-FFF2-40B4-BE49-F238E27FC236}">
                <a16:creationId xmlns:a16="http://schemas.microsoft.com/office/drawing/2014/main" id="{9B54D47C-D198-4B8C-BFF6-1A8CA69A50CE}"/>
              </a:ext>
            </a:extLst>
          </p:cNvPr>
          <p:cNvSpPr>
            <a:spLocks noGrp="1"/>
          </p:cNvSpPr>
          <p:nvPr/>
        </p:nvSpPr>
        <p:spPr>
          <a:xfrm>
            <a:off x="4413222" y="21671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7" name="Stage1_sixpanel_6738">
            <a:extLst>
              <a:ext uri="{FF2B5EF4-FFF2-40B4-BE49-F238E27FC236}">
                <a16:creationId xmlns:a16="http://schemas.microsoft.com/office/drawing/2014/main" id="{D3ACADA4-04A0-4E7B-A40A-20852BB55D2C}"/>
              </a:ext>
            </a:extLst>
          </p:cNvPr>
          <p:cNvSpPr>
            <a:spLocks noGrp="1"/>
          </p:cNvSpPr>
          <p:nvPr/>
        </p:nvSpPr>
        <p:spPr>
          <a:xfrm>
            <a:off x="4423439" y="209610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8" name="Stage1_sixpanel_6739">
            <a:extLst>
              <a:ext uri="{FF2B5EF4-FFF2-40B4-BE49-F238E27FC236}">
                <a16:creationId xmlns:a16="http://schemas.microsoft.com/office/drawing/2014/main" id="{9A8A22BD-F6B3-4916-A797-1C0BE8F52B7D}"/>
              </a:ext>
            </a:extLst>
          </p:cNvPr>
          <p:cNvSpPr>
            <a:spLocks noGrp="1"/>
          </p:cNvSpPr>
          <p:nvPr/>
        </p:nvSpPr>
        <p:spPr>
          <a:xfrm>
            <a:off x="450010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9" name="Stage1_sixpanel_6740">
            <a:extLst>
              <a:ext uri="{FF2B5EF4-FFF2-40B4-BE49-F238E27FC236}">
                <a16:creationId xmlns:a16="http://schemas.microsoft.com/office/drawing/2014/main" id="{FEC954E8-B87A-4253-9B66-B18470D39648}"/>
              </a:ext>
            </a:extLst>
          </p:cNvPr>
          <p:cNvSpPr>
            <a:spLocks noGrp="1"/>
          </p:cNvSpPr>
          <p:nvPr/>
        </p:nvSpPr>
        <p:spPr>
          <a:xfrm>
            <a:off x="4555561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0" name="Stage1_sixpanel_6741">
            <a:extLst>
              <a:ext uri="{FF2B5EF4-FFF2-40B4-BE49-F238E27FC236}">
                <a16:creationId xmlns:a16="http://schemas.microsoft.com/office/drawing/2014/main" id="{181B5E13-170E-4A78-837B-E5473C231F5E}"/>
              </a:ext>
            </a:extLst>
          </p:cNvPr>
          <p:cNvSpPr>
            <a:spLocks noGrp="1"/>
          </p:cNvSpPr>
          <p:nvPr/>
        </p:nvSpPr>
        <p:spPr>
          <a:xfrm>
            <a:off x="4408358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1" name="Stage1_sixpanel_6742">
            <a:extLst>
              <a:ext uri="{FF2B5EF4-FFF2-40B4-BE49-F238E27FC236}">
                <a16:creationId xmlns:a16="http://schemas.microsoft.com/office/drawing/2014/main" id="{ECA153DB-6085-476B-948E-FDE7BE609A70}"/>
              </a:ext>
            </a:extLst>
          </p:cNvPr>
          <p:cNvSpPr>
            <a:spLocks noGrp="1"/>
          </p:cNvSpPr>
          <p:nvPr/>
        </p:nvSpPr>
        <p:spPr>
          <a:xfrm>
            <a:off x="45633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2" name="Stage1_sixpanel_6743">
            <a:extLst>
              <a:ext uri="{FF2B5EF4-FFF2-40B4-BE49-F238E27FC236}">
                <a16:creationId xmlns:a16="http://schemas.microsoft.com/office/drawing/2014/main" id="{A193BF4B-5D5E-460E-8950-256713C7ED94}"/>
              </a:ext>
            </a:extLst>
          </p:cNvPr>
          <p:cNvSpPr>
            <a:spLocks noGrp="1"/>
          </p:cNvSpPr>
          <p:nvPr/>
        </p:nvSpPr>
        <p:spPr>
          <a:xfrm>
            <a:off x="44539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3" name="Stage1_sixpanel_6744">
            <a:extLst>
              <a:ext uri="{FF2B5EF4-FFF2-40B4-BE49-F238E27FC236}">
                <a16:creationId xmlns:a16="http://schemas.microsoft.com/office/drawing/2014/main" id="{36117A00-CABB-44E4-8478-7EA900942BF5}"/>
              </a:ext>
            </a:extLst>
          </p:cNvPr>
          <p:cNvSpPr>
            <a:spLocks noGrp="1"/>
          </p:cNvSpPr>
          <p:nvPr/>
        </p:nvSpPr>
        <p:spPr>
          <a:xfrm>
            <a:off x="4458664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4" name="Stage1_sixpanel_6745">
            <a:extLst>
              <a:ext uri="{FF2B5EF4-FFF2-40B4-BE49-F238E27FC236}">
                <a16:creationId xmlns:a16="http://schemas.microsoft.com/office/drawing/2014/main" id="{A6B235D6-B560-4896-8AD9-2AB672AE7ECA}"/>
              </a:ext>
            </a:extLst>
          </p:cNvPr>
          <p:cNvSpPr>
            <a:spLocks noGrp="1"/>
          </p:cNvSpPr>
          <p:nvPr/>
        </p:nvSpPr>
        <p:spPr>
          <a:xfrm>
            <a:off x="455552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5" name="Stage1_sixpanel_6746">
            <a:extLst>
              <a:ext uri="{FF2B5EF4-FFF2-40B4-BE49-F238E27FC236}">
                <a16:creationId xmlns:a16="http://schemas.microsoft.com/office/drawing/2014/main" id="{222F5255-F353-4C28-A647-2E738AB965E4}"/>
              </a:ext>
            </a:extLst>
          </p:cNvPr>
          <p:cNvSpPr>
            <a:spLocks noGrp="1"/>
          </p:cNvSpPr>
          <p:nvPr/>
        </p:nvSpPr>
        <p:spPr>
          <a:xfrm>
            <a:off x="440163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6" name="Stage1_sixpanel_6747">
            <a:extLst>
              <a:ext uri="{FF2B5EF4-FFF2-40B4-BE49-F238E27FC236}">
                <a16:creationId xmlns:a16="http://schemas.microsoft.com/office/drawing/2014/main" id="{79BB7018-F5B7-485B-B23B-E30BE4C08BA4}"/>
              </a:ext>
            </a:extLst>
          </p:cNvPr>
          <p:cNvSpPr>
            <a:spLocks noGrp="1"/>
          </p:cNvSpPr>
          <p:nvPr/>
        </p:nvSpPr>
        <p:spPr>
          <a:xfrm>
            <a:off x="4554531" y="258708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7" name="Stage1_sixpanel_6748">
            <a:extLst>
              <a:ext uri="{FF2B5EF4-FFF2-40B4-BE49-F238E27FC236}">
                <a16:creationId xmlns:a16="http://schemas.microsoft.com/office/drawing/2014/main" id="{2CDF9AEB-95E6-42B1-B06D-70A32C4DD7CE}"/>
              </a:ext>
            </a:extLst>
          </p:cNvPr>
          <p:cNvSpPr>
            <a:spLocks noGrp="1"/>
          </p:cNvSpPr>
          <p:nvPr/>
        </p:nvSpPr>
        <p:spPr>
          <a:xfrm>
            <a:off x="445233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8" name="Stage1_sixpanel_6749">
            <a:extLst>
              <a:ext uri="{FF2B5EF4-FFF2-40B4-BE49-F238E27FC236}">
                <a16:creationId xmlns:a16="http://schemas.microsoft.com/office/drawing/2014/main" id="{2621FADA-780E-4FAB-A590-2BC013074833}"/>
              </a:ext>
            </a:extLst>
          </p:cNvPr>
          <p:cNvSpPr>
            <a:spLocks noGrp="1"/>
          </p:cNvSpPr>
          <p:nvPr/>
        </p:nvSpPr>
        <p:spPr>
          <a:xfrm>
            <a:off x="442960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9" name="Stage1_sixpanel_6750">
            <a:extLst>
              <a:ext uri="{FF2B5EF4-FFF2-40B4-BE49-F238E27FC236}">
                <a16:creationId xmlns:a16="http://schemas.microsoft.com/office/drawing/2014/main" id="{866FC058-9004-4203-AA2E-ECE26B1F21BC}"/>
              </a:ext>
            </a:extLst>
          </p:cNvPr>
          <p:cNvSpPr>
            <a:spLocks noGrp="1"/>
          </p:cNvSpPr>
          <p:nvPr/>
        </p:nvSpPr>
        <p:spPr>
          <a:xfrm>
            <a:off x="4460322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0" name="Stage1_sixpanel_6751">
            <a:extLst>
              <a:ext uri="{FF2B5EF4-FFF2-40B4-BE49-F238E27FC236}">
                <a16:creationId xmlns:a16="http://schemas.microsoft.com/office/drawing/2014/main" id="{37C01C1A-658C-4EE0-B37F-C6239D48DB14}"/>
              </a:ext>
            </a:extLst>
          </p:cNvPr>
          <p:cNvSpPr>
            <a:spLocks noGrp="1"/>
          </p:cNvSpPr>
          <p:nvPr/>
        </p:nvSpPr>
        <p:spPr>
          <a:xfrm>
            <a:off x="445524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1" name="Stage1_sixpanel_6752">
            <a:extLst>
              <a:ext uri="{FF2B5EF4-FFF2-40B4-BE49-F238E27FC236}">
                <a16:creationId xmlns:a16="http://schemas.microsoft.com/office/drawing/2014/main" id="{A5625C51-F40B-4A76-B32D-C7C7DE1073EB}"/>
              </a:ext>
            </a:extLst>
          </p:cNvPr>
          <p:cNvSpPr>
            <a:spLocks noGrp="1"/>
          </p:cNvSpPr>
          <p:nvPr/>
        </p:nvSpPr>
        <p:spPr>
          <a:xfrm>
            <a:off x="453995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2" name="Stage1_sixpanel_6753">
            <a:extLst>
              <a:ext uri="{FF2B5EF4-FFF2-40B4-BE49-F238E27FC236}">
                <a16:creationId xmlns:a16="http://schemas.microsoft.com/office/drawing/2014/main" id="{6EFEC387-A8D6-401E-87B5-0F231B8E251B}"/>
              </a:ext>
            </a:extLst>
          </p:cNvPr>
          <p:cNvSpPr>
            <a:spLocks noGrp="1"/>
          </p:cNvSpPr>
          <p:nvPr/>
        </p:nvSpPr>
        <p:spPr>
          <a:xfrm>
            <a:off x="451784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3" name="Stage1_sixpanel_6754">
            <a:extLst>
              <a:ext uri="{FF2B5EF4-FFF2-40B4-BE49-F238E27FC236}">
                <a16:creationId xmlns:a16="http://schemas.microsoft.com/office/drawing/2014/main" id="{6A0543C3-EE87-41FD-AAAA-DF7BD94B01E1}"/>
              </a:ext>
            </a:extLst>
          </p:cNvPr>
          <p:cNvSpPr>
            <a:spLocks noGrp="1"/>
          </p:cNvSpPr>
          <p:nvPr/>
        </p:nvSpPr>
        <p:spPr>
          <a:xfrm>
            <a:off x="4493559" y="241851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4" name="Stage1_sixpanel_6755">
            <a:extLst>
              <a:ext uri="{FF2B5EF4-FFF2-40B4-BE49-F238E27FC236}">
                <a16:creationId xmlns:a16="http://schemas.microsoft.com/office/drawing/2014/main" id="{FA3ED7D2-DAB9-4CCA-BA40-14593BCC6D0F}"/>
              </a:ext>
            </a:extLst>
          </p:cNvPr>
          <p:cNvSpPr>
            <a:spLocks noGrp="1"/>
          </p:cNvSpPr>
          <p:nvPr/>
        </p:nvSpPr>
        <p:spPr>
          <a:xfrm>
            <a:off x="450735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5" name="Stage1_sixpanel_6756">
            <a:extLst>
              <a:ext uri="{FF2B5EF4-FFF2-40B4-BE49-F238E27FC236}">
                <a16:creationId xmlns:a16="http://schemas.microsoft.com/office/drawing/2014/main" id="{4217F95B-6ACF-4ACE-B3DF-77A96485AB8D}"/>
              </a:ext>
            </a:extLst>
          </p:cNvPr>
          <p:cNvSpPr>
            <a:spLocks noGrp="1"/>
          </p:cNvSpPr>
          <p:nvPr/>
        </p:nvSpPr>
        <p:spPr>
          <a:xfrm>
            <a:off x="442290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6" name="Stage1_sixpanel_6757">
            <a:extLst>
              <a:ext uri="{FF2B5EF4-FFF2-40B4-BE49-F238E27FC236}">
                <a16:creationId xmlns:a16="http://schemas.microsoft.com/office/drawing/2014/main" id="{A43BA6D3-FA97-4713-B3AD-9CE6829A11DB}"/>
              </a:ext>
            </a:extLst>
          </p:cNvPr>
          <p:cNvSpPr>
            <a:spLocks noGrp="1"/>
          </p:cNvSpPr>
          <p:nvPr/>
        </p:nvSpPr>
        <p:spPr>
          <a:xfrm>
            <a:off x="447358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7" name="Stage1_sixpanel_6758">
            <a:extLst>
              <a:ext uri="{FF2B5EF4-FFF2-40B4-BE49-F238E27FC236}">
                <a16:creationId xmlns:a16="http://schemas.microsoft.com/office/drawing/2014/main" id="{C5F9F9D3-F9FA-4A12-9127-F1656FE23DE3}"/>
              </a:ext>
            </a:extLst>
          </p:cNvPr>
          <p:cNvSpPr>
            <a:spLocks noGrp="1"/>
          </p:cNvSpPr>
          <p:nvPr/>
        </p:nvSpPr>
        <p:spPr>
          <a:xfrm>
            <a:off x="45479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8" name="Stage1_sixpanel_6759">
            <a:extLst>
              <a:ext uri="{FF2B5EF4-FFF2-40B4-BE49-F238E27FC236}">
                <a16:creationId xmlns:a16="http://schemas.microsoft.com/office/drawing/2014/main" id="{2BDA2477-56CE-4917-A352-EC46F52E4FC4}"/>
              </a:ext>
            </a:extLst>
          </p:cNvPr>
          <p:cNvSpPr>
            <a:spLocks noGrp="1"/>
          </p:cNvSpPr>
          <p:nvPr/>
        </p:nvSpPr>
        <p:spPr>
          <a:xfrm>
            <a:off x="446122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9" name="Stage1_sixpanel_6760">
            <a:extLst>
              <a:ext uri="{FF2B5EF4-FFF2-40B4-BE49-F238E27FC236}">
                <a16:creationId xmlns:a16="http://schemas.microsoft.com/office/drawing/2014/main" id="{C1953746-316A-43C6-B272-F484E0778086}"/>
              </a:ext>
            </a:extLst>
          </p:cNvPr>
          <p:cNvSpPr>
            <a:spLocks noGrp="1"/>
          </p:cNvSpPr>
          <p:nvPr/>
        </p:nvSpPr>
        <p:spPr>
          <a:xfrm>
            <a:off x="4539195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0" name="Stage1_sixpanel_6761">
            <a:extLst>
              <a:ext uri="{FF2B5EF4-FFF2-40B4-BE49-F238E27FC236}">
                <a16:creationId xmlns:a16="http://schemas.microsoft.com/office/drawing/2014/main" id="{5F48BE22-D8BF-4A95-ABB2-7F6BF3A34529}"/>
              </a:ext>
            </a:extLst>
          </p:cNvPr>
          <p:cNvSpPr>
            <a:spLocks noGrp="1"/>
          </p:cNvSpPr>
          <p:nvPr/>
        </p:nvSpPr>
        <p:spPr>
          <a:xfrm>
            <a:off x="440304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1" name="Stage1_sixpanel_6762">
            <a:extLst>
              <a:ext uri="{FF2B5EF4-FFF2-40B4-BE49-F238E27FC236}">
                <a16:creationId xmlns:a16="http://schemas.microsoft.com/office/drawing/2014/main" id="{9A40274E-16AC-43F1-AA05-F178080C4B9C}"/>
              </a:ext>
            </a:extLst>
          </p:cNvPr>
          <p:cNvSpPr>
            <a:spLocks noGrp="1"/>
          </p:cNvSpPr>
          <p:nvPr/>
        </p:nvSpPr>
        <p:spPr>
          <a:xfrm>
            <a:off x="4399818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2" name="Stage1_sixpanel_6763">
            <a:extLst>
              <a:ext uri="{FF2B5EF4-FFF2-40B4-BE49-F238E27FC236}">
                <a16:creationId xmlns:a16="http://schemas.microsoft.com/office/drawing/2014/main" id="{3890BCC9-6E68-4A15-8C81-5F47B6F957CC}"/>
              </a:ext>
            </a:extLst>
          </p:cNvPr>
          <p:cNvSpPr>
            <a:spLocks noGrp="1"/>
          </p:cNvSpPr>
          <p:nvPr/>
        </p:nvSpPr>
        <p:spPr>
          <a:xfrm>
            <a:off x="450132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3" name="Stage1_sixpanel_6764">
            <a:extLst>
              <a:ext uri="{FF2B5EF4-FFF2-40B4-BE49-F238E27FC236}">
                <a16:creationId xmlns:a16="http://schemas.microsoft.com/office/drawing/2014/main" id="{7BC57380-8172-4BD1-983B-15D0E7113277}"/>
              </a:ext>
            </a:extLst>
          </p:cNvPr>
          <p:cNvSpPr>
            <a:spLocks noGrp="1"/>
          </p:cNvSpPr>
          <p:nvPr/>
        </p:nvSpPr>
        <p:spPr>
          <a:xfrm>
            <a:off x="4504750" y="208833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4" name="Stage1_sixpanel_6765">
            <a:extLst>
              <a:ext uri="{FF2B5EF4-FFF2-40B4-BE49-F238E27FC236}">
                <a16:creationId xmlns:a16="http://schemas.microsoft.com/office/drawing/2014/main" id="{80F9F2C8-97E8-47BF-BBC1-C02A52E31556}"/>
              </a:ext>
            </a:extLst>
          </p:cNvPr>
          <p:cNvSpPr>
            <a:spLocks noGrp="1"/>
          </p:cNvSpPr>
          <p:nvPr/>
        </p:nvSpPr>
        <p:spPr>
          <a:xfrm>
            <a:off x="4435512" y="230148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5" name="Stage1_sixpanel_6766">
            <a:extLst>
              <a:ext uri="{FF2B5EF4-FFF2-40B4-BE49-F238E27FC236}">
                <a16:creationId xmlns:a16="http://schemas.microsoft.com/office/drawing/2014/main" id="{F66A5DB1-0A83-4552-951B-1D4164235E25}"/>
              </a:ext>
            </a:extLst>
          </p:cNvPr>
          <p:cNvSpPr>
            <a:spLocks noGrp="1"/>
          </p:cNvSpPr>
          <p:nvPr/>
        </p:nvSpPr>
        <p:spPr>
          <a:xfrm>
            <a:off x="447777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6" name="Stage1_sixpanel_6767">
            <a:extLst>
              <a:ext uri="{FF2B5EF4-FFF2-40B4-BE49-F238E27FC236}">
                <a16:creationId xmlns:a16="http://schemas.microsoft.com/office/drawing/2014/main" id="{ECF4C63B-9F29-4A07-9DE0-BE0DD0A6EB23}"/>
              </a:ext>
            </a:extLst>
          </p:cNvPr>
          <p:cNvSpPr>
            <a:spLocks noGrp="1"/>
          </p:cNvSpPr>
          <p:nvPr/>
        </p:nvSpPr>
        <p:spPr>
          <a:xfrm>
            <a:off x="4464918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7" name="Stage1_sixpanel_6768">
            <a:extLst>
              <a:ext uri="{FF2B5EF4-FFF2-40B4-BE49-F238E27FC236}">
                <a16:creationId xmlns:a16="http://schemas.microsoft.com/office/drawing/2014/main" id="{AB5C2FAC-4653-4CF6-939F-0125F13CFA72}"/>
              </a:ext>
            </a:extLst>
          </p:cNvPr>
          <p:cNvSpPr>
            <a:spLocks noGrp="1"/>
          </p:cNvSpPr>
          <p:nvPr/>
        </p:nvSpPr>
        <p:spPr>
          <a:xfrm>
            <a:off x="4481406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8" name="Stage1_sixpanel_6769">
            <a:extLst>
              <a:ext uri="{FF2B5EF4-FFF2-40B4-BE49-F238E27FC236}">
                <a16:creationId xmlns:a16="http://schemas.microsoft.com/office/drawing/2014/main" id="{A732CF44-0242-4810-913E-81AF467BD8A6}"/>
              </a:ext>
            </a:extLst>
          </p:cNvPr>
          <p:cNvSpPr>
            <a:spLocks noGrp="1"/>
          </p:cNvSpPr>
          <p:nvPr/>
        </p:nvSpPr>
        <p:spPr>
          <a:xfrm>
            <a:off x="447736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9" name="Stage1_sixpanel_6770">
            <a:extLst>
              <a:ext uri="{FF2B5EF4-FFF2-40B4-BE49-F238E27FC236}">
                <a16:creationId xmlns:a16="http://schemas.microsoft.com/office/drawing/2014/main" id="{2AFAC0D7-FF0C-4F48-A40F-AD024E4F4A0B}"/>
              </a:ext>
            </a:extLst>
          </p:cNvPr>
          <p:cNvSpPr>
            <a:spLocks noGrp="1"/>
          </p:cNvSpPr>
          <p:nvPr/>
        </p:nvSpPr>
        <p:spPr>
          <a:xfrm>
            <a:off x="442171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0" name="Stage1_sixpanel_6771">
            <a:extLst>
              <a:ext uri="{FF2B5EF4-FFF2-40B4-BE49-F238E27FC236}">
                <a16:creationId xmlns:a16="http://schemas.microsoft.com/office/drawing/2014/main" id="{BC40B0C2-C534-4069-8B85-2205BE0C383F}"/>
              </a:ext>
            </a:extLst>
          </p:cNvPr>
          <p:cNvSpPr>
            <a:spLocks noGrp="1"/>
          </p:cNvSpPr>
          <p:nvPr/>
        </p:nvSpPr>
        <p:spPr>
          <a:xfrm>
            <a:off x="447514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1" name="Stage1_sixpanel_6772">
            <a:extLst>
              <a:ext uri="{FF2B5EF4-FFF2-40B4-BE49-F238E27FC236}">
                <a16:creationId xmlns:a16="http://schemas.microsoft.com/office/drawing/2014/main" id="{A66C4845-23AD-4E7F-A256-1C8AD6362413}"/>
              </a:ext>
            </a:extLst>
          </p:cNvPr>
          <p:cNvSpPr>
            <a:spLocks noGrp="1"/>
          </p:cNvSpPr>
          <p:nvPr/>
        </p:nvSpPr>
        <p:spPr>
          <a:xfrm>
            <a:off x="449168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2" name="Stage1_sixpanel_6773">
            <a:extLst>
              <a:ext uri="{FF2B5EF4-FFF2-40B4-BE49-F238E27FC236}">
                <a16:creationId xmlns:a16="http://schemas.microsoft.com/office/drawing/2014/main" id="{B4A873F4-210D-44A2-BF8A-8FE08F918B23}"/>
              </a:ext>
            </a:extLst>
          </p:cNvPr>
          <p:cNvSpPr>
            <a:spLocks noGrp="1"/>
          </p:cNvSpPr>
          <p:nvPr/>
        </p:nvSpPr>
        <p:spPr>
          <a:xfrm>
            <a:off x="442513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3" name="Stage1_sixpanel_6774">
            <a:extLst>
              <a:ext uri="{FF2B5EF4-FFF2-40B4-BE49-F238E27FC236}">
                <a16:creationId xmlns:a16="http://schemas.microsoft.com/office/drawing/2014/main" id="{C3E3F7C7-84D1-4D82-B5F6-09378A49F5B3}"/>
              </a:ext>
            </a:extLst>
          </p:cNvPr>
          <p:cNvSpPr>
            <a:spLocks noGrp="1"/>
          </p:cNvSpPr>
          <p:nvPr/>
        </p:nvSpPr>
        <p:spPr>
          <a:xfrm>
            <a:off x="454611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4" name="Stage1_sixpanel_6775">
            <a:extLst>
              <a:ext uri="{FF2B5EF4-FFF2-40B4-BE49-F238E27FC236}">
                <a16:creationId xmlns:a16="http://schemas.microsoft.com/office/drawing/2014/main" id="{F0E04FA8-69BA-4446-B809-4B163CAD7D6A}"/>
              </a:ext>
            </a:extLst>
          </p:cNvPr>
          <p:cNvSpPr>
            <a:spLocks noGrp="1"/>
          </p:cNvSpPr>
          <p:nvPr/>
        </p:nvSpPr>
        <p:spPr>
          <a:xfrm>
            <a:off x="4472355" y="250202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5" name="Stage1_sixpanel_6776">
            <a:extLst>
              <a:ext uri="{FF2B5EF4-FFF2-40B4-BE49-F238E27FC236}">
                <a16:creationId xmlns:a16="http://schemas.microsoft.com/office/drawing/2014/main" id="{6A8535E8-3073-41CB-9E65-8B5114144C3B}"/>
              </a:ext>
            </a:extLst>
          </p:cNvPr>
          <p:cNvSpPr>
            <a:spLocks noGrp="1"/>
          </p:cNvSpPr>
          <p:nvPr/>
        </p:nvSpPr>
        <p:spPr>
          <a:xfrm>
            <a:off x="445347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6" name="Stage1_sixpanel_6777">
            <a:extLst>
              <a:ext uri="{FF2B5EF4-FFF2-40B4-BE49-F238E27FC236}">
                <a16:creationId xmlns:a16="http://schemas.microsoft.com/office/drawing/2014/main" id="{C228AC2D-7F7A-4276-B4BE-1120BC5992C3}"/>
              </a:ext>
            </a:extLst>
          </p:cNvPr>
          <p:cNvSpPr>
            <a:spLocks noGrp="1"/>
          </p:cNvSpPr>
          <p:nvPr/>
        </p:nvSpPr>
        <p:spPr>
          <a:xfrm>
            <a:off x="4446216" y="25022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7" name="Stage1_sixpanel_6778">
            <a:extLst>
              <a:ext uri="{FF2B5EF4-FFF2-40B4-BE49-F238E27FC236}">
                <a16:creationId xmlns:a16="http://schemas.microsoft.com/office/drawing/2014/main" id="{BC002BA6-F47E-49DC-8E0B-94199FF59E69}"/>
              </a:ext>
            </a:extLst>
          </p:cNvPr>
          <p:cNvSpPr>
            <a:spLocks noGrp="1"/>
          </p:cNvSpPr>
          <p:nvPr/>
        </p:nvSpPr>
        <p:spPr>
          <a:xfrm>
            <a:off x="455842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8" name="Stage1_sixpanel_6779">
            <a:extLst>
              <a:ext uri="{FF2B5EF4-FFF2-40B4-BE49-F238E27FC236}">
                <a16:creationId xmlns:a16="http://schemas.microsoft.com/office/drawing/2014/main" id="{8B74A184-3BF1-43B7-B806-9631B7C90A73}"/>
              </a:ext>
            </a:extLst>
          </p:cNvPr>
          <p:cNvSpPr>
            <a:spLocks noGrp="1"/>
          </p:cNvSpPr>
          <p:nvPr/>
        </p:nvSpPr>
        <p:spPr>
          <a:xfrm>
            <a:off x="443118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9" name="Stage1_sixpanel_6780">
            <a:extLst>
              <a:ext uri="{FF2B5EF4-FFF2-40B4-BE49-F238E27FC236}">
                <a16:creationId xmlns:a16="http://schemas.microsoft.com/office/drawing/2014/main" id="{2586F53F-9D00-43FD-B4DF-92172650C2A0}"/>
              </a:ext>
            </a:extLst>
          </p:cNvPr>
          <p:cNvSpPr>
            <a:spLocks noGrp="1"/>
          </p:cNvSpPr>
          <p:nvPr/>
        </p:nvSpPr>
        <p:spPr>
          <a:xfrm>
            <a:off x="451894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0" name="Stage1_sixpanel_6781">
            <a:extLst>
              <a:ext uri="{FF2B5EF4-FFF2-40B4-BE49-F238E27FC236}">
                <a16:creationId xmlns:a16="http://schemas.microsoft.com/office/drawing/2014/main" id="{9DAEDC4B-DFA7-4123-B4F4-407B18D85D90}"/>
              </a:ext>
            </a:extLst>
          </p:cNvPr>
          <p:cNvSpPr>
            <a:spLocks noGrp="1"/>
          </p:cNvSpPr>
          <p:nvPr/>
        </p:nvSpPr>
        <p:spPr>
          <a:xfrm>
            <a:off x="4512039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1" name="Stage1_sixpanel_6782">
            <a:extLst>
              <a:ext uri="{FF2B5EF4-FFF2-40B4-BE49-F238E27FC236}">
                <a16:creationId xmlns:a16="http://schemas.microsoft.com/office/drawing/2014/main" id="{D46AB35C-9DD6-4C68-A3AD-0FC69DE176AD}"/>
              </a:ext>
            </a:extLst>
          </p:cNvPr>
          <p:cNvSpPr>
            <a:spLocks noGrp="1"/>
          </p:cNvSpPr>
          <p:nvPr/>
        </p:nvSpPr>
        <p:spPr>
          <a:xfrm>
            <a:off x="440136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2" name="Stage1_sixpanel_6783">
            <a:extLst>
              <a:ext uri="{FF2B5EF4-FFF2-40B4-BE49-F238E27FC236}">
                <a16:creationId xmlns:a16="http://schemas.microsoft.com/office/drawing/2014/main" id="{56B61EB0-C306-4EFF-B5AC-E76ABF933B6D}"/>
              </a:ext>
            </a:extLst>
          </p:cNvPr>
          <p:cNvSpPr>
            <a:spLocks noGrp="1"/>
          </p:cNvSpPr>
          <p:nvPr/>
        </p:nvSpPr>
        <p:spPr>
          <a:xfrm>
            <a:off x="454438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3" name="Stage1_sixpanel_6784">
            <a:extLst>
              <a:ext uri="{FF2B5EF4-FFF2-40B4-BE49-F238E27FC236}">
                <a16:creationId xmlns:a16="http://schemas.microsoft.com/office/drawing/2014/main" id="{0A53B8F7-F75E-48BD-831B-906D0BB9D909}"/>
              </a:ext>
            </a:extLst>
          </p:cNvPr>
          <p:cNvSpPr>
            <a:spLocks noGrp="1"/>
          </p:cNvSpPr>
          <p:nvPr/>
        </p:nvSpPr>
        <p:spPr>
          <a:xfrm>
            <a:off x="4457159" y="257761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4" name="Stage1_sixpanel_6785">
            <a:extLst>
              <a:ext uri="{FF2B5EF4-FFF2-40B4-BE49-F238E27FC236}">
                <a16:creationId xmlns:a16="http://schemas.microsoft.com/office/drawing/2014/main" id="{9BCE3714-0783-4CBF-B0AD-EF678D4D7F89}"/>
              </a:ext>
            </a:extLst>
          </p:cNvPr>
          <p:cNvSpPr>
            <a:spLocks noGrp="1"/>
          </p:cNvSpPr>
          <p:nvPr/>
        </p:nvSpPr>
        <p:spPr>
          <a:xfrm>
            <a:off x="447463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5" name="Stage1_sixpanel_6786">
            <a:extLst>
              <a:ext uri="{FF2B5EF4-FFF2-40B4-BE49-F238E27FC236}">
                <a16:creationId xmlns:a16="http://schemas.microsoft.com/office/drawing/2014/main" id="{C7102832-CB6D-4AA8-8206-710EE78F6DC5}"/>
              </a:ext>
            </a:extLst>
          </p:cNvPr>
          <p:cNvSpPr>
            <a:spLocks noGrp="1"/>
          </p:cNvSpPr>
          <p:nvPr/>
        </p:nvSpPr>
        <p:spPr>
          <a:xfrm>
            <a:off x="44757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6" name="Stage1_sixpanel_6787">
            <a:extLst>
              <a:ext uri="{FF2B5EF4-FFF2-40B4-BE49-F238E27FC236}">
                <a16:creationId xmlns:a16="http://schemas.microsoft.com/office/drawing/2014/main" id="{E0F45FDC-E21C-4D6A-8A8C-A2D2E0A55CF1}"/>
              </a:ext>
            </a:extLst>
          </p:cNvPr>
          <p:cNvSpPr>
            <a:spLocks noGrp="1"/>
          </p:cNvSpPr>
          <p:nvPr/>
        </p:nvSpPr>
        <p:spPr>
          <a:xfrm>
            <a:off x="4546141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7" name="Stage1_sixpanel_6788">
            <a:extLst>
              <a:ext uri="{FF2B5EF4-FFF2-40B4-BE49-F238E27FC236}">
                <a16:creationId xmlns:a16="http://schemas.microsoft.com/office/drawing/2014/main" id="{67572918-962D-4A49-AEF2-D7254AA6DEDF}"/>
              </a:ext>
            </a:extLst>
          </p:cNvPr>
          <p:cNvSpPr>
            <a:spLocks noGrp="1"/>
          </p:cNvSpPr>
          <p:nvPr/>
        </p:nvSpPr>
        <p:spPr>
          <a:xfrm>
            <a:off x="4451534" y="24222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8" name="Stage1_sixpanel_6789">
            <a:extLst>
              <a:ext uri="{FF2B5EF4-FFF2-40B4-BE49-F238E27FC236}">
                <a16:creationId xmlns:a16="http://schemas.microsoft.com/office/drawing/2014/main" id="{094DCB73-46B0-4A72-BEFF-9ED287DEC7E2}"/>
              </a:ext>
            </a:extLst>
          </p:cNvPr>
          <p:cNvSpPr>
            <a:spLocks noGrp="1"/>
          </p:cNvSpPr>
          <p:nvPr/>
        </p:nvSpPr>
        <p:spPr>
          <a:xfrm>
            <a:off x="455371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9" name="Stage1_sixpanel_6790">
            <a:extLst>
              <a:ext uri="{FF2B5EF4-FFF2-40B4-BE49-F238E27FC236}">
                <a16:creationId xmlns:a16="http://schemas.microsoft.com/office/drawing/2014/main" id="{13B6CB5D-A580-4D0F-AF69-CEB0378EF236}"/>
              </a:ext>
            </a:extLst>
          </p:cNvPr>
          <p:cNvSpPr>
            <a:spLocks noGrp="1"/>
          </p:cNvSpPr>
          <p:nvPr/>
        </p:nvSpPr>
        <p:spPr>
          <a:xfrm>
            <a:off x="4507441" y="20868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0" name="Stage1_sixpanel_6791">
            <a:extLst>
              <a:ext uri="{FF2B5EF4-FFF2-40B4-BE49-F238E27FC236}">
                <a16:creationId xmlns:a16="http://schemas.microsoft.com/office/drawing/2014/main" id="{CAD41B0F-9B76-4AC8-A8C5-765C23AE1BB2}"/>
              </a:ext>
            </a:extLst>
          </p:cNvPr>
          <p:cNvSpPr>
            <a:spLocks noGrp="1"/>
          </p:cNvSpPr>
          <p:nvPr/>
        </p:nvSpPr>
        <p:spPr>
          <a:xfrm>
            <a:off x="4489450" y="139539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1" name="Stage1_sixpanel_6792">
            <a:extLst>
              <a:ext uri="{FF2B5EF4-FFF2-40B4-BE49-F238E27FC236}">
                <a16:creationId xmlns:a16="http://schemas.microsoft.com/office/drawing/2014/main" id="{18B157F7-A098-4D1B-91AE-513C1CEDABB9}"/>
              </a:ext>
            </a:extLst>
          </p:cNvPr>
          <p:cNvSpPr>
            <a:spLocks noGrp="1"/>
          </p:cNvSpPr>
          <p:nvPr/>
        </p:nvSpPr>
        <p:spPr>
          <a:xfrm>
            <a:off x="440122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2" name="Stage1_sixpanel_6793">
            <a:extLst>
              <a:ext uri="{FF2B5EF4-FFF2-40B4-BE49-F238E27FC236}">
                <a16:creationId xmlns:a16="http://schemas.microsoft.com/office/drawing/2014/main" id="{87634B91-B3FC-45FB-82B7-9841E38320C8}"/>
              </a:ext>
            </a:extLst>
          </p:cNvPr>
          <p:cNvSpPr>
            <a:spLocks noGrp="1"/>
          </p:cNvSpPr>
          <p:nvPr/>
        </p:nvSpPr>
        <p:spPr>
          <a:xfrm>
            <a:off x="453987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3" name="Stage1_sixpanel_6794">
            <a:extLst>
              <a:ext uri="{FF2B5EF4-FFF2-40B4-BE49-F238E27FC236}">
                <a16:creationId xmlns:a16="http://schemas.microsoft.com/office/drawing/2014/main" id="{855E9963-E695-4912-826C-452D10A07C3B}"/>
              </a:ext>
            </a:extLst>
          </p:cNvPr>
          <p:cNvSpPr>
            <a:spLocks noGrp="1"/>
          </p:cNvSpPr>
          <p:nvPr/>
        </p:nvSpPr>
        <p:spPr>
          <a:xfrm>
            <a:off x="444637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4" name="Stage1_sixpanel_6795">
            <a:extLst>
              <a:ext uri="{FF2B5EF4-FFF2-40B4-BE49-F238E27FC236}">
                <a16:creationId xmlns:a16="http://schemas.microsoft.com/office/drawing/2014/main" id="{0F7BFDA9-51C7-4F6E-BE80-A52E8A4B811A}"/>
              </a:ext>
            </a:extLst>
          </p:cNvPr>
          <p:cNvSpPr>
            <a:spLocks noGrp="1"/>
          </p:cNvSpPr>
          <p:nvPr/>
        </p:nvSpPr>
        <p:spPr>
          <a:xfrm>
            <a:off x="447911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5" name="Stage1_sixpanel_6796">
            <a:extLst>
              <a:ext uri="{FF2B5EF4-FFF2-40B4-BE49-F238E27FC236}">
                <a16:creationId xmlns:a16="http://schemas.microsoft.com/office/drawing/2014/main" id="{8AD711B2-D697-4190-9460-3920873D2793}"/>
              </a:ext>
            </a:extLst>
          </p:cNvPr>
          <p:cNvSpPr>
            <a:spLocks noGrp="1"/>
          </p:cNvSpPr>
          <p:nvPr/>
        </p:nvSpPr>
        <p:spPr>
          <a:xfrm>
            <a:off x="4538388" y="199698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6" name="Stage1_sixpanel_6797">
            <a:extLst>
              <a:ext uri="{FF2B5EF4-FFF2-40B4-BE49-F238E27FC236}">
                <a16:creationId xmlns:a16="http://schemas.microsoft.com/office/drawing/2014/main" id="{8CFCCCB5-49E6-4A46-A736-09CBEAEB5BB2}"/>
              </a:ext>
            </a:extLst>
          </p:cNvPr>
          <p:cNvSpPr>
            <a:spLocks noGrp="1"/>
          </p:cNvSpPr>
          <p:nvPr/>
        </p:nvSpPr>
        <p:spPr>
          <a:xfrm>
            <a:off x="455394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7" name="Stage1_sixpanel_6798">
            <a:extLst>
              <a:ext uri="{FF2B5EF4-FFF2-40B4-BE49-F238E27FC236}">
                <a16:creationId xmlns:a16="http://schemas.microsoft.com/office/drawing/2014/main" id="{18A22D55-70B9-438C-9B9B-B9EEB6F735C9}"/>
              </a:ext>
            </a:extLst>
          </p:cNvPr>
          <p:cNvSpPr>
            <a:spLocks noGrp="1"/>
          </p:cNvSpPr>
          <p:nvPr/>
        </p:nvSpPr>
        <p:spPr>
          <a:xfrm>
            <a:off x="45126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8" name="Stage1_sixpanel_6799">
            <a:extLst>
              <a:ext uri="{FF2B5EF4-FFF2-40B4-BE49-F238E27FC236}">
                <a16:creationId xmlns:a16="http://schemas.microsoft.com/office/drawing/2014/main" id="{45CC9931-8A7B-4563-9F5E-AFA0B4F37A6C}"/>
              </a:ext>
            </a:extLst>
          </p:cNvPr>
          <p:cNvSpPr>
            <a:spLocks noGrp="1"/>
          </p:cNvSpPr>
          <p:nvPr/>
        </p:nvSpPr>
        <p:spPr>
          <a:xfrm>
            <a:off x="443774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9" name="Stage1_sixpanel_6800">
            <a:extLst>
              <a:ext uri="{FF2B5EF4-FFF2-40B4-BE49-F238E27FC236}">
                <a16:creationId xmlns:a16="http://schemas.microsoft.com/office/drawing/2014/main" id="{A51FCABE-31CB-440C-AE7F-55E73A54A388}"/>
              </a:ext>
            </a:extLst>
          </p:cNvPr>
          <p:cNvSpPr>
            <a:spLocks noGrp="1"/>
          </p:cNvSpPr>
          <p:nvPr/>
        </p:nvSpPr>
        <p:spPr>
          <a:xfrm>
            <a:off x="4456510" y="242401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0" name="Stage1_sixpanel_6801">
            <a:extLst>
              <a:ext uri="{FF2B5EF4-FFF2-40B4-BE49-F238E27FC236}">
                <a16:creationId xmlns:a16="http://schemas.microsoft.com/office/drawing/2014/main" id="{E5F3173C-AE9B-40C0-BEEF-E9E39D737C38}"/>
              </a:ext>
            </a:extLst>
          </p:cNvPr>
          <p:cNvSpPr>
            <a:spLocks noGrp="1"/>
          </p:cNvSpPr>
          <p:nvPr/>
        </p:nvSpPr>
        <p:spPr>
          <a:xfrm>
            <a:off x="453589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1" name="Stage1_sixpanel_6802">
            <a:extLst>
              <a:ext uri="{FF2B5EF4-FFF2-40B4-BE49-F238E27FC236}">
                <a16:creationId xmlns:a16="http://schemas.microsoft.com/office/drawing/2014/main" id="{022DCFD4-9C66-4965-975F-899AE2BCE84D}"/>
              </a:ext>
            </a:extLst>
          </p:cNvPr>
          <p:cNvSpPr>
            <a:spLocks noGrp="1"/>
          </p:cNvSpPr>
          <p:nvPr/>
        </p:nvSpPr>
        <p:spPr>
          <a:xfrm>
            <a:off x="4407019" y="260255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2" name="Stage1_sixpanel_6803">
            <a:extLst>
              <a:ext uri="{FF2B5EF4-FFF2-40B4-BE49-F238E27FC236}">
                <a16:creationId xmlns:a16="http://schemas.microsoft.com/office/drawing/2014/main" id="{D6389D46-FA67-4A14-8570-CA7AFB9CA116}"/>
              </a:ext>
            </a:extLst>
          </p:cNvPr>
          <p:cNvSpPr>
            <a:spLocks noGrp="1"/>
          </p:cNvSpPr>
          <p:nvPr/>
        </p:nvSpPr>
        <p:spPr>
          <a:xfrm>
            <a:off x="447229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3" name="Stage1_sixpanel_6804">
            <a:extLst>
              <a:ext uri="{FF2B5EF4-FFF2-40B4-BE49-F238E27FC236}">
                <a16:creationId xmlns:a16="http://schemas.microsoft.com/office/drawing/2014/main" id="{8CBF957E-6A4D-487D-A215-9E53445FD682}"/>
              </a:ext>
            </a:extLst>
          </p:cNvPr>
          <p:cNvSpPr>
            <a:spLocks noGrp="1"/>
          </p:cNvSpPr>
          <p:nvPr/>
        </p:nvSpPr>
        <p:spPr>
          <a:xfrm>
            <a:off x="442261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4" name="Stage1_sixpanel_6805">
            <a:extLst>
              <a:ext uri="{FF2B5EF4-FFF2-40B4-BE49-F238E27FC236}">
                <a16:creationId xmlns:a16="http://schemas.microsoft.com/office/drawing/2014/main" id="{EA0FE302-21E7-4CC0-8068-62674764F365}"/>
              </a:ext>
            </a:extLst>
          </p:cNvPr>
          <p:cNvSpPr>
            <a:spLocks noGrp="1"/>
          </p:cNvSpPr>
          <p:nvPr/>
        </p:nvSpPr>
        <p:spPr>
          <a:xfrm>
            <a:off x="446062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5" name="Stage1_sixpanel_6806">
            <a:extLst>
              <a:ext uri="{FF2B5EF4-FFF2-40B4-BE49-F238E27FC236}">
                <a16:creationId xmlns:a16="http://schemas.microsoft.com/office/drawing/2014/main" id="{6A64713C-ACFB-4F45-BB00-E10D6DC34A00}"/>
              </a:ext>
            </a:extLst>
          </p:cNvPr>
          <p:cNvSpPr>
            <a:spLocks noGrp="1"/>
          </p:cNvSpPr>
          <p:nvPr/>
        </p:nvSpPr>
        <p:spPr>
          <a:xfrm>
            <a:off x="443330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6" name="Stage1_sixpanel_6807">
            <a:extLst>
              <a:ext uri="{FF2B5EF4-FFF2-40B4-BE49-F238E27FC236}">
                <a16:creationId xmlns:a16="http://schemas.microsoft.com/office/drawing/2014/main" id="{809DF0F6-77A5-4A76-9627-88E8716A2983}"/>
              </a:ext>
            </a:extLst>
          </p:cNvPr>
          <p:cNvSpPr>
            <a:spLocks noGrp="1"/>
          </p:cNvSpPr>
          <p:nvPr/>
        </p:nvSpPr>
        <p:spPr>
          <a:xfrm>
            <a:off x="4484232" y="25632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7" name="Stage1_sixpanel_6808">
            <a:extLst>
              <a:ext uri="{FF2B5EF4-FFF2-40B4-BE49-F238E27FC236}">
                <a16:creationId xmlns:a16="http://schemas.microsoft.com/office/drawing/2014/main" id="{93481398-CDA2-438D-8F6C-5509A752A3C1}"/>
              </a:ext>
            </a:extLst>
          </p:cNvPr>
          <p:cNvSpPr>
            <a:spLocks noGrp="1"/>
          </p:cNvSpPr>
          <p:nvPr/>
        </p:nvSpPr>
        <p:spPr>
          <a:xfrm>
            <a:off x="453924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8" name="Stage1_sixpanel_6809">
            <a:extLst>
              <a:ext uri="{FF2B5EF4-FFF2-40B4-BE49-F238E27FC236}">
                <a16:creationId xmlns:a16="http://schemas.microsoft.com/office/drawing/2014/main" id="{12B5FDA7-67CB-4540-846A-C4AC7980F3CA}"/>
              </a:ext>
            </a:extLst>
          </p:cNvPr>
          <p:cNvSpPr>
            <a:spLocks noGrp="1"/>
          </p:cNvSpPr>
          <p:nvPr/>
        </p:nvSpPr>
        <p:spPr>
          <a:xfrm>
            <a:off x="4486015" y="24999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9" name="Stage1_sixpanel_6810">
            <a:extLst>
              <a:ext uri="{FF2B5EF4-FFF2-40B4-BE49-F238E27FC236}">
                <a16:creationId xmlns:a16="http://schemas.microsoft.com/office/drawing/2014/main" id="{3D63ABC1-8C26-43EC-9BAB-DDE7B74B2FD0}"/>
              </a:ext>
            </a:extLst>
          </p:cNvPr>
          <p:cNvSpPr>
            <a:spLocks noGrp="1"/>
          </p:cNvSpPr>
          <p:nvPr/>
        </p:nvSpPr>
        <p:spPr>
          <a:xfrm>
            <a:off x="1623495" y="1119854"/>
            <a:ext cx="191" cy="1500473"/>
          </a:xfrm>
          <a:custGeom>
            <a:avLst/>
            <a:gdLst/>
            <a:ahLst/>
            <a:cxnLst/>
            <a:rect l="0" t="0" r="0" b="0"/>
            <a:pathLst>
              <a:path w="191" h="1500473">
                <a:moveTo>
                  <a:pt x="0" y="1500473"/>
                </a:moveTo>
                <a:lnTo>
                  <a:pt x="0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1640" name="Stage1_sixpanel_6811">
            <a:extLst>
              <a:ext uri="{FF2B5EF4-FFF2-40B4-BE49-F238E27FC236}">
                <a16:creationId xmlns:a16="http://schemas.microsoft.com/office/drawing/2014/main" id="{43DCE975-61F7-4C35-A9FC-7516B25F0CAF}"/>
              </a:ext>
            </a:extLst>
          </p:cNvPr>
          <p:cNvSpPr>
            <a:spLocks noGrp="1"/>
          </p:cNvSpPr>
          <p:nvPr/>
        </p:nvSpPr>
        <p:spPr>
          <a:xfrm>
            <a:off x="1623495" y="2620327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1641" name="Stage1_sixpanel_6812">
            <a:extLst>
              <a:ext uri="{FF2B5EF4-FFF2-40B4-BE49-F238E27FC236}">
                <a16:creationId xmlns:a16="http://schemas.microsoft.com/office/drawing/2014/main" id="{ED6DEDAF-81FD-4491-94DD-0673E33EB541}"/>
              </a:ext>
            </a:extLst>
          </p:cNvPr>
          <p:cNvSpPr>
            <a:spLocks noGrp="1"/>
          </p:cNvSpPr>
          <p:nvPr/>
        </p:nvSpPr>
        <p:spPr>
          <a:xfrm>
            <a:off x="1888614" y="1716433"/>
            <a:ext cx="191" cy="114145"/>
          </a:xfrm>
          <a:custGeom>
            <a:avLst/>
            <a:gdLst/>
            <a:ahLst/>
            <a:cxnLst/>
            <a:rect l="0" t="0" r="0" b="0"/>
            <a:pathLst>
              <a:path w="191" h="114145">
                <a:moveTo>
                  <a:pt x="0" y="114145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2" name="Stage1_sixpanel_6813">
            <a:extLst>
              <a:ext uri="{FF2B5EF4-FFF2-40B4-BE49-F238E27FC236}">
                <a16:creationId xmlns:a16="http://schemas.microsoft.com/office/drawing/2014/main" id="{A9923D59-9A83-4B52-858E-77CF3A359E16}"/>
              </a:ext>
            </a:extLst>
          </p:cNvPr>
          <p:cNvSpPr>
            <a:spLocks noGrp="1"/>
          </p:cNvSpPr>
          <p:nvPr/>
        </p:nvSpPr>
        <p:spPr>
          <a:xfrm>
            <a:off x="1830288" y="1830579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3" name="Stage1_sixpanel_6814">
            <a:extLst>
              <a:ext uri="{FF2B5EF4-FFF2-40B4-BE49-F238E27FC236}">
                <a16:creationId xmlns:a16="http://schemas.microsoft.com/office/drawing/2014/main" id="{781244C9-50FC-41AD-8B13-8A7C6CD81226}"/>
              </a:ext>
            </a:extLst>
          </p:cNvPr>
          <p:cNvSpPr>
            <a:spLocks noGrp="1"/>
          </p:cNvSpPr>
          <p:nvPr/>
        </p:nvSpPr>
        <p:spPr>
          <a:xfrm>
            <a:off x="1830288" y="1716433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4" name="Stage1_sixpanel_6815">
            <a:extLst>
              <a:ext uri="{FF2B5EF4-FFF2-40B4-BE49-F238E27FC236}">
                <a16:creationId xmlns:a16="http://schemas.microsoft.com/office/drawing/2014/main" id="{37B188D7-6217-4578-A5A0-DDBA05AD9007}"/>
              </a:ext>
            </a:extLst>
          </p:cNvPr>
          <p:cNvSpPr>
            <a:spLocks noGrp="1"/>
          </p:cNvSpPr>
          <p:nvPr/>
        </p:nvSpPr>
        <p:spPr>
          <a:xfrm>
            <a:off x="2949089" y="1591054"/>
            <a:ext cx="191" cy="137667"/>
          </a:xfrm>
          <a:custGeom>
            <a:avLst/>
            <a:gdLst/>
            <a:ahLst/>
            <a:cxnLst/>
            <a:rect l="0" t="0" r="0" b="0"/>
            <a:pathLst>
              <a:path w="191" h="137667">
                <a:moveTo>
                  <a:pt x="0" y="137667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5" name="Stage1_sixpanel_6816">
            <a:extLst>
              <a:ext uri="{FF2B5EF4-FFF2-40B4-BE49-F238E27FC236}">
                <a16:creationId xmlns:a16="http://schemas.microsoft.com/office/drawing/2014/main" id="{F5C0FE31-56AB-4117-85AE-CDA56C6D6021}"/>
              </a:ext>
            </a:extLst>
          </p:cNvPr>
          <p:cNvSpPr>
            <a:spLocks noGrp="1"/>
          </p:cNvSpPr>
          <p:nvPr/>
        </p:nvSpPr>
        <p:spPr>
          <a:xfrm>
            <a:off x="2890762" y="1728721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6" name="Stage1_sixpanel_6817">
            <a:extLst>
              <a:ext uri="{FF2B5EF4-FFF2-40B4-BE49-F238E27FC236}">
                <a16:creationId xmlns:a16="http://schemas.microsoft.com/office/drawing/2014/main" id="{6091E855-7C17-4905-98ED-A958EF1E4F7F}"/>
              </a:ext>
            </a:extLst>
          </p:cNvPr>
          <p:cNvSpPr>
            <a:spLocks noGrp="1"/>
          </p:cNvSpPr>
          <p:nvPr/>
        </p:nvSpPr>
        <p:spPr>
          <a:xfrm>
            <a:off x="2890762" y="1591054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7" name="Stage1_sixpanel_6818">
            <a:extLst>
              <a:ext uri="{FF2B5EF4-FFF2-40B4-BE49-F238E27FC236}">
                <a16:creationId xmlns:a16="http://schemas.microsoft.com/office/drawing/2014/main" id="{D7E2AE08-CB83-4BFB-ADB4-4A4E06138428}"/>
              </a:ext>
            </a:extLst>
          </p:cNvPr>
          <p:cNvSpPr>
            <a:spLocks noGrp="1"/>
          </p:cNvSpPr>
          <p:nvPr/>
        </p:nvSpPr>
        <p:spPr>
          <a:xfrm>
            <a:off x="4009563" y="1731222"/>
            <a:ext cx="191" cy="161563"/>
          </a:xfrm>
          <a:custGeom>
            <a:avLst/>
            <a:gdLst/>
            <a:ahLst/>
            <a:cxnLst/>
            <a:rect l="0" t="0" r="0" b="0"/>
            <a:pathLst>
              <a:path w="191" h="161563">
                <a:moveTo>
                  <a:pt x="0" y="161563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8" name="Stage1_sixpanel_6819">
            <a:extLst>
              <a:ext uri="{FF2B5EF4-FFF2-40B4-BE49-F238E27FC236}">
                <a16:creationId xmlns:a16="http://schemas.microsoft.com/office/drawing/2014/main" id="{770CE5C0-9BF4-4B68-B109-EEFA41D52EC4}"/>
              </a:ext>
            </a:extLst>
          </p:cNvPr>
          <p:cNvSpPr>
            <a:spLocks noGrp="1"/>
          </p:cNvSpPr>
          <p:nvPr/>
        </p:nvSpPr>
        <p:spPr>
          <a:xfrm>
            <a:off x="3951237" y="1892785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9" name="Stage1_sixpanel_6820">
            <a:extLst>
              <a:ext uri="{FF2B5EF4-FFF2-40B4-BE49-F238E27FC236}">
                <a16:creationId xmlns:a16="http://schemas.microsoft.com/office/drawing/2014/main" id="{E3A102C0-4236-4749-A834-221AE3B95DFF}"/>
              </a:ext>
            </a:extLst>
          </p:cNvPr>
          <p:cNvSpPr>
            <a:spLocks noGrp="1"/>
          </p:cNvSpPr>
          <p:nvPr/>
        </p:nvSpPr>
        <p:spPr>
          <a:xfrm>
            <a:off x="3951237" y="1731222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50" name="Stage1_sixpanel_6821">
            <a:extLst>
              <a:ext uri="{FF2B5EF4-FFF2-40B4-BE49-F238E27FC236}">
                <a16:creationId xmlns:a16="http://schemas.microsoft.com/office/drawing/2014/main" id="{8EBC5242-37BD-4AB7-B2F5-01A3F567F03A}"/>
              </a:ext>
            </a:extLst>
          </p:cNvPr>
          <p:cNvSpPr>
            <a:spLocks noGrp="1"/>
          </p:cNvSpPr>
          <p:nvPr/>
        </p:nvSpPr>
        <p:spPr>
          <a:xfrm>
            <a:off x="2132523" y="1869803"/>
            <a:ext cx="191" cy="120039"/>
          </a:xfrm>
          <a:custGeom>
            <a:avLst/>
            <a:gdLst/>
            <a:ahLst/>
            <a:cxnLst/>
            <a:rect l="0" t="0" r="0" b="0"/>
            <a:pathLst>
              <a:path w="191" h="120039">
                <a:moveTo>
                  <a:pt x="0" y="120039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1" name="Stage1_sixpanel_6822">
            <a:extLst>
              <a:ext uri="{FF2B5EF4-FFF2-40B4-BE49-F238E27FC236}">
                <a16:creationId xmlns:a16="http://schemas.microsoft.com/office/drawing/2014/main" id="{54800F1F-B75C-4301-879C-CFE52DED31D7}"/>
              </a:ext>
            </a:extLst>
          </p:cNvPr>
          <p:cNvSpPr>
            <a:spLocks noGrp="1"/>
          </p:cNvSpPr>
          <p:nvPr/>
        </p:nvSpPr>
        <p:spPr>
          <a:xfrm>
            <a:off x="2074197" y="1989842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2" name="Stage1_sixpanel_6823">
            <a:extLst>
              <a:ext uri="{FF2B5EF4-FFF2-40B4-BE49-F238E27FC236}">
                <a16:creationId xmlns:a16="http://schemas.microsoft.com/office/drawing/2014/main" id="{46CA879C-A1E5-4DE2-B445-C56FF75F534C}"/>
              </a:ext>
            </a:extLst>
          </p:cNvPr>
          <p:cNvSpPr>
            <a:spLocks noGrp="1"/>
          </p:cNvSpPr>
          <p:nvPr/>
        </p:nvSpPr>
        <p:spPr>
          <a:xfrm>
            <a:off x="2074197" y="1869803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3" name="Stage1_sixpanel_6824">
            <a:extLst>
              <a:ext uri="{FF2B5EF4-FFF2-40B4-BE49-F238E27FC236}">
                <a16:creationId xmlns:a16="http://schemas.microsoft.com/office/drawing/2014/main" id="{E0EA5ECE-718A-45BF-934F-3D141A8B27A0}"/>
              </a:ext>
            </a:extLst>
          </p:cNvPr>
          <p:cNvSpPr>
            <a:spLocks noGrp="1"/>
          </p:cNvSpPr>
          <p:nvPr/>
        </p:nvSpPr>
        <p:spPr>
          <a:xfrm>
            <a:off x="3192998" y="1766395"/>
            <a:ext cx="191" cy="140656"/>
          </a:xfrm>
          <a:custGeom>
            <a:avLst/>
            <a:gdLst/>
            <a:ahLst/>
            <a:cxnLst/>
            <a:rect l="0" t="0" r="0" b="0"/>
            <a:pathLst>
              <a:path w="191" h="140656">
                <a:moveTo>
                  <a:pt x="0" y="140656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4" name="Stage1_sixpanel_6825">
            <a:extLst>
              <a:ext uri="{FF2B5EF4-FFF2-40B4-BE49-F238E27FC236}">
                <a16:creationId xmlns:a16="http://schemas.microsoft.com/office/drawing/2014/main" id="{F4455617-FCF6-4148-965E-1C4AE77EE88A}"/>
              </a:ext>
            </a:extLst>
          </p:cNvPr>
          <p:cNvSpPr>
            <a:spLocks noGrp="1"/>
          </p:cNvSpPr>
          <p:nvPr/>
        </p:nvSpPr>
        <p:spPr>
          <a:xfrm>
            <a:off x="3134672" y="1907050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5" name="Stage1_sixpanel_6826">
            <a:extLst>
              <a:ext uri="{FF2B5EF4-FFF2-40B4-BE49-F238E27FC236}">
                <a16:creationId xmlns:a16="http://schemas.microsoft.com/office/drawing/2014/main" id="{68AEEBE3-0CC9-4C6E-A47F-DD58B9A1531C}"/>
              </a:ext>
            </a:extLst>
          </p:cNvPr>
          <p:cNvSpPr>
            <a:spLocks noGrp="1"/>
          </p:cNvSpPr>
          <p:nvPr/>
        </p:nvSpPr>
        <p:spPr>
          <a:xfrm>
            <a:off x="3134672" y="1766395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6" name="Stage1_sixpanel_6827">
            <a:extLst>
              <a:ext uri="{FF2B5EF4-FFF2-40B4-BE49-F238E27FC236}">
                <a16:creationId xmlns:a16="http://schemas.microsoft.com/office/drawing/2014/main" id="{60E411DD-3634-47B2-895F-96B947F14EE5}"/>
              </a:ext>
            </a:extLst>
          </p:cNvPr>
          <p:cNvSpPr>
            <a:spLocks noGrp="1"/>
          </p:cNvSpPr>
          <p:nvPr/>
        </p:nvSpPr>
        <p:spPr>
          <a:xfrm>
            <a:off x="4253472" y="1895442"/>
            <a:ext cx="191" cy="152937"/>
          </a:xfrm>
          <a:custGeom>
            <a:avLst/>
            <a:gdLst/>
            <a:ahLst/>
            <a:cxnLst/>
            <a:rect l="0" t="0" r="0" b="0"/>
            <a:pathLst>
              <a:path w="191" h="152937">
                <a:moveTo>
                  <a:pt x="0" y="152937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7" name="Stage1_sixpanel_6828">
            <a:extLst>
              <a:ext uri="{FF2B5EF4-FFF2-40B4-BE49-F238E27FC236}">
                <a16:creationId xmlns:a16="http://schemas.microsoft.com/office/drawing/2014/main" id="{68152E82-1DEA-4060-AC05-398493A5E9F7}"/>
              </a:ext>
            </a:extLst>
          </p:cNvPr>
          <p:cNvSpPr>
            <a:spLocks noGrp="1"/>
          </p:cNvSpPr>
          <p:nvPr/>
        </p:nvSpPr>
        <p:spPr>
          <a:xfrm>
            <a:off x="4195146" y="2048379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8" name="Stage1_sixpanel_6829">
            <a:extLst>
              <a:ext uri="{FF2B5EF4-FFF2-40B4-BE49-F238E27FC236}">
                <a16:creationId xmlns:a16="http://schemas.microsoft.com/office/drawing/2014/main" id="{9CA27E97-B3FD-43A1-8DAD-11DEDF7B29EE}"/>
              </a:ext>
            </a:extLst>
          </p:cNvPr>
          <p:cNvSpPr>
            <a:spLocks noGrp="1"/>
          </p:cNvSpPr>
          <p:nvPr/>
        </p:nvSpPr>
        <p:spPr>
          <a:xfrm>
            <a:off x="4195146" y="1895442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9" name="Stage1_sixpanel_6830">
            <a:extLst>
              <a:ext uri="{FF2B5EF4-FFF2-40B4-BE49-F238E27FC236}">
                <a16:creationId xmlns:a16="http://schemas.microsoft.com/office/drawing/2014/main" id="{43D300F4-DA42-4177-8CF7-70767956B19A}"/>
              </a:ext>
            </a:extLst>
          </p:cNvPr>
          <p:cNvSpPr>
            <a:spLocks noGrp="1"/>
          </p:cNvSpPr>
          <p:nvPr/>
        </p:nvSpPr>
        <p:spPr>
          <a:xfrm>
            <a:off x="2376432" y="2522875"/>
            <a:ext cx="191" cy="47385"/>
          </a:xfrm>
          <a:custGeom>
            <a:avLst/>
            <a:gdLst/>
            <a:ahLst/>
            <a:cxnLst/>
            <a:rect l="0" t="0" r="0" b="0"/>
            <a:pathLst>
              <a:path w="191" h="47385">
                <a:moveTo>
                  <a:pt x="0" y="47385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0" name="Stage1_sixpanel_6831">
            <a:extLst>
              <a:ext uri="{FF2B5EF4-FFF2-40B4-BE49-F238E27FC236}">
                <a16:creationId xmlns:a16="http://schemas.microsoft.com/office/drawing/2014/main" id="{05145F23-0B05-4181-9E85-99314B104A2F}"/>
              </a:ext>
            </a:extLst>
          </p:cNvPr>
          <p:cNvSpPr>
            <a:spLocks noGrp="1"/>
          </p:cNvSpPr>
          <p:nvPr/>
        </p:nvSpPr>
        <p:spPr>
          <a:xfrm>
            <a:off x="2318106" y="2570260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1" name="Stage1_sixpanel_6832">
            <a:extLst>
              <a:ext uri="{FF2B5EF4-FFF2-40B4-BE49-F238E27FC236}">
                <a16:creationId xmlns:a16="http://schemas.microsoft.com/office/drawing/2014/main" id="{C4FB7896-0045-4522-AA72-C822E22BCBC7}"/>
              </a:ext>
            </a:extLst>
          </p:cNvPr>
          <p:cNvSpPr>
            <a:spLocks noGrp="1"/>
          </p:cNvSpPr>
          <p:nvPr/>
        </p:nvSpPr>
        <p:spPr>
          <a:xfrm>
            <a:off x="2318106" y="2522875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2" name="Stage1_sixpanel_6833">
            <a:extLst>
              <a:ext uri="{FF2B5EF4-FFF2-40B4-BE49-F238E27FC236}">
                <a16:creationId xmlns:a16="http://schemas.microsoft.com/office/drawing/2014/main" id="{8C0513AE-66EE-4FC3-8618-1E1B439F59AC}"/>
              </a:ext>
            </a:extLst>
          </p:cNvPr>
          <p:cNvSpPr>
            <a:spLocks noGrp="1"/>
          </p:cNvSpPr>
          <p:nvPr/>
        </p:nvSpPr>
        <p:spPr>
          <a:xfrm>
            <a:off x="3436907" y="2179852"/>
            <a:ext cx="191" cy="137838"/>
          </a:xfrm>
          <a:custGeom>
            <a:avLst/>
            <a:gdLst/>
            <a:ahLst/>
            <a:cxnLst/>
            <a:rect l="0" t="0" r="0" b="0"/>
            <a:pathLst>
              <a:path w="191" h="137838">
                <a:moveTo>
                  <a:pt x="0" y="137838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3" name="Stage1_sixpanel_6834">
            <a:extLst>
              <a:ext uri="{FF2B5EF4-FFF2-40B4-BE49-F238E27FC236}">
                <a16:creationId xmlns:a16="http://schemas.microsoft.com/office/drawing/2014/main" id="{866FB088-5998-41CB-83B1-C11C8D4E6A0D}"/>
              </a:ext>
            </a:extLst>
          </p:cNvPr>
          <p:cNvSpPr>
            <a:spLocks noGrp="1"/>
          </p:cNvSpPr>
          <p:nvPr/>
        </p:nvSpPr>
        <p:spPr>
          <a:xfrm>
            <a:off x="3378581" y="2317690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4" name="Stage1_sixpanel_6835">
            <a:extLst>
              <a:ext uri="{FF2B5EF4-FFF2-40B4-BE49-F238E27FC236}">
                <a16:creationId xmlns:a16="http://schemas.microsoft.com/office/drawing/2014/main" id="{28104D57-D3BF-4F7F-BBBA-1D7CF2EEBA66}"/>
              </a:ext>
            </a:extLst>
          </p:cNvPr>
          <p:cNvSpPr>
            <a:spLocks noGrp="1"/>
          </p:cNvSpPr>
          <p:nvPr/>
        </p:nvSpPr>
        <p:spPr>
          <a:xfrm>
            <a:off x="3378581" y="2179852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5" name="Stage1_sixpanel_6836">
            <a:extLst>
              <a:ext uri="{FF2B5EF4-FFF2-40B4-BE49-F238E27FC236}">
                <a16:creationId xmlns:a16="http://schemas.microsoft.com/office/drawing/2014/main" id="{B35FB385-F5FA-4450-83C8-1B3DAA445AE5}"/>
              </a:ext>
            </a:extLst>
          </p:cNvPr>
          <p:cNvSpPr>
            <a:spLocks noGrp="1"/>
          </p:cNvSpPr>
          <p:nvPr/>
        </p:nvSpPr>
        <p:spPr>
          <a:xfrm>
            <a:off x="4497381" y="2386786"/>
            <a:ext cx="191" cy="97531"/>
          </a:xfrm>
          <a:custGeom>
            <a:avLst/>
            <a:gdLst/>
            <a:ahLst/>
            <a:cxnLst/>
            <a:rect l="0" t="0" r="0" b="0"/>
            <a:pathLst>
              <a:path w="191" h="97531">
                <a:moveTo>
                  <a:pt x="0" y="97531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6" name="Stage1_sixpanel_6837">
            <a:extLst>
              <a:ext uri="{FF2B5EF4-FFF2-40B4-BE49-F238E27FC236}">
                <a16:creationId xmlns:a16="http://schemas.microsoft.com/office/drawing/2014/main" id="{FB8C0130-7BD8-464E-8FEF-A83727C65090}"/>
              </a:ext>
            </a:extLst>
          </p:cNvPr>
          <p:cNvSpPr>
            <a:spLocks noGrp="1"/>
          </p:cNvSpPr>
          <p:nvPr/>
        </p:nvSpPr>
        <p:spPr>
          <a:xfrm>
            <a:off x="4439055" y="2484317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7" name="Stage1_sixpanel_6838">
            <a:extLst>
              <a:ext uri="{FF2B5EF4-FFF2-40B4-BE49-F238E27FC236}">
                <a16:creationId xmlns:a16="http://schemas.microsoft.com/office/drawing/2014/main" id="{DC007ECB-0530-4BEA-B41B-6D62088021EE}"/>
              </a:ext>
            </a:extLst>
          </p:cNvPr>
          <p:cNvSpPr>
            <a:spLocks noGrp="1"/>
          </p:cNvSpPr>
          <p:nvPr/>
        </p:nvSpPr>
        <p:spPr>
          <a:xfrm>
            <a:off x="4439055" y="2386786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8" name="Stage1_sixpanel_6839">
            <a:extLst>
              <a:ext uri="{FF2B5EF4-FFF2-40B4-BE49-F238E27FC236}">
                <a16:creationId xmlns:a16="http://schemas.microsoft.com/office/drawing/2014/main" id="{FE2DC0B6-ED08-4A46-896B-F9C5F5D1C239}"/>
              </a:ext>
            </a:extLst>
          </p:cNvPr>
          <p:cNvSpPr>
            <a:spLocks noGrp="1"/>
          </p:cNvSpPr>
          <p:nvPr/>
        </p:nvSpPr>
        <p:spPr>
          <a:xfrm>
            <a:off x="1797413" y="1772961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007C83"/>
            </a:solidFill>
            <a:prstDash val="solid"/>
          </a:ln>
        </p:spPr>
      </p:sp>
      <p:sp>
        <p:nvSpPr>
          <p:cNvPr id="1669" name="Stage1_sixpanel_6840">
            <a:extLst>
              <a:ext uri="{FF2B5EF4-FFF2-40B4-BE49-F238E27FC236}">
                <a16:creationId xmlns:a16="http://schemas.microsoft.com/office/drawing/2014/main" id="{9EF80C4B-32D5-4C56-853F-4018B5B9C08C}"/>
              </a:ext>
            </a:extLst>
          </p:cNvPr>
          <p:cNvSpPr>
            <a:spLocks noGrp="1"/>
          </p:cNvSpPr>
          <p:nvPr/>
        </p:nvSpPr>
        <p:spPr>
          <a:xfrm>
            <a:off x="2857888" y="1658918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007C83"/>
            </a:solidFill>
            <a:prstDash val="solid"/>
          </a:ln>
        </p:spPr>
      </p:sp>
      <p:sp>
        <p:nvSpPr>
          <p:cNvPr id="1670" name="Stage1_sixpanel_6841">
            <a:extLst>
              <a:ext uri="{FF2B5EF4-FFF2-40B4-BE49-F238E27FC236}">
                <a16:creationId xmlns:a16="http://schemas.microsoft.com/office/drawing/2014/main" id="{4357C8E2-FD49-4DD0-BD93-4D30EEE6E657}"/>
              </a:ext>
            </a:extLst>
          </p:cNvPr>
          <p:cNvSpPr>
            <a:spLocks noGrp="1"/>
          </p:cNvSpPr>
          <p:nvPr/>
        </p:nvSpPr>
        <p:spPr>
          <a:xfrm>
            <a:off x="3918362" y="1811998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007C83"/>
            </a:solidFill>
            <a:prstDash val="solid"/>
          </a:ln>
        </p:spPr>
      </p:sp>
      <p:sp>
        <p:nvSpPr>
          <p:cNvPr id="1671" name="Stage1_sixpanel_6842">
            <a:extLst>
              <a:ext uri="{FF2B5EF4-FFF2-40B4-BE49-F238E27FC236}">
                <a16:creationId xmlns:a16="http://schemas.microsoft.com/office/drawing/2014/main" id="{A52088BD-A3BC-4B0D-9A87-8AC242B823C8}"/>
              </a:ext>
            </a:extLst>
          </p:cNvPr>
          <p:cNvSpPr>
            <a:spLocks noGrp="1"/>
          </p:cNvSpPr>
          <p:nvPr/>
        </p:nvSpPr>
        <p:spPr>
          <a:xfrm>
            <a:off x="2041322" y="1928984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566AB4"/>
            </a:solidFill>
            <a:prstDash val="solid"/>
          </a:ln>
        </p:spPr>
      </p:sp>
      <p:sp>
        <p:nvSpPr>
          <p:cNvPr id="1672" name="Stage1_sixpanel_6843">
            <a:extLst>
              <a:ext uri="{FF2B5EF4-FFF2-40B4-BE49-F238E27FC236}">
                <a16:creationId xmlns:a16="http://schemas.microsoft.com/office/drawing/2014/main" id="{AF228E05-60A5-4F5D-B855-46D6C24738EA}"/>
              </a:ext>
            </a:extLst>
          </p:cNvPr>
          <p:cNvSpPr>
            <a:spLocks noGrp="1"/>
          </p:cNvSpPr>
          <p:nvPr/>
        </p:nvSpPr>
        <p:spPr>
          <a:xfrm>
            <a:off x="3101797" y="1836192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566AB4"/>
            </a:solidFill>
            <a:prstDash val="solid"/>
          </a:ln>
        </p:spPr>
      </p:sp>
      <p:sp>
        <p:nvSpPr>
          <p:cNvPr id="1673" name="Stage1_sixpanel_6844">
            <a:extLst>
              <a:ext uri="{FF2B5EF4-FFF2-40B4-BE49-F238E27FC236}">
                <a16:creationId xmlns:a16="http://schemas.microsoft.com/office/drawing/2014/main" id="{2E0592B8-12D2-42B9-B18A-D51BA980EC4A}"/>
              </a:ext>
            </a:extLst>
          </p:cNvPr>
          <p:cNvSpPr>
            <a:spLocks noGrp="1"/>
          </p:cNvSpPr>
          <p:nvPr/>
        </p:nvSpPr>
        <p:spPr>
          <a:xfrm>
            <a:off x="4162271" y="1972279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566AB4"/>
            </a:solidFill>
            <a:prstDash val="solid"/>
          </a:ln>
        </p:spPr>
      </p:sp>
      <p:sp>
        <p:nvSpPr>
          <p:cNvPr id="1674" name="Stage1_sixpanel_6845">
            <a:extLst>
              <a:ext uri="{FF2B5EF4-FFF2-40B4-BE49-F238E27FC236}">
                <a16:creationId xmlns:a16="http://schemas.microsoft.com/office/drawing/2014/main" id="{4C23003A-B40E-4847-91CB-8AA9571EC11E}"/>
              </a:ext>
            </a:extLst>
          </p:cNvPr>
          <p:cNvSpPr>
            <a:spLocks noGrp="1"/>
          </p:cNvSpPr>
          <p:nvPr/>
        </p:nvSpPr>
        <p:spPr>
          <a:xfrm>
            <a:off x="2285232" y="2548051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8B9298"/>
            </a:solidFill>
            <a:prstDash val="solid"/>
          </a:ln>
        </p:spPr>
      </p:sp>
      <p:sp>
        <p:nvSpPr>
          <p:cNvPr id="1675" name="Stage1_sixpanel_6846">
            <a:extLst>
              <a:ext uri="{FF2B5EF4-FFF2-40B4-BE49-F238E27FC236}">
                <a16:creationId xmlns:a16="http://schemas.microsoft.com/office/drawing/2014/main" id="{8BC3B778-6F50-4C87-8B68-A5C0D2223DA7}"/>
              </a:ext>
            </a:extLst>
          </p:cNvPr>
          <p:cNvSpPr>
            <a:spLocks noGrp="1"/>
          </p:cNvSpPr>
          <p:nvPr/>
        </p:nvSpPr>
        <p:spPr>
          <a:xfrm>
            <a:off x="3345706" y="2250332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8B9298"/>
            </a:solidFill>
            <a:prstDash val="solid"/>
          </a:ln>
        </p:spPr>
      </p:sp>
      <p:sp>
        <p:nvSpPr>
          <p:cNvPr id="1676" name="Stage1_sixpanel_6847">
            <a:extLst>
              <a:ext uri="{FF2B5EF4-FFF2-40B4-BE49-F238E27FC236}">
                <a16:creationId xmlns:a16="http://schemas.microsoft.com/office/drawing/2014/main" id="{0BB5A2B0-BBB4-4DD3-8A39-F2BBE708941B}"/>
              </a:ext>
            </a:extLst>
          </p:cNvPr>
          <p:cNvSpPr>
            <a:spLocks noGrp="1"/>
          </p:cNvSpPr>
          <p:nvPr/>
        </p:nvSpPr>
        <p:spPr>
          <a:xfrm>
            <a:off x="4406181" y="2437411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8B9298"/>
            </a:solidFill>
            <a:prstDash val="solid"/>
          </a:ln>
        </p:spPr>
      </p:sp>
      <p:sp>
        <p:nvSpPr>
          <p:cNvPr id="1677" name="Stage1_sixpanel_6848">
            <a:extLst>
              <a:ext uri="{FF2B5EF4-FFF2-40B4-BE49-F238E27FC236}">
                <a16:creationId xmlns:a16="http://schemas.microsoft.com/office/drawing/2014/main" id="{B48ED9A0-00CC-457F-AE59-9EED6B4F82A3}"/>
              </a:ext>
            </a:extLst>
          </p:cNvPr>
          <p:cNvSpPr>
            <a:spLocks noGrp="1"/>
          </p:cNvSpPr>
          <p:nvPr/>
        </p:nvSpPr>
        <p:spPr>
          <a:xfrm>
            <a:off x="1701002" y="3612166"/>
            <a:ext cx="2170176" cy="2170176"/>
          </a:xfrm>
          <a:custGeom>
            <a:avLst/>
            <a:gdLst/>
            <a:ahLst/>
            <a:cxnLst/>
            <a:rect l="0" t="0" r="0" b="0"/>
            <a:pathLst>
              <a:path w="2170176" h="2170176">
                <a:moveTo>
                  <a:pt x="0" y="2170176"/>
                </a:moveTo>
                <a:lnTo>
                  <a:pt x="2170176" y="2170176"/>
                </a:lnTo>
                <a:lnTo>
                  <a:pt x="2170176" y="0"/>
                </a:lnTo>
                <a:lnTo>
                  <a:pt x="0" y="0"/>
                </a:lnTo>
                <a:lnTo>
                  <a:pt x="0" y="217017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1678" name="Stage1_sixpanel_6849">
            <a:extLst>
              <a:ext uri="{FF2B5EF4-FFF2-40B4-BE49-F238E27FC236}">
                <a16:creationId xmlns:a16="http://schemas.microsoft.com/office/drawing/2014/main" id="{A33F7EBA-4014-4203-A63B-21F705C9C977}"/>
              </a:ext>
            </a:extLst>
          </p:cNvPr>
          <p:cNvSpPr>
            <a:spLocks noGrp="1"/>
          </p:cNvSpPr>
          <p:nvPr/>
        </p:nvSpPr>
        <p:spPr>
          <a:xfrm>
            <a:off x="1701002" y="3612166"/>
            <a:ext cx="2170176" cy="2170176"/>
          </a:xfrm>
          <a:custGeom>
            <a:avLst/>
            <a:gdLst/>
            <a:ahLst/>
            <a:cxnLst/>
            <a:rect l="0" t="0" r="0" b="0"/>
            <a:pathLst>
              <a:path w="2170176" h="2170176">
                <a:moveTo>
                  <a:pt x="0" y="2170176"/>
                </a:moveTo>
                <a:lnTo>
                  <a:pt x="2170176" y="0"/>
                </a:lnTo>
              </a:path>
            </a:pathLst>
          </a:custGeom>
          <a:noFill/>
          <a:ln w="10933">
            <a:solidFill>
              <a:srgbClr val="939CA2"/>
            </a:solidFill>
            <a:prstDash val="dot"/>
          </a:ln>
        </p:spPr>
      </p:sp>
      <p:sp>
        <p:nvSpPr>
          <p:cNvPr id="1679" name="Stage1_sixpanel_6850">
            <a:extLst>
              <a:ext uri="{FF2B5EF4-FFF2-40B4-BE49-F238E27FC236}">
                <a16:creationId xmlns:a16="http://schemas.microsoft.com/office/drawing/2014/main" id="{618AA630-EA4E-48B2-9AA6-07E38B16C1A9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65D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0" name="Stage1_sixpanel_6851">
            <a:extLst>
              <a:ext uri="{FF2B5EF4-FFF2-40B4-BE49-F238E27FC236}">
                <a16:creationId xmlns:a16="http://schemas.microsoft.com/office/drawing/2014/main" id="{FE487D9E-022B-4FB4-BE37-12CC29E63129}"/>
              </a:ext>
            </a:extLst>
          </p:cNvPr>
          <p:cNvSpPr>
            <a:spLocks noGrp="1"/>
          </p:cNvSpPr>
          <p:nvPr/>
        </p:nvSpPr>
        <p:spPr>
          <a:xfrm>
            <a:off x="1671869" y="4159163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1" name="Stage1_sixpanel_6852">
            <a:extLst>
              <a:ext uri="{FF2B5EF4-FFF2-40B4-BE49-F238E27FC236}">
                <a16:creationId xmlns:a16="http://schemas.microsoft.com/office/drawing/2014/main" id="{A00DBB38-8B38-4801-8D59-5361406A18B0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443983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2" name="Stage1_sixpanel_6853">
            <a:extLst>
              <a:ext uri="{FF2B5EF4-FFF2-40B4-BE49-F238E27FC236}">
                <a16:creationId xmlns:a16="http://schemas.microsoft.com/office/drawing/2014/main" id="{339C42B4-6F60-4E1B-B1A8-EC575A2DE6BA}"/>
              </a:ext>
            </a:extLst>
          </p:cNvPr>
          <p:cNvSpPr>
            <a:spLocks noGrp="1"/>
          </p:cNvSpPr>
          <p:nvPr/>
        </p:nvSpPr>
        <p:spPr>
          <a:xfrm>
            <a:off x="1671869" y="5391513"/>
            <a:ext cx="58266" cy="58266"/>
          </a:xfrm>
          <a:prstGeom prst="ellipse">
            <a:avLst/>
          </a:prstGeom>
          <a:solidFill>
            <a:srgbClr val="4045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3" name="Stage1_sixpanel_6854">
            <a:extLst>
              <a:ext uri="{FF2B5EF4-FFF2-40B4-BE49-F238E27FC236}">
                <a16:creationId xmlns:a16="http://schemas.microsoft.com/office/drawing/2014/main" id="{F8AEE426-182C-471C-8227-106181EDEBC3}"/>
              </a:ext>
            </a:extLst>
          </p:cNvPr>
          <p:cNvSpPr>
            <a:spLocks noGrp="1"/>
          </p:cNvSpPr>
          <p:nvPr/>
        </p:nvSpPr>
        <p:spPr>
          <a:xfrm>
            <a:off x="2697211" y="4516693"/>
            <a:ext cx="58266" cy="58266"/>
          </a:xfrm>
          <a:prstGeom prst="ellipse">
            <a:avLst/>
          </a:prstGeom>
          <a:solidFill>
            <a:srgbClr val="3363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4" name="Stage1_sixpanel_6855">
            <a:extLst>
              <a:ext uri="{FF2B5EF4-FFF2-40B4-BE49-F238E27FC236}">
                <a16:creationId xmlns:a16="http://schemas.microsoft.com/office/drawing/2014/main" id="{C940EFD3-188B-45F2-8CA0-6DD4FD0EF767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482677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5" name="Stage1_sixpanel_6856">
            <a:extLst>
              <a:ext uri="{FF2B5EF4-FFF2-40B4-BE49-F238E27FC236}">
                <a16:creationId xmlns:a16="http://schemas.microsoft.com/office/drawing/2014/main" id="{853F8C4D-5F38-457E-A704-43217BA4E0DA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6" name="Stage1_sixpanel_6857">
            <a:extLst>
              <a:ext uri="{FF2B5EF4-FFF2-40B4-BE49-F238E27FC236}">
                <a16:creationId xmlns:a16="http://schemas.microsoft.com/office/drawing/2014/main" id="{5BB9B99A-0F01-40C8-9B09-FC8265ADDDD8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3362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7" name="Stage1_sixpanel_6858">
            <a:extLst>
              <a:ext uri="{FF2B5EF4-FFF2-40B4-BE49-F238E27FC236}">
                <a16:creationId xmlns:a16="http://schemas.microsoft.com/office/drawing/2014/main" id="{607FBC1A-1F1E-4230-A9EF-FA91F805AEC2}"/>
              </a:ext>
            </a:extLst>
          </p:cNvPr>
          <p:cNvSpPr>
            <a:spLocks noGrp="1"/>
          </p:cNvSpPr>
          <p:nvPr/>
        </p:nvSpPr>
        <p:spPr>
          <a:xfrm>
            <a:off x="1671869" y="5174495"/>
            <a:ext cx="58266" cy="58266"/>
          </a:xfrm>
          <a:prstGeom prst="ellipse">
            <a:avLst/>
          </a:prstGeom>
          <a:solidFill>
            <a:srgbClr val="46327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8" name="Stage1_sixpanel_6859">
            <a:extLst>
              <a:ext uri="{FF2B5EF4-FFF2-40B4-BE49-F238E27FC236}">
                <a16:creationId xmlns:a16="http://schemas.microsoft.com/office/drawing/2014/main" id="{9F643063-BAA5-485C-B721-10746D5F634D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355F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9" name="Stage1_sixpanel_6860">
            <a:extLst>
              <a:ext uri="{FF2B5EF4-FFF2-40B4-BE49-F238E27FC236}">
                <a16:creationId xmlns:a16="http://schemas.microsoft.com/office/drawing/2014/main" id="{8BE790D2-06D8-4D74-AF86-FC70CE58DB66}"/>
              </a:ext>
            </a:extLst>
          </p:cNvPr>
          <p:cNvSpPr>
            <a:spLocks noGrp="1"/>
          </p:cNvSpPr>
          <p:nvPr/>
        </p:nvSpPr>
        <p:spPr>
          <a:xfrm>
            <a:off x="3381232" y="4707440"/>
            <a:ext cx="58266" cy="58266"/>
          </a:xfrm>
          <a:prstGeom prst="ellipse">
            <a:avLst/>
          </a:prstGeom>
          <a:solidFill>
            <a:srgbClr val="65CB5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0" name="Stage1_sixpanel_6861">
            <a:extLst>
              <a:ext uri="{FF2B5EF4-FFF2-40B4-BE49-F238E27FC236}">
                <a16:creationId xmlns:a16="http://schemas.microsoft.com/office/drawing/2014/main" id="{B5F65B6F-1B1C-4966-BAED-C58462999C16}"/>
              </a:ext>
            </a:extLst>
          </p:cNvPr>
          <p:cNvSpPr>
            <a:spLocks noGrp="1"/>
          </p:cNvSpPr>
          <p:nvPr/>
        </p:nvSpPr>
        <p:spPr>
          <a:xfrm>
            <a:off x="3030812" y="4441343"/>
            <a:ext cx="58266" cy="58266"/>
          </a:xfrm>
          <a:prstGeom prst="ellipse">
            <a:avLst/>
          </a:prstGeom>
          <a:solidFill>
            <a:srgbClr val="3C50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1" name="Stage1_sixpanel_6862">
            <a:extLst>
              <a:ext uri="{FF2B5EF4-FFF2-40B4-BE49-F238E27FC236}">
                <a16:creationId xmlns:a16="http://schemas.microsoft.com/office/drawing/2014/main" id="{39816374-F230-40D5-9201-18E4C14D8FB9}"/>
              </a:ext>
            </a:extLst>
          </p:cNvPr>
          <p:cNvSpPr>
            <a:spLocks noGrp="1"/>
          </p:cNvSpPr>
          <p:nvPr/>
        </p:nvSpPr>
        <p:spPr>
          <a:xfrm>
            <a:off x="3395953" y="4760189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2" name="Stage1_sixpanel_6863">
            <a:extLst>
              <a:ext uri="{FF2B5EF4-FFF2-40B4-BE49-F238E27FC236}">
                <a16:creationId xmlns:a16="http://schemas.microsoft.com/office/drawing/2014/main" id="{28847AC6-169D-4CC7-9151-86DA07E4A05F}"/>
              </a:ext>
            </a:extLst>
          </p:cNvPr>
          <p:cNvSpPr>
            <a:spLocks noGrp="1"/>
          </p:cNvSpPr>
          <p:nvPr/>
        </p:nvSpPr>
        <p:spPr>
          <a:xfrm>
            <a:off x="1671869" y="4396849"/>
            <a:ext cx="58266" cy="58266"/>
          </a:xfrm>
          <a:prstGeom prst="ellipse">
            <a:avLst/>
          </a:prstGeom>
          <a:solidFill>
            <a:srgbClr val="3069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3" name="Stage1_sixpanel_6864">
            <a:extLst>
              <a:ext uri="{FF2B5EF4-FFF2-40B4-BE49-F238E27FC236}">
                <a16:creationId xmlns:a16="http://schemas.microsoft.com/office/drawing/2014/main" id="{D80BE53E-46B8-4AC1-AC1E-FCE700D99BF1}"/>
              </a:ext>
            </a:extLst>
          </p:cNvPr>
          <p:cNvSpPr>
            <a:spLocks noGrp="1"/>
          </p:cNvSpPr>
          <p:nvPr/>
        </p:nvSpPr>
        <p:spPr>
          <a:xfrm>
            <a:off x="2154130" y="5029817"/>
            <a:ext cx="58266" cy="58266"/>
          </a:xfrm>
          <a:prstGeom prst="ellipse">
            <a:avLst/>
          </a:prstGeom>
          <a:solidFill>
            <a:srgbClr val="3A54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4" name="Stage1_sixpanel_6865">
            <a:extLst>
              <a:ext uri="{FF2B5EF4-FFF2-40B4-BE49-F238E27FC236}">
                <a16:creationId xmlns:a16="http://schemas.microsoft.com/office/drawing/2014/main" id="{23C992CE-7012-456F-BA51-8A5BFA60142D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5" name="Stage1_sixpanel_6866">
            <a:extLst>
              <a:ext uri="{FF2B5EF4-FFF2-40B4-BE49-F238E27FC236}">
                <a16:creationId xmlns:a16="http://schemas.microsoft.com/office/drawing/2014/main" id="{DFC69673-BA55-4A47-B49F-437490B79F9F}"/>
              </a:ext>
            </a:extLst>
          </p:cNvPr>
          <p:cNvSpPr>
            <a:spLocks noGrp="1"/>
          </p:cNvSpPr>
          <p:nvPr/>
        </p:nvSpPr>
        <p:spPr>
          <a:xfrm>
            <a:off x="1671869" y="4668121"/>
            <a:ext cx="58266" cy="58266"/>
          </a:xfrm>
          <a:prstGeom prst="ellipse">
            <a:avLst/>
          </a:prstGeom>
          <a:solidFill>
            <a:srgbClr val="375B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6" name="Stage1_sixpanel_6867">
            <a:extLst>
              <a:ext uri="{FF2B5EF4-FFF2-40B4-BE49-F238E27FC236}">
                <a16:creationId xmlns:a16="http://schemas.microsoft.com/office/drawing/2014/main" id="{C607B971-3C67-4563-9F2E-A59FB7E10468}"/>
              </a:ext>
            </a:extLst>
          </p:cNvPr>
          <p:cNvSpPr>
            <a:spLocks noGrp="1"/>
          </p:cNvSpPr>
          <p:nvPr/>
        </p:nvSpPr>
        <p:spPr>
          <a:xfrm>
            <a:off x="2214413" y="3583033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7" name="Stage1_sixpanel_6868">
            <a:extLst>
              <a:ext uri="{FF2B5EF4-FFF2-40B4-BE49-F238E27FC236}">
                <a16:creationId xmlns:a16="http://schemas.microsoft.com/office/drawing/2014/main" id="{095C6DA2-EDC7-4DD5-8107-05D20C309703}"/>
              </a:ext>
            </a:extLst>
          </p:cNvPr>
          <p:cNvSpPr>
            <a:spLocks noGrp="1"/>
          </p:cNvSpPr>
          <p:nvPr/>
        </p:nvSpPr>
        <p:spPr>
          <a:xfrm>
            <a:off x="3312198" y="3673307"/>
            <a:ext cx="58266" cy="58266"/>
          </a:xfrm>
          <a:prstGeom prst="ellipse">
            <a:avLst/>
          </a:prstGeom>
          <a:solidFill>
            <a:srgbClr val="481A6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8" name="Stage1_sixpanel_6869">
            <a:extLst>
              <a:ext uri="{FF2B5EF4-FFF2-40B4-BE49-F238E27FC236}">
                <a16:creationId xmlns:a16="http://schemas.microsoft.com/office/drawing/2014/main" id="{51151360-F7DE-44FB-9BEE-82D0DFE9192D}"/>
              </a:ext>
            </a:extLst>
          </p:cNvPr>
          <p:cNvSpPr>
            <a:spLocks noGrp="1"/>
          </p:cNvSpPr>
          <p:nvPr/>
        </p:nvSpPr>
        <p:spPr>
          <a:xfrm>
            <a:off x="3181420" y="4125577"/>
            <a:ext cx="58266" cy="58266"/>
          </a:xfrm>
          <a:prstGeom prst="ellipse">
            <a:avLst/>
          </a:prstGeom>
          <a:solidFill>
            <a:srgbClr val="472E7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9" name="Stage1_sixpanel_6870">
            <a:extLst>
              <a:ext uri="{FF2B5EF4-FFF2-40B4-BE49-F238E27FC236}">
                <a16:creationId xmlns:a16="http://schemas.microsoft.com/office/drawing/2014/main" id="{554B57C9-CBA7-404D-949F-0698420F2C31}"/>
              </a:ext>
            </a:extLst>
          </p:cNvPr>
          <p:cNvSpPr>
            <a:spLocks noGrp="1"/>
          </p:cNvSpPr>
          <p:nvPr/>
        </p:nvSpPr>
        <p:spPr>
          <a:xfrm>
            <a:off x="2162057" y="4757936"/>
            <a:ext cx="58266" cy="58266"/>
          </a:xfrm>
          <a:prstGeom prst="ellipse">
            <a:avLst/>
          </a:prstGeom>
          <a:solidFill>
            <a:srgbClr val="46075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0" name="Stage1_sixpanel_6871">
            <a:extLst>
              <a:ext uri="{FF2B5EF4-FFF2-40B4-BE49-F238E27FC236}">
                <a16:creationId xmlns:a16="http://schemas.microsoft.com/office/drawing/2014/main" id="{31BA15A0-E86D-42CD-BC6E-FD74CD9A04BB}"/>
              </a:ext>
            </a:extLst>
          </p:cNvPr>
          <p:cNvSpPr>
            <a:spLocks noGrp="1"/>
          </p:cNvSpPr>
          <p:nvPr/>
        </p:nvSpPr>
        <p:spPr>
          <a:xfrm>
            <a:off x="1671869" y="5391513"/>
            <a:ext cx="58266" cy="58266"/>
          </a:xfrm>
          <a:prstGeom prst="ellipse">
            <a:avLst/>
          </a:prstGeom>
          <a:solidFill>
            <a:srgbClr val="470D60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1" name="Stage1_sixpanel_6872">
            <a:extLst>
              <a:ext uri="{FF2B5EF4-FFF2-40B4-BE49-F238E27FC236}">
                <a16:creationId xmlns:a16="http://schemas.microsoft.com/office/drawing/2014/main" id="{1711EDF3-C71A-4304-86B5-F819DBC4ED5C}"/>
              </a:ext>
            </a:extLst>
          </p:cNvPr>
          <p:cNvSpPr>
            <a:spLocks noGrp="1"/>
          </p:cNvSpPr>
          <p:nvPr/>
        </p:nvSpPr>
        <p:spPr>
          <a:xfrm>
            <a:off x="3089717" y="4017068"/>
            <a:ext cx="58266" cy="58266"/>
          </a:xfrm>
          <a:prstGeom prst="ellipse">
            <a:avLst/>
          </a:prstGeom>
          <a:solidFill>
            <a:srgbClr val="48297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2" name="Stage1_sixpanel_6873">
            <a:extLst>
              <a:ext uri="{FF2B5EF4-FFF2-40B4-BE49-F238E27FC236}">
                <a16:creationId xmlns:a16="http://schemas.microsoft.com/office/drawing/2014/main" id="{B79F1D55-6B10-4AB3-882D-33A3E0D34102}"/>
              </a:ext>
            </a:extLst>
          </p:cNvPr>
          <p:cNvSpPr>
            <a:spLocks noGrp="1"/>
          </p:cNvSpPr>
          <p:nvPr/>
        </p:nvSpPr>
        <p:spPr>
          <a:xfrm>
            <a:off x="3028229" y="4396849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3" name="Stage1_sixpanel_6874">
            <a:extLst>
              <a:ext uri="{FF2B5EF4-FFF2-40B4-BE49-F238E27FC236}">
                <a16:creationId xmlns:a16="http://schemas.microsoft.com/office/drawing/2014/main" id="{072B8872-271F-4A0C-A152-D85051CF4AF4}"/>
              </a:ext>
            </a:extLst>
          </p:cNvPr>
          <p:cNvSpPr>
            <a:spLocks noGrp="1"/>
          </p:cNvSpPr>
          <p:nvPr/>
        </p:nvSpPr>
        <p:spPr>
          <a:xfrm>
            <a:off x="1671869" y="5210665"/>
            <a:ext cx="58266" cy="58266"/>
          </a:xfrm>
          <a:prstGeom prst="ellipse">
            <a:avLst/>
          </a:prstGeom>
          <a:solidFill>
            <a:srgbClr val="443B84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4" name="Stage1_sixpanel_6875">
            <a:extLst>
              <a:ext uri="{FF2B5EF4-FFF2-40B4-BE49-F238E27FC236}">
                <a16:creationId xmlns:a16="http://schemas.microsoft.com/office/drawing/2014/main" id="{485F74DF-CAA3-446E-8255-4FF0D6790676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1F98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5" name="Stage1_sixpanel_6876">
            <a:extLst>
              <a:ext uri="{FF2B5EF4-FFF2-40B4-BE49-F238E27FC236}">
                <a16:creationId xmlns:a16="http://schemas.microsoft.com/office/drawing/2014/main" id="{28EE3448-F9E2-4DE1-9120-F399F532F2DA}"/>
              </a:ext>
            </a:extLst>
          </p:cNvPr>
          <p:cNvSpPr>
            <a:spLocks noGrp="1"/>
          </p:cNvSpPr>
          <p:nvPr/>
        </p:nvSpPr>
        <p:spPr>
          <a:xfrm>
            <a:off x="2093847" y="4812799"/>
            <a:ext cx="58266" cy="58266"/>
          </a:xfrm>
          <a:prstGeom prst="ellipse">
            <a:avLst/>
          </a:prstGeom>
          <a:solidFill>
            <a:srgbClr val="3D4D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6" name="Stage1_sixpanel_6877">
            <a:extLst>
              <a:ext uri="{FF2B5EF4-FFF2-40B4-BE49-F238E27FC236}">
                <a16:creationId xmlns:a16="http://schemas.microsoft.com/office/drawing/2014/main" id="{753930A6-E392-4C08-BD7B-35D2D0F195E8}"/>
              </a:ext>
            </a:extLst>
          </p:cNvPr>
          <p:cNvSpPr>
            <a:spLocks noGrp="1"/>
          </p:cNvSpPr>
          <p:nvPr/>
        </p:nvSpPr>
        <p:spPr>
          <a:xfrm>
            <a:off x="1671869" y="5297437"/>
            <a:ext cx="58266" cy="58266"/>
          </a:xfrm>
          <a:prstGeom prst="ellipse">
            <a:avLst/>
          </a:prstGeom>
          <a:solidFill>
            <a:srgbClr val="277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7" name="Stage1_sixpanel_6878">
            <a:extLst>
              <a:ext uri="{FF2B5EF4-FFF2-40B4-BE49-F238E27FC236}">
                <a16:creationId xmlns:a16="http://schemas.microsoft.com/office/drawing/2014/main" id="{673625FC-0DBE-4A83-B749-5B29E25178E4}"/>
              </a:ext>
            </a:extLst>
          </p:cNvPr>
          <p:cNvSpPr>
            <a:spLocks noGrp="1"/>
          </p:cNvSpPr>
          <p:nvPr/>
        </p:nvSpPr>
        <p:spPr>
          <a:xfrm>
            <a:off x="1981894" y="5133158"/>
            <a:ext cx="58266" cy="58266"/>
          </a:xfrm>
          <a:prstGeom prst="ellipse">
            <a:avLst/>
          </a:prstGeom>
          <a:solidFill>
            <a:srgbClr val="1F9E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8" name="Stage1_sixpanel_6879">
            <a:extLst>
              <a:ext uri="{FF2B5EF4-FFF2-40B4-BE49-F238E27FC236}">
                <a16:creationId xmlns:a16="http://schemas.microsoft.com/office/drawing/2014/main" id="{372A57EC-72F2-4D8F-BC0F-B0D27F31D61A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1FA1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9" name="Stage1_sixpanel_6880">
            <a:extLst>
              <a:ext uri="{FF2B5EF4-FFF2-40B4-BE49-F238E27FC236}">
                <a16:creationId xmlns:a16="http://schemas.microsoft.com/office/drawing/2014/main" id="{984A79A9-7A08-4ABE-AEDA-1B2D769DFCCB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81A6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0" name="Stage1_sixpanel_6881">
            <a:extLst>
              <a:ext uri="{FF2B5EF4-FFF2-40B4-BE49-F238E27FC236}">
                <a16:creationId xmlns:a16="http://schemas.microsoft.com/office/drawing/2014/main" id="{49091BB6-3EB6-45EC-AE27-BC2A51167282}"/>
              </a:ext>
            </a:extLst>
          </p:cNvPr>
          <p:cNvSpPr>
            <a:spLocks noGrp="1"/>
          </p:cNvSpPr>
          <p:nvPr/>
        </p:nvSpPr>
        <p:spPr>
          <a:xfrm>
            <a:off x="1977919" y="5211763"/>
            <a:ext cx="58266" cy="58266"/>
          </a:xfrm>
          <a:prstGeom prst="ellipse">
            <a:avLst/>
          </a:prstGeom>
          <a:solidFill>
            <a:srgbClr val="2D71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1" name="Stage1_sixpanel_6882">
            <a:extLst>
              <a:ext uri="{FF2B5EF4-FFF2-40B4-BE49-F238E27FC236}">
                <a16:creationId xmlns:a16="http://schemas.microsoft.com/office/drawing/2014/main" id="{CFECEB7D-231D-469B-8D37-3655F75BE0DE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53781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2" name="Stage1_sixpanel_6883">
            <a:extLst>
              <a:ext uri="{FF2B5EF4-FFF2-40B4-BE49-F238E27FC236}">
                <a16:creationId xmlns:a16="http://schemas.microsoft.com/office/drawing/2014/main" id="{6A700D2C-23E5-4B37-9B6C-A9684BD0CACD}"/>
              </a:ext>
            </a:extLst>
          </p:cNvPr>
          <p:cNvSpPr>
            <a:spLocks noGrp="1"/>
          </p:cNvSpPr>
          <p:nvPr/>
        </p:nvSpPr>
        <p:spPr>
          <a:xfrm>
            <a:off x="2756957" y="5391513"/>
            <a:ext cx="58266" cy="58266"/>
          </a:xfrm>
          <a:prstGeom prst="ellipse">
            <a:avLst/>
          </a:prstGeom>
          <a:solidFill>
            <a:srgbClr val="355E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3" name="Stage1_sixpanel_6884">
            <a:extLst>
              <a:ext uri="{FF2B5EF4-FFF2-40B4-BE49-F238E27FC236}">
                <a16:creationId xmlns:a16="http://schemas.microsoft.com/office/drawing/2014/main" id="{A6B01815-234F-4469-AA96-573CCB92F25B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4" name="Stage1_sixpanel_6885">
            <a:extLst>
              <a:ext uri="{FF2B5EF4-FFF2-40B4-BE49-F238E27FC236}">
                <a16:creationId xmlns:a16="http://schemas.microsoft.com/office/drawing/2014/main" id="{F5B27888-C744-4220-874C-202ACA39EEFC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2092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5" name="Stage1_sixpanel_6886">
            <a:extLst>
              <a:ext uri="{FF2B5EF4-FFF2-40B4-BE49-F238E27FC236}">
                <a16:creationId xmlns:a16="http://schemas.microsoft.com/office/drawing/2014/main" id="{FC87E9BA-0D49-4D87-B5BE-7EE761EA14EE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1F98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6" name="Stage1_sixpanel_6887">
            <a:extLst>
              <a:ext uri="{FF2B5EF4-FFF2-40B4-BE49-F238E27FC236}">
                <a16:creationId xmlns:a16="http://schemas.microsoft.com/office/drawing/2014/main" id="{D1D86782-D71C-44FB-9E47-310852130BB3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3D4D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7" name="Stage1_sixpanel_6888">
            <a:extLst>
              <a:ext uri="{FF2B5EF4-FFF2-40B4-BE49-F238E27FC236}">
                <a16:creationId xmlns:a16="http://schemas.microsoft.com/office/drawing/2014/main" id="{69900196-8476-4934-B392-EF471B1753DD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E4C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8" name="Stage1_sixpanel_6889">
            <a:extLst>
              <a:ext uri="{FF2B5EF4-FFF2-40B4-BE49-F238E27FC236}">
                <a16:creationId xmlns:a16="http://schemas.microsoft.com/office/drawing/2014/main" id="{DD66BC8D-2D64-4C13-822B-BECCD21BCA3E}"/>
              </a:ext>
            </a:extLst>
          </p:cNvPr>
          <p:cNvSpPr>
            <a:spLocks noGrp="1"/>
          </p:cNvSpPr>
          <p:nvPr/>
        </p:nvSpPr>
        <p:spPr>
          <a:xfrm>
            <a:off x="2485685" y="3854305"/>
            <a:ext cx="58266" cy="58266"/>
          </a:xfrm>
          <a:prstGeom prst="ellipse">
            <a:avLst/>
          </a:prstGeom>
          <a:solidFill>
            <a:srgbClr val="2682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9" name="Stage1_sixpanel_6890">
            <a:extLst>
              <a:ext uri="{FF2B5EF4-FFF2-40B4-BE49-F238E27FC236}">
                <a16:creationId xmlns:a16="http://schemas.microsoft.com/office/drawing/2014/main" id="{39BEFEF3-24DC-4398-A9AE-110F999F9409}"/>
              </a:ext>
            </a:extLst>
          </p:cNvPr>
          <p:cNvSpPr>
            <a:spLocks noGrp="1"/>
          </p:cNvSpPr>
          <p:nvPr/>
        </p:nvSpPr>
        <p:spPr>
          <a:xfrm>
            <a:off x="1671869" y="5512078"/>
            <a:ext cx="58266" cy="58266"/>
          </a:xfrm>
          <a:prstGeom prst="ellipse">
            <a:avLst/>
          </a:prstGeom>
          <a:solidFill>
            <a:srgbClr val="2C72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0" name="Stage1_sixpanel_6891">
            <a:extLst>
              <a:ext uri="{FF2B5EF4-FFF2-40B4-BE49-F238E27FC236}">
                <a16:creationId xmlns:a16="http://schemas.microsoft.com/office/drawing/2014/main" id="{6894482C-8C49-4D3A-AEF9-EF1B403BAB76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1" name="Stage1_sixpanel_6892">
            <a:extLst>
              <a:ext uri="{FF2B5EF4-FFF2-40B4-BE49-F238E27FC236}">
                <a16:creationId xmlns:a16="http://schemas.microsoft.com/office/drawing/2014/main" id="{00692E1B-4F3B-4A1E-9635-0B4C17F8F2CB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26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2" name="Stage1_sixpanel_6893">
            <a:extLst>
              <a:ext uri="{FF2B5EF4-FFF2-40B4-BE49-F238E27FC236}">
                <a16:creationId xmlns:a16="http://schemas.microsoft.com/office/drawing/2014/main" id="{CE0BB377-92CD-49F8-88F0-C1535D22707B}"/>
              </a:ext>
            </a:extLst>
          </p:cNvPr>
          <p:cNvSpPr>
            <a:spLocks noGrp="1"/>
          </p:cNvSpPr>
          <p:nvPr/>
        </p:nvSpPr>
        <p:spPr>
          <a:xfrm>
            <a:off x="1671869" y="4055331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3" name="Stage1_sixpanel_6894">
            <a:extLst>
              <a:ext uri="{FF2B5EF4-FFF2-40B4-BE49-F238E27FC236}">
                <a16:creationId xmlns:a16="http://schemas.microsoft.com/office/drawing/2014/main" id="{C2C04E5A-C24A-41C2-B50D-4A9222AC406F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26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4" name="Stage1_sixpanel_6895">
            <a:extLst>
              <a:ext uri="{FF2B5EF4-FFF2-40B4-BE49-F238E27FC236}">
                <a16:creationId xmlns:a16="http://schemas.microsoft.com/office/drawing/2014/main" id="{E33EBCD2-FE5C-4488-B3B9-8B75DACEFFEE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21A685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5" name="Stage1_sixpanel_6896">
            <a:extLst>
              <a:ext uri="{FF2B5EF4-FFF2-40B4-BE49-F238E27FC236}">
                <a16:creationId xmlns:a16="http://schemas.microsoft.com/office/drawing/2014/main" id="{31988FA3-20E6-4419-B507-ED3FBAEE468E}"/>
              </a:ext>
            </a:extLst>
          </p:cNvPr>
          <p:cNvSpPr>
            <a:spLocks noGrp="1"/>
          </p:cNvSpPr>
          <p:nvPr/>
        </p:nvSpPr>
        <p:spPr>
          <a:xfrm>
            <a:off x="2129391" y="5085715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6" name="Stage1_sixpanel_6897">
            <a:extLst>
              <a:ext uri="{FF2B5EF4-FFF2-40B4-BE49-F238E27FC236}">
                <a16:creationId xmlns:a16="http://schemas.microsoft.com/office/drawing/2014/main" id="{DC74FE49-D09E-4425-AC13-AF0CA732EE84}"/>
              </a:ext>
            </a:extLst>
          </p:cNvPr>
          <p:cNvSpPr>
            <a:spLocks noGrp="1"/>
          </p:cNvSpPr>
          <p:nvPr/>
        </p:nvSpPr>
        <p:spPr>
          <a:xfrm>
            <a:off x="1671869" y="5391513"/>
            <a:ext cx="58266" cy="58266"/>
          </a:xfrm>
          <a:prstGeom prst="ellipse">
            <a:avLst/>
          </a:prstGeom>
          <a:solidFill>
            <a:srgbClr val="481A6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7" name="Stage1_sixpanel_6898">
            <a:extLst>
              <a:ext uri="{FF2B5EF4-FFF2-40B4-BE49-F238E27FC236}">
                <a16:creationId xmlns:a16="http://schemas.microsoft.com/office/drawing/2014/main" id="{027F730B-7B56-44B4-B6DF-0B03A2F18078}"/>
              </a:ext>
            </a:extLst>
          </p:cNvPr>
          <p:cNvSpPr>
            <a:spLocks noGrp="1"/>
          </p:cNvSpPr>
          <p:nvPr/>
        </p:nvSpPr>
        <p:spPr>
          <a:xfrm>
            <a:off x="2901635" y="4668121"/>
            <a:ext cx="58266" cy="58266"/>
          </a:xfrm>
          <a:prstGeom prst="ellipse">
            <a:avLst/>
          </a:prstGeom>
          <a:solidFill>
            <a:srgbClr val="46085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8" name="Stage1_sixpanel_6899">
            <a:extLst>
              <a:ext uri="{FF2B5EF4-FFF2-40B4-BE49-F238E27FC236}">
                <a16:creationId xmlns:a16="http://schemas.microsoft.com/office/drawing/2014/main" id="{83151C11-083E-4018-AA4E-8635F91A72F0}"/>
              </a:ext>
            </a:extLst>
          </p:cNvPr>
          <p:cNvSpPr>
            <a:spLocks noGrp="1"/>
          </p:cNvSpPr>
          <p:nvPr/>
        </p:nvSpPr>
        <p:spPr>
          <a:xfrm>
            <a:off x="2214413" y="4125577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9" name="Stage1_sixpanel_6900">
            <a:extLst>
              <a:ext uri="{FF2B5EF4-FFF2-40B4-BE49-F238E27FC236}">
                <a16:creationId xmlns:a16="http://schemas.microsoft.com/office/drawing/2014/main" id="{F6A47004-6F94-4CF4-99D1-5B9489563D2B}"/>
              </a:ext>
            </a:extLst>
          </p:cNvPr>
          <p:cNvSpPr>
            <a:spLocks noGrp="1"/>
          </p:cNvSpPr>
          <p:nvPr/>
        </p:nvSpPr>
        <p:spPr>
          <a:xfrm>
            <a:off x="1671869" y="5158671"/>
            <a:ext cx="58266" cy="58266"/>
          </a:xfrm>
          <a:prstGeom prst="ellipse">
            <a:avLst/>
          </a:prstGeom>
          <a:solidFill>
            <a:srgbClr val="443983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0" name="Stage1_sixpanel_6901">
            <a:extLst>
              <a:ext uri="{FF2B5EF4-FFF2-40B4-BE49-F238E27FC236}">
                <a16:creationId xmlns:a16="http://schemas.microsoft.com/office/drawing/2014/main" id="{408000D0-CA92-47DC-A235-8E3F97A3CDDB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81467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1" name="Stage1_sixpanel_6902">
            <a:extLst>
              <a:ext uri="{FF2B5EF4-FFF2-40B4-BE49-F238E27FC236}">
                <a16:creationId xmlns:a16="http://schemas.microsoft.com/office/drawing/2014/main" id="{AC6A2E2B-4A8D-476A-AEAA-736057C2BBC1}"/>
              </a:ext>
            </a:extLst>
          </p:cNvPr>
          <p:cNvSpPr>
            <a:spLocks noGrp="1"/>
          </p:cNvSpPr>
          <p:nvPr/>
        </p:nvSpPr>
        <p:spPr>
          <a:xfrm>
            <a:off x="1671869" y="4186539"/>
            <a:ext cx="58266" cy="58266"/>
          </a:xfrm>
          <a:prstGeom prst="ellipse">
            <a:avLst/>
          </a:prstGeom>
          <a:solidFill>
            <a:srgbClr val="277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2" name="Stage1_sixpanel_6903">
            <a:extLst>
              <a:ext uri="{FF2B5EF4-FFF2-40B4-BE49-F238E27FC236}">
                <a16:creationId xmlns:a16="http://schemas.microsoft.com/office/drawing/2014/main" id="{2001912F-B507-4911-8AAF-55DC95B72A50}"/>
              </a:ext>
            </a:extLst>
          </p:cNvPr>
          <p:cNvSpPr>
            <a:spLocks noGrp="1"/>
          </p:cNvSpPr>
          <p:nvPr/>
        </p:nvSpPr>
        <p:spPr>
          <a:xfrm>
            <a:off x="3329742" y="4291194"/>
            <a:ext cx="58266" cy="58266"/>
          </a:xfrm>
          <a:prstGeom prst="ellipse">
            <a:avLst/>
          </a:prstGeom>
          <a:solidFill>
            <a:srgbClr val="258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3" name="Stage1_sixpanel_6904">
            <a:extLst>
              <a:ext uri="{FF2B5EF4-FFF2-40B4-BE49-F238E27FC236}">
                <a16:creationId xmlns:a16="http://schemas.microsoft.com/office/drawing/2014/main" id="{4E7ECAAE-026E-414C-8653-E3FEA1EB122A}"/>
              </a:ext>
            </a:extLst>
          </p:cNvPr>
          <p:cNvSpPr>
            <a:spLocks noGrp="1"/>
          </p:cNvSpPr>
          <p:nvPr/>
        </p:nvSpPr>
        <p:spPr>
          <a:xfrm>
            <a:off x="1671869" y="4425097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4" name="Stage1_sixpanel_6905">
            <a:extLst>
              <a:ext uri="{FF2B5EF4-FFF2-40B4-BE49-F238E27FC236}">
                <a16:creationId xmlns:a16="http://schemas.microsoft.com/office/drawing/2014/main" id="{44FE2AEE-DA97-4769-9EF1-9AFB8883B727}"/>
              </a:ext>
            </a:extLst>
          </p:cNvPr>
          <p:cNvSpPr>
            <a:spLocks noGrp="1"/>
          </p:cNvSpPr>
          <p:nvPr/>
        </p:nvSpPr>
        <p:spPr>
          <a:xfrm>
            <a:off x="3118653" y="4464021"/>
            <a:ext cx="58266" cy="58266"/>
          </a:xfrm>
          <a:prstGeom prst="ellipse">
            <a:avLst/>
          </a:prstGeom>
          <a:solidFill>
            <a:srgbClr val="1F98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5" name="Stage1_sixpanel_6906">
            <a:extLst>
              <a:ext uri="{FF2B5EF4-FFF2-40B4-BE49-F238E27FC236}">
                <a16:creationId xmlns:a16="http://schemas.microsoft.com/office/drawing/2014/main" id="{29D572C5-6250-4FB4-9274-1E115EF4186A}"/>
              </a:ext>
            </a:extLst>
          </p:cNvPr>
          <p:cNvSpPr>
            <a:spLocks noGrp="1"/>
          </p:cNvSpPr>
          <p:nvPr/>
        </p:nvSpPr>
        <p:spPr>
          <a:xfrm>
            <a:off x="1671869" y="48231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6" name="Stage1_sixpanel_6907">
            <a:extLst>
              <a:ext uri="{FF2B5EF4-FFF2-40B4-BE49-F238E27FC236}">
                <a16:creationId xmlns:a16="http://schemas.microsoft.com/office/drawing/2014/main" id="{02402F87-D41E-4922-A4A0-99453F30840C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7" name="Stage1_sixpanel_6908">
            <a:extLst>
              <a:ext uri="{FF2B5EF4-FFF2-40B4-BE49-F238E27FC236}">
                <a16:creationId xmlns:a16="http://schemas.microsoft.com/office/drawing/2014/main" id="{430FACEE-B6CD-47B5-BD8C-D808244E0DFA}"/>
              </a:ext>
            </a:extLst>
          </p:cNvPr>
          <p:cNvSpPr>
            <a:spLocks noGrp="1"/>
          </p:cNvSpPr>
          <p:nvPr/>
        </p:nvSpPr>
        <p:spPr>
          <a:xfrm>
            <a:off x="1713635" y="5703223"/>
            <a:ext cx="58266" cy="58266"/>
          </a:xfrm>
          <a:prstGeom prst="ellipse">
            <a:avLst/>
          </a:prstGeom>
          <a:solidFill>
            <a:srgbClr val="4EC36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8" name="Stage1_sixpanel_6909">
            <a:extLst>
              <a:ext uri="{FF2B5EF4-FFF2-40B4-BE49-F238E27FC236}">
                <a16:creationId xmlns:a16="http://schemas.microsoft.com/office/drawing/2014/main" id="{6160D14B-E620-45BF-A1C0-C99C38E6D84C}"/>
              </a:ext>
            </a:extLst>
          </p:cNvPr>
          <p:cNvSpPr>
            <a:spLocks noGrp="1"/>
          </p:cNvSpPr>
          <p:nvPr/>
        </p:nvSpPr>
        <p:spPr>
          <a:xfrm>
            <a:off x="3118653" y="4306425"/>
            <a:ext cx="58266" cy="58266"/>
          </a:xfrm>
          <a:prstGeom prst="ellipse">
            <a:avLst/>
          </a:prstGeom>
          <a:solidFill>
            <a:srgbClr val="3F47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9" name="Stage1_sixpanel_6910">
            <a:extLst>
              <a:ext uri="{FF2B5EF4-FFF2-40B4-BE49-F238E27FC236}">
                <a16:creationId xmlns:a16="http://schemas.microsoft.com/office/drawing/2014/main" id="{DD615831-430F-42C7-8984-5AF0FBA62A07}"/>
              </a:ext>
            </a:extLst>
          </p:cNvPr>
          <p:cNvSpPr>
            <a:spLocks noGrp="1"/>
          </p:cNvSpPr>
          <p:nvPr/>
        </p:nvSpPr>
        <p:spPr>
          <a:xfrm>
            <a:off x="2304837" y="4279298"/>
            <a:ext cx="58266" cy="58266"/>
          </a:xfrm>
          <a:prstGeom prst="ellipse">
            <a:avLst/>
          </a:prstGeom>
          <a:solidFill>
            <a:srgbClr val="3955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0" name="Stage1_sixpanel_6911">
            <a:extLst>
              <a:ext uri="{FF2B5EF4-FFF2-40B4-BE49-F238E27FC236}">
                <a16:creationId xmlns:a16="http://schemas.microsoft.com/office/drawing/2014/main" id="{9C0923ED-78D3-449D-8681-00C7A645E20E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287C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1" name="Stage1_sixpanel_6912">
            <a:extLst>
              <a:ext uri="{FF2B5EF4-FFF2-40B4-BE49-F238E27FC236}">
                <a16:creationId xmlns:a16="http://schemas.microsoft.com/office/drawing/2014/main" id="{DFA66350-9053-4BF2-B31E-55F9E4159BA4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C50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2" name="Stage1_sixpanel_6913">
            <a:extLst>
              <a:ext uri="{FF2B5EF4-FFF2-40B4-BE49-F238E27FC236}">
                <a16:creationId xmlns:a16="http://schemas.microsoft.com/office/drawing/2014/main" id="{0D36E4B1-2B3C-4E03-AD28-0F4ABEB090F3}"/>
              </a:ext>
            </a:extLst>
          </p:cNvPr>
          <p:cNvSpPr>
            <a:spLocks noGrp="1"/>
          </p:cNvSpPr>
          <p:nvPr/>
        </p:nvSpPr>
        <p:spPr>
          <a:xfrm>
            <a:off x="1671869" y="5210665"/>
            <a:ext cx="58266" cy="58266"/>
          </a:xfrm>
          <a:prstGeom prst="ellipse">
            <a:avLst/>
          </a:prstGeom>
          <a:solidFill>
            <a:srgbClr val="472C7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3" name="Stage1_sixpanel_6914">
            <a:extLst>
              <a:ext uri="{FF2B5EF4-FFF2-40B4-BE49-F238E27FC236}">
                <a16:creationId xmlns:a16="http://schemas.microsoft.com/office/drawing/2014/main" id="{3C254E73-D784-4CF7-8FEE-4C7F0ACD1211}"/>
              </a:ext>
            </a:extLst>
          </p:cNvPr>
          <p:cNvSpPr>
            <a:spLocks noGrp="1"/>
          </p:cNvSpPr>
          <p:nvPr/>
        </p:nvSpPr>
        <p:spPr>
          <a:xfrm>
            <a:off x="2395261" y="5753209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4" name="Stage1_sixpanel_6915">
            <a:extLst>
              <a:ext uri="{FF2B5EF4-FFF2-40B4-BE49-F238E27FC236}">
                <a16:creationId xmlns:a16="http://schemas.microsoft.com/office/drawing/2014/main" id="{A5CE6C8C-F714-415A-BA61-40BBB3D26173}"/>
              </a:ext>
            </a:extLst>
          </p:cNvPr>
          <p:cNvSpPr>
            <a:spLocks noGrp="1"/>
          </p:cNvSpPr>
          <p:nvPr/>
        </p:nvSpPr>
        <p:spPr>
          <a:xfrm>
            <a:off x="1671869" y="4754239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5" name="Stage1_sixpanel_6916">
            <a:extLst>
              <a:ext uri="{FF2B5EF4-FFF2-40B4-BE49-F238E27FC236}">
                <a16:creationId xmlns:a16="http://schemas.microsoft.com/office/drawing/2014/main" id="{7721DAB7-8AC6-434D-BF83-D195A13735A3}"/>
              </a:ext>
            </a:extLst>
          </p:cNvPr>
          <p:cNvSpPr>
            <a:spLocks noGrp="1"/>
          </p:cNvSpPr>
          <p:nvPr/>
        </p:nvSpPr>
        <p:spPr>
          <a:xfrm>
            <a:off x="1671869" y="4291662"/>
            <a:ext cx="58266" cy="58266"/>
          </a:xfrm>
          <a:prstGeom prst="ellipse">
            <a:avLst/>
          </a:prstGeom>
          <a:solidFill>
            <a:srgbClr val="3363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6" name="Stage1_sixpanel_6917">
            <a:extLst>
              <a:ext uri="{FF2B5EF4-FFF2-40B4-BE49-F238E27FC236}">
                <a16:creationId xmlns:a16="http://schemas.microsoft.com/office/drawing/2014/main" id="{BB6CFECA-FC49-4AF5-9AA5-3B73F4ECE2CD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3955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7" name="Stage1_sixpanel_6918">
            <a:extLst>
              <a:ext uri="{FF2B5EF4-FFF2-40B4-BE49-F238E27FC236}">
                <a16:creationId xmlns:a16="http://schemas.microsoft.com/office/drawing/2014/main" id="{8943A8D9-57FD-4F03-AEAD-58020CB8A5D1}"/>
              </a:ext>
            </a:extLst>
          </p:cNvPr>
          <p:cNvSpPr>
            <a:spLocks noGrp="1"/>
          </p:cNvSpPr>
          <p:nvPr/>
        </p:nvSpPr>
        <p:spPr>
          <a:xfrm>
            <a:off x="2522962" y="3583033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8" name="Stage1_sixpanel_6919">
            <a:extLst>
              <a:ext uri="{FF2B5EF4-FFF2-40B4-BE49-F238E27FC236}">
                <a16:creationId xmlns:a16="http://schemas.microsoft.com/office/drawing/2014/main" id="{72508D52-3EDE-41B3-A7EF-A4FA55E20117}"/>
              </a:ext>
            </a:extLst>
          </p:cNvPr>
          <p:cNvSpPr>
            <a:spLocks noGrp="1"/>
          </p:cNvSpPr>
          <p:nvPr/>
        </p:nvSpPr>
        <p:spPr>
          <a:xfrm>
            <a:off x="1671869" y="4498866"/>
            <a:ext cx="58266" cy="58266"/>
          </a:xfrm>
          <a:prstGeom prst="ellipse">
            <a:avLst/>
          </a:prstGeom>
          <a:solidFill>
            <a:srgbClr val="3C50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9" name="Stage1_sixpanel_6920">
            <a:extLst>
              <a:ext uri="{FF2B5EF4-FFF2-40B4-BE49-F238E27FC236}">
                <a16:creationId xmlns:a16="http://schemas.microsoft.com/office/drawing/2014/main" id="{18BA102A-2DB3-4B41-B786-F34A618EDFD1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2F6C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0" name="Stage1_sixpanel_6921">
            <a:extLst>
              <a:ext uri="{FF2B5EF4-FFF2-40B4-BE49-F238E27FC236}">
                <a16:creationId xmlns:a16="http://schemas.microsoft.com/office/drawing/2014/main" id="{24BB9146-0597-4F26-9C3F-7B9B13940BA3}"/>
              </a:ext>
            </a:extLst>
          </p:cNvPr>
          <p:cNvSpPr>
            <a:spLocks noGrp="1"/>
          </p:cNvSpPr>
          <p:nvPr/>
        </p:nvSpPr>
        <p:spPr>
          <a:xfrm>
            <a:off x="2989476" y="3691542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1" name="Stage1_sixpanel_6922">
            <a:extLst>
              <a:ext uri="{FF2B5EF4-FFF2-40B4-BE49-F238E27FC236}">
                <a16:creationId xmlns:a16="http://schemas.microsoft.com/office/drawing/2014/main" id="{E2C95B63-3B9F-436C-8E48-78808853051D}"/>
              </a:ext>
            </a:extLst>
          </p:cNvPr>
          <p:cNvSpPr>
            <a:spLocks noGrp="1"/>
          </p:cNvSpPr>
          <p:nvPr/>
        </p:nvSpPr>
        <p:spPr>
          <a:xfrm>
            <a:off x="1671869" y="5029817"/>
            <a:ext cx="58266" cy="58266"/>
          </a:xfrm>
          <a:prstGeom prst="ellipse">
            <a:avLst/>
          </a:prstGeom>
          <a:solidFill>
            <a:srgbClr val="3E4A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2" name="Stage1_sixpanel_6923">
            <a:extLst>
              <a:ext uri="{FF2B5EF4-FFF2-40B4-BE49-F238E27FC236}">
                <a16:creationId xmlns:a16="http://schemas.microsoft.com/office/drawing/2014/main" id="{23E3AA92-CDC1-410D-84CB-9759F599993E}"/>
              </a:ext>
            </a:extLst>
          </p:cNvPr>
          <p:cNvSpPr>
            <a:spLocks noGrp="1"/>
          </p:cNvSpPr>
          <p:nvPr/>
        </p:nvSpPr>
        <p:spPr>
          <a:xfrm>
            <a:off x="1928070" y="4668121"/>
            <a:ext cx="58266" cy="58266"/>
          </a:xfrm>
          <a:prstGeom prst="ellipse">
            <a:avLst/>
          </a:prstGeom>
          <a:solidFill>
            <a:srgbClr val="2AB07F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3" name="Stage1_sixpanel_6924">
            <a:extLst>
              <a:ext uri="{FF2B5EF4-FFF2-40B4-BE49-F238E27FC236}">
                <a16:creationId xmlns:a16="http://schemas.microsoft.com/office/drawing/2014/main" id="{A12BECC3-67E7-4FDF-8CF3-1707CD4B2A84}"/>
              </a:ext>
            </a:extLst>
          </p:cNvPr>
          <p:cNvSpPr>
            <a:spLocks noGrp="1"/>
          </p:cNvSpPr>
          <p:nvPr/>
        </p:nvSpPr>
        <p:spPr>
          <a:xfrm>
            <a:off x="2341006" y="5515523"/>
            <a:ext cx="58266" cy="58266"/>
          </a:xfrm>
          <a:prstGeom prst="ellipse">
            <a:avLst/>
          </a:prstGeom>
          <a:solidFill>
            <a:srgbClr val="414487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4" name="Stage1_sixpanel_6925">
            <a:extLst>
              <a:ext uri="{FF2B5EF4-FFF2-40B4-BE49-F238E27FC236}">
                <a16:creationId xmlns:a16="http://schemas.microsoft.com/office/drawing/2014/main" id="{BF024816-E1B3-40B2-9E16-C45BF402086D}"/>
              </a:ext>
            </a:extLst>
          </p:cNvPr>
          <p:cNvSpPr>
            <a:spLocks noGrp="1"/>
          </p:cNvSpPr>
          <p:nvPr/>
        </p:nvSpPr>
        <p:spPr>
          <a:xfrm>
            <a:off x="1744208" y="4526456"/>
            <a:ext cx="58266" cy="58266"/>
          </a:xfrm>
          <a:prstGeom prst="ellipse">
            <a:avLst/>
          </a:prstGeom>
          <a:solidFill>
            <a:srgbClr val="460A5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5" name="Stage1_sixpanel_6926">
            <a:extLst>
              <a:ext uri="{FF2B5EF4-FFF2-40B4-BE49-F238E27FC236}">
                <a16:creationId xmlns:a16="http://schemas.microsoft.com/office/drawing/2014/main" id="{4DA3113F-F1CB-43F4-B63B-2A89B1E6B0B1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8287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6" name="Stage1_sixpanel_6927">
            <a:extLst>
              <a:ext uri="{FF2B5EF4-FFF2-40B4-BE49-F238E27FC236}">
                <a16:creationId xmlns:a16="http://schemas.microsoft.com/office/drawing/2014/main" id="{C3E0B5F0-0EC6-4703-84B7-BB44980F95B6}"/>
              </a:ext>
            </a:extLst>
          </p:cNvPr>
          <p:cNvSpPr>
            <a:spLocks noGrp="1"/>
          </p:cNvSpPr>
          <p:nvPr/>
        </p:nvSpPr>
        <p:spPr>
          <a:xfrm>
            <a:off x="2395261" y="5029817"/>
            <a:ext cx="58266" cy="58266"/>
          </a:xfrm>
          <a:prstGeom prst="ellipse">
            <a:avLst/>
          </a:prstGeom>
          <a:solidFill>
            <a:srgbClr val="1FA1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7" name="Stage1_sixpanel_6928">
            <a:extLst>
              <a:ext uri="{FF2B5EF4-FFF2-40B4-BE49-F238E27FC236}">
                <a16:creationId xmlns:a16="http://schemas.microsoft.com/office/drawing/2014/main" id="{77F5516B-0F9F-4C20-A2C3-B5A537AD4CFE}"/>
              </a:ext>
            </a:extLst>
          </p:cNvPr>
          <p:cNvSpPr>
            <a:spLocks noGrp="1"/>
          </p:cNvSpPr>
          <p:nvPr/>
        </p:nvSpPr>
        <p:spPr>
          <a:xfrm>
            <a:off x="1671869" y="4306425"/>
            <a:ext cx="58266" cy="58266"/>
          </a:xfrm>
          <a:prstGeom prst="ellipse">
            <a:avLst/>
          </a:prstGeom>
          <a:solidFill>
            <a:srgbClr val="228C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8" name="Stage1_sixpanel_6929">
            <a:extLst>
              <a:ext uri="{FF2B5EF4-FFF2-40B4-BE49-F238E27FC236}">
                <a16:creationId xmlns:a16="http://schemas.microsoft.com/office/drawing/2014/main" id="{6E3DE795-C7C7-44AA-BF6D-151BEA232E9B}"/>
              </a:ext>
            </a:extLst>
          </p:cNvPr>
          <p:cNvSpPr>
            <a:spLocks noGrp="1"/>
          </p:cNvSpPr>
          <p:nvPr/>
        </p:nvSpPr>
        <p:spPr>
          <a:xfrm>
            <a:off x="1671869" y="3868393"/>
            <a:ext cx="58266" cy="58266"/>
          </a:xfrm>
          <a:prstGeom prst="ellipse">
            <a:avLst/>
          </a:prstGeom>
          <a:solidFill>
            <a:srgbClr val="218F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9" name="Stage1_sixpanel_6930">
            <a:extLst>
              <a:ext uri="{FF2B5EF4-FFF2-40B4-BE49-F238E27FC236}">
                <a16:creationId xmlns:a16="http://schemas.microsoft.com/office/drawing/2014/main" id="{AAD073C3-831B-4E73-A87F-8DAE20C71940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3858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0" name="Stage1_sixpanel_6931">
            <a:extLst>
              <a:ext uri="{FF2B5EF4-FFF2-40B4-BE49-F238E27FC236}">
                <a16:creationId xmlns:a16="http://schemas.microsoft.com/office/drawing/2014/main" id="{6BD050A5-93BF-4936-8175-E8FB3360FA54}"/>
              </a:ext>
            </a:extLst>
          </p:cNvPr>
          <p:cNvSpPr>
            <a:spLocks noGrp="1"/>
          </p:cNvSpPr>
          <p:nvPr/>
        </p:nvSpPr>
        <p:spPr>
          <a:xfrm>
            <a:off x="2756957" y="5210665"/>
            <a:ext cx="58266" cy="58266"/>
          </a:xfrm>
          <a:prstGeom prst="ellipse">
            <a:avLst/>
          </a:prstGeom>
          <a:solidFill>
            <a:srgbClr val="3265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1" name="Stage1_sixpanel_6932">
            <a:extLst>
              <a:ext uri="{FF2B5EF4-FFF2-40B4-BE49-F238E27FC236}">
                <a16:creationId xmlns:a16="http://schemas.microsoft.com/office/drawing/2014/main" id="{84619625-14F1-410F-BE65-CA2B499DA8E5}"/>
              </a:ext>
            </a:extLst>
          </p:cNvPr>
          <p:cNvSpPr>
            <a:spLocks noGrp="1"/>
          </p:cNvSpPr>
          <p:nvPr/>
        </p:nvSpPr>
        <p:spPr>
          <a:xfrm>
            <a:off x="3221994" y="4203083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2" name="Stage1_sixpanel_6933">
            <a:extLst>
              <a:ext uri="{FF2B5EF4-FFF2-40B4-BE49-F238E27FC236}">
                <a16:creationId xmlns:a16="http://schemas.microsoft.com/office/drawing/2014/main" id="{3BCB406E-E511-4BE7-8F8F-1D7E60B7E71F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3" name="Stage1_sixpanel_6934">
            <a:extLst>
              <a:ext uri="{FF2B5EF4-FFF2-40B4-BE49-F238E27FC236}">
                <a16:creationId xmlns:a16="http://schemas.microsoft.com/office/drawing/2014/main" id="{24F6DC50-7666-4AED-B521-17A07522FC27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228B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4" name="Stage1_sixpanel_6935">
            <a:extLst>
              <a:ext uri="{FF2B5EF4-FFF2-40B4-BE49-F238E27FC236}">
                <a16:creationId xmlns:a16="http://schemas.microsoft.com/office/drawing/2014/main" id="{7CFC6B85-896C-4133-AADD-B85CBDEB3D5B}"/>
              </a:ext>
            </a:extLst>
          </p:cNvPr>
          <p:cNvSpPr>
            <a:spLocks noGrp="1"/>
          </p:cNvSpPr>
          <p:nvPr/>
        </p:nvSpPr>
        <p:spPr>
          <a:xfrm>
            <a:off x="1994856" y="5096302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5" name="Stage1_sixpanel_6936">
            <a:extLst>
              <a:ext uri="{FF2B5EF4-FFF2-40B4-BE49-F238E27FC236}">
                <a16:creationId xmlns:a16="http://schemas.microsoft.com/office/drawing/2014/main" id="{C6E2393A-4028-47BB-8776-68F26D2A8BBC}"/>
              </a:ext>
            </a:extLst>
          </p:cNvPr>
          <p:cNvSpPr>
            <a:spLocks noGrp="1"/>
          </p:cNvSpPr>
          <p:nvPr/>
        </p:nvSpPr>
        <p:spPr>
          <a:xfrm>
            <a:off x="2033565" y="4547555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6" name="Stage1_sixpanel_6937">
            <a:extLst>
              <a:ext uri="{FF2B5EF4-FFF2-40B4-BE49-F238E27FC236}">
                <a16:creationId xmlns:a16="http://schemas.microsoft.com/office/drawing/2014/main" id="{2DF09A52-4DFD-4D08-878D-1FABEAC0FB7C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461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7" name="Stage1_sixpanel_6938">
            <a:extLst>
              <a:ext uri="{FF2B5EF4-FFF2-40B4-BE49-F238E27FC236}">
                <a16:creationId xmlns:a16="http://schemas.microsoft.com/office/drawing/2014/main" id="{04D0D710-9C96-47CE-91C5-BBB18C0696F6}"/>
              </a:ext>
            </a:extLst>
          </p:cNvPr>
          <p:cNvSpPr>
            <a:spLocks noGrp="1"/>
          </p:cNvSpPr>
          <p:nvPr/>
        </p:nvSpPr>
        <p:spPr>
          <a:xfrm>
            <a:off x="1671869" y="4843046"/>
            <a:ext cx="58266" cy="58266"/>
          </a:xfrm>
          <a:prstGeom prst="ellipse">
            <a:avLst/>
          </a:prstGeom>
          <a:solidFill>
            <a:srgbClr val="22A884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8" name="Stage1_sixpanel_6939">
            <a:extLst>
              <a:ext uri="{FF2B5EF4-FFF2-40B4-BE49-F238E27FC236}">
                <a16:creationId xmlns:a16="http://schemas.microsoft.com/office/drawing/2014/main" id="{0A1914D0-FA2E-43FB-8451-B13F0D2CDE6C}"/>
              </a:ext>
            </a:extLst>
          </p:cNvPr>
          <p:cNvSpPr>
            <a:spLocks noGrp="1"/>
          </p:cNvSpPr>
          <p:nvPr/>
        </p:nvSpPr>
        <p:spPr>
          <a:xfrm>
            <a:off x="2996378" y="3693016"/>
            <a:ext cx="58266" cy="58266"/>
          </a:xfrm>
          <a:prstGeom prst="ellipse">
            <a:avLst/>
          </a:prstGeom>
          <a:solidFill>
            <a:srgbClr val="25AC8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9" name="Stage1_sixpanel_6940">
            <a:extLst>
              <a:ext uri="{FF2B5EF4-FFF2-40B4-BE49-F238E27FC236}">
                <a16:creationId xmlns:a16="http://schemas.microsoft.com/office/drawing/2014/main" id="{22D36529-9687-4D69-8628-6E9A31F8A731}"/>
              </a:ext>
            </a:extLst>
          </p:cNvPr>
          <p:cNvSpPr>
            <a:spLocks noGrp="1"/>
          </p:cNvSpPr>
          <p:nvPr/>
        </p:nvSpPr>
        <p:spPr>
          <a:xfrm>
            <a:off x="1671869" y="4668121"/>
            <a:ext cx="58266" cy="58266"/>
          </a:xfrm>
          <a:prstGeom prst="ellipse">
            <a:avLst/>
          </a:prstGeom>
          <a:solidFill>
            <a:srgbClr val="306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0" name="Stage1_sixpanel_6941">
            <a:extLst>
              <a:ext uri="{FF2B5EF4-FFF2-40B4-BE49-F238E27FC236}">
                <a16:creationId xmlns:a16="http://schemas.microsoft.com/office/drawing/2014/main" id="{BE848A69-27EA-45FE-B21B-83497E10CFE0}"/>
              </a:ext>
            </a:extLst>
          </p:cNvPr>
          <p:cNvSpPr>
            <a:spLocks noGrp="1"/>
          </p:cNvSpPr>
          <p:nvPr/>
        </p:nvSpPr>
        <p:spPr>
          <a:xfrm>
            <a:off x="1673179" y="5029817"/>
            <a:ext cx="58266" cy="58266"/>
          </a:xfrm>
          <a:prstGeom prst="ellipse">
            <a:avLst/>
          </a:prstGeom>
          <a:solidFill>
            <a:srgbClr val="3461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1" name="Stage1_sixpanel_6942">
            <a:extLst>
              <a:ext uri="{FF2B5EF4-FFF2-40B4-BE49-F238E27FC236}">
                <a16:creationId xmlns:a16="http://schemas.microsoft.com/office/drawing/2014/main" id="{02E23110-2039-4FB9-8E02-AF9DA7B88BB8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955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2" name="Stage1_sixpanel_6943">
            <a:extLst>
              <a:ext uri="{FF2B5EF4-FFF2-40B4-BE49-F238E27FC236}">
                <a16:creationId xmlns:a16="http://schemas.microsoft.com/office/drawing/2014/main" id="{777817A4-EAD1-4FB8-BD05-D0083379D959}"/>
              </a:ext>
            </a:extLst>
          </p:cNvPr>
          <p:cNvSpPr>
            <a:spLocks noGrp="1"/>
          </p:cNvSpPr>
          <p:nvPr/>
        </p:nvSpPr>
        <p:spPr>
          <a:xfrm>
            <a:off x="1954336" y="3763881"/>
            <a:ext cx="58266" cy="58266"/>
          </a:xfrm>
          <a:prstGeom prst="ellipse">
            <a:avLst/>
          </a:prstGeom>
          <a:solidFill>
            <a:srgbClr val="218E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3" name="Stage1_sixpanel_6944">
            <a:extLst>
              <a:ext uri="{FF2B5EF4-FFF2-40B4-BE49-F238E27FC236}">
                <a16:creationId xmlns:a16="http://schemas.microsoft.com/office/drawing/2014/main" id="{DD9D449D-F5ED-4802-AB52-643AD162A344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72F7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4" name="Stage1_sixpanel_6945">
            <a:extLst>
              <a:ext uri="{FF2B5EF4-FFF2-40B4-BE49-F238E27FC236}">
                <a16:creationId xmlns:a16="http://schemas.microsoft.com/office/drawing/2014/main" id="{14260A6C-7BB3-4FE4-9212-E0FE02BF225B}"/>
              </a:ext>
            </a:extLst>
          </p:cNvPr>
          <p:cNvSpPr>
            <a:spLocks noGrp="1"/>
          </p:cNvSpPr>
          <p:nvPr/>
        </p:nvSpPr>
        <p:spPr>
          <a:xfrm>
            <a:off x="2033565" y="5150382"/>
            <a:ext cx="58266" cy="58266"/>
          </a:xfrm>
          <a:prstGeom prst="ellipse">
            <a:avLst/>
          </a:prstGeom>
          <a:solidFill>
            <a:srgbClr val="453781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5" name="Stage1_sixpanel_6946">
            <a:extLst>
              <a:ext uri="{FF2B5EF4-FFF2-40B4-BE49-F238E27FC236}">
                <a16:creationId xmlns:a16="http://schemas.microsoft.com/office/drawing/2014/main" id="{EFB8ECA3-5445-441B-9803-3A943441CAE1}"/>
              </a:ext>
            </a:extLst>
          </p:cNvPr>
          <p:cNvSpPr>
            <a:spLocks noGrp="1"/>
          </p:cNvSpPr>
          <p:nvPr/>
        </p:nvSpPr>
        <p:spPr>
          <a:xfrm>
            <a:off x="1671869" y="4668121"/>
            <a:ext cx="58266" cy="58266"/>
          </a:xfrm>
          <a:prstGeom prst="ellipse">
            <a:avLst/>
          </a:prstGeom>
          <a:solidFill>
            <a:srgbClr val="287D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6" name="Stage1_sixpanel_6947">
            <a:extLst>
              <a:ext uri="{FF2B5EF4-FFF2-40B4-BE49-F238E27FC236}">
                <a16:creationId xmlns:a16="http://schemas.microsoft.com/office/drawing/2014/main" id="{688AAEDF-9631-4968-B511-A8D6C18A61E7}"/>
              </a:ext>
            </a:extLst>
          </p:cNvPr>
          <p:cNvSpPr>
            <a:spLocks noGrp="1"/>
          </p:cNvSpPr>
          <p:nvPr/>
        </p:nvSpPr>
        <p:spPr>
          <a:xfrm>
            <a:off x="3299501" y="4668121"/>
            <a:ext cx="58266" cy="58266"/>
          </a:xfrm>
          <a:prstGeom prst="ellipse">
            <a:avLst/>
          </a:prstGeom>
          <a:solidFill>
            <a:srgbClr val="297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7" name="Stage1_sixpanel_6948">
            <a:extLst>
              <a:ext uri="{FF2B5EF4-FFF2-40B4-BE49-F238E27FC236}">
                <a16:creationId xmlns:a16="http://schemas.microsoft.com/office/drawing/2014/main" id="{CD037642-40C6-4A37-ADD5-9C3A9B1683A2}"/>
              </a:ext>
            </a:extLst>
          </p:cNvPr>
          <p:cNvSpPr>
            <a:spLocks noGrp="1"/>
          </p:cNvSpPr>
          <p:nvPr/>
        </p:nvSpPr>
        <p:spPr>
          <a:xfrm>
            <a:off x="1671869" y="5443184"/>
            <a:ext cx="58266" cy="58266"/>
          </a:xfrm>
          <a:prstGeom prst="ellipse">
            <a:avLst/>
          </a:prstGeom>
          <a:solidFill>
            <a:srgbClr val="3858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8" name="Stage1_sixpanel_6949">
            <a:extLst>
              <a:ext uri="{FF2B5EF4-FFF2-40B4-BE49-F238E27FC236}">
                <a16:creationId xmlns:a16="http://schemas.microsoft.com/office/drawing/2014/main" id="{3AEE279D-E939-45B5-993D-C00218C1F746}"/>
              </a:ext>
            </a:extLst>
          </p:cNvPr>
          <p:cNvSpPr>
            <a:spLocks noGrp="1"/>
          </p:cNvSpPr>
          <p:nvPr/>
        </p:nvSpPr>
        <p:spPr>
          <a:xfrm>
            <a:off x="2632265" y="4714649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9" name="Stage1_sixpanel_6950">
            <a:extLst>
              <a:ext uri="{FF2B5EF4-FFF2-40B4-BE49-F238E27FC236}">
                <a16:creationId xmlns:a16="http://schemas.microsoft.com/office/drawing/2014/main" id="{4F487B73-B0D4-4D3B-9A21-7A1ED337A495}"/>
              </a:ext>
            </a:extLst>
          </p:cNvPr>
          <p:cNvSpPr>
            <a:spLocks noGrp="1"/>
          </p:cNvSpPr>
          <p:nvPr/>
        </p:nvSpPr>
        <p:spPr>
          <a:xfrm>
            <a:off x="3118653" y="4306425"/>
            <a:ext cx="58266" cy="58266"/>
          </a:xfrm>
          <a:prstGeom prst="ellipse">
            <a:avLst/>
          </a:prstGeom>
          <a:solidFill>
            <a:srgbClr val="287C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0" name="Stage1_sixpanel_6951">
            <a:extLst>
              <a:ext uri="{FF2B5EF4-FFF2-40B4-BE49-F238E27FC236}">
                <a16:creationId xmlns:a16="http://schemas.microsoft.com/office/drawing/2014/main" id="{77EBFBA7-7CC8-4D11-BB8F-CB7017E8CF2D}"/>
              </a:ext>
            </a:extLst>
          </p:cNvPr>
          <p:cNvSpPr>
            <a:spLocks noGrp="1"/>
          </p:cNvSpPr>
          <p:nvPr/>
        </p:nvSpPr>
        <p:spPr>
          <a:xfrm>
            <a:off x="1671869" y="4306425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1" name="Stage1_sixpanel_6952">
            <a:extLst>
              <a:ext uri="{FF2B5EF4-FFF2-40B4-BE49-F238E27FC236}">
                <a16:creationId xmlns:a16="http://schemas.microsoft.com/office/drawing/2014/main" id="{2F49CD3E-5500-4986-A31D-ABCF47CBE5F8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3E49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2" name="Stage1_sixpanel_6953">
            <a:extLst>
              <a:ext uri="{FF2B5EF4-FFF2-40B4-BE49-F238E27FC236}">
                <a16:creationId xmlns:a16="http://schemas.microsoft.com/office/drawing/2014/main" id="{034EA36A-3231-4232-A9D0-8B6F83B1AA18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3" name="Stage1_sixpanel_6954">
            <a:extLst>
              <a:ext uri="{FF2B5EF4-FFF2-40B4-BE49-F238E27FC236}">
                <a16:creationId xmlns:a16="http://schemas.microsoft.com/office/drawing/2014/main" id="{FBE49DD5-B3CE-4DF3-BF74-D9F70795B467}"/>
              </a:ext>
            </a:extLst>
          </p:cNvPr>
          <p:cNvSpPr>
            <a:spLocks noGrp="1"/>
          </p:cNvSpPr>
          <p:nvPr/>
        </p:nvSpPr>
        <p:spPr>
          <a:xfrm>
            <a:off x="3383895" y="4109019"/>
            <a:ext cx="58266" cy="58266"/>
          </a:xfrm>
          <a:prstGeom prst="ellipse">
            <a:avLst/>
          </a:prstGeom>
          <a:solidFill>
            <a:srgbClr val="28AE80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4" name="Stage1_sixpanel_6955">
            <a:extLst>
              <a:ext uri="{FF2B5EF4-FFF2-40B4-BE49-F238E27FC236}">
                <a16:creationId xmlns:a16="http://schemas.microsoft.com/office/drawing/2014/main" id="{D5556CC1-601F-4CB3-A289-7B8437A62C7B}"/>
              </a:ext>
            </a:extLst>
          </p:cNvPr>
          <p:cNvSpPr>
            <a:spLocks noGrp="1"/>
          </p:cNvSpPr>
          <p:nvPr/>
        </p:nvSpPr>
        <p:spPr>
          <a:xfrm>
            <a:off x="3842045" y="4279298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5" name="Stage1_sixpanel_6956">
            <a:extLst>
              <a:ext uri="{FF2B5EF4-FFF2-40B4-BE49-F238E27FC236}">
                <a16:creationId xmlns:a16="http://schemas.microsoft.com/office/drawing/2014/main" id="{774C52C6-3ACF-4E4A-A706-36F5A72D02C1}"/>
              </a:ext>
            </a:extLst>
          </p:cNvPr>
          <p:cNvSpPr>
            <a:spLocks noGrp="1"/>
          </p:cNvSpPr>
          <p:nvPr/>
        </p:nvSpPr>
        <p:spPr>
          <a:xfrm>
            <a:off x="2710621" y="4668121"/>
            <a:ext cx="58266" cy="58266"/>
          </a:xfrm>
          <a:prstGeom prst="ellipse">
            <a:avLst/>
          </a:prstGeom>
          <a:solidFill>
            <a:srgbClr val="34B67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6" name="Stage1_sixpanel_6957">
            <a:extLst>
              <a:ext uri="{FF2B5EF4-FFF2-40B4-BE49-F238E27FC236}">
                <a16:creationId xmlns:a16="http://schemas.microsoft.com/office/drawing/2014/main" id="{C76C23B7-FCC6-417C-9CB4-6D1113A99737}"/>
              </a:ext>
            </a:extLst>
          </p:cNvPr>
          <p:cNvSpPr>
            <a:spLocks noGrp="1"/>
          </p:cNvSpPr>
          <p:nvPr/>
        </p:nvSpPr>
        <p:spPr>
          <a:xfrm>
            <a:off x="2431430" y="510470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7" name="Stage1_sixpanel_6958">
            <a:extLst>
              <a:ext uri="{FF2B5EF4-FFF2-40B4-BE49-F238E27FC236}">
                <a16:creationId xmlns:a16="http://schemas.microsoft.com/office/drawing/2014/main" id="{FEC3A200-18EB-4600-A773-F7486567A525}"/>
              </a:ext>
            </a:extLst>
          </p:cNvPr>
          <p:cNvSpPr>
            <a:spLocks noGrp="1"/>
          </p:cNvSpPr>
          <p:nvPr/>
        </p:nvSpPr>
        <p:spPr>
          <a:xfrm>
            <a:off x="1671869" y="4234086"/>
            <a:ext cx="58266" cy="58266"/>
          </a:xfrm>
          <a:prstGeom prst="ellipse">
            <a:avLst/>
          </a:prstGeom>
          <a:solidFill>
            <a:srgbClr val="3859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8" name="Stage1_sixpanel_6959">
            <a:extLst>
              <a:ext uri="{FF2B5EF4-FFF2-40B4-BE49-F238E27FC236}">
                <a16:creationId xmlns:a16="http://schemas.microsoft.com/office/drawing/2014/main" id="{383CEAC1-D2FB-4981-9DA8-3801B125C6F8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46327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9" name="Stage1_sixpanel_6960">
            <a:extLst>
              <a:ext uri="{FF2B5EF4-FFF2-40B4-BE49-F238E27FC236}">
                <a16:creationId xmlns:a16="http://schemas.microsoft.com/office/drawing/2014/main" id="{E806AB9D-924D-4019-A253-388C4AB9679C}"/>
              </a:ext>
            </a:extLst>
          </p:cNvPr>
          <p:cNvSpPr>
            <a:spLocks noGrp="1"/>
          </p:cNvSpPr>
          <p:nvPr/>
        </p:nvSpPr>
        <p:spPr>
          <a:xfrm>
            <a:off x="2214413" y="4125577"/>
            <a:ext cx="58266" cy="58266"/>
          </a:xfrm>
          <a:prstGeom prst="ellipse">
            <a:avLst/>
          </a:prstGeom>
          <a:solidFill>
            <a:srgbClr val="46085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0" name="Stage1_sixpanel_6961">
            <a:extLst>
              <a:ext uri="{FF2B5EF4-FFF2-40B4-BE49-F238E27FC236}">
                <a16:creationId xmlns:a16="http://schemas.microsoft.com/office/drawing/2014/main" id="{E3EF8DB5-DBBA-4954-AB0E-B8C3A850AC21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1F9E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1" name="Stage1_sixpanel_6962">
            <a:extLst>
              <a:ext uri="{FF2B5EF4-FFF2-40B4-BE49-F238E27FC236}">
                <a16:creationId xmlns:a16="http://schemas.microsoft.com/office/drawing/2014/main" id="{8F82AE69-86E6-42E6-9E45-028AF04D6291}"/>
              </a:ext>
            </a:extLst>
          </p:cNvPr>
          <p:cNvSpPr>
            <a:spLocks noGrp="1"/>
          </p:cNvSpPr>
          <p:nvPr/>
        </p:nvSpPr>
        <p:spPr>
          <a:xfrm>
            <a:off x="1671869" y="4238025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2" name="Stage1_sixpanel_6963">
            <a:extLst>
              <a:ext uri="{FF2B5EF4-FFF2-40B4-BE49-F238E27FC236}">
                <a16:creationId xmlns:a16="http://schemas.microsoft.com/office/drawing/2014/main" id="{1B679C3F-8DE0-457F-A347-873F5637532D}"/>
              </a:ext>
            </a:extLst>
          </p:cNvPr>
          <p:cNvSpPr>
            <a:spLocks noGrp="1"/>
          </p:cNvSpPr>
          <p:nvPr/>
        </p:nvSpPr>
        <p:spPr>
          <a:xfrm>
            <a:off x="2463079" y="3944729"/>
            <a:ext cx="58266" cy="58266"/>
          </a:xfrm>
          <a:prstGeom prst="ellipse">
            <a:avLst/>
          </a:prstGeom>
          <a:solidFill>
            <a:srgbClr val="25AC8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3" name="Stage1_sixpanel_6964">
            <a:extLst>
              <a:ext uri="{FF2B5EF4-FFF2-40B4-BE49-F238E27FC236}">
                <a16:creationId xmlns:a16="http://schemas.microsoft.com/office/drawing/2014/main" id="{44687DCE-8661-49AD-B2E5-DA18BD80EAFC}"/>
              </a:ext>
            </a:extLst>
          </p:cNvPr>
          <p:cNvSpPr>
            <a:spLocks noGrp="1"/>
          </p:cNvSpPr>
          <p:nvPr/>
        </p:nvSpPr>
        <p:spPr>
          <a:xfrm>
            <a:off x="1671869" y="4306425"/>
            <a:ext cx="58266" cy="58266"/>
          </a:xfrm>
          <a:prstGeom prst="ellipse">
            <a:avLst/>
          </a:prstGeom>
          <a:solidFill>
            <a:srgbClr val="277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4" name="Stage1_sixpanel_6965">
            <a:extLst>
              <a:ext uri="{FF2B5EF4-FFF2-40B4-BE49-F238E27FC236}">
                <a16:creationId xmlns:a16="http://schemas.microsoft.com/office/drawing/2014/main" id="{CBEEC196-B130-4319-9196-0637730DDCDA}"/>
              </a:ext>
            </a:extLst>
          </p:cNvPr>
          <p:cNvSpPr>
            <a:spLocks noGrp="1"/>
          </p:cNvSpPr>
          <p:nvPr/>
        </p:nvSpPr>
        <p:spPr>
          <a:xfrm>
            <a:off x="1671869" y="4668121"/>
            <a:ext cx="58266" cy="58266"/>
          </a:xfrm>
          <a:prstGeom prst="ellipse">
            <a:avLst/>
          </a:prstGeom>
          <a:solidFill>
            <a:srgbClr val="2E6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5" name="Stage1_sixpanel_6966">
            <a:extLst>
              <a:ext uri="{FF2B5EF4-FFF2-40B4-BE49-F238E27FC236}">
                <a16:creationId xmlns:a16="http://schemas.microsoft.com/office/drawing/2014/main" id="{0806D6F4-B832-427B-A5B8-4C963923A3C3}"/>
              </a:ext>
            </a:extLst>
          </p:cNvPr>
          <p:cNvSpPr>
            <a:spLocks noGrp="1"/>
          </p:cNvSpPr>
          <p:nvPr/>
        </p:nvSpPr>
        <p:spPr>
          <a:xfrm>
            <a:off x="1759610" y="4895756"/>
            <a:ext cx="58266" cy="58266"/>
          </a:xfrm>
          <a:prstGeom prst="ellipse">
            <a:avLst/>
          </a:prstGeom>
          <a:solidFill>
            <a:srgbClr val="3E49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6" name="Stage1_sixpanel_6967">
            <a:extLst>
              <a:ext uri="{FF2B5EF4-FFF2-40B4-BE49-F238E27FC236}">
                <a16:creationId xmlns:a16="http://schemas.microsoft.com/office/drawing/2014/main" id="{3731D14B-CED4-494E-B7D0-0C548FA5A9C9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481B6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7" name="Stage1_sixpanel_6968">
            <a:extLst>
              <a:ext uri="{FF2B5EF4-FFF2-40B4-BE49-F238E27FC236}">
                <a16:creationId xmlns:a16="http://schemas.microsoft.com/office/drawing/2014/main" id="{241EA1CA-C983-4C31-B0CE-52BC6077BFD2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3858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8" name="Stage1_sixpanel_6969">
            <a:extLst>
              <a:ext uri="{FF2B5EF4-FFF2-40B4-BE49-F238E27FC236}">
                <a16:creationId xmlns:a16="http://schemas.microsoft.com/office/drawing/2014/main" id="{847D067E-6A3D-4B71-9E2E-E2E0C87ABDF3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277E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9" name="Stage1_sixpanel_6970">
            <a:extLst>
              <a:ext uri="{FF2B5EF4-FFF2-40B4-BE49-F238E27FC236}">
                <a16:creationId xmlns:a16="http://schemas.microsoft.com/office/drawing/2014/main" id="{6BA1535E-507C-49A6-B05E-1C4E6B344943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306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0" name="Stage1_sixpanel_6971">
            <a:extLst>
              <a:ext uri="{FF2B5EF4-FFF2-40B4-BE49-F238E27FC236}">
                <a16:creationId xmlns:a16="http://schemas.microsoft.com/office/drawing/2014/main" id="{88CFCC04-1125-4CB1-B241-BFD14085EC48}"/>
              </a:ext>
            </a:extLst>
          </p:cNvPr>
          <p:cNvSpPr>
            <a:spLocks noGrp="1"/>
          </p:cNvSpPr>
          <p:nvPr/>
        </p:nvSpPr>
        <p:spPr>
          <a:xfrm>
            <a:off x="1671869" y="4544883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1" name="Stage1_sixpanel_6972">
            <a:extLst>
              <a:ext uri="{FF2B5EF4-FFF2-40B4-BE49-F238E27FC236}">
                <a16:creationId xmlns:a16="http://schemas.microsoft.com/office/drawing/2014/main" id="{AA86C3A9-B4B2-4B11-ADD7-2CD52280E6D3}"/>
              </a:ext>
            </a:extLst>
          </p:cNvPr>
          <p:cNvSpPr>
            <a:spLocks noGrp="1"/>
          </p:cNvSpPr>
          <p:nvPr/>
        </p:nvSpPr>
        <p:spPr>
          <a:xfrm>
            <a:off x="1671869" y="3694986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2" name="Stage1_sixpanel_6973">
            <a:extLst>
              <a:ext uri="{FF2B5EF4-FFF2-40B4-BE49-F238E27FC236}">
                <a16:creationId xmlns:a16="http://schemas.microsoft.com/office/drawing/2014/main" id="{31973483-1A3E-4ECB-BC1C-C7EA4E041E91}"/>
              </a:ext>
            </a:extLst>
          </p:cNvPr>
          <p:cNvSpPr>
            <a:spLocks noGrp="1"/>
          </p:cNvSpPr>
          <p:nvPr/>
        </p:nvSpPr>
        <p:spPr>
          <a:xfrm>
            <a:off x="2383018" y="5312392"/>
            <a:ext cx="58266" cy="58266"/>
          </a:xfrm>
          <a:prstGeom prst="ellipse">
            <a:avLst/>
          </a:prstGeom>
          <a:solidFill>
            <a:srgbClr val="472E7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3" name="Stage1_sixpanel_6974">
            <a:extLst>
              <a:ext uri="{FF2B5EF4-FFF2-40B4-BE49-F238E27FC236}">
                <a16:creationId xmlns:a16="http://schemas.microsoft.com/office/drawing/2014/main" id="{E50F989D-F8CA-4B68-B04A-F14E8E0EF5EB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4" name="Stage1_sixpanel_6975">
            <a:extLst>
              <a:ext uri="{FF2B5EF4-FFF2-40B4-BE49-F238E27FC236}">
                <a16:creationId xmlns:a16="http://schemas.microsoft.com/office/drawing/2014/main" id="{8AAC513E-9F6C-42C3-BE09-1DBCF442DD2D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2190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5" name="Stage1_sixpanel_6976">
            <a:extLst>
              <a:ext uri="{FF2B5EF4-FFF2-40B4-BE49-F238E27FC236}">
                <a16:creationId xmlns:a16="http://schemas.microsoft.com/office/drawing/2014/main" id="{15F50B15-7CBC-4742-805F-0D3D48B287CD}"/>
              </a:ext>
            </a:extLst>
          </p:cNvPr>
          <p:cNvSpPr>
            <a:spLocks noGrp="1"/>
          </p:cNvSpPr>
          <p:nvPr/>
        </p:nvSpPr>
        <p:spPr>
          <a:xfrm>
            <a:off x="1671869" y="4770601"/>
            <a:ext cx="58266" cy="58266"/>
          </a:xfrm>
          <a:prstGeom prst="ellipse">
            <a:avLst/>
          </a:prstGeom>
          <a:solidFill>
            <a:srgbClr val="414487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6" name="Stage1_sixpanel_6977">
            <a:extLst>
              <a:ext uri="{FF2B5EF4-FFF2-40B4-BE49-F238E27FC236}">
                <a16:creationId xmlns:a16="http://schemas.microsoft.com/office/drawing/2014/main" id="{691C8ECA-0817-4185-8CC5-A32C4BD702C4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7" name="Stage1_sixpanel_6978">
            <a:extLst>
              <a:ext uri="{FF2B5EF4-FFF2-40B4-BE49-F238E27FC236}">
                <a16:creationId xmlns:a16="http://schemas.microsoft.com/office/drawing/2014/main" id="{24E751F3-B4BB-419E-96F6-B23F605B30FA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4045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8" name="Stage1_sixpanel_6979">
            <a:extLst>
              <a:ext uri="{FF2B5EF4-FFF2-40B4-BE49-F238E27FC236}">
                <a16:creationId xmlns:a16="http://schemas.microsoft.com/office/drawing/2014/main" id="{961F79CF-CFE3-4F72-85C1-1EFEB46210AF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2C72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9" name="Stage1_sixpanel_6980">
            <a:extLst>
              <a:ext uri="{FF2B5EF4-FFF2-40B4-BE49-F238E27FC236}">
                <a16:creationId xmlns:a16="http://schemas.microsoft.com/office/drawing/2014/main" id="{4175EE3E-B7CE-4807-95FE-C03D7D6458E2}"/>
              </a:ext>
            </a:extLst>
          </p:cNvPr>
          <p:cNvSpPr>
            <a:spLocks noGrp="1"/>
          </p:cNvSpPr>
          <p:nvPr/>
        </p:nvSpPr>
        <p:spPr>
          <a:xfrm>
            <a:off x="1671869" y="5740291"/>
            <a:ext cx="58266" cy="58266"/>
          </a:xfrm>
          <a:prstGeom prst="ellipse">
            <a:avLst/>
          </a:prstGeom>
          <a:solidFill>
            <a:srgbClr val="365D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0" name="Stage1_sixpanel_6981">
            <a:extLst>
              <a:ext uri="{FF2B5EF4-FFF2-40B4-BE49-F238E27FC236}">
                <a16:creationId xmlns:a16="http://schemas.microsoft.com/office/drawing/2014/main" id="{75FC85C1-099E-45BB-A6C2-B344C6F4D684}"/>
              </a:ext>
            </a:extLst>
          </p:cNvPr>
          <p:cNvSpPr>
            <a:spLocks noGrp="1"/>
          </p:cNvSpPr>
          <p:nvPr/>
        </p:nvSpPr>
        <p:spPr>
          <a:xfrm>
            <a:off x="2756957" y="5391513"/>
            <a:ext cx="58266" cy="58266"/>
          </a:xfrm>
          <a:prstGeom prst="ellipse">
            <a:avLst/>
          </a:prstGeom>
          <a:solidFill>
            <a:srgbClr val="3069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1" name="Stage1_sixpanel_6982">
            <a:extLst>
              <a:ext uri="{FF2B5EF4-FFF2-40B4-BE49-F238E27FC236}">
                <a16:creationId xmlns:a16="http://schemas.microsoft.com/office/drawing/2014/main" id="{69CCDEDF-C82D-467A-9B13-2E0FF4244E88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2682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2" name="Stage1_sixpanel_6983">
            <a:extLst>
              <a:ext uri="{FF2B5EF4-FFF2-40B4-BE49-F238E27FC236}">
                <a16:creationId xmlns:a16="http://schemas.microsoft.com/office/drawing/2014/main" id="{AFCD3695-E8B1-46CF-A1B8-A72A8EE87FE0}"/>
              </a:ext>
            </a:extLst>
          </p:cNvPr>
          <p:cNvSpPr>
            <a:spLocks noGrp="1"/>
          </p:cNvSpPr>
          <p:nvPr/>
        </p:nvSpPr>
        <p:spPr>
          <a:xfrm>
            <a:off x="2731121" y="4668121"/>
            <a:ext cx="58266" cy="58266"/>
          </a:xfrm>
          <a:prstGeom prst="ellipse">
            <a:avLst/>
          </a:prstGeom>
          <a:solidFill>
            <a:srgbClr val="3D4D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3" name="Stage1_sixpanel_6984">
            <a:extLst>
              <a:ext uri="{FF2B5EF4-FFF2-40B4-BE49-F238E27FC236}">
                <a16:creationId xmlns:a16="http://schemas.microsoft.com/office/drawing/2014/main" id="{585801A0-B527-4950-A221-0198980062F9}"/>
              </a:ext>
            </a:extLst>
          </p:cNvPr>
          <p:cNvSpPr>
            <a:spLocks noGrp="1"/>
          </p:cNvSpPr>
          <p:nvPr/>
        </p:nvSpPr>
        <p:spPr>
          <a:xfrm>
            <a:off x="3299501" y="4851572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4" name="Stage1_sixpanel_6985">
            <a:extLst>
              <a:ext uri="{FF2B5EF4-FFF2-40B4-BE49-F238E27FC236}">
                <a16:creationId xmlns:a16="http://schemas.microsoft.com/office/drawing/2014/main" id="{6A755E4D-FD8B-46FB-88C3-12630D88EB41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2F6B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5" name="Stage1_sixpanel_6986">
            <a:extLst>
              <a:ext uri="{FF2B5EF4-FFF2-40B4-BE49-F238E27FC236}">
                <a16:creationId xmlns:a16="http://schemas.microsoft.com/office/drawing/2014/main" id="{A9E9D49D-17E0-4310-909E-3F4F1A7A030A}"/>
              </a:ext>
            </a:extLst>
          </p:cNvPr>
          <p:cNvSpPr>
            <a:spLocks noGrp="1"/>
          </p:cNvSpPr>
          <p:nvPr/>
        </p:nvSpPr>
        <p:spPr>
          <a:xfrm>
            <a:off x="2756957" y="4770601"/>
            <a:ext cx="58266" cy="58266"/>
          </a:xfrm>
          <a:prstGeom prst="ellipse">
            <a:avLst/>
          </a:prstGeom>
          <a:solidFill>
            <a:srgbClr val="3D4D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6" name="Stage1_sixpanel_6987">
            <a:extLst>
              <a:ext uri="{FF2B5EF4-FFF2-40B4-BE49-F238E27FC236}">
                <a16:creationId xmlns:a16="http://schemas.microsoft.com/office/drawing/2014/main" id="{27F2B861-82A7-4D03-96B4-34F39F89255C}"/>
              </a:ext>
            </a:extLst>
          </p:cNvPr>
          <p:cNvSpPr>
            <a:spLocks noGrp="1"/>
          </p:cNvSpPr>
          <p:nvPr/>
        </p:nvSpPr>
        <p:spPr>
          <a:xfrm>
            <a:off x="2395261" y="4306425"/>
            <a:ext cx="58266" cy="58266"/>
          </a:xfrm>
          <a:prstGeom prst="ellipse">
            <a:avLst/>
          </a:prstGeom>
          <a:solidFill>
            <a:srgbClr val="355F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7" name="Stage1_sixpanel_6988">
            <a:extLst>
              <a:ext uri="{FF2B5EF4-FFF2-40B4-BE49-F238E27FC236}">
                <a16:creationId xmlns:a16="http://schemas.microsoft.com/office/drawing/2014/main" id="{A468B3F5-8F2A-458B-B4A8-A25B6E39517A}"/>
              </a:ext>
            </a:extLst>
          </p:cNvPr>
          <p:cNvSpPr>
            <a:spLocks noGrp="1"/>
          </p:cNvSpPr>
          <p:nvPr/>
        </p:nvSpPr>
        <p:spPr>
          <a:xfrm>
            <a:off x="1705778" y="5753209"/>
            <a:ext cx="58266" cy="58266"/>
          </a:xfrm>
          <a:prstGeom prst="ellipse">
            <a:avLst/>
          </a:prstGeom>
          <a:solidFill>
            <a:srgbClr val="5EC96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8" name="Stage1_sixpanel_6989">
            <a:extLst>
              <a:ext uri="{FF2B5EF4-FFF2-40B4-BE49-F238E27FC236}">
                <a16:creationId xmlns:a16="http://schemas.microsoft.com/office/drawing/2014/main" id="{82C5140C-8A84-49C9-B892-A7F7C226D0DB}"/>
              </a:ext>
            </a:extLst>
          </p:cNvPr>
          <p:cNvSpPr>
            <a:spLocks noGrp="1"/>
          </p:cNvSpPr>
          <p:nvPr/>
        </p:nvSpPr>
        <p:spPr>
          <a:xfrm>
            <a:off x="1671869" y="4848969"/>
            <a:ext cx="58266" cy="58266"/>
          </a:xfrm>
          <a:prstGeom prst="ellipse">
            <a:avLst/>
          </a:prstGeom>
          <a:solidFill>
            <a:srgbClr val="25AC8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9" name="Stage1_sixpanel_6990">
            <a:extLst>
              <a:ext uri="{FF2B5EF4-FFF2-40B4-BE49-F238E27FC236}">
                <a16:creationId xmlns:a16="http://schemas.microsoft.com/office/drawing/2014/main" id="{ADBD27B3-B4C0-4F16-8F6A-B4ECC6196379}"/>
              </a:ext>
            </a:extLst>
          </p:cNvPr>
          <p:cNvSpPr>
            <a:spLocks noGrp="1"/>
          </p:cNvSpPr>
          <p:nvPr/>
        </p:nvSpPr>
        <p:spPr>
          <a:xfrm>
            <a:off x="2395261" y="4306425"/>
            <a:ext cx="58266" cy="58266"/>
          </a:xfrm>
          <a:prstGeom prst="ellipse">
            <a:avLst/>
          </a:prstGeom>
          <a:solidFill>
            <a:srgbClr val="3362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0" name="Stage1_sixpanel_6991">
            <a:extLst>
              <a:ext uri="{FF2B5EF4-FFF2-40B4-BE49-F238E27FC236}">
                <a16:creationId xmlns:a16="http://schemas.microsoft.com/office/drawing/2014/main" id="{7BB519C1-6EFA-4913-9C44-9B2BD4EF7E5C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43983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1" name="Stage1_sixpanel_6992">
            <a:extLst>
              <a:ext uri="{FF2B5EF4-FFF2-40B4-BE49-F238E27FC236}">
                <a16:creationId xmlns:a16="http://schemas.microsoft.com/office/drawing/2014/main" id="{DA0F3EDF-93FE-494F-AF99-2CB94CF38A59}"/>
              </a:ext>
            </a:extLst>
          </p:cNvPr>
          <p:cNvSpPr>
            <a:spLocks noGrp="1"/>
          </p:cNvSpPr>
          <p:nvPr/>
        </p:nvSpPr>
        <p:spPr>
          <a:xfrm>
            <a:off x="1671869" y="5068953"/>
            <a:ext cx="58266" cy="58266"/>
          </a:xfrm>
          <a:prstGeom prst="ellipse">
            <a:avLst/>
          </a:prstGeom>
          <a:solidFill>
            <a:srgbClr val="2F6B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2" name="Stage1_sixpanel_6993">
            <a:extLst>
              <a:ext uri="{FF2B5EF4-FFF2-40B4-BE49-F238E27FC236}">
                <a16:creationId xmlns:a16="http://schemas.microsoft.com/office/drawing/2014/main" id="{7613137B-1576-4610-B305-4AA0547D8D9A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70E61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3" name="Stage1_sixpanel_6994">
            <a:extLst>
              <a:ext uri="{FF2B5EF4-FFF2-40B4-BE49-F238E27FC236}">
                <a16:creationId xmlns:a16="http://schemas.microsoft.com/office/drawing/2014/main" id="{8AB9BB28-8C3A-431D-A9F7-5BE72997E586}"/>
              </a:ext>
            </a:extLst>
          </p:cNvPr>
          <p:cNvSpPr>
            <a:spLocks noGrp="1"/>
          </p:cNvSpPr>
          <p:nvPr/>
        </p:nvSpPr>
        <p:spPr>
          <a:xfrm>
            <a:off x="2134581" y="5078317"/>
            <a:ext cx="58266" cy="58266"/>
          </a:xfrm>
          <a:prstGeom prst="ellipse">
            <a:avLst/>
          </a:prstGeom>
          <a:solidFill>
            <a:srgbClr val="2190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4" name="Stage1_sixpanel_6995">
            <a:extLst>
              <a:ext uri="{FF2B5EF4-FFF2-40B4-BE49-F238E27FC236}">
                <a16:creationId xmlns:a16="http://schemas.microsoft.com/office/drawing/2014/main" id="{C3B7A73A-DA48-4FDB-B72A-D5AF5CFB4C94}"/>
              </a:ext>
            </a:extLst>
          </p:cNvPr>
          <p:cNvSpPr>
            <a:spLocks noGrp="1"/>
          </p:cNvSpPr>
          <p:nvPr/>
        </p:nvSpPr>
        <p:spPr>
          <a:xfrm>
            <a:off x="1671869" y="5601296"/>
            <a:ext cx="58266" cy="58266"/>
          </a:xfrm>
          <a:prstGeom prst="ellipse">
            <a:avLst/>
          </a:prstGeom>
          <a:solidFill>
            <a:srgbClr val="3069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5" name="Stage1_sixpanel_6996">
            <a:extLst>
              <a:ext uri="{FF2B5EF4-FFF2-40B4-BE49-F238E27FC236}">
                <a16:creationId xmlns:a16="http://schemas.microsoft.com/office/drawing/2014/main" id="{5FFDCA20-C0D1-4742-A5DA-59CCA4218F8C}"/>
              </a:ext>
            </a:extLst>
          </p:cNvPr>
          <p:cNvSpPr>
            <a:spLocks noGrp="1"/>
          </p:cNvSpPr>
          <p:nvPr/>
        </p:nvSpPr>
        <p:spPr>
          <a:xfrm>
            <a:off x="2903134" y="4317354"/>
            <a:ext cx="58266" cy="58266"/>
          </a:xfrm>
          <a:prstGeom prst="ellipse">
            <a:avLst/>
          </a:prstGeom>
          <a:solidFill>
            <a:srgbClr val="482475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6" name="Stage1_sixpanel_6997">
            <a:extLst>
              <a:ext uri="{FF2B5EF4-FFF2-40B4-BE49-F238E27FC236}">
                <a16:creationId xmlns:a16="http://schemas.microsoft.com/office/drawing/2014/main" id="{060415AB-6DFA-49C0-8C55-959AD1DC555C}"/>
              </a:ext>
            </a:extLst>
          </p:cNvPr>
          <p:cNvSpPr>
            <a:spLocks noGrp="1"/>
          </p:cNvSpPr>
          <p:nvPr/>
        </p:nvSpPr>
        <p:spPr>
          <a:xfrm>
            <a:off x="1744208" y="5753209"/>
            <a:ext cx="58266" cy="58266"/>
          </a:xfrm>
          <a:prstGeom prst="ellipse">
            <a:avLst/>
          </a:prstGeom>
          <a:solidFill>
            <a:srgbClr val="2C71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7" name="Stage1_sixpanel_6998">
            <a:extLst>
              <a:ext uri="{FF2B5EF4-FFF2-40B4-BE49-F238E27FC236}">
                <a16:creationId xmlns:a16="http://schemas.microsoft.com/office/drawing/2014/main" id="{086408EB-0C60-4E41-A68E-EBA5764B4E6E}"/>
              </a:ext>
            </a:extLst>
          </p:cNvPr>
          <p:cNvSpPr>
            <a:spLocks noGrp="1"/>
          </p:cNvSpPr>
          <p:nvPr/>
        </p:nvSpPr>
        <p:spPr>
          <a:xfrm>
            <a:off x="2749767" y="3583033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8" name="Stage1_sixpanel_6999">
            <a:extLst>
              <a:ext uri="{FF2B5EF4-FFF2-40B4-BE49-F238E27FC236}">
                <a16:creationId xmlns:a16="http://schemas.microsoft.com/office/drawing/2014/main" id="{8A0EA39E-2E6B-4326-BB6C-92F665DFCE29}"/>
              </a:ext>
            </a:extLst>
          </p:cNvPr>
          <p:cNvSpPr>
            <a:spLocks noGrp="1"/>
          </p:cNvSpPr>
          <p:nvPr/>
        </p:nvSpPr>
        <p:spPr>
          <a:xfrm>
            <a:off x="2163480" y="3583033"/>
            <a:ext cx="58266" cy="58266"/>
          </a:xfrm>
          <a:prstGeom prst="ellipse">
            <a:avLst/>
          </a:prstGeom>
          <a:solidFill>
            <a:srgbClr val="1F94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9" name="Stage1_sixpanel_7000">
            <a:extLst>
              <a:ext uri="{FF2B5EF4-FFF2-40B4-BE49-F238E27FC236}">
                <a16:creationId xmlns:a16="http://schemas.microsoft.com/office/drawing/2014/main" id="{190A9544-7CAF-49A5-8C20-8BE255B7D647}"/>
              </a:ext>
            </a:extLst>
          </p:cNvPr>
          <p:cNvSpPr>
            <a:spLocks noGrp="1"/>
          </p:cNvSpPr>
          <p:nvPr/>
        </p:nvSpPr>
        <p:spPr>
          <a:xfrm>
            <a:off x="2395261" y="4306425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0" name="Stage1_sixpanel_7001">
            <a:extLst>
              <a:ext uri="{FF2B5EF4-FFF2-40B4-BE49-F238E27FC236}">
                <a16:creationId xmlns:a16="http://schemas.microsoft.com/office/drawing/2014/main" id="{47BB40B3-07C7-4C70-B1F7-A190DD57F291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C4F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1" name="Stage1_sixpanel_7002">
            <a:extLst>
              <a:ext uri="{FF2B5EF4-FFF2-40B4-BE49-F238E27FC236}">
                <a16:creationId xmlns:a16="http://schemas.microsoft.com/office/drawing/2014/main" id="{545010D5-EC7D-41DB-BB1C-973AEA94F29A}"/>
              </a:ext>
            </a:extLst>
          </p:cNvPr>
          <p:cNvSpPr>
            <a:spLocks noGrp="1"/>
          </p:cNvSpPr>
          <p:nvPr/>
        </p:nvSpPr>
        <p:spPr>
          <a:xfrm>
            <a:off x="1671869" y="5210665"/>
            <a:ext cx="58266" cy="58266"/>
          </a:xfrm>
          <a:prstGeom prst="ellipse">
            <a:avLst/>
          </a:prstGeom>
          <a:solidFill>
            <a:srgbClr val="326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2" name="Stage1_sixpanel_7003">
            <a:extLst>
              <a:ext uri="{FF2B5EF4-FFF2-40B4-BE49-F238E27FC236}">
                <a16:creationId xmlns:a16="http://schemas.microsoft.com/office/drawing/2014/main" id="{C6A30A95-B54A-47A0-BF7B-C00E842C67C4}"/>
              </a:ext>
            </a:extLst>
          </p:cNvPr>
          <p:cNvSpPr>
            <a:spLocks noGrp="1"/>
          </p:cNvSpPr>
          <p:nvPr/>
        </p:nvSpPr>
        <p:spPr>
          <a:xfrm>
            <a:off x="2605761" y="4243774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3" name="Stage1_sixpanel_7004">
            <a:extLst>
              <a:ext uri="{FF2B5EF4-FFF2-40B4-BE49-F238E27FC236}">
                <a16:creationId xmlns:a16="http://schemas.microsoft.com/office/drawing/2014/main" id="{87211A06-E728-49F7-80AE-D816CA9712C9}"/>
              </a:ext>
            </a:extLst>
          </p:cNvPr>
          <p:cNvSpPr>
            <a:spLocks noGrp="1"/>
          </p:cNvSpPr>
          <p:nvPr/>
        </p:nvSpPr>
        <p:spPr>
          <a:xfrm>
            <a:off x="1671869" y="5295060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4" name="Stage1_sixpanel_7005">
            <a:extLst>
              <a:ext uri="{FF2B5EF4-FFF2-40B4-BE49-F238E27FC236}">
                <a16:creationId xmlns:a16="http://schemas.microsoft.com/office/drawing/2014/main" id="{7446C107-C9EE-47E3-A790-96999C3A4217}"/>
              </a:ext>
            </a:extLst>
          </p:cNvPr>
          <p:cNvSpPr>
            <a:spLocks noGrp="1"/>
          </p:cNvSpPr>
          <p:nvPr/>
        </p:nvSpPr>
        <p:spPr>
          <a:xfrm>
            <a:off x="1671869" y="4283819"/>
            <a:ext cx="58266" cy="58266"/>
          </a:xfrm>
          <a:prstGeom prst="ellipse">
            <a:avLst/>
          </a:prstGeom>
          <a:solidFill>
            <a:srgbClr val="297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5" name="Stage1_sixpanel_7006">
            <a:extLst>
              <a:ext uri="{FF2B5EF4-FFF2-40B4-BE49-F238E27FC236}">
                <a16:creationId xmlns:a16="http://schemas.microsoft.com/office/drawing/2014/main" id="{560107AF-11B9-4399-B2AB-0427CF6676ED}"/>
              </a:ext>
            </a:extLst>
          </p:cNvPr>
          <p:cNvSpPr>
            <a:spLocks noGrp="1"/>
          </p:cNvSpPr>
          <p:nvPr/>
        </p:nvSpPr>
        <p:spPr>
          <a:xfrm>
            <a:off x="3842045" y="4848969"/>
            <a:ext cx="58266" cy="58266"/>
          </a:xfrm>
          <a:prstGeom prst="ellipse">
            <a:avLst/>
          </a:prstGeom>
          <a:solidFill>
            <a:srgbClr val="375A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6" name="Stage1_sixpanel_7007">
            <a:extLst>
              <a:ext uri="{FF2B5EF4-FFF2-40B4-BE49-F238E27FC236}">
                <a16:creationId xmlns:a16="http://schemas.microsoft.com/office/drawing/2014/main" id="{719EF8DF-5379-4A04-A5C4-3CF2EA686990}"/>
              </a:ext>
            </a:extLst>
          </p:cNvPr>
          <p:cNvSpPr>
            <a:spLocks noGrp="1"/>
          </p:cNvSpPr>
          <p:nvPr/>
        </p:nvSpPr>
        <p:spPr>
          <a:xfrm>
            <a:off x="1943141" y="4668121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7" name="Stage1_sixpanel_7008">
            <a:extLst>
              <a:ext uri="{FF2B5EF4-FFF2-40B4-BE49-F238E27FC236}">
                <a16:creationId xmlns:a16="http://schemas.microsoft.com/office/drawing/2014/main" id="{3EDAA948-1727-47FB-B6E2-A8EFC4A7863A}"/>
              </a:ext>
            </a:extLst>
          </p:cNvPr>
          <p:cNvSpPr>
            <a:spLocks noGrp="1"/>
          </p:cNvSpPr>
          <p:nvPr/>
        </p:nvSpPr>
        <p:spPr>
          <a:xfrm>
            <a:off x="1671869" y="5102156"/>
            <a:ext cx="58266" cy="58266"/>
          </a:xfrm>
          <a:prstGeom prst="ellipse">
            <a:avLst/>
          </a:prstGeom>
          <a:solidFill>
            <a:srgbClr val="433E85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8" name="Stage1_sixpanel_7009">
            <a:extLst>
              <a:ext uri="{FF2B5EF4-FFF2-40B4-BE49-F238E27FC236}">
                <a16:creationId xmlns:a16="http://schemas.microsoft.com/office/drawing/2014/main" id="{01E1C5EC-8317-4394-8442-43CC18F3F1FC}"/>
              </a:ext>
            </a:extLst>
          </p:cNvPr>
          <p:cNvSpPr>
            <a:spLocks noGrp="1"/>
          </p:cNvSpPr>
          <p:nvPr/>
        </p:nvSpPr>
        <p:spPr>
          <a:xfrm>
            <a:off x="3040749" y="4451103"/>
            <a:ext cx="58266" cy="58266"/>
          </a:xfrm>
          <a:prstGeom prst="ellipse">
            <a:avLst/>
          </a:prstGeom>
          <a:solidFill>
            <a:srgbClr val="3460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9" name="Stage1_sixpanel_7010">
            <a:extLst>
              <a:ext uri="{FF2B5EF4-FFF2-40B4-BE49-F238E27FC236}">
                <a16:creationId xmlns:a16="http://schemas.microsoft.com/office/drawing/2014/main" id="{C8B1B645-4E46-40B2-B872-876FACE341F1}"/>
              </a:ext>
            </a:extLst>
          </p:cNvPr>
          <p:cNvSpPr>
            <a:spLocks noGrp="1"/>
          </p:cNvSpPr>
          <p:nvPr/>
        </p:nvSpPr>
        <p:spPr>
          <a:xfrm>
            <a:off x="3480349" y="3583033"/>
            <a:ext cx="58266" cy="58266"/>
          </a:xfrm>
          <a:prstGeom prst="ellipse">
            <a:avLst/>
          </a:prstGeom>
          <a:solidFill>
            <a:srgbClr val="1F96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0" name="Stage1_sixpanel_7011">
            <a:extLst>
              <a:ext uri="{FF2B5EF4-FFF2-40B4-BE49-F238E27FC236}">
                <a16:creationId xmlns:a16="http://schemas.microsoft.com/office/drawing/2014/main" id="{D6914944-9489-41A9-B341-5E7D7F47F76D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1" name="Stage1_sixpanel_7012">
            <a:extLst>
              <a:ext uri="{FF2B5EF4-FFF2-40B4-BE49-F238E27FC236}">
                <a16:creationId xmlns:a16="http://schemas.microsoft.com/office/drawing/2014/main" id="{87E34683-00A4-4732-A750-B23250F43E76}"/>
              </a:ext>
            </a:extLst>
          </p:cNvPr>
          <p:cNvSpPr>
            <a:spLocks noGrp="1"/>
          </p:cNvSpPr>
          <p:nvPr/>
        </p:nvSpPr>
        <p:spPr>
          <a:xfrm>
            <a:off x="1671869" y="4547555"/>
            <a:ext cx="58266" cy="58266"/>
          </a:xfrm>
          <a:prstGeom prst="ellipse">
            <a:avLst/>
          </a:prstGeom>
          <a:solidFill>
            <a:srgbClr val="277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2" name="Stage1_sixpanel_7013">
            <a:extLst>
              <a:ext uri="{FF2B5EF4-FFF2-40B4-BE49-F238E27FC236}">
                <a16:creationId xmlns:a16="http://schemas.microsoft.com/office/drawing/2014/main" id="{BD8BFAA3-FD7B-495A-823D-A5AD0A1931BC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4045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3" name="Stage1_sixpanel_7014">
            <a:extLst>
              <a:ext uri="{FF2B5EF4-FFF2-40B4-BE49-F238E27FC236}">
                <a16:creationId xmlns:a16="http://schemas.microsoft.com/office/drawing/2014/main" id="{1F827DE5-C19C-499D-A4CE-BAC1FC319D11}"/>
              </a:ext>
            </a:extLst>
          </p:cNvPr>
          <p:cNvSpPr>
            <a:spLocks noGrp="1"/>
          </p:cNvSpPr>
          <p:nvPr/>
        </p:nvSpPr>
        <p:spPr>
          <a:xfrm>
            <a:off x="1671869" y="3944729"/>
            <a:ext cx="58266" cy="58266"/>
          </a:xfrm>
          <a:prstGeom prst="ellipse">
            <a:avLst/>
          </a:prstGeom>
          <a:solidFill>
            <a:srgbClr val="258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4" name="Stage1_sixpanel_7015">
            <a:extLst>
              <a:ext uri="{FF2B5EF4-FFF2-40B4-BE49-F238E27FC236}">
                <a16:creationId xmlns:a16="http://schemas.microsoft.com/office/drawing/2014/main" id="{2FF2477B-6C14-4B5A-86CB-8799F39D1C59}"/>
              </a:ext>
            </a:extLst>
          </p:cNvPr>
          <p:cNvSpPr>
            <a:spLocks noGrp="1"/>
          </p:cNvSpPr>
          <p:nvPr/>
        </p:nvSpPr>
        <p:spPr>
          <a:xfrm>
            <a:off x="2579800" y="5200700"/>
            <a:ext cx="58266" cy="58266"/>
          </a:xfrm>
          <a:prstGeom prst="ellipse">
            <a:avLst/>
          </a:prstGeom>
          <a:solidFill>
            <a:srgbClr val="1FA1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5" name="Stage1_sixpanel_7016">
            <a:extLst>
              <a:ext uri="{FF2B5EF4-FFF2-40B4-BE49-F238E27FC236}">
                <a16:creationId xmlns:a16="http://schemas.microsoft.com/office/drawing/2014/main" id="{58162780-C27C-4D10-9F48-11E0A7CCBD45}"/>
              </a:ext>
            </a:extLst>
          </p:cNvPr>
          <p:cNvSpPr>
            <a:spLocks noGrp="1"/>
          </p:cNvSpPr>
          <p:nvPr/>
        </p:nvSpPr>
        <p:spPr>
          <a:xfrm>
            <a:off x="1671869" y="4824923"/>
            <a:ext cx="58266" cy="58266"/>
          </a:xfrm>
          <a:prstGeom prst="ellipse">
            <a:avLst/>
          </a:prstGeom>
          <a:solidFill>
            <a:srgbClr val="1F9A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6" name="Stage1_sixpanel_7017">
            <a:extLst>
              <a:ext uri="{FF2B5EF4-FFF2-40B4-BE49-F238E27FC236}">
                <a16:creationId xmlns:a16="http://schemas.microsoft.com/office/drawing/2014/main" id="{BB5935BC-FA6A-4A09-B875-FBF0E6BE98B2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7" name="Stage1_sixpanel_7018">
            <a:extLst>
              <a:ext uri="{FF2B5EF4-FFF2-40B4-BE49-F238E27FC236}">
                <a16:creationId xmlns:a16="http://schemas.microsoft.com/office/drawing/2014/main" id="{BA58EC48-B096-4F88-BD70-4BBC11E3950B}"/>
              </a:ext>
            </a:extLst>
          </p:cNvPr>
          <p:cNvSpPr>
            <a:spLocks noGrp="1"/>
          </p:cNvSpPr>
          <p:nvPr/>
        </p:nvSpPr>
        <p:spPr>
          <a:xfrm>
            <a:off x="1834721" y="4752911"/>
            <a:ext cx="58266" cy="58266"/>
          </a:xfrm>
          <a:prstGeom prst="ellipse">
            <a:avLst/>
          </a:prstGeom>
          <a:solidFill>
            <a:srgbClr val="414487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8" name="Stage1_sixpanel_7019">
            <a:extLst>
              <a:ext uri="{FF2B5EF4-FFF2-40B4-BE49-F238E27FC236}">
                <a16:creationId xmlns:a16="http://schemas.microsoft.com/office/drawing/2014/main" id="{441D7E2E-1259-486B-877C-3422F975F3C5}"/>
              </a:ext>
            </a:extLst>
          </p:cNvPr>
          <p:cNvSpPr>
            <a:spLocks noGrp="1"/>
          </p:cNvSpPr>
          <p:nvPr/>
        </p:nvSpPr>
        <p:spPr>
          <a:xfrm>
            <a:off x="2581276" y="4885138"/>
            <a:ext cx="58266" cy="58266"/>
          </a:xfrm>
          <a:prstGeom prst="ellipse">
            <a:avLst/>
          </a:prstGeom>
          <a:solidFill>
            <a:srgbClr val="482475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9" name="Stage1_sixpanel_7020">
            <a:extLst>
              <a:ext uri="{FF2B5EF4-FFF2-40B4-BE49-F238E27FC236}">
                <a16:creationId xmlns:a16="http://schemas.microsoft.com/office/drawing/2014/main" id="{EAB2BFE5-C92B-417C-A955-D9B7560B3BDD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0" name="Stage1_sixpanel_7021">
            <a:extLst>
              <a:ext uri="{FF2B5EF4-FFF2-40B4-BE49-F238E27FC236}">
                <a16:creationId xmlns:a16="http://schemas.microsoft.com/office/drawing/2014/main" id="{4E4BC97F-4735-479A-918A-194DB5DC8797}"/>
              </a:ext>
            </a:extLst>
          </p:cNvPr>
          <p:cNvSpPr>
            <a:spLocks noGrp="1"/>
          </p:cNvSpPr>
          <p:nvPr/>
        </p:nvSpPr>
        <p:spPr>
          <a:xfrm>
            <a:off x="1720776" y="5290712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1" name="Stage1_sixpanel_7022">
            <a:extLst>
              <a:ext uri="{FF2B5EF4-FFF2-40B4-BE49-F238E27FC236}">
                <a16:creationId xmlns:a16="http://schemas.microsoft.com/office/drawing/2014/main" id="{D04116D1-F05D-4B7F-A384-DFFABA6542EA}"/>
              </a:ext>
            </a:extLst>
          </p:cNvPr>
          <p:cNvSpPr>
            <a:spLocks noGrp="1"/>
          </p:cNvSpPr>
          <p:nvPr/>
        </p:nvSpPr>
        <p:spPr>
          <a:xfrm>
            <a:off x="1677520" y="5572361"/>
            <a:ext cx="58266" cy="58266"/>
          </a:xfrm>
          <a:prstGeom prst="ellipse">
            <a:avLst/>
          </a:prstGeom>
          <a:solidFill>
            <a:srgbClr val="472F7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2" name="Stage1_sixpanel_7023">
            <a:extLst>
              <a:ext uri="{FF2B5EF4-FFF2-40B4-BE49-F238E27FC236}">
                <a16:creationId xmlns:a16="http://schemas.microsoft.com/office/drawing/2014/main" id="{87526D73-99D2-470E-8597-F151BF8B5E4E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48287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3" name="Stage1_sixpanel_7024">
            <a:extLst>
              <a:ext uri="{FF2B5EF4-FFF2-40B4-BE49-F238E27FC236}">
                <a16:creationId xmlns:a16="http://schemas.microsoft.com/office/drawing/2014/main" id="{7C69A70B-A1A2-4441-9471-DEED2C6D8AB2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4" name="Stage1_sixpanel_7025">
            <a:extLst>
              <a:ext uri="{FF2B5EF4-FFF2-40B4-BE49-F238E27FC236}">
                <a16:creationId xmlns:a16="http://schemas.microsoft.com/office/drawing/2014/main" id="{CFE0A1B0-3AC0-4C7B-88B6-331263F81EB8}"/>
              </a:ext>
            </a:extLst>
          </p:cNvPr>
          <p:cNvSpPr>
            <a:spLocks noGrp="1"/>
          </p:cNvSpPr>
          <p:nvPr/>
        </p:nvSpPr>
        <p:spPr>
          <a:xfrm>
            <a:off x="3842045" y="5753209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5" name="Stage1_sixpanel_7026">
            <a:extLst>
              <a:ext uri="{FF2B5EF4-FFF2-40B4-BE49-F238E27FC236}">
                <a16:creationId xmlns:a16="http://schemas.microsoft.com/office/drawing/2014/main" id="{A156C86C-BC9D-4008-95A9-84701BE9C1A9}"/>
              </a:ext>
            </a:extLst>
          </p:cNvPr>
          <p:cNvSpPr>
            <a:spLocks noGrp="1"/>
          </p:cNvSpPr>
          <p:nvPr/>
        </p:nvSpPr>
        <p:spPr>
          <a:xfrm>
            <a:off x="2573569" y="4905949"/>
            <a:ext cx="58266" cy="58266"/>
          </a:xfrm>
          <a:prstGeom prst="ellipse">
            <a:avLst/>
          </a:prstGeom>
          <a:solidFill>
            <a:srgbClr val="2C71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6" name="Stage1_sixpanel_7027">
            <a:extLst>
              <a:ext uri="{FF2B5EF4-FFF2-40B4-BE49-F238E27FC236}">
                <a16:creationId xmlns:a16="http://schemas.microsoft.com/office/drawing/2014/main" id="{DEF117D5-7B13-476B-A624-21EDE83EE675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7" name="Stage1_sixpanel_7028">
            <a:extLst>
              <a:ext uri="{FF2B5EF4-FFF2-40B4-BE49-F238E27FC236}">
                <a16:creationId xmlns:a16="http://schemas.microsoft.com/office/drawing/2014/main" id="{2FD090F3-0E94-4A31-B860-CC1AC8343877}"/>
              </a:ext>
            </a:extLst>
          </p:cNvPr>
          <p:cNvSpPr>
            <a:spLocks noGrp="1"/>
          </p:cNvSpPr>
          <p:nvPr/>
        </p:nvSpPr>
        <p:spPr>
          <a:xfrm>
            <a:off x="1888886" y="5598196"/>
            <a:ext cx="58266" cy="58266"/>
          </a:xfrm>
          <a:prstGeom prst="ellipse">
            <a:avLst/>
          </a:prstGeom>
          <a:solidFill>
            <a:srgbClr val="3A54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8" name="Stage1_sixpanel_7029">
            <a:extLst>
              <a:ext uri="{FF2B5EF4-FFF2-40B4-BE49-F238E27FC236}">
                <a16:creationId xmlns:a16="http://schemas.microsoft.com/office/drawing/2014/main" id="{740FD342-6FA3-4584-BF43-174D743C90D0}"/>
              </a:ext>
            </a:extLst>
          </p:cNvPr>
          <p:cNvSpPr>
            <a:spLocks noGrp="1"/>
          </p:cNvSpPr>
          <p:nvPr/>
        </p:nvSpPr>
        <p:spPr>
          <a:xfrm>
            <a:off x="1701002" y="5782342"/>
            <a:ext cx="191" cy="38686"/>
          </a:xfrm>
          <a:custGeom>
            <a:avLst/>
            <a:gdLst/>
            <a:ahLst/>
            <a:cxnLst/>
            <a:rect l="0" t="0" r="0" b="0"/>
            <a:pathLst>
              <a:path w="191" h="38686">
                <a:moveTo>
                  <a:pt x="0" y="0"/>
                </a:moveTo>
                <a:lnTo>
                  <a:pt x="0" y="38686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859" name="text_7030">
            <a:extLst>
              <a:ext uri="{FF2B5EF4-FFF2-40B4-BE49-F238E27FC236}">
                <a16:creationId xmlns:a16="http://schemas.microsoft.com/office/drawing/2014/main" id="{A0E5491F-4A1E-495C-B037-D07183B36B90}"/>
              </a:ext>
            </a:extLst>
          </p:cNvPr>
          <p:cNvSpPr>
            <a:spLocks noGrp="1"/>
          </p:cNvSpPr>
          <p:nvPr/>
        </p:nvSpPr>
        <p:spPr>
          <a:xfrm>
            <a:off x="1619173" y="587115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860" name="Stage1_sixpanel_7031">
            <a:extLst>
              <a:ext uri="{FF2B5EF4-FFF2-40B4-BE49-F238E27FC236}">
                <a16:creationId xmlns:a16="http://schemas.microsoft.com/office/drawing/2014/main" id="{D8E8D9D2-2123-436E-BA5D-7C20ABACDA3C}"/>
              </a:ext>
            </a:extLst>
          </p:cNvPr>
          <p:cNvSpPr>
            <a:spLocks noGrp="1"/>
          </p:cNvSpPr>
          <p:nvPr/>
        </p:nvSpPr>
        <p:spPr>
          <a:xfrm>
            <a:off x="2786090" y="5782342"/>
            <a:ext cx="191" cy="38686"/>
          </a:xfrm>
          <a:custGeom>
            <a:avLst/>
            <a:gdLst/>
            <a:ahLst/>
            <a:cxnLst/>
            <a:rect l="0" t="0" r="0" b="0"/>
            <a:pathLst>
              <a:path w="191" h="38686">
                <a:moveTo>
                  <a:pt x="0" y="0"/>
                </a:moveTo>
                <a:lnTo>
                  <a:pt x="0" y="38686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861" name="text_7032">
            <a:extLst>
              <a:ext uri="{FF2B5EF4-FFF2-40B4-BE49-F238E27FC236}">
                <a16:creationId xmlns:a16="http://schemas.microsoft.com/office/drawing/2014/main" id="{1CF757EA-BAAA-452D-BF69-09C24942F484}"/>
              </a:ext>
            </a:extLst>
          </p:cNvPr>
          <p:cNvSpPr>
            <a:spLocks noGrp="1"/>
          </p:cNvSpPr>
          <p:nvPr/>
        </p:nvSpPr>
        <p:spPr>
          <a:xfrm>
            <a:off x="2704261" y="587115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862" name="Stage1_sixpanel_7033">
            <a:extLst>
              <a:ext uri="{FF2B5EF4-FFF2-40B4-BE49-F238E27FC236}">
                <a16:creationId xmlns:a16="http://schemas.microsoft.com/office/drawing/2014/main" id="{F2C67265-E448-41D0-BBDA-24B9ADB5300D}"/>
              </a:ext>
            </a:extLst>
          </p:cNvPr>
          <p:cNvSpPr>
            <a:spLocks noGrp="1"/>
          </p:cNvSpPr>
          <p:nvPr/>
        </p:nvSpPr>
        <p:spPr>
          <a:xfrm>
            <a:off x="3871178" y="5782342"/>
            <a:ext cx="191" cy="38686"/>
          </a:xfrm>
          <a:custGeom>
            <a:avLst/>
            <a:gdLst/>
            <a:ahLst/>
            <a:cxnLst/>
            <a:rect l="0" t="0" r="0" b="0"/>
            <a:pathLst>
              <a:path w="191" h="38686">
                <a:moveTo>
                  <a:pt x="0" y="0"/>
                </a:moveTo>
                <a:lnTo>
                  <a:pt x="0" y="38686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863" name="text_7034">
            <a:extLst>
              <a:ext uri="{FF2B5EF4-FFF2-40B4-BE49-F238E27FC236}">
                <a16:creationId xmlns:a16="http://schemas.microsoft.com/office/drawing/2014/main" id="{68C6A0D4-081E-4957-BF94-7AB84FE4882D}"/>
              </a:ext>
            </a:extLst>
          </p:cNvPr>
          <p:cNvSpPr>
            <a:spLocks noGrp="1"/>
          </p:cNvSpPr>
          <p:nvPr/>
        </p:nvSpPr>
        <p:spPr>
          <a:xfrm>
            <a:off x="3789349" y="587115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864" name="text_7035">
            <a:extLst>
              <a:ext uri="{FF2B5EF4-FFF2-40B4-BE49-F238E27FC236}">
                <a16:creationId xmlns:a16="http://schemas.microsoft.com/office/drawing/2014/main" id="{80DFF5B5-C185-49F8-8E2D-37DB9394B397}"/>
              </a:ext>
            </a:extLst>
          </p:cNvPr>
          <p:cNvSpPr>
            <a:spLocks noGrp="1"/>
          </p:cNvSpPr>
          <p:nvPr/>
        </p:nvSpPr>
        <p:spPr>
          <a:xfrm>
            <a:off x="2512678" y="6045506"/>
            <a:ext cx="55523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Emap2lig-Find</a:t>
            </a:r>
          </a:p>
        </p:txBody>
      </p:sp>
      <p:sp>
        <p:nvSpPr>
          <p:cNvPr id="1865" name="Stage1_sixpanel_7036">
            <a:extLst>
              <a:ext uri="{FF2B5EF4-FFF2-40B4-BE49-F238E27FC236}">
                <a16:creationId xmlns:a16="http://schemas.microsoft.com/office/drawing/2014/main" id="{121A1405-F584-4BE3-83A5-05054D0CFE59}"/>
              </a:ext>
            </a:extLst>
          </p:cNvPr>
          <p:cNvSpPr>
            <a:spLocks noGrp="1"/>
          </p:cNvSpPr>
          <p:nvPr/>
        </p:nvSpPr>
        <p:spPr>
          <a:xfrm>
            <a:off x="1662316" y="5782342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866" name="text_7037">
            <a:extLst>
              <a:ext uri="{FF2B5EF4-FFF2-40B4-BE49-F238E27FC236}">
                <a16:creationId xmlns:a16="http://schemas.microsoft.com/office/drawing/2014/main" id="{0B44AE6C-9207-4E52-8D3B-54F1C17A1AF2}"/>
              </a:ext>
            </a:extLst>
          </p:cNvPr>
          <p:cNvSpPr>
            <a:spLocks noGrp="1"/>
          </p:cNvSpPr>
          <p:nvPr/>
        </p:nvSpPr>
        <p:spPr>
          <a:xfrm>
            <a:off x="1439788" y="5731465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867" name="Stage1_sixpanel_7038">
            <a:extLst>
              <a:ext uri="{FF2B5EF4-FFF2-40B4-BE49-F238E27FC236}">
                <a16:creationId xmlns:a16="http://schemas.microsoft.com/office/drawing/2014/main" id="{FFB507B3-472A-45BE-89FC-6D936FCE05CC}"/>
              </a:ext>
            </a:extLst>
          </p:cNvPr>
          <p:cNvSpPr>
            <a:spLocks noGrp="1"/>
          </p:cNvSpPr>
          <p:nvPr/>
        </p:nvSpPr>
        <p:spPr>
          <a:xfrm>
            <a:off x="1662316" y="4697254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868" name="text_7039">
            <a:extLst>
              <a:ext uri="{FF2B5EF4-FFF2-40B4-BE49-F238E27FC236}">
                <a16:creationId xmlns:a16="http://schemas.microsoft.com/office/drawing/2014/main" id="{8BBB970B-B666-498A-BDD4-9132F7A72AD6}"/>
              </a:ext>
            </a:extLst>
          </p:cNvPr>
          <p:cNvSpPr>
            <a:spLocks noGrp="1"/>
          </p:cNvSpPr>
          <p:nvPr/>
        </p:nvSpPr>
        <p:spPr>
          <a:xfrm>
            <a:off x="1439788" y="4646377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869" name="Stage1_sixpanel_7040">
            <a:extLst>
              <a:ext uri="{FF2B5EF4-FFF2-40B4-BE49-F238E27FC236}">
                <a16:creationId xmlns:a16="http://schemas.microsoft.com/office/drawing/2014/main" id="{55DD2A00-21E1-4CA6-ADF7-022C3BC1A076}"/>
              </a:ext>
            </a:extLst>
          </p:cNvPr>
          <p:cNvSpPr>
            <a:spLocks noGrp="1"/>
          </p:cNvSpPr>
          <p:nvPr/>
        </p:nvSpPr>
        <p:spPr>
          <a:xfrm>
            <a:off x="1662316" y="3612166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870" name="text_7041">
            <a:extLst>
              <a:ext uri="{FF2B5EF4-FFF2-40B4-BE49-F238E27FC236}">
                <a16:creationId xmlns:a16="http://schemas.microsoft.com/office/drawing/2014/main" id="{D3ADF4C7-755E-4DB8-844B-51A921376C49}"/>
              </a:ext>
            </a:extLst>
          </p:cNvPr>
          <p:cNvSpPr>
            <a:spLocks noGrp="1"/>
          </p:cNvSpPr>
          <p:nvPr/>
        </p:nvSpPr>
        <p:spPr>
          <a:xfrm>
            <a:off x="1439788" y="356128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871" name="text_7042">
            <a:extLst>
              <a:ext uri="{FF2B5EF4-FFF2-40B4-BE49-F238E27FC236}">
                <a16:creationId xmlns:a16="http://schemas.microsoft.com/office/drawing/2014/main" id="{C42F582B-056D-4A21-933B-50DD8DC30DE7}"/>
              </a:ext>
            </a:extLst>
          </p:cNvPr>
          <p:cNvSpPr>
            <a:spLocks noGrp="1"/>
          </p:cNvSpPr>
          <p:nvPr/>
        </p:nvSpPr>
        <p:spPr>
          <a:xfrm rot="-5400000">
            <a:off x="732737" y="4615257"/>
            <a:ext cx="1189432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LigandSeek-Find (CryoAtom2)</a:t>
            </a:r>
          </a:p>
        </p:txBody>
      </p:sp>
      <p:sp>
        <p:nvSpPr>
          <p:cNvPr id="1872" name="Stage1_sixpanel_7043">
            <a:extLst>
              <a:ext uri="{FF2B5EF4-FFF2-40B4-BE49-F238E27FC236}">
                <a16:creationId xmlns:a16="http://schemas.microsoft.com/office/drawing/2014/main" id="{0E29F0D3-5E24-4EAE-95BC-CD7FE62ED1DE}"/>
              </a:ext>
            </a:extLst>
          </p:cNvPr>
          <p:cNvSpPr>
            <a:spLocks noGrp="1"/>
          </p:cNvSpPr>
          <p:nvPr/>
        </p:nvSpPr>
        <p:spPr>
          <a:xfrm>
            <a:off x="1701002" y="3612166"/>
            <a:ext cx="191" cy="2170176"/>
          </a:xfrm>
          <a:custGeom>
            <a:avLst/>
            <a:gdLst/>
            <a:ahLst/>
            <a:cxnLst/>
            <a:rect l="0" t="0" r="0" b="0"/>
            <a:pathLst>
              <a:path w="191" h="2170176">
                <a:moveTo>
                  <a:pt x="0" y="2170176"/>
                </a:moveTo>
                <a:lnTo>
                  <a:pt x="0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1873" name="Stage1_sixpanel_7044">
            <a:extLst>
              <a:ext uri="{FF2B5EF4-FFF2-40B4-BE49-F238E27FC236}">
                <a16:creationId xmlns:a16="http://schemas.microsoft.com/office/drawing/2014/main" id="{55672FE1-EBF1-44B7-8A4F-AA84F7775DE8}"/>
              </a:ext>
            </a:extLst>
          </p:cNvPr>
          <p:cNvSpPr>
            <a:spLocks noGrp="1"/>
          </p:cNvSpPr>
          <p:nvPr/>
        </p:nvSpPr>
        <p:spPr>
          <a:xfrm>
            <a:off x="1701002" y="5782342"/>
            <a:ext cx="2170176" cy="191"/>
          </a:xfrm>
          <a:custGeom>
            <a:avLst/>
            <a:gdLst/>
            <a:ahLst/>
            <a:cxnLst/>
            <a:rect l="0" t="0" r="0" b="0"/>
            <a:pathLst>
              <a:path w="2170176" h="191">
                <a:moveTo>
                  <a:pt x="0" y="0"/>
                </a:moveTo>
                <a:lnTo>
                  <a:pt x="2170176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1874" name="Stage1_sixpanel_7045">
            <a:extLst>
              <a:ext uri="{FF2B5EF4-FFF2-40B4-BE49-F238E27FC236}">
                <a16:creationId xmlns:a16="http://schemas.microsoft.com/office/drawing/2014/main" id="{26BFB547-6C88-4999-B7F9-BD1CCA6BF9FC}"/>
              </a:ext>
            </a:extLst>
          </p:cNvPr>
          <p:cNvSpPr>
            <a:spLocks noGrp="1"/>
          </p:cNvSpPr>
          <p:nvPr/>
        </p:nvSpPr>
        <p:spPr>
          <a:xfrm>
            <a:off x="4026190" y="3612166"/>
            <a:ext cx="93008" cy="2170176"/>
          </a:xfrm>
          <a:custGeom>
            <a:avLst/>
            <a:gdLst/>
            <a:ahLst/>
            <a:cxnLst/>
            <a:rect l="0" t="0" r="0" b="0"/>
            <a:pathLst>
              <a:path w="93008" h="2170176">
                <a:moveTo>
                  <a:pt x="0" y="2170176"/>
                </a:moveTo>
                <a:lnTo>
                  <a:pt x="93008" y="2170176"/>
                </a:lnTo>
                <a:lnTo>
                  <a:pt x="93008" y="0"/>
                </a:lnTo>
                <a:lnTo>
                  <a:pt x="0" y="0"/>
                </a:lnTo>
                <a:lnTo>
                  <a:pt x="0" y="217017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1875" name="Stage1_sixpanel_7046">
            <a:extLst>
              <a:ext uri="{FF2B5EF4-FFF2-40B4-BE49-F238E27FC236}">
                <a16:creationId xmlns:a16="http://schemas.microsoft.com/office/drawing/2014/main" id="{286A4D60-FE56-49AC-ABCB-686CD78585D9}"/>
              </a:ext>
            </a:extLst>
          </p:cNvPr>
          <p:cNvSpPr>
            <a:spLocks noGrp="1"/>
          </p:cNvSpPr>
          <p:nvPr/>
        </p:nvSpPr>
        <p:spPr>
          <a:xfrm>
            <a:off x="4026190" y="57738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DE725"/>
          </a:solidFill>
          <a:ln w="3364">
            <a:solidFill>
              <a:srgbClr val="FDE725"/>
            </a:solidFill>
            <a:prstDash val="solid"/>
          </a:ln>
        </p:spPr>
      </p:sp>
      <p:sp>
        <p:nvSpPr>
          <p:cNvPr id="1876" name="Stage1_sixpanel_7047">
            <a:extLst>
              <a:ext uri="{FF2B5EF4-FFF2-40B4-BE49-F238E27FC236}">
                <a16:creationId xmlns:a16="http://schemas.microsoft.com/office/drawing/2014/main" id="{68310FEF-32A2-4748-B83E-AC4EA6BDACC5}"/>
              </a:ext>
            </a:extLst>
          </p:cNvPr>
          <p:cNvSpPr>
            <a:spLocks noGrp="1"/>
          </p:cNvSpPr>
          <p:nvPr/>
        </p:nvSpPr>
        <p:spPr>
          <a:xfrm>
            <a:off x="4026190" y="576538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BE723"/>
          </a:solidFill>
          <a:ln w="3364">
            <a:solidFill>
              <a:srgbClr val="FBE723"/>
            </a:solidFill>
            <a:prstDash val="solid"/>
          </a:ln>
        </p:spPr>
      </p:sp>
      <p:sp>
        <p:nvSpPr>
          <p:cNvPr id="1877" name="Stage1_sixpanel_7048">
            <a:extLst>
              <a:ext uri="{FF2B5EF4-FFF2-40B4-BE49-F238E27FC236}">
                <a16:creationId xmlns:a16="http://schemas.microsoft.com/office/drawing/2014/main" id="{3C4B095D-DDE3-430B-A659-AF9E6261E267}"/>
              </a:ext>
            </a:extLst>
          </p:cNvPr>
          <p:cNvSpPr>
            <a:spLocks noGrp="1"/>
          </p:cNvSpPr>
          <p:nvPr/>
        </p:nvSpPr>
        <p:spPr>
          <a:xfrm>
            <a:off x="4026190" y="575691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8E621"/>
          </a:solidFill>
          <a:ln w="3364">
            <a:solidFill>
              <a:srgbClr val="F8E621"/>
            </a:solidFill>
            <a:prstDash val="solid"/>
          </a:ln>
        </p:spPr>
      </p:sp>
      <p:sp>
        <p:nvSpPr>
          <p:cNvPr id="1878" name="Stage1_sixpanel_7049">
            <a:extLst>
              <a:ext uri="{FF2B5EF4-FFF2-40B4-BE49-F238E27FC236}">
                <a16:creationId xmlns:a16="http://schemas.microsoft.com/office/drawing/2014/main" id="{224A8FCE-6436-45C7-89D5-EC0F6E343978}"/>
              </a:ext>
            </a:extLst>
          </p:cNvPr>
          <p:cNvSpPr>
            <a:spLocks noGrp="1"/>
          </p:cNvSpPr>
          <p:nvPr/>
        </p:nvSpPr>
        <p:spPr>
          <a:xfrm>
            <a:off x="4026190" y="574843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6E620"/>
          </a:solidFill>
          <a:ln w="3364">
            <a:solidFill>
              <a:srgbClr val="F6E620"/>
            </a:solidFill>
            <a:prstDash val="solid"/>
          </a:ln>
        </p:spPr>
      </p:sp>
      <p:sp>
        <p:nvSpPr>
          <p:cNvPr id="1879" name="Stage1_sixpanel_7050">
            <a:extLst>
              <a:ext uri="{FF2B5EF4-FFF2-40B4-BE49-F238E27FC236}">
                <a16:creationId xmlns:a16="http://schemas.microsoft.com/office/drawing/2014/main" id="{2FD0B2E4-A237-4CAE-AB35-E6B8B30A4F61}"/>
              </a:ext>
            </a:extLst>
          </p:cNvPr>
          <p:cNvSpPr>
            <a:spLocks noGrp="1"/>
          </p:cNvSpPr>
          <p:nvPr/>
        </p:nvSpPr>
        <p:spPr>
          <a:xfrm>
            <a:off x="4026190" y="57399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4E61E"/>
          </a:solidFill>
          <a:ln w="3364">
            <a:solidFill>
              <a:srgbClr val="F4E61E"/>
            </a:solidFill>
            <a:prstDash val="solid"/>
          </a:ln>
        </p:spPr>
      </p:sp>
      <p:sp>
        <p:nvSpPr>
          <p:cNvPr id="1880" name="Stage1_sixpanel_7051">
            <a:extLst>
              <a:ext uri="{FF2B5EF4-FFF2-40B4-BE49-F238E27FC236}">
                <a16:creationId xmlns:a16="http://schemas.microsoft.com/office/drawing/2014/main" id="{C2DF6E97-76E4-44E8-ACA7-12140B883108}"/>
              </a:ext>
            </a:extLst>
          </p:cNvPr>
          <p:cNvSpPr>
            <a:spLocks noGrp="1"/>
          </p:cNvSpPr>
          <p:nvPr/>
        </p:nvSpPr>
        <p:spPr>
          <a:xfrm>
            <a:off x="4026190" y="573147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1E51D"/>
          </a:solidFill>
          <a:ln w="3364">
            <a:solidFill>
              <a:srgbClr val="F1E51D"/>
            </a:solidFill>
            <a:prstDash val="solid"/>
          </a:ln>
        </p:spPr>
      </p:sp>
      <p:sp>
        <p:nvSpPr>
          <p:cNvPr id="1881" name="Stage1_sixpanel_7052">
            <a:extLst>
              <a:ext uri="{FF2B5EF4-FFF2-40B4-BE49-F238E27FC236}">
                <a16:creationId xmlns:a16="http://schemas.microsoft.com/office/drawing/2014/main" id="{3CE3573F-9403-4023-9DF3-7871C1CACDB1}"/>
              </a:ext>
            </a:extLst>
          </p:cNvPr>
          <p:cNvSpPr>
            <a:spLocks noGrp="1"/>
          </p:cNvSpPr>
          <p:nvPr/>
        </p:nvSpPr>
        <p:spPr>
          <a:xfrm>
            <a:off x="4026190" y="572300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FE51C"/>
          </a:solidFill>
          <a:ln w="3364">
            <a:solidFill>
              <a:srgbClr val="EFE51C"/>
            </a:solidFill>
            <a:prstDash val="solid"/>
          </a:ln>
        </p:spPr>
      </p:sp>
      <p:sp>
        <p:nvSpPr>
          <p:cNvPr id="1882" name="Stage1_sixpanel_7053">
            <a:extLst>
              <a:ext uri="{FF2B5EF4-FFF2-40B4-BE49-F238E27FC236}">
                <a16:creationId xmlns:a16="http://schemas.microsoft.com/office/drawing/2014/main" id="{22346C4B-A4B4-43B8-8485-C12B7C52BEC0}"/>
              </a:ext>
            </a:extLst>
          </p:cNvPr>
          <p:cNvSpPr>
            <a:spLocks noGrp="1"/>
          </p:cNvSpPr>
          <p:nvPr/>
        </p:nvSpPr>
        <p:spPr>
          <a:xfrm>
            <a:off x="4026190" y="57145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CE51B"/>
          </a:solidFill>
          <a:ln w="3364">
            <a:solidFill>
              <a:srgbClr val="ECE51B"/>
            </a:solidFill>
            <a:prstDash val="solid"/>
          </a:ln>
        </p:spPr>
      </p:sp>
      <p:sp>
        <p:nvSpPr>
          <p:cNvPr id="1883" name="Stage1_sixpanel_7054">
            <a:extLst>
              <a:ext uri="{FF2B5EF4-FFF2-40B4-BE49-F238E27FC236}">
                <a16:creationId xmlns:a16="http://schemas.microsoft.com/office/drawing/2014/main" id="{A62CC46E-3F17-4675-847D-E889ACA985D7}"/>
              </a:ext>
            </a:extLst>
          </p:cNvPr>
          <p:cNvSpPr>
            <a:spLocks noGrp="1"/>
          </p:cNvSpPr>
          <p:nvPr/>
        </p:nvSpPr>
        <p:spPr>
          <a:xfrm>
            <a:off x="4026190" y="570604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AE51A"/>
          </a:solidFill>
          <a:ln w="3364">
            <a:solidFill>
              <a:srgbClr val="EAE51A"/>
            </a:solidFill>
            <a:prstDash val="solid"/>
          </a:ln>
        </p:spPr>
      </p:sp>
      <p:sp>
        <p:nvSpPr>
          <p:cNvPr id="1884" name="Stage1_sixpanel_7055">
            <a:extLst>
              <a:ext uri="{FF2B5EF4-FFF2-40B4-BE49-F238E27FC236}">
                <a16:creationId xmlns:a16="http://schemas.microsoft.com/office/drawing/2014/main" id="{2C958E34-3F6C-4F7C-AE46-151A7A63631D}"/>
              </a:ext>
            </a:extLst>
          </p:cNvPr>
          <p:cNvSpPr>
            <a:spLocks noGrp="1"/>
          </p:cNvSpPr>
          <p:nvPr/>
        </p:nvSpPr>
        <p:spPr>
          <a:xfrm>
            <a:off x="4026190" y="569756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7E419"/>
          </a:solidFill>
          <a:ln w="3364">
            <a:solidFill>
              <a:srgbClr val="E7E419"/>
            </a:solidFill>
            <a:prstDash val="solid"/>
          </a:ln>
        </p:spPr>
      </p:sp>
      <p:sp>
        <p:nvSpPr>
          <p:cNvPr id="1885" name="Stage1_sixpanel_7056">
            <a:extLst>
              <a:ext uri="{FF2B5EF4-FFF2-40B4-BE49-F238E27FC236}">
                <a16:creationId xmlns:a16="http://schemas.microsoft.com/office/drawing/2014/main" id="{848B226C-1F7F-4999-BC7F-44F9ABF9A087}"/>
              </a:ext>
            </a:extLst>
          </p:cNvPr>
          <p:cNvSpPr>
            <a:spLocks noGrp="1"/>
          </p:cNvSpPr>
          <p:nvPr/>
        </p:nvSpPr>
        <p:spPr>
          <a:xfrm>
            <a:off x="4026190" y="56890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5E419"/>
          </a:solidFill>
          <a:ln w="3364">
            <a:solidFill>
              <a:srgbClr val="E5E419"/>
            </a:solidFill>
            <a:prstDash val="solid"/>
          </a:ln>
        </p:spPr>
      </p:sp>
      <p:sp>
        <p:nvSpPr>
          <p:cNvPr id="1886" name="Stage1_sixpanel_7057">
            <a:extLst>
              <a:ext uri="{FF2B5EF4-FFF2-40B4-BE49-F238E27FC236}">
                <a16:creationId xmlns:a16="http://schemas.microsoft.com/office/drawing/2014/main" id="{EED5ACA6-5F25-4793-8916-C61D15B4BDA0}"/>
              </a:ext>
            </a:extLst>
          </p:cNvPr>
          <p:cNvSpPr>
            <a:spLocks noGrp="1"/>
          </p:cNvSpPr>
          <p:nvPr/>
        </p:nvSpPr>
        <p:spPr>
          <a:xfrm>
            <a:off x="4026190" y="56806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2E418"/>
          </a:solidFill>
          <a:ln w="3364">
            <a:solidFill>
              <a:srgbClr val="E2E418"/>
            </a:solidFill>
            <a:prstDash val="solid"/>
          </a:ln>
        </p:spPr>
      </p:sp>
      <p:sp>
        <p:nvSpPr>
          <p:cNvPr id="1887" name="Stage1_sixpanel_7058">
            <a:extLst>
              <a:ext uri="{FF2B5EF4-FFF2-40B4-BE49-F238E27FC236}">
                <a16:creationId xmlns:a16="http://schemas.microsoft.com/office/drawing/2014/main" id="{AF5EC3EB-B910-4167-96FC-299889F14B50}"/>
              </a:ext>
            </a:extLst>
          </p:cNvPr>
          <p:cNvSpPr>
            <a:spLocks noGrp="1"/>
          </p:cNvSpPr>
          <p:nvPr/>
        </p:nvSpPr>
        <p:spPr>
          <a:xfrm>
            <a:off x="4026190" y="56721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FE318"/>
          </a:solidFill>
          <a:ln w="3364">
            <a:solidFill>
              <a:srgbClr val="DFE318"/>
            </a:solidFill>
            <a:prstDash val="solid"/>
          </a:ln>
        </p:spPr>
      </p:sp>
      <p:sp>
        <p:nvSpPr>
          <p:cNvPr id="1888" name="Stage1_sixpanel_7059">
            <a:extLst>
              <a:ext uri="{FF2B5EF4-FFF2-40B4-BE49-F238E27FC236}">
                <a16:creationId xmlns:a16="http://schemas.microsoft.com/office/drawing/2014/main" id="{AE5CC70B-75E8-4D79-B3F8-659E56CCF12B}"/>
              </a:ext>
            </a:extLst>
          </p:cNvPr>
          <p:cNvSpPr>
            <a:spLocks noGrp="1"/>
          </p:cNvSpPr>
          <p:nvPr/>
        </p:nvSpPr>
        <p:spPr>
          <a:xfrm>
            <a:off x="4026190" y="566366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DE318"/>
          </a:solidFill>
          <a:ln w="3364">
            <a:solidFill>
              <a:srgbClr val="DDE318"/>
            </a:solidFill>
            <a:prstDash val="solid"/>
          </a:ln>
        </p:spPr>
      </p:sp>
      <p:sp>
        <p:nvSpPr>
          <p:cNvPr id="1889" name="Stage1_sixpanel_7060">
            <a:extLst>
              <a:ext uri="{FF2B5EF4-FFF2-40B4-BE49-F238E27FC236}">
                <a16:creationId xmlns:a16="http://schemas.microsoft.com/office/drawing/2014/main" id="{D8058887-7D69-462B-A853-6E661F07F541}"/>
              </a:ext>
            </a:extLst>
          </p:cNvPr>
          <p:cNvSpPr>
            <a:spLocks noGrp="1"/>
          </p:cNvSpPr>
          <p:nvPr/>
        </p:nvSpPr>
        <p:spPr>
          <a:xfrm>
            <a:off x="4026190" y="565518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AE319"/>
          </a:solidFill>
          <a:ln w="3364">
            <a:solidFill>
              <a:srgbClr val="DAE319"/>
            </a:solidFill>
            <a:prstDash val="solid"/>
          </a:ln>
        </p:spPr>
      </p:sp>
      <p:sp>
        <p:nvSpPr>
          <p:cNvPr id="1890" name="Stage1_sixpanel_7061">
            <a:extLst>
              <a:ext uri="{FF2B5EF4-FFF2-40B4-BE49-F238E27FC236}">
                <a16:creationId xmlns:a16="http://schemas.microsoft.com/office/drawing/2014/main" id="{893CED95-C156-42C5-9F75-D0367D2A3324}"/>
              </a:ext>
            </a:extLst>
          </p:cNvPr>
          <p:cNvSpPr>
            <a:spLocks noGrp="1"/>
          </p:cNvSpPr>
          <p:nvPr/>
        </p:nvSpPr>
        <p:spPr>
          <a:xfrm>
            <a:off x="4026190" y="564670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8E219"/>
          </a:solidFill>
          <a:ln w="3364">
            <a:solidFill>
              <a:srgbClr val="D8E219"/>
            </a:solidFill>
            <a:prstDash val="solid"/>
          </a:ln>
        </p:spPr>
      </p:sp>
      <p:sp>
        <p:nvSpPr>
          <p:cNvPr id="1891" name="Stage1_sixpanel_7062">
            <a:extLst>
              <a:ext uri="{FF2B5EF4-FFF2-40B4-BE49-F238E27FC236}">
                <a16:creationId xmlns:a16="http://schemas.microsoft.com/office/drawing/2014/main" id="{D131B65D-E457-4EC9-B849-36BBE2499A86}"/>
              </a:ext>
            </a:extLst>
          </p:cNvPr>
          <p:cNvSpPr>
            <a:spLocks noGrp="1"/>
          </p:cNvSpPr>
          <p:nvPr/>
        </p:nvSpPr>
        <p:spPr>
          <a:xfrm>
            <a:off x="4026190" y="563822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5E21A"/>
          </a:solidFill>
          <a:ln w="3364">
            <a:solidFill>
              <a:srgbClr val="D5E21A"/>
            </a:solidFill>
            <a:prstDash val="solid"/>
          </a:ln>
        </p:spPr>
      </p:sp>
      <p:sp>
        <p:nvSpPr>
          <p:cNvPr id="1892" name="Stage1_sixpanel_7063">
            <a:extLst>
              <a:ext uri="{FF2B5EF4-FFF2-40B4-BE49-F238E27FC236}">
                <a16:creationId xmlns:a16="http://schemas.microsoft.com/office/drawing/2014/main" id="{D37E27F3-76B1-41B2-BA38-EEDAB1F7EF00}"/>
              </a:ext>
            </a:extLst>
          </p:cNvPr>
          <p:cNvSpPr>
            <a:spLocks noGrp="1"/>
          </p:cNvSpPr>
          <p:nvPr/>
        </p:nvSpPr>
        <p:spPr>
          <a:xfrm>
            <a:off x="4026190" y="562975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2E21B"/>
          </a:solidFill>
          <a:ln w="3364">
            <a:solidFill>
              <a:srgbClr val="D2E21B"/>
            </a:solidFill>
            <a:prstDash val="solid"/>
          </a:ln>
        </p:spPr>
      </p:sp>
      <p:sp>
        <p:nvSpPr>
          <p:cNvPr id="1893" name="Stage1_sixpanel_7064">
            <a:extLst>
              <a:ext uri="{FF2B5EF4-FFF2-40B4-BE49-F238E27FC236}">
                <a16:creationId xmlns:a16="http://schemas.microsoft.com/office/drawing/2014/main" id="{966DA3E3-F607-4505-A48C-3722F53A8BC4}"/>
              </a:ext>
            </a:extLst>
          </p:cNvPr>
          <p:cNvSpPr>
            <a:spLocks noGrp="1"/>
          </p:cNvSpPr>
          <p:nvPr/>
        </p:nvSpPr>
        <p:spPr>
          <a:xfrm>
            <a:off x="4026190" y="56212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0E11C"/>
          </a:solidFill>
          <a:ln w="3364">
            <a:solidFill>
              <a:srgbClr val="D0E11C"/>
            </a:solidFill>
            <a:prstDash val="solid"/>
          </a:ln>
        </p:spPr>
      </p:sp>
      <p:sp>
        <p:nvSpPr>
          <p:cNvPr id="1894" name="Stage1_sixpanel_7065">
            <a:extLst>
              <a:ext uri="{FF2B5EF4-FFF2-40B4-BE49-F238E27FC236}">
                <a16:creationId xmlns:a16="http://schemas.microsoft.com/office/drawing/2014/main" id="{8688C665-68DF-4C62-ADE5-A6858790551C}"/>
              </a:ext>
            </a:extLst>
          </p:cNvPr>
          <p:cNvSpPr>
            <a:spLocks noGrp="1"/>
          </p:cNvSpPr>
          <p:nvPr/>
        </p:nvSpPr>
        <p:spPr>
          <a:xfrm>
            <a:off x="4026190" y="56127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DE11D"/>
          </a:solidFill>
          <a:ln w="3364">
            <a:solidFill>
              <a:srgbClr val="CDE11D"/>
            </a:solidFill>
            <a:prstDash val="solid"/>
          </a:ln>
        </p:spPr>
      </p:sp>
      <p:sp>
        <p:nvSpPr>
          <p:cNvPr id="1895" name="Stage1_sixpanel_7066">
            <a:extLst>
              <a:ext uri="{FF2B5EF4-FFF2-40B4-BE49-F238E27FC236}">
                <a16:creationId xmlns:a16="http://schemas.microsoft.com/office/drawing/2014/main" id="{8C4BEEB6-4739-4CE0-A3A0-22A76D8B206F}"/>
              </a:ext>
            </a:extLst>
          </p:cNvPr>
          <p:cNvSpPr>
            <a:spLocks noGrp="1"/>
          </p:cNvSpPr>
          <p:nvPr/>
        </p:nvSpPr>
        <p:spPr>
          <a:xfrm>
            <a:off x="4026190" y="56043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AE11F"/>
          </a:solidFill>
          <a:ln w="3364">
            <a:solidFill>
              <a:srgbClr val="CAE11F"/>
            </a:solidFill>
            <a:prstDash val="solid"/>
          </a:ln>
        </p:spPr>
      </p:sp>
      <p:sp>
        <p:nvSpPr>
          <p:cNvPr id="1896" name="Stage1_sixpanel_7067">
            <a:extLst>
              <a:ext uri="{FF2B5EF4-FFF2-40B4-BE49-F238E27FC236}">
                <a16:creationId xmlns:a16="http://schemas.microsoft.com/office/drawing/2014/main" id="{4E32D173-78DD-4F24-82B5-48D379A1CADB}"/>
              </a:ext>
            </a:extLst>
          </p:cNvPr>
          <p:cNvSpPr>
            <a:spLocks noGrp="1"/>
          </p:cNvSpPr>
          <p:nvPr/>
        </p:nvSpPr>
        <p:spPr>
          <a:xfrm>
            <a:off x="4026190" y="559584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8E020"/>
          </a:solidFill>
          <a:ln w="3364">
            <a:solidFill>
              <a:srgbClr val="C8E020"/>
            </a:solidFill>
            <a:prstDash val="solid"/>
          </a:ln>
        </p:spPr>
      </p:sp>
      <p:sp>
        <p:nvSpPr>
          <p:cNvPr id="1897" name="Stage1_sixpanel_7068">
            <a:extLst>
              <a:ext uri="{FF2B5EF4-FFF2-40B4-BE49-F238E27FC236}">
                <a16:creationId xmlns:a16="http://schemas.microsoft.com/office/drawing/2014/main" id="{0BCDE726-4233-4305-A6C0-097C5DFDBAAC}"/>
              </a:ext>
            </a:extLst>
          </p:cNvPr>
          <p:cNvSpPr>
            <a:spLocks noGrp="1"/>
          </p:cNvSpPr>
          <p:nvPr/>
        </p:nvSpPr>
        <p:spPr>
          <a:xfrm>
            <a:off x="4026190" y="55873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5E021"/>
          </a:solidFill>
          <a:ln w="3364">
            <a:solidFill>
              <a:srgbClr val="C5E021"/>
            </a:solidFill>
            <a:prstDash val="solid"/>
          </a:ln>
        </p:spPr>
      </p:sp>
      <p:sp>
        <p:nvSpPr>
          <p:cNvPr id="1898" name="Stage1_sixpanel_7069">
            <a:extLst>
              <a:ext uri="{FF2B5EF4-FFF2-40B4-BE49-F238E27FC236}">
                <a16:creationId xmlns:a16="http://schemas.microsoft.com/office/drawing/2014/main" id="{6A8D1B23-6B86-4BBB-8330-1494E99A2EA0}"/>
              </a:ext>
            </a:extLst>
          </p:cNvPr>
          <p:cNvSpPr>
            <a:spLocks noGrp="1"/>
          </p:cNvSpPr>
          <p:nvPr/>
        </p:nvSpPr>
        <p:spPr>
          <a:xfrm>
            <a:off x="4026190" y="55788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2DF23"/>
          </a:solidFill>
          <a:ln w="3364">
            <a:solidFill>
              <a:srgbClr val="C2DF23"/>
            </a:solidFill>
            <a:prstDash val="solid"/>
          </a:ln>
        </p:spPr>
      </p:sp>
      <p:sp>
        <p:nvSpPr>
          <p:cNvPr id="1899" name="Stage1_sixpanel_7070">
            <a:extLst>
              <a:ext uri="{FF2B5EF4-FFF2-40B4-BE49-F238E27FC236}">
                <a16:creationId xmlns:a16="http://schemas.microsoft.com/office/drawing/2014/main" id="{C07B649C-F610-4A50-8B98-7B1FD8015B84}"/>
              </a:ext>
            </a:extLst>
          </p:cNvPr>
          <p:cNvSpPr>
            <a:spLocks noGrp="1"/>
          </p:cNvSpPr>
          <p:nvPr/>
        </p:nvSpPr>
        <p:spPr>
          <a:xfrm>
            <a:off x="4026190" y="557041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0DF25"/>
          </a:solidFill>
          <a:ln w="3364">
            <a:solidFill>
              <a:srgbClr val="C0DF25"/>
            </a:solidFill>
            <a:prstDash val="solid"/>
          </a:ln>
        </p:spPr>
      </p:sp>
      <p:sp>
        <p:nvSpPr>
          <p:cNvPr id="1900" name="Stage1_sixpanel_7071">
            <a:extLst>
              <a:ext uri="{FF2B5EF4-FFF2-40B4-BE49-F238E27FC236}">
                <a16:creationId xmlns:a16="http://schemas.microsoft.com/office/drawing/2014/main" id="{904178BB-CD95-4132-B0D2-A9E3E1F44FDD}"/>
              </a:ext>
            </a:extLst>
          </p:cNvPr>
          <p:cNvSpPr>
            <a:spLocks noGrp="1"/>
          </p:cNvSpPr>
          <p:nvPr/>
        </p:nvSpPr>
        <p:spPr>
          <a:xfrm>
            <a:off x="4026190" y="556193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DDF26"/>
          </a:solidFill>
          <a:ln w="3364">
            <a:solidFill>
              <a:srgbClr val="BDDF26"/>
            </a:solidFill>
            <a:prstDash val="solid"/>
          </a:ln>
        </p:spPr>
      </p:sp>
      <p:sp>
        <p:nvSpPr>
          <p:cNvPr id="1901" name="Stage1_sixpanel_7072">
            <a:extLst>
              <a:ext uri="{FF2B5EF4-FFF2-40B4-BE49-F238E27FC236}">
                <a16:creationId xmlns:a16="http://schemas.microsoft.com/office/drawing/2014/main" id="{7B997EE0-DB39-4BA5-8768-2EEC0212F836}"/>
              </a:ext>
            </a:extLst>
          </p:cNvPr>
          <p:cNvSpPr>
            <a:spLocks noGrp="1"/>
          </p:cNvSpPr>
          <p:nvPr/>
        </p:nvSpPr>
        <p:spPr>
          <a:xfrm>
            <a:off x="4026190" y="55534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ADE28"/>
          </a:solidFill>
          <a:ln w="3364">
            <a:solidFill>
              <a:srgbClr val="BADE28"/>
            </a:solidFill>
            <a:prstDash val="solid"/>
          </a:ln>
        </p:spPr>
      </p:sp>
      <p:sp>
        <p:nvSpPr>
          <p:cNvPr id="1902" name="Stage1_sixpanel_7073">
            <a:extLst>
              <a:ext uri="{FF2B5EF4-FFF2-40B4-BE49-F238E27FC236}">
                <a16:creationId xmlns:a16="http://schemas.microsoft.com/office/drawing/2014/main" id="{F10EAD7B-EB14-4F0B-BE63-8126BE2E9A90}"/>
              </a:ext>
            </a:extLst>
          </p:cNvPr>
          <p:cNvSpPr>
            <a:spLocks noGrp="1"/>
          </p:cNvSpPr>
          <p:nvPr/>
        </p:nvSpPr>
        <p:spPr>
          <a:xfrm>
            <a:off x="4026190" y="55449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8DE29"/>
          </a:solidFill>
          <a:ln w="3364">
            <a:solidFill>
              <a:srgbClr val="B8DE29"/>
            </a:solidFill>
            <a:prstDash val="solid"/>
          </a:ln>
        </p:spPr>
      </p:sp>
      <p:sp>
        <p:nvSpPr>
          <p:cNvPr id="1903" name="Stage1_sixpanel_7074">
            <a:extLst>
              <a:ext uri="{FF2B5EF4-FFF2-40B4-BE49-F238E27FC236}">
                <a16:creationId xmlns:a16="http://schemas.microsoft.com/office/drawing/2014/main" id="{88829596-A362-4FAD-A2BC-774E5C31129A}"/>
              </a:ext>
            </a:extLst>
          </p:cNvPr>
          <p:cNvSpPr>
            <a:spLocks noGrp="1"/>
          </p:cNvSpPr>
          <p:nvPr/>
        </p:nvSpPr>
        <p:spPr>
          <a:xfrm>
            <a:off x="4026190" y="553650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5DE2B"/>
          </a:solidFill>
          <a:ln w="3364">
            <a:solidFill>
              <a:srgbClr val="B5DE2B"/>
            </a:solidFill>
            <a:prstDash val="solid"/>
          </a:ln>
        </p:spPr>
      </p:sp>
      <p:sp>
        <p:nvSpPr>
          <p:cNvPr id="1904" name="Stage1_sixpanel_7075">
            <a:extLst>
              <a:ext uri="{FF2B5EF4-FFF2-40B4-BE49-F238E27FC236}">
                <a16:creationId xmlns:a16="http://schemas.microsoft.com/office/drawing/2014/main" id="{5B97552E-8537-4A9C-A4DE-938E5E23236A}"/>
              </a:ext>
            </a:extLst>
          </p:cNvPr>
          <p:cNvSpPr>
            <a:spLocks noGrp="1"/>
          </p:cNvSpPr>
          <p:nvPr/>
        </p:nvSpPr>
        <p:spPr>
          <a:xfrm>
            <a:off x="4026190" y="55280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2DD2D"/>
          </a:solidFill>
          <a:ln w="3364">
            <a:solidFill>
              <a:srgbClr val="B2DD2D"/>
            </a:solidFill>
            <a:prstDash val="solid"/>
          </a:ln>
        </p:spPr>
      </p:sp>
      <p:sp>
        <p:nvSpPr>
          <p:cNvPr id="1905" name="Stage1_sixpanel_7076">
            <a:extLst>
              <a:ext uri="{FF2B5EF4-FFF2-40B4-BE49-F238E27FC236}">
                <a16:creationId xmlns:a16="http://schemas.microsoft.com/office/drawing/2014/main" id="{B695EEF1-3778-433E-9F89-037FBCCC3CC5}"/>
              </a:ext>
            </a:extLst>
          </p:cNvPr>
          <p:cNvSpPr>
            <a:spLocks noGrp="1"/>
          </p:cNvSpPr>
          <p:nvPr/>
        </p:nvSpPr>
        <p:spPr>
          <a:xfrm>
            <a:off x="4026190" y="551954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0DD2F"/>
          </a:solidFill>
          <a:ln w="3364">
            <a:solidFill>
              <a:srgbClr val="B0DD2F"/>
            </a:solidFill>
            <a:prstDash val="solid"/>
          </a:ln>
        </p:spPr>
      </p:sp>
      <p:sp>
        <p:nvSpPr>
          <p:cNvPr id="1906" name="Stage1_sixpanel_7077">
            <a:extLst>
              <a:ext uri="{FF2B5EF4-FFF2-40B4-BE49-F238E27FC236}">
                <a16:creationId xmlns:a16="http://schemas.microsoft.com/office/drawing/2014/main" id="{D8FADEB9-5D1E-4FBA-927D-20BD6EE3E0A8}"/>
              </a:ext>
            </a:extLst>
          </p:cNvPr>
          <p:cNvSpPr>
            <a:spLocks noGrp="1"/>
          </p:cNvSpPr>
          <p:nvPr/>
        </p:nvSpPr>
        <p:spPr>
          <a:xfrm>
            <a:off x="4026190" y="55110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DDC30"/>
          </a:solidFill>
          <a:ln w="3364">
            <a:solidFill>
              <a:srgbClr val="ADDC30"/>
            </a:solidFill>
            <a:prstDash val="solid"/>
          </a:ln>
        </p:spPr>
      </p:sp>
      <p:sp>
        <p:nvSpPr>
          <p:cNvPr id="1907" name="Stage1_sixpanel_7078">
            <a:extLst>
              <a:ext uri="{FF2B5EF4-FFF2-40B4-BE49-F238E27FC236}">
                <a16:creationId xmlns:a16="http://schemas.microsoft.com/office/drawing/2014/main" id="{824D92F3-68EB-4BCB-8284-6B81166A6B59}"/>
              </a:ext>
            </a:extLst>
          </p:cNvPr>
          <p:cNvSpPr>
            <a:spLocks noGrp="1"/>
          </p:cNvSpPr>
          <p:nvPr/>
        </p:nvSpPr>
        <p:spPr>
          <a:xfrm>
            <a:off x="4026190" y="55025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ADC32"/>
          </a:solidFill>
          <a:ln w="3364">
            <a:solidFill>
              <a:srgbClr val="AADC32"/>
            </a:solidFill>
            <a:prstDash val="solid"/>
          </a:ln>
        </p:spPr>
      </p:sp>
      <p:sp>
        <p:nvSpPr>
          <p:cNvPr id="1908" name="Stage1_sixpanel_7079">
            <a:extLst>
              <a:ext uri="{FF2B5EF4-FFF2-40B4-BE49-F238E27FC236}">
                <a16:creationId xmlns:a16="http://schemas.microsoft.com/office/drawing/2014/main" id="{FF379CD3-DAE4-4B7A-B1FE-A064F1530F2E}"/>
              </a:ext>
            </a:extLst>
          </p:cNvPr>
          <p:cNvSpPr>
            <a:spLocks noGrp="1"/>
          </p:cNvSpPr>
          <p:nvPr/>
        </p:nvSpPr>
        <p:spPr>
          <a:xfrm>
            <a:off x="4026190" y="54941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8DB34"/>
          </a:solidFill>
          <a:ln w="3364">
            <a:solidFill>
              <a:srgbClr val="A8DB34"/>
            </a:solidFill>
            <a:prstDash val="solid"/>
          </a:ln>
        </p:spPr>
      </p:sp>
      <p:sp>
        <p:nvSpPr>
          <p:cNvPr id="1909" name="Stage1_sixpanel_7080">
            <a:extLst>
              <a:ext uri="{FF2B5EF4-FFF2-40B4-BE49-F238E27FC236}">
                <a16:creationId xmlns:a16="http://schemas.microsoft.com/office/drawing/2014/main" id="{CC868EDF-BD68-411F-B955-DC9A02EC35CE}"/>
              </a:ext>
            </a:extLst>
          </p:cNvPr>
          <p:cNvSpPr>
            <a:spLocks noGrp="1"/>
          </p:cNvSpPr>
          <p:nvPr/>
        </p:nvSpPr>
        <p:spPr>
          <a:xfrm>
            <a:off x="4026190" y="54856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5DB36"/>
          </a:solidFill>
          <a:ln w="3364">
            <a:solidFill>
              <a:srgbClr val="A5DB36"/>
            </a:solidFill>
            <a:prstDash val="solid"/>
          </a:ln>
        </p:spPr>
      </p:sp>
      <p:sp>
        <p:nvSpPr>
          <p:cNvPr id="1910" name="Stage1_sixpanel_7081">
            <a:extLst>
              <a:ext uri="{FF2B5EF4-FFF2-40B4-BE49-F238E27FC236}">
                <a16:creationId xmlns:a16="http://schemas.microsoft.com/office/drawing/2014/main" id="{D1D232A4-CD98-429D-BB34-DFE571B967C8}"/>
              </a:ext>
            </a:extLst>
          </p:cNvPr>
          <p:cNvSpPr>
            <a:spLocks noGrp="1"/>
          </p:cNvSpPr>
          <p:nvPr/>
        </p:nvSpPr>
        <p:spPr>
          <a:xfrm>
            <a:off x="4026190" y="54771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2DA37"/>
          </a:solidFill>
          <a:ln w="3364">
            <a:solidFill>
              <a:srgbClr val="A2DA37"/>
            </a:solidFill>
            <a:prstDash val="solid"/>
          </a:ln>
        </p:spPr>
      </p:sp>
      <p:sp>
        <p:nvSpPr>
          <p:cNvPr id="1911" name="Stage1_sixpanel_7082">
            <a:extLst>
              <a:ext uri="{FF2B5EF4-FFF2-40B4-BE49-F238E27FC236}">
                <a16:creationId xmlns:a16="http://schemas.microsoft.com/office/drawing/2014/main" id="{14686748-2E62-4292-903E-1463B4BECC96}"/>
              </a:ext>
            </a:extLst>
          </p:cNvPr>
          <p:cNvSpPr>
            <a:spLocks noGrp="1"/>
          </p:cNvSpPr>
          <p:nvPr/>
        </p:nvSpPr>
        <p:spPr>
          <a:xfrm>
            <a:off x="4026190" y="54686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0DA39"/>
          </a:solidFill>
          <a:ln w="3364">
            <a:solidFill>
              <a:srgbClr val="A0DA39"/>
            </a:solidFill>
            <a:prstDash val="solid"/>
          </a:ln>
        </p:spPr>
      </p:sp>
      <p:sp>
        <p:nvSpPr>
          <p:cNvPr id="1912" name="Stage1_sixpanel_7083">
            <a:extLst>
              <a:ext uri="{FF2B5EF4-FFF2-40B4-BE49-F238E27FC236}">
                <a16:creationId xmlns:a16="http://schemas.microsoft.com/office/drawing/2014/main" id="{FEACC7D1-96B9-40D8-BC18-5F5A96B8E556}"/>
              </a:ext>
            </a:extLst>
          </p:cNvPr>
          <p:cNvSpPr>
            <a:spLocks noGrp="1"/>
          </p:cNvSpPr>
          <p:nvPr/>
        </p:nvSpPr>
        <p:spPr>
          <a:xfrm>
            <a:off x="4026190" y="546020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DD93B"/>
          </a:solidFill>
          <a:ln w="3364">
            <a:solidFill>
              <a:srgbClr val="9DD93B"/>
            </a:solidFill>
            <a:prstDash val="solid"/>
          </a:ln>
        </p:spPr>
      </p:sp>
      <p:sp>
        <p:nvSpPr>
          <p:cNvPr id="1913" name="Stage1_sixpanel_7084">
            <a:extLst>
              <a:ext uri="{FF2B5EF4-FFF2-40B4-BE49-F238E27FC236}">
                <a16:creationId xmlns:a16="http://schemas.microsoft.com/office/drawing/2014/main" id="{B28D8A88-87C1-4143-A8B0-B8E6D0FE8CE4}"/>
              </a:ext>
            </a:extLst>
          </p:cNvPr>
          <p:cNvSpPr>
            <a:spLocks noGrp="1"/>
          </p:cNvSpPr>
          <p:nvPr/>
        </p:nvSpPr>
        <p:spPr>
          <a:xfrm>
            <a:off x="4026190" y="545172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BD93C"/>
          </a:solidFill>
          <a:ln w="3364">
            <a:solidFill>
              <a:srgbClr val="9BD93C"/>
            </a:solidFill>
            <a:prstDash val="solid"/>
          </a:ln>
        </p:spPr>
      </p:sp>
      <p:sp>
        <p:nvSpPr>
          <p:cNvPr id="1914" name="Stage1_sixpanel_7085">
            <a:extLst>
              <a:ext uri="{FF2B5EF4-FFF2-40B4-BE49-F238E27FC236}">
                <a16:creationId xmlns:a16="http://schemas.microsoft.com/office/drawing/2014/main" id="{DBC1D191-785A-4D1F-BED0-DBE2A6F44A8B}"/>
              </a:ext>
            </a:extLst>
          </p:cNvPr>
          <p:cNvSpPr>
            <a:spLocks noGrp="1"/>
          </p:cNvSpPr>
          <p:nvPr/>
        </p:nvSpPr>
        <p:spPr>
          <a:xfrm>
            <a:off x="4026190" y="54432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8D83E"/>
          </a:solidFill>
          <a:ln w="3364">
            <a:solidFill>
              <a:srgbClr val="98D83E"/>
            </a:solidFill>
            <a:prstDash val="solid"/>
          </a:ln>
        </p:spPr>
      </p:sp>
      <p:sp>
        <p:nvSpPr>
          <p:cNvPr id="1915" name="Stage1_sixpanel_7086">
            <a:extLst>
              <a:ext uri="{FF2B5EF4-FFF2-40B4-BE49-F238E27FC236}">
                <a16:creationId xmlns:a16="http://schemas.microsoft.com/office/drawing/2014/main" id="{214C0695-6B9D-4F13-8740-DB043E6F9513}"/>
              </a:ext>
            </a:extLst>
          </p:cNvPr>
          <p:cNvSpPr>
            <a:spLocks noGrp="1"/>
          </p:cNvSpPr>
          <p:nvPr/>
        </p:nvSpPr>
        <p:spPr>
          <a:xfrm>
            <a:off x="4026190" y="54347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5D840"/>
          </a:solidFill>
          <a:ln w="3364">
            <a:solidFill>
              <a:srgbClr val="95D840"/>
            </a:solidFill>
            <a:prstDash val="solid"/>
          </a:ln>
        </p:spPr>
      </p:sp>
      <p:sp>
        <p:nvSpPr>
          <p:cNvPr id="1916" name="Stage1_sixpanel_7087">
            <a:extLst>
              <a:ext uri="{FF2B5EF4-FFF2-40B4-BE49-F238E27FC236}">
                <a16:creationId xmlns:a16="http://schemas.microsoft.com/office/drawing/2014/main" id="{0AD51DF7-447E-4CD8-8657-7D49F6AB7BCC}"/>
              </a:ext>
            </a:extLst>
          </p:cNvPr>
          <p:cNvSpPr>
            <a:spLocks noGrp="1"/>
          </p:cNvSpPr>
          <p:nvPr/>
        </p:nvSpPr>
        <p:spPr>
          <a:xfrm>
            <a:off x="4026190" y="54262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3D741"/>
          </a:solidFill>
          <a:ln w="3364">
            <a:solidFill>
              <a:srgbClr val="93D741"/>
            </a:solidFill>
            <a:prstDash val="solid"/>
          </a:ln>
        </p:spPr>
      </p:sp>
      <p:sp>
        <p:nvSpPr>
          <p:cNvPr id="1917" name="Stage1_sixpanel_7088">
            <a:extLst>
              <a:ext uri="{FF2B5EF4-FFF2-40B4-BE49-F238E27FC236}">
                <a16:creationId xmlns:a16="http://schemas.microsoft.com/office/drawing/2014/main" id="{5A88AE48-8895-4B5D-93F9-25E8E9664C58}"/>
              </a:ext>
            </a:extLst>
          </p:cNvPr>
          <p:cNvSpPr>
            <a:spLocks noGrp="1"/>
          </p:cNvSpPr>
          <p:nvPr/>
        </p:nvSpPr>
        <p:spPr>
          <a:xfrm>
            <a:off x="4026190" y="54178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0D743"/>
          </a:solidFill>
          <a:ln w="3364">
            <a:solidFill>
              <a:srgbClr val="90D743"/>
            </a:solidFill>
            <a:prstDash val="solid"/>
          </a:ln>
        </p:spPr>
      </p:sp>
      <p:sp>
        <p:nvSpPr>
          <p:cNvPr id="1918" name="Stage1_sixpanel_7089">
            <a:extLst>
              <a:ext uri="{FF2B5EF4-FFF2-40B4-BE49-F238E27FC236}">
                <a16:creationId xmlns:a16="http://schemas.microsoft.com/office/drawing/2014/main" id="{CF51D258-461A-4114-9878-162D6CE8D5BF}"/>
              </a:ext>
            </a:extLst>
          </p:cNvPr>
          <p:cNvSpPr>
            <a:spLocks noGrp="1"/>
          </p:cNvSpPr>
          <p:nvPr/>
        </p:nvSpPr>
        <p:spPr>
          <a:xfrm>
            <a:off x="4026190" y="54093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ED645"/>
          </a:solidFill>
          <a:ln w="3364">
            <a:solidFill>
              <a:srgbClr val="8ED645"/>
            </a:solidFill>
            <a:prstDash val="solid"/>
          </a:ln>
        </p:spPr>
      </p:sp>
      <p:sp>
        <p:nvSpPr>
          <p:cNvPr id="1919" name="Stage1_sixpanel_7090">
            <a:extLst>
              <a:ext uri="{FF2B5EF4-FFF2-40B4-BE49-F238E27FC236}">
                <a16:creationId xmlns:a16="http://schemas.microsoft.com/office/drawing/2014/main" id="{475D4C5F-A7F9-4995-8D22-1EECB5EE8104}"/>
              </a:ext>
            </a:extLst>
          </p:cNvPr>
          <p:cNvSpPr>
            <a:spLocks noGrp="1"/>
          </p:cNvSpPr>
          <p:nvPr/>
        </p:nvSpPr>
        <p:spPr>
          <a:xfrm>
            <a:off x="4026190" y="54008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BD646"/>
          </a:solidFill>
          <a:ln w="3364">
            <a:solidFill>
              <a:srgbClr val="8BD646"/>
            </a:solidFill>
            <a:prstDash val="solid"/>
          </a:ln>
        </p:spPr>
      </p:sp>
      <p:sp>
        <p:nvSpPr>
          <p:cNvPr id="1920" name="Stage1_sixpanel_7091">
            <a:extLst>
              <a:ext uri="{FF2B5EF4-FFF2-40B4-BE49-F238E27FC236}">
                <a16:creationId xmlns:a16="http://schemas.microsoft.com/office/drawing/2014/main" id="{FE108681-E0BE-467E-98C7-D836CB278DB5}"/>
              </a:ext>
            </a:extLst>
          </p:cNvPr>
          <p:cNvSpPr>
            <a:spLocks noGrp="1"/>
          </p:cNvSpPr>
          <p:nvPr/>
        </p:nvSpPr>
        <p:spPr>
          <a:xfrm>
            <a:off x="4026190" y="53923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9D548"/>
          </a:solidFill>
          <a:ln w="3364">
            <a:solidFill>
              <a:srgbClr val="89D548"/>
            </a:solidFill>
            <a:prstDash val="solid"/>
          </a:ln>
        </p:spPr>
      </p:sp>
      <p:sp>
        <p:nvSpPr>
          <p:cNvPr id="1921" name="Stage1_sixpanel_7092">
            <a:extLst>
              <a:ext uri="{FF2B5EF4-FFF2-40B4-BE49-F238E27FC236}">
                <a16:creationId xmlns:a16="http://schemas.microsoft.com/office/drawing/2014/main" id="{6DDB073E-D307-4753-BF38-9DCAA5738F95}"/>
              </a:ext>
            </a:extLst>
          </p:cNvPr>
          <p:cNvSpPr>
            <a:spLocks noGrp="1"/>
          </p:cNvSpPr>
          <p:nvPr/>
        </p:nvSpPr>
        <p:spPr>
          <a:xfrm>
            <a:off x="4026190" y="538391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6D549"/>
          </a:solidFill>
          <a:ln w="3364">
            <a:solidFill>
              <a:srgbClr val="86D549"/>
            </a:solidFill>
            <a:prstDash val="solid"/>
          </a:ln>
        </p:spPr>
      </p:sp>
      <p:sp>
        <p:nvSpPr>
          <p:cNvPr id="1922" name="Stage1_sixpanel_7093">
            <a:extLst>
              <a:ext uri="{FF2B5EF4-FFF2-40B4-BE49-F238E27FC236}">
                <a16:creationId xmlns:a16="http://schemas.microsoft.com/office/drawing/2014/main" id="{977784B0-41FB-4C1C-8D60-9F2193A6C049}"/>
              </a:ext>
            </a:extLst>
          </p:cNvPr>
          <p:cNvSpPr>
            <a:spLocks noGrp="1"/>
          </p:cNvSpPr>
          <p:nvPr/>
        </p:nvSpPr>
        <p:spPr>
          <a:xfrm>
            <a:off x="4026190" y="537543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4D44B"/>
          </a:solidFill>
          <a:ln w="3364">
            <a:solidFill>
              <a:srgbClr val="84D44B"/>
            </a:solidFill>
            <a:prstDash val="solid"/>
          </a:ln>
        </p:spPr>
      </p:sp>
      <p:sp>
        <p:nvSpPr>
          <p:cNvPr id="1923" name="Stage1_sixpanel_7094">
            <a:extLst>
              <a:ext uri="{FF2B5EF4-FFF2-40B4-BE49-F238E27FC236}">
                <a16:creationId xmlns:a16="http://schemas.microsoft.com/office/drawing/2014/main" id="{A2457E05-9A7F-49E2-955F-C6146BDD720D}"/>
              </a:ext>
            </a:extLst>
          </p:cNvPr>
          <p:cNvSpPr>
            <a:spLocks noGrp="1"/>
          </p:cNvSpPr>
          <p:nvPr/>
        </p:nvSpPr>
        <p:spPr>
          <a:xfrm>
            <a:off x="4026190" y="536695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1D34D"/>
          </a:solidFill>
          <a:ln w="3364">
            <a:solidFill>
              <a:srgbClr val="81D34D"/>
            </a:solidFill>
            <a:prstDash val="solid"/>
          </a:ln>
        </p:spPr>
      </p:sp>
      <p:sp>
        <p:nvSpPr>
          <p:cNvPr id="1924" name="Stage1_sixpanel_7095">
            <a:extLst>
              <a:ext uri="{FF2B5EF4-FFF2-40B4-BE49-F238E27FC236}">
                <a16:creationId xmlns:a16="http://schemas.microsoft.com/office/drawing/2014/main" id="{A5B540D7-8E1B-4D7D-95D4-8540BF6FA096}"/>
              </a:ext>
            </a:extLst>
          </p:cNvPr>
          <p:cNvSpPr>
            <a:spLocks noGrp="1"/>
          </p:cNvSpPr>
          <p:nvPr/>
        </p:nvSpPr>
        <p:spPr>
          <a:xfrm>
            <a:off x="4026190" y="53584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FD34E"/>
          </a:solidFill>
          <a:ln w="3364">
            <a:solidFill>
              <a:srgbClr val="7FD34E"/>
            </a:solidFill>
            <a:prstDash val="solid"/>
          </a:ln>
        </p:spPr>
      </p:sp>
      <p:sp>
        <p:nvSpPr>
          <p:cNvPr id="1925" name="Stage1_sixpanel_7096">
            <a:extLst>
              <a:ext uri="{FF2B5EF4-FFF2-40B4-BE49-F238E27FC236}">
                <a16:creationId xmlns:a16="http://schemas.microsoft.com/office/drawing/2014/main" id="{BE33BAB5-1E3E-4728-8009-E05E93FF0943}"/>
              </a:ext>
            </a:extLst>
          </p:cNvPr>
          <p:cNvSpPr>
            <a:spLocks noGrp="1"/>
          </p:cNvSpPr>
          <p:nvPr/>
        </p:nvSpPr>
        <p:spPr>
          <a:xfrm>
            <a:off x="4026190" y="535000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CD250"/>
          </a:solidFill>
          <a:ln w="3364">
            <a:solidFill>
              <a:srgbClr val="7CD250"/>
            </a:solidFill>
            <a:prstDash val="solid"/>
          </a:ln>
        </p:spPr>
      </p:sp>
      <p:sp>
        <p:nvSpPr>
          <p:cNvPr id="1926" name="Stage1_sixpanel_7097">
            <a:extLst>
              <a:ext uri="{FF2B5EF4-FFF2-40B4-BE49-F238E27FC236}">
                <a16:creationId xmlns:a16="http://schemas.microsoft.com/office/drawing/2014/main" id="{959908AC-ED0D-4CDC-A075-1B20180D3706}"/>
              </a:ext>
            </a:extLst>
          </p:cNvPr>
          <p:cNvSpPr>
            <a:spLocks noGrp="1"/>
          </p:cNvSpPr>
          <p:nvPr/>
        </p:nvSpPr>
        <p:spPr>
          <a:xfrm>
            <a:off x="4026190" y="534152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AD151"/>
          </a:solidFill>
          <a:ln w="3364">
            <a:solidFill>
              <a:srgbClr val="7AD151"/>
            </a:solidFill>
            <a:prstDash val="solid"/>
          </a:ln>
        </p:spPr>
      </p:sp>
      <p:sp>
        <p:nvSpPr>
          <p:cNvPr id="1927" name="Stage1_sixpanel_7098">
            <a:extLst>
              <a:ext uri="{FF2B5EF4-FFF2-40B4-BE49-F238E27FC236}">
                <a16:creationId xmlns:a16="http://schemas.microsoft.com/office/drawing/2014/main" id="{A2122E5F-2B14-4A28-8082-8F3DDD70FF87}"/>
              </a:ext>
            </a:extLst>
          </p:cNvPr>
          <p:cNvSpPr>
            <a:spLocks noGrp="1"/>
          </p:cNvSpPr>
          <p:nvPr/>
        </p:nvSpPr>
        <p:spPr>
          <a:xfrm>
            <a:off x="4026190" y="533304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7D153"/>
          </a:solidFill>
          <a:ln w="3364">
            <a:solidFill>
              <a:srgbClr val="77D153"/>
            </a:solidFill>
            <a:prstDash val="solid"/>
          </a:ln>
        </p:spPr>
      </p:sp>
      <p:sp>
        <p:nvSpPr>
          <p:cNvPr id="1928" name="Stage1_sixpanel_7099">
            <a:extLst>
              <a:ext uri="{FF2B5EF4-FFF2-40B4-BE49-F238E27FC236}">
                <a16:creationId xmlns:a16="http://schemas.microsoft.com/office/drawing/2014/main" id="{02E4DD74-365A-4EBC-B266-368217264997}"/>
              </a:ext>
            </a:extLst>
          </p:cNvPr>
          <p:cNvSpPr>
            <a:spLocks noGrp="1"/>
          </p:cNvSpPr>
          <p:nvPr/>
        </p:nvSpPr>
        <p:spPr>
          <a:xfrm>
            <a:off x="4026190" y="53245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5D054"/>
          </a:solidFill>
          <a:ln w="3364">
            <a:solidFill>
              <a:srgbClr val="75D054"/>
            </a:solidFill>
            <a:prstDash val="solid"/>
          </a:ln>
        </p:spPr>
      </p:sp>
      <p:sp>
        <p:nvSpPr>
          <p:cNvPr id="1929" name="Stage1_sixpanel_7100">
            <a:extLst>
              <a:ext uri="{FF2B5EF4-FFF2-40B4-BE49-F238E27FC236}">
                <a16:creationId xmlns:a16="http://schemas.microsoft.com/office/drawing/2014/main" id="{6AF903C4-61DE-4C51-8CF2-499E5FDD50A9}"/>
              </a:ext>
            </a:extLst>
          </p:cNvPr>
          <p:cNvSpPr>
            <a:spLocks noGrp="1"/>
          </p:cNvSpPr>
          <p:nvPr/>
        </p:nvSpPr>
        <p:spPr>
          <a:xfrm>
            <a:off x="4026190" y="531609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3D056"/>
          </a:solidFill>
          <a:ln w="3364">
            <a:solidFill>
              <a:srgbClr val="73D056"/>
            </a:solidFill>
            <a:prstDash val="solid"/>
          </a:ln>
        </p:spPr>
      </p:sp>
      <p:sp>
        <p:nvSpPr>
          <p:cNvPr id="1930" name="Stage1_sixpanel_7101">
            <a:extLst>
              <a:ext uri="{FF2B5EF4-FFF2-40B4-BE49-F238E27FC236}">
                <a16:creationId xmlns:a16="http://schemas.microsoft.com/office/drawing/2014/main" id="{5AB0E7F0-C31B-4D7D-86A6-139CD180D071}"/>
              </a:ext>
            </a:extLst>
          </p:cNvPr>
          <p:cNvSpPr>
            <a:spLocks noGrp="1"/>
          </p:cNvSpPr>
          <p:nvPr/>
        </p:nvSpPr>
        <p:spPr>
          <a:xfrm>
            <a:off x="4026190" y="530761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0CF57"/>
          </a:solidFill>
          <a:ln w="3364">
            <a:solidFill>
              <a:srgbClr val="70CF57"/>
            </a:solidFill>
            <a:prstDash val="solid"/>
          </a:ln>
        </p:spPr>
      </p:sp>
      <p:sp>
        <p:nvSpPr>
          <p:cNvPr id="1931" name="Stage1_sixpanel_7102">
            <a:extLst>
              <a:ext uri="{FF2B5EF4-FFF2-40B4-BE49-F238E27FC236}">
                <a16:creationId xmlns:a16="http://schemas.microsoft.com/office/drawing/2014/main" id="{C781DD46-8BAD-4FD1-877D-966ABC583521}"/>
              </a:ext>
            </a:extLst>
          </p:cNvPr>
          <p:cNvSpPr>
            <a:spLocks noGrp="1"/>
          </p:cNvSpPr>
          <p:nvPr/>
        </p:nvSpPr>
        <p:spPr>
          <a:xfrm>
            <a:off x="4026190" y="52991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ECE58"/>
          </a:solidFill>
          <a:ln w="3364">
            <a:solidFill>
              <a:srgbClr val="6ECE58"/>
            </a:solidFill>
            <a:prstDash val="solid"/>
          </a:ln>
        </p:spPr>
      </p:sp>
      <p:sp>
        <p:nvSpPr>
          <p:cNvPr id="1932" name="Stage1_sixpanel_7103">
            <a:extLst>
              <a:ext uri="{FF2B5EF4-FFF2-40B4-BE49-F238E27FC236}">
                <a16:creationId xmlns:a16="http://schemas.microsoft.com/office/drawing/2014/main" id="{D7DA99F8-B1DD-497E-A362-1F8964345D6A}"/>
              </a:ext>
            </a:extLst>
          </p:cNvPr>
          <p:cNvSpPr>
            <a:spLocks noGrp="1"/>
          </p:cNvSpPr>
          <p:nvPr/>
        </p:nvSpPr>
        <p:spPr>
          <a:xfrm>
            <a:off x="4026190" y="52906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CCD5A"/>
          </a:solidFill>
          <a:ln w="3364">
            <a:solidFill>
              <a:srgbClr val="6CCD5A"/>
            </a:solidFill>
            <a:prstDash val="solid"/>
          </a:ln>
        </p:spPr>
      </p:sp>
      <p:sp>
        <p:nvSpPr>
          <p:cNvPr id="1933" name="Stage1_sixpanel_7104">
            <a:extLst>
              <a:ext uri="{FF2B5EF4-FFF2-40B4-BE49-F238E27FC236}">
                <a16:creationId xmlns:a16="http://schemas.microsoft.com/office/drawing/2014/main" id="{8B42C808-AFE1-44CB-A543-2DDA0B659934}"/>
              </a:ext>
            </a:extLst>
          </p:cNvPr>
          <p:cNvSpPr>
            <a:spLocks noGrp="1"/>
          </p:cNvSpPr>
          <p:nvPr/>
        </p:nvSpPr>
        <p:spPr>
          <a:xfrm>
            <a:off x="4026190" y="52821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9CD5B"/>
          </a:solidFill>
          <a:ln w="3364">
            <a:solidFill>
              <a:srgbClr val="69CD5B"/>
            </a:solidFill>
            <a:prstDash val="solid"/>
          </a:ln>
        </p:spPr>
      </p:sp>
      <p:sp>
        <p:nvSpPr>
          <p:cNvPr id="1934" name="Stage1_sixpanel_7105">
            <a:extLst>
              <a:ext uri="{FF2B5EF4-FFF2-40B4-BE49-F238E27FC236}">
                <a16:creationId xmlns:a16="http://schemas.microsoft.com/office/drawing/2014/main" id="{9EA96ED8-AD7B-423B-8BB1-EDBC15087BF6}"/>
              </a:ext>
            </a:extLst>
          </p:cNvPr>
          <p:cNvSpPr>
            <a:spLocks noGrp="1"/>
          </p:cNvSpPr>
          <p:nvPr/>
        </p:nvSpPr>
        <p:spPr>
          <a:xfrm>
            <a:off x="4026190" y="527370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7CC5C"/>
          </a:solidFill>
          <a:ln w="3364">
            <a:solidFill>
              <a:srgbClr val="67CC5C"/>
            </a:solidFill>
            <a:prstDash val="solid"/>
          </a:ln>
        </p:spPr>
      </p:sp>
      <p:sp>
        <p:nvSpPr>
          <p:cNvPr id="1935" name="Stage1_sixpanel_7106">
            <a:extLst>
              <a:ext uri="{FF2B5EF4-FFF2-40B4-BE49-F238E27FC236}">
                <a16:creationId xmlns:a16="http://schemas.microsoft.com/office/drawing/2014/main" id="{1F4DE099-4994-4B60-96B4-834A6B3B5AA6}"/>
              </a:ext>
            </a:extLst>
          </p:cNvPr>
          <p:cNvSpPr>
            <a:spLocks noGrp="1"/>
          </p:cNvSpPr>
          <p:nvPr/>
        </p:nvSpPr>
        <p:spPr>
          <a:xfrm>
            <a:off x="4026190" y="526523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5CB5E"/>
          </a:solidFill>
          <a:ln w="3364">
            <a:solidFill>
              <a:srgbClr val="65CB5E"/>
            </a:solidFill>
            <a:prstDash val="solid"/>
          </a:ln>
        </p:spPr>
      </p:sp>
      <p:sp>
        <p:nvSpPr>
          <p:cNvPr id="1936" name="Stage1_sixpanel_7107">
            <a:extLst>
              <a:ext uri="{FF2B5EF4-FFF2-40B4-BE49-F238E27FC236}">
                <a16:creationId xmlns:a16="http://schemas.microsoft.com/office/drawing/2014/main" id="{0BB1A13F-69E7-4BC7-A415-FAA23BE60015}"/>
              </a:ext>
            </a:extLst>
          </p:cNvPr>
          <p:cNvSpPr>
            <a:spLocks noGrp="1"/>
          </p:cNvSpPr>
          <p:nvPr/>
        </p:nvSpPr>
        <p:spPr>
          <a:xfrm>
            <a:off x="4026190" y="52567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3CB5F"/>
          </a:solidFill>
          <a:ln w="3364">
            <a:solidFill>
              <a:srgbClr val="63CB5F"/>
            </a:solidFill>
            <a:prstDash val="solid"/>
          </a:ln>
        </p:spPr>
      </p:sp>
      <p:sp>
        <p:nvSpPr>
          <p:cNvPr id="1937" name="Stage1_sixpanel_7108">
            <a:extLst>
              <a:ext uri="{FF2B5EF4-FFF2-40B4-BE49-F238E27FC236}">
                <a16:creationId xmlns:a16="http://schemas.microsoft.com/office/drawing/2014/main" id="{4346622F-99E2-4CE7-A762-AEB5553FAF8E}"/>
              </a:ext>
            </a:extLst>
          </p:cNvPr>
          <p:cNvSpPr>
            <a:spLocks noGrp="1"/>
          </p:cNvSpPr>
          <p:nvPr/>
        </p:nvSpPr>
        <p:spPr>
          <a:xfrm>
            <a:off x="4026190" y="524827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0CA60"/>
          </a:solidFill>
          <a:ln w="3364">
            <a:solidFill>
              <a:srgbClr val="60CA60"/>
            </a:solidFill>
            <a:prstDash val="solid"/>
          </a:ln>
        </p:spPr>
      </p:sp>
      <p:sp>
        <p:nvSpPr>
          <p:cNvPr id="1938" name="Stage1_sixpanel_7109">
            <a:extLst>
              <a:ext uri="{FF2B5EF4-FFF2-40B4-BE49-F238E27FC236}">
                <a16:creationId xmlns:a16="http://schemas.microsoft.com/office/drawing/2014/main" id="{A4C99162-D894-45B6-B436-EDDB4D515FB0}"/>
              </a:ext>
            </a:extLst>
          </p:cNvPr>
          <p:cNvSpPr>
            <a:spLocks noGrp="1"/>
          </p:cNvSpPr>
          <p:nvPr/>
        </p:nvSpPr>
        <p:spPr>
          <a:xfrm>
            <a:off x="4026190" y="523979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EC962"/>
          </a:solidFill>
          <a:ln w="3364">
            <a:solidFill>
              <a:srgbClr val="5EC962"/>
            </a:solidFill>
            <a:prstDash val="solid"/>
          </a:ln>
        </p:spPr>
      </p:sp>
      <p:sp>
        <p:nvSpPr>
          <p:cNvPr id="1939" name="Stage1_sixpanel_7110">
            <a:extLst>
              <a:ext uri="{FF2B5EF4-FFF2-40B4-BE49-F238E27FC236}">
                <a16:creationId xmlns:a16="http://schemas.microsoft.com/office/drawing/2014/main" id="{7E69430D-FA17-4C18-B755-BC033A618EEC}"/>
              </a:ext>
            </a:extLst>
          </p:cNvPr>
          <p:cNvSpPr>
            <a:spLocks noGrp="1"/>
          </p:cNvSpPr>
          <p:nvPr/>
        </p:nvSpPr>
        <p:spPr>
          <a:xfrm>
            <a:off x="4026190" y="523132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CC863"/>
          </a:solidFill>
          <a:ln w="3364">
            <a:solidFill>
              <a:srgbClr val="5CC863"/>
            </a:solidFill>
            <a:prstDash val="solid"/>
          </a:ln>
        </p:spPr>
      </p:sp>
      <p:sp>
        <p:nvSpPr>
          <p:cNvPr id="1940" name="Stage1_sixpanel_7111">
            <a:extLst>
              <a:ext uri="{FF2B5EF4-FFF2-40B4-BE49-F238E27FC236}">
                <a16:creationId xmlns:a16="http://schemas.microsoft.com/office/drawing/2014/main" id="{BC47204E-7139-48A7-B3C2-A0040023FB8C}"/>
              </a:ext>
            </a:extLst>
          </p:cNvPr>
          <p:cNvSpPr>
            <a:spLocks noGrp="1"/>
          </p:cNvSpPr>
          <p:nvPr/>
        </p:nvSpPr>
        <p:spPr>
          <a:xfrm>
            <a:off x="4026190" y="52228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AC864"/>
          </a:solidFill>
          <a:ln w="3364">
            <a:solidFill>
              <a:srgbClr val="5AC864"/>
            </a:solidFill>
            <a:prstDash val="solid"/>
          </a:ln>
        </p:spPr>
      </p:sp>
      <p:sp>
        <p:nvSpPr>
          <p:cNvPr id="1941" name="Stage1_sixpanel_7112">
            <a:extLst>
              <a:ext uri="{FF2B5EF4-FFF2-40B4-BE49-F238E27FC236}">
                <a16:creationId xmlns:a16="http://schemas.microsoft.com/office/drawing/2014/main" id="{486C8D46-AAF8-4A11-9424-5674ACB600F0}"/>
              </a:ext>
            </a:extLst>
          </p:cNvPr>
          <p:cNvSpPr>
            <a:spLocks noGrp="1"/>
          </p:cNvSpPr>
          <p:nvPr/>
        </p:nvSpPr>
        <p:spPr>
          <a:xfrm>
            <a:off x="4026190" y="52143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8C765"/>
          </a:solidFill>
          <a:ln w="3364">
            <a:solidFill>
              <a:srgbClr val="58C765"/>
            </a:solidFill>
            <a:prstDash val="solid"/>
          </a:ln>
        </p:spPr>
      </p:sp>
      <p:sp>
        <p:nvSpPr>
          <p:cNvPr id="1942" name="Stage1_sixpanel_7113">
            <a:extLst>
              <a:ext uri="{FF2B5EF4-FFF2-40B4-BE49-F238E27FC236}">
                <a16:creationId xmlns:a16="http://schemas.microsoft.com/office/drawing/2014/main" id="{43D668EA-6A11-4BF3-AE0E-5C5F28CC0A39}"/>
              </a:ext>
            </a:extLst>
          </p:cNvPr>
          <p:cNvSpPr>
            <a:spLocks noGrp="1"/>
          </p:cNvSpPr>
          <p:nvPr/>
        </p:nvSpPr>
        <p:spPr>
          <a:xfrm>
            <a:off x="4026190" y="520588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6C667"/>
          </a:solidFill>
          <a:ln w="3364">
            <a:solidFill>
              <a:srgbClr val="56C667"/>
            </a:solidFill>
            <a:prstDash val="solid"/>
          </a:ln>
        </p:spPr>
      </p:sp>
      <p:sp>
        <p:nvSpPr>
          <p:cNvPr id="1943" name="Stage1_sixpanel_7114">
            <a:extLst>
              <a:ext uri="{FF2B5EF4-FFF2-40B4-BE49-F238E27FC236}">
                <a16:creationId xmlns:a16="http://schemas.microsoft.com/office/drawing/2014/main" id="{265E32D0-917A-4B2D-A49B-2BFDF1740B06}"/>
              </a:ext>
            </a:extLst>
          </p:cNvPr>
          <p:cNvSpPr>
            <a:spLocks noGrp="1"/>
          </p:cNvSpPr>
          <p:nvPr/>
        </p:nvSpPr>
        <p:spPr>
          <a:xfrm>
            <a:off x="4026190" y="519741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4C568"/>
          </a:solidFill>
          <a:ln w="3364">
            <a:solidFill>
              <a:srgbClr val="54C568"/>
            </a:solidFill>
            <a:prstDash val="solid"/>
          </a:ln>
        </p:spPr>
      </p:sp>
      <p:sp>
        <p:nvSpPr>
          <p:cNvPr id="1944" name="Stage1_sixpanel_7115">
            <a:extLst>
              <a:ext uri="{FF2B5EF4-FFF2-40B4-BE49-F238E27FC236}">
                <a16:creationId xmlns:a16="http://schemas.microsoft.com/office/drawing/2014/main" id="{E5CAAC24-2C3D-4328-9D81-4A327E14D2B4}"/>
              </a:ext>
            </a:extLst>
          </p:cNvPr>
          <p:cNvSpPr>
            <a:spLocks noGrp="1"/>
          </p:cNvSpPr>
          <p:nvPr/>
        </p:nvSpPr>
        <p:spPr>
          <a:xfrm>
            <a:off x="4026190" y="518893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2C569"/>
          </a:solidFill>
          <a:ln w="3364">
            <a:solidFill>
              <a:srgbClr val="52C569"/>
            </a:solidFill>
            <a:prstDash val="solid"/>
          </a:ln>
        </p:spPr>
      </p:sp>
      <p:sp>
        <p:nvSpPr>
          <p:cNvPr id="1945" name="Stage1_sixpanel_7116">
            <a:extLst>
              <a:ext uri="{FF2B5EF4-FFF2-40B4-BE49-F238E27FC236}">
                <a16:creationId xmlns:a16="http://schemas.microsoft.com/office/drawing/2014/main" id="{F94D3468-9B98-4458-BBAF-56DC082B304D}"/>
              </a:ext>
            </a:extLst>
          </p:cNvPr>
          <p:cNvSpPr>
            <a:spLocks noGrp="1"/>
          </p:cNvSpPr>
          <p:nvPr/>
        </p:nvSpPr>
        <p:spPr>
          <a:xfrm>
            <a:off x="4026190" y="518045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0C46A"/>
          </a:solidFill>
          <a:ln w="3364">
            <a:solidFill>
              <a:srgbClr val="50C46A"/>
            </a:solidFill>
            <a:prstDash val="solid"/>
          </a:ln>
        </p:spPr>
      </p:sp>
      <p:sp>
        <p:nvSpPr>
          <p:cNvPr id="1946" name="Stage1_sixpanel_7117">
            <a:extLst>
              <a:ext uri="{FF2B5EF4-FFF2-40B4-BE49-F238E27FC236}">
                <a16:creationId xmlns:a16="http://schemas.microsoft.com/office/drawing/2014/main" id="{44BB9FE5-6118-4D12-8279-0A6ABF58FEB2}"/>
              </a:ext>
            </a:extLst>
          </p:cNvPr>
          <p:cNvSpPr>
            <a:spLocks noGrp="1"/>
          </p:cNvSpPr>
          <p:nvPr/>
        </p:nvSpPr>
        <p:spPr>
          <a:xfrm>
            <a:off x="4026190" y="517198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EC36B"/>
          </a:solidFill>
          <a:ln w="3364">
            <a:solidFill>
              <a:srgbClr val="4EC36B"/>
            </a:solidFill>
            <a:prstDash val="solid"/>
          </a:ln>
        </p:spPr>
      </p:sp>
      <p:sp>
        <p:nvSpPr>
          <p:cNvPr id="1947" name="Stage1_sixpanel_7118">
            <a:extLst>
              <a:ext uri="{FF2B5EF4-FFF2-40B4-BE49-F238E27FC236}">
                <a16:creationId xmlns:a16="http://schemas.microsoft.com/office/drawing/2014/main" id="{078CF9CC-6F57-4B5E-B751-265BABD09624}"/>
              </a:ext>
            </a:extLst>
          </p:cNvPr>
          <p:cNvSpPr>
            <a:spLocks noGrp="1"/>
          </p:cNvSpPr>
          <p:nvPr/>
        </p:nvSpPr>
        <p:spPr>
          <a:xfrm>
            <a:off x="4026190" y="516350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CC26C"/>
          </a:solidFill>
          <a:ln w="3364">
            <a:solidFill>
              <a:srgbClr val="4CC26C"/>
            </a:solidFill>
            <a:prstDash val="solid"/>
          </a:ln>
        </p:spPr>
      </p:sp>
      <p:sp>
        <p:nvSpPr>
          <p:cNvPr id="1948" name="Stage1_sixpanel_7119">
            <a:extLst>
              <a:ext uri="{FF2B5EF4-FFF2-40B4-BE49-F238E27FC236}">
                <a16:creationId xmlns:a16="http://schemas.microsoft.com/office/drawing/2014/main" id="{2B6A7713-2F69-4176-97B3-B7B3F5C82CBD}"/>
              </a:ext>
            </a:extLst>
          </p:cNvPr>
          <p:cNvSpPr>
            <a:spLocks noGrp="1"/>
          </p:cNvSpPr>
          <p:nvPr/>
        </p:nvSpPr>
        <p:spPr>
          <a:xfrm>
            <a:off x="4026190" y="515502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AC16D"/>
          </a:solidFill>
          <a:ln w="3364">
            <a:solidFill>
              <a:srgbClr val="4AC16D"/>
            </a:solidFill>
            <a:prstDash val="solid"/>
          </a:ln>
        </p:spPr>
      </p:sp>
      <p:sp>
        <p:nvSpPr>
          <p:cNvPr id="1949" name="Stage1_sixpanel_7120">
            <a:extLst>
              <a:ext uri="{FF2B5EF4-FFF2-40B4-BE49-F238E27FC236}">
                <a16:creationId xmlns:a16="http://schemas.microsoft.com/office/drawing/2014/main" id="{DDC756E4-8D43-470C-B546-C6E2902B6B8A}"/>
              </a:ext>
            </a:extLst>
          </p:cNvPr>
          <p:cNvSpPr>
            <a:spLocks noGrp="1"/>
          </p:cNvSpPr>
          <p:nvPr/>
        </p:nvSpPr>
        <p:spPr>
          <a:xfrm>
            <a:off x="4026190" y="514654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C16E"/>
          </a:solidFill>
          <a:ln w="3364">
            <a:solidFill>
              <a:srgbClr val="48C16E"/>
            </a:solidFill>
            <a:prstDash val="solid"/>
          </a:ln>
        </p:spPr>
      </p:sp>
      <p:sp>
        <p:nvSpPr>
          <p:cNvPr id="1950" name="Stage1_sixpanel_7121">
            <a:extLst>
              <a:ext uri="{FF2B5EF4-FFF2-40B4-BE49-F238E27FC236}">
                <a16:creationId xmlns:a16="http://schemas.microsoft.com/office/drawing/2014/main" id="{A13C2557-7608-4272-8992-FFE1F37EAC9D}"/>
              </a:ext>
            </a:extLst>
          </p:cNvPr>
          <p:cNvSpPr>
            <a:spLocks noGrp="1"/>
          </p:cNvSpPr>
          <p:nvPr/>
        </p:nvSpPr>
        <p:spPr>
          <a:xfrm>
            <a:off x="4026190" y="513807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C06F"/>
          </a:solidFill>
          <a:ln w="3364">
            <a:solidFill>
              <a:srgbClr val="46C06F"/>
            </a:solidFill>
            <a:prstDash val="solid"/>
          </a:ln>
        </p:spPr>
      </p:sp>
      <p:sp>
        <p:nvSpPr>
          <p:cNvPr id="1951" name="Stage1_sixpanel_7122">
            <a:extLst>
              <a:ext uri="{FF2B5EF4-FFF2-40B4-BE49-F238E27FC236}">
                <a16:creationId xmlns:a16="http://schemas.microsoft.com/office/drawing/2014/main" id="{57AC83C1-F0F0-48EC-B38B-5753E3136652}"/>
              </a:ext>
            </a:extLst>
          </p:cNvPr>
          <p:cNvSpPr>
            <a:spLocks noGrp="1"/>
          </p:cNvSpPr>
          <p:nvPr/>
        </p:nvSpPr>
        <p:spPr>
          <a:xfrm>
            <a:off x="4026190" y="512959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BF70"/>
          </a:solidFill>
          <a:ln w="3364">
            <a:solidFill>
              <a:srgbClr val="44BF70"/>
            </a:solidFill>
            <a:prstDash val="solid"/>
          </a:ln>
        </p:spPr>
      </p:sp>
      <p:sp>
        <p:nvSpPr>
          <p:cNvPr id="1952" name="Stage1_sixpanel_7123">
            <a:extLst>
              <a:ext uri="{FF2B5EF4-FFF2-40B4-BE49-F238E27FC236}">
                <a16:creationId xmlns:a16="http://schemas.microsoft.com/office/drawing/2014/main" id="{98680D60-064F-4678-9D05-3E5F7CCF7BDD}"/>
              </a:ext>
            </a:extLst>
          </p:cNvPr>
          <p:cNvSpPr>
            <a:spLocks noGrp="1"/>
          </p:cNvSpPr>
          <p:nvPr/>
        </p:nvSpPr>
        <p:spPr>
          <a:xfrm>
            <a:off x="4026190" y="512111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BE71"/>
          </a:solidFill>
          <a:ln w="3364">
            <a:solidFill>
              <a:srgbClr val="42BE71"/>
            </a:solidFill>
            <a:prstDash val="solid"/>
          </a:ln>
        </p:spPr>
      </p:sp>
      <p:sp>
        <p:nvSpPr>
          <p:cNvPr id="1953" name="Stage1_sixpanel_7124">
            <a:extLst>
              <a:ext uri="{FF2B5EF4-FFF2-40B4-BE49-F238E27FC236}">
                <a16:creationId xmlns:a16="http://schemas.microsoft.com/office/drawing/2014/main" id="{F161475D-CEE1-4617-BDAC-83C04A009BEF}"/>
              </a:ext>
            </a:extLst>
          </p:cNvPr>
          <p:cNvSpPr>
            <a:spLocks noGrp="1"/>
          </p:cNvSpPr>
          <p:nvPr/>
        </p:nvSpPr>
        <p:spPr>
          <a:xfrm>
            <a:off x="4026190" y="511263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0BD72"/>
          </a:solidFill>
          <a:ln w="3364">
            <a:solidFill>
              <a:srgbClr val="40BD72"/>
            </a:solidFill>
            <a:prstDash val="solid"/>
          </a:ln>
        </p:spPr>
      </p:sp>
      <p:sp>
        <p:nvSpPr>
          <p:cNvPr id="1954" name="Stage1_sixpanel_7125">
            <a:extLst>
              <a:ext uri="{FF2B5EF4-FFF2-40B4-BE49-F238E27FC236}">
                <a16:creationId xmlns:a16="http://schemas.microsoft.com/office/drawing/2014/main" id="{8E52CC37-3128-4838-98CC-4AC939F760C9}"/>
              </a:ext>
            </a:extLst>
          </p:cNvPr>
          <p:cNvSpPr>
            <a:spLocks noGrp="1"/>
          </p:cNvSpPr>
          <p:nvPr/>
        </p:nvSpPr>
        <p:spPr>
          <a:xfrm>
            <a:off x="4026190" y="510416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FBC73"/>
          </a:solidFill>
          <a:ln w="3364">
            <a:solidFill>
              <a:srgbClr val="3FBC73"/>
            </a:solidFill>
            <a:prstDash val="solid"/>
          </a:ln>
        </p:spPr>
      </p:sp>
      <p:sp>
        <p:nvSpPr>
          <p:cNvPr id="1955" name="Stage1_sixpanel_7126">
            <a:extLst>
              <a:ext uri="{FF2B5EF4-FFF2-40B4-BE49-F238E27FC236}">
                <a16:creationId xmlns:a16="http://schemas.microsoft.com/office/drawing/2014/main" id="{CC67C31E-FB6E-4F6A-A63D-E60B2AA4946C}"/>
              </a:ext>
            </a:extLst>
          </p:cNvPr>
          <p:cNvSpPr>
            <a:spLocks noGrp="1"/>
          </p:cNvSpPr>
          <p:nvPr/>
        </p:nvSpPr>
        <p:spPr>
          <a:xfrm>
            <a:off x="4026190" y="50956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DBC74"/>
          </a:solidFill>
          <a:ln w="3364">
            <a:solidFill>
              <a:srgbClr val="3DBC74"/>
            </a:solidFill>
            <a:prstDash val="solid"/>
          </a:ln>
        </p:spPr>
      </p:sp>
      <p:sp>
        <p:nvSpPr>
          <p:cNvPr id="1956" name="Stage1_sixpanel_7127">
            <a:extLst>
              <a:ext uri="{FF2B5EF4-FFF2-40B4-BE49-F238E27FC236}">
                <a16:creationId xmlns:a16="http://schemas.microsoft.com/office/drawing/2014/main" id="{FC5029DD-0A3B-4590-B7CE-01B721EBF899}"/>
              </a:ext>
            </a:extLst>
          </p:cNvPr>
          <p:cNvSpPr>
            <a:spLocks noGrp="1"/>
          </p:cNvSpPr>
          <p:nvPr/>
        </p:nvSpPr>
        <p:spPr>
          <a:xfrm>
            <a:off x="4026190" y="508720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BBB75"/>
          </a:solidFill>
          <a:ln w="3364">
            <a:solidFill>
              <a:srgbClr val="3BBB75"/>
            </a:solidFill>
            <a:prstDash val="solid"/>
          </a:ln>
        </p:spPr>
      </p:sp>
      <p:sp>
        <p:nvSpPr>
          <p:cNvPr id="1957" name="Stage1_sixpanel_7128">
            <a:extLst>
              <a:ext uri="{FF2B5EF4-FFF2-40B4-BE49-F238E27FC236}">
                <a16:creationId xmlns:a16="http://schemas.microsoft.com/office/drawing/2014/main" id="{AE87D9A8-7517-4C3F-BF9F-02DA13BD614C}"/>
              </a:ext>
            </a:extLst>
          </p:cNvPr>
          <p:cNvSpPr>
            <a:spLocks noGrp="1"/>
          </p:cNvSpPr>
          <p:nvPr/>
        </p:nvSpPr>
        <p:spPr>
          <a:xfrm>
            <a:off x="4026190" y="507873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ABA76"/>
          </a:solidFill>
          <a:ln w="3364">
            <a:solidFill>
              <a:srgbClr val="3ABA76"/>
            </a:solidFill>
            <a:prstDash val="solid"/>
          </a:ln>
        </p:spPr>
      </p:sp>
      <p:sp>
        <p:nvSpPr>
          <p:cNvPr id="1958" name="Stage1_sixpanel_7129">
            <a:extLst>
              <a:ext uri="{FF2B5EF4-FFF2-40B4-BE49-F238E27FC236}">
                <a16:creationId xmlns:a16="http://schemas.microsoft.com/office/drawing/2014/main" id="{03C75512-56D5-4DCB-983F-454916A3E6ED}"/>
              </a:ext>
            </a:extLst>
          </p:cNvPr>
          <p:cNvSpPr>
            <a:spLocks noGrp="1"/>
          </p:cNvSpPr>
          <p:nvPr/>
        </p:nvSpPr>
        <p:spPr>
          <a:xfrm>
            <a:off x="4026190" y="507025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8B977"/>
          </a:solidFill>
          <a:ln w="3364">
            <a:solidFill>
              <a:srgbClr val="38B977"/>
            </a:solidFill>
            <a:prstDash val="solid"/>
          </a:ln>
        </p:spPr>
      </p:sp>
      <p:sp>
        <p:nvSpPr>
          <p:cNvPr id="1959" name="Stage1_sixpanel_7130">
            <a:extLst>
              <a:ext uri="{FF2B5EF4-FFF2-40B4-BE49-F238E27FC236}">
                <a16:creationId xmlns:a16="http://schemas.microsoft.com/office/drawing/2014/main" id="{DE484258-E985-422E-902A-CD462CECB8B1}"/>
              </a:ext>
            </a:extLst>
          </p:cNvPr>
          <p:cNvSpPr>
            <a:spLocks noGrp="1"/>
          </p:cNvSpPr>
          <p:nvPr/>
        </p:nvSpPr>
        <p:spPr>
          <a:xfrm>
            <a:off x="4026190" y="506177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7B878"/>
          </a:solidFill>
          <a:ln w="3364">
            <a:solidFill>
              <a:srgbClr val="37B878"/>
            </a:solidFill>
            <a:prstDash val="solid"/>
          </a:ln>
        </p:spPr>
      </p:sp>
      <p:sp>
        <p:nvSpPr>
          <p:cNvPr id="1960" name="Stage1_sixpanel_7131">
            <a:extLst>
              <a:ext uri="{FF2B5EF4-FFF2-40B4-BE49-F238E27FC236}">
                <a16:creationId xmlns:a16="http://schemas.microsoft.com/office/drawing/2014/main" id="{838C5D69-86D9-4ABE-84F7-515A8E34CF56}"/>
              </a:ext>
            </a:extLst>
          </p:cNvPr>
          <p:cNvSpPr>
            <a:spLocks noGrp="1"/>
          </p:cNvSpPr>
          <p:nvPr/>
        </p:nvSpPr>
        <p:spPr>
          <a:xfrm>
            <a:off x="4026190" y="505329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5B779"/>
          </a:solidFill>
          <a:ln w="3364">
            <a:solidFill>
              <a:srgbClr val="35B779"/>
            </a:solidFill>
            <a:prstDash val="solid"/>
          </a:ln>
        </p:spPr>
      </p:sp>
      <p:sp>
        <p:nvSpPr>
          <p:cNvPr id="1961" name="Stage1_sixpanel_7132">
            <a:extLst>
              <a:ext uri="{FF2B5EF4-FFF2-40B4-BE49-F238E27FC236}">
                <a16:creationId xmlns:a16="http://schemas.microsoft.com/office/drawing/2014/main" id="{7D0AFA91-68F0-4184-BB8C-78366DB4E883}"/>
              </a:ext>
            </a:extLst>
          </p:cNvPr>
          <p:cNvSpPr>
            <a:spLocks noGrp="1"/>
          </p:cNvSpPr>
          <p:nvPr/>
        </p:nvSpPr>
        <p:spPr>
          <a:xfrm>
            <a:off x="4026190" y="504482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4B679"/>
          </a:solidFill>
          <a:ln w="3364">
            <a:solidFill>
              <a:srgbClr val="34B679"/>
            </a:solidFill>
            <a:prstDash val="solid"/>
          </a:ln>
        </p:spPr>
      </p:sp>
      <p:sp>
        <p:nvSpPr>
          <p:cNvPr id="1962" name="Stage1_sixpanel_7133">
            <a:extLst>
              <a:ext uri="{FF2B5EF4-FFF2-40B4-BE49-F238E27FC236}">
                <a16:creationId xmlns:a16="http://schemas.microsoft.com/office/drawing/2014/main" id="{F4B399FD-1227-4909-86A5-02F83CF98972}"/>
              </a:ext>
            </a:extLst>
          </p:cNvPr>
          <p:cNvSpPr>
            <a:spLocks noGrp="1"/>
          </p:cNvSpPr>
          <p:nvPr/>
        </p:nvSpPr>
        <p:spPr>
          <a:xfrm>
            <a:off x="4026190" y="503634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2B67A"/>
          </a:solidFill>
          <a:ln w="3364">
            <a:solidFill>
              <a:srgbClr val="32B67A"/>
            </a:solidFill>
            <a:prstDash val="solid"/>
          </a:ln>
        </p:spPr>
      </p:sp>
      <p:sp>
        <p:nvSpPr>
          <p:cNvPr id="1963" name="Stage1_sixpanel_7134">
            <a:extLst>
              <a:ext uri="{FF2B5EF4-FFF2-40B4-BE49-F238E27FC236}">
                <a16:creationId xmlns:a16="http://schemas.microsoft.com/office/drawing/2014/main" id="{840F43B5-1BBB-4940-8EDE-CE5CFBBAB22B}"/>
              </a:ext>
            </a:extLst>
          </p:cNvPr>
          <p:cNvSpPr>
            <a:spLocks noGrp="1"/>
          </p:cNvSpPr>
          <p:nvPr/>
        </p:nvSpPr>
        <p:spPr>
          <a:xfrm>
            <a:off x="4026190" y="50278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B57B"/>
          </a:solidFill>
          <a:ln w="3364">
            <a:solidFill>
              <a:srgbClr val="31B57B"/>
            </a:solidFill>
            <a:prstDash val="solid"/>
          </a:ln>
        </p:spPr>
      </p:sp>
      <p:sp>
        <p:nvSpPr>
          <p:cNvPr id="1964" name="Stage1_sixpanel_7135">
            <a:extLst>
              <a:ext uri="{FF2B5EF4-FFF2-40B4-BE49-F238E27FC236}">
                <a16:creationId xmlns:a16="http://schemas.microsoft.com/office/drawing/2014/main" id="{1BB0A23E-5548-4E5F-948D-C49F9C53C00F}"/>
              </a:ext>
            </a:extLst>
          </p:cNvPr>
          <p:cNvSpPr>
            <a:spLocks noGrp="1"/>
          </p:cNvSpPr>
          <p:nvPr/>
        </p:nvSpPr>
        <p:spPr>
          <a:xfrm>
            <a:off x="4026190" y="501938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FB47C"/>
          </a:solidFill>
          <a:ln w="3364">
            <a:solidFill>
              <a:srgbClr val="2FB47C"/>
            </a:solidFill>
            <a:prstDash val="solid"/>
          </a:ln>
        </p:spPr>
      </p:sp>
      <p:sp>
        <p:nvSpPr>
          <p:cNvPr id="1965" name="Stage1_sixpanel_7136">
            <a:extLst>
              <a:ext uri="{FF2B5EF4-FFF2-40B4-BE49-F238E27FC236}">
                <a16:creationId xmlns:a16="http://schemas.microsoft.com/office/drawing/2014/main" id="{4EB66D1B-FB69-4EC4-A9A6-31155E8C27DF}"/>
              </a:ext>
            </a:extLst>
          </p:cNvPr>
          <p:cNvSpPr>
            <a:spLocks noGrp="1"/>
          </p:cNvSpPr>
          <p:nvPr/>
        </p:nvSpPr>
        <p:spPr>
          <a:xfrm>
            <a:off x="4026190" y="501091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B37C"/>
          </a:solidFill>
          <a:ln w="3364">
            <a:solidFill>
              <a:srgbClr val="2EB37C"/>
            </a:solidFill>
            <a:prstDash val="solid"/>
          </a:ln>
        </p:spPr>
      </p:sp>
      <p:sp>
        <p:nvSpPr>
          <p:cNvPr id="1966" name="Stage1_sixpanel_7137">
            <a:extLst>
              <a:ext uri="{FF2B5EF4-FFF2-40B4-BE49-F238E27FC236}">
                <a16:creationId xmlns:a16="http://schemas.microsoft.com/office/drawing/2014/main" id="{AEA5D9B3-5F7A-4241-B8DE-83563C02DE2C}"/>
              </a:ext>
            </a:extLst>
          </p:cNvPr>
          <p:cNvSpPr>
            <a:spLocks noGrp="1"/>
          </p:cNvSpPr>
          <p:nvPr/>
        </p:nvSpPr>
        <p:spPr>
          <a:xfrm>
            <a:off x="4026190" y="500243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DB27D"/>
          </a:solidFill>
          <a:ln w="3364">
            <a:solidFill>
              <a:srgbClr val="2DB27D"/>
            </a:solidFill>
            <a:prstDash val="solid"/>
          </a:ln>
        </p:spPr>
      </p:sp>
      <p:sp>
        <p:nvSpPr>
          <p:cNvPr id="1967" name="Stage1_sixpanel_7138">
            <a:extLst>
              <a:ext uri="{FF2B5EF4-FFF2-40B4-BE49-F238E27FC236}">
                <a16:creationId xmlns:a16="http://schemas.microsoft.com/office/drawing/2014/main" id="{19F4CE0A-888F-4837-93F2-711FD69423BE}"/>
              </a:ext>
            </a:extLst>
          </p:cNvPr>
          <p:cNvSpPr>
            <a:spLocks noGrp="1"/>
          </p:cNvSpPr>
          <p:nvPr/>
        </p:nvSpPr>
        <p:spPr>
          <a:xfrm>
            <a:off x="4026190" y="499395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B17E"/>
          </a:solidFill>
          <a:ln w="3364">
            <a:solidFill>
              <a:srgbClr val="2CB17E"/>
            </a:solidFill>
            <a:prstDash val="solid"/>
          </a:ln>
        </p:spPr>
      </p:sp>
      <p:sp>
        <p:nvSpPr>
          <p:cNvPr id="1968" name="Stage1_sixpanel_7139">
            <a:extLst>
              <a:ext uri="{FF2B5EF4-FFF2-40B4-BE49-F238E27FC236}">
                <a16:creationId xmlns:a16="http://schemas.microsoft.com/office/drawing/2014/main" id="{A1724047-5159-4779-A5E6-E79491B73FAB}"/>
              </a:ext>
            </a:extLst>
          </p:cNvPr>
          <p:cNvSpPr>
            <a:spLocks noGrp="1"/>
          </p:cNvSpPr>
          <p:nvPr/>
        </p:nvSpPr>
        <p:spPr>
          <a:xfrm>
            <a:off x="4026190" y="498548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B07F"/>
          </a:solidFill>
          <a:ln w="3364">
            <a:solidFill>
              <a:srgbClr val="2AB07F"/>
            </a:solidFill>
            <a:prstDash val="solid"/>
          </a:ln>
        </p:spPr>
      </p:sp>
      <p:sp>
        <p:nvSpPr>
          <p:cNvPr id="1969" name="Stage1_sixpanel_7140">
            <a:extLst>
              <a:ext uri="{FF2B5EF4-FFF2-40B4-BE49-F238E27FC236}">
                <a16:creationId xmlns:a16="http://schemas.microsoft.com/office/drawing/2014/main" id="{8BD277B4-F549-432D-B79E-E374BADCB432}"/>
              </a:ext>
            </a:extLst>
          </p:cNvPr>
          <p:cNvSpPr>
            <a:spLocks noGrp="1"/>
          </p:cNvSpPr>
          <p:nvPr/>
        </p:nvSpPr>
        <p:spPr>
          <a:xfrm>
            <a:off x="4026190" y="497700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AF7F"/>
          </a:solidFill>
          <a:ln w="3364">
            <a:solidFill>
              <a:srgbClr val="29AF7F"/>
            </a:solidFill>
            <a:prstDash val="solid"/>
          </a:ln>
        </p:spPr>
      </p:sp>
      <p:sp>
        <p:nvSpPr>
          <p:cNvPr id="1970" name="Stage1_sixpanel_7141">
            <a:extLst>
              <a:ext uri="{FF2B5EF4-FFF2-40B4-BE49-F238E27FC236}">
                <a16:creationId xmlns:a16="http://schemas.microsoft.com/office/drawing/2014/main" id="{78AE6833-D5CE-4387-951C-FEA0CF4EA9CE}"/>
              </a:ext>
            </a:extLst>
          </p:cNvPr>
          <p:cNvSpPr>
            <a:spLocks noGrp="1"/>
          </p:cNvSpPr>
          <p:nvPr/>
        </p:nvSpPr>
        <p:spPr>
          <a:xfrm>
            <a:off x="4026190" y="496852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8AE80"/>
          </a:solidFill>
          <a:ln w="3364">
            <a:solidFill>
              <a:srgbClr val="28AE80"/>
            </a:solidFill>
            <a:prstDash val="solid"/>
          </a:ln>
        </p:spPr>
      </p:sp>
      <p:sp>
        <p:nvSpPr>
          <p:cNvPr id="1971" name="Stage1_sixpanel_7142">
            <a:extLst>
              <a:ext uri="{FF2B5EF4-FFF2-40B4-BE49-F238E27FC236}">
                <a16:creationId xmlns:a16="http://schemas.microsoft.com/office/drawing/2014/main" id="{248654CE-A835-409F-932D-203A981B53DB}"/>
              </a:ext>
            </a:extLst>
          </p:cNvPr>
          <p:cNvSpPr>
            <a:spLocks noGrp="1"/>
          </p:cNvSpPr>
          <p:nvPr/>
        </p:nvSpPr>
        <p:spPr>
          <a:xfrm>
            <a:off x="4026190" y="496004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AD81"/>
          </a:solidFill>
          <a:ln w="3364">
            <a:solidFill>
              <a:srgbClr val="27AD81"/>
            </a:solidFill>
            <a:prstDash val="solid"/>
          </a:ln>
        </p:spPr>
      </p:sp>
      <p:sp>
        <p:nvSpPr>
          <p:cNvPr id="1972" name="Stage1_sixpanel_7143">
            <a:extLst>
              <a:ext uri="{FF2B5EF4-FFF2-40B4-BE49-F238E27FC236}">
                <a16:creationId xmlns:a16="http://schemas.microsoft.com/office/drawing/2014/main" id="{C6474E8A-CB56-4E48-AC1F-57CBDB04EF65}"/>
              </a:ext>
            </a:extLst>
          </p:cNvPr>
          <p:cNvSpPr>
            <a:spLocks noGrp="1"/>
          </p:cNvSpPr>
          <p:nvPr/>
        </p:nvSpPr>
        <p:spPr>
          <a:xfrm>
            <a:off x="4026190" y="495157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AD81"/>
          </a:solidFill>
          <a:ln w="3364">
            <a:solidFill>
              <a:srgbClr val="26AD81"/>
            </a:solidFill>
            <a:prstDash val="solid"/>
          </a:ln>
        </p:spPr>
      </p:sp>
      <p:sp>
        <p:nvSpPr>
          <p:cNvPr id="1973" name="Stage1_sixpanel_7144">
            <a:extLst>
              <a:ext uri="{FF2B5EF4-FFF2-40B4-BE49-F238E27FC236}">
                <a16:creationId xmlns:a16="http://schemas.microsoft.com/office/drawing/2014/main" id="{1A8297F3-62DE-4CC8-938A-DC9237F699BF}"/>
              </a:ext>
            </a:extLst>
          </p:cNvPr>
          <p:cNvSpPr>
            <a:spLocks noGrp="1"/>
          </p:cNvSpPr>
          <p:nvPr/>
        </p:nvSpPr>
        <p:spPr>
          <a:xfrm>
            <a:off x="4026190" y="494309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AC82"/>
          </a:solidFill>
          <a:ln w="3364">
            <a:solidFill>
              <a:srgbClr val="25AC82"/>
            </a:solidFill>
            <a:prstDash val="solid"/>
          </a:ln>
        </p:spPr>
      </p:sp>
      <p:sp>
        <p:nvSpPr>
          <p:cNvPr id="1974" name="Stage1_sixpanel_7145">
            <a:extLst>
              <a:ext uri="{FF2B5EF4-FFF2-40B4-BE49-F238E27FC236}">
                <a16:creationId xmlns:a16="http://schemas.microsoft.com/office/drawing/2014/main" id="{DBBABE96-2E99-4EF5-91EE-AABC99368956}"/>
              </a:ext>
            </a:extLst>
          </p:cNvPr>
          <p:cNvSpPr>
            <a:spLocks noGrp="1"/>
          </p:cNvSpPr>
          <p:nvPr/>
        </p:nvSpPr>
        <p:spPr>
          <a:xfrm>
            <a:off x="4026190" y="493461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AB82"/>
          </a:solidFill>
          <a:ln w="3364">
            <a:solidFill>
              <a:srgbClr val="25AB82"/>
            </a:solidFill>
            <a:prstDash val="solid"/>
          </a:ln>
        </p:spPr>
      </p:sp>
      <p:sp>
        <p:nvSpPr>
          <p:cNvPr id="1975" name="Stage1_sixpanel_7146">
            <a:extLst>
              <a:ext uri="{FF2B5EF4-FFF2-40B4-BE49-F238E27FC236}">
                <a16:creationId xmlns:a16="http://schemas.microsoft.com/office/drawing/2014/main" id="{CCC8ADB2-E015-4B9E-ACAA-62FF3EE298BE}"/>
              </a:ext>
            </a:extLst>
          </p:cNvPr>
          <p:cNvSpPr>
            <a:spLocks noGrp="1"/>
          </p:cNvSpPr>
          <p:nvPr/>
        </p:nvSpPr>
        <p:spPr>
          <a:xfrm>
            <a:off x="4026190" y="492613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4AA83"/>
          </a:solidFill>
          <a:ln w="3364">
            <a:solidFill>
              <a:srgbClr val="24AA83"/>
            </a:solidFill>
            <a:prstDash val="solid"/>
          </a:ln>
        </p:spPr>
      </p:sp>
      <p:sp>
        <p:nvSpPr>
          <p:cNvPr id="1976" name="Stage1_sixpanel_7147">
            <a:extLst>
              <a:ext uri="{FF2B5EF4-FFF2-40B4-BE49-F238E27FC236}">
                <a16:creationId xmlns:a16="http://schemas.microsoft.com/office/drawing/2014/main" id="{51C8A9A7-2EDD-4E3F-B737-A2EBE6DFA8A9}"/>
              </a:ext>
            </a:extLst>
          </p:cNvPr>
          <p:cNvSpPr>
            <a:spLocks noGrp="1"/>
          </p:cNvSpPr>
          <p:nvPr/>
        </p:nvSpPr>
        <p:spPr>
          <a:xfrm>
            <a:off x="4026190" y="491766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A983"/>
          </a:solidFill>
          <a:ln w="3364">
            <a:solidFill>
              <a:srgbClr val="23A983"/>
            </a:solidFill>
            <a:prstDash val="solid"/>
          </a:ln>
        </p:spPr>
      </p:sp>
      <p:sp>
        <p:nvSpPr>
          <p:cNvPr id="1977" name="Stage1_sixpanel_7148">
            <a:extLst>
              <a:ext uri="{FF2B5EF4-FFF2-40B4-BE49-F238E27FC236}">
                <a16:creationId xmlns:a16="http://schemas.microsoft.com/office/drawing/2014/main" id="{81D25251-60AA-4099-83FD-AF133E47FDD0}"/>
              </a:ext>
            </a:extLst>
          </p:cNvPr>
          <p:cNvSpPr>
            <a:spLocks noGrp="1"/>
          </p:cNvSpPr>
          <p:nvPr/>
        </p:nvSpPr>
        <p:spPr>
          <a:xfrm>
            <a:off x="4026190" y="490918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A884"/>
          </a:solidFill>
          <a:ln w="3364">
            <a:solidFill>
              <a:srgbClr val="22A884"/>
            </a:solidFill>
            <a:prstDash val="solid"/>
          </a:ln>
        </p:spPr>
      </p:sp>
      <p:sp>
        <p:nvSpPr>
          <p:cNvPr id="1978" name="Stage1_sixpanel_7149">
            <a:extLst>
              <a:ext uri="{FF2B5EF4-FFF2-40B4-BE49-F238E27FC236}">
                <a16:creationId xmlns:a16="http://schemas.microsoft.com/office/drawing/2014/main" id="{F283C731-A05A-43E9-836D-FBFEF33C5F8F}"/>
              </a:ext>
            </a:extLst>
          </p:cNvPr>
          <p:cNvSpPr>
            <a:spLocks noGrp="1"/>
          </p:cNvSpPr>
          <p:nvPr/>
        </p:nvSpPr>
        <p:spPr>
          <a:xfrm>
            <a:off x="4026190" y="490070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A785"/>
          </a:solidFill>
          <a:ln w="3364">
            <a:solidFill>
              <a:srgbClr val="22A785"/>
            </a:solidFill>
            <a:prstDash val="solid"/>
          </a:ln>
        </p:spPr>
      </p:sp>
      <p:sp>
        <p:nvSpPr>
          <p:cNvPr id="1979" name="Stage1_sixpanel_7150">
            <a:extLst>
              <a:ext uri="{FF2B5EF4-FFF2-40B4-BE49-F238E27FC236}">
                <a16:creationId xmlns:a16="http://schemas.microsoft.com/office/drawing/2014/main" id="{34DA98E3-7E63-4FAB-B5C6-80E2A78F5D50}"/>
              </a:ext>
            </a:extLst>
          </p:cNvPr>
          <p:cNvSpPr>
            <a:spLocks noGrp="1"/>
          </p:cNvSpPr>
          <p:nvPr/>
        </p:nvSpPr>
        <p:spPr>
          <a:xfrm>
            <a:off x="4026190" y="489223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A685"/>
          </a:solidFill>
          <a:ln w="3364">
            <a:solidFill>
              <a:srgbClr val="21A685"/>
            </a:solidFill>
            <a:prstDash val="solid"/>
          </a:ln>
        </p:spPr>
      </p:sp>
      <p:sp>
        <p:nvSpPr>
          <p:cNvPr id="1980" name="Stage1_sixpanel_7151">
            <a:extLst>
              <a:ext uri="{FF2B5EF4-FFF2-40B4-BE49-F238E27FC236}">
                <a16:creationId xmlns:a16="http://schemas.microsoft.com/office/drawing/2014/main" id="{CAD2B2ED-C2FC-434C-AD5B-18254756B65C}"/>
              </a:ext>
            </a:extLst>
          </p:cNvPr>
          <p:cNvSpPr>
            <a:spLocks noGrp="1"/>
          </p:cNvSpPr>
          <p:nvPr/>
        </p:nvSpPr>
        <p:spPr>
          <a:xfrm>
            <a:off x="4026190" y="488375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A585"/>
          </a:solidFill>
          <a:ln w="3364">
            <a:solidFill>
              <a:srgbClr val="21A585"/>
            </a:solidFill>
            <a:prstDash val="solid"/>
          </a:ln>
        </p:spPr>
      </p:sp>
      <p:sp>
        <p:nvSpPr>
          <p:cNvPr id="1981" name="Stage1_sixpanel_7152">
            <a:extLst>
              <a:ext uri="{FF2B5EF4-FFF2-40B4-BE49-F238E27FC236}">
                <a16:creationId xmlns:a16="http://schemas.microsoft.com/office/drawing/2014/main" id="{89D417C3-D3A1-4DEC-B4F3-96F0590BD95A}"/>
              </a:ext>
            </a:extLst>
          </p:cNvPr>
          <p:cNvSpPr>
            <a:spLocks noGrp="1"/>
          </p:cNvSpPr>
          <p:nvPr/>
        </p:nvSpPr>
        <p:spPr>
          <a:xfrm>
            <a:off x="4026190" y="487527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A486"/>
          </a:solidFill>
          <a:ln w="3364">
            <a:solidFill>
              <a:srgbClr val="20A486"/>
            </a:solidFill>
            <a:prstDash val="solid"/>
          </a:ln>
        </p:spPr>
      </p:sp>
      <p:sp>
        <p:nvSpPr>
          <p:cNvPr id="1982" name="Stage1_sixpanel_7153">
            <a:extLst>
              <a:ext uri="{FF2B5EF4-FFF2-40B4-BE49-F238E27FC236}">
                <a16:creationId xmlns:a16="http://schemas.microsoft.com/office/drawing/2014/main" id="{22725AE1-8B34-4CDC-8C8C-AF1F090FDEF5}"/>
              </a:ext>
            </a:extLst>
          </p:cNvPr>
          <p:cNvSpPr>
            <a:spLocks noGrp="1"/>
          </p:cNvSpPr>
          <p:nvPr/>
        </p:nvSpPr>
        <p:spPr>
          <a:xfrm>
            <a:off x="4026190" y="486679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A386"/>
          </a:solidFill>
          <a:ln w="3364">
            <a:solidFill>
              <a:srgbClr val="20A386"/>
            </a:solidFill>
            <a:prstDash val="solid"/>
          </a:ln>
        </p:spPr>
      </p:sp>
      <p:sp>
        <p:nvSpPr>
          <p:cNvPr id="1983" name="Stage1_sixpanel_7154">
            <a:extLst>
              <a:ext uri="{FF2B5EF4-FFF2-40B4-BE49-F238E27FC236}">
                <a16:creationId xmlns:a16="http://schemas.microsoft.com/office/drawing/2014/main" id="{2BC0BBBF-0D3A-43C3-B9D7-123202DE5004}"/>
              </a:ext>
            </a:extLst>
          </p:cNvPr>
          <p:cNvSpPr>
            <a:spLocks noGrp="1"/>
          </p:cNvSpPr>
          <p:nvPr/>
        </p:nvSpPr>
        <p:spPr>
          <a:xfrm>
            <a:off x="4026190" y="485832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287"/>
          </a:solidFill>
          <a:ln w="3364">
            <a:solidFill>
              <a:srgbClr val="1FA287"/>
            </a:solidFill>
            <a:prstDash val="solid"/>
          </a:ln>
        </p:spPr>
      </p:sp>
      <p:sp>
        <p:nvSpPr>
          <p:cNvPr id="1984" name="Stage1_sixpanel_7155">
            <a:extLst>
              <a:ext uri="{FF2B5EF4-FFF2-40B4-BE49-F238E27FC236}">
                <a16:creationId xmlns:a16="http://schemas.microsoft.com/office/drawing/2014/main" id="{D1419318-AB42-468E-9AF4-AF5400CD2B67}"/>
              </a:ext>
            </a:extLst>
          </p:cNvPr>
          <p:cNvSpPr>
            <a:spLocks noGrp="1"/>
          </p:cNvSpPr>
          <p:nvPr/>
        </p:nvSpPr>
        <p:spPr>
          <a:xfrm>
            <a:off x="4026190" y="484984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187"/>
          </a:solidFill>
          <a:ln w="3364">
            <a:solidFill>
              <a:srgbClr val="1FA187"/>
            </a:solidFill>
            <a:prstDash val="solid"/>
          </a:ln>
        </p:spPr>
      </p:sp>
      <p:sp>
        <p:nvSpPr>
          <p:cNvPr id="1985" name="Stage1_sixpanel_7156">
            <a:extLst>
              <a:ext uri="{FF2B5EF4-FFF2-40B4-BE49-F238E27FC236}">
                <a16:creationId xmlns:a16="http://schemas.microsoft.com/office/drawing/2014/main" id="{9EC78F48-5690-46AA-A5B7-38FE7B8985F6}"/>
              </a:ext>
            </a:extLst>
          </p:cNvPr>
          <p:cNvSpPr>
            <a:spLocks noGrp="1"/>
          </p:cNvSpPr>
          <p:nvPr/>
        </p:nvSpPr>
        <p:spPr>
          <a:xfrm>
            <a:off x="4026190" y="484136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188"/>
          </a:solidFill>
          <a:ln w="3364">
            <a:solidFill>
              <a:srgbClr val="1FA188"/>
            </a:solidFill>
            <a:prstDash val="solid"/>
          </a:ln>
        </p:spPr>
      </p:sp>
      <p:sp>
        <p:nvSpPr>
          <p:cNvPr id="1986" name="Stage1_sixpanel_7157">
            <a:extLst>
              <a:ext uri="{FF2B5EF4-FFF2-40B4-BE49-F238E27FC236}">
                <a16:creationId xmlns:a16="http://schemas.microsoft.com/office/drawing/2014/main" id="{0CC613C1-A0EF-4D98-BE6F-97791183A332}"/>
              </a:ext>
            </a:extLst>
          </p:cNvPr>
          <p:cNvSpPr>
            <a:spLocks noGrp="1"/>
          </p:cNvSpPr>
          <p:nvPr/>
        </p:nvSpPr>
        <p:spPr>
          <a:xfrm>
            <a:off x="4026190" y="483289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088"/>
          </a:solidFill>
          <a:ln w="3364">
            <a:solidFill>
              <a:srgbClr val="1FA088"/>
            </a:solidFill>
            <a:prstDash val="solid"/>
          </a:ln>
        </p:spPr>
      </p:sp>
      <p:sp>
        <p:nvSpPr>
          <p:cNvPr id="1987" name="Stage1_sixpanel_7158">
            <a:extLst>
              <a:ext uri="{FF2B5EF4-FFF2-40B4-BE49-F238E27FC236}">
                <a16:creationId xmlns:a16="http://schemas.microsoft.com/office/drawing/2014/main" id="{41B1F08E-BD6A-40D5-8AE7-7C378B257944}"/>
              </a:ext>
            </a:extLst>
          </p:cNvPr>
          <p:cNvSpPr>
            <a:spLocks noGrp="1"/>
          </p:cNvSpPr>
          <p:nvPr/>
        </p:nvSpPr>
        <p:spPr>
          <a:xfrm>
            <a:off x="4026190" y="482441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F88"/>
          </a:solidFill>
          <a:ln w="3364">
            <a:solidFill>
              <a:srgbClr val="1F9F88"/>
            </a:solidFill>
            <a:prstDash val="solid"/>
          </a:ln>
        </p:spPr>
      </p:sp>
      <p:sp>
        <p:nvSpPr>
          <p:cNvPr id="1988" name="Stage1_sixpanel_7159">
            <a:extLst>
              <a:ext uri="{FF2B5EF4-FFF2-40B4-BE49-F238E27FC236}">
                <a16:creationId xmlns:a16="http://schemas.microsoft.com/office/drawing/2014/main" id="{C25FFEA5-2050-4DDD-BB68-0645AAAC03CA}"/>
              </a:ext>
            </a:extLst>
          </p:cNvPr>
          <p:cNvSpPr>
            <a:spLocks noGrp="1"/>
          </p:cNvSpPr>
          <p:nvPr/>
        </p:nvSpPr>
        <p:spPr>
          <a:xfrm>
            <a:off x="4026190" y="481593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E89"/>
          </a:solidFill>
          <a:ln w="3364">
            <a:solidFill>
              <a:srgbClr val="1F9E89"/>
            </a:solidFill>
            <a:prstDash val="solid"/>
          </a:ln>
        </p:spPr>
      </p:sp>
      <p:sp>
        <p:nvSpPr>
          <p:cNvPr id="1989" name="Stage1_sixpanel_7160">
            <a:extLst>
              <a:ext uri="{FF2B5EF4-FFF2-40B4-BE49-F238E27FC236}">
                <a16:creationId xmlns:a16="http://schemas.microsoft.com/office/drawing/2014/main" id="{F46782AC-8C48-4682-8C7D-2B78AF7081E7}"/>
              </a:ext>
            </a:extLst>
          </p:cNvPr>
          <p:cNvSpPr>
            <a:spLocks noGrp="1"/>
          </p:cNvSpPr>
          <p:nvPr/>
        </p:nvSpPr>
        <p:spPr>
          <a:xfrm>
            <a:off x="4026190" y="480745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E9D89"/>
          </a:solidFill>
          <a:ln w="3364">
            <a:solidFill>
              <a:srgbClr val="1E9D89"/>
            </a:solidFill>
            <a:prstDash val="solid"/>
          </a:ln>
        </p:spPr>
      </p:sp>
      <p:sp>
        <p:nvSpPr>
          <p:cNvPr id="1990" name="Stage1_sixpanel_7161">
            <a:extLst>
              <a:ext uri="{FF2B5EF4-FFF2-40B4-BE49-F238E27FC236}">
                <a16:creationId xmlns:a16="http://schemas.microsoft.com/office/drawing/2014/main" id="{01590767-474F-4C11-81EC-7BEC4D4BA3C8}"/>
              </a:ext>
            </a:extLst>
          </p:cNvPr>
          <p:cNvSpPr>
            <a:spLocks noGrp="1"/>
          </p:cNvSpPr>
          <p:nvPr/>
        </p:nvSpPr>
        <p:spPr>
          <a:xfrm>
            <a:off x="4026190" y="479898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E9C89"/>
          </a:solidFill>
          <a:ln w="3364">
            <a:solidFill>
              <a:srgbClr val="1E9C89"/>
            </a:solidFill>
            <a:prstDash val="solid"/>
          </a:ln>
        </p:spPr>
      </p:sp>
      <p:sp>
        <p:nvSpPr>
          <p:cNvPr id="1991" name="Stage1_sixpanel_7162">
            <a:extLst>
              <a:ext uri="{FF2B5EF4-FFF2-40B4-BE49-F238E27FC236}">
                <a16:creationId xmlns:a16="http://schemas.microsoft.com/office/drawing/2014/main" id="{D8922211-4079-4FD9-ADD3-43E18C6989FF}"/>
              </a:ext>
            </a:extLst>
          </p:cNvPr>
          <p:cNvSpPr>
            <a:spLocks noGrp="1"/>
          </p:cNvSpPr>
          <p:nvPr/>
        </p:nvSpPr>
        <p:spPr>
          <a:xfrm>
            <a:off x="4026190" y="479050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E9B8A"/>
          </a:solidFill>
          <a:ln w="3364">
            <a:solidFill>
              <a:srgbClr val="1E9B8A"/>
            </a:solidFill>
            <a:prstDash val="solid"/>
          </a:ln>
        </p:spPr>
      </p:sp>
      <p:sp>
        <p:nvSpPr>
          <p:cNvPr id="1992" name="Stage1_sixpanel_7163">
            <a:extLst>
              <a:ext uri="{FF2B5EF4-FFF2-40B4-BE49-F238E27FC236}">
                <a16:creationId xmlns:a16="http://schemas.microsoft.com/office/drawing/2014/main" id="{62DA8B76-8E54-4EA1-8885-0503D6B6C6FF}"/>
              </a:ext>
            </a:extLst>
          </p:cNvPr>
          <p:cNvSpPr>
            <a:spLocks noGrp="1"/>
          </p:cNvSpPr>
          <p:nvPr/>
        </p:nvSpPr>
        <p:spPr>
          <a:xfrm>
            <a:off x="4026190" y="478202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A8A"/>
          </a:solidFill>
          <a:ln w="3364">
            <a:solidFill>
              <a:srgbClr val="1F9A8A"/>
            </a:solidFill>
            <a:prstDash val="solid"/>
          </a:ln>
        </p:spPr>
      </p:sp>
      <p:sp>
        <p:nvSpPr>
          <p:cNvPr id="1993" name="Stage1_sixpanel_7164">
            <a:extLst>
              <a:ext uri="{FF2B5EF4-FFF2-40B4-BE49-F238E27FC236}">
                <a16:creationId xmlns:a16="http://schemas.microsoft.com/office/drawing/2014/main" id="{F41D08C7-1CBA-4EB9-94DD-9526F3278D19}"/>
              </a:ext>
            </a:extLst>
          </p:cNvPr>
          <p:cNvSpPr>
            <a:spLocks noGrp="1"/>
          </p:cNvSpPr>
          <p:nvPr/>
        </p:nvSpPr>
        <p:spPr>
          <a:xfrm>
            <a:off x="4026190" y="477354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98A"/>
          </a:solidFill>
          <a:ln w="3364">
            <a:solidFill>
              <a:srgbClr val="1F998A"/>
            </a:solidFill>
            <a:prstDash val="solid"/>
          </a:ln>
        </p:spPr>
      </p:sp>
      <p:sp>
        <p:nvSpPr>
          <p:cNvPr id="1994" name="Stage1_sixpanel_7165">
            <a:extLst>
              <a:ext uri="{FF2B5EF4-FFF2-40B4-BE49-F238E27FC236}">
                <a16:creationId xmlns:a16="http://schemas.microsoft.com/office/drawing/2014/main" id="{85821C52-55CB-4404-A7D8-15D76FC19407}"/>
              </a:ext>
            </a:extLst>
          </p:cNvPr>
          <p:cNvSpPr>
            <a:spLocks noGrp="1"/>
          </p:cNvSpPr>
          <p:nvPr/>
        </p:nvSpPr>
        <p:spPr>
          <a:xfrm>
            <a:off x="4026190" y="476507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88B"/>
          </a:solidFill>
          <a:ln w="3364">
            <a:solidFill>
              <a:srgbClr val="1F988B"/>
            </a:solidFill>
            <a:prstDash val="solid"/>
          </a:ln>
        </p:spPr>
      </p:sp>
      <p:sp>
        <p:nvSpPr>
          <p:cNvPr id="1995" name="Stage1_sixpanel_7166">
            <a:extLst>
              <a:ext uri="{FF2B5EF4-FFF2-40B4-BE49-F238E27FC236}">
                <a16:creationId xmlns:a16="http://schemas.microsoft.com/office/drawing/2014/main" id="{21CC7EE7-C827-4EFB-A94F-1DBE143C2CFE}"/>
              </a:ext>
            </a:extLst>
          </p:cNvPr>
          <p:cNvSpPr>
            <a:spLocks noGrp="1"/>
          </p:cNvSpPr>
          <p:nvPr/>
        </p:nvSpPr>
        <p:spPr>
          <a:xfrm>
            <a:off x="4026190" y="475659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78B"/>
          </a:solidFill>
          <a:ln w="3364">
            <a:solidFill>
              <a:srgbClr val="1F978B"/>
            </a:solidFill>
            <a:prstDash val="solid"/>
          </a:ln>
        </p:spPr>
      </p:sp>
      <p:sp>
        <p:nvSpPr>
          <p:cNvPr id="1996" name="Stage1_sixpanel_7167">
            <a:extLst>
              <a:ext uri="{FF2B5EF4-FFF2-40B4-BE49-F238E27FC236}">
                <a16:creationId xmlns:a16="http://schemas.microsoft.com/office/drawing/2014/main" id="{479D8AA1-2451-4ED9-B1F0-FFB120F9E3D3}"/>
              </a:ext>
            </a:extLst>
          </p:cNvPr>
          <p:cNvSpPr>
            <a:spLocks noGrp="1"/>
          </p:cNvSpPr>
          <p:nvPr/>
        </p:nvSpPr>
        <p:spPr>
          <a:xfrm>
            <a:off x="4026190" y="474811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68B"/>
          </a:solidFill>
          <a:ln w="3364">
            <a:solidFill>
              <a:srgbClr val="1F968B"/>
            </a:solidFill>
            <a:prstDash val="solid"/>
          </a:ln>
        </p:spPr>
      </p:sp>
      <p:sp>
        <p:nvSpPr>
          <p:cNvPr id="1997" name="Stage1_sixpanel_7168">
            <a:extLst>
              <a:ext uri="{FF2B5EF4-FFF2-40B4-BE49-F238E27FC236}">
                <a16:creationId xmlns:a16="http://schemas.microsoft.com/office/drawing/2014/main" id="{8319FA61-6F52-49CD-98E8-8DB2F66FDB3B}"/>
              </a:ext>
            </a:extLst>
          </p:cNvPr>
          <p:cNvSpPr>
            <a:spLocks noGrp="1"/>
          </p:cNvSpPr>
          <p:nvPr/>
        </p:nvSpPr>
        <p:spPr>
          <a:xfrm>
            <a:off x="4026190" y="473964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58B"/>
          </a:solidFill>
          <a:ln w="3364">
            <a:solidFill>
              <a:srgbClr val="1F958B"/>
            </a:solidFill>
            <a:prstDash val="solid"/>
          </a:ln>
        </p:spPr>
      </p:sp>
      <p:sp>
        <p:nvSpPr>
          <p:cNvPr id="1998" name="Stage1_sixpanel_7169">
            <a:extLst>
              <a:ext uri="{FF2B5EF4-FFF2-40B4-BE49-F238E27FC236}">
                <a16:creationId xmlns:a16="http://schemas.microsoft.com/office/drawing/2014/main" id="{DA22F157-D070-44AE-9280-B4082E1DDFDF}"/>
              </a:ext>
            </a:extLst>
          </p:cNvPr>
          <p:cNvSpPr>
            <a:spLocks noGrp="1"/>
          </p:cNvSpPr>
          <p:nvPr/>
        </p:nvSpPr>
        <p:spPr>
          <a:xfrm>
            <a:off x="4026190" y="473116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48C"/>
          </a:solidFill>
          <a:ln w="3364">
            <a:solidFill>
              <a:srgbClr val="1F948C"/>
            </a:solidFill>
            <a:prstDash val="solid"/>
          </a:ln>
        </p:spPr>
      </p:sp>
      <p:sp>
        <p:nvSpPr>
          <p:cNvPr id="1999" name="Stage1_sixpanel_7170">
            <a:extLst>
              <a:ext uri="{FF2B5EF4-FFF2-40B4-BE49-F238E27FC236}">
                <a16:creationId xmlns:a16="http://schemas.microsoft.com/office/drawing/2014/main" id="{5648E1D9-39AD-4028-9316-CCA08FF24E7E}"/>
              </a:ext>
            </a:extLst>
          </p:cNvPr>
          <p:cNvSpPr>
            <a:spLocks noGrp="1"/>
          </p:cNvSpPr>
          <p:nvPr/>
        </p:nvSpPr>
        <p:spPr>
          <a:xfrm>
            <a:off x="4026190" y="472268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938C"/>
          </a:solidFill>
          <a:ln w="3364">
            <a:solidFill>
              <a:srgbClr val="20938C"/>
            </a:solidFill>
            <a:prstDash val="solid"/>
          </a:ln>
        </p:spPr>
      </p:sp>
      <p:sp>
        <p:nvSpPr>
          <p:cNvPr id="2000" name="Stage1_sixpanel_7171">
            <a:extLst>
              <a:ext uri="{FF2B5EF4-FFF2-40B4-BE49-F238E27FC236}">
                <a16:creationId xmlns:a16="http://schemas.microsoft.com/office/drawing/2014/main" id="{5ABC909E-5C37-4873-A85A-2180E4A15481}"/>
              </a:ext>
            </a:extLst>
          </p:cNvPr>
          <p:cNvSpPr>
            <a:spLocks noGrp="1"/>
          </p:cNvSpPr>
          <p:nvPr/>
        </p:nvSpPr>
        <p:spPr>
          <a:xfrm>
            <a:off x="4026190" y="471420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928C"/>
          </a:solidFill>
          <a:ln w="3364">
            <a:solidFill>
              <a:srgbClr val="20928C"/>
            </a:solidFill>
            <a:prstDash val="solid"/>
          </a:ln>
        </p:spPr>
      </p:sp>
      <p:sp>
        <p:nvSpPr>
          <p:cNvPr id="2001" name="Stage1_sixpanel_7172">
            <a:extLst>
              <a:ext uri="{FF2B5EF4-FFF2-40B4-BE49-F238E27FC236}">
                <a16:creationId xmlns:a16="http://schemas.microsoft.com/office/drawing/2014/main" id="{ADDF7CE4-A326-4E0D-B80E-1B8BED55BA0E}"/>
              </a:ext>
            </a:extLst>
          </p:cNvPr>
          <p:cNvSpPr>
            <a:spLocks noGrp="1"/>
          </p:cNvSpPr>
          <p:nvPr/>
        </p:nvSpPr>
        <p:spPr>
          <a:xfrm>
            <a:off x="4026190" y="470573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928C"/>
          </a:solidFill>
          <a:ln w="3364">
            <a:solidFill>
              <a:srgbClr val="20928C"/>
            </a:solidFill>
            <a:prstDash val="solid"/>
          </a:ln>
        </p:spPr>
      </p:sp>
      <p:sp>
        <p:nvSpPr>
          <p:cNvPr id="2002" name="Stage1_sixpanel_7173">
            <a:extLst>
              <a:ext uri="{FF2B5EF4-FFF2-40B4-BE49-F238E27FC236}">
                <a16:creationId xmlns:a16="http://schemas.microsoft.com/office/drawing/2014/main" id="{B68EF8FE-C8FC-44F3-99AE-DD77C0FC0972}"/>
              </a:ext>
            </a:extLst>
          </p:cNvPr>
          <p:cNvSpPr>
            <a:spLocks noGrp="1"/>
          </p:cNvSpPr>
          <p:nvPr/>
        </p:nvSpPr>
        <p:spPr>
          <a:xfrm>
            <a:off x="4026190" y="469725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918C"/>
          </a:solidFill>
          <a:ln w="3364">
            <a:solidFill>
              <a:srgbClr val="21918C"/>
            </a:solidFill>
            <a:prstDash val="solid"/>
          </a:ln>
        </p:spPr>
      </p:sp>
      <p:sp>
        <p:nvSpPr>
          <p:cNvPr id="2003" name="Stage1_sixpanel_7174">
            <a:extLst>
              <a:ext uri="{FF2B5EF4-FFF2-40B4-BE49-F238E27FC236}">
                <a16:creationId xmlns:a16="http://schemas.microsoft.com/office/drawing/2014/main" id="{168B2AF1-4C60-4FF2-AEE3-1A8083F673D4}"/>
              </a:ext>
            </a:extLst>
          </p:cNvPr>
          <p:cNvSpPr>
            <a:spLocks noGrp="1"/>
          </p:cNvSpPr>
          <p:nvPr/>
        </p:nvSpPr>
        <p:spPr>
          <a:xfrm>
            <a:off x="4026190" y="468877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908D"/>
          </a:solidFill>
          <a:ln w="3364">
            <a:solidFill>
              <a:srgbClr val="21908D"/>
            </a:solidFill>
            <a:prstDash val="solid"/>
          </a:ln>
        </p:spPr>
      </p:sp>
      <p:sp>
        <p:nvSpPr>
          <p:cNvPr id="2004" name="Stage1_sixpanel_7175">
            <a:extLst>
              <a:ext uri="{FF2B5EF4-FFF2-40B4-BE49-F238E27FC236}">
                <a16:creationId xmlns:a16="http://schemas.microsoft.com/office/drawing/2014/main" id="{202F1533-78E2-4D65-8882-0B56CE74C682}"/>
              </a:ext>
            </a:extLst>
          </p:cNvPr>
          <p:cNvSpPr>
            <a:spLocks noGrp="1"/>
          </p:cNvSpPr>
          <p:nvPr/>
        </p:nvSpPr>
        <p:spPr>
          <a:xfrm>
            <a:off x="4026190" y="468029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8F8D"/>
          </a:solidFill>
          <a:ln w="3364">
            <a:solidFill>
              <a:srgbClr val="218F8D"/>
            </a:solidFill>
            <a:prstDash val="solid"/>
          </a:ln>
        </p:spPr>
      </p:sp>
      <p:sp>
        <p:nvSpPr>
          <p:cNvPr id="2005" name="Stage1_sixpanel_7176">
            <a:extLst>
              <a:ext uri="{FF2B5EF4-FFF2-40B4-BE49-F238E27FC236}">
                <a16:creationId xmlns:a16="http://schemas.microsoft.com/office/drawing/2014/main" id="{9B742BD8-FB8E-49E1-A668-C228D9F58A96}"/>
              </a:ext>
            </a:extLst>
          </p:cNvPr>
          <p:cNvSpPr>
            <a:spLocks noGrp="1"/>
          </p:cNvSpPr>
          <p:nvPr/>
        </p:nvSpPr>
        <p:spPr>
          <a:xfrm>
            <a:off x="4026190" y="467182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8E8D"/>
          </a:solidFill>
          <a:ln w="3364">
            <a:solidFill>
              <a:srgbClr val="218E8D"/>
            </a:solidFill>
            <a:prstDash val="solid"/>
          </a:ln>
        </p:spPr>
      </p:sp>
      <p:sp>
        <p:nvSpPr>
          <p:cNvPr id="2006" name="Stage1_sixpanel_7177">
            <a:extLst>
              <a:ext uri="{FF2B5EF4-FFF2-40B4-BE49-F238E27FC236}">
                <a16:creationId xmlns:a16="http://schemas.microsoft.com/office/drawing/2014/main" id="{3F06F0DF-44B6-4BC9-A703-B398CB63E8C4}"/>
              </a:ext>
            </a:extLst>
          </p:cNvPr>
          <p:cNvSpPr>
            <a:spLocks noGrp="1"/>
          </p:cNvSpPr>
          <p:nvPr/>
        </p:nvSpPr>
        <p:spPr>
          <a:xfrm>
            <a:off x="4026190" y="466334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8D8D"/>
          </a:solidFill>
          <a:ln w="3364">
            <a:solidFill>
              <a:srgbClr val="228D8D"/>
            </a:solidFill>
            <a:prstDash val="solid"/>
          </a:ln>
        </p:spPr>
      </p:sp>
      <p:sp>
        <p:nvSpPr>
          <p:cNvPr id="2007" name="Stage1_sixpanel_7178">
            <a:extLst>
              <a:ext uri="{FF2B5EF4-FFF2-40B4-BE49-F238E27FC236}">
                <a16:creationId xmlns:a16="http://schemas.microsoft.com/office/drawing/2014/main" id="{129D1138-7181-4362-8864-0B91CAB37B11}"/>
              </a:ext>
            </a:extLst>
          </p:cNvPr>
          <p:cNvSpPr>
            <a:spLocks noGrp="1"/>
          </p:cNvSpPr>
          <p:nvPr/>
        </p:nvSpPr>
        <p:spPr>
          <a:xfrm>
            <a:off x="4026190" y="465486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8C8D"/>
          </a:solidFill>
          <a:ln w="3364">
            <a:solidFill>
              <a:srgbClr val="228C8D"/>
            </a:solidFill>
            <a:prstDash val="solid"/>
          </a:ln>
        </p:spPr>
      </p:sp>
      <p:sp>
        <p:nvSpPr>
          <p:cNvPr id="2008" name="Stage1_sixpanel_7179">
            <a:extLst>
              <a:ext uri="{FF2B5EF4-FFF2-40B4-BE49-F238E27FC236}">
                <a16:creationId xmlns:a16="http://schemas.microsoft.com/office/drawing/2014/main" id="{B14974A6-00C6-427B-A9EC-FA27FFEAEA73}"/>
              </a:ext>
            </a:extLst>
          </p:cNvPr>
          <p:cNvSpPr>
            <a:spLocks noGrp="1"/>
          </p:cNvSpPr>
          <p:nvPr/>
        </p:nvSpPr>
        <p:spPr>
          <a:xfrm>
            <a:off x="4026190" y="464639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8B8D"/>
          </a:solidFill>
          <a:ln w="3364">
            <a:solidFill>
              <a:srgbClr val="228B8D"/>
            </a:solidFill>
            <a:prstDash val="solid"/>
          </a:ln>
        </p:spPr>
      </p:sp>
      <p:sp>
        <p:nvSpPr>
          <p:cNvPr id="2009" name="Stage1_sixpanel_7180">
            <a:extLst>
              <a:ext uri="{FF2B5EF4-FFF2-40B4-BE49-F238E27FC236}">
                <a16:creationId xmlns:a16="http://schemas.microsoft.com/office/drawing/2014/main" id="{6C202ACC-4D3A-4C86-8203-493E08879AA3}"/>
              </a:ext>
            </a:extLst>
          </p:cNvPr>
          <p:cNvSpPr>
            <a:spLocks noGrp="1"/>
          </p:cNvSpPr>
          <p:nvPr/>
        </p:nvSpPr>
        <p:spPr>
          <a:xfrm>
            <a:off x="4026190" y="463791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8A8D"/>
          </a:solidFill>
          <a:ln w="3364">
            <a:solidFill>
              <a:srgbClr val="238A8D"/>
            </a:solidFill>
            <a:prstDash val="solid"/>
          </a:ln>
        </p:spPr>
      </p:sp>
      <p:sp>
        <p:nvSpPr>
          <p:cNvPr id="2010" name="Stage1_sixpanel_7181">
            <a:extLst>
              <a:ext uri="{FF2B5EF4-FFF2-40B4-BE49-F238E27FC236}">
                <a16:creationId xmlns:a16="http://schemas.microsoft.com/office/drawing/2014/main" id="{3C64E353-1D5B-44F0-9D67-DFD3130105B6}"/>
              </a:ext>
            </a:extLst>
          </p:cNvPr>
          <p:cNvSpPr>
            <a:spLocks noGrp="1"/>
          </p:cNvSpPr>
          <p:nvPr/>
        </p:nvSpPr>
        <p:spPr>
          <a:xfrm>
            <a:off x="4026190" y="462943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898E"/>
          </a:solidFill>
          <a:ln w="3364">
            <a:solidFill>
              <a:srgbClr val="23898E"/>
            </a:solidFill>
            <a:prstDash val="solid"/>
          </a:ln>
        </p:spPr>
      </p:sp>
      <p:sp>
        <p:nvSpPr>
          <p:cNvPr id="2011" name="Stage1_sixpanel_7182">
            <a:extLst>
              <a:ext uri="{FF2B5EF4-FFF2-40B4-BE49-F238E27FC236}">
                <a16:creationId xmlns:a16="http://schemas.microsoft.com/office/drawing/2014/main" id="{E200A954-3A3B-46CC-9E0C-9DDA7B7B4179}"/>
              </a:ext>
            </a:extLst>
          </p:cNvPr>
          <p:cNvSpPr>
            <a:spLocks noGrp="1"/>
          </p:cNvSpPr>
          <p:nvPr/>
        </p:nvSpPr>
        <p:spPr>
          <a:xfrm>
            <a:off x="4026190" y="462095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888E"/>
          </a:solidFill>
          <a:ln w="3364">
            <a:solidFill>
              <a:srgbClr val="23888E"/>
            </a:solidFill>
            <a:prstDash val="solid"/>
          </a:ln>
        </p:spPr>
      </p:sp>
      <p:sp>
        <p:nvSpPr>
          <p:cNvPr id="2012" name="Stage1_sixpanel_7183">
            <a:extLst>
              <a:ext uri="{FF2B5EF4-FFF2-40B4-BE49-F238E27FC236}">
                <a16:creationId xmlns:a16="http://schemas.microsoft.com/office/drawing/2014/main" id="{4B015404-7F61-450B-8789-4FFA6626AEC2}"/>
              </a:ext>
            </a:extLst>
          </p:cNvPr>
          <p:cNvSpPr>
            <a:spLocks noGrp="1"/>
          </p:cNvSpPr>
          <p:nvPr/>
        </p:nvSpPr>
        <p:spPr>
          <a:xfrm>
            <a:off x="4026190" y="461248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4878E"/>
          </a:solidFill>
          <a:ln w="3364">
            <a:solidFill>
              <a:srgbClr val="24878E"/>
            </a:solidFill>
            <a:prstDash val="solid"/>
          </a:ln>
        </p:spPr>
      </p:sp>
      <p:sp>
        <p:nvSpPr>
          <p:cNvPr id="2013" name="Stage1_sixpanel_7184">
            <a:extLst>
              <a:ext uri="{FF2B5EF4-FFF2-40B4-BE49-F238E27FC236}">
                <a16:creationId xmlns:a16="http://schemas.microsoft.com/office/drawing/2014/main" id="{4DA9CE87-C311-4889-97C8-EA6A12024003}"/>
              </a:ext>
            </a:extLst>
          </p:cNvPr>
          <p:cNvSpPr>
            <a:spLocks noGrp="1"/>
          </p:cNvSpPr>
          <p:nvPr/>
        </p:nvSpPr>
        <p:spPr>
          <a:xfrm>
            <a:off x="4026190" y="460400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4868E"/>
          </a:solidFill>
          <a:ln w="3364">
            <a:solidFill>
              <a:srgbClr val="24868E"/>
            </a:solidFill>
            <a:prstDash val="solid"/>
          </a:ln>
        </p:spPr>
      </p:sp>
      <p:sp>
        <p:nvSpPr>
          <p:cNvPr id="2014" name="Stage1_sixpanel_7185">
            <a:extLst>
              <a:ext uri="{FF2B5EF4-FFF2-40B4-BE49-F238E27FC236}">
                <a16:creationId xmlns:a16="http://schemas.microsoft.com/office/drawing/2014/main" id="{A8019463-76DC-4AB0-A00C-997B924BE6AD}"/>
              </a:ext>
            </a:extLst>
          </p:cNvPr>
          <p:cNvSpPr>
            <a:spLocks noGrp="1"/>
          </p:cNvSpPr>
          <p:nvPr/>
        </p:nvSpPr>
        <p:spPr>
          <a:xfrm>
            <a:off x="4026190" y="459552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858E"/>
          </a:solidFill>
          <a:ln w="3364">
            <a:solidFill>
              <a:srgbClr val="25858E"/>
            </a:solidFill>
            <a:prstDash val="solid"/>
          </a:ln>
        </p:spPr>
      </p:sp>
      <p:sp>
        <p:nvSpPr>
          <p:cNvPr id="2015" name="Stage1_sixpanel_7186">
            <a:extLst>
              <a:ext uri="{FF2B5EF4-FFF2-40B4-BE49-F238E27FC236}">
                <a16:creationId xmlns:a16="http://schemas.microsoft.com/office/drawing/2014/main" id="{32115A5A-E3BC-49E9-A056-AADDAC080CAE}"/>
              </a:ext>
            </a:extLst>
          </p:cNvPr>
          <p:cNvSpPr>
            <a:spLocks noGrp="1"/>
          </p:cNvSpPr>
          <p:nvPr/>
        </p:nvSpPr>
        <p:spPr>
          <a:xfrm>
            <a:off x="4026190" y="458705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848E"/>
          </a:solidFill>
          <a:ln w="3364">
            <a:solidFill>
              <a:srgbClr val="25848E"/>
            </a:solidFill>
            <a:prstDash val="solid"/>
          </a:ln>
        </p:spPr>
      </p:sp>
      <p:sp>
        <p:nvSpPr>
          <p:cNvPr id="2016" name="Stage1_sixpanel_7187">
            <a:extLst>
              <a:ext uri="{FF2B5EF4-FFF2-40B4-BE49-F238E27FC236}">
                <a16:creationId xmlns:a16="http://schemas.microsoft.com/office/drawing/2014/main" id="{A6F90097-25B8-4A9C-948D-59F524DACD21}"/>
              </a:ext>
            </a:extLst>
          </p:cNvPr>
          <p:cNvSpPr>
            <a:spLocks noGrp="1"/>
          </p:cNvSpPr>
          <p:nvPr/>
        </p:nvSpPr>
        <p:spPr>
          <a:xfrm>
            <a:off x="4026190" y="457857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838E"/>
          </a:solidFill>
          <a:ln w="3364">
            <a:solidFill>
              <a:srgbClr val="25838E"/>
            </a:solidFill>
            <a:prstDash val="solid"/>
          </a:ln>
        </p:spPr>
      </p:sp>
      <p:sp>
        <p:nvSpPr>
          <p:cNvPr id="2017" name="Stage1_sixpanel_7188">
            <a:extLst>
              <a:ext uri="{FF2B5EF4-FFF2-40B4-BE49-F238E27FC236}">
                <a16:creationId xmlns:a16="http://schemas.microsoft.com/office/drawing/2014/main" id="{5F8586CB-F3AF-4311-8BF5-541BB96D97AC}"/>
              </a:ext>
            </a:extLst>
          </p:cNvPr>
          <p:cNvSpPr>
            <a:spLocks noGrp="1"/>
          </p:cNvSpPr>
          <p:nvPr/>
        </p:nvSpPr>
        <p:spPr>
          <a:xfrm>
            <a:off x="4026190" y="457009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828E"/>
          </a:solidFill>
          <a:ln w="3364">
            <a:solidFill>
              <a:srgbClr val="26828E"/>
            </a:solidFill>
            <a:prstDash val="solid"/>
          </a:ln>
        </p:spPr>
      </p:sp>
      <p:sp>
        <p:nvSpPr>
          <p:cNvPr id="2018" name="Stage1_sixpanel_7189">
            <a:extLst>
              <a:ext uri="{FF2B5EF4-FFF2-40B4-BE49-F238E27FC236}">
                <a16:creationId xmlns:a16="http://schemas.microsoft.com/office/drawing/2014/main" id="{6B7748C4-3825-431F-B3A4-DA9B5A60AF15}"/>
              </a:ext>
            </a:extLst>
          </p:cNvPr>
          <p:cNvSpPr>
            <a:spLocks noGrp="1"/>
          </p:cNvSpPr>
          <p:nvPr/>
        </p:nvSpPr>
        <p:spPr>
          <a:xfrm>
            <a:off x="4026190" y="456161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828E"/>
          </a:solidFill>
          <a:ln w="3364">
            <a:solidFill>
              <a:srgbClr val="26828E"/>
            </a:solidFill>
            <a:prstDash val="solid"/>
          </a:ln>
        </p:spPr>
      </p:sp>
      <p:sp>
        <p:nvSpPr>
          <p:cNvPr id="2019" name="Stage1_sixpanel_7190">
            <a:extLst>
              <a:ext uri="{FF2B5EF4-FFF2-40B4-BE49-F238E27FC236}">
                <a16:creationId xmlns:a16="http://schemas.microsoft.com/office/drawing/2014/main" id="{28431DAE-16CB-4DBF-AC69-34EB7D7E452B}"/>
              </a:ext>
            </a:extLst>
          </p:cNvPr>
          <p:cNvSpPr>
            <a:spLocks noGrp="1"/>
          </p:cNvSpPr>
          <p:nvPr/>
        </p:nvSpPr>
        <p:spPr>
          <a:xfrm>
            <a:off x="4026190" y="455314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818E"/>
          </a:solidFill>
          <a:ln w="3364">
            <a:solidFill>
              <a:srgbClr val="26818E"/>
            </a:solidFill>
            <a:prstDash val="solid"/>
          </a:ln>
        </p:spPr>
      </p:sp>
      <p:sp>
        <p:nvSpPr>
          <p:cNvPr id="2020" name="Stage1_sixpanel_7191">
            <a:extLst>
              <a:ext uri="{FF2B5EF4-FFF2-40B4-BE49-F238E27FC236}">
                <a16:creationId xmlns:a16="http://schemas.microsoft.com/office/drawing/2014/main" id="{B4022C14-E265-4EA3-AA9F-82296C7CA600}"/>
              </a:ext>
            </a:extLst>
          </p:cNvPr>
          <p:cNvSpPr>
            <a:spLocks noGrp="1"/>
          </p:cNvSpPr>
          <p:nvPr/>
        </p:nvSpPr>
        <p:spPr>
          <a:xfrm>
            <a:off x="4026190" y="454466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808E"/>
          </a:solidFill>
          <a:ln w="3364">
            <a:solidFill>
              <a:srgbClr val="27808E"/>
            </a:solidFill>
            <a:prstDash val="solid"/>
          </a:ln>
        </p:spPr>
      </p:sp>
      <p:sp>
        <p:nvSpPr>
          <p:cNvPr id="2021" name="Stage1_sixpanel_7192">
            <a:extLst>
              <a:ext uri="{FF2B5EF4-FFF2-40B4-BE49-F238E27FC236}">
                <a16:creationId xmlns:a16="http://schemas.microsoft.com/office/drawing/2014/main" id="{7B4E5619-7F79-4803-A24F-BA9F147AB6DB}"/>
              </a:ext>
            </a:extLst>
          </p:cNvPr>
          <p:cNvSpPr>
            <a:spLocks noGrp="1"/>
          </p:cNvSpPr>
          <p:nvPr/>
        </p:nvSpPr>
        <p:spPr>
          <a:xfrm>
            <a:off x="4026190" y="453618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7F8E"/>
          </a:solidFill>
          <a:ln w="3364">
            <a:solidFill>
              <a:srgbClr val="277F8E"/>
            </a:solidFill>
            <a:prstDash val="solid"/>
          </a:ln>
        </p:spPr>
      </p:sp>
      <p:sp>
        <p:nvSpPr>
          <p:cNvPr id="2022" name="Stage1_sixpanel_7193">
            <a:extLst>
              <a:ext uri="{FF2B5EF4-FFF2-40B4-BE49-F238E27FC236}">
                <a16:creationId xmlns:a16="http://schemas.microsoft.com/office/drawing/2014/main" id="{9CD7A05D-627A-4FC7-BA72-353C193E28BC}"/>
              </a:ext>
            </a:extLst>
          </p:cNvPr>
          <p:cNvSpPr>
            <a:spLocks noGrp="1"/>
          </p:cNvSpPr>
          <p:nvPr/>
        </p:nvSpPr>
        <p:spPr>
          <a:xfrm>
            <a:off x="4026190" y="452770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7E8E"/>
          </a:solidFill>
          <a:ln w="3364">
            <a:solidFill>
              <a:srgbClr val="277E8E"/>
            </a:solidFill>
            <a:prstDash val="solid"/>
          </a:ln>
        </p:spPr>
      </p:sp>
      <p:sp>
        <p:nvSpPr>
          <p:cNvPr id="2023" name="Stage1_sixpanel_7194">
            <a:extLst>
              <a:ext uri="{FF2B5EF4-FFF2-40B4-BE49-F238E27FC236}">
                <a16:creationId xmlns:a16="http://schemas.microsoft.com/office/drawing/2014/main" id="{FFC40E58-A56B-436B-AFEA-AF19E816515D}"/>
              </a:ext>
            </a:extLst>
          </p:cNvPr>
          <p:cNvSpPr>
            <a:spLocks noGrp="1"/>
          </p:cNvSpPr>
          <p:nvPr/>
        </p:nvSpPr>
        <p:spPr>
          <a:xfrm>
            <a:off x="4026190" y="451923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87D8E"/>
          </a:solidFill>
          <a:ln w="3364">
            <a:solidFill>
              <a:srgbClr val="287D8E"/>
            </a:solidFill>
            <a:prstDash val="solid"/>
          </a:ln>
        </p:spPr>
      </p:sp>
      <p:sp>
        <p:nvSpPr>
          <p:cNvPr id="2024" name="Stage1_sixpanel_7195">
            <a:extLst>
              <a:ext uri="{FF2B5EF4-FFF2-40B4-BE49-F238E27FC236}">
                <a16:creationId xmlns:a16="http://schemas.microsoft.com/office/drawing/2014/main" id="{2B37AA11-1880-4D23-BB3E-2AB5087B19C2}"/>
              </a:ext>
            </a:extLst>
          </p:cNvPr>
          <p:cNvSpPr>
            <a:spLocks noGrp="1"/>
          </p:cNvSpPr>
          <p:nvPr/>
        </p:nvSpPr>
        <p:spPr>
          <a:xfrm>
            <a:off x="4026190" y="451075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87C8E"/>
          </a:solidFill>
          <a:ln w="3364">
            <a:solidFill>
              <a:srgbClr val="287C8E"/>
            </a:solidFill>
            <a:prstDash val="solid"/>
          </a:ln>
        </p:spPr>
      </p:sp>
      <p:sp>
        <p:nvSpPr>
          <p:cNvPr id="2025" name="Stage1_sixpanel_7196">
            <a:extLst>
              <a:ext uri="{FF2B5EF4-FFF2-40B4-BE49-F238E27FC236}">
                <a16:creationId xmlns:a16="http://schemas.microsoft.com/office/drawing/2014/main" id="{254C57DC-E989-41E8-9F03-0627378E28F0}"/>
              </a:ext>
            </a:extLst>
          </p:cNvPr>
          <p:cNvSpPr>
            <a:spLocks noGrp="1"/>
          </p:cNvSpPr>
          <p:nvPr/>
        </p:nvSpPr>
        <p:spPr>
          <a:xfrm>
            <a:off x="4026190" y="450227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7B8E"/>
          </a:solidFill>
          <a:ln w="3364">
            <a:solidFill>
              <a:srgbClr val="297B8E"/>
            </a:solidFill>
            <a:prstDash val="solid"/>
          </a:ln>
        </p:spPr>
      </p:sp>
      <p:sp>
        <p:nvSpPr>
          <p:cNvPr id="2026" name="Stage1_sixpanel_7197">
            <a:extLst>
              <a:ext uri="{FF2B5EF4-FFF2-40B4-BE49-F238E27FC236}">
                <a16:creationId xmlns:a16="http://schemas.microsoft.com/office/drawing/2014/main" id="{0EB43385-50BD-4243-830F-70D0AD3302AE}"/>
              </a:ext>
            </a:extLst>
          </p:cNvPr>
          <p:cNvSpPr>
            <a:spLocks noGrp="1"/>
          </p:cNvSpPr>
          <p:nvPr/>
        </p:nvSpPr>
        <p:spPr>
          <a:xfrm>
            <a:off x="4026190" y="449380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7A8E"/>
          </a:solidFill>
          <a:ln w="3364">
            <a:solidFill>
              <a:srgbClr val="297A8E"/>
            </a:solidFill>
            <a:prstDash val="solid"/>
          </a:ln>
        </p:spPr>
      </p:sp>
      <p:sp>
        <p:nvSpPr>
          <p:cNvPr id="2027" name="Stage1_sixpanel_7198">
            <a:extLst>
              <a:ext uri="{FF2B5EF4-FFF2-40B4-BE49-F238E27FC236}">
                <a16:creationId xmlns:a16="http://schemas.microsoft.com/office/drawing/2014/main" id="{3CF8E067-D9E8-4D34-B7FE-89E2D6FC93D9}"/>
              </a:ext>
            </a:extLst>
          </p:cNvPr>
          <p:cNvSpPr>
            <a:spLocks noGrp="1"/>
          </p:cNvSpPr>
          <p:nvPr/>
        </p:nvSpPr>
        <p:spPr>
          <a:xfrm>
            <a:off x="4026190" y="448532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798E"/>
          </a:solidFill>
          <a:ln w="3364">
            <a:solidFill>
              <a:srgbClr val="29798E"/>
            </a:solidFill>
            <a:prstDash val="solid"/>
          </a:ln>
        </p:spPr>
      </p:sp>
      <p:sp>
        <p:nvSpPr>
          <p:cNvPr id="2028" name="Stage1_sixpanel_7199">
            <a:extLst>
              <a:ext uri="{FF2B5EF4-FFF2-40B4-BE49-F238E27FC236}">
                <a16:creationId xmlns:a16="http://schemas.microsoft.com/office/drawing/2014/main" id="{C88D9969-CA73-4DCA-94BA-EC9B444ECDD5}"/>
              </a:ext>
            </a:extLst>
          </p:cNvPr>
          <p:cNvSpPr>
            <a:spLocks noGrp="1"/>
          </p:cNvSpPr>
          <p:nvPr/>
        </p:nvSpPr>
        <p:spPr>
          <a:xfrm>
            <a:off x="4026190" y="447684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788E"/>
          </a:solidFill>
          <a:ln w="3364">
            <a:solidFill>
              <a:srgbClr val="2A788E"/>
            </a:solidFill>
            <a:prstDash val="solid"/>
          </a:ln>
        </p:spPr>
      </p:sp>
      <p:sp>
        <p:nvSpPr>
          <p:cNvPr id="2029" name="Stage1_sixpanel_7200">
            <a:extLst>
              <a:ext uri="{FF2B5EF4-FFF2-40B4-BE49-F238E27FC236}">
                <a16:creationId xmlns:a16="http://schemas.microsoft.com/office/drawing/2014/main" id="{40754CE7-7CBE-4D17-B792-42B9C3519CED}"/>
              </a:ext>
            </a:extLst>
          </p:cNvPr>
          <p:cNvSpPr>
            <a:spLocks noGrp="1"/>
          </p:cNvSpPr>
          <p:nvPr/>
        </p:nvSpPr>
        <p:spPr>
          <a:xfrm>
            <a:off x="4026190" y="446836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778E"/>
          </a:solidFill>
          <a:ln w="3364">
            <a:solidFill>
              <a:srgbClr val="2A778E"/>
            </a:solidFill>
            <a:prstDash val="solid"/>
          </a:ln>
        </p:spPr>
      </p:sp>
      <p:sp>
        <p:nvSpPr>
          <p:cNvPr id="2030" name="Stage1_sixpanel_7201">
            <a:extLst>
              <a:ext uri="{FF2B5EF4-FFF2-40B4-BE49-F238E27FC236}">
                <a16:creationId xmlns:a16="http://schemas.microsoft.com/office/drawing/2014/main" id="{E2B2F958-8503-4951-B00E-8ABBF4C3E92D}"/>
              </a:ext>
            </a:extLst>
          </p:cNvPr>
          <p:cNvSpPr>
            <a:spLocks noGrp="1"/>
          </p:cNvSpPr>
          <p:nvPr/>
        </p:nvSpPr>
        <p:spPr>
          <a:xfrm>
            <a:off x="4026190" y="445989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768E"/>
          </a:solidFill>
          <a:ln w="3364">
            <a:solidFill>
              <a:srgbClr val="2A768E"/>
            </a:solidFill>
            <a:prstDash val="solid"/>
          </a:ln>
        </p:spPr>
      </p:sp>
      <p:sp>
        <p:nvSpPr>
          <p:cNvPr id="2031" name="Stage1_sixpanel_7202">
            <a:extLst>
              <a:ext uri="{FF2B5EF4-FFF2-40B4-BE49-F238E27FC236}">
                <a16:creationId xmlns:a16="http://schemas.microsoft.com/office/drawing/2014/main" id="{A4E2621B-82D3-4361-8876-AF37CF80E0CC}"/>
              </a:ext>
            </a:extLst>
          </p:cNvPr>
          <p:cNvSpPr>
            <a:spLocks noGrp="1"/>
          </p:cNvSpPr>
          <p:nvPr/>
        </p:nvSpPr>
        <p:spPr>
          <a:xfrm>
            <a:off x="4026190" y="445141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B758E"/>
          </a:solidFill>
          <a:ln w="3364">
            <a:solidFill>
              <a:srgbClr val="2B758E"/>
            </a:solidFill>
            <a:prstDash val="solid"/>
          </a:ln>
        </p:spPr>
      </p:sp>
      <p:sp>
        <p:nvSpPr>
          <p:cNvPr id="2032" name="Stage1_sixpanel_7203">
            <a:extLst>
              <a:ext uri="{FF2B5EF4-FFF2-40B4-BE49-F238E27FC236}">
                <a16:creationId xmlns:a16="http://schemas.microsoft.com/office/drawing/2014/main" id="{CE64AE7D-825E-48E5-938D-601539970A08}"/>
              </a:ext>
            </a:extLst>
          </p:cNvPr>
          <p:cNvSpPr>
            <a:spLocks noGrp="1"/>
          </p:cNvSpPr>
          <p:nvPr/>
        </p:nvSpPr>
        <p:spPr>
          <a:xfrm>
            <a:off x="4026190" y="444293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B748E"/>
          </a:solidFill>
          <a:ln w="3364">
            <a:solidFill>
              <a:srgbClr val="2B748E"/>
            </a:solidFill>
            <a:prstDash val="solid"/>
          </a:ln>
        </p:spPr>
      </p:sp>
      <p:sp>
        <p:nvSpPr>
          <p:cNvPr id="2033" name="Stage1_sixpanel_7204">
            <a:extLst>
              <a:ext uri="{FF2B5EF4-FFF2-40B4-BE49-F238E27FC236}">
                <a16:creationId xmlns:a16="http://schemas.microsoft.com/office/drawing/2014/main" id="{E41E4910-335A-4728-8D63-3EFACF4A3CD4}"/>
              </a:ext>
            </a:extLst>
          </p:cNvPr>
          <p:cNvSpPr>
            <a:spLocks noGrp="1"/>
          </p:cNvSpPr>
          <p:nvPr/>
        </p:nvSpPr>
        <p:spPr>
          <a:xfrm>
            <a:off x="4026190" y="443445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738E"/>
          </a:solidFill>
          <a:ln w="3364">
            <a:solidFill>
              <a:srgbClr val="2C738E"/>
            </a:solidFill>
            <a:prstDash val="solid"/>
          </a:ln>
        </p:spPr>
      </p:sp>
      <p:sp>
        <p:nvSpPr>
          <p:cNvPr id="2034" name="Stage1_sixpanel_7205">
            <a:extLst>
              <a:ext uri="{FF2B5EF4-FFF2-40B4-BE49-F238E27FC236}">
                <a16:creationId xmlns:a16="http://schemas.microsoft.com/office/drawing/2014/main" id="{B2823A08-E52F-4E43-9DE1-E4482924DEC3}"/>
              </a:ext>
            </a:extLst>
          </p:cNvPr>
          <p:cNvSpPr>
            <a:spLocks noGrp="1"/>
          </p:cNvSpPr>
          <p:nvPr/>
        </p:nvSpPr>
        <p:spPr>
          <a:xfrm>
            <a:off x="4026190" y="442598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728E"/>
          </a:solidFill>
          <a:ln w="3364">
            <a:solidFill>
              <a:srgbClr val="2C728E"/>
            </a:solidFill>
            <a:prstDash val="solid"/>
          </a:ln>
        </p:spPr>
      </p:sp>
      <p:sp>
        <p:nvSpPr>
          <p:cNvPr id="2035" name="Stage1_sixpanel_7206">
            <a:extLst>
              <a:ext uri="{FF2B5EF4-FFF2-40B4-BE49-F238E27FC236}">
                <a16:creationId xmlns:a16="http://schemas.microsoft.com/office/drawing/2014/main" id="{9CB8DEA5-D2E3-40E0-B7C9-7FED0D3BB8BB}"/>
              </a:ext>
            </a:extLst>
          </p:cNvPr>
          <p:cNvSpPr>
            <a:spLocks noGrp="1"/>
          </p:cNvSpPr>
          <p:nvPr/>
        </p:nvSpPr>
        <p:spPr>
          <a:xfrm>
            <a:off x="4026190" y="441750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718E"/>
          </a:solidFill>
          <a:ln w="3364">
            <a:solidFill>
              <a:srgbClr val="2C718E"/>
            </a:solidFill>
            <a:prstDash val="solid"/>
          </a:ln>
        </p:spPr>
      </p:sp>
      <p:sp>
        <p:nvSpPr>
          <p:cNvPr id="2036" name="Stage1_sixpanel_7207">
            <a:extLst>
              <a:ext uri="{FF2B5EF4-FFF2-40B4-BE49-F238E27FC236}">
                <a16:creationId xmlns:a16="http://schemas.microsoft.com/office/drawing/2014/main" id="{16FFEA7A-6654-41CF-8E05-724A7A330282}"/>
              </a:ext>
            </a:extLst>
          </p:cNvPr>
          <p:cNvSpPr>
            <a:spLocks noGrp="1"/>
          </p:cNvSpPr>
          <p:nvPr/>
        </p:nvSpPr>
        <p:spPr>
          <a:xfrm>
            <a:off x="4026190" y="440902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D718E"/>
          </a:solidFill>
          <a:ln w="3364">
            <a:solidFill>
              <a:srgbClr val="2D718E"/>
            </a:solidFill>
            <a:prstDash val="solid"/>
          </a:ln>
        </p:spPr>
      </p:sp>
      <p:sp>
        <p:nvSpPr>
          <p:cNvPr id="2037" name="Stage1_sixpanel_7208">
            <a:extLst>
              <a:ext uri="{FF2B5EF4-FFF2-40B4-BE49-F238E27FC236}">
                <a16:creationId xmlns:a16="http://schemas.microsoft.com/office/drawing/2014/main" id="{A1615932-6D2E-47FF-B293-084DBB7587C2}"/>
              </a:ext>
            </a:extLst>
          </p:cNvPr>
          <p:cNvSpPr>
            <a:spLocks noGrp="1"/>
          </p:cNvSpPr>
          <p:nvPr/>
        </p:nvSpPr>
        <p:spPr>
          <a:xfrm>
            <a:off x="4026190" y="440055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D708E"/>
          </a:solidFill>
          <a:ln w="3364">
            <a:solidFill>
              <a:srgbClr val="2D708E"/>
            </a:solidFill>
            <a:prstDash val="solid"/>
          </a:ln>
        </p:spPr>
      </p:sp>
      <p:sp>
        <p:nvSpPr>
          <p:cNvPr id="2038" name="Stage1_sixpanel_7209">
            <a:extLst>
              <a:ext uri="{FF2B5EF4-FFF2-40B4-BE49-F238E27FC236}">
                <a16:creationId xmlns:a16="http://schemas.microsoft.com/office/drawing/2014/main" id="{0D2B70D9-4A28-4B1F-A144-69D5A532E553}"/>
              </a:ext>
            </a:extLst>
          </p:cNvPr>
          <p:cNvSpPr>
            <a:spLocks noGrp="1"/>
          </p:cNvSpPr>
          <p:nvPr/>
        </p:nvSpPr>
        <p:spPr>
          <a:xfrm>
            <a:off x="4026190" y="439207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6F8E"/>
          </a:solidFill>
          <a:ln w="3364">
            <a:solidFill>
              <a:srgbClr val="2E6F8E"/>
            </a:solidFill>
            <a:prstDash val="solid"/>
          </a:ln>
        </p:spPr>
      </p:sp>
      <p:sp>
        <p:nvSpPr>
          <p:cNvPr id="2039" name="Stage1_sixpanel_7210">
            <a:extLst>
              <a:ext uri="{FF2B5EF4-FFF2-40B4-BE49-F238E27FC236}">
                <a16:creationId xmlns:a16="http://schemas.microsoft.com/office/drawing/2014/main" id="{2D1C9A0C-DFDA-4709-B0E1-182C4E6A0E9C}"/>
              </a:ext>
            </a:extLst>
          </p:cNvPr>
          <p:cNvSpPr>
            <a:spLocks noGrp="1"/>
          </p:cNvSpPr>
          <p:nvPr/>
        </p:nvSpPr>
        <p:spPr>
          <a:xfrm>
            <a:off x="4026190" y="438359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6E8E"/>
          </a:solidFill>
          <a:ln w="3364">
            <a:solidFill>
              <a:srgbClr val="2E6E8E"/>
            </a:solidFill>
            <a:prstDash val="solid"/>
          </a:ln>
        </p:spPr>
      </p:sp>
      <p:sp>
        <p:nvSpPr>
          <p:cNvPr id="2040" name="Stage1_sixpanel_7211">
            <a:extLst>
              <a:ext uri="{FF2B5EF4-FFF2-40B4-BE49-F238E27FC236}">
                <a16:creationId xmlns:a16="http://schemas.microsoft.com/office/drawing/2014/main" id="{E0C3F5A4-C42F-403B-B988-22F1C843D379}"/>
              </a:ext>
            </a:extLst>
          </p:cNvPr>
          <p:cNvSpPr>
            <a:spLocks noGrp="1"/>
          </p:cNvSpPr>
          <p:nvPr/>
        </p:nvSpPr>
        <p:spPr>
          <a:xfrm>
            <a:off x="4026190" y="437511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6D8E"/>
          </a:solidFill>
          <a:ln w="3364">
            <a:solidFill>
              <a:srgbClr val="2E6D8E"/>
            </a:solidFill>
            <a:prstDash val="solid"/>
          </a:ln>
        </p:spPr>
      </p:sp>
      <p:sp>
        <p:nvSpPr>
          <p:cNvPr id="2041" name="Stage1_sixpanel_7212">
            <a:extLst>
              <a:ext uri="{FF2B5EF4-FFF2-40B4-BE49-F238E27FC236}">
                <a16:creationId xmlns:a16="http://schemas.microsoft.com/office/drawing/2014/main" id="{AEF41213-FC27-43CD-8BC9-BDF4349D68B4}"/>
              </a:ext>
            </a:extLst>
          </p:cNvPr>
          <p:cNvSpPr>
            <a:spLocks noGrp="1"/>
          </p:cNvSpPr>
          <p:nvPr/>
        </p:nvSpPr>
        <p:spPr>
          <a:xfrm>
            <a:off x="4026190" y="436664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F6C8E"/>
          </a:solidFill>
          <a:ln w="3364">
            <a:solidFill>
              <a:srgbClr val="2F6C8E"/>
            </a:solidFill>
            <a:prstDash val="solid"/>
          </a:ln>
        </p:spPr>
      </p:sp>
      <p:sp>
        <p:nvSpPr>
          <p:cNvPr id="2042" name="Stage1_sixpanel_7213">
            <a:extLst>
              <a:ext uri="{FF2B5EF4-FFF2-40B4-BE49-F238E27FC236}">
                <a16:creationId xmlns:a16="http://schemas.microsoft.com/office/drawing/2014/main" id="{45B90C79-6EFD-487C-A4DF-0388D6743EFA}"/>
              </a:ext>
            </a:extLst>
          </p:cNvPr>
          <p:cNvSpPr>
            <a:spLocks noGrp="1"/>
          </p:cNvSpPr>
          <p:nvPr/>
        </p:nvSpPr>
        <p:spPr>
          <a:xfrm>
            <a:off x="4026190" y="435816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F6B8E"/>
          </a:solidFill>
          <a:ln w="3364">
            <a:solidFill>
              <a:srgbClr val="2F6B8E"/>
            </a:solidFill>
            <a:prstDash val="solid"/>
          </a:ln>
        </p:spPr>
      </p:sp>
      <p:sp>
        <p:nvSpPr>
          <p:cNvPr id="2043" name="Stage1_sixpanel_7214">
            <a:extLst>
              <a:ext uri="{FF2B5EF4-FFF2-40B4-BE49-F238E27FC236}">
                <a16:creationId xmlns:a16="http://schemas.microsoft.com/office/drawing/2014/main" id="{AC445232-52A6-47D1-9C07-9CF823D34D5B}"/>
              </a:ext>
            </a:extLst>
          </p:cNvPr>
          <p:cNvSpPr>
            <a:spLocks noGrp="1"/>
          </p:cNvSpPr>
          <p:nvPr/>
        </p:nvSpPr>
        <p:spPr>
          <a:xfrm>
            <a:off x="4026190" y="434968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06A8E"/>
          </a:solidFill>
          <a:ln w="3364">
            <a:solidFill>
              <a:srgbClr val="306A8E"/>
            </a:solidFill>
            <a:prstDash val="solid"/>
          </a:ln>
        </p:spPr>
      </p:sp>
      <p:sp>
        <p:nvSpPr>
          <p:cNvPr id="2044" name="Stage1_sixpanel_7215">
            <a:extLst>
              <a:ext uri="{FF2B5EF4-FFF2-40B4-BE49-F238E27FC236}">
                <a16:creationId xmlns:a16="http://schemas.microsoft.com/office/drawing/2014/main" id="{BA04B4B9-7B43-4510-91A1-7C3A8C48A37E}"/>
              </a:ext>
            </a:extLst>
          </p:cNvPr>
          <p:cNvSpPr>
            <a:spLocks noGrp="1"/>
          </p:cNvSpPr>
          <p:nvPr/>
        </p:nvSpPr>
        <p:spPr>
          <a:xfrm>
            <a:off x="4026190" y="434120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0698E"/>
          </a:solidFill>
          <a:ln w="3364">
            <a:solidFill>
              <a:srgbClr val="30698E"/>
            </a:solidFill>
            <a:prstDash val="solid"/>
          </a:ln>
        </p:spPr>
      </p:sp>
      <p:sp>
        <p:nvSpPr>
          <p:cNvPr id="2045" name="Stage1_sixpanel_7216">
            <a:extLst>
              <a:ext uri="{FF2B5EF4-FFF2-40B4-BE49-F238E27FC236}">
                <a16:creationId xmlns:a16="http://schemas.microsoft.com/office/drawing/2014/main" id="{4EA809A7-0240-4492-89E9-9E5FE333022E}"/>
              </a:ext>
            </a:extLst>
          </p:cNvPr>
          <p:cNvSpPr>
            <a:spLocks noGrp="1"/>
          </p:cNvSpPr>
          <p:nvPr/>
        </p:nvSpPr>
        <p:spPr>
          <a:xfrm>
            <a:off x="4026190" y="433273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688E"/>
          </a:solidFill>
          <a:ln w="3364">
            <a:solidFill>
              <a:srgbClr val="31688E"/>
            </a:solidFill>
            <a:prstDash val="solid"/>
          </a:ln>
        </p:spPr>
      </p:sp>
      <p:sp>
        <p:nvSpPr>
          <p:cNvPr id="2046" name="Stage1_sixpanel_7217">
            <a:extLst>
              <a:ext uri="{FF2B5EF4-FFF2-40B4-BE49-F238E27FC236}">
                <a16:creationId xmlns:a16="http://schemas.microsoft.com/office/drawing/2014/main" id="{36523850-628C-4D28-8E4C-22706741130D}"/>
              </a:ext>
            </a:extLst>
          </p:cNvPr>
          <p:cNvSpPr>
            <a:spLocks noGrp="1"/>
          </p:cNvSpPr>
          <p:nvPr/>
        </p:nvSpPr>
        <p:spPr>
          <a:xfrm>
            <a:off x="4026190" y="432425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678E"/>
          </a:solidFill>
          <a:ln w="3364">
            <a:solidFill>
              <a:srgbClr val="31678E"/>
            </a:solidFill>
            <a:prstDash val="solid"/>
          </a:ln>
        </p:spPr>
      </p:sp>
      <p:sp>
        <p:nvSpPr>
          <p:cNvPr id="2047" name="Stage1_sixpanel_7218">
            <a:extLst>
              <a:ext uri="{FF2B5EF4-FFF2-40B4-BE49-F238E27FC236}">
                <a16:creationId xmlns:a16="http://schemas.microsoft.com/office/drawing/2014/main" id="{733E653A-51F7-4EE8-B0C5-C0E65BC52838}"/>
              </a:ext>
            </a:extLst>
          </p:cNvPr>
          <p:cNvSpPr>
            <a:spLocks noGrp="1"/>
          </p:cNvSpPr>
          <p:nvPr/>
        </p:nvSpPr>
        <p:spPr>
          <a:xfrm>
            <a:off x="4026190" y="431577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668E"/>
          </a:solidFill>
          <a:ln w="3364">
            <a:solidFill>
              <a:srgbClr val="31668E"/>
            </a:solidFill>
            <a:prstDash val="solid"/>
          </a:ln>
        </p:spPr>
      </p:sp>
      <p:sp>
        <p:nvSpPr>
          <p:cNvPr id="2048" name="Stage1_sixpanel_7219">
            <a:extLst>
              <a:ext uri="{FF2B5EF4-FFF2-40B4-BE49-F238E27FC236}">
                <a16:creationId xmlns:a16="http://schemas.microsoft.com/office/drawing/2014/main" id="{0C82D700-C2FC-494C-BC20-3E1EE37DA809}"/>
              </a:ext>
            </a:extLst>
          </p:cNvPr>
          <p:cNvSpPr>
            <a:spLocks noGrp="1"/>
          </p:cNvSpPr>
          <p:nvPr/>
        </p:nvSpPr>
        <p:spPr>
          <a:xfrm>
            <a:off x="4026190" y="430730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2658E"/>
          </a:solidFill>
          <a:ln w="3364">
            <a:solidFill>
              <a:srgbClr val="32658E"/>
            </a:solidFill>
            <a:prstDash val="solid"/>
          </a:ln>
        </p:spPr>
      </p:sp>
      <p:sp>
        <p:nvSpPr>
          <p:cNvPr id="2049" name="Stage1_sixpanel_7220">
            <a:extLst>
              <a:ext uri="{FF2B5EF4-FFF2-40B4-BE49-F238E27FC236}">
                <a16:creationId xmlns:a16="http://schemas.microsoft.com/office/drawing/2014/main" id="{11E1A7F4-D605-4788-8196-BF08389B2AFD}"/>
              </a:ext>
            </a:extLst>
          </p:cNvPr>
          <p:cNvSpPr>
            <a:spLocks noGrp="1"/>
          </p:cNvSpPr>
          <p:nvPr/>
        </p:nvSpPr>
        <p:spPr>
          <a:xfrm>
            <a:off x="4026190" y="429882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2648E"/>
          </a:solidFill>
          <a:ln w="3364">
            <a:solidFill>
              <a:srgbClr val="32648E"/>
            </a:solidFill>
            <a:prstDash val="solid"/>
          </a:ln>
        </p:spPr>
      </p:sp>
      <p:sp>
        <p:nvSpPr>
          <p:cNvPr id="2050" name="Stage1_sixpanel_7221">
            <a:extLst>
              <a:ext uri="{FF2B5EF4-FFF2-40B4-BE49-F238E27FC236}">
                <a16:creationId xmlns:a16="http://schemas.microsoft.com/office/drawing/2014/main" id="{63FC77BB-BAC4-4C78-8E93-3A636960BD08}"/>
              </a:ext>
            </a:extLst>
          </p:cNvPr>
          <p:cNvSpPr>
            <a:spLocks noGrp="1"/>
          </p:cNvSpPr>
          <p:nvPr/>
        </p:nvSpPr>
        <p:spPr>
          <a:xfrm>
            <a:off x="4026190" y="429034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3638D"/>
          </a:solidFill>
          <a:ln w="3364">
            <a:solidFill>
              <a:srgbClr val="33638D"/>
            </a:solidFill>
            <a:prstDash val="solid"/>
          </a:ln>
        </p:spPr>
      </p:sp>
      <p:sp>
        <p:nvSpPr>
          <p:cNvPr id="2051" name="Stage1_sixpanel_7222">
            <a:extLst>
              <a:ext uri="{FF2B5EF4-FFF2-40B4-BE49-F238E27FC236}">
                <a16:creationId xmlns:a16="http://schemas.microsoft.com/office/drawing/2014/main" id="{D2D62352-B918-4E11-8F2F-33D0DE6A195B}"/>
              </a:ext>
            </a:extLst>
          </p:cNvPr>
          <p:cNvSpPr>
            <a:spLocks noGrp="1"/>
          </p:cNvSpPr>
          <p:nvPr/>
        </p:nvSpPr>
        <p:spPr>
          <a:xfrm>
            <a:off x="4026190" y="428186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3628D"/>
          </a:solidFill>
          <a:ln w="3364">
            <a:solidFill>
              <a:srgbClr val="33628D"/>
            </a:solidFill>
            <a:prstDash val="solid"/>
          </a:ln>
        </p:spPr>
      </p:sp>
      <p:sp>
        <p:nvSpPr>
          <p:cNvPr id="2052" name="Stage1_sixpanel_7223">
            <a:extLst>
              <a:ext uri="{FF2B5EF4-FFF2-40B4-BE49-F238E27FC236}">
                <a16:creationId xmlns:a16="http://schemas.microsoft.com/office/drawing/2014/main" id="{776BCF5D-A5BA-4CF6-B8E2-07F872A3D255}"/>
              </a:ext>
            </a:extLst>
          </p:cNvPr>
          <p:cNvSpPr>
            <a:spLocks noGrp="1"/>
          </p:cNvSpPr>
          <p:nvPr/>
        </p:nvSpPr>
        <p:spPr>
          <a:xfrm>
            <a:off x="4026190" y="427339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4618D"/>
          </a:solidFill>
          <a:ln w="3364">
            <a:solidFill>
              <a:srgbClr val="34618D"/>
            </a:solidFill>
            <a:prstDash val="solid"/>
          </a:ln>
        </p:spPr>
      </p:sp>
      <p:sp>
        <p:nvSpPr>
          <p:cNvPr id="2053" name="Stage1_sixpanel_7224">
            <a:extLst>
              <a:ext uri="{FF2B5EF4-FFF2-40B4-BE49-F238E27FC236}">
                <a16:creationId xmlns:a16="http://schemas.microsoft.com/office/drawing/2014/main" id="{EDADF699-BB55-455B-B2E4-882388603A52}"/>
              </a:ext>
            </a:extLst>
          </p:cNvPr>
          <p:cNvSpPr>
            <a:spLocks noGrp="1"/>
          </p:cNvSpPr>
          <p:nvPr/>
        </p:nvSpPr>
        <p:spPr>
          <a:xfrm>
            <a:off x="4026190" y="426491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4608D"/>
          </a:solidFill>
          <a:ln w="3364">
            <a:solidFill>
              <a:srgbClr val="34608D"/>
            </a:solidFill>
            <a:prstDash val="solid"/>
          </a:ln>
        </p:spPr>
      </p:sp>
      <p:sp>
        <p:nvSpPr>
          <p:cNvPr id="2054" name="Stage1_sixpanel_7225">
            <a:extLst>
              <a:ext uri="{FF2B5EF4-FFF2-40B4-BE49-F238E27FC236}">
                <a16:creationId xmlns:a16="http://schemas.microsoft.com/office/drawing/2014/main" id="{CD2DE31D-9108-4F74-A49F-3D5BEE47311D}"/>
              </a:ext>
            </a:extLst>
          </p:cNvPr>
          <p:cNvSpPr>
            <a:spLocks noGrp="1"/>
          </p:cNvSpPr>
          <p:nvPr/>
        </p:nvSpPr>
        <p:spPr>
          <a:xfrm>
            <a:off x="4026190" y="425643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55F8D"/>
          </a:solidFill>
          <a:ln w="3364">
            <a:solidFill>
              <a:srgbClr val="355F8D"/>
            </a:solidFill>
            <a:prstDash val="solid"/>
          </a:ln>
        </p:spPr>
      </p:sp>
      <p:sp>
        <p:nvSpPr>
          <p:cNvPr id="2055" name="Stage1_sixpanel_7226">
            <a:extLst>
              <a:ext uri="{FF2B5EF4-FFF2-40B4-BE49-F238E27FC236}">
                <a16:creationId xmlns:a16="http://schemas.microsoft.com/office/drawing/2014/main" id="{471FCCA9-9FE8-47BC-A3C2-2A5504542AE9}"/>
              </a:ext>
            </a:extLst>
          </p:cNvPr>
          <p:cNvSpPr>
            <a:spLocks noGrp="1"/>
          </p:cNvSpPr>
          <p:nvPr/>
        </p:nvSpPr>
        <p:spPr>
          <a:xfrm>
            <a:off x="4026190" y="424796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55E8D"/>
          </a:solidFill>
          <a:ln w="3364">
            <a:solidFill>
              <a:srgbClr val="355E8D"/>
            </a:solidFill>
            <a:prstDash val="solid"/>
          </a:ln>
        </p:spPr>
      </p:sp>
      <p:sp>
        <p:nvSpPr>
          <p:cNvPr id="2056" name="Stage1_sixpanel_7227">
            <a:extLst>
              <a:ext uri="{FF2B5EF4-FFF2-40B4-BE49-F238E27FC236}">
                <a16:creationId xmlns:a16="http://schemas.microsoft.com/office/drawing/2014/main" id="{B8A51B51-382E-42A9-A345-417D199B3905}"/>
              </a:ext>
            </a:extLst>
          </p:cNvPr>
          <p:cNvSpPr>
            <a:spLocks noGrp="1"/>
          </p:cNvSpPr>
          <p:nvPr/>
        </p:nvSpPr>
        <p:spPr>
          <a:xfrm>
            <a:off x="4026190" y="423948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65D8D"/>
          </a:solidFill>
          <a:ln w="3364">
            <a:solidFill>
              <a:srgbClr val="365D8D"/>
            </a:solidFill>
            <a:prstDash val="solid"/>
          </a:ln>
        </p:spPr>
      </p:sp>
      <p:sp>
        <p:nvSpPr>
          <p:cNvPr id="2057" name="Stage1_sixpanel_7228">
            <a:extLst>
              <a:ext uri="{FF2B5EF4-FFF2-40B4-BE49-F238E27FC236}">
                <a16:creationId xmlns:a16="http://schemas.microsoft.com/office/drawing/2014/main" id="{2DBCE35F-2E4E-4EC1-BE9E-0A21610C54C5}"/>
              </a:ext>
            </a:extLst>
          </p:cNvPr>
          <p:cNvSpPr>
            <a:spLocks noGrp="1"/>
          </p:cNvSpPr>
          <p:nvPr/>
        </p:nvSpPr>
        <p:spPr>
          <a:xfrm>
            <a:off x="4026190" y="423100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65C8D"/>
          </a:solidFill>
          <a:ln w="3364">
            <a:solidFill>
              <a:srgbClr val="365C8D"/>
            </a:solidFill>
            <a:prstDash val="solid"/>
          </a:ln>
        </p:spPr>
      </p:sp>
      <p:sp>
        <p:nvSpPr>
          <p:cNvPr id="2058" name="Stage1_sixpanel_7229">
            <a:extLst>
              <a:ext uri="{FF2B5EF4-FFF2-40B4-BE49-F238E27FC236}">
                <a16:creationId xmlns:a16="http://schemas.microsoft.com/office/drawing/2014/main" id="{331036D4-A767-4DBF-8459-6D46F4B264AD}"/>
              </a:ext>
            </a:extLst>
          </p:cNvPr>
          <p:cNvSpPr>
            <a:spLocks noGrp="1"/>
          </p:cNvSpPr>
          <p:nvPr/>
        </p:nvSpPr>
        <p:spPr>
          <a:xfrm>
            <a:off x="4026190" y="422252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75B8D"/>
          </a:solidFill>
          <a:ln w="3364">
            <a:solidFill>
              <a:srgbClr val="375B8D"/>
            </a:solidFill>
            <a:prstDash val="solid"/>
          </a:ln>
        </p:spPr>
      </p:sp>
      <p:sp>
        <p:nvSpPr>
          <p:cNvPr id="2059" name="Stage1_sixpanel_7230">
            <a:extLst>
              <a:ext uri="{FF2B5EF4-FFF2-40B4-BE49-F238E27FC236}">
                <a16:creationId xmlns:a16="http://schemas.microsoft.com/office/drawing/2014/main" id="{AA1F9BD8-CA31-461E-ABF7-D24EA7DEDEDB}"/>
              </a:ext>
            </a:extLst>
          </p:cNvPr>
          <p:cNvSpPr>
            <a:spLocks noGrp="1"/>
          </p:cNvSpPr>
          <p:nvPr/>
        </p:nvSpPr>
        <p:spPr>
          <a:xfrm>
            <a:off x="4026190" y="421405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75A8C"/>
          </a:solidFill>
          <a:ln w="3364">
            <a:solidFill>
              <a:srgbClr val="375A8C"/>
            </a:solidFill>
            <a:prstDash val="solid"/>
          </a:ln>
        </p:spPr>
      </p:sp>
      <p:sp>
        <p:nvSpPr>
          <p:cNvPr id="2060" name="Stage1_sixpanel_7231">
            <a:extLst>
              <a:ext uri="{FF2B5EF4-FFF2-40B4-BE49-F238E27FC236}">
                <a16:creationId xmlns:a16="http://schemas.microsoft.com/office/drawing/2014/main" id="{182FC874-64E7-491D-9722-FBBF56A7D9B4}"/>
              </a:ext>
            </a:extLst>
          </p:cNvPr>
          <p:cNvSpPr>
            <a:spLocks noGrp="1"/>
          </p:cNvSpPr>
          <p:nvPr/>
        </p:nvSpPr>
        <p:spPr>
          <a:xfrm>
            <a:off x="4026190" y="420557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8598C"/>
          </a:solidFill>
          <a:ln w="3364">
            <a:solidFill>
              <a:srgbClr val="38598C"/>
            </a:solidFill>
            <a:prstDash val="solid"/>
          </a:ln>
        </p:spPr>
      </p:sp>
      <p:sp>
        <p:nvSpPr>
          <p:cNvPr id="2061" name="Stage1_sixpanel_7232">
            <a:extLst>
              <a:ext uri="{FF2B5EF4-FFF2-40B4-BE49-F238E27FC236}">
                <a16:creationId xmlns:a16="http://schemas.microsoft.com/office/drawing/2014/main" id="{509E4D96-85A7-4678-983F-59AEB8829F5A}"/>
              </a:ext>
            </a:extLst>
          </p:cNvPr>
          <p:cNvSpPr>
            <a:spLocks noGrp="1"/>
          </p:cNvSpPr>
          <p:nvPr/>
        </p:nvSpPr>
        <p:spPr>
          <a:xfrm>
            <a:off x="4026190" y="419709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8588C"/>
          </a:solidFill>
          <a:ln w="3364">
            <a:solidFill>
              <a:srgbClr val="38588C"/>
            </a:solidFill>
            <a:prstDash val="solid"/>
          </a:ln>
        </p:spPr>
      </p:sp>
      <p:sp>
        <p:nvSpPr>
          <p:cNvPr id="2062" name="Stage1_sixpanel_7233">
            <a:extLst>
              <a:ext uri="{FF2B5EF4-FFF2-40B4-BE49-F238E27FC236}">
                <a16:creationId xmlns:a16="http://schemas.microsoft.com/office/drawing/2014/main" id="{EA079A13-6BFE-4215-A2ED-81C727AE5CC2}"/>
              </a:ext>
            </a:extLst>
          </p:cNvPr>
          <p:cNvSpPr>
            <a:spLocks noGrp="1"/>
          </p:cNvSpPr>
          <p:nvPr/>
        </p:nvSpPr>
        <p:spPr>
          <a:xfrm>
            <a:off x="4026190" y="418861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9568C"/>
          </a:solidFill>
          <a:ln w="3364">
            <a:solidFill>
              <a:srgbClr val="39568C"/>
            </a:solidFill>
            <a:prstDash val="solid"/>
          </a:ln>
        </p:spPr>
      </p:sp>
      <p:sp>
        <p:nvSpPr>
          <p:cNvPr id="2063" name="Stage1_sixpanel_7234">
            <a:extLst>
              <a:ext uri="{FF2B5EF4-FFF2-40B4-BE49-F238E27FC236}">
                <a16:creationId xmlns:a16="http://schemas.microsoft.com/office/drawing/2014/main" id="{DDCA239A-3B96-45A6-A821-0A53294E088E}"/>
              </a:ext>
            </a:extLst>
          </p:cNvPr>
          <p:cNvSpPr>
            <a:spLocks noGrp="1"/>
          </p:cNvSpPr>
          <p:nvPr/>
        </p:nvSpPr>
        <p:spPr>
          <a:xfrm>
            <a:off x="4026190" y="418014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9558C"/>
          </a:solidFill>
          <a:ln w="3364">
            <a:solidFill>
              <a:srgbClr val="39558C"/>
            </a:solidFill>
            <a:prstDash val="solid"/>
          </a:ln>
        </p:spPr>
      </p:sp>
      <p:sp>
        <p:nvSpPr>
          <p:cNvPr id="2064" name="Stage1_sixpanel_7235">
            <a:extLst>
              <a:ext uri="{FF2B5EF4-FFF2-40B4-BE49-F238E27FC236}">
                <a16:creationId xmlns:a16="http://schemas.microsoft.com/office/drawing/2014/main" id="{5ACE70F4-3D84-417B-BF18-E3BF451F2190}"/>
              </a:ext>
            </a:extLst>
          </p:cNvPr>
          <p:cNvSpPr>
            <a:spLocks noGrp="1"/>
          </p:cNvSpPr>
          <p:nvPr/>
        </p:nvSpPr>
        <p:spPr>
          <a:xfrm>
            <a:off x="4026190" y="417166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A548C"/>
          </a:solidFill>
          <a:ln w="3364">
            <a:solidFill>
              <a:srgbClr val="3A548C"/>
            </a:solidFill>
            <a:prstDash val="solid"/>
          </a:ln>
        </p:spPr>
      </p:sp>
      <p:sp>
        <p:nvSpPr>
          <p:cNvPr id="2065" name="Stage1_sixpanel_7236">
            <a:extLst>
              <a:ext uri="{FF2B5EF4-FFF2-40B4-BE49-F238E27FC236}">
                <a16:creationId xmlns:a16="http://schemas.microsoft.com/office/drawing/2014/main" id="{6CDA27D9-4815-4604-B383-33497EA9EE62}"/>
              </a:ext>
            </a:extLst>
          </p:cNvPr>
          <p:cNvSpPr>
            <a:spLocks noGrp="1"/>
          </p:cNvSpPr>
          <p:nvPr/>
        </p:nvSpPr>
        <p:spPr>
          <a:xfrm>
            <a:off x="4026190" y="416318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A538B"/>
          </a:solidFill>
          <a:ln w="3364">
            <a:solidFill>
              <a:srgbClr val="3A538B"/>
            </a:solidFill>
            <a:prstDash val="solid"/>
          </a:ln>
        </p:spPr>
      </p:sp>
      <p:sp>
        <p:nvSpPr>
          <p:cNvPr id="2066" name="Stage1_sixpanel_7237">
            <a:extLst>
              <a:ext uri="{FF2B5EF4-FFF2-40B4-BE49-F238E27FC236}">
                <a16:creationId xmlns:a16="http://schemas.microsoft.com/office/drawing/2014/main" id="{44B1DDA4-6D4C-4414-8C86-0E794ECF8144}"/>
              </a:ext>
            </a:extLst>
          </p:cNvPr>
          <p:cNvSpPr>
            <a:spLocks noGrp="1"/>
          </p:cNvSpPr>
          <p:nvPr/>
        </p:nvSpPr>
        <p:spPr>
          <a:xfrm>
            <a:off x="4026190" y="415471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B528B"/>
          </a:solidFill>
          <a:ln w="3364">
            <a:solidFill>
              <a:srgbClr val="3B528B"/>
            </a:solidFill>
            <a:prstDash val="solid"/>
          </a:ln>
        </p:spPr>
      </p:sp>
      <p:sp>
        <p:nvSpPr>
          <p:cNvPr id="2067" name="Stage1_sixpanel_7238">
            <a:extLst>
              <a:ext uri="{FF2B5EF4-FFF2-40B4-BE49-F238E27FC236}">
                <a16:creationId xmlns:a16="http://schemas.microsoft.com/office/drawing/2014/main" id="{4C7B0E50-432C-43E9-8816-C8E6CE9C5639}"/>
              </a:ext>
            </a:extLst>
          </p:cNvPr>
          <p:cNvSpPr>
            <a:spLocks noGrp="1"/>
          </p:cNvSpPr>
          <p:nvPr/>
        </p:nvSpPr>
        <p:spPr>
          <a:xfrm>
            <a:off x="4026190" y="414623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B518B"/>
          </a:solidFill>
          <a:ln w="3364">
            <a:solidFill>
              <a:srgbClr val="3B518B"/>
            </a:solidFill>
            <a:prstDash val="solid"/>
          </a:ln>
        </p:spPr>
      </p:sp>
      <p:sp>
        <p:nvSpPr>
          <p:cNvPr id="2068" name="Stage1_sixpanel_7239">
            <a:extLst>
              <a:ext uri="{FF2B5EF4-FFF2-40B4-BE49-F238E27FC236}">
                <a16:creationId xmlns:a16="http://schemas.microsoft.com/office/drawing/2014/main" id="{E7811A32-6678-47B7-A0BC-63E88AE88EEC}"/>
              </a:ext>
            </a:extLst>
          </p:cNvPr>
          <p:cNvSpPr>
            <a:spLocks noGrp="1"/>
          </p:cNvSpPr>
          <p:nvPr/>
        </p:nvSpPr>
        <p:spPr>
          <a:xfrm>
            <a:off x="4026190" y="413775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C508B"/>
          </a:solidFill>
          <a:ln w="3364">
            <a:solidFill>
              <a:srgbClr val="3C508B"/>
            </a:solidFill>
            <a:prstDash val="solid"/>
          </a:ln>
        </p:spPr>
      </p:sp>
      <p:sp>
        <p:nvSpPr>
          <p:cNvPr id="2069" name="Stage1_sixpanel_7240">
            <a:extLst>
              <a:ext uri="{FF2B5EF4-FFF2-40B4-BE49-F238E27FC236}">
                <a16:creationId xmlns:a16="http://schemas.microsoft.com/office/drawing/2014/main" id="{E98A54A8-386F-4757-AFF3-3C67615C3E3B}"/>
              </a:ext>
            </a:extLst>
          </p:cNvPr>
          <p:cNvSpPr>
            <a:spLocks noGrp="1"/>
          </p:cNvSpPr>
          <p:nvPr/>
        </p:nvSpPr>
        <p:spPr>
          <a:xfrm>
            <a:off x="4026190" y="412927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C4F8A"/>
          </a:solidFill>
          <a:ln w="3364">
            <a:solidFill>
              <a:srgbClr val="3C4F8A"/>
            </a:solidFill>
            <a:prstDash val="solid"/>
          </a:ln>
        </p:spPr>
      </p:sp>
      <p:sp>
        <p:nvSpPr>
          <p:cNvPr id="2070" name="Stage1_sixpanel_7241">
            <a:extLst>
              <a:ext uri="{FF2B5EF4-FFF2-40B4-BE49-F238E27FC236}">
                <a16:creationId xmlns:a16="http://schemas.microsoft.com/office/drawing/2014/main" id="{8DADE495-C3F5-40A2-8F97-1722D5A6C1F0}"/>
              </a:ext>
            </a:extLst>
          </p:cNvPr>
          <p:cNvSpPr>
            <a:spLocks noGrp="1"/>
          </p:cNvSpPr>
          <p:nvPr/>
        </p:nvSpPr>
        <p:spPr>
          <a:xfrm>
            <a:off x="4026190" y="412080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D4E8A"/>
          </a:solidFill>
          <a:ln w="3364">
            <a:solidFill>
              <a:srgbClr val="3D4E8A"/>
            </a:solidFill>
            <a:prstDash val="solid"/>
          </a:ln>
        </p:spPr>
      </p:sp>
      <p:sp>
        <p:nvSpPr>
          <p:cNvPr id="2071" name="Stage1_sixpanel_7242">
            <a:extLst>
              <a:ext uri="{FF2B5EF4-FFF2-40B4-BE49-F238E27FC236}">
                <a16:creationId xmlns:a16="http://schemas.microsoft.com/office/drawing/2014/main" id="{E8739B50-E659-45EB-BF6D-C999193C7CEA}"/>
              </a:ext>
            </a:extLst>
          </p:cNvPr>
          <p:cNvSpPr>
            <a:spLocks noGrp="1"/>
          </p:cNvSpPr>
          <p:nvPr/>
        </p:nvSpPr>
        <p:spPr>
          <a:xfrm>
            <a:off x="4026190" y="41123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D4D8A"/>
          </a:solidFill>
          <a:ln w="3364">
            <a:solidFill>
              <a:srgbClr val="3D4D8A"/>
            </a:solidFill>
            <a:prstDash val="solid"/>
          </a:ln>
        </p:spPr>
      </p:sp>
      <p:sp>
        <p:nvSpPr>
          <p:cNvPr id="2072" name="Stage1_sixpanel_7243">
            <a:extLst>
              <a:ext uri="{FF2B5EF4-FFF2-40B4-BE49-F238E27FC236}">
                <a16:creationId xmlns:a16="http://schemas.microsoft.com/office/drawing/2014/main" id="{46030C62-F89C-4EDF-86FF-68C5807D0741}"/>
              </a:ext>
            </a:extLst>
          </p:cNvPr>
          <p:cNvSpPr>
            <a:spLocks noGrp="1"/>
          </p:cNvSpPr>
          <p:nvPr/>
        </p:nvSpPr>
        <p:spPr>
          <a:xfrm>
            <a:off x="4026190" y="410384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E4C8A"/>
          </a:solidFill>
          <a:ln w="3364">
            <a:solidFill>
              <a:srgbClr val="3E4C8A"/>
            </a:solidFill>
            <a:prstDash val="solid"/>
          </a:ln>
        </p:spPr>
      </p:sp>
      <p:sp>
        <p:nvSpPr>
          <p:cNvPr id="2073" name="Stage1_sixpanel_7244">
            <a:extLst>
              <a:ext uri="{FF2B5EF4-FFF2-40B4-BE49-F238E27FC236}">
                <a16:creationId xmlns:a16="http://schemas.microsoft.com/office/drawing/2014/main" id="{A43F2FB6-21E2-409B-859C-22BE760BF4AC}"/>
              </a:ext>
            </a:extLst>
          </p:cNvPr>
          <p:cNvSpPr>
            <a:spLocks noGrp="1"/>
          </p:cNvSpPr>
          <p:nvPr/>
        </p:nvSpPr>
        <p:spPr>
          <a:xfrm>
            <a:off x="4026190" y="409536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E4A89"/>
          </a:solidFill>
          <a:ln w="3364">
            <a:solidFill>
              <a:srgbClr val="3E4A89"/>
            </a:solidFill>
            <a:prstDash val="solid"/>
          </a:ln>
        </p:spPr>
      </p:sp>
      <p:sp>
        <p:nvSpPr>
          <p:cNvPr id="2074" name="Stage1_sixpanel_7245">
            <a:extLst>
              <a:ext uri="{FF2B5EF4-FFF2-40B4-BE49-F238E27FC236}">
                <a16:creationId xmlns:a16="http://schemas.microsoft.com/office/drawing/2014/main" id="{68EE3FEA-9317-49E9-8B64-012A66E00C1C}"/>
              </a:ext>
            </a:extLst>
          </p:cNvPr>
          <p:cNvSpPr>
            <a:spLocks noGrp="1"/>
          </p:cNvSpPr>
          <p:nvPr/>
        </p:nvSpPr>
        <p:spPr>
          <a:xfrm>
            <a:off x="4026190" y="40868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E4989"/>
          </a:solidFill>
          <a:ln w="3364">
            <a:solidFill>
              <a:srgbClr val="3E4989"/>
            </a:solidFill>
            <a:prstDash val="solid"/>
          </a:ln>
        </p:spPr>
      </p:sp>
      <p:sp>
        <p:nvSpPr>
          <p:cNvPr id="2075" name="Stage1_sixpanel_7246">
            <a:extLst>
              <a:ext uri="{FF2B5EF4-FFF2-40B4-BE49-F238E27FC236}">
                <a16:creationId xmlns:a16="http://schemas.microsoft.com/office/drawing/2014/main" id="{E6EED9AD-BED7-4B8F-B073-E2B3FE8CCE21}"/>
              </a:ext>
            </a:extLst>
          </p:cNvPr>
          <p:cNvSpPr>
            <a:spLocks noGrp="1"/>
          </p:cNvSpPr>
          <p:nvPr/>
        </p:nvSpPr>
        <p:spPr>
          <a:xfrm>
            <a:off x="4026190" y="40784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F4889"/>
          </a:solidFill>
          <a:ln w="3364">
            <a:solidFill>
              <a:srgbClr val="3F4889"/>
            </a:solidFill>
            <a:prstDash val="solid"/>
          </a:ln>
        </p:spPr>
      </p:sp>
      <p:sp>
        <p:nvSpPr>
          <p:cNvPr id="2076" name="Stage1_sixpanel_7247">
            <a:extLst>
              <a:ext uri="{FF2B5EF4-FFF2-40B4-BE49-F238E27FC236}">
                <a16:creationId xmlns:a16="http://schemas.microsoft.com/office/drawing/2014/main" id="{9CCD2D27-DD3F-47AD-9F5E-393EE1BE7BD0}"/>
              </a:ext>
            </a:extLst>
          </p:cNvPr>
          <p:cNvSpPr>
            <a:spLocks noGrp="1"/>
          </p:cNvSpPr>
          <p:nvPr/>
        </p:nvSpPr>
        <p:spPr>
          <a:xfrm>
            <a:off x="4026190" y="406993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F4788"/>
          </a:solidFill>
          <a:ln w="3364">
            <a:solidFill>
              <a:srgbClr val="3F4788"/>
            </a:solidFill>
            <a:prstDash val="solid"/>
          </a:ln>
        </p:spPr>
      </p:sp>
      <p:sp>
        <p:nvSpPr>
          <p:cNvPr id="2077" name="Stage1_sixpanel_7248">
            <a:extLst>
              <a:ext uri="{FF2B5EF4-FFF2-40B4-BE49-F238E27FC236}">
                <a16:creationId xmlns:a16="http://schemas.microsoft.com/office/drawing/2014/main" id="{137032D4-0DA2-4D51-B802-E1BDE11B2B56}"/>
              </a:ext>
            </a:extLst>
          </p:cNvPr>
          <p:cNvSpPr>
            <a:spLocks noGrp="1"/>
          </p:cNvSpPr>
          <p:nvPr/>
        </p:nvSpPr>
        <p:spPr>
          <a:xfrm>
            <a:off x="4026190" y="406146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04688"/>
          </a:solidFill>
          <a:ln w="3364">
            <a:solidFill>
              <a:srgbClr val="404688"/>
            </a:solidFill>
            <a:prstDash val="solid"/>
          </a:ln>
        </p:spPr>
      </p:sp>
      <p:sp>
        <p:nvSpPr>
          <p:cNvPr id="2078" name="Stage1_sixpanel_7249">
            <a:extLst>
              <a:ext uri="{FF2B5EF4-FFF2-40B4-BE49-F238E27FC236}">
                <a16:creationId xmlns:a16="http://schemas.microsoft.com/office/drawing/2014/main" id="{3C357DB8-EA5A-4618-8712-302C1387C09B}"/>
              </a:ext>
            </a:extLst>
          </p:cNvPr>
          <p:cNvSpPr>
            <a:spLocks noGrp="1"/>
          </p:cNvSpPr>
          <p:nvPr/>
        </p:nvSpPr>
        <p:spPr>
          <a:xfrm>
            <a:off x="4026190" y="405298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04588"/>
          </a:solidFill>
          <a:ln w="3364">
            <a:solidFill>
              <a:srgbClr val="404588"/>
            </a:solidFill>
            <a:prstDash val="solid"/>
          </a:ln>
        </p:spPr>
      </p:sp>
      <p:sp>
        <p:nvSpPr>
          <p:cNvPr id="2079" name="Stage1_sixpanel_7250">
            <a:extLst>
              <a:ext uri="{FF2B5EF4-FFF2-40B4-BE49-F238E27FC236}">
                <a16:creationId xmlns:a16="http://schemas.microsoft.com/office/drawing/2014/main" id="{5EFC3576-9E92-4191-B304-983789806A9B}"/>
              </a:ext>
            </a:extLst>
          </p:cNvPr>
          <p:cNvSpPr>
            <a:spLocks noGrp="1"/>
          </p:cNvSpPr>
          <p:nvPr/>
        </p:nvSpPr>
        <p:spPr>
          <a:xfrm>
            <a:off x="4026190" y="404450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14487"/>
          </a:solidFill>
          <a:ln w="3364">
            <a:solidFill>
              <a:srgbClr val="414487"/>
            </a:solidFill>
            <a:prstDash val="solid"/>
          </a:ln>
        </p:spPr>
      </p:sp>
      <p:sp>
        <p:nvSpPr>
          <p:cNvPr id="2080" name="Stage1_sixpanel_7251">
            <a:extLst>
              <a:ext uri="{FF2B5EF4-FFF2-40B4-BE49-F238E27FC236}">
                <a16:creationId xmlns:a16="http://schemas.microsoft.com/office/drawing/2014/main" id="{521565E1-62F4-46AD-91E2-521495A7615F}"/>
              </a:ext>
            </a:extLst>
          </p:cNvPr>
          <p:cNvSpPr>
            <a:spLocks noGrp="1"/>
          </p:cNvSpPr>
          <p:nvPr/>
        </p:nvSpPr>
        <p:spPr>
          <a:xfrm>
            <a:off x="4026190" y="403602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14287"/>
          </a:solidFill>
          <a:ln w="3364">
            <a:solidFill>
              <a:srgbClr val="414287"/>
            </a:solidFill>
            <a:prstDash val="solid"/>
          </a:ln>
        </p:spPr>
      </p:sp>
      <p:sp>
        <p:nvSpPr>
          <p:cNvPr id="2081" name="Stage1_sixpanel_7252">
            <a:extLst>
              <a:ext uri="{FF2B5EF4-FFF2-40B4-BE49-F238E27FC236}">
                <a16:creationId xmlns:a16="http://schemas.microsoft.com/office/drawing/2014/main" id="{05D9D4EB-4983-4530-8BD2-108FB0CDF3D6}"/>
              </a:ext>
            </a:extLst>
          </p:cNvPr>
          <p:cNvSpPr>
            <a:spLocks noGrp="1"/>
          </p:cNvSpPr>
          <p:nvPr/>
        </p:nvSpPr>
        <p:spPr>
          <a:xfrm>
            <a:off x="4026190" y="402755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4186"/>
          </a:solidFill>
          <a:ln w="3364">
            <a:solidFill>
              <a:srgbClr val="424186"/>
            </a:solidFill>
            <a:prstDash val="solid"/>
          </a:ln>
        </p:spPr>
      </p:sp>
      <p:sp>
        <p:nvSpPr>
          <p:cNvPr id="2082" name="Stage1_sixpanel_7253">
            <a:extLst>
              <a:ext uri="{FF2B5EF4-FFF2-40B4-BE49-F238E27FC236}">
                <a16:creationId xmlns:a16="http://schemas.microsoft.com/office/drawing/2014/main" id="{95411003-3AE9-49E2-A906-8AB888F80CEA}"/>
              </a:ext>
            </a:extLst>
          </p:cNvPr>
          <p:cNvSpPr>
            <a:spLocks noGrp="1"/>
          </p:cNvSpPr>
          <p:nvPr/>
        </p:nvSpPr>
        <p:spPr>
          <a:xfrm>
            <a:off x="4026190" y="40190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4086"/>
          </a:solidFill>
          <a:ln w="3364">
            <a:solidFill>
              <a:srgbClr val="424086"/>
            </a:solidFill>
            <a:prstDash val="solid"/>
          </a:ln>
        </p:spPr>
      </p:sp>
      <p:sp>
        <p:nvSpPr>
          <p:cNvPr id="2083" name="Stage1_sixpanel_7254">
            <a:extLst>
              <a:ext uri="{FF2B5EF4-FFF2-40B4-BE49-F238E27FC236}">
                <a16:creationId xmlns:a16="http://schemas.microsoft.com/office/drawing/2014/main" id="{D285EEFA-8782-4D96-AF60-5C1C243B129A}"/>
              </a:ext>
            </a:extLst>
          </p:cNvPr>
          <p:cNvSpPr>
            <a:spLocks noGrp="1"/>
          </p:cNvSpPr>
          <p:nvPr/>
        </p:nvSpPr>
        <p:spPr>
          <a:xfrm>
            <a:off x="4026190" y="40105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3F85"/>
          </a:solidFill>
          <a:ln w="3364">
            <a:solidFill>
              <a:srgbClr val="423F85"/>
            </a:solidFill>
            <a:prstDash val="solid"/>
          </a:ln>
        </p:spPr>
      </p:sp>
      <p:sp>
        <p:nvSpPr>
          <p:cNvPr id="2084" name="Stage1_sixpanel_7255">
            <a:extLst>
              <a:ext uri="{FF2B5EF4-FFF2-40B4-BE49-F238E27FC236}">
                <a16:creationId xmlns:a16="http://schemas.microsoft.com/office/drawing/2014/main" id="{9708DF28-E255-4796-AEAE-E707C750031E}"/>
              </a:ext>
            </a:extLst>
          </p:cNvPr>
          <p:cNvSpPr>
            <a:spLocks noGrp="1"/>
          </p:cNvSpPr>
          <p:nvPr/>
        </p:nvSpPr>
        <p:spPr>
          <a:xfrm>
            <a:off x="4026190" y="400211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33E85"/>
          </a:solidFill>
          <a:ln w="3364">
            <a:solidFill>
              <a:srgbClr val="433E85"/>
            </a:solidFill>
            <a:prstDash val="solid"/>
          </a:ln>
        </p:spPr>
      </p:sp>
      <p:sp>
        <p:nvSpPr>
          <p:cNvPr id="2085" name="Stage1_sixpanel_7256">
            <a:extLst>
              <a:ext uri="{FF2B5EF4-FFF2-40B4-BE49-F238E27FC236}">
                <a16:creationId xmlns:a16="http://schemas.microsoft.com/office/drawing/2014/main" id="{C398DE29-9571-4139-8DCC-5D016AA101FE}"/>
              </a:ext>
            </a:extLst>
          </p:cNvPr>
          <p:cNvSpPr>
            <a:spLocks noGrp="1"/>
          </p:cNvSpPr>
          <p:nvPr/>
        </p:nvSpPr>
        <p:spPr>
          <a:xfrm>
            <a:off x="4026190" y="399364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33D84"/>
          </a:solidFill>
          <a:ln w="3364">
            <a:solidFill>
              <a:srgbClr val="433D84"/>
            </a:solidFill>
            <a:prstDash val="solid"/>
          </a:ln>
        </p:spPr>
      </p:sp>
      <p:sp>
        <p:nvSpPr>
          <p:cNvPr id="2086" name="Stage1_sixpanel_7257">
            <a:extLst>
              <a:ext uri="{FF2B5EF4-FFF2-40B4-BE49-F238E27FC236}">
                <a16:creationId xmlns:a16="http://schemas.microsoft.com/office/drawing/2014/main" id="{C2BA6215-10D9-4CE6-9F97-43ED0A4FA7EF}"/>
              </a:ext>
            </a:extLst>
          </p:cNvPr>
          <p:cNvSpPr>
            <a:spLocks noGrp="1"/>
          </p:cNvSpPr>
          <p:nvPr/>
        </p:nvSpPr>
        <p:spPr>
          <a:xfrm>
            <a:off x="4026190" y="39851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3B84"/>
          </a:solidFill>
          <a:ln w="3364">
            <a:solidFill>
              <a:srgbClr val="443B84"/>
            </a:solidFill>
            <a:prstDash val="solid"/>
          </a:ln>
        </p:spPr>
      </p:sp>
      <p:sp>
        <p:nvSpPr>
          <p:cNvPr id="2087" name="Stage1_sixpanel_7258">
            <a:extLst>
              <a:ext uri="{FF2B5EF4-FFF2-40B4-BE49-F238E27FC236}">
                <a16:creationId xmlns:a16="http://schemas.microsoft.com/office/drawing/2014/main" id="{91E72A05-CD80-4DED-A551-A82B44B286DA}"/>
              </a:ext>
            </a:extLst>
          </p:cNvPr>
          <p:cNvSpPr>
            <a:spLocks noGrp="1"/>
          </p:cNvSpPr>
          <p:nvPr/>
        </p:nvSpPr>
        <p:spPr>
          <a:xfrm>
            <a:off x="4026190" y="39766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3A83"/>
          </a:solidFill>
          <a:ln w="3364">
            <a:solidFill>
              <a:srgbClr val="443A83"/>
            </a:solidFill>
            <a:prstDash val="solid"/>
          </a:ln>
        </p:spPr>
      </p:sp>
      <p:sp>
        <p:nvSpPr>
          <p:cNvPr id="2088" name="Stage1_sixpanel_7259">
            <a:extLst>
              <a:ext uri="{FF2B5EF4-FFF2-40B4-BE49-F238E27FC236}">
                <a16:creationId xmlns:a16="http://schemas.microsoft.com/office/drawing/2014/main" id="{DEAD18A1-193C-4525-9BAF-99FA7E4AB349}"/>
              </a:ext>
            </a:extLst>
          </p:cNvPr>
          <p:cNvSpPr>
            <a:spLocks noGrp="1"/>
          </p:cNvSpPr>
          <p:nvPr/>
        </p:nvSpPr>
        <p:spPr>
          <a:xfrm>
            <a:off x="4026190" y="396821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3983"/>
          </a:solidFill>
          <a:ln w="3364">
            <a:solidFill>
              <a:srgbClr val="443983"/>
            </a:solidFill>
            <a:prstDash val="solid"/>
          </a:ln>
        </p:spPr>
      </p:sp>
      <p:sp>
        <p:nvSpPr>
          <p:cNvPr id="2089" name="Stage1_sixpanel_7260">
            <a:extLst>
              <a:ext uri="{FF2B5EF4-FFF2-40B4-BE49-F238E27FC236}">
                <a16:creationId xmlns:a16="http://schemas.microsoft.com/office/drawing/2014/main" id="{2021F0B2-C78A-428E-B502-5EEC61FE0944}"/>
              </a:ext>
            </a:extLst>
          </p:cNvPr>
          <p:cNvSpPr>
            <a:spLocks noGrp="1"/>
          </p:cNvSpPr>
          <p:nvPr/>
        </p:nvSpPr>
        <p:spPr>
          <a:xfrm>
            <a:off x="4026190" y="395973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3882"/>
          </a:solidFill>
          <a:ln w="3364">
            <a:solidFill>
              <a:srgbClr val="453882"/>
            </a:solidFill>
            <a:prstDash val="solid"/>
          </a:ln>
        </p:spPr>
      </p:sp>
      <p:sp>
        <p:nvSpPr>
          <p:cNvPr id="2090" name="Stage1_sixpanel_7261">
            <a:extLst>
              <a:ext uri="{FF2B5EF4-FFF2-40B4-BE49-F238E27FC236}">
                <a16:creationId xmlns:a16="http://schemas.microsoft.com/office/drawing/2014/main" id="{76B2C23E-38CB-40E7-BD05-7B7B5FC009B3}"/>
              </a:ext>
            </a:extLst>
          </p:cNvPr>
          <p:cNvSpPr>
            <a:spLocks noGrp="1"/>
          </p:cNvSpPr>
          <p:nvPr/>
        </p:nvSpPr>
        <p:spPr>
          <a:xfrm>
            <a:off x="4026190" y="39512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3781"/>
          </a:solidFill>
          <a:ln w="3364">
            <a:solidFill>
              <a:srgbClr val="453781"/>
            </a:solidFill>
            <a:prstDash val="solid"/>
          </a:ln>
        </p:spPr>
      </p:sp>
      <p:sp>
        <p:nvSpPr>
          <p:cNvPr id="2091" name="Stage1_sixpanel_7262">
            <a:extLst>
              <a:ext uri="{FF2B5EF4-FFF2-40B4-BE49-F238E27FC236}">
                <a16:creationId xmlns:a16="http://schemas.microsoft.com/office/drawing/2014/main" id="{55FBB6B1-D384-4D40-8793-71B0DCE9684B}"/>
              </a:ext>
            </a:extLst>
          </p:cNvPr>
          <p:cNvSpPr>
            <a:spLocks noGrp="1"/>
          </p:cNvSpPr>
          <p:nvPr/>
        </p:nvSpPr>
        <p:spPr>
          <a:xfrm>
            <a:off x="4026190" y="39427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3581"/>
          </a:solidFill>
          <a:ln w="3364">
            <a:solidFill>
              <a:srgbClr val="453581"/>
            </a:solidFill>
            <a:prstDash val="solid"/>
          </a:ln>
        </p:spPr>
      </p:sp>
      <p:sp>
        <p:nvSpPr>
          <p:cNvPr id="2092" name="Stage1_sixpanel_7263">
            <a:extLst>
              <a:ext uri="{FF2B5EF4-FFF2-40B4-BE49-F238E27FC236}">
                <a16:creationId xmlns:a16="http://schemas.microsoft.com/office/drawing/2014/main" id="{0FCEEAB0-3189-4289-92EE-B530C5FCC788}"/>
              </a:ext>
            </a:extLst>
          </p:cNvPr>
          <p:cNvSpPr>
            <a:spLocks noGrp="1"/>
          </p:cNvSpPr>
          <p:nvPr/>
        </p:nvSpPr>
        <p:spPr>
          <a:xfrm>
            <a:off x="4026190" y="393430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480"/>
          </a:solidFill>
          <a:ln w="3364">
            <a:solidFill>
              <a:srgbClr val="463480"/>
            </a:solidFill>
            <a:prstDash val="solid"/>
          </a:ln>
        </p:spPr>
      </p:sp>
      <p:sp>
        <p:nvSpPr>
          <p:cNvPr id="2093" name="Stage1_sixpanel_7264">
            <a:extLst>
              <a:ext uri="{FF2B5EF4-FFF2-40B4-BE49-F238E27FC236}">
                <a16:creationId xmlns:a16="http://schemas.microsoft.com/office/drawing/2014/main" id="{5A20A558-89FA-4678-83CD-3F4C0165CB20}"/>
              </a:ext>
            </a:extLst>
          </p:cNvPr>
          <p:cNvSpPr>
            <a:spLocks noGrp="1"/>
          </p:cNvSpPr>
          <p:nvPr/>
        </p:nvSpPr>
        <p:spPr>
          <a:xfrm>
            <a:off x="4026190" y="39258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37F"/>
          </a:solidFill>
          <a:ln w="3364">
            <a:solidFill>
              <a:srgbClr val="46337F"/>
            </a:solidFill>
            <a:prstDash val="solid"/>
          </a:ln>
        </p:spPr>
      </p:sp>
      <p:sp>
        <p:nvSpPr>
          <p:cNvPr id="2094" name="Stage1_sixpanel_7265">
            <a:extLst>
              <a:ext uri="{FF2B5EF4-FFF2-40B4-BE49-F238E27FC236}">
                <a16:creationId xmlns:a16="http://schemas.microsoft.com/office/drawing/2014/main" id="{EBB09AC2-DE9C-4AB4-9D26-F39BA1BAF4E6}"/>
              </a:ext>
            </a:extLst>
          </p:cNvPr>
          <p:cNvSpPr>
            <a:spLocks noGrp="1"/>
          </p:cNvSpPr>
          <p:nvPr/>
        </p:nvSpPr>
        <p:spPr>
          <a:xfrm>
            <a:off x="4026190" y="391734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27E"/>
          </a:solidFill>
          <a:ln w="3364">
            <a:solidFill>
              <a:srgbClr val="46327E"/>
            </a:solidFill>
            <a:prstDash val="solid"/>
          </a:ln>
        </p:spPr>
      </p:sp>
      <p:sp>
        <p:nvSpPr>
          <p:cNvPr id="2095" name="Stage1_sixpanel_7266">
            <a:extLst>
              <a:ext uri="{FF2B5EF4-FFF2-40B4-BE49-F238E27FC236}">
                <a16:creationId xmlns:a16="http://schemas.microsoft.com/office/drawing/2014/main" id="{9346A905-4161-4101-B859-43CFA10BD845}"/>
              </a:ext>
            </a:extLst>
          </p:cNvPr>
          <p:cNvSpPr>
            <a:spLocks noGrp="1"/>
          </p:cNvSpPr>
          <p:nvPr/>
        </p:nvSpPr>
        <p:spPr>
          <a:xfrm>
            <a:off x="4026190" y="39088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07E"/>
          </a:solidFill>
          <a:ln w="3364">
            <a:solidFill>
              <a:srgbClr val="46307E"/>
            </a:solidFill>
            <a:prstDash val="solid"/>
          </a:ln>
        </p:spPr>
      </p:sp>
      <p:sp>
        <p:nvSpPr>
          <p:cNvPr id="2096" name="Stage1_sixpanel_7267">
            <a:extLst>
              <a:ext uri="{FF2B5EF4-FFF2-40B4-BE49-F238E27FC236}">
                <a16:creationId xmlns:a16="http://schemas.microsoft.com/office/drawing/2014/main" id="{8669F32C-4E35-4654-B02E-9B3F86886E5D}"/>
              </a:ext>
            </a:extLst>
          </p:cNvPr>
          <p:cNvSpPr>
            <a:spLocks noGrp="1"/>
          </p:cNvSpPr>
          <p:nvPr/>
        </p:nvSpPr>
        <p:spPr>
          <a:xfrm>
            <a:off x="4026190" y="39003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F7D"/>
          </a:solidFill>
          <a:ln w="3364">
            <a:solidFill>
              <a:srgbClr val="472F7D"/>
            </a:solidFill>
            <a:prstDash val="solid"/>
          </a:ln>
        </p:spPr>
      </p:sp>
      <p:sp>
        <p:nvSpPr>
          <p:cNvPr id="2097" name="Stage1_sixpanel_7268">
            <a:extLst>
              <a:ext uri="{FF2B5EF4-FFF2-40B4-BE49-F238E27FC236}">
                <a16:creationId xmlns:a16="http://schemas.microsoft.com/office/drawing/2014/main" id="{9112EE81-3780-44E7-BD45-7F3ECBF0B883}"/>
              </a:ext>
            </a:extLst>
          </p:cNvPr>
          <p:cNvSpPr>
            <a:spLocks noGrp="1"/>
          </p:cNvSpPr>
          <p:nvPr/>
        </p:nvSpPr>
        <p:spPr>
          <a:xfrm>
            <a:off x="4026190" y="38919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E7C"/>
          </a:solidFill>
          <a:ln w="3364">
            <a:solidFill>
              <a:srgbClr val="472E7C"/>
            </a:solidFill>
            <a:prstDash val="solid"/>
          </a:ln>
        </p:spPr>
      </p:sp>
      <p:sp>
        <p:nvSpPr>
          <p:cNvPr id="2098" name="Stage1_sixpanel_7269">
            <a:extLst>
              <a:ext uri="{FF2B5EF4-FFF2-40B4-BE49-F238E27FC236}">
                <a16:creationId xmlns:a16="http://schemas.microsoft.com/office/drawing/2014/main" id="{77AB7B29-1BAF-45B0-904D-FB5CF47C8BAF}"/>
              </a:ext>
            </a:extLst>
          </p:cNvPr>
          <p:cNvSpPr>
            <a:spLocks noGrp="1"/>
          </p:cNvSpPr>
          <p:nvPr/>
        </p:nvSpPr>
        <p:spPr>
          <a:xfrm>
            <a:off x="4026190" y="38834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D7B"/>
          </a:solidFill>
          <a:ln w="3364">
            <a:solidFill>
              <a:srgbClr val="472D7B"/>
            </a:solidFill>
            <a:prstDash val="solid"/>
          </a:ln>
        </p:spPr>
      </p:sp>
      <p:sp>
        <p:nvSpPr>
          <p:cNvPr id="2099" name="Stage1_sixpanel_7270">
            <a:extLst>
              <a:ext uri="{FF2B5EF4-FFF2-40B4-BE49-F238E27FC236}">
                <a16:creationId xmlns:a16="http://schemas.microsoft.com/office/drawing/2014/main" id="{6969E3E6-54DD-47F4-AFCE-DE853D1F4505}"/>
              </a:ext>
            </a:extLst>
          </p:cNvPr>
          <p:cNvSpPr>
            <a:spLocks noGrp="1"/>
          </p:cNvSpPr>
          <p:nvPr/>
        </p:nvSpPr>
        <p:spPr>
          <a:xfrm>
            <a:off x="4026190" y="38749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C7A"/>
          </a:solidFill>
          <a:ln w="3364">
            <a:solidFill>
              <a:srgbClr val="472C7A"/>
            </a:solidFill>
            <a:prstDash val="solid"/>
          </a:ln>
        </p:spPr>
      </p:sp>
      <p:sp>
        <p:nvSpPr>
          <p:cNvPr id="2100" name="Stage1_sixpanel_7271">
            <a:extLst>
              <a:ext uri="{FF2B5EF4-FFF2-40B4-BE49-F238E27FC236}">
                <a16:creationId xmlns:a16="http://schemas.microsoft.com/office/drawing/2014/main" id="{A77C57D6-7946-4B32-96EC-011E6ED9D32C}"/>
              </a:ext>
            </a:extLst>
          </p:cNvPr>
          <p:cNvSpPr>
            <a:spLocks noGrp="1"/>
          </p:cNvSpPr>
          <p:nvPr/>
        </p:nvSpPr>
        <p:spPr>
          <a:xfrm>
            <a:off x="4026190" y="386648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A7A"/>
          </a:solidFill>
          <a:ln w="3364">
            <a:solidFill>
              <a:srgbClr val="472A7A"/>
            </a:solidFill>
            <a:prstDash val="solid"/>
          </a:ln>
        </p:spPr>
      </p:sp>
      <p:sp>
        <p:nvSpPr>
          <p:cNvPr id="2101" name="Stage1_sixpanel_7272">
            <a:extLst>
              <a:ext uri="{FF2B5EF4-FFF2-40B4-BE49-F238E27FC236}">
                <a16:creationId xmlns:a16="http://schemas.microsoft.com/office/drawing/2014/main" id="{D85BCFE0-692D-489B-B9C5-F88DB5E13BEB}"/>
              </a:ext>
            </a:extLst>
          </p:cNvPr>
          <p:cNvSpPr>
            <a:spLocks noGrp="1"/>
          </p:cNvSpPr>
          <p:nvPr/>
        </p:nvSpPr>
        <p:spPr>
          <a:xfrm>
            <a:off x="4026190" y="385800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979"/>
          </a:solidFill>
          <a:ln w="3364">
            <a:solidFill>
              <a:srgbClr val="482979"/>
            </a:solidFill>
            <a:prstDash val="solid"/>
          </a:ln>
        </p:spPr>
      </p:sp>
      <p:sp>
        <p:nvSpPr>
          <p:cNvPr id="2102" name="Stage1_sixpanel_7273">
            <a:extLst>
              <a:ext uri="{FF2B5EF4-FFF2-40B4-BE49-F238E27FC236}">
                <a16:creationId xmlns:a16="http://schemas.microsoft.com/office/drawing/2014/main" id="{14934D9E-AA10-4C8A-B09A-2BF29723C3E3}"/>
              </a:ext>
            </a:extLst>
          </p:cNvPr>
          <p:cNvSpPr>
            <a:spLocks noGrp="1"/>
          </p:cNvSpPr>
          <p:nvPr/>
        </p:nvSpPr>
        <p:spPr>
          <a:xfrm>
            <a:off x="4026190" y="384952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878"/>
          </a:solidFill>
          <a:ln w="3364">
            <a:solidFill>
              <a:srgbClr val="482878"/>
            </a:solidFill>
            <a:prstDash val="solid"/>
          </a:ln>
        </p:spPr>
      </p:sp>
      <p:sp>
        <p:nvSpPr>
          <p:cNvPr id="2103" name="Stage1_sixpanel_7274">
            <a:extLst>
              <a:ext uri="{FF2B5EF4-FFF2-40B4-BE49-F238E27FC236}">
                <a16:creationId xmlns:a16="http://schemas.microsoft.com/office/drawing/2014/main" id="{A373D17B-BF56-427F-88E9-72886178DB1C}"/>
              </a:ext>
            </a:extLst>
          </p:cNvPr>
          <p:cNvSpPr>
            <a:spLocks noGrp="1"/>
          </p:cNvSpPr>
          <p:nvPr/>
        </p:nvSpPr>
        <p:spPr>
          <a:xfrm>
            <a:off x="4026190" y="38410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677"/>
          </a:solidFill>
          <a:ln w="3364">
            <a:solidFill>
              <a:srgbClr val="482677"/>
            </a:solidFill>
            <a:prstDash val="solid"/>
          </a:ln>
        </p:spPr>
      </p:sp>
      <p:sp>
        <p:nvSpPr>
          <p:cNvPr id="2104" name="Stage1_sixpanel_7275">
            <a:extLst>
              <a:ext uri="{FF2B5EF4-FFF2-40B4-BE49-F238E27FC236}">
                <a16:creationId xmlns:a16="http://schemas.microsoft.com/office/drawing/2014/main" id="{0F658D74-EFF0-4DA1-8614-DF6B0C16BE34}"/>
              </a:ext>
            </a:extLst>
          </p:cNvPr>
          <p:cNvSpPr>
            <a:spLocks noGrp="1"/>
          </p:cNvSpPr>
          <p:nvPr/>
        </p:nvSpPr>
        <p:spPr>
          <a:xfrm>
            <a:off x="4026190" y="38325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576"/>
          </a:solidFill>
          <a:ln w="3364">
            <a:solidFill>
              <a:srgbClr val="482576"/>
            </a:solidFill>
            <a:prstDash val="solid"/>
          </a:ln>
        </p:spPr>
      </p:sp>
      <p:sp>
        <p:nvSpPr>
          <p:cNvPr id="2105" name="Stage1_sixpanel_7276">
            <a:extLst>
              <a:ext uri="{FF2B5EF4-FFF2-40B4-BE49-F238E27FC236}">
                <a16:creationId xmlns:a16="http://schemas.microsoft.com/office/drawing/2014/main" id="{A8DE2971-E33E-49F4-BE3F-28B313F86425}"/>
              </a:ext>
            </a:extLst>
          </p:cNvPr>
          <p:cNvSpPr>
            <a:spLocks noGrp="1"/>
          </p:cNvSpPr>
          <p:nvPr/>
        </p:nvSpPr>
        <p:spPr>
          <a:xfrm>
            <a:off x="4026190" y="38240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475"/>
          </a:solidFill>
          <a:ln w="3364">
            <a:solidFill>
              <a:srgbClr val="482475"/>
            </a:solidFill>
            <a:prstDash val="solid"/>
          </a:ln>
        </p:spPr>
      </p:sp>
      <p:sp>
        <p:nvSpPr>
          <p:cNvPr id="2106" name="Stage1_sixpanel_7277">
            <a:extLst>
              <a:ext uri="{FF2B5EF4-FFF2-40B4-BE49-F238E27FC236}">
                <a16:creationId xmlns:a16="http://schemas.microsoft.com/office/drawing/2014/main" id="{015078A4-2ABA-4197-8F67-C8E84E4D152E}"/>
              </a:ext>
            </a:extLst>
          </p:cNvPr>
          <p:cNvSpPr>
            <a:spLocks noGrp="1"/>
          </p:cNvSpPr>
          <p:nvPr/>
        </p:nvSpPr>
        <p:spPr>
          <a:xfrm>
            <a:off x="4026190" y="38156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374"/>
          </a:solidFill>
          <a:ln w="3364">
            <a:solidFill>
              <a:srgbClr val="482374"/>
            </a:solidFill>
            <a:prstDash val="solid"/>
          </a:ln>
        </p:spPr>
      </p:sp>
      <p:sp>
        <p:nvSpPr>
          <p:cNvPr id="2107" name="Stage1_sixpanel_7278">
            <a:extLst>
              <a:ext uri="{FF2B5EF4-FFF2-40B4-BE49-F238E27FC236}">
                <a16:creationId xmlns:a16="http://schemas.microsoft.com/office/drawing/2014/main" id="{95035DD9-D63D-40EE-8A5D-E42B7B3D1F28}"/>
              </a:ext>
            </a:extLst>
          </p:cNvPr>
          <p:cNvSpPr>
            <a:spLocks noGrp="1"/>
          </p:cNvSpPr>
          <p:nvPr/>
        </p:nvSpPr>
        <p:spPr>
          <a:xfrm>
            <a:off x="4026190" y="38071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173"/>
          </a:solidFill>
          <a:ln w="3364">
            <a:solidFill>
              <a:srgbClr val="482173"/>
            </a:solidFill>
            <a:prstDash val="solid"/>
          </a:ln>
        </p:spPr>
      </p:sp>
      <p:sp>
        <p:nvSpPr>
          <p:cNvPr id="2108" name="Stage1_sixpanel_7279">
            <a:extLst>
              <a:ext uri="{FF2B5EF4-FFF2-40B4-BE49-F238E27FC236}">
                <a16:creationId xmlns:a16="http://schemas.microsoft.com/office/drawing/2014/main" id="{8326FAA1-7C4D-4789-A247-977D7510FA42}"/>
              </a:ext>
            </a:extLst>
          </p:cNvPr>
          <p:cNvSpPr>
            <a:spLocks noGrp="1"/>
          </p:cNvSpPr>
          <p:nvPr/>
        </p:nvSpPr>
        <p:spPr>
          <a:xfrm>
            <a:off x="4026190" y="37986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071"/>
          </a:solidFill>
          <a:ln w="3364">
            <a:solidFill>
              <a:srgbClr val="482071"/>
            </a:solidFill>
            <a:prstDash val="solid"/>
          </a:ln>
        </p:spPr>
      </p:sp>
      <p:sp>
        <p:nvSpPr>
          <p:cNvPr id="2109" name="Stage1_sixpanel_7280">
            <a:extLst>
              <a:ext uri="{FF2B5EF4-FFF2-40B4-BE49-F238E27FC236}">
                <a16:creationId xmlns:a16="http://schemas.microsoft.com/office/drawing/2014/main" id="{37386F23-1A59-4613-A99F-C6D211399D87}"/>
              </a:ext>
            </a:extLst>
          </p:cNvPr>
          <p:cNvSpPr>
            <a:spLocks noGrp="1"/>
          </p:cNvSpPr>
          <p:nvPr/>
        </p:nvSpPr>
        <p:spPr>
          <a:xfrm>
            <a:off x="4026190" y="37901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F70"/>
          </a:solidFill>
          <a:ln w="3364">
            <a:solidFill>
              <a:srgbClr val="481F70"/>
            </a:solidFill>
            <a:prstDash val="solid"/>
          </a:ln>
        </p:spPr>
      </p:sp>
      <p:sp>
        <p:nvSpPr>
          <p:cNvPr id="2110" name="Stage1_sixpanel_7281">
            <a:extLst>
              <a:ext uri="{FF2B5EF4-FFF2-40B4-BE49-F238E27FC236}">
                <a16:creationId xmlns:a16="http://schemas.microsoft.com/office/drawing/2014/main" id="{541CD72A-E113-4875-9EE3-7E784EA7F00A}"/>
              </a:ext>
            </a:extLst>
          </p:cNvPr>
          <p:cNvSpPr>
            <a:spLocks noGrp="1"/>
          </p:cNvSpPr>
          <p:nvPr/>
        </p:nvSpPr>
        <p:spPr>
          <a:xfrm>
            <a:off x="4026190" y="378171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D6F"/>
          </a:solidFill>
          <a:ln w="3364">
            <a:solidFill>
              <a:srgbClr val="481D6F"/>
            </a:solidFill>
            <a:prstDash val="solid"/>
          </a:ln>
        </p:spPr>
      </p:sp>
      <p:sp>
        <p:nvSpPr>
          <p:cNvPr id="2111" name="Stage1_sixpanel_7282">
            <a:extLst>
              <a:ext uri="{FF2B5EF4-FFF2-40B4-BE49-F238E27FC236}">
                <a16:creationId xmlns:a16="http://schemas.microsoft.com/office/drawing/2014/main" id="{38052307-1B56-4A7C-B9AF-07B5A93190C7}"/>
              </a:ext>
            </a:extLst>
          </p:cNvPr>
          <p:cNvSpPr>
            <a:spLocks noGrp="1"/>
          </p:cNvSpPr>
          <p:nvPr/>
        </p:nvSpPr>
        <p:spPr>
          <a:xfrm>
            <a:off x="4026190" y="377323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C6E"/>
          </a:solidFill>
          <a:ln w="3364">
            <a:solidFill>
              <a:srgbClr val="481C6E"/>
            </a:solidFill>
            <a:prstDash val="solid"/>
          </a:ln>
        </p:spPr>
      </p:sp>
      <p:sp>
        <p:nvSpPr>
          <p:cNvPr id="2112" name="Stage1_sixpanel_7283">
            <a:extLst>
              <a:ext uri="{FF2B5EF4-FFF2-40B4-BE49-F238E27FC236}">
                <a16:creationId xmlns:a16="http://schemas.microsoft.com/office/drawing/2014/main" id="{D4D774D5-8B57-46AF-B881-BF69D936048B}"/>
              </a:ext>
            </a:extLst>
          </p:cNvPr>
          <p:cNvSpPr>
            <a:spLocks noGrp="1"/>
          </p:cNvSpPr>
          <p:nvPr/>
        </p:nvSpPr>
        <p:spPr>
          <a:xfrm>
            <a:off x="4026190" y="37647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B6D"/>
          </a:solidFill>
          <a:ln w="3364">
            <a:solidFill>
              <a:srgbClr val="481B6D"/>
            </a:solidFill>
            <a:prstDash val="solid"/>
          </a:ln>
        </p:spPr>
      </p:sp>
      <p:sp>
        <p:nvSpPr>
          <p:cNvPr id="2113" name="Stage1_sixpanel_7284">
            <a:extLst>
              <a:ext uri="{FF2B5EF4-FFF2-40B4-BE49-F238E27FC236}">
                <a16:creationId xmlns:a16="http://schemas.microsoft.com/office/drawing/2014/main" id="{8D84FBD7-BC42-4E79-8D67-252B2782F919}"/>
              </a:ext>
            </a:extLst>
          </p:cNvPr>
          <p:cNvSpPr>
            <a:spLocks noGrp="1"/>
          </p:cNvSpPr>
          <p:nvPr/>
        </p:nvSpPr>
        <p:spPr>
          <a:xfrm>
            <a:off x="4026190" y="37562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A6C"/>
          </a:solidFill>
          <a:ln w="3364">
            <a:solidFill>
              <a:srgbClr val="481A6C"/>
            </a:solidFill>
            <a:prstDash val="solid"/>
          </a:ln>
        </p:spPr>
      </p:sp>
      <p:sp>
        <p:nvSpPr>
          <p:cNvPr id="2114" name="Stage1_sixpanel_7285">
            <a:extLst>
              <a:ext uri="{FF2B5EF4-FFF2-40B4-BE49-F238E27FC236}">
                <a16:creationId xmlns:a16="http://schemas.microsoft.com/office/drawing/2014/main" id="{AEA78E4F-9DD1-4806-B709-8EED57E446B2}"/>
              </a:ext>
            </a:extLst>
          </p:cNvPr>
          <p:cNvSpPr>
            <a:spLocks noGrp="1"/>
          </p:cNvSpPr>
          <p:nvPr/>
        </p:nvSpPr>
        <p:spPr>
          <a:xfrm>
            <a:off x="4026190" y="374780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86A"/>
          </a:solidFill>
          <a:ln w="3364">
            <a:solidFill>
              <a:srgbClr val="48186A"/>
            </a:solidFill>
            <a:prstDash val="solid"/>
          </a:ln>
        </p:spPr>
      </p:sp>
      <p:sp>
        <p:nvSpPr>
          <p:cNvPr id="2115" name="Stage1_sixpanel_7286">
            <a:extLst>
              <a:ext uri="{FF2B5EF4-FFF2-40B4-BE49-F238E27FC236}">
                <a16:creationId xmlns:a16="http://schemas.microsoft.com/office/drawing/2014/main" id="{F488CDA7-6F40-41D8-A59B-BE72490A5361}"/>
              </a:ext>
            </a:extLst>
          </p:cNvPr>
          <p:cNvSpPr>
            <a:spLocks noGrp="1"/>
          </p:cNvSpPr>
          <p:nvPr/>
        </p:nvSpPr>
        <p:spPr>
          <a:xfrm>
            <a:off x="4026190" y="373932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769"/>
          </a:solidFill>
          <a:ln w="3364">
            <a:solidFill>
              <a:srgbClr val="481769"/>
            </a:solidFill>
            <a:prstDash val="solid"/>
          </a:ln>
        </p:spPr>
      </p:sp>
      <p:sp>
        <p:nvSpPr>
          <p:cNvPr id="2116" name="Stage1_sixpanel_7287">
            <a:extLst>
              <a:ext uri="{FF2B5EF4-FFF2-40B4-BE49-F238E27FC236}">
                <a16:creationId xmlns:a16="http://schemas.microsoft.com/office/drawing/2014/main" id="{A5FAEB35-2BEA-4634-92CC-66AFCB7A743C}"/>
              </a:ext>
            </a:extLst>
          </p:cNvPr>
          <p:cNvSpPr>
            <a:spLocks noGrp="1"/>
          </p:cNvSpPr>
          <p:nvPr/>
        </p:nvSpPr>
        <p:spPr>
          <a:xfrm>
            <a:off x="4026190" y="373084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668"/>
          </a:solidFill>
          <a:ln w="3364">
            <a:solidFill>
              <a:srgbClr val="481668"/>
            </a:solidFill>
            <a:prstDash val="solid"/>
          </a:ln>
        </p:spPr>
      </p:sp>
      <p:sp>
        <p:nvSpPr>
          <p:cNvPr id="2117" name="Stage1_sixpanel_7288">
            <a:extLst>
              <a:ext uri="{FF2B5EF4-FFF2-40B4-BE49-F238E27FC236}">
                <a16:creationId xmlns:a16="http://schemas.microsoft.com/office/drawing/2014/main" id="{8BB2B2CC-595C-40DB-BE82-20B357056DEE}"/>
              </a:ext>
            </a:extLst>
          </p:cNvPr>
          <p:cNvSpPr>
            <a:spLocks noGrp="1"/>
          </p:cNvSpPr>
          <p:nvPr/>
        </p:nvSpPr>
        <p:spPr>
          <a:xfrm>
            <a:off x="4026190" y="37223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467"/>
          </a:solidFill>
          <a:ln w="3364">
            <a:solidFill>
              <a:srgbClr val="481467"/>
            </a:solidFill>
            <a:prstDash val="solid"/>
          </a:ln>
        </p:spPr>
      </p:sp>
      <p:sp>
        <p:nvSpPr>
          <p:cNvPr id="2118" name="Stage1_sixpanel_7289">
            <a:extLst>
              <a:ext uri="{FF2B5EF4-FFF2-40B4-BE49-F238E27FC236}">
                <a16:creationId xmlns:a16="http://schemas.microsoft.com/office/drawing/2014/main" id="{00A0563C-EB6C-450C-9F7D-884DC13E7659}"/>
              </a:ext>
            </a:extLst>
          </p:cNvPr>
          <p:cNvSpPr>
            <a:spLocks noGrp="1"/>
          </p:cNvSpPr>
          <p:nvPr/>
        </p:nvSpPr>
        <p:spPr>
          <a:xfrm>
            <a:off x="4026190" y="371389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1365"/>
          </a:solidFill>
          <a:ln w="3364">
            <a:solidFill>
              <a:srgbClr val="471365"/>
            </a:solidFill>
            <a:prstDash val="solid"/>
          </a:ln>
        </p:spPr>
      </p:sp>
      <p:sp>
        <p:nvSpPr>
          <p:cNvPr id="2119" name="Stage1_sixpanel_7290">
            <a:extLst>
              <a:ext uri="{FF2B5EF4-FFF2-40B4-BE49-F238E27FC236}">
                <a16:creationId xmlns:a16="http://schemas.microsoft.com/office/drawing/2014/main" id="{3FE64D3F-FCC2-444C-91D7-599C08D9CD43}"/>
              </a:ext>
            </a:extLst>
          </p:cNvPr>
          <p:cNvSpPr>
            <a:spLocks noGrp="1"/>
          </p:cNvSpPr>
          <p:nvPr/>
        </p:nvSpPr>
        <p:spPr>
          <a:xfrm>
            <a:off x="4026190" y="370541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1164"/>
          </a:solidFill>
          <a:ln w="3364">
            <a:solidFill>
              <a:srgbClr val="471164"/>
            </a:solidFill>
            <a:prstDash val="solid"/>
          </a:ln>
        </p:spPr>
      </p:sp>
      <p:sp>
        <p:nvSpPr>
          <p:cNvPr id="2120" name="Stage1_sixpanel_7291">
            <a:extLst>
              <a:ext uri="{FF2B5EF4-FFF2-40B4-BE49-F238E27FC236}">
                <a16:creationId xmlns:a16="http://schemas.microsoft.com/office/drawing/2014/main" id="{4C96E5BD-B7B2-4A45-A90C-5E9BF8ADE7D8}"/>
              </a:ext>
            </a:extLst>
          </p:cNvPr>
          <p:cNvSpPr>
            <a:spLocks noGrp="1"/>
          </p:cNvSpPr>
          <p:nvPr/>
        </p:nvSpPr>
        <p:spPr>
          <a:xfrm>
            <a:off x="4026190" y="36969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1063"/>
          </a:solidFill>
          <a:ln w="3364">
            <a:solidFill>
              <a:srgbClr val="471063"/>
            </a:solidFill>
            <a:prstDash val="solid"/>
          </a:ln>
        </p:spPr>
      </p:sp>
      <p:sp>
        <p:nvSpPr>
          <p:cNvPr id="2121" name="Stage1_sixpanel_7292">
            <a:extLst>
              <a:ext uri="{FF2B5EF4-FFF2-40B4-BE49-F238E27FC236}">
                <a16:creationId xmlns:a16="http://schemas.microsoft.com/office/drawing/2014/main" id="{1B4B9891-677C-4D6F-8537-6E29575B50BA}"/>
              </a:ext>
            </a:extLst>
          </p:cNvPr>
          <p:cNvSpPr>
            <a:spLocks noGrp="1"/>
          </p:cNvSpPr>
          <p:nvPr/>
        </p:nvSpPr>
        <p:spPr>
          <a:xfrm>
            <a:off x="4026190" y="36884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0E61"/>
          </a:solidFill>
          <a:ln w="3364">
            <a:solidFill>
              <a:srgbClr val="470E61"/>
            </a:solidFill>
            <a:prstDash val="solid"/>
          </a:ln>
        </p:spPr>
      </p:sp>
      <p:sp>
        <p:nvSpPr>
          <p:cNvPr id="2122" name="Stage1_sixpanel_7293">
            <a:extLst>
              <a:ext uri="{FF2B5EF4-FFF2-40B4-BE49-F238E27FC236}">
                <a16:creationId xmlns:a16="http://schemas.microsoft.com/office/drawing/2014/main" id="{72A43A73-50FD-4D8D-8202-41FCB3B6AFAA}"/>
              </a:ext>
            </a:extLst>
          </p:cNvPr>
          <p:cNvSpPr>
            <a:spLocks noGrp="1"/>
          </p:cNvSpPr>
          <p:nvPr/>
        </p:nvSpPr>
        <p:spPr>
          <a:xfrm>
            <a:off x="4026190" y="36799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0D60"/>
          </a:solidFill>
          <a:ln w="3364">
            <a:solidFill>
              <a:srgbClr val="470D60"/>
            </a:solidFill>
            <a:prstDash val="solid"/>
          </a:ln>
        </p:spPr>
      </p:sp>
      <p:sp>
        <p:nvSpPr>
          <p:cNvPr id="2123" name="Stage1_sixpanel_7294">
            <a:extLst>
              <a:ext uri="{FF2B5EF4-FFF2-40B4-BE49-F238E27FC236}">
                <a16:creationId xmlns:a16="http://schemas.microsoft.com/office/drawing/2014/main" id="{AC65F59B-C95A-4221-90E8-13435744CCAC}"/>
              </a:ext>
            </a:extLst>
          </p:cNvPr>
          <p:cNvSpPr>
            <a:spLocks noGrp="1"/>
          </p:cNvSpPr>
          <p:nvPr/>
        </p:nvSpPr>
        <p:spPr>
          <a:xfrm>
            <a:off x="4026190" y="367150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B5E"/>
          </a:solidFill>
          <a:ln w="3364">
            <a:solidFill>
              <a:srgbClr val="460B5E"/>
            </a:solidFill>
            <a:prstDash val="solid"/>
          </a:ln>
        </p:spPr>
      </p:sp>
      <p:sp>
        <p:nvSpPr>
          <p:cNvPr id="2124" name="Stage1_sixpanel_7295">
            <a:extLst>
              <a:ext uri="{FF2B5EF4-FFF2-40B4-BE49-F238E27FC236}">
                <a16:creationId xmlns:a16="http://schemas.microsoft.com/office/drawing/2014/main" id="{E1AEF320-1013-439B-91E2-33737D9AD28D}"/>
              </a:ext>
            </a:extLst>
          </p:cNvPr>
          <p:cNvSpPr>
            <a:spLocks noGrp="1"/>
          </p:cNvSpPr>
          <p:nvPr/>
        </p:nvSpPr>
        <p:spPr>
          <a:xfrm>
            <a:off x="4026190" y="366302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A5D"/>
          </a:solidFill>
          <a:ln w="3364">
            <a:solidFill>
              <a:srgbClr val="460A5D"/>
            </a:solidFill>
            <a:prstDash val="solid"/>
          </a:ln>
        </p:spPr>
      </p:sp>
      <p:sp>
        <p:nvSpPr>
          <p:cNvPr id="2125" name="Stage1_sixpanel_7296">
            <a:extLst>
              <a:ext uri="{FF2B5EF4-FFF2-40B4-BE49-F238E27FC236}">
                <a16:creationId xmlns:a16="http://schemas.microsoft.com/office/drawing/2014/main" id="{4A5012D4-2814-4CDD-80BE-2D6E7D221CEC}"/>
              </a:ext>
            </a:extLst>
          </p:cNvPr>
          <p:cNvSpPr>
            <a:spLocks noGrp="1"/>
          </p:cNvSpPr>
          <p:nvPr/>
        </p:nvSpPr>
        <p:spPr>
          <a:xfrm>
            <a:off x="4026190" y="36545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85C"/>
          </a:solidFill>
          <a:ln w="3364">
            <a:solidFill>
              <a:srgbClr val="46085C"/>
            </a:solidFill>
            <a:prstDash val="solid"/>
          </a:ln>
        </p:spPr>
      </p:sp>
      <p:sp>
        <p:nvSpPr>
          <p:cNvPr id="2126" name="Stage1_sixpanel_7297">
            <a:extLst>
              <a:ext uri="{FF2B5EF4-FFF2-40B4-BE49-F238E27FC236}">
                <a16:creationId xmlns:a16="http://schemas.microsoft.com/office/drawing/2014/main" id="{1F6A5F78-DAB3-413B-AF45-9D0E5F535AE2}"/>
              </a:ext>
            </a:extLst>
          </p:cNvPr>
          <p:cNvSpPr>
            <a:spLocks noGrp="1"/>
          </p:cNvSpPr>
          <p:nvPr/>
        </p:nvSpPr>
        <p:spPr>
          <a:xfrm>
            <a:off x="4026190" y="364607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75A"/>
          </a:solidFill>
          <a:ln w="3364">
            <a:solidFill>
              <a:srgbClr val="46075A"/>
            </a:solidFill>
            <a:prstDash val="solid"/>
          </a:ln>
        </p:spPr>
      </p:sp>
      <p:sp>
        <p:nvSpPr>
          <p:cNvPr id="2127" name="Stage1_sixpanel_7298">
            <a:extLst>
              <a:ext uri="{FF2B5EF4-FFF2-40B4-BE49-F238E27FC236}">
                <a16:creationId xmlns:a16="http://schemas.microsoft.com/office/drawing/2014/main" id="{399D452A-2B7B-4C44-9BE6-077A2EBDE7B8}"/>
              </a:ext>
            </a:extLst>
          </p:cNvPr>
          <p:cNvSpPr>
            <a:spLocks noGrp="1"/>
          </p:cNvSpPr>
          <p:nvPr/>
        </p:nvSpPr>
        <p:spPr>
          <a:xfrm>
            <a:off x="4026190" y="363759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0559"/>
          </a:solidFill>
          <a:ln w="3364">
            <a:solidFill>
              <a:srgbClr val="450559"/>
            </a:solidFill>
            <a:prstDash val="solid"/>
          </a:ln>
        </p:spPr>
      </p:sp>
      <p:sp>
        <p:nvSpPr>
          <p:cNvPr id="2128" name="Stage1_sixpanel_7299">
            <a:extLst>
              <a:ext uri="{FF2B5EF4-FFF2-40B4-BE49-F238E27FC236}">
                <a16:creationId xmlns:a16="http://schemas.microsoft.com/office/drawing/2014/main" id="{F7C06F4C-6550-4D5A-AC59-01C8BE4893BB}"/>
              </a:ext>
            </a:extLst>
          </p:cNvPr>
          <p:cNvSpPr>
            <a:spLocks noGrp="1"/>
          </p:cNvSpPr>
          <p:nvPr/>
        </p:nvSpPr>
        <p:spPr>
          <a:xfrm>
            <a:off x="4026190" y="36291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0457"/>
          </a:solidFill>
          <a:ln w="3364">
            <a:solidFill>
              <a:srgbClr val="450457"/>
            </a:solidFill>
            <a:prstDash val="solid"/>
          </a:ln>
        </p:spPr>
      </p:sp>
      <p:sp>
        <p:nvSpPr>
          <p:cNvPr id="2129" name="Stage1_sixpanel_7300">
            <a:extLst>
              <a:ext uri="{FF2B5EF4-FFF2-40B4-BE49-F238E27FC236}">
                <a16:creationId xmlns:a16="http://schemas.microsoft.com/office/drawing/2014/main" id="{7521669C-9C6D-4671-B992-7D1B903AE3C3}"/>
              </a:ext>
            </a:extLst>
          </p:cNvPr>
          <p:cNvSpPr>
            <a:spLocks noGrp="1"/>
          </p:cNvSpPr>
          <p:nvPr/>
        </p:nvSpPr>
        <p:spPr>
          <a:xfrm>
            <a:off x="4026190" y="36206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0256"/>
          </a:solidFill>
          <a:ln w="3364">
            <a:solidFill>
              <a:srgbClr val="440256"/>
            </a:solidFill>
            <a:prstDash val="solid"/>
          </a:ln>
        </p:spPr>
      </p:sp>
      <p:sp>
        <p:nvSpPr>
          <p:cNvPr id="2130" name="Stage1_sixpanel_7301">
            <a:extLst>
              <a:ext uri="{FF2B5EF4-FFF2-40B4-BE49-F238E27FC236}">
                <a16:creationId xmlns:a16="http://schemas.microsoft.com/office/drawing/2014/main" id="{8082985A-0A70-470D-A715-D3218BD50FF2}"/>
              </a:ext>
            </a:extLst>
          </p:cNvPr>
          <p:cNvSpPr>
            <a:spLocks noGrp="1"/>
          </p:cNvSpPr>
          <p:nvPr/>
        </p:nvSpPr>
        <p:spPr>
          <a:xfrm>
            <a:off x="4026190" y="36121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0154"/>
          </a:solidFill>
          <a:ln w="3364">
            <a:solidFill>
              <a:srgbClr val="440154"/>
            </a:solidFill>
            <a:prstDash val="solid"/>
          </a:ln>
        </p:spPr>
      </p:sp>
      <p:sp>
        <p:nvSpPr>
          <p:cNvPr id="2131" name="Stage1_sixpanel_7302">
            <a:extLst>
              <a:ext uri="{FF2B5EF4-FFF2-40B4-BE49-F238E27FC236}">
                <a16:creationId xmlns:a16="http://schemas.microsoft.com/office/drawing/2014/main" id="{C542B665-6612-48B0-8F43-A84D6A7D2820}"/>
              </a:ext>
            </a:extLst>
          </p:cNvPr>
          <p:cNvSpPr>
            <a:spLocks noGrp="1"/>
          </p:cNvSpPr>
          <p:nvPr/>
        </p:nvSpPr>
        <p:spPr>
          <a:xfrm>
            <a:off x="4119198" y="5782342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32" name="text_7303">
            <a:extLst>
              <a:ext uri="{FF2B5EF4-FFF2-40B4-BE49-F238E27FC236}">
                <a16:creationId xmlns:a16="http://schemas.microsoft.com/office/drawing/2014/main" id="{5F4F5F4B-3FF9-4C4C-A5DB-072989B26A4A}"/>
              </a:ext>
            </a:extLst>
          </p:cNvPr>
          <p:cNvSpPr>
            <a:spLocks noGrp="1"/>
          </p:cNvSpPr>
          <p:nvPr/>
        </p:nvSpPr>
        <p:spPr>
          <a:xfrm>
            <a:off x="4216753" y="5731465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2133" name="Stage1_sixpanel_7304">
            <a:extLst>
              <a:ext uri="{FF2B5EF4-FFF2-40B4-BE49-F238E27FC236}">
                <a16:creationId xmlns:a16="http://schemas.microsoft.com/office/drawing/2014/main" id="{6782BF96-8395-45F7-9C7A-7159E806C332}"/>
              </a:ext>
            </a:extLst>
          </p:cNvPr>
          <p:cNvSpPr>
            <a:spLocks noGrp="1"/>
          </p:cNvSpPr>
          <p:nvPr/>
        </p:nvSpPr>
        <p:spPr>
          <a:xfrm>
            <a:off x="4119198" y="5058950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34" name="text_7305">
            <a:extLst>
              <a:ext uri="{FF2B5EF4-FFF2-40B4-BE49-F238E27FC236}">
                <a16:creationId xmlns:a16="http://schemas.microsoft.com/office/drawing/2014/main" id="{4EF22B9A-D996-4048-9076-2908AA65E458}"/>
              </a:ext>
            </a:extLst>
          </p:cNvPr>
          <p:cNvSpPr>
            <a:spLocks noGrp="1"/>
          </p:cNvSpPr>
          <p:nvPr/>
        </p:nvSpPr>
        <p:spPr>
          <a:xfrm>
            <a:off x="4216753" y="5008073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2135" name="Stage1_sixpanel_7306">
            <a:extLst>
              <a:ext uri="{FF2B5EF4-FFF2-40B4-BE49-F238E27FC236}">
                <a16:creationId xmlns:a16="http://schemas.microsoft.com/office/drawing/2014/main" id="{5DBF8AAC-8F6C-41A9-AB5E-6667475D262E}"/>
              </a:ext>
            </a:extLst>
          </p:cNvPr>
          <p:cNvSpPr>
            <a:spLocks noGrp="1"/>
          </p:cNvSpPr>
          <p:nvPr/>
        </p:nvSpPr>
        <p:spPr>
          <a:xfrm>
            <a:off x="4119198" y="4335558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36" name="text_7307">
            <a:extLst>
              <a:ext uri="{FF2B5EF4-FFF2-40B4-BE49-F238E27FC236}">
                <a16:creationId xmlns:a16="http://schemas.microsoft.com/office/drawing/2014/main" id="{7F623D6F-B4E4-499B-AC1C-0E28D7623BD7}"/>
              </a:ext>
            </a:extLst>
          </p:cNvPr>
          <p:cNvSpPr>
            <a:spLocks noGrp="1"/>
          </p:cNvSpPr>
          <p:nvPr/>
        </p:nvSpPr>
        <p:spPr>
          <a:xfrm>
            <a:off x="4216753" y="4284681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2137" name="Stage1_sixpanel_7308">
            <a:extLst>
              <a:ext uri="{FF2B5EF4-FFF2-40B4-BE49-F238E27FC236}">
                <a16:creationId xmlns:a16="http://schemas.microsoft.com/office/drawing/2014/main" id="{EB477FE8-B015-4D79-95A1-4C5D9CD093A7}"/>
              </a:ext>
            </a:extLst>
          </p:cNvPr>
          <p:cNvSpPr>
            <a:spLocks noGrp="1"/>
          </p:cNvSpPr>
          <p:nvPr/>
        </p:nvSpPr>
        <p:spPr>
          <a:xfrm>
            <a:off x="4119198" y="3612166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38" name="text_7309">
            <a:extLst>
              <a:ext uri="{FF2B5EF4-FFF2-40B4-BE49-F238E27FC236}">
                <a16:creationId xmlns:a16="http://schemas.microsoft.com/office/drawing/2014/main" id="{AA2CB58C-BDD4-4B44-839C-63D560C6AF0E}"/>
              </a:ext>
            </a:extLst>
          </p:cNvPr>
          <p:cNvSpPr>
            <a:spLocks noGrp="1"/>
          </p:cNvSpPr>
          <p:nvPr/>
        </p:nvSpPr>
        <p:spPr>
          <a:xfrm>
            <a:off x="4216753" y="356128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2139" name="text_7310">
            <a:extLst>
              <a:ext uri="{FF2B5EF4-FFF2-40B4-BE49-F238E27FC236}">
                <a16:creationId xmlns:a16="http://schemas.microsoft.com/office/drawing/2014/main" id="{59E13BD5-78F6-4824-931F-7E0680AE4EF2}"/>
              </a:ext>
            </a:extLst>
          </p:cNvPr>
          <p:cNvSpPr>
            <a:spLocks noGrp="1"/>
          </p:cNvSpPr>
          <p:nvPr/>
        </p:nvSpPr>
        <p:spPr>
          <a:xfrm rot="-5400000">
            <a:off x="4107700" y="4615257"/>
            <a:ext cx="839534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2140" name="Stage1_sixpanel_7311">
            <a:extLst>
              <a:ext uri="{FF2B5EF4-FFF2-40B4-BE49-F238E27FC236}">
                <a16:creationId xmlns:a16="http://schemas.microsoft.com/office/drawing/2014/main" id="{B143EB44-9E61-438C-B293-674B86365570}"/>
              </a:ext>
            </a:extLst>
          </p:cNvPr>
          <p:cNvSpPr>
            <a:spLocks noGrp="1"/>
          </p:cNvSpPr>
          <p:nvPr/>
        </p:nvSpPr>
        <p:spPr>
          <a:xfrm>
            <a:off x="1623495" y="6825044"/>
            <a:ext cx="3139005" cy="1305496"/>
          </a:xfrm>
          <a:custGeom>
            <a:avLst/>
            <a:gdLst/>
            <a:ahLst/>
            <a:cxnLst/>
            <a:rect l="0" t="0" r="0" b="0"/>
            <a:pathLst>
              <a:path w="3139005" h="1305496">
                <a:moveTo>
                  <a:pt x="0" y="1305496"/>
                </a:moveTo>
                <a:lnTo>
                  <a:pt x="3139005" y="1305496"/>
                </a:lnTo>
                <a:lnTo>
                  <a:pt x="3139005" y="0"/>
                </a:lnTo>
                <a:lnTo>
                  <a:pt x="0" y="0"/>
                </a:lnTo>
                <a:lnTo>
                  <a:pt x="0" y="130549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141" name="text_7312">
            <a:extLst>
              <a:ext uri="{FF2B5EF4-FFF2-40B4-BE49-F238E27FC236}">
                <a16:creationId xmlns:a16="http://schemas.microsoft.com/office/drawing/2014/main" id="{8029C6C4-D877-44D0-A967-731C658715DC}"/>
              </a:ext>
            </a:extLst>
          </p:cNvPr>
          <p:cNvSpPr>
            <a:spLocks noGrp="1"/>
          </p:cNvSpPr>
          <p:nvPr/>
        </p:nvSpPr>
        <p:spPr>
          <a:xfrm>
            <a:off x="2081336" y="8205901"/>
            <a:ext cx="492555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Precision</a:t>
            </a:r>
          </a:p>
        </p:txBody>
      </p:sp>
      <p:sp>
        <p:nvSpPr>
          <p:cNvPr id="2142" name="text_7313">
            <a:extLst>
              <a:ext uri="{FF2B5EF4-FFF2-40B4-BE49-F238E27FC236}">
                <a16:creationId xmlns:a16="http://schemas.microsoft.com/office/drawing/2014/main" id="{936F7B1B-E023-499F-988F-F37FF309849A}"/>
              </a:ext>
            </a:extLst>
          </p:cNvPr>
          <p:cNvSpPr>
            <a:spLocks noGrp="1"/>
          </p:cNvSpPr>
          <p:nvPr/>
        </p:nvSpPr>
        <p:spPr>
          <a:xfrm>
            <a:off x="3899047" y="8205901"/>
            <a:ext cx="335491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Recall</a:t>
            </a:r>
          </a:p>
        </p:txBody>
      </p:sp>
      <p:sp>
        <p:nvSpPr>
          <p:cNvPr id="2143" name="Stage1_sixpanel_7314">
            <a:extLst>
              <a:ext uri="{FF2B5EF4-FFF2-40B4-BE49-F238E27FC236}">
                <a16:creationId xmlns:a16="http://schemas.microsoft.com/office/drawing/2014/main" id="{85966F3B-5DD7-4E12-9ADA-F625A3D186A0}"/>
              </a:ext>
            </a:extLst>
          </p:cNvPr>
          <p:cNvSpPr>
            <a:spLocks noGrp="1"/>
          </p:cNvSpPr>
          <p:nvPr/>
        </p:nvSpPr>
        <p:spPr>
          <a:xfrm>
            <a:off x="1623495" y="8099604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2144" name="Stage1_sixpanel_7315">
            <a:extLst>
              <a:ext uri="{FF2B5EF4-FFF2-40B4-BE49-F238E27FC236}">
                <a16:creationId xmlns:a16="http://schemas.microsoft.com/office/drawing/2014/main" id="{6ECEEC3B-B3AE-4E7A-98D5-10BFFC3A1239}"/>
              </a:ext>
            </a:extLst>
          </p:cNvPr>
          <p:cNvSpPr>
            <a:spLocks noGrp="1"/>
          </p:cNvSpPr>
          <p:nvPr/>
        </p:nvSpPr>
        <p:spPr>
          <a:xfrm>
            <a:off x="1584810" y="8099604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45" name="text_7316">
            <a:extLst>
              <a:ext uri="{FF2B5EF4-FFF2-40B4-BE49-F238E27FC236}">
                <a16:creationId xmlns:a16="http://schemas.microsoft.com/office/drawing/2014/main" id="{7AA01C09-C19E-4DF5-ABB8-F75669A273F4}"/>
              </a:ext>
            </a:extLst>
          </p:cNvPr>
          <p:cNvSpPr>
            <a:spLocks noGrp="1"/>
          </p:cNvSpPr>
          <p:nvPr/>
        </p:nvSpPr>
        <p:spPr>
          <a:xfrm>
            <a:off x="1362282" y="8048728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146" name="Stage1_sixpanel_7317">
            <a:extLst>
              <a:ext uri="{FF2B5EF4-FFF2-40B4-BE49-F238E27FC236}">
                <a16:creationId xmlns:a16="http://schemas.microsoft.com/office/drawing/2014/main" id="{10D4231A-B1A4-4718-A492-982BB9AE4004}"/>
              </a:ext>
            </a:extLst>
          </p:cNvPr>
          <p:cNvSpPr>
            <a:spLocks noGrp="1"/>
          </p:cNvSpPr>
          <p:nvPr/>
        </p:nvSpPr>
        <p:spPr>
          <a:xfrm>
            <a:off x="1623495" y="7480885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2147" name="Stage1_sixpanel_7318">
            <a:extLst>
              <a:ext uri="{FF2B5EF4-FFF2-40B4-BE49-F238E27FC236}">
                <a16:creationId xmlns:a16="http://schemas.microsoft.com/office/drawing/2014/main" id="{8ED17993-B9EF-4099-AA33-008815DE33A4}"/>
              </a:ext>
            </a:extLst>
          </p:cNvPr>
          <p:cNvSpPr>
            <a:spLocks noGrp="1"/>
          </p:cNvSpPr>
          <p:nvPr/>
        </p:nvSpPr>
        <p:spPr>
          <a:xfrm>
            <a:off x="1584810" y="7480885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48" name="text_7319">
            <a:extLst>
              <a:ext uri="{FF2B5EF4-FFF2-40B4-BE49-F238E27FC236}">
                <a16:creationId xmlns:a16="http://schemas.microsoft.com/office/drawing/2014/main" id="{9210518D-8931-4012-93CB-5E6567331523}"/>
              </a:ext>
            </a:extLst>
          </p:cNvPr>
          <p:cNvSpPr>
            <a:spLocks noGrp="1"/>
          </p:cNvSpPr>
          <p:nvPr/>
        </p:nvSpPr>
        <p:spPr>
          <a:xfrm>
            <a:off x="1362282" y="743000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2149" name="Stage1_sixpanel_7320">
            <a:extLst>
              <a:ext uri="{FF2B5EF4-FFF2-40B4-BE49-F238E27FC236}">
                <a16:creationId xmlns:a16="http://schemas.microsoft.com/office/drawing/2014/main" id="{2F91F605-3D49-4A7E-B6EE-BCE0D21EF459}"/>
              </a:ext>
            </a:extLst>
          </p:cNvPr>
          <p:cNvSpPr>
            <a:spLocks noGrp="1"/>
          </p:cNvSpPr>
          <p:nvPr/>
        </p:nvSpPr>
        <p:spPr>
          <a:xfrm>
            <a:off x="1623495" y="6862167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2150" name="Stage1_sixpanel_7321">
            <a:extLst>
              <a:ext uri="{FF2B5EF4-FFF2-40B4-BE49-F238E27FC236}">
                <a16:creationId xmlns:a16="http://schemas.microsoft.com/office/drawing/2014/main" id="{0B49F743-6412-40BC-BADE-6D4AFF7B3FBE}"/>
              </a:ext>
            </a:extLst>
          </p:cNvPr>
          <p:cNvSpPr>
            <a:spLocks noGrp="1"/>
          </p:cNvSpPr>
          <p:nvPr/>
        </p:nvSpPr>
        <p:spPr>
          <a:xfrm>
            <a:off x="1584810" y="6862167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51" name="text_7322">
            <a:extLst>
              <a:ext uri="{FF2B5EF4-FFF2-40B4-BE49-F238E27FC236}">
                <a16:creationId xmlns:a16="http://schemas.microsoft.com/office/drawing/2014/main" id="{AC709960-A695-4467-8E5E-CCCA4B6186E2}"/>
              </a:ext>
            </a:extLst>
          </p:cNvPr>
          <p:cNvSpPr>
            <a:spLocks noGrp="1"/>
          </p:cNvSpPr>
          <p:nvPr/>
        </p:nvSpPr>
        <p:spPr>
          <a:xfrm>
            <a:off x="1362282" y="6811290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2152" name="text_7323">
            <a:extLst>
              <a:ext uri="{FF2B5EF4-FFF2-40B4-BE49-F238E27FC236}">
                <a16:creationId xmlns:a16="http://schemas.microsoft.com/office/drawing/2014/main" id="{BB721829-7E5D-477C-9FFC-3FD0347E5051}"/>
              </a:ext>
            </a:extLst>
          </p:cNvPr>
          <p:cNvSpPr>
            <a:spLocks noGrp="1"/>
          </p:cNvSpPr>
          <p:nvPr/>
        </p:nvSpPr>
        <p:spPr>
          <a:xfrm rot="-5400000">
            <a:off x="1075938" y="7395795"/>
            <a:ext cx="35109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2153" name="Stage1_sixpanel_7324">
            <a:extLst>
              <a:ext uri="{FF2B5EF4-FFF2-40B4-BE49-F238E27FC236}">
                <a16:creationId xmlns:a16="http://schemas.microsoft.com/office/drawing/2014/main" id="{272FED56-2BB6-4243-8214-E5D314751B98}"/>
              </a:ext>
            </a:extLst>
          </p:cNvPr>
          <p:cNvSpPr>
            <a:spLocks noGrp="1"/>
          </p:cNvSpPr>
          <p:nvPr/>
        </p:nvSpPr>
        <p:spPr>
          <a:xfrm>
            <a:off x="1729543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197041" y="1237437"/>
                </a:moveTo>
                <a:lnTo>
                  <a:pt x="142311" y="1237437"/>
                </a:lnTo>
                <a:lnTo>
                  <a:pt x="142624" y="1229703"/>
                </a:lnTo>
                <a:lnTo>
                  <a:pt x="143542" y="1221969"/>
                </a:lnTo>
                <a:lnTo>
                  <a:pt x="145000" y="1214235"/>
                </a:lnTo>
                <a:lnTo>
                  <a:pt x="146902" y="1206502"/>
                </a:lnTo>
                <a:lnTo>
                  <a:pt x="149126" y="1198768"/>
                </a:lnTo>
                <a:lnTo>
                  <a:pt x="151539" y="1191034"/>
                </a:lnTo>
                <a:lnTo>
                  <a:pt x="154011" y="1183300"/>
                </a:lnTo>
                <a:lnTo>
                  <a:pt x="156420" y="1175566"/>
                </a:lnTo>
                <a:lnTo>
                  <a:pt x="158669" y="1167832"/>
                </a:lnTo>
                <a:lnTo>
                  <a:pt x="160685" y="1160098"/>
                </a:lnTo>
                <a:lnTo>
                  <a:pt x="162423" y="1152364"/>
                </a:lnTo>
                <a:lnTo>
                  <a:pt x="163865" y="1144630"/>
                </a:lnTo>
                <a:lnTo>
                  <a:pt x="165014" y="1136896"/>
                </a:lnTo>
                <a:lnTo>
                  <a:pt x="165894" y="1129162"/>
                </a:lnTo>
                <a:lnTo>
                  <a:pt x="166537" y="1121428"/>
                </a:lnTo>
                <a:lnTo>
                  <a:pt x="166986" y="1113694"/>
                </a:lnTo>
                <a:lnTo>
                  <a:pt x="167283" y="1105960"/>
                </a:lnTo>
                <a:lnTo>
                  <a:pt x="167470" y="1098226"/>
                </a:lnTo>
                <a:lnTo>
                  <a:pt x="167584" y="1090492"/>
                </a:lnTo>
                <a:lnTo>
                  <a:pt x="167656" y="1082758"/>
                </a:lnTo>
                <a:lnTo>
                  <a:pt x="167711" y="1075024"/>
                </a:lnTo>
                <a:lnTo>
                  <a:pt x="167764" y="1067290"/>
                </a:lnTo>
                <a:lnTo>
                  <a:pt x="167824" y="1059556"/>
                </a:lnTo>
                <a:lnTo>
                  <a:pt x="167896" y="1051822"/>
                </a:lnTo>
                <a:lnTo>
                  <a:pt x="167976" y="1044088"/>
                </a:lnTo>
                <a:lnTo>
                  <a:pt x="168056" y="1036354"/>
                </a:lnTo>
                <a:lnTo>
                  <a:pt x="168129" y="1028620"/>
                </a:lnTo>
                <a:lnTo>
                  <a:pt x="168182" y="1020886"/>
                </a:lnTo>
                <a:lnTo>
                  <a:pt x="168203" y="1013152"/>
                </a:lnTo>
                <a:lnTo>
                  <a:pt x="168182" y="1005418"/>
                </a:lnTo>
                <a:lnTo>
                  <a:pt x="168110" y="997684"/>
                </a:lnTo>
                <a:lnTo>
                  <a:pt x="167982" y="989950"/>
                </a:lnTo>
                <a:lnTo>
                  <a:pt x="167794" y="982216"/>
                </a:lnTo>
                <a:lnTo>
                  <a:pt x="167549" y="974482"/>
                </a:lnTo>
                <a:lnTo>
                  <a:pt x="167252" y="966748"/>
                </a:lnTo>
                <a:lnTo>
                  <a:pt x="166911" y="959014"/>
                </a:lnTo>
                <a:lnTo>
                  <a:pt x="166539" y="951280"/>
                </a:lnTo>
                <a:lnTo>
                  <a:pt x="166149" y="943546"/>
                </a:lnTo>
                <a:lnTo>
                  <a:pt x="165757" y="935812"/>
                </a:lnTo>
                <a:lnTo>
                  <a:pt x="165378" y="928078"/>
                </a:lnTo>
                <a:lnTo>
                  <a:pt x="165024" y="920344"/>
                </a:lnTo>
                <a:lnTo>
                  <a:pt x="164708" y="912610"/>
                </a:lnTo>
                <a:lnTo>
                  <a:pt x="164437" y="904876"/>
                </a:lnTo>
                <a:lnTo>
                  <a:pt x="164216" y="897142"/>
                </a:lnTo>
                <a:lnTo>
                  <a:pt x="164048" y="889408"/>
                </a:lnTo>
                <a:lnTo>
                  <a:pt x="163933" y="881674"/>
                </a:lnTo>
                <a:lnTo>
                  <a:pt x="163869" y="873940"/>
                </a:lnTo>
                <a:lnTo>
                  <a:pt x="163853" y="866206"/>
                </a:lnTo>
                <a:lnTo>
                  <a:pt x="163884" y="858472"/>
                </a:lnTo>
                <a:lnTo>
                  <a:pt x="163960" y="850738"/>
                </a:lnTo>
                <a:lnTo>
                  <a:pt x="164079" y="843004"/>
                </a:lnTo>
                <a:lnTo>
                  <a:pt x="164240" y="835270"/>
                </a:lnTo>
                <a:lnTo>
                  <a:pt x="164440" y="827536"/>
                </a:lnTo>
                <a:lnTo>
                  <a:pt x="164676" y="819802"/>
                </a:lnTo>
                <a:lnTo>
                  <a:pt x="164942" y="812068"/>
                </a:lnTo>
                <a:lnTo>
                  <a:pt x="165230" y="804334"/>
                </a:lnTo>
                <a:lnTo>
                  <a:pt x="165529" y="796600"/>
                </a:lnTo>
                <a:lnTo>
                  <a:pt x="165826" y="788866"/>
                </a:lnTo>
                <a:lnTo>
                  <a:pt x="166105" y="781132"/>
                </a:lnTo>
                <a:lnTo>
                  <a:pt x="166351" y="773398"/>
                </a:lnTo>
                <a:lnTo>
                  <a:pt x="166549" y="765664"/>
                </a:lnTo>
                <a:lnTo>
                  <a:pt x="166684" y="757930"/>
                </a:lnTo>
                <a:lnTo>
                  <a:pt x="166743" y="750196"/>
                </a:lnTo>
                <a:lnTo>
                  <a:pt x="166715" y="742462"/>
                </a:lnTo>
                <a:lnTo>
                  <a:pt x="166591" y="734728"/>
                </a:lnTo>
                <a:lnTo>
                  <a:pt x="166365" y="726994"/>
                </a:lnTo>
                <a:lnTo>
                  <a:pt x="166032" y="719261"/>
                </a:lnTo>
                <a:lnTo>
                  <a:pt x="165591" y="711527"/>
                </a:lnTo>
                <a:lnTo>
                  <a:pt x="165042" y="703793"/>
                </a:lnTo>
                <a:lnTo>
                  <a:pt x="164390" y="696059"/>
                </a:lnTo>
                <a:lnTo>
                  <a:pt x="163647" y="688325"/>
                </a:lnTo>
                <a:lnTo>
                  <a:pt x="162826" y="680591"/>
                </a:lnTo>
                <a:lnTo>
                  <a:pt x="161953" y="672857"/>
                </a:lnTo>
                <a:lnTo>
                  <a:pt x="161057" y="665123"/>
                </a:lnTo>
                <a:lnTo>
                  <a:pt x="160173" y="657389"/>
                </a:lnTo>
                <a:lnTo>
                  <a:pt x="159341" y="649655"/>
                </a:lnTo>
                <a:lnTo>
                  <a:pt x="158602" y="641921"/>
                </a:lnTo>
                <a:lnTo>
                  <a:pt x="157994" y="634187"/>
                </a:lnTo>
                <a:lnTo>
                  <a:pt x="157547" y="626453"/>
                </a:lnTo>
                <a:lnTo>
                  <a:pt x="157282" y="618719"/>
                </a:lnTo>
                <a:lnTo>
                  <a:pt x="157208" y="610985"/>
                </a:lnTo>
                <a:lnTo>
                  <a:pt x="157318" y="603251"/>
                </a:lnTo>
                <a:lnTo>
                  <a:pt x="157593" y="595517"/>
                </a:lnTo>
                <a:lnTo>
                  <a:pt x="158002" y="587783"/>
                </a:lnTo>
                <a:lnTo>
                  <a:pt x="158505" y="580049"/>
                </a:lnTo>
                <a:lnTo>
                  <a:pt x="159056" y="572315"/>
                </a:lnTo>
                <a:lnTo>
                  <a:pt x="159611" y="564581"/>
                </a:lnTo>
                <a:lnTo>
                  <a:pt x="160124" y="556847"/>
                </a:lnTo>
                <a:lnTo>
                  <a:pt x="160557" y="549113"/>
                </a:lnTo>
                <a:lnTo>
                  <a:pt x="160879" y="541379"/>
                </a:lnTo>
                <a:lnTo>
                  <a:pt x="161064" y="533645"/>
                </a:lnTo>
                <a:lnTo>
                  <a:pt x="161094" y="525911"/>
                </a:lnTo>
                <a:lnTo>
                  <a:pt x="160962" y="518177"/>
                </a:lnTo>
                <a:lnTo>
                  <a:pt x="160663" y="510443"/>
                </a:lnTo>
                <a:lnTo>
                  <a:pt x="160202" y="502709"/>
                </a:lnTo>
                <a:lnTo>
                  <a:pt x="159591" y="494975"/>
                </a:lnTo>
                <a:lnTo>
                  <a:pt x="158850" y="487241"/>
                </a:lnTo>
                <a:lnTo>
                  <a:pt x="158005" y="479507"/>
                </a:lnTo>
                <a:lnTo>
                  <a:pt x="157092" y="471773"/>
                </a:lnTo>
                <a:lnTo>
                  <a:pt x="156153" y="464039"/>
                </a:lnTo>
                <a:lnTo>
                  <a:pt x="155236" y="456305"/>
                </a:lnTo>
                <a:lnTo>
                  <a:pt x="154392" y="448571"/>
                </a:lnTo>
                <a:lnTo>
                  <a:pt x="153670" y="440837"/>
                </a:lnTo>
                <a:lnTo>
                  <a:pt x="153114" y="433103"/>
                </a:lnTo>
                <a:lnTo>
                  <a:pt x="152757" y="425369"/>
                </a:lnTo>
                <a:lnTo>
                  <a:pt x="152622" y="417635"/>
                </a:lnTo>
                <a:lnTo>
                  <a:pt x="152711" y="409901"/>
                </a:lnTo>
                <a:lnTo>
                  <a:pt x="153013" y="402167"/>
                </a:lnTo>
                <a:lnTo>
                  <a:pt x="153500" y="394433"/>
                </a:lnTo>
                <a:lnTo>
                  <a:pt x="154133" y="386699"/>
                </a:lnTo>
                <a:lnTo>
                  <a:pt x="154864" y="378965"/>
                </a:lnTo>
                <a:lnTo>
                  <a:pt x="155643" y="371231"/>
                </a:lnTo>
                <a:lnTo>
                  <a:pt x="156422" y="363497"/>
                </a:lnTo>
                <a:lnTo>
                  <a:pt x="157162" y="355763"/>
                </a:lnTo>
                <a:lnTo>
                  <a:pt x="157833" y="348029"/>
                </a:lnTo>
                <a:lnTo>
                  <a:pt x="158415" y="340295"/>
                </a:lnTo>
                <a:lnTo>
                  <a:pt x="158903" y="332561"/>
                </a:lnTo>
                <a:lnTo>
                  <a:pt x="159296" y="324827"/>
                </a:lnTo>
                <a:lnTo>
                  <a:pt x="159604" y="317093"/>
                </a:lnTo>
                <a:lnTo>
                  <a:pt x="159836" y="309359"/>
                </a:lnTo>
                <a:lnTo>
                  <a:pt x="160004" y="301625"/>
                </a:lnTo>
                <a:lnTo>
                  <a:pt x="160118" y="293891"/>
                </a:lnTo>
                <a:lnTo>
                  <a:pt x="160185" y="286157"/>
                </a:lnTo>
                <a:lnTo>
                  <a:pt x="160208" y="278423"/>
                </a:lnTo>
                <a:lnTo>
                  <a:pt x="160190" y="270689"/>
                </a:lnTo>
                <a:lnTo>
                  <a:pt x="160133" y="262955"/>
                </a:lnTo>
                <a:lnTo>
                  <a:pt x="160039" y="255221"/>
                </a:lnTo>
                <a:lnTo>
                  <a:pt x="159913" y="247487"/>
                </a:lnTo>
                <a:lnTo>
                  <a:pt x="159763" y="239754"/>
                </a:lnTo>
                <a:lnTo>
                  <a:pt x="159601" y="232020"/>
                </a:lnTo>
                <a:lnTo>
                  <a:pt x="159441" y="224286"/>
                </a:lnTo>
                <a:lnTo>
                  <a:pt x="159298" y="216552"/>
                </a:lnTo>
                <a:lnTo>
                  <a:pt x="159185" y="208818"/>
                </a:lnTo>
                <a:lnTo>
                  <a:pt x="159113" y="201084"/>
                </a:lnTo>
                <a:lnTo>
                  <a:pt x="159083" y="193350"/>
                </a:lnTo>
                <a:lnTo>
                  <a:pt x="159090" y="185616"/>
                </a:lnTo>
                <a:lnTo>
                  <a:pt x="159110" y="177882"/>
                </a:lnTo>
                <a:lnTo>
                  <a:pt x="159106" y="170148"/>
                </a:lnTo>
                <a:lnTo>
                  <a:pt x="159017" y="162414"/>
                </a:lnTo>
                <a:lnTo>
                  <a:pt x="158761" y="154680"/>
                </a:lnTo>
                <a:lnTo>
                  <a:pt x="158227" y="146946"/>
                </a:lnTo>
                <a:lnTo>
                  <a:pt x="157275" y="139212"/>
                </a:lnTo>
                <a:lnTo>
                  <a:pt x="155736" y="131478"/>
                </a:lnTo>
                <a:lnTo>
                  <a:pt x="153417" y="123744"/>
                </a:lnTo>
                <a:lnTo>
                  <a:pt x="150103" y="116010"/>
                </a:lnTo>
                <a:lnTo>
                  <a:pt x="145574" y="108276"/>
                </a:lnTo>
                <a:lnTo>
                  <a:pt x="139620" y="100542"/>
                </a:lnTo>
                <a:lnTo>
                  <a:pt x="132069" y="92808"/>
                </a:lnTo>
                <a:lnTo>
                  <a:pt x="122818" y="85074"/>
                </a:lnTo>
                <a:lnTo>
                  <a:pt x="111860" y="77340"/>
                </a:lnTo>
                <a:lnTo>
                  <a:pt x="99318" y="69606"/>
                </a:lnTo>
                <a:lnTo>
                  <a:pt x="85464" y="61872"/>
                </a:lnTo>
                <a:lnTo>
                  <a:pt x="70731" y="54138"/>
                </a:lnTo>
                <a:lnTo>
                  <a:pt x="55703" y="46404"/>
                </a:lnTo>
                <a:lnTo>
                  <a:pt x="41082" y="38670"/>
                </a:lnTo>
                <a:lnTo>
                  <a:pt x="27647" y="30936"/>
                </a:lnTo>
                <a:lnTo>
                  <a:pt x="16181" y="23202"/>
                </a:lnTo>
                <a:lnTo>
                  <a:pt x="7401" y="15468"/>
                </a:lnTo>
                <a:lnTo>
                  <a:pt x="1883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69" y="7734"/>
                </a:lnTo>
                <a:lnTo>
                  <a:pt x="331951" y="15468"/>
                </a:lnTo>
                <a:lnTo>
                  <a:pt x="323171" y="23202"/>
                </a:lnTo>
                <a:lnTo>
                  <a:pt x="311705" y="30936"/>
                </a:lnTo>
                <a:lnTo>
                  <a:pt x="298270" y="38670"/>
                </a:lnTo>
                <a:lnTo>
                  <a:pt x="283649" y="46404"/>
                </a:lnTo>
                <a:lnTo>
                  <a:pt x="268620" y="54138"/>
                </a:lnTo>
                <a:lnTo>
                  <a:pt x="253888" y="61872"/>
                </a:lnTo>
                <a:lnTo>
                  <a:pt x="240034" y="69606"/>
                </a:lnTo>
                <a:lnTo>
                  <a:pt x="227491" y="77340"/>
                </a:lnTo>
                <a:lnTo>
                  <a:pt x="216534" y="85074"/>
                </a:lnTo>
                <a:lnTo>
                  <a:pt x="207282" y="92808"/>
                </a:lnTo>
                <a:lnTo>
                  <a:pt x="199732" y="100542"/>
                </a:lnTo>
                <a:lnTo>
                  <a:pt x="193778" y="108276"/>
                </a:lnTo>
                <a:lnTo>
                  <a:pt x="189248" y="116010"/>
                </a:lnTo>
                <a:lnTo>
                  <a:pt x="185934" y="123744"/>
                </a:lnTo>
                <a:lnTo>
                  <a:pt x="183615" y="131478"/>
                </a:lnTo>
                <a:lnTo>
                  <a:pt x="182077" y="139212"/>
                </a:lnTo>
                <a:lnTo>
                  <a:pt x="181125" y="146946"/>
                </a:lnTo>
                <a:lnTo>
                  <a:pt x="180591" y="154680"/>
                </a:lnTo>
                <a:lnTo>
                  <a:pt x="180335" y="162414"/>
                </a:lnTo>
                <a:lnTo>
                  <a:pt x="180246" y="170148"/>
                </a:lnTo>
                <a:lnTo>
                  <a:pt x="180242" y="177882"/>
                </a:lnTo>
                <a:lnTo>
                  <a:pt x="180262" y="185616"/>
                </a:lnTo>
                <a:lnTo>
                  <a:pt x="180269" y="193350"/>
                </a:lnTo>
                <a:lnTo>
                  <a:pt x="180239" y="201084"/>
                </a:lnTo>
                <a:lnTo>
                  <a:pt x="180167" y="208818"/>
                </a:lnTo>
                <a:lnTo>
                  <a:pt x="180054" y="216552"/>
                </a:lnTo>
                <a:lnTo>
                  <a:pt x="179911" y="224286"/>
                </a:lnTo>
                <a:lnTo>
                  <a:pt x="179751" y="232020"/>
                </a:lnTo>
                <a:lnTo>
                  <a:pt x="179589" y="239754"/>
                </a:lnTo>
                <a:lnTo>
                  <a:pt x="179439" y="247487"/>
                </a:lnTo>
                <a:lnTo>
                  <a:pt x="179313" y="255221"/>
                </a:lnTo>
                <a:lnTo>
                  <a:pt x="179219" y="262955"/>
                </a:lnTo>
                <a:lnTo>
                  <a:pt x="179161" y="270689"/>
                </a:lnTo>
                <a:lnTo>
                  <a:pt x="179144" y="278423"/>
                </a:lnTo>
                <a:lnTo>
                  <a:pt x="179167" y="286157"/>
                </a:lnTo>
                <a:lnTo>
                  <a:pt x="179233" y="293891"/>
                </a:lnTo>
                <a:lnTo>
                  <a:pt x="179347" y="301625"/>
                </a:lnTo>
                <a:lnTo>
                  <a:pt x="179516" y="309359"/>
                </a:lnTo>
                <a:lnTo>
                  <a:pt x="179748" y="317093"/>
                </a:lnTo>
                <a:lnTo>
                  <a:pt x="180055" y="324827"/>
                </a:lnTo>
                <a:lnTo>
                  <a:pt x="180449" y="332561"/>
                </a:lnTo>
                <a:lnTo>
                  <a:pt x="180936" y="340295"/>
                </a:lnTo>
                <a:lnTo>
                  <a:pt x="181519" y="348029"/>
                </a:lnTo>
                <a:lnTo>
                  <a:pt x="182190" y="355763"/>
                </a:lnTo>
                <a:lnTo>
                  <a:pt x="182930" y="363497"/>
                </a:lnTo>
                <a:lnTo>
                  <a:pt x="183709" y="371231"/>
                </a:lnTo>
                <a:lnTo>
                  <a:pt x="184488" y="378965"/>
                </a:lnTo>
                <a:lnTo>
                  <a:pt x="185218" y="386699"/>
                </a:lnTo>
                <a:lnTo>
                  <a:pt x="185851" y="394433"/>
                </a:lnTo>
                <a:lnTo>
                  <a:pt x="186339" y="402167"/>
                </a:lnTo>
                <a:lnTo>
                  <a:pt x="186641" y="409901"/>
                </a:lnTo>
                <a:lnTo>
                  <a:pt x="186730" y="417635"/>
                </a:lnTo>
                <a:lnTo>
                  <a:pt x="186595" y="425369"/>
                </a:lnTo>
                <a:lnTo>
                  <a:pt x="186238" y="433103"/>
                </a:lnTo>
                <a:lnTo>
                  <a:pt x="185682" y="440837"/>
                </a:lnTo>
                <a:lnTo>
                  <a:pt x="184960" y="448571"/>
                </a:lnTo>
                <a:lnTo>
                  <a:pt x="184115" y="456305"/>
                </a:lnTo>
                <a:lnTo>
                  <a:pt x="183199" y="464039"/>
                </a:lnTo>
                <a:lnTo>
                  <a:pt x="182260" y="471773"/>
                </a:lnTo>
                <a:lnTo>
                  <a:pt x="181347" y="479507"/>
                </a:lnTo>
                <a:lnTo>
                  <a:pt x="180502" y="487241"/>
                </a:lnTo>
                <a:lnTo>
                  <a:pt x="179760" y="494975"/>
                </a:lnTo>
                <a:lnTo>
                  <a:pt x="179150" y="502709"/>
                </a:lnTo>
                <a:lnTo>
                  <a:pt x="178689" y="510443"/>
                </a:lnTo>
                <a:lnTo>
                  <a:pt x="178390" y="518177"/>
                </a:lnTo>
                <a:lnTo>
                  <a:pt x="178257" y="525911"/>
                </a:lnTo>
                <a:lnTo>
                  <a:pt x="178288" y="533645"/>
                </a:lnTo>
                <a:lnTo>
                  <a:pt x="178473" y="541379"/>
                </a:lnTo>
                <a:lnTo>
                  <a:pt x="178794" y="549113"/>
                </a:lnTo>
                <a:lnTo>
                  <a:pt x="179228" y="556847"/>
                </a:lnTo>
                <a:lnTo>
                  <a:pt x="179741" y="564581"/>
                </a:lnTo>
                <a:lnTo>
                  <a:pt x="180295" y="572315"/>
                </a:lnTo>
                <a:lnTo>
                  <a:pt x="180847" y="580049"/>
                </a:lnTo>
                <a:lnTo>
                  <a:pt x="181350" y="587783"/>
                </a:lnTo>
                <a:lnTo>
                  <a:pt x="181758" y="595517"/>
                </a:lnTo>
                <a:lnTo>
                  <a:pt x="182033" y="603251"/>
                </a:lnTo>
                <a:lnTo>
                  <a:pt x="182144" y="610985"/>
                </a:lnTo>
                <a:lnTo>
                  <a:pt x="182069" y="618719"/>
                </a:lnTo>
                <a:lnTo>
                  <a:pt x="181805" y="626453"/>
                </a:lnTo>
                <a:lnTo>
                  <a:pt x="181358" y="634187"/>
                </a:lnTo>
                <a:lnTo>
                  <a:pt x="180750" y="641921"/>
                </a:lnTo>
                <a:lnTo>
                  <a:pt x="180011" y="649655"/>
                </a:lnTo>
                <a:lnTo>
                  <a:pt x="179179" y="657389"/>
                </a:lnTo>
                <a:lnTo>
                  <a:pt x="178295" y="665123"/>
                </a:lnTo>
                <a:lnTo>
                  <a:pt x="177399" y="672857"/>
                </a:lnTo>
                <a:lnTo>
                  <a:pt x="176525" y="680591"/>
                </a:lnTo>
                <a:lnTo>
                  <a:pt x="175705" y="688325"/>
                </a:lnTo>
                <a:lnTo>
                  <a:pt x="174961" y="696059"/>
                </a:lnTo>
                <a:lnTo>
                  <a:pt x="174310" y="703793"/>
                </a:lnTo>
                <a:lnTo>
                  <a:pt x="173761" y="711527"/>
                </a:lnTo>
                <a:lnTo>
                  <a:pt x="173320" y="719261"/>
                </a:lnTo>
                <a:lnTo>
                  <a:pt x="172987" y="726994"/>
                </a:lnTo>
                <a:lnTo>
                  <a:pt x="172761" y="734728"/>
                </a:lnTo>
                <a:lnTo>
                  <a:pt x="172637" y="742462"/>
                </a:lnTo>
                <a:lnTo>
                  <a:pt x="172609" y="750196"/>
                </a:lnTo>
                <a:lnTo>
                  <a:pt x="172668" y="757930"/>
                </a:lnTo>
                <a:lnTo>
                  <a:pt x="172802" y="765664"/>
                </a:lnTo>
                <a:lnTo>
                  <a:pt x="173000" y="773398"/>
                </a:lnTo>
                <a:lnTo>
                  <a:pt x="173247" y="781132"/>
                </a:lnTo>
                <a:lnTo>
                  <a:pt x="173526" y="788866"/>
                </a:lnTo>
                <a:lnTo>
                  <a:pt x="173823" y="796600"/>
                </a:lnTo>
                <a:lnTo>
                  <a:pt x="174122" y="804334"/>
                </a:lnTo>
                <a:lnTo>
                  <a:pt x="174410" y="812068"/>
                </a:lnTo>
                <a:lnTo>
                  <a:pt x="174676" y="819802"/>
                </a:lnTo>
                <a:lnTo>
                  <a:pt x="174912" y="827536"/>
                </a:lnTo>
                <a:lnTo>
                  <a:pt x="175112" y="835270"/>
                </a:lnTo>
                <a:lnTo>
                  <a:pt x="175273" y="843004"/>
                </a:lnTo>
                <a:lnTo>
                  <a:pt x="175392" y="850738"/>
                </a:lnTo>
                <a:lnTo>
                  <a:pt x="175468" y="858472"/>
                </a:lnTo>
                <a:lnTo>
                  <a:pt x="175499" y="866206"/>
                </a:lnTo>
                <a:lnTo>
                  <a:pt x="175483" y="873940"/>
                </a:lnTo>
                <a:lnTo>
                  <a:pt x="175419" y="881674"/>
                </a:lnTo>
                <a:lnTo>
                  <a:pt x="175304" y="889408"/>
                </a:lnTo>
                <a:lnTo>
                  <a:pt x="175136" y="897142"/>
                </a:lnTo>
                <a:lnTo>
                  <a:pt x="174915" y="904876"/>
                </a:lnTo>
                <a:lnTo>
                  <a:pt x="174644" y="912610"/>
                </a:lnTo>
                <a:lnTo>
                  <a:pt x="174328" y="920344"/>
                </a:lnTo>
                <a:lnTo>
                  <a:pt x="173974" y="928078"/>
                </a:lnTo>
                <a:lnTo>
                  <a:pt x="173595" y="935812"/>
                </a:lnTo>
                <a:lnTo>
                  <a:pt x="173203" y="943546"/>
                </a:lnTo>
                <a:lnTo>
                  <a:pt x="172813" y="951280"/>
                </a:lnTo>
                <a:lnTo>
                  <a:pt x="172441" y="959014"/>
                </a:lnTo>
                <a:lnTo>
                  <a:pt x="172100" y="966748"/>
                </a:lnTo>
                <a:lnTo>
                  <a:pt x="171803" y="974482"/>
                </a:lnTo>
                <a:lnTo>
                  <a:pt x="171558" y="982216"/>
                </a:lnTo>
                <a:lnTo>
                  <a:pt x="171370" y="989950"/>
                </a:lnTo>
                <a:lnTo>
                  <a:pt x="171242" y="997684"/>
                </a:lnTo>
                <a:lnTo>
                  <a:pt x="171170" y="1005418"/>
                </a:lnTo>
                <a:lnTo>
                  <a:pt x="171149" y="1013152"/>
                </a:lnTo>
                <a:lnTo>
                  <a:pt x="171170" y="1020886"/>
                </a:lnTo>
                <a:lnTo>
                  <a:pt x="171223" y="1028620"/>
                </a:lnTo>
                <a:lnTo>
                  <a:pt x="171295" y="1036354"/>
                </a:lnTo>
                <a:lnTo>
                  <a:pt x="171376" y="1044088"/>
                </a:lnTo>
                <a:lnTo>
                  <a:pt x="171456" y="1051822"/>
                </a:lnTo>
                <a:lnTo>
                  <a:pt x="171527" y="1059556"/>
                </a:lnTo>
                <a:lnTo>
                  <a:pt x="171588" y="1067290"/>
                </a:lnTo>
                <a:lnTo>
                  <a:pt x="171641" y="1075024"/>
                </a:lnTo>
                <a:lnTo>
                  <a:pt x="171696" y="1082758"/>
                </a:lnTo>
                <a:lnTo>
                  <a:pt x="171768" y="1090492"/>
                </a:lnTo>
                <a:lnTo>
                  <a:pt x="171882" y="1098226"/>
                </a:lnTo>
                <a:lnTo>
                  <a:pt x="172069" y="1105960"/>
                </a:lnTo>
                <a:lnTo>
                  <a:pt x="172366" y="1113694"/>
                </a:lnTo>
                <a:lnTo>
                  <a:pt x="172815" y="1121428"/>
                </a:lnTo>
                <a:lnTo>
                  <a:pt x="173458" y="1129162"/>
                </a:lnTo>
                <a:lnTo>
                  <a:pt x="174337" y="1136896"/>
                </a:lnTo>
                <a:lnTo>
                  <a:pt x="175487" y="1144630"/>
                </a:lnTo>
                <a:lnTo>
                  <a:pt x="176929" y="1152364"/>
                </a:lnTo>
                <a:lnTo>
                  <a:pt x="178667" y="1160098"/>
                </a:lnTo>
                <a:lnTo>
                  <a:pt x="180683" y="1167832"/>
                </a:lnTo>
                <a:lnTo>
                  <a:pt x="182932" y="1175566"/>
                </a:lnTo>
                <a:lnTo>
                  <a:pt x="185341" y="1183300"/>
                </a:lnTo>
                <a:lnTo>
                  <a:pt x="187812" y="1191034"/>
                </a:lnTo>
                <a:lnTo>
                  <a:pt x="190226" y="1198768"/>
                </a:lnTo>
                <a:lnTo>
                  <a:pt x="192450" y="1206502"/>
                </a:lnTo>
                <a:lnTo>
                  <a:pt x="194352" y="1214235"/>
                </a:lnTo>
                <a:lnTo>
                  <a:pt x="195810" y="1221969"/>
                </a:lnTo>
                <a:lnTo>
                  <a:pt x="196728" y="1229703"/>
                </a:lnTo>
                <a:lnTo>
                  <a:pt x="197041" y="1237437"/>
                </a:lnTo>
                <a:lnTo>
                  <a:pt x="197041" y="1237437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154" name="Stage1_sixpanel_7325">
            <a:extLst>
              <a:ext uri="{FF2B5EF4-FFF2-40B4-BE49-F238E27FC236}">
                <a16:creationId xmlns:a16="http://schemas.microsoft.com/office/drawing/2014/main" id="{80CC559A-90D4-4704-9086-D10B9725FD1A}"/>
              </a:ext>
            </a:extLst>
          </p:cNvPr>
          <p:cNvSpPr>
            <a:spLocks noGrp="1"/>
          </p:cNvSpPr>
          <p:nvPr/>
        </p:nvSpPr>
        <p:spPr>
          <a:xfrm>
            <a:off x="198115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5" name="Stage1_sixpanel_7326">
            <a:extLst>
              <a:ext uri="{FF2B5EF4-FFF2-40B4-BE49-F238E27FC236}">
                <a16:creationId xmlns:a16="http://schemas.microsoft.com/office/drawing/2014/main" id="{1C49334F-1ACA-4BAC-AEAA-B23DAB826EE9}"/>
              </a:ext>
            </a:extLst>
          </p:cNvPr>
          <p:cNvSpPr>
            <a:spLocks noGrp="1"/>
          </p:cNvSpPr>
          <p:nvPr/>
        </p:nvSpPr>
        <p:spPr>
          <a:xfrm>
            <a:off x="192170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6" name="Stage1_sixpanel_7327">
            <a:extLst>
              <a:ext uri="{FF2B5EF4-FFF2-40B4-BE49-F238E27FC236}">
                <a16:creationId xmlns:a16="http://schemas.microsoft.com/office/drawing/2014/main" id="{CD389F6D-46E2-41CA-A3E7-85A0F9901AB7}"/>
              </a:ext>
            </a:extLst>
          </p:cNvPr>
          <p:cNvSpPr>
            <a:spLocks noGrp="1"/>
          </p:cNvSpPr>
          <p:nvPr/>
        </p:nvSpPr>
        <p:spPr>
          <a:xfrm>
            <a:off x="178048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7" name="Stage1_sixpanel_7328">
            <a:extLst>
              <a:ext uri="{FF2B5EF4-FFF2-40B4-BE49-F238E27FC236}">
                <a16:creationId xmlns:a16="http://schemas.microsoft.com/office/drawing/2014/main" id="{61070D7A-1716-4825-990C-F8E9DEC2F7A6}"/>
              </a:ext>
            </a:extLst>
          </p:cNvPr>
          <p:cNvSpPr>
            <a:spLocks noGrp="1"/>
          </p:cNvSpPr>
          <p:nvPr/>
        </p:nvSpPr>
        <p:spPr>
          <a:xfrm>
            <a:off x="1843910" y="790600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8" name="Stage1_sixpanel_7329">
            <a:extLst>
              <a:ext uri="{FF2B5EF4-FFF2-40B4-BE49-F238E27FC236}">
                <a16:creationId xmlns:a16="http://schemas.microsoft.com/office/drawing/2014/main" id="{972D02F1-FA69-4F2E-9F1B-0290271B8286}"/>
              </a:ext>
            </a:extLst>
          </p:cNvPr>
          <p:cNvSpPr>
            <a:spLocks noGrp="1"/>
          </p:cNvSpPr>
          <p:nvPr/>
        </p:nvSpPr>
        <p:spPr>
          <a:xfrm>
            <a:off x="1829765" y="703572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9" name="Stage1_sixpanel_7330">
            <a:extLst>
              <a:ext uri="{FF2B5EF4-FFF2-40B4-BE49-F238E27FC236}">
                <a16:creationId xmlns:a16="http://schemas.microsoft.com/office/drawing/2014/main" id="{ED79D249-67C2-4617-A506-C837D05D1AFE}"/>
              </a:ext>
            </a:extLst>
          </p:cNvPr>
          <p:cNvSpPr>
            <a:spLocks noGrp="1"/>
          </p:cNvSpPr>
          <p:nvPr/>
        </p:nvSpPr>
        <p:spPr>
          <a:xfrm>
            <a:off x="181706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0" name="Stage1_sixpanel_7331">
            <a:extLst>
              <a:ext uri="{FF2B5EF4-FFF2-40B4-BE49-F238E27FC236}">
                <a16:creationId xmlns:a16="http://schemas.microsoft.com/office/drawing/2014/main" id="{C1C938E8-7FBA-4DDA-AB25-554AD17A61AF}"/>
              </a:ext>
            </a:extLst>
          </p:cNvPr>
          <p:cNvSpPr>
            <a:spLocks noGrp="1"/>
          </p:cNvSpPr>
          <p:nvPr/>
        </p:nvSpPr>
        <p:spPr>
          <a:xfrm>
            <a:off x="190016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1" name="Stage1_sixpanel_7332">
            <a:extLst>
              <a:ext uri="{FF2B5EF4-FFF2-40B4-BE49-F238E27FC236}">
                <a16:creationId xmlns:a16="http://schemas.microsoft.com/office/drawing/2014/main" id="{4F6F225E-1C0C-42CD-B0FC-132550B944CF}"/>
              </a:ext>
            </a:extLst>
          </p:cNvPr>
          <p:cNvSpPr>
            <a:spLocks noGrp="1"/>
          </p:cNvSpPr>
          <p:nvPr/>
        </p:nvSpPr>
        <p:spPr>
          <a:xfrm>
            <a:off x="183415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2" name="Stage1_sixpanel_7333">
            <a:extLst>
              <a:ext uri="{FF2B5EF4-FFF2-40B4-BE49-F238E27FC236}">
                <a16:creationId xmlns:a16="http://schemas.microsoft.com/office/drawing/2014/main" id="{4BC29DB9-AC8E-44CF-BBB9-897E17A5188E}"/>
              </a:ext>
            </a:extLst>
          </p:cNvPr>
          <p:cNvSpPr>
            <a:spLocks noGrp="1"/>
          </p:cNvSpPr>
          <p:nvPr/>
        </p:nvSpPr>
        <p:spPr>
          <a:xfrm>
            <a:off x="1959503" y="70928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3" name="Stage1_sixpanel_7334">
            <a:extLst>
              <a:ext uri="{FF2B5EF4-FFF2-40B4-BE49-F238E27FC236}">
                <a16:creationId xmlns:a16="http://schemas.microsoft.com/office/drawing/2014/main" id="{AF72A0AF-AC1A-4397-8BD6-1259927B33D7}"/>
              </a:ext>
            </a:extLst>
          </p:cNvPr>
          <p:cNvSpPr>
            <a:spLocks noGrp="1"/>
          </p:cNvSpPr>
          <p:nvPr/>
        </p:nvSpPr>
        <p:spPr>
          <a:xfrm>
            <a:off x="1871288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4" name="Stage1_sixpanel_7335">
            <a:extLst>
              <a:ext uri="{FF2B5EF4-FFF2-40B4-BE49-F238E27FC236}">
                <a16:creationId xmlns:a16="http://schemas.microsoft.com/office/drawing/2014/main" id="{A2AAB9A7-BD40-4B95-B449-A7F770E279B6}"/>
              </a:ext>
            </a:extLst>
          </p:cNvPr>
          <p:cNvSpPr>
            <a:spLocks noGrp="1"/>
          </p:cNvSpPr>
          <p:nvPr/>
        </p:nvSpPr>
        <p:spPr>
          <a:xfrm>
            <a:off x="1833757" y="74371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5" name="Stage1_sixpanel_7336">
            <a:extLst>
              <a:ext uri="{FF2B5EF4-FFF2-40B4-BE49-F238E27FC236}">
                <a16:creationId xmlns:a16="http://schemas.microsoft.com/office/drawing/2014/main" id="{CEB2B6AB-5201-42CD-8D3A-1A4173770A8D}"/>
              </a:ext>
            </a:extLst>
          </p:cNvPr>
          <p:cNvSpPr>
            <a:spLocks noGrp="1"/>
          </p:cNvSpPr>
          <p:nvPr/>
        </p:nvSpPr>
        <p:spPr>
          <a:xfrm>
            <a:off x="196626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6" name="Stage1_sixpanel_7337">
            <a:extLst>
              <a:ext uri="{FF2B5EF4-FFF2-40B4-BE49-F238E27FC236}">
                <a16:creationId xmlns:a16="http://schemas.microsoft.com/office/drawing/2014/main" id="{B6BB4B16-A60D-4822-A6F0-3A1AA20614B8}"/>
              </a:ext>
            </a:extLst>
          </p:cNvPr>
          <p:cNvSpPr>
            <a:spLocks noGrp="1"/>
          </p:cNvSpPr>
          <p:nvPr/>
        </p:nvSpPr>
        <p:spPr>
          <a:xfrm>
            <a:off x="194884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7" name="Stage1_sixpanel_7338">
            <a:extLst>
              <a:ext uri="{FF2B5EF4-FFF2-40B4-BE49-F238E27FC236}">
                <a16:creationId xmlns:a16="http://schemas.microsoft.com/office/drawing/2014/main" id="{C8E98D5A-022B-4125-A079-A47B0DA79E75}"/>
              </a:ext>
            </a:extLst>
          </p:cNvPr>
          <p:cNvSpPr>
            <a:spLocks noGrp="1"/>
          </p:cNvSpPr>
          <p:nvPr/>
        </p:nvSpPr>
        <p:spPr>
          <a:xfrm>
            <a:off x="1978262" y="702212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8" name="Stage1_sixpanel_7339">
            <a:extLst>
              <a:ext uri="{FF2B5EF4-FFF2-40B4-BE49-F238E27FC236}">
                <a16:creationId xmlns:a16="http://schemas.microsoft.com/office/drawing/2014/main" id="{BC37AA37-75E5-4B14-977C-470DE2D683D6}"/>
              </a:ext>
            </a:extLst>
          </p:cNvPr>
          <p:cNvSpPr>
            <a:spLocks noGrp="1"/>
          </p:cNvSpPr>
          <p:nvPr/>
        </p:nvSpPr>
        <p:spPr>
          <a:xfrm>
            <a:off x="185624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9" name="Stage1_sixpanel_7340">
            <a:extLst>
              <a:ext uri="{FF2B5EF4-FFF2-40B4-BE49-F238E27FC236}">
                <a16:creationId xmlns:a16="http://schemas.microsoft.com/office/drawing/2014/main" id="{1E8CE6DD-F72B-4253-A094-4F550AF11875}"/>
              </a:ext>
            </a:extLst>
          </p:cNvPr>
          <p:cNvSpPr>
            <a:spLocks noGrp="1"/>
          </p:cNvSpPr>
          <p:nvPr/>
        </p:nvSpPr>
        <p:spPr>
          <a:xfrm>
            <a:off x="192474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0" name="Stage1_sixpanel_7341">
            <a:extLst>
              <a:ext uri="{FF2B5EF4-FFF2-40B4-BE49-F238E27FC236}">
                <a16:creationId xmlns:a16="http://schemas.microsoft.com/office/drawing/2014/main" id="{5BDDE7E0-D0F3-454D-8073-2714D77689B0}"/>
              </a:ext>
            </a:extLst>
          </p:cNvPr>
          <p:cNvSpPr>
            <a:spLocks noGrp="1"/>
          </p:cNvSpPr>
          <p:nvPr/>
        </p:nvSpPr>
        <p:spPr>
          <a:xfrm>
            <a:off x="1834673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1" name="Stage1_sixpanel_7342">
            <a:extLst>
              <a:ext uri="{FF2B5EF4-FFF2-40B4-BE49-F238E27FC236}">
                <a16:creationId xmlns:a16="http://schemas.microsoft.com/office/drawing/2014/main" id="{9E45FBEE-6B03-41DF-AB59-CB1D84ACE2B1}"/>
              </a:ext>
            </a:extLst>
          </p:cNvPr>
          <p:cNvSpPr>
            <a:spLocks noGrp="1"/>
          </p:cNvSpPr>
          <p:nvPr/>
        </p:nvSpPr>
        <p:spPr>
          <a:xfrm>
            <a:off x="199227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2" name="Stage1_sixpanel_7343">
            <a:extLst>
              <a:ext uri="{FF2B5EF4-FFF2-40B4-BE49-F238E27FC236}">
                <a16:creationId xmlns:a16="http://schemas.microsoft.com/office/drawing/2014/main" id="{6D3F6AA8-300E-4591-A80D-7DDF5EB882FB}"/>
              </a:ext>
            </a:extLst>
          </p:cNvPr>
          <p:cNvSpPr>
            <a:spLocks noGrp="1"/>
          </p:cNvSpPr>
          <p:nvPr/>
        </p:nvSpPr>
        <p:spPr>
          <a:xfrm>
            <a:off x="193353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3" name="Stage1_sixpanel_7344">
            <a:extLst>
              <a:ext uri="{FF2B5EF4-FFF2-40B4-BE49-F238E27FC236}">
                <a16:creationId xmlns:a16="http://schemas.microsoft.com/office/drawing/2014/main" id="{EF513005-0967-4359-BC7E-BD47A88796C6}"/>
              </a:ext>
            </a:extLst>
          </p:cNvPr>
          <p:cNvSpPr>
            <a:spLocks noGrp="1"/>
          </p:cNvSpPr>
          <p:nvPr/>
        </p:nvSpPr>
        <p:spPr>
          <a:xfrm>
            <a:off x="199216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4" name="Stage1_sixpanel_7345">
            <a:extLst>
              <a:ext uri="{FF2B5EF4-FFF2-40B4-BE49-F238E27FC236}">
                <a16:creationId xmlns:a16="http://schemas.microsoft.com/office/drawing/2014/main" id="{8A9B446A-9CD7-411C-9888-68BAC1511414}"/>
              </a:ext>
            </a:extLst>
          </p:cNvPr>
          <p:cNvSpPr>
            <a:spLocks noGrp="1"/>
          </p:cNvSpPr>
          <p:nvPr/>
        </p:nvSpPr>
        <p:spPr>
          <a:xfrm>
            <a:off x="1799798" y="694846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5" name="Stage1_sixpanel_7346">
            <a:extLst>
              <a:ext uri="{FF2B5EF4-FFF2-40B4-BE49-F238E27FC236}">
                <a16:creationId xmlns:a16="http://schemas.microsoft.com/office/drawing/2014/main" id="{79068923-5953-435C-82B0-6E69BB4FCBE9}"/>
              </a:ext>
            </a:extLst>
          </p:cNvPr>
          <p:cNvSpPr>
            <a:spLocks noGrp="1"/>
          </p:cNvSpPr>
          <p:nvPr/>
        </p:nvSpPr>
        <p:spPr>
          <a:xfrm>
            <a:off x="1820646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6" name="Stage1_sixpanel_7347">
            <a:extLst>
              <a:ext uri="{FF2B5EF4-FFF2-40B4-BE49-F238E27FC236}">
                <a16:creationId xmlns:a16="http://schemas.microsoft.com/office/drawing/2014/main" id="{AE8CC4A7-9BB2-454B-9C3C-3115F877C27A}"/>
              </a:ext>
            </a:extLst>
          </p:cNvPr>
          <p:cNvSpPr>
            <a:spLocks noGrp="1"/>
          </p:cNvSpPr>
          <p:nvPr/>
        </p:nvSpPr>
        <p:spPr>
          <a:xfrm>
            <a:off x="192368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7" name="Stage1_sixpanel_7348">
            <a:extLst>
              <a:ext uri="{FF2B5EF4-FFF2-40B4-BE49-F238E27FC236}">
                <a16:creationId xmlns:a16="http://schemas.microsoft.com/office/drawing/2014/main" id="{A1ABC25A-988A-4663-9DCE-71463643244D}"/>
              </a:ext>
            </a:extLst>
          </p:cNvPr>
          <p:cNvSpPr>
            <a:spLocks noGrp="1"/>
          </p:cNvSpPr>
          <p:nvPr/>
        </p:nvSpPr>
        <p:spPr>
          <a:xfrm>
            <a:off x="185032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8" name="Stage1_sixpanel_7349">
            <a:extLst>
              <a:ext uri="{FF2B5EF4-FFF2-40B4-BE49-F238E27FC236}">
                <a16:creationId xmlns:a16="http://schemas.microsoft.com/office/drawing/2014/main" id="{269DF6F0-E566-4D73-A17D-136AAC8AD146}"/>
              </a:ext>
            </a:extLst>
          </p:cNvPr>
          <p:cNvSpPr>
            <a:spLocks noGrp="1"/>
          </p:cNvSpPr>
          <p:nvPr/>
        </p:nvSpPr>
        <p:spPr>
          <a:xfrm>
            <a:off x="1942997" y="734032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9" name="Stage1_sixpanel_7350">
            <a:extLst>
              <a:ext uri="{FF2B5EF4-FFF2-40B4-BE49-F238E27FC236}">
                <a16:creationId xmlns:a16="http://schemas.microsoft.com/office/drawing/2014/main" id="{86A68662-8664-4BD5-91D0-9AEB364144BF}"/>
              </a:ext>
            </a:extLst>
          </p:cNvPr>
          <p:cNvSpPr>
            <a:spLocks noGrp="1"/>
          </p:cNvSpPr>
          <p:nvPr/>
        </p:nvSpPr>
        <p:spPr>
          <a:xfrm>
            <a:off x="1780888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0" name="Stage1_sixpanel_7351">
            <a:extLst>
              <a:ext uri="{FF2B5EF4-FFF2-40B4-BE49-F238E27FC236}">
                <a16:creationId xmlns:a16="http://schemas.microsoft.com/office/drawing/2014/main" id="{9B9594DD-F865-40BB-BBC0-DFBDB0E6499B}"/>
              </a:ext>
            </a:extLst>
          </p:cNvPr>
          <p:cNvSpPr>
            <a:spLocks noGrp="1"/>
          </p:cNvSpPr>
          <p:nvPr/>
        </p:nvSpPr>
        <p:spPr>
          <a:xfrm>
            <a:off x="1802487" y="755245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1" name="Stage1_sixpanel_7352">
            <a:extLst>
              <a:ext uri="{FF2B5EF4-FFF2-40B4-BE49-F238E27FC236}">
                <a16:creationId xmlns:a16="http://schemas.microsoft.com/office/drawing/2014/main" id="{4CEA1479-A990-4C7E-B50A-569ECE43151A}"/>
              </a:ext>
            </a:extLst>
          </p:cNvPr>
          <p:cNvSpPr>
            <a:spLocks noGrp="1"/>
          </p:cNvSpPr>
          <p:nvPr/>
        </p:nvSpPr>
        <p:spPr>
          <a:xfrm>
            <a:off x="1849174" y="729532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2" name="Stage1_sixpanel_7353">
            <a:extLst>
              <a:ext uri="{FF2B5EF4-FFF2-40B4-BE49-F238E27FC236}">
                <a16:creationId xmlns:a16="http://schemas.microsoft.com/office/drawing/2014/main" id="{3B27594E-3E39-4EE8-8B1B-A81991039412}"/>
              </a:ext>
            </a:extLst>
          </p:cNvPr>
          <p:cNvSpPr>
            <a:spLocks noGrp="1"/>
          </p:cNvSpPr>
          <p:nvPr/>
        </p:nvSpPr>
        <p:spPr>
          <a:xfrm>
            <a:off x="180063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3" name="Stage1_sixpanel_7354">
            <a:extLst>
              <a:ext uri="{FF2B5EF4-FFF2-40B4-BE49-F238E27FC236}">
                <a16:creationId xmlns:a16="http://schemas.microsoft.com/office/drawing/2014/main" id="{87B36E00-FA52-42FF-A069-FD10621F3BB1}"/>
              </a:ext>
            </a:extLst>
          </p:cNvPr>
          <p:cNvSpPr>
            <a:spLocks noGrp="1"/>
          </p:cNvSpPr>
          <p:nvPr/>
        </p:nvSpPr>
        <p:spPr>
          <a:xfrm>
            <a:off x="198159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4" name="Stage1_sixpanel_7355">
            <a:extLst>
              <a:ext uri="{FF2B5EF4-FFF2-40B4-BE49-F238E27FC236}">
                <a16:creationId xmlns:a16="http://schemas.microsoft.com/office/drawing/2014/main" id="{EE1CB2D2-79FF-484A-802C-7F876396B109}"/>
              </a:ext>
            </a:extLst>
          </p:cNvPr>
          <p:cNvSpPr>
            <a:spLocks noGrp="1"/>
          </p:cNvSpPr>
          <p:nvPr/>
        </p:nvSpPr>
        <p:spPr>
          <a:xfrm>
            <a:off x="197379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5" name="Stage1_sixpanel_7356">
            <a:extLst>
              <a:ext uri="{FF2B5EF4-FFF2-40B4-BE49-F238E27FC236}">
                <a16:creationId xmlns:a16="http://schemas.microsoft.com/office/drawing/2014/main" id="{3CAD0847-3A0A-4EC7-83A1-CC7DD4153D4C}"/>
              </a:ext>
            </a:extLst>
          </p:cNvPr>
          <p:cNvSpPr>
            <a:spLocks noGrp="1"/>
          </p:cNvSpPr>
          <p:nvPr/>
        </p:nvSpPr>
        <p:spPr>
          <a:xfrm>
            <a:off x="1924019" y="702212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6" name="Stage1_sixpanel_7357">
            <a:extLst>
              <a:ext uri="{FF2B5EF4-FFF2-40B4-BE49-F238E27FC236}">
                <a16:creationId xmlns:a16="http://schemas.microsoft.com/office/drawing/2014/main" id="{B74436F0-B2F3-4F19-BAEE-7AC9449A9280}"/>
              </a:ext>
            </a:extLst>
          </p:cNvPr>
          <p:cNvSpPr>
            <a:spLocks noGrp="1"/>
          </p:cNvSpPr>
          <p:nvPr/>
        </p:nvSpPr>
        <p:spPr>
          <a:xfrm>
            <a:off x="193740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7" name="Stage1_sixpanel_7358">
            <a:extLst>
              <a:ext uri="{FF2B5EF4-FFF2-40B4-BE49-F238E27FC236}">
                <a16:creationId xmlns:a16="http://schemas.microsoft.com/office/drawing/2014/main" id="{50396AF2-9848-43C8-86E5-F7E25976EFD3}"/>
              </a:ext>
            </a:extLst>
          </p:cNvPr>
          <p:cNvSpPr>
            <a:spLocks noGrp="1"/>
          </p:cNvSpPr>
          <p:nvPr/>
        </p:nvSpPr>
        <p:spPr>
          <a:xfrm>
            <a:off x="1893426" y="792810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8" name="Stage1_sixpanel_7359">
            <a:extLst>
              <a:ext uri="{FF2B5EF4-FFF2-40B4-BE49-F238E27FC236}">
                <a16:creationId xmlns:a16="http://schemas.microsoft.com/office/drawing/2014/main" id="{A12EDD3B-0871-4DE2-A411-A72895318D3B}"/>
              </a:ext>
            </a:extLst>
          </p:cNvPr>
          <p:cNvSpPr>
            <a:spLocks noGrp="1"/>
          </p:cNvSpPr>
          <p:nvPr/>
        </p:nvSpPr>
        <p:spPr>
          <a:xfrm>
            <a:off x="182846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9" name="Stage1_sixpanel_7360">
            <a:extLst>
              <a:ext uri="{FF2B5EF4-FFF2-40B4-BE49-F238E27FC236}">
                <a16:creationId xmlns:a16="http://schemas.microsoft.com/office/drawing/2014/main" id="{278A6B5B-2989-44E6-BB2B-C722D27D4ECA}"/>
              </a:ext>
            </a:extLst>
          </p:cNvPr>
          <p:cNvSpPr>
            <a:spLocks noGrp="1"/>
          </p:cNvSpPr>
          <p:nvPr/>
        </p:nvSpPr>
        <p:spPr>
          <a:xfrm>
            <a:off x="1794603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0" name="Stage1_sixpanel_7361">
            <a:extLst>
              <a:ext uri="{FF2B5EF4-FFF2-40B4-BE49-F238E27FC236}">
                <a16:creationId xmlns:a16="http://schemas.microsoft.com/office/drawing/2014/main" id="{62189199-8513-4C14-8FCB-DCBDF5F89C6D}"/>
              </a:ext>
            </a:extLst>
          </p:cNvPr>
          <p:cNvSpPr>
            <a:spLocks noGrp="1"/>
          </p:cNvSpPr>
          <p:nvPr/>
        </p:nvSpPr>
        <p:spPr>
          <a:xfrm>
            <a:off x="1989525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1" name="Stage1_sixpanel_7362">
            <a:extLst>
              <a:ext uri="{FF2B5EF4-FFF2-40B4-BE49-F238E27FC236}">
                <a16:creationId xmlns:a16="http://schemas.microsoft.com/office/drawing/2014/main" id="{6432EBF4-76C9-4237-918E-B0D02222580F}"/>
              </a:ext>
            </a:extLst>
          </p:cNvPr>
          <p:cNvSpPr>
            <a:spLocks noGrp="1"/>
          </p:cNvSpPr>
          <p:nvPr/>
        </p:nvSpPr>
        <p:spPr>
          <a:xfrm>
            <a:off x="1825429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2" name="Stage1_sixpanel_7363">
            <a:extLst>
              <a:ext uri="{FF2B5EF4-FFF2-40B4-BE49-F238E27FC236}">
                <a16:creationId xmlns:a16="http://schemas.microsoft.com/office/drawing/2014/main" id="{B7DC8552-1D0B-4113-A3F0-B89D4731EEF4}"/>
              </a:ext>
            </a:extLst>
          </p:cNvPr>
          <p:cNvSpPr>
            <a:spLocks noGrp="1"/>
          </p:cNvSpPr>
          <p:nvPr/>
        </p:nvSpPr>
        <p:spPr>
          <a:xfrm>
            <a:off x="195101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3" name="Stage1_sixpanel_7364">
            <a:extLst>
              <a:ext uri="{FF2B5EF4-FFF2-40B4-BE49-F238E27FC236}">
                <a16:creationId xmlns:a16="http://schemas.microsoft.com/office/drawing/2014/main" id="{468B0F3A-3835-4006-B163-467AB9F570ED}"/>
              </a:ext>
            </a:extLst>
          </p:cNvPr>
          <p:cNvSpPr>
            <a:spLocks noGrp="1"/>
          </p:cNvSpPr>
          <p:nvPr/>
        </p:nvSpPr>
        <p:spPr>
          <a:xfrm>
            <a:off x="181633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4" name="Stage1_sixpanel_7365">
            <a:extLst>
              <a:ext uri="{FF2B5EF4-FFF2-40B4-BE49-F238E27FC236}">
                <a16:creationId xmlns:a16="http://schemas.microsoft.com/office/drawing/2014/main" id="{9357BCC7-9CC9-4A65-ADF8-58E108170EBD}"/>
              </a:ext>
            </a:extLst>
          </p:cNvPr>
          <p:cNvSpPr>
            <a:spLocks noGrp="1"/>
          </p:cNvSpPr>
          <p:nvPr/>
        </p:nvSpPr>
        <p:spPr>
          <a:xfrm>
            <a:off x="1974887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5" name="Stage1_sixpanel_7366">
            <a:extLst>
              <a:ext uri="{FF2B5EF4-FFF2-40B4-BE49-F238E27FC236}">
                <a16:creationId xmlns:a16="http://schemas.microsoft.com/office/drawing/2014/main" id="{720F9D52-7712-41FD-B5F7-A686AC23BE55}"/>
              </a:ext>
            </a:extLst>
          </p:cNvPr>
          <p:cNvSpPr>
            <a:spLocks noGrp="1"/>
          </p:cNvSpPr>
          <p:nvPr/>
        </p:nvSpPr>
        <p:spPr>
          <a:xfrm>
            <a:off x="193681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6" name="Stage1_sixpanel_7367">
            <a:extLst>
              <a:ext uri="{FF2B5EF4-FFF2-40B4-BE49-F238E27FC236}">
                <a16:creationId xmlns:a16="http://schemas.microsoft.com/office/drawing/2014/main" id="{3AE54595-A62A-4B1A-8D32-A86132EA21EE}"/>
              </a:ext>
            </a:extLst>
          </p:cNvPr>
          <p:cNvSpPr>
            <a:spLocks noGrp="1"/>
          </p:cNvSpPr>
          <p:nvPr/>
        </p:nvSpPr>
        <p:spPr>
          <a:xfrm>
            <a:off x="194759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7" name="Stage1_sixpanel_7368">
            <a:extLst>
              <a:ext uri="{FF2B5EF4-FFF2-40B4-BE49-F238E27FC236}">
                <a16:creationId xmlns:a16="http://schemas.microsoft.com/office/drawing/2014/main" id="{BCE8B152-C95F-4987-A43F-CC4E7DE6F3CB}"/>
              </a:ext>
            </a:extLst>
          </p:cNvPr>
          <p:cNvSpPr>
            <a:spLocks noGrp="1"/>
          </p:cNvSpPr>
          <p:nvPr/>
        </p:nvSpPr>
        <p:spPr>
          <a:xfrm>
            <a:off x="191327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8" name="Stage1_sixpanel_7369">
            <a:extLst>
              <a:ext uri="{FF2B5EF4-FFF2-40B4-BE49-F238E27FC236}">
                <a16:creationId xmlns:a16="http://schemas.microsoft.com/office/drawing/2014/main" id="{0D2C42B8-1A66-4465-BB30-6246FC89FA82}"/>
              </a:ext>
            </a:extLst>
          </p:cNvPr>
          <p:cNvSpPr>
            <a:spLocks noGrp="1"/>
          </p:cNvSpPr>
          <p:nvPr/>
        </p:nvSpPr>
        <p:spPr>
          <a:xfrm>
            <a:off x="183593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9" name="Stage1_sixpanel_7370">
            <a:extLst>
              <a:ext uri="{FF2B5EF4-FFF2-40B4-BE49-F238E27FC236}">
                <a16:creationId xmlns:a16="http://schemas.microsoft.com/office/drawing/2014/main" id="{51FFAFEB-1915-4168-B1D3-A02691128AA6}"/>
              </a:ext>
            </a:extLst>
          </p:cNvPr>
          <p:cNvSpPr>
            <a:spLocks noGrp="1"/>
          </p:cNvSpPr>
          <p:nvPr/>
        </p:nvSpPr>
        <p:spPr>
          <a:xfrm>
            <a:off x="186107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0" name="Stage1_sixpanel_7371">
            <a:extLst>
              <a:ext uri="{FF2B5EF4-FFF2-40B4-BE49-F238E27FC236}">
                <a16:creationId xmlns:a16="http://schemas.microsoft.com/office/drawing/2014/main" id="{492DE6C9-D47B-45C3-8B97-EACEECEDADF8}"/>
              </a:ext>
            </a:extLst>
          </p:cNvPr>
          <p:cNvSpPr>
            <a:spLocks noGrp="1"/>
          </p:cNvSpPr>
          <p:nvPr/>
        </p:nvSpPr>
        <p:spPr>
          <a:xfrm>
            <a:off x="1908693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1" name="Stage1_sixpanel_7372">
            <a:extLst>
              <a:ext uri="{FF2B5EF4-FFF2-40B4-BE49-F238E27FC236}">
                <a16:creationId xmlns:a16="http://schemas.microsoft.com/office/drawing/2014/main" id="{82212059-FD1B-4026-B10F-5DF199FDE544}"/>
              </a:ext>
            </a:extLst>
          </p:cNvPr>
          <p:cNvSpPr>
            <a:spLocks noGrp="1"/>
          </p:cNvSpPr>
          <p:nvPr/>
        </p:nvSpPr>
        <p:spPr>
          <a:xfrm>
            <a:off x="184104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2" name="Stage1_sixpanel_7373">
            <a:extLst>
              <a:ext uri="{FF2B5EF4-FFF2-40B4-BE49-F238E27FC236}">
                <a16:creationId xmlns:a16="http://schemas.microsoft.com/office/drawing/2014/main" id="{54403147-5C73-4B4E-802E-FA45946E3ECC}"/>
              </a:ext>
            </a:extLst>
          </p:cNvPr>
          <p:cNvSpPr>
            <a:spLocks noGrp="1"/>
          </p:cNvSpPr>
          <p:nvPr/>
        </p:nvSpPr>
        <p:spPr>
          <a:xfrm>
            <a:off x="1966714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3" name="Stage1_sixpanel_7374">
            <a:extLst>
              <a:ext uri="{FF2B5EF4-FFF2-40B4-BE49-F238E27FC236}">
                <a16:creationId xmlns:a16="http://schemas.microsoft.com/office/drawing/2014/main" id="{A08E7B21-F7E2-4AF9-9DCB-4C415C2F96CC}"/>
              </a:ext>
            </a:extLst>
          </p:cNvPr>
          <p:cNvSpPr>
            <a:spLocks noGrp="1"/>
          </p:cNvSpPr>
          <p:nvPr/>
        </p:nvSpPr>
        <p:spPr>
          <a:xfrm>
            <a:off x="187587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4" name="Stage1_sixpanel_7375">
            <a:extLst>
              <a:ext uri="{FF2B5EF4-FFF2-40B4-BE49-F238E27FC236}">
                <a16:creationId xmlns:a16="http://schemas.microsoft.com/office/drawing/2014/main" id="{57547CD3-9848-48F7-9CCE-F630CF440481}"/>
              </a:ext>
            </a:extLst>
          </p:cNvPr>
          <p:cNvSpPr>
            <a:spLocks noGrp="1"/>
          </p:cNvSpPr>
          <p:nvPr/>
        </p:nvSpPr>
        <p:spPr>
          <a:xfrm>
            <a:off x="189607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5" name="Stage1_sixpanel_7376">
            <a:extLst>
              <a:ext uri="{FF2B5EF4-FFF2-40B4-BE49-F238E27FC236}">
                <a16:creationId xmlns:a16="http://schemas.microsoft.com/office/drawing/2014/main" id="{D9678AC1-8769-4F8F-A566-4FF1B2C7E0C0}"/>
              </a:ext>
            </a:extLst>
          </p:cNvPr>
          <p:cNvSpPr>
            <a:spLocks noGrp="1"/>
          </p:cNvSpPr>
          <p:nvPr/>
        </p:nvSpPr>
        <p:spPr>
          <a:xfrm>
            <a:off x="177456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6" name="Stage1_sixpanel_7377">
            <a:extLst>
              <a:ext uri="{FF2B5EF4-FFF2-40B4-BE49-F238E27FC236}">
                <a16:creationId xmlns:a16="http://schemas.microsoft.com/office/drawing/2014/main" id="{F6A23E41-0751-423E-8000-E4705E65C691}"/>
              </a:ext>
            </a:extLst>
          </p:cNvPr>
          <p:cNvSpPr>
            <a:spLocks noGrp="1"/>
          </p:cNvSpPr>
          <p:nvPr/>
        </p:nvSpPr>
        <p:spPr>
          <a:xfrm>
            <a:off x="1844864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7" name="Stage1_sixpanel_7378">
            <a:extLst>
              <a:ext uri="{FF2B5EF4-FFF2-40B4-BE49-F238E27FC236}">
                <a16:creationId xmlns:a16="http://schemas.microsoft.com/office/drawing/2014/main" id="{847B1FD1-8673-4116-8FDC-2D00F1B7DA54}"/>
              </a:ext>
            </a:extLst>
          </p:cNvPr>
          <p:cNvSpPr>
            <a:spLocks noGrp="1"/>
          </p:cNvSpPr>
          <p:nvPr/>
        </p:nvSpPr>
        <p:spPr>
          <a:xfrm>
            <a:off x="1861048" y="689620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8" name="Stage1_sixpanel_7379">
            <a:extLst>
              <a:ext uri="{FF2B5EF4-FFF2-40B4-BE49-F238E27FC236}">
                <a16:creationId xmlns:a16="http://schemas.microsoft.com/office/drawing/2014/main" id="{81CA040F-DB22-4A41-BCC5-89495E66C7A6}"/>
              </a:ext>
            </a:extLst>
          </p:cNvPr>
          <p:cNvSpPr>
            <a:spLocks noGrp="1"/>
          </p:cNvSpPr>
          <p:nvPr/>
        </p:nvSpPr>
        <p:spPr>
          <a:xfrm>
            <a:off x="1817192" y="696909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9" name="Stage1_sixpanel_7380">
            <a:extLst>
              <a:ext uri="{FF2B5EF4-FFF2-40B4-BE49-F238E27FC236}">
                <a16:creationId xmlns:a16="http://schemas.microsoft.com/office/drawing/2014/main" id="{B9522513-705C-43BC-80A8-5727EA99B898}"/>
              </a:ext>
            </a:extLst>
          </p:cNvPr>
          <p:cNvSpPr>
            <a:spLocks noGrp="1"/>
          </p:cNvSpPr>
          <p:nvPr/>
        </p:nvSpPr>
        <p:spPr>
          <a:xfrm>
            <a:off x="1807016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0" name="Stage1_sixpanel_7381">
            <a:extLst>
              <a:ext uri="{FF2B5EF4-FFF2-40B4-BE49-F238E27FC236}">
                <a16:creationId xmlns:a16="http://schemas.microsoft.com/office/drawing/2014/main" id="{E69D16F8-84AF-4B2B-82A2-F897C696F684}"/>
              </a:ext>
            </a:extLst>
          </p:cNvPr>
          <p:cNvSpPr>
            <a:spLocks noGrp="1"/>
          </p:cNvSpPr>
          <p:nvPr/>
        </p:nvSpPr>
        <p:spPr>
          <a:xfrm>
            <a:off x="198711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1" name="Stage1_sixpanel_7382">
            <a:extLst>
              <a:ext uri="{FF2B5EF4-FFF2-40B4-BE49-F238E27FC236}">
                <a16:creationId xmlns:a16="http://schemas.microsoft.com/office/drawing/2014/main" id="{1867FA57-7CDD-48E0-8153-EF027AC45043}"/>
              </a:ext>
            </a:extLst>
          </p:cNvPr>
          <p:cNvSpPr>
            <a:spLocks noGrp="1"/>
          </p:cNvSpPr>
          <p:nvPr/>
        </p:nvSpPr>
        <p:spPr>
          <a:xfrm>
            <a:off x="178959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2" name="Stage1_sixpanel_7383">
            <a:extLst>
              <a:ext uri="{FF2B5EF4-FFF2-40B4-BE49-F238E27FC236}">
                <a16:creationId xmlns:a16="http://schemas.microsoft.com/office/drawing/2014/main" id="{47D9B60F-13FC-4D11-AFF8-03BC3E8692D7}"/>
              </a:ext>
            </a:extLst>
          </p:cNvPr>
          <p:cNvSpPr>
            <a:spLocks noGrp="1"/>
          </p:cNvSpPr>
          <p:nvPr/>
        </p:nvSpPr>
        <p:spPr>
          <a:xfrm>
            <a:off x="1791951" y="70928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3" name="Stage1_sixpanel_7384">
            <a:extLst>
              <a:ext uri="{FF2B5EF4-FFF2-40B4-BE49-F238E27FC236}">
                <a16:creationId xmlns:a16="http://schemas.microsoft.com/office/drawing/2014/main" id="{D12FAEEB-14E1-4D2B-A676-76D3AFBE09B2}"/>
              </a:ext>
            </a:extLst>
          </p:cNvPr>
          <p:cNvSpPr>
            <a:spLocks noGrp="1"/>
          </p:cNvSpPr>
          <p:nvPr/>
        </p:nvSpPr>
        <p:spPr>
          <a:xfrm>
            <a:off x="194198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4" name="Stage1_sixpanel_7385">
            <a:extLst>
              <a:ext uri="{FF2B5EF4-FFF2-40B4-BE49-F238E27FC236}">
                <a16:creationId xmlns:a16="http://schemas.microsoft.com/office/drawing/2014/main" id="{04219BA6-8367-4F2E-BF10-F88C80EC3E5E}"/>
              </a:ext>
            </a:extLst>
          </p:cNvPr>
          <p:cNvSpPr>
            <a:spLocks noGrp="1"/>
          </p:cNvSpPr>
          <p:nvPr/>
        </p:nvSpPr>
        <p:spPr>
          <a:xfrm>
            <a:off x="1789072" y="737567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5" name="Stage1_sixpanel_7386">
            <a:extLst>
              <a:ext uri="{FF2B5EF4-FFF2-40B4-BE49-F238E27FC236}">
                <a16:creationId xmlns:a16="http://schemas.microsoft.com/office/drawing/2014/main" id="{1D841203-E0B8-46BC-8ACF-B59B13E78969}"/>
              </a:ext>
            </a:extLst>
          </p:cNvPr>
          <p:cNvSpPr>
            <a:spLocks noGrp="1"/>
          </p:cNvSpPr>
          <p:nvPr/>
        </p:nvSpPr>
        <p:spPr>
          <a:xfrm>
            <a:off x="192369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6" name="Stage1_sixpanel_7387">
            <a:extLst>
              <a:ext uri="{FF2B5EF4-FFF2-40B4-BE49-F238E27FC236}">
                <a16:creationId xmlns:a16="http://schemas.microsoft.com/office/drawing/2014/main" id="{43041C42-0FDF-4301-891D-D1382FAC64AB}"/>
              </a:ext>
            </a:extLst>
          </p:cNvPr>
          <p:cNvSpPr>
            <a:spLocks noGrp="1"/>
          </p:cNvSpPr>
          <p:nvPr/>
        </p:nvSpPr>
        <p:spPr>
          <a:xfrm>
            <a:off x="178017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7" name="Stage1_sixpanel_7388">
            <a:extLst>
              <a:ext uri="{FF2B5EF4-FFF2-40B4-BE49-F238E27FC236}">
                <a16:creationId xmlns:a16="http://schemas.microsoft.com/office/drawing/2014/main" id="{734DBB74-F93E-4C52-9AC8-F9A607A98E7B}"/>
              </a:ext>
            </a:extLst>
          </p:cNvPr>
          <p:cNvSpPr>
            <a:spLocks noGrp="1"/>
          </p:cNvSpPr>
          <p:nvPr/>
        </p:nvSpPr>
        <p:spPr>
          <a:xfrm>
            <a:off x="191196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8" name="Stage1_sixpanel_7389">
            <a:extLst>
              <a:ext uri="{FF2B5EF4-FFF2-40B4-BE49-F238E27FC236}">
                <a16:creationId xmlns:a16="http://schemas.microsoft.com/office/drawing/2014/main" id="{EDA52F16-205B-42A5-BD88-4BCDC3EFD380}"/>
              </a:ext>
            </a:extLst>
          </p:cNvPr>
          <p:cNvSpPr>
            <a:spLocks noGrp="1"/>
          </p:cNvSpPr>
          <p:nvPr/>
        </p:nvSpPr>
        <p:spPr>
          <a:xfrm>
            <a:off x="190220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9" name="Stage1_sixpanel_7390">
            <a:extLst>
              <a:ext uri="{FF2B5EF4-FFF2-40B4-BE49-F238E27FC236}">
                <a16:creationId xmlns:a16="http://schemas.microsoft.com/office/drawing/2014/main" id="{47B8A3BE-2DD8-4F9C-BA9C-59720E35CF06}"/>
              </a:ext>
            </a:extLst>
          </p:cNvPr>
          <p:cNvSpPr>
            <a:spLocks noGrp="1"/>
          </p:cNvSpPr>
          <p:nvPr/>
        </p:nvSpPr>
        <p:spPr>
          <a:xfrm>
            <a:off x="1948188" y="73093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0" name="Stage1_sixpanel_7391">
            <a:extLst>
              <a:ext uri="{FF2B5EF4-FFF2-40B4-BE49-F238E27FC236}">
                <a16:creationId xmlns:a16="http://schemas.microsoft.com/office/drawing/2014/main" id="{5042485D-2746-4F24-B26A-D2FAAAF812D6}"/>
              </a:ext>
            </a:extLst>
          </p:cNvPr>
          <p:cNvSpPr>
            <a:spLocks noGrp="1"/>
          </p:cNvSpPr>
          <p:nvPr/>
        </p:nvSpPr>
        <p:spPr>
          <a:xfrm>
            <a:off x="1880527" y="775280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1" name="Stage1_sixpanel_7392">
            <a:extLst>
              <a:ext uri="{FF2B5EF4-FFF2-40B4-BE49-F238E27FC236}">
                <a16:creationId xmlns:a16="http://schemas.microsoft.com/office/drawing/2014/main" id="{13DDC9AE-29A8-43DC-B372-AFF3511E07AD}"/>
              </a:ext>
            </a:extLst>
          </p:cNvPr>
          <p:cNvSpPr>
            <a:spLocks noGrp="1"/>
          </p:cNvSpPr>
          <p:nvPr/>
        </p:nvSpPr>
        <p:spPr>
          <a:xfrm>
            <a:off x="180866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2" name="Stage1_sixpanel_7393">
            <a:extLst>
              <a:ext uri="{FF2B5EF4-FFF2-40B4-BE49-F238E27FC236}">
                <a16:creationId xmlns:a16="http://schemas.microsoft.com/office/drawing/2014/main" id="{DC5C58F7-5883-4349-943E-8CBB6A9686FB}"/>
              </a:ext>
            </a:extLst>
          </p:cNvPr>
          <p:cNvSpPr>
            <a:spLocks noGrp="1"/>
          </p:cNvSpPr>
          <p:nvPr/>
        </p:nvSpPr>
        <p:spPr>
          <a:xfrm>
            <a:off x="197652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3" name="Stage1_sixpanel_7394">
            <a:extLst>
              <a:ext uri="{FF2B5EF4-FFF2-40B4-BE49-F238E27FC236}">
                <a16:creationId xmlns:a16="http://schemas.microsoft.com/office/drawing/2014/main" id="{E7C8916E-F2E5-4E6F-8040-3116B3249B68}"/>
              </a:ext>
            </a:extLst>
          </p:cNvPr>
          <p:cNvSpPr>
            <a:spLocks noGrp="1"/>
          </p:cNvSpPr>
          <p:nvPr/>
        </p:nvSpPr>
        <p:spPr>
          <a:xfrm>
            <a:off x="1784932" y="775714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4" name="Stage1_sixpanel_7395">
            <a:extLst>
              <a:ext uri="{FF2B5EF4-FFF2-40B4-BE49-F238E27FC236}">
                <a16:creationId xmlns:a16="http://schemas.microsoft.com/office/drawing/2014/main" id="{4B9CE894-672E-48AD-85B4-6655BC8DF0ED}"/>
              </a:ext>
            </a:extLst>
          </p:cNvPr>
          <p:cNvSpPr>
            <a:spLocks noGrp="1"/>
          </p:cNvSpPr>
          <p:nvPr/>
        </p:nvSpPr>
        <p:spPr>
          <a:xfrm>
            <a:off x="194854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5" name="Stage1_sixpanel_7396">
            <a:extLst>
              <a:ext uri="{FF2B5EF4-FFF2-40B4-BE49-F238E27FC236}">
                <a16:creationId xmlns:a16="http://schemas.microsoft.com/office/drawing/2014/main" id="{B0DB5387-86F6-4E83-A94F-1CE4457665DB}"/>
              </a:ext>
            </a:extLst>
          </p:cNvPr>
          <p:cNvSpPr>
            <a:spLocks noGrp="1"/>
          </p:cNvSpPr>
          <p:nvPr/>
        </p:nvSpPr>
        <p:spPr>
          <a:xfrm>
            <a:off x="1777749" y="70928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6" name="Stage1_sixpanel_7397">
            <a:extLst>
              <a:ext uri="{FF2B5EF4-FFF2-40B4-BE49-F238E27FC236}">
                <a16:creationId xmlns:a16="http://schemas.microsoft.com/office/drawing/2014/main" id="{427075D1-C7E3-4C13-B270-FD3B8D829B5C}"/>
              </a:ext>
            </a:extLst>
          </p:cNvPr>
          <p:cNvSpPr>
            <a:spLocks noGrp="1"/>
          </p:cNvSpPr>
          <p:nvPr/>
        </p:nvSpPr>
        <p:spPr>
          <a:xfrm>
            <a:off x="190089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7" name="Stage1_sixpanel_7398">
            <a:extLst>
              <a:ext uri="{FF2B5EF4-FFF2-40B4-BE49-F238E27FC236}">
                <a16:creationId xmlns:a16="http://schemas.microsoft.com/office/drawing/2014/main" id="{BC7D2977-4F21-4223-91A6-4C27A4D518DF}"/>
              </a:ext>
            </a:extLst>
          </p:cNvPr>
          <p:cNvSpPr>
            <a:spLocks noGrp="1"/>
          </p:cNvSpPr>
          <p:nvPr/>
        </p:nvSpPr>
        <p:spPr>
          <a:xfrm>
            <a:off x="178306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8" name="Stage1_sixpanel_7399">
            <a:extLst>
              <a:ext uri="{FF2B5EF4-FFF2-40B4-BE49-F238E27FC236}">
                <a16:creationId xmlns:a16="http://schemas.microsoft.com/office/drawing/2014/main" id="{427BB1E3-CD25-4EA3-8EBB-CBDAA9FA518F}"/>
              </a:ext>
            </a:extLst>
          </p:cNvPr>
          <p:cNvSpPr>
            <a:spLocks noGrp="1"/>
          </p:cNvSpPr>
          <p:nvPr/>
        </p:nvSpPr>
        <p:spPr>
          <a:xfrm>
            <a:off x="1949324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9" name="Stage1_sixpanel_7400">
            <a:extLst>
              <a:ext uri="{FF2B5EF4-FFF2-40B4-BE49-F238E27FC236}">
                <a16:creationId xmlns:a16="http://schemas.microsoft.com/office/drawing/2014/main" id="{FA7E8248-D0FE-465F-97BD-5E06802A0FB3}"/>
              </a:ext>
            </a:extLst>
          </p:cNvPr>
          <p:cNvSpPr>
            <a:spLocks noGrp="1"/>
          </p:cNvSpPr>
          <p:nvPr/>
        </p:nvSpPr>
        <p:spPr>
          <a:xfrm>
            <a:off x="1960783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0" name="Stage1_sixpanel_7401">
            <a:extLst>
              <a:ext uri="{FF2B5EF4-FFF2-40B4-BE49-F238E27FC236}">
                <a16:creationId xmlns:a16="http://schemas.microsoft.com/office/drawing/2014/main" id="{ABA15C44-F537-4CD3-B756-ABB002404B91}"/>
              </a:ext>
            </a:extLst>
          </p:cNvPr>
          <p:cNvSpPr>
            <a:spLocks noGrp="1"/>
          </p:cNvSpPr>
          <p:nvPr/>
        </p:nvSpPr>
        <p:spPr>
          <a:xfrm>
            <a:off x="1915171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1" name="Stage1_sixpanel_7402">
            <a:extLst>
              <a:ext uri="{FF2B5EF4-FFF2-40B4-BE49-F238E27FC236}">
                <a16:creationId xmlns:a16="http://schemas.microsoft.com/office/drawing/2014/main" id="{1C397393-E749-44DE-B62D-AF0C682BB93D}"/>
              </a:ext>
            </a:extLst>
          </p:cNvPr>
          <p:cNvSpPr>
            <a:spLocks noGrp="1"/>
          </p:cNvSpPr>
          <p:nvPr/>
        </p:nvSpPr>
        <p:spPr>
          <a:xfrm>
            <a:off x="183042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2" name="Stage1_sixpanel_7403">
            <a:extLst>
              <a:ext uri="{FF2B5EF4-FFF2-40B4-BE49-F238E27FC236}">
                <a16:creationId xmlns:a16="http://schemas.microsoft.com/office/drawing/2014/main" id="{50145D6B-35F2-47C4-A076-FC3C51BBE644}"/>
              </a:ext>
            </a:extLst>
          </p:cNvPr>
          <p:cNvSpPr>
            <a:spLocks noGrp="1"/>
          </p:cNvSpPr>
          <p:nvPr/>
        </p:nvSpPr>
        <p:spPr>
          <a:xfrm>
            <a:off x="198560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3" name="Stage1_sixpanel_7404">
            <a:extLst>
              <a:ext uri="{FF2B5EF4-FFF2-40B4-BE49-F238E27FC236}">
                <a16:creationId xmlns:a16="http://schemas.microsoft.com/office/drawing/2014/main" id="{96CAC80D-AA7C-4330-9E72-2115B77A98F1}"/>
              </a:ext>
            </a:extLst>
          </p:cNvPr>
          <p:cNvSpPr>
            <a:spLocks noGrp="1"/>
          </p:cNvSpPr>
          <p:nvPr/>
        </p:nvSpPr>
        <p:spPr>
          <a:xfrm>
            <a:off x="1942294" y="70000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4" name="Stage1_sixpanel_7405">
            <a:extLst>
              <a:ext uri="{FF2B5EF4-FFF2-40B4-BE49-F238E27FC236}">
                <a16:creationId xmlns:a16="http://schemas.microsoft.com/office/drawing/2014/main" id="{FD369A7C-4F90-464D-9AC4-86F12AD1130A}"/>
              </a:ext>
            </a:extLst>
          </p:cNvPr>
          <p:cNvSpPr>
            <a:spLocks noGrp="1"/>
          </p:cNvSpPr>
          <p:nvPr/>
        </p:nvSpPr>
        <p:spPr>
          <a:xfrm>
            <a:off x="187998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5" name="Stage1_sixpanel_7406">
            <a:extLst>
              <a:ext uri="{FF2B5EF4-FFF2-40B4-BE49-F238E27FC236}">
                <a16:creationId xmlns:a16="http://schemas.microsoft.com/office/drawing/2014/main" id="{AA4127FA-430B-45CC-AA1D-21DDD2EF6299}"/>
              </a:ext>
            </a:extLst>
          </p:cNvPr>
          <p:cNvSpPr>
            <a:spLocks noGrp="1"/>
          </p:cNvSpPr>
          <p:nvPr/>
        </p:nvSpPr>
        <p:spPr>
          <a:xfrm>
            <a:off x="198550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6" name="Stage1_sixpanel_7407">
            <a:extLst>
              <a:ext uri="{FF2B5EF4-FFF2-40B4-BE49-F238E27FC236}">
                <a16:creationId xmlns:a16="http://schemas.microsoft.com/office/drawing/2014/main" id="{F3143FA1-9B59-49AD-99CB-ADC5566FB91B}"/>
              </a:ext>
            </a:extLst>
          </p:cNvPr>
          <p:cNvSpPr>
            <a:spLocks noGrp="1"/>
          </p:cNvSpPr>
          <p:nvPr/>
        </p:nvSpPr>
        <p:spPr>
          <a:xfrm>
            <a:off x="189591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7" name="Stage1_sixpanel_7408">
            <a:extLst>
              <a:ext uri="{FF2B5EF4-FFF2-40B4-BE49-F238E27FC236}">
                <a16:creationId xmlns:a16="http://schemas.microsoft.com/office/drawing/2014/main" id="{37B07C39-F54E-4CFA-A09D-67EFDB84FFD0}"/>
              </a:ext>
            </a:extLst>
          </p:cNvPr>
          <p:cNvSpPr>
            <a:spLocks noGrp="1"/>
          </p:cNvSpPr>
          <p:nvPr/>
        </p:nvSpPr>
        <p:spPr>
          <a:xfrm>
            <a:off x="185779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8" name="Stage1_sixpanel_7409">
            <a:extLst>
              <a:ext uri="{FF2B5EF4-FFF2-40B4-BE49-F238E27FC236}">
                <a16:creationId xmlns:a16="http://schemas.microsoft.com/office/drawing/2014/main" id="{AAA0F430-0098-449D-9FBC-8FB79FDDFA19}"/>
              </a:ext>
            </a:extLst>
          </p:cNvPr>
          <p:cNvSpPr>
            <a:spLocks noGrp="1"/>
          </p:cNvSpPr>
          <p:nvPr/>
        </p:nvSpPr>
        <p:spPr>
          <a:xfrm>
            <a:off x="190206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9" name="Stage1_sixpanel_7410">
            <a:extLst>
              <a:ext uri="{FF2B5EF4-FFF2-40B4-BE49-F238E27FC236}">
                <a16:creationId xmlns:a16="http://schemas.microsoft.com/office/drawing/2014/main" id="{0F16E9F1-457B-4FF1-94B6-3A294EDBA77C}"/>
              </a:ext>
            </a:extLst>
          </p:cNvPr>
          <p:cNvSpPr>
            <a:spLocks noGrp="1"/>
          </p:cNvSpPr>
          <p:nvPr/>
        </p:nvSpPr>
        <p:spPr>
          <a:xfrm>
            <a:off x="1799872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0" name="Stage1_sixpanel_7411">
            <a:extLst>
              <a:ext uri="{FF2B5EF4-FFF2-40B4-BE49-F238E27FC236}">
                <a16:creationId xmlns:a16="http://schemas.microsoft.com/office/drawing/2014/main" id="{292360BA-671A-4A88-91F6-D18630A5BA93}"/>
              </a:ext>
            </a:extLst>
          </p:cNvPr>
          <p:cNvSpPr>
            <a:spLocks noGrp="1"/>
          </p:cNvSpPr>
          <p:nvPr/>
        </p:nvSpPr>
        <p:spPr>
          <a:xfrm>
            <a:off x="1828282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1" name="Stage1_sixpanel_7412">
            <a:extLst>
              <a:ext uri="{FF2B5EF4-FFF2-40B4-BE49-F238E27FC236}">
                <a16:creationId xmlns:a16="http://schemas.microsoft.com/office/drawing/2014/main" id="{B4B1341C-CD5C-481F-BDD8-008285059A11}"/>
              </a:ext>
            </a:extLst>
          </p:cNvPr>
          <p:cNvSpPr>
            <a:spLocks noGrp="1"/>
          </p:cNvSpPr>
          <p:nvPr/>
        </p:nvSpPr>
        <p:spPr>
          <a:xfrm>
            <a:off x="198574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2" name="Stage1_sixpanel_7413">
            <a:extLst>
              <a:ext uri="{FF2B5EF4-FFF2-40B4-BE49-F238E27FC236}">
                <a16:creationId xmlns:a16="http://schemas.microsoft.com/office/drawing/2014/main" id="{59B8ECB9-0413-4CE9-9823-160998118C64}"/>
              </a:ext>
            </a:extLst>
          </p:cNvPr>
          <p:cNvSpPr>
            <a:spLocks noGrp="1"/>
          </p:cNvSpPr>
          <p:nvPr/>
        </p:nvSpPr>
        <p:spPr>
          <a:xfrm>
            <a:off x="1825602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3" name="Stage1_sixpanel_7414">
            <a:extLst>
              <a:ext uri="{FF2B5EF4-FFF2-40B4-BE49-F238E27FC236}">
                <a16:creationId xmlns:a16="http://schemas.microsoft.com/office/drawing/2014/main" id="{9EE5B7AB-993A-4DD2-A1CE-0EC3FC6A1066}"/>
              </a:ext>
            </a:extLst>
          </p:cNvPr>
          <p:cNvSpPr>
            <a:spLocks noGrp="1"/>
          </p:cNvSpPr>
          <p:nvPr/>
        </p:nvSpPr>
        <p:spPr>
          <a:xfrm>
            <a:off x="188641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4" name="Stage1_sixpanel_7415">
            <a:extLst>
              <a:ext uri="{FF2B5EF4-FFF2-40B4-BE49-F238E27FC236}">
                <a16:creationId xmlns:a16="http://schemas.microsoft.com/office/drawing/2014/main" id="{1501B921-7CD7-4167-B0A5-C5F9AFC0073C}"/>
              </a:ext>
            </a:extLst>
          </p:cNvPr>
          <p:cNvSpPr>
            <a:spLocks noGrp="1"/>
          </p:cNvSpPr>
          <p:nvPr/>
        </p:nvSpPr>
        <p:spPr>
          <a:xfrm>
            <a:off x="1934761" y="740781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5" name="Stage1_sixpanel_7416">
            <a:extLst>
              <a:ext uri="{FF2B5EF4-FFF2-40B4-BE49-F238E27FC236}">
                <a16:creationId xmlns:a16="http://schemas.microsoft.com/office/drawing/2014/main" id="{7AAFC042-8154-439C-A1CC-18E8E8A1A5CF}"/>
              </a:ext>
            </a:extLst>
          </p:cNvPr>
          <p:cNvSpPr>
            <a:spLocks noGrp="1"/>
          </p:cNvSpPr>
          <p:nvPr/>
        </p:nvSpPr>
        <p:spPr>
          <a:xfrm>
            <a:off x="186084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6" name="Stage1_sixpanel_7417">
            <a:extLst>
              <a:ext uri="{FF2B5EF4-FFF2-40B4-BE49-F238E27FC236}">
                <a16:creationId xmlns:a16="http://schemas.microsoft.com/office/drawing/2014/main" id="{4FF7D450-7385-46FA-AA50-89EAEABC7AC9}"/>
              </a:ext>
            </a:extLst>
          </p:cNvPr>
          <p:cNvSpPr>
            <a:spLocks noGrp="1"/>
          </p:cNvSpPr>
          <p:nvPr/>
        </p:nvSpPr>
        <p:spPr>
          <a:xfrm>
            <a:off x="189143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7" name="Stage1_sixpanel_7418">
            <a:extLst>
              <a:ext uri="{FF2B5EF4-FFF2-40B4-BE49-F238E27FC236}">
                <a16:creationId xmlns:a16="http://schemas.microsoft.com/office/drawing/2014/main" id="{D112575D-4FB9-47AC-AF87-DADA336D72FE}"/>
              </a:ext>
            </a:extLst>
          </p:cNvPr>
          <p:cNvSpPr>
            <a:spLocks noGrp="1"/>
          </p:cNvSpPr>
          <p:nvPr/>
        </p:nvSpPr>
        <p:spPr>
          <a:xfrm>
            <a:off x="191108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8" name="Stage1_sixpanel_7419">
            <a:extLst>
              <a:ext uri="{FF2B5EF4-FFF2-40B4-BE49-F238E27FC236}">
                <a16:creationId xmlns:a16="http://schemas.microsoft.com/office/drawing/2014/main" id="{FA27640B-E46B-4146-BF2A-340E7013AAB9}"/>
              </a:ext>
            </a:extLst>
          </p:cNvPr>
          <p:cNvSpPr>
            <a:spLocks noGrp="1"/>
          </p:cNvSpPr>
          <p:nvPr/>
        </p:nvSpPr>
        <p:spPr>
          <a:xfrm>
            <a:off x="19350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9" name="Stage1_sixpanel_7420">
            <a:extLst>
              <a:ext uri="{FF2B5EF4-FFF2-40B4-BE49-F238E27FC236}">
                <a16:creationId xmlns:a16="http://schemas.microsoft.com/office/drawing/2014/main" id="{32CF14F1-7594-4E36-BD2F-AD4C41A42DF1}"/>
              </a:ext>
            </a:extLst>
          </p:cNvPr>
          <p:cNvSpPr>
            <a:spLocks noGrp="1"/>
          </p:cNvSpPr>
          <p:nvPr/>
        </p:nvSpPr>
        <p:spPr>
          <a:xfrm>
            <a:off x="1977217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0" name="Stage1_sixpanel_7421">
            <a:extLst>
              <a:ext uri="{FF2B5EF4-FFF2-40B4-BE49-F238E27FC236}">
                <a16:creationId xmlns:a16="http://schemas.microsoft.com/office/drawing/2014/main" id="{CF29A33F-3F0E-47D3-AC41-11692751E244}"/>
              </a:ext>
            </a:extLst>
          </p:cNvPr>
          <p:cNvSpPr>
            <a:spLocks noGrp="1"/>
          </p:cNvSpPr>
          <p:nvPr/>
        </p:nvSpPr>
        <p:spPr>
          <a:xfrm>
            <a:off x="1931436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1" name="Stage1_sixpanel_7422">
            <a:extLst>
              <a:ext uri="{FF2B5EF4-FFF2-40B4-BE49-F238E27FC236}">
                <a16:creationId xmlns:a16="http://schemas.microsoft.com/office/drawing/2014/main" id="{B82DF15E-473D-4A0F-8513-C7E41C8F3E7B}"/>
              </a:ext>
            </a:extLst>
          </p:cNvPr>
          <p:cNvSpPr>
            <a:spLocks noGrp="1"/>
          </p:cNvSpPr>
          <p:nvPr/>
        </p:nvSpPr>
        <p:spPr>
          <a:xfrm>
            <a:off x="185637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2" name="Stage1_sixpanel_7423">
            <a:extLst>
              <a:ext uri="{FF2B5EF4-FFF2-40B4-BE49-F238E27FC236}">
                <a16:creationId xmlns:a16="http://schemas.microsoft.com/office/drawing/2014/main" id="{00082DBA-65D0-489E-8249-354FAEB63C9F}"/>
              </a:ext>
            </a:extLst>
          </p:cNvPr>
          <p:cNvSpPr>
            <a:spLocks noGrp="1"/>
          </p:cNvSpPr>
          <p:nvPr/>
        </p:nvSpPr>
        <p:spPr>
          <a:xfrm>
            <a:off x="187920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3" name="Stage1_sixpanel_7424">
            <a:extLst>
              <a:ext uri="{FF2B5EF4-FFF2-40B4-BE49-F238E27FC236}">
                <a16:creationId xmlns:a16="http://schemas.microsoft.com/office/drawing/2014/main" id="{624FDFAE-CAB0-43F8-8D60-AB58A0B82E92}"/>
              </a:ext>
            </a:extLst>
          </p:cNvPr>
          <p:cNvSpPr>
            <a:spLocks noGrp="1"/>
          </p:cNvSpPr>
          <p:nvPr/>
        </p:nvSpPr>
        <p:spPr>
          <a:xfrm>
            <a:off x="1961453" y="691047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4" name="Stage1_sixpanel_7425">
            <a:extLst>
              <a:ext uri="{FF2B5EF4-FFF2-40B4-BE49-F238E27FC236}">
                <a16:creationId xmlns:a16="http://schemas.microsoft.com/office/drawing/2014/main" id="{CECDF662-EC4B-45CC-9979-1C71E1AF64C2}"/>
              </a:ext>
            </a:extLst>
          </p:cNvPr>
          <p:cNvSpPr>
            <a:spLocks noGrp="1"/>
          </p:cNvSpPr>
          <p:nvPr/>
        </p:nvSpPr>
        <p:spPr>
          <a:xfrm>
            <a:off x="1801414" y="702212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5" name="Stage1_sixpanel_7426">
            <a:extLst>
              <a:ext uri="{FF2B5EF4-FFF2-40B4-BE49-F238E27FC236}">
                <a16:creationId xmlns:a16="http://schemas.microsoft.com/office/drawing/2014/main" id="{100A494F-275D-4609-BCA1-2518C5E40F29}"/>
              </a:ext>
            </a:extLst>
          </p:cNvPr>
          <p:cNvSpPr>
            <a:spLocks noGrp="1"/>
          </p:cNvSpPr>
          <p:nvPr/>
        </p:nvSpPr>
        <p:spPr>
          <a:xfrm>
            <a:off x="197829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6" name="Stage1_sixpanel_7427">
            <a:extLst>
              <a:ext uri="{FF2B5EF4-FFF2-40B4-BE49-F238E27FC236}">
                <a16:creationId xmlns:a16="http://schemas.microsoft.com/office/drawing/2014/main" id="{F6F96810-EBCD-4239-A739-E86B7BCE95C1}"/>
              </a:ext>
            </a:extLst>
          </p:cNvPr>
          <p:cNvSpPr>
            <a:spLocks noGrp="1"/>
          </p:cNvSpPr>
          <p:nvPr/>
        </p:nvSpPr>
        <p:spPr>
          <a:xfrm>
            <a:off x="186521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7" name="Stage1_sixpanel_7428">
            <a:extLst>
              <a:ext uri="{FF2B5EF4-FFF2-40B4-BE49-F238E27FC236}">
                <a16:creationId xmlns:a16="http://schemas.microsoft.com/office/drawing/2014/main" id="{54178ED5-7CDF-4C2B-8C51-B85676386AB3}"/>
              </a:ext>
            </a:extLst>
          </p:cNvPr>
          <p:cNvSpPr>
            <a:spLocks noGrp="1"/>
          </p:cNvSpPr>
          <p:nvPr/>
        </p:nvSpPr>
        <p:spPr>
          <a:xfrm>
            <a:off x="1972185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8" name="Stage1_sixpanel_7429">
            <a:extLst>
              <a:ext uri="{FF2B5EF4-FFF2-40B4-BE49-F238E27FC236}">
                <a16:creationId xmlns:a16="http://schemas.microsoft.com/office/drawing/2014/main" id="{58FE8BD0-2933-4662-A9BD-CE5CD2A99F08}"/>
              </a:ext>
            </a:extLst>
          </p:cNvPr>
          <p:cNvSpPr>
            <a:spLocks noGrp="1"/>
          </p:cNvSpPr>
          <p:nvPr/>
        </p:nvSpPr>
        <p:spPr>
          <a:xfrm>
            <a:off x="1827448" y="689117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9" name="Stage1_sixpanel_7430">
            <a:extLst>
              <a:ext uri="{FF2B5EF4-FFF2-40B4-BE49-F238E27FC236}">
                <a16:creationId xmlns:a16="http://schemas.microsoft.com/office/drawing/2014/main" id="{C450256F-DFAD-4C11-ADB7-E87708FBEFC8}"/>
              </a:ext>
            </a:extLst>
          </p:cNvPr>
          <p:cNvSpPr>
            <a:spLocks noGrp="1"/>
          </p:cNvSpPr>
          <p:nvPr/>
        </p:nvSpPr>
        <p:spPr>
          <a:xfrm>
            <a:off x="1899886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0" name="Stage1_sixpanel_7431">
            <a:extLst>
              <a:ext uri="{FF2B5EF4-FFF2-40B4-BE49-F238E27FC236}">
                <a16:creationId xmlns:a16="http://schemas.microsoft.com/office/drawing/2014/main" id="{1F354233-C7D0-4D43-940F-6B2A9478A949}"/>
              </a:ext>
            </a:extLst>
          </p:cNvPr>
          <p:cNvSpPr>
            <a:spLocks noGrp="1"/>
          </p:cNvSpPr>
          <p:nvPr/>
        </p:nvSpPr>
        <p:spPr>
          <a:xfrm>
            <a:off x="187937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1" name="Stage1_sixpanel_7432">
            <a:extLst>
              <a:ext uri="{FF2B5EF4-FFF2-40B4-BE49-F238E27FC236}">
                <a16:creationId xmlns:a16="http://schemas.microsoft.com/office/drawing/2014/main" id="{FDC362C6-5234-4165-BC40-27BD2C38B826}"/>
              </a:ext>
            </a:extLst>
          </p:cNvPr>
          <p:cNvSpPr>
            <a:spLocks noGrp="1"/>
          </p:cNvSpPr>
          <p:nvPr/>
        </p:nvSpPr>
        <p:spPr>
          <a:xfrm>
            <a:off x="1848446" y="723204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2" name="Stage1_sixpanel_7433">
            <a:extLst>
              <a:ext uri="{FF2B5EF4-FFF2-40B4-BE49-F238E27FC236}">
                <a16:creationId xmlns:a16="http://schemas.microsoft.com/office/drawing/2014/main" id="{1AA62B1E-7855-4CC0-B4FD-0D97090543E2}"/>
              </a:ext>
            </a:extLst>
          </p:cNvPr>
          <p:cNvSpPr>
            <a:spLocks noGrp="1"/>
          </p:cNvSpPr>
          <p:nvPr/>
        </p:nvSpPr>
        <p:spPr>
          <a:xfrm>
            <a:off x="1834843" y="777342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3" name="Stage1_sixpanel_7434">
            <a:extLst>
              <a:ext uri="{FF2B5EF4-FFF2-40B4-BE49-F238E27FC236}">
                <a16:creationId xmlns:a16="http://schemas.microsoft.com/office/drawing/2014/main" id="{5385A526-02B0-4230-8D46-ABFC3598FB83}"/>
              </a:ext>
            </a:extLst>
          </p:cNvPr>
          <p:cNvSpPr>
            <a:spLocks noGrp="1"/>
          </p:cNvSpPr>
          <p:nvPr/>
        </p:nvSpPr>
        <p:spPr>
          <a:xfrm>
            <a:off x="1880770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4" name="Stage1_sixpanel_7435">
            <a:extLst>
              <a:ext uri="{FF2B5EF4-FFF2-40B4-BE49-F238E27FC236}">
                <a16:creationId xmlns:a16="http://schemas.microsoft.com/office/drawing/2014/main" id="{7BE2BFD6-60E7-43B4-B1E0-8E3EA46B3ED5}"/>
              </a:ext>
            </a:extLst>
          </p:cNvPr>
          <p:cNvSpPr>
            <a:spLocks noGrp="1"/>
          </p:cNvSpPr>
          <p:nvPr/>
        </p:nvSpPr>
        <p:spPr>
          <a:xfrm>
            <a:off x="177493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5" name="Stage1_sixpanel_7436">
            <a:extLst>
              <a:ext uri="{FF2B5EF4-FFF2-40B4-BE49-F238E27FC236}">
                <a16:creationId xmlns:a16="http://schemas.microsoft.com/office/drawing/2014/main" id="{01AC889E-4C44-4BC7-95CA-EBEC9D0AF6DB}"/>
              </a:ext>
            </a:extLst>
          </p:cNvPr>
          <p:cNvSpPr>
            <a:spLocks noGrp="1"/>
          </p:cNvSpPr>
          <p:nvPr/>
        </p:nvSpPr>
        <p:spPr>
          <a:xfrm>
            <a:off x="1922840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6" name="Stage1_sixpanel_7437">
            <a:extLst>
              <a:ext uri="{FF2B5EF4-FFF2-40B4-BE49-F238E27FC236}">
                <a16:creationId xmlns:a16="http://schemas.microsoft.com/office/drawing/2014/main" id="{AF06BB89-D481-43BE-8EDE-3D51C488E52E}"/>
              </a:ext>
            </a:extLst>
          </p:cNvPr>
          <p:cNvSpPr>
            <a:spLocks noGrp="1"/>
          </p:cNvSpPr>
          <p:nvPr/>
        </p:nvSpPr>
        <p:spPr>
          <a:xfrm>
            <a:off x="193355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7" name="Stage1_sixpanel_7438">
            <a:extLst>
              <a:ext uri="{FF2B5EF4-FFF2-40B4-BE49-F238E27FC236}">
                <a16:creationId xmlns:a16="http://schemas.microsoft.com/office/drawing/2014/main" id="{8AB12AB6-4FEA-4D75-95C1-1B0DBC9D9150}"/>
              </a:ext>
            </a:extLst>
          </p:cNvPr>
          <p:cNvSpPr>
            <a:spLocks noGrp="1"/>
          </p:cNvSpPr>
          <p:nvPr/>
        </p:nvSpPr>
        <p:spPr>
          <a:xfrm>
            <a:off x="191223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8" name="Stage1_sixpanel_7439">
            <a:extLst>
              <a:ext uri="{FF2B5EF4-FFF2-40B4-BE49-F238E27FC236}">
                <a16:creationId xmlns:a16="http://schemas.microsoft.com/office/drawing/2014/main" id="{8934497C-FB82-45E1-9A95-C115BEAD9A41}"/>
              </a:ext>
            </a:extLst>
          </p:cNvPr>
          <p:cNvSpPr>
            <a:spLocks noGrp="1"/>
          </p:cNvSpPr>
          <p:nvPr/>
        </p:nvSpPr>
        <p:spPr>
          <a:xfrm>
            <a:off x="1986693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9" name="Stage1_sixpanel_7440">
            <a:extLst>
              <a:ext uri="{FF2B5EF4-FFF2-40B4-BE49-F238E27FC236}">
                <a16:creationId xmlns:a16="http://schemas.microsoft.com/office/drawing/2014/main" id="{A1B1254E-00DC-472F-8F3C-DA52907DE2AA}"/>
              </a:ext>
            </a:extLst>
          </p:cNvPr>
          <p:cNvSpPr>
            <a:spLocks noGrp="1"/>
          </p:cNvSpPr>
          <p:nvPr/>
        </p:nvSpPr>
        <p:spPr>
          <a:xfrm>
            <a:off x="184361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0" name="Stage1_sixpanel_7441">
            <a:extLst>
              <a:ext uri="{FF2B5EF4-FFF2-40B4-BE49-F238E27FC236}">
                <a16:creationId xmlns:a16="http://schemas.microsoft.com/office/drawing/2014/main" id="{3EEDBA97-E5C8-4EE6-A1BA-B1C935D66890}"/>
              </a:ext>
            </a:extLst>
          </p:cNvPr>
          <p:cNvSpPr>
            <a:spLocks noGrp="1"/>
          </p:cNvSpPr>
          <p:nvPr/>
        </p:nvSpPr>
        <p:spPr>
          <a:xfrm>
            <a:off x="1895474" y="728728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1" name="Stage1_sixpanel_7442">
            <a:extLst>
              <a:ext uri="{FF2B5EF4-FFF2-40B4-BE49-F238E27FC236}">
                <a16:creationId xmlns:a16="http://schemas.microsoft.com/office/drawing/2014/main" id="{8384AEF7-B30B-4CAF-AFD3-204F162C248C}"/>
              </a:ext>
            </a:extLst>
          </p:cNvPr>
          <p:cNvSpPr>
            <a:spLocks noGrp="1"/>
          </p:cNvSpPr>
          <p:nvPr/>
        </p:nvSpPr>
        <p:spPr>
          <a:xfrm>
            <a:off x="187769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2" name="Stage1_sixpanel_7443">
            <a:extLst>
              <a:ext uri="{FF2B5EF4-FFF2-40B4-BE49-F238E27FC236}">
                <a16:creationId xmlns:a16="http://schemas.microsoft.com/office/drawing/2014/main" id="{CE030D76-BD38-4A65-8E61-CDCD25394D31}"/>
              </a:ext>
            </a:extLst>
          </p:cNvPr>
          <p:cNvSpPr>
            <a:spLocks noGrp="1"/>
          </p:cNvSpPr>
          <p:nvPr/>
        </p:nvSpPr>
        <p:spPr>
          <a:xfrm>
            <a:off x="1841079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3" name="Stage1_sixpanel_7444">
            <a:extLst>
              <a:ext uri="{FF2B5EF4-FFF2-40B4-BE49-F238E27FC236}">
                <a16:creationId xmlns:a16="http://schemas.microsoft.com/office/drawing/2014/main" id="{047A6B4B-4E57-4FC0-BB07-D0CCCBD452BC}"/>
              </a:ext>
            </a:extLst>
          </p:cNvPr>
          <p:cNvSpPr>
            <a:spLocks noGrp="1"/>
          </p:cNvSpPr>
          <p:nvPr/>
        </p:nvSpPr>
        <p:spPr>
          <a:xfrm>
            <a:off x="191194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4" name="Stage1_sixpanel_7445">
            <a:extLst>
              <a:ext uri="{FF2B5EF4-FFF2-40B4-BE49-F238E27FC236}">
                <a16:creationId xmlns:a16="http://schemas.microsoft.com/office/drawing/2014/main" id="{E76DE4CA-04FC-4473-A83F-335DF2EFB9B1}"/>
              </a:ext>
            </a:extLst>
          </p:cNvPr>
          <p:cNvSpPr>
            <a:spLocks noGrp="1"/>
          </p:cNvSpPr>
          <p:nvPr/>
        </p:nvSpPr>
        <p:spPr>
          <a:xfrm>
            <a:off x="177670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5" name="Stage1_sixpanel_7446">
            <a:extLst>
              <a:ext uri="{FF2B5EF4-FFF2-40B4-BE49-F238E27FC236}">
                <a16:creationId xmlns:a16="http://schemas.microsoft.com/office/drawing/2014/main" id="{5F7AFECD-E72B-47C3-8228-44A2AEB4BF59}"/>
              </a:ext>
            </a:extLst>
          </p:cNvPr>
          <p:cNvSpPr>
            <a:spLocks noGrp="1"/>
          </p:cNvSpPr>
          <p:nvPr/>
        </p:nvSpPr>
        <p:spPr>
          <a:xfrm>
            <a:off x="1808713" y="713342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6" name="Stage1_sixpanel_7447">
            <a:extLst>
              <a:ext uri="{FF2B5EF4-FFF2-40B4-BE49-F238E27FC236}">
                <a16:creationId xmlns:a16="http://schemas.microsoft.com/office/drawing/2014/main" id="{BCAB1EB6-155B-4ACC-80E5-93879B911952}"/>
              </a:ext>
            </a:extLst>
          </p:cNvPr>
          <p:cNvSpPr>
            <a:spLocks noGrp="1"/>
          </p:cNvSpPr>
          <p:nvPr/>
        </p:nvSpPr>
        <p:spPr>
          <a:xfrm>
            <a:off x="1773563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7" name="Stage1_sixpanel_7448">
            <a:extLst>
              <a:ext uri="{FF2B5EF4-FFF2-40B4-BE49-F238E27FC236}">
                <a16:creationId xmlns:a16="http://schemas.microsoft.com/office/drawing/2014/main" id="{83F02D09-BE04-4B53-AA12-CF83D088B31A}"/>
              </a:ext>
            </a:extLst>
          </p:cNvPr>
          <p:cNvSpPr>
            <a:spLocks noGrp="1"/>
          </p:cNvSpPr>
          <p:nvPr/>
        </p:nvSpPr>
        <p:spPr>
          <a:xfrm>
            <a:off x="1808806" y="737567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8" name="Stage1_sixpanel_7449">
            <a:extLst>
              <a:ext uri="{FF2B5EF4-FFF2-40B4-BE49-F238E27FC236}">
                <a16:creationId xmlns:a16="http://schemas.microsoft.com/office/drawing/2014/main" id="{4D405916-D298-4D08-8E18-C978D18EF278}"/>
              </a:ext>
            </a:extLst>
          </p:cNvPr>
          <p:cNvSpPr>
            <a:spLocks noGrp="1"/>
          </p:cNvSpPr>
          <p:nvPr/>
        </p:nvSpPr>
        <p:spPr>
          <a:xfrm>
            <a:off x="189522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9" name="Stage1_sixpanel_7450">
            <a:extLst>
              <a:ext uri="{FF2B5EF4-FFF2-40B4-BE49-F238E27FC236}">
                <a16:creationId xmlns:a16="http://schemas.microsoft.com/office/drawing/2014/main" id="{B636568A-1AE9-42A9-AA90-5653E50032F0}"/>
              </a:ext>
            </a:extLst>
          </p:cNvPr>
          <p:cNvSpPr>
            <a:spLocks noGrp="1"/>
          </p:cNvSpPr>
          <p:nvPr/>
        </p:nvSpPr>
        <p:spPr>
          <a:xfrm>
            <a:off x="196988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0" name="Stage1_sixpanel_7451">
            <a:extLst>
              <a:ext uri="{FF2B5EF4-FFF2-40B4-BE49-F238E27FC236}">
                <a16:creationId xmlns:a16="http://schemas.microsoft.com/office/drawing/2014/main" id="{B73CCD81-5F82-4827-8DA6-7FBF7C67229A}"/>
              </a:ext>
            </a:extLst>
          </p:cNvPr>
          <p:cNvSpPr>
            <a:spLocks noGrp="1"/>
          </p:cNvSpPr>
          <p:nvPr/>
        </p:nvSpPr>
        <p:spPr>
          <a:xfrm>
            <a:off x="177741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1" name="Stage1_sixpanel_7452">
            <a:extLst>
              <a:ext uri="{FF2B5EF4-FFF2-40B4-BE49-F238E27FC236}">
                <a16:creationId xmlns:a16="http://schemas.microsoft.com/office/drawing/2014/main" id="{B63D7722-5240-427C-8CD8-9E5ABF402103}"/>
              </a:ext>
            </a:extLst>
          </p:cNvPr>
          <p:cNvSpPr>
            <a:spLocks noGrp="1"/>
          </p:cNvSpPr>
          <p:nvPr/>
        </p:nvSpPr>
        <p:spPr>
          <a:xfrm>
            <a:off x="1906557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2" name="Stage1_sixpanel_7453">
            <a:extLst>
              <a:ext uri="{FF2B5EF4-FFF2-40B4-BE49-F238E27FC236}">
                <a16:creationId xmlns:a16="http://schemas.microsoft.com/office/drawing/2014/main" id="{A0D4F454-3D99-4D9C-8DBD-4082C1AE7CD6}"/>
              </a:ext>
            </a:extLst>
          </p:cNvPr>
          <p:cNvSpPr>
            <a:spLocks noGrp="1"/>
          </p:cNvSpPr>
          <p:nvPr/>
        </p:nvSpPr>
        <p:spPr>
          <a:xfrm>
            <a:off x="1806928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3" name="Stage1_sixpanel_7454">
            <a:extLst>
              <a:ext uri="{FF2B5EF4-FFF2-40B4-BE49-F238E27FC236}">
                <a16:creationId xmlns:a16="http://schemas.microsoft.com/office/drawing/2014/main" id="{3931D1A9-49C9-4EF5-AA0B-C6B6ED339E6C}"/>
              </a:ext>
            </a:extLst>
          </p:cNvPr>
          <p:cNvSpPr>
            <a:spLocks noGrp="1"/>
          </p:cNvSpPr>
          <p:nvPr/>
        </p:nvSpPr>
        <p:spPr>
          <a:xfrm>
            <a:off x="198449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4" name="Stage1_sixpanel_7455">
            <a:extLst>
              <a:ext uri="{FF2B5EF4-FFF2-40B4-BE49-F238E27FC236}">
                <a16:creationId xmlns:a16="http://schemas.microsoft.com/office/drawing/2014/main" id="{126D8A45-0298-410A-BB91-3571F75C8142}"/>
              </a:ext>
            </a:extLst>
          </p:cNvPr>
          <p:cNvSpPr>
            <a:spLocks noGrp="1"/>
          </p:cNvSpPr>
          <p:nvPr/>
        </p:nvSpPr>
        <p:spPr>
          <a:xfrm>
            <a:off x="1853904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5" name="Stage1_sixpanel_7456">
            <a:extLst>
              <a:ext uri="{FF2B5EF4-FFF2-40B4-BE49-F238E27FC236}">
                <a16:creationId xmlns:a16="http://schemas.microsoft.com/office/drawing/2014/main" id="{71D19B09-3D12-4656-9D80-0087ED88028F}"/>
              </a:ext>
            </a:extLst>
          </p:cNvPr>
          <p:cNvSpPr>
            <a:spLocks noGrp="1"/>
          </p:cNvSpPr>
          <p:nvPr/>
        </p:nvSpPr>
        <p:spPr>
          <a:xfrm>
            <a:off x="1837168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6" name="Stage1_sixpanel_7457">
            <a:extLst>
              <a:ext uri="{FF2B5EF4-FFF2-40B4-BE49-F238E27FC236}">
                <a16:creationId xmlns:a16="http://schemas.microsoft.com/office/drawing/2014/main" id="{558F5FF1-A389-4516-99B1-35320CA9EEB1}"/>
              </a:ext>
            </a:extLst>
          </p:cNvPr>
          <p:cNvSpPr>
            <a:spLocks noGrp="1"/>
          </p:cNvSpPr>
          <p:nvPr/>
        </p:nvSpPr>
        <p:spPr>
          <a:xfrm>
            <a:off x="178644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7" name="Stage1_sixpanel_7458">
            <a:extLst>
              <a:ext uri="{FF2B5EF4-FFF2-40B4-BE49-F238E27FC236}">
                <a16:creationId xmlns:a16="http://schemas.microsoft.com/office/drawing/2014/main" id="{B078D90F-B816-48B4-8D40-3EEF488386F9}"/>
              </a:ext>
            </a:extLst>
          </p:cNvPr>
          <p:cNvSpPr>
            <a:spLocks noGrp="1"/>
          </p:cNvSpPr>
          <p:nvPr/>
        </p:nvSpPr>
        <p:spPr>
          <a:xfrm>
            <a:off x="197425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8" name="Stage1_sixpanel_7459">
            <a:extLst>
              <a:ext uri="{FF2B5EF4-FFF2-40B4-BE49-F238E27FC236}">
                <a16:creationId xmlns:a16="http://schemas.microsoft.com/office/drawing/2014/main" id="{F55754B0-5DB5-4476-B863-4D492F106CF1}"/>
              </a:ext>
            </a:extLst>
          </p:cNvPr>
          <p:cNvSpPr>
            <a:spLocks noGrp="1"/>
          </p:cNvSpPr>
          <p:nvPr/>
        </p:nvSpPr>
        <p:spPr>
          <a:xfrm>
            <a:off x="1880981" y="718283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9" name="Stage1_sixpanel_7460">
            <a:extLst>
              <a:ext uri="{FF2B5EF4-FFF2-40B4-BE49-F238E27FC236}">
                <a16:creationId xmlns:a16="http://schemas.microsoft.com/office/drawing/2014/main" id="{53D6DBB5-8FB5-4996-BCBC-EA0BF2F36C46}"/>
              </a:ext>
            </a:extLst>
          </p:cNvPr>
          <p:cNvSpPr>
            <a:spLocks noGrp="1"/>
          </p:cNvSpPr>
          <p:nvPr/>
        </p:nvSpPr>
        <p:spPr>
          <a:xfrm>
            <a:off x="183624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0" name="Stage1_sixpanel_7461">
            <a:extLst>
              <a:ext uri="{FF2B5EF4-FFF2-40B4-BE49-F238E27FC236}">
                <a16:creationId xmlns:a16="http://schemas.microsoft.com/office/drawing/2014/main" id="{1F50935F-E6AE-43FF-A3E8-CF2B365977CE}"/>
              </a:ext>
            </a:extLst>
          </p:cNvPr>
          <p:cNvSpPr>
            <a:spLocks noGrp="1"/>
          </p:cNvSpPr>
          <p:nvPr/>
        </p:nvSpPr>
        <p:spPr>
          <a:xfrm>
            <a:off x="192564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1" name="Stage1_sixpanel_7462">
            <a:extLst>
              <a:ext uri="{FF2B5EF4-FFF2-40B4-BE49-F238E27FC236}">
                <a16:creationId xmlns:a16="http://schemas.microsoft.com/office/drawing/2014/main" id="{113B56FB-84A9-4741-8EEE-06F61919F603}"/>
              </a:ext>
            </a:extLst>
          </p:cNvPr>
          <p:cNvSpPr>
            <a:spLocks noGrp="1"/>
          </p:cNvSpPr>
          <p:nvPr/>
        </p:nvSpPr>
        <p:spPr>
          <a:xfrm>
            <a:off x="180411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2" name="Stage1_sixpanel_7463">
            <a:extLst>
              <a:ext uri="{FF2B5EF4-FFF2-40B4-BE49-F238E27FC236}">
                <a16:creationId xmlns:a16="http://schemas.microsoft.com/office/drawing/2014/main" id="{D6D26378-D5CF-4A59-8C63-6A031E484ABB}"/>
              </a:ext>
            </a:extLst>
          </p:cNvPr>
          <p:cNvSpPr>
            <a:spLocks noGrp="1"/>
          </p:cNvSpPr>
          <p:nvPr/>
        </p:nvSpPr>
        <p:spPr>
          <a:xfrm>
            <a:off x="1899597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3" name="Stage1_sixpanel_7464">
            <a:extLst>
              <a:ext uri="{FF2B5EF4-FFF2-40B4-BE49-F238E27FC236}">
                <a16:creationId xmlns:a16="http://schemas.microsoft.com/office/drawing/2014/main" id="{36ED5008-5296-4F89-B8CB-034E433989B7}"/>
              </a:ext>
            </a:extLst>
          </p:cNvPr>
          <p:cNvSpPr>
            <a:spLocks noGrp="1"/>
          </p:cNvSpPr>
          <p:nvPr/>
        </p:nvSpPr>
        <p:spPr>
          <a:xfrm>
            <a:off x="1895254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4" name="Stage1_sixpanel_7465">
            <a:extLst>
              <a:ext uri="{FF2B5EF4-FFF2-40B4-BE49-F238E27FC236}">
                <a16:creationId xmlns:a16="http://schemas.microsoft.com/office/drawing/2014/main" id="{6EEA09DC-A1F6-4E23-BB7D-35D136BC6E9F}"/>
              </a:ext>
            </a:extLst>
          </p:cNvPr>
          <p:cNvSpPr>
            <a:spLocks noGrp="1"/>
          </p:cNvSpPr>
          <p:nvPr/>
        </p:nvSpPr>
        <p:spPr>
          <a:xfrm>
            <a:off x="188713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5" name="Stage1_sixpanel_7466">
            <a:extLst>
              <a:ext uri="{FF2B5EF4-FFF2-40B4-BE49-F238E27FC236}">
                <a16:creationId xmlns:a16="http://schemas.microsoft.com/office/drawing/2014/main" id="{836C1DE5-02D6-4437-A139-D033A4E1402D}"/>
              </a:ext>
            </a:extLst>
          </p:cNvPr>
          <p:cNvSpPr>
            <a:spLocks noGrp="1"/>
          </p:cNvSpPr>
          <p:nvPr/>
        </p:nvSpPr>
        <p:spPr>
          <a:xfrm>
            <a:off x="187176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6" name="Stage1_sixpanel_7467">
            <a:extLst>
              <a:ext uri="{FF2B5EF4-FFF2-40B4-BE49-F238E27FC236}">
                <a16:creationId xmlns:a16="http://schemas.microsoft.com/office/drawing/2014/main" id="{ED8F869A-A076-4710-ACFF-2C55E3BD09A7}"/>
              </a:ext>
            </a:extLst>
          </p:cNvPr>
          <p:cNvSpPr>
            <a:spLocks noGrp="1"/>
          </p:cNvSpPr>
          <p:nvPr/>
        </p:nvSpPr>
        <p:spPr>
          <a:xfrm>
            <a:off x="1891707" y="753281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7" name="Stage1_sixpanel_7468">
            <a:extLst>
              <a:ext uri="{FF2B5EF4-FFF2-40B4-BE49-F238E27FC236}">
                <a16:creationId xmlns:a16="http://schemas.microsoft.com/office/drawing/2014/main" id="{C55E1342-ABED-4932-8C5E-9F8459A8C2AF}"/>
              </a:ext>
            </a:extLst>
          </p:cNvPr>
          <p:cNvSpPr>
            <a:spLocks noGrp="1"/>
          </p:cNvSpPr>
          <p:nvPr/>
        </p:nvSpPr>
        <p:spPr>
          <a:xfrm>
            <a:off x="1929097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8" name="Stage1_sixpanel_7469">
            <a:extLst>
              <a:ext uri="{FF2B5EF4-FFF2-40B4-BE49-F238E27FC236}">
                <a16:creationId xmlns:a16="http://schemas.microsoft.com/office/drawing/2014/main" id="{ED15B143-A344-4A9B-BB52-54183188F62F}"/>
              </a:ext>
            </a:extLst>
          </p:cNvPr>
          <p:cNvSpPr>
            <a:spLocks noGrp="1"/>
          </p:cNvSpPr>
          <p:nvPr/>
        </p:nvSpPr>
        <p:spPr>
          <a:xfrm>
            <a:off x="190805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9" name="Stage1_sixpanel_7470">
            <a:extLst>
              <a:ext uri="{FF2B5EF4-FFF2-40B4-BE49-F238E27FC236}">
                <a16:creationId xmlns:a16="http://schemas.microsoft.com/office/drawing/2014/main" id="{6C863A8D-6B3F-4C5A-8AC2-AB936DDE27B7}"/>
              </a:ext>
            </a:extLst>
          </p:cNvPr>
          <p:cNvSpPr>
            <a:spLocks noGrp="1"/>
          </p:cNvSpPr>
          <p:nvPr/>
        </p:nvSpPr>
        <p:spPr>
          <a:xfrm>
            <a:off x="184792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0" name="Stage1_sixpanel_7471">
            <a:extLst>
              <a:ext uri="{FF2B5EF4-FFF2-40B4-BE49-F238E27FC236}">
                <a16:creationId xmlns:a16="http://schemas.microsoft.com/office/drawing/2014/main" id="{8CC54FCE-7BEC-4F46-AD00-26B309AE977E}"/>
              </a:ext>
            </a:extLst>
          </p:cNvPr>
          <p:cNvSpPr>
            <a:spLocks noGrp="1"/>
          </p:cNvSpPr>
          <p:nvPr/>
        </p:nvSpPr>
        <p:spPr>
          <a:xfrm>
            <a:off x="1983995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1" name="Stage1_sixpanel_7472">
            <a:extLst>
              <a:ext uri="{FF2B5EF4-FFF2-40B4-BE49-F238E27FC236}">
                <a16:creationId xmlns:a16="http://schemas.microsoft.com/office/drawing/2014/main" id="{EAF54D50-A960-4030-BC5A-008690B24185}"/>
              </a:ext>
            </a:extLst>
          </p:cNvPr>
          <p:cNvSpPr>
            <a:spLocks noGrp="1"/>
          </p:cNvSpPr>
          <p:nvPr/>
        </p:nvSpPr>
        <p:spPr>
          <a:xfrm>
            <a:off x="192770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2" name="Stage1_sixpanel_7473">
            <a:extLst>
              <a:ext uri="{FF2B5EF4-FFF2-40B4-BE49-F238E27FC236}">
                <a16:creationId xmlns:a16="http://schemas.microsoft.com/office/drawing/2014/main" id="{2C745E1C-C2F9-46C1-91A2-70EDF788FA22}"/>
              </a:ext>
            </a:extLst>
          </p:cNvPr>
          <p:cNvSpPr>
            <a:spLocks noGrp="1"/>
          </p:cNvSpPr>
          <p:nvPr/>
        </p:nvSpPr>
        <p:spPr>
          <a:xfrm>
            <a:off x="1810309" y="69405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3" name="Stage1_sixpanel_7474">
            <a:extLst>
              <a:ext uri="{FF2B5EF4-FFF2-40B4-BE49-F238E27FC236}">
                <a16:creationId xmlns:a16="http://schemas.microsoft.com/office/drawing/2014/main" id="{32E8E224-2E5F-4FC0-B5AC-0A13E42905A3}"/>
              </a:ext>
            </a:extLst>
          </p:cNvPr>
          <p:cNvSpPr>
            <a:spLocks noGrp="1"/>
          </p:cNvSpPr>
          <p:nvPr/>
        </p:nvSpPr>
        <p:spPr>
          <a:xfrm>
            <a:off x="1796995" y="717098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4" name="Stage1_sixpanel_7475">
            <a:extLst>
              <a:ext uri="{FF2B5EF4-FFF2-40B4-BE49-F238E27FC236}">
                <a16:creationId xmlns:a16="http://schemas.microsoft.com/office/drawing/2014/main" id="{220B4AA0-90D0-4B94-BAE6-C2DB603448C9}"/>
              </a:ext>
            </a:extLst>
          </p:cNvPr>
          <p:cNvSpPr>
            <a:spLocks noGrp="1"/>
          </p:cNvSpPr>
          <p:nvPr/>
        </p:nvSpPr>
        <p:spPr>
          <a:xfrm>
            <a:off x="193126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5" name="Stage1_sixpanel_7476">
            <a:extLst>
              <a:ext uri="{FF2B5EF4-FFF2-40B4-BE49-F238E27FC236}">
                <a16:creationId xmlns:a16="http://schemas.microsoft.com/office/drawing/2014/main" id="{7081BC1C-5544-414E-92BA-04A127CB09D4}"/>
              </a:ext>
            </a:extLst>
          </p:cNvPr>
          <p:cNvSpPr>
            <a:spLocks noGrp="1"/>
          </p:cNvSpPr>
          <p:nvPr/>
        </p:nvSpPr>
        <p:spPr>
          <a:xfrm>
            <a:off x="197829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6" name="Stage1_sixpanel_7477">
            <a:extLst>
              <a:ext uri="{FF2B5EF4-FFF2-40B4-BE49-F238E27FC236}">
                <a16:creationId xmlns:a16="http://schemas.microsoft.com/office/drawing/2014/main" id="{901AAA1A-3CBB-4286-ABEA-465B76A1030C}"/>
              </a:ext>
            </a:extLst>
          </p:cNvPr>
          <p:cNvSpPr>
            <a:spLocks noGrp="1"/>
          </p:cNvSpPr>
          <p:nvPr/>
        </p:nvSpPr>
        <p:spPr>
          <a:xfrm>
            <a:off x="196046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7" name="Stage1_sixpanel_7478">
            <a:extLst>
              <a:ext uri="{FF2B5EF4-FFF2-40B4-BE49-F238E27FC236}">
                <a16:creationId xmlns:a16="http://schemas.microsoft.com/office/drawing/2014/main" id="{6A60625F-E3A9-49F6-800E-C35AAEFA4D5E}"/>
              </a:ext>
            </a:extLst>
          </p:cNvPr>
          <p:cNvSpPr>
            <a:spLocks noGrp="1"/>
          </p:cNvSpPr>
          <p:nvPr/>
        </p:nvSpPr>
        <p:spPr>
          <a:xfrm>
            <a:off x="1942969" y="729532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8" name="Stage1_sixpanel_7479">
            <a:extLst>
              <a:ext uri="{FF2B5EF4-FFF2-40B4-BE49-F238E27FC236}">
                <a16:creationId xmlns:a16="http://schemas.microsoft.com/office/drawing/2014/main" id="{921B8633-6846-47F8-BBF0-818A746FDF7B}"/>
              </a:ext>
            </a:extLst>
          </p:cNvPr>
          <p:cNvSpPr>
            <a:spLocks noGrp="1"/>
          </p:cNvSpPr>
          <p:nvPr/>
        </p:nvSpPr>
        <p:spPr>
          <a:xfrm>
            <a:off x="192030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9" name="Stage1_sixpanel_7480">
            <a:extLst>
              <a:ext uri="{FF2B5EF4-FFF2-40B4-BE49-F238E27FC236}">
                <a16:creationId xmlns:a16="http://schemas.microsoft.com/office/drawing/2014/main" id="{E2E0A5A9-FDA1-4AF2-85C8-BD623F31B57B}"/>
              </a:ext>
            </a:extLst>
          </p:cNvPr>
          <p:cNvSpPr>
            <a:spLocks noGrp="1"/>
          </p:cNvSpPr>
          <p:nvPr/>
        </p:nvSpPr>
        <p:spPr>
          <a:xfrm>
            <a:off x="1905896" y="772923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0" name="Stage1_sixpanel_7481">
            <a:extLst>
              <a:ext uri="{FF2B5EF4-FFF2-40B4-BE49-F238E27FC236}">
                <a16:creationId xmlns:a16="http://schemas.microsoft.com/office/drawing/2014/main" id="{FB7D5834-AF84-4E21-BCC2-C252EB2EE04D}"/>
              </a:ext>
            </a:extLst>
          </p:cNvPr>
          <p:cNvSpPr>
            <a:spLocks noGrp="1"/>
          </p:cNvSpPr>
          <p:nvPr/>
        </p:nvSpPr>
        <p:spPr>
          <a:xfrm>
            <a:off x="1925333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1" name="Stage1_sixpanel_7482">
            <a:extLst>
              <a:ext uri="{FF2B5EF4-FFF2-40B4-BE49-F238E27FC236}">
                <a16:creationId xmlns:a16="http://schemas.microsoft.com/office/drawing/2014/main" id="{017B9984-2CCA-4B8B-B7C1-202E334243B0}"/>
              </a:ext>
            </a:extLst>
          </p:cNvPr>
          <p:cNvSpPr>
            <a:spLocks noGrp="1"/>
          </p:cNvSpPr>
          <p:nvPr/>
        </p:nvSpPr>
        <p:spPr>
          <a:xfrm>
            <a:off x="185925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2" name="Stage1_sixpanel_7483">
            <a:extLst>
              <a:ext uri="{FF2B5EF4-FFF2-40B4-BE49-F238E27FC236}">
                <a16:creationId xmlns:a16="http://schemas.microsoft.com/office/drawing/2014/main" id="{D0E59B66-238C-46FC-9CBB-F3F6AD3FF5E7}"/>
              </a:ext>
            </a:extLst>
          </p:cNvPr>
          <p:cNvSpPr>
            <a:spLocks noGrp="1"/>
          </p:cNvSpPr>
          <p:nvPr/>
        </p:nvSpPr>
        <p:spPr>
          <a:xfrm>
            <a:off x="1850424" y="734032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3" name="Stage1_sixpanel_7484">
            <a:extLst>
              <a:ext uri="{FF2B5EF4-FFF2-40B4-BE49-F238E27FC236}">
                <a16:creationId xmlns:a16="http://schemas.microsoft.com/office/drawing/2014/main" id="{A4B846B6-645E-47C9-BC87-AF44B82A31D9}"/>
              </a:ext>
            </a:extLst>
          </p:cNvPr>
          <p:cNvSpPr>
            <a:spLocks noGrp="1"/>
          </p:cNvSpPr>
          <p:nvPr/>
        </p:nvSpPr>
        <p:spPr>
          <a:xfrm>
            <a:off x="1873029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4" name="Stage1_sixpanel_7485">
            <a:extLst>
              <a:ext uri="{FF2B5EF4-FFF2-40B4-BE49-F238E27FC236}">
                <a16:creationId xmlns:a16="http://schemas.microsoft.com/office/drawing/2014/main" id="{2A1EAAC6-6F83-448B-BB5E-6883A8EC2083}"/>
              </a:ext>
            </a:extLst>
          </p:cNvPr>
          <p:cNvSpPr>
            <a:spLocks noGrp="1"/>
          </p:cNvSpPr>
          <p:nvPr/>
        </p:nvSpPr>
        <p:spPr>
          <a:xfrm>
            <a:off x="1817374" y="772923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5" name="Stage1_sixpanel_7486">
            <a:extLst>
              <a:ext uri="{FF2B5EF4-FFF2-40B4-BE49-F238E27FC236}">
                <a16:creationId xmlns:a16="http://schemas.microsoft.com/office/drawing/2014/main" id="{820CDA64-F3EA-4911-80D9-3AE615721429}"/>
              </a:ext>
            </a:extLst>
          </p:cNvPr>
          <p:cNvSpPr>
            <a:spLocks noGrp="1"/>
          </p:cNvSpPr>
          <p:nvPr/>
        </p:nvSpPr>
        <p:spPr>
          <a:xfrm>
            <a:off x="1816798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6" name="Stage1_sixpanel_7487">
            <a:extLst>
              <a:ext uri="{FF2B5EF4-FFF2-40B4-BE49-F238E27FC236}">
                <a16:creationId xmlns:a16="http://schemas.microsoft.com/office/drawing/2014/main" id="{5B2BFF9E-5C91-4054-ABB5-F288F81892AC}"/>
              </a:ext>
            </a:extLst>
          </p:cNvPr>
          <p:cNvSpPr>
            <a:spLocks noGrp="1"/>
          </p:cNvSpPr>
          <p:nvPr/>
        </p:nvSpPr>
        <p:spPr>
          <a:xfrm>
            <a:off x="1881467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7" name="Stage1_sixpanel_7488">
            <a:extLst>
              <a:ext uri="{FF2B5EF4-FFF2-40B4-BE49-F238E27FC236}">
                <a16:creationId xmlns:a16="http://schemas.microsoft.com/office/drawing/2014/main" id="{D0B18B5D-E6F1-4ECF-AAF7-B420F2B3AA4B}"/>
              </a:ext>
            </a:extLst>
          </p:cNvPr>
          <p:cNvSpPr>
            <a:spLocks noGrp="1"/>
          </p:cNvSpPr>
          <p:nvPr/>
        </p:nvSpPr>
        <p:spPr>
          <a:xfrm>
            <a:off x="190988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8" name="Stage1_sixpanel_7489">
            <a:extLst>
              <a:ext uri="{FF2B5EF4-FFF2-40B4-BE49-F238E27FC236}">
                <a16:creationId xmlns:a16="http://schemas.microsoft.com/office/drawing/2014/main" id="{CE6A4DB1-A716-447D-AC38-D67B7D35C438}"/>
              </a:ext>
            </a:extLst>
          </p:cNvPr>
          <p:cNvSpPr>
            <a:spLocks noGrp="1"/>
          </p:cNvSpPr>
          <p:nvPr/>
        </p:nvSpPr>
        <p:spPr>
          <a:xfrm>
            <a:off x="1896220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9" name="Stage1_sixpanel_7490">
            <a:extLst>
              <a:ext uri="{FF2B5EF4-FFF2-40B4-BE49-F238E27FC236}">
                <a16:creationId xmlns:a16="http://schemas.microsoft.com/office/drawing/2014/main" id="{1460B6D9-C71E-40E3-8721-003BFBC472E5}"/>
              </a:ext>
            </a:extLst>
          </p:cNvPr>
          <p:cNvSpPr>
            <a:spLocks noGrp="1"/>
          </p:cNvSpPr>
          <p:nvPr/>
        </p:nvSpPr>
        <p:spPr>
          <a:xfrm>
            <a:off x="1939028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0" name="Stage1_sixpanel_7491">
            <a:extLst>
              <a:ext uri="{FF2B5EF4-FFF2-40B4-BE49-F238E27FC236}">
                <a16:creationId xmlns:a16="http://schemas.microsoft.com/office/drawing/2014/main" id="{304D2893-B185-48E7-B3F5-0FDB807EE6EE}"/>
              </a:ext>
            </a:extLst>
          </p:cNvPr>
          <p:cNvSpPr>
            <a:spLocks noGrp="1"/>
          </p:cNvSpPr>
          <p:nvPr/>
        </p:nvSpPr>
        <p:spPr>
          <a:xfrm>
            <a:off x="1808968" y="764968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1" name="Stage1_sixpanel_7492">
            <a:extLst>
              <a:ext uri="{FF2B5EF4-FFF2-40B4-BE49-F238E27FC236}">
                <a16:creationId xmlns:a16="http://schemas.microsoft.com/office/drawing/2014/main" id="{3AFB214B-0DA9-48D5-812B-472198DD6A66}"/>
              </a:ext>
            </a:extLst>
          </p:cNvPr>
          <p:cNvSpPr>
            <a:spLocks noGrp="1"/>
          </p:cNvSpPr>
          <p:nvPr/>
        </p:nvSpPr>
        <p:spPr>
          <a:xfrm>
            <a:off x="181721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2" name="Stage1_sixpanel_7493">
            <a:extLst>
              <a:ext uri="{FF2B5EF4-FFF2-40B4-BE49-F238E27FC236}">
                <a16:creationId xmlns:a16="http://schemas.microsoft.com/office/drawing/2014/main" id="{E38710AB-DDF4-48A1-99BB-1C0C0FC03F18}"/>
              </a:ext>
            </a:extLst>
          </p:cNvPr>
          <p:cNvSpPr>
            <a:spLocks noGrp="1"/>
          </p:cNvSpPr>
          <p:nvPr/>
        </p:nvSpPr>
        <p:spPr>
          <a:xfrm>
            <a:off x="1773734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3" name="Stage1_sixpanel_7494">
            <a:extLst>
              <a:ext uri="{FF2B5EF4-FFF2-40B4-BE49-F238E27FC236}">
                <a16:creationId xmlns:a16="http://schemas.microsoft.com/office/drawing/2014/main" id="{5B34B869-51CC-4FC2-8BBE-CCC3C4118956}"/>
              </a:ext>
            </a:extLst>
          </p:cNvPr>
          <p:cNvSpPr>
            <a:spLocks noGrp="1"/>
          </p:cNvSpPr>
          <p:nvPr/>
        </p:nvSpPr>
        <p:spPr>
          <a:xfrm>
            <a:off x="189984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4" name="Stage1_sixpanel_7495">
            <a:extLst>
              <a:ext uri="{FF2B5EF4-FFF2-40B4-BE49-F238E27FC236}">
                <a16:creationId xmlns:a16="http://schemas.microsoft.com/office/drawing/2014/main" id="{2C11DAF2-B974-4E3F-A156-F452E2E475AD}"/>
              </a:ext>
            </a:extLst>
          </p:cNvPr>
          <p:cNvSpPr>
            <a:spLocks noGrp="1"/>
          </p:cNvSpPr>
          <p:nvPr/>
        </p:nvSpPr>
        <p:spPr>
          <a:xfrm>
            <a:off x="179857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5" name="Stage1_sixpanel_7496">
            <a:extLst>
              <a:ext uri="{FF2B5EF4-FFF2-40B4-BE49-F238E27FC236}">
                <a16:creationId xmlns:a16="http://schemas.microsoft.com/office/drawing/2014/main" id="{F4E6EB75-BC9D-45AD-8185-E8BE18BE9EDD}"/>
              </a:ext>
            </a:extLst>
          </p:cNvPr>
          <p:cNvSpPr>
            <a:spLocks noGrp="1"/>
          </p:cNvSpPr>
          <p:nvPr/>
        </p:nvSpPr>
        <p:spPr>
          <a:xfrm>
            <a:off x="195552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6" name="Stage1_sixpanel_7497">
            <a:extLst>
              <a:ext uri="{FF2B5EF4-FFF2-40B4-BE49-F238E27FC236}">
                <a16:creationId xmlns:a16="http://schemas.microsoft.com/office/drawing/2014/main" id="{A4579EF5-3E03-4378-AF0A-4B19ED395823}"/>
              </a:ext>
            </a:extLst>
          </p:cNvPr>
          <p:cNvSpPr>
            <a:spLocks noGrp="1"/>
          </p:cNvSpPr>
          <p:nvPr/>
        </p:nvSpPr>
        <p:spPr>
          <a:xfrm>
            <a:off x="184259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7" name="Stage1_sixpanel_7498">
            <a:extLst>
              <a:ext uri="{FF2B5EF4-FFF2-40B4-BE49-F238E27FC236}">
                <a16:creationId xmlns:a16="http://schemas.microsoft.com/office/drawing/2014/main" id="{FC2D7446-702C-4C19-8A32-B7C2488A900C}"/>
              </a:ext>
            </a:extLst>
          </p:cNvPr>
          <p:cNvSpPr>
            <a:spLocks noGrp="1"/>
          </p:cNvSpPr>
          <p:nvPr/>
        </p:nvSpPr>
        <p:spPr>
          <a:xfrm>
            <a:off x="1864684" y="702212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8" name="Stage1_sixpanel_7499">
            <a:extLst>
              <a:ext uri="{FF2B5EF4-FFF2-40B4-BE49-F238E27FC236}">
                <a16:creationId xmlns:a16="http://schemas.microsoft.com/office/drawing/2014/main" id="{39391FE8-C6F8-4DA6-9E2F-9E9025317F71}"/>
              </a:ext>
            </a:extLst>
          </p:cNvPr>
          <p:cNvSpPr>
            <a:spLocks noGrp="1"/>
          </p:cNvSpPr>
          <p:nvPr/>
        </p:nvSpPr>
        <p:spPr>
          <a:xfrm>
            <a:off x="179805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9" name="Stage1_sixpanel_7500">
            <a:extLst>
              <a:ext uri="{FF2B5EF4-FFF2-40B4-BE49-F238E27FC236}">
                <a16:creationId xmlns:a16="http://schemas.microsoft.com/office/drawing/2014/main" id="{7A6A389F-E464-4E20-A6D2-E082EA897866}"/>
              </a:ext>
            </a:extLst>
          </p:cNvPr>
          <p:cNvSpPr>
            <a:spLocks noGrp="1"/>
          </p:cNvSpPr>
          <p:nvPr/>
        </p:nvSpPr>
        <p:spPr>
          <a:xfrm>
            <a:off x="1853913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0" name="Stage1_sixpanel_7501">
            <a:extLst>
              <a:ext uri="{FF2B5EF4-FFF2-40B4-BE49-F238E27FC236}">
                <a16:creationId xmlns:a16="http://schemas.microsoft.com/office/drawing/2014/main" id="{D024940E-AE72-4034-ADC2-F195894F4F91}"/>
              </a:ext>
            </a:extLst>
          </p:cNvPr>
          <p:cNvSpPr>
            <a:spLocks noGrp="1"/>
          </p:cNvSpPr>
          <p:nvPr/>
        </p:nvSpPr>
        <p:spPr>
          <a:xfrm>
            <a:off x="194576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1" name="Stage1_sixpanel_7502">
            <a:extLst>
              <a:ext uri="{FF2B5EF4-FFF2-40B4-BE49-F238E27FC236}">
                <a16:creationId xmlns:a16="http://schemas.microsoft.com/office/drawing/2014/main" id="{72519AEC-1E66-4124-A914-61FFB1993EB4}"/>
              </a:ext>
            </a:extLst>
          </p:cNvPr>
          <p:cNvSpPr>
            <a:spLocks noGrp="1"/>
          </p:cNvSpPr>
          <p:nvPr/>
        </p:nvSpPr>
        <p:spPr>
          <a:xfrm>
            <a:off x="1925181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2" name="Stage1_sixpanel_7503">
            <a:extLst>
              <a:ext uri="{FF2B5EF4-FFF2-40B4-BE49-F238E27FC236}">
                <a16:creationId xmlns:a16="http://schemas.microsoft.com/office/drawing/2014/main" id="{FD64A9B3-4FC7-4F66-BB6B-9B7AA21FBE5A}"/>
              </a:ext>
            </a:extLst>
          </p:cNvPr>
          <p:cNvSpPr>
            <a:spLocks noGrp="1"/>
          </p:cNvSpPr>
          <p:nvPr/>
        </p:nvSpPr>
        <p:spPr>
          <a:xfrm>
            <a:off x="1813931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3" name="Stage1_sixpanel_7504">
            <a:extLst>
              <a:ext uri="{FF2B5EF4-FFF2-40B4-BE49-F238E27FC236}">
                <a16:creationId xmlns:a16="http://schemas.microsoft.com/office/drawing/2014/main" id="{319C7015-C21F-455E-8789-599A38987440}"/>
              </a:ext>
            </a:extLst>
          </p:cNvPr>
          <p:cNvSpPr>
            <a:spLocks noGrp="1"/>
          </p:cNvSpPr>
          <p:nvPr/>
        </p:nvSpPr>
        <p:spPr>
          <a:xfrm>
            <a:off x="2153733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41524" y="1237437"/>
                </a:moveTo>
                <a:lnTo>
                  <a:pt x="97827" y="1237437"/>
                </a:lnTo>
                <a:lnTo>
                  <a:pt x="98661" y="1229703"/>
                </a:lnTo>
                <a:lnTo>
                  <a:pt x="101103" y="1221969"/>
                </a:lnTo>
                <a:lnTo>
                  <a:pt x="104983" y="1214235"/>
                </a:lnTo>
                <a:lnTo>
                  <a:pt x="110041" y="1206502"/>
                </a:lnTo>
                <a:lnTo>
                  <a:pt x="115952" y="1198768"/>
                </a:lnTo>
                <a:lnTo>
                  <a:pt x="122364" y="1191034"/>
                </a:lnTo>
                <a:lnTo>
                  <a:pt x="128930" y="1183300"/>
                </a:lnTo>
                <a:lnTo>
                  <a:pt x="135339" y="1175566"/>
                </a:lnTo>
                <a:lnTo>
                  <a:pt x="141336" y="1167832"/>
                </a:lnTo>
                <a:lnTo>
                  <a:pt x="146739" y="1160098"/>
                </a:lnTo>
                <a:lnTo>
                  <a:pt x="151435" y="1152364"/>
                </a:lnTo>
                <a:lnTo>
                  <a:pt x="155382" y="1144630"/>
                </a:lnTo>
                <a:lnTo>
                  <a:pt x="158594" y="1136896"/>
                </a:lnTo>
                <a:lnTo>
                  <a:pt x="161126" y="1129162"/>
                </a:lnTo>
                <a:lnTo>
                  <a:pt x="163059" y="1121428"/>
                </a:lnTo>
                <a:lnTo>
                  <a:pt x="164488" y="1113694"/>
                </a:lnTo>
                <a:lnTo>
                  <a:pt x="165506" y="1105960"/>
                </a:lnTo>
                <a:lnTo>
                  <a:pt x="166202" y="1098226"/>
                </a:lnTo>
                <a:lnTo>
                  <a:pt x="166649" y="1090492"/>
                </a:lnTo>
                <a:lnTo>
                  <a:pt x="166910" y="1082758"/>
                </a:lnTo>
                <a:lnTo>
                  <a:pt x="167029" y="1075024"/>
                </a:lnTo>
                <a:lnTo>
                  <a:pt x="167042" y="1067290"/>
                </a:lnTo>
                <a:lnTo>
                  <a:pt x="166972" y="1059556"/>
                </a:lnTo>
                <a:lnTo>
                  <a:pt x="166835" y="1051822"/>
                </a:lnTo>
                <a:lnTo>
                  <a:pt x="166641" y="1044088"/>
                </a:lnTo>
                <a:lnTo>
                  <a:pt x="166394" y="1036354"/>
                </a:lnTo>
                <a:lnTo>
                  <a:pt x="166099" y="1028620"/>
                </a:lnTo>
                <a:lnTo>
                  <a:pt x="165757" y="1020886"/>
                </a:lnTo>
                <a:lnTo>
                  <a:pt x="165369" y="1013152"/>
                </a:lnTo>
                <a:lnTo>
                  <a:pt x="164938" y="1005418"/>
                </a:lnTo>
                <a:lnTo>
                  <a:pt x="164468" y="997684"/>
                </a:lnTo>
                <a:lnTo>
                  <a:pt x="163965" y="989950"/>
                </a:lnTo>
                <a:lnTo>
                  <a:pt x="163438" y="982216"/>
                </a:lnTo>
                <a:lnTo>
                  <a:pt x="162898" y="974482"/>
                </a:lnTo>
                <a:lnTo>
                  <a:pt x="162357" y="966748"/>
                </a:lnTo>
                <a:lnTo>
                  <a:pt x="161825" y="959014"/>
                </a:lnTo>
                <a:lnTo>
                  <a:pt x="161314" y="951280"/>
                </a:lnTo>
                <a:lnTo>
                  <a:pt x="160827" y="943546"/>
                </a:lnTo>
                <a:lnTo>
                  <a:pt x="160366" y="935812"/>
                </a:lnTo>
                <a:lnTo>
                  <a:pt x="159925" y="928078"/>
                </a:lnTo>
                <a:lnTo>
                  <a:pt x="159490" y="920344"/>
                </a:lnTo>
                <a:lnTo>
                  <a:pt x="159047" y="912610"/>
                </a:lnTo>
                <a:lnTo>
                  <a:pt x="158575" y="904876"/>
                </a:lnTo>
                <a:lnTo>
                  <a:pt x="158059" y="897142"/>
                </a:lnTo>
                <a:lnTo>
                  <a:pt x="157485" y="889408"/>
                </a:lnTo>
                <a:lnTo>
                  <a:pt x="156851" y="881674"/>
                </a:lnTo>
                <a:lnTo>
                  <a:pt x="156165" y="873940"/>
                </a:lnTo>
                <a:lnTo>
                  <a:pt x="155445" y="866206"/>
                </a:lnTo>
                <a:lnTo>
                  <a:pt x="154722" y="858472"/>
                </a:lnTo>
                <a:lnTo>
                  <a:pt x="154035" y="850738"/>
                </a:lnTo>
                <a:lnTo>
                  <a:pt x="153428" y="843004"/>
                </a:lnTo>
                <a:lnTo>
                  <a:pt x="152942" y="835270"/>
                </a:lnTo>
                <a:lnTo>
                  <a:pt x="152615" y="827536"/>
                </a:lnTo>
                <a:lnTo>
                  <a:pt x="152474" y="819802"/>
                </a:lnTo>
                <a:lnTo>
                  <a:pt x="152533" y="812068"/>
                </a:lnTo>
                <a:lnTo>
                  <a:pt x="152792" y="804334"/>
                </a:lnTo>
                <a:lnTo>
                  <a:pt x="153235" y="796600"/>
                </a:lnTo>
                <a:lnTo>
                  <a:pt x="153836" y="788866"/>
                </a:lnTo>
                <a:lnTo>
                  <a:pt x="154555" y="781132"/>
                </a:lnTo>
                <a:lnTo>
                  <a:pt x="155348" y="773398"/>
                </a:lnTo>
                <a:lnTo>
                  <a:pt x="156168" y="765664"/>
                </a:lnTo>
                <a:lnTo>
                  <a:pt x="156964" y="757930"/>
                </a:lnTo>
                <a:lnTo>
                  <a:pt x="157689" y="750196"/>
                </a:lnTo>
                <a:lnTo>
                  <a:pt x="158294" y="742462"/>
                </a:lnTo>
                <a:lnTo>
                  <a:pt x="158738" y="734728"/>
                </a:lnTo>
                <a:lnTo>
                  <a:pt x="158980" y="726994"/>
                </a:lnTo>
                <a:lnTo>
                  <a:pt x="158985" y="719261"/>
                </a:lnTo>
                <a:lnTo>
                  <a:pt x="158727" y="711527"/>
                </a:lnTo>
                <a:lnTo>
                  <a:pt x="158190" y="703793"/>
                </a:lnTo>
                <a:lnTo>
                  <a:pt x="157372" y="696059"/>
                </a:lnTo>
                <a:lnTo>
                  <a:pt x="156286" y="688325"/>
                </a:lnTo>
                <a:lnTo>
                  <a:pt x="154969" y="680591"/>
                </a:lnTo>
                <a:lnTo>
                  <a:pt x="153476" y="672857"/>
                </a:lnTo>
                <a:lnTo>
                  <a:pt x="151884" y="665123"/>
                </a:lnTo>
                <a:lnTo>
                  <a:pt x="150285" y="657389"/>
                </a:lnTo>
                <a:lnTo>
                  <a:pt x="148780" y="649655"/>
                </a:lnTo>
                <a:lnTo>
                  <a:pt x="147470" y="641921"/>
                </a:lnTo>
                <a:lnTo>
                  <a:pt x="146445" y="634187"/>
                </a:lnTo>
                <a:lnTo>
                  <a:pt x="145776" y="626453"/>
                </a:lnTo>
                <a:lnTo>
                  <a:pt x="145507" y="618719"/>
                </a:lnTo>
                <a:lnTo>
                  <a:pt x="145647" y="610985"/>
                </a:lnTo>
                <a:lnTo>
                  <a:pt x="146172" y="603251"/>
                </a:lnTo>
                <a:lnTo>
                  <a:pt x="147027" y="595517"/>
                </a:lnTo>
                <a:lnTo>
                  <a:pt x="148133" y="587783"/>
                </a:lnTo>
                <a:lnTo>
                  <a:pt x="149398" y="580049"/>
                </a:lnTo>
                <a:lnTo>
                  <a:pt x="150723" y="572315"/>
                </a:lnTo>
                <a:lnTo>
                  <a:pt x="152017" y="564581"/>
                </a:lnTo>
                <a:lnTo>
                  <a:pt x="153202" y="556847"/>
                </a:lnTo>
                <a:lnTo>
                  <a:pt x="154218" y="549113"/>
                </a:lnTo>
                <a:lnTo>
                  <a:pt x="155026" y="541379"/>
                </a:lnTo>
                <a:lnTo>
                  <a:pt x="155606" y="533645"/>
                </a:lnTo>
                <a:lnTo>
                  <a:pt x="155952" y="525911"/>
                </a:lnTo>
                <a:lnTo>
                  <a:pt x="156070" y="518177"/>
                </a:lnTo>
                <a:lnTo>
                  <a:pt x="155972" y="510443"/>
                </a:lnTo>
                <a:lnTo>
                  <a:pt x="155674" y="502709"/>
                </a:lnTo>
                <a:lnTo>
                  <a:pt x="155190" y="494975"/>
                </a:lnTo>
                <a:lnTo>
                  <a:pt x="154540" y="487241"/>
                </a:lnTo>
                <a:lnTo>
                  <a:pt x="153743" y="479507"/>
                </a:lnTo>
                <a:lnTo>
                  <a:pt x="152825" y="471773"/>
                </a:lnTo>
                <a:lnTo>
                  <a:pt x="151820" y="464039"/>
                </a:lnTo>
                <a:lnTo>
                  <a:pt x="150772" y="456305"/>
                </a:lnTo>
                <a:lnTo>
                  <a:pt x="149733" y="448571"/>
                </a:lnTo>
                <a:lnTo>
                  <a:pt x="148762" y="440837"/>
                </a:lnTo>
                <a:lnTo>
                  <a:pt x="147922" y="433103"/>
                </a:lnTo>
                <a:lnTo>
                  <a:pt x="147271" y="425369"/>
                </a:lnTo>
                <a:lnTo>
                  <a:pt x="146856" y="417635"/>
                </a:lnTo>
                <a:lnTo>
                  <a:pt x="146710" y="409901"/>
                </a:lnTo>
                <a:lnTo>
                  <a:pt x="146846" y="402167"/>
                </a:lnTo>
                <a:lnTo>
                  <a:pt x="147257" y="394433"/>
                </a:lnTo>
                <a:lnTo>
                  <a:pt x="147912" y="386699"/>
                </a:lnTo>
                <a:lnTo>
                  <a:pt x="148764" y="378965"/>
                </a:lnTo>
                <a:lnTo>
                  <a:pt x="149757" y="371231"/>
                </a:lnTo>
                <a:lnTo>
                  <a:pt x="150828" y="363497"/>
                </a:lnTo>
                <a:lnTo>
                  <a:pt x="151914" y="355763"/>
                </a:lnTo>
                <a:lnTo>
                  <a:pt x="152964" y="348029"/>
                </a:lnTo>
                <a:lnTo>
                  <a:pt x="153935" y="340295"/>
                </a:lnTo>
                <a:lnTo>
                  <a:pt x="154803" y="332561"/>
                </a:lnTo>
                <a:lnTo>
                  <a:pt x="155553" y="324827"/>
                </a:lnTo>
                <a:lnTo>
                  <a:pt x="156188" y="317093"/>
                </a:lnTo>
                <a:lnTo>
                  <a:pt x="156717" y="309359"/>
                </a:lnTo>
                <a:lnTo>
                  <a:pt x="157157" y="301625"/>
                </a:lnTo>
                <a:lnTo>
                  <a:pt x="157525" y="293891"/>
                </a:lnTo>
                <a:lnTo>
                  <a:pt x="157839" y="286157"/>
                </a:lnTo>
                <a:lnTo>
                  <a:pt x="158108" y="278423"/>
                </a:lnTo>
                <a:lnTo>
                  <a:pt x="158342" y="270689"/>
                </a:lnTo>
                <a:lnTo>
                  <a:pt x="158540" y="262955"/>
                </a:lnTo>
                <a:lnTo>
                  <a:pt x="158702" y="255221"/>
                </a:lnTo>
                <a:lnTo>
                  <a:pt x="158823" y="247487"/>
                </a:lnTo>
                <a:lnTo>
                  <a:pt x="158899" y="239754"/>
                </a:lnTo>
                <a:lnTo>
                  <a:pt x="158930" y="232020"/>
                </a:lnTo>
                <a:lnTo>
                  <a:pt x="158917" y="224286"/>
                </a:lnTo>
                <a:lnTo>
                  <a:pt x="158869" y="216552"/>
                </a:lnTo>
                <a:lnTo>
                  <a:pt x="158795" y="208818"/>
                </a:lnTo>
                <a:lnTo>
                  <a:pt x="158709" y="201084"/>
                </a:lnTo>
                <a:lnTo>
                  <a:pt x="158621" y="193350"/>
                </a:lnTo>
                <a:lnTo>
                  <a:pt x="158536" y="185616"/>
                </a:lnTo>
                <a:lnTo>
                  <a:pt x="158451" y="177882"/>
                </a:lnTo>
                <a:lnTo>
                  <a:pt x="158344" y="170148"/>
                </a:lnTo>
                <a:lnTo>
                  <a:pt x="158174" y="162414"/>
                </a:lnTo>
                <a:lnTo>
                  <a:pt x="157872" y="154680"/>
                </a:lnTo>
                <a:lnTo>
                  <a:pt x="157341" y="146946"/>
                </a:lnTo>
                <a:lnTo>
                  <a:pt x="156448" y="139212"/>
                </a:lnTo>
                <a:lnTo>
                  <a:pt x="155024" y="131478"/>
                </a:lnTo>
                <a:lnTo>
                  <a:pt x="152872" y="123744"/>
                </a:lnTo>
                <a:lnTo>
                  <a:pt x="149768" y="116010"/>
                </a:lnTo>
                <a:lnTo>
                  <a:pt x="145476" y="108276"/>
                </a:lnTo>
                <a:lnTo>
                  <a:pt x="139770" y="100542"/>
                </a:lnTo>
                <a:lnTo>
                  <a:pt x="132460" y="92808"/>
                </a:lnTo>
                <a:lnTo>
                  <a:pt x="123419" y="85074"/>
                </a:lnTo>
                <a:lnTo>
                  <a:pt x="112625" y="77340"/>
                </a:lnTo>
                <a:lnTo>
                  <a:pt x="100186" y="69606"/>
                </a:lnTo>
                <a:lnTo>
                  <a:pt x="86366" y="61872"/>
                </a:lnTo>
                <a:lnTo>
                  <a:pt x="71596" y="54138"/>
                </a:lnTo>
                <a:lnTo>
                  <a:pt x="56468" y="46404"/>
                </a:lnTo>
                <a:lnTo>
                  <a:pt x="41702" y="38670"/>
                </a:lnTo>
                <a:lnTo>
                  <a:pt x="28095" y="30936"/>
                </a:lnTo>
                <a:lnTo>
                  <a:pt x="16458" y="23202"/>
                </a:lnTo>
                <a:lnTo>
                  <a:pt x="7532" y="15468"/>
                </a:lnTo>
                <a:lnTo>
                  <a:pt x="1917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35" y="7734"/>
                </a:lnTo>
                <a:lnTo>
                  <a:pt x="331820" y="15468"/>
                </a:lnTo>
                <a:lnTo>
                  <a:pt x="322894" y="23202"/>
                </a:lnTo>
                <a:lnTo>
                  <a:pt x="311257" y="30936"/>
                </a:lnTo>
                <a:lnTo>
                  <a:pt x="297650" y="38670"/>
                </a:lnTo>
                <a:lnTo>
                  <a:pt x="282884" y="46404"/>
                </a:lnTo>
                <a:lnTo>
                  <a:pt x="267756" y="54138"/>
                </a:lnTo>
                <a:lnTo>
                  <a:pt x="252986" y="61872"/>
                </a:lnTo>
                <a:lnTo>
                  <a:pt x="239166" y="69606"/>
                </a:lnTo>
                <a:lnTo>
                  <a:pt x="226727" y="77340"/>
                </a:lnTo>
                <a:lnTo>
                  <a:pt x="215933" y="85074"/>
                </a:lnTo>
                <a:lnTo>
                  <a:pt x="206892" y="92808"/>
                </a:lnTo>
                <a:lnTo>
                  <a:pt x="199582" y="100542"/>
                </a:lnTo>
                <a:lnTo>
                  <a:pt x="193876" y="108276"/>
                </a:lnTo>
                <a:lnTo>
                  <a:pt x="189584" y="116010"/>
                </a:lnTo>
                <a:lnTo>
                  <a:pt x="186479" y="123744"/>
                </a:lnTo>
                <a:lnTo>
                  <a:pt x="184327" y="131478"/>
                </a:lnTo>
                <a:lnTo>
                  <a:pt x="182904" y="139212"/>
                </a:lnTo>
                <a:lnTo>
                  <a:pt x="182011" y="146946"/>
                </a:lnTo>
                <a:lnTo>
                  <a:pt x="181480" y="154680"/>
                </a:lnTo>
                <a:lnTo>
                  <a:pt x="181178" y="162414"/>
                </a:lnTo>
                <a:lnTo>
                  <a:pt x="181008" y="170148"/>
                </a:lnTo>
                <a:lnTo>
                  <a:pt x="180901" y="177882"/>
                </a:lnTo>
                <a:lnTo>
                  <a:pt x="180816" y="185616"/>
                </a:lnTo>
                <a:lnTo>
                  <a:pt x="180731" y="193350"/>
                </a:lnTo>
                <a:lnTo>
                  <a:pt x="180643" y="201084"/>
                </a:lnTo>
                <a:lnTo>
                  <a:pt x="180557" y="208818"/>
                </a:lnTo>
                <a:lnTo>
                  <a:pt x="180483" y="216552"/>
                </a:lnTo>
                <a:lnTo>
                  <a:pt x="180435" y="224286"/>
                </a:lnTo>
                <a:lnTo>
                  <a:pt x="180422" y="232020"/>
                </a:lnTo>
                <a:lnTo>
                  <a:pt x="180453" y="239754"/>
                </a:lnTo>
                <a:lnTo>
                  <a:pt x="180529" y="247487"/>
                </a:lnTo>
                <a:lnTo>
                  <a:pt x="180650" y="255221"/>
                </a:lnTo>
                <a:lnTo>
                  <a:pt x="180812" y="262955"/>
                </a:lnTo>
                <a:lnTo>
                  <a:pt x="181010" y="270689"/>
                </a:lnTo>
                <a:lnTo>
                  <a:pt x="181243" y="278423"/>
                </a:lnTo>
                <a:lnTo>
                  <a:pt x="181513" y="286157"/>
                </a:lnTo>
                <a:lnTo>
                  <a:pt x="181826" y="293891"/>
                </a:lnTo>
                <a:lnTo>
                  <a:pt x="182195" y="301625"/>
                </a:lnTo>
                <a:lnTo>
                  <a:pt x="182635" y="309359"/>
                </a:lnTo>
                <a:lnTo>
                  <a:pt x="183164" y="317093"/>
                </a:lnTo>
                <a:lnTo>
                  <a:pt x="183799" y="324827"/>
                </a:lnTo>
                <a:lnTo>
                  <a:pt x="184549" y="332561"/>
                </a:lnTo>
                <a:lnTo>
                  <a:pt x="185416" y="340295"/>
                </a:lnTo>
                <a:lnTo>
                  <a:pt x="186388" y="348029"/>
                </a:lnTo>
                <a:lnTo>
                  <a:pt x="187438" y="355763"/>
                </a:lnTo>
                <a:lnTo>
                  <a:pt x="188524" y="363497"/>
                </a:lnTo>
                <a:lnTo>
                  <a:pt x="189594" y="371231"/>
                </a:lnTo>
                <a:lnTo>
                  <a:pt x="190587" y="378965"/>
                </a:lnTo>
                <a:lnTo>
                  <a:pt x="191440" y="386699"/>
                </a:lnTo>
                <a:lnTo>
                  <a:pt x="192095" y="394433"/>
                </a:lnTo>
                <a:lnTo>
                  <a:pt x="192505" y="402167"/>
                </a:lnTo>
                <a:lnTo>
                  <a:pt x="192642" y="409901"/>
                </a:lnTo>
                <a:lnTo>
                  <a:pt x="192496" y="417635"/>
                </a:lnTo>
                <a:lnTo>
                  <a:pt x="192081" y="425369"/>
                </a:lnTo>
                <a:lnTo>
                  <a:pt x="191430" y="433103"/>
                </a:lnTo>
                <a:lnTo>
                  <a:pt x="190590" y="440837"/>
                </a:lnTo>
                <a:lnTo>
                  <a:pt x="189619" y="448571"/>
                </a:lnTo>
                <a:lnTo>
                  <a:pt x="188580" y="456305"/>
                </a:lnTo>
                <a:lnTo>
                  <a:pt x="187532" y="464039"/>
                </a:lnTo>
                <a:lnTo>
                  <a:pt x="186527" y="471773"/>
                </a:lnTo>
                <a:lnTo>
                  <a:pt x="185609" y="479507"/>
                </a:lnTo>
                <a:lnTo>
                  <a:pt x="184812" y="487241"/>
                </a:lnTo>
                <a:lnTo>
                  <a:pt x="184161" y="494975"/>
                </a:lnTo>
                <a:lnTo>
                  <a:pt x="183678" y="502709"/>
                </a:lnTo>
                <a:lnTo>
                  <a:pt x="183380" y="510443"/>
                </a:lnTo>
                <a:lnTo>
                  <a:pt x="183282" y="518177"/>
                </a:lnTo>
                <a:lnTo>
                  <a:pt x="183400" y="525911"/>
                </a:lnTo>
                <a:lnTo>
                  <a:pt x="183746" y="533645"/>
                </a:lnTo>
                <a:lnTo>
                  <a:pt x="184326" y="541379"/>
                </a:lnTo>
                <a:lnTo>
                  <a:pt x="185134" y="549113"/>
                </a:lnTo>
                <a:lnTo>
                  <a:pt x="186150" y="556847"/>
                </a:lnTo>
                <a:lnTo>
                  <a:pt x="187335" y="564581"/>
                </a:lnTo>
                <a:lnTo>
                  <a:pt x="188629" y="572315"/>
                </a:lnTo>
                <a:lnTo>
                  <a:pt x="189954" y="580049"/>
                </a:lnTo>
                <a:lnTo>
                  <a:pt x="191219" y="587783"/>
                </a:lnTo>
                <a:lnTo>
                  <a:pt x="192325" y="595517"/>
                </a:lnTo>
                <a:lnTo>
                  <a:pt x="193180" y="603251"/>
                </a:lnTo>
                <a:lnTo>
                  <a:pt x="193705" y="610985"/>
                </a:lnTo>
                <a:lnTo>
                  <a:pt x="193845" y="618719"/>
                </a:lnTo>
                <a:lnTo>
                  <a:pt x="193576" y="626453"/>
                </a:lnTo>
                <a:lnTo>
                  <a:pt x="192907" y="634187"/>
                </a:lnTo>
                <a:lnTo>
                  <a:pt x="191882" y="641921"/>
                </a:lnTo>
                <a:lnTo>
                  <a:pt x="190572" y="649655"/>
                </a:lnTo>
                <a:lnTo>
                  <a:pt x="189067" y="657389"/>
                </a:lnTo>
                <a:lnTo>
                  <a:pt x="187468" y="665123"/>
                </a:lnTo>
                <a:lnTo>
                  <a:pt x="185876" y="672857"/>
                </a:lnTo>
                <a:lnTo>
                  <a:pt x="184383" y="680591"/>
                </a:lnTo>
                <a:lnTo>
                  <a:pt x="183066" y="688325"/>
                </a:lnTo>
                <a:lnTo>
                  <a:pt x="181980" y="696059"/>
                </a:lnTo>
                <a:lnTo>
                  <a:pt x="181161" y="703793"/>
                </a:lnTo>
                <a:lnTo>
                  <a:pt x="180624" y="711527"/>
                </a:lnTo>
                <a:lnTo>
                  <a:pt x="180367" y="719261"/>
                </a:lnTo>
                <a:lnTo>
                  <a:pt x="180372" y="726994"/>
                </a:lnTo>
                <a:lnTo>
                  <a:pt x="180614" y="734728"/>
                </a:lnTo>
                <a:lnTo>
                  <a:pt x="181057" y="742462"/>
                </a:lnTo>
                <a:lnTo>
                  <a:pt x="181663" y="750196"/>
                </a:lnTo>
                <a:lnTo>
                  <a:pt x="182388" y="757930"/>
                </a:lnTo>
                <a:lnTo>
                  <a:pt x="183184" y="765664"/>
                </a:lnTo>
                <a:lnTo>
                  <a:pt x="184004" y="773398"/>
                </a:lnTo>
                <a:lnTo>
                  <a:pt x="184797" y="781132"/>
                </a:lnTo>
                <a:lnTo>
                  <a:pt x="185516" y="788866"/>
                </a:lnTo>
                <a:lnTo>
                  <a:pt x="186116" y="796600"/>
                </a:lnTo>
                <a:lnTo>
                  <a:pt x="186560" y="804334"/>
                </a:lnTo>
                <a:lnTo>
                  <a:pt x="186818" y="812068"/>
                </a:lnTo>
                <a:lnTo>
                  <a:pt x="186878" y="819802"/>
                </a:lnTo>
                <a:lnTo>
                  <a:pt x="186737" y="827536"/>
                </a:lnTo>
                <a:lnTo>
                  <a:pt x="186410" y="835270"/>
                </a:lnTo>
                <a:lnTo>
                  <a:pt x="185924" y="843004"/>
                </a:lnTo>
                <a:lnTo>
                  <a:pt x="185316" y="850738"/>
                </a:lnTo>
                <a:lnTo>
                  <a:pt x="184630" y="858472"/>
                </a:lnTo>
                <a:lnTo>
                  <a:pt x="183907" y="866206"/>
                </a:lnTo>
                <a:lnTo>
                  <a:pt x="183187" y="873940"/>
                </a:lnTo>
                <a:lnTo>
                  <a:pt x="182501" y="881674"/>
                </a:lnTo>
                <a:lnTo>
                  <a:pt x="181867" y="889408"/>
                </a:lnTo>
                <a:lnTo>
                  <a:pt x="181293" y="897142"/>
                </a:lnTo>
                <a:lnTo>
                  <a:pt x="180777" y="904876"/>
                </a:lnTo>
                <a:lnTo>
                  <a:pt x="180305" y="912610"/>
                </a:lnTo>
                <a:lnTo>
                  <a:pt x="179861" y="920344"/>
                </a:lnTo>
                <a:lnTo>
                  <a:pt x="179427" y="928078"/>
                </a:lnTo>
                <a:lnTo>
                  <a:pt x="178985" y="935812"/>
                </a:lnTo>
                <a:lnTo>
                  <a:pt x="178525" y="943546"/>
                </a:lnTo>
                <a:lnTo>
                  <a:pt x="178038" y="951280"/>
                </a:lnTo>
                <a:lnTo>
                  <a:pt x="177527" y="959014"/>
                </a:lnTo>
                <a:lnTo>
                  <a:pt x="176995" y="966748"/>
                </a:lnTo>
                <a:lnTo>
                  <a:pt x="176454" y="974482"/>
                </a:lnTo>
                <a:lnTo>
                  <a:pt x="175913" y="982216"/>
                </a:lnTo>
                <a:lnTo>
                  <a:pt x="175387" y="989950"/>
                </a:lnTo>
                <a:lnTo>
                  <a:pt x="174884" y="997684"/>
                </a:lnTo>
                <a:lnTo>
                  <a:pt x="174414" y="1005418"/>
                </a:lnTo>
                <a:lnTo>
                  <a:pt x="173983" y="1013152"/>
                </a:lnTo>
                <a:lnTo>
                  <a:pt x="173595" y="1020886"/>
                </a:lnTo>
                <a:lnTo>
                  <a:pt x="173253" y="1028620"/>
                </a:lnTo>
                <a:lnTo>
                  <a:pt x="172957" y="1036354"/>
                </a:lnTo>
                <a:lnTo>
                  <a:pt x="172711" y="1044088"/>
                </a:lnTo>
                <a:lnTo>
                  <a:pt x="172517" y="1051822"/>
                </a:lnTo>
                <a:lnTo>
                  <a:pt x="172380" y="1059556"/>
                </a:lnTo>
                <a:lnTo>
                  <a:pt x="172310" y="1067290"/>
                </a:lnTo>
                <a:lnTo>
                  <a:pt x="172323" y="1075024"/>
                </a:lnTo>
                <a:lnTo>
                  <a:pt x="172442" y="1082758"/>
                </a:lnTo>
                <a:lnTo>
                  <a:pt x="172703" y="1090492"/>
                </a:lnTo>
                <a:lnTo>
                  <a:pt x="173150" y="1098226"/>
                </a:lnTo>
                <a:lnTo>
                  <a:pt x="173846" y="1105960"/>
                </a:lnTo>
                <a:lnTo>
                  <a:pt x="174864" y="1113694"/>
                </a:lnTo>
                <a:lnTo>
                  <a:pt x="176293" y="1121428"/>
                </a:lnTo>
                <a:lnTo>
                  <a:pt x="178226" y="1129162"/>
                </a:lnTo>
                <a:lnTo>
                  <a:pt x="180758" y="1136896"/>
                </a:lnTo>
                <a:lnTo>
                  <a:pt x="183970" y="1144630"/>
                </a:lnTo>
                <a:lnTo>
                  <a:pt x="187917" y="1152364"/>
                </a:lnTo>
                <a:lnTo>
                  <a:pt x="192613" y="1160098"/>
                </a:lnTo>
                <a:lnTo>
                  <a:pt x="198015" y="1167832"/>
                </a:lnTo>
                <a:lnTo>
                  <a:pt x="204013" y="1175566"/>
                </a:lnTo>
                <a:lnTo>
                  <a:pt x="210422" y="1183300"/>
                </a:lnTo>
                <a:lnTo>
                  <a:pt x="216988" y="1191034"/>
                </a:lnTo>
                <a:lnTo>
                  <a:pt x="223400" y="1198768"/>
                </a:lnTo>
                <a:lnTo>
                  <a:pt x="229311" y="1206502"/>
                </a:lnTo>
                <a:lnTo>
                  <a:pt x="234369" y="1214235"/>
                </a:lnTo>
                <a:lnTo>
                  <a:pt x="238249" y="1221969"/>
                </a:lnTo>
                <a:lnTo>
                  <a:pt x="240691" y="1229703"/>
                </a:lnTo>
                <a:lnTo>
                  <a:pt x="241524" y="1237437"/>
                </a:lnTo>
                <a:lnTo>
                  <a:pt x="241524" y="1237437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334" name="Stage1_sixpanel_7505">
            <a:extLst>
              <a:ext uri="{FF2B5EF4-FFF2-40B4-BE49-F238E27FC236}">
                <a16:creationId xmlns:a16="http://schemas.microsoft.com/office/drawing/2014/main" id="{91687F01-37A9-43D1-A2E4-E0C4016C6203}"/>
              </a:ext>
            </a:extLst>
          </p:cNvPr>
          <p:cNvSpPr>
            <a:spLocks noGrp="1"/>
          </p:cNvSpPr>
          <p:nvPr/>
        </p:nvSpPr>
        <p:spPr>
          <a:xfrm>
            <a:off x="231036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5" name="Stage1_sixpanel_7506">
            <a:extLst>
              <a:ext uri="{FF2B5EF4-FFF2-40B4-BE49-F238E27FC236}">
                <a16:creationId xmlns:a16="http://schemas.microsoft.com/office/drawing/2014/main" id="{95DDCAFE-5D53-4AD9-AF2E-B0B1D386494F}"/>
              </a:ext>
            </a:extLst>
          </p:cNvPr>
          <p:cNvSpPr>
            <a:spLocks noGrp="1"/>
          </p:cNvSpPr>
          <p:nvPr/>
        </p:nvSpPr>
        <p:spPr>
          <a:xfrm>
            <a:off x="2326149" y="702212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6" name="Stage1_sixpanel_7507">
            <a:extLst>
              <a:ext uri="{FF2B5EF4-FFF2-40B4-BE49-F238E27FC236}">
                <a16:creationId xmlns:a16="http://schemas.microsoft.com/office/drawing/2014/main" id="{F4633443-B0B3-4DFC-ACE9-A4B06D3CD576}"/>
              </a:ext>
            </a:extLst>
          </p:cNvPr>
          <p:cNvSpPr>
            <a:spLocks noGrp="1"/>
          </p:cNvSpPr>
          <p:nvPr/>
        </p:nvSpPr>
        <p:spPr>
          <a:xfrm>
            <a:off x="22807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7" name="Stage1_sixpanel_7508">
            <a:extLst>
              <a:ext uri="{FF2B5EF4-FFF2-40B4-BE49-F238E27FC236}">
                <a16:creationId xmlns:a16="http://schemas.microsoft.com/office/drawing/2014/main" id="{2311CCA6-E12D-43E6-9EA0-FD919BCD3A5B}"/>
              </a:ext>
            </a:extLst>
          </p:cNvPr>
          <p:cNvSpPr>
            <a:spLocks noGrp="1"/>
          </p:cNvSpPr>
          <p:nvPr/>
        </p:nvSpPr>
        <p:spPr>
          <a:xfrm>
            <a:off x="2278275" y="795904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8" name="Stage1_sixpanel_7509">
            <a:extLst>
              <a:ext uri="{FF2B5EF4-FFF2-40B4-BE49-F238E27FC236}">
                <a16:creationId xmlns:a16="http://schemas.microsoft.com/office/drawing/2014/main" id="{29D414D0-350F-4E24-9847-0BA28EEA2F81}"/>
              </a:ext>
            </a:extLst>
          </p:cNvPr>
          <p:cNvSpPr>
            <a:spLocks noGrp="1"/>
          </p:cNvSpPr>
          <p:nvPr/>
        </p:nvSpPr>
        <p:spPr>
          <a:xfrm>
            <a:off x="2279441" y="711051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9" name="Stage1_sixpanel_7510">
            <a:extLst>
              <a:ext uri="{FF2B5EF4-FFF2-40B4-BE49-F238E27FC236}">
                <a16:creationId xmlns:a16="http://schemas.microsoft.com/office/drawing/2014/main" id="{5E5A4191-D12A-4A22-ABFD-69652A89F142}"/>
              </a:ext>
            </a:extLst>
          </p:cNvPr>
          <p:cNvSpPr>
            <a:spLocks noGrp="1"/>
          </p:cNvSpPr>
          <p:nvPr/>
        </p:nvSpPr>
        <p:spPr>
          <a:xfrm>
            <a:off x="2363639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0" name="Stage1_sixpanel_7511">
            <a:extLst>
              <a:ext uri="{FF2B5EF4-FFF2-40B4-BE49-F238E27FC236}">
                <a16:creationId xmlns:a16="http://schemas.microsoft.com/office/drawing/2014/main" id="{3A9BBB6B-976A-47F1-AFAA-02AD588FE79D}"/>
              </a:ext>
            </a:extLst>
          </p:cNvPr>
          <p:cNvSpPr>
            <a:spLocks noGrp="1"/>
          </p:cNvSpPr>
          <p:nvPr/>
        </p:nvSpPr>
        <p:spPr>
          <a:xfrm>
            <a:off x="230036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1" name="Stage1_sixpanel_7512">
            <a:extLst>
              <a:ext uri="{FF2B5EF4-FFF2-40B4-BE49-F238E27FC236}">
                <a16:creationId xmlns:a16="http://schemas.microsoft.com/office/drawing/2014/main" id="{29D92E12-7BC8-42AD-A1D0-05C630ED8152}"/>
              </a:ext>
            </a:extLst>
          </p:cNvPr>
          <p:cNvSpPr>
            <a:spLocks noGrp="1"/>
          </p:cNvSpPr>
          <p:nvPr/>
        </p:nvSpPr>
        <p:spPr>
          <a:xfrm>
            <a:off x="231919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2" name="Stage1_sixpanel_7513">
            <a:extLst>
              <a:ext uri="{FF2B5EF4-FFF2-40B4-BE49-F238E27FC236}">
                <a16:creationId xmlns:a16="http://schemas.microsoft.com/office/drawing/2014/main" id="{31145D48-25F5-439E-BE6F-6F245B359837}"/>
              </a:ext>
            </a:extLst>
          </p:cNvPr>
          <p:cNvSpPr>
            <a:spLocks noGrp="1"/>
          </p:cNvSpPr>
          <p:nvPr/>
        </p:nvSpPr>
        <p:spPr>
          <a:xfrm>
            <a:off x="221068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3" name="Stage1_sixpanel_7514">
            <a:extLst>
              <a:ext uri="{FF2B5EF4-FFF2-40B4-BE49-F238E27FC236}">
                <a16:creationId xmlns:a16="http://schemas.microsoft.com/office/drawing/2014/main" id="{0D4F0143-868F-4DD5-8228-D77C04F574DF}"/>
              </a:ext>
            </a:extLst>
          </p:cNvPr>
          <p:cNvSpPr>
            <a:spLocks noGrp="1"/>
          </p:cNvSpPr>
          <p:nvPr/>
        </p:nvSpPr>
        <p:spPr>
          <a:xfrm>
            <a:off x="240556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4" name="Stage1_sixpanel_7515">
            <a:extLst>
              <a:ext uri="{FF2B5EF4-FFF2-40B4-BE49-F238E27FC236}">
                <a16:creationId xmlns:a16="http://schemas.microsoft.com/office/drawing/2014/main" id="{EAD16094-5D93-49AE-8F1E-407E34AAFE93}"/>
              </a:ext>
            </a:extLst>
          </p:cNvPr>
          <p:cNvSpPr>
            <a:spLocks noGrp="1"/>
          </p:cNvSpPr>
          <p:nvPr/>
        </p:nvSpPr>
        <p:spPr>
          <a:xfrm>
            <a:off x="2377693" y="736542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5" name="Stage1_sixpanel_7516">
            <a:extLst>
              <a:ext uri="{FF2B5EF4-FFF2-40B4-BE49-F238E27FC236}">
                <a16:creationId xmlns:a16="http://schemas.microsoft.com/office/drawing/2014/main" id="{42FE6AC6-FDB4-44D3-945A-B3D7E6860D97}"/>
              </a:ext>
            </a:extLst>
          </p:cNvPr>
          <p:cNvSpPr>
            <a:spLocks noGrp="1"/>
          </p:cNvSpPr>
          <p:nvPr/>
        </p:nvSpPr>
        <p:spPr>
          <a:xfrm>
            <a:off x="2234102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6" name="Stage1_sixpanel_7517">
            <a:extLst>
              <a:ext uri="{FF2B5EF4-FFF2-40B4-BE49-F238E27FC236}">
                <a16:creationId xmlns:a16="http://schemas.microsoft.com/office/drawing/2014/main" id="{856AC67C-0C39-432F-BD72-E9F233E99213}"/>
              </a:ext>
            </a:extLst>
          </p:cNvPr>
          <p:cNvSpPr>
            <a:spLocks noGrp="1"/>
          </p:cNvSpPr>
          <p:nvPr/>
        </p:nvSpPr>
        <p:spPr>
          <a:xfrm>
            <a:off x="2284005" y="756718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7" name="Stage1_sixpanel_7518">
            <a:extLst>
              <a:ext uri="{FF2B5EF4-FFF2-40B4-BE49-F238E27FC236}">
                <a16:creationId xmlns:a16="http://schemas.microsoft.com/office/drawing/2014/main" id="{6FFB5487-A9A2-4B1C-A1F7-6ADD20D1BC8A}"/>
              </a:ext>
            </a:extLst>
          </p:cNvPr>
          <p:cNvSpPr>
            <a:spLocks noGrp="1"/>
          </p:cNvSpPr>
          <p:nvPr/>
        </p:nvSpPr>
        <p:spPr>
          <a:xfrm>
            <a:off x="241298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8" name="Stage1_sixpanel_7519">
            <a:extLst>
              <a:ext uri="{FF2B5EF4-FFF2-40B4-BE49-F238E27FC236}">
                <a16:creationId xmlns:a16="http://schemas.microsoft.com/office/drawing/2014/main" id="{1794C4BC-8A18-4566-9B25-94540BC6140F}"/>
              </a:ext>
            </a:extLst>
          </p:cNvPr>
          <p:cNvSpPr>
            <a:spLocks noGrp="1"/>
          </p:cNvSpPr>
          <p:nvPr/>
        </p:nvSpPr>
        <p:spPr>
          <a:xfrm>
            <a:off x="22043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9" name="Stage1_sixpanel_7520">
            <a:extLst>
              <a:ext uri="{FF2B5EF4-FFF2-40B4-BE49-F238E27FC236}">
                <a16:creationId xmlns:a16="http://schemas.microsoft.com/office/drawing/2014/main" id="{458DE345-CFBE-40FF-B1BC-2E233BA0D2A0}"/>
              </a:ext>
            </a:extLst>
          </p:cNvPr>
          <p:cNvSpPr>
            <a:spLocks noGrp="1"/>
          </p:cNvSpPr>
          <p:nvPr/>
        </p:nvSpPr>
        <p:spPr>
          <a:xfrm>
            <a:off x="230861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0" name="Stage1_sixpanel_7521">
            <a:extLst>
              <a:ext uri="{FF2B5EF4-FFF2-40B4-BE49-F238E27FC236}">
                <a16:creationId xmlns:a16="http://schemas.microsoft.com/office/drawing/2014/main" id="{2326F651-256A-4B6E-AAE3-17758DEB0EC2}"/>
              </a:ext>
            </a:extLst>
          </p:cNvPr>
          <p:cNvSpPr>
            <a:spLocks noGrp="1"/>
          </p:cNvSpPr>
          <p:nvPr/>
        </p:nvSpPr>
        <p:spPr>
          <a:xfrm>
            <a:off x="231947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1" name="Stage1_sixpanel_7522">
            <a:extLst>
              <a:ext uri="{FF2B5EF4-FFF2-40B4-BE49-F238E27FC236}">
                <a16:creationId xmlns:a16="http://schemas.microsoft.com/office/drawing/2014/main" id="{55D973C3-AE33-4573-B0FB-DEC6A91E7C60}"/>
              </a:ext>
            </a:extLst>
          </p:cNvPr>
          <p:cNvSpPr>
            <a:spLocks noGrp="1"/>
          </p:cNvSpPr>
          <p:nvPr/>
        </p:nvSpPr>
        <p:spPr>
          <a:xfrm>
            <a:off x="230573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2" name="Stage1_sixpanel_7523">
            <a:extLst>
              <a:ext uri="{FF2B5EF4-FFF2-40B4-BE49-F238E27FC236}">
                <a16:creationId xmlns:a16="http://schemas.microsoft.com/office/drawing/2014/main" id="{B711E6F9-8B8B-4797-BCC6-5D8231581032}"/>
              </a:ext>
            </a:extLst>
          </p:cNvPr>
          <p:cNvSpPr>
            <a:spLocks noGrp="1"/>
          </p:cNvSpPr>
          <p:nvPr/>
        </p:nvSpPr>
        <p:spPr>
          <a:xfrm>
            <a:off x="2414275" y="723204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3" name="Stage1_sixpanel_7524">
            <a:extLst>
              <a:ext uri="{FF2B5EF4-FFF2-40B4-BE49-F238E27FC236}">
                <a16:creationId xmlns:a16="http://schemas.microsoft.com/office/drawing/2014/main" id="{E1391BCD-B2EF-49BE-AF85-30DEC7E8751F}"/>
              </a:ext>
            </a:extLst>
          </p:cNvPr>
          <p:cNvSpPr>
            <a:spLocks noGrp="1"/>
          </p:cNvSpPr>
          <p:nvPr/>
        </p:nvSpPr>
        <p:spPr>
          <a:xfrm>
            <a:off x="238372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4" name="Stage1_sixpanel_7525">
            <a:extLst>
              <a:ext uri="{FF2B5EF4-FFF2-40B4-BE49-F238E27FC236}">
                <a16:creationId xmlns:a16="http://schemas.microsoft.com/office/drawing/2014/main" id="{4BF066A7-8C89-42DA-A780-A892EE2FE42F}"/>
              </a:ext>
            </a:extLst>
          </p:cNvPr>
          <p:cNvSpPr>
            <a:spLocks noGrp="1"/>
          </p:cNvSpPr>
          <p:nvPr/>
        </p:nvSpPr>
        <p:spPr>
          <a:xfrm>
            <a:off x="222014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5" name="Stage1_sixpanel_7526">
            <a:extLst>
              <a:ext uri="{FF2B5EF4-FFF2-40B4-BE49-F238E27FC236}">
                <a16:creationId xmlns:a16="http://schemas.microsoft.com/office/drawing/2014/main" id="{F3641942-034F-40D1-9E69-DD74F8DEC836}"/>
              </a:ext>
            </a:extLst>
          </p:cNvPr>
          <p:cNvSpPr>
            <a:spLocks noGrp="1"/>
          </p:cNvSpPr>
          <p:nvPr/>
        </p:nvSpPr>
        <p:spPr>
          <a:xfrm>
            <a:off x="2244373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6" name="Stage1_sixpanel_7527">
            <a:extLst>
              <a:ext uri="{FF2B5EF4-FFF2-40B4-BE49-F238E27FC236}">
                <a16:creationId xmlns:a16="http://schemas.microsoft.com/office/drawing/2014/main" id="{19C47972-89CA-43DF-A29E-6D96742EF74A}"/>
              </a:ext>
            </a:extLst>
          </p:cNvPr>
          <p:cNvSpPr>
            <a:spLocks noGrp="1"/>
          </p:cNvSpPr>
          <p:nvPr/>
        </p:nvSpPr>
        <p:spPr>
          <a:xfrm>
            <a:off x="226892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7" name="Stage1_sixpanel_7528">
            <a:extLst>
              <a:ext uri="{FF2B5EF4-FFF2-40B4-BE49-F238E27FC236}">
                <a16:creationId xmlns:a16="http://schemas.microsoft.com/office/drawing/2014/main" id="{831CCD76-30E5-499B-B718-539DE6016FA5}"/>
              </a:ext>
            </a:extLst>
          </p:cNvPr>
          <p:cNvSpPr>
            <a:spLocks noGrp="1"/>
          </p:cNvSpPr>
          <p:nvPr/>
        </p:nvSpPr>
        <p:spPr>
          <a:xfrm>
            <a:off x="230851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8" name="Stage1_sixpanel_7529">
            <a:extLst>
              <a:ext uri="{FF2B5EF4-FFF2-40B4-BE49-F238E27FC236}">
                <a16:creationId xmlns:a16="http://schemas.microsoft.com/office/drawing/2014/main" id="{6892A8BE-6113-4B09-A5BF-01F8898DA4FD}"/>
              </a:ext>
            </a:extLst>
          </p:cNvPr>
          <p:cNvSpPr>
            <a:spLocks noGrp="1"/>
          </p:cNvSpPr>
          <p:nvPr/>
        </p:nvSpPr>
        <p:spPr>
          <a:xfrm>
            <a:off x="2373899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9" name="Stage1_sixpanel_7530">
            <a:extLst>
              <a:ext uri="{FF2B5EF4-FFF2-40B4-BE49-F238E27FC236}">
                <a16:creationId xmlns:a16="http://schemas.microsoft.com/office/drawing/2014/main" id="{C9E31505-93AF-477D-9BF0-8D603532F027}"/>
              </a:ext>
            </a:extLst>
          </p:cNvPr>
          <p:cNvSpPr>
            <a:spLocks noGrp="1"/>
          </p:cNvSpPr>
          <p:nvPr/>
        </p:nvSpPr>
        <p:spPr>
          <a:xfrm>
            <a:off x="233491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0" name="Stage1_sixpanel_7531">
            <a:extLst>
              <a:ext uri="{FF2B5EF4-FFF2-40B4-BE49-F238E27FC236}">
                <a16:creationId xmlns:a16="http://schemas.microsoft.com/office/drawing/2014/main" id="{1BB63D60-746C-45B5-9F63-C88C8AE0A86A}"/>
              </a:ext>
            </a:extLst>
          </p:cNvPr>
          <p:cNvSpPr>
            <a:spLocks noGrp="1"/>
          </p:cNvSpPr>
          <p:nvPr/>
        </p:nvSpPr>
        <p:spPr>
          <a:xfrm>
            <a:off x="2386005" y="761874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1" name="Stage1_sixpanel_7532">
            <a:extLst>
              <a:ext uri="{FF2B5EF4-FFF2-40B4-BE49-F238E27FC236}">
                <a16:creationId xmlns:a16="http://schemas.microsoft.com/office/drawing/2014/main" id="{AF1C0989-A89E-45A5-B024-06CDE5EC6FBA}"/>
              </a:ext>
            </a:extLst>
          </p:cNvPr>
          <p:cNvSpPr>
            <a:spLocks noGrp="1"/>
          </p:cNvSpPr>
          <p:nvPr/>
        </p:nvSpPr>
        <p:spPr>
          <a:xfrm>
            <a:off x="2248814" y="73403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2" name="Stage1_sixpanel_7533">
            <a:extLst>
              <a:ext uri="{FF2B5EF4-FFF2-40B4-BE49-F238E27FC236}">
                <a16:creationId xmlns:a16="http://schemas.microsoft.com/office/drawing/2014/main" id="{13E21B0D-21D4-44AA-9A8D-6D8EABACC9EB}"/>
              </a:ext>
            </a:extLst>
          </p:cNvPr>
          <p:cNvSpPr>
            <a:spLocks noGrp="1"/>
          </p:cNvSpPr>
          <p:nvPr/>
        </p:nvSpPr>
        <p:spPr>
          <a:xfrm>
            <a:off x="232321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3" name="Stage1_sixpanel_7534">
            <a:extLst>
              <a:ext uri="{FF2B5EF4-FFF2-40B4-BE49-F238E27FC236}">
                <a16:creationId xmlns:a16="http://schemas.microsoft.com/office/drawing/2014/main" id="{AE6A132D-CEFD-4E5A-A9DF-B88A3597EE6D}"/>
              </a:ext>
            </a:extLst>
          </p:cNvPr>
          <p:cNvSpPr>
            <a:spLocks noGrp="1"/>
          </p:cNvSpPr>
          <p:nvPr/>
        </p:nvSpPr>
        <p:spPr>
          <a:xfrm>
            <a:off x="232443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4" name="Stage1_sixpanel_7535">
            <a:extLst>
              <a:ext uri="{FF2B5EF4-FFF2-40B4-BE49-F238E27FC236}">
                <a16:creationId xmlns:a16="http://schemas.microsoft.com/office/drawing/2014/main" id="{0A5D435B-7B95-4EB2-8978-C4D4955987CB}"/>
              </a:ext>
            </a:extLst>
          </p:cNvPr>
          <p:cNvSpPr>
            <a:spLocks noGrp="1"/>
          </p:cNvSpPr>
          <p:nvPr/>
        </p:nvSpPr>
        <p:spPr>
          <a:xfrm>
            <a:off x="220302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5" name="Stage1_sixpanel_7536">
            <a:extLst>
              <a:ext uri="{FF2B5EF4-FFF2-40B4-BE49-F238E27FC236}">
                <a16:creationId xmlns:a16="http://schemas.microsoft.com/office/drawing/2014/main" id="{08308586-3EC3-4847-918D-DF910D81B830}"/>
              </a:ext>
            </a:extLst>
          </p:cNvPr>
          <p:cNvSpPr>
            <a:spLocks noGrp="1"/>
          </p:cNvSpPr>
          <p:nvPr/>
        </p:nvSpPr>
        <p:spPr>
          <a:xfrm>
            <a:off x="2209520" y="737567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6" name="Stage1_sixpanel_7537">
            <a:extLst>
              <a:ext uri="{FF2B5EF4-FFF2-40B4-BE49-F238E27FC236}">
                <a16:creationId xmlns:a16="http://schemas.microsoft.com/office/drawing/2014/main" id="{65AA9C8D-F5FF-43C3-9E05-F7F05F4AD5A7}"/>
              </a:ext>
            </a:extLst>
          </p:cNvPr>
          <p:cNvSpPr>
            <a:spLocks noGrp="1"/>
          </p:cNvSpPr>
          <p:nvPr/>
        </p:nvSpPr>
        <p:spPr>
          <a:xfrm>
            <a:off x="226556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7" name="Stage1_sixpanel_7538">
            <a:extLst>
              <a:ext uri="{FF2B5EF4-FFF2-40B4-BE49-F238E27FC236}">
                <a16:creationId xmlns:a16="http://schemas.microsoft.com/office/drawing/2014/main" id="{694F7E6E-676D-4DDE-ABFD-285B3D6E0D25}"/>
              </a:ext>
            </a:extLst>
          </p:cNvPr>
          <p:cNvSpPr>
            <a:spLocks noGrp="1"/>
          </p:cNvSpPr>
          <p:nvPr/>
        </p:nvSpPr>
        <p:spPr>
          <a:xfrm>
            <a:off x="2241366" y="787654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8" name="Stage1_sixpanel_7539">
            <a:extLst>
              <a:ext uri="{FF2B5EF4-FFF2-40B4-BE49-F238E27FC236}">
                <a16:creationId xmlns:a16="http://schemas.microsoft.com/office/drawing/2014/main" id="{52805F6A-80E4-4CBC-BEFD-7900B561C642}"/>
              </a:ext>
            </a:extLst>
          </p:cNvPr>
          <p:cNvSpPr>
            <a:spLocks noGrp="1"/>
          </p:cNvSpPr>
          <p:nvPr/>
        </p:nvSpPr>
        <p:spPr>
          <a:xfrm>
            <a:off x="229429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9" name="Stage1_sixpanel_7540">
            <a:extLst>
              <a:ext uri="{FF2B5EF4-FFF2-40B4-BE49-F238E27FC236}">
                <a16:creationId xmlns:a16="http://schemas.microsoft.com/office/drawing/2014/main" id="{A78B3522-8ED7-4EDA-8D8A-C1AD6FA54433}"/>
              </a:ext>
            </a:extLst>
          </p:cNvPr>
          <p:cNvSpPr>
            <a:spLocks noGrp="1"/>
          </p:cNvSpPr>
          <p:nvPr/>
        </p:nvSpPr>
        <p:spPr>
          <a:xfrm>
            <a:off x="226531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0" name="Stage1_sixpanel_7541">
            <a:extLst>
              <a:ext uri="{FF2B5EF4-FFF2-40B4-BE49-F238E27FC236}">
                <a16:creationId xmlns:a16="http://schemas.microsoft.com/office/drawing/2014/main" id="{096943A6-7AF3-4C6C-8679-7B1FB0E06F94}"/>
              </a:ext>
            </a:extLst>
          </p:cNvPr>
          <p:cNvSpPr>
            <a:spLocks noGrp="1"/>
          </p:cNvSpPr>
          <p:nvPr/>
        </p:nvSpPr>
        <p:spPr>
          <a:xfrm>
            <a:off x="236143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1" name="Stage1_sixpanel_7542">
            <a:extLst>
              <a:ext uri="{FF2B5EF4-FFF2-40B4-BE49-F238E27FC236}">
                <a16:creationId xmlns:a16="http://schemas.microsoft.com/office/drawing/2014/main" id="{51236C37-425A-4036-8ECC-435E0D0C76E6}"/>
              </a:ext>
            </a:extLst>
          </p:cNvPr>
          <p:cNvSpPr>
            <a:spLocks noGrp="1"/>
          </p:cNvSpPr>
          <p:nvPr/>
        </p:nvSpPr>
        <p:spPr>
          <a:xfrm>
            <a:off x="235573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2" name="Stage1_sixpanel_7543">
            <a:extLst>
              <a:ext uri="{FF2B5EF4-FFF2-40B4-BE49-F238E27FC236}">
                <a16:creationId xmlns:a16="http://schemas.microsoft.com/office/drawing/2014/main" id="{E8B47C0A-382F-4418-B8B8-F3CD9E599EE5}"/>
              </a:ext>
            </a:extLst>
          </p:cNvPr>
          <p:cNvSpPr>
            <a:spLocks noGrp="1"/>
          </p:cNvSpPr>
          <p:nvPr/>
        </p:nvSpPr>
        <p:spPr>
          <a:xfrm>
            <a:off x="219839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3" name="Stage1_sixpanel_7544">
            <a:extLst>
              <a:ext uri="{FF2B5EF4-FFF2-40B4-BE49-F238E27FC236}">
                <a16:creationId xmlns:a16="http://schemas.microsoft.com/office/drawing/2014/main" id="{5717896C-84EF-45FF-980D-594D710DFD22}"/>
              </a:ext>
            </a:extLst>
          </p:cNvPr>
          <p:cNvSpPr>
            <a:spLocks noGrp="1"/>
          </p:cNvSpPr>
          <p:nvPr/>
        </p:nvSpPr>
        <p:spPr>
          <a:xfrm>
            <a:off x="228490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4" name="Stage1_sixpanel_7545">
            <a:extLst>
              <a:ext uri="{FF2B5EF4-FFF2-40B4-BE49-F238E27FC236}">
                <a16:creationId xmlns:a16="http://schemas.microsoft.com/office/drawing/2014/main" id="{A5BECFAD-F512-4ACC-B961-9F9B731B9D5B}"/>
              </a:ext>
            </a:extLst>
          </p:cNvPr>
          <p:cNvSpPr>
            <a:spLocks noGrp="1"/>
          </p:cNvSpPr>
          <p:nvPr/>
        </p:nvSpPr>
        <p:spPr>
          <a:xfrm>
            <a:off x="230814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5" name="Stage1_sixpanel_7546">
            <a:extLst>
              <a:ext uri="{FF2B5EF4-FFF2-40B4-BE49-F238E27FC236}">
                <a16:creationId xmlns:a16="http://schemas.microsoft.com/office/drawing/2014/main" id="{4EA2F26C-9808-49B0-B465-46AB7C018860}"/>
              </a:ext>
            </a:extLst>
          </p:cNvPr>
          <p:cNvSpPr>
            <a:spLocks noGrp="1"/>
          </p:cNvSpPr>
          <p:nvPr/>
        </p:nvSpPr>
        <p:spPr>
          <a:xfrm>
            <a:off x="231271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6" name="Stage1_sixpanel_7547">
            <a:extLst>
              <a:ext uri="{FF2B5EF4-FFF2-40B4-BE49-F238E27FC236}">
                <a16:creationId xmlns:a16="http://schemas.microsoft.com/office/drawing/2014/main" id="{C74B3B7C-AC14-455E-AED1-621B19BE0117}"/>
              </a:ext>
            </a:extLst>
          </p:cNvPr>
          <p:cNvSpPr>
            <a:spLocks noGrp="1"/>
          </p:cNvSpPr>
          <p:nvPr/>
        </p:nvSpPr>
        <p:spPr>
          <a:xfrm>
            <a:off x="2303523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7" name="Stage1_sixpanel_7548">
            <a:extLst>
              <a:ext uri="{FF2B5EF4-FFF2-40B4-BE49-F238E27FC236}">
                <a16:creationId xmlns:a16="http://schemas.microsoft.com/office/drawing/2014/main" id="{C638730B-5DEC-4E31-B8C7-97FE1392DC16}"/>
              </a:ext>
            </a:extLst>
          </p:cNvPr>
          <p:cNvSpPr>
            <a:spLocks noGrp="1"/>
          </p:cNvSpPr>
          <p:nvPr/>
        </p:nvSpPr>
        <p:spPr>
          <a:xfrm>
            <a:off x="2373513" y="720929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8" name="Stage1_sixpanel_7549">
            <a:extLst>
              <a:ext uri="{FF2B5EF4-FFF2-40B4-BE49-F238E27FC236}">
                <a16:creationId xmlns:a16="http://schemas.microsoft.com/office/drawing/2014/main" id="{66624387-B6C2-4D13-9F68-7DA0CF693498}"/>
              </a:ext>
            </a:extLst>
          </p:cNvPr>
          <p:cNvSpPr>
            <a:spLocks noGrp="1"/>
          </p:cNvSpPr>
          <p:nvPr/>
        </p:nvSpPr>
        <p:spPr>
          <a:xfrm>
            <a:off x="221776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9" name="Stage1_sixpanel_7550">
            <a:extLst>
              <a:ext uri="{FF2B5EF4-FFF2-40B4-BE49-F238E27FC236}">
                <a16:creationId xmlns:a16="http://schemas.microsoft.com/office/drawing/2014/main" id="{DD032B71-2368-4159-B9A0-2B4616E72E33}"/>
              </a:ext>
            </a:extLst>
          </p:cNvPr>
          <p:cNvSpPr>
            <a:spLocks noGrp="1"/>
          </p:cNvSpPr>
          <p:nvPr/>
        </p:nvSpPr>
        <p:spPr>
          <a:xfrm>
            <a:off x="2216257" y="73403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0" name="Stage1_sixpanel_7551">
            <a:extLst>
              <a:ext uri="{FF2B5EF4-FFF2-40B4-BE49-F238E27FC236}">
                <a16:creationId xmlns:a16="http://schemas.microsoft.com/office/drawing/2014/main" id="{E4BA0CDA-7C08-4E3A-9F32-1C7C91EA1FC4}"/>
              </a:ext>
            </a:extLst>
          </p:cNvPr>
          <p:cNvSpPr>
            <a:spLocks noGrp="1"/>
          </p:cNvSpPr>
          <p:nvPr/>
        </p:nvSpPr>
        <p:spPr>
          <a:xfrm>
            <a:off x="2245001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1" name="Stage1_sixpanel_7552">
            <a:extLst>
              <a:ext uri="{FF2B5EF4-FFF2-40B4-BE49-F238E27FC236}">
                <a16:creationId xmlns:a16="http://schemas.microsoft.com/office/drawing/2014/main" id="{0602E401-D257-4E69-BA84-3FDCF78DA039}"/>
              </a:ext>
            </a:extLst>
          </p:cNvPr>
          <p:cNvSpPr>
            <a:spLocks noGrp="1"/>
          </p:cNvSpPr>
          <p:nvPr/>
        </p:nvSpPr>
        <p:spPr>
          <a:xfrm>
            <a:off x="2326568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2" name="Stage1_sixpanel_7553">
            <a:extLst>
              <a:ext uri="{FF2B5EF4-FFF2-40B4-BE49-F238E27FC236}">
                <a16:creationId xmlns:a16="http://schemas.microsoft.com/office/drawing/2014/main" id="{E13037B5-F4FB-4BF0-9C16-154DC0DEA465}"/>
              </a:ext>
            </a:extLst>
          </p:cNvPr>
          <p:cNvSpPr>
            <a:spLocks noGrp="1"/>
          </p:cNvSpPr>
          <p:nvPr/>
        </p:nvSpPr>
        <p:spPr>
          <a:xfrm>
            <a:off x="2288264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3" name="Stage1_sixpanel_7554">
            <a:extLst>
              <a:ext uri="{FF2B5EF4-FFF2-40B4-BE49-F238E27FC236}">
                <a16:creationId xmlns:a16="http://schemas.microsoft.com/office/drawing/2014/main" id="{DF53BA49-9288-4526-8464-9B593BA24674}"/>
              </a:ext>
            </a:extLst>
          </p:cNvPr>
          <p:cNvSpPr>
            <a:spLocks noGrp="1"/>
          </p:cNvSpPr>
          <p:nvPr/>
        </p:nvSpPr>
        <p:spPr>
          <a:xfrm>
            <a:off x="237691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4" name="Stage1_sixpanel_7555">
            <a:extLst>
              <a:ext uri="{FF2B5EF4-FFF2-40B4-BE49-F238E27FC236}">
                <a16:creationId xmlns:a16="http://schemas.microsoft.com/office/drawing/2014/main" id="{3D3B87C5-C50E-43EF-95D4-E005302D1C9D}"/>
              </a:ext>
            </a:extLst>
          </p:cNvPr>
          <p:cNvSpPr>
            <a:spLocks noGrp="1"/>
          </p:cNvSpPr>
          <p:nvPr/>
        </p:nvSpPr>
        <p:spPr>
          <a:xfrm>
            <a:off x="2381704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5" name="Stage1_sixpanel_7556">
            <a:extLst>
              <a:ext uri="{FF2B5EF4-FFF2-40B4-BE49-F238E27FC236}">
                <a16:creationId xmlns:a16="http://schemas.microsoft.com/office/drawing/2014/main" id="{FCF07659-BF06-4087-A9D8-563DF966DEE9}"/>
              </a:ext>
            </a:extLst>
          </p:cNvPr>
          <p:cNvSpPr>
            <a:spLocks noGrp="1"/>
          </p:cNvSpPr>
          <p:nvPr/>
        </p:nvSpPr>
        <p:spPr>
          <a:xfrm>
            <a:off x="2261724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6" name="Stage1_sixpanel_7557">
            <a:extLst>
              <a:ext uri="{FF2B5EF4-FFF2-40B4-BE49-F238E27FC236}">
                <a16:creationId xmlns:a16="http://schemas.microsoft.com/office/drawing/2014/main" id="{FB5EC19F-B3AB-44BB-A7D3-472FAAFFD5D5}"/>
              </a:ext>
            </a:extLst>
          </p:cNvPr>
          <p:cNvSpPr>
            <a:spLocks noGrp="1"/>
          </p:cNvSpPr>
          <p:nvPr/>
        </p:nvSpPr>
        <p:spPr>
          <a:xfrm>
            <a:off x="2272543" y="727576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7" name="Stage1_sixpanel_7558">
            <a:extLst>
              <a:ext uri="{FF2B5EF4-FFF2-40B4-BE49-F238E27FC236}">
                <a16:creationId xmlns:a16="http://schemas.microsoft.com/office/drawing/2014/main" id="{38058FFC-01E0-4631-AF4A-88F6F7283945}"/>
              </a:ext>
            </a:extLst>
          </p:cNvPr>
          <p:cNvSpPr>
            <a:spLocks noGrp="1"/>
          </p:cNvSpPr>
          <p:nvPr/>
        </p:nvSpPr>
        <p:spPr>
          <a:xfrm>
            <a:off x="2249702" y="698632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8" name="Stage1_sixpanel_7559">
            <a:extLst>
              <a:ext uri="{FF2B5EF4-FFF2-40B4-BE49-F238E27FC236}">
                <a16:creationId xmlns:a16="http://schemas.microsoft.com/office/drawing/2014/main" id="{B30A1788-5C73-401F-84EA-07746F9E7018}"/>
              </a:ext>
            </a:extLst>
          </p:cNvPr>
          <p:cNvSpPr>
            <a:spLocks noGrp="1"/>
          </p:cNvSpPr>
          <p:nvPr/>
        </p:nvSpPr>
        <p:spPr>
          <a:xfrm>
            <a:off x="232004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9" name="Stage1_sixpanel_7560">
            <a:extLst>
              <a:ext uri="{FF2B5EF4-FFF2-40B4-BE49-F238E27FC236}">
                <a16:creationId xmlns:a16="http://schemas.microsoft.com/office/drawing/2014/main" id="{526C32CC-FEA5-4003-9286-EB58EC76F8D5}"/>
              </a:ext>
            </a:extLst>
          </p:cNvPr>
          <p:cNvSpPr>
            <a:spLocks noGrp="1"/>
          </p:cNvSpPr>
          <p:nvPr/>
        </p:nvSpPr>
        <p:spPr>
          <a:xfrm>
            <a:off x="235100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0" name="Stage1_sixpanel_7561">
            <a:extLst>
              <a:ext uri="{FF2B5EF4-FFF2-40B4-BE49-F238E27FC236}">
                <a16:creationId xmlns:a16="http://schemas.microsoft.com/office/drawing/2014/main" id="{D8969132-7311-48A6-97FE-3937A2E82A6E}"/>
              </a:ext>
            </a:extLst>
          </p:cNvPr>
          <p:cNvSpPr>
            <a:spLocks noGrp="1"/>
          </p:cNvSpPr>
          <p:nvPr/>
        </p:nvSpPr>
        <p:spPr>
          <a:xfrm>
            <a:off x="231067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1" name="Stage1_sixpanel_7562">
            <a:extLst>
              <a:ext uri="{FF2B5EF4-FFF2-40B4-BE49-F238E27FC236}">
                <a16:creationId xmlns:a16="http://schemas.microsoft.com/office/drawing/2014/main" id="{DF952C08-7E86-46E0-83FC-3E75E2E3FED8}"/>
              </a:ext>
            </a:extLst>
          </p:cNvPr>
          <p:cNvSpPr>
            <a:spLocks noGrp="1"/>
          </p:cNvSpPr>
          <p:nvPr/>
        </p:nvSpPr>
        <p:spPr>
          <a:xfrm>
            <a:off x="240112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2" name="Stage1_sixpanel_7563">
            <a:extLst>
              <a:ext uri="{FF2B5EF4-FFF2-40B4-BE49-F238E27FC236}">
                <a16:creationId xmlns:a16="http://schemas.microsoft.com/office/drawing/2014/main" id="{C8852C59-A96A-4D0D-AA3F-A7C5E6F45E34}"/>
              </a:ext>
            </a:extLst>
          </p:cNvPr>
          <p:cNvSpPr>
            <a:spLocks noGrp="1"/>
          </p:cNvSpPr>
          <p:nvPr/>
        </p:nvSpPr>
        <p:spPr>
          <a:xfrm>
            <a:off x="2410596" y="712033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3" name="Stage1_sixpanel_7564">
            <a:extLst>
              <a:ext uri="{FF2B5EF4-FFF2-40B4-BE49-F238E27FC236}">
                <a16:creationId xmlns:a16="http://schemas.microsoft.com/office/drawing/2014/main" id="{B0244FC5-BC82-4E7F-87AF-8D77B602003D}"/>
              </a:ext>
            </a:extLst>
          </p:cNvPr>
          <p:cNvSpPr>
            <a:spLocks noGrp="1"/>
          </p:cNvSpPr>
          <p:nvPr/>
        </p:nvSpPr>
        <p:spPr>
          <a:xfrm>
            <a:off x="232407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4" name="Stage1_sixpanel_7565">
            <a:extLst>
              <a:ext uri="{FF2B5EF4-FFF2-40B4-BE49-F238E27FC236}">
                <a16:creationId xmlns:a16="http://schemas.microsoft.com/office/drawing/2014/main" id="{BB60C12F-1ECB-4FC6-A2C0-A98F63545955}"/>
              </a:ext>
            </a:extLst>
          </p:cNvPr>
          <p:cNvSpPr>
            <a:spLocks noGrp="1"/>
          </p:cNvSpPr>
          <p:nvPr/>
        </p:nvSpPr>
        <p:spPr>
          <a:xfrm>
            <a:off x="2301751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5" name="Stage1_sixpanel_7566">
            <a:extLst>
              <a:ext uri="{FF2B5EF4-FFF2-40B4-BE49-F238E27FC236}">
                <a16:creationId xmlns:a16="http://schemas.microsoft.com/office/drawing/2014/main" id="{F4642A8A-B2B0-41A1-91EF-A57110A8FE31}"/>
              </a:ext>
            </a:extLst>
          </p:cNvPr>
          <p:cNvSpPr>
            <a:spLocks noGrp="1"/>
          </p:cNvSpPr>
          <p:nvPr/>
        </p:nvSpPr>
        <p:spPr>
          <a:xfrm>
            <a:off x="232718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6" name="Stage1_sixpanel_7567">
            <a:extLst>
              <a:ext uri="{FF2B5EF4-FFF2-40B4-BE49-F238E27FC236}">
                <a16:creationId xmlns:a16="http://schemas.microsoft.com/office/drawing/2014/main" id="{26EC3303-898E-4F5A-89BD-353F79DCA2B5}"/>
              </a:ext>
            </a:extLst>
          </p:cNvPr>
          <p:cNvSpPr>
            <a:spLocks noGrp="1"/>
          </p:cNvSpPr>
          <p:nvPr/>
        </p:nvSpPr>
        <p:spPr>
          <a:xfrm>
            <a:off x="233490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7" name="Stage1_sixpanel_7568">
            <a:extLst>
              <a:ext uri="{FF2B5EF4-FFF2-40B4-BE49-F238E27FC236}">
                <a16:creationId xmlns:a16="http://schemas.microsoft.com/office/drawing/2014/main" id="{4004E461-9895-4172-B8B5-647556EE585C}"/>
              </a:ext>
            </a:extLst>
          </p:cNvPr>
          <p:cNvSpPr>
            <a:spLocks noGrp="1"/>
          </p:cNvSpPr>
          <p:nvPr/>
        </p:nvSpPr>
        <p:spPr>
          <a:xfrm>
            <a:off x="224280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8" name="Stage1_sixpanel_7569">
            <a:extLst>
              <a:ext uri="{FF2B5EF4-FFF2-40B4-BE49-F238E27FC236}">
                <a16:creationId xmlns:a16="http://schemas.microsoft.com/office/drawing/2014/main" id="{10223517-1C3B-4AF8-84A0-B877E5C3D3EE}"/>
              </a:ext>
            </a:extLst>
          </p:cNvPr>
          <p:cNvSpPr>
            <a:spLocks noGrp="1"/>
          </p:cNvSpPr>
          <p:nvPr/>
        </p:nvSpPr>
        <p:spPr>
          <a:xfrm>
            <a:off x="234986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9" name="Stage1_sixpanel_7570">
            <a:extLst>
              <a:ext uri="{FF2B5EF4-FFF2-40B4-BE49-F238E27FC236}">
                <a16:creationId xmlns:a16="http://schemas.microsoft.com/office/drawing/2014/main" id="{B4F235DF-E63F-4211-B57D-C2EAD95C0FA2}"/>
              </a:ext>
            </a:extLst>
          </p:cNvPr>
          <p:cNvSpPr>
            <a:spLocks noGrp="1"/>
          </p:cNvSpPr>
          <p:nvPr/>
        </p:nvSpPr>
        <p:spPr>
          <a:xfrm>
            <a:off x="2390832" y="756718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0" name="Stage1_sixpanel_7571">
            <a:extLst>
              <a:ext uri="{FF2B5EF4-FFF2-40B4-BE49-F238E27FC236}">
                <a16:creationId xmlns:a16="http://schemas.microsoft.com/office/drawing/2014/main" id="{7FEE8C55-1AF4-4A27-BD33-FCE93B6107AD}"/>
              </a:ext>
            </a:extLst>
          </p:cNvPr>
          <p:cNvSpPr>
            <a:spLocks noGrp="1"/>
          </p:cNvSpPr>
          <p:nvPr/>
        </p:nvSpPr>
        <p:spPr>
          <a:xfrm>
            <a:off x="2250939" y="769608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1" name="Stage1_sixpanel_7572">
            <a:extLst>
              <a:ext uri="{FF2B5EF4-FFF2-40B4-BE49-F238E27FC236}">
                <a16:creationId xmlns:a16="http://schemas.microsoft.com/office/drawing/2014/main" id="{EC9D2827-62D3-4D87-884F-EE1D7DB11B46}"/>
              </a:ext>
            </a:extLst>
          </p:cNvPr>
          <p:cNvSpPr>
            <a:spLocks noGrp="1"/>
          </p:cNvSpPr>
          <p:nvPr/>
        </p:nvSpPr>
        <p:spPr>
          <a:xfrm>
            <a:off x="220012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2" name="Stage1_sixpanel_7573">
            <a:extLst>
              <a:ext uri="{FF2B5EF4-FFF2-40B4-BE49-F238E27FC236}">
                <a16:creationId xmlns:a16="http://schemas.microsoft.com/office/drawing/2014/main" id="{96CF8C8E-F092-41F2-B9D2-5BFF027CE99C}"/>
              </a:ext>
            </a:extLst>
          </p:cNvPr>
          <p:cNvSpPr>
            <a:spLocks noGrp="1"/>
          </p:cNvSpPr>
          <p:nvPr/>
        </p:nvSpPr>
        <p:spPr>
          <a:xfrm>
            <a:off x="235725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3" name="Stage1_sixpanel_7574">
            <a:extLst>
              <a:ext uri="{FF2B5EF4-FFF2-40B4-BE49-F238E27FC236}">
                <a16:creationId xmlns:a16="http://schemas.microsoft.com/office/drawing/2014/main" id="{E69FF794-AC92-45CD-BD23-22308090A2E9}"/>
              </a:ext>
            </a:extLst>
          </p:cNvPr>
          <p:cNvSpPr>
            <a:spLocks noGrp="1"/>
          </p:cNvSpPr>
          <p:nvPr/>
        </p:nvSpPr>
        <p:spPr>
          <a:xfrm>
            <a:off x="2241763" y="778815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4" name="Stage1_sixpanel_7575">
            <a:extLst>
              <a:ext uri="{FF2B5EF4-FFF2-40B4-BE49-F238E27FC236}">
                <a16:creationId xmlns:a16="http://schemas.microsoft.com/office/drawing/2014/main" id="{0EB99726-550D-4A11-A545-FE56C866DC47}"/>
              </a:ext>
            </a:extLst>
          </p:cNvPr>
          <p:cNvSpPr>
            <a:spLocks noGrp="1"/>
          </p:cNvSpPr>
          <p:nvPr/>
        </p:nvSpPr>
        <p:spPr>
          <a:xfrm>
            <a:off x="227678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5" name="Stage1_sixpanel_7576">
            <a:extLst>
              <a:ext uri="{FF2B5EF4-FFF2-40B4-BE49-F238E27FC236}">
                <a16:creationId xmlns:a16="http://schemas.microsoft.com/office/drawing/2014/main" id="{4C061F28-A9CF-4E2C-B17D-F0FD7E65E519}"/>
              </a:ext>
            </a:extLst>
          </p:cNvPr>
          <p:cNvSpPr>
            <a:spLocks noGrp="1"/>
          </p:cNvSpPr>
          <p:nvPr/>
        </p:nvSpPr>
        <p:spPr>
          <a:xfrm>
            <a:off x="2248427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6" name="Stage1_sixpanel_7577">
            <a:extLst>
              <a:ext uri="{FF2B5EF4-FFF2-40B4-BE49-F238E27FC236}">
                <a16:creationId xmlns:a16="http://schemas.microsoft.com/office/drawing/2014/main" id="{CBBC67C4-4E4A-49A1-BD3F-47C39F8BC6CC}"/>
              </a:ext>
            </a:extLst>
          </p:cNvPr>
          <p:cNvSpPr>
            <a:spLocks noGrp="1"/>
          </p:cNvSpPr>
          <p:nvPr/>
        </p:nvSpPr>
        <p:spPr>
          <a:xfrm>
            <a:off x="2225111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7" name="Stage1_sixpanel_7578">
            <a:extLst>
              <a:ext uri="{FF2B5EF4-FFF2-40B4-BE49-F238E27FC236}">
                <a16:creationId xmlns:a16="http://schemas.microsoft.com/office/drawing/2014/main" id="{799F7713-11C7-4537-AD96-05080B380B8E}"/>
              </a:ext>
            </a:extLst>
          </p:cNvPr>
          <p:cNvSpPr>
            <a:spLocks noGrp="1"/>
          </p:cNvSpPr>
          <p:nvPr/>
        </p:nvSpPr>
        <p:spPr>
          <a:xfrm>
            <a:off x="233273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8" name="Stage1_sixpanel_7579">
            <a:extLst>
              <a:ext uri="{FF2B5EF4-FFF2-40B4-BE49-F238E27FC236}">
                <a16:creationId xmlns:a16="http://schemas.microsoft.com/office/drawing/2014/main" id="{B1D46206-2BD2-405B-8682-A97ACA32AA49}"/>
              </a:ext>
            </a:extLst>
          </p:cNvPr>
          <p:cNvSpPr>
            <a:spLocks noGrp="1"/>
          </p:cNvSpPr>
          <p:nvPr/>
        </p:nvSpPr>
        <p:spPr>
          <a:xfrm>
            <a:off x="2370870" y="761874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9" name="Stage1_sixpanel_7580">
            <a:extLst>
              <a:ext uri="{FF2B5EF4-FFF2-40B4-BE49-F238E27FC236}">
                <a16:creationId xmlns:a16="http://schemas.microsoft.com/office/drawing/2014/main" id="{A7A36E2A-E996-4751-885F-FEB09F7C986C}"/>
              </a:ext>
            </a:extLst>
          </p:cNvPr>
          <p:cNvSpPr>
            <a:spLocks noGrp="1"/>
          </p:cNvSpPr>
          <p:nvPr/>
        </p:nvSpPr>
        <p:spPr>
          <a:xfrm>
            <a:off x="2225518" y="764084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0" name="Stage1_sixpanel_7581">
            <a:extLst>
              <a:ext uri="{FF2B5EF4-FFF2-40B4-BE49-F238E27FC236}">
                <a16:creationId xmlns:a16="http://schemas.microsoft.com/office/drawing/2014/main" id="{93BD18F3-08C0-4556-AE04-C73B08BD65EE}"/>
              </a:ext>
            </a:extLst>
          </p:cNvPr>
          <p:cNvSpPr>
            <a:spLocks noGrp="1"/>
          </p:cNvSpPr>
          <p:nvPr/>
        </p:nvSpPr>
        <p:spPr>
          <a:xfrm>
            <a:off x="226031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1" name="Stage1_sixpanel_7582">
            <a:extLst>
              <a:ext uri="{FF2B5EF4-FFF2-40B4-BE49-F238E27FC236}">
                <a16:creationId xmlns:a16="http://schemas.microsoft.com/office/drawing/2014/main" id="{1F504D7E-9EAC-4566-855D-26A5DE159196}"/>
              </a:ext>
            </a:extLst>
          </p:cNvPr>
          <p:cNvSpPr>
            <a:spLocks noGrp="1"/>
          </p:cNvSpPr>
          <p:nvPr/>
        </p:nvSpPr>
        <p:spPr>
          <a:xfrm>
            <a:off x="237289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2" name="Stage1_sixpanel_7583">
            <a:extLst>
              <a:ext uri="{FF2B5EF4-FFF2-40B4-BE49-F238E27FC236}">
                <a16:creationId xmlns:a16="http://schemas.microsoft.com/office/drawing/2014/main" id="{686AF702-F517-43D0-A0CD-C13A2BB19C72}"/>
              </a:ext>
            </a:extLst>
          </p:cNvPr>
          <p:cNvSpPr>
            <a:spLocks noGrp="1"/>
          </p:cNvSpPr>
          <p:nvPr/>
        </p:nvSpPr>
        <p:spPr>
          <a:xfrm>
            <a:off x="228165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3" name="Stage1_sixpanel_7584">
            <a:extLst>
              <a:ext uri="{FF2B5EF4-FFF2-40B4-BE49-F238E27FC236}">
                <a16:creationId xmlns:a16="http://schemas.microsoft.com/office/drawing/2014/main" id="{ACD16F0B-9652-46D1-B9CD-B2A40162E933}"/>
              </a:ext>
            </a:extLst>
          </p:cNvPr>
          <p:cNvSpPr>
            <a:spLocks noGrp="1"/>
          </p:cNvSpPr>
          <p:nvPr/>
        </p:nvSpPr>
        <p:spPr>
          <a:xfrm>
            <a:off x="2276838" y="692784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4" name="Stage1_sixpanel_7585">
            <a:extLst>
              <a:ext uri="{FF2B5EF4-FFF2-40B4-BE49-F238E27FC236}">
                <a16:creationId xmlns:a16="http://schemas.microsoft.com/office/drawing/2014/main" id="{0A9C1358-5660-4E6F-99E9-7621636F99CD}"/>
              </a:ext>
            </a:extLst>
          </p:cNvPr>
          <p:cNvSpPr>
            <a:spLocks noGrp="1"/>
          </p:cNvSpPr>
          <p:nvPr/>
        </p:nvSpPr>
        <p:spPr>
          <a:xfrm>
            <a:off x="222795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5" name="Stage1_sixpanel_7586">
            <a:extLst>
              <a:ext uri="{FF2B5EF4-FFF2-40B4-BE49-F238E27FC236}">
                <a16:creationId xmlns:a16="http://schemas.microsoft.com/office/drawing/2014/main" id="{DBC50076-09E3-41E2-86F7-17DA5FA93A72}"/>
              </a:ext>
            </a:extLst>
          </p:cNvPr>
          <p:cNvSpPr>
            <a:spLocks noGrp="1"/>
          </p:cNvSpPr>
          <p:nvPr/>
        </p:nvSpPr>
        <p:spPr>
          <a:xfrm>
            <a:off x="241261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6" name="Stage1_sixpanel_7587">
            <a:extLst>
              <a:ext uri="{FF2B5EF4-FFF2-40B4-BE49-F238E27FC236}">
                <a16:creationId xmlns:a16="http://schemas.microsoft.com/office/drawing/2014/main" id="{28612EB8-B47F-4DB6-BD46-10EBF2547C6A}"/>
              </a:ext>
            </a:extLst>
          </p:cNvPr>
          <p:cNvSpPr>
            <a:spLocks noGrp="1"/>
          </p:cNvSpPr>
          <p:nvPr/>
        </p:nvSpPr>
        <p:spPr>
          <a:xfrm>
            <a:off x="234545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7" name="Stage1_sixpanel_7588">
            <a:extLst>
              <a:ext uri="{FF2B5EF4-FFF2-40B4-BE49-F238E27FC236}">
                <a16:creationId xmlns:a16="http://schemas.microsoft.com/office/drawing/2014/main" id="{8F240B05-AD0E-4750-A4DE-D671C1E2EE1D}"/>
              </a:ext>
            </a:extLst>
          </p:cNvPr>
          <p:cNvSpPr>
            <a:spLocks noGrp="1"/>
          </p:cNvSpPr>
          <p:nvPr/>
        </p:nvSpPr>
        <p:spPr>
          <a:xfrm>
            <a:off x="228096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8" name="Stage1_sixpanel_7589">
            <a:extLst>
              <a:ext uri="{FF2B5EF4-FFF2-40B4-BE49-F238E27FC236}">
                <a16:creationId xmlns:a16="http://schemas.microsoft.com/office/drawing/2014/main" id="{0C5588C9-DF4E-43B4-AE77-F853F58D254F}"/>
              </a:ext>
            </a:extLst>
          </p:cNvPr>
          <p:cNvSpPr>
            <a:spLocks noGrp="1"/>
          </p:cNvSpPr>
          <p:nvPr/>
        </p:nvSpPr>
        <p:spPr>
          <a:xfrm>
            <a:off x="223222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9" name="Stage1_sixpanel_7590">
            <a:extLst>
              <a:ext uri="{FF2B5EF4-FFF2-40B4-BE49-F238E27FC236}">
                <a16:creationId xmlns:a16="http://schemas.microsoft.com/office/drawing/2014/main" id="{66EEBB8E-AD42-4729-8702-6AABE86E5E43}"/>
              </a:ext>
            </a:extLst>
          </p:cNvPr>
          <p:cNvSpPr>
            <a:spLocks noGrp="1"/>
          </p:cNvSpPr>
          <p:nvPr/>
        </p:nvSpPr>
        <p:spPr>
          <a:xfrm>
            <a:off x="23424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0" name="Stage1_sixpanel_7591">
            <a:extLst>
              <a:ext uri="{FF2B5EF4-FFF2-40B4-BE49-F238E27FC236}">
                <a16:creationId xmlns:a16="http://schemas.microsoft.com/office/drawing/2014/main" id="{DE37AB58-3A2C-4F0A-B49B-DE5DAA445FC3}"/>
              </a:ext>
            </a:extLst>
          </p:cNvPr>
          <p:cNvSpPr>
            <a:spLocks noGrp="1"/>
          </p:cNvSpPr>
          <p:nvPr/>
        </p:nvSpPr>
        <p:spPr>
          <a:xfrm>
            <a:off x="2289545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1" name="Stage1_sixpanel_7592">
            <a:extLst>
              <a:ext uri="{FF2B5EF4-FFF2-40B4-BE49-F238E27FC236}">
                <a16:creationId xmlns:a16="http://schemas.microsoft.com/office/drawing/2014/main" id="{7B47953D-0337-451D-9B81-B252BBA79ABC}"/>
              </a:ext>
            </a:extLst>
          </p:cNvPr>
          <p:cNvSpPr>
            <a:spLocks noGrp="1"/>
          </p:cNvSpPr>
          <p:nvPr/>
        </p:nvSpPr>
        <p:spPr>
          <a:xfrm>
            <a:off x="228407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2" name="Stage1_sixpanel_7593">
            <a:extLst>
              <a:ext uri="{FF2B5EF4-FFF2-40B4-BE49-F238E27FC236}">
                <a16:creationId xmlns:a16="http://schemas.microsoft.com/office/drawing/2014/main" id="{4C97429F-FDD8-493F-A2BD-C5ECC2573EDE}"/>
              </a:ext>
            </a:extLst>
          </p:cNvPr>
          <p:cNvSpPr>
            <a:spLocks noGrp="1"/>
          </p:cNvSpPr>
          <p:nvPr/>
        </p:nvSpPr>
        <p:spPr>
          <a:xfrm>
            <a:off x="2254763" y="783529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3" name="Stage1_sixpanel_7594">
            <a:extLst>
              <a:ext uri="{FF2B5EF4-FFF2-40B4-BE49-F238E27FC236}">
                <a16:creationId xmlns:a16="http://schemas.microsoft.com/office/drawing/2014/main" id="{CD256184-423F-464B-934A-6EA065185068}"/>
              </a:ext>
            </a:extLst>
          </p:cNvPr>
          <p:cNvSpPr>
            <a:spLocks noGrp="1"/>
          </p:cNvSpPr>
          <p:nvPr/>
        </p:nvSpPr>
        <p:spPr>
          <a:xfrm>
            <a:off x="2297701" y="689117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4" name="Stage1_sixpanel_7595">
            <a:extLst>
              <a:ext uri="{FF2B5EF4-FFF2-40B4-BE49-F238E27FC236}">
                <a16:creationId xmlns:a16="http://schemas.microsoft.com/office/drawing/2014/main" id="{541282B5-B94D-46AD-9D53-87D089809AAC}"/>
              </a:ext>
            </a:extLst>
          </p:cNvPr>
          <p:cNvSpPr>
            <a:spLocks noGrp="1"/>
          </p:cNvSpPr>
          <p:nvPr/>
        </p:nvSpPr>
        <p:spPr>
          <a:xfrm>
            <a:off x="2277660" y="73403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5" name="Stage1_sixpanel_7596">
            <a:extLst>
              <a:ext uri="{FF2B5EF4-FFF2-40B4-BE49-F238E27FC236}">
                <a16:creationId xmlns:a16="http://schemas.microsoft.com/office/drawing/2014/main" id="{2B2F04E9-FFFE-4EE5-9F8D-76440BFF2A06}"/>
              </a:ext>
            </a:extLst>
          </p:cNvPr>
          <p:cNvSpPr>
            <a:spLocks noGrp="1"/>
          </p:cNvSpPr>
          <p:nvPr/>
        </p:nvSpPr>
        <p:spPr>
          <a:xfrm>
            <a:off x="229496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6" name="Stage1_sixpanel_7597">
            <a:extLst>
              <a:ext uri="{FF2B5EF4-FFF2-40B4-BE49-F238E27FC236}">
                <a16:creationId xmlns:a16="http://schemas.microsoft.com/office/drawing/2014/main" id="{B41938B5-FADD-4549-BE11-991AD9CE4CEA}"/>
              </a:ext>
            </a:extLst>
          </p:cNvPr>
          <p:cNvSpPr>
            <a:spLocks noGrp="1"/>
          </p:cNvSpPr>
          <p:nvPr/>
        </p:nvSpPr>
        <p:spPr>
          <a:xfrm>
            <a:off x="240373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7" name="Stage1_sixpanel_7598">
            <a:extLst>
              <a:ext uri="{FF2B5EF4-FFF2-40B4-BE49-F238E27FC236}">
                <a16:creationId xmlns:a16="http://schemas.microsoft.com/office/drawing/2014/main" id="{FFB68BDE-7E5D-407F-B5FB-3D8495885031}"/>
              </a:ext>
            </a:extLst>
          </p:cNvPr>
          <p:cNvSpPr>
            <a:spLocks noGrp="1"/>
          </p:cNvSpPr>
          <p:nvPr/>
        </p:nvSpPr>
        <p:spPr>
          <a:xfrm>
            <a:off x="221568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8" name="Stage1_sixpanel_7599">
            <a:extLst>
              <a:ext uri="{FF2B5EF4-FFF2-40B4-BE49-F238E27FC236}">
                <a16:creationId xmlns:a16="http://schemas.microsoft.com/office/drawing/2014/main" id="{17560D47-F428-468F-854C-27A324713B0D}"/>
              </a:ext>
            </a:extLst>
          </p:cNvPr>
          <p:cNvSpPr>
            <a:spLocks noGrp="1"/>
          </p:cNvSpPr>
          <p:nvPr/>
        </p:nvSpPr>
        <p:spPr>
          <a:xfrm>
            <a:off x="236490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9" name="Stage1_sixpanel_7600">
            <a:extLst>
              <a:ext uri="{FF2B5EF4-FFF2-40B4-BE49-F238E27FC236}">
                <a16:creationId xmlns:a16="http://schemas.microsoft.com/office/drawing/2014/main" id="{03945511-1F67-4D0B-8598-40B37C86D522}"/>
              </a:ext>
            </a:extLst>
          </p:cNvPr>
          <p:cNvSpPr>
            <a:spLocks noGrp="1"/>
          </p:cNvSpPr>
          <p:nvPr/>
        </p:nvSpPr>
        <p:spPr>
          <a:xfrm>
            <a:off x="2383339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0" name="Stage1_sixpanel_7601">
            <a:extLst>
              <a:ext uri="{FF2B5EF4-FFF2-40B4-BE49-F238E27FC236}">
                <a16:creationId xmlns:a16="http://schemas.microsoft.com/office/drawing/2014/main" id="{560BEFD4-070A-43AF-9564-A35E05EBC17E}"/>
              </a:ext>
            </a:extLst>
          </p:cNvPr>
          <p:cNvSpPr>
            <a:spLocks noGrp="1"/>
          </p:cNvSpPr>
          <p:nvPr/>
        </p:nvSpPr>
        <p:spPr>
          <a:xfrm>
            <a:off x="2296894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1" name="Stage1_sixpanel_7602">
            <a:extLst>
              <a:ext uri="{FF2B5EF4-FFF2-40B4-BE49-F238E27FC236}">
                <a16:creationId xmlns:a16="http://schemas.microsoft.com/office/drawing/2014/main" id="{A0543A9B-8520-4F53-A71E-9CA407F9028B}"/>
              </a:ext>
            </a:extLst>
          </p:cNvPr>
          <p:cNvSpPr>
            <a:spLocks noGrp="1"/>
          </p:cNvSpPr>
          <p:nvPr/>
        </p:nvSpPr>
        <p:spPr>
          <a:xfrm>
            <a:off x="239541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2" name="Stage1_sixpanel_7603">
            <a:extLst>
              <a:ext uri="{FF2B5EF4-FFF2-40B4-BE49-F238E27FC236}">
                <a16:creationId xmlns:a16="http://schemas.microsoft.com/office/drawing/2014/main" id="{165FE8F2-B8DB-43E3-8893-F79D85C5BDEF}"/>
              </a:ext>
            </a:extLst>
          </p:cNvPr>
          <p:cNvSpPr>
            <a:spLocks noGrp="1"/>
          </p:cNvSpPr>
          <p:nvPr/>
        </p:nvSpPr>
        <p:spPr>
          <a:xfrm>
            <a:off x="221666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3" name="Stage1_sixpanel_7604">
            <a:extLst>
              <a:ext uri="{FF2B5EF4-FFF2-40B4-BE49-F238E27FC236}">
                <a16:creationId xmlns:a16="http://schemas.microsoft.com/office/drawing/2014/main" id="{0FE065A5-3799-4C11-B425-9748987E98F6}"/>
              </a:ext>
            </a:extLst>
          </p:cNvPr>
          <p:cNvSpPr>
            <a:spLocks noGrp="1"/>
          </p:cNvSpPr>
          <p:nvPr/>
        </p:nvSpPr>
        <p:spPr>
          <a:xfrm>
            <a:off x="2285323" y="701519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4" name="Stage1_sixpanel_7605">
            <a:extLst>
              <a:ext uri="{FF2B5EF4-FFF2-40B4-BE49-F238E27FC236}">
                <a16:creationId xmlns:a16="http://schemas.microsoft.com/office/drawing/2014/main" id="{E251555C-300A-4942-A825-9A237BE997AA}"/>
              </a:ext>
            </a:extLst>
          </p:cNvPr>
          <p:cNvSpPr>
            <a:spLocks noGrp="1"/>
          </p:cNvSpPr>
          <p:nvPr/>
        </p:nvSpPr>
        <p:spPr>
          <a:xfrm>
            <a:off x="225170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5" name="Stage1_sixpanel_7606">
            <a:extLst>
              <a:ext uri="{FF2B5EF4-FFF2-40B4-BE49-F238E27FC236}">
                <a16:creationId xmlns:a16="http://schemas.microsoft.com/office/drawing/2014/main" id="{A59E84ED-5914-4573-988F-31C2D585179C}"/>
              </a:ext>
            </a:extLst>
          </p:cNvPr>
          <p:cNvSpPr>
            <a:spLocks noGrp="1"/>
          </p:cNvSpPr>
          <p:nvPr/>
        </p:nvSpPr>
        <p:spPr>
          <a:xfrm>
            <a:off x="2357721" y="758780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6" name="Stage1_sixpanel_7607">
            <a:extLst>
              <a:ext uri="{FF2B5EF4-FFF2-40B4-BE49-F238E27FC236}">
                <a16:creationId xmlns:a16="http://schemas.microsoft.com/office/drawing/2014/main" id="{B67E9A62-E59F-4743-B50B-88786DEF1B59}"/>
              </a:ext>
            </a:extLst>
          </p:cNvPr>
          <p:cNvSpPr>
            <a:spLocks noGrp="1"/>
          </p:cNvSpPr>
          <p:nvPr/>
        </p:nvSpPr>
        <p:spPr>
          <a:xfrm>
            <a:off x="232506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7" name="Stage1_sixpanel_7608">
            <a:extLst>
              <a:ext uri="{FF2B5EF4-FFF2-40B4-BE49-F238E27FC236}">
                <a16:creationId xmlns:a16="http://schemas.microsoft.com/office/drawing/2014/main" id="{32ECBD5F-98B1-4267-B903-6B528E79552D}"/>
              </a:ext>
            </a:extLst>
          </p:cNvPr>
          <p:cNvSpPr>
            <a:spLocks noGrp="1"/>
          </p:cNvSpPr>
          <p:nvPr/>
        </p:nvSpPr>
        <p:spPr>
          <a:xfrm>
            <a:off x="239551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8" name="Stage1_sixpanel_7609">
            <a:extLst>
              <a:ext uri="{FF2B5EF4-FFF2-40B4-BE49-F238E27FC236}">
                <a16:creationId xmlns:a16="http://schemas.microsoft.com/office/drawing/2014/main" id="{BB98EFA6-A7BD-4DB4-8604-DFD01073C969}"/>
              </a:ext>
            </a:extLst>
          </p:cNvPr>
          <p:cNvSpPr>
            <a:spLocks noGrp="1"/>
          </p:cNvSpPr>
          <p:nvPr/>
        </p:nvSpPr>
        <p:spPr>
          <a:xfrm>
            <a:off x="2239702" y="701033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9" name="Stage1_sixpanel_7610">
            <a:extLst>
              <a:ext uri="{FF2B5EF4-FFF2-40B4-BE49-F238E27FC236}">
                <a16:creationId xmlns:a16="http://schemas.microsoft.com/office/drawing/2014/main" id="{0AF37B09-1B90-4DA4-8DB0-0F127667C437}"/>
              </a:ext>
            </a:extLst>
          </p:cNvPr>
          <p:cNvSpPr>
            <a:spLocks noGrp="1"/>
          </p:cNvSpPr>
          <p:nvPr/>
        </p:nvSpPr>
        <p:spPr>
          <a:xfrm>
            <a:off x="226689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0" name="Stage1_sixpanel_7611">
            <a:extLst>
              <a:ext uri="{FF2B5EF4-FFF2-40B4-BE49-F238E27FC236}">
                <a16:creationId xmlns:a16="http://schemas.microsoft.com/office/drawing/2014/main" id="{4B09FE9D-4686-4814-AFC5-B31F48F9AB34}"/>
              </a:ext>
            </a:extLst>
          </p:cNvPr>
          <p:cNvSpPr>
            <a:spLocks noGrp="1"/>
          </p:cNvSpPr>
          <p:nvPr/>
        </p:nvSpPr>
        <p:spPr>
          <a:xfrm>
            <a:off x="238188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1" name="Stage1_sixpanel_7612">
            <a:extLst>
              <a:ext uri="{FF2B5EF4-FFF2-40B4-BE49-F238E27FC236}">
                <a16:creationId xmlns:a16="http://schemas.microsoft.com/office/drawing/2014/main" id="{F2752A06-67B1-4BBD-9D65-4CF19F8B6620}"/>
              </a:ext>
            </a:extLst>
          </p:cNvPr>
          <p:cNvSpPr>
            <a:spLocks noGrp="1"/>
          </p:cNvSpPr>
          <p:nvPr/>
        </p:nvSpPr>
        <p:spPr>
          <a:xfrm>
            <a:off x="2400165" y="728208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2" name="Stage1_sixpanel_7613">
            <a:extLst>
              <a:ext uri="{FF2B5EF4-FFF2-40B4-BE49-F238E27FC236}">
                <a16:creationId xmlns:a16="http://schemas.microsoft.com/office/drawing/2014/main" id="{011AD184-263E-4F34-BC4D-7605C7826712}"/>
              </a:ext>
            </a:extLst>
          </p:cNvPr>
          <p:cNvSpPr>
            <a:spLocks noGrp="1"/>
          </p:cNvSpPr>
          <p:nvPr/>
        </p:nvSpPr>
        <p:spPr>
          <a:xfrm>
            <a:off x="2310038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3" name="Stage1_sixpanel_7614">
            <a:extLst>
              <a:ext uri="{FF2B5EF4-FFF2-40B4-BE49-F238E27FC236}">
                <a16:creationId xmlns:a16="http://schemas.microsoft.com/office/drawing/2014/main" id="{87839295-57F3-4AE5-B560-3F6ACCB5ED0B}"/>
              </a:ext>
            </a:extLst>
          </p:cNvPr>
          <p:cNvSpPr>
            <a:spLocks noGrp="1"/>
          </p:cNvSpPr>
          <p:nvPr/>
        </p:nvSpPr>
        <p:spPr>
          <a:xfrm>
            <a:off x="2216012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4" name="Stage1_sixpanel_7615">
            <a:extLst>
              <a:ext uri="{FF2B5EF4-FFF2-40B4-BE49-F238E27FC236}">
                <a16:creationId xmlns:a16="http://schemas.microsoft.com/office/drawing/2014/main" id="{3C514D78-D347-49CA-9909-A0213CE0BCEA}"/>
              </a:ext>
            </a:extLst>
          </p:cNvPr>
          <p:cNvSpPr>
            <a:spLocks noGrp="1"/>
          </p:cNvSpPr>
          <p:nvPr/>
        </p:nvSpPr>
        <p:spPr>
          <a:xfrm>
            <a:off x="2289529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5" name="Stage1_sixpanel_7616">
            <a:extLst>
              <a:ext uri="{FF2B5EF4-FFF2-40B4-BE49-F238E27FC236}">
                <a16:creationId xmlns:a16="http://schemas.microsoft.com/office/drawing/2014/main" id="{79A7E867-7A37-4FF9-8FF8-1BF9448118DF}"/>
              </a:ext>
            </a:extLst>
          </p:cNvPr>
          <p:cNvSpPr>
            <a:spLocks noGrp="1"/>
          </p:cNvSpPr>
          <p:nvPr/>
        </p:nvSpPr>
        <p:spPr>
          <a:xfrm>
            <a:off x="2225239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6" name="Stage1_sixpanel_7617">
            <a:extLst>
              <a:ext uri="{FF2B5EF4-FFF2-40B4-BE49-F238E27FC236}">
                <a16:creationId xmlns:a16="http://schemas.microsoft.com/office/drawing/2014/main" id="{4DFE8D70-6B70-4C7A-A0B0-7AB78BB8F60F}"/>
              </a:ext>
            </a:extLst>
          </p:cNvPr>
          <p:cNvSpPr>
            <a:spLocks noGrp="1"/>
          </p:cNvSpPr>
          <p:nvPr/>
        </p:nvSpPr>
        <p:spPr>
          <a:xfrm>
            <a:off x="2399372" y="698284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7" name="Stage1_sixpanel_7618">
            <a:extLst>
              <a:ext uri="{FF2B5EF4-FFF2-40B4-BE49-F238E27FC236}">
                <a16:creationId xmlns:a16="http://schemas.microsoft.com/office/drawing/2014/main" id="{46D534B2-A4AC-4F1A-9B15-6409047625C2}"/>
              </a:ext>
            </a:extLst>
          </p:cNvPr>
          <p:cNvSpPr>
            <a:spLocks noGrp="1"/>
          </p:cNvSpPr>
          <p:nvPr/>
        </p:nvSpPr>
        <p:spPr>
          <a:xfrm>
            <a:off x="22055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8" name="Stage1_sixpanel_7619">
            <a:extLst>
              <a:ext uri="{FF2B5EF4-FFF2-40B4-BE49-F238E27FC236}">
                <a16:creationId xmlns:a16="http://schemas.microsoft.com/office/drawing/2014/main" id="{5BE318F9-C484-4276-88FE-D03A1C541182}"/>
              </a:ext>
            </a:extLst>
          </p:cNvPr>
          <p:cNvSpPr>
            <a:spLocks noGrp="1"/>
          </p:cNvSpPr>
          <p:nvPr/>
        </p:nvSpPr>
        <p:spPr>
          <a:xfrm>
            <a:off x="2265962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9" name="Stage1_sixpanel_7620">
            <a:extLst>
              <a:ext uri="{FF2B5EF4-FFF2-40B4-BE49-F238E27FC236}">
                <a16:creationId xmlns:a16="http://schemas.microsoft.com/office/drawing/2014/main" id="{1199204F-7D33-4CE4-881A-4E288A75D754}"/>
              </a:ext>
            </a:extLst>
          </p:cNvPr>
          <p:cNvSpPr>
            <a:spLocks noGrp="1"/>
          </p:cNvSpPr>
          <p:nvPr/>
        </p:nvSpPr>
        <p:spPr>
          <a:xfrm>
            <a:off x="235383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0" name="Stage1_sixpanel_7621">
            <a:extLst>
              <a:ext uri="{FF2B5EF4-FFF2-40B4-BE49-F238E27FC236}">
                <a16:creationId xmlns:a16="http://schemas.microsoft.com/office/drawing/2014/main" id="{1CF7D874-0ADC-4E7C-A72D-1AEDCCD5D4B8}"/>
              </a:ext>
            </a:extLst>
          </p:cNvPr>
          <p:cNvSpPr>
            <a:spLocks noGrp="1"/>
          </p:cNvSpPr>
          <p:nvPr/>
        </p:nvSpPr>
        <p:spPr>
          <a:xfrm>
            <a:off x="224247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1" name="Stage1_sixpanel_7622">
            <a:extLst>
              <a:ext uri="{FF2B5EF4-FFF2-40B4-BE49-F238E27FC236}">
                <a16:creationId xmlns:a16="http://schemas.microsoft.com/office/drawing/2014/main" id="{55FB07B2-A0B7-469C-ADB7-A1642CCA78E4}"/>
              </a:ext>
            </a:extLst>
          </p:cNvPr>
          <p:cNvSpPr>
            <a:spLocks noGrp="1"/>
          </p:cNvSpPr>
          <p:nvPr/>
        </p:nvSpPr>
        <p:spPr>
          <a:xfrm>
            <a:off x="220062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2" name="Stage1_sixpanel_7623">
            <a:extLst>
              <a:ext uri="{FF2B5EF4-FFF2-40B4-BE49-F238E27FC236}">
                <a16:creationId xmlns:a16="http://schemas.microsoft.com/office/drawing/2014/main" id="{4FAF66BC-7413-4F51-80BD-D6936F5996BB}"/>
              </a:ext>
            </a:extLst>
          </p:cNvPr>
          <p:cNvSpPr>
            <a:spLocks noGrp="1"/>
          </p:cNvSpPr>
          <p:nvPr/>
        </p:nvSpPr>
        <p:spPr>
          <a:xfrm>
            <a:off x="232334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3" name="Stage1_sixpanel_7624">
            <a:extLst>
              <a:ext uri="{FF2B5EF4-FFF2-40B4-BE49-F238E27FC236}">
                <a16:creationId xmlns:a16="http://schemas.microsoft.com/office/drawing/2014/main" id="{D42D5AD0-385B-49E0-AACD-9C29F1EA9865}"/>
              </a:ext>
            </a:extLst>
          </p:cNvPr>
          <p:cNvSpPr>
            <a:spLocks noGrp="1"/>
          </p:cNvSpPr>
          <p:nvPr/>
        </p:nvSpPr>
        <p:spPr>
          <a:xfrm>
            <a:off x="236348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4" name="Stage1_sixpanel_7625">
            <a:extLst>
              <a:ext uri="{FF2B5EF4-FFF2-40B4-BE49-F238E27FC236}">
                <a16:creationId xmlns:a16="http://schemas.microsoft.com/office/drawing/2014/main" id="{DAEF510D-3364-43FF-A5A7-FA61FA68BAF3}"/>
              </a:ext>
            </a:extLst>
          </p:cNvPr>
          <p:cNvSpPr>
            <a:spLocks noGrp="1"/>
          </p:cNvSpPr>
          <p:nvPr/>
        </p:nvSpPr>
        <p:spPr>
          <a:xfrm>
            <a:off x="227017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5" name="Stage1_sixpanel_7626">
            <a:extLst>
              <a:ext uri="{FF2B5EF4-FFF2-40B4-BE49-F238E27FC236}">
                <a16:creationId xmlns:a16="http://schemas.microsoft.com/office/drawing/2014/main" id="{3D8A2A19-D240-4E6A-BCC3-2C9DBCD4BF18}"/>
              </a:ext>
            </a:extLst>
          </p:cNvPr>
          <p:cNvSpPr>
            <a:spLocks noGrp="1"/>
          </p:cNvSpPr>
          <p:nvPr/>
        </p:nvSpPr>
        <p:spPr>
          <a:xfrm>
            <a:off x="2295732" y="71337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6" name="Stage1_sixpanel_7627">
            <a:extLst>
              <a:ext uri="{FF2B5EF4-FFF2-40B4-BE49-F238E27FC236}">
                <a16:creationId xmlns:a16="http://schemas.microsoft.com/office/drawing/2014/main" id="{0776A7A6-A525-4BD7-A3B6-DDA7C7F570BD}"/>
              </a:ext>
            </a:extLst>
          </p:cNvPr>
          <p:cNvSpPr>
            <a:spLocks noGrp="1"/>
          </p:cNvSpPr>
          <p:nvPr/>
        </p:nvSpPr>
        <p:spPr>
          <a:xfrm>
            <a:off x="2220355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7" name="Stage1_sixpanel_7628">
            <a:extLst>
              <a:ext uri="{FF2B5EF4-FFF2-40B4-BE49-F238E27FC236}">
                <a16:creationId xmlns:a16="http://schemas.microsoft.com/office/drawing/2014/main" id="{181B40D3-4939-4063-A693-95375B393B8B}"/>
              </a:ext>
            </a:extLst>
          </p:cNvPr>
          <p:cNvSpPr>
            <a:spLocks noGrp="1"/>
          </p:cNvSpPr>
          <p:nvPr/>
        </p:nvSpPr>
        <p:spPr>
          <a:xfrm>
            <a:off x="2414492" y="73403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8" name="Stage1_sixpanel_7629">
            <a:extLst>
              <a:ext uri="{FF2B5EF4-FFF2-40B4-BE49-F238E27FC236}">
                <a16:creationId xmlns:a16="http://schemas.microsoft.com/office/drawing/2014/main" id="{FF8D6351-FA47-42A4-AE22-AD713FBACB2C}"/>
              </a:ext>
            </a:extLst>
          </p:cNvPr>
          <p:cNvSpPr>
            <a:spLocks noGrp="1"/>
          </p:cNvSpPr>
          <p:nvPr/>
        </p:nvSpPr>
        <p:spPr>
          <a:xfrm>
            <a:off x="225820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9" name="Stage1_sixpanel_7630">
            <a:extLst>
              <a:ext uri="{FF2B5EF4-FFF2-40B4-BE49-F238E27FC236}">
                <a16:creationId xmlns:a16="http://schemas.microsoft.com/office/drawing/2014/main" id="{085B863F-E7B5-4397-879C-B47886184B93}"/>
              </a:ext>
            </a:extLst>
          </p:cNvPr>
          <p:cNvSpPr>
            <a:spLocks noGrp="1"/>
          </p:cNvSpPr>
          <p:nvPr/>
        </p:nvSpPr>
        <p:spPr>
          <a:xfrm>
            <a:off x="221982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0" name="Stage1_sixpanel_7631">
            <a:extLst>
              <a:ext uri="{FF2B5EF4-FFF2-40B4-BE49-F238E27FC236}">
                <a16:creationId xmlns:a16="http://schemas.microsoft.com/office/drawing/2014/main" id="{175E98AF-F395-424C-A26F-703DCDAFF781}"/>
              </a:ext>
            </a:extLst>
          </p:cNvPr>
          <p:cNvSpPr>
            <a:spLocks noGrp="1"/>
          </p:cNvSpPr>
          <p:nvPr/>
        </p:nvSpPr>
        <p:spPr>
          <a:xfrm>
            <a:off x="221338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1" name="Stage1_sixpanel_7632">
            <a:extLst>
              <a:ext uri="{FF2B5EF4-FFF2-40B4-BE49-F238E27FC236}">
                <a16:creationId xmlns:a16="http://schemas.microsoft.com/office/drawing/2014/main" id="{E55353AB-8333-40A7-9649-8DA7A41DD482}"/>
              </a:ext>
            </a:extLst>
          </p:cNvPr>
          <p:cNvSpPr>
            <a:spLocks noGrp="1"/>
          </p:cNvSpPr>
          <p:nvPr/>
        </p:nvSpPr>
        <p:spPr>
          <a:xfrm>
            <a:off x="2341924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2" name="Stage1_sixpanel_7633">
            <a:extLst>
              <a:ext uri="{FF2B5EF4-FFF2-40B4-BE49-F238E27FC236}">
                <a16:creationId xmlns:a16="http://schemas.microsoft.com/office/drawing/2014/main" id="{266BCCEC-E719-4006-8FF9-5912BF9DA5B6}"/>
              </a:ext>
            </a:extLst>
          </p:cNvPr>
          <p:cNvSpPr>
            <a:spLocks noGrp="1"/>
          </p:cNvSpPr>
          <p:nvPr/>
        </p:nvSpPr>
        <p:spPr>
          <a:xfrm>
            <a:off x="2366217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3" name="Stage1_sixpanel_7634">
            <a:extLst>
              <a:ext uri="{FF2B5EF4-FFF2-40B4-BE49-F238E27FC236}">
                <a16:creationId xmlns:a16="http://schemas.microsoft.com/office/drawing/2014/main" id="{2BDB9833-673F-4383-94CA-A7F4EAF23096}"/>
              </a:ext>
            </a:extLst>
          </p:cNvPr>
          <p:cNvSpPr>
            <a:spLocks noGrp="1"/>
          </p:cNvSpPr>
          <p:nvPr/>
        </p:nvSpPr>
        <p:spPr>
          <a:xfrm>
            <a:off x="231888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4" name="Stage1_sixpanel_7635">
            <a:extLst>
              <a:ext uri="{FF2B5EF4-FFF2-40B4-BE49-F238E27FC236}">
                <a16:creationId xmlns:a16="http://schemas.microsoft.com/office/drawing/2014/main" id="{5D8D1617-19CB-43EE-B2E6-87B12DDFA74F}"/>
              </a:ext>
            </a:extLst>
          </p:cNvPr>
          <p:cNvSpPr>
            <a:spLocks noGrp="1"/>
          </p:cNvSpPr>
          <p:nvPr/>
        </p:nvSpPr>
        <p:spPr>
          <a:xfrm>
            <a:off x="2356924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5" name="Stage1_sixpanel_7636">
            <a:extLst>
              <a:ext uri="{FF2B5EF4-FFF2-40B4-BE49-F238E27FC236}">
                <a16:creationId xmlns:a16="http://schemas.microsoft.com/office/drawing/2014/main" id="{EA1A1EE6-BD7A-400B-AA43-7ACAD9928979}"/>
              </a:ext>
            </a:extLst>
          </p:cNvPr>
          <p:cNvSpPr>
            <a:spLocks noGrp="1"/>
          </p:cNvSpPr>
          <p:nvPr/>
        </p:nvSpPr>
        <p:spPr>
          <a:xfrm>
            <a:off x="2232667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6" name="Stage1_sixpanel_7637">
            <a:extLst>
              <a:ext uri="{FF2B5EF4-FFF2-40B4-BE49-F238E27FC236}">
                <a16:creationId xmlns:a16="http://schemas.microsoft.com/office/drawing/2014/main" id="{3847585E-A56C-4F01-A040-8687FE55111F}"/>
              </a:ext>
            </a:extLst>
          </p:cNvPr>
          <p:cNvSpPr>
            <a:spLocks noGrp="1"/>
          </p:cNvSpPr>
          <p:nvPr/>
        </p:nvSpPr>
        <p:spPr>
          <a:xfrm>
            <a:off x="229433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7" name="Stage1_sixpanel_7638">
            <a:extLst>
              <a:ext uri="{FF2B5EF4-FFF2-40B4-BE49-F238E27FC236}">
                <a16:creationId xmlns:a16="http://schemas.microsoft.com/office/drawing/2014/main" id="{42A2AEEF-9C99-4B4E-9522-81C3F10BCE61}"/>
              </a:ext>
            </a:extLst>
          </p:cNvPr>
          <p:cNvSpPr>
            <a:spLocks noGrp="1"/>
          </p:cNvSpPr>
          <p:nvPr/>
        </p:nvSpPr>
        <p:spPr>
          <a:xfrm>
            <a:off x="225176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8" name="Stage1_sixpanel_7639">
            <a:extLst>
              <a:ext uri="{FF2B5EF4-FFF2-40B4-BE49-F238E27FC236}">
                <a16:creationId xmlns:a16="http://schemas.microsoft.com/office/drawing/2014/main" id="{F6F6E280-3817-44E1-ADC7-DAE95EE4A001}"/>
              </a:ext>
            </a:extLst>
          </p:cNvPr>
          <p:cNvSpPr>
            <a:spLocks noGrp="1"/>
          </p:cNvSpPr>
          <p:nvPr/>
        </p:nvSpPr>
        <p:spPr>
          <a:xfrm>
            <a:off x="2356843" y="718283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9" name="Stage1_sixpanel_7640">
            <a:extLst>
              <a:ext uri="{FF2B5EF4-FFF2-40B4-BE49-F238E27FC236}">
                <a16:creationId xmlns:a16="http://schemas.microsoft.com/office/drawing/2014/main" id="{1E1D5824-26FA-40E7-91C8-BAB3970A4C34}"/>
              </a:ext>
            </a:extLst>
          </p:cNvPr>
          <p:cNvSpPr>
            <a:spLocks noGrp="1"/>
          </p:cNvSpPr>
          <p:nvPr/>
        </p:nvSpPr>
        <p:spPr>
          <a:xfrm>
            <a:off x="2365369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0" name="Stage1_sixpanel_7641">
            <a:extLst>
              <a:ext uri="{FF2B5EF4-FFF2-40B4-BE49-F238E27FC236}">
                <a16:creationId xmlns:a16="http://schemas.microsoft.com/office/drawing/2014/main" id="{688DC355-583E-44D9-93E9-5E1D759AEF25}"/>
              </a:ext>
            </a:extLst>
          </p:cNvPr>
          <p:cNvSpPr>
            <a:spLocks noGrp="1"/>
          </p:cNvSpPr>
          <p:nvPr/>
        </p:nvSpPr>
        <p:spPr>
          <a:xfrm>
            <a:off x="2261758" y="709283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1" name="Stage1_sixpanel_7642">
            <a:extLst>
              <a:ext uri="{FF2B5EF4-FFF2-40B4-BE49-F238E27FC236}">
                <a16:creationId xmlns:a16="http://schemas.microsoft.com/office/drawing/2014/main" id="{0AD8400B-6102-4384-813D-0FE5BEF585B2}"/>
              </a:ext>
            </a:extLst>
          </p:cNvPr>
          <p:cNvSpPr>
            <a:spLocks noGrp="1"/>
          </p:cNvSpPr>
          <p:nvPr/>
        </p:nvSpPr>
        <p:spPr>
          <a:xfrm>
            <a:off x="219678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2" name="Stage1_sixpanel_7643">
            <a:extLst>
              <a:ext uri="{FF2B5EF4-FFF2-40B4-BE49-F238E27FC236}">
                <a16:creationId xmlns:a16="http://schemas.microsoft.com/office/drawing/2014/main" id="{25AF4F79-AC6A-451B-A102-5027C37F1F57}"/>
              </a:ext>
            </a:extLst>
          </p:cNvPr>
          <p:cNvSpPr>
            <a:spLocks noGrp="1"/>
          </p:cNvSpPr>
          <p:nvPr/>
        </p:nvSpPr>
        <p:spPr>
          <a:xfrm>
            <a:off x="229520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3" name="Stage1_sixpanel_7644">
            <a:extLst>
              <a:ext uri="{FF2B5EF4-FFF2-40B4-BE49-F238E27FC236}">
                <a16:creationId xmlns:a16="http://schemas.microsoft.com/office/drawing/2014/main" id="{CAC03C47-2716-42D4-8020-3A70B89EDCC4}"/>
              </a:ext>
            </a:extLst>
          </p:cNvPr>
          <p:cNvSpPr>
            <a:spLocks noGrp="1"/>
          </p:cNvSpPr>
          <p:nvPr/>
        </p:nvSpPr>
        <p:spPr>
          <a:xfrm>
            <a:off x="2219322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4" name="Stage1_sixpanel_7645">
            <a:extLst>
              <a:ext uri="{FF2B5EF4-FFF2-40B4-BE49-F238E27FC236}">
                <a16:creationId xmlns:a16="http://schemas.microsoft.com/office/drawing/2014/main" id="{F2FF1606-920F-457D-A155-D61886E95736}"/>
              </a:ext>
            </a:extLst>
          </p:cNvPr>
          <p:cNvSpPr>
            <a:spLocks noGrp="1"/>
          </p:cNvSpPr>
          <p:nvPr/>
        </p:nvSpPr>
        <p:spPr>
          <a:xfrm>
            <a:off x="234606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5" name="Stage1_sixpanel_7646">
            <a:extLst>
              <a:ext uri="{FF2B5EF4-FFF2-40B4-BE49-F238E27FC236}">
                <a16:creationId xmlns:a16="http://schemas.microsoft.com/office/drawing/2014/main" id="{D4428612-F287-4206-B424-B54251704CA8}"/>
              </a:ext>
            </a:extLst>
          </p:cNvPr>
          <p:cNvSpPr>
            <a:spLocks noGrp="1"/>
          </p:cNvSpPr>
          <p:nvPr/>
        </p:nvSpPr>
        <p:spPr>
          <a:xfrm>
            <a:off x="233358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6" name="Stage1_sixpanel_7647">
            <a:extLst>
              <a:ext uri="{FF2B5EF4-FFF2-40B4-BE49-F238E27FC236}">
                <a16:creationId xmlns:a16="http://schemas.microsoft.com/office/drawing/2014/main" id="{C40C119C-C696-4763-9E32-CA3EBA06D049}"/>
              </a:ext>
            </a:extLst>
          </p:cNvPr>
          <p:cNvSpPr>
            <a:spLocks noGrp="1"/>
          </p:cNvSpPr>
          <p:nvPr/>
        </p:nvSpPr>
        <p:spPr>
          <a:xfrm>
            <a:off x="2279143" y="721657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7" name="Stage1_sixpanel_7648">
            <a:extLst>
              <a:ext uri="{FF2B5EF4-FFF2-40B4-BE49-F238E27FC236}">
                <a16:creationId xmlns:a16="http://schemas.microsoft.com/office/drawing/2014/main" id="{74EFFA56-3BD6-4BA9-BC81-78257DD6CF6D}"/>
              </a:ext>
            </a:extLst>
          </p:cNvPr>
          <p:cNvSpPr>
            <a:spLocks noGrp="1"/>
          </p:cNvSpPr>
          <p:nvPr/>
        </p:nvSpPr>
        <p:spPr>
          <a:xfrm>
            <a:off x="237037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8" name="Stage1_sixpanel_7649">
            <a:extLst>
              <a:ext uri="{FF2B5EF4-FFF2-40B4-BE49-F238E27FC236}">
                <a16:creationId xmlns:a16="http://schemas.microsoft.com/office/drawing/2014/main" id="{BA2962BF-2A51-41D8-8AD6-46C1DA1D679D}"/>
              </a:ext>
            </a:extLst>
          </p:cNvPr>
          <p:cNvSpPr>
            <a:spLocks noGrp="1"/>
          </p:cNvSpPr>
          <p:nvPr/>
        </p:nvSpPr>
        <p:spPr>
          <a:xfrm>
            <a:off x="220567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9" name="Stage1_sixpanel_7650">
            <a:extLst>
              <a:ext uri="{FF2B5EF4-FFF2-40B4-BE49-F238E27FC236}">
                <a16:creationId xmlns:a16="http://schemas.microsoft.com/office/drawing/2014/main" id="{78ECDA25-B501-449F-9C6B-5B2B0FD056D5}"/>
              </a:ext>
            </a:extLst>
          </p:cNvPr>
          <p:cNvSpPr>
            <a:spLocks noGrp="1"/>
          </p:cNvSpPr>
          <p:nvPr/>
        </p:nvSpPr>
        <p:spPr>
          <a:xfrm>
            <a:off x="2263634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0" name="Stage1_sixpanel_7651">
            <a:extLst>
              <a:ext uri="{FF2B5EF4-FFF2-40B4-BE49-F238E27FC236}">
                <a16:creationId xmlns:a16="http://schemas.microsoft.com/office/drawing/2014/main" id="{036EBFBB-50FB-4B8D-8770-4D2A69E5E9D2}"/>
              </a:ext>
            </a:extLst>
          </p:cNvPr>
          <p:cNvSpPr>
            <a:spLocks noGrp="1"/>
          </p:cNvSpPr>
          <p:nvPr/>
        </p:nvSpPr>
        <p:spPr>
          <a:xfrm>
            <a:off x="2318360" y="738336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1" name="Stage1_sixpanel_7652">
            <a:extLst>
              <a:ext uri="{FF2B5EF4-FFF2-40B4-BE49-F238E27FC236}">
                <a16:creationId xmlns:a16="http://schemas.microsoft.com/office/drawing/2014/main" id="{FFF17232-D963-4405-95D1-22E706D3C7E8}"/>
              </a:ext>
            </a:extLst>
          </p:cNvPr>
          <p:cNvSpPr>
            <a:spLocks noGrp="1"/>
          </p:cNvSpPr>
          <p:nvPr/>
        </p:nvSpPr>
        <p:spPr>
          <a:xfrm>
            <a:off x="227872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2" name="Stage1_sixpanel_7653">
            <a:extLst>
              <a:ext uri="{FF2B5EF4-FFF2-40B4-BE49-F238E27FC236}">
                <a16:creationId xmlns:a16="http://schemas.microsoft.com/office/drawing/2014/main" id="{A59657A5-DE75-4F82-8873-4F562D8C451D}"/>
              </a:ext>
            </a:extLst>
          </p:cNvPr>
          <p:cNvSpPr>
            <a:spLocks noGrp="1"/>
          </p:cNvSpPr>
          <p:nvPr/>
        </p:nvSpPr>
        <p:spPr>
          <a:xfrm>
            <a:off x="240412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3" name="Stage1_sixpanel_7654">
            <a:extLst>
              <a:ext uri="{FF2B5EF4-FFF2-40B4-BE49-F238E27FC236}">
                <a16:creationId xmlns:a16="http://schemas.microsoft.com/office/drawing/2014/main" id="{21DF0AB0-191E-4715-920E-942B49961AA4}"/>
              </a:ext>
            </a:extLst>
          </p:cNvPr>
          <p:cNvSpPr>
            <a:spLocks noGrp="1"/>
          </p:cNvSpPr>
          <p:nvPr/>
        </p:nvSpPr>
        <p:spPr>
          <a:xfrm>
            <a:off x="2288788" y="692784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4" name="Stage1_sixpanel_7655">
            <a:extLst>
              <a:ext uri="{FF2B5EF4-FFF2-40B4-BE49-F238E27FC236}">
                <a16:creationId xmlns:a16="http://schemas.microsoft.com/office/drawing/2014/main" id="{DE5DE205-97D7-4A3D-8E8F-57EC13651CA2}"/>
              </a:ext>
            </a:extLst>
          </p:cNvPr>
          <p:cNvSpPr>
            <a:spLocks noGrp="1"/>
          </p:cNvSpPr>
          <p:nvPr/>
        </p:nvSpPr>
        <p:spPr>
          <a:xfrm>
            <a:off x="223725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5" name="Stage1_sixpanel_7656">
            <a:extLst>
              <a:ext uri="{FF2B5EF4-FFF2-40B4-BE49-F238E27FC236}">
                <a16:creationId xmlns:a16="http://schemas.microsoft.com/office/drawing/2014/main" id="{BE3CB53F-E757-4BA8-B0B1-810C604EEE89}"/>
              </a:ext>
            </a:extLst>
          </p:cNvPr>
          <p:cNvSpPr>
            <a:spLocks noGrp="1"/>
          </p:cNvSpPr>
          <p:nvPr/>
        </p:nvSpPr>
        <p:spPr>
          <a:xfrm>
            <a:off x="234084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6" name="Stage1_sixpanel_7657">
            <a:extLst>
              <a:ext uri="{FF2B5EF4-FFF2-40B4-BE49-F238E27FC236}">
                <a16:creationId xmlns:a16="http://schemas.microsoft.com/office/drawing/2014/main" id="{CE192D21-8EA2-49F9-957B-0AEBDC5B793E}"/>
              </a:ext>
            </a:extLst>
          </p:cNvPr>
          <p:cNvSpPr>
            <a:spLocks noGrp="1"/>
          </p:cNvSpPr>
          <p:nvPr/>
        </p:nvSpPr>
        <p:spPr>
          <a:xfrm>
            <a:off x="238019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7" name="Stage1_sixpanel_7658">
            <a:extLst>
              <a:ext uri="{FF2B5EF4-FFF2-40B4-BE49-F238E27FC236}">
                <a16:creationId xmlns:a16="http://schemas.microsoft.com/office/drawing/2014/main" id="{EDB0B31C-F743-4E51-B70F-FBE3E0BDCBC2}"/>
              </a:ext>
            </a:extLst>
          </p:cNvPr>
          <p:cNvSpPr>
            <a:spLocks noGrp="1"/>
          </p:cNvSpPr>
          <p:nvPr/>
        </p:nvSpPr>
        <p:spPr>
          <a:xfrm>
            <a:off x="2298078" y="750531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8" name="Stage1_sixpanel_7659">
            <a:extLst>
              <a:ext uri="{FF2B5EF4-FFF2-40B4-BE49-F238E27FC236}">
                <a16:creationId xmlns:a16="http://schemas.microsoft.com/office/drawing/2014/main" id="{31D8C103-54D9-4C64-81A1-DFA867508B9E}"/>
              </a:ext>
            </a:extLst>
          </p:cNvPr>
          <p:cNvSpPr>
            <a:spLocks noGrp="1"/>
          </p:cNvSpPr>
          <p:nvPr/>
        </p:nvSpPr>
        <p:spPr>
          <a:xfrm>
            <a:off x="240056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9" name="Stage1_sixpanel_7660">
            <a:extLst>
              <a:ext uri="{FF2B5EF4-FFF2-40B4-BE49-F238E27FC236}">
                <a16:creationId xmlns:a16="http://schemas.microsoft.com/office/drawing/2014/main" id="{D5F44A9A-CFBA-4041-A340-C2D4D44139EB}"/>
              </a:ext>
            </a:extLst>
          </p:cNvPr>
          <p:cNvSpPr>
            <a:spLocks noGrp="1"/>
          </p:cNvSpPr>
          <p:nvPr/>
        </p:nvSpPr>
        <p:spPr>
          <a:xfrm>
            <a:off x="2292076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0" name="Stage1_sixpanel_7661">
            <a:extLst>
              <a:ext uri="{FF2B5EF4-FFF2-40B4-BE49-F238E27FC236}">
                <a16:creationId xmlns:a16="http://schemas.microsoft.com/office/drawing/2014/main" id="{1CA38F56-E418-4627-8904-8EEB45969091}"/>
              </a:ext>
            </a:extLst>
          </p:cNvPr>
          <p:cNvSpPr>
            <a:spLocks noGrp="1"/>
          </p:cNvSpPr>
          <p:nvPr/>
        </p:nvSpPr>
        <p:spPr>
          <a:xfrm>
            <a:off x="2263341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1" name="Stage1_sixpanel_7662">
            <a:extLst>
              <a:ext uri="{FF2B5EF4-FFF2-40B4-BE49-F238E27FC236}">
                <a16:creationId xmlns:a16="http://schemas.microsoft.com/office/drawing/2014/main" id="{CBE02366-585E-437E-9030-7B9745667648}"/>
              </a:ext>
            </a:extLst>
          </p:cNvPr>
          <p:cNvSpPr>
            <a:spLocks noGrp="1"/>
          </p:cNvSpPr>
          <p:nvPr/>
        </p:nvSpPr>
        <p:spPr>
          <a:xfrm>
            <a:off x="236175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2" name="Stage1_sixpanel_7663">
            <a:extLst>
              <a:ext uri="{FF2B5EF4-FFF2-40B4-BE49-F238E27FC236}">
                <a16:creationId xmlns:a16="http://schemas.microsoft.com/office/drawing/2014/main" id="{ED326370-7868-4BCE-8F50-3C3BA3EC8CB1}"/>
              </a:ext>
            </a:extLst>
          </p:cNvPr>
          <p:cNvSpPr>
            <a:spLocks noGrp="1"/>
          </p:cNvSpPr>
          <p:nvPr/>
        </p:nvSpPr>
        <p:spPr>
          <a:xfrm>
            <a:off x="2268967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3" name="Stage1_sixpanel_7664">
            <a:extLst>
              <a:ext uri="{FF2B5EF4-FFF2-40B4-BE49-F238E27FC236}">
                <a16:creationId xmlns:a16="http://schemas.microsoft.com/office/drawing/2014/main" id="{FBCC660A-2A27-4EDF-8B3D-0DAE73F563EA}"/>
              </a:ext>
            </a:extLst>
          </p:cNvPr>
          <p:cNvSpPr>
            <a:spLocks noGrp="1"/>
          </p:cNvSpPr>
          <p:nvPr/>
        </p:nvSpPr>
        <p:spPr>
          <a:xfrm>
            <a:off x="224668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4" name="Stage1_sixpanel_7665">
            <a:extLst>
              <a:ext uri="{FF2B5EF4-FFF2-40B4-BE49-F238E27FC236}">
                <a16:creationId xmlns:a16="http://schemas.microsoft.com/office/drawing/2014/main" id="{5C5BB5AC-A5E0-411C-B0B4-3472A0C66E26}"/>
              </a:ext>
            </a:extLst>
          </p:cNvPr>
          <p:cNvSpPr>
            <a:spLocks noGrp="1"/>
          </p:cNvSpPr>
          <p:nvPr/>
        </p:nvSpPr>
        <p:spPr>
          <a:xfrm>
            <a:off x="2347103" y="772923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5" name="Stage1_sixpanel_7666">
            <a:extLst>
              <a:ext uri="{FF2B5EF4-FFF2-40B4-BE49-F238E27FC236}">
                <a16:creationId xmlns:a16="http://schemas.microsoft.com/office/drawing/2014/main" id="{FD863AA5-82AD-435F-94D8-EE91079959B6}"/>
              </a:ext>
            </a:extLst>
          </p:cNvPr>
          <p:cNvSpPr>
            <a:spLocks noGrp="1"/>
          </p:cNvSpPr>
          <p:nvPr/>
        </p:nvSpPr>
        <p:spPr>
          <a:xfrm>
            <a:off x="2381180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6" name="Stage1_sixpanel_7667">
            <a:extLst>
              <a:ext uri="{FF2B5EF4-FFF2-40B4-BE49-F238E27FC236}">
                <a16:creationId xmlns:a16="http://schemas.microsoft.com/office/drawing/2014/main" id="{13BB3A22-A763-48A7-8A52-298A2465DBF9}"/>
              </a:ext>
            </a:extLst>
          </p:cNvPr>
          <p:cNvSpPr>
            <a:spLocks noGrp="1"/>
          </p:cNvSpPr>
          <p:nvPr/>
        </p:nvSpPr>
        <p:spPr>
          <a:xfrm>
            <a:off x="2301024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7" name="Stage1_sixpanel_7668">
            <a:extLst>
              <a:ext uri="{FF2B5EF4-FFF2-40B4-BE49-F238E27FC236}">
                <a16:creationId xmlns:a16="http://schemas.microsoft.com/office/drawing/2014/main" id="{42147F03-8D77-4E79-9AF8-283386AB0A2D}"/>
              </a:ext>
            </a:extLst>
          </p:cNvPr>
          <p:cNvSpPr>
            <a:spLocks noGrp="1"/>
          </p:cNvSpPr>
          <p:nvPr/>
        </p:nvSpPr>
        <p:spPr>
          <a:xfrm>
            <a:off x="234817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8" name="Stage1_sixpanel_7669">
            <a:extLst>
              <a:ext uri="{FF2B5EF4-FFF2-40B4-BE49-F238E27FC236}">
                <a16:creationId xmlns:a16="http://schemas.microsoft.com/office/drawing/2014/main" id="{BF3C971F-22EF-4A31-B1EB-825B6A8EC7F5}"/>
              </a:ext>
            </a:extLst>
          </p:cNvPr>
          <p:cNvSpPr>
            <a:spLocks noGrp="1"/>
          </p:cNvSpPr>
          <p:nvPr/>
        </p:nvSpPr>
        <p:spPr>
          <a:xfrm>
            <a:off x="2282868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9" name="Stage1_sixpanel_7670">
            <a:extLst>
              <a:ext uri="{FF2B5EF4-FFF2-40B4-BE49-F238E27FC236}">
                <a16:creationId xmlns:a16="http://schemas.microsoft.com/office/drawing/2014/main" id="{EB846FC1-C617-41FC-9F42-D127A060CA60}"/>
              </a:ext>
            </a:extLst>
          </p:cNvPr>
          <p:cNvSpPr>
            <a:spLocks noGrp="1"/>
          </p:cNvSpPr>
          <p:nvPr/>
        </p:nvSpPr>
        <p:spPr>
          <a:xfrm>
            <a:off x="2249838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0" name="Stage1_sixpanel_7671">
            <a:extLst>
              <a:ext uri="{FF2B5EF4-FFF2-40B4-BE49-F238E27FC236}">
                <a16:creationId xmlns:a16="http://schemas.microsoft.com/office/drawing/2014/main" id="{8A1F38C8-AA6E-458D-95FD-407129C37F58}"/>
              </a:ext>
            </a:extLst>
          </p:cNvPr>
          <p:cNvSpPr>
            <a:spLocks noGrp="1"/>
          </p:cNvSpPr>
          <p:nvPr/>
        </p:nvSpPr>
        <p:spPr>
          <a:xfrm>
            <a:off x="2308924" y="764604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1" name="Stage1_sixpanel_7672">
            <a:extLst>
              <a:ext uri="{FF2B5EF4-FFF2-40B4-BE49-F238E27FC236}">
                <a16:creationId xmlns:a16="http://schemas.microsoft.com/office/drawing/2014/main" id="{0E6CAB85-3830-4B9E-A49B-C52F355B587B}"/>
              </a:ext>
            </a:extLst>
          </p:cNvPr>
          <p:cNvSpPr>
            <a:spLocks noGrp="1"/>
          </p:cNvSpPr>
          <p:nvPr/>
        </p:nvSpPr>
        <p:spPr>
          <a:xfrm>
            <a:off x="221694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2" name="Stage1_sixpanel_7673">
            <a:extLst>
              <a:ext uri="{FF2B5EF4-FFF2-40B4-BE49-F238E27FC236}">
                <a16:creationId xmlns:a16="http://schemas.microsoft.com/office/drawing/2014/main" id="{28FE2CB4-9C07-4D9A-81CA-9B6FEF40C2E0}"/>
              </a:ext>
            </a:extLst>
          </p:cNvPr>
          <p:cNvSpPr>
            <a:spLocks noGrp="1"/>
          </p:cNvSpPr>
          <p:nvPr/>
        </p:nvSpPr>
        <p:spPr>
          <a:xfrm>
            <a:off x="2376309" y="713997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3" name="Stage1_sixpanel_7674">
            <a:extLst>
              <a:ext uri="{FF2B5EF4-FFF2-40B4-BE49-F238E27FC236}">
                <a16:creationId xmlns:a16="http://schemas.microsoft.com/office/drawing/2014/main" id="{631DC971-E7F5-4B89-879C-36EB0C4F9133}"/>
              </a:ext>
            </a:extLst>
          </p:cNvPr>
          <p:cNvSpPr>
            <a:spLocks noGrp="1"/>
          </p:cNvSpPr>
          <p:nvPr/>
        </p:nvSpPr>
        <p:spPr>
          <a:xfrm>
            <a:off x="232011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4" name="Stage1_sixpanel_7675">
            <a:extLst>
              <a:ext uri="{FF2B5EF4-FFF2-40B4-BE49-F238E27FC236}">
                <a16:creationId xmlns:a16="http://schemas.microsoft.com/office/drawing/2014/main" id="{141A7832-997C-4D6F-8727-02274D6D6626}"/>
              </a:ext>
            </a:extLst>
          </p:cNvPr>
          <p:cNvSpPr>
            <a:spLocks noGrp="1"/>
          </p:cNvSpPr>
          <p:nvPr/>
        </p:nvSpPr>
        <p:spPr>
          <a:xfrm>
            <a:off x="2295684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5" name="Stage1_sixpanel_7676">
            <a:extLst>
              <a:ext uri="{FF2B5EF4-FFF2-40B4-BE49-F238E27FC236}">
                <a16:creationId xmlns:a16="http://schemas.microsoft.com/office/drawing/2014/main" id="{A4E53EA9-8AF6-4792-B0BC-5EBFD76330A5}"/>
              </a:ext>
            </a:extLst>
          </p:cNvPr>
          <p:cNvSpPr>
            <a:spLocks noGrp="1"/>
          </p:cNvSpPr>
          <p:nvPr/>
        </p:nvSpPr>
        <p:spPr>
          <a:xfrm>
            <a:off x="237268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6" name="Stage1_sixpanel_7677">
            <a:extLst>
              <a:ext uri="{FF2B5EF4-FFF2-40B4-BE49-F238E27FC236}">
                <a16:creationId xmlns:a16="http://schemas.microsoft.com/office/drawing/2014/main" id="{AAF9B7F2-BE2C-4622-8B2E-EDC98AD9E7A0}"/>
              </a:ext>
            </a:extLst>
          </p:cNvPr>
          <p:cNvSpPr>
            <a:spLocks noGrp="1"/>
          </p:cNvSpPr>
          <p:nvPr/>
        </p:nvSpPr>
        <p:spPr>
          <a:xfrm>
            <a:off x="2386209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7" name="Stage1_sixpanel_7678">
            <a:extLst>
              <a:ext uri="{FF2B5EF4-FFF2-40B4-BE49-F238E27FC236}">
                <a16:creationId xmlns:a16="http://schemas.microsoft.com/office/drawing/2014/main" id="{0C66E44A-4D57-457D-9488-465786E331FE}"/>
              </a:ext>
            </a:extLst>
          </p:cNvPr>
          <p:cNvSpPr>
            <a:spLocks noGrp="1"/>
          </p:cNvSpPr>
          <p:nvPr/>
        </p:nvSpPr>
        <p:spPr>
          <a:xfrm>
            <a:off x="2202841" y="702212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8" name="Stage1_sixpanel_7679">
            <a:extLst>
              <a:ext uri="{FF2B5EF4-FFF2-40B4-BE49-F238E27FC236}">
                <a16:creationId xmlns:a16="http://schemas.microsoft.com/office/drawing/2014/main" id="{63B75334-53D7-4E68-99FC-A9C09A97F5A6}"/>
              </a:ext>
            </a:extLst>
          </p:cNvPr>
          <p:cNvSpPr>
            <a:spLocks noGrp="1"/>
          </p:cNvSpPr>
          <p:nvPr/>
        </p:nvSpPr>
        <p:spPr>
          <a:xfrm>
            <a:off x="2387007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9" name="Stage1_sixpanel_7680">
            <a:extLst>
              <a:ext uri="{FF2B5EF4-FFF2-40B4-BE49-F238E27FC236}">
                <a16:creationId xmlns:a16="http://schemas.microsoft.com/office/drawing/2014/main" id="{E0290E83-35D2-4F48-B2AE-EFD6EB95CCF1}"/>
              </a:ext>
            </a:extLst>
          </p:cNvPr>
          <p:cNvSpPr>
            <a:spLocks noGrp="1"/>
          </p:cNvSpPr>
          <p:nvPr/>
        </p:nvSpPr>
        <p:spPr>
          <a:xfrm>
            <a:off x="231176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0" name="Stage1_sixpanel_7681">
            <a:extLst>
              <a:ext uri="{FF2B5EF4-FFF2-40B4-BE49-F238E27FC236}">
                <a16:creationId xmlns:a16="http://schemas.microsoft.com/office/drawing/2014/main" id="{990702D2-205D-42F0-BB99-217B571B7F0F}"/>
              </a:ext>
            </a:extLst>
          </p:cNvPr>
          <p:cNvSpPr>
            <a:spLocks noGrp="1"/>
          </p:cNvSpPr>
          <p:nvPr/>
        </p:nvSpPr>
        <p:spPr>
          <a:xfrm>
            <a:off x="2318888" y="723204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1" name="Stage1_sixpanel_7682">
            <a:extLst>
              <a:ext uri="{FF2B5EF4-FFF2-40B4-BE49-F238E27FC236}">
                <a16:creationId xmlns:a16="http://schemas.microsoft.com/office/drawing/2014/main" id="{B938DE00-5718-409E-B596-80B6EBD66AB5}"/>
              </a:ext>
            </a:extLst>
          </p:cNvPr>
          <p:cNvSpPr>
            <a:spLocks noGrp="1"/>
          </p:cNvSpPr>
          <p:nvPr/>
        </p:nvSpPr>
        <p:spPr>
          <a:xfrm>
            <a:off x="235150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2" name="Stage1_sixpanel_7683">
            <a:extLst>
              <a:ext uri="{FF2B5EF4-FFF2-40B4-BE49-F238E27FC236}">
                <a16:creationId xmlns:a16="http://schemas.microsoft.com/office/drawing/2014/main" id="{265B51F5-F2E4-4F99-B49C-20586BA9F222}"/>
              </a:ext>
            </a:extLst>
          </p:cNvPr>
          <p:cNvSpPr>
            <a:spLocks noGrp="1"/>
          </p:cNvSpPr>
          <p:nvPr/>
        </p:nvSpPr>
        <p:spPr>
          <a:xfrm>
            <a:off x="232310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3" name="Stage1_sixpanel_7684">
            <a:extLst>
              <a:ext uri="{FF2B5EF4-FFF2-40B4-BE49-F238E27FC236}">
                <a16:creationId xmlns:a16="http://schemas.microsoft.com/office/drawing/2014/main" id="{E4A3CC7F-C9A8-4BAE-B260-BF24ADFCBDDF}"/>
              </a:ext>
            </a:extLst>
          </p:cNvPr>
          <p:cNvSpPr>
            <a:spLocks noGrp="1"/>
          </p:cNvSpPr>
          <p:nvPr/>
        </p:nvSpPr>
        <p:spPr>
          <a:xfrm>
            <a:off x="2577922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339352" y="1237437"/>
                </a:moveTo>
                <a:lnTo>
                  <a:pt x="0" y="1237437"/>
                </a:lnTo>
                <a:lnTo>
                  <a:pt x="1674" y="1229703"/>
                </a:lnTo>
                <a:lnTo>
                  <a:pt x="6591" y="1221969"/>
                </a:lnTo>
                <a:lnTo>
                  <a:pt x="14452" y="1214235"/>
                </a:lnTo>
                <a:lnTo>
                  <a:pt x="24790" y="1206502"/>
                </a:lnTo>
                <a:lnTo>
                  <a:pt x="37020" y="1198768"/>
                </a:lnTo>
                <a:lnTo>
                  <a:pt x="50492" y="1191034"/>
                </a:lnTo>
                <a:lnTo>
                  <a:pt x="64551" y="1183300"/>
                </a:lnTo>
                <a:lnTo>
                  <a:pt x="78588" y="1175566"/>
                </a:lnTo>
                <a:lnTo>
                  <a:pt x="92080" y="1167832"/>
                </a:lnTo>
                <a:lnTo>
                  <a:pt x="104619" y="1160098"/>
                </a:lnTo>
                <a:lnTo>
                  <a:pt x="115922" y="1152364"/>
                </a:lnTo>
                <a:lnTo>
                  <a:pt x="125830" y="1144630"/>
                </a:lnTo>
                <a:lnTo>
                  <a:pt x="134294" y="1136896"/>
                </a:lnTo>
                <a:lnTo>
                  <a:pt x="141354" y="1129162"/>
                </a:lnTo>
                <a:lnTo>
                  <a:pt x="147115" y="1121428"/>
                </a:lnTo>
                <a:lnTo>
                  <a:pt x="151721" y="1113694"/>
                </a:lnTo>
                <a:lnTo>
                  <a:pt x="155339" y="1105960"/>
                </a:lnTo>
                <a:lnTo>
                  <a:pt x="158133" y="1098226"/>
                </a:lnTo>
                <a:lnTo>
                  <a:pt x="160263" y="1090492"/>
                </a:lnTo>
                <a:lnTo>
                  <a:pt x="161865" y="1082758"/>
                </a:lnTo>
                <a:lnTo>
                  <a:pt x="163061" y="1075024"/>
                </a:lnTo>
                <a:lnTo>
                  <a:pt x="163946" y="1067290"/>
                </a:lnTo>
                <a:lnTo>
                  <a:pt x="164599" y="1059556"/>
                </a:lnTo>
                <a:lnTo>
                  <a:pt x="165081" y="1051822"/>
                </a:lnTo>
                <a:lnTo>
                  <a:pt x="165439" y="1044088"/>
                </a:lnTo>
                <a:lnTo>
                  <a:pt x="165710" y="1036354"/>
                </a:lnTo>
                <a:lnTo>
                  <a:pt x="165921" y="1028620"/>
                </a:lnTo>
                <a:lnTo>
                  <a:pt x="166095" y="1020886"/>
                </a:lnTo>
                <a:lnTo>
                  <a:pt x="166247" y="1013152"/>
                </a:lnTo>
                <a:lnTo>
                  <a:pt x="166390" y="1005418"/>
                </a:lnTo>
                <a:lnTo>
                  <a:pt x="166534" y="997684"/>
                </a:lnTo>
                <a:lnTo>
                  <a:pt x="166685" y="989950"/>
                </a:lnTo>
                <a:lnTo>
                  <a:pt x="166848" y="982216"/>
                </a:lnTo>
                <a:lnTo>
                  <a:pt x="167023" y="974482"/>
                </a:lnTo>
                <a:lnTo>
                  <a:pt x="167211" y="966748"/>
                </a:lnTo>
                <a:lnTo>
                  <a:pt x="167408" y="959014"/>
                </a:lnTo>
                <a:lnTo>
                  <a:pt x="167611" y="951280"/>
                </a:lnTo>
                <a:lnTo>
                  <a:pt x="167814" y="943546"/>
                </a:lnTo>
                <a:lnTo>
                  <a:pt x="168011" y="935812"/>
                </a:lnTo>
                <a:lnTo>
                  <a:pt x="168197" y="928078"/>
                </a:lnTo>
                <a:lnTo>
                  <a:pt x="168367" y="920344"/>
                </a:lnTo>
                <a:lnTo>
                  <a:pt x="168517" y="912610"/>
                </a:lnTo>
                <a:lnTo>
                  <a:pt x="168644" y="904876"/>
                </a:lnTo>
                <a:lnTo>
                  <a:pt x="168749" y="897142"/>
                </a:lnTo>
                <a:lnTo>
                  <a:pt x="168831" y="889408"/>
                </a:lnTo>
                <a:lnTo>
                  <a:pt x="168893" y="881674"/>
                </a:lnTo>
                <a:lnTo>
                  <a:pt x="168940" y="873940"/>
                </a:lnTo>
                <a:lnTo>
                  <a:pt x="168974" y="866206"/>
                </a:lnTo>
                <a:lnTo>
                  <a:pt x="169001" y="858472"/>
                </a:lnTo>
                <a:lnTo>
                  <a:pt x="169025" y="850738"/>
                </a:lnTo>
                <a:lnTo>
                  <a:pt x="169049" y="843004"/>
                </a:lnTo>
                <a:lnTo>
                  <a:pt x="169076" y="835270"/>
                </a:lnTo>
                <a:lnTo>
                  <a:pt x="169109" y="827536"/>
                </a:lnTo>
                <a:lnTo>
                  <a:pt x="169147" y="819802"/>
                </a:lnTo>
                <a:lnTo>
                  <a:pt x="169190" y="812068"/>
                </a:lnTo>
                <a:lnTo>
                  <a:pt x="169238" y="804334"/>
                </a:lnTo>
                <a:lnTo>
                  <a:pt x="169289" y="796600"/>
                </a:lnTo>
                <a:lnTo>
                  <a:pt x="169340" y="788866"/>
                </a:lnTo>
                <a:lnTo>
                  <a:pt x="169391" y="781132"/>
                </a:lnTo>
                <a:lnTo>
                  <a:pt x="169439" y="773398"/>
                </a:lnTo>
                <a:lnTo>
                  <a:pt x="169483" y="765664"/>
                </a:lnTo>
                <a:lnTo>
                  <a:pt x="169522" y="757930"/>
                </a:lnTo>
                <a:lnTo>
                  <a:pt x="169555" y="750196"/>
                </a:lnTo>
                <a:lnTo>
                  <a:pt x="169582" y="742462"/>
                </a:lnTo>
                <a:lnTo>
                  <a:pt x="169604" y="734728"/>
                </a:lnTo>
                <a:lnTo>
                  <a:pt x="169619" y="726994"/>
                </a:lnTo>
                <a:lnTo>
                  <a:pt x="169630" y="719261"/>
                </a:lnTo>
                <a:lnTo>
                  <a:pt x="169635" y="711527"/>
                </a:lnTo>
                <a:lnTo>
                  <a:pt x="169635" y="703793"/>
                </a:lnTo>
                <a:lnTo>
                  <a:pt x="169630" y="696059"/>
                </a:lnTo>
                <a:lnTo>
                  <a:pt x="169621" y="688325"/>
                </a:lnTo>
                <a:lnTo>
                  <a:pt x="169605" y="680591"/>
                </a:lnTo>
                <a:lnTo>
                  <a:pt x="169584" y="672857"/>
                </a:lnTo>
                <a:lnTo>
                  <a:pt x="169558" y="665123"/>
                </a:lnTo>
                <a:lnTo>
                  <a:pt x="169525" y="657389"/>
                </a:lnTo>
                <a:lnTo>
                  <a:pt x="169487" y="649655"/>
                </a:lnTo>
                <a:lnTo>
                  <a:pt x="169444" y="641921"/>
                </a:lnTo>
                <a:lnTo>
                  <a:pt x="169398" y="634187"/>
                </a:lnTo>
                <a:lnTo>
                  <a:pt x="169348" y="626453"/>
                </a:lnTo>
                <a:lnTo>
                  <a:pt x="169299" y="618719"/>
                </a:lnTo>
                <a:lnTo>
                  <a:pt x="169251" y="610985"/>
                </a:lnTo>
                <a:lnTo>
                  <a:pt x="169208" y="603251"/>
                </a:lnTo>
                <a:lnTo>
                  <a:pt x="169172" y="595517"/>
                </a:lnTo>
                <a:lnTo>
                  <a:pt x="169145" y="587783"/>
                </a:lnTo>
                <a:lnTo>
                  <a:pt x="169128" y="580049"/>
                </a:lnTo>
                <a:lnTo>
                  <a:pt x="169123" y="572315"/>
                </a:lnTo>
                <a:lnTo>
                  <a:pt x="169130" y="564581"/>
                </a:lnTo>
                <a:lnTo>
                  <a:pt x="169149" y="556847"/>
                </a:lnTo>
                <a:lnTo>
                  <a:pt x="169178" y="549113"/>
                </a:lnTo>
                <a:lnTo>
                  <a:pt x="169216" y="541379"/>
                </a:lnTo>
                <a:lnTo>
                  <a:pt x="169259" y="533645"/>
                </a:lnTo>
                <a:lnTo>
                  <a:pt x="169306" y="525911"/>
                </a:lnTo>
                <a:lnTo>
                  <a:pt x="169353" y="518177"/>
                </a:lnTo>
                <a:lnTo>
                  <a:pt x="169399" y="510443"/>
                </a:lnTo>
                <a:lnTo>
                  <a:pt x="169441" y="502709"/>
                </a:lnTo>
                <a:lnTo>
                  <a:pt x="169477" y="494975"/>
                </a:lnTo>
                <a:lnTo>
                  <a:pt x="169505" y="487241"/>
                </a:lnTo>
                <a:lnTo>
                  <a:pt x="169525" y="479507"/>
                </a:lnTo>
                <a:lnTo>
                  <a:pt x="169536" y="471773"/>
                </a:lnTo>
                <a:lnTo>
                  <a:pt x="169538" y="464039"/>
                </a:lnTo>
                <a:lnTo>
                  <a:pt x="169530" y="456305"/>
                </a:lnTo>
                <a:lnTo>
                  <a:pt x="169512" y="448571"/>
                </a:lnTo>
                <a:lnTo>
                  <a:pt x="169486" y="440837"/>
                </a:lnTo>
                <a:lnTo>
                  <a:pt x="169452" y="433103"/>
                </a:lnTo>
                <a:lnTo>
                  <a:pt x="169412" y="425369"/>
                </a:lnTo>
                <a:lnTo>
                  <a:pt x="169367" y="417635"/>
                </a:lnTo>
                <a:lnTo>
                  <a:pt x="169320" y="409901"/>
                </a:lnTo>
                <a:lnTo>
                  <a:pt x="169272" y="402167"/>
                </a:lnTo>
                <a:lnTo>
                  <a:pt x="169228" y="394433"/>
                </a:lnTo>
                <a:lnTo>
                  <a:pt x="169188" y="386699"/>
                </a:lnTo>
                <a:lnTo>
                  <a:pt x="169157" y="378965"/>
                </a:lnTo>
                <a:lnTo>
                  <a:pt x="169135" y="371231"/>
                </a:lnTo>
                <a:lnTo>
                  <a:pt x="169124" y="363497"/>
                </a:lnTo>
                <a:lnTo>
                  <a:pt x="169125" y="355763"/>
                </a:lnTo>
                <a:lnTo>
                  <a:pt x="169139" y="348029"/>
                </a:lnTo>
                <a:lnTo>
                  <a:pt x="169163" y="340295"/>
                </a:lnTo>
                <a:lnTo>
                  <a:pt x="169197" y="332561"/>
                </a:lnTo>
                <a:lnTo>
                  <a:pt x="169238" y="324827"/>
                </a:lnTo>
                <a:lnTo>
                  <a:pt x="169285" y="317093"/>
                </a:lnTo>
                <a:lnTo>
                  <a:pt x="169334" y="309359"/>
                </a:lnTo>
                <a:lnTo>
                  <a:pt x="169383" y="301625"/>
                </a:lnTo>
                <a:lnTo>
                  <a:pt x="169431" y="293891"/>
                </a:lnTo>
                <a:lnTo>
                  <a:pt x="169476" y="286157"/>
                </a:lnTo>
                <a:lnTo>
                  <a:pt x="169516" y="278423"/>
                </a:lnTo>
                <a:lnTo>
                  <a:pt x="169550" y="270689"/>
                </a:lnTo>
                <a:lnTo>
                  <a:pt x="169580" y="262955"/>
                </a:lnTo>
                <a:lnTo>
                  <a:pt x="169604" y="255221"/>
                </a:lnTo>
                <a:lnTo>
                  <a:pt x="169623" y="247487"/>
                </a:lnTo>
                <a:lnTo>
                  <a:pt x="169638" y="239754"/>
                </a:lnTo>
                <a:lnTo>
                  <a:pt x="169649" y="232020"/>
                </a:lnTo>
                <a:lnTo>
                  <a:pt x="169658" y="224286"/>
                </a:lnTo>
                <a:lnTo>
                  <a:pt x="169663" y="216552"/>
                </a:lnTo>
                <a:lnTo>
                  <a:pt x="169667" y="208818"/>
                </a:lnTo>
                <a:lnTo>
                  <a:pt x="169669" y="201084"/>
                </a:lnTo>
                <a:lnTo>
                  <a:pt x="169670" y="193350"/>
                </a:lnTo>
                <a:lnTo>
                  <a:pt x="169670" y="185616"/>
                </a:lnTo>
                <a:lnTo>
                  <a:pt x="169668" y="177882"/>
                </a:lnTo>
                <a:lnTo>
                  <a:pt x="169665" y="170148"/>
                </a:lnTo>
                <a:lnTo>
                  <a:pt x="169658" y="162414"/>
                </a:lnTo>
                <a:lnTo>
                  <a:pt x="169649" y="154680"/>
                </a:lnTo>
                <a:lnTo>
                  <a:pt x="169634" y="146946"/>
                </a:lnTo>
                <a:lnTo>
                  <a:pt x="169614" y="139212"/>
                </a:lnTo>
                <a:lnTo>
                  <a:pt x="169584" y="131478"/>
                </a:lnTo>
                <a:lnTo>
                  <a:pt x="169544" y="123744"/>
                </a:lnTo>
                <a:lnTo>
                  <a:pt x="169491" y="116010"/>
                </a:lnTo>
                <a:lnTo>
                  <a:pt x="169421" y="108276"/>
                </a:lnTo>
                <a:lnTo>
                  <a:pt x="169332" y="100542"/>
                </a:lnTo>
                <a:lnTo>
                  <a:pt x="169223" y="92808"/>
                </a:lnTo>
                <a:lnTo>
                  <a:pt x="169093" y="85074"/>
                </a:lnTo>
                <a:lnTo>
                  <a:pt x="168941" y="77340"/>
                </a:lnTo>
                <a:lnTo>
                  <a:pt x="168770" y="69606"/>
                </a:lnTo>
                <a:lnTo>
                  <a:pt x="168584" y="61872"/>
                </a:lnTo>
                <a:lnTo>
                  <a:pt x="168387" y="54138"/>
                </a:lnTo>
                <a:lnTo>
                  <a:pt x="168189" y="46404"/>
                </a:lnTo>
                <a:lnTo>
                  <a:pt x="167997" y="38670"/>
                </a:lnTo>
                <a:lnTo>
                  <a:pt x="167822" y="30936"/>
                </a:lnTo>
                <a:lnTo>
                  <a:pt x="167674" y="23202"/>
                </a:lnTo>
                <a:lnTo>
                  <a:pt x="167560" y="15468"/>
                </a:lnTo>
                <a:lnTo>
                  <a:pt x="167489" y="7734"/>
                </a:lnTo>
                <a:lnTo>
                  <a:pt x="167465" y="0"/>
                </a:lnTo>
                <a:lnTo>
                  <a:pt x="171887" y="0"/>
                </a:lnTo>
                <a:lnTo>
                  <a:pt x="171887" y="0"/>
                </a:lnTo>
                <a:lnTo>
                  <a:pt x="171863" y="7734"/>
                </a:lnTo>
                <a:lnTo>
                  <a:pt x="171791" y="15468"/>
                </a:lnTo>
                <a:lnTo>
                  <a:pt x="171678" y="23202"/>
                </a:lnTo>
                <a:lnTo>
                  <a:pt x="171530" y="30936"/>
                </a:lnTo>
                <a:lnTo>
                  <a:pt x="171355" y="38670"/>
                </a:lnTo>
                <a:lnTo>
                  <a:pt x="171163" y="46404"/>
                </a:lnTo>
                <a:lnTo>
                  <a:pt x="170965" y="54138"/>
                </a:lnTo>
                <a:lnTo>
                  <a:pt x="170768" y="61872"/>
                </a:lnTo>
                <a:lnTo>
                  <a:pt x="170582" y="69606"/>
                </a:lnTo>
                <a:lnTo>
                  <a:pt x="170411" y="77340"/>
                </a:lnTo>
                <a:lnTo>
                  <a:pt x="170259" y="85074"/>
                </a:lnTo>
                <a:lnTo>
                  <a:pt x="170128" y="92808"/>
                </a:lnTo>
                <a:lnTo>
                  <a:pt x="170020" y="100542"/>
                </a:lnTo>
                <a:lnTo>
                  <a:pt x="169931" y="108276"/>
                </a:lnTo>
                <a:lnTo>
                  <a:pt x="169861" y="116010"/>
                </a:lnTo>
                <a:lnTo>
                  <a:pt x="169808" y="123744"/>
                </a:lnTo>
                <a:lnTo>
                  <a:pt x="169768" y="131478"/>
                </a:lnTo>
                <a:lnTo>
                  <a:pt x="169738" y="139212"/>
                </a:lnTo>
                <a:lnTo>
                  <a:pt x="169717" y="146946"/>
                </a:lnTo>
                <a:lnTo>
                  <a:pt x="169703" y="154680"/>
                </a:lnTo>
                <a:lnTo>
                  <a:pt x="169693" y="162414"/>
                </a:lnTo>
                <a:lnTo>
                  <a:pt x="169687" y="170148"/>
                </a:lnTo>
                <a:lnTo>
                  <a:pt x="169684" y="177882"/>
                </a:lnTo>
                <a:lnTo>
                  <a:pt x="169682" y="185616"/>
                </a:lnTo>
                <a:lnTo>
                  <a:pt x="169681" y="193350"/>
                </a:lnTo>
                <a:lnTo>
                  <a:pt x="169682" y="201084"/>
                </a:lnTo>
                <a:lnTo>
                  <a:pt x="169685" y="208818"/>
                </a:lnTo>
                <a:lnTo>
                  <a:pt x="169689" y="216552"/>
                </a:lnTo>
                <a:lnTo>
                  <a:pt x="169694" y="224286"/>
                </a:lnTo>
                <a:lnTo>
                  <a:pt x="169703" y="232020"/>
                </a:lnTo>
                <a:lnTo>
                  <a:pt x="169714" y="239754"/>
                </a:lnTo>
                <a:lnTo>
                  <a:pt x="169729" y="247487"/>
                </a:lnTo>
                <a:lnTo>
                  <a:pt x="169748" y="255221"/>
                </a:lnTo>
                <a:lnTo>
                  <a:pt x="169772" y="262955"/>
                </a:lnTo>
                <a:lnTo>
                  <a:pt x="169801" y="270689"/>
                </a:lnTo>
                <a:lnTo>
                  <a:pt x="169836" y="278423"/>
                </a:lnTo>
                <a:lnTo>
                  <a:pt x="169876" y="286157"/>
                </a:lnTo>
                <a:lnTo>
                  <a:pt x="169921" y="293891"/>
                </a:lnTo>
                <a:lnTo>
                  <a:pt x="169968" y="301625"/>
                </a:lnTo>
                <a:lnTo>
                  <a:pt x="170018" y="309359"/>
                </a:lnTo>
                <a:lnTo>
                  <a:pt x="170067" y="317093"/>
                </a:lnTo>
                <a:lnTo>
                  <a:pt x="170114" y="324827"/>
                </a:lnTo>
                <a:lnTo>
                  <a:pt x="170155" y="332561"/>
                </a:lnTo>
                <a:lnTo>
                  <a:pt x="170189" y="340295"/>
                </a:lnTo>
                <a:lnTo>
                  <a:pt x="170213" y="348029"/>
                </a:lnTo>
                <a:lnTo>
                  <a:pt x="170227" y="355763"/>
                </a:lnTo>
                <a:lnTo>
                  <a:pt x="170228" y="363497"/>
                </a:lnTo>
                <a:lnTo>
                  <a:pt x="170217" y="371231"/>
                </a:lnTo>
                <a:lnTo>
                  <a:pt x="170195" y="378965"/>
                </a:lnTo>
                <a:lnTo>
                  <a:pt x="170164" y="386699"/>
                </a:lnTo>
                <a:lnTo>
                  <a:pt x="170124" y="394433"/>
                </a:lnTo>
                <a:lnTo>
                  <a:pt x="170079" y="402167"/>
                </a:lnTo>
                <a:lnTo>
                  <a:pt x="170032" y="409901"/>
                </a:lnTo>
                <a:lnTo>
                  <a:pt x="169985" y="417635"/>
                </a:lnTo>
                <a:lnTo>
                  <a:pt x="169940" y="425369"/>
                </a:lnTo>
                <a:lnTo>
                  <a:pt x="169900" y="433103"/>
                </a:lnTo>
                <a:lnTo>
                  <a:pt x="169866" y="440837"/>
                </a:lnTo>
                <a:lnTo>
                  <a:pt x="169840" y="448571"/>
                </a:lnTo>
                <a:lnTo>
                  <a:pt x="169822" y="456305"/>
                </a:lnTo>
                <a:lnTo>
                  <a:pt x="169814" y="464039"/>
                </a:lnTo>
                <a:lnTo>
                  <a:pt x="169816" y="471773"/>
                </a:lnTo>
                <a:lnTo>
                  <a:pt x="169826" y="479507"/>
                </a:lnTo>
                <a:lnTo>
                  <a:pt x="169847" y="487241"/>
                </a:lnTo>
                <a:lnTo>
                  <a:pt x="169875" y="494975"/>
                </a:lnTo>
                <a:lnTo>
                  <a:pt x="169911" y="502709"/>
                </a:lnTo>
                <a:lnTo>
                  <a:pt x="169953" y="510443"/>
                </a:lnTo>
                <a:lnTo>
                  <a:pt x="169998" y="518177"/>
                </a:lnTo>
                <a:lnTo>
                  <a:pt x="170046" y="525911"/>
                </a:lnTo>
                <a:lnTo>
                  <a:pt x="170093" y="533645"/>
                </a:lnTo>
                <a:lnTo>
                  <a:pt x="170136" y="541379"/>
                </a:lnTo>
                <a:lnTo>
                  <a:pt x="170174" y="549113"/>
                </a:lnTo>
                <a:lnTo>
                  <a:pt x="170203" y="556847"/>
                </a:lnTo>
                <a:lnTo>
                  <a:pt x="170221" y="564581"/>
                </a:lnTo>
                <a:lnTo>
                  <a:pt x="170229" y="572315"/>
                </a:lnTo>
                <a:lnTo>
                  <a:pt x="170224" y="580049"/>
                </a:lnTo>
                <a:lnTo>
                  <a:pt x="170207" y="587783"/>
                </a:lnTo>
                <a:lnTo>
                  <a:pt x="170180" y="595517"/>
                </a:lnTo>
                <a:lnTo>
                  <a:pt x="170144" y="603251"/>
                </a:lnTo>
                <a:lnTo>
                  <a:pt x="170100" y="610985"/>
                </a:lnTo>
                <a:lnTo>
                  <a:pt x="170053" y="618719"/>
                </a:lnTo>
                <a:lnTo>
                  <a:pt x="170003" y="626453"/>
                </a:lnTo>
                <a:lnTo>
                  <a:pt x="169954" y="634187"/>
                </a:lnTo>
                <a:lnTo>
                  <a:pt x="169907" y="641921"/>
                </a:lnTo>
                <a:lnTo>
                  <a:pt x="169865" y="649655"/>
                </a:lnTo>
                <a:lnTo>
                  <a:pt x="169826" y="657389"/>
                </a:lnTo>
                <a:lnTo>
                  <a:pt x="169794" y="665123"/>
                </a:lnTo>
                <a:lnTo>
                  <a:pt x="169767" y="672857"/>
                </a:lnTo>
                <a:lnTo>
                  <a:pt x="169747" y="680591"/>
                </a:lnTo>
                <a:lnTo>
                  <a:pt x="169731" y="688325"/>
                </a:lnTo>
                <a:lnTo>
                  <a:pt x="169721" y="696059"/>
                </a:lnTo>
                <a:lnTo>
                  <a:pt x="169717" y="703793"/>
                </a:lnTo>
                <a:lnTo>
                  <a:pt x="169717" y="711527"/>
                </a:lnTo>
                <a:lnTo>
                  <a:pt x="169722" y="719261"/>
                </a:lnTo>
                <a:lnTo>
                  <a:pt x="169733" y="726994"/>
                </a:lnTo>
                <a:lnTo>
                  <a:pt x="169748" y="734728"/>
                </a:lnTo>
                <a:lnTo>
                  <a:pt x="169770" y="742462"/>
                </a:lnTo>
                <a:lnTo>
                  <a:pt x="169797" y="750196"/>
                </a:lnTo>
                <a:lnTo>
                  <a:pt x="169830" y="757930"/>
                </a:lnTo>
                <a:lnTo>
                  <a:pt x="169869" y="765664"/>
                </a:lnTo>
                <a:lnTo>
                  <a:pt x="169913" y="773398"/>
                </a:lnTo>
                <a:lnTo>
                  <a:pt x="169961" y="781132"/>
                </a:lnTo>
                <a:lnTo>
                  <a:pt x="170011" y="788866"/>
                </a:lnTo>
                <a:lnTo>
                  <a:pt x="170063" y="796600"/>
                </a:lnTo>
                <a:lnTo>
                  <a:pt x="170114" y="804334"/>
                </a:lnTo>
                <a:lnTo>
                  <a:pt x="170162" y="812068"/>
                </a:lnTo>
                <a:lnTo>
                  <a:pt x="170205" y="819802"/>
                </a:lnTo>
                <a:lnTo>
                  <a:pt x="170243" y="827536"/>
                </a:lnTo>
                <a:lnTo>
                  <a:pt x="170276" y="835270"/>
                </a:lnTo>
                <a:lnTo>
                  <a:pt x="170303" y="843004"/>
                </a:lnTo>
                <a:lnTo>
                  <a:pt x="170327" y="850738"/>
                </a:lnTo>
                <a:lnTo>
                  <a:pt x="170351" y="858472"/>
                </a:lnTo>
                <a:lnTo>
                  <a:pt x="170378" y="866206"/>
                </a:lnTo>
                <a:lnTo>
                  <a:pt x="170412" y="873940"/>
                </a:lnTo>
                <a:lnTo>
                  <a:pt x="170458" y="881674"/>
                </a:lnTo>
                <a:lnTo>
                  <a:pt x="170521" y="889408"/>
                </a:lnTo>
                <a:lnTo>
                  <a:pt x="170603" y="897142"/>
                </a:lnTo>
                <a:lnTo>
                  <a:pt x="170708" y="904876"/>
                </a:lnTo>
                <a:lnTo>
                  <a:pt x="170835" y="912610"/>
                </a:lnTo>
                <a:lnTo>
                  <a:pt x="170985" y="920344"/>
                </a:lnTo>
                <a:lnTo>
                  <a:pt x="171155" y="928078"/>
                </a:lnTo>
                <a:lnTo>
                  <a:pt x="171341" y="935812"/>
                </a:lnTo>
                <a:lnTo>
                  <a:pt x="171538" y="943546"/>
                </a:lnTo>
                <a:lnTo>
                  <a:pt x="171741" y="951280"/>
                </a:lnTo>
                <a:lnTo>
                  <a:pt x="171944" y="959014"/>
                </a:lnTo>
                <a:lnTo>
                  <a:pt x="172141" y="966748"/>
                </a:lnTo>
                <a:lnTo>
                  <a:pt x="172328" y="974482"/>
                </a:lnTo>
                <a:lnTo>
                  <a:pt x="172504" y="982216"/>
                </a:lnTo>
                <a:lnTo>
                  <a:pt x="172667" y="989950"/>
                </a:lnTo>
                <a:lnTo>
                  <a:pt x="172818" y="997684"/>
                </a:lnTo>
                <a:lnTo>
                  <a:pt x="172962" y="1005418"/>
                </a:lnTo>
                <a:lnTo>
                  <a:pt x="173105" y="1013152"/>
                </a:lnTo>
                <a:lnTo>
                  <a:pt x="173257" y="1020886"/>
                </a:lnTo>
                <a:lnTo>
                  <a:pt x="173430" y="1028620"/>
                </a:lnTo>
                <a:lnTo>
                  <a:pt x="173642" y="1036354"/>
                </a:lnTo>
                <a:lnTo>
                  <a:pt x="173913" y="1044088"/>
                </a:lnTo>
                <a:lnTo>
                  <a:pt x="174271" y="1051822"/>
                </a:lnTo>
                <a:lnTo>
                  <a:pt x="174753" y="1059556"/>
                </a:lnTo>
                <a:lnTo>
                  <a:pt x="175406" y="1067290"/>
                </a:lnTo>
                <a:lnTo>
                  <a:pt x="176291" y="1075024"/>
                </a:lnTo>
                <a:lnTo>
                  <a:pt x="177487" y="1082758"/>
                </a:lnTo>
                <a:lnTo>
                  <a:pt x="179089" y="1090492"/>
                </a:lnTo>
                <a:lnTo>
                  <a:pt x="181218" y="1098226"/>
                </a:lnTo>
                <a:lnTo>
                  <a:pt x="184013" y="1105960"/>
                </a:lnTo>
                <a:lnTo>
                  <a:pt x="187630" y="1113694"/>
                </a:lnTo>
                <a:lnTo>
                  <a:pt x="192237" y="1121428"/>
                </a:lnTo>
                <a:lnTo>
                  <a:pt x="197998" y="1129162"/>
                </a:lnTo>
                <a:lnTo>
                  <a:pt x="205058" y="1136896"/>
                </a:lnTo>
                <a:lnTo>
                  <a:pt x="213522" y="1144630"/>
                </a:lnTo>
                <a:lnTo>
                  <a:pt x="223430" y="1152364"/>
                </a:lnTo>
                <a:lnTo>
                  <a:pt x="234733" y="1160098"/>
                </a:lnTo>
                <a:lnTo>
                  <a:pt x="247272" y="1167832"/>
                </a:lnTo>
                <a:lnTo>
                  <a:pt x="260764" y="1175566"/>
                </a:lnTo>
                <a:lnTo>
                  <a:pt x="274801" y="1183300"/>
                </a:lnTo>
                <a:lnTo>
                  <a:pt x="288860" y="1191034"/>
                </a:lnTo>
                <a:lnTo>
                  <a:pt x="302332" y="1198768"/>
                </a:lnTo>
                <a:lnTo>
                  <a:pt x="314562" y="1206502"/>
                </a:lnTo>
                <a:lnTo>
                  <a:pt x="324900" y="1214235"/>
                </a:lnTo>
                <a:lnTo>
                  <a:pt x="332761" y="1221969"/>
                </a:lnTo>
                <a:lnTo>
                  <a:pt x="337678" y="1229703"/>
                </a:lnTo>
                <a:lnTo>
                  <a:pt x="339352" y="1237437"/>
                </a:lnTo>
                <a:lnTo>
                  <a:pt x="339352" y="1237437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514" name="Stage1_sixpanel_7685">
            <a:extLst>
              <a:ext uri="{FF2B5EF4-FFF2-40B4-BE49-F238E27FC236}">
                <a16:creationId xmlns:a16="http://schemas.microsoft.com/office/drawing/2014/main" id="{A079F116-6717-4751-8661-20C9D8A4EB0C}"/>
              </a:ext>
            </a:extLst>
          </p:cNvPr>
          <p:cNvSpPr>
            <a:spLocks noGrp="1"/>
          </p:cNvSpPr>
          <p:nvPr/>
        </p:nvSpPr>
        <p:spPr>
          <a:xfrm>
            <a:off x="266095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5" name="Stage1_sixpanel_7686">
            <a:extLst>
              <a:ext uri="{FF2B5EF4-FFF2-40B4-BE49-F238E27FC236}">
                <a16:creationId xmlns:a16="http://schemas.microsoft.com/office/drawing/2014/main" id="{8158B950-2573-4204-8C63-69BE1AB8C93B}"/>
              </a:ext>
            </a:extLst>
          </p:cNvPr>
          <p:cNvSpPr>
            <a:spLocks noGrp="1"/>
          </p:cNvSpPr>
          <p:nvPr/>
        </p:nvSpPr>
        <p:spPr>
          <a:xfrm>
            <a:off x="270955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6" name="Stage1_sixpanel_7687">
            <a:extLst>
              <a:ext uri="{FF2B5EF4-FFF2-40B4-BE49-F238E27FC236}">
                <a16:creationId xmlns:a16="http://schemas.microsoft.com/office/drawing/2014/main" id="{D12C7341-8274-44E5-8D99-53B2BA77D854}"/>
              </a:ext>
            </a:extLst>
          </p:cNvPr>
          <p:cNvSpPr>
            <a:spLocks noGrp="1"/>
          </p:cNvSpPr>
          <p:nvPr/>
        </p:nvSpPr>
        <p:spPr>
          <a:xfrm>
            <a:off x="2665146" y="807567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7" name="Stage1_sixpanel_7688">
            <a:extLst>
              <a:ext uri="{FF2B5EF4-FFF2-40B4-BE49-F238E27FC236}">
                <a16:creationId xmlns:a16="http://schemas.microsoft.com/office/drawing/2014/main" id="{F6A00D2B-19AF-4568-9026-B9568C2F3B0B}"/>
              </a:ext>
            </a:extLst>
          </p:cNvPr>
          <p:cNvSpPr>
            <a:spLocks noGrp="1"/>
          </p:cNvSpPr>
          <p:nvPr/>
        </p:nvSpPr>
        <p:spPr>
          <a:xfrm>
            <a:off x="268654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8" name="Stage1_sixpanel_7689">
            <a:extLst>
              <a:ext uri="{FF2B5EF4-FFF2-40B4-BE49-F238E27FC236}">
                <a16:creationId xmlns:a16="http://schemas.microsoft.com/office/drawing/2014/main" id="{F7EC56BB-A567-450F-B996-9C79F76C2BF4}"/>
              </a:ext>
            </a:extLst>
          </p:cNvPr>
          <p:cNvSpPr>
            <a:spLocks noGrp="1"/>
          </p:cNvSpPr>
          <p:nvPr/>
        </p:nvSpPr>
        <p:spPr>
          <a:xfrm>
            <a:off x="2626453" y="804221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9" name="Stage1_sixpanel_7690">
            <a:extLst>
              <a:ext uri="{FF2B5EF4-FFF2-40B4-BE49-F238E27FC236}">
                <a16:creationId xmlns:a16="http://schemas.microsoft.com/office/drawing/2014/main" id="{8561AE8F-E3A6-43E0-9932-E6B2A20D54F3}"/>
              </a:ext>
            </a:extLst>
          </p:cNvPr>
          <p:cNvSpPr>
            <a:spLocks noGrp="1"/>
          </p:cNvSpPr>
          <p:nvPr/>
        </p:nvSpPr>
        <p:spPr>
          <a:xfrm>
            <a:off x="270411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0" name="Stage1_sixpanel_7691">
            <a:extLst>
              <a:ext uri="{FF2B5EF4-FFF2-40B4-BE49-F238E27FC236}">
                <a16:creationId xmlns:a16="http://schemas.microsoft.com/office/drawing/2014/main" id="{7F44BE85-2F24-4403-8643-121D8F4A1990}"/>
              </a:ext>
            </a:extLst>
          </p:cNvPr>
          <p:cNvSpPr>
            <a:spLocks noGrp="1"/>
          </p:cNvSpPr>
          <p:nvPr/>
        </p:nvSpPr>
        <p:spPr>
          <a:xfrm>
            <a:off x="271274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1" name="Stage1_sixpanel_7692">
            <a:extLst>
              <a:ext uri="{FF2B5EF4-FFF2-40B4-BE49-F238E27FC236}">
                <a16:creationId xmlns:a16="http://schemas.microsoft.com/office/drawing/2014/main" id="{ED15D5E8-3809-48DF-81AB-77A8FA775BA6}"/>
              </a:ext>
            </a:extLst>
          </p:cNvPr>
          <p:cNvSpPr>
            <a:spLocks noGrp="1"/>
          </p:cNvSpPr>
          <p:nvPr/>
        </p:nvSpPr>
        <p:spPr>
          <a:xfrm>
            <a:off x="2754032" y="806736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2" name="Stage1_sixpanel_7693">
            <a:extLst>
              <a:ext uri="{FF2B5EF4-FFF2-40B4-BE49-F238E27FC236}">
                <a16:creationId xmlns:a16="http://schemas.microsoft.com/office/drawing/2014/main" id="{726A4587-EA22-408E-980B-2A0BC5EB5E44}"/>
              </a:ext>
            </a:extLst>
          </p:cNvPr>
          <p:cNvSpPr>
            <a:spLocks noGrp="1"/>
          </p:cNvSpPr>
          <p:nvPr/>
        </p:nvSpPr>
        <p:spPr>
          <a:xfrm>
            <a:off x="263464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3" name="Stage1_sixpanel_7694">
            <a:extLst>
              <a:ext uri="{FF2B5EF4-FFF2-40B4-BE49-F238E27FC236}">
                <a16:creationId xmlns:a16="http://schemas.microsoft.com/office/drawing/2014/main" id="{E835D1B1-FA45-4EB4-A6E6-AD99E07EDFD8}"/>
              </a:ext>
            </a:extLst>
          </p:cNvPr>
          <p:cNvSpPr>
            <a:spLocks noGrp="1"/>
          </p:cNvSpPr>
          <p:nvPr/>
        </p:nvSpPr>
        <p:spPr>
          <a:xfrm>
            <a:off x="2748206" y="807581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4" name="Stage1_sixpanel_7695">
            <a:extLst>
              <a:ext uri="{FF2B5EF4-FFF2-40B4-BE49-F238E27FC236}">
                <a16:creationId xmlns:a16="http://schemas.microsoft.com/office/drawing/2014/main" id="{B87A099B-EEAA-46BD-9908-374BF6845574}"/>
              </a:ext>
            </a:extLst>
          </p:cNvPr>
          <p:cNvSpPr>
            <a:spLocks noGrp="1"/>
          </p:cNvSpPr>
          <p:nvPr/>
        </p:nvSpPr>
        <p:spPr>
          <a:xfrm>
            <a:off x="2822368" y="741847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5" name="Stage1_sixpanel_7696">
            <a:extLst>
              <a:ext uri="{FF2B5EF4-FFF2-40B4-BE49-F238E27FC236}">
                <a16:creationId xmlns:a16="http://schemas.microsoft.com/office/drawing/2014/main" id="{5996E611-5FD1-49C3-A016-A5BFBA86ADEE}"/>
              </a:ext>
            </a:extLst>
          </p:cNvPr>
          <p:cNvSpPr>
            <a:spLocks noGrp="1"/>
          </p:cNvSpPr>
          <p:nvPr/>
        </p:nvSpPr>
        <p:spPr>
          <a:xfrm>
            <a:off x="2799270" y="791996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6" name="Stage1_sixpanel_7697">
            <a:extLst>
              <a:ext uri="{FF2B5EF4-FFF2-40B4-BE49-F238E27FC236}">
                <a16:creationId xmlns:a16="http://schemas.microsoft.com/office/drawing/2014/main" id="{8CFAC96C-4386-430D-80B2-9CE3A58D47CF}"/>
              </a:ext>
            </a:extLst>
          </p:cNvPr>
          <p:cNvSpPr>
            <a:spLocks noGrp="1"/>
          </p:cNvSpPr>
          <p:nvPr/>
        </p:nvSpPr>
        <p:spPr>
          <a:xfrm>
            <a:off x="2727671" y="807393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7" name="Stage1_sixpanel_7698">
            <a:extLst>
              <a:ext uri="{FF2B5EF4-FFF2-40B4-BE49-F238E27FC236}">
                <a16:creationId xmlns:a16="http://schemas.microsoft.com/office/drawing/2014/main" id="{58596774-141B-4F5E-9AC2-0B7491D41579}"/>
              </a:ext>
            </a:extLst>
          </p:cNvPr>
          <p:cNvSpPr>
            <a:spLocks noGrp="1"/>
          </p:cNvSpPr>
          <p:nvPr/>
        </p:nvSpPr>
        <p:spPr>
          <a:xfrm>
            <a:off x="268470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8" name="Stage1_sixpanel_7699">
            <a:extLst>
              <a:ext uri="{FF2B5EF4-FFF2-40B4-BE49-F238E27FC236}">
                <a16:creationId xmlns:a16="http://schemas.microsoft.com/office/drawing/2014/main" id="{6E3F92C9-9373-4536-ABE7-3B3E8935EB87}"/>
              </a:ext>
            </a:extLst>
          </p:cNvPr>
          <p:cNvSpPr>
            <a:spLocks noGrp="1"/>
          </p:cNvSpPr>
          <p:nvPr/>
        </p:nvSpPr>
        <p:spPr>
          <a:xfrm>
            <a:off x="2822458" y="785779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9" name="Stage1_sixpanel_7700">
            <a:extLst>
              <a:ext uri="{FF2B5EF4-FFF2-40B4-BE49-F238E27FC236}">
                <a16:creationId xmlns:a16="http://schemas.microsoft.com/office/drawing/2014/main" id="{ACE85814-A5A6-43BB-AEBB-BD7E7CAB5542}"/>
              </a:ext>
            </a:extLst>
          </p:cNvPr>
          <p:cNvSpPr>
            <a:spLocks noGrp="1"/>
          </p:cNvSpPr>
          <p:nvPr/>
        </p:nvSpPr>
        <p:spPr>
          <a:xfrm>
            <a:off x="2803329" y="806831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0" name="Stage1_sixpanel_7701">
            <a:extLst>
              <a:ext uri="{FF2B5EF4-FFF2-40B4-BE49-F238E27FC236}">
                <a16:creationId xmlns:a16="http://schemas.microsoft.com/office/drawing/2014/main" id="{613A2E39-77E6-4EC9-BC00-2BD2F5B397F7}"/>
              </a:ext>
            </a:extLst>
          </p:cNvPr>
          <p:cNvSpPr>
            <a:spLocks noGrp="1"/>
          </p:cNvSpPr>
          <p:nvPr/>
        </p:nvSpPr>
        <p:spPr>
          <a:xfrm>
            <a:off x="278630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1" name="Stage1_sixpanel_7702">
            <a:extLst>
              <a:ext uri="{FF2B5EF4-FFF2-40B4-BE49-F238E27FC236}">
                <a16:creationId xmlns:a16="http://schemas.microsoft.com/office/drawing/2014/main" id="{E9C85426-DC09-48B8-8977-B9C86329BAAB}"/>
              </a:ext>
            </a:extLst>
          </p:cNvPr>
          <p:cNvSpPr>
            <a:spLocks noGrp="1"/>
          </p:cNvSpPr>
          <p:nvPr/>
        </p:nvSpPr>
        <p:spPr>
          <a:xfrm>
            <a:off x="2697406" y="795904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2" name="Stage1_sixpanel_7703">
            <a:extLst>
              <a:ext uri="{FF2B5EF4-FFF2-40B4-BE49-F238E27FC236}">
                <a16:creationId xmlns:a16="http://schemas.microsoft.com/office/drawing/2014/main" id="{15C00155-DDEC-4B44-9A55-E6ABA358AAFA}"/>
              </a:ext>
            </a:extLst>
          </p:cNvPr>
          <p:cNvSpPr>
            <a:spLocks noGrp="1"/>
          </p:cNvSpPr>
          <p:nvPr/>
        </p:nvSpPr>
        <p:spPr>
          <a:xfrm>
            <a:off x="2788527" y="804934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3" name="Stage1_sixpanel_7704">
            <a:extLst>
              <a:ext uri="{FF2B5EF4-FFF2-40B4-BE49-F238E27FC236}">
                <a16:creationId xmlns:a16="http://schemas.microsoft.com/office/drawing/2014/main" id="{F294B48C-C0D6-4BE8-AAC9-6495308DDEBA}"/>
              </a:ext>
            </a:extLst>
          </p:cNvPr>
          <p:cNvSpPr>
            <a:spLocks noGrp="1"/>
          </p:cNvSpPr>
          <p:nvPr/>
        </p:nvSpPr>
        <p:spPr>
          <a:xfrm>
            <a:off x="2740490" y="806714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4" name="Stage1_sixpanel_7705">
            <a:extLst>
              <a:ext uri="{FF2B5EF4-FFF2-40B4-BE49-F238E27FC236}">
                <a16:creationId xmlns:a16="http://schemas.microsoft.com/office/drawing/2014/main" id="{EED35085-FB45-4245-98BB-AC88660D7DF1}"/>
              </a:ext>
            </a:extLst>
          </p:cNvPr>
          <p:cNvSpPr>
            <a:spLocks noGrp="1"/>
          </p:cNvSpPr>
          <p:nvPr/>
        </p:nvSpPr>
        <p:spPr>
          <a:xfrm>
            <a:off x="2765358" y="80763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5" name="Stage1_sixpanel_7706">
            <a:extLst>
              <a:ext uri="{FF2B5EF4-FFF2-40B4-BE49-F238E27FC236}">
                <a16:creationId xmlns:a16="http://schemas.microsoft.com/office/drawing/2014/main" id="{BEAC45D5-51BE-4692-B6E1-454E48786C05}"/>
              </a:ext>
            </a:extLst>
          </p:cNvPr>
          <p:cNvSpPr>
            <a:spLocks noGrp="1"/>
          </p:cNvSpPr>
          <p:nvPr/>
        </p:nvSpPr>
        <p:spPr>
          <a:xfrm>
            <a:off x="280363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6" name="Stage1_sixpanel_7707">
            <a:extLst>
              <a:ext uri="{FF2B5EF4-FFF2-40B4-BE49-F238E27FC236}">
                <a16:creationId xmlns:a16="http://schemas.microsoft.com/office/drawing/2014/main" id="{F42466DE-AF2D-4844-9D25-D86F907C25C8}"/>
              </a:ext>
            </a:extLst>
          </p:cNvPr>
          <p:cNvSpPr>
            <a:spLocks noGrp="1"/>
          </p:cNvSpPr>
          <p:nvPr/>
        </p:nvSpPr>
        <p:spPr>
          <a:xfrm>
            <a:off x="2674123" y="789240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7" name="Stage1_sixpanel_7708">
            <a:extLst>
              <a:ext uri="{FF2B5EF4-FFF2-40B4-BE49-F238E27FC236}">
                <a16:creationId xmlns:a16="http://schemas.microsoft.com/office/drawing/2014/main" id="{4308BE15-F0B9-405E-85A2-44D573CE85FA}"/>
              </a:ext>
            </a:extLst>
          </p:cNvPr>
          <p:cNvSpPr>
            <a:spLocks noGrp="1"/>
          </p:cNvSpPr>
          <p:nvPr/>
        </p:nvSpPr>
        <p:spPr>
          <a:xfrm>
            <a:off x="2684473" y="781377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8" name="Stage1_sixpanel_7709">
            <a:extLst>
              <a:ext uri="{FF2B5EF4-FFF2-40B4-BE49-F238E27FC236}">
                <a16:creationId xmlns:a16="http://schemas.microsoft.com/office/drawing/2014/main" id="{4D6462F9-1139-4750-B754-32D090F73357}"/>
              </a:ext>
            </a:extLst>
          </p:cNvPr>
          <p:cNvSpPr>
            <a:spLocks noGrp="1"/>
          </p:cNvSpPr>
          <p:nvPr/>
        </p:nvSpPr>
        <p:spPr>
          <a:xfrm>
            <a:off x="283349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9" name="Stage1_sixpanel_7710">
            <a:extLst>
              <a:ext uri="{FF2B5EF4-FFF2-40B4-BE49-F238E27FC236}">
                <a16:creationId xmlns:a16="http://schemas.microsoft.com/office/drawing/2014/main" id="{1EC06162-6855-4CF7-AE02-66F013705FF9}"/>
              </a:ext>
            </a:extLst>
          </p:cNvPr>
          <p:cNvSpPr>
            <a:spLocks noGrp="1"/>
          </p:cNvSpPr>
          <p:nvPr/>
        </p:nvSpPr>
        <p:spPr>
          <a:xfrm>
            <a:off x="269103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0" name="Stage1_sixpanel_7711">
            <a:extLst>
              <a:ext uri="{FF2B5EF4-FFF2-40B4-BE49-F238E27FC236}">
                <a16:creationId xmlns:a16="http://schemas.microsoft.com/office/drawing/2014/main" id="{6A548EC3-F918-4989-BEE4-59220E31A98B}"/>
              </a:ext>
            </a:extLst>
          </p:cNvPr>
          <p:cNvSpPr>
            <a:spLocks noGrp="1"/>
          </p:cNvSpPr>
          <p:nvPr/>
        </p:nvSpPr>
        <p:spPr>
          <a:xfrm>
            <a:off x="2707881" y="807381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1" name="Stage1_sixpanel_7712">
            <a:extLst>
              <a:ext uri="{FF2B5EF4-FFF2-40B4-BE49-F238E27FC236}">
                <a16:creationId xmlns:a16="http://schemas.microsoft.com/office/drawing/2014/main" id="{F8EFA3F0-2F3D-4B54-B31D-87E0C94E417A}"/>
              </a:ext>
            </a:extLst>
          </p:cNvPr>
          <p:cNvSpPr>
            <a:spLocks noGrp="1"/>
          </p:cNvSpPr>
          <p:nvPr/>
        </p:nvSpPr>
        <p:spPr>
          <a:xfrm>
            <a:off x="272939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2" name="Stage1_sixpanel_7713">
            <a:extLst>
              <a:ext uri="{FF2B5EF4-FFF2-40B4-BE49-F238E27FC236}">
                <a16:creationId xmlns:a16="http://schemas.microsoft.com/office/drawing/2014/main" id="{1DA45887-67AD-4EC6-A250-F8C650B90C96}"/>
              </a:ext>
            </a:extLst>
          </p:cNvPr>
          <p:cNvSpPr>
            <a:spLocks noGrp="1"/>
          </p:cNvSpPr>
          <p:nvPr/>
        </p:nvSpPr>
        <p:spPr>
          <a:xfrm>
            <a:off x="2639958" y="80769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3" name="Stage1_sixpanel_7714">
            <a:extLst>
              <a:ext uri="{FF2B5EF4-FFF2-40B4-BE49-F238E27FC236}">
                <a16:creationId xmlns:a16="http://schemas.microsoft.com/office/drawing/2014/main" id="{77B4C260-678E-4E93-B963-1B1ECD51102F}"/>
              </a:ext>
            </a:extLst>
          </p:cNvPr>
          <p:cNvSpPr>
            <a:spLocks noGrp="1"/>
          </p:cNvSpPr>
          <p:nvPr/>
        </p:nvSpPr>
        <p:spPr>
          <a:xfrm>
            <a:off x="2799399" y="800544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4" name="Stage1_sixpanel_7715">
            <a:extLst>
              <a:ext uri="{FF2B5EF4-FFF2-40B4-BE49-F238E27FC236}">
                <a16:creationId xmlns:a16="http://schemas.microsoft.com/office/drawing/2014/main" id="{7F509935-EBEB-460C-9A05-288E05403D63}"/>
              </a:ext>
            </a:extLst>
          </p:cNvPr>
          <p:cNvSpPr>
            <a:spLocks noGrp="1"/>
          </p:cNvSpPr>
          <p:nvPr/>
        </p:nvSpPr>
        <p:spPr>
          <a:xfrm>
            <a:off x="282052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5" name="Stage1_sixpanel_7716">
            <a:extLst>
              <a:ext uri="{FF2B5EF4-FFF2-40B4-BE49-F238E27FC236}">
                <a16:creationId xmlns:a16="http://schemas.microsoft.com/office/drawing/2014/main" id="{C81CA760-68AF-4A17-A56E-546D26455F3C}"/>
              </a:ext>
            </a:extLst>
          </p:cNvPr>
          <p:cNvSpPr>
            <a:spLocks noGrp="1"/>
          </p:cNvSpPr>
          <p:nvPr/>
        </p:nvSpPr>
        <p:spPr>
          <a:xfrm>
            <a:off x="2637276" y="803519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6" name="Stage1_sixpanel_7717">
            <a:extLst>
              <a:ext uri="{FF2B5EF4-FFF2-40B4-BE49-F238E27FC236}">
                <a16:creationId xmlns:a16="http://schemas.microsoft.com/office/drawing/2014/main" id="{CF169253-4B35-4109-A8A9-0B922371D115}"/>
              </a:ext>
            </a:extLst>
          </p:cNvPr>
          <p:cNvSpPr>
            <a:spLocks noGrp="1"/>
          </p:cNvSpPr>
          <p:nvPr/>
        </p:nvSpPr>
        <p:spPr>
          <a:xfrm>
            <a:off x="27338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7" name="Stage1_sixpanel_7718">
            <a:extLst>
              <a:ext uri="{FF2B5EF4-FFF2-40B4-BE49-F238E27FC236}">
                <a16:creationId xmlns:a16="http://schemas.microsoft.com/office/drawing/2014/main" id="{F7465894-1972-410D-AB1B-01A181F89D75}"/>
              </a:ext>
            </a:extLst>
          </p:cNvPr>
          <p:cNvSpPr>
            <a:spLocks noGrp="1"/>
          </p:cNvSpPr>
          <p:nvPr/>
        </p:nvSpPr>
        <p:spPr>
          <a:xfrm>
            <a:off x="2780318" y="808217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8" name="Stage1_sixpanel_7719">
            <a:extLst>
              <a:ext uri="{FF2B5EF4-FFF2-40B4-BE49-F238E27FC236}">
                <a16:creationId xmlns:a16="http://schemas.microsoft.com/office/drawing/2014/main" id="{9C782107-950A-493A-966A-9A26DACAFD51}"/>
              </a:ext>
            </a:extLst>
          </p:cNvPr>
          <p:cNvSpPr>
            <a:spLocks noGrp="1"/>
          </p:cNvSpPr>
          <p:nvPr/>
        </p:nvSpPr>
        <p:spPr>
          <a:xfrm>
            <a:off x="280670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9" name="Stage1_sixpanel_7720">
            <a:extLst>
              <a:ext uri="{FF2B5EF4-FFF2-40B4-BE49-F238E27FC236}">
                <a16:creationId xmlns:a16="http://schemas.microsoft.com/office/drawing/2014/main" id="{13EA92B0-6331-4871-B958-9E81728AB76B}"/>
              </a:ext>
            </a:extLst>
          </p:cNvPr>
          <p:cNvSpPr>
            <a:spLocks noGrp="1"/>
          </p:cNvSpPr>
          <p:nvPr/>
        </p:nvSpPr>
        <p:spPr>
          <a:xfrm>
            <a:off x="271974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0" name="Stage1_sixpanel_7721">
            <a:extLst>
              <a:ext uri="{FF2B5EF4-FFF2-40B4-BE49-F238E27FC236}">
                <a16:creationId xmlns:a16="http://schemas.microsoft.com/office/drawing/2014/main" id="{8FB095A4-A366-4A9D-A2D4-CBDD7716A942}"/>
              </a:ext>
            </a:extLst>
          </p:cNvPr>
          <p:cNvSpPr>
            <a:spLocks noGrp="1"/>
          </p:cNvSpPr>
          <p:nvPr/>
        </p:nvSpPr>
        <p:spPr>
          <a:xfrm>
            <a:off x="283517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1" name="Stage1_sixpanel_7722">
            <a:extLst>
              <a:ext uri="{FF2B5EF4-FFF2-40B4-BE49-F238E27FC236}">
                <a16:creationId xmlns:a16="http://schemas.microsoft.com/office/drawing/2014/main" id="{381DC2BB-1AFA-4DA3-9B13-428EDC83BA5C}"/>
              </a:ext>
            </a:extLst>
          </p:cNvPr>
          <p:cNvSpPr>
            <a:spLocks noGrp="1"/>
          </p:cNvSpPr>
          <p:nvPr/>
        </p:nvSpPr>
        <p:spPr>
          <a:xfrm>
            <a:off x="2635889" y="807999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2" name="Stage1_sixpanel_7723">
            <a:extLst>
              <a:ext uri="{FF2B5EF4-FFF2-40B4-BE49-F238E27FC236}">
                <a16:creationId xmlns:a16="http://schemas.microsoft.com/office/drawing/2014/main" id="{DE72D713-CB25-407A-8B39-8EE50374B647}"/>
              </a:ext>
            </a:extLst>
          </p:cNvPr>
          <p:cNvSpPr>
            <a:spLocks noGrp="1"/>
          </p:cNvSpPr>
          <p:nvPr/>
        </p:nvSpPr>
        <p:spPr>
          <a:xfrm>
            <a:off x="272083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3" name="Stage1_sixpanel_7724">
            <a:extLst>
              <a:ext uri="{FF2B5EF4-FFF2-40B4-BE49-F238E27FC236}">
                <a16:creationId xmlns:a16="http://schemas.microsoft.com/office/drawing/2014/main" id="{D69054E4-60AC-4BDF-A001-4380BA59F2D9}"/>
              </a:ext>
            </a:extLst>
          </p:cNvPr>
          <p:cNvSpPr>
            <a:spLocks noGrp="1"/>
          </p:cNvSpPr>
          <p:nvPr/>
        </p:nvSpPr>
        <p:spPr>
          <a:xfrm>
            <a:off x="2770904" y="805913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4" name="Stage1_sixpanel_7725">
            <a:extLst>
              <a:ext uri="{FF2B5EF4-FFF2-40B4-BE49-F238E27FC236}">
                <a16:creationId xmlns:a16="http://schemas.microsoft.com/office/drawing/2014/main" id="{02EABAC1-7AC9-4A9C-9899-E06CF81DB9E3}"/>
              </a:ext>
            </a:extLst>
          </p:cNvPr>
          <p:cNvSpPr>
            <a:spLocks noGrp="1"/>
          </p:cNvSpPr>
          <p:nvPr/>
        </p:nvSpPr>
        <p:spPr>
          <a:xfrm>
            <a:off x="267658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5" name="Stage1_sixpanel_7726">
            <a:extLst>
              <a:ext uri="{FF2B5EF4-FFF2-40B4-BE49-F238E27FC236}">
                <a16:creationId xmlns:a16="http://schemas.microsoft.com/office/drawing/2014/main" id="{0ACAA5CE-0B39-41C1-B127-165F55767E3B}"/>
              </a:ext>
            </a:extLst>
          </p:cNvPr>
          <p:cNvSpPr>
            <a:spLocks noGrp="1"/>
          </p:cNvSpPr>
          <p:nvPr/>
        </p:nvSpPr>
        <p:spPr>
          <a:xfrm>
            <a:off x="272815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6" name="Stage1_sixpanel_7727">
            <a:extLst>
              <a:ext uri="{FF2B5EF4-FFF2-40B4-BE49-F238E27FC236}">
                <a16:creationId xmlns:a16="http://schemas.microsoft.com/office/drawing/2014/main" id="{1922CC41-4642-4F18-8380-1F0E0ED2223C}"/>
              </a:ext>
            </a:extLst>
          </p:cNvPr>
          <p:cNvSpPr>
            <a:spLocks noGrp="1"/>
          </p:cNvSpPr>
          <p:nvPr/>
        </p:nvSpPr>
        <p:spPr>
          <a:xfrm>
            <a:off x="279339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7" name="Stage1_sixpanel_7728">
            <a:extLst>
              <a:ext uri="{FF2B5EF4-FFF2-40B4-BE49-F238E27FC236}">
                <a16:creationId xmlns:a16="http://schemas.microsoft.com/office/drawing/2014/main" id="{21030286-A87D-4F34-9F41-987B4E55B7EC}"/>
              </a:ext>
            </a:extLst>
          </p:cNvPr>
          <p:cNvSpPr>
            <a:spLocks noGrp="1"/>
          </p:cNvSpPr>
          <p:nvPr/>
        </p:nvSpPr>
        <p:spPr>
          <a:xfrm>
            <a:off x="281566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8" name="Stage1_sixpanel_7729">
            <a:extLst>
              <a:ext uri="{FF2B5EF4-FFF2-40B4-BE49-F238E27FC236}">
                <a16:creationId xmlns:a16="http://schemas.microsoft.com/office/drawing/2014/main" id="{46F2D9E6-39E2-46B3-9095-C45A2A959650}"/>
              </a:ext>
            </a:extLst>
          </p:cNvPr>
          <p:cNvSpPr>
            <a:spLocks noGrp="1"/>
          </p:cNvSpPr>
          <p:nvPr/>
        </p:nvSpPr>
        <p:spPr>
          <a:xfrm>
            <a:off x="269975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9" name="Stage1_sixpanel_7730">
            <a:extLst>
              <a:ext uri="{FF2B5EF4-FFF2-40B4-BE49-F238E27FC236}">
                <a16:creationId xmlns:a16="http://schemas.microsoft.com/office/drawing/2014/main" id="{C9C4D85B-F61F-467B-97C9-0CC48D37591A}"/>
              </a:ext>
            </a:extLst>
          </p:cNvPr>
          <p:cNvSpPr>
            <a:spLocks noGrp="1"/>
          </p:cNvSpPr>
          <p:nvPr/>
        </p:nvSpPr>
        <p:spPr>
          <a:xfrm>
            <a:off x="270147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0" name="Stage1_sixpanel_7731">
            <a:extLst>
              <a:ext uri="{FF2B5EF4-FFF2-40B4-BE49-F238E27FC236}">
                <a16:creationId xmlns:a16="http://schemas.microsoft.com/office/drawing/2014/main" id="{A56EA529-E8C6-4597-A515-26E989C4B850}"/>
              </a:ext>
            </a:extLst>
          </p:cNvPr>
          <p:cNvSpPr>
            <a:spLocks noGrp="1"/>
          </p:cNvSpPr>
          <p:nvPr/>
        </p:nvSpPr>
        <p:spPr>
          <a:xfrm>
            <a:off x="2794002" y="80627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1" name="Stage1_sixpanel_7732">
            <a:extLst>
              <a:ext uri="{FF2B5EF4-FFF2-40B4-BE49-F238E27FC236}">
                <a16:creationId xmlns:a16="http://schemas.microsoft.com/office/drawing/2014/main" id="{8C48AD1C-D579-4DF6-B132-8BF8BCA8F405}"/>
              </a:ext>
            </a:extLst>
          </p:cNvPr>
          <p:cNvSpPr>
            <a:spLocks noGrp="1"/>
          </p:cNvSpPr>
          <p:nvPr/>
        </p:nvSpPr>
        <p:spPr>
          <a:xfrm>
            <a:off x="266767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2" name="Stage1_sixpanel_7733">
            <a:extLst>
              <a:ext uri="{FF2B5EF4-FFF2-40B4-BE49-F238E27FC236}">
                <a16:creationId xmlns:a16="http://schemas.microsoft.com/office/drawing/2014/main" id="{AD5CDF58-0CEB-4DEA-B2BF-E6DC2D60025B}"/>
              </a:ext>
            </a:extLst>
          </p:cNvPr>
          <p:cNvSpPr>
            <a:spLocks noGrp="1"/>
          </p:cNvSpPr>
          <p:nvPr/>
        </p:nvSpPr>
        <p:spPr>
          <a:xfrm>
            <a:off x="2663395" y="806403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3" name="Stage1_sixpanel_7734">
            <a:extLst>
              <a:ext uri="{FF2B5EF4-FFF2-40B4-BE49-F238E27FC236}">
                <a16:creationId xmlns:a16="http://schemas.microsoft.com/office/drawing/2014/main" id="{D0BC3EE3-8275-4E72-A33B-8996315E6749}"/>
              </a:ext>
            </a:extLst>
          </p:cNvPr>
          <p:cNvSpPr>
            <a:spLocks noGrp="1"/>
          </p:cNvSpPr>
          <p:nvPr/>
        </p:nvSpPr>
        <p:spPr>
          <a:xfrm>
            <a:off x="2794402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4" name="Stage1_sixpanel_7735">
            <a:extLst>
              <a:ext uri="{FF2B5EF4-FFF2-40B4-BE49-F238E27FC236}">
                <a16:creationId xmlns:a16="http://schemas.microsoft.com/office/drawing/2014/main" id="{69028EED-316C-40F9-A217-527005294E3B}"/>
              </a:ext>
            </a:extLst>
          </p:cNvPr>
          <p:cNvSpPr>
            <a:spLocks noGrp="1"/>
          </p:cNvSpPr>
          <p:nvPr/>
        </p:nvSpPr>
        <p:spPr>
          <a:xfrm>
            <a:off x="28357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5" name="Stage1_sixpanel_7736">
            <a:extLst>
              <a:ext uri="{FF2B5EF4-FFF2-40B4-BE49-F238E27FC236}">
                <a16:creationId xmlns:a16="http://schemas.microsoft.com/office/drawing/2014/main" id="{211C3D72-FB47-4046-8DDD-3E68C3DB74F2}"/>
              </a:ext>
            </a:extLst>
          </p:cNvPr>
          <p:cNvSpPr>
            <a:spLocks noGrp="1"/>
          </p:cNvSpPr>
          <p:nvPr/>
        </p:nvSpPr>
        <p:spPr>
          <a:xfrm>
            <a:off x="273838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6" name="Stage1_sixpanel_7737">
            <a:extLst>
              <a:ext uri="{FF2B5EF4-FFF2-40B4-BE49-F238E27FC236}">
                <a16:creationId xmlns:a16="http://schemas.microsoft.com/office/drawing/2014/main" id="{39066615-750D-4E5D-9115-C5C7F557A998}"/>
              </a:ext>
            </a:extLst>
          </p:cNvPr>
          <p:cNvSpPr>
            <a:spLocks noGrp="1"/>
          </p:cNvSpPr>
          <p:nvPr/>
        </p:nvSpPr>
        <p:spPr>
          <a:xfrm>
            <a:off x="26345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7" name="Stage1_sixpanel_7738">
            <a:extLst>
              <a:ext uri="{FF2B5EF4-FFF2-40B4-BE49-F238E27FC236}">
                <a16:creationId xmlns:a16="http://schemas.microsoft.com/office/drawing/2014/main" id="{8F28ACF2-6430-4423-BEAE-4F5AA44314F3}"/>
              </a:ext>
            </a:extLst>
          </p:cNvPr>
          <p:cNvSpPr>
            <a:spLocks noGrp="1"/>
          </p:cNvSpPr>
          <p:nvPr/>
        </p:nvSpPr>
        <p:spPr>
          <a:xfrm>
            <a:off x="2651464" y="72057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8" name="Stage1_sixpanel_7739">
            <a:extLst>
              <a:ext uri="{FF2B5EF4-FFF2-40B4-BE49-F238E27FC236}">
                <a16:creationId xmlns:a16="http://schemas.microsoft.com/office/drawing/2014/main" id="{EB1BA5ED-E842-4973-9B4F-E96165085B57}"/>
              </a:ext>
            </a:extLst>
          </p:cNvPr>
          <p:cNvSpPr>
            <a:spLocks noGrp="1"/>
          </p:cNvSpPr>
          <p:nvPr/>
        </p:nvSpPr>
        <p:spPr>
          <a:xfrm>
            <a:off x="282296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9" name="Stage1_sixpanel_7740">
            <a:extLst>
              <a:ext uri="{FF2B5EF4-FFF2-40B4-BE49-F238E27FC236}">
                <a16:creationId xmlns:a16="http://schemas.microsoft.com/office/drawing/2014/main" id="{D7E99472-054B-4682-B5EC-C51E15CD1E5F}"/>
              </a:ext>
            </a:extLst>
          </p:cNvPr>
          <p:cNvSpPr>
            <a:spLocks noGrp="1"/>
          </p:cNvSpPr>
          <p:nvPr/>
        </p:nvSpPr>
        <p:spPr>
          <a:xfrm>
            <a:off x="2741787" y="806778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0" name="Stage1_sixpanel_7741">
            <a:extLst>
              <a:ext uri="{FF2B5EF4-FFF2-40B4-BE49-F238E27FC236}">
                <a16:creationId xmlns:a16="http://schemas.microsoft.com/office/drawing/2014/main" id="{4374FB74-F7D6-4885-8F56-3D276ACDE38B}"/>
              </a:ext>
            </a:extLst>
          </p:cNvPr>
          <p:cNvSpPr>
            <a:spLocks noGrp="1"/>
          </p:cNvSpPr>
          <p:nvPr/>
        </p:nvSpPr>
        <p:spPr>
          <a:xfrm>
            <a:off x="281953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1" name="Stage1_sixpanel_7742">
            <a:extLst>
              <a:ext uri="{FF2B5EF4-FFF2-40B4-BE49-F238E27FC236}">
                <a16:creationId xmlns:a16="http://schemas.microsoft.com/office/drawing/2014/main" id="{21B64DFC-6BD0-44CD-A06A-FF93F61B6AA0}"/>
              </a:ext>
            </a:extLst>
          </p:cNvPr>
          <p:cNvSpPr>
            <a:spLocks noGrp="1"/>
          </p:cNvSpPr>
          <p:nvPr/>
        </p:nvSpPr>
        <p:spPr>
          <a:xfrm>
            <a:off x="2785426" y="797747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2" name="Stage1_sixpanel_7743">
            <a:extLst>
              <a:ext uri="{FF2B5EF4-FFF2-40B4-BE49-F238E27FC236}">
                <a16:creationId xmlns:a16="http://schemas.microsoft.com/office/drawing/2014/main" id="{1AD1466B-AD8B-4753-800C-FB3288EAB2A9}"/>
              </a:ext>
            </a:extLst>
          </p:cNvPr>
          <p:cNvSpPr>
            <a:spLocks noGrp="1"/>
          </p:cNvSpPr>
          <p:nvPr/>
        </p:nvSpPr>
        <p:spPr>
          <a:xfrm>
            <a:off x="2716359" y="800379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3" name="Stage1_sixpanel_7744">
            <a:extLst>
              <a:ext uri="{FF2B5EF4-FFF2-40B4-BE49-F238E27FC236}">
                <a16:creationId xmlns:a16="http://schemas.microsoft.com/office/drawing/2014/main" id="{51350AFD-12C1-4BA3-B09D-815449426AEE}"/>
              </a:ext>
            </a:extLst>
          </p:cNvPr>
          <p:cNvSpPr>
            <a:spLocks noGrp="1"/>
          </p:cNvSpPr>
          <p:nvPr/>
        </p:nvSpPr>
        <p:spPr>
          <a:xfrm>
            <a:off x="2696188" y="807009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4" name="Stage1_sixpanel_7745">
            <a:extLst>
              <a:ext uri="{FF2B5EF4-FFF2-40B4-BE49-F238E27FC236}">
                <a16:creationId xmlns:a16="http://schemas.microsoft.com/office/drawing/2014/main" id="{8CF99FC3-8E6B-4AD0-9B3A-865806FC92E2}"/>
              </a:ext>
            </a:extLst>
          </p:cNvPr>
          <p:cNvSpPr>
            <a:spLocks noGrp="1"/>
          </p:cNvSpPr>
          <p:nvPr/>
        </p:nvSpPr>
        <p:spPr>
          <a:xfrm>
            <a:off x="2645474" y="806471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5" name="Stage1_sixpanel_7746">
            <a:extLst>
              <a:ext uri="{FF2B5EF4-FFF2-40B4-BE49-F238E27FC236}">
                <a16:creationId xmlns:a16="http://schemas.microsoft.com/office/drawing/2014/main" id="{FA1BFB82-C3C0-436C-B407-DB72F2188FFE}"/>
              </a:ext>
            </a:extLst>
          </p:cNvPr>
          <p:cNvSpPr>
            <a:spLocks noGrp="1"/>
          </p:cNvSpPr>
          <p:nvPr/>
        </p:nvSpPr>
        <p:spPr>
          <a:xfrm>
            <a:off x="268751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6" name="Stage1_sixpanel_7747">
            <a:extLst>
              <a:ext uri="{FF2B5EF4-FFF2-40B4-BE49-F238E27FC236}">
                <a16:creationId xmlns:a16="http://schemas.microsoft.com/office/drawing/2014/main" id="{698B9BEF-A8EA-4557-9055-6333DA35727C}"/>
              </a:ext>
            </a:extLst>
          </p:cNvPr>
          <p:cNvSpPr>
            <a:spLocks noGrp="1"/>
          </p:cNvSpPr>
          <p:nvPr/>
        </p:nvSpPr>
        <p:spPr>
          <a:xfrm>
            <a:off x="264744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7" name="Stage1_sixpanel_7748">
            <a:extLst>
              <a:ext uri="{FF2B5EF4-FFF2-40B4-BE49-F238E27FC236}">
                <a16:creationId xmlns:a16="http://schemas.microsoft.com/office/drawing/2014/main" id="{F31D8B7A-406D-4803-B529-B9D271F02E9C}"/>
              </a:ext>
            </a:extLst>
          </p:cNvPr>
          <p:cNvSpPr>
            <a:spLocks noGrp="1"/>
          </p:cNvSpPr>
          <p:nvPr/>
        </p:nvSpPr>
        <p:spPr>
          <a:xfrm>
            <a:off x="269957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8" name="Stage1_sixpanel_7749">
            <a:extLst>
              <a:ext uri="{FF2B5EF4-FFF2-40B4-BE49-F238E27FC236}">
                <a16:creationId xmlns:a16="http://schemas.microsoft.com/office/drawing/2014/main" id="{125CD92E-5F89-4705-93F3-489C899B94C6}"/>
              </a:ext>
            </a:extLst>
          </p:cNvPr>
          <p:cNvSpPr>
            <a:spLocks noGrp="1"/>
          </p:cNvSpPr>
          <p:nvPr/>
        </p:nvSpPr>
        <p:spPr>
          <a:xfrm>
            <a:off x="2650031" y="80811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9" name="Stage1_sixpanel_7750">
            <a:extLst>
              <a:ext uri="{FF2B5EF4-FFF2-40B4-BE49-F238E27FC236}">
                <a16:creationId xmlns:a16="http://schemas.microsoft.com/office/drawing/2014/main" id="{8894F70B-E317-42E2-A4D2-FAC76CC75EDD}"/>
              </a:ext>
            </a:extLst>
          </p:cNvPr>
          <p:cNvSpPr>
            <a:spLocks noGrp="1"/>
          </p:cNvSpPr>
          <p:nvPr/>
        </p:nvSpPr>
        <p:spPr>
          <a:xfrm>
            <a:off x="262998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0" name="Stage1_sixpanel_7751">
            <a:extLst>
              <a:ext uri="{FF2B5EF4-FFF2-40B4-BE49-F238E27FC236}">
                <a16:creationId xmlns:a16="http://schemas.microsoft.com/office/drawing/2014/main" id="{22E0B964-D2E3-4CAB-AF32-82739885BB2E}"/>
              </a:ext>
            </a:extLst>
          </p:cNvPr>
          <p:cNvSpPr>
            <a:spLocks noGrp="1"/>
          </p:cNvSpPr>
          <p:nvPr/>
        </p:nvSpPr>
        <p:spPr>
          <a:xfrm>
            <a:off x="271630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1" name="Stage1_sixpanel_7752">
            <a:extLst>
              <a:ext uri="{FF2B5EF4-FFF2-40B4-BE49-F238E27FC236}">
                <a16:creationId xmlns:a16="http://schemas.microsoft.com/office/drawing/2014/main" id="{14094D52-A5C6-4E01-88FB-EA80166A8B4E}"/>
              </a:ext>
            </a:extLst>
          </p:cNvPr>
          <p:cNvSpPr>
            <a:spLocks noGrp="1"/>
          </p:cNvSpPr>
          <p:nvPr/>
        </p:nvSpPr>
        <p:spPr>
          <a:xfrm>
            <a:off x="279503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2" name="Stage1_sixpanel_7753">
            <a:extLst>
              <a:ext uri="{FF2B5EF4-FFF2-40B4-BE49-F238E27FC236}">
                <a16:creationId xmlns:a16="http://schemas.microsoft.com/office/drawing/2014/main" id="{BCB74DB8-7FF4-4F54-B0F5-3DD5E51E9945}"/>
              </a:ext>
            </a:extLst>
          </p:cNvPr>
          <p:cNvSpPr>
            <a:spLocks noGrp="1"/>
          </p:cNvSpPr>
          <p:nvPr/>
        </p:nvSpPr>
        <p:spPr>
          <a:xfrm>
            <a:off x="2691123" y="805928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3" name="Stage1_sixpanel_7754">
            <a:extLst>
              <a:ext uri="{FF2B5EF4-FFF2-40B4-BE49-F238E27FC236}">
                <a16:creationId xmlns:a16="http://schemas.microsoft.com/office/drawing/2014/main" id="{37702B37-4331-4889-9F60-7306FDDA64C0}"/>
              </a:ext>
            </a:extLst>
          </p:cNvPr>
          <p:cNvSpPr>
            <a:spLocks noGrp="1"/>
          </p:cNvSpPr>
          <p:nvPr/>
        </p:nvSpPr>
        <p:spPr>
          <a:xfrm>
            <a:off x="275206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4" name="Stage1_sixpanel_7755">
            <a:extLst>
              <a:ext uri="{FF2B5EF4-FFF2-40B4-BE49-F238E27FC236}">
                <a16:creationId xmlns:a16="http://schemas.microsoft.com/office/drawing/2014/main" id="{AB41F4BE-C444-440F-B4AC-B11786A17C07}"/>
              </a:ext>
            </a:extLst>
          </p:cNvPr>
          <p:cNvSpPr>
            <a:spLocks noGrp="1"/>
          </p:cNvSpPr>
          <p:nvPr/>
        </p:nvSpPr>
        <p:spPr>
          <a:xfrm>
            <a:off x="2626643" y="80806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5" name="Stage1_sixpanel_7756">
            <a:extLst>
              <a:ext uri="{FF2B5EF4-FFF2-40B4-BE49-F238E27FC236}">
                <a16:creationId xmlns:a16="http://schemas.microsoft.com/office/drawing/2014/main" id="{68C8D2B1-57C0-4530-9706-F719DCC1D80A}"/>
              </a:ext>
            </a:extLst>
          </p:cNvPr>
          <p:cNvSpPr>
            <a:spLocks noGrp="1"/>
          </p:cNvSpPr>
          <p:nvPr/>
        </p:nvSpPr>
        <p:spPr>
          <a:xfrm>
            <a:off x="2746047" y="807551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6" name="Stage1_sixpanel_7757">
            <a:extLst>
              <a:ext uri="{FF2B5EF4-FFF2-40B4-BE49-F238E27FC236}">
                <a16:creationId xmlns:a16="http://schemas.microsoft.com/office/drawing/2014/main" id="{BE374151-2D68-4E66-B141-70A130C14BA4}"/>
              </a:ext>
            </a:extLst>
          </p:cNvPr>
          <p:cNvSpPr>
            <a:spLocks noGrp="1"/>
          </p:cNvSpPr>
          <p:nvPr/>
        </p:nvSpPr>
        <p:spPr>
          <a:xfrm>
            <a:off x="266606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7" name="Stage1_sixpanel_7758">
            <a:extLst>
              <a:ext uri="{FF2B5EF4-FFF2-40B4-BE49-F238E27FC236}">
                <a16:creationId xmlns:a16="http://schemas.microsoft.com/office/drawing/2014/main" id="{6977FB14-94B9-4019-9A06-129F17C1FDAC}"/>
              </a:ext>
            </a:extLst>
          </p:cNvPr>
          <p:cNvSpPr>
            <a:spLocks noGrp="1"/>
          </p:cNvSpPr>
          <p:nvPr/>
        </p:nvSpPr>
        <p:spPr>
          <a:xfrm>
            <a:off x="2819376" y="80800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8" name="Stage1_sixpanel_7759">
            <a:extLst>
              <a:ext uri="{FF2B5EF4-FFF2-40B4-BE49-F238E27FC236}">
                <a16:creationId xmlns:a16="http://schemas.microsoft.com/office/drawing/2014/main" id="{88A602A0-ECE5-4415-9B54-A6E1341F3FC2}"/>
              </a:ext>
            </a:extLst>
          </p:cNvPr>
          <p:cNvSpPr>
            <a:spLocks noGrp="1"/>
          </p:cNvSpPr>
          <p:nvPr/>
        </p:nvSpPr>
        <p:spPr>
          <a:xfrm>
            <a:off x="2733322" y="807709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9" name="Stage1_sixpanel_7760">
            <a:extLst>
              <a:ext uri="{FF2B5EF4-FFF2-40B4-BE49-F238E27FC236}">
                <a16:creationId xmlns:a16="http://schemas.microsoft.com/office/drawing/2014/main" id="{6123A4A1-060F-450D-B79B-E1B92878C59C}"/>
              </a:ext>
            </a:extLst>
          </p:cNvPr>
          <p:cNvSpPr>
            <a:spLocks noGrp="1"/>
          </p:cNvSpPr>
          <p:nvPr/>
        </p:nvSpPr>
        <p:spPr>
          <a:xfrm>
            <a:off x="2670371" y="808144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0" name="Stage1_sixpanel_7761">
            <a:extLst>
              <a:ext uri="{FF2B5EF4-FFF2-40B4-BE49-F238E27FC236}">
                <a16:creationId xmlns:a16="http://schemas.microsoft.com/office/drawing/2014/main" id="{4B222A76-8C1C-4FFE-BA61-EB7C9D9C50A7}"/>
              </a:ext>
            </a:extLst>
          </p:cNvPr>
          <p:cNvSpPr>
            <a:spLocks noGrp="1"/>
          </p:cNvSpPr>
          <p:nvPr/>
        </p:nvSpPr>
        <p:spPr>
          <a:xfrm>
            <a:off x="268938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1" name="Stage1_sixpanel_7762">
            <a:extLst>
              <a:ext uri="{FF2B5EF4-FFF2-40B4-BE49-F238E27FC236}">
                <a16:creationId xmlns:a16="http://schemas.microsoft.com/office/drawing/2014/main" id="{CB52239E-8DAD-4D75-9908-41A8BBB8BCAF}"/>
              </a:ext>
            </a:extLst>
          </p:cNvPr>
          <p:cNvSpPr>
            <a:spLocks noGrp="1"/>
          </p:cNvSpPr>
          <p:nvPr/>
        </p:nvSpPr>
        <p:spPr>
          <a:xfrm>
            <a:off x="2807889" y="806962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2" name="Stage1_sixpanel_7763">
            <a:extLst>
              <a:ext uri="{FF2B5EF4-FFF2-40B4-BE49-F238E27FC236}">
                <a16:creationId xmlns:a16="http://schemas.microsoft.com/office/drawing/2014/main" id="{FBBEC7B2-554A-4E8B-B6AC-B5D1FF919784}"/>
              </a:ext>
            </a:extLst>
          </p:cNvPr>
          <p:cNvSpPr>
            <a:spLocks noGrp="1"/>
          </p:cNvSpPr>
          <p:nvPr/>
        </p:nvSpPr>
        <p:spPr>
          <a:xfrm>
            <a:off x="278523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3" name="Stage1_sixpanel_7764">
            <a:extLst>
              <a:ext uri="{FF2B5EF4-FFF2-40B4-BE49-F238E27FC236}">
                <a16:creationId xmlns:a16="http://schemas.microsoft.com/office/drawing/2014/main" id="{B190CEA2-03B2-4A49-966E-2191205DA740}"/>
              </a:ext>
            </a:extLst>
          </p:cNvPr>
          <p:cNvSpPr>
            <a:spLocks noGrp="1"/>
          </p:cNvSpPr>
          <p:nvPr/>
        </p:nvSpPr>
        <p:spPr>
          <a:xfrm>
            <a:off x="279022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4" name="Stage1_sixpanel_7765">
            <a:extLst>
              <a:ext uri="{FF2B5EF4-FFF2-40B4-BE49-F238E27FC236}">
                <a16:creationId xmlns:a16="http://schemas.microsoft.com/office/drawing/2014/main" id="{1A069F13-E1E8-4858-BDE5-C868EE848583}"/>
              </a:ext>
            </a:extLst>
          </p:cNvPr>
          <p:cNvSpPr>
            <a:spLocks noGrp="1"/>
          </p:cNvSpPr>
          <p:nvPr/>
        </p:nvSpPr>
        <p:spPr>
          <a:xfrm>
            <a:off x="2677923" y="805366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5" name="Stage1_sixpanel_7766">
            <a:extLst>
              <a:ext uri="{FF2B5EF4-FFF2-40B4-BE49-F238E27FC236}">
                <a16:creationId xmlns:a16="http://schemas.microsoft.com/office/drawing/2014/main" id="{62B7B3A4-E810-4B4F-BF7E-4793FAAF44BE}"/>
              </a:ext>
            </a:extLst>
          </p:cNvPr>
          <p:cNvSpPr>
            <a:spLocks noGrp="1"/>
          </p:cNvSpPr>
          <p:nvPr/>
        </p:nvSpPr>
        <p:spPr>
          <a:xfrm>
            <a:off x="2682595" y="807487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6" name="Stage1_sixpanel_7767">
            <a:extLst>
              <a:ext uri="{FF2B5EF4-FFF2-40B4-BE49-F238E27FC236}">
                <a16:creationId xmlns:a16="http://schemas.microsoft.com/office/drawing/2014/main" id="{00C0363A-CEF3-4D66-A2B4-2818D92B4475}"/>
              </a:ext>
            </a:extLst>
          </p:cNvPr>
          <p:cNvSpPr>
            <a:spLocks noGrp="1"/>
          </p:cNvSpPr>
          <p:nvPr/>
        </p:nvSpPr>
        <p:spPr>
          <a:xfrm>
            <a:off x="2721354" y="781377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7" name="Stage1_sixpanel_7768">
            <a:extLst>
              <a:ext uri="{FF2B5EF4-FFF2-40B4-BE49-F238E27FC236}">
                <a16:creationId xmlns:a16="http://schemas.microsoft.com/office/drawing/2014/main" id="{3FCFAAEC-3B8E-47B3-A418-8607F45ECB5F}"/>
              </a:ext>
            </a:extLst>
          </p:cNvPr>
          <p:cNvSpPr>
            <a:spLocks noGrp="1"/>
          </p:cNvSpPr>
          <p:nvPr/>
        </p:nvSpPr>
        <p:spPr>
          <a:xfrm>
            <a:off x="273518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8" name="Stage1_sixpanel_7769">
            <a:extLst>
              <a:ext uri="{FF2B5EF4-FFF2-40B4-BE49-F238E27FC236}">
                <a16:creationId xmlns:a16="http://schemas.microsoft.com/office/drawing/2014/main" id="{0E032F22-1EE8-41D1-B637-185AF5F402FC}"/>
              </a:ext>
            </a:extLst>
          </p:cNvPr>
          <p:cNvSpPr>
            <a:spLocks noGrp="1"/>
          </p:cNvSpPr>
          <p:nvPr/>
        </p:nvSpPr>
        <p:spPr>
          <a:xfrm>
            <a:off x="2822541" y="80546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9" name="Stage1_sixpanel_7770">
            <a:extLst>
              <a:ext uri="{FF2B5EF4-FFF2-40B4-BE49-F238E27FC236}">
                <a16:creationId xmlns:a16="http://schemas.microsoft.com/office/drawing/2014/main" id="{50739566-9EDB-43B9-B3AA-307474C4880F}"/>
              </a:ext>
            </a:extLst>
          </p:cNvPr>
          <p:cNvSpPr>
            <a:spLocks noGrp="1"/>
          </p:cNvSpPr>
          <p:nvPr/>
        </p:nvSpPr>
        <p:spPr>
          <a:xfrm>
            <a:off x="2687423" y="807300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0" name="Stage1_sixpanel_7771">
            <a:extLst>
              <a:ext uri="{FF2B5EF4-FFF2-40B4-BE49-F238E27FC236}">
                <a16:creationId xmlns:a16="http://schemas.microsoft.com/office/drawing/2014/main" id="{A271B698-1ED1-4F54-8B22-F99D20D2FA8F}"/>
              </a:ext>
            </a:extLst>
          </p:cNvPr>
          <p:cNvSpPr>
            <a:spLocks noGrp="1"/>
          </p:cNvSpPr>
          <p:nvPr/>
        </p:nvSpPr>
        <p:spPr>
          <a:xfrm>
            <a:off x="2645801" y="800999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1" name="Stage1_sixpanel_7772">
            <a:extLst>
              <a:ext uri="{FF2B5EF4-FFF2-40B4-BE49-F238E27FC236}">
                <a16:creationId xmlns:a16="http://schemas.microsoft.com/office/drawing/2014/main" id="{2C1B93C0-4ED5-4A72-A355-FDCEDDEA784B}"/>
              </a:ext>
            </a:extLst>
          </p:cNvPr>
          <p:cNvSpPr>
            <a:spLocks noGrp="1"/>
          </p:cNvSpPr>
          <p:nvPr/>
        </p:nvSpPr>
        <p:spPr>
          <a:xfrm>
            <a:off x="263810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2" name="Stage1_sixpanel_7773">
            <a:extLst>
              <a:ext uri="{FF2B5EF4-FFF2-40B4-BE49-F238E27FC236}">
                <a16:creationId xmlns:a16="http://schemas.microsoft.com/office/drawing/2014/main" id="{836D62DA-3649-4B5A-BD3C-834EE7E17CF7}"/>
              </a:ext>
            </a:extLst>
          </p:cNvPr>
          <p:cNvSpPr>
            <a:spLocks noGrp="1"/>
          </p:cNvSpPr>
          <p:nvPr/>
        </p:nvSpPr>
        <p:spPr>
          <a:xfrm>
            <a:off x="279593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3" name="Stage1_sixpanel_7774">
            <a:extLst>
              <a:ext uri="{FF2B5EF4-FFF2-40B4-BE49-F238E27FC236}">
                <a16:creationId xmlns:a16="http://schemas.microsoft.com/office/drawing/2014/main" id="{8C2DB091-B012-4D5F-8B76-2ED30A567492}"/>
              </a:ext>
            </a:extLst>
          </p:cNvPr>
          <p:cNvSpPr>
            <a:spLocks noGrp="1"/>
          </p:cNvSpPr>
          <p:nvPr/>
        </p:nvSpPr>
        <p:spPr>
          <a:xfrm>
            <a:off x="2657941" y="806410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4" name="Stage1_sixpanel_7775">
            <a:extLst>
              <a:ext uri="{FF2B5EF4-FFF2-40B4-BE49-F238E27FC236}">
                <a16:creationId xmlns:a16="http://schemas.microsoft.com/office/drawing/2014/main" id="{2C5C0872-0D41-4569-8E45-A2BFFD2A5B77}"/>
              </a:ext>
            </a:extLst>
          </p:cNvPr>
          <p:cNvSpPr>
            <a:spLocks noGrp="1"/>
          </p:cNvSpPr>
          <p:nvPr/>
        </p:nvSpPr>
        <p:spPr>
          <a:xfrm>
            <a:off x="267961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5" name="Stage1_sixpanel_7776">
            <a:extLst>
              <a:ext uri="{FF2B5EF4-FFF2-40B4-BE49-F238E27FC236}">
                <a16:creationId xmlns:a16="http://schemas.microsoft.com/office/drawing/2014/main" id="{BEDE840A-4474-4553-8FB7-9D5A6F96D235}"/>
              </a:ext>
            </a:extLst>
          </p:cNvPr>
          <p:cNvSpPr>
            <a:spLocks noGrp="1"/>
          </p:cNvSpPr>
          <p:nvPr/>
        </p:nvSpPr>
        <p:spPr>
          <a:xfrm>
            <a:off x="2644707" y="808023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6" name="Stage1_sixpanel_7777">
            <a:extLst>
              <a:ext uri="{FF2B5EF4-FFF2-40B4-BE49-F238E27FC236}">
                <a16:creationId xmlns:a16="http://schemas.microsoft.com/office/drawing/2014/main" id="{A018F5FA-6D03-417D-A7C5-2AFB0E89396E}"/>
              </a:ext>
            </a:extLst>
          </p:cNvPr>
          <p:cNvSpPr>
            <a:spLocks noGrp="1"/>
          </p:cNvSpPr>
          <p:nvPr/>
        </p:nvSpPr>
        <p:spPr>
          <a:xfrm>
            <a:off x="263050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7" name="Stage1_sixpanel_7778">
            <a:extLst>
              <a:ext uri="{FF2B5EF4-FFF2-40B4-BE49-F238E27FC236}">
                <a16:creationId xmlns:a16="http://schemas.microsoft.com/office/drawing/2014/main" id="{711EE893-C0AD-40D3-ACE6-ACC11CEA5E72}"/>
              </a:ext>
            </a:extLst>
          </p:cNvPr>
          <p:cNvSpPr>
            <a:spLocks noGrp="1"/>
          </p:cNvSpPr>
          <p:nvPr/>
        </p:nvSpPr>
        <p:spPr>
          <a:xfrm>
            <a:off x="2772243" y="807294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8" name="Stage1_sixpanel_7779">
            <a:extLst>
              <a:ext uri="{FF2B5EF4-FFF2-40B4-BE49-F238E27FC236}">
                <a16:creationId xmlns:a16="http://schemas.microsoft.com/office/drawing/2014/main" id="{F255CC9C-794E-45C4-8E07-9AF958609D8F}"/>
              </a:ext>
            </a:extLst>
          </p:cNvPr>
          <p:cNvSpPr>
            <a:spLocks noGrp="1"/>
          </p:cNvSpPr>
          <p:nvPr/>
        </p:nvSpPr>
        <p:spPr>
          <a:xfrm>
            <a:off x="262269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9" name="Stage1_sixpanel_7780">
            <a:extLst>
              <a:ext uri="{FF2B5EF4-FFF2-40B4-BE49-F238E27FC236}">
                <a16:creationId xmlns:a16="http://schemas.microsoft.com/office/drawing/2014/main" id="{B7C540F7-2047-40BE-A1A2-82A5AA887324}"/>
              </a:ext>
            </a:extLst>
          </p:cNvPr>
          <p:cNvSpPr>
            <a:spLocks noGrp="1"/>
          </p:cNvSpPr>
          <p:nvPr/>
        </p:nvSpPr>
        <p:spPr>
          <a:xfrm>
            <a:off x="2808402" y="80570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0" name="Stage1_sixpanel_7781">
            <a:extLst>
              <a:ext uri="{FF2B5EF4-FFF2-40B4-BE49-F238E27FC236}">
                <a16:creationId xmlns:a16="http://schemas.microsoft.com/office/drawing/2014/main" id="{35A97F40-7A3B-46BB-81F6-F0EF897B3F44}"/>
              </a:ext>
            </a:extLst>
          </p:cNvPr>
          <p:cNvSpPr>
            <a:spLocks noGrp="1"/>
          </p:cNvSpPr>
          <p:nvPr/>
        </p:nvSpPr>
        <p:spPr>
          <a:xfrm>
            <a:off x="264540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1" name="Stage1_sixpanel_7782">
            <a:extLst>
              <a:ext uri="{FF2B5EF4-FFF2-40B4-BE49-F238E27FC236}">
                <a16:creationId xmlns:a16="http://schemas.microsoft.com/office/drawing/2014/main" id="{E3875E51-108B-431B-A064-E83407EE1426}"/>
              </a:ext>
            </a:extLst>
          </p:cNvPr>
          <p:cNvSpPr>
            <a:spLocks noGrp="1"/>
          </p:cNvSpPr>
          <p:nvPr/>
        </p:nvSpPr>
        <p:spPr>
          <a:xfrm>
            <a:off x="2778701" y="806872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2" name="Stage1_sixpanel_7783">
            <a:extLst>
              <a:ext uri="{FF2B5EF4-FFF2-40B4-BE49-F238E27FC236}">
                <a16:creationId xmlns:a16="http://schemas.microsoft.com/office/drawing/2014/main" id="{C10DBFEB-DF92-4B99-8A83-BDDB3D531100}"/>
              </a:ext>
            </a:extLst>
          </p:cNvPr>
          <p:cNvSpPr>
            <a:spLocks noGrp="1"/>
          </p:cNvSpPr>
          <p:nvPr/>
        </p:nvSpPr>
        <p:spPr>
          <a:xfrm>
            <a:off x="264665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3" name="Stage1_sixpanel_7784">
            <a:extLst>
              <a:ext uri="{FF2B5EF4-FFF2-40B4-BE49-F238E27FC236}">
                <a16:creationId xmlns:a16="http://schemas.microsoft.com/office/drawing/2014/main" id="{988C72DA-B203-4ECE-A49E-FFBD787A1CF3}"/>
              </a:ext>
            </a:extLst>
          </p:cNvPr>
          <p:cNvSpPr>
            <a:spLocks noGrp="1"/>
          </p:cNvSpPr>
          <p:nvPr/>
        </p:nvSpPr>
        <p:spPr>
          <a:xfrm>
            <a:off x="2637843" y="76868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4" name="Stage1_sixpanel_7785">
            <a:extLst>
              <a:ext uri="{FF2B5EF4-FFF2-40B4-BE49-F238E27FC236}">
                <a16:creationId xmlns:a16="http://schemas.microsoft.com/office/drawing/2014/main" id="{B5E86D66-7C38-4F2B-A3E2-545E59627724}"/>
              </a:ext>
            </a:extLst>
          </p:cNvPr>
          <p:cNvSpPr>
            <a:spLocks noGrp="1"/>
          </p:cNvSpPr>
          <p:nvPr/>
        </p:nvSpPr>
        <p:spPr>
          <a:xfrm>
            <a:off x="2655407" y="783529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5" name="Stage1_sixpanel_7786">
            <a:extLst>
              <a:ext uri="{FF2B5EF4-FFF2-40B4-BE49-F238E27FC236}">
                <a16:creationId xmlns:a16="http://schemas.microsoft.com/office/drawing/2014/main" id="{9D2C32EC-A0B7-40A7-A1D4-10E7B5AF839C}"/>
              </a:ext>
            </a:extLst>
          </p:cNvPr>
          <p:cNvSpPr>
            <a:spLocks noGrp="1"/>
          </p:cNvSpPr>
          <p:nvPr/>
        </p:nvSpPr>
        <p:spPr>
          <a:xfrm>
            <a:off x="279619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6" name="Stage1_sixpanel_7787">
            <a:extLst>
              <a:ext uri="{FF2B5EF4-FFF2-40B4-BE49-F238E27FC236}">
                <a16:creationId xmlns:a16="http://schemas.microsoft.com/office/drawing/2014/main" id="{A843BA08-5A5F-4473-A4E6-C60B5C1A85F4}"/>
              </a:ext>
            </a:extLst>
          </p:cNvPr>
          <p:cNvSpPr>
            <a:spLocks noGrp="1"/>
          </p:cNvSpPr>
          <p:nvPr/>
        </p:nvSpPr>
        <p:spPr>
          <a:xfrm>
            <a:off x="280737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7" name="Stage1_sixpanel_7788">
            <a:extLst>
              <a:ext uri="{FF2B5EF4-FFF2-40B4-BE49-F238E27FC236}">
                <a16:creationId xmlns:a16="http://schemas.microsoft.com/office/drawing/2014/main" id="{ABFF87F6-448B-4BF1-B1D1-C682A7D20A73}"/>
              </a:ext>
            </a:extLst>
          </p:cNvPr>
          <p:cNvSpPr>
            <a:spLocks noGrp="1"/>
          </p:cNvSpPr>
          <p:nvPr/>
        </p:nvSpPr>
        <p:spPr>
          <a:xfrm>
            <a:off x="2652754" y="807183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8" name="Stage1_sixpanel_7789">
            <a:extLst>
              <a:ext uri="{FF2B5EF4-FFF2-40B4-BE49-F238E27FC236}">
                <a16:creationId xmlns:a16="http://schemas.microsoft.com/office/drawing/2014/main" id="{49768EDE-DACA-4746-8734-A405D4F87634}"/>
              </a:ext>
            </a:extLst>
          </p:cNvPr>
          <p:cNvSpPr>
            <a:spLocks noGrp="1"/>
          </p:cNvSpPr>
          <p:nvPr/>
        </p:nvSpPr>
        <p:spPr>
          <a:xfrm>
            <a:off x="2746084" y="79898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9" name="Stage1_sixpanel_7790">
            <a:extLst>
              <a:ext uri="{FF2B5EF4-FFF2-40B4-BE49-F238E27FC236}">
                <a16:creationId xmlns:a16="http://schemas.microsoft.com/office/drawing/2014/main" id="{BEEAA69C-E96F-414F-B9D6-E6F0EA4A6B20}"/>
              </a:ext>
            </a:extLst>
          </p:cNvPr>
          <p:cNvSpPr>
            <a:spLocks noGrp="1"/>
          </p:cNvSpPr>
          <p:nvPr/>
        </p:nvSpPr>
        <p:spPr>
          <a:xfrm>
            <a:off x="2649481" y="805543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0" name="Stage1_sixpanel_7791">
            <a:extLst>
              <a:ext uri="{FF2B5EF4-FFF2-40B4-BE49-F238E27FC236}">
                <a16:creationId xmlns:a16="http://schemas.microsoft.com/office/drawing/2014/main" id="{E82A291B-8D86-4293-9861-A891DE57E155}"/>
              </a:ext>
            </a:extLst>
          </p:cNvPr>
          <p:cNvSpPr>
            <a:spLocks noGrp="1"/>
          </p:cNvSpPr>
          <p:nvPr/>
        </p:nvSpPr>
        <p:spPr>
          <a:xfrm>
            <a:off x="2653444" y="805497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1" name="Stage1_sixpanel_7792">
            <a:extLst>
              <a:ext uri="{FF2B5EF4-FFF2-40B4-BE49-F238E27FC236}">
                <a16:creationId xmlns:a16="http://schemas.microsoft.com/office/drawing/2014/main" id="{7C2FFB2A-349D-48E7-88D1-037890D1C128}"/>
              </a:ext>
            </a:extLst>
          </p:cNvPr>
          <p:cNvSpPr>
            <a:spLocks noGrp="1"/>
          </p:cNvSpPr>
          <p:nvPr/>
        </p:nvSpPr>
        <p:spPr>
          <a:xfrm>
            <a:off x="2784512" y="806057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2" name="Stage1_sixpanel_7793">
            <a:extLst>
              <a:ext uri="{FF2B5EF4-FFF2-40B4-BE49-F238E27FC236}">
                <a16:creationId xmlns:a16="http://schemas.microsoft.com/office/drawing/2014/main" id="{11DC387C-F8D4-4649-BF22-50C9CF50B46A}"/>
              </a:ext>
            </a:extLst>
          </p:cNvPr>
          <p:cNvSpPr>
            <a:spLocks noGrp="1"/>
          </p:cNvSpPr>
          <p:nvPr/>
        </p:nvSpPr>
        <p:spPr>
          <a:xfrm>
            <a:off x="279205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3" name="Stage1_sixpanel_7794">
            <a:extLst>
              <a:ext uri="{FF2B5EF4-FFF2-40B4-BE49-F238E27FC236}">
                <a16:creationId xmlns:a16="http://schemas.microsoft.com/office/drawing/2014/main" id="{AF1208FB-0F60-4907-B356-543A14795F0D}"/>
              </a:ext>
            </a:extLst>
          </p:cNvPr>
          <p:cNvSpPr>
            <a:spLocks noGrp="1"/>
          </p:cNvSpPr>
          <p:nvPr/>
        </p:nvSpPr>
        <p:spPr>
          <a:xfrm>
            <a:off x="2740204" y="80735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4" name="Stage1_sixpanel_7795">
            <a:extLst>
              <a:ext uri="{FF2B5EF4-FFF2-40B4-BE49-F238E27FC236}">
                <a16:creationId xmlns:a16="http://schemas.microsoft.com/office/drawing/2014/main" id="{ABB19216-8F20-475C-8126-C940F9EECB99}"/>
              </a:ext>
            </a:extLst>
          </p:cNvPr>
          <p:cNvSpPr>
            <a:spLocks noGrp="1"/>
          </p:cNvSpPr>
          <p:nvPr/>
        </p:nvSpPr>
        <p:spPr>
          <a:xfrm>
            <a:off x="2621809" y="807143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5" name="Stage1_sixpanel_7796">
            <a:extLst>
              <a:ext uri="{FF2B5EF4-FFF2-40B4-BE49-F238E27FC236}">
                <a16:creationId xmlns:a16="http://schemas.microsoft.com/office/drawing/2014/main" id="{F8466CC3-97EA-4775-AA88-7F618ACD2AA5}"/>
              </a:ext>
            </a:extLst>
          </p:cNvPr>
          <p:cNvSpPr>
            <a:spLocks noGrp="1"/>
          </p:cNvSpPr>
          <p:nvPr/>
        </p:nvSpPr>
        <p:spPr>
          <a:xfrm>
            <a:off x="275036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6" name="Stage1_sixpanel_7797">
            <a:extLst>
              <a:ext uri="{FF2B5EF4-FFF2-40B4-BE49-F238E27FC236}">
                <a16:creationId xmlns:a16="http://schemas.microsoft.com/office/drawing/2014/main" id="{0671785B-06A9-42A8-B6AA-6808C62C23A9}"/>
              </a:ext>
            </a:extLst>
          </p:cNvPr>
          <p:cNvSpPr>
            <a:spLocks noGrp="1"/>
          </p:cNvSpPr>
          <p:nvPr/>
        </p:nvSpPr>
        <p:spPr>
          <a:xfrm>
            <a:off x="265171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7" name="Stage1_sixpanel_7798">
            <a:extLst>
              <a:ext uri="{FF2B5EF4-FFF2-40B4-BE49-F238E27FC236}">
                <a16:creationId xmlns:a16="http://schemas.microsoft.com/office/drawing/2014/main" id="{9FAFECE1-D6FB-4C2D-BF80-C19A745BF90B}"/>
              </a:ext>
            </a:extLst>
          </p:cNvPr>
          <p:cNvSpPr>
            <a:spLocks noGrp="1"/>
          </p:cNvSpPr>
          <p:nvPr/>
        </p:nvSpPr>
        <p:spPr>
          <a:xfrm>
            <a:off x="2690289" y="800028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8" name="Stage1_sixpanel_7799">
            <a:extLst>
              <a:ext uri="{FF2B5EF4-FFF2-40B4-BE49-F238E27FC236}">
                <a16:creationId xmlns:a16="http://schemas.microsoft.com/office/drawing/2014/main" id="{17AE920C-A026-419E-B9FA-000DB773C57C}"/>
              </a:ext>
            </a:extLst>
          </p:cNvPr>
          <p:cNvSpPr>
            <a:spLocks noGrp="1"/>
          </p:cNvSpPr>
          <p:nvPr/>
        </p:nvSpPr>
        <p:spPr>
          <a:xfrm>
            <a:off x="284078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9" name="Stage1_sixpanel_7800">
            <a:extLst>
              <a:ext uri="{FF2B5EF4-FFF2-40B4-BE49-F238E27FC236}">
                <a16:creationId xmlns:a16="http://schemas.microsoft.com/office/drawing/2014/main" id="{A739CBDD-CB4C-4D25-AE32-64377CE38E2A}"/>
              </a:ext>
            </a:extLst>
          </p:cNvPr>
          <p:cNvSpPr>
            <a:spLocks noGrp="1"/>
          </p:cNvSpPr>
          <p:nvPr/>
        </p:nvSpPr>
        <p:spPr>
          <a:xfrm>
            <a:off x="277078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0" name="Stage1_sixpanel_7801">
            <a:extLst>
              <a:ext uri="{FF2B5EF4-FFF2-40B4-BE49-F238E27FC236}">
                <a16:creationId xmlns:a16="http://schemas.microsoft.com/office/drawing/2014/main" id="{A6693722-5206-43C8-86BE-74602CC78CCB}"/>
              </a:ext>
            </a:extLst>
          </p:cNvPr>
          <p:cNvSpPr>
            <a:spLocks noGrp="1"/>
          </p:cNvSpPr>
          <p:nvPr/>
        </p:nvSpPr>
        <p:spPr>
          <a:xfrm>
            <a:off x="2779271" y="795252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1" name="Stage1_sixpanel_7802">
            <a:extLst>
              <a:ext uri="{FF2B5EF4-FFF2-40B4-BE49-F238E27FC236}">
                <a16:creationId xmlns:a16="http://schemas.microsoft.com/office/drawing/2014/main" id="{66D93885-64CB-43E2-9180-E0698E173A1D}"/>
              </a:ext>
            </a:extLst>
          </p:cNvPr>
          <p:cNvSpPr>
            <a:spLocks noGrp="1"/>
          </p:cNvSpPr>
          <p:nvPr/>
        </p:nvSpPr>
        <p:spPr>
          <a:xfrm>
            <a:off x="266772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2" name="Stage1_sixpanel_7803">
            <a:extLst>
              <a:ext uri="{FF2B5EF4-FFF2-40B4-BE49-F238E27FC236}">
                <a16:creationId xmlns:a16="http://schemas.microsoft.com/office/drawing/2014/main" id="{AB1DA08F-BBC4-415A-9FE0-707B7D11DBE0}"/>
              </a:ext>
            </a:extLst>
          </p:cNvPr>
          <p:cNvSpPr>
            <a:spLocks noGrp="1"/>
          </p:cNvSpPr>
          <p:nvPr/>
        </p:nvSpPr>
        <p:spPr>
          <a:xfrm>
            <a:off x="279216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3" name="Stage1_sixpanel_7804">
            <a:extLst>
              <a:ext uri="{FF2B5EF4-FFF2-40B4-BE49-F238E27FC236}">
                <a16:creationId xmlns:a16="http://schemas.microsoft.com/office/drawing/2014/main" id="{8B13931C-7CEC-43E2-9645-6DFEC0A9E1A0}"/>
              </a:ext>
            </a:extLst>
          </p:cNvPr>
          <p:cNvSpPr>
            <a:spLocks noGrp="1"/>
          </p:cNvSpPr>
          <p:nvPr/>
        </p:nvSpPr>
        <p:spPr>
          <a:xfrm>
            <a:off x="2830217" y="807447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4" name="Stage1_sixpanel_7805">
            <a:extLst>
              <a:ext uri="{FF2B5EF4-FFF2-40B4-BE49-F238E27FC236}">
                <a16:creationId xmlns:a16="http://schemas.microsoft.com/office/drawing/2014/main" id="{668CD05C-204E-462D-8626-FA4CC19D2235}"/>
              </a:ext>
            </a:extLst>
          </p:cNvPr>
          <p:cNvSpPr>
            <a:spLocks noGrp="1"/>
          </p:cNvSpPr>
          <p:nvPr/>
        </p:nvSpPr>
        <p:spPr>
          <a:xfrm>
            <a:off x="269502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5" name="Stage1_sixpanel_7806">
            <a:extLst>
              <a:ext uri="{FF2B5EF4-FFF2-40B4-BE49-F238E27FC236}">
                <a16:creationId xmlns:a16="http://schemas.microsoft.com/office/drawing/2014/main" id="{0FCE46BB-8424-4AB1-BFEE-5B114240D0A9}"/>
              </a:ext>
            </a:extLst>
          </p:cNvPr>
          <p:cNvSpPr>
            <a:spLocks noGrp="1"/>
          </p:cNvSpPr>
          <p:nvPr/>
        </p:nvSpPr>
        <p:spPr>
          <a:xfrm>
            <a:off x="277936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6" name="Stage1_sixpanel_7807">
            <a:extLst>
              <a:ext uri="{FF2B5EF4-FFF2-40B4-BE49-F238E27FC236}">
                <a16:creationId xmlns:a16="http://schemas.microsoft.com/office/drawing/2014/main" id="{651FB44B-01D8-4C98-B1D1-0374ACEC10DD}"/>
              </a:ext>
            </a:extLst>
          </p:cNvPr>
          <p:cNvSpPr>
            <a:spLocks noGrp="1"/>
          </p:cNvSpPr>
          <p:nvPr/>
        </p:nvSpPr>
        <p:spPr>
          <a:xfrm>
            <a:off x="284005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7" name="Stage1_sixpanel_7808">
            <a:extLst>
              <a:ext uri="{FF2B5EF4-FFF2-40B4-BE49-F238E27FC236}">
                <a16:creationId xmlns:a16="http://schemas.microsoft.com/office/drawing/2014/main" id="{FFCBBBB7-BAAF-4692-8053-CEEEFD87642A}"/>
              </a:ext>
            </a:extLst>
          </p:cNvPr>
          <p:cNvSpPr>
            <a:spLocks noGrp="1"/>
          </p:cNvSpPr>
          <p:nvPr/>
        </p:nvSpPr>
        <p:spPr>
          <a:xfrm>
            <a:off x="2696579" y="802778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8" name="Stage1_sixpanel_7809">
            <a:extLst>
              <a:ext uri="{FF2B5EF4-FFF2-40B4-BE49-F238E27FC236}">
                <a16:creationId xmlns:a16="http://schemas.microsoft.com/office/drawing/2014/main" id="{3988C5E5-2680-4D0B-BEAC-D752314B9B14}"/>
              </a:ext>
            </a:extLst>
          </p:cNvPr>
          <p:cNvSpPr>
            <a:spLocks noGrp="1"/>
          </p:cNvSpPr>
          <p:nvPr/>
        </p:nvSpPr>
        <p:spPr>
          <a:xfrm>
            <a:off x="279191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9" name="Stage1_sixpanel_7810">
            <a:extLst>
              <a:ext uri="{FF2B5EF4-FFF2-40B4-BE49-F238E27FC236}">
                <a16:creationId xmlns:a16="http://schemas.microsoft.com/office/drawing/2014/main" id="{8C96CF17-BCE0-4D98-B5E3-C90304B9A644}"/>
              </a:ext>
            </a:extLst>
          </p:cNvPr>
          <p:cNvSpPr>
            <a:spLocks noGrp="1"/>
          </p:cNvSpPr>
          <p:nvPr/>
        </p:nvSpPr>
        <p:spPr>
          <a:xfrm>
            <a:off x="271429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0" name="Stage1_sixpanel_7811">
            <a:extLst>
              <a:ext uri="{FF2B5EF4-FFF2-40B4-BE49-F238E27FC236}">
                <a16:creationId xmlns:a16="http://schemas.microsoft.com/office/drawing/2014/main" id="{E61AC212-E02C-4652-88A5-47184D1B5F55}"/>
              </a:ext>
            </a:extLst>
          </p:cNvPr>
          <p:cNvSpPr>
            <a:spLocks noGrp="1"/>
          </p:cNvSpPr>
          <p:nvPr/>
        </p:nvSpPr>
        <p:spPr>
          <a:xfrm>
            <a:off x="262259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1" name="Stage1_sixpanel_7812">
            <a:extLst>
              <a:ext uri="{FF2B5EF4-FFF2-40B4-BE49-F238E27FC236}">
                <a16:creationId xmlns:a16="http://schemas.microsoft.com/office/drawing/2014/main" id="{5617E395-2E1B-4F4D-8C19-D7ED40AD66CD}"/>
              </a:ext>
            </a:extLst>
          </p:cNvPr>
          <p:cNvSpPr>
            <a:spLocks noGrp="1"/>
          </p:cNvSpPr>
          <p:nvPr/>
        </p:nvSpPr>
        <p:spPr>
          <a:xfrm>
            <a:off x="268082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2" name="Stage1_sixpanel_7813">
            <a:extLst>
              <a:ext uri="{FF2B5EF4-FFF2-40B4-BE49-F238E27FC236}">
                <a16:creationId xmlns:a16="http://schemas.microsoft.com/office/drawing/2014/main" id="{98C66554-700D-48C6-ABEA-82061218A068}"/>
              </a:ext>
            </a:extLst>
          </p:cNvPr>
          <p:cNvSpPr>
            <a:spLocks noGrp="1"/>
          </p:cNvSpPr>
          <p:nvPr/>
        </p:nvSpPr>
        <p:spPr>
          <a:xfrm>
            <a:off x="282103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3" name="Stage1_sixpanel_7814">
            <a:extLst>
              <a:ext uri="{FF2B5EF4-FFF2-40B4-BE49-F238E27FC236}">
                <a16:creationId xmlns:a16="http://schemas.microsoft.com/office/drawing/2014/main" id="{38BD30BF-50DC-4C9E-AA2D-B3FF5DBE7C95}"/>
              </a:ext>
            </a:extLst>
          </p:cNvPr>
          <p:cNvSpPr>
            <a:spLocks noGrp="1"/>
          </p:cNvSpPr>
          <p:nvPr/>
        </p:nvSpPr>
        <p:spPr>
          <a:xfrm>
            <a:off x="2666344" y="807958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4" name="Stage1_sixpanel_7815">
            <a:extLst>
              <a:ext uri="{FF2B5EF4-FFF2-40B4-BE49-F238E27FC236}">
                <a16:creationId xmlns:a16="http://schemas.microsoft.com/office/drawing/2014/main" id="{D15DE70C-EA49-47E6-A48F-941DAB2C3319}"/>
              </a:ext>
            </a:extLst>
          </p:cNvPr>
          <p:cNvSpPr>
            <a:spLocks noGrp="1"/>
          </p:cNvSpPr>
          <p:nvPr/>
        </p:nvSpPr>
        <p:spPr>
          <a:xfrm>
            <a:off x="268439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5" name="Stage1_sixpanel_7816">
            <a:extLst>
              <a:ext uri="{FF2B5EF4-FFF2-40B4-BE49-F238E27FC236}">
                <a16:creationId xmlns:a16="http://schemas.microsoft.com/office/drawing/2014/main" id="{40DA5CFF-2F17-4F12-91F3-CF54FF373634}"/>
              </a:ext>
            </a:extLst>
          </p:cNvPr>
          <p:cNvSpPr>
            <a:spLocks noGrp="1"/>
          </p:cNvSpPr>
          <p:nvPr/>
        </p:nvSpPr>
        <p:spPr>
          <a:xfrm>
            <a:off x="2646145" y="80776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6" name="Stage1_sixpanel_7817">
            <a:extLst>
              <a:ext uri="{FF2B5EF4-FFF2-40B4-BE49-F238E27FC236}">
                <a16:creationId xmlns:a16="http://schemas.microsoft.com/office/drawing/2014/main" id="{983DC1F1-C8DF-463E-A19E-AF125D286E6A}"/>
              </a:ext>
            </a:extLst>
          </p:cNvPr>
          <p:cNvSpPr>
            <a:spLocks noGrp="1"/>
          </p:cNvSpPr>
          <p:nvPr/>
        </p:nvSpPr>
        <p:spPr>
          <a:xfrm>
            <a:off x="270085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7" name="Stage1_sixpanel_7818">
            <a:extLst>
              <a:ext uri="{FF2B5EF4-FFF2-40B4-BE49-F238E27FC236}">
                <a16:creationId xmlns:a16="http://schemas.microsoft.com/office/drawing/2014/main" id="{70DCD8E5-6BDE-46EB-8776-C91B4026CB26}"/>
              </a:ext>
            </a:extLst>
          </p:cNvPr>
          <p:cNvSpPr>
            <a:spLocks noGrp="1"/>
          </p:cNvSpPr>
          <p:nvPr/>
        </p:nvSpPr>
        <p:spPr>
          <a:xfrm>
            <a:off x="2746497" y="80570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8" name="Stage1_sixpanel_7819">
            <a:extLst>
              <a:ext uri="{FF2B5EF4-FFF2-40B4-BE49-F238E27FC236}">
                <a16:creationId xmlns:a16="http://schemas.microsoft.com/office/drawing/2014/main" id="{BEC85872-5D07-481C-BC1A-45CBA9574481}"/>
              </a:ext>
            </a:extLst>
          </p:cNvPr>
          <p:cNvSpPr>
            <a:spLocks noGrp="1"/>
          </p:cNvSpPr>
          <p:nvPr/>
        </p:nvSpPr>
        <p:spPr>
          <a:xfrm>
            <a:off x="2839813" y="803618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9" name="Stage1_sixpanel_7820">
            <a:extLst>
              <a:ext uri="{FF2B5EF4-FFF2-40B4-BE49-F238E27FC236}">
                <a16:creationId xmlns:a16="http://schemas.microsoft.com/office/drawing/2014/main" id="{D7F90FA5-9BE6-4C36-A4EF-F172E7AF6338}"/>
              </a:ext>
            </a:extLst>
          </p:cNvPr>
          <p:cNvSpPr>
            <a:spLocks noGrp="1"/>
          </p:cNvSpPr>
          <p:nvPr/>
        </p:nvSpPr>
        <p:spPr>
          <a:xfrm>
            <a:off x="2834477" y="797029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0" name="Stage1_sixpanel_7821">
            <a:extLst>
              <a:ext uri="{FF2B5EF4-FFF2-40B4-BE49-F238E27FC236}">
                <a16:creationId xmlns:a16="http://schemas.microsoft.com/office/drawing/2014/main" id="{A645A532-CA3D-448D-9486-B6814611D593}"/>
              </a:ext>
            </a:extLst>
          </p:cNvPr>
          <p:cNvSpPr>
            <a:spLocks noGrp="1"/>
          </p:cNvSpPr>
          <p:nvPr/>
        </p:nvSpPr>
        <p:spPr>
          <a:xfrm>
            <a:off x="2732688" y="80758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1" name="Stage1_sixpanel_7822">
            <a:extLst>
              <a:ext uri="{FF2B5EF4-FFF2-40B4-BE49-F238E27FC236}">
                <a16:creationId xmlns:a16="http://schemas.microsoft.com/office/drawing/2014/main" id="{477FC316-3207-4B99-96A5-477812B9110F}"/>
              </a:ext>
            </a:extLst>
          </p:cNvPr>
          <p:cNvSpPr>
            <a:spLocks noGrp="1"/>
          </p:cNvSpPr>
          <p:nvPr/>
        </p:nvSpPr>
        <p:spPr>
          <a:xfrm>
            <a:off x="2838398" y="807957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2" name="Stage1_sixpanel_7823">
            <a:extLst>
              <a:ext uri="{FF2B5EF4-FFF2-40B4-BE49-F238E27FC236}">
                <a16:creationId xmlns:a16="http://schemas.microsoft.com/office/drawing/2014/main" id="{5682B143-8858-48B5-B83A-F59D7DDA7506}"/>
              </a:ext>
            </a:extLst>
          </p:cNvPr>
          <p:cNvSpPr>
            <a:spLocks noGrp="1"/>
          </p:cNvSpPr>
          <p:nvPr/>
        </p:nvSpPr>
        <p:spPr>
          <a:xfrm>
            <a:off x="2734350" y="802385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3" name="Stage1_sixpanel_7824">
            <a:extLst>
              <a:ext uri="{FF2B5EF4-FFF2-40B4-BE49-F238E27FC236}">
                <a16:creationId xmlns:a16="http://schemas.microsoft.com/office/drawing/2014/main" id="{7E46708A-FF89-4970-A2C2-81728D76EF19}"/>
              </a:ext>
            </a:extLst>
          </p:cNvPr>
          <p:cNvSpPr>
            <a:spLocks noGrp="1"/>
          </p:cNvSpPr>
          <p:nvPr/>
        </p:nvSpPr>
        <p:spPr>
          <a:xfrm>
            <a:off x="281999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4" name="Stage1_sixpanel_7825">
            <a:extLst>
              <a:ext uri="{FF2B5EF4-FFF2-40B4-BE49-F238E27FC236}">
                <a16:creationId xmlns:a16="http://schemas.microsoft.com/office/drawing/2014/main" id="{7E5BFA65-27B2-450E-B066-6DABA4CA68CB}"/>
              </a:ext>
            </a:extLst>
          </p:cNvPr>
          <p:cNvSpPr>
            <a:spLocks noGrp="1"/>
          </p:cNvSpPr>
          <p:nvPr/>
        </p:nvSpPr>
        <p:spPr>
          <a:xfrm>
            <a:off x="2638564" y="801649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5" name="Stage1_sixpanel_7826">
            <a:extLst>
              <a:ext uri="{FF2B5EF4-FFF2-40B4-BE49-F238E27FC236}">
                <a16:creationId xmlns:a16="http://schemas.microsoft.com/office/drawing/2014/main" id="{75630EAB-A307-4BC0-A80C-5A003365005E}"/>
              </a:ext>
            </a:extLst>
          </p:cNvPr>
          <p:cNvSpPr>
            <a:spLocks noGrp="1"/>
          </p:cNvSpPr>
          <p:nvPr/>
        </p:nvSpPr>
        <p:spPr>
          <a:xfrm>
            <a:off x="262519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6" name="Stage1_sixpanel_7827">
            <a:extLst>
              <a:ext uri="{FF2B5EF4-FFF2-40B4-BE49-F238E27FC236}">
                <a16:creationId xmlns:a16="http://schemas.microsoft.com/office/drawing/2014/main" id="{2C17A916-C0C0-4121-B885-6C25F20AB798}"/>
              </a:ext>
            </a:extLst>
          </p:cNvPr>
          <p:cNvSpPr>
            <a:spLocks noGrp="1"/>
          </p:cNvSpPr>
          <p:nvPr/>
        </p:nvSpPr>
        <p:spPr>
          <a:xfrm>
            <a:off x="270856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7" name="Stage1_sixpanel_7828">
            <a:extLst>
              <a:ext uri="{FF2B5EF4-FFF2-40B4-BE49-F238E27FC236}">
                <a16:creationId xmlns:a16="http://schemas.microsoft.com/office/drawing/2014/main" id="{D1488C61-6BF7-42C7-A9BF-3273F50AF1E7}"/>
              </a:ext>
            </a:extLst>
          </p:cNvPr>
          <p:cNvSpPr>
            <a:spLocks noGrp="1"/>
          </p:cNvSpPr>
          <p:nvPr/>
        </p:nvSpPr>
        <p:spPr>
          <a:xfrm>
            <a:off x="266500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8" name="Stage1_sixpanel_7829">
            <a:extLst>
              <a:ext uri="{FF2B5EF4-FFF2-40B4-BE49-F238E27FC236}">
                <a16:creationId xmlns:a16="http://schemas.microsoft.com/office/drawing/2014/main" id="{E0C40961-79B9-4150-AC67-E17517569F65}"/>
              </a:ext>
            </a:extLst>
          </p:cNvPr>
          <p:cNvSpPr>
            <a:spLocks noGrp="1"/>
          </p:cNvSpPr>
          <p:nvPr/>
        </p:nvSpPr>
        <p:spPr>
          <a:xfrm>
            <a:off x="2690894" y="80653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9" name="Stage1_sixpanel_7830">
            <a:extLst>
              <a:ext uri="{FF2B5EF4-FFF2-40B4-BE49-F238E27FC236}">
                <a16:creationId xmlns:a16="http://schemas.microsoft.com/office/drawing/2014/main" id="{6E6D5D1D-266C-470B-BBCA-C27AC0BF5208}"/>
              </a:ext>
            </a:extLst>
          </p:cNvPr>
          <p:cNvSpPr>
            <a:spLocks noGrp="1"/>
          </p:cNvSpPr>
          <p:nvPr/>
        </p:nvSpPr>
        <p:spPr>
          <a:xfrm>
            <a:off x="26627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0" name="Stage1_sixpanel_7831">
            <a:extLst>
              <a:ext uri="{FF2B5EF4-FFF2-40B4-BE49-F238E27FC236}">
                <a16:creationId xmlns:a16="http://schemas.microsoft.com/office/drawing/2014/main" id="{24E0ACAD-1D7E-4465-9E9E-6D5E029EE29B}"/>
              </a:ext>
            </a:extLst>
          </p:cNvPr>
          <p:cNvSpPr>
            <a:spLocks noGrp="1"/>
          </p:cNvSpPr>
          <p:nvPr/>
        </p:nvSpPr>
        <p:spPr>
          <a:xfrm>
            <a:off x="2706642" y="804806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1" name="Stage1_sixpanel_7832">
            <a:extLst>
              <a:ext uri="{FF2B5EF4-FFF2-40B4-BE49-F238E27FC236}">
                <a16:creationId xmlns:a16="http://schemas.microsoft.com/office/drawing/2014/main" id="{F72D97FD-12DC-4376-BE6F-69A0BFDD7C45}"/>
              </a:ext>
            </a:extLst>
          </p:cNvPr>
          <p:cNvSpPr>
            <a:spLocks noGrp="1"/>
          </p:cNvSpPr>
          <p:nvPr/>
        </p:nvSpPr>
        <p:spPr>
          <a:xfrm>
            <a:off x="2731984" y="806805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2" name="Stage1_sixpanel_7833">
            <a:extLst>
              <a:ext uri="{FF2B5EF4-FFF2-40B4-BE49-F238E27FC236}">
                <a16:creationId xmlns:a16="http://schemas.microsoft.com/office/drawing/2014/main" id="{ABF1FF66-1E62-45EC-AFF0-3E44E67E427E}"/>
              </a:ext>
            </a:extLst>
          </p:cNvPr>
          <p:cNvSpPr>
            <a:spLocks noGrp="1"/>
          </p:cNvSpPr>
          <p:nvPr/>
        </p:nvSpPr>
        <p:spPr>
          <a:xfrm>
            <a:off x="2827666" y="807485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3" name="Stage1_sixpanel_7834">
            <a:extLst>
              <a:ext uri="{FF2B5EF4-FFF2-40B4-BE49-F238E27FC236}">
                <a16:creationId xmlns:a16="http://schemas.microsoft.com/office/drawing/2014/main" id="{9A0927BA-6F13-412C-BD58-5ABFB52DAD4B}"/>
              </a:ext>
            </a:extLst>
          </p:cNvPr>
          <p:cNvSpPr>
            <a:spLocks noGrp="1"/>
          </p:cNvSpPr>
          <p:nvPr/>
        </p:nvSpPr>
        <p:spPr>
          <a:xfrm>
            <a:off x="2779818" y="80713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4" name="Stage1_sixpanel_7835">
            <a:extLst>
              <a:ext uri="{FF2B5EF4-FFF2-40B4-BE49-F238E27FC236}">
                <a16:creationId xmlns:a16="http://schemas.microsoft.com/office/drawing/2014/main" id="{7C685D57-0886-4D1F-8237-FC65557D85B8}"/>
              </a:ext>
            </a:extLst>
          </p:cNvPr>
          <p:cNvSpPr>
            <a:spLocks noGrp="1"/>
          </p:cNvSpPr>
          <p:nvPr/>
        </p:nvSpPr>
        <p:spPr>
          <a:xfrm>
            <a:off x="2708595" y="808063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5" name="Stage1_sixpanel_7836">
            <a:extLst>
              <a:ext uri="{FF2B5EF4-FFF2-40B4-BE49-F238E27FC236}">
                <a16:creationId xmlns:a16="http://schemas.microsoft.com/office/drawing/2014/main" id="{F58B78E3-4976-4819-98A6-68F580547B9E}"/>
              </a:ext>
            </a:extLst>
          </p:cNvPr>
          <p:cNvSpPr>
            <a:spLocks noGrp="1"/>
          </p:cNvSpPr>
          <p:nvPr/>
        </p:nvSpPr>
        <p:spPr>
          <a:xfrm>
            <a:off x="267462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6" name="Stage1_sixpanel_7837">
            <a:extLst>
              <a:ext uri="{FF2B5EF4-FFF2-40B4-BE49-F238E27FC236}">
                <a16:creationId xmlns:a16="http://schemas.microsoft.com/office/drawing/2014/main" id="{9BE6E303-7C7D-48D9-B374-E3A28BEF57EB}"/>
              </a:ext>
            </a:extLst>
          </p:cNvPr>
          <p:cNvSpPr>
            <a:spLocks noGrp="1"/>
          </p:cNvSpPr>
          <p:nvPr/>
        </p:nvSpPr>
        <p:spPr>
          <a:xfrm>
            <a:off x="284011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7" name="Stage1_sixpanel_7838">
            <a:extLst>
              <a:ext uri="{FF2B5EF4-FFF2-40B4-BE49-F238E27FC236}">
                <a16:creationId xmlns:a16="http://schemas.microsoft.com/office/drawing/2014/main" id="{F906B776-3BBB-42FD-A40C-EC5B8842C07B}"/>
              </a:ext>
            </a:extLst>
          </p:cNvPr>
          <p:cNvSpPr>
            <a:spLocks noGrp="1"/>
          </p:cNvSpPr>
          <p:nvPr/>
        </p:nvSpPr>
        <p:spPr>
          <a:xfrm>
            <a:off x="2661831" y="806953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8" name="Stage1_sixpanel_7839">
            <a:extLst>
              <a:ext uri="{FF2B5EF4-FFF2-40B4-BE49-F238E27FC236}">
                <a16:creationId xmlns:a16="http://schemas.microsoft.com/office/drawing/2014/main" id="{B3C08B29-0097-4F04-A5BA-264885856DC0}"/>
              </a:ext>
            </a:extLst>
          </p:cNvPr>
          <p:cNvSpPr>
            <a:spLocks noGrp="1"/>
          </p:cNvSpPr>
          <p:nvPr/>
        </p:nvSpPr>
        <p:spPr>
          <a:xfrm>
            <a:off x="264038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9" name="Stage1_sixpanel_7840">
            <a:extLst>
              <a:ext uri="{FF2B5EF4-FFF2-40B4-BE49-F238E27FC236}">
                <a16:creationId xmlns:a16="http://schemas.microsoft.com/office/drawing/2014/main" id="{D65524D4-8A1D-4848-BDE9-BECA620BC10E}"/>
              </a:ext>
            </a:extLst>
          </p:cNvPr>
          <p:cNvSpPr>
            <a:spLocks noGrp="1"/>
          </p:cNvSpPr>
          <p:nvPr/>
        </p:nvSpPr>
        <p:spPr>
          <a:xfrm>
            <a:off x="274071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0" name="Stage1_sixpanel_7841">
            <a:extLst>
              <a:ext uri="{FF2B5EF4-FFF2-40B4-BE49-F238E27FC236}">
                <a16:creationId xmlns:a16="http://schemas.microsoft.com/office/drawing/2014/main" id="{1CC83D18-A430-4731-8725-F8F84444E1B3}"/>
              </a:ext>
            </a:extLst>
          </p:cNvPr>
          <p:cNvSpPr>
            <a:spLocks noGrp="1"/>
          </p:cNvSpPr>
          <p:nvPr/>
        </p:nvSpPr>
        <p:spPr>
          <a:xfrm>
            <a:off x="2823050" y="80791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1" name="Stage1_sixpanel_7842">
            <a:extLst>
              <a:ext uri="{FF2B5EF4-FFF2-40B4-BE49-F238E27FC236}">
                <a16:creationId xmlns:a16="http://schemas.microsoft.com/office/drawing/2014/main" id="{15C9D617-2E3B-45C7-A348-05E961DA693B}"/>
              </a:ext>
            </a:extLst>
          </p:cNvPr>
          <p:cNvSpPr>
            <a:spLocks noGrp="1"/>
          </p:cNvSpPr>
          <p:nvPr/>
        </p:nvSpPr>
        <p:spPr>
          <a:xfrm>
            <a:off x="2828887" y="807065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2" name="Stage1_sixpanel_7843">
            <a:extLst>
              <a:ext uri="{FF2B5EF4-FFF2-40B4-BE49-F238E27FC236}">
                <a16:creationId xmlns:a16="http://schemas.microsoft.com/office/drawing/2014/main" id="{6FEED827-A70B-4E16-840F-B06A44486B6F}"/>
              </a:ext>
            </a:extLst>
          </p:cNvPr>
          <p:cNvSpPr>
            <a:spLocks noGrp="1"/>
          </p:cNvSpPr>
          <p:nvPr/>
        </p:nvSpPr>
        <p:spPr>
          <a:xfrm>
            <a:off x="266703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3" name="Stage1_sixpanel_7844">
            <a:extLst>
              <a:ext uri="{FF2B5EF4-FFF2-40B4-BE49-F238E27FC236}">
                <a16:creationId xmlns:a16="http://schemas.microsoft.com/office/drawing/2014/main" id="{ED56C359-AE68-496C-A620-FE17282ABF2E}"/>
              </a:ext>
            </a:extLst>
          </p:cNvPr>
          <p:cNvSpPr>
            <a:spLocks noGrp="1"/>
          </p:cNvSpPr>
          <p:nvPr/>
        </p:nvSpPr>
        <p:spPr>
          <a:xfrm>
            <a:off x="2806047" y="807718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4" name="Stage1_sixpanel_7845">
            <a:extLst>
              <a:ext uri="{FF2B5EF4-FFF2-40B4-BE49-F238E27FC236}">
                <a16:creationId xmlns:a16="http://schemas.microsoft.com/office/drawing/2014/main" id="{3C79AB2F-34A2-4995-BB88-8B33ED983CF2}"/>
              </a:ext>
            </a:extLst>
          </p:cNvPr>
          <p:cNvSpPr>
            <a:spLocks noGrp="1"/>
          </p:cNvSpPr>
          <p:nvPr/>
        </p:nvSpPr>
        <p:spPr>
          <a:xfrm>
            <a:off x="2791545" y="805875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5" name="Stage1_sixpanel_7846">
            <a:extLst>
              <a:ext uri="{FF2B5EF4-FFF2-40B4-BE49-F238E27FC236}">
                <a16:creationId xmlns:a16="http://schemas.microsoft.com/office/drawing/2014/main" id="{6135068D-BA0C-4FCE-949A-CA3952BAF436}"/>
              </a:ext>
            </a:extLst>
          </p:cNvPr>
          <p:cNvSpPr>
            <a:spLocks noGrp="1"/>
          </p:cNvSpPr>
          <p:nvPr/>
        </p:nvSpPr>
        <p:spPr>
          <a:xfrm>
            <a:off x="275906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6" name="Stage1_sixpanel_7847">
            <a:extLst>
              <a:ext uri="{FF2B5EF4-FFF2-40B4-BE49-F238E27FC236}">
                <a16:creationId xmlns:a16="http://schemas.microsoft.com/office/drawing/2014/main" id="{6DAE8136-9892-42D2-8CF8-1281CF7483E8}"/>
              </a:ext>
            </a:extLst>
          </p:cNvPr>
          <p:cNvSpPr>
            <a:spLocks noGrp="1"/>
          </p:cNvSpPr>
          <p:nvPr/>
        </p:nvSpPr>
        <p:spPr>
          <a:xfrm>
            <a:off x="270411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7" name="Stage1_sixpanel_7848">
            <a:extLst>
              <a:ext uri="{FF2B5EF4-FFF2-40B4-BE49-F238E27FC236}">
                <a16:creationId xmlns:a16="http://schemas.microsoft.com/office/drawing/2014/main" id="{21015FA2-89B5-47D2-BE0B-6010A444374A}"/>
              </a:ext>
            </a:extLst>
          </p:cNvPr>
          <p:cNvSpPr>
            <a:spLocks noGrp="1"/>
          </p:cNvSpPr>
          <p:nvPr/>
        </p:nvSpPr>
        <p:spPr>
          <a:xfrm>
            <a:off x="280544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8" name="Stage1_sixpanel_7849">
            <a:extLst>
              <a:ext uri="{FF2B5EF4-FFF2-40B4-BE49-F238E27FC236}">
                <a16:creationId xmlns:a16="http://schemas.microsoft.com/office/drawing/2014/main" id="{0531A9FA-B581-4E29-878C-66CF9C04C500}"/>
              </a:ext>
            </a:extLst>
          </p:cNvPr>
          <p:cNvSpPr>
            <a:spLocks noGrp="1"/>
          </p:cNvSpPr>
          <p:nvPr/>
        </p:nvSpPr>
        <p:spPr>
          <a:xfrm>
            <a:off x="266298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9" name="Stage1_sixpanel_7850">
            <a:extLst>
              <a:ext uri="{FF2B5EF4-FFF2-40B4-BE49-F238E27FC236}">
                <a16:creationId xmlns:a16="http://schemas.microsoft.com/office/drawing/2014/main" id="{1AEFB94A-F095-43F4-B615-C6FB8AE70AA4}"/>
              </a:ext>
            </a:extLst>
          </p:cNvPr>
          <p:cNvSpPr>
            <a:spLocks noGrp="1"/>
          </p:cNvSpPr>
          <p:nvPr/>
        </p:nvSpPr>
        <p:spPr>
          <a:xfrm>
            <a:off x="2654098" y="806715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0" name="Stage1_sixpanel_7851">
            <a:extLst>
              <a:ext uri="{FF2B5EF4-FFF2-40B4-BE49-F238E27FC236}">
                <a16:creationId xmlns:a16="http://schemas.microsoft.com/office/drawing/2014/main" id="{FE8B7929-2200-4B2E-AA82-4A66634773B9}"/>
              </a:ext>
            </a:extLst>
          </p:cNvPr>
          <p:cNvSpPr>
            <a:spLocks noGrp="1"/>
          </p:cNvSpPr>
          <p:nvPr/>
        </p:nvSpPr>
        <p:spPr>
          <a:xfrm>
            <a:off x="275011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1" name="Stage1_sixpanel_7852">
            <a:extLst>
              <a:ext uri="{FF2B5EF4-FFF2-40B4-BE49-F238E27FC236}">
                <a16:creationId xmlns:a16="http://schemas.microsoft.com/office/drawing/2014/main" id="{BED41633-0CD0-4BBC-9324-2882479383D1}"/>
              </a:ext>
            </a:extLst>
          </p:cNvPr>
          <p:cNvSpPr>
            <a:spLocks noGrp="1"/>
          </p:cNvSpPr>
          <p:nvPr/>
        </p:nvSpPr>
        <p:spPr>
          <a:xfrm>
            <a:off x="2729066" y="804470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2" name="Stage1_sixpanel_7853">
            <a:extLst>
              <a:ext uri="{FF2B5EF4-FFF2-40B4-BE49-F238E27FC236}">
                <a16:creationId xmlns:a16="http://schemas.microsoft.com/office/drawing/2014/main" id="{E3CD69EA-8082-4B39-8B77-9CA9018F75CD}"/>
              </a:ext>
            </a:extLst>
          </p:cNvPr>
          <p:cNvSpPr>
            <a:spLocks noGrp="1"/>
          </p:cNvSpPr>
          <p:nvPr/>
        </p:nvSpPr>
        <p:spPr>
          <a:xfrm>
            <a:off x="2651448" y="807925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3" name="Stage1_sixpanel_7854">
            <a:extLst>
              <a:ext uri="{FF2B5EF4-FFF2-40B4-BE49-F238E27FC236}">
                <a16:creationId xmlns:a16="http://schemas.microsoft.com/office/drawing/2014/main" id="{3F0B501D-B421-410B-ACAD-D293BC410583}"/>
              </a:ext>
            </a:extLst>
          </p:cNvPr>
          <p:cNvSpPr>
            <a:spLocks noGrp="1"/>
          </p:cNvSpPr>
          <p:nvPr/>
        </p:nvSpPr>
        <p:spPr>
          <a:xfrm>
            <a:off x="2837235" y="806120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4" name="Stage1_sixpanel_7855">
            <a:extLst>
              <a:ext uri="{FF2B5EF4-FFF2-40B4-BE49-F238E27FC236}">
                <a16:creationId xmlns:a16="http://schemas.microsoft.com/office/drawing/2014/main" id="{BE590E7B-722A-469D-8F56-50C0D542718F}"/>
              </a:ext>
            </a:extLst>
          </p:cNvPr>
          <p:cNvSpPr>
            <a:spLocks noGrp="1"/>
          </p:cNvSpPr>
          <p:nvPr/>
        </p:nvSpPr>
        <p:spPr>
          <a:xfrm>
            <a:off x="2807172" y="805852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5" name="Stage1_sixpanel_7856">
            <a:extLst>
              <a:ext uri="{FF2B5EF4-FFF2-40B4-BE49-F238E27FC236}">
                <a16:creationId xmlns:a16="http://schemas.microsoft.com/office/drawing/2014/main" id="{642823D8-EE50-4789-87B4-7455BE36179C}"/>
              </a:ext>
            </a:extLst>
          </p:cNvPr>
          <p:cNvSpPr>
            <a:spLocks noGrp="1"/>
          </p:cNvSpPr>
          <p:nvPr/>
        </p:nvSpPr>
        <p:spPr>
          <a:xfrm>
            <a:off x="2628003" y="798299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6" name="Stage1_sixpanel_7857">
            <a:extLst>
              <a:ext uri="{FF2B5EF4-FFF2-40B4-BE49-F238E27FC236}">
                <a16:creationId xmlns:a16="http://schemas.microsoft.com/office/drawing/2014/main" id="{8DACD839-5CB7-4D3F-A6DD-E8F14FF8946D}"/>
              </a:ext>
            </a:extLst>
          </p:cNvPr>
          <p:cNvSpPr>
            <a:spLocks noGrp="1"/>
          </p:cNvSpPr>
          <p:nvPr/>
        </p:nvSpPr>
        <p:spPr>
          <a:xfrm>
            <a:off x="2831153" y="806787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7" name="Stage1_sixpanel_7858">
            <a:extLst>
              <a:ext uri="{FF2B5EF4-FFF2-40B4-BE49-F238E27FC236}">
                <a16:creationId xmlns:a16="http://schemas.microsoft.com/office/drawing/2014/main" id="{467126D4-C541-4DD5-8800-4921BD883A0C}"/>
              </a:ext>
            </a:extLst>
          </p:cNvPr>
          <p:cNvSpPr>
            <a:spLocks noGrp="1"/>
          </p:cNvSpPr>
          <p:nvPr/>
        </p:nvSpPr>
        <p:spPr>
          <a:xfrm>
            <a:off x="276838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8" name="Stage1_sixpanel_7859">
            <a:extLst>
              <a:ext uri="{FF2B5EF4-FFF2-40B4-BE49-F238E27FC236}">
                <a16:creationId xmlns:a16="http://schemas.microsoft.com/office/drawing/2014/main" id="{6A2F6353-E6DA-4683-B94E-8D8B0D48EF7C}"/>
              </a:ext>
            </a:extLst>
          </p:cNvPr>
          <p:cNvSpPr>
            <a:spLocks noGrp="1"/>
          </p:cNvSpPr>
          <p:nvPr/>
        </p:nvSpPr>
        <p:spPr>
          <a:xfrm>
            <a:off x="2666711" y="80755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9" name="Stage1_sixpanel_7860">
            <a:extLst>
              <a:ext uri="{FF2B5EF4-FFF2-40B4-BE49-F238E27FC236}">
                <a16:creationId xmlns:a16="http://schemas.microsoft.com/office/drawing/2014/main" id="{9F556EB4-716F-4D3E-A8C8-5FA27B695A41}"/>
              </a:ext>
            </a:extLst>
          </p:cNvPr>
          <p:cNvSpPr>
            <a:spLocks noGrp="1"/>
          </p:cNvSpPr>
          <p:nvPr/>
        </p:nvSpPr>
        <p:spPr>
          <a:xfrm>
            <a:off x="2748782" y="808201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0" name="Stage1_sixpanel_7861">
            <a:extLst>
              <a:ext uri="{FF2B5EF4-FFF2-40B4-BE49-F238E27FC236}">
                <a16:creationId xmlns:a16="http://schemas.microsoft.com/office/drawing/2014/main" id="{D34C5B95-DF6F-43E7-A47E-42AB08123A49}"/>
              </a:ext>
            </a:extLst>
          </p:cNvPr>
          <p:cNvSpPr>
            <a:spLocks noGrp="1"/>
          </p:cNvSpPr>
          <p:nvPr/>
        </p:nvSpPr>
        <p:spPr>
          <a:xfrm>
            <a:off x="2760884" y="789063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1" name="Stage1_sixpanel_7862">
            <a:extLst>
              <a:ext uri="{FF2B5EF4-FFF2-40B4-BE49-F238E27FC236}">
                <a16:creationId xmlns:a16="http://schemas.microsoft.com/office/drawing/2014/main" id="{3D18C308-DFB8-473F-9D80-64CE42CF1937}"/>
              </a:ext>
            </a:extLst>
          </p:cNvPr>
          <p:cNvSpPr>
            <a:spLocks noGrp="1"/>
          </p:cNvSpPr>
          <p:nvPr/>
        </p:nvSpPr>
        <p:spPr>
          <a:xfrm>
            <a:off x="281443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2" name="Stage1_sixpanel_7863">
            <a:extLst>
              <a:ext uri="{FF2B5EF4-FFF2-40B4-BE49-F238E27FC236}">
                <a16:creationId xmlns:a16="http://schemas.microsoft.com/office/drawing/2014/main" id="{51F0DA79-0C7B-44B0-A393-1F5D45B01AAF}"/>
              </a:ext>
            </a:extLst>
          </p:cNvPr>
          <p:cNvSpPr>
            <a:spLocks noGrp="1"/>
          </p:cNvSpPr>
          <p:nvPr/>
        </p:nvSpPr>
        <p:spPr>
          <a:xfrm>
            <a:off x="2645713" y="805332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3" name="Stage1_sixpanel_7864">
            <a:extLst>
              <a:ext uri="{FF2B5EF4-FFF2-40B4-BE49-F238E27FC236}">
                <a16:creationId xmlns:a16="http://schemas.microsoft.com/office/drawing/2014/main" id="{24807D9E-C3C0-42DF-9801-DFE2FA1E5FA0}"/>
              </a:ext>
            </a:extLst>
          </p:cNvPr>
          <p:cNvSpPr>
            <a:spLocks noGrp="1"/>
          </p:cNvSpPr>
          <p:nvPr/>
        </p:nvSpPr>
        <p:spPr>
          <a:xfrm>
            <a:off x="3468721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08227" y="1237437"/>
                </a:moveTo>
                <a:lnTo>
                  <a:pt x="131125" y="1237437"/>
                </a:lnTo>
                <a:lnTo>
                  <a:pt x="131510" y="1229703"/>
                </a:lnTo>
                <a:lnTo>
                  <a:pt x="132638" y="1221969"/>
                </a:lnTo>
                <a:lnTo>
                  <a:pt x="134434" y="1214235"/>
                </a:lnTo>
                <a:lnTo>
                  <a:pt x="136783" y="1206502"/>
                </a:lnTo>
                <a:lnTo>
                  <a:pt x="139541" y="1198768"/>
                </a:lnTo>
                <a:lnTo>
                  <a:pt x="142550" y="1191034"/>
                </a:lnTo>
                <a:lnTo>
                  <a:pt x="145654" y="1183300"/>
                </a:lnTo>
                <a:lnTo>
                  <a:pt x="148709" y="1175566"/>
                </a:lnTo>
                <a:lnTo>
                  <a:pt x="151599" y="1167832"/>
                </a:lnTo>
                <a:lnTo>
                  <a:pt x="154234" y="1160098"/>
                </a:lnTo>
                <a:lnTo>
                  <a:pt x="156559" y="1152364"/>
                </a:lnTo>
                <a:lnTo>
                  <a:pt x="158550" y="1144630"/>
                </a:lnTo>
                <a:lnTo>
                  <a:pt x="160208" y="1136896"/>
                </a:lnTo>
                <a:lnTo>
                  <a:pt x="161557" y="1129162"/>
                </a:lnTo>
                <a:lnTo>
                  <a:pt x="162632" y="1121428"/>
                </a:lnTo>
                <a:lnTo>
                  <a:pt x="163479" y="1113694"/>
                </a:lnTo>
                <a:lnTo>
                  <a:pt x="164143" y="1105960"/>
                </a:lnTo>
                <a:lnTo>
                  <a:pt x="164668" y="1098226"/>
                </a:lnTo>
                <a:lnTo>
                  <a:pt x="165090" y="1090492"/>
                </a:lnTo>
                <a:lnTo>
                  <a:pt x="165440" y="1082758"/>
                </a:lnTo>
                <a:lnTo>
                  <a:pt x="165736" y="1075024"/>
                </a:lnTo>
                <a:lnTo>
                  <a:pt x="165991" y="1067290"/>
                </a:lnTo>
                <a:lnTo>
                  <a:pt x="166207" y="1059556"/>
                </a:lnTo>
                <a:lnTo>
                  <a:pt x="166380" y="1051822"/>
                </a:lnTo>
                <a:lnTo>
                  <a:pt x="166502" y="1044088"/>
                </a:lnTo>
                <a:lnTo>
                  <a:pt x="166561" y="1036354"/>
                </a:lnTo>
                <a:lnTo>
                  <a:pt x="166545" y="1028620"/>
                </a:lnTo>
                <a:lnTo>
                  <a:pt x="166442" y="1020886"/>
                </a:lnTo>
                <a:lnTo>
                  <a:pt x="166246" y="1013152"/>
                </a:lnTo>
                <a:lnTo>
                  <a:pt x="165952" y="1005418"/>
                </a:lnTo>
                <a:lnTo>
                  <a:pt x="165562" y="997684"/>
                </a:lnTo>
                <a:lnTo>
                  <a:pt x="165085" y="989950"/>
                </a:lnTo>
                <a:lnTo>
                  <a:pt x="164534" y="982216"/>
                </a:lnTo>
                <a:lnTo>
                  <a:pt x="163930" y="974482"/>
                </a:lnTo>
                <a:lnTo>
                  <a:pt x="163294" y="966748"/>
                </a:lnTo>
                <a:lnTo>
                  <a:pt x="162651" y="959014"/>
                </a:lnTo>
                <a:lnTo>
                  <a:pt x="162028" y="951280"/>
                </a:lnTo>
                <a:lnTo>
                  <a:pt x="161447" y="943546"/>
                </a:lnTo>
                <a:lnTo>
                  <a:pt x="160927" y="935812"/>
                </a:lnTo>
                <a:lnTo>
                  <a:pt x="160481" y="928078"/>
                </a:lnTo>
                <a:lnTo>
                  <a:pt x="160118" y="920344"/>
                </a:lnTo>
                <a:lnTo>
                  <a:pt x="159839" y="912610"/>
                </a:lnTo>
                <a:lnTo>
                  <a:pt x="159641" y="904876"/>
                </a:lnTo>
                <a:lnTo>
                  <a:pt x="159514" y="897142"/>
                </a:lnTo>
                <a:lnTo>
                  <a:pt x="159450" y="889408"/>
                </a:lnTo>
                <a:lnTo>
                  <a:pt x="159440" y="881674"/>
                </a:lnTo>
                <a:lnTo>
                  <a:pt x="159476" y="873940"/>
                </a:lnTo>
                <a:lnTo>
                  <a:pt x="159555" y="866206"/>
                </a:lnTo>
                <a:lnTo>
                  <a:pt x="159675" y="858472"/>
                </a:lnTo>
                <a:lnTo>
                  <a:pt x="159839" y="850738"/>
                </a:lnTo>
                <a:lnTo>
                  <a:pt x="160052" y="843004"/>
                </a:lnTo>
                <a:lnTo>
                  <a:pt x="160317" y="835270"/>
                </a:lnTo>
                <a:lnTo>
                  <a:pt x="160637" y="827536"/>
                </a:lnTo>
                <a:lnTo>
                  <a:pt x="161009" y="819802"/>
                </a:lnTo>
                <a:lnTo>
                  <a:pt x="161425" y="812068"/>
                </a:lnTo>
                <a:lnTo>
                  <a:pt x="161872" y="804334"/>
                </a:lnTo>
                <a:lnTo>
                  <a:pt x="162331" y="796600"/>
                </a:lnTo>
                <a:lnTo>
                  <a:pt x="162779" y="788866"/>
                </a:lnTo>
                <a:lnTo>
                  <a:pt x="163191" y="781132"/>
                </a:lnTo>
                <a:lnTo>
                  <a:pt x="163543" y="773398"/>
                </a:lnTo>
                <a:lnTo>
                  <a:pt x="163811" y="765664"/>
                </a:lnTo>
                <a:lnTo>
                  <a:pt x="163971" y="757930"/>
                </a:lnTo>
                <a:lnTo>
                  <a:pt x="164005" y="750196"/>
                </a:lnTo>
                <a:lnTo>
                  <a:pt x="163895" y="742462"/>
                </a:lnTo>
                <a:lnTo>
                  <a:pt x="163626" y="734728"/>
                </a:lnTo>
                <a:lnTo>
                  <a:pt x="163184" y="726994"/>
                </a:lnTo>
                <a:lnTo>
                  <a:pt x="162558" y="719261"/>
                </a:lnTo>
                <a:lnTo>
                  <a:pt x="161739" y="711527"/>
                </a:lnTo>
                <a:lnTo>
                  <a:pt x="160725" y="703793"/>
                </a:lnTo>
                <a:lnTo>
                  <a:pt x="159522" y="696059"/>
                </a:lnTo>
                <a:lnTo>
                  <a:pt x="158146" y="688325"/>
                </a:lnTo>
                <a:lnTo>
                  <a:pt x="156628" y="680591"/>
                </a:lnTo>
                <a:lnTo>
                  <a:pt x="155016" y="672857"/>
                </a:lnTo>
                <a:lnTo>
                  <a:pt x="153373" y="665123"/>
                </a:lnTo>
                <a:lnTo>
                  <a:pt x="151773" y="657389"/>
                </a:lnTo>
                <a:lnTo>
                  <a:pt x="150299" y="649655"/>
                </a:lnTo>
                <a:lnTo>
                  <a:pt x="149036" y="641921"/>
                </a:lnTo>
                <a:lnTo>
                  <a:pt x="148058" y="634187"/>
                </a:lnTo>
                <a:lnTo>
                  <a:pt x="147426" y="626453"/>
                </a:lnTo>
                <a:lnTo>
                  <a:pt x="147176" y="618719"/>
                </a:lnTo>
                <a:lnTo>
                  <a:pt x="147317" y="610985"/>
                </a:lnTo>
                <a:lnTo>
                  <a:pt x="147829" y="603251"/>
                </a:lnTo>
                <a:lnTo>
                  <a:pt x="148666" y="595517"/>
                </a:lnTo>
                <a:lnTo>
                  <a:pt x="149758" y="587783"/>
                </a:lnTo>
                <a:lnTo>
                  <a:pt x="151024" y="580049"/>
                </a:lnTo>
                <a:lnTo>
                  <a:pt x="152376" y="572315"/>
                </a:lnTo>
                <a:lnTo>
                  <a:pt x="153728" y="564581"/>
                </a:lnTo>
                <a:lnTo>
                  <a:pt x="155007" y="556847"/>
                </a:lnTo>
                <a:lnTo>
                  <a:pt x="156150" y="549113"/>
                </a:lnTo>
                <a:lnTo>
                  <a:pt x="157117" y="541379"/>
                </a:lnTo>
                <a:lnTo>
                  <a:pt x="157878" y="533645"/>
                </a:lnTo>
                <a:lnTo>
                  <a:pt x="158425" y="525911"/>
                </a:lnTo>
                <a:lnTo>
                  <a:pt x="158755" y="518177"/>
                </a:lnTo>
                <a:lnTo>
                  <a:pt x="158879" y="510443"/>
                </a:lnTo>
                <a:lnTo>
                  <a:pt x="158811" y="502709"/>
                </a:lnTo>
                <a:lnTo>
                  <a:pt x="158571" y="494975"/>
                </a:lnTo>
                <a:lnTo>
                  <a:pt x="158182" y="487241"/>
                </a:lnTo>
                <a:lnTo>
                  <a:pt x="157669" y="479507"/>
                </a:lnTo>
                <a:lnTo>
                  <a:pt x="157063" y="471773"/>
                </a:lnTo>
                <a:lnTo>
                  <a:pt x="156399" y="464039"/>
                </a:lnTo>
                <a:lnTo>
                  <a:pt x="155717" y="456305"/>
                </a:lnTo>
                <a:lnTo>
                  <a:pt x="155058" y="448571"/>
                </a:lnTo>
                <a:lnTo>
                  <a:pt x="154466" y="440837"/>
                </a:lnTo>
                <a:lnTo>
                  <a:pt x="153979" y="433103"/>
                </a:lnTo>
                <a:lnTo>
                  <a:pt x="153632" y="425369"/>
                </a:lnTo>
                <a:lnTo>
                  <a:pt x="153446" y="417635"/>
                </a:lnTo>
                <a:lnTo>
                  <a:pt x="153431" y="409901"/>
                </a:lnTo>
                <a:lnTo>
                  <a:pt x="153581" y="402167"/>
                </a:lnTo>
                <a:lnTo>
                  <a:pt x="153876" y="394433"/>
                </a:lnTo>
                <a:lnTo>
                  <a:pt x="154286" y="386699"/>
                </a:lnTo>
                <a:lnTo>
                  <a:pt x="154769" y="378965"/>
                </a:lnTo>
                <a:lnTo>
                  <a:pt x="155282" y="371231"/>
                </a:lnTo>
                <a:lnTo>
                  <a:pt x="155786" y="363497"/>
                </a:lnTo>
                <a:lnTo>
                  <a:pt x="156245" y="355763"/>
                </a:lnTo>
                <a:lnTo>
                  <a:pt x="156635" y="348029"/>
                </a:lnTo>
                <a:lnTo>
                  <a:pt x="156944" y="340295"/>
                </a:lnTo>
                <a:lnTo>
                  <a:pt x="157171" y="332561"/>
                </a:lnTo>
                <a:lnTo>
                  <a:pt x="157326" y="324827"/>
                </a:lnTo>
                <a:lnTo>
                  <a:pt x="157423" y="317093"/>
                </a:lnTo>
                <a:lnTo>
                  <a:pt x="157483" y="309359"/>
                </a:lnTo>
                <a:lnTo>
                  <a:pt x="157525" y="301625"/>
                </a:lnTo>
                <a:lnTo>
                  <a:pt x="157566" y="293891"/>
                </a:lnTo>
                <a:lnTo>
                  <a:pt x="157619" y="286157"/>
                </a:lnTo>
                <a:lnTo>
                  <a:pt x="157692" y="278423"/>
                </a:lnTo>
                <a:lnTo>
                  <a:pt x="157791" y="270689"/>
                </a:lnTo>
                <a:lnTo>
                  <a:pt x="157916" y="262955"/>
                </a:lnTo>
                <a:lnTo>
                  <a:pt x="158069" y="255221"/>
                </a:lnTo>
                <a:lnTo>
                  <a:pt x="158250" y="247487"/>
                </a:lnTo>
                <a:lnTo>
                  <a:pt x="158461" y="239754"/>
                </a:lnTo>
                <a:lnTo>
                  <a:pt x="158707" y="232020"/>
                </a:lnTo>
                <a:lnTo>
                  <a:pt x="158992" y="224286"/>
                </a:lnTo>
                <a:lnTo>
                  <a:pt x="159319" y="216552"/>
                </a:lnTo>
                <a:lnTo>
                  <a:pt x="159692" y="208818"/>
                </a:lnTo>
                <a:lnTo>
                  <a:pt x="160108" y="201084"/>
                </a:lnTo>
                <a:lnTo>
                  <a:pt x="160560" y="193350"/>
                </a:lnTo>
                <a:lnTo>
                  <a:pt x="161030" y="185616"/>
                </a:lnTo>
                <a:lnTo>
                  <a:pt x="161489" y="177882"/>
                </a:lnTo>
                <a:lnTo>
                  <a:pt x="161895" y="170148"/>
                </a:lnTo>
                <a:lnTo>
                  <a:pt x="162186" y="162414"/>
                </a:lnTo>
                <a:lnTo>
                  <a:pt x="162277" y="154680"/>
                </a:lnTo>
                <a:lnTo>
                  <a:pt x="162060" y="146946"/>
                </a:lnTo>
                <a:lnTo>
                  <a:pt x="161395" y="139212"/>
                </a:lnTo>
                <a:lnTo>
                  <a:pt x="160113" y="131478"/>
                </a:lnTo>
                <a:lnTo>
                  <a:pt x="158016" y="123744"/>
                </a:lnTo>
                <a:lnTo>
                  <a:pt x="154882" y="116010"/>
                </a:lnTo>
                <a:lnTo>
                  <a:pt x="150479" y="108276"/>
                </a:lnTo>
                <a:lnTo>
                  <a:pt x="144583" y="100542"/>
                </a:lnTo>
                <a:lnTo>
                  <a:pt x="137008" y="92808"/>
                </a:lnTo>
                <a:lnTo>
                  <a:pt x="127634" y="85074"/>
                </a:lnTo>
                <a:lnTo>
                  <a:pt x="116444" y="77340"/>
                </a:lnTo>
                <a:lnTo>
                  <a:pt x="103554" y="69606"/>
                </a:lnTo>
                <a:lnTo>
                  <a:pt x="89244" y="61872"/>
                </a:lnTo>
                <a:lnTo>
                  <a:pt x="73962" y="54138"/>
                </a:lnTo>
                <a:lnTo>
                  <a:pt x="58319" y="46404"/>
                </a:lnTo>
                <a:lnTo>
                  <a:pt x="43058" y="38670"/>
                </a:lnTo>
                <a:lnTo>
                  <a:pt x="29003" y="30936"/>
                </a:lnTo>
                <a:lnTo>
                  <a:pt x="16986" y="23202"/>
                </a:lnTo>
                <a:lnTo>
                  <a:pt x="7773" y="15468"/>
                </a:lnTo>
                <a:lnTo>
                  <a:pt x="1978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374" y="7734"/>
                </a:lnTo>
                <a:lnTo>
                  <a:pt x="331579" y="15468"/>
                </a:lnTo>
                <a:lnTo>
                  <a:pt x="322365" y="23202"/>
                </a:lnTo>
                <a:lnTo>
                  <a:pt x="310349" y="30936"/>
                </a:lnTo>
                <a:lnTo>
                  <a:pt x="296294" y="38670"/>
                </a:lnTo>
                <a:lnTo>
                  <a:pt x="281033" y="46404"/>
                </a:lnTo>
                <a:lnTo>
                  <a:pt x="265390" y="54138"/>
                </a:lnTo>
                <a:lnTo>
                  <a:pt x="250108" y="61872"/>
                </a:lnTo>
                <a:lnTo>
                  <a:pt x="235798" y="69606"/>
                </a:lnTo>
                <a:lnTo>
                  <a:pt x="222908" y="77340"/>
                </a:lnTo>
                <a:lnTo>
                  <a:pt x="211717" y="85074"/>
                </a:lnTo>
                <a:lnTo>
                  <a:pt x="202343" y="92808"/>
                </a:lnTo>
                <a:lnTo>
                  <a:pt x="194769" y="100542"/>
                </a:lnTo>
                <a:lnTo>
                  <a:pt x="188873" y="108276"/>
                </a:lnTo>
                <a:lnTo>
                  <a:pt x="184470" y="116010"/>
                </a:lnTo>
                <a:lnTo>
                  <a:pt x="181336" y="123744"/>
                </a:lnTo>
                <a:lnTo>
                  <a:pt x="179238" y="131478"/>
                </a:lnTo>
                <a:lnTo>
                  <a:pt x="177957" y="139212"/>
                </a:lnTo>
                <a:lnTo>
                  <a:pt x="177292" y="146946"/>
                </a:lnTo>
                <a:lnTo>
                  <a:pt x="177075" y="154680"/>
                </a:lnTo>
                <a:lnTo>
                  <a:pt x="177166" y="162414"/>
                </a:lnTo>
                <a:lnTo>
                  <a:pt x="177457" y="170148"/>
                </a:lnTo>
                <a:lnTo>
                  <a:pt x="177862" y="177882"/>
                </a:lnTo>
                <a:lnTo>
                  <a:pt x="178322" y="185616"/>
                </a:lnTo>
                <a:lnTo>
                  <a:pt x="178792" y="193350"/>
                </a:lnTo>
                <a:lnTo>
                  <a:pt x="179243" y="201084"/>
                </a:lnTo>
                <a:lnTo>
                  <a:pt x="179660" y="208818"/>
                </a:lnTo>
                <a:lnTo>
                  <a:pt x="180032" y="216552"/>
                </a:lnTo>
                <a:lnTo>
                  <a:pt x="180360" y="224286"/>
                </a:lnTo>
                <a:lnTo>
                  <a:pt x="180645" y="232020"/>
                </a:lnTo>
                <a:lnTo>
                  <a:pt x="180891" y="239754"/>
                </a:lnTo>
                <a:lnTo>
                  <a:pt x="181102" y="247487"/>
                </a:lnTo>
                <a:lnTo>
                  <a:pt x="181283" y="255221"/>
                </a:lnTo>
                <a:lnTo>
                  <a:pt x="181436" y="262955"/>
                </a:lnTo>
                <a:lnTo>
                  <a:pt x="181561" y="270689"/>
                </a:lnTo>
                <a:lnTo>
                  <a:pt x="181659" y="278423"/>
                </a:lnTo>
                <a:lnTo>
                  <a:pt x="181733" y="286157"/>
                </a:lnTo>
                <a:lnTo>
                  <a:pt x="181786" y="293891"/>
                </a:lnTo>
                <a:lnTo>
                  <a:pt x="181827" y="301625"/>
                </a:lnTo>
                <a:lnTo>
                  <a:pt x="181869" y="309359"/>
                </a:lnTo>
                <a:lnTo>
                  <a:pt x="181929" y="317093"/>
                </a:lnTo>
                <a:lnTo>
                  <a:pt x="182026" y="324827"/>
                </a:lnTo>
                <a:lnTo>
                  <a:pt x="182180" y="332561"/>
                </a:lnTo>
                <a:lnTo>
                  <a:pt x="182408" y="340295"/>
                </a:lnTo>
                <a:lnTo>
                  <a:pt x="182717" y="348029"/>
                </a:lnTo>
                <a:lnTo>
                  <a:pt x="183107" y="355763"/>
                </a:lnTo>
                <a:lnTo>
                  <a:pt x="183566" y="363497"/>
                </a:lnTo>
                <a:lnTo>
                  <a:pt x="184070" y="371231"/>
                </a:lnTo>
                <a:lnTo>
                  <a:pt x="184583" y="378965"/>
                </a:lnTo>
                <a:lnTo>
                  <a:pt x="185066" y="386699"/>
                </a:lnTo>
                <a:lnTo>
                  <a:pt x="185476" y="394433"/>
                </a:lnTo>
                <a:lnTo>
                  <a:pt x="185771" y="402167"/>
                </a:lnTo>
                <a:lnTo>
                  <a:pt x="185921" y="409901"/>
                </a:lnTo>
                <a:lnTo>
                  <a:pt x="185906" y="417635"/>
                </a:lnTo>
                <a:lnTo>
                  <a:pt x="185720" y="425369"/>
                </a:lnTo>
                <a:lnTo>
                  <a:pt x="185372" y="433103"/>
                </a:lnTo>
                <a:lnTo>
                  <a:pt x="184886" y="440837"/>
                </a:lnTo>
                <a:lnTo>
                  <a:pt x="184293" y="448571"/>
                </a:lnTo>
                <a:lnTo>
                  <a:pt x="183635" y="456305"/>
                </a:lnTo>
                <a:lnTo>
                  <a:pt x="182953" y="464039"/>
                </a:lnTo>
                <a:lnTo>
                  <a:pt x="182289" y="471773"/>
                </a:lnTo>
                <a:lnTo>
                  <a:pt x="181683" y="479507"/>
                </a:lnTo>
                <a:lnTo>
                  <a:pt x="181170" y="487241"/>
                </a:lnTo>
                <a:lnTo>
                  <a:pt x="180780" y="494975"/>
                </a:lnTo>
                <a:lnTo>
                  <a:pt x="180540" y="502709"/>
                </a:lnTo>
                <a:lnTo>
                  <a:pt x="180473" y="510443"/>
                </a:lnTo>
                <a:lnTo>
                  <a:pt x="180597" y="518177"/>
                </a:lnTo>
                <a:lnTo>
                  <a:pt x="180927" y="525911"/>
                </a:lnTo>
                <a:lnTo>
                  <a:pt x="181473" y="533645"/>
                </a:lnTo>
                <a:lnTo>
                  <a:pt x="182235" y="541379"/>
                </a:lnTo>
                <a:lnTo>
                  <a:pt x="183201" y="549113"/>
                </a:lnTo>
                <a:lnTo>
                  <a:pt x="184345" y="556847"/>
                </a:lnTo>
                <a:lnTo>
                  <a:pt x="185623" y="564581"/>
                </a:lnTo>
                <a:lnTo>
                  <a:pt x="186976" y="572315"/>
                </a:lnTo>
                <a:lnTo>
                  <a:pt x="188327" y="580049"/>
                </a:lnTo>
                <a:lnTo>
                  <a:pt x="189593" y="587783"/>
                </a:lnTo>
                <a:lnTo>
                  <a:pt x="190686" y="595517"/>
                </a:lnTo>
                <a:lnTo>
                  <a:pt x="191523" y="603251"/>
                </a:lnTo>
                <a:lnTo>
                  <a:pt x="192035" y="610985"/>
                </a:lnTo>
                <a:lnTo>
                  <a:pt x="192176" y="618719"/>
                </a:lnTo>
                <a:lnTo>
                  <a:pt x="191926" y="626453"/>
                </a:lnTo>
                <a:lnTo>
                  <a:pt x="191294" y="634187"/>
                </a:lnTo>
                <a:lnTo>
                  <a:pt x="190316" y="641921"/>
                </a:lnTo>
                <a:lnTo>
                  <a:pt x="189053" y="649655"/>
                </a:lnTo>
                <a:lnTo>
                  <a:pt x="187579" y="657389"/>
                </a:lnTo>
                <a:lnTo>
                  <a:pt x="185979" y="665123"/>
                </a:lnTo>
                <a:lnTo>
                  <a:pt x="184336" y="672857"/>
                </a:lnTo>
                <a:lnTo>
                  <a:pt x="182724" y="680591"/>
                </a:lnTo>
                <a:lnTo>
                  <a:pt x="181206" y="688325"/>
                </a:lnTo>
                <a:lnTo>
                  <a:pt x="179830" y="696059"/>
                </a:lnTo>
                <a:lnTo>
                  <a:pt x="178626" y="703793"/>
                </a:lnTo>
                <a:lnTo>
                  <a:pt x="177612" y="711527"/>
                </a:lnTo>
                <a:lnTo>
                  <a:pt x="176794" y="719261"/>
                </a:lnTo>
                <a:lnTo>
                  <a:pt x="176167" y="726994"/>
                </a:lnTo>
                <a:lnTo>
                  <a:pt x="175726" y="734728"/>
                </a:lnTo>
                <a:lnTo>
                  <a:pt x="175456" y="742462"/>
                </a:lnTo>
                <a:lnTo>
                  <a:pt x="175347" y="750196"/>
                </a:lnTo>
                <a:lnTo>
                  <a:pt x="175381" y="757930"/>
                </a:lnTo>
                <a:lnTo>
                  <a:pt x="175541" y="765664"/>
                </a:lnTo>
                <a:lnTo>
                  <a:pt x="175808" y="773398"/>
                </a:lnTo>
                <a:lnTo>
                  <a:pt x="176160" y="781132"/>
                </a:lnTo>
                <a:lnTo>
                  <a:pt x="176573" y="788866"/>
                </a:lnTo>
                <a:lnTo>
                  <a:pt x="177021" y="796600"/>
                </a:lnTo>
                <a:lnTo>
                  <a:pt x="177480" y="804334"/>
                </a:lnTo>
                <a:lnTo>
                  <a:pt x="177927" y="812068"/>
                </a:lnTo>
                <a:lnTo>
                  <a:pt x="178343" y="819802"/>
                </a:lnTo>
                <a:lnTo>
                  <a:pt x="178714" y="827536"/>
                </a:lnTo>
                <a:lnTo>
                  <a:pt x="179034" y="835270"/>
                </a:lnTo>
                <a:lnTo>
                  <a:pt x="179300" y="843004"/>
                </a:lnTo>
                <a:lnTo>
                  <a:pt x="179513" y="850738"/>
                </a:lnTo>
                <a:lnTo>
                  <a:pt x="179677" y="858472"/>
                </a:lnTo>
                <a:lnTo>
                  <a:pt x="179797" y="866206"/>
                </a:lnTo>
                <a:lnTo>
                  <a:pt x="179876" y="873940"/>
                </a:lnTo>
                <a:lnTo>
                  <a:pt x="179912" y="881674"/>
                </a:lnTo>
                <a:lnTo>
                  <a:pt x="179901" y="889408"/>
                </a:lnTo>
                <a:lnTo>
                  <a:pt x="179838" y="897142"/>
                </a:lnTo>
                <a:lnTo>
                  <a:pt x="179711" y="904876"/>
                </a:lnTo>
                <a:lnTo>
                  <a:pt x="179512" y="912610"/>
                </a:lnTo>
                <a:lnTo>
                  <a:pt x="179233" y="920344"/>
                </a:lnTo>
                <a:lnTo>
                  <a:pt x="178871" y="928078"/>
                </a:lnTo>
                <a:lnTo>
                  <a:pt x="178425" y="935812"/>
                </a:lnTo>
                <a:lnTo>
                  <a:pt x="177905" y="943546"/>
                </a:lnTo>
                <a:lnTo>
                  <a:pt x="177324" y="951280"/>
                </a:lnTo>
                <a:lnTo>
                  <a:pt x="176700" y="959014"/>
                </a:lnTo>
                <a:lnTo>
                  <a:pt x="176058" y="966748"/>
                </a:lnTo>
                <a:lnTo>
                  <a:pt x="175422" y="974482"/>
                </a:lnTo>
                <a:lnTo>
                  <a:pt x="174817" y="982216"/>
                </a:lnTo>
                <a:lnTo>
                  <a:pt x="174267" y="989950"/>
                </a:lnTo>
                <a:lnTo>
                  <a:pt x="173790" y="997684"/>
                </a:lnTo>
                <a:lnTo>
                  <a:pt x="173400" y="1005418"/>
                </a:lnTo>
                <a:lnTo>
                  <a:pt x="173106" y="1013152"/>
                </a:lnTo>
                <a:lnTo>
                  <a:pt x="172909" y="1020886"/>
                </a:lnTo>
                <a:lnTo>
                  <a:pt x="172807" y="1028620"/>
                </a:lnTo>
                <a:lnTo>
                  <a:pt x="172791" y="1036354"/>
                </a:lnTo>
                <a:lnTo>
                  <a:pt x="172850" y="1044088"/>
                </a:lnTo>
                <a:lnTo>
                  <a:pt x="172972" y="1051822"/>
                </a:lnTo>
                <a:lnTo>
                  <a:pt x="173145" y="1059556"/>
                </a:lnTo>
                <a:lnTo>
                  <a:pt x="173361" y="1067290"/>
                </a:lnTo>
                <a:lnTo>
                  <a:pt x="173616" y="1075024"/>
                </a:lnTo>
                <a:lnTo>
                  <a:pt x="173912" y="1082758"/>
                </a:lnTo>
                <a:lnTo>
                  <a:pt x="174262" y="1090492"/>
                </a:lnTo>
                <a:lnTo>
                  <a:pt x="174684" y="1098226"/>
                </a:lnTo>
                <a:lnTo>
                  <a:pt x="175209" y="1105960"/>
                </a:lnTo>
                <a:lnTo>
                  <a:pt x="175873" y="1113694"/>
                </a:lnTo>
                <a:lnTo>
                  <a:pt x="176720" y="1121428"/>
                </a:lnTo>
                <a:lnTo>
                  <a:pt x="177795" y="1129162"/>
                </a:lnTo>
                <a:lnTo>
                  <a:pt x="179143" y="1136896"/>
                </a:lnTo>
                <a:lnTo>
                  <a:pt x="180802" y="1144630"/>
                </a:lnTo>
                <a:lnTo>
                  <a:pt x="182793" y="1152364"/>
                </a:lnTo>
                <a:lnTo>
                  <a:pt x="185118" y="1160098"/>
                </a:lnTo>
                <a:lnTo>
                  <a:pt x="187753" y="1167832"/>
                </a:lnTo>
                <a:lnTo>
                  <a:pt x="190642" y="1175566"/>
                </a:lnTo>
                <a:lnTo>
                  <a:pt x="193698" y="1183300"/>
                </a:lnTo>
                <a:lnTo>
                  <a:pt x="196802" y="1191034"/>
                </a:lnTo>
                <a:lnTo>
                  <a:pt x="199811" y="1198768"/>
                </a:lnTo>
                <a:lnTo>
                  <a:pt x="202569" y="1206502"/>
                </a:lnTo>
                <a:lnTo>
                  <a:pt x="204918" y="1214235"/>
                </a:lnTo>
                <a:lnTo>
                  <a:pt x="206714" y="1221969"/>
                </a:lnTo>
                <a:lnTo>
                  <a:pt x="207842" y="1229703"/>
                </a:lnTo>
                <a:lnTo>
                  <a:pt x="208227" y="1237437"/>
                </a:lnTo>
                <a:lnTo>
                  <a:pt x="208227" y="1237437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694" name="Stage1_sixpanel_7865">
            <a:extLst>
              <a:ext uri="{FF2B5EF4-FFF2-40B4-BE49-F238E27FC236}">
                <a16:creationId xmlns:a16="http://schemas.microsoft.com/office/drawing/2014/main" id="{236AA287-D939-4415-9C18-E081F0A38BE7}"/>
              </a:ext>
            </a:extLst>
          </p:cNvPr>
          <p:cNvSpPr>
            <a:spLocks noGrp="1"/>
          </p:cNvSpPr>
          <p:nvPr/>
        </p:nvSpPr>
        <p:spPr>
          <a:xfrm>
            <a:off x="353367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5" name="Stage1_sixpanel_7866">
            <a:extLst>
              <a:ext uri="{FF2B5EF4-FFF2-40B4-BE49-F238E27FC236}">
                <a16:creationId xmlns:a16="http://schemas.microsoft.com/office/drawing/2014/main" id="{5D4E643E-4A93-42A0-A4C2-7742F5F2EB7E}"/>
              </a:ext>
            </a:extLst>
          </p:cNvPr>
          <p:cNvSpPr>
            <a:spLocks noGrp="1"/>
          </p:cNvSpPr>
          <p:nvPr/>
        </p:nvSpPr>
        <p:spPr>
          <a:xfrm>
            <a:off x="365318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6" name="Stage1_sixpanel_7867">
            <a:extLst>
              <a:ext uri="{FF2B5EF4-FFF2-40B4-BE49-F238E27FC236}">
                <a16:creationId xmlns:a16="http://schemas.microsoft.com/office/drawing/2014/main" id="{2B4648F8-A4A6-4093-A1BB-D2601BE675D9}"/>
              </a:ext>
            </a:extLst>
          </p:cNvPr>
          <p:cNvSpPr>
            <a:spLocks noGrp="1"/>
          </p:cNvSpPr>
          <p:nvPr/>
        </p:nvSpPr>
        <p:spPr>
          <a:xfrm>
            <a:off x="363645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7" name="Stage1_sixpanel_7868">
            <a:extLst>
              <a:ext uri="{FF2B5EF4-FFF2-40B4-BE49-F238E27FC236}">
                <a16:creationId xmlns:a16="http://schemas.microsoft.com/office/drawing/2014/main" id="{3FB7DCBA-CAB0-49FB-BC19-E93EE7BB4C42}"/>
              </a:ext>
            </a:extLst>
          </p:cNvPr>
          <p:cNvSpPr>
            <a:spLocks noGrp="1"/>
          </p:cNvSpPr>
          <p:nvPr/>
        </p:nvSpPr>
        <p:spPr>
          <a:xfrm>
            <a:off x="3639206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8" name="Stage1_sixpanel_7869">
            <a:extLst>
              <a:ext uri="{FF2B5EF4-FFF2-40B4-BE49-F238E27FC236}">
                <a16:creationId xmlns:a16="http://schemas.microsoft.com/office/drawing/2014/main" id="{E319DC54-50FB-4FBA-B15A-B3629D7603E6}"/>
              </a:ext>
            </a:extLst>
          </p:cNvPr>
          <p:cNvSpPr>
            <a:spLocks noGrp="1"/>
          </p:cNvSpPr>
          <p:nvPr/>
        </p:nvSpPr>
        <p:spPr>
          <a:xfrm>
            <a:off x="3598218" y="736637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9" name="Stage1_sixpanel_7870">
            <a:extLst>
              <a:ext uri="{FF2B5EF4-FFF2-40B4-BE49-F238E27FC236}">
                <a16:creationId xmlns:a16="http://schemas.microsoft.com/office/drawing/2014/main" id="{18879377-C2A6-4C42-A529-637494B2650C}"/>
              </a:ext>
            </a:extLst>
          </p:cNvPr>
          <p:cNvSpPr>
            <a:spLocks noGrp="1"/>
          </p:cNvSpPr>
          <p:nvPr/>
        </p:nvSpPr>
        <p:spPr>
          <a:xfrm>
            <a:off x="365897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0" name="Stage1_sixpanel_7871">
            <a:extLst>
              <a:ext uri="{FF2B5EF4-FFF2-40B4-BE49-F238E27FC236}">
                <a16:creationId xmlns:a16="http://schemas.microsoft.com/office/drawing/2014/main" id="{D539CE3B-7086-4B97-AAE2-52088F330378}"/>
              </a:ext>
            </a:extLst>
          </p:cNvPr>
          <p:cNvSpPr>
            <a:spLocks noGrp="1"/>
          </p:cNvSpPr>
          <p:nvPr/>
        </p:nvSpPr>
        <p:spPr>
          <a:xfrm>
            <a:off x="353071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1" name="Stage1_sixpanel_7872">
            <a:extLst>
              <a:ext uri="{FF2B5EF4-FFF2-40B4-BE49-F238E27FC236}">
                <a16:creationId xmlns:a16="http://schemas.microsoft.com/office/drawing/2014/main" id="{DC4F65D2-82D0-4B3C-97EE-F660501349C2}"/>
              </a:ext>
            </a:extLst>
          </p:cNvPr>
          <p:cNvSpPr>
            <a:spLocks noGrp="1"/>
          </p:cNvSpPr>
          <p:nvPr/>
        </p:nvSpPr>
        <p:spPr>
          <a:xfrm>
            <a:off x="359673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2" name="Stage1_sixpanel_7873">
            <a:extLst>
              <a:ext uri="{FF2B5EF4-FFF2-40B4-BE49-F238E27FC236}">
                <a16:creationId xmlns:a16="http://schemas.microsoft.com/office/drawing/2014/main" id="{62A94535-AD1B-49F4-A867-391B4084C2F4}"/>
              </a:ext>
            </a:extLst>
          </p:cNvPr>
          <p:cNvSpPr>
            <a:spLocks noGrp="1"/>
          </p:cNvSpPr>
          <p:nvPr/>
        </p:nvSpPr>
        <p:spPr>
          <a:xfrm>
            <a:off x="3718901" y="775280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3" name="Stage1_sixpanel_7874">
            <a:extLst>
              <a:ext uri="{FF2B5EF4-FFF2-40B4-BE49-F238E27FC236}">
                <a16:creationId xmlns:a16="http://schemas.microsoft.com/office/drawing/2014/main" id="{36C58C4C-A509-4171-8969-34E6BD0B9805}"/>
              </a:ext>
            </a:extLst>
          </p:cNvPr>
          <p:cNvSpPr>
            <a:spLocks noGrp="1"/>
          </p:cNvSpPr>
          <p:nvPr/>
        </p:nvSpPr>
        <p:spPr>
          <a:xfrm>
            <a:off x="359597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4" name="Stage1_sixpanel_7875">
            <a:extLst>
              <a:ext uri="{FF2B5EF4-FFF2-40B4-BE49-F238E27FC236}">
                <a16:creationId xmlns:a16="http://schemas.microsoft.com/office/drawing/2014/main" id="{AAA1B8B4-F1BE-4BBB-B0CC-FDAA29EF0FC6}"/>
              </a:ext>
            </a:extLst>
          </p:cNvPr>
          <p:cNvSpPr>
            <a:spLocks noGrp="1"/>
          </p:cNvSpPr>
          <p:nvPr/>
        </p:nvSpPr>
        <p:spPr>
          <a:xfrm>
            <a:off x="3610594" y="70928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5" name="Stage1_sixpanel_7876">
            <a:extLst>
              <a:ext uri="{FF2B5EF4-FFF2-40B4-BE49-F238E27FC236}">
                <a16:creationId xmlns:a16="http://schemas.microsoft.com/office/drawing/2014/main" id="{3E5F2559-1BE1-411D-B4BB-AB719359752A}"/>
              </a:ext>
            </a:extLst>
          </p:cNvPr>
          <p:cNvSpPr>
            <a:spLocks noGrp="1"/>
          </p:cNvSpPr>
          <p:nvPr/>
        </p:nvSpPr>
        <p:spPr>
          <a:xfrm>
            <a:off x="352644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6" name="Stage1_sixpanel_7877">
            <a:extLst>
              <a:ext uri="{FF2B5EF4-FFF2-40B4-BE49-F238E27FC236}">
                <a16:creationId xmlns:a16="http://schemas.microsoft.com/office/drawing/2014/main" id="{44938D02-9B13-4378-897C-34617FDCCC41}"/>
              </a:ext>
            </a:extLst>
          </p:cNvPr>
          <p:cNvSpPr>
            <a:spLocks noGrp="1"/>
          </p:cNvSpPr>
          <p:nvPr/>
        </p:nvSpPr>
        <p:spPr>
          <a:xfrm>
            <a:off x="355474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7" name="Stage1_sixpanel_7878">
            <a:extLst>
              <a:ext uri="{FF2B5EF4-FFF2-40B4-BE49-F238E27FC236}">
                <a16:creationId xmlns:a16="http://schemas.microsoft.com/office/drawing/2014/main" id="{DCCE7EF3-51CB-4A4C-9BAD-8FF91564B53D}"/>
              </a:ext>
            </a:extLst>
          </p:cNvPr>
          <p:cNvSpPr>
            <a:spLocks noGrp="1"/>
          </p:cNvSpPr>
          <p:nvPr/>
        </p:nvSpPr>
        <p:spPr>
          <a:xfrm>
            <a:off x="3645513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8" name="Stage1_sixpanel_7879">
            <a:extLst>
              <a:ext uri="{FF2B5EF4-FFF2-40B4-BE49-F238E27FC236}">
                <a16:creationId xmlns:a16="http://schemas.microsoft.com/office/drawing/2014/main" id="{7FCEFEF0-70CC-4B51-8862-A9424BC09BDB}"/>
              </a:ext>
            </a:extLst>
          </p:cNvPr>
          <p:cNvSpPr>
            <a:spLocks noGrp="1"/>
          </p:cNvSpPr>
          <p:nvPr/>
        </p:nvSpPr>
        <p:spPr>
          <a:xfrm>
            <a:off x="3701677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9" name="Stage1_sixpanel_7880">
            <a:extLst>
              <a:ext uri="{FF2B5EF4-FFF2-40B4-BE49-F238E27FC236}">
                <a16:creationId xmlns:a16="http://schemas.microsoft.com/office/drawing/2014/main" id="{EFA0D0F9-E88B-4CEB-9770-E674BA10ADC6}"/>
              </a:ext>
            </a:extLst>
          </p:cNvPr>
          <p:cNvSpPr>
            <a:spLocks noGrp="1"/>
          </p:cNvSpPr>
          <p:nvPr/>
        </p:nvSpPr>
        <p:spPr>
          <a:xfrm>
            <a:off x="3682075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0" name="Stage1_sixpanel_7881">
            <a:extLst>
              <a:ext uri="{FF2B5EF4-FFF2-40B4-BE49-F238E27FC236}">
                <a16:creationId xmlns:a16="http://schemas.microsoft.com/office/drawing/2014/main" id="{0ECC4D6D-F219-4489-9070-653A7B746330}"/>
              </a:ext>
            </a:extLst>
          </p:cNvPr>
          <p:cNvSpPr>
            <a:spLocks noGrp="1"/>
          </p:cNvSpPr>
          <p:nvPr/>
        </p:nvSpPr>
        <p:spPr>
          <a:xfrm>
            <a:off x="363348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1" name="Stage1_sixpanel_7882">
            <a:extLst>
              <a:ext uri="{FF2B5EF4-FFF2-40B4-BE49-F238E27FC236}">
                <a16:creationId xmlns:a16="http://schemas.microsoft.com/office/drawing/2014/main" id="{8BB589F5-259D-4CE4-96ED-F96899557F4E}"/>
              </a:ext>
            </a:extLst>
          </p:cNvPr>
          <p:cNvSpPr>
            <a:spLocks noGrp="1"/>
          </p:cNvSpPr>
          <p:nvPr/>
        </p:nvSpPr>
        <p:spPr>
          <a:xfrm>
            <a:off x="356014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2" name="Stage1_sixpanel_7883">
            <a:extLst>
              <a:ext uri="{FF2B5EF4-FFF2-40B4-BE49-F238E27FC236}">
                <a16:creationId xmlns:a16="http://schemas.microsoft.com/office/drawing/2014/main" id="{31216A70-1919-4161-9A4F-782A9CAED1B1}"/>
              </a:ext>
            </a:extLst>
          </p:cNvPr>
          <p:cNvSpPr>
            <a:spLocks noGrp="1"/>
          </p:cNvSpPr>
          <p:nvPr/>
        </p:nvSpPr>
        <p:spPr>
          <a:xfrm>
            <a:off x="363001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3" name="Stage1_sixpanel_7884">
            <a:extLst>
              <a:ext uri="{FF2B5EF4-FFF2-40B4-BE49-F238E27FC236}">
                <a16:creationId xmlns:a16="http://schemas.microsoft.com/office/drawing/2014/main" id="{15DC5AC4-33BF-412A-A80D-81757AAF54FF}"/>
              </a:ext>
            </a:extLst>
          </p:cNvPr>
          <p:cNvSpPr>
            <a:spLocks noGrp="1"/>
          </p:cNvSpPr>
          <p:nvPr/>
        </p:nvSpPr>
        <p:spPr>
          <a:xfrm>
            <a:off x="364603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4" name="Stage1_sixpanel_7885">
            <a:extLst>
              <a:ext uri="{FF2B5EF4-FFF2-40B4-BE49-F238E27FC236}">
                <a16:creationId xmlns:a16="http://schemas.microsoft.com/office/drawing/2014/main" id="{C0A19299-F38D-448D-8D10-F6D5852F16EB}"/>
              </a:ext>
            </a:extLst>
          </p:cNvPr>
          <p:cNvSpPr>
            <a:spLocks noGrp="1"/>
          </p:cNvSpPr>
          <p:nvPr/>
        </p:nvSpPr>
        <p:spPr>
          <a:xfrm>
            <a:off x="3563392" y="732657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5" name="Stage1_sixpanel_7886">
            <a:extLst>
              <a:ext uri="{FF2B5EF4-FFF2-40B4-BE49-F238E27FC236}">
                <a16:creationId xmlns:a16="http://schemas.microsoft.com/office/drawing/2014/main" id="{1A84A4D0-49D7-4716-B0E9-B08EC4323B98}"/>
              </a:ext>
            </a:extLst>
          </p:cNvPr>
          <p:cNvSpPr>
            <a:spLocks noGrp="1"/>
          </p:cNvSpPr>
          <p:nvPr/>
        </p:nvSpPr>
        <p:spPr>
          <a:xfrm>
            <a:off x="362195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6" name="Stage1_sixpanel_7887">
            <a:extLst>
              <a:ext uri="{FF2B5EF4-FFF2-40B4-BE49-F238E27FC236}">
                <a16:creationId xmlns:a16="http://schemas.microsoft.com/office/drawing/2014/main" id="{3032B966-F6AE-443C-9960-890EE0E3175C}"/>
              </a:ext>
            </a:extLst>
          </p:cNvPr>
          <p:cNvSpPr>
            <a:spLocks noGrp="1"/>
          </p:cNvSpPr>
          <p:nvPr/>
        </p:nvSpPr>
        <p:spPr>
          <a:xfrm>
            <a:off x="3553466" y="70928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7" name="Stage1_sixpanel_7888">
            <a:extLst>
              <a:ext uri="{FF2B5EF4-FFF2-40B4-BE49-F238E27FC236}">
                <a16:creationId xmlns:a16="http://schemas.microsoft.com/office/drawing/2014/main" id="{4EB6CDF3-9429-4830-8828-E2DF3A1B4DBF}"/>
              </a:ext>
            </a:extLst>
          </p:cNvPr>
          <p:cNvSpPr>
            <a:spLocks noGrp="1"/>
          </p:cNvSpPr>
          <p:nvPr/>
        </p:nvSpPr>
        <p:spPr>
          <a:xfrm>
            <a:off x="3636641" y="73093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8" name="Stage1_sixpanel_7889">
            <a:extLst>
              <a:ext uri="{FF2B5EF4-FFF2-40B4-BE49-F238E27FC236}">
                <a16:creationId xmlns:a16="http://schemas.microsoft.com/office/drawing/2014/main" id="{B5A6E6C3-5A0A-4FC1-AB96-92A8BEAC6C3D}"/>
              </a:ext>
            </a:extLst>
          </p:cNvPr>
          <p:cNvSpPr>
            <a:spLocks noGrp="1"/>
          </p:cNvSpPr>
          <p:nvPr/>
        </p:nvSpPr>
        <p:spPr>
          <a:xfrm>
            <a:off x="3565271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9" name="Stage1_sixpanel_7890">
            <a:extLst>
              <a:ext uri="{FF2B5EF4-FFF2-40B4-BE49-F238E27FC236}">
                <a16:creationId xmlns:a16="http://schemas.microsoft.com/office/drawing/2014/main" id="{6955BC07-D7C3-4857-967A-F4EDEA08EFA7}"/>
              </a:ext>
            </a:extLst>
          </p:cNvPr>
          <p:cNvSpPr>
            <a:spLocks noGrp="1"/>
          </p:cNvSpPr>
          <p:nvPr/>
        </p:nvSpPr>
        <p:spPr>
          <a:xfrm>
            <a:off x="352950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0" name="Stage1_sixpanel_7891">
            <a:extLst>
              <a:ext uri="{FF2B5EF4-FFF2-40B4-BE49-F238E27FC236}">
                <a16:creationId xmlns:a16="http://schemas.microsoft.com/office/drawing/2014/main" id="{8335670F-ED74-4701-8368-8503E7FA2F24}"/>
              </a:ext>
            </a:extLst>
          </p:cNvPr>
          <p:cNvSpPr>
            <a:spLocks noGrp="1"/>
          </p:cNvSpPr>
          <p:nvPr/>
        </p:nvSpPr>
        <p:spPr>
          <a:xfrm>
            <a:off x="3617720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1" name="Stage1_sixpanel_7892">
            <a:extLst>
              <a:ext uri="{FF2B5EF4-FFF2-40B4-BE49-F238E27FC236}">
                <a16:creationId xmlns:a16="http://schemas.microsoft.com/office/drawing/2014/main" id="{ED9B0F75-AFEF-41BB-986C-C2D7030CC7F7}"/>
              </a:ext>
            </a:extLst>
          </p:cNvPr>
          <p:cNvSpPr>
            <a:spLocks noGrp="1"/>
          </p:cNvSpPr>
          <p:nvPr/>
        </p:nvSpPr>
        <p:spPr>
          <a:xfrm>
            <a:off x="3635622" y="774962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2" name="Stage1_sixpanel_7893">
            <a:extLst>
              <a:ext uri="{FF2B5EF4-FFF2-40B4-BE49-F238E27FC236}">
                <a16:creationId xmlns:a16="http://schemas.microsoft.com/office/drawing/2014/main" id="{38055D6A-CA83-4B1C-A4C9-459643D11503}"/>
              </a:ext>
            </a:extLst>
          </p:cNvPr>
          <p:cNvSpPr>
            <a:spLocks noGrp="1"/>
          </p:cNvSpPr>
          <p:nvPr/>
        </p:nvSpPr>
        <p:spPr>
          <a:xfrm>
            <a:off x="3726238" y="772923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3" name="Stage1_sixpanel_7894">
            <a:extLst>
              <a:ext uri="{FF2B5EF4-FFF2-40B4-BE49-F238E27FC236}">
                <a16:creationId xmlns:a16="http://schemas.microsoft.com/office/drawing/2014/main" id="{DECA37BB-8093-47EB-B340-3DAD74839DA3}"/>
              </a:ext>
            </a:extLst>
          </p:cNvPr>
          <p:cNvSpPr>
            <a:spLocks noGrp="1"/>
          </p:cNvSpPr>
          <p:nvPr/>
        </p:nvSpPr>
        <p:spPr>
          <a:xfrm>
            <a:off x="370955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4" name="Stage1_sixpanel_7895">
            <a:extLst>
              <a:ext uri="{FF2B5EF4-FFF2-40B4-BE49-F238E27FC236}">
                <a16:creationId xmlns:a16="http://schemas.microsoft.com/office/drawing/2014/main" id="{413BE862-95FB-4507-B681-2E56C9346BB3}"/>
              </a:ext>
            </a:extLst>
          </p:cNvPr>
          <p:cNvSpPr>
            <a:spLocks noGrp="1"/>
          </p:cNvSpPr>
          <p:nvPr/>
        </p:nvSpPr>
        <p:spPr>
          <a:xfrm>
            <a:off x="359707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5" name="Stage1_sixpanel_7896">
            <a:extLst>
              <a:ext uri="{FF2B5EF4-FFF2-40B4-BE49-F238E27FC236}">
                <a16:creationId xmlns:a16="http://schemas.microsoft.com/office/drawing/2014/main" id="{E85BCDAD-31B4-43F1-892B-564AAE700B2F}"/>
              </a:ext>
            </a:extLst>
          </p:cNvPr>
          <p:cNvSpPr>
            <a:spLocks noGrp="1"/>
          </p:cNvSpPr>
          <p:nvPr/>
        </p:nvSpPr>
        <p:spPr>
          <a:xfrm>
            <a:off x="3613211" y="751165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6" name="Stage1_sixpanel_7897">
            <a:extLst>
              <a:ext uri="{FF2B5EF4-FFF2-40B4-BE49-F238E27FC236}">
                <a16:creationId xmlns:a16="http://schemas.microsoft.com/office/drawing/2014/main" id="{B9509075-BBAB-4CF3-BD54-61D81CFB0298}"/>
              </a:ext>
            </a:extLst>
          </p:cNvPr>
          <p:cNvSpPr>
            <a:spLocks noGrp="1"/>
          </p:cNvSpPr>
          <p:nvPr/>
        </p:nvSpPr>
        <p:spPr>
          <a:xfrm>
            <a:off x="3646144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7" name="Stage1_sixpanel_7898">
            <a:extLst>
              <a:ext uri="{FF2B5EF4-FFF2-40B4-BE49-F238E27FC236}">
                <a16:creationId xmlns:a16="http://schemas.microsoft.com/office/drawing/2014/main" id="{516BE05D-C63E-4CF2-B1DC-4AE269B0B4E3}"/>
              </a:ext>
            </a:extLst>
          </p:cNvPr>
          <p:cNvSpPr>
            <a:spLocks noGrp="1"/>
          </p:cNvSpPr>
          <p:nvPr/>
        </p:nvSpPr>
        <p:spPr>
          <a:xfrm>
            <a:off x="358054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8" name="Stage1_sixpanel_7899">
            <a:extLst>
              <a:ext uri="{FF2B5EF4-FFF2-40B4-BE49-F238E27FC236}">
                <a16:creationId xmlns:a16="http://schemas.microsoft.com/office/drawing/2014/main" id="{CB65AA5E-8963-4125-820E-762B0F924F5B}"/>
              </a:ext>
            </a:extLst>
          </p:cNvPr>
          <p:cNvSpPr>
            <a:spLocks noGrp="1"/>
          </p:cNvSpPr>
          <p:nvPr/>
        </p:nvSpPr>
        <p:spPr>
          <a:xfrm>
            <a:off x="354235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9" name="Stage1_sixpanel_7900">
            <a:extLst>
              <a:ext uri="{FF2B5EF4-FFF2-40B4-BE49-F238E27FC236}">
                <a16:creationId xmlns:a16="http://schemas.microsoft.com/office/drawing/2014/main" id="{21AB17F4-CDD8-44DE-B75E-874EAD3AF06E}"/>
              </a:ext>
            </a:extLst>
          </p:cNvPr>
          <p:cNvSpPr>
            <a:spLocks noGrp="1"/>
          </p:cNvSpPr>
          <p:nvPr/>
        </p:nvSpPr>
        <p:spPr>
          <a:xfrm>
            <a:off x="3647809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0" name="Stage1_sixpanel_7901">
            <a:extLst>
              <a:ext uri="{FF2B5EF4-FFF2-40B4-BE49-F238E27FC236}">
                <a16:creationId xmlns:a16="http://schemas.microsoft.com/office/drawing/2014/main" id="{C300A744-35B8-4ABA-8B0D-1F969DD905C9}"/>
              </a:ext>
            </a:extLst>
          </p:cNvPr>
          <p:cNvSpPr>
            <a:spLocks noGrp="1"/>
          </p:cNvSpPr>
          <p:nvPr/>
        </p:nvSpPr>
        <p:spPr>
          <a:xfrm>
            <a:off x="367011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1" name="Stage1_sixpanel_7902">
            <a:extLst>
              <a:ext uri="{FF2B5EF4-FFF2-40B4-BE49-F238E27FC236}">
                <a16:creationId xmlns:a16="http://schemas.microsoft.com/office/drawing/2014/main" id="{77C0EFF3-D46E-4D47-BFAE-0331124C8811}"/>
              </a:ext>
            </a:extLst>
          </p:cNvPr>
          <p:cNvSpPr>
            <a:spLocks noGrp="1"/>
          </p:cNvSpPr>
          <p:nvPr/>
        </p:nvSpPr>
        <p:spPr>
          <a:xfrm>
            <a:off x="363639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2" name="Stage1_sixpanel_7903">
            <a:extLst>
              <a:ext uri="{FF2B5EF4-FFF2-40B4-BE49-F238E27FC236}">
                <a16:creationId xmlns:a16="http://schemas.microsoft.com/office/drawing/2014/main" id="{C878713A-1418-4DB4-BA49-739C05578399}"/>
              </a:ext>
            </a:extLst>
          </p:cNvPr>
          <p:cNvSpPr>
            <a:spLocks noGrp="1"/>
          </p:cNvSpPr>
          <p:nvPr/>
        </p:nvSpPr>
        <p:spPr>
          <a:xfrm>
            <a:off x="373167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3" name="Stage1_sixpanel_7904">
            <a:extLst>
              <a:ext uri="{FF2B5EF4-FFF2-40B4-BE49-F238E27FC236}">
                <a16:creationId xmlns:a16="http://schemas.microsoft.com/office/drawing/2014/main" id="{D4699284-E324-4197-8613-64E7A3C92D15}"/>
              </a:ext>
            </a:extLst>
          </p:cNvPr>
          <p:cNvSpPr>
            <a:spLocks noGrp="1"/>
          </p:cNvSpPr>
          <p:nvPr/>
        </p:nvSpPr>
        <p:spPr>
          <a:xfrm>
            <a:off x="3565710" y="70000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4" name="Stage1_sixpanel_7905">
            <a:extLst>
              <a:ext uri="{FF2B5EF4-FFF2-40B4-BE49-F238E27FC236}">
                <a16:creationId xmlns:a16="http://schemas.microsoft.com/office/drawing/2014/main" id="{53C2CF94-61A5-48FA-8C1D-3FAD0A475AFE}"/>
              </a:ext>
            </a:extLst>
          </p:cNvPr>
          <p:cNvSpPr>
            <a:spLocks noGrp="1"/>
          </p:cNvSpPr>
          <p:nvPr/>
        </p:nvSpPr>
        <p:spPr>
          <a:xfrm>
            <a:off x="3706771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5" name="Stage1_sixpanel_7906">
            <a:extLst>
              <a:ext uri="{FF2B5EF4-FFF2-40B4-BE49-F238E27FC236}">
                <a16:creationId xmlns:a16="http://schemas.microsoft.com/office/drawing/2014/main" id="{7A5C1235-EC5B-413B-AB33-70164A080591}"/>
              </a:ext>
            </a:extLst>
          </p:cNvPr>
          <p:cNvSpPr>
            <a:spLocks noGrp="1"/>
          </p:cNvSpPr>
          <p:nvPr/>
        </p:nvSpPr>
        <p:spPr>
          <a:xfrm>
            <a:off x="3614684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6" name="Stage1_sixpanel_7907">
            <a:extLst>
              <a:ext uri="{FF2B5EF4-FFF2-40B4-BE49-F238E27FC236}">
                <a16:creationId xmlns:a16="http://schemas.microsoft.com/office/drawing/2014/main" id="{30A77E50-0C9A-42D4-B555-ECFFCDF8C322}"/>
              </a:ext>
            </a:extLst>
          </p:cNvPr>
          <p:cNvSpPr>
            <a:spLocks noGrp="1"/>
          </p:cNvSpPr>
          <p:nvPr/>
        </p:nvSpPr>
        <p:spPr>
          <a:xfrm>
            <a:off x="354899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7" name="Stage1_sixpanel_7908">
            <a:extLst>
              <a:ext uri="{FF2B5EF4-FFF2-40B4-BE49-F238E27FC236}">
                <a16:creationId xmlns:a16="http://schemas.microsoft.com/office/drawing/2014/main" id="{DD569E4B-BF38-4CE8-9AD0-8E29E27DBD57}"/>
              </a:ext>
            </a:extLst>
          </p:cNvPr>
          <p:cNvSpPr>
            <a:spLocks noGrp="1"/>
          </p:cNvSpPr>
          <p:nvPr/>
        </p:nvSpPr>
        <p:spPr>
          <a:xfrm>
            <a:off x="362764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8" name="Stage1_sixpanel_7909">
            <a:extLst>
              <a:ext uri="{FF2B5EF4-FFF2-40B4-BE49-F238E27FC236}">
                <a16:creationId xmlns:a16="http://schemas.microsoft.com/office/drawing/2014/main" id="{51924B04-0194-49EC-9775-F80D350B41B9}"/>
              </a:ext>
            </a:extLst>
          </p:cNvPr>
          <p:cNvSpPr>
            <a:spLocks noGrp="1"/>
          </p:cNvSpPr>
          <p:nvPr/>
        </p:nvSpPr>
        <p:spPr>
          <a:xfrm>
            <a:off x="363568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9" name="Stage1_sixpanel_7910">
            <a:extLst>
              <a:ext uri="{FF2B5EF4-FFF2-40B4-BE49-F238E27FC236}">
                <a16:creationId xmlns:a16="http://schemas.microsoft.com/office/drawing/2014/main" id="{30BACC97-A2AB-4015-85A9-D8AC6DA632BF}"/>
              </a:ext>
            </a:extLst>
          </p:cNvPr>
          <p:cNvSpPr>
            <a:spLocks noGrp="1"/>
          </p:cNvSpPr>
          <p:nvPr/>
        </p:nvSpPr>
        <p:spPr>
          <a:xfrm>
            <a:off x="354977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0" name="Stage1_sixpanel_7911">
            <a:extLst>
              <a:ext uri="{FF2B5EF4-FFF2-40B4-BE49-F238E27FC236}">
                <a16:creationId xmlns:a16="http://schemas.microsoft.com/office/drawing/2014/main" id="{1507BE3E-5585-42DF-ADED-67D5AB826B10}"/>
              </a:ext>
            </a:extLst>
          </p:cNvPr>
          <p:cNvSpPr>
            <a:spLocks noGrp="1"/>
          </p:cNvSpPr>
          <p:nvPr/>
        </p:nvSpPr>
        <p:spPr>
          <a:xfrm>
            <a:off x="3584255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1" name="Stage1_sixpanel_7912">
            <a:extLst>
              <a:ext uri="{FF2B5EF4-FFF2-40B4-BE49-F238E27FC236}">
                <a16:creationId xmlns:a16="http://schemas.microsoft.com/office/drawing/2014/main" id="{45C8B2F8-8A90-4D10-86F8-C22BDC4A752C}"/>
              </a:ext>
            </a:extLst>
          </p:cNvPr>
          <p:cNvSpPr>
            <a:spLocks noGrp="1"/>
          </p:cNvSpPr>
          <p:nvPr/>
        </p:nvSpPr>
        <p:spPr>
          <a:xfrm>
            <a:off x="353495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2" name="Stage1_sixpanel_7913">
            <a:extLst>
              <a:ext uri="{FF2B5EF4-FFF2-40B4-BE49-F238E27FC236}">
                <a16:creationId xmlns:a16="http://schemas.microsoft.com/office/drawing/2014/main" id="{FE98804C-974B-4172-8BAF-BF2C5969E694}"/>
              </a:ext>
            </a:extLst>
          </p:cNvPr>
          <p:cNvSpPr>
            <a:spLocks noGrp="1"/>
          </p:cNvSpPr>
          <p:nvPr/>
        </p:nvSpPr>
        <p:spPr>
          <a:xfrm>
            <a:off x="363055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3" name="Stage1_sixpanel_7914">
            <a:extLst>
              <a:ext uri="{FF2B5EF4-FFF2-40B4-BE49-F238E27FC236}">
                <a16:creationId xmlns:a16="http://schemas.microsoft.com/office/drawing/2014/main" id="{E31C45AE-8886-44D9-BE22-3D8FDDE03DA8}"/>
              </a:ext>
            </a:extLst>
          </p:cNvPr>
          <p:cNvSpPr>
            <a:spLocks noGrp="1"/>
          </p:cNvSpPr>
          <p:nvPr/>
        </p:nvSpPr>
        <p:spPr>
          <a:xfrm>
            <a:off x="3615972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4" name="Stage1_sixpanel_7915">
            <a:extLst>
              <a:ext uri="{FF2B5EF4-FFF2-40B4-BE49-F238E27FC236}">
                <a16:creationId xmlns:a16="http://schemas.microsoft.com/office/drawing/2014/main" id="{570267B4-19A2-4349-85B9-2A18E46C961B}"/>
              </a:ext>
            </a:extLst>
          </p:cNvPr>
          <p:cNvSpPr>
            <a:spLocks noGrp="1"/>
          </p:cNvSpPr>
          <p:nvPr/>
        </p:nvSpPr>
        <p:spPr>
          <a:xfrm>
            <a:off x="3535276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5" name="Stage1_sixpanel_7916">
            <a:extLst>
              <a:ext uri="{FF2B5EF4-FFF2-40B4-BE49-F238E27FC236}">
                <a16:creationId xmlns:a16="http://schemas.microsoft.com/office/drawing/2014/main" id="{0E178C96-B8BE-4D59-ABBA-27B54D1184A0}"/>
              </a:ext>
            </a:extLst>
          </p:cNvPr>
          <p:cNvSpPr>
            <a:spLocks noGrp="1"/>
          </p:cNvSpPr>
          <p:nvPr/>
        </p:nvSpPr>
        <p:spPr>
          <a:xfrm>
            <a:off x="366269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6" name="Stage1_sixpanel_7917">
            <a:extLst>
              <a:ext uri="{FF2B5EF4-FFF2-40B4-BE49-F238E27FC236}">
                <a16:creationId xmlns:a16="http://schemas.microsoft.com/office/drawing/2014/main" id="{CA3EA9A9-28C9-40B0-8AED-C183E9755758}"/>
              </a:ext>
            </a:extLst>
          </p:cNvPr>
          <p:cNvSpPr>
            <a:spLocks noGrp="1"/>
          </p:cNvSpPr>
          <p:nvPr/>
        </p:nvSpPr>
        <p:spPr>
          <a:xfrm>
            <a:off x="364354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7" name="Stage1_sixpanel_7918">
            <a:extLst>
              <a:ext uri="{FF2B5EF4-FFF2-40B4-BE49-F238E27FC236}">
                <a16:creationId xmlns:a16="http://schemas.microsoft.com/office/drawing/2014/main" id="{5494E591-AE16-49E0-92DD-6B61FD9A2715}"/>
              </a:ext>
            </a:extLst>
          </p:cNvPr>
          <p:cNvSpPr>
            <a:spLocks noGrp="1"/>
          </p:cNvSpPr>
          <p:nvPr/>
        </p:nvSpPr>
        <p:spPr>
          <a:xfrm>
            <a:off x="3582920" y="715138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8" name="Stage1_sixpanel_7919">
            <a:extLst>
              <a:ext uri="{FF2B5EF4-FFF2-40B4-BE49-F238E27FC236}">
                <a16:creationId xmlns:a16="http://schemas.microsoft.com/office/drawing/2014/main" id="{9B520D63-951E-4141-83F6-5F856D267869}"/>
              </a:ext>
            </a:extLst>
          </p:cNvPr>
          <p:cNvSpPr>
            <a:spLocks noGrp="1"/>
          </p:cNvSpPr>
          <p:nvPr/>
        </p:nvSpPr>
        <p:spPr>
          <a:xfrm>
            <a:off x="3675692" y="755245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9" name="Stage1_sixpanel_7920">
            <a:extLst>
              <a:ext uri="{FF2B5EF4-FFF2-40B4-BE49-F238E27FC236}">
                <a16:creationId xmlns:a16="http://schemas.microsoft.com/office/drawing/2014/main" id="{7B01BEE8-4311-455B-AFCC-953E9AF9EAA3}"/>
              </a:ext>
            </a:extLst>
          </p:cNvPr>
          <p:cNvSpPr>
            <a:spLocks noGrp="1"/>
          </p:cNvSpPr>
          <p:nvPr/>
        </p:nvSpPr>
        <p:spPr>
          <a:xfrm>
            <a:off x="365252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0" name="Stage1_sixpanel_7921">
            <a:extLst>
              <a:ext uri="{FF2B5EF4-FFF2-40B4-BE49-F238E27FC236}">
                <a16:creationId xmlns:a16="http://schemas.microsoft.com/office/drawing/2014/main" id="{217A5544-9321-4CAB-9324-7C66178CBC38}"/>
              </a:ext>
            </a:extLst>
          </p:cNvPr>
          <p:cNvSpPr>
            <a:spLocks noGrp="1"/>
          </p:cNvSpPr>
          <p:nvPr/>
        </p:nvSpPr>
        <p:spPr>
          <a:xfrm>
            <a:off x="3697101" y="772923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1" name="Stage1_sixpanel_7922">
            <a:extLst>
              <a:ext uri="{FF2B5EF4-FFF2-40B4-BE49-F238E27FC236}">
                <a16:creationId xmlns:a16="http://schemas.microsoft.com/office/drawing/2014/main" id="{49812621-B942-4E35-A943-441A4289FFBF}"/>
              </a:ext>
            </a:extLst>
          </p:cNvPr>
          <p:cNvSpPr>
            <a:spLocks noGrp="1"/>
          </p:cNvSpPr>
          <p:nvPr/>
        </p:nvSpPr>
        <p:spPr>
          <a:xfrm>
            <a:off x="3615152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2" name="Stage1_sixpanel_7923">
            <a:extLst>
              <a:ext uri="{FF2B5EF4-FFF2-40B4-BE49-F238E27FC236}">
                <a16:creationId xmlns:a16="http://schemas.microsoft.com/office/drawing/2014/main" id="{C328E87A-C1A2-48AC-8E4C-237ADA06D5EB}"/>
              </a:ext>
            </a:extLst>
          </p:cNvPr>
          <p:cNvSpPr>
            <a:spLocks noGrp="1"/>
          </p:cNvSpPr>
          <p:nvPr/>
        </p:nvSpPr>
        <p:spPr>
          <a:xfrm>
            <a:off x="3588905" y="804286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3" name="Stage1_sixpanel_7924">
            <a:extLst>
              <a:ext uri="{FF2B5EF4-FFF2-40B4-BE49-F238E27FC236}">
                <a16:creationId xmlns:a16="http://schemas.microsoft.com/office/drawing/2014/main" id="{452FD72F-290B-4770-88FA-738F00E0941C}"/>
              </a:ext>
            </a:extLst>
          </p:cNvPr>
          <p:cNvSpPr>
            <a:spLocks noGrp="1"/>
          </p:cNvSpPr>
          <p:nvPr/>
        </p:nvSpPr>
        <p:spPr>
          <a:xfrm>
            <a:off x="3594262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4" name="Stage1_sixpanel_7925">
            <a:extLst>
              <a:ext uri="{FF2B5EF4-FFF2-40B4-BE49-F238E27FC236}">
                <a16:creationId xmlns:a16="http://schemas.microsoft.com/office/drawing/2014/main" id="{3E097019-540A-4710-B4FE-AF4C33B06C46}"/>
              </a:ext>
            </a:extLst>
          </p:cNvPr>
          <p:cNvSpPr>
            <a:spLocks noGrp="1"/>
          </p:cNvSpPr>
          <p:nvPr/>
        </p:nvSpPr>
        <p:spPr>
          <a:xfrm>
            <a:off x="36060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5" name="Stage1_sixpanel_7926">
            <a:extLst>
              <a:ext uri="{FF2B5EF4-FFF2-40B4-BE49-F238E27FC236}">
                <a16:creationId xmlns:a16="http://schemas.microsoft.com/office/drawing/2014/main" id="{B5F0F406-91D6-42C6-90FE-92C0D3887199}"/>
              </a:ext>
            </a:extLst>
          </p:cNvPr>
          <p:cNvSpPr>
            <a:spLocks noGrp="1"/>
          </p:cNvSpPr>
          <p:nvPr/>
        </p:nvSpPr>
        <p:spPr>
          <a:xfrm>
            <a:off x="364767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6" name="Stage1_sixpanel_7927">
            <a:extLst>
              <a:ext uri="{FF2B5EF4-FFF2-40B4-BE49-F238E27FC236}">
                <a16:creationId xmlns:a16="http://schemas.microsoft.com/office/drawing/2014/main" id="{F3148572-C837-4730-85EE-62F9A303B7F7}"/>
              </a:ext>
            </a:extLst>
          </p:cNvPr>
          <p:cNvSpPr>
            <a:spLocks noGrp="1"/>
          </p:cNvSpPr>
          <p:nvPr/>
        </p:nvSpPr>
        <p:spPr>
          <a:xfrm>
            <a:off x="366812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7" name="Stage1_sixpanel_7928">
            <a:extLst>
              <a:ext uri="{FF2B5EF4-FFF2-40B4-BE49-F238E27FC236}">
                <a16:creationId xmlns:a16="http://schemas.microsoft.com/office/drawing/2014/main" id="{3ACC0A74-24B9-4052-A99E-5FB0EA8DF184}"/>
              </a:ext>
            </a:extLst>
          </p:cNvPr>
          <p:cNvSpPr>
            <a:spLocks noGrp="1"/>
          </p:cNvSpPr>
          <p:nvPr/>
        </p:nvSpPr>
        <p:spPr>
          <a:xfrm>
            <a:off x="360274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8" name="Stage1_sixpanel_7929">
            <a:extLst>
              <a:ext uri="{FF2B5EF4-FFF2-40B4-BE49-F238E27FC236}">
                <a16:creationId xmlns:a16="http://schemas.microsoft.com/office/drawing/2014/main" id="{38EF95D5-F03D-419C-A507-7E1AED038AF1}"/>
              </a:ext>
            </a:extLst>
          </p:cNvPr>
          <p:cNvSpPr>
            <a:spLocks noGrp="1"/>
          </p:cNvSpPr>
          <p:nvPr/>
        </p:nvSpPr>
        <p:spPr>
          <a:xfrm>
            <a:off x="370165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9" name="Stage1_sixpanel_7930">
            <a:extLst>
              <a:ext uri="{FF2B5EF4-FFF2-40B4-BE49-F238E27FC236}">
                <a16:creationId xmlns:a16="http://schemas.microsoft.com/office/drawing/2014/main" id="{8F9C8440-D669-40FB-8167-EFF9EF85067C}"/>
              </a:ext>
            </a:extLst>
          </p:cNvPr>
          <p:cNvSpPr>
            <a:spLocks noGrp="1"/>
          </p:cNvSpPr>
          <p:nvPr/>
        </p:nvSpPr>
        <p:spPr>
          <a:xfrm>
            <a:off x="3660892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0" name="Stage1_sixpanel_7931">
            <a:extLst>
              <a:ext uri="{FF2B5EF4-FFF2-40B4-BE49-F238E27FC236}">
                <a16:creationId xmlns:a16="http://schemas.microsoft.com/office/drawing/2014/main" id="{4DD59904-6148-463A-B7EB-1826A3AE8C28}"/>
              </a:ext>
            </a:extLst>
          </p:cNvPr>
          <p:cNvSpPr>
            <a:spLocks noGrp="1"/>
          </p:cNvSpPr>
          <p:nvPr/>
        </p:nvSpPr>
        <p:spPr>
          <a:xfrm>
            <a:off x="3715576" y="737567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1" name="Stage1_sixpanel_7932">
            <a:extLst>
              <a:ext uri="{FF2B5EF4-FFF2-40B4-BE49-F238E27FC236}">
                <a16:creationId xmlns:a16="http://schemas.microsoft.com/office/drawing/2014/main" id="{F4A27AF0-7DB0-4CDE-8C4C-6A66A1AF7E62}"/>
              </a:ext>
            </a:extLst>
          </p:cNvPr>
          <p:cNvSpPr>
            <a:spLocks noGrp="1"/>
          </p:cNvSpPr>
          <p:nvPr/>
        </p:nvSpPr>
        <p:spPr>
          <a:xfrm>
            <a:off x="3703875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2" name="Stage1_sixpanel_7933">
            <a:extLst>
              <a:ext uri="{FF2B5EF4-FFF2-40B4-BE49-F238E27FC236}">
                <a16:creationId xmlns:a16="http://schemas.microsoft.com/office/drawing/2014/main" id="{5D539FE3-7EA7-4664-A17A-5F6AAD797FD4}"/>
              </a:ext>
            </a:extLst>
          </p:cNvPr>
          <p:cNvSpPr>
            <a:spLocks noGrp="1"/>
          </p:cNvSpPr>
          <p:nvPr/>
        </p:nvSpPr>
        <p:spPr>
          <a:xfrm>
            <a:off x="36944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3" name="Stage1_sixpanel_7934">
            <a:extLst>
              <a:ext uri="{FF2B5EF4-FFF2-40B4-BE49-F238E27FC236}">
                <a16:creationId xmlns:a16="http://schemas.microsoft.com/office/drawing/2014/main" id="{1FE68BB0-4B67-41AB-AD0C-C76F3C325077}"/>
              </a:ext>
            </a:extLst>
          </p:cNvPr>
          <p:cNvSpPr>
            <a:spLocks noGrp="1"/>
          </p:cNvSpPr>
          <p:nvPr/>
        </p:nvSpPr>
        <p:spPr>
          <a:xfrm>
            <a:off x="3521321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4" name="Stage1_sixpanel_7935">
            <a:extLst>
              <a:ext uri="{FF2B5EF4-FFF2-40B4-BE49-F238E27FC236}">
                <a16:creationId xmlns:a16="http://schemas.microsoft.com/office/drawing/2014/main" id="{4AE88BBC-E67C-4806-8DDC-58F1A4832384}"/>
              </a:ext>
            </a:extLst>
          </p:cNvPr>
          <p:cNvSpPr>
            <a:spLocks noGrp="1"/>
          </p:cNvSpPr>
          <p:nvPr/>
        </p:nvSpPr>
        <p:spPr>
          <a:xfrm>
            <a:off x="3729685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5" name="Stage1_sixpanel_7936">
            <a:extLst>
              <a:ext uri="{FF2B5EF4-FFF2-40B4-BE49-F238E27FC236}">
                <a16:creationId xmlns:a16="http://schemas.microsoft.com/office/drawing/2014/main" id="{B4AC1D52-C09C-4932-96D5-DC6AA785F923}"/>
              </a:ext>
            </a:extLst>
          </p:cNvPr>
          <p:cNvSpPr>
            <a:spLocks noGrp="1"/>
          </p:cNvSpPr>
          <p:nvPr/>
        </p:nvSpPr>
        <p:spPr>
          <a:xfrm>
            <a:off x="362829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6" name="Stage1_sixpanel_7937">
            <a:extLst>
              <a:ext uri="{FF2B5EF4-FFF2-40B4-BE49-F238E27FC236}">
                <a16:creationId xmlns:a16="http://schemas.microsoft.com/office/drawing/2014/main" id="{D0DE9921-1CEC-4106-B22D-B689C3B12310}"/>
              </a:ext>
            </a:extLst>
          </p:cNvPr>
          <p:cNvSpPr>
            <a:spLocks noGrp="1"/>
          </p:cNvSpPr>
          <p:nvPr/>
        </p:nvSpPr>
        <p:spPr>
          <a:xfrm>
            <a:off x="3690186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7" name="Stage1_sixpanel_7938">
            <a:extLst>
              <a:ext uri="{FF2B5EF4-FFF2-40B4-BE49-F238E27FC236}">
                <a16:creationId xmlns:a16="http://schemas.microsoft.com/office/drawing/2014/main" id="{F8695319-B8E2-4E2D-8D9C-9481E8C8C47B}"/>
              </a:ext>
            </a:extLst>
          </p:cNvPr>
          <p:cNvSpPr>
            <a:spLocks noGrp="1"/>
          </p:cNvSpPr>
          <p:nvPr/>
        </p:nvSpPr>
        <p:spPr>
          <a:xfrm>
            <a:off x="3604816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8" name="Stage1_sixpanel_7939">
            <a:extLst>
              <a:ext uri="{FF2B5EF4-FFF2-40B4-BE49-F238E27FC236}">
                <a16:creationId xmlns:a16="http://schemas.microsoft.com/office/drawing/2014/main" id="{0865C200-113A-4CD6-9AF0-F681AD9FF4D7}"/>
              </a:ext>
            </a:extLst>
          </p:cNvPr>
          <p:cNvSpPr>
            <a:spLocks noGrp="1"/>
          </p:cNvSpPr>
          <p:nvPr/>
        </p:nvSpPr>
        <p:spPr>
          <a:xfrm>
            <a:off x="3525004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9" name="Stage1_sixpanel_7940">
            <a:extLst>
              <a:ext uri="{FF2B5EF4-FFF2-40B4-BE49-F238E27FC236}">
                <a16:creationId xmlns:a16="http://schemas.microsoft.com/office/drawing/2014/main" id="{A332C089-718D-4497-9BF7-BD637FC8E7DE}"/>
              </a:ext>
            </a:extLst>
          </p:cNvPr>
          <p:cNvSpPr>
            <a:spLocks noGrp="1"/>
          </p:cNvSpPr>
          <p:nvPr/>
        </p:nvSpPr>
        <p:spPr>
          <a:xfrm>
            <a:off x="361218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0" name="Stage1_sixpanel_7941">
            <a:extLst>
              <a:ext uri="{FF2B5EF4-FFF2-40B4-BE49-F238E27FC236}">
                <a16:creationId xmlns:a16="http://schemas.microsoft.com/office/drawing/2014/main" id="{00F54278-8656-439E-99C3-EF28730A4F0A}"/>
              </a:ext>
            </a:extLst>
          </p:cNvPr>
          <p:cNvSpPr>
            <a:spLocks noGrp="1"/>
          </p:cNvSpPr>
          <p:nvPr/>
        </p:nvSpPr>
        <p:spPr>
          <a:xfrm>
            <a:off x="3542519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1" name="Stage1_sixpanel_7942">
            <a:extLst>
              <a:ext uri="{FF2B5EF4-FFF2-40B4-BE49-F238E27FC236}">
                <a16:creationId xmlns:a16="http://schemas.microsoft.com/office/drawing/2014/main" id="{01F2F51B-79F3-4C83-B8BB-249D686032DD}"/>
              </a:ext>
            </a:extLst>
          </p:cNvPr>
          <p:cNvSpPr>
            <a:spLocks noGrp="1"/>
          </p:cNvSpPr>
          <p:nvPr/>
        </p:nvSpPr>
        <p:spPr>
          <a:xfrm>
            <a:off x="3579513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2" name="Stage1_sixpanel_7943">
            <a:extLst>
              <a:ext uri="{FF2B5EF4-FFF2-40B4-BE49-F238E27FC236}">
                <a16:creationId xmlns:a16="http://schemas.microsoft.com/office/drawing/2014/main" id="{DFB6DE8F-5FA7-47F8-93CF-6098DF993B1F}"/>
              </a:ext>
            </a:extLst>
          </p:cNvPr>
          <p:cNvSpPr>
            <a:spLocks noGrp="1"/>
          </p:cNvSpPr>
          <p:nvPr/>
        </p:nvSpPr>
        <p:spPr>
          <a:xfrm>
            <a:off x="3655075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3" name="Stage1_sixpanel_7944">
            <a:extLst>
              <a:ext uri="{FF2B5EF4-FFF2-40B4-BE49-F238E27FC236}">
                <a16:creationId xmlns:a16="http://schemas.microsoft.com/office/drawing/2014/main" id="{C7C0F207-67BB-4F07-99F7-26592AF07C3E}"/>
              </a:ext>
            </a:extLst>
          </p:cNvPr>
          <p:cNvSpPr>
            <a:spLocks noGrp="1"/>
          </p:cNvSpPr>
          <p:nvPr/>
        </p:nvSpPr>
        <p:spPr>
          <a:xfrm>
            <a:off x="3587274" y="712033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4" name="Stage1_sixpanel_7945">
            <a:extLst>
              <a:ext uri="{FF2B5EF4-FFF2-40B4-BE49-F238E27FC236}">
                <a16:creationId xmlns:a16="http://schemas.microsoft.com/office/drawing/2014/main" id="{A9391C69-F812-4043-8849-32CFF6C298D9}"/>
              </a:ext>
            </a:extLst>
          </p:cNvPr>
          <p:cNvSpPr>
            <a:spLocks noGrp="1"/>
          </p:cNvSpPr>
          <p:nvPr/>
        </p:nvSpPr>
        <p:spPr>
          <a:xfrm>
            <a:off x="3696704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5" name="Stage1_sixpanel_7946">
            <a:extLst>
              <a:ext uri="{FF2B5EF4-FFF2-40B4-BE49-F238E27FC236}">
                <a16:creationId xmlns:a16="http://schemas.microsoft.com/office/drawing/2014/main" id="{F63BDE0A-93E9-45EC-8543-AB712DED6CC5}"/>
              </a:ext>
            </a:extLst>
          </p:cNvPr>
          <p:cNvSpPr>
            <a:spLocks noGrp="1"/>
          </p:cNvSpPr>
          <p:nvPr/>
        </p:nvSpPr>
        <p:spPr>
          <a:xfrm>
            <a:off x="3723529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6" name="Stage1_sixpanel_7947">
            <a:extLst>
              <a:ext uri="{FF2B5EF4-FFF2-40B4-BE49-F238E27FC236}">
                <a16:creationId xmlns:a16="http://schemas.microsoft.com/office/drawing/2014/main" id="{E91A1993-F10C-4A35-8197-AF052A5531AC}"/>
              </a:ext>
            </a:extLst>
          </p:cNvPr>
          <p:cNvSpPr>
            <a:spLocks noGrp="1"/>
          </p:cNvSpPr>
          <p:nvPr/>
        </p:nvSpPr>
        <p:spPr>
          <a:xfrm>
            <a:off x="3628363" y="719890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7" name="Stage1_sixpanel_7948">
            <a:extLst>
              <a:ext uri="{FF2B5EF4-FFF2-40B4-BE49-F238E27FC236}">
                <a16:creationId xmlns:a16="http://schemas.microsoft.com/office/drawing/2014/main" id="{315095EF-F714-4228-867C-95D10C8FA437}"/>
              </a:ext>
            </a:extLst>
          </p:cNvPr>
          <p:cNvSpPr>
            <a:spLocks noGrp="1"/>
          </p:cNvSpPr>
          <p:nvPr/>
        </p:nvSpPr>
        <p:spPr>
          <a:xfrm>
            <a:off x="359753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8" name="Stage1_sixpanel_7949">
            <a:extLst>
              <a:ext uri="{FF2B5EF4-FFF2-40B4-BE49-F238E27FC236}">
                <a16:creationId xmlns:a16="http://schemas.microsoft.com/office/drawing/2014/main" id="{8A323F02-7D16-47C2-A84D-34952146A3E8}"/>
              </a:ext>
            </a:extLst>
          </p:cNvPr>
          <p:cNvSpPr>
            <a:spLocks noGrp="1"/>
          </p:cNvSpPr>
          <p:nvPr/>
        </p:nvSpPr>
        <p:spPr>
          <a:xfrm>
            <a:off x="360303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9" name="Stage1_sixpanel_7950">
            <a:extLst>
              <a:ext uri="{FF2B5EF4-FFF2-40B4-BE49-F238E27FC236}">
                <a16:creationId xmlns:a16="http://schemas.microsoft.com/office/drawing/2014/main" id="{CA1C6199-6BF0-428C-A18A-6B382F074E42}"/>
              </a:ext>
            </a:extLst>
          </p:cNvPr>
          <p:cNvSpPr>
            <a:spLocks noGrp="1"/>
          </p:cNvSpPr>
          <p:nvPr/>
        </p:nvSpPr>
        <p:spPr>
          <a:xfrm>
            <a:off x="3591575" y="794000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0" name="Stage1_sixpanel_7951">
            <a:extLst>
              <a:ext uri="{FF2B5EF4-FFF2-40B4-BE49-F238E27FC236}">
                <a16:creationId xmlns:a16="http://schemas.microsoft.com/office/drawing/2014/main" id="{7EF884C0-3702-42BC-8628-69778B46DF85}"/>
              </a:ext>
            </a:extLst>
          </p:cNvPr>
          <p:cNvSpPr>
            <a:spLocks noGrp="1"/>
          </p:cNvSpPr>
          <p:nvPr/>
        </p:nvSpPr>
        <p:spPr>
          <a:xfrm>
            <a:off x="3717413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1" name="Stage1_sixpanel_7952">
            <a:extLst>
              <a:ext uri="{FF2B5EF4-FFF2-40B4-BE49-F238E27FC236}">
                <a16:creationId xmlns:a16="http://schemas.microsoft.com/office/drawing/2014/main" id="{E2987C9F-EC87-437C-A953-71B5EF2B4802}"/>
              </a:ext>
            </a:extLst>
          </p:cNvPr>
          <p:cNvSpPr>
            <a:spLocks noGrp="1"/>
          </p:cNvSpPr>
          <p:nvPr/>
        </p:nvSpPr>
        <p:spPr>
          <a:xfrm>
            <a:off x="355424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2" name="Stage1_sixpanel_7953">
            <a:extLst>
              <a:ext uri="{FF2B5EF4-FFF2-40B4-BE49-F238E27FC236}">
                <a16:creationId xmlns:a16="http://schemas.microsoft.com/office/drawing/2014/main" id="{58D0015C-05BC-46CD-ADF6-28E22C551559}"/>
              </a:ext>
            </a:extLst>
          </p:cNvPr>
          <p:cNvSpPr>
            <a:spLocks noGrp="1"/>
          </p:cNvSpPr>
          <p:nvPr/>
        </p:nvSpPr>
        <p:spPr>
          <a:xfrm>
            <a:off x="3590163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3" name="Stage1_sixpanel_7954">
            <a:extLst>
              <a:ext uri="{FF2B5EF4-FFF2-40B4-BE49-F238E27FC236}">
                <a16:creationId xmlns:a16="http://schemas.microsoft.com/office/drawing/2014/main" id="{3556886D-07FC-4471-A414-4760DEBAB638}"/>
              </a:ext>
            </a:extLst>
          </p:cNvPr>
          <p:cNvSpPr>
            <a:spLocks noGrp="1"/>
          </p:cNvSpPr>
          <p:nvPr/>
        </p:nvSpPr>
        <p:spPr>
          <a:xfrm>
            <a:off x="360240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4" name="Stage1_sixpanel_7955">
            <a:extLst>
              <a:ext uri="{FF2B5EF4-FFF2-40B4-BE49-F238E27FC236}">
                <a16:creationId xmlns:a16="http://schemas.microsoft.com/office/drawing/2014/main" id="{E5135566-4F09-48E2-BB15-DE4932CEB4EE}"/>
              </a:ext>
            </a:extLst>
          </p:cNvPr>
          <p:cNvSpPr>
            <a:spLocks noGrp="1"/>
          </p:cNvSpPr>
          <p:nvPr/>
        </p:nvSpPr>
        <p:spPr>
          <a:xfrm>
            <a:off x="3669882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5" name="Stage1_sixpanel_7956">
            <a:extLst>
              <a:ext uri="{FF2B5EF4-FFF2-40B4-BE49-F238E27FC236}">
                <a16:creationId xmlns:a16="http://schemas.microsoft.com/office/drawing/2014/main" id="{CB89BF06-FE53-4407-AA7E-912738CAC41E}"/>
              </a:ext>
            </a:extLst>
          </p:cNvPr>
          <p:cNvSpPr>
            <a:spLocks noGrp="1"/>
          </p:cNvSpPr>
          <p:nvPr/>
        </p:nvSpPr>
        <p:spPr>
          <a:xfrm>
            <a:off x="3608313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6" name="Stage1_sixpanel_7957">
            <a:extLst>
              <a:ext uri="{FF2B5EF4-FFF2-40B4-BE49-F238E27FC236}">
                <a16:creationId xmlns:a16="http://schemas.microsoft.com/office/drawing/2014/main" id="{A1A7E96E-A856-4EF1-B5D6-B1467A5A22E3}"/>
              </a:ext>
            </a:extLst>
          </p:cNvPr>
          <p:cNvSpPr>
            <a:spLocks noGrp="1"/>
          </p:cNvSpPr>
          <p:nvPr/>
        </p:nvSpPr>
        <p:spPr>
          <a:xfrm>
            <a:off x="367658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7" name="Stage1_sixpanel_7958">
            <a:extLst>
              <a:ext uri="{FF2B5EF4-FFF2-40B4-BE49-F238E27FC236}">
                <a16:creationId xmlns:a16="http://schemas.microsoft.com/office/drawing/2014/main" id="{287092EB-685D-4C67-AC38-2E5176E5E414}"/>
              </a:ext>
            </a:extLst>
          </p:cNvPr>
          <p:cNvSpPr>
            <a:spLocks noGrp="1"/>
          </p:cNvSpPr>
          <p:nvPr/>
        </p:nvSpPr>
        <p:spPr>
          <a:xfrm>
            <a:off x="364765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8" name="Stage1_sixpanel_7959">
            <a:extLst>
              <a:ext uri="{FF2B5EF4-FFF2-40B4-BE49-F238E27FC236}">
                <a16:creationId xmlns:a16="http://schemas.microsoft.com/office/drawing/2014/main" id="{364DD426-5AD1-42B2-945E-7BFA6677372F}"/>
              </a:ext>
            </a:extLst>
          </p:cNvPr>
          <p:cNvSpPr>
            <a:spLocks noGrp="1"/>
          </p:cNvSpPr>
          <p:nvPr/>
        </p:nvSpPr>
        <p:spPr>
          <a:xfrm>
            <a:off x="363530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9" name="Stage1_sixpanel_7960">
            <a:extLst>
              <a:ext uri="{FF2B5EF4-FFF2-40B4-BE49-F238E27FC236}">
                <a16:creationId xmlns:a16="http://schemas.microsoft.com/office/drawing/2014/main" id="{FE6431FE-A03D-414D-B21C-483D7546BDBE}"/>
              </a:ext>
            </a:extLst>
          </p:cNvPr>
          <p:cNvSpPr>
            <a:spLocks noGrp="1"/>
          </p:cNvSpPr>
          <p:nvPr/>
        </p:nvSpPr>
        <p:spPr>
          <a:xfrm>
            <a:off x="3586424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0" name="Stage1_sixpanel_7961">
            <a:extLst>
              <a:ext uri="{FF2B5EF4-FFF2-40B4-BE49-F238E27FC236}">
                <a16:creationId xmlns:a16="http://schemas.microsoft.com/office/drawing/2014/main" id="{CA93CACC-1070-4E97-98AF-D8EAF4FE2B05}"/>
              </a:ext>
            </a:extLst>
          </p:cNvPr>
          <p:cNvSpPr>
            <a:spLocks noGrp="1"/>
          </p:cNvSpPr>
          <p:nvPr/>
        </p:nvSpPr>
        <p:spPr>
          <a:xfrm>
            <a:off x="355833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1" name="Stage1_sixpanel_7962">
            <a:extLst>
              <a:ext uri="{FF2B5EF4-FFF2-40B4-BE49-F238E27FC236}">
                <a16:creationId xmlns:a16="http://schemas.microsoft.com/office/drawing/2014/main" id="{90D3084C-B25A-4C03-89BA-523F53DD14F1}"/>
              </a:ext>
            </a:extLst>
          </p:cNvPr>
          <p:cNvSpPr>
            <a:spLocks noGrp="1"/>
          </p:cNvSpPr>
          <p:nvPr/>
        </p:nvSpPr>
        <p:spPr>
          <a:xfrm>
            <a:off x="3634362" y="777342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2" name="Stage1_sixpanel_7963">
            <a:extLst>
              <a:ext uri="{FF2B5EF4-FFF2-40B4-BE49-F238E27FC236}">
                <a16:creationId xmlns:a16="http://schemas.microsoft.com/office/drawing/2014/main" id="{2D1A4218-E5CC-474E-BD43-CAC5A2D34F49}"/>
              </a:ext>
            </a:extLst>
          </p:cNvPr>
          <p:cNvSpPr>
            <a:spLocks noGrp="1"/>
          </p:cNvSpPr>
          <p:nvPr/>
        </p:nvSpPr>
        <p:spPr>
          <a:xfrm>
            <a:off x="3551532" y="790600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3" name="Stage1_sixpanel_7964">
            <a:extLst>
              <a:ext uri="{FF2B5EF4-FFF2-40B4-BE49-F238E27FC236}">
                <a16:creationId xmlns:a16="http://schemas.microsoft.com/office/drawing/2014/main" id="{07A7BFF2-95B9-4E8D-AC88-0066B46044A7}"/>
              </a:ext>
            </a:extLst>
          </p:cNvPr>
          <p:cNvSpPr>
            <a:spLocks noGrp="1"/>
          </p:cNvSpPr>
          <p:nvPr/>
        </p:nvSpPr>
        <p:spPr>
          <a:xfrm>
            <a:off x="3563426" y="711435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4" name="Stage1_sixpanel_7965">
            <a:extLst>
              <a:ext uri="{FF2B5EF4-FFF2-40B4-BE49-F238E27FC236}">
                <a16:creationId xmlns:a16="http://schemas.microsoft.com/office/drawing/2014/main" id="{2A35F94D-8621-4A31-93C6-CE239ECCFA20}"/>
              </a:ext>
            </a:extLst>
          </p:cNvPr>
          <p:cNvSpPr>
            <a:spLocks noGrp="1"/>
          </p:cNvSpPr>
          <p:nvPr/>
        </p:nvSpPr>
        <p:spPr>
          <a:xfrm>
            <a:off x="3569038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5" name="Stage1_sixpanel_7966">
            <a:extLst>
              <a:ext uri="{FF2B5EF4-FFF2-40B4-BE49-F238E27FC236}">
                <a16:creationId xmlns:a16="http://schemas.microsoft.com/office/drawing/2014/main" id="{8AD54E1B-C07A-4CA4-85C7-D93038E0A18B}"/>
              </a:ext>
            </a:extLst>
          </p:cNvPr>
          <p:cNvSpPr>
            <a:spLocks noGrp="1"/>
          </p:cNvSpPr>
          <p:nvPr/>
        </p:nvSpPr>
        <p:spPr>
          <a:xfrm>
            <a:off x="364666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6" name="Stage1_sixpanel_7967">
            <a:extLst>
              <a:ext uri="{FF2B5EF4-FFF2-40B4-BE49-F238E27FC236}">
                <a16:creationId xmlns:a16="http://schemas.microsoft.com/office/drawing/2014/main" id="{63550FE8-96A0-4035-AD13-9137BDD7D27A}"/>
              </a:ext>
            </a:extLst>
          </p:cNvPr>
          <p:cNvSpPr>
            <a:spLocks noGrp="1"/>
          </p:cNvSpPr>
          <p:nvPr/>
        </p:nvSpPr>
        <p:spPr>
          <a:xfrm>
            <a:off x="371025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7" name="Stage1_sixpanel_7968">
            <a:extLst>
              <a:ext uri="{FF2B5EF4-FFF2-40B4-BE49-F238E27FC236}">
                <a16:creationId xmlns:a16="http://schemas.microsoft.com/office/drawing/2014/main" id="{983281B1-9E41-49A5-B5B6-6408E6DDA7B8}"/>
              </a:ext>
            </a:extLst>
          </p:cNvPr>
          <p:cNvSpPr>
            <a:spLocks noGrp="1"/>
          </p:cNvSpPr>
          <p:nvPr/>
        </p:nvSpPr>
        <p:spPr>
          <a:xfrm>
            <a:off x="366533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8" name="Stage1_sixpanel_7969">
            <a:extLst>
              <a:ext uri="{FF2B5EF4-FFF2-40B4-BE49-F238E27FC236}">
                <a16:creationId xmlns:a16="http://schemas.microsoft.com/office/drawing/2014/main" id="{55B99313-9D1A-4CCA-BD79-8AAB5300BCB3}"/>
              </a:ext>
            </a:extLst>
          </p:cNvPr>
          <p:cNvSpPr>
            <a:spLocks noGrp="1"/>
          </p:cNvSpPr>
          <p:nvPr/>
        </p:nvSpPr>
        <p:spPr>
          <a:xfrm>
            <a:off x="369181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9" name="Stage1_sixpanel_7970">
            <a:extLst>
              <a:ext uri="{FF2B5EF4-FFF2-40B4-BE49-F238E27FC236}">
                <a16:creationId xmlns:a16="http://schemas.microsoft.com/office/drawing/2014/main" id="{3D43744F-1BDA-4F7D-B2A8-B998BAEA8218}"/>
              </a:ext>
            </a:extLst>
          </p:cNvPr>
          <p:cNvSpPr>
            <a:spLocks noGrp="1"/>
          </p:cNvSpPr>
          <p:nvPr/>
        </p:nvSpPr>
        <p:spPr>
          <a:xfrm>
            <a:off x="361182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0" name="Stage1_sixpanel_7971">
            <a:extLst>
              <a:ext uri="{FF2B5EF4-FFF2-40B4-BE49-F238E27FC236}">
                <a16:creationId xmlns:a16="http://schemas.microsoft.com/office/drawing/2014/main" id="{8C8C7A8F-A27A-4BD1-A42E-8A69F361FFFE}"/>
              </a:ext>
            </a:extLst>
          </p:cNvPr>
          <p:cNvSpPr>
            <a:spLocks noGrp="1"/>
          </p:cNvSpPr>
          <p:nvPr/>
        </p:nvSpPr>
        <p:spPr>
          <a:xfrm>
            <a:off x="3691586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1" name="Stage1_sixpanel_7972">
            <a:extLst>
              <a:ext uri="{FF2B5EF4-FFF2-40B4-BE49-F238E27FC236}">
                <a16:creationId xmlns:a16="http://schemas.microsoft.com/office/drawing/2014/main" id="{3D0B0518-4A5B-43D4-9303-482A9791D089}"/>
              </a:ext>
            </a:extLst>
          </p:cNvPr>
          <p:cNvSpPr>
            <a:spLocks noGrp="1"/>
          </p:cNvSpPr>
          <p:nvPr/>
        </p:nvSpPr>
        <p:spPr>
          <a:xfrm>
            <a:off x="3677900" y="740219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2" name="Stage1_sixpanel_7973">
            <a:extLst>
              <a:ext uri="{FF2B5EF4-FFF2-40B4-BE49-F238E27FC236}">
                <a16:creationId xmlns:a16="http://schemas.microsoft.com/office/drawing/2014/main" id="{49480859-1863-403B-88FE-48E4C77143F3}"/>
              </a:ext>
            </a:extLst>
          </p:cNvPr>
          <p:cNvSpPr>
            <a:spLocks noGrp="1"/>
          </p:cNvSpPr>
          <p:nvPr/>
        </p:nvSpPr>
        <p:spPr>
          <a:xfrm>
            <a:off x="35867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3" name="Stage1_sixpanel_7974">
            <a:extLst>
              <a:ext uri="{FF2B5EF4-FFF2-40B4-BE49-F238E27FC236}">
                <a16:creationId xmlns:a16="http://schemas.microsoft.com/office/drawing/2014/main" id="{78BBA591-7D7A-4205-8315-820C6BAD9E18}"/>
              </a:ext>
            </a:extLst>
          </p:cNvPr>
          <p:cNvSpPr>
            <a:spLocks noGrp="1"/>
          </p:cNvSpPr>
          <p:nvPr/>
        </p:nvSpPr>
        <p:spPr>
          <a:xfrm>
            <a:off x="372637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4" name="Stage1_sixpanel_7975">
            <a:extLst>
              <a:ext uri="{FF2B5EF4-FFF2-40B4-BE49-F238E27FC236}">
                <a16:creationId xmlns:a16="http://schemas.microsoft.com/office/drawing/2014/main" id="{C16DA7B9-298D-47E5-88FF-FB97CD717FA5}"/>
              </a:ext>
            </a:extLst>
          </p:cNvPr>
          <p:cNvSpPr>
            <a:spLocks noGrp="1"/>
          </p:cNvSpPr>
          <p:nvPr/>
        </p:nvSpPr>
        <p:spPr>
          <a:xfrm>
            <a:off x="351836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5" name="Stage1_sixpanel_7976">
            <a:extLst>
              <a:ext uri="{FF2B5EF4-FFF2-40B4-BE49-F238E27FC236}">
                <a16:creationId xmlns:a16="http://schemas.microsoft.com/office/drawing/2014/main" id="{6684AE0D-5127-43B0-8689-05940F1C58AA}"/>
              </a:ext>
            </a:extLst>
          </p:cNvPr>
          <p:cNvSpPr>
            <a:spLocks noGrp="1"/>
          </p:cNvSpPr>
          <p:nvPr/>
        </p:nvSpPr>
        <p:spPr>
          <a:xfrm>
            <a:off x="362444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6" name="Stage1_sixpanel_7977">
            <a:extLst>
              <a:ext uri="{FF2B5EF4-FFF2-40B4-BE49-F238E27FC236}">
                <a16:creationId xmlns:a16="http://schemas.microsoft.com/office/drawing/2014/main" id="{A9537492-53F1-457C-B67B-9CB201CB2116}"/>
              </a:ext>
            </a:extLst>
          </p:cNvPr>
          <p:cNvSpPr>
            <a:spLocks noGrp="1"/>
          </p:cNvSpPr>
          <p:nvPr/>
        </p:nvSpPr>
        <p:spPr>
          <a:xfrm>
            <a:off x="3547525" y="736887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7" name="Stage1_sixpanel_7978">
            <a:extLst>
              <a:ext uri="{FF2B5EF4-FFF2-40B4-BE49-F238E27FC236}">
                <a16:creationId xmlns:a16="http://schemas.microsoft.com/office/drawing/2014/main" id="{6BD634CA-D6DF-4AD3-8E9C-C43AEA5CAAFF}"/>
              </a:ext>
            </a:extLst>
          </p:cNvPr>
          <p:cNvSpPr>
            <a:spLocks noGrp="1"/>
          </p:cNvSpPr>
          <p:nvPr/>
        </p:nvSpPr>
        <p:spPr>
          <a:xfrm>
            <a:off x="3709815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8" name="Stage1_sixpanel_7979">
            <a:extLst>
              <a:ext uri="{FF2B5EF4-FFF2-40B4-BE49-F238E27FC236}">
                <a16:creationId xmlns:a16="http://schemas.microsoft.com/office/drawing/2014/main" id="{78208AEA-59D3-41F8-8282-5194059B1206}"/>
              </a:ext>
            </a:extLst>
          </p:cNvPr>
          <p:cNvSpPr>
            <a:spLocks noGrp="1"/>
          </p:cNvSpPr>
          <p:nvPr/>
        </p:nvSpPr>
        <p:spPr>
          <a:xfrm>
            <a:off x="3576796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9" name="Stage1_sixpanel_7980">
            <a:extLst>
              <a:ext uri="{FF2B5EF4-FFF2-40B4-BE49-F238E27FC236}">
                <a16:creationId xmlns:a16="http://schemas.microsoft.com/office/drawing/2014/main" id="{F1CE43B6-BE66-4839-AF0B-05BBC203B277}"/>
              </a:ext>
            </a:extLst>
          </p:cNvPr>
          <p:cNvSpPr>
            <a:spLocks noGrp="1"/>
          </p:cNvSpPr>
          <p:nvPr/>
        </p:nvSpPr>
        <p:spPr>
          <a:xfrm>
            <a:off x="3561792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0" name="Stage1_sixpanel_7981">
            <a:extLst>
              <a:ext uri="{FF2B5EF4-FFF2-40B4-BE49-F238E27FC236}">
                <a16:creationId xmlns:a16="http://schemas.microsoft.com/office/drawing/2014/main" id="{21CBD046-187E-484F-B60D-378F097E27F2}"/>
              </a:ext>
            </a:extLst>
          </p:cNvPr>
          <p:cNvSpPr>
            <a:spLocks noGrp="1"/>
          </p:cNvSpPr>
          <p:nvPr/>
        </p:nvSpPr>
        <p:spPr>
          <a:xfrm>
            <a:off x="3661990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1" name="Stage1_sixpanel_7982">
            <a:extLst>
              <a:ext uri="{FF2B5EF4-FFF2-40B4-BE49-F238E27FC236}">
                <a16:creationId xmlns:a16="http://schemas.microsoft.com/office/drawing/2014/main" id="{9EDBB7FD-3410-45A8-8341-74484A1B1FE7}"/>
              </a:ext>
            </a:extLst>
          </p:cNvPr>
          <p:cNvSpPr>
            <a:spLocks noGrp="1"/>
          </p:cNvSpPr>
          <p:nvPr/>
        </p:nvSpPr>
        <p:spPr>
          <a:xfrm>
            <a:off x="361246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2" name="Stage1_sixpanel_7983">
            <a:extLst>
              <a:ext uri="{FF2B5EF4-FFF2-40B4-BE49-F238E27FC236}">
                <a16:creationId xmlns:a16="http://schemas.microsoft.com/office/drawing/2014/main" id="{E0F1131B-46A5-4995-BCB3-EB78AC09C5C4}"/>
              </a:ext>
            </a:extLst>
          </p:cNvPr>
          <p:cNvSpPr>
            <a:spLocks noGrp="1"/>
          </p:cNvSpPr>
          <p:nvPr/>
        </p:nvSpPr>
        <p:spPr>
          <a:xfrm>
            <a:off x="354528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3" name="Stage1_sixpanel_7984">
            <a:extLst>
              <a:ext uri="{FF2B5EF4-FFF2-40B4-BE49-F238E27FC236}">
                <a16:creationId xmlns:a16="http://schemas.microsoft.com/office/drawing/2014/main" id="{BE1792E7-D2A7-4B3F-A49B-136D092B2BCB}"/>
              </a:ext>
            </a:extLst>
          </p:cNvPr>
          <p:cNvSpPr>
            <a:spLocks noGrp="1"/>
          </p:cNvSpPr>
          <p:nvPr/>
        </p:nvSpPr>
        <p:spPr>
          <a:xfrm>
            <a:off x="3547224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4" name="Stage1_sixpanel_7985">
            <a:extLst>
              <a:ext uri="{FF2B5EF4-FFF2-40B4-BE49-F238E27FC236}">
                <a16:creationId xmlns:a16="http://schemas.microsoft.com/office/drawing/2014/main" id="{9A6F2823-F828-4460-B57E-271171D0ECF0}"/>
              </a:ext>
            </a:extLst>
          </p:cNvPr>
          <p:cNvSpPr>
            <a:spLocks noGrp="1"/>
          </p:cNvSpPr>
          <p:nvPr/>
        </p:nvSpPr>
        <p:spPr>
          <a:xfrm>
            <a:off x="359060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5" name="Stage1_sixpanel_7986">
            <a:extLst>
              <a:ext uri="{FF2B5EF4-FFF2-40B4-BE49-F238E27FC236}">
                <a16:creationId xmlns:a16="http://schemas.microsoft.com/office/drawing/2014/main" id="{B6EEF7BB-809D-4AF1-BB77-ADF7162B9C5F}"/>
              </a:ext>
            </a:extLst>
          </p:cNvPr>
          <p:cNvSpPr>
            <a:spLocks noGrp="1"/>
          </p:cNvSpPr>
          <p:nvPr/>
        </p:nvSpPr>
        <p:spPr>
          <a:xfrm>
            <a:off x="3633375" y="730266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6" name="Stage1_sixpanel_7987">
            <a:extLst>
              <a:ext uri="{FF2B5EF4-FFF2-40B4-BE49-F238E27FC236}">
                <a16:creationId xmlns:a16="http://schemas.microsoft.com/office/drawing/2014/main" id="{464CA12E-F05F-4FEF-BAAF-96E21ABBF3EA}"/>
              </a:ext>
            </a:extLst>
          </p:cNvPr>
          <p:cNvSpPr>
            <a:spLocks noGrp="1"/>
          </p:cNvSpPr>
          <p:nvPr/>
        </p:nvSpPr>
        <p:spPr>
          <a:xfrm>
            <a:off x="356342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7" name="Stage1_sixpanel_7988">
            <a:extLst>
              <a:ext uri="{FF2B5EF4-FFF2-40B4-BE49-F238E27FC236}">
                <a16:creationId xmlns:a16="http://schemas.microsoft.com/office/drawing/2014/main" id="{524796CB-601F-4356-B14D-CBE8388A35A6}"/>
              </a:ext>
            </a:extLst>
          </p:cNvPr>
          <p:cNvSpPr>
            <a:spLocks noGrp="1"/>
          </p:cNvSpPr>
          <p:nvPr/>
        </p:nvSpPr>
        <p:spPr>
          <a:xfrm>
            <a:off x="3585692" y="777342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8" name="Stage1_sixpanel_7989">
            <a:extLst>
              <a:ext uri="{FF2B5EF4-FFF2-40B4-BE49-F238E27FC236}">
                <a16:creationId xmlns:a16="http://schemas.microsoft.com/office/drawing/2014/main" id="{06F7EFBF-7478-49BE-AE86-3EA92A7C6BA7}"/>
              </a:ext>
            </a:extLst>
          </p:cNvPr>
          <p:cNvSpPr>
            <a:spLocks noGrp="1"/>
          </p:cNvSpPr>
          <p:nvPr/>
        </p:nvSpPr>
        <p:spPr>
          <a:xfrm>
            <a:off x="354279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9" name="Stage1_sixpanel_7990">
            <a:extLst>
              <a:ext uri="{FF2B5EF4-FFF2-40B4-BE49-F238E27FC236}">
                <a16:creationId xmlns:a16="http://schemas.microsoft.com/office/drawing/2014/main" id="{31F4917B-3104-4499-A430-6BD15A943944}"/>
              </a:ext>
            </a:extLst>
          </p:cNvPr>
          <p:cNvSpPr>
            <a:spLocks noGrp="1"/>
          </p:cNvSpPr>
          <p:nvPr/>
        </p:nvSpPr>
        <p:spPr>
          <a:xfrm>
            <a:off x="364185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0" name="Stage1_sixpanel_7991">
            <a:extLst>
              <a:ext uri="{FF2B5EF4-FFF2-40B4-BE49-F238E27FC236}">
                <a16:creationId xmlns:a16="http://schemas.microsoft.com/office/drawing/2014/main" id="{3F31BACC-B88F-4844-BC33-6CE9C2112120}"/>
              </a:ext>
            </a:extLst>
          </p:cNvPr>
          <p:cNvSpPr>
            <a:spLocks noGrp="1"/>
          </p:cNvSpPr>
          <p:nvPr/>
        </p:nvSpPr>
        <p:spPr>
          <a:xfrm>
            <a:off x="354007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1" name="Stage1_sixpanel_7992">
            <a:extLst>
              <a:ext uri="{FF2B5EF4-FFF2-40B4-BE49-F238E27FC236}">
                <a16:creationId xmlns:a16="http://schemas.microsoft.com/office/drawing/2014/main" id="{EA48CA4F-128D-42BB-AFF8-5077E26CC4FB}"/>
              </a:ext>
            </a:extLst>
          </p:cNvPr>
          <p:cNvSpPr>
            <a:spLocks noGrp="1"/>
          </p:cNvSpPr>
          <p:nvPr/>
        </p:nvSpPr>
        <p:spPr>
          <a:xfrm>
            <a:off x="369570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2" name="Stage1_sixpanel_7993">
            <a:extLst>
              <a:ext uri="{FF2B5EF4-FFF2-40B4-BE49-F238E27FC236}">
                <a16:creationId xmlns:a16="http://schemas.microsoft.com/office/drawing/2014/main" id="{256143F6-2A2E-4CFC-9A55-8D93F15B477C}"/>
              </a:ext>
            </a:extLst>
          </p:cNvPr>
          <p:cNvSpPr>
            <a:spLocks noGrp="1"/>
          </p:cNvSpPr>
          <p:nvPr/>
        </p:nvSpPr>
        <p:spPr>
          <a:xfrm>
            <a:off x="361992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3" name="Stage1_sixpanel_7994">
            <a:extLst>
              <a:ext uri="{FF2B5EF4-FFF2-40B4-BE49-F238E27FC236}">
                <a16:creationId xmlns:a16="http://schemas.microsoft.com/office/drawing/2014/main" id="{462147E7-E9D8-44D3-B612-3A038F1F038D}"/>
              </a:ext>
            </a:extLst>
          </p:cNvPr>
          <p:cNvSpPr>
            <a:spLocks noGrp="1"/>
          </p:cNvSpPr>
          <p:nvPr/>
        </p:nvSpPr>
        <p:spPr>
          <a:xfrm>
            <a:off x="3672489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4" name="Stage1_sixpanel_7995">
            <a:extLst>
              <a:ext uri="{FF2B5EF4-FFF2-40B4-BE49-F238E27FC236}">
                <a16:creationId xmlns:a16="http://schemas.microsoft.com/office/drawing/2014/main" id="{182BB17B-A018-460B-828C-D38F0520E4FB}"/>
              </a:ext>
            </a:extLst>
          </p:cNvPr>
          <p:cNvSpPr>
            <a:spLocks noGrp="1"/>
          </p:cNvSpPr>
          <p:nvPr/>
        </p:nvSpPr>
        <p:spPr>
          <a:xfrm>
            <a:off x="3646558" y="799439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5" name="Stage1_sixpanel_7996">
            <a:extLst>
              <a:ext uri="{FF2B5EF4-FFF2-40B4-BE49-F238E27FC236}">
                <a16:creationId xmlns:a16="http://schemas.microsoft.com/office/drawing/2014/main" id="{383F27A7-F831-455D-90DD-D12FE0535953}"/>
              </a:ext>
            </a:extLst>
          </p:cNvPr>
          <p:cNvSpPr>
            <a:spLocks noGrp="1"/>
          </p:cNvSpPr>
          <p:nvPr/>
        </p:nvSpPr>
        <p:spPr>
          <a:xfrm>
            <a:off x="3564612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6" name="Stage1_sixpanel_7997">
            <a:extLst>
              <a:ext uri="{FF2B5EF4-FFF2-40B4-BE49-F238E27FC236}">
                <a16:creationId xmlns:a16="http://schemas.microsoft.com/office/drawing/2014/main" id="{C773C2B5-D1E2-44A6-9788-5E84C4ED5568}"/>
              </a:ext>
            </a:extLst>
          </p:cNvPr>
          <p:cNvSpPr>
            <a:spLocks noGrp="1"/>
          </p:cNvSpPr>
          <p:nvPr/>
        </p:nvSpPr>
        <p:spPr>
          <a:xfrm>
            <a:off x="352112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7" name="Stage1_sixpanel_7998">
            <a:extLst>
              <a:ext uri="{FF2B5EF4-FFF2-40B4-BE49-F238E27FC236}">
                <a16:creationId xmlns:a16="http://schemas.microsoft.com/office/drawing/2014/main" id="{CCB71A87-82AE-4A4E-BE83-C53A7531F11D}"/>
              </a:ext>
            </a:extLst>
          </p:cNvPr>
          <p:cNvSpPr>
            <a:spLocks noGrp="1"/>
          </p:cNvSpPr>
          <p:nvPr/>
        </p:nvSpPr>
        <p:spPr>
          <a:xfrm>
            <a:off x="3595799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8" name="Stage1_sixpanel_7999">
            <a:extLst>
              <a:ext uri="{FF2B5EF4-FFF2-40B4-BE49-F238E27FC236}">
                <a16:creationId xmlns:a16="http://schemas.microsoft.com/office/drawing/2014/main" id="{680C53F2-3E1C-4804-9D85-8B32467A8983}"/>
              </a:ext>
            </a:extLst>
          </p:cNvPr>
          <p:cNvSpPr>
            <a:spLocks noGrp="1"/>
          </p:cNvSpPr>
          <p:nvPr/>
        </p:nvSpPr>
        <p:spPr>
          <a:xfrm>
            <a:off x="3701532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9" name="Stage1_sixpanel_8000">
            <a:extLst>
              <a:ext uri="{FF2B5EF4-FFF2-40B4-BE49-F238E27FC236}">
                <a16:creationId xmlns:a16="http://schemas.microsoft.com/office/drawing/2014/main" id="{6F4F0696-2808-4C7B-B526-A2F747B1DC06}"/>
              </a:ext>
            </a:extLst>
          </p:cNvPr>
          <p:cNvSpPr>
            <a:spLocks noGrp="1"/>
          </p:cNvSpPr>
          <p:nvPr/>
        </p:nvSpPr>
        <p:spPr>
          <a:xfrm>
            <a:off x="351845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0" name="Stage1_sixpanel_8001">
            <a:extLst>
              <a:ext uri="{FF2B5EF4-FFF2-40B4-BE49-F238E27FC236}">
                <a16:creationId xmlns:a16="http://schemas.microsoft.com/office/drawing/2014/main" id="{D3003E45-5D40-484C-A820-CF7D4FA82B25}"/>
              </a:ext>
            </a:extLst>
          </p:cNvPr>
          <p:cNvSpPr>
            <a:spLocks noGrp="1"/>
          </p:cNvSpPr>
          <p:nvPr/>
        </p:nvSpPr>
        <p:spPr>
          <a:xfrm>
            <a:off x="3716024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1" name="Stage1_sixpanel_8002">
            <a:extLst>
              <a:ext uri="{FF2B5EF4-FFF2-40B4-BE49-F238E27FC236}">
                <a16:creationId xmlns:a16="http://schemas.microsoft.com/office/drawing/2014/main" id="{9BC8C00A-3F6C-4067-A96B-F872C691BCAE}"/>
              </a:ext>
            </a:extLst>
          </p:cNvPr>
          <p:cNvSpPr>
            <a:spLocks noGrp="1"/>
          </p:cNvSpPr>
          <p:nvPr/>
        </p:nvSpPr>
        <p:spPr>
          <a:xfrm>
            <a:off x="3699693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2" name="Stage1_sixpanel_8003">
            <a:extLst>
              <a:ext uri="{FF2B5EF4-FFF2-40B4-BE49-F238E27FC236}">
                <a16:creationId xmlns:a16="http://schemas.microsoft.com/office/drawing/2014/main" id="{DB96F9CE-19AC-4DB9-B32F-530CB9736E42}"/>
              </a:ext>
            </a:extLst>
          </p:cNvPr>
          <p:cNvSpPr>
            <a:spLocks noGrp="1"/>
          </p:cNvSpPr>
          <p:nvPr/>
        </p:nvSpPr>
        <p:spPr>
          <a:xfrm>
            <a:off x="365018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3" name="Stage1_sixpanel_8004">
            <a:extLst>
              <a:ext uri="{FF2B5EF4-FFF2-40B4-BE49-F238E27FC236}">
                <a16:creationId xmlns:a16="http://schemas.microsoft.com/office/drawing/2014/main" id="{552E1AAA-5533-4EB9-9695-6D16297174E6}"/>
              </a:ext>
            </a:extLst>
          </p:cNvPr>
          <p:cNvSpPr>
            <a:spLocks noGrp="1"/>
          </p:cNvSpPr>
          <p:nvPr/>
        </p:nvSpPr>
        <p:spPr>
          <a:xfrm>
            <a:off x="369571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4" name="Stage1_sixpanel_8005">
            <a:extLst>
              <a:ext uri="{FF2B5EF4-FFF2-40B4-BE49-F238E27FC236}">
                <a16:creationId xmlns:a16="http://schemas.microsoft.com/office/drawing/2014/main" id="{E1FCABA7-CB61-41F3-AABE-ACF3DED2A4C9}"/>
              </a:ext>
            </a:extLst>
          </p:cNvPr>
          <p:cNvSpPr>
            <a:spLocks noGrp="1"/>
          </p:cNvSpPr>
          <p:nvPr/>
        </p:nvSpPr>
        <p:spPr>
          <a:xfrm>
            <a:off x="3696137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5" name="Stage1_sixpanel_8006">
            <a:extLst>
              <a:ext uri="{FF2B5EF4-FFF2-40B4-BE49-F238E27FC236}">
                <a16:creationId xmlns:a16="http://schemas.microsoft.com/office/drawing/2014/main" id="{CB739A67-3ED0-46A8-A519-CBA815B33E31}"/>
              </a:ext>
            </a:extLst>
          </p:cNvPr>
          <p:cNvSpPr>
            <a:spLocks noGrp="1"/>
          </p:cNvSpPr>
          <p:nvPr/>
        </p:nvSpPr>
        <p:spPr>
          <a:xfrm>
            <a:off x="359104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6" name="Stage1_sixpanel_8007">
            <a:extLst>
              <a:ext uri="{FF2B5EF4-FFF2-40B4-BE49-F238E27FC236}">
                <a16:creationId xmlns:a16="http://schemas.microsoft.com/office/drawing/2014/main" id="{2BBFE1FA-8223-4CE2-8FE3-7FA04CDE5E65}"/>
              </a:ext>
            </a:extLst>
          </p:cNvPr>
          <p:cNvSpPr>
            <a:spLocks noGrp="1"/>
          </p:cNvSpPr>
          <p:nvPr/>
        </p:nvSpPr>
        <p:spPr>
          <a:xfrm>
            <a:off x="3610067" y="780779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7" name="Stage1_sixpanel_8008">
            <a:extLst>
              <a:ext uri="{FF2B5EF4-FFF2-40B4-BE49-F238E27FC236}">
                <a16:creationId xmlns:a16="http://schemas.microsoft.com/office/drawing/2014/main" id="{92ABA241-3651-4421-B513-73CA9F16A29F}"/>
              </a:ext>
            </a:extLst>
          </p:cNvPr>
          <p:cNvSpPr>
            <a:spLocks noGrp="1"/>
          </p:cNvSpPr>
          <p:nvPr/>
        </p:nvSpPr>
        <p:spPr>
          <a:xfrm>
            <a:off x="3626569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8" name="Stage1_sixpanel_8009">
            <a:extLst>
              <a:ext uri="{FF2B5EF4-FFF2-40B4-BE49-F238E27FC236}">
                <a16:creationId xmlns:a16="http://schemas.microsoft.com/office/drawing/2014/main" id="{5531EC62-A40D-431F-96C3-785C0CF2EAD0}"/>
              </a:ext>
            </a:extLst>
          </p:cNvPr>
          <p:cNvSpPr>
            <a:spLocks noGrp="1"/>
          </p:cNvSpPr>
          <p:nvPr/>
        </p:nvSpPr>
        <p:spPr>
          <a:xfrm>
            <a:off x="3671345" y="802091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9" name="Stage1_sixpanel_8010">
            <a:extLst>
              <a:ext uri="{FF2B5EF4-FFF2-40B4-BE49-F238E27FC236}">
                <a16:creationId xmlns:a16="http://schemas.microsoft.com/office/drawing/2014/main" id="{DA539CBB-A846-4BB2-88E0-DA9CFEA4550E}"/>
              </a:ext>
            </a:extLst>
          </p:cNvPr>
          <p:cNvSpPr>
            <a:spLocks noGrp="1"/>
          </p:cNvSpPr>
          <p:nvPr/>
        </p:nvSpPr>
        <p:spPr>
          <a:xfrm>
            <a:off x="3725648" y="779404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0" name="Stage1_sixpanel_8011">
            <a:extLst>
              <a:ext uri="{FF2B5EF4-FFF2-40B4-BE49-F238E27FC236}">
                <a16:creationId xmlns:a16="http://schemas.microsoft.com/office/drawing/2014/main" id="{15ED2EEE-C149-48ED-A5D8-FCABA26E6DEE}"/>
              </a:ext>
            </a:extLst>
          </p:cNvPr>
          <p:cNvSpPr>
            <a:spLocks noGrp="1"/>
          </p:cNvSpPr>
          <p:nvPr/>
        </p:nvSpPr>
        <p:spPr>
          <a:xfrm>
            <a:off x="3645080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1" name="Stage1_sixpanel_8012">
            <a:extLst>
              <a:ext uri="{FF2B5EF4-FFF2-40B4-BE49-F238E27FC236}">
                <a16:creationId xmlns:a16="http://schemas.microsoft.com/office/drawing/2014/main" id="{7D3C5833-9C2B-4428-807E-D08D284F4DAF}"/>
              </a:ext>
            </a:extLst>
          </p:cNvPr>
          <p:cNvSpPr>
            <a:spLocks noGrp="1"/>
          </p:cNvSpPr>
          <p:nvPr/>
        </p:nvSpPr>
        <p:spPr>
          <a:xfrm>
            <a:off x="364238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2" name="Stage1_sixpanel_8013">
            <a:extLst>
              <a:ext uri="{FF2B5EF4-FFF2-40B4-BE49-F238E27FC236}">
                <a16:creationId xmlns:a16="http://schemas.microsoft.com/office/drawing/2014/main" id="{3313E726-4EC8-4DF7-934F-CDAE64B63D2F}"/>
              </a:ext>
            </a:extLst>
          </p:cNvPr>
          <p:cNvSpPr>
            <a:spLocks noGrp="1"/>
          </p:cNvSpPr>
          <p:nvPr/>
        </p:nvSpPr>
        <p:spPr>
          <a:xfrm>
            <a:off x="367110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3" name="Stage1_sixpanel_8014">
            <a:extLst>
              <a:ext uri="{FF2B5EF4-FFF2-40B4-BE49-F238E27FC236}">
                <a16:creationId xmlns:a16="http://schemas.microsoft.com/office/drawing/2014/main" id="{C4E13199-A106-4BDB-8C71-0D5BA468D3C0}"/>
              </a:ext>
            </a:extLst>
          </p:cNvPr>
          <p:cNvSpPr>
            <a:spLocks noGrp="1"/>
          </p:cNvSpPr>
          <p:nvPr/>
        </p:nvSpPr>
        <p:spPr>
          <a:xfrm>
            <a:off x="361857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4" name="Stage1_sixpanel_8015">
            <a:extLst>
              <a:ext uri="{FF2B5EF4-FFF2-40B4-BE49-F238E27FC236}">
                <a16:creationId xmlns:a16="http://schemas.microsoft.com/office/drawing/2014/main" id="{226DF7DE-71C3-4302-B9FA-BEF2E4C48760}"/>
              </a:ext>
            </a:extLst>
          </p:cNvPr>
          <p:cNvSpPr>
            <a:spLocks noGrp="1"/>
          </p:cNvSpPr>
          <p:nvPr/>
        </p:nvSpPr>
        <p:spPr>
          <a:xfrm>
            <a:off x="3521735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5" name="Stage1_sixpanel_8016">
            <a:extLst>
              <a:ext uri="{FF2B5EF4-FFF2-40B4-BE49-F238E27FC236}">
                <a16:creationId xmlns:a16="http://schemas.microsoft.com/office/drawing/2014/main" id="{51F23CF5-1DFC-43DF-A07A-D9B083950989}"/>
              </a:ext>
            </a:extLst>
          </p:cNvPr>
          <p:cNvSpPr>
            <a:spLocks noGrp="1"/>
          </p:cNvSpPr>
          <p:nvPr/>
        </p:nvSpPr>
        <p:spPr>
          <a:xfrm>
            <a:off x="369966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6" name="Stage1_sixpanel_8017">
            <a:extLst>
              <a:ext uri="{FF2B5EF4-FFF2-40B4-BE49-F238E27FC236}">
                <a16:creationId xmlns:a16="http://schemas.microsoft.com/office/drawing/2014/main" id="{C48614A4-E76E-4EDF-841E-ED6C307CE31B}"/>
              </a:ext>
            </a:extLst>
          </p:cNvPr>
          <p:cNvSpPr>
            <a:spLocks noGrp="1"/>
          </p:cNvSpPr>
          <p:nvPr/>
        </p:nvSpPr>
        <p:spPr>
          <a:xfrm>
            <a:off x="3645600" y="777342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7" name="Stage1_sixpanel_8018">
            <a:extLst>
              <a:ext uri="{FF2B5EF4-FFF2-40B4-BE49-F238E27FC236}">
                <a16:creationId xmlns:a16="http://schemas.microsoft.com/office/drawing/2014/main" id="{C4CAE4F0-C674-4900-86B3-CCDF3E0AE926}"/>
              </a:ext>
            </a:extLst>
          </p:cNvPr>
          <p:cNvSpPr>
            <a:spLocks noGrp="1"/>
          </p:cNvSpPr>
          <p:nvPr/>
        </p:nvSpPr>
        <p:spPr>
          <a:xfrm>
            <a:off x="3556687" y="70000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8" name="Stage1_sixpanel_8019">
            <a:extLst>
              <a:ext uri="{FF2B5EF4-FFF2-40B4-BE49-F238E27FC236}">
                <a16:creationId xmlns:a16="http://schemas.microsoft.com/office/drawing/2014/main" id="{658605A3-F656-4870-A27C-C3A9474DE98A}"/>
              </a:ext>
            </a:extLst>
          </p:cNvPr>
          <p:cNvSpPr>
            <a:spLocks noGrp="1"/>
          </p:cNvSpPr>
          <p:nvPr/>
        </p:nvSpPr>
        <p:spPr>
          <a:xfrm>
            <a:off x="3730832" y="794529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9" name="Stage1_sixpanel_8020">
            <a:extLst>
              <a:ext uri="{FF2B5EF4-FFF2-40B4-BE49-F238E27FC236}">
                <a16:creationId xmlns:a16="http://schemas.microsoft.com/office/drawing/2014/main" id="{E11DCC59-97C9-4EA3-9AB2-F7FF4DC89C4B}"/>
              </a:ext>
            </a:extLst>
          </p:cNvPr>
          <p:cNvSpPr>
            <a:spLocks noGrp="1"/>
          </p:cNvSpPr>
          <p:nvPr/>
        </p:nvSpPr>
        <p:spPr>
          <a:xfrm>
            <a:off x="359035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0" name="Stage1_sixpanel_8021">
            <a:extLst>
              <a:ext uri="{FF2B5EF4-FFF2-40B4-BE49-F238E27FC236}">
                <a16:creationId xmlns:a16="http://schemas.microsoft.com/office/drawing/2014/main" id="{1457EBAC-3D39-421D-9580-160E061456ED}"/>
              </a:ext>
            </a:extLst>
          </p:cNvPr>
          <p:cNvSpPr>
            <a:spLocks noGrp="1"/>
          </p:cNvSpPr>
          <p:nvPr/>
        </p:nvSpPr>
        <p:spPr>
          <a:xfrm>
            <a:off x="371523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1" name="Stage1_sixpanel_8022">
            <a:extLst>
              <a:ext uri="{FF2B5EF4-FFF2-40B4-BE49-F238E27FC236}">
                <a16:creationId xmlns:a16="http://schemas.microsoft.com/office/drawing/2014/main" id="{CABAC5E8-BC2A-4A6B-B126-61D5DAC78C87}"/>
              </a:ext>
            </a:extLst>
          </p:cNvPr>
          <p:cNvSpPr>
            <a:spLocks noGrp="1"/>
          </p:cNvSpPr>
          <p:nvPr/>
        </p:nvSpPr>
        <p:spPr>
          <a:xfrm>
            <a:off x="3534025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2" name="Stage1_sixpanel_8023">
            <a:extLst>
              <a:ext uri="{FF2B5EF4-FFF2-40B4-BE49-F238E27FC236}">
                <a16:creationId xmlns:a16="http://schemas.microsoft.com/office/drawing/2014/main" id="{2E9699A4-7A6A-46A6-8546-F6EB035FD463}"/>
              </a:ext>
            </a:extLst>
          </p:cNvPr>
          <p:cNvSpPr>
            <a:spLocks noGrp="1"/>
          </p:cNvSpPr>
          <p:nvPr/>
        </p:nvSpPr>
        <p:spPr>
          <a:xfrm>
            <a:off x="373185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3" name="Stage1_sixpanel_8024">
            <a:extLst>
              <a:ext uri="{FF2B5EF4-FFF2-40B4-BE49-F238E27FC236}">
                <a16:creationId xmlns:a16="http://schemas.microsoft.com/office/drawing/2014/main" id="{8A5A7CE5-F0D1-4DFF-BCED-0E5EA7BDAEC8}"/>
              </a:ext>
            </a:extLst>
          </p:cNvPr>
          <p:cNvSpPr>
            <a:spLocks noGrp="1"/>
          </p:cNvSpPr>
          <p:nvPr/>
        </p:nvSpPr>
        <p:spPr>
          <a:xfrm>
            <a:off x="3727957" y="758780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4" name="Stage1_sixpanel_8025">
            <a:extLst>
              <a:ext uri="{FF2B5EF4-FFF2-40B4-BE49-F238E27FC236}">
                <a16:creationId xmlns:a16="http://schemas.microsoft.com/office/drawing/2014/main" id="{6C1C9D5D-6626-44E5-B344-30385FF42106}"/>
              </a:ext>
            </a:extLst>
          </p:cNvPr>
          <p:cNvSpPr>
            <a:spLocks noGrp="1"/>
          </p:cNvSpPr>
          <p:nvPr/>
        </p:nvSpPr>
        <p:spPr>
          <a:xfrm>
            <a:off x="367890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5" name="Stage1_sixpanel_8026">
            <a:extLst>
              <a:ext uri="{FF2B5EF4-FFF2-40B4-BE49-F238E27FC236}">
                <a16:creationId xmlns:a16="http://schemas.microsoft.com/office/drawing/2014/main" id="{09C28A99-F23E-43D1-8650-2FC026C0AB0D}"/>
              </a:ext>
            </a:extLst>
          </p:cNvPr>
          <p:cNvSpPr>
            <a:spLocks noGrp="1"/>
          </p:cNvSpPr>
          <p:nvPr/>
        </p:nvSpPr>
        <p:spPr>
          <a:xfrm>
            <a:off x="362560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6" name="Stage1_sixpanel_8027">
            <a:extLst>
              <a:ext uri="{FF2B5EF4-FFF2-40B4-BE49-F238E27FC236}">
                <a16:creationId xmlns:a16="http://schemas.microsoft.com/office/drawing/2014/main" id="{66425BF1-9189-439E-8C5E-B272704ADF15}"/>
              </a:ext>
            </a:extLst>
          </p:cNvPr>
          <p:cNvSpPr>
            <a:spLocks noGrp="1"/>
          </p:cNvSpPr>
          <p:nvPr/>
        </p:nvSpPr>
        <p:spPr>
          <a:xfrm>
            <a:off x="3563301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7" name="Stage1_sixpanel_8028">
            <a:extLst>
              <a:ext uri="{FF2B5EF4-FFF2-40B4-BE49-F238E27FC236}">
                <a16:creationId xmlns:a16="http://schemas.microsoft.com/office/drawing/2014/main" id="{DABD7DFB-A1C1-49C6-B35C-38A8A34CB6D0}"/>
              </a:ext>
            </a:extLst>
          </p:cNvPr>
          <p:cNvSpPr>
            <a:spLocks noGrp="1"/>
          </p:cNvSpPr>
          <p:nvPr/>
        </p:nvSpPr>
        <p:spPr>
          <a:xfrm>
            <a:off x="368915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8" name="Stage1_sixpanel_8029">
            <a:extLst>
              <a:ext uri="{FF2B5EF4-FFF2-40B4-BE49-F238E27FC236}">
                <a16:creationId xmlns:a16="http://schemas.microsoft.com/office/drawing/2014/main" id="{D180CFB6-5E7E-4D41-B319-32DB32C6F032}"/>
              </a:ext>
            </a:extLst>
          </p:cNvPr>
          <p:cNvSpPr>
            <a:spLocks noGrp="1"/>
          </p:cNvSpPr>
          <p:nvPr/>
        </p:nvSpPr>
        <p:spPr>
          <a:xfrm>
            <a:off x="372315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9" name="Stage1_sixpanel_8030">
            <a:extLst>
              <a:ext uri="{FF2B5EF4-FFF2-40B4-BE49-F238E27FC236}">
                <a16:creationId xmlns:a16="http://schemas.microsoft.com/office/drawing/2014/main" id="{3BDA795A-DE3A-4280-A71E-629000C2554E}"/>
              </a:ext>
            </a:extLst>
          </p:cNvPr>
          <p:cNvSpPr>
            <a:spLocks noGrp="1"/>
          </p:cNvSpPr>
          <p:nvPr/>
        </p:nvSpPr>
        <p:spPr>
          <a:xfrm>
            <a:off x="3563879" y="755245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0" name="Stage1_sixpanel_8031">
            <a:extLst>
              <a:ext uri="{FF2B5EF4-FFF2-40B4-BE49-F238E27FC236}">
                <a16:creationId xmlns:a16="http://schemas.microsoft.com/office/drawing/2014/main" id="{24714E09-2AAB-46CC-B842-BDEFF221501A}"/>
              </a:ext>
            </a:extLst>
          </p:cNvPr>
          <p:cNvSpPr>
            <a:spLocks noGrp="1"/>
          </p:cNvSpPr>
          <p:nvPr/>
        </p:nvSpPr>
        <p:spPr>
          <a:xfrm>
            <a:off x="354613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1" name="Stage1_sixpanel_8032">
            <a:extLst>
              <a:ext uri="{FF2B5EF4-FFF2-40B4-BE49-F238E27FC236}">
                <a16:creationId xmlns:a16="http://schemas.microsoft.com/office/drawing/2014/main" id="{888E9DD6-889F-45F9-B47C-284794F74F9F}"/>
              </a:ext>
            </a:extLst>
          </p:cNvPr>
          <p:cNvSpPr>
            <a:spLocks noGrp="1"/>
          </p:cNvSpPr>
          <p:nvPr/>
        </p:nvSpPr>
        <p:spPr>
          <a:xfrm>
            <a:off x="367344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2" name="Stage1_sixpanel_8033">
            <a:extLst>
              <a:ext uri="{FF2B5EF4-FFF2-40B4-BE49-F238E27FC236}">
                <a16:creationId xmlns:a16="http://schemas.microsoft.com/office/drawing/2014/main" id="{3F297D39-4B11-4C36-87BA-B9266E54645A}"/>
              </a:ext>
            </a:extLst>
          </p:cNvPr>
          <p:cNvSpPr>
            <a:spLocks noGrp="1"/>
          </p:cNvSpPr>
          <p:nvPr/>
        </p:nvSpPr>
        <p:spPr>
          <a:xfrm>
            <a:off x="3518209" y="722937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3" name="Stage1_sixpanel_8034">
            <a:extLst>
              <a:ext uri="{FF2B5EF4-FFF2-40B4-BE49-F238E27FC236}">
                <a16:creationId xmlns:a16="http://schemas.microsoft.com/office/drawing/2014/main" id="{1504CEC2-19E9-4B76-B5F8-D6015464FB51}"/>
              </a:ext>
            </a:extLst>
          </p:cNvPr>
          <p:cNvSpPr>
            <a:spLocks noGrp="1"/>
          </p:cNvSpPr>
          <p:nvPr/>
        </p:nvSpPr>
        <p:spPr>
          <a:xfrm>
            <a:off x="3588519" y="734032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4" name="Stage1_sixpanel_8035">
            <a:extLst>
              <a:ext uri="{FF2B5EF4-FFF2-40B4-BE49-F238E27FC236}">
                <a16:creationId xmlns:a16="http://schemas.microsoft.com/office/drawing/2014/main" id="{18BA317A-44C7-4AF9-84F8-5E030AEFA3B3}"/>
              </a:ext>
            </a:extLst>
          </p:cNvPr>
          <p:cNvSpPr>
            <a:spLocks noGrp="1"/>
          </p:cNvSpPr>
          <p:nvPr/>
        </p:nvSpPr>
        <p:spPr>
          <a:xfrm>
            <a:off x="358898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5" name="Stage1_sixpanel_8036">
            <a:extLst>
              <a:ext uri="{FF2B5EF4-FFF2-40B4-BE49-F238E27FC236}">
                <a16:creationId xmlns:a16="http://schemas.microsoft.com/office/drawing/2014/main" id="{5A2B1913-1235-4DCF-8D83-A187BFF875B5}"/>
              </a:ext>
            </a:extLst>
          </p:cNvPr>
          <p:cNvSpPr>
            <a:spLocks noGrp="1"/>
          </p:cNvSpPr>
          <p:nvPr/>
        </p:nvSpPr>
        <p:spPr>
          <a:xfrm>
            <a:off x="3650208" y="804221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6" name="Stage1_sixpanel_8037">
            <a:extLst>
              <a:ext uri="{FF2B5EF4-FFF2-40B4-BE49-F238E27FC236}">
                <a16:creationId xmlns:a16="http://schemas.microsoft.com/office/drawing/2014/main" id="{A7E0BDEE-0DCC-49AB-8C60-476F011A9CAF}"/>
              </a:ext>
            </a:extLst>
          </p:cNvPr>
          <p:cNvSpPr>
            <a:spLocks noGrp="1"/>
          </p:cNvSpPr>
          <p:nvPr/>
        </p:nvSpPr>
        <p:spPr>
          <a:xfrm>
            <a:off x="3680823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7" name="Stage1_sixpanel_8038">
            <a:extLst>
              <a:ext uri="{FF2B5EF4-FFF2-40B4-BE49-F238E27FC236}">
                <a16:creationId xmlns:a16="http://schemas.microsoft.com/office/drawing/2014/main" id="{D9E9A567-BBAB-4605-91F4-CEF4CA2A8172}"/>
              </a:ext>
            </a:extLst>
          </p:cNvPr>
          <p:cNvSpPr>
            <a:spLocks noGrp="1"/>
          </p:cNvSpPr>
          <p:nvPr/>
        </p:nvSpPr>
        <p:spPr>
          <a:xfrm>
            <a:off x="367907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8" name="Stage1_sixpanel_8039">
            <a:extLst>
              <a:ext uri="{FF2B5EF4-FFF2-40B4-BE49-F238E27FC236}">
                <a16:creationId xmlns:a16="http://schemas.microsoft.com/office/drawing/2014/main" id="{DD311868-DBCB-423A-98F0-FC774029C82C}"/>
              </a:ext>
            </a:extLst>
          </p:cNvPr>
          <p:cNvSpPr>
            <a:spLocks noGrp="1"/>
          </p:cNvSpPr>
          <p:nvPr/>
        </p:nvSpPr>
        <p:spPr>
          <a:xfrm>
            <a:off x="367677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9" name="Stage1_sixpanel_8040">
            <a:extLst>
              <a:ext uri="{FF2B5EF4-FFF2-40B4-BE49-F238E27FC236}">
                <a16:creationId xmlns:a16="http://schemas.microsoft.com/office/drawing/2014/main" id="{7671CD39-D4EB-43A7-BFE3-2F6D3A4ECBC8}"/>
              </a:ext>
            </a:extLst>
          </p:cNvPr>
          <p:cNvSpPr>
            <a:spLocks noGrp="1"/>
          </p:cNvSpPr>
          <p:nvPr/>
        </p:nvSpPr>
        <p:spPr>
          <a:xfrm>
            <a:off x="355570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0" name="Stage1_sixpanel_8041">
            <a:extLst>
              <a:ext uri="{FF2B5EF4-FFF2-40B4-BE49-F238E27FC236}">
                <a16:creationId xmlns:a16="http://schemas.microsoft.com/office/drawing/2014/main" id="{67539776-F82E-4D08-A228-1C1B4DE857A0}"/>
              </a:ext>
            </a:extLst>
          </p:cNvPr>
          <p:cNvSpPr>
            <a:spLocks noGrp="1"/>
          </p:cNvSpPr>
          <p:nvPr/>
        </p:nvSpPr>
        <p:spPr>
          <a:xfrm>
            <a:off x="3608373" y="807742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1" name="Stage1_sixpanel_8042">
            <a:extLst>
              <a:ext uri="{FF2B5EF4-FFF2-40B4-BE49-F238E27FC236}">
                <a16:creationId xmlns:a16="http://schemas.microsoft.com/office/drawing/2014/main" id="{4FF6C053-C626-4EB3-B41B-21DB8D3F4BB5}"/>
              </a:ext>
            </a:extLst>
          </p:cNvPr>
          <p:cNvSpPr>
            <a:spLocks noGrp="1"/>
          </p:cNvSpPr>
          <p:nvPr/>
        </p:nvSpPr>
        <p:spPr>
          <a:xfrm>
            <a:off x="357103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2" name="Stage1_sixpanel_8043">
            <a:extLst>
              <a:ext uri="{FF2B5EF4-FFF2-40B4-BE49-F238E27FC236}">
                <a16:creationId xmlns:a16="http://schemas.microsoft.com/office/drawing/2014/main" id="{F39E226F-4C06-41A9-876B-80A464CA3DE1}"/>
              </a:ext>
            </a:extLst>
          </p:cNvPr>
          <p:cNvSpPr>
            <a:spLocks noGrp="1"/>
          </p:cNvSpPr>
          <p:nvPr/>
        </p:nvSpPr>
        <p:spPr>
          <a:xfrm>
            <a:off x="360350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3" name="Stage1_sixpanel_8044">
            <a:extLst>
              <a:ext uri="{FF2B5EF4-FFF2-40B4-BE49-F238E27FC236}">
                <a16:creationId xmlns:a16="http://schemas.microsoft.com/office/drawing/2014/main" id="{4177F5AD-D8BA-4BCB-BCA4-6C2F05B03A6F}"/>
              </a:ext>
            </a:extLst>
          </p:cNvPr>
          <p:cNvSpPr>
            <a:spLocks noGrp="1"/>
          </p:cNvSpPr>
          <p:nvPr/>
        </p:nvSpPr>
        <p:spPr>
          <a:xfrm>
            <a:off x="3892911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56658" y="1237437"/>
                </a:moveTo>
                <a:lnTo>
                  <a:pt x="82693" y="1237437"/>
                </a:lnTo>
                <a:lnTo>
                  <a:pt x="83662" y="1229703"/>
                </a:lnTo>
                <a:lnTo>
                  <a:pt x="86500" y="1221969"/>
                </a:lnTo>
                <a:lnTo>
                  <a:pt x="91007" y="1214235"/>
                </a:lnTo>
                <a:lnTo>
                  <a:pt x="96879" y="1206502"/>
                </a:lnTo>
                <a:lnTo>
                  <a:pt x="103735" y="1198768"/>
                </a:lnTo>
                <a:lnTo>
                  <a:pt x="111164" y="1191034"/>
                </a:lnTo>
                <a:lnTo>
                  <a:pt x="118759" y="1183300"/>
                </a:lnTo>
                <a:lnTo>
                  <a:pt x="126159" y="1175566"/>
                </a:lnTo>
                <a:lnTo>
                  <a:pt x="133065" y="1167832"/>
                </a:lnTo>
                <a:lnTo>
                  <a:pt x="139265" y="1160098"/>
                </a:lnTo>
                <a:lnTo>
                  <a:pt x="144631" y="1152364"/>
                </a:lnTo>
                <a:lnTo>
                  <a:pt x="149115" y="1144630"/>
                </a:lnTo>
                <a:lnTo>
                  <a:pt x="152736" y="1136896"/>
                </a:lnTo>
                <a:lnTo>
                  <a:pt x="155562" y="1129162"/>
                </a:lnTo>
                <a:lnTo>
                  <a:pt x="157692" y="1121428"/>
                </a:lnTo>
                <a:lnTo>
                  <a:pt x="159240" y="1113694"/>
                </a:lnTo>
                <a:lnTo>
                  <a:pt x="160324" y="1105960"/>
                </a:lnTo>
                <a:lnTo>
                  <a:pt x="161052" y="1098226"/>
                </a:lnTo>
                <a:lnTo>
                  <a:pt x="161517" y="1090492"/>
                </a:lnTo>
                <a:lnTo>
                  <a:pt x="161800" y="1082758"/>
                </a:lnTo>
                <a:lnTo>
                  <a:pt x="161961" y="1075024"/>
                </a:lnTo>
                <a:lnTo>
                  <a:pt x="162047" y="1067290"/>
                </a:lnTo>
                <a:lnTo>
                  <a:pt x="162089" y="1059556"/>
                </a:lnTo>
                <a:lnTo>
                  <a:pt x="162107" y="1051822"/>
                </a:lnTo>
                <a:lnTo>
                  <a:pt x="162108" y="1044088"/>
                </a:lnTo>
                <a:lnTo>
                  <a:pt x="162094" y="1036354"/>
                </a:lnTo>
                <a:lnTo>
                  <a:pt x="162057" y="1028620"/>
                </a:lnTo>
                <a:lnTo>
                  <a:pt x="161984" y="1020886"/>
                </a:lnTo>
                <a:lnTo>
                  <a:pt x="161862" y="1013152"/>
                </a:lnTo>
                <a:lnTo>
                  <a:pt x="161674" y="1005418"/>
                </a:lnTo>
                <a:lnTo>
                  <a:pt x="161408" y="997684"/>
                </a:lnTo>
                <a:lnTo>
                  <a:pt x="161055" y="989950"/>
                </a:lnTo>
                <a:lnTo>
                  <a:pt x="160613" y="982216"/>
                </a:lnTo>
                <a:lnTo>
                  <a:pt x="160087" y="974482"/>
                </a:lnTo>
                <a:lnTo>
                  <a:pt x="159488" y="966748"/>
                </a:lnTo>
                <a:lnTo>
                  <a:pt x="158836" y="959014"/>
                </a:lnTo>
                <a:lnTo>
                  <a:pt x="158154" y="951280"/>
                </a:lnTo>
                <a:lnTo>
                  <a:pt x="157466" y="943546"/>
                </a:lnTo>
                <a:lnTo>
                  <a:pt x="156797" y="935812"/>
                </a:lnTo>
                <a:lnTo>
                  <a:pt x="156168" y="928078"/>
                </a:lnTo>
                <a:lnTo>
                  <a:pt x="155597" y="920344"/>
                </a:lnTo>
                <a:lnTo>
                  <a:pt x="155094" y="912610"/>
                </a:lnTo>
                <a:lnTo>
                  <a:pt x="154665" y="904876"/>
                </a:lnTo>
                <a:lnTo>
                  <a:pt x="154312" y="897142"/>
                </a:lnTo>
                <a:lnTo>
                  <a:pt x="154035" y="889408"/>
                </a:lnTo>
                <a:lnTo>
                  <a:pt x="153834" y="881674"/>
                </a:lnTo>
                <a:lnTo>
                  <a:pt x="153713" y="873940"/>
                </a:lnTo>
                <a:lnTo>
                  <a:pt x="153674" y="866206"/>
                </a:lnTo>
                <a:lnTo>
                  <a:pt x="153726" y="858472"/>
                </a:lnTo>
                <a:lnTo>
                  <a:pt x="153878" y="850738"/>
                </a:lnTo>
                <a:lnTo>
                  <a:pt x="154137" y="843004"/>
                </a:lnTo>
                <a:lnTo>
                  <a:pt x="154508" y="835270"/>
                </a:lnTo>
                <a:lnTo>
                  <a:pt x="154991" y="827536"/>
                </a:lnTo>
                <a:lnTo>
                  <a:pt x="155579" y="819802"/>
                </a:lnTo>
                <a:lnTo>
                  <a:pt x="156257" y="812068"/>
                </a:lnTo>
                <a:lnTo>
                  <a:pt x="157001" y="804334"/>
                </a:lnTo>
                <a:lnTo>
                  <a:pt x="157784" y="796600"/>
                </a:lnTo>
                <a:lnTo>
                  <a:pt x="158572" y="788866"/>
                </a:lnTo>
                <a:lnTo>
                  <a:pt x="159331" y="781132"/>
                </a:lnTo>
                <a:lnTo>
                  <a:pt x="160025" y="773398"/>
                </a:lnTo>
                <a:lnTo>
                  <a:pt x="160618" y="765664"/>
                </a:lnTo>
                <a:lnTo>
                  <a:pt x="161078" y="757930"/>
                </a:lnTo>
                <a:lnTo>
                  <a:pt x="161371" y="750196"/>
                </a:lnTo>
                <a:lnTo>
                  <a:pt x="161462" y="742462"/>
                </a:lnTo>
                <a:lnTo>
                  <a:pt x="161318" y="734728"/>
                </a:lnTo>
                <a:lnTo>
                  <a:pt x="160903" y="726994"/>
                </a:lnTo>
                <a:lnTo>
                  <a:pt x="160184" y="719261"/>
                </a:lnTo>
                <a:lnTo>
                  <a:pt x="159133" y="711527"/>
                </a:lnTo>
                <a:lnTo>
                  <a:pt x="157733" y="703793"/>
                </a:lnTo>
                <a:lnTo>
                  <a:pt x="155982" y="696059"/>
                </a:lnTo>
                <a:lnTo>
                  <a:pt x="153902" y="688325"/>
                </a:lnTo>
                <a:lnTo>
                  <a:pt x="151539" y="680591"/>
                </a:lnTo>
                <a:lnTo>
                  <a:pt x="148972" y="672857"/>
                </a:lnTo>
                <a:lnTo>
                  <a:pt x="146305" y="665123"/>
                </a:lnTo>
                <a:lnTo>
                  <a:pt x="143669" y="657389"/>
                </a:lnTo>
                <a:lnTo>
                  <a:pt x="141205" y="649655"/>
                </a:lnTo>
                <a:lnTo>
                  <a:pt x="139058" y="641921"/>
                </a:lnTo>
                <a:lnTo>
                  <a:pt x="137359" y="634187"/>
                </a:lnTo>
                <a:lnTo>
                  <a:pt x="136214" y="626453"/>
                </a:lnTo>
                <a:lnTo>
                  <a:pt x="135687" y="618719"/>
                </a:lnTo>
                <a:lnTo>
                  <a:pt x="135799" y="610985"/>
                </a:lnTo>
                <a:lnTo>
                  <a:pt x="136520" y="603251"/>
                </a:lnTo>
                <a:lnTo>
                  <a:pt x="137775" y="595517"/>
                </a:lnTo>
                <a:lnTo>
                  <a:pt x="139453" y="587783"/>
                </a:lnTo>
                <a:lnTo>
                  <a:pt x="141417" y="580049"/>
                </a:lnTo>
                <a:lnTo>
                  <a:pt x="143520" y="572315"/>
                </a:lnTo>
                <a:lnTo>
                  <a:pt x="145617" y="564581"/>
                </a:lnTo>
                <a:lnTo>
                  <a:pt x="147577" y="556847"/>
                </a:lnTo>
                <a:lnTo>
                  <a:pt x="149293" y="549113"/>
                </a:lnTo>
                <a:lnTo>
                  <a:pt x="150684" y="541379"/>
                </a:lnTo>
                <a:lnTo>
                  <a:pt x="151701" y="533645"/>
                </a:lnTo>
                <a:lnTo>
                  <a:pt x="152317" y="525911"/>
                </a:lnTo>
                <a:lnTo>
                  <a:pt x="152531" y="518177"/>
                </a:lnTo>
                <a:lnTo>
                  <a:pt x="152359" y="510443"/>
                </a:lnTo>
                <a:lnTo>
                  <a:pt x="151833" y="502709"/>
                </a:lnTo>
                <a:lnTo>
                  <a:pt x="150996" y="494975"/>
                </a:lnTo>
                <a:lnTo>
                  <a:pt x="149899" y="487241"/>
                </a:lnTo>
                <a:lnTo>
                  <a:pt x="148605" y="479507"/>
                </a:lnTo>
                <a:lnTo>
                  <a:pt x="147182" y="471773"/>
                </a:lnTo>
                <a:lnTo>
                  <a:pt x="145707" y="464039"/>
                </a:lnTo>
                <a:lnTo>
                  <a:pt x="144261" y="456305"/>
                </a:lnTo>
                <a:lnTo>
                  <a:pt x="142928" y="448571"/>
                </a:lnTo>
                <a:lnTo>
                  <a:pt x="141789" y="440837"/>
                </a:lnTo>
                <a:lnTo>
                  <a:pt x="140916" y="433103"/>
                </a:lnTo>
                <a:lnTo>
                  <a:pt x="140369" y="425369"/>
                </a:lnTo>
                <a:lnTo>
                  <a:pt x="140184" y="417635"/>
                </a:lnTo>
                <a:lnTo>
                  <a:pt x="140375" y="409901"/>
                </a:lnTo>
                <a:lnTo>
                  <a:pt x="140928" y="402167"/>
                </a:lnTo>
                <a:lnTo>
                  <a:pt x="141808" y="394433"/>
                </a:lnTo>
                <a:lnTo>
                  <a:pt x="142956" y="386699"/>
                </a:lnTo>
                <a:lnTo>
                  <a:pt x="144301" y="378965"/>
                </a:lnTo>
                <a:lnTo>
                  <a:pt x="145767" y="371231"/>
                </a:lnTo>
                <a:lnTo>
                  <a:pt x="147279" y="363497"/>
                </a:lnTo>
                <a:lnTo>
                  <a:pt x="148770" y="355763"/>
                </a:lnTo>
                <a:lnTo>
                  <a:pt x="150190" y="348029"/>
                </a:lnTo>
                <a:lnTo>
                  <a:pt x="151501" y="340295"/>
                </a:lnTo>
                <a:lnTo>
                  <a:pt x="152685" y="332561"/>
                </a:lnTo>
                <a:lnTo>
                  <a:pt x="153734" y="324827"/>
                </a:lnTo>
                <a:lnTo>
                  <a:pt x="154653" y="317093"/>
                </a:lnTo>
                <a:lnTo>
                  <a:pt x="155449" y="309359"/>
                </a:lnTo>
                <a:lnTo>
                  <a:pt x="156133" y="301625"/>
                </a:lnTo>
                <a:lnTo>
                  <a:pt x="156714" y="293891"/>
                </a:lnTo>
                <a:lnTo>
                  <a:pt x="157199" y="286157"/>
                </a:lnTo>
                <a:lnTo>
                  <a:pt x="157594" y="278423"/>
                </a:lnTo>
                <a:lnTo>
                  <a:pt x="157899" y="270689"/>
                </a:lnTo>
                <a:lnTo>
                  <a:pt x="158119" y="262955"/>
                </a:lnTo>
                <a:lnTo>
                  <a:pt x="158259" y="255221"/>
                </a:lnTo>
                <a:lnTo>
                  <a:pt x="158330" y="247487"/>
                </a:lnTo>
                <a:lnTo>
                  <a:pt x="158345" y="239754"/>
                </a:lnTo>
                <a:lnTo>
                  <a:pt x="158322" y="232020"/>
                </a:lnTo>
                <a:lnTo>
                  <a:pt x="158284" y="224286"/>
                </a:lnTo>
                <a:lnTo>
                  <a:pt x="158254" y="216552"/>
                </a:lnTo>
                <a:lnTo>
                  <a:pt x="158252" y="208818"/>
                </a:lnTo>
                <a:lnTo>
                  <a:pt x="158294" y="201084"/>
                </a:lnTo>
                <a:lnTo>
                  <a:pt x="158386" y="193350"/>
                </a:lnTo>
                <a:lnTo>
                  <a:pt x="158525" y="185616"/>
                </a:lnTo>
                <a:lnTo>
                  <a:pt x="158691" y="177882"/>
                </a:lnTo>
                <a:lnTo>
                  <a:pt x="158847" y="170148"/>
                </a:lnTo>
                <a:lnTo>
                  <a:pt x="158936" y="162414"/>
                </a:lnTo>
                <a:lnTo>
                  <a:pt x="158875" y="154680"/>
                </a:lnTo>
                <a:lnTo>
                  <a:pt x="158556" y="146946"/>
                </a:lnTo>
                <a:lnTo>
                  <a:pt x="157841" y="139212"/>
                </a:lnTo>
                <a:lnTo>
                  <a:pt x="156560" y="131478"/>
                </a:lnTo>
                <a:lnTo>
                  <a:pt x="154516" y="123744"/>
                </a:lnTo>
                <a:lnTo>
                  <a:pt x="151487" y="116010"/>
                </a:lnTo>
                <a:lnTo>
                  <a:pt x="147241" y="108276"/>
                </a:lnTo>
                <a:lnTo>
                  <a:pt x="141554" y="100542"/>
                </a:lnTo>
                <a:lnTo>
                  <a:pt x="134233" y="92808"/>
                </a:lnTo>
                <a:lnTo>
                  <a:pt x="125150" y="85074"/>
                </a:lnTo>
                <a:lnTo>
                  <a:pt x="114280" y="77340"/>
                </a:lnTo>
                <a:lnTo>
                  <a:pt x="101726" y="69606"/>
                </a:lnTo>
                <a:lnTo>
                  <a:pt x="87752" y="61872"/>
                </a:lnTo>
                <a:lnTo>
                  <a:pt x="72793" y="54138"/>
                </a:lnTo>
                <a:lnTo>
                  <a:pt x="57448" y="46404"/>
                </a:lnTo>
                <a:lnTo>
                  <a:pt x="42449" y="38670"/>
                </a:lnTo>
                <a:lnTo>
                  <a:pt x="28612" y="30936"/>
                </a:lnTo>
                <a:lnTo>
                  <a:pt x="16767" y="23202"/>
                </a:lnTo>
                <a:lnTo>
                  <a:pt x="7676" y="15468"/>
                </a:lnTo>
                <a:lnTo>
                  <a:pt x="1954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398" y="7734"/>
                </a:lnTo>
                <a:lnTo>
                  <a:pt x="331676" y="15468"/>
                </a:lnTo>
                <a:lnTo>
                  <a:pt x="322585" y="23202"/>
                </a:lnTo>
                <a:lnTo>
                  <a:pt x="310740" y="30936"/>
                </a:lnTo>
                <a:lnTo>
                  <a:pt x="296903" y="38670"/>
                </a:lnTo>
                <a:lnTo>
                  <a:pt x="281904" y="46404"/>
                </a:lnTo>
                <a:lnTo>
                  <a:pt x="266559" y="54138"/>
                </a:lnTo>
                <a:lnTo>
                  <a:pt x="251600" y="61872"/>
                </a:lnTo>
                <a:lnTo>
                  <a:pt x="237626" y="69606"/>
                </a:lnTo>
                <a:lnTo>
                  <a:pt x="225072" y="77340"/>
                </a:lnTo>
                <a:lnTo>
                  <a:pt x="214201" y="85074"/>
                </a:lnTo>
                <a:lnTo>
                  <a:pt x="205119" y="92808"/>
                </a:lnTo>
                <a:lnTo>
                  <a:pt x="197798" y="100542"/>
                </a:lnTo>
                <a:lnTo>
                  <a:pt x="192110" y="108276"/>
                </a:lnTo>
                <a:lnTo>
                  <a:pt x="187865" y="116010"/>
                </a:lnTo>
                <a:lnTo>
                  <a:pt x="184836" y="123744"/>
                </a:lnTo>
                <a:lnTo>
                  <a:pt x="182792" y="131478"/>
                </a:lnTo>
                <a:lnTo>
                  <a:pt x="181511" y="139212"/>
                </a:lnTo>
                <a:lnTo>
                  <a:pt x="180796" y="146946"/>
                </a:lnTo>
                <a:lnTo>
                  <a:pt x="180477" y="154680"/>
                </a:lnTo>
                <a:lnTo>
                  <a:pt x="180416" y="162414"/>
                </a:lnTo>
                <a:lnTo>
                  <a:pt x="180505" y="170148"/>
                </a:lnTo>
                <a:lnTo>
                  <a:pt x="180661" y="177882"/>
                </a:lnTo>
                <a:lnTo>
                  <a:pt x="180827" y="185616"/>
                </a:lnTo>
                <a:lnTo>
                  <a:pt x="180966" y="193350"/>
                </a:lnTo>
                <a:lnTo>
                  <a:pt x="181058" y="201084"/>
                </a:lnTo>
                <a:lnTo>
                  <a:pt x="181100" y="208818"/>
                </a:lnTo>
                <a:lnTo>
                  <a:pt x="181098" y="216552"/>
                </a:lnTo>
                <a:lnTo>
                  <a:pt x="181067" y="224286"/>
                </a:lnTo>
                <a:lnTo>
                  <a:pt x="181030" y="232020"/>
                </a:lnTo>
                <a:lnTo>
                  <a:pt x="181007" y="239754"/>
                </a:lnTo>
                <a:lnTo>
                  <a:pt x="181022" y="247487"/>
                </a:lnTo>
                <a:lnTo>
                  <a:pt x="181092" y="255221"/>
                </a:lnTo>
                <a:lnTo>
                  <a:pt x="181233" y="262955"/>
                </a:lnTo>
                <a:lnTo>
                  <a:pt x="181453" y="270689"/>
                </a:lnTo>
                <a:lnTo>
                  <a:pt x="181758" y="278423"/>
                </a:lnTo>
                <a:lnTo>
                  <a:pt x="182152" y="286157"/>
                </a:lnTo>
                <a:lnTo>
                  <a:pt x="182638" y="293891"/>
                </a:lnTo>
                <a:lnTo>
                  <a:pt x="183219" y="301625"/>
                </a:lnTo>
                <a:lnTo>
                  <a:pt x="183903" y="309359"/>
                </a:lnTo>
                <a:lnTo>
                  <a:pt x="184699" y="317093"/>
                </a:lnTo>
                <a:lnTo>
                  <a:pt x="185617" y="324827"/>
                </a:lnTo>
                <a:lnTo>
                  <a:pt x="186667" y="332561"/>
                </a:lnTo>
                <a:lnTo>
                  <a:pt x="187851" y="340295"/>
                </a:lnTo>
                <a:lnTo>
                  <a:pt x="189162" y="348029"/>
                </a:lnTo>
                <a:lnTo>
                  <a:pt x="190582" y="355763"/>
                </a:lnTo>
                <a:lnTo>
                  <a:pt x="192073" y="363497"/>
                </a:lnTo>
                <a:lnTo>
                  <a:pt x="193585" y="371231"/>
                </a:lnTo>
                <a:lnTo>
                  <a:pt x="195051" y="378965"/>
                </a:lnTo>
                <a:lnTo>
                  <a:pt x="196396" y="386699"/>
                </a:lnTo>
                <a:lnTo>
                  <a:pt x="197544" y="394433"/>
                </a:lnTo>
                <a:lnTo>
                  <a:pt x="198424" y="402167"/>
                </a:lnTo>
                <a:lnTo>
                  <a:pt x="198977" y="409901"/>
                </a:lnTo>
                <a:lnTo>
                  <a:pt x="199168" y="417635"/>
                </a:lnTo>
                <a:lnTo>
                  <a:pt x="198983" y="425369"/>
                </a:lnTo>
                <a:lnTo>
                  <a:pt x="198435" y="433103"/>
                </a:lnTo>
                <a:lnTo>
                  <a:pt x="197563" y="440837"/>
                </a:lnTo>
                <a:lnTo>
                  <a:pt x="196424" y="448571"/>
                </a:lnTo>
                <a:lnTo>
                  <a:pt x="195091" y="456305"/>
                </a:lnTo>
                <a:lnTo>
                  <a:pt x="193645" y="464039"/>
                </a:lnTo>
                <a:lnTo>
                  <a:pt x="192170" y="471773"/>
                </a:lnTo>
                <a:lnTo>
                  <a:pt x="190747" y="479507"/>
                </a:lnTo>
                <a:lnTo>
                  <a:pt x="189453" y="487241"/>
                </a:lnTo>
                <a:lnTo>
                  <a:pt x="188356" y="494975"/>
                </a:lnTo>
                <a:lnTo>
                  <a:pt x="187519" y="502709"/>
                </a:lnTo>
                <a:lnTo>
                  <a:pt x="186993" y="510443"/>
                </a:lnTo>
                <a:lnTo>
                  <a:pt x="186821" y="518177"/>
                </a:lnTo>
                <a:lnTo>
                  <a:pt x="187035" y="525911"/>
                </a:lnTo>
                <a:lnTo>
                  <a:pt x="187651" y="533645"/>
                </a:lnTo>
                <a:lnTo>
                  <a:pt x="188667" y="541379"/>
                </a:lnTo>
                <a:lnTo>
                  <a:pt x="190059" y="549113"/>
                </a:lnTo>
                <a:lnTo>
                  <a:pt x="191775" y="556847"/>
                </a:lnTo>
                <a:lnTo>
                  <a:pt x="193735" y="564581"/>
                </a:lnTo>
                <a:lnTo>
                  <a:pt x="195832" y="572315"/>
                </a:lnTo>
                <a:lnTo>
                  <a:pt x="197934" y="580049"/>
                </a:lnTo>
                <a:lnTo>
                  <a:pt x="199899" y="587783"/>
                </a:lnTo>
                <a:lnTo>
                  <a:pt x="201577" y="595517"/>
                </a:lnTo>
                <a:lnTo>
                  <a:pt x="202832" y="603251"/>
                </a:lnTo>
                <a:lnTo>
                  <a:pt x="203553" y="610985"/>
                </a:lnTo>
                <a:lnTo>
                  <a:pt x="203665" y="618719"/>
                </a:lnTo>
                <a:lnTo>
                  <a:pt x="203138" y="626453"/>
                </a:lnTo>
                <a:lnTo>
                  <a:pt x="201993" y="634187"/>
                </a:lnTo>
                <a:lnTo>
                  <a:pt x="200294" y="641921"/>
                </a:lnTo>
                <a:lnTo>
                  <a:pt x="198147" y="649655"/>
                </a:lnTo>
                <a:lnTo>
                  <a:pt x="195683" y="657389"/>
                </a:lnTo>
                <a:lnTo>
                  <a:pt x="193047" y="665123"/>
                </a:lnTo>
                <a:lnTo>
                  <a:pt x="190380" y="672857"/>
                </a:lnTo>
                <a:lnTo>
                  <a:pt x="187813" y="680591"/>
                </a:lnTo>
                <a:lnTo>
                  <a:pt x="185450" y="688325"/>
                </a:lnTo>
                <a:lnTo>
                  <a:pt x="183370" y="696059"/>
                </a:lnTo>
                <a:lnTo>
                  <a:pt x="181619" y="703793"/>
                </a:lnTo>
                <a:lnTo>
                  <a:pt x="180219" y="711527"/>
                </a:lnTo>
                <a:lnTo>
                  <a:pt x="179168" y="719261"/>
                </a:lnTo>
                <a:lnTo>
                  <a:pt x="178449" y="726994"/>
                </a:lnTo>
                <a:lnTo>
                  <a:pt x="178034" y="734728"/>
                </a:lnTo>
                <a:lnTo>
                  <a:pt x="177889" y="742462"/>
                </a:lnTo>
                <a:lnTo>
                  <a:pt x="177981" y="750196"/>
                </a:lnTo>
                <a:lnTo>
                  <a:pt x="178273" y="757930"/>
                </a:lnTo>
                <a:lnTo>
                  <a:pt x="178733" y="765664"/>
                </a:lnTo>
                <a:lnTo>
                  <a:pt x="179327" y="773398"/>
                </a:lnTo>
                <a:lnTo>
                  <a:pt x="180021" y="781132"/>
                </a:lnTo>
                <a:lnTo>
                  <a:pt x="180780" y="788866"/>
                </a:lnTo>
                <a:lnTo>
                  <a:pt x="181568" y="796600"/>
                </a:lnTo>
                <a:lnTo>
                  <a:pt x="182351" y="804334"/>
                </a:lnTo>
                <a:lnTo>
                  <a:pt x="183095" y="812068"/>
                </a:lnTo>
                <a:lnTo>
                  <a:pt x="183773" y="819802"/>
                </a:lnTo>
                <a:lnTo>
                  <a:pt x="184360" y="827536"/>
                </a:lnTo>
                <a:lnTo>
                  <a:pt x="184844" y="835270"/>
                </a:lnTo>
                <a:lnTo>
                  <a:pt x="185215" y="843004"/>
                </a:lnTo>
                <a:lnTo>
                  <a:pt x="185474" y="850738"/>
                </a:lnTo>
                <a:lnTo>
                  <a:pt x="185626" y="858472"/>
                </a:lnTo>
                <a:lnTo>
                  <a:pt x="185678" y="866206"/>
                </a:lnTo>
                <a:lnTo>
                  <a:pt x="185639" y="873940"/>
                </a:lnTo>
                <a:lnTo>
                  <a:pt x="185517" y="881674"/>
                </a:lnTo>
                <a:lnTo>
                  <a:pt x="185317" y="889408"/>
                </a:lnTo>
                <a:lnTo>
                  <a:pt x="185040" y="897142"/>
                </a:lnTo>
                <a:lnTo>
                  <a:pt x="184687" y="904876"/>
                </a:lnTo>
                <a:lnTo>
                  <a:pt x="184258" y="912610"/>
                </a:lnTo>
                <a:lnTo>
                  <a:pt x="183755" y="920344"/>
                </a:lnTo>
                <a:lnTo>
                  <a:pt x="183183" y="928078"/>
                </a:lnTo>
                <a:lnTo>
                  <a:pt x="182555" y="935812"/>
                </a:lnTo>
                <a:lnTo>
                  <a:pt x="181886" y="943546"/>
                </a:lnTo>
                <a:lnTo>
                  <a:pt x="181198" y="951280"/>
                </a:lnTo>
                <a:lnTo>
                  <a:pt x="180516" y="959014"/>
                </a:lnTo>
                <a:lnTo>
                  <a:pt x="179864" y="966748"/>
                </a:lnTo>
                <a:lnTo>
                  <a:pt x="179265" y="974482"/>
                </a:lnTo>
                <a:lnTo>
                  <a:pt x="178739" y="982216"/>
                </a:lnTo>
                <a:lnTo>
                  <a:pt x="178297" y="989950"/>
                </a:lnTo>
                <a:lnTo>
                  <a:pt x="177944" y="997684"/>
                </a:lnTo>
                <a:lnTo>
                  <a:pt x="177678" y="1005418"/>
                </a:lnTo>
                <a:lnTo>
                  <a:pt x="177490" y="1013152"/>
                </a:lnTo>
                <a:lnTo>
                  <a:pt x="177368" y="1020886"/>
                </a:lnTo>
                <a:lnTo>
                  <a:pt x="177295" y="1028620"/>
                </a:lnTo>
                <a:lnTo>
                  <a:pt x="177258" y="1036354"/>
                </a:lnTo>
                <a:lnTo>
                  <a:pt x="177243" y="1044088"/>
                </a:lnTo>
                <a:lnTo>
                  <a:pt x="177245" y="1051822"/>
                </a:lnTo>
                <a:lnTo>
                  <a:pt x="177262" y="1059556"/>
                </a:lnTo>
                <a:lnTo>
                  <a:pt x="177305" y="1067290"/>
                </a:lnTo>
                <a:lnTo>
                  <a:pt x="177390" y="1075024"/>
                </a:lnTo>
                <a:lnTo>
                  <a:pt x="177552" y="1082758"/>
                </a:lnTo>
                <a:lnTo>
                  <a:pt x="177834" y="1090492"/>
                </a:lnTo>
                <a:lnTo>
                  <a:pt x="178300" y="1098226"/>
                </a:lnTo>
                <a:lnTo>
                  <a:pt x="179028" y="1105960"/>
                </a:lnTo>
                <a:lnTo>
                  <a:pt x="180111" y="1113694"/>
                </a:lnTo>
                <a:lnTo>
                  <a:pt x="181660" y="1121428"/>
                </a:lnTo>
                <a:lnTo>
                  <a:pt x="183790" y="1129162"/>
                </a:lnTo>
                <a:lnTo>
                  <a:pt x="186616" y="1136896"/>
                </a:lnTo>
                <a:lnTo>
                  <a:pt x="190237" y="1144630"/>
                </a:lnTo>
                <a:lnTo>
                  <a:pt x="194721" y="1152364"/>
                </a:lnTo>
                <a:lnTo>
                  <a:pt x="200087" y="1160098"/>
                </a:lnTo>
                <a:lnTo>
                  <a:pt x="206287" y="1167832"/>
                </a:lnTo>
                <a:lnTo>
                  <a:pt x="213193" y="1175566"/>
                </a:lnTo>
                <a:lnTo>
                  <a:pt x="220592" y="1183300"/>
                </a:lnTo>
                <a:lnTo>
                  <a:pt x="228188" y="1191034"/>
                </a:lnTo>
                <a:lnTo>
                  <a:pt x="235617" y="1198768"/>
                </a:lnTo>
                <a:lnTo>
                  <a:pt x="242473" y="1206502"/>
                </a:lnTo>
                <a:lnTo>
                  <a:pt x="248345" y="1214235"/>
                </a:lnTo>
                <a:lnTo>
                  <a:pt x="252852" y="1221969"/>
                </a:lnTo>
                <a:lnTo>
                  <a:pt x="255690" y="1229703"/>
                </a:lnTo>
                <a:lnTo>
                  <a:pt x="256658" y="1237437"/>
                </a:lnTo>
                <a:lnTo>
                  <a:pt x="256658" y="1237437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874" name="Stage1_sixpanel_8045">
            <a:extLst>
              <a:ext uri="{FF2B5EF4-FFF2-40B4-BE49-F238E27FC236}">
                <a16:creationId xmlns:a16="http://schemas.microsoft.com/office/drawing/2014/main" id="{3B6071E6-FE67-4444-B087-98F36B47E72C}"/>
              </a:ext>
            </a:extLst>
          </p:cNvPr>
          <p:cNvSpPr>
            <a:spLocks noGrp="1"/>
          </p:cNvSpPr>
          <p:nvPr/>
        </p:nvSpPr>
        <p:spPr>
          <a:xfrm>
            <a:off x="397811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5" name="Stage1_sixpanel_8046">
            <a:extLst>
              <a:ext uri="{FF2B5EF4-FFF2-40B4-BE49-F238E27FC236}">
                <a16:creationId xmlns:a16="http://schemas.microsoft.com/office/drawing/2014/main" id="{7930A0D9-6000-4EF0-8E19-BE3C48683CA0}"/>
              </a:ext>
            </a:extLst>
          </p:cNvPr>
          <p:cNvSpPr>
            <a:spLocks noGrp="1"/>
          </p:cNvSpPr>
          <p:nvPr/>
        </p:nvSpPr>
        <p:spPr>
          <a:xfrm>
            <a:off x="405593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6" name="Stage1_sixpanel_8047">
            <a:extLst>
              <a:ext uri="{FF2B5EF4-FFF2-40B4-BE49-F238E27FC236}">
                <a16:creationId xmlns:a16="http://schemas.microsoft.com/office/drawing/2014/main" id="{05ABDC65-3949-4EFC-9694-63DAB9CBB514}"/>
              </a:ext>
            </a:extLst>
          </p:cNvPr>
          <p:cNvSpPr>
            <a:spLocks noGrp="1"/>
          </p:cNvSpPr>
          <p:nvPr/>
        </p:nvSpPr>
        <p:spPr>
          <a:xfrm>
            <a:off x="406084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7" name="Stage1_sixpanel_8048">
            <a:extLst>
              <a:ext uri="{FF2B5EF4-FFF2-40B4-BE49-F238E27FC236}">
                <a16:creationId xmlns:a16="http://schemas.microsoft.com/office/drawing/2014/main" id="{2DAA39BE-509B-4D4B-A56C-3D401ADB32B0}"/>
              </a:ext>
            </a:extLst>
          </p:cNvPr>
          <p:cNvSpPr>
            <a:spLocks noGrp="1"/>
          </p:cNvSpPr>
          <p:nvPr/>
        </p:nvSpPr>
        <p:spPr>
          <a:xfrm>
            <a:off x="4025917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8" name="Stage1_sixpanel_8049">
            <a:extLst>
              <a:ext uri="{FF2B5EF4-FFF2-40B4-BE49-F238E27FC236}">
                <a16:creationId xmlns:a16="http://schemas.microsoft.com/office/drawing/2014/main" id="{2E454BC3-396C-4A11-9F3B-BA69066554A6}"/>
              </a:ext>
            </a:extLst>
          </p:cNvPr>
          <p:cNvSpPr>
            <a:spLocks noGrp="1"/>
          </p:cNvSpPr>
          <p:nvPr/>
        </p:nvSpPr>
        <p:spPr>
          <a:xfrm>
            <a:off x="3991038" y="736637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9" name="Stage1_sixpanel_8050">
            <a:extLst>
              <a:ext uri="{FF2B5EF4-FFF2-40B4-BE49-F238E27FC236}">
                <a16:creationId xmlns:a16="http://schemas.microsoft.com/office/drawing/2014/main" id="{06C51CF3-B31E-4F4F-975D-5D95C3616609}"/>
              </a:ext>
            </a:extLst>
          </p:cNvPr>
          <p:cNvSpPr>
            <a:spLocks noGrp="1"/>
          </p:cNvSpPr>
          <p:nvPr/>
        </p:nvSpPr>
        <p:spPr>
          <a:xfrm>
            <a:off x="403900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0" name="Stage1_sixpanel_8051">
            <a:extLst>
              <a:ext uri="{FF2B5EF4-FFF2-40B4-BE49-F238E27FC236}">
                <a16:creationId xmlns:a16="http://schemas.microsoft.com/office/drawing/2014/main" id="{B69399D4-F823-42EB-B944-653861A29E33}"/>
              </a:ext>
            </a:extLst>
          </p:cNvPr>
          <p:cNvSpPr>
            <a:spLocks noGrp="1"/>
          </p:cNvSpPr>
          <p:nvPr/>
        </p:nvSpPr>
        <p:spPr>
          <a:xfrm>
            <a:off x="398731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1" name="Stage1_sixpanel_8052">
            <a:extLst>
              <a:ext uri="{FF2B5EF4-FFF2-40B4-BE49-F238E27FC236}">
                <a16:creationId xmlns:a16="http://schemas.microsoft.com/office/drawing/2014/main" id="{F582F5FB-0193-4B08-829C-21F4D7EBFC91}"/>
              </a:ext>
            </a:extLst>
          </p:cNvPr>
          <p:cNvSpPr>
            <a:spLocks noGrp="1"/>
          </p:cNvSpPr>
          <p:nvPr/>
        </p:nvSpPr>
        <p:spPr>
          <a:xfrm>
            <a:off x="401293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2" name="Stage1_sixpanel_8053">
            <a:extLst>
              <a:ext uri="{FF2B5EF4-FFF2-40B4-BE49-F238E27FC236}">
                <a16:creationId xmlns:a16="http://schemas.microsoft.com/office/drawing/2014/main" id="{7961FAAE-792C-4486-B239-8871DF0FFE5C}"/>
              </a:ext>
            </a:extLst>
          </p:cNvPr>
          <p:cNvSpPr>
            <a:spLocks noGrp="1"/>
          </p:cNvSpPr>
          <p:nvPr/>
        </p:nvSpPr>
        <p:spPr>
          <a:xfrm>
            <a:off x="4155976" y="775280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3" name="Stage1_sixpanel_8054">
            <a:extLst>
              <a:ext uri="{FF2B5EF4-FFF2-40B4-BE49-F238E27FC236}">
                <a16:creationId xmlns:a16="http://schemas.microsoft.com/office/drawing/2014/main" id="{DF3E3591-0B5C-4D83-9991-26466D9523BD}"/>
              </a:ext>
            </a:extLst>
          </p:cNvPr>
          <p:cNvSpPr>
            <a:spLocks noGrp="1"/>
          </p:cNvSpPr>
          <p:nvPr/>
        </p:nvSpPr>
        <p:spPr>
          <a:xfrm>
            <a:off x="413209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4" name="Stage1_sixpanel_8055">
            <a:extLst>
              <a:ext uri="{FF2B5EF4-FFF2-40B4-BE49-F238E27FC236}">
                <a16:creationId xmlns:a16="http://schemas.microsoft.com/office/drawing/2014/main" id="{DB615D97-983A-4A3F-B254-57D5B9A93E30}"/>
              </a:ext>
            </a:extLst>
          </p:cNvPr>
          <p:cNvSpPr>
            <a:spLocks noGrp="1"/>
          </p:cNvSpPr>
          <p:nvPr/>
        </p:nvSpPr>
        <p:spPr>
          <a:xfrm>
            <a:off x="407359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5" name="Stage1_sixpanel_8056">
            <a:extLst>
              <a:ext uri="{FF2B5EF4-FFF2-40B4-BE49-F238E27FC236}">
                <a16:creationId xmlns:a16="http://schemas.microsoft.com/office/drawing/2014/main" id="{A11BC5FC-1650-4563-8C3F-73CF8BDFBF74}"/>
              </a:ext>
            </a:extLst>
          </p:cNvPr>
          <p:cNvSpPr>
            <a:spLocks noGrp="1"/>
          </p:cNvSpPr>
          <p:nvPr/>
        </p:nvSpPr>
        <p:spPr>
          <a:xfrm>
            <a:off x="400083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6" name="Stage1_sixpanel_8057">
            <a:extLst>
              <a:ext uri="{FF2B5EF4-FFF2-40B4-BE49-F238E27FC236}">
                <a16:creationId xmlns:a16="http://schemas.microsoft.com/office/drawing/2014/main" id="{F0FDFF37-26E4-4CB1-AEF7-BCA186953E17}"/>
              </a:ext>
            </a:extLst>
          </p:cNvPr>
          <p:cNvSpPr>
            <a:spLocks noGrp="1"/>
          </p:cNvSpPr>
          <p:nvPr/>
        </p:nvSpPr>
        <p:spPr>
          <a:xfrm>
            <a:off x="396765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7" name="Stage1_sixpanel_8058">
            <a:extLst>
              <a:ext uri="{FF2B5EF4-FFF2-40B4-BE49-F238E27FC236}">
                <a16:creationId xmlns:a16="http://schemas.microsoft.com/office/drawing/2014/main" id="{E1F6364A-0DC6-4E25-8405-974233CBB4AA}"/>
              </a:ext>
            </a:extLst>
          </p:cNvPr>
          <p:cNvSpPr>
            <a:spLocks noGrp="1"/>
          </p:cNvSpPr>
          <p:nvPr/>
        </p:nvSpPr>
        <p:spPr>
          <a:xfrm>
            <a:off x="3988176" y="73093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8" name="Stage1_sixpanel_8059">
            <a:extLst>
              <a:ext uri="{FF2B5EF4-FFF2-40B4-BE49-F238E27FC236}">
                <a16:creationId xmlns:a16="http://schemas.microsoft.com/office/drawing/2014/main" id="{1E4B1F45-30B6-488E-AB6A-4A3C7B04BA95}"/>
              </a:ext>
            </a:extLst>
          </p:cNvPr>
          <p:cNvSpPr>
            <a:spLocks noGrp="1"/>
          </p:cNvSpPr>
          <p:nvPr/>
        </p:nvSpPr>
        <p:spPr>
          <a:xfrm>
            <a:off x="4009567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9" name="Stage1_sixpanel_8060">
            <a:extLst>
              <a:ext uri="{FF2B5EF4-FFF2-40B4-BE49-F238E27FC236}">
                <a16:creationId xmlns:a16="http://schemas.microsoft.com/office/drawing/2014/main" id="{F6F52B54-DC9A-4147-BEE5-A312453B6953}"/>
              </a:ext>
            </a:extLst>
          </p:cNvPr>
          <p:cNvSpPr>
            <a:spLocks noGrp="1"/>
          </p:cNvSpPr>
          <p:nvPr/>
        </p:nvSpPr>
        <p:spPr>
          <a:xfrm>
            <a:off x="4002961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0" name="Stage1_sixpanel_8061">
            <a:extLst>
              <a:ext uri="{FF2B5EF4-FFF2-40B4-BE49-F238E27FC236}">
                <a16:creationId xmlns:a16="http://schemas.microsoft.com/office/drawing/2014/main" id="{363C76B7-3F4B-4872-9138-5416FE0BA399}"/>
              </a:ext>
            </a:extLst>
          </p:cNvPr>
          <p:cNvSpPr>
            <a:spLocks noGrp="1"/>
          </p:cNvSpPr>
          <p:nvPr/>
        </p:nvSpPr>
        <p:spPr>
          <a:xfrm>
            <a:off x="395910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1" name="Stage1_sixpanel_8062">
            <a:extLst>
              <a:ext uri="{FF2B5EF4-FFF2-40B4-BE49-F238E27FC236}">
                <a16:creationId xmlns:a16="http://schemas.microsoft.com/office/drawing/2014/main" id="{F2629D42-9DAE-4751-BE1C-4B6F9B7FF669}"/>
              </a:ext>
            </a:extLst>
          </p:cNvPr>
          <p:cNvSpPr>
            <a:spLocks noGrp="1"/>
          </p:cNvSpPr>
          <p:nvPr/>
        </p:nvSpPr>
        <p:spPr>
          <a:xfrm>
            <a:off x="406795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2" name="Stage1_sixpanel_8063">
            <a:extLst>
              <a:ext uri="{FF2B5EF4-FFF2-40B4-BE49-F238E27FC236}">
                <a16:creationId xmlns:a16="http://schemas.microsoft.com/office/drawing/2014/main" id="{2FEAB88C-545F-41C0-8424-CF6291F7A564}"/>
              </a:ext>
            </a:extLst>
          </p:cNvPr>
          <p:cNvSpPr>
            <a:spLocks noGrp="1"/>
          </p:cNvSpPr>
          <p:nvPr/>
        </p:nvSpPr>
        <p:spPr>
          <a:xfrm>
            <a:off x="413011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3" name="Stage1_sixpanel_8064">
            <a:extLst>
              <a:ext uri="{FF2B5EF4-FFF2-40B4-BE49-F238E27FC236}">
                <a16:creationId xmlns:a16="http://schemas.microsoft.com/office/drawing/2014/main" id="{F1965755-1DE5-4163-9F59-BDD29C5D454B}"/>
              </a:ext>
            </a:extLst>
          </p:cNvPr>
          <p:cNvSpPr>
            <a:spLocks noGrp="1"/>
          </p:cNvSpPr>
          <p:nvPr/>
        </p:nvSpPr>
        <p:spPr>
          <a:xfrm>
            <a:off x="3968950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4" name="Stage1_sixpanel_8065">
            <a:extLst>
              <a:ext uri="{FF2B5EF4-FFF2-40B4-BE49-F238E27FC236}">
                <a16:creationId xmlns:a16="http://schemas.microsoft.com/office/drawing/2014/main" id="{B0C45278-96C1-4AE3-A0F2-A84D0DFA73F5}"/>
              </a:ext>
            </a:extLst>
          </p:cNvPr>
          <p:cNvSpPr>
            <a:spLocks noGrp="1"/>
          </p:cNvSpPr>
          <p:nvPr/>
        </p:nvSpPr>
        <p:spPr>
          <a:xfrm>
            <a:off x="4089513" y="773905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5" name="Stage1_sixpanel_8066">
            <a:extLst>
              <a:ext uri="{FF2B5EF4-FFF2-40B4-BE49-F238E27FC236}">
                <a16:creationId xmlns:a16="http://schemas.microsoft.com/office/drawing/2014/main" id="{F7223EE6-5D72-4DCC-A679-7BCB30D41690}"/>
              </a:ext>
            </a:extLst>
          </p:cNvPr>
          <p:cNvSpPr>
            <a:spLocks noGrp="1"/>
          </p:cNvSpPr>
          <p:nvPr/>
        </p:nvSpPr>
        <p:spPr>
          <a:xfrm>
            <a:off x="410926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6" name="Stage1_sixpanel_8067">
            <a:extLst>
              <a:ext uri="{FF2B5EF4-FFF2-40B4-BE49-F238E27FC236}">
                <a16:creationId xmlns:a16="http://schemas.microsoft.com/office/drawing/2014/main" id="{142DAB1E-55F8-4122-9569-C6DCFDFA2E74}"/>
              </a:ext>
            </a:extLst>
          </p:cNvPr>
          <p:cNvSpPr>
            <a:spLocks noGrp="1"/>
          </p:cNvSpPr>
          <p:nvPr/>
        </p:nvSpPr>
        <p:spPr>
          <a:xfrm>
            <a:off x="4017421" y="709283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7" name="Stage1_sixpanel_8068">
            <a:extLst>
              <a:ext uri="{FF2B5EF4-FFF2-40B4-BE49-F238E27FC236}">
                <a16:creationId xmlns:a16="http://schemas.microsoft.com/office/drawing/2014/main" id="{25BDFB4A-F88F-40C0-ACF3-9CFBA54E59D7}"/>
              </a:ext>
            </a:extLst>
          </p:cNvPr>
          <p:cNvSpPr>
            <a:spLocks noGrp="1"/>
          </p:cNvSpPr>
          <p:nvPr/>
        </p:nvSpPr>
        <p:spPr>
          <a:xfrm>
            <a:off x="4123157" y="73093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8" name="Stage1_sixpanel_8069">
            <a:extLst>
              <a:ext uri="{FF2B5EF4-FFF2-40B4-BE49-F238E27FC236}">
                <a16:creationId xmlns:a16="http://schemas.microsoft.com/office/drawing/2014/main" id="{012E6E55-7C6F-47B3-8206-E7FBA6462C76}"/>
              </a:ext>
            </a:extLst>
          </p:cNvPr>
          <p:cNvSpPr>
            <a:spLocks noGrp="1"/>
          </p:cNvSpPr>
          <p:nvPr/>
        </p:nvSpPr>
        <p:spPr>
          <a:xfrm>
            <a:off x="4049911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9" name="Stage1_sixpanel_8070">
            <a:extLst>
              <a:ext uri="{FF2B5EF4-FFF2-40B4-BE49-F238E27FC236}">
                <a16:creationId xmlns:a16="http://schemas.microsoft.com/office/drawing/2014/main" id="{705BBF57-3464-4702-8C18-C69BF2441ACF}"/>
              </a:ext>
            </a:extLst>
          </p:cNvPr>
          <p:cNvSpPr>
            <a:spLocks noGrp="1"/>
          </p:cNvSpPr>
          <p:nvPr/>
        </p:nvSpPr>
        <p:spPr>
          <a:xfrm>
            <a:off x="405491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0" name="Stage1_sixpanel_8071">
            <a:extLst>
              <a:ext uri="{FF2B5EF4-FFF2-40B4-BE49-F238E27FC236}">
                <a16:creationId xmlns:a16="http://schemas.microsoft.com/office/drawing/2014/main" id="{0D88729A-C7D1-4971-821F-0373B282B563}"/>
              </a:ext>
            </a:extLst>
          </p:cNvPr>
          <p:cNvSpPr>
            <a:spLocks noGrp="1"/>
          </p:cNvSpPr>
          <p:nvPr/>
        </p:nvSpPr>
        <p:spPr>
          <a:xfrm>
            <a:off x="414092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1" name="Stage1_sixpanel_8072">
            <a:extLst>
              <a:ext uri="{FF2B5EF4-FFF2-40B4-BE49-F238E27FC236}">
                <a16:creationId xmlns:a16="http://schemas.microsoft.com/office/drawing/2014/main" id="{76AE8C4E-49D3-4774-960F-ADEC8CF41614}"/>
              </a:ext>
            </a:extLst>
          </p:cNvPr>
          <p:cNvSpPr>
            <a:spLocks noGrp="1"/>
          </p:cNvSpPr>
          <p:nvPr/>
        </p:nvSpPr>
        <p:spPr>
          <a:xfrm>
            <a:off x="4119693" y="77972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2" name="Stage1_sixpanel_8073">
            <a:extLst>
              <a:ext uri="{FF2B5EF4-FFF2-40B4-BE49-F238E27FC236}">
                <a16:creationId xmlns:a16="http://schemas.microsoft.com/office/drawing/2014/main" id="{1966A1DE-7072-402C-ADCD-FA652C1B177B}"/>
              </a:ext>
            </a:extLst>
          </p:cNvPr>
          <p:cNvSpPr>
            <a:spLocks noGrp="1"/>
          </p:cNvSpPr>
          <p:nvPr/>
        </p:nvSpPr>
        <p:spPr>
          <a:xfrm>
            <a:off x="4093967" y="772923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3" name="Stage1_sixpanel_8074">
            <a:extLst>
              <a:ext uri="{FF2B5EF4-FFF2-40B4-BE49-F238E27FC236}">
                <a16:creationId xmlns:a16="http://schemas.microsoft.com/office/drawing/2014/main" id="{053544E7-7700-42A3-B8A8-2FB0465E7616}"/>
              </a:ext>
            </a:extLst>
          </p:cNvPr>
          <p:cNvSpPr>
            <a:spLocks noGrp="1"/>
          </p:cNvSpPr>
          <p:nvPr/>
        </p:nvSpPr>
        <p:spPr>
          <a:xfrm>
            <a:off x="402476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4" name="Stage1_sixpanel_8075">
            <a:extLst>
              <a:ext uri="{FF2B5EF4-FFF2-40B4-BE49-F238E27FC236}">
                <a16:creationId xmlns:a16="http://schemas.microsoft.com/office/drawing/2014/main" id="{BBB3D726-9108-49C8-96CE-CF39127ADD48}"/>
              </a:ext>
            </a:extLst>
          </p:cNvPr>
          <p:cNvSpPr>
            <a:spLocks noGrp="1"/>
          </p:cNvSpPr>
          <p:nvPr/>
        </p:nvSpPr>
        <p:spPr>
          <a:xfrm>
            <a:off x="410783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5" name="Stage1_sixpanel_8076">
            <a:extLst>
              <a:ext uri="{FF2B5EF4-FFF2-40B4-BE49-F238E27FC236}">
                <a16:creationId xmlns:a16="http://schemas.microsoft.com/office/drawing/2014/main" id="{19B77E0E-FFDB-4765-812D-38F237C6990B}"/>
              </a:ext>
            </a:extLst>
          </p:cNvPr>
          <p:cNvSpPr>
            <a:spLocks noGrp="1"/>
          </p:cNvSpPr>
          <p:nvPr/>
        </p:nvSpPr>
        <p:spPr>
          <a:xfrm>
            <a:off x="4113332" y="789240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6" name="Stage1_sixpanel_8077">
            <a:extLst>
              <a:ext uri="{FF2B5EF4-FFF2-40B4-BE49-F238E27FC236}">
                <a16:creationId xmlns:a16="http://schemas.microsoft.com/office/drawing/2014/main" id="{2692AE74-35EB-438F-80D1-73908F951531}"/>
              </a:ext>
            </a:extLst>
          </p:cNvPr>
          <p:cNvSpPr>
            <a:spLocks noGrp="1"/>
          </p:cNvSpPr>
          <p:nvPr/>
        </p:nvSpPr>
        <p:spPr>
          <a:xfrm>
            <a:off x="403334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7" name="Stage1_sixpanel_8078">
            <a:extLst>
              <a:ext uri="{FF2B5EF4-FFF2-40B4-BE49-F238E27FC236}">
                <a16:creationId xmlns:a16="http://schemas.microsoft.com/office/drawing/2014/main" id="{F9B6D597-4D50-4665-B98D-29FFF381BA3A}"/>
              </a:ext>
            </a:extLst>
          </p:cNvPr>
          <p:cNvSpPr>
            <a:spLocks noGrp="1"/>
          </p:cNvSpPr>
          <p:nvPr/>
        </p:nvSpPr>
        <p:spPr>
          <a:xfrm>
            <a:off x="395359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8" name="Stage1_sixpanel_8079">
            <a:extLst>
              <a:ext uri="{FF2B5EF4-FFF2-40B4-BE49-F238E27FC236}">
                <a16:creationId xmlns:a16="http://schemas.microsoft.com/office/drawing/2014/main" id="{8CD81C17-F4D5-4A85-8BB5-05EC3586AF26}"/>
              </a:ext>
            </a:extLst>
          </p:cNvPr>
          <p:cNvSpPr>
            <a:spLocks noGrp="1"/>
          </p:cNvSpPr>
          <p:nvPr/>
        </p:nvSpPr>
        <p:spPr>
          <a:xfrm>
            <a:off x="400839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9" name="Stage1_sixpanel_8080">
            <a:extLst>
              <a:ext uri="{FF2B5EF4-FFF2-40B4-BE49-F238E27FC236}">
                <a16:creationId xmlns:a16="http://schemas.microsoft.com/office/drawing/2014/main" id="{3821E711-9A0F-4AF6-93FA-5930DF7B4632}"/>
              </a:ext>
            </a:extLst>
          </p:cNvPr>
          <p:cNvSpPr>
            <a:spLocks noGrp="1"/>
          </p:cNvSpPr>
          <p:nvPr/>
        </p:nvSpPr>
        <p:spPr>
          <a:xfrm>
            <a:off x="397440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0" name="Stage1_sixpanel_8081">
            <a:extLst>
              <a:ext uri="{FF2B5EF4-FFF2-40B4-BE49-F238E27FC236}">
                <a16:creationId xmlns:a16="http://schemas.microsoft.com/office/drawing/2014/main" id="{10793211-85E0-4BFF-BC44-A933CC0D2572}"/>
              </a:ext>
            </a:extLst>
          </p:cNvPr>
          <p:cNvSpPr>
            <a:spLocks noGrp="1"/>
          </p:cNvSpPr>
          <p:nvPr/>
        </p:nvSpPr>
        <p:spPr>
          <a:xfrm>
            <a:off x="400976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1" name="Stage1_sixpanel_8082">
            <a:extLst>
              <a:ext uri="{FF2B5EF4-FFF2-40B4-BE49-F238E27FC236}">
                <a16:creationId xmlns:a16="http://schemas.microsoft.com/office/drawing/2014/main" id="{391B8C70-F41B-4239-BD01-DAC53967E5FD}"/>
              </a:ext>
            </a:extLst>
          </p:cNvPr>
          <p:cNvSpPr>
            <a:spLocks noGrp="1"/>
          </p:cNvSpPr>
          <p:nvPr/>
        </p:nvSpPr>
        <p:spPr>
          <a:xfrm>
            <a:off x="395709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2" name="Stage1_sixpanel_8083">
            <a:extLst>
              <a:ext uri="{FF2B5EF4-FFF2-40B4-BE49-F238E27FC236}">
                <a16:creationId xmlns:a16="http://schemas.microsoft.com/office/drawing/2014/main" id="{73037C52-5AB6-4297-8F2D-C0BC020F473F}"/>
              </a:ext>
            </a:extLst>
          </p:cNvPr>
          <p:cNvSpPr>
            <a:spLocks noGrp="1"/>
          </p:cNvSpPr>
          <p:nvPr/>
        </p:nvSpPr>
        <p:spPr>
          <a:xfrm>
            <a:off x="413454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3" name="Stage1_sixpanel_8084">
            <a:extLst>
              <a:ext uri="{FF2B5EF4-FFF2-40B4-BE49-F238E27FC236}">
                <a16:creationId xmlns:a16="http://schemas.microsoft.com/office/drawing/2014/main" id="{9CCBD096-F4AB-4ABC-A91D-71211EE93A6C}"/>
              </a:ext>
            </a:extLst>
          </p:cNvPr>
          <p:cNvSpPr>
            <a:spLocks noGrp="1"/>
          </p:cNvSpPr>
          <p:nvPr/>
        </p:nvSpPr>
        <p:spPr>
          <a:xfrm>
            <a:off x="4093117" y="70000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4" name="Stage1_sixpanel_8085">
            <a:extLst>
              <a:ext uri="{FF2B5EF4-FFF2-40B4-BE49-F238E27FC236}">
                <a16:creationId xmlns:a16="http://schemas.microsoft.com/office/drawing/2014/main" id="{B2196675-A588-44D4-823D-75959CC3E272}"/>
              </a:ext>
            </a:extLst>
          </p:cNvPr>
          <p:cNvSpPr>
            <a:spLocks noGrp="1"/>
          </p:cNvSpPr>
          <p:nvPr/>
        </p:nvSpPr>
        <p:spPr>
          <a:xfrm>
            <a:off x="413139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5" name="Stage1_sixpanel_8086">
            <a:extLst>
              <a:ext uri="{FF2B5EF4-FFF2-40B4-BE49-F238E27FC236}">
                <a16:creationId xmlns:a16="http://schemas.microsoft.com/office/drawing/2014/main" id="{F25A6305-78F4-4321-B9B6-2ED8C803EC47}"/>
              </a:ext>
            </a:extLst>
          </p:cNvPr>
          <p:cNvSpPr>
            <a:spLocks noGrp="1"/>
          </p:cNvSpPr>
          <p:nvPr/>
        </p:nvSpPr>
        <p:spPr>
          <a:xfrm>
            <a:off x="3952280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6" name="Stage1_sixpanel_8087">
            <a:extLst>
              <a:ext uri="{FF2B5EF4-FFF2-40B4-BE49-F238E27FC236}">
                <a16:creationId xmlns:a16="http://schemas.microsoft.com/office/drawing/2014/main" id="{505C98CE-5797-40CD-A4E9-5F00A2FDB466}"/>
              </a:ext>
            </a:extLst>
          </p:cNvPr>
          <p:cNvSpPr>
            <a:spLocks noGrp="1"/>
          </p:cNvSpPr>
          <p:nvPr/>
        </p:nvSpPr>
        <p:spPr>
          <a:xfrm>
            <a:off x="411284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7" name="Stage1_sixpanel_8088">
            <a:extLst>
              <a:ext uri="{FF2B5EF4-FFF2-40B4-BE49-F238E27FC236}">
                <a16:creationId xmlns:a16="http://schemas.microsoft.com/office/drawing/2014/main" id="{B650CF1F-D4ED-43E2-8D3E-E86F67B5260D}"/>
              </a:ext>
            </a:extLst>
          </p:cNvPr>
          <p:cNvSpPr>
            <a:spLocks noGrp="1"/>
          </p:cNvSpPr>
          <p:nvPr/>
        </p:nvSpPr>
        <p:spPr>
          <a:xfrm>
            <a:off x="412393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8" name="Stage1_sixpanel_8089">
            <a:extLst>
              <a:ext uri="{FF2B5EF4-FFF2-40B4-BE49-F238E27FC236}">
                <a16:creationId xmlns:a16="http://schemas.microsoft.com/office/drawing/2014/main" id="{48F28370-EC5E-43A9-8456-00969E51215D}"/>
              </a:ext>
            </a:extLst>
          </p:cNvPr>
          <p:cNvSpPr>
            <a:spLocks noGrp="1"/>
          </p:cNvSpPr>
          <p:nvPr/>
        </p:nvSpPr>
        <p:spPr>
          <a:xfrm>
            <a:off x="394738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9" name="Stage1_sixpanel_8090">
            <a:extLst>
              <a:ext uri="{FF2B5EF4-FFF2-40B4-BE49-F238E27FC236}">
                <a16:creationId xmlns:a16="http://schemas.microsoft.com/office/drawing/2014/main" id="{AB4F5E1F-B76D-4AD4-A55D-1EF795CD8043}"/>
              </a:ext>
            </a:extLst>
          </p:cNvPr>
          <p:cNvSpPr>
            <a:spLocks noGrp="1"/>
          </p:cNvSpPr>
          <p:nvPr/>
        </p:nvSpPr>
        <p:spPr>
          <a:xfrm>
            <a:off x="403571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0" name="Stage1_sixpanel_8091">
            <a:extLst>
              <a:ext uri="{FF2B5EF4-FFF2-40B4-BE49-F238E27FC236}">
                <a16:creationId xmlns:a16="http://schemas.microsoft.com/office/drawing/2014/main" id="{5D7EFCE1-A2F7-4649-9147-404A82223177}"/>
              </a:ext>
            </a:extLst>
          </p:cNvPr>
          <p:cNvSpPr>
            <a:spLocks noGrp="1"/>
          </p:cNvSpPr>
          <p:nvPr/>
        </p:nvSpPr>
        <p:spPr>
          <a:xfrm>
            <a:off x="4090153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1" name="Stage1_sixpanel_8092">
            <a:extLst>
              <a:ext uri="{FF2B5EF4-FFF2-40B4-BE49-F238E27FC236}">
                <a16:creationId xmlns:a16="http://schemas.microsoft.com/office/drawing/2014/main" id="{2CE82229-D4DE-4468-9CA5-79197D82CA1C}"/>
              </a:ext>
            </a:extLst>
          </p:cNvPr>
          <p:cNvSpPr>
            <a:spLocks noGrp="1"/>
          </p:cNvSpPr>
          <p:nvPr/>
        </p:nvSpPr>
        <p:spPr>
          <a:xfrm>
            <a:off x="398009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2" name="Stage1_sixpanel_8093">
            <a:extLst>
              <a:ext uri="{FF2B5EF4-FFF2-40B4-BE49-F238E27FC236}">
                <a16:creationId xmlns:a16="http://schemas.microsoft.com/office/drawing/2014/main" id="{EAEEED02-204A-4564-BC37-B66F6CD7B73C}"/>
              </a:ext>
            </a:extLst>
          </p:cNvPr>
          <p:cNvSpPr>
            <a:spLocks noGrp="1"/>
          </p:cNvSpPr>
          <p:nvPr/>
        </p:nvSpPr>
        <p:spPr>
          <a:xfrm>
            <a:off x="404965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3" name="Stage1_sixpanel_8094">
            <a:extLst>
              <a:ext uri="{FF2B5EF4-FFF2-40B4-BE49-F238E27FC236}">
                <a16:creationId xmlns:a16="http://schemas.microsoft.com/office/drawing/2014/main" id="{F6A484C9-0AD8-4D77-A299-A13B8AB9A602}"/>
              </a:ext>
            </a:extLst>
          </p:cNvPr>
          <p:cNvSpPr>
            <a:spLocks noGrp="1"/>
          </p:cNvSpPr>
          <p:nvPr/>
        </p:nvSpPr>
        <p:spPr>
          <a:xfrm>
            <a:off x="4127316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4" name="Stage1_sixpanel_8095">
            <a:extLst>
              <a:ext uri="{FF2B5EF4-FFF2-40B4-BE49-F238E27FC236}">
                <a16:creationId xmlns:a16="http://schemas.microsoft.com/office/drawing/2014/main" id="{A9B23E11-37F7-423F-AFFB-2BC0CA3B6DC2}"/>
              </a:ext>
            </a:extLst>
          </p:cNvPr>
          <p:cNvSpPr>
            <a:spLocks noGrp="1"/>
          </p:cNvSpPr>
          <p:nvPr/>
        </p:nvSpPr>
        <p:spPr>
          <a:xfrm>
            <a:off x="4026074" y="769608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5" name="Stage1_sixpanel_8096">
            <a:extLst>
              <a:ext uri="{FF2B5EF4-FFF2-40B4-BE49-F238E27FC236}">
                <a16:creationId xmlns:a16="http://schemas.microsoft.com/office/drawing/2014/main" id="{24E2C4D0-51DF-43A2-A47B-106C123668EF}"/>
              </a:ext>
            </a:extLst>
          </p:cNvPr>
          <p:cNvSpPr>
            <a:spLocks noGrp="1"/>
          </p:cNvSpPr>
          <p:nvPr/>
        </p:nvSpPr>
        <p:spPr>
          <a:xfrm>
            <a:off x="396226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6" name="Stage1_sixpanel_8097">
            <a:extLst>
              <a:ext uri="{FF2B5EF4-FFF2-40B4-BE49-F238E27FC236}">
                <a16:creationId xmlns:a16="http://schemas.microsoft.com/office/drawing/2014/main" id="{9C6500D6-DAEF-497F-ABA9-0BB535FFDD70}"/>
              </a:ext>
            </a:extLst>
          </p:cNvPr>
          <p:cNvSpPr>
            <a:spLocks noGrp="1"/>
          </p:cNvSpPr>
          <p:nvPr/>
        </p:nvSpPr>
        <p:spPr>
          <a:xfrm>
            <a:off x="4116097" y="692268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7" name="Stage1_sixpanel_8098">
            <a:extLst>
              <a:ext uri="{FF2B5EF4-FFF2-40B4-BE49-F238E27FC236}">
                <a16:creationId xmlns:a16="http://schemas.microsoft.com/office/drawing/2014/main" id="{CC579BBD-9EC3-4B1B-B628-A29DC81F3DB0}"/>
              </a:ext>
            </a:extLst>
          </p:cNvPr>
          <p:cNvSpPr>
            <a:spLocks noGrp="1"/>
          </p:cNvSpPr>
          <p:nvPr/>
        </p:nvSpPr>
        <p:spPr>
          <a:xfrm>
            <a:off x="3989606" y="715138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8" name="Stage1_sixpanel_8099">
            <a:extLst>
              <a:ext uri="{FF2B5EF4-FFF2-40B4-BE49-F238E27FC236}">
                <a16:creationId xmlns:a16="http://schemas.microsoft.com/office/drawing/2014/main" id="{254CE1F5-D83D-46A3-8F4B-F24D78A0306A}"/>
              </a:ext>
            </a:extLst>
          </p:cNvPr>
          <p:cNvSpPr>
            <a:spLocks noGrp="1"/>
          </p:cNvSpPr>
          <p:nvPr/>
        </p:nvSpPr>
        <p:spPr>
          <a:xfrm>
            <a:off x="4030242" y="749352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9" name="Stage1_sixpanel_8100">
            <a:extLst>
              <a:ext uri="{FF2B5EF4-FFF2-40B4-BE49-F238E27FC236}">
                <a16:creationId xmlns:a16="http://schemas.microsoft.com/office/drawing/2014/main" id="{8EA67CD3-C1F7-4922-9FA1-D9C8172830F8}"/>
              </a:ext>
            </a:extLst>
          </p:cNvPr>
          <p:cNvSpPr>
            <a:spLocks noGrp="1"/>
          </p:cNvSpPr>
          <p:nvPr/>
        </p:nvSpPr>
        <p:spPr>
          <a:xfrm>
            <a:off x="405226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0" name="Stage1_sixpanel_8101">
            <a:extLst>
              <a:ext uri="{FF2B5EF4-FFF2-40B4-BE49-F238E27FC236}">
                <a16:creationId xmlns:a16="http://schemas.microsoft.com/office/drawing/2014/main" id="{AD6C277B-6985-44C8-A0AF-3AA1855D298D}"/>
              </a:ext>
            </a:extLst>
          </p:cNvPr>
          <p:cNvSpPr>
            <a:spLocks noGrp="1"/>
          </p:cNvSpPr>
          <p:nvPr/>
        </p:nvSpPr>
        <p:spPr>
          <a:xfrm>
            <a:off x="3938372" y="790600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1" name="Stage1_sixpanel_8102">
            <a:extLst>
              <a:ext uri="{FF2B5EF4-FFF2-40B4-BE49-F238E27FC236}">
                <a16:creationId xmlns:a16="http://schemas.microsoft.com/office/drawing/2014/main" id="{EBE6C41F-E7B6-43B4-A597-C727D87C58A2}"/>
              </a:ext>
            </a:extLst>
          </p:cNvPr>
          <p:cNvSpPr>
            <a:spLocks noGrp="1"/>
          </p:cNvSpPr>
          <p:nvPr/>
        </p:nvSpPr>
        <p:spPr>
          <a:xfrm>
            <a:off x="412074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2" name="Stage1_sixpanel_8103">
            <a:extLst>
              <a:ext uri="{FF2B5EF4-FFF2-40B4-BE49-F238E27FC236}">
                <a16:creationId xmlns:a16="http://schemas.microsoft.com/office/drawing/2014/main" id="{50710A14-FD3D-4B55-BE37-AD325ACB6162}"/>
              </a:ext>
            </a:extLst>
          </p:cNvPr>
          <p:cNvSpPr>
            <a:spLocks noGrp="1"/>
          </p:cNvSpPr>
          <p:nvPr/>
        </p:nvSpPr>
        <p:spPr>
          <a:xfrm>
            <a:off x="4143511" y="804785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3" name="Stage1_sixpanel_8104">
            <a:extLst>
              <a:ext uri="{FF2B5EF4-FFF2-40B4-BE49-F238E27FC236}">
                <a16:creationId xmlns:a16="http://schemas.microsoft.com/office/drawing/2014/main" id="{57025BC0-725D-4B71-B99A-7885843457BA}"/>
              </a:ext>
            </a:extLst>
          </p:cNvPr>
          <p:cNvSpPr>
            <a:spLocks noGrp="1"/>
          </p:cNvSpPr>
          <p:nvPr/>
        </p:nvSpPr>
        <p:spPr>
          <a:xfrm>
            <a:off x="3999418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4" name="Stage1_sixpanel_8105">
            <a:extLst>
              <a:ext uri="{FF2B5EF4-FFF2-40B4-BE49-F238E27FC236}">
                <a16:creationId xmlns:a16="http://schemas.microsoft.com/office/drawing/2014/main" id="{84EB7E7B-E197-4302-A42E-357DB0BA8943}"/>
              </a:ext>
            </a:extLst>
          </p:cNvPr>
          <p:cNvSpPr>
            <a:spLocks noGrp="1"/>
          </p:cNvSpPr>
          <p:nvPr/>
        </p:nvSpPr>
        <p:spPr>
          <a:xfrm>
            <a:off x="407723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5" name="Stage1_sixpanel_8106">
            <a:extLst>
              <a:ext uri="{FF2B5EF4-FFF2-40B4-BE49-F238E27FC236}">
                <a16:creationId xmlns:a16="http://schemas.microsoft.com/office/drawing/2014/main" id="{21E926DB-B75D-4839-AB5A-CBDE78EA51C7}"/>
              </a:ext>
            </a:extLst>
          </p:cNvPr>
          <p:cNvSpPr>
            <a:spLocks noGrp="1"/>
          </p:cNvSpPr>
          <p:nvPr/>
        </p:nvSpPr>
        <p:spPr>
          <a:xfrm>
            <a:off x="401153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6" name="Stage1_sixpanel_8107">
            <a:extLst>
              <a:ext uri="{FF2B5EF4-FFF2-40B4-BE49-F238E27FC236}">
                <a16:creationId xmlns:a16="http://schemas.microsoft.com/office/drawing/2014/main" id="{AC4B685B-49FF-479B-AC83-723F7CDED51F}"/>
              </a:ext>
            </a:extLst>
          </p:cNvPr>
          <p:cNvSpPr>
            <a:spLocks noGrp="1"/>
          </p:cNvSpPr>
          <p:nvPr/>
        </p:nvSpPr>
        <p:spPr>
          <a:xfrm>
            <a:off x="403402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7" name="Stage1_sixpanel_8108">
            <a:extLst>
              <a:ext uri="{FF2B5EF4-FFF2-40B4-BE49-F238E27FC236}">
                <a16:creationId xmlns:a16="http://schemas.microsoft.com/office/drawing/2014/main" id="{B0B50364-6458-453C-AB6F-156E84C915B7}"/>
              </a:ext>
            </a:extLst>
          </p:cNvPr>
          <p:cNvSpPr>
            <a:spLocks noGrp="1"/>
          </p:cNvSpPr>
          <p:nvPr/>
        </p:nvSpPr>
        <p:spPr>
          <a:xfrm>
            <a:off x="4146052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8" name="Stage1_sixpanel_8109">
            <a:extLst>
              <a:ext uri="{FF2B5EF4-FFF2-40B4-BE49-F238E27FC236}">
                <a16:creationId xmlns:a16="http://schemas.microsoft.com/office/drawing/2014/main" id="{4D294044-DA4E-4BB9-A94B-A2B8F24BF6C8}"/>
              </a:ext>
            </a:extLst>
          </p:cNvPr>
          <p:cNvSpPr>
            <a:spLocks noGrp="1"/>
          </p:cNvSpPr>
          <p:nvPr/>
        </p:nvSpPr>
        <p:spPr>
          <a:xfrm>
            <a:off x="404543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9" name="Stage1_sixpanel_8110">
            <a:extLst>
              <a:ext uri="{FF2B5EF4-FFF2-40B4-BE49-F238E27FC236}">
                <a16:creationId xmlns:a16="http://schemas.microsoft.com/office/drawing/2014/main" id="{ADDAE21C-47C3-4DAF-9DDF-A896F96DFCAC}"/>
              </a:ext>
            </a:extLst>
          </p:cNvPr>
          <p:cNvSpPr>
            <a:spLocks noGrp="1"/>
          </p:cNvSpPr>
          <p:nvPr/>
        </p:nvSpPr>
        <p:spPr>
          <a:xfrm>
            <a:off x="4143043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0" name="Stage1_sixpanel_8111">
            <a:extLst>
              <a:ext uri="{FF2B5EF4-FFF2-40B4-BE49-F238E27FC236}">
                <a16:creationId xmlns:a16="http://schemas.microsoft.com/office/drawing/2014/main" id="{47FB3B1A-E0C5-4854-A55A-A6CC7C247225}"/>
              </a:ext>
            </a:extLst>
          </p:cNvPr>
          <p:cNvSpPr>
            <a:spLocks noGrp="1"/>
          </p:cNvSpPr>
          <p:nvPr/>
        </p:nvSpPr>
        <p:spPr>
          <a:xfrm>
            <a:off x="4031525" y="719890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1" name="Stage1_sixpanel_8112">
            <a:extLst>
              <a:ext uri="{FF2B5EF4-FFF2-40B4-BE49-F238E27FC236}">
                <a16:creationId xmlns:a16="http://schemas.microsoft.com/office/drawing/2014/main" id="{AF2F6873-96BA-441E-8F43-C1AF48A4F701}"/>
              </a:ext>
            </a:extLst>
          </p:cNvPr>
          <p:cNvSpPr>
            <a:spLocks noGrp="1"/>
          </p:cNvSpPr>
          <p:nvPr/>
        </p:nvSpPr>
        <p:spPr>
          <a:xfrm>
            <a:off x="410530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2" name="Stage1_sixpanel_8113">
            <a:extLst>
              <a:ext uri="{FF2B5EF4-FFF2-40B4-BE49-F238E27FC236}">
                <a16:creationId xmlns:a16="http://schemas.microsoft.com/office/drawing/2014/main" id="{4A6F7900-79FC-4BB9-9314-2B2B78556390}"/>
              </a:ext>
            </a:extLst>
          </p:cNvPr>
          <p:cNvSpPr>
            <a:spLocks noGrp="1"/>
          </p:cNvSpPr>
          <p:nvPr/>
        </p:nvSpPr>
        <p:spPr>
          <a:xfrm>
            <a:off x="407525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3" name="Stage1_sixpanel_8114">
            <a:extLst>
              <a:ext uri="{FF2B5EF4-FFF2-40B4-BE49-F238E27FC236}">
                <a16:creationId xmlns:a16="http://schemas.microsoft.com/office/drawing/2014/main" id="{BC790967-4224-4DBD-ADFB-ADE23A8C2CB9}"/>
              </a:ext>
            </a:extLst>
          </p:cNvPr>
          <p:cNvSpPr>
            <a:spLocks noGrp="1"/>
          </p:cNvSpPr>
          <p:nvPr/>
        </p:nvSpPr>
        <p:spPr>
          <a:xfrm>
            <a:off x="4066502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4" name="Stage1_sixpanel_8115">
            <a:extLst>
              <a:ext uri="{FF2B5EF4-FFF2-40B4-BE49-F238E27FC236}">
                <a16:creationId xmlns:a16="http://schemas.microsoft.com/office/drawing/2014/main" id="{696A9321-5F4B-43DA-8205-E64A6980B5C9}"/>
              </a:ext>
            </a:extLst>
          </p:cNvPr>
          <p:cNvSpPr>
            <a:spLocks noGrp="1"/>
          </p:cNvSpPr>
          <p:nvPr/>
        </p:nvSpPr>
        <p:spPr>
          <a:xfrm>
            <a:off x="3945944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5" name="Stage1_sixpanel_8116">
            <a:extLst>
              <a:ext uri="{FF2B5EF4-FFF2-40B4-BE49-F238E27FC236}">
                <a16:creationId xmlns:a16="http://schemas.microsoft.com/office/drawing/2014/main" id="{071DDA18-FB9B-459D-8358-32765D7094C4}"/>
              </a:ext>
            </a:extLst>
          </p:cNvPr>
          <p:cNvSpPr>
            <a:spLocks noGrp="1"/>
          </p:cNvSpPr>
          <p:nvPr/>
        </p:nvSpPr>
        <p:spPr>
          <a:xfrm>
            <a:off x="3985060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6" name="Stage1_sixpanel_8117">
            <a:extLst>
              <a:ext uri="{FF2B5EF4-FFF2-40B4-BE49-F238E27FC236}">
                <a16:creationId xmlns:a16="http://schemas.microsoft.com/office/drawing/2014/main" id="{EF01FB59-FD61-4746-9675-0E642B8ECCBE}"/>
              </a:ext>
            </a:extLst>
          </p:cNvPr>
          <p:cNvSpPr>
            <a:spLocks noGrp="1"/>
          </p:cNvSpPr>
          <p:nvPr/>
        </p:nvSpPr>
        <p:spPr>
          <a:xfrm>
            <a:off x="4154092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7" name="Stage1_sixpanel_8118">
            <a:extLst>
              <a:ext uri="{FF2B5EF4-FFF2-40B4-BE49-F238E27FC236}">
                <a16:creationId xmlns:a16="http://schemas.microsoft.com/office/drawing/2014/main" id="{876D6F55-B936-4388-837C-59DC51EEC9C7}"/>
              </a:ext>
            </a:extLst>
          </p:cNvPr>
          <p:cNvSpPr>
            <a:spLocks noGrp="1"/>
          </p:cNvSpPr>
          <p:nvPr/>
        </p:nvSpPr>
        <p:spPr>
          <a:xfrm>
            <a:off x="4100731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8" name="Stage1_sixpanel_8119">
            <a:extLst>
              <a:ext uri="{FF2B5EF4-FFF2-40B4-BE49-F238E27FC236}">
                <a16:creationId xmlns:a16="http://schemas.microsoft.com/office/drawing/2014/main" id="{D9BC9F7B-F895-4488-8EC9-37F4BD860F0D}"/>
              </a:ext>
            </a:extLst>
          </p:cNvPr>
          <p:cNvSpPr>
            <a:spLocks noGrp="1"/>
          </p:cNvSpPr>
          <p:nvPr/>
        </p:nvSpPr>
        <p:spPr>
          <a:xfrm>
            <a:off x="4095537" y="771155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9" name="Stage1_sixpanel_8120">
            <a:extLst>
              <a:ext uri="{FF2B5EF4-FFF2-40B4-BE49-F238E27FC236}">
                <a16:creationId xmlns:a16="http://schemas.microsoft.com/office/drawing/2014/main" id="{97C747B8-B420-4072-8833-6E0B302F9A8A}"/>
              </a:ext>
            </a:extLst>
          </p:cNvPr>
          <p:cNvSpPr>
            <a:spLocks noGrp="1"/>
          </p:cNvSpPr>
          <p:nvPr/>
        </p:nvSpPr>
        <p:spPr>
          <a:xfrm>
            <a:off x="3992973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0" name="Stage1_sixpanel_8121">
            <a:extLst>
              <a:ext uri="{FF2B5EF4-FFF2-40B4-BE49-F238E27FC236}">
                <a16:creationId xmlns:a16="http://schemas.microsoft.com/office/drawing/2014/main" id="{6742214D-5CF2-4794-AF4B-D909D5F8720B}"/>
              </a:ext>
            </a:extLst>
          </p:cNvPr>
          <p:cNvSpPr>
            <a:spLocks noGrp="1"/>
          </p:cNvSpPr>
          <p:nvPr/>
        </p:nvSpPr>
        <p:spPr>
          <a:xfrm>
            <a:off x="408232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1" name="Stage1_sixpanel_8122">
            <a:extLst>
              <a:ext uri="{FF2B5EF4-FFF2-40B4-BE49-F238E27FC236}">
                <a16:creationId xmlns:a16="http://schemas.microsoft.com/office/drawing/2014/main" id="{A4C9085C-41B4-41F5-80DB-FCDB86FD8C1E}"/>
              </a:ext>
            </a:extLst>
          </p:cNvPr>
          <p:cNvSpPr>
            <a:spLocks noGrp="1"/>
          </p:cNvSpPr>
          <p:nvPr/>
        </p:nvSpPr>
        <p:spPr>
          <a:xfrm>
            <a:off x="4021563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2" name="Stage1_sixpanel_8123">
            <a:extLst>
              <a:ext uri="{FF2B5EF4-FFF2-40B4-BE49-F238E27FC236}">
                <a16:creationId xmlns:a16="http://schemas.microsoft.com/office/drawing/2014/main" id="{E1451135-00C7-428E-8A3B-D5EDD71C341A}"/>
              </a:ext>
            </a:extLst>
          </p:cNvPr>
          <p:cNvSpPr>
            <a:spLocks noGrp="1"/>
          </p:cNvSpPr>
          <p:nvPr/>
        </p:nvSpPr>
        <p:spPr>
          <a:xfrm>
            <a:off x="394492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3" name="Stage1_sixpanel_8124">
            <a:extLst>
              <a:ext uri="{FF2B5EF4-FFF2-40B4-BE49-F238E27FC236}">
                <a16:creationId xmlns:a16="http://schemas.microsoft.com/office/drawing/2014/main" id="{6C5B0EAE-61BB-4217-99F8-B0F652D800B2}"/>
              </a:ext>
            </a:extLst>
          </p:cNvPr>
          <p:cNvSpPr>
            <a:spLocks noGrp="1"/>
          </p:cNvSpPr>
          <p:nvPr/>
        </p:nvSpPr>
        <p:spPr>
          <a:xfrm>
            <a:off x="3967846" y="712033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4" name="Stage1_sixpanel_8125">
            <a:extLst>
              <a:ext uri="{FF2B5EF4-FFF2-40B4-BE49-F238E27FC236}">
                <a16:creationId xmlns:a16="http://schemas.microsoft.com/office/drawing/2014/main" id="{217E400A-A5D7-4FD0-8B4F-9695D9E30C40}"/>
              </a:ext>
            </a:extLst>
          </p:cNvPr>
          <p:cNvSpPr>
            <a:spLocks noGrp="1"/>
          </p:cNvSpPr>
          <p:nvPr/>
        </p:nvSpPr>
        <p:spPr>
          <a:xfrm>
            <a:off x="410408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5" name="Stage1_sixpanel_8126">
            <a:extLst>
              <a:ext uri="{FF2B5EF4-FFF2-40B4-BE49-F238E27FC236}">
                <a16:creationId xmlns:a16="http://schemas.microsoft.com/office/drawing/2014/main" id="{DC8DA3E5-B4A2-4249-8EFE-D5610DC2925E}"/>
              </a:ext>
            </a:extLst>
          </p:cNvPr>
          <p:cNvSpPr>
            <a:spLocks noGrp="1"/>
          </p:cNvSpPr>
          <p:nvPr/>
        </p:nvSpPr>
        <p:spPr>
          <a:xfrm>
            <a:off x="413495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6" name="Stage1_sixpanel_8127">
            <a:extLst>
              <a:ext uri="{FF2B5EF4-FFF2-40B4-BE49-F238E27FC236}">
                <a16:creationId xmlns:a16="http://schemas.microsoft.com/office/drawing/2014/main" id="{37C2E063-621C-450C-BBD0-97C031442CC7}"/>
              </a:ext>
            </a:extLst>
          </p:cNvPr>
          <p:cNvSpPr>
            <a:spLocks noGrp="1"/>
          </p:cNvSpPr>
          <p:nvPr/>
        </p:nvSpPr>
        <p:spPr>
          <a:xfrm>
            <a:off x="4046690" y="719890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7" name="Stage1_sixpanel_8128">
            <a:extLst>
              <a:ext uri="{FF2B5EF4-FFF2-40B4-BE49-F238E27FC236}">
                <a16:creationId xmlns:a16="http://schemas.microsoft.com/office/drawing/2014/main" id="{DBDE641F-FBC8-4C2B-9CBD-B7E4BF89296E}"/>
              </a:ext>
            </a:extLst>
          </p:cNvPr>
          <p:cNvSpPr>
            <a:spLocks noGrp="1"/>
          </p:cNvSpPr>
          <p:nvPr/>
        </p:nvSpPr>
        <p:spPr>
          <a:xfrm>
            <a:off x="406877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8" name="Stage1_sixpanel_8129">
            <a:extLst>
              <a:ext uri="{FF2B5EF4-FFF2-40B4-BE49-F238E27FC236}">
                <a16:creationId xmlns:a16="http://schemas.microsoft.com/office/drawing/2014/main" id="{A4AA8DA2-CD22-4BBA-979E-828A3B7E7DF6}"/>
              </a:ext>
            </a:extLst>
          </p:cNvPr>
          <p:cNvSpPr>
            <a:spLocks noGrp="1"/>
          </p:cNvSpPr>
          <p:nvPr/>
        </p:nvSpPr>
        <p:spPr>
          <a:xfrm>
            <a:off x="401061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9" name="Stage1_sixpanel_8130">
            <a:extLst>
              <a:ext uri="{FF2B5EF4-FFF2-40B4-BE49-F238E27FC236}">
                <a16:creationId xmlns:a16="http://schemas.microsoft.com/office/drawing/2014/main" id="{0A698C9F-7E58-4F73-9348-9D0024AB9198}"/>
              </a:ext>
            </a:extLst>
          </p:cNvPr>
          <p:cNvSpPr>
            <a:spLocks noGrp="1"/>
          </p:cNvSpPr>
          <p:nvPr/>
        </p:nvSpPr>
        <p:spPr>
          <a:xfrm>
            <a:off x="3962041" y="798759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0" name="Stage1_sixpanel_8131">
            <a:extLst>
              <a:ext uri="{FF2B5EF4-FFF2-40B4-BE49-F238E27FC236}">
                <a16:creationId xmlns:a16="http://schemas.microsoft.com/office/drawing/2014/main" id="{70DF900E-8BD1-4303-9ECA-DD5598C6DE6E}"/>
              </a:ext>
            </a:extLst>
          </p:cNvPr>
          <p:cNvSpPr>
            <a:spLocks noGrp="1"/>
          </p:cNvSpPr>
          <p:nvPr/>
        </p:nvSpPr>
        <p:spPr>
          <a:xfrm>
            <a:off x="3984652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1" name="Stage1_sixpanel_8132">
            <a:extLst>
              <a:ext uri="{FF2B5EF4-FFF2-40B4-BE49-F238E27FC236}">
                <a16:creationId xmlns:a16="http://schemas.microsoft.com/office/drawing/2014/main" id="{4781FE7F-EA05-4D12-BDE8-18FA0B797EB5}"/>
              </a:ext>
            </a:extLst>
          </p:cNvPr>
          <p:cNvSpPr>
            <a:spLocks noGrp="1"/>
          </p:cNvSpPr>
          <p:nvPr/>
        </p:nvSpPr>
        <p:spPr>
          <a:xfrm>
            <a:off x="395628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2" name="Stage1_sixpanel_8133">
            <a:extLst>
              <a:ext uri="{FF2B5EF4-FFF2-40B4-BE49-F238E27FC236}">
                <a16:creationId xmlns:a16="http://schemas.microsoft.com/office/drawing/2014/main" id="{E12B4E02-5AB0-492D-887A-6B02ED189E7C}"/>
              </a:ext>
            </a:extLst>
          </p:cNvPr>
          <p:cNvSpPr>
            <a:spLocks noGrp="1"/>
          </p:cNvSpPr>
          <p:nvPr/>
        </p:nvSpPr>
        <p:spPr>
          <a:xfrm>
            <a:off x="3999747" y="736094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3" name="Stage1_sixpanel_8134">
            <a:extLst>
              <a:ext uri="{FF2B5EF4-FFF2-40B4-BE49-F238E27FC236}">
                <a16:creationId xmlns:a16="http://schemas.microsoft.com/office/drawing/2014/main" id="{221AAB52-1B7F-4753-946F-5EC30412B1B5}"/>
              </a:ext>
            </a:extLst>
          </p:cNvPr>
          <p:cNvSpPr>
            <a:spLocks noGrp="1"/>
          </p:cNvSpPr>
          <p:nvPr/>
        </p:nvSpPr>
        <p:spPr>
          <a:xfrm>
            <a:off x="397918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4" name="Stage1_sixpanel_8135">
            <a:extLst>
              <a:ext uri="{FF2B5EF4-FFF2-40B4-BE49-F238E27FC236}">
                <a16:creationId xmlns:a16="http://schemas.microsoft.com/office/drawing/2014/main" id="{2BB2C15D-8815-4263-9799-0FF697B8400F}"/>
              </a:ext>
            </a:extLst>
          </p:cNvPr>
          <p:cNvSpPr>
            <a:spLocks noGrp="1"/>
          </p:cNvSpPr>
          <p:nvPr/>
        </p:nvSpPr>
        <p:spPr>
          <a:xfrm>
            <a:off x="401915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5" name="Stage1_sixpanel_8136">
            <a:extLst>
              <a:ext uri="{FF2B5EF4-FFF2-40B4-BE49-F238E27FC236}">
                <a16:creationId xmlns:a16="http://schemas.microsoft.com/office/drawing/2014/main" id="{8AD55900-F25B-480E-856E-A0BFD5AE0C76}"/>
              </a:ext>
            </a:extLst>
          </p:cNvPr>
          <p:cNvSpPr>
            <a:spLocks noGrp="1"/>
          </p:cNvSpPr>
          <p:nvPr/>
        </p:nvSpPr>
        <p:spPr>
          <a:xfrm>
            <a:off x="4101075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6" name="Stage1_sixpanel_8137">
            <a:extLst>
              <a:ext uri="{FF2B5EF4-FFF2-40B4-BE49-F238E27FC236}">
                <a16:creationId xmlns:a16="http://schemas.microsoft.com/office/drawing/2014/main" id="{43E0DD5F-A079-4A36-8D8E-D68BA9474257}"/>
              </a:ext>
            </a:extLst>
          </p:cNvPr>
          <p:cNvSpPr>
            <a:spLocks noGrp="1"/>
          </p:cNvSpPr>
          <p:nvPr/>
        </p:nvSpPr>
        <p:spPr>
          <a:xfrm>
            <a:off x="401923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7" name="Stage1_sixpanel_8138">
            <a:extLst>
              <a:ext uri="{FF2B5EF4-FFF2-40B4-BE49-F238E27FC236}">
                <a16:creationId xmlns:a16="http://schemas.microsoft.com/office/drawing/2014/main" id="{9C8D49BA-73DC-4CC6-913D-8B3BEBDE1B05}"/>
              </a:ext>
            </a:extLst>
          </p:cNvPr>
          <p:cNvSpPr>
            <a:spLocks noGrp="1"/>
          </p:cNvSpPr>
          <p:nvPr/>
        </p:nvSpPr>
        <p:spPr>
          <a:xfrm>
            <a:off x="4117804" y="694846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8" name="Stage1_sixpanel_8139">
            <a:extLst>
              <a:ext uri="{FF2B5EF4-FFF2-40B4-BE49-F238E27FC236}">
                <a16:creationId xmlns:a16="http://schemas.microsoft.com/office/drawing/2014/main" id="{01B6FF09-18AD-43F9-B054-F1C9087C7279}"/>
              </a:ext>
            </a:extLst>
          </p:cNvPr>
          <p:cNvSpPr>
            <a:spLocks noGrp="1"/>
          </p:cNvSpPr>
          <p:nvPr/>
        </p:nvSpPr>
        <p:spPr>
          <a:xfrm>
            <a:off x="403653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9" name="Stage1_sixpanel_8140">
            <a:extLst>
              <a:ext uri="{FF2B5EF4-FFF2-40B4-BE49-F238E27FC236}">
                <a16:creationId xmlns:a16="http://schemas.microsoft.com/office/drawing/2014/main" id="{03EC52FC-D46A-4C59-9BF7-57D5DA082E24}"/>
              </a:ext>
            </a:extLst>
          </p:cNvPr>
          <p:cNvSpPr>
            <a:spLocks noGrp="1"/>
          </p:cNvSpPr>
          <p:nvPr/>
        </p:nvSpPr>
        <p:spPr>
          <a:xfrm>
            <a:off x="4055225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0" name="Stage1_sixpanel_8141">
            <a:extLst>
              <a:ext uri="{FF2B5EF4-FFF2-40B4-BE49-F238E27FC236}">
                <a16:creationId xmlns:a16="http://schemas.microsoft.com/office/drawing/2014/main" id="{75A96639-2E19-4E64-B00E-685EC8EF2126}"/>
              </a:ext>
            </a:extLst>
          </p:cNvPr>
          <p:cNvSpPr>
            <a:spLocks noGrp="1"/>
          </p:cNvSpPr>
          <p:nvPr/>
        </p:nvSpPr>
        <p:spPr>
          <a:xfrm>
            <a:off x="405395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1" name="Stage1_sixpanel_8142">
            <a:extLst>
              <a:ext uri="{FF2B5EF4-FFF2-40B4-BE49-F238E27FC236}">
                <a16:creationId xmlns:a16="http://schemas.microsoft.com/office/drawing/2014/main" id="{424E1361-D6B2-47FB-B223-D351D9902E4A}"/>
              </a:ext>
            </a:extLst>
          </p:cNvPr>
          <p:cNvSpPr>
            <a:spLocks noGrp="1"/>
          </p:cNvSpPr>
          <p:nvPr/>
        </p:nvSpPr>
        <p:spPr>
          <a:xfrm>
            <a:off x="4117654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2" name="Stage1_sixpanel_8143">
            <a:extLst>
              <a:ext uri="{FF2B5EF4-FFF2-40B4-BE49-F238E27FC236}">
                <a16:creationId xmlns:a16="http://schemas.microsoft.com/office/drawing/2014/main" id="{F11CB303-E540-4D33-82DA-01D4D7463B20}"/>
              </a:ext>
            </a:extLst>
          </p:cNvPr>
          <p:cNvSpPr>
            <a:spLocks noGrp="1"/>
          </p:cNvSpPr>
          <p:nvPr/>
        </p:nvSpPr>
        <p:spPr>
          <a:xfrm>
            <a:off x="412295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3" name="Stage1_sixpanel_8144">
            <a:extLst>
              <a:ext uri="{FF2B5EF4-FFF2-40B4-BE49-F238E27FC236}">
                <a16:creationId xmlns:a16="http://schemas.microsoft.com/office/drawing/2014/main" id="{7E9664A2-A209-41A6-A81D-15AD67594A9F}"/>
              </a:ext>
            </a:extLst>
          </p:cNvPr>
          <p:cNvSpPr>
            <a:spLocks noGrp="1"/>
          </p:cNvSpPr>
          <p:nvPr/>
        </p:nvSpPr>
        <p:spPr>
          <a:xfrm>
            <a:off x="4107764" y="729369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4" name="Stage1_sixpanel_8145">
            <a:extLst>
              <a:ext uri="{FF2B5EF4-FFF2-40B4-BE49-F238E27FC236}">
                <a16:creationId xmlns:a16="http://schemas.microsoft.com/office/drawing/2014/main" id="{1F6F4FCC-1E58-43FA-B29F-539F58441D45}"/>
              </a:ext>
            </a:extLst>
          </p:cNvPr>
          <p:cNvSpPr>
            <a:spLocks noGrp="1"/>
          </p:cNvSpPr>
          <p:nvPr/>
        </p:nvSpPr>
        <p:spPr>
          <a:xfrm>
            <a:off x="398731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5" name="Stage1_sixpanel_8146">
            <a:extLst>
              <a:ext uri="{FF2B5EF4-FFF2-40B4-BE49-F238E27FC236}">
                <a16:creationId xmlns:a16="http://schemas.microsoft.com/office/drawing/2014/main" id="{8DC0C497-9421-4B4C-88E1-04456FFB94D8}"/>
              </a:ext>
            </a:extLst>
          </p:cNvPr>
          <p:cNvSpPr>
            <a:spLocks noGrp="1"/>
          </p:cNvSpPr>
          <p:nvPr/>
        </p:nvSpPr>
        <p:spPr>
          <a:xfrm>
            <a:off x="3958620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6" name="Stage1_sixpanel_8147">
            <a:extLst>
              <a:ext uri="{FF2B5EF4-FFF2-40B4-BE49-F238E27FC236}">
                <a16:creationId xmlns:a16="http://schemas.microsoft.com/office/drawing/2014/main" id="{CE446EF4-6C5C-4841-92AA-69AB58B0E59D}"/>
              </a:ext>
            </a:extLst>
          </p:cNvPr>
          <p:cNvSpPr>
            <a:spLocks noGrp="1"/>
          </p:cNvSpPr>
          <p:nvPr/>
        </p:nvSpPr>
        <p:spPr>
          <a:xfrm>
            <a:off x="397330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7" name="Stage1_sixpanel_8148">
            <a:extLst>
              <a:ext uri="{FF2B5EF4-FFF2-40B4-BE49-F238E27FC236}">
                <a16:creationId xmlns:a16="http://schemas.microsoft.com/office/drawing/2014/main" id="{5470474E-F20E-4050-9EDC-CB2916A5964C}"/>
              </a:ext>
            </a:extLst>
          </p:cNvPr>
          <p:cNvSpPr>
            <a:spLocks noGrp="1"/>
          </p:cNvSpPr>
          <p:nvPr/>
        </p:nvSpPr>
        <p:spPr>
          <a:xfrm>
            <a:off x="412114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8" name="Stage1_sixpanel_8149">
            <a:extLst>
              <a:ext uri="{FF2B5EF4-FFF2-40B4-BE49-F238E27FC236}">
                <a16:creationId xmlns:a16="http://schemas.microsoft.com/office/drawing/2014/main" id="{96605572-8418-4BA3-9913-8CB8DF25FA08}"/>
              </a:ext>
            </a:extLst>
          </p:cNvPr>
          <p:cNvSpPr>
            <a:spLocks noGrp="1"/>
          </p:cNvSpPr>
          <p:nvPr/>
        </p:nvSpPr>
        <p:spPr>
          <a:xfrm>
            <a:off x="403890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9" name="Stage1_sixpanel_8150">
            <a:extLst>
              <a:ext uri="{FF2B5EF4-FFF2-40B4-BE49-F238E27FC236}">
                <a16:creationId xmlns:a16="http://schemas.microsoft.com/office/drawing/2014/main" id="{AE34F2F2-9BDB-42AF-AD36-1A1DB031AF2D}"/>
              </a:ext>
            </a:extLst>
          </p:cNvPr>
          <p:cNvSpPr>
            <a:spLocks noGrp="1"/>
          </p:cNvSpPr>
          <p:nvPr/>
        </p:nvSpPr>
        <p:spPr>
          <a:xfrm>
            <a:off x="394591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0" name="Stage1_sixpanel_8151">
            <a:extLst>
              <a:ext uri="{FF2B5EF4-FFF2-40B4-BE49-F238E27FC236}">
                <a16:creationId xmlns:a16="http://schemas.microsoft.com/office/drawing/2014/main" id="{88B54671-5072-4BCF-A04A-79E90A4CC36E}"/>
              </a:ext>
            </a:extLst>
          </p:cNvPr>
          <p:cNvSpPr>
            <a:spLocks noGrp="1"/>
          </p:cNvSpPr>
          <p:nvPr/>
        </p:nvSpPr>
        <p:spPr>
          <a:xfrm>
            <a:off x="4019562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1" name="Stage1_sixpanel_8152">
            <a:extLst>
              <a:ext uri="{FF2B5EF4-FFF2-40B4-BE49-F238E27FC236}">
                <a16:creationId xmlns:a16="http://schemas.microsoft.com/office/drawing/2014/main" id="{2900A8E4-6AD2-4B2B-A23D-837EC54653A9}"/>
              </a:ext>
            </a:extLst>
          </p:cNvPr>
          <p:cNvSpPr>
            <a:spLocks noGrp="1"/>
          </p:cNvSpPr>
          <p:nvPr/>
        </p:nvSpPr>
        <p:spPr>
          <a:xfrm>
            <a:off x="3938762" y="740219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2" name="Stage1_sixpanel_8153">
            <a:extLst>
              <a:ext uri="{FF2B5EF4-FFF2-40B4-BE49-F238E27FC236}">
                <a16:creationId xmlns:a16="http://schemas.microsoft.com/office/drawing/2014/main" id="{0EC2E151-58B6-48CD-837B-A1CC79959B81}"/>
              </a:ext>
            </a:extLst>
          </p:cNvPr>
          <p:cNvSpPr>
            <a:spLocks noGrp="1"/>
          </p:cNvSpPr>
          <p:nvPr/>
        </p:nvSpPr>
        <p:spPr>
          <a:xfrm>
            <a:off x="403718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3" name="Stage1_sixpanel_8154">
            <a:extLst>
              <a:ext uri="{FF2B5EF4-FFF2-40B4-BE49-F238E27FC236}">
                <a16:creationId xmlns:a16="http://schemas.microsoft.com/office/drawing/2014/main" id="{92F9D7F2-CCB6-41D1-B768-1C530CEF8F18}"/>
              </a:ext>
            </a:extLst>
          </p:cNvPr>
          <p:cNvSpPr>
            <a:spLocks noGrp="1"/>
          </p:cNvSpPr>
          <p:nvPr/>
        </p:nvSpPr>
        <p:spPr>
          <a:xfrm>
            <a:off x="403896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4" name="Stage1_sixpanel_8155">
            <a:extLst>
              <a:ext uri="{FF2B5EF4-FFF2-40B4-BE49-F238E27FC236}">
                <a16:creationId xmlns:a16="http://schemas.microsoft.com/office/drawing/2014/main" id="{C5838CFE-342F-4E7E-A041-31948989C3E4}"/>
              </a:ext>
            </a:extLst>
          </p:cNvPr>
          <p:cNvSpPr>
            <a:spLocks noGrp="1"/>
          </p:cNvSpPr>
          <p:nvPr/>
        </p:nvSpPr>
        <p:spPr>
          <a:xfrm>
            <a:off x="397237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5" name="Stage1_sixpanel_8156">
            <a:extLst>
              <a:ext uri="{FF2B5EF4-FFF2-40B4-BE49-F238E27FC236}">
                <a16:creationId xmlns:a16="http://schemas.microsoft.com/office/drawing/2014/main" id="{1C2201A5-120A-45D7-95F7-05528E96F91A}"/>
              </a:ext>
            </a:extLst>
          </p:cNvPr>
          <p:cNvSpPr>
            <a:spLocks noGrp="1"/>
          </p:cNvSpPr>
          <p:nvPr/>
        </p:nvSpPr>
        <p:spPr>
          <a:xfrm>
            <a:off x="408133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6" name="Stage1_sixpanel_8157">
            <a:extLst>
              <a:ext uri="{FF2B5EF4-FFF2-40B4-BE49-F238E27FC236}">
                <a16:creationId xmlns:a16="http://schemas.microsoft.com/office/drawing/2014/main" id="{6EDA23B0-2A67-4AB0-BADB-79FAFD73BC5F}"/>
              </a:ext>
            </a:extLst>
          </p:cNvPr>
          <p:cNvSpPr>
            <a:spLocks noGrp="1"/>
          </p:cNvSpPr>
          <p:nvPr/>
        </p:nvSpPr>
        <p:spPr>
          <a:xfrm>
            <a:off x="4146538" y="73212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7" name="Stage1_sixpanel_8158">
            <a:extLst>
              <a:ext uri="{FF2B5EF4-FFF2-40B4-BE49-F238E27FC236}">
                <a16:creationId xmlns:a16="http://schemas.microsoft.com/office/drawing/2014/main" id="{E3056B89-F4E6-4E91-B24B-002545DE63B3}"/>
              </a:ext>
            </a:extLst>
          </p:cNvPr>
          <p:cNvSpPr>
            <a:spLocks noGrp="1"/>
          </p:cNvSpPr>
          <p:nvPr/>
        </p:nvSpPr>
        <p:spPr>
          <a:xfrm>
            <a:off x="4128366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8" name="Stage1_sixpanel_8159">
            <a:extLst>
              <a:ext uri="{FF2B5EF4-FFF2-40B4-BE49-F238E27FC236}">
                <a16:creationId xmlns:a16="http://schemas.microsoft.com/office/drawing/2014/main" id="{4472516E-5288-4E8E-8C5B-477A0DDD6251}"/>
              </a:ext>
            </a:extLst>
          </p:cNvPr>
          <p:cNvSpPr>
            <a:spLocks noGrp="1"/>
          </p:cNvSpPr>
          <p:nvPr/>
        </p:nvSpPr>
        <p:spPr>
          <a:xfrm>
            <a:off x="404093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9" name="Stage1_sixpanel_8160">
            <a:extLst>
              <a:ext uri="{FF2B5EF4-FFF2-40B4-BE49-F238E27FC236}">
                <a16:creationId xmlns:a16="http://schemas.microsoft.com/office/drawing/2014/main" id="{BBE1E80B-570C-413F-A819-23278BF7E069}"/>
              </a:ext>
            </a:extLst>
          </p:cNvPr>
          <p:cNvSpPr>
            <a:spLocks noGrp="1"/>
          </p:cNvSpPr>
          <p:nvPr/>
        </p:nvSpPr>
        <p:spPr>
          <a:xfrm>
            <a:off x="4050800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0" name="Stage1_sixpanel_8161">
            <a:extLst>
              <a:ext uri="{FF2B5EF4-FFF2-40B4-BE49-F238E27FC236}">
                <a16:creationId xmlns:a16="http://schemas.microsoft.com/office/drawing/2014/main" id="{CAEA1995-DF4B-42A1-97C2-170F63283559}"/>
              </a:ext>
            </a:extLst>
          </p:cNvPr>
          <p:cNvSpPr>
            <a:spLocks noGrp="1"/>
          </p:cNvSpPr>
          <p:nvPr/>
        </p:nvSpPr>
        <p:spPr>
          <a:xfrm>
            <a:off x="413531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1" name="Stage1_sixpanel_8162">
            <a:extLst>
              <a:ext uri="{FF2B5EF4-FFF2-40B4-BE49-F238E27FC236}">
                <a16:creationId xmlns:a16="http://schemas.microsoft.com/office/drawing/2014/main" id="{F6EF3806-9954-461D-9144-DF8FA9EEB2A8}"/>
              </a:ext>
            </a:extLst>
          </p:cNvPr>
          <p:cNvSpPr>
            <a:spLocks noGrp="1"/>
          </p:cNvSpPr>
          <p:nvPr/>
        </p:nvSpPr>
        <p:spPr>
          <a:xfrm>
            <a:off x="408971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2" name="Stage1_sixpanel_8163">
            <a:extLst>
              <a:ext uri="{FF2B5EF4-FFF2-40B4-BE49-F238E27FC236}">
                <a16:creationId xmlns:a16="http://schemas.microsoft.com/office/drawing/2014/main" id="{293DA874-AEC5-4E4D-B3DC-9519B111875E}"/>
              </a:ext>
            </a:extLst>
          </p:cNvPr>
          <p:cNvSpPr>
            <a:spLocks noGrp="1"/>
          </p:cNvSpPr>
          <p:nvPr/>
        </p:nvSpPr>
        <p:spPr>
          <a:xfrm>
            <a:off x="404472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3" name="Stage1_sixpanel_8164">
            <a:extLst>
              <a:ext uri="{FF2B5EF4-FFF2-40B4-BE49-F238E27FC236}">
                <a16:creationId xmlns:a16="http://schemas.microsoft.com/office/drawing/2014/main" id="{F5C6F1BC-CD60-45FD-B075-8F736CA1032E}"/>
              </a:ext>
            </a:extLst>
          </p:cNvPr>
          <p:cNvSpPr>
            <a:spLocks noGrp="1"/>
          </p:cNvSpPr>
          <p:nvPr/>
        </p:nvSpPr>
        <p:spPr>
          <a:xfrm>
            <a:off x="4155640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4" name="Stage1_sixpanel_8165">
            <a:extLst>
              <a:ext uri="{FF2B5EF4-FFF2-40B4-BE49-F238E27FC236}">
                <a16:creationId xmlns:a16="http://schemas.microsoft.com/office/drawing/2014/main" id="{B1ECC846-AD40-49C6-9CC1-6E2515FCE659}"/>
              </a:ext>
            </a:extLst>
          </p:cNvPr>
          <p:cNvSpPr>
            <a:spLocks noGrp="1"/>
          </p:cNvSpPr>
          <p:nvPr/>
        </p:nvSpPr>
        <p:spPr>
          <a:xfrm>
            <a:off x="393899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5" name="Stage1_sixpanel_8166">
            <a:extLst>
              <a:ext uri="{FF2B5EF4-FFF2-40B4-BE49-F238E27FC236}">
                <a16:creationId xmlns:a16="http://schemas.microsoft.com/office/drawing/2014/main" id="{C1EC83E8-5A7C-41A4-AB0D-070E3D27F53A}"/>
              </a:ext>
            </a:extLst>
          </p:cNvPr>
          <p:cNvSpPr>
            <a:spLocks noGrp="1"/>
          </p:cNvSpPr>
          <p:nvPr/>
        </p:nvSpPr>
        <p:spPr>
          <a:xfrm>
            <a:off x="4067594" y="732149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6" name="Stage1_sixpanel_8167">
            <a:extLst>
              <a:ext uri="{FF2B5EF4-FFF2-40B4-BE49-F238E27FC236}">
                <a16:creationId xmlns:a16="http://schemas.microsoft.com/office/drawing/2014/main" id="{0F9C7F6C-A54A-4748-98E1-0E4A00E4A0B7}"/>
              </a:ext>
            </a:extLst>
          </p:cNvPr>
          <p:cNvSpPr>
            <a:spLocks noGrp="1"/>
          </p:cNvSpPr>
          <p:nvPr/>
        </p:nvSpPr>
        <p:spPr>
          <a:xfrm>
            <a:off x="395132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7" name="Stage1_sixpanel_8168">
            <a:extLst>
              <a:ext uri="{FF2B5EF4-FFF2-40B4-BE49-F238E27FC236}">
                <a16:creationId xmlns:a16="http://schemas.microsoft.com/office/drawing/2014/main" id="{8066C0C6-AEAD-4565-9D45-65F2AD8EE9EB}"/>
              </a:ext>
            </a:extLst>
          </p:cNvPr>
          <p:cNvSpPr>
            <a:spLocks noGrp="1"/>
          </p:cNvSpPr>
          <p:nvPr/>
        </p:nvSpPr>
        <p:spPr>
          <a:xfrm>
            <a:off x="4131869" y="78507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8" name="Stage1_sixpanel_8169">
            <a:extLst>
              <a:ext uri="{FF2B5EF4-FFF2-40B4-BE49-F238E27FC236}">
                <a16:creationId xmlns:a16="http://schemas.microsoft.com/office/drawing/2014/main" id="{647EF72F-AAC5-4C18-B7AF-6F7B7A9C2A5C}"/>
              </a:ext>
            </a:extLst>
          </p:cNvPr>
          <p:cNvSpPr>
            <a:spLocks noGrp="1"/>
          </p:cNvSpPr>
          <p:nvPr/>
        </p:nvSpPr>
        <p:spPr>
          <a:xfrm>
            <a:off x="407294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9" name="Stage1_sixpanel_8170">
            <a:extLst>
              <a:ext uri="{FF2B5EF4-FFF2-40B4-BE49-F238E27FC236}">
                <a16:creationId xmlns:a16="http://schemas.microsoft.com/office/drawing/2014/main" id="{562737C7-6E32-43BA-8D45-70383DE9CD17}"/>
              </a:ext>
            </a:extLst>
          </p:cNvPr>
          <p:cNvSpPr>
            <a:spLocks noGrp="1"/>
          </p:cNvSpPr>
          <p:nvPr/>
        </p:nvSpPr>
        <p:spPr>
          <a:xfrm>
            <a:off x="407027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0" name="Stage1_sixpanel_8171">
            <a:extLst>
              <a:ext uri="{FF2B5EF4-FFF2-40B4-BE49-F238E27FC236}">
                <a16:creationId xmlns:a16="http://schemas.microsoft.com/office/drawing/2014/main" id="{0B530B66-3146-42E8-9C48-2389B3911AF1}"/>
              </a:ext>
            </a:extLst>
          </p:cNvPr>
          <p:cNvSpPr>
            <a:spLocks noGrp="1"/>
          </p:cNvSpPr>
          <p:nvPr/>
        </p:nvSpPr>
        <p:spPr>
          <a:xfrm>
            <a:off x="3992499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1" name="Stage1_sixpanel_8172">
            <a:extLst>
              <a:ext uri="{FF2B5EF4-FFF2-40B4-BE49-F238E27FC236}">
                <a16:creationId xmlns:a16="http://schemas.microsoft.com/office/drawing/2014/main" id="{E24E389C-27EA-456A-8959-DFA034BE4F95}"/>
              </a:ext>
            </a:extLst>
          </p:cNvPr>
          <p:cNvSpPr>
            <a:spLocks noGrp="1"/>
          </p:cNvSpPr>
          <p:nvPr/>
        </p:nvSpPr>
        <p:spPr>
          <a:xfrm>
            <a:off x="414832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2" name="Stage1_sixpanel_8173">
            <a:extLst>
              <a:ext uri="{FF2B5EF4-FFF2-40B4-BE49-F238E27FC236}">
                <a16:creationId xmlns:a16="http://schemas.microsoft.com/office/drawing/2014/main" id="{82A09EAE-C0AC-494D-A0D2-25EDE417F3F2}"/>
              </a:ext>
            </a:extLst>
          </p:cNvPr>
          <p:cNvSpPr>
            <a:spLocks noGrp="1"/>
          </p:cNvSpPr>
          <p:nvPr/>
        </p:nvSpPr>
        <p:spPr>
          <a:xfrm>
            <a:off x="397315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3" name="Stage1_sixpanel_8174">
            <a:extLst>
              <a:ext uri="{FF2B5EF4-FFF2-40B4-BE49-F238E27FC236}">
                <a16:creationId xmlns:a16="http://schemas.microsoft.com/office/drawing/2014/main" id="{7C4F0AC5-DAA4-456F-B7E1-89A587B2C593}"/>
              </a:ext>
            </a:extLst>
          </p:cNvPr>
          <p:cNvSpPr>
            <a:spLocks noGrp="1"/>
          </p:cNvSpPr>
          <p:nvPr/>
        </p:nvSpPr>
        <p:spPr>
          <a:xfrm>
            <a:off x="4013440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4" name="Stage1_sixpanel_8175">
            <a:extLst>
              <a:ext uri="{FF2B5EF4-FFF2-40B4-BE49-F238E27FC236}">
                <a16:creationId xmlns:a16="http://schemas.microsoft.com/office/drawing/2014/main" id="{C76C59C8-95AC-4F39-B944-D508640D1636}"/>
              </a:ext>
            </a:extLst>
          </p:cNvPr>
          <p:cNvSpPr>
            <a:spLocks noGrp="1"/>
          </p:cNvSpPr>
          <p:nvPr/>
        </p:nvSpPr>
        <p:spPr>
          <a:xfrm>
            <a:off x="403070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5" name="Stage1_sixpanel_8176">
            <a:extLst>
              <a:ext uri="{FF2B5EF4-FFF2-40B4-BE49-F238E27FC236}">
                <a16:creationId xmlns:a16="http://schemas.microsoft.com/office/drawing/2014/main" id="{142AE6FC-8652-451D-8F06-050CF4F00712}"/>
              </a:ext>
            </a:extLst>
          </p:cNvPr>
          <p:cNvSpPr>
            <a:spLocks noGrp="1"/>
          </p:cNvSpPr>
          <p:nvPr/>
        </p:nvSpPr>
        <p:spPr>
          <a:xfrm>
            <a:off x="4014407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6" name="Stage1_sixpanel_8177">
            <a:extLst>
              <a:ext uri="{FF2B5EF4-FFF2-40B4-BE49-F238E27FC236}">
                <a16:creationId xmlns:a16="http://schemas.microsoft.com/office/drawing/2014/main" id="{72464357-870C-444B-B071-BFD9E5F1B83E}"/>
              </a:ext>
            </a:extLst>
          </p:cNvPr>
          <p:cNvSpPr>
            <a:spLocks noGrp="1"/>
          </p:cNvSpPr>
          <p:nvPr/>
        </p:nvSpPr>
        <p:spPr>
          <a:xfrm>
            <a:off x="405783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7" name="Stage1_sixpanel_8178">
            <a:extLst>
              <a:ext uri="{FF2B5EF4-FFF2-40B4-BE49-F238E27FC236}">
                <a16:creationId xmlns:a16="http://schemas.microsoft.com/office/drawing/2014/main" id="{5D2C97E0-D06C-4791-A9B1-473804AB85DF}"/>
              </a:ext>
            </a:extLst>
          </p:cNvPr>
          <p:cNvSpPr>
            <a:spLocks noGrp="1"/>
          </p:cNvSpPr>
          <p:nvPr/>
        </p:nvSpPr>
        <p:spPr>
          <a:xfrm>
            <a:off x="402499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8" name="Stage1_sixpanel_8179">
            <a:extLst>
              <a:ext uri="{FF2B5EF4-FFF2-40B4-BE49-F238E27FC236}">
                <a16:creationId xmlns:a16="http://schemas.microsoft.com/office/drawing/2014/main" id="{3DBBF3B8-0552-48AB-BD34-6355DDA8BA96}"/>
              </a:ext>
            </a:extLst>
          </p:cNvPr>
          <p:cNvSpPr>
            <a:spLocks noGrp="1"/>
          </p:cNvSpPr>
          <p:nvPr/>
        </p:nvSpPr>
        <p:spPr>
          <a:xfrm>
            <a:off x="398879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9" name="Stage1_sixpanel_8180">
            <a:extLst>
              <a:ext uri="{FF2B5EF4-FFF2-40B4-BE49-F238E27FC236}">
                <a16:creationId xmlns:a16="http://schemas.microsoft.com/office/drawing/2014/main" id="{E93A5AA4-9EF2-4170-803E-E0B42DED4B89}"/>
              </a:ext>
            </a:extLst>
          </p:cNvPr>
          <p:cNvSpPr>
            <a:spLocks noGrp="1"/>
          </p:cNvSpPr>
          <p:nvPr/>
        </p:nvSpPr>
        <p:spPr>
          <a:xfrm>
            <a:off x="408300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0" name="Stage1_sixpanel_8181">
            <a:extLst>
              <a:ext uri="{FF2B5EF4-FFF2-40B4-BE49-F238E27FC236}">
                <a16:creationId xmlns:a16="http://schemas.microsoft.com/office/drawing/2014/main" id="{1214ED03-EC5D-4DFA-8C1A-9B12A12E6632}"/>
              </a:ext>
            </a:extLst>
          </p:cNvPr>
          <p:cNvSpPr>
            <a:spLocks noGrp="1"/>
          </p:cNvSpPr>
          <p:nvPr/>
        </p:nvSpPr>
        <p:spPr>
          <a:xfrm>
            <a:off x="4062044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1" name="Stage1_sixpanel_8182">
            <a:extLst>
              <a:ext uri="{FF2B5EF4-FFF2-40B4-BE49-F238E27FC236}">
                <a16:creationId xmlns:a16="http://schemas.microsoft.com/office/drawing/2014/main" id="{2971AF31-9029-4746-8DE1-35ABA57443E4}"/>
              </a:ext>
            </a:extLst>
          </p:cNvPr>
          <p:cNvSpPr>
            <a:spLocks noGrp="1"/>
          </p:cNvSpPr>
          <p:nvPr/>
        </p:nvSpPr>
        <p:spPr>
          <a:xfrm>
            <a:off x="3957484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2" name="Stage1_sixpanel_8183">
            <a:extLst>
              <a:ext uri="{FF2B5EF4-FFF2-40B4-BE49-F238E27FC236}">
                <a16:creationId xmlns:a16="http://schemas.microsoft.com/office/drawing/2014/main" id="{45892298-00BD-4E0D-A058-B3B0B671AF23}"/>
              </a:ext>
            </a:extLst>
          </p:cNvPr>
          <p:cNvSpPr>
            <a:spLocks noGrp="1"/>
          </p:cNvSpPr>
          <p:nvPr/>
        </p:nvSpPr>
        <p:spPr>
          <a:xfrm>
            <a:off x="408845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3" name="Stage1_sixpanel_8184">
            <a:extLst>
              <a:ext uri="{FF2B5EF4-FFF2-40B4-BE49-F238E27FC236}">
                <a16:creationId xmlns:a16="http://schemas.microsoft.com/office/drawing/2014/main" id="{303BAE19-5D70-437F-9FAE-CE8B702A764A}"/>
              </a:ext>
            </a:extLst>
          </p:cNvPr>
          <p:cNvSpPr>
            <a:spLocks noGrp="1"/>
          </p:cNvSpPr>
          <p:nvPr/>
        </p:nvSpPr>
        <p:spPr>
          <a:xfrm>
            <a:off x="395899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4" name="Stage1_sixpanel_8185">
            <a:extLst>
              <a:ext uri="{FF2B5EF4-FFF2-40B4-BE49-F238E27FC236}">
                <a16:creationId xmlns:a16="http://schemas.microsoft.com/office/drawing/2014/main" id="{942C8586-CCC1-49B2-A3C1-B447BADDF8CB}"/>
              </a:ext>
            </a:extLst>
          </p:cNvPr>
          <p:cNvSpPr>
            <a:spLocks noGrp="1"/>
          </p:cNvSpPr>
          <p:nvPr/>
        </p:nvSpPr>
        <p:spPr>
          <a:xfrm>
            <a:off x="415122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5" name="Stage1_sixpanel_8186">
            <a:extLst>
              <a:ext uri="{FF2B5EF4-FFF2-40B4-BE49-F238E27FC236}">
                <a16:creationId xmlns:a16="http://schemas.microsoft.com/office/drawing/2014/main" id="{C49DF79D-36D5-42C4-A7BD-E5AC940DB34D}"/>
              </a:ext>
            </a:extLst>
          </p:cNvPr>
          <p:cNvSpPr>
            <a:spLocks noGrp="1"/>
          </p:cNvSpPr>
          <p:nvPr/>
        </p:nvSpPr>
        <p:spPr>
          <a:xfrm>
            <a:off x="403384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6" name="Stage1_sixpanel_8187">
            <a:extLst>
              <a:ext uri="{FF2B5EF4-FFF2-40B4-BE49-F238E27FC236}">
                <a16:creationId xmlns:a16="http://schemas.microsoft.com/office/drawing/2014/main" id="{3BF10755-833A-467D-B5D5-EC7F609A0EE6}"/>
              </a:ext>
            </a:extLst>
          </p:cNvPr>
          <p:cNvSpPr>
            <a:spLocks noGrp="1"/>
          </p:cNvSpPr>
          <p:nvPr/>
        </p:nvSpPr>
        <p:spPr>
          <a:xfrm>
            <a:off x="3961623" y="760155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7" name="Stage1_sixpanel_8188">
            <a:extLst>
              <a:ext uri="{FF2B5EF4-FFF2-40B4-BE49-F238E27FC236}">
                <a16:creationId xmlns:a16="http://schemas.microsoft.com/office/drawing/2014/main" id="{8A3E6E58-2246-42DD-AB5A-314654002D43}"/>
              </a:ext>
            </a:extLst>
          </p:cNvPr>
          <p:cNvSpPr>
            <a:spLocks noGrp="1"/>
          </p:cNvSpPr>
          <p:nvPr/>
        </p:nvSpPr>
        <p:spPr>
          <a:xfrm>
            <a:off x="4102211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8" name="Stage1_sixpanel_8189">
            <a:extLst>
              <a:ext uri="{FF2B5EF4-FFF2-40B4-BE49-F238E27FC236}">
                <a16:creationId xmlns:a16="http://schemas.microsoft.com/office/drawing/2014/main" id="{50F70355-8D8A-4791-B971-B5B973715ABF}"/>
              </a:ext>
            </a:extLst>
          </p:cNvPr>
          <p:cNvSpPr>
            <a:spLocks noGrp="1"/>
          </p:cNvSpPr>
          <p:nvPr/>
        </p:nvSpPr>
        <p:spPr>
          <a:xfrm>
            <a:off x="404325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9" name="Stage1_sixpanel_8190">
            <a:extLst>
              <a:ext uri="{FF2B5EF4-FFF2-40B4-BE49-F238E27FC236}">
                <a16:creationId xmlns:a16="http://schemas.microsoft.com/office/drawing/2014/main" id="{6A49C647-EB79-4624-A61C-FE042EDFD926}"/>
              </a:ext>
            </a:extLst>
          </p:cNvPr>
          <p:cNvSpPr>
            <a:spLocks noGrp="1"/>
          </p:cNvSpPr>
          <p:nvPr/>
        </p:nvSpPr>
        <p:spPr>
          <a:xfrm>
            <a:off x="401474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0" name="Stage1_sixpanel_8191">
            <a:extLst>
              <a:ext uri="{FF2B5EF4-FFF2-40B4-BE49-F238E27FC236}">
                <a16:creationId xmlns:a16="http://schemas.microsoft.com/office/drawing/2014/main" id="{3BDF89EB-D2F3-4858-AB88-A8C2366D2808}"/>
              </a:ext>
            </a:extLst>
          </p:cNvPr>
          <p:cNvSpPr>
            <a:spLocks noGrp="1"/>
          </p:cNvSpPr>
          <p:nvPr/>
        </p:nvSpPr>
        <p:spPr>
          <a:xfrm>
            <a:off x="4083726" y="718907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1" name="Stage1_sixpanel_8192">
            <a:extLst>
              <a:ext uri="{FF2B5EF4-FFF2-40B4-BE49-F238E27FC236}">
                <a16:creationId xmlns:a16="http://schemas.microsoft.com/office/drawing/2014/main" id="{7E7A0E09-5EF1-4BA7-B0BC-87FDD33D1D54}"/>
              </a:ext>
            </a:extLst>
          </p:cNvPr>
          <p:cNvSpPr>
            <a:spLocks noGrp="1"/>
          </p:cNvSpPr>
          <p:nvPr/>
        </p:nvSpPr>
        <p:spPr>
          <a:xfrm>
            <a:off x="398521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2" name="Stage1_sixpanel_8193">
            <a:extLst>
              <a:ext uri="{FF2B5EF4-FFF2-40B4-BE49-F238E27FC236}">
                <a16:creationId xmlns:a16="http://schemas.microsoft.com/office/drawing/2014/main" id="{1408A0DC-A2ED-4E67-A666-E4BC9F5CCF5B}"/>
              </a:ext>
            </a:extLst>
          </p:cNvPr>
          <p:cNvSpPr>
            <a:spLocks noGrp="1"/>
          </p:cNvSpPr>
          <p:nvPr/>
        </p:nvSpPr>
        <p:spPr>
          <a:xfrm>
            <a:off x="412887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3" name="Stage1_sixpanel_8194">
            <a:extLst>
              <a:ext uri="{FF2B5EF4-FFF2-40B4-BE49-F238E27FC236}">
                <a16:creationId xmlns:a16="http://schemas.microsoft.com/office/drawing/2014/main" id="{39479B3A-4FAC-4928-8286-241C601E3651}"/>
              </a:ext>
            </a:extLst>
          </p:cNvPr>
          <p:cNvSpPr>
            <a:spLocks noGrp="1"/>
          </p:cNvSpPr>
          <p:nvPr/>
        </p:nvSpPr>
        <p:spPr>
          <a:xfrm>
            <a:off x="403441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4" name="Stage1_sixpanel_8195">
            <a:extLst>
              <a:ext uri="{FF2B5EF4-FFF2-40B4-BE49-F238E27FC236}">
                <a16:creationId xmlns:a16="http://schemas.microsoft.com/office/drawing/2014/main" id="{61745EB8-7DAB-4192-A675-5C6C4B462383}"/>
              </a:ext>
            </a:extLst>
          </p:cNvPr>
          <p:cNvSpPr>
            <a:spLocks noGrp="1"/>
          </p:cNvSpPr>
          <p:nvPr/>
        </p:nvSpPr>
        <p:spPr>
          <a:xfrm>
            <a:off x="3993670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5" name="Stage1_sixpanel_8196">
            <a:extLst>
              <a:ext uri="{FF2B5EF4-FFF2-40B4-BE49-F238E27FC236}">
                <a16:creationId xmlns:a16="http://schemas.microsoft.com/office/drawing/2014/main" id="{9C4EFF4C-BF32-4ED8-83E0-BC90D0E9E703}"/>
              </a:ext>
            </a:extLst>
          </p:cNvPr>
          <p:cNvSpPr>
            <a:spLocks noGrp="1"/>
          </p:cNvSpPr>
          <p:nvPr/>
        </p:nvSpPr>
        <p:spPr>
          <a:xfrm>
            <a:off x="407879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6" name="Stage1_sixpanel_8197">
            <a:extLst>
              <a:ext uri="{FF2B5EF4-FFF2-40B4-BE49-F238E27FC236}">
                <a16:creationId xmlns:a16="http://schemas.microsoft.com/office/drawing/2014/main" id="{E88E80F6-200A-4D2C-99E4-C38B5FCD064B}"/>
              </a:ext>
            </a:extLst>
          </p:cNvPr>
          <p:cNvSpPr>
            <a:spLocks noGrp="1"/>
          </p:cNvSpPr>
          <p:nvPr/>
        </p:nvSpPr>
        <p:spPr>
          <a:xfrm>
            <a:off x="3958767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7" name="Stage1_sixpanel_8198">
            <a:extLst>
              <a:ext uri="{FF2B5EF4-FFF2-40B4-BE49-F238E27FC236}">
                <a16:creationId xmlns:a16="http://schemas.microsoft.com/office/drawing/2014/main" id="{20587401-B4FB-4F88-BC84-1447F49254A0}"/>
              </a:ext>
            </a:extLst>
          </p:cNvPr>
          <p:cNvSpPr>
            <a:spLocks noGrp="1"/>
          </p:cNvSpPr>
          <p:nvPr/>
        </p:nvSpPr>
        <p:spPr>
          <a:xfrm>
            <a:off x="4134321" y="70000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8" name="Stage1_sixpanel_8199">
            <a:extLst>
              <a:ext uri="{FF2B5EF4-FFF2-40B4-BE49-F238E27FC236}">
                <a16:creationId xmlns:a16="http://schemas.microsoft.com/office/drawing/2014/main" id="{E9B23C11-D7E6-41A1-BC5C-134F84C59D27}"/>
              </a:ext>
            </a:extLst>
          </p:cNvPr>
          <p:cNvSpPr>
            <a:spLocks noGrp="1"/>
          </p:cNvSpPr>
          <p:nvPr/>
        </p:nvSpPr>
        <p:spPr>
          <a:xfrm>
            <a:off x="4132428" y="794529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9" name="Stage1_sixpanel_8200">
            <a:extLst>
              <a:ext uri="{FF2B5EF4-FFF2-40B4-BE49-F238E27FC236}">
                <a16:creationId xmlns:a16="http://schemas.microsoft.com/office/drawing/2014/main" id="{8497F8ED-1229-429D-AA25-3C318B576D67}"/>
              </a:ext>
            </a:extLst>
          </p:cNvPr>
          <p:cNvSpPr>
            <a:spLocks noGrp="1"/>
          </p:cNvSpPr>
          <p:nvPr/>
        </p:nvSpPr>
        <p:spPr>
          <a:xfrm>
            <a:off x="412800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0" name="Stage1_sixpanel_8201">
            <a:extLst>
              <a:ext uri="{FF2B5EF4-FFF2-40B4-BE49-F238E27FC236}">
                <a16:creationId xmlns:a16="http://schemas.microsoft.com/office/drawing/2014/main" id="{224BF1C0-EF8A-4D3F-82D7-531E4728E0DB}"/>
              </a:ext>
            </a:extLst>
          </p:cNvPr>
          <p:cNvSpPr>
            <a:spLocks noGrp="1"/>
          </p:cNvSpPr>
          <p:nvPr/>
        </p:nvSpPr>
        <p:spPr>
          <a:xfrm>
            <a:off x="410688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1" name="Stage1_sixpanel_8202">
            <a:extLst>
              <a:ext uri="{FF2B5EF4-FFF2-40B4-BE49-F238E27FC236}">
                <a16:creationId xmlns:a16="http://schemas.microsoft.com/office/drawing/2014/main" id="{F6E53729-2E02-4759-8589-013D9DA5D9E9}"/>
              </a:ext>
            </a:extLst>
          </p:cNvPr>
          <p:cNvSpPr>
            <a:spLocks noGrp="1"/>
          </p:cNvSpPr>
          <p:nvPr/>
        </p:nvSpPr>
        <p:spPr>
          <a:xfrm>
            <a:off x="4068173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2" name="Stage1_sixpanel_8203">
            <a:extLst>
              <a:ext uri="{FF2B5EF4-FFF2-40B4-BE49-F238E27FC236}">
                <a16:creationId xmlns:a16="http://schemas.microsoft.com/office/drawing/2014/main" id="{6E1E5377-B164-45B9-872D-0CFC36249881}"/>
              </a:ext>
            </a:extLst>
          </p:cNvPr>
          <p:cNvSpPr>
            <a:spLocks noGrp="1"/>
          </p:cNvSpPr>
          <p:nvPr/>
        </p:nvSpPr>
        <p:spPr>
          <a:xfrm>
            <a:off x="3971719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3" name="Stage1_sixpanel_8204">
            <a:extLst>
              <a:ext uri="{FF2B5EF4-FFF2-40B4-BE49-F238E27FC236}">
                <a16:creationId xmlns:a16="http://schemas.microsoft.com/office/drawing/2014/main" id="{5FBD6802-AE61-45E5-8D2F-B994DE6BF0CF}"/>
              </a:ext>
            </a:extLst>
          </p:cNvPr>
          <p:cNvSpPr>
            <a:spLocks noGrp="1"/>
          </p:cNvSpPr>
          <p:nvPr/>
        </p:nvSpPr>
        <p:spPr>
          <a:xfrm>
            <a:off x="3979748" y="73403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4" name="Stage1_sixpanel_8205">
            <a:extLst>
              <a:ext uri="{FF2B5EF4-FFF2-40B4-BE49-F238E27FC236}">
                <a16:creationId xmlns:a16="http://schemas.microsoft.com/office/drawing/2014/main" id="{D0957838-E164-4B62-BCB7-C822D4196517}"/>
              </a:ext>
            </a:extLst>
          </p:cNvPr>
          <p:cNvSpPr>
            <a:spLocks noGrp="1"/>
          </p:cNvSpPr>
          <p:nvPr/>
        </p:nvSpPr>
        <p:spPr>
          <a:xfrm>
            <a:off x="413037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5" name="Stage1_sixpanel_8206">
            <a:extLst>
              <a:ext uri="{FF2B5EF4-FFF2-40B4-BE49-F238E27FC236}">
                <a16:creationId xmlns:a16="http://schemas.microsoft.com/office/drawing/2014/main" id="{C05F436C-E864-4DED-9174-001D7CA0A069}"/>
              </a:ext>
            </a:extLst>
          </p:cNvPr>
          <p:cNvSpPr>
            <a:spLocks noGrp="1"/>
          </p:cNvSpPr>
          <p:nvPr/>
        </p:nvSpPr>
        <p:spPr>
          <a:xfrm>
            <a:off x="401369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6" name="Stage1_sixpanel_8207">
            <a:extLst>
              <a:ext uri="{FF2B5EF4-FFF2-40B4-BE49-F238E27FC236}">
                <a16:creationId xmlns:a16="http://schemas.microsoft.com/office/drawing/2014/main" id="{D88902A4-C155-400C-B3A9-EC81F5821AE2}"/>
              </a:ext>
            </a:extLst>
          </p:cNvPr>
          <p:cNvSpPr>
            <a:spLocks noGrp="1"/>
          </p:cNvSpPr>
          <p:nvPr/>
        </p:nvSpPr>
        <p:spPr>
          <a:xfrm>
            <a:off x="4118644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7" name="Stage1_sixpanel_8208">
            <a:extLst>
              <a:ext uri="{FF2B5EF4-FFF2-40B4-BE49-F238E27FC236}">
                <a16:creationId xmlns:a16="http://schemas.microsoft.com/office/drawing/2014/main" id="{F06413C8-0C85-4A41-8A89-F51E8D46AE02}"/>
              </a:ext>
            </a:extLst>
          </p:cNvPr>
          <p:cNvSpPr>
            <a:spLocks noGrp="1"/>
          </p:cNvSpPr>
          <p:nvPr/>
        </p:nvSpPr>
        <p:spPr>
          <a:xfrm>
            <a:off x="399636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8" name="Stage1_sixpanel_8209">
            <a:extLst>
              <a:ext uri="{FF2B5EF4-FFF2-40B4-BE49-F238E27FC236}">
                <a16:creationId xmlns:a16="http://schemas.microsoft.com/office/drawing/2014/main" id="{BA336ADE-F7EA-4F1F-B4D9-4B8D4E6AFE6A}"/>
              </a:ext>
            </a:extLst>
          </p:cNvPr>
          <p:cNvSpPr>
            <a:spLocks noGrp="1"/>
          </p:cNvSpPr>
          <p:nvPr/>
        </p:nvSpPr>
        <p:spPr>
          <a:xfrm>
            <a:off x="394561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9" name="Stage1_sixpanel_8210">
            <a:extLst>
              <a:ext uri="{FF2B5EF4-FFF2-40B4-BE49-F238E27FC236}">
                <a16:creationId xmlns:a16="http://schemas.microsoft.com/office/drawing/2014/main" id="{EC271B98-39D5-431E-A918-001E35AA06CA}"/>
              </a:ext>
            </a:extLst>
          </p:cNvPr>
          <p:cNvSpPr>
            <a:spLocks noGrp="1"/>
          </p:cNvSpPr>
          <p:nvPr/>
        </p:nvSpPr>
        <p:spPr>
          <a:xfrm>
            <a:off x="3991092" y="755245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0" name="Stage1_sixpanel_8211">
            <a:extLst>
              <a:ext uri="{FF2B5EF4-FFF2-40B4-BE49-F238E27FC236}">
                <a16:creationId xmlns:a16="http://schemas.microsoft.com/office/drawing/2014/main" id="{B60E778B-9673-47B0-AE51-7C93FC02DF6F}"/>
              </a:ext>
            </a:extLst>
          </p:cNvPr>
          <p:cNvSpPr>
            <a:spLocks noGrp="1"/>
          </p:cNvSpPr>
          <p:nvPr/>
        </p:nvSpPr>
        <p:spPr>
          <a:xfrm>
            <a:off x="4102083" y="702212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1" name="Stage1_sixpanel_8212">
            <a:extLst>
              <a:ext uri="{FF2B5EF4-FFF2-40B4-BE49-F238E27FC236}">
                <a16:creationId xmlns:a16="http://schemas.microsoft.com/office/drawing/2014/main" id="{C9C98E2D-6123-4726-B975-C7E23C41F57B}"/>
              </a:ext>
            </a:extLst>
          </p:cNvPr>
          <p:cNvSpPr>
            <a:spLocks noGrp="1"/>
          </p:cNvSpPr>
          <p:nvPr/>
        </p:nvSpPr>
        <p:spPr>
          <a:xfrm>
            <a:off x="406562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2" name="Stage1_sixpanel_8213">
            <a:extLst>
              <a:ext uri="{FF2B5EF4-FFF2-40B4-BE49-F238E27FC236}">
                <a16:creationId xmlns:a16="http://schemas.microsoft.com/office/drawing/2014/main" id="{2B02B5F9-69AA-45ED-88E9-533EA25E88DC}"/>
              </a:ext>
            </a:extLst>
          </p:cNvPr>
          <p:cNvSpPr>
            <a:spLocks noGrp="1"/>
          </p:cNvSpPr>
          <p:nvPr/>
        </p:nvSpPr>
        <p:spPr>
          <a:xfrm>
            <a:off x="4070832" y="740006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3" name="Stage1_sixpanel_8214">
            <a:extLst>
              <a:ext uri="{FF2B5EF4-FFF2-40B4-BE49-F238E27FC236}">
                <a16:creationId xmlns:a16="http://schemas.microsoft.com/office/drawing/2014/main" id="{AC2575D2-4A9E-4CDB-A35F-E32B0F8187FE}"/>
              </a:ext>
            </a:extLst>
          </p:cNvPr>
          <p:cNvSpPr>
            <a:spLocks noGrp="1"/>
          </p:cNvSpPr>
          <p:nvPr/>
        </p:nvSpPr>
        <p:spPr>
          <a:xfrm>
            <a:off x="4074713" y="758780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4" name="Stage1_sixpanel_8215">
            <a:extLst>
              <a:ext uri="{FF2B5EF4-FFF2-40B4-BE49-F238E27FC236}">
                <a16:creationId xmlns:a16="http://schemas.microsoft.com/office/drawing/2014/main" id="{A17A0191-E1ED-4482-B0CD-D2F83005C89F}"/>
              </a:ext>
            </a:extLst>
          </p:cNvPr>
          <p:cNvSpPr>
            <a:spLocks noGrp="1"/>
          </p:cNvSpPr>
          <p:nvPr/>
        </p:nvSpPr>
        <p:spPr>
          <a:xfrm>
            <a:off x="410054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5" name="Stage1_sixpanel_8216">
            <a:extLst>
              <a:ext uri="{FF2B5EF4-FFF2-40B4-BE49-F238E27FC236}">
                <a16:creationId xmlns:a16="http://schemas.microsoft.com/office/drawing/2014/main" id="{00394933-7D21-4975-A29C-52324537AD62}"/>
              </a:ext>
            </a:extLst>
          </p:cNvPr>
          <p:cNvSpPr>
            <a:spLocks noGrp="1"/>
          </p:cNvSpPr>
          <p:nvPr/>
        </p:nvSpPr>
        <p:spPr>
          <a:xfrm>
            <a:off x="3953716" y="806249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6" name="Stage1_sixpanel_8217">
            <a:extLst>
              <a:ext uri="{FF2B5EF4-FFF2-40B4-BE49-F238E27FC236}">
                <a16:creationId xmlns:a16="http://schemas.microsoft.com/office/drawing/2014/main" id="{8B6AFB2A-03C6-444E-AC66-0ABFD58ED716}"/>
              </a:ext>
            </a:extLst>
          </p:cNvPr>
          <p:cNvSpPr>
            <a:spLocks noGrp="1"/>
          </p:cNvSpPr>
          <p:nvPr/>
        </p:nvSpPr>
        <p:spPr>
          <a:xfrm>
            <a:off x="3954073" y="787654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7" name="Stage1_sixpanel_8218">
            <a:extLst>
              <a:ext uri="{FF2B5EF4-FFF2-40B4-BE49-F238E27FC236}">
                <a16:creationId xmlns:a16="http://schemas.microsoft.com/office/drawing/2014/main" id="{F42C4063-ED6E-4C81-8504-345A0273266E}"/>
              </a:ext>
            </a:extLst>
          </p:cNvPr>
          <p:cNvSpPr>
            <a:spLocks noGrp="1"/>
          </p:cNvSpPr>
          <p:nvPr/>
        </p:nvSpPr>
        <p:spPr>
          <a:xfrm>
            <a:off x="407888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8" name="Stage1_sixpanel_8219">
            <a:extLst>
              <a:ext uri="{FF2B5EF4-FFF2-40B4-BE49-F238E27FC236}">
                <a16:creationId xmlns:a16="http://schemas.microsoft.com/office/drawing/2014/main" id="{2E6C90A8-5986-49F7-95D8-3199E9B6A451}"/>
              </a:ext>
            </a:extLst>
          </p:cNvPr>
          <p:cNvSpPr>
            <a:spLocks noGrp="1"/>
          </p:cNvSpPr>
          <p:nvPr/>
        </p:nvSpPr>
        <p:spPr>
          <a:xfrm>
            <a:off x="395567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9" name="Stage1_sixpanel_8220">
            <a:extLst>
              <a:ext uri="{FF2B5EF4-FFF2-40B4-BE49-F238E27FC236}">
                <a16:creationId xmlns:a16="http://schemas.microsoft.com/office/drawing/2014/main" id="{CF5CFB3A-5A32-45C0-BE7F-1823E4A6273C}"/>
              </a:ext>
            </a:extLst>
          </p:cNvPr>
          <p:cNvSpPr>
            <a:spLocks noGrp="1"/>
          </p:cNvSpPr>
          <p:nvPr/>
        </p:nvSpPr>
        <p:spPr>
          <a:xfrm>
            <a:off x="397994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0" name="Stage1_sixpanel_8221">
            <a:extLst>
              <a:ext uri="{FF2B5EF4-FFF2-40B4-BE49-F238E27FC236}">
                <a16:creationId xmlns:a16="http://schemas.microsoft.com/office/drawing/2014/main" id="{5FAA98FE-4DD8-4A4C-A875-FF452A857D78}"/>
              </a:ext>
            </a:extLst>
          </p:cNvPr>
          <p:cNvSpPr>
            <a:spLocks noGrp="1"/>
          </p:cNvSpPr>
          <p:nvPr/>
        </p:nvSpPr>
        <p:spPr>
          <a:xfrm>
            <a:off x="4044134" y="796493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1" name="Stage1_sixpanel_8222">
            <a:extLst>
              <a:ext uri="{FF2B5EF4-FFF2-40B4-BE49-F238E27FC236}">
                <a16:creationId xmlns:a16="http://schemas.microsoft.com/office/drawing/2014/main" id="{A259D7BE-B7C8-4819-9627-BC86CD7F6A81}"/>
              </a:ext>
            </a:extLst>
          </p:cNvPr>
          <p:cNvSpPr>
            <a:spLocks noGrp="1"/>
          </p:cNvSpPr>
          <p:nvPr/>
        </p:nvSpPr>
        <p:spPr>
          <a:xfrm>
            <a:off x="394516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2" name="Stage1_sixpanel_8223">
            <a:extLst>
              <a:ext uri="{FF2B5EF4-FFF2-40B4-BE49-F238E27FC236}">
                <a16:creationId xmlns:a16="http://schemas.microsoft.com/office/drawing/2014/main" id="{C6B34ACE-D40A-4509-9E3D-204E54A040BF}"/>
              </a:ext>
            </a:extLst>
          </p:cNvPr>
          <p:cNvSpPr>
            <a:spLocks noGrp="1"/>
          </p:cNvSpPr>
          <p:nvPr/>
        </p:nvSpPr>
        <p:spPr>
          <a:xfrm>
            <a:off x="403876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3" name="Stage1_sixpanel_8224">
            <a:extLst>
              <a:ext uri="{FF2B5EF4-FFF2-40B4-BE49-F238E27FC236}">
                <a16:creationId xmlns:a16="http://schemas.microsoft.com/office/drawing/2014/main" id="{06F6AE89-DC54-419D-AA6D-CDFE4B46DC5E}"/>
              </a:ext>
            </a:extLst>
          </p:cNvPr>
          <p:cNvSpPr>
            <a:spLocks noGrp="1"/>
          </p:cNvSpPr>
          <p:nvPr/>
        </p:nvSpPr>
        <p:spPr>
          <a:xfrm>
            <a:off x="4317101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339352" y="1237437"/>
                </a:moveTo>
                <a:lnTo>
                  <a:pt x="0" y="1237437"/>
                </a:lnTo>
                <a:lnTo>
                  <a:pt x="1925" y="1229703"/>
                </a:lnTo>
                <a:lnTo>
                  <a:pt x="7568" y="1221969"/>
                </a:lnTo>
                <a:lnTo>
                  <a:pt x="16547" y="1214235"/>
                </a:lnTo>
                <a:lnTo>
                  <a:pt x="28273" y="1206502"/>
                </a:lnTo>
                <a:lnTo>
                  <a:pt x="42013" y="1198768"/>
                </a:lnTo>
                <a:lnTo>
                  <a:pt x="56964" y="1191034"/>
                </a:lnTo>
                <a:lnTo>
                  <a:pt x="72332" y="1183300"/>
                </a:lnTo>
                <a:lnTo>
                  <a:pt x="87394" y="1175566"/>
                </a:lnTo>
                <a:lnTo>
                  <a:pt x="101553" y="1167832"/>
                </a:lnTo>
                <a:lnTo>
                  <a:pt x="114364" y="1160098"/>
                </a:lnTo>
                <a:lnTo>
                  <a:pt x="125548" y="1152364"/>
                </a:lnTo>
                <a:lnTo>
                  <a:pt x="134978" y="1144630"/>
                </a:lnTo>
                <a:lnTo>
                  <a:pt x="142661" y="1136896"/>
                </a:lnTo>
                <a:lnTo>
                  <a:pt x="148705" y="1129162"/>
                </a:lnTo>
                <a:lnTo>
                  <a:pt x="153286" y="1121428"/>
                </a:lnTo>
                <a:lnTo>
                  <a:pt x="156622" y="1113694"/>
                </a:lnTo>
                <a:lnTo>
                  <a:pt x="158939" y="1105960"/>
                </a:lnTo>
                <a:lnTo>
                  <a:pt x="160460" y="1098226"/>
                </a:lnTo>
                <a:lnTo>
                  <a:pt x="161386" y="1090492"/>
                </a:lnTo>
                <a:lnTo>
                  <a:pt x="161892" y="1082758"/>
                </a:lnTo>
                <a:lnTo>
                  <a:pt x="162122" y="1075024"/>
                </a:lnTo>
                <a:lnTo>
                  <a:pt x="162192" y="1067290"/>
                </a:lnTo>
                <a:lnTo>
                  <a:pt x="162189" y="1059556"/>
                </a:lnTo>
                <a:lnTo>
                  <a:pt x="162174" y="1051822"/>
                </a:lnTo>
                <a:lnTo>
                  <a:pt x="162188" y="1044088"/>
                </a:lnTo>
                <a:lnTo>
                  <a:pt x="162253" y="1036354"/>
                </a:lnTo>
                <a:lnTo>
                  <a:pt x="162376" y="1028620"/>
                </a:lnTo>
                <a:lnTo>
                  <a:pt x="162553" y="1020886"/>
                </a:lnTo>
                <a:lnTo>
                  <a:pt x="162770" y="1013152"/>
                </a:lnTo>
                <a:lnTo>
                  <a:pt x="163010" y="1005418"/>
                </a:lnTo>
                <a:lnTo>
                  <a:pt x="163252" y="997684"/>
                </a:lnTo>
                <a:lnTo>
                  <a:pt x="163476" y="989950"/>
                </a:lnTo>
                <a:lnTo>
                  <a:pt x="163665" y="982216"/>
                </a:lnTo>
                <a:lnTo>
                  <a:pt x="163804" y="974482"/>
                </a:lnTo>
                <a:lnTo>
                  <a:pt x="163881" y="966748"/>
                </a:lnTo>
                <a:lnTo>
                  <a:pt x="163889" y="959014"/>
                </a:lnTo>
                <a:lnTo>
                  <a:pt x="163822" y="951280"/>
                </a:lnTo>
                <a:lnTo>
                  <a:pt x="163676" y="943546"/>
                </a:lnTo>
                <a:lnTo>
                  <a:pt x="163447" y="935812"/>
                </a:lnTo>
                <a:lnTo>
                  <a:pt x="163132" y="928078"/>
                </a:lnTo>
                <a:lnTo>
                  <a:pt x="162727" y="920344"/>
                </a:lnTo>
                <a:lnTo>
                  <a:pt x="162229" y="912610"/>
                </a:lnTo>
                <a:lnTo>
                  <a:pt x="161639" y="904876"/>
                </a:lnTo>
                <a:lnTo>
                  <a:pt x="160961" y="897142"/>
                </a:lnTo>
                <a:lnTo>
                  <a:pt x="160206" y="889408"/>
                </a:lnTo>
                <a:lnTo>
                  <a:pt x="159395" y="881674"/>
                </a:lnTo>
                <a:lnTo>
                  <a:pt x="158555" y="873940"/>
                </a:lnTo>
                <a:lnTo>
                  <a:pt x="157723" y="866206"/>
                </a:lnTo>
                <a:lnTo>
                  <a:pt x="156943" y="858472"/>
                </a:lnTo>
                <a:lnTo>
                  <a:pt x="156259" y="850738"/>
                </a:lnTo>
                <a:lnTo>
                  <a:pt x="155715" y="843004"/>
                </a:lnTo>
                <a:lnTo>
                  <a:pt x="155351" y="835270"/>
                </a:lnTo>
                <a:lnTo>
                  <a:pt x="155193" y="827536"/>
                </a:lnTo>
                <a:lnTo>
                  <a:pt x="155254" y="819802"/>
                </a:lnTo>
                <a:lnTo>
                  <a:pt x="155533" y="812068"/>
                </a:lnTo>
                <a:lnTo>
                  <a:pt x="156012" y="804334"/>
                </a:lnTo>
                <a:lnTo>
                  <a:pt x="156658" y="796600"/>
                </a:lnTo>
                <a:lnTo>
                  <a:pt x="157429" y="788866"/>
                </a:lnTo>
                <a:lnTo>
                  <a:pt x="158274" y="781132"/>
                </a:lnTo>
                <a:lnTo>
                  <a:pt x="159142" y="773398"/>
                </a:lnTo>
                <a:lnTo>
                  <a:pt x="159979" y="765664"/>
                </a:lnTo>
                <a:lnTo>
                  <a:pt x="160738" y="757930"/>
                </a:lnTo>
                <a:lnTo>
                  <a:pt x="161376" y="750196"/>
                </a:lnTo>
                <a:lnTo>
                  <a:pt x="161858" y="742462"/>
                </a:lnTo>
                <a:lnTo>
                  <a:pt x="162155" y="734728"/>
                </a:lnTo>
                <a:lnTo>
                  <a:pt x="162242" y="726994"/>
                </a:lnTo>
                <a:lnTo>
                  <a:pt x="162102" y="719261"/>
                </a:lnTo>
                <a:lnTo>
                  <a:pt x="161725" y="711527"/>
                </a:lnTo>
                <a:lnTo>
                  <a:pt x="161105" y="703793"/>
                </a:lnTo>
                <a:lnTo>
                  <a:pt x="160249" y="696059"/>
                </a:lnTo>
                <a:lnTo>
                  <a:pt x="159177" y="688325"/>
                </a:lnTo>
                <a:lnTo>
                  <a:pt x="157920" y="680591"/>
                </a:lnTo>
                <a:lnTo>
                  <a:pt x="156528" y="672857"/>
                </a:lnTo>
                <a:lnTo>
                  <a:pt x="155065" y="665123"/>
                </a:lnTo>
                <a:lnTo>
                  <a:pt x="153610" y="657389"/>
                </a:lnTo>
                <a:lnTo>
                  <a:pt x="152248" y="649655"/>
                </a:lnTo>
                <a:lnTo>
                  <a:pt x="151068" y="641921"/>
                </a:lnTo>
                <a:lnTo>
                  <a:pt x="150152" y="634187"/>
                </a:lnTo>
                <a:lnTo>
                  <a:pt x="149568" y="626453"/>
                </a:lnTo>
                <a:lnTo>
                  <a:pt x="149360" y="618719"/>
                </a:lnTo>
                <a:lnTo>
                  <a:pt x="149547" y="610985"/>
                </a:lnTo>
                <a:lnTo>
                  <a:pt x="150118" y="603251"/>
                </a:lnTo>
                <a:lnTo>
                  <a:pt x="151034" y="595517"/>
                </a:lnTo>
                <a:lnTo>
                  <a:pt x="152232" y="587783"/>
                </a:lnTo>
                <a:lnTo>
                  <a:pt x="153631" y="580049"/>
                </a:lnTo>
                <a:lnTo>
                  <a:pt x="155142" y="572315"/>
                </a:lnTo>
                <a:lnTo>
                  <a:pt x="156679" y="564581"/>
                </a:lnTo>
                <a:lnTo>
                  <a:pt x="158158" y="556847"/>
                </a:lnTo>
                <a:lnTo>
                  <a:pt x="159516" y="549113"/>
                </a:lnTo>
                <a:lnTo>
                  <a:pt x="160701" y="541379"/>
                </a:lnTo>
                <a:lnTo>
                  <a:pt x="161687" y="533645"/>
                </a:lnTo>
                <a:lnTo>
                  <a:pt x="162461" y="525911"/>
                </a:lnTo>
                <a:lnTo>
                  <a:pt x="163028" y="518177"/>
                </a:lnTo>
                <a:lnTo>
                  <a:pt x="163407" y="510443"/>
                </a:lnTo>
                <a:lnTo>
                  <a:pt x="163623" y="502709"/>
                </a:lnTo>
                <a:lnTo>
                  <a:pt x="163708" y="494975"/>
                </a:lnTo>
                <a:lnTo>
                  <a:pt x="163694" y="487241"/>
                </a:lnTo>
                <a:lnTo>
                  <a:pt x="163614" y="479507"/>
                </a:lnTo>
                <a:lnTo>
                  <a:pt x="163497" y="471773"/>
                </a:lnTo>
                <a:lnTo>
                  <a:pt x="163368" y="464039"/>
                </a:lnTo>
                <a:lnTo>
                  <a:pt x="163248" y="456305"/>
                </a:lnTo>
                <a:lnTo>
                  <a:pt x="163153" y="448571"/>
                </a:lnTo>
                <a:lnTo>
                  <a:pt x="163093" y="440837"/>
                </a:lnTo>
                <a:lnTo>
                  <a:pt x="163071" y="433103"/>
                </a:lnTo>
                <a:lnTo>
                  <a:pt x="163089" y="425369"/>
                </a:lnTo>
                <a:lnTo>
                  <a:pt x="163140" y="417635"/>
                </a:lnTo>
                <a:lnTo>
                  <a:pt x="163214" y="409901"/>
                </a:lnTo>
                <a:lnTo>
                  <a:pt x="163298" y="402167"/>
                </a:lnTo>
                <a:lnTo>
                  <a:pt x="163377" y="394433"/>
                </a:lnTo>
                <a:lnTo>
                  <a:pt x="163436" y="386699"/>
                </a:lnTo>
                <a:lnTo>
                  <a:pt x="163461" y="378965"/>
                </a:lnTo>
                <a:lnTo>
                  <a:pt x="163440" y="371231"/>
                </a:lnTo>
                <a:lnTo>
                  <a:pt x="163369" y="363497"/>
                </a:lnTo>
                <a:lnTo>
                  <a:pt x="163245" y="355763"/>
                </a:lnTo>
                <a:lnTo>
                  <a:pt x="163072" y="348029"/>
                </a:lnTo>
                <a:lnTo>
                  <a:pt x="162861" y="340295"/>
                </a:lnTo>
                <a:lnTo>
                  <a:pt x="162625" y="332561"/>
                </a:lnTo>
                <a:lnTo>
                  <a:pt x="162380" y="324827"/>
                </a:lnTo>
                <a:lnTo>
                  <a:pt x="162143" y="317093"/>
                </a:lnTo>
                <a:lnTo>
                  <a:pt x="161930" y="309359"/>
                </a:lnTo>
                <a:lnTo>
                  <a:pt x="161756" y="301625"/>
                </a:lnTo>
                <a:lnTo>
                  <a:pt x="161631" y="293891"/>
                </a:lnTo>
                <a:lnTo>
                  <a:pt x="161561" y="286157"/>
                </a:lnTo>
                <a:lnTo>
                  <a:pt x="161550" y="278423"/>
                </a:lnTo>
                <a:lnTo>
                  <a:pt x="161594" y="270689"/>
                </a:lnTo>
                <a:lnTo>
                  <a:pt x="161691" y="262955"/>
                </a:lnTo>
                <a:lnTo>
                  <a:pt x="161833" y="255221"/>
                </a:lnTo>
                <a:lnTo>
                  <a:pt x="162014" y="247487"/>
                </a:lnTo>
                <a:lnTo>
                  <a:pt x="162227" y="239754"/>
                </a:lnTo>
                <a:lnTo>
                  <a:pt x="162466" y="232020"/>
                </a:lnTo>
                <a:lnTo>
                  <a:pt x="162726" y="224286"/>
                </a:lnTo>
                <a:lnTo>
                  <a:pt x="163004" y="216552"/>
                </a:lnTo>
                <a:lnTo>
                  <a:pt x="163300" y="208818"/>
                </a:lnTo>
                <a:lnTo>
                  <a:pt x="163611" y="201084"/>
                </a:lnTo>
                <a:lnTo>
                  <a:pt x="163937" y="193350"/>
                </a:lnTo>
                <a:lnTo>
                  <a:pt x="164273" y="185616"/>
                </a:lnTo>
                <a:lnTo>
                  <a:pt x="164613" y="177882"/>
                </a:lnTo>
                <a:lnTo>
                  <a:pt x="164946" y="170148"/>
                </a:lnTo>
                <a:lnTo>
                  <a:pt x="165254" y="162414"/>
                </a:lnTo>
                <a:lnTo>
                  <a:pt x="165514" y="154680"/>
                </a:lnTo>
                <a:lnTo>
                  <a:pt x="165693" y="146946"/>
                </a:lnTo>
                <a:lnTo>
                  <a:pt x="165751" y="139212"/>
                </a:lnTo>
                <a:lnTo>
                  <a:pt x="165640" y="131478"/>
                </a:lnTo>
                <a:lnTo>
                  <a:pt x="165304" y="123744"/>
                </a:lnTo>
                <a:lnTo>
                  <a:pt x="164683" y="116010"/>
                </a:lnTo>
                <a:lnTo>
                  <a:pt x="163716" y="108276"/>
                </a:lnTo>
                <a:lnTo>
                  <a:pt x="162345" y="100542"/>
                </a:lnTo>
                <a:lnTo>
                  <a:pt x="160524" y="92808"/>
                </a:lnTo>
                <a:lnTo>
                  <a:pt x="158226" y="85074"/>
                </a:lnTo>
                <a:lnTo>
                  <a:pt x="155450" y="77340"/>
                </a:lnTo>
                <a:lnTo>
                  <a:pt x="152230" y="69606"/>
                </a:lnTo>
                <a:lnTo>
                  <a:pt x="148643" y="61872"/>
                </a:lnTo>
                <a:lnTo>
                  <a:pt x="144805" y="54138"/>
                </a:lnTo>
                <a:lnTo>
                  <a:pt x="140875" y="46404"/>
                </a:lnTo>
                <a:lnTo>
                  <a:pt x="137040" y="38670"/>
                </a:lnTo>
                <a:lnTo>
                  <a:pt x="133510" y="30936"/>
                </a:lnTo>
                <a:lnTo>
                  <a:pt x="130494" y="23202"/>
                </a:lnTo>
                <a:lnTo>
                  <a:pt x="128183" y="15468"/>
                </a:lnTo>
                <a:lnTo>
                  <a:pt x="126729" y="7734"/>
                </a:lnTo>
                <a:lnTo>
                  <a:pt x="126233" y="0"/>
                </a:lnTo>
                <a:lnTo>
                  <a:pt x="213118" y="0"/>
                </a:lnTo>
                <a:lnTo>
                  <a:pt x="213118" y="0"/>
                </a:lnTo>
                <a:lnTo>
                  <a:pt x="212623" y="7734"/>
                </a:lnTo>
                <a:lnTo>
                  <a:pt x="211169" y="15468"/>
                </a:lnTo>
                <a:lnTo>
                  <a:pt x="208858" y="23202"/>
                </a:lnTo>
                <a:lnTo>
                  <a:pt x="205841" y="30936"/>
                </a:lnTo>
                <a:lnTo>
                  <a:pt x="202311" y="38670"/>
                </a:lnTo>
                <a:lnTo>
                  <a:pt x="198477" y="46404"/>
                </a:lnTo>
                <a:lnTo>
                  <a:pt x="194547" y="54138"/>
                </a:lnTo>
                <a:lnTo>
                  <a:pt x="190709" y="61872"/>
                </a:lnTo>
                <a:lnTo>
                  <a:pt x="187121" y="69606"/>
                </a:lnTo>
                <a:lnTo>
                  <a:pt x="183902" y="77340"/>
                </a:lnTo>
                <a:lnTo>
                  <a:pt x="181126" y="85074"/>
                </a:lnTo>
                <a:lnTo>
                  <a:pt x="178827" y="92808"/>
                </a:lnTo>
                <a:lnTo>
                  <a:pt x="177006" y="100542"/>
                </a:lnTo>
                <a:lnTo>
                  <a:pt x="175636" y="108276"/>
                </a:lnTo>
                <a:lnTo>
                  <a:pt x="174668" y="116010"/>
                </a:lnTo>
                <a:lnTo>
                  <a:pt x="174048" y="123744"/>
                </a:lnTo>
                <a:lnTo>
                  <a:pt x="173712" y="131478"/>
                </a:lnTo>
                <a:lnTo>
                  <a:pt x="173601" y="139212"/>
                </a:lnTo>
                <a:lnTo>
                  <a:pt x="173659" y="146946"/>
                </a:lnTo>
                <a:lnTo>
                  <a:pt x="173838" y="154680"/>
                </a:lnTo>
                <a:lnTo>
                  <a:pt x="174097" y="162414"/>
                </a:lnTo>
                <a:lnTo>
                  <a:pt x="174406" y="170148"/>
                </a:lnTo>
                <a:lnTo>
                  <a:pt x="174738" y="177882"/>
                </a:lnTo>
                <a:lnTo>
                  <a:pt x="175079" y="185616"/>
                </a:lnTo>
                <a:lnTo>
                  <a:pt x="175415" y="193350"/>
                </a:lnTo>
                <a:lnTo>
                  <a:pt x="175740" y="201084"/>
                </a:lnTo>
                <a:lnTo>
                  <a:pt x="176052" y="208818"/>
                </a:lnTo>
                <a:lnTo>
                  <a:pt x="176348" y="216552"/>
                </a:lnTo>
                <a:lnTo>
                  <a:pt x="176626" y="224286"/>
                </a:lnTo>
                <a:lnTo>
                  <a:pt x="176886" y="232020"/>
                </a:lnTo>
                <a:lnTo>
                  <a:pt x="177125" y="239754"/>
                </a:lnTo>
                <a:lnTo>
                  <a:pt x="177337" y="247487"/>
                </a:lnTo>
                <a:lnTo>
                  <a:pt x="177518" y="255221"/>
                </a:lnTo>
                <a:lnTo>
                  <a:pt x="177661" y="262955"/>
                </a:lnTo>
                <a:lnTo>
                  <a:pt x="177758" y="270689"/>
                </a:lnTo>
                <a:lnTo>
                  <a:pt x="177802" y="278423"/>
                </a:lnTo>
                <a:lnTo>
                  <a:pt x="177791" y="286157"/>
                </a:lnTo>
                <a:lnTo>
                  <a:pt x="177721" y="293891"/>
                </a:lnTo>
                <a:lnTo>
                  <a:pt x="177596" y="301625"/>
                </a:lnTo>
                <a:lnTo>
                  <a:pt x="177422" y="309359"/>
                </a:lnTo>
                <a:lnTo>
                  <a:pt x="177209" y="317093"/>
                </a:lnTo>
                <a:lnTo>
                  <a:pt x="176972" y="324827"/>
                </a:lnTo>
                <a:lnTo>
                  <a:pt x="176727" y="332561"/>
                </a:lnTo>
                <a:lnTo>
                  <a:pt x="176491" y="340295"/>
                </a:lnTo>
                <a:lnTo>
                  <a:pt x="176280" y="348029"/>
                </a:lnTo>
                <a:lnTo>
                  <a:pt x="176107" y="355763"/>
                </a:lnTo>
                <a:lnTo>
                  <a:pt x="175983" y="363497"/>
                </a:lnTo>
                <a:lnTo>
                  <a:pt x="175911" y="371231"/>
                </a:lnTo>
                <a:lnTo>
                  <a:pt x="175891" y="378965"/>
                </a:lnTo>
                <a:lnTo>
                  <a:pt x="175916" y="386699"/>
                </a:lnTo>
                <a:lnTo>
                  <a:pt x="175975" y="394433"/>
                </a:lnTo>
                <a:lnTo>
                  <a:pt x="176054" y="402167"/>
                </a:lnTo>
                <a:lnTo>
                  <a:pt x="176138" y="409901"/>
                </a:lnTo>
                <a:lnTo>
                  <a:pt x="176212" y="417635"/>
                </a:lnTo>
                <a:lnTo>
                  <a:pt x="176263" y="425369"/>
                </a:lnTo>
                <a:lnTo>
                  <a:pt x="176280" y="433103"/>
                </a:lnTo>
                <a:lnTo>
                  <a:pt x="176259" y="440837"/>
                </a:lnTo>
                <a:lnTo>
                  <a:pt x="176199" y="448571"/>
                </a:lnTo>
                <a:lnTo>
                  <a:pt x="176103" y="456305"/>
                </a:lnTo>
                <a:lnTo>
                  <a:pt x="175984" y="464039"/>
                </a:lnTo>
                <a:lnTo>
                  <a:pt x="175855" y="471773"/>
                </a:lnTo>
                <a:lnTo>
                  <a:pt x="175738" y="479507"/>
                </a:lnTo>
                <a:lnTo>
                  <a:pt x="175657" y="487241"/>
                </a:lnTo>
                <a:lnTo>
                  <a:pt x="175644" y="494975"/>
                </a:lnTo>
                <a:lnTo>
                  <a:pt x="175729" y="502709"/>
                </a:lnTo>
                <a:lnTo>
                  <a:pt x="175945" y="510443"/>
                </a:lnTo>
                <a:lnTo>
                  <a:pt x="176324" y="518177"/>
                </a:lnTo>
                <a:lnTo>
                  <a:pt x="176891" y="525911"/>
                </a:lnTo>
                <a:lnTo>
                  <a:pt x="177665" y="533645"/>
                </a:lnTo>
                <a:lnTo>
                  <a:pt x="178650" y="541379"/>
                </a:lnTo>
                <a:lnTo>
                  <a:pt x="179836" y="549113"/>
                </a:lnTo>
                <a:lnTo>
                  <a:pt x="181193" y="556847"/>
                </a:lnTo>
                <a:lnTo>
                  <a:pt x="182673" y="564581"/>
                </a:lnTo>
                <a:lnTo>
                  <a:pt x="184209" y="572315"/>
                </a:lnTo>
                <a:lnTo>
                  <a:pt x="185721" y="580049"/>
                </a:lnTo>
                <a:lnTo>
                  <a:pt x="187120" y="587783"/>
                </a:lnTo>
                <a:lnTo>
                  <a:pt x="188318" y="595517"/>
                </a:lnTo>
                <a:lnTo>
                  <a:pt x="189233" y="603251"/>
                </a:lnTo>
                <a:lnTo>
                  <a:pt x="189805" y="610985"/>
                </a:lnTo>
                <a:lnTo>
                  <a:pt x="189992" y="618719"/>
                </a:lnTo>
                <a:lnTo>
                  <a:pt x="189784" y="626453"/>
                </a:lnTo>
                <a:lnTo>
                  <a:pt x="189200" y="634187"/>
                </a:lnTo>
                <a:lnTo>
                  <a:pt x="188284" y="641921"/>
                </a:lnTo>
                <a:lnTo>
                  <a:pt x="187104" y="649655"/>
                </a:lnTo>
                <a:lnTo>
                  <a:pt x="185742" y="657389"/>
                </a:lnTo>
                <a:lnTo>
                  <a:pt x="184287" y="665123"/>
                </a:lnTo>
                <a:lnTo>
                  <a:pt x="182824" y="672857"/>
                </a:lnTo>
                <a:lnTo>
                  <a:pt x="181432" y="680591"/>
                </a:lnTo>
                <a:lnTo>
                  <a:pt x="180175" y="688325"/>
                </a:lnTo>
                <a:lnTo>
                  <a:pt x="179102" y="696059"/>
                </a:lnTo>
                <a:lnTo>
                  <a:pt x="178247" y="703793"/>
                </a:lnTo>
                <a:lnTo>
                  <a:pt x="177627" y="711527"/>
                </a:lnTo>
                <a:lnTo>
                  <a:pt x="177249" y="719261"/>
                </a:lnTo>
                <a:lnTo>
                  <a:pt x="177110" y="726994"/>
                </a:lnTo>
                <a:lnTo>
                  <a:pt x="177197" y="734728"/>
                </a:lnTo>
                <a:lnTo>
                  <a:pt x="177493" y="742462"/>
                </a:lnTo>
                <a:lnTo>
                  <a:pt x="177976" y="750196"/>
                </a:lnTo>
                <a:lnTo>
                  <a:pt x="178614" y="757930"/>
                </a:lnTo>
                <a:lnTo>
                  <a:pt x="179373" y="765664"/>
                </a:lnTo>
                <a:lnTo>
                  <a:pt x="180210" y="773398"/>
                </a:lnTo>
                <a:lnTo>
                  <a:pt x="181078" y="781132"/>
                </a:lnTo>
                <a:lnTo>
                  <a:pt x="181923" y="788866"/>
                </a:lnTo>
                <a:lnTo>
                  <a:pt x="182694" y="796600"/>
                </a:lnTo>
                <a:lnTo>
                  <a:pt x="183340" y="804334"/>
                </a:lnTo>
                <a:lnTo>
                  <a:pt x="183819" y="812068"/>
                </a:lnTo>
                <a:lnTo>
                  <a:pt x="184098" y="819802"/>
                </a:lnTo>
                <a:lnTo>
                  <a:pt x="184159" y="827536"/>
                </a:lnTo>
                <a:lnTo>
                  <a:pt x="184001" y="835270"/>
                </a:lnTo>
                <a:lnTo>
                  <a:pt x="183636" y="843004"/>
                </a:lnTo>
                <a:lnTo>
                  <a:pt x="183093" y="850738"/>
                </a:lnTo>
                <a:lnTo>
                  <a:pt x="182409" y="858472"/>
                </a:lnTo>
                <a:lnTo>
                  <a:pt x="181628" y="866206"/>
                </a:lnTo>
                <a:lnTo>
                  <a:pt x="180797" y="873940"/>
                </a:lnTo>
                <a:lnTo>
                  <a:pt x="179957" y="881674"/>
                </a:lnTo>
                <a:lnTo>
                  <a:pt x="179146" y="889408"/>
                </a:lnTo>
                <a:lnTo>
                  <a:pt x="178391" y="897142"/>
                </a:lnTo>
                <a:lnTo>
                  <a:pt x="177713" y="904876"/>
                </a:lnTo>
                <a:lnTo>
                  <a:pt x="177123" y="912610"/>
                </a:lnTo>
                <a:lnTo>
                  <a:pt x="176625" y="920344"/>
                </a:lnTo>
                <a:lnTo>
                  <a:pt x="176220" y="928078"/>
                </a:lnTo>
                <a:lnTo>
                  <a:pt x="175905" y="935812"/>
                </a:lnTo>
                <a:lnTo>
                  <a:pt x="175676" y="943546"/>
                </a:lnTo>
                <a:lnTo>
                  <a:pt x="175530" y="951280"/>
                </a:lnTo>
                <a:lnTo>
                  <a:pt x="175463" y="959014"/>
                </a:lnTo>
                <a:lnTo>
                  <a:pt x="175471" y="966748"/>
                </a:lnTo>
                <a:lnTo>
                  <a:pt x="175548" y="974482"/>
                </a:lnTo>
                <a:lnTo>
                  <a:pt x="175687" y="982216"/>
                </a:lnTo>
                <a:lnTo>
                  <a:pt x="175876" y="989950"/>
                </a:lnTo>
                <a:lnTo>
                  <a:pt x="176100" y="997684"/>
                </a:lnTo>
                <a:lnTo>
                  <a:pt x="176342" y="1005418"/>
                </a:lnTo>
                <a:lnTo>
                  <a:pt x="176582" y="1013152"/>
                </a:lnTo>
                <a:lnTo>
                  <a:pt x="176799" y="1020886"/>
                </a:lnTo>
                <a:lnTo>
                  <a:pt x="176975" y="1028620"/>
                </a:lnTo>
                <a:lnTo>
                  <a:pt x="177098" y="1036354"/>
                </a:lnTo>
                <a:lnTo>
                  <a:pt x="177164" y="1044088"/>
                </a:lnTo>
                <a:lnTo>
                  <a:pt x="177178" y="1051822"/>
                </a:lnTo>
                <a:lnTo>
                  <a:pt x="177163" y="1059556"/>
                </a:lnTo>
                <a:lnTo>
                  <a:pt x="177159" y="1067290"/>
                </a:lnTo>
                <a:lnTo>
                  <a:pt x="177229" y="1075024"/>
                </a:lnTo>
                <a:lnTo>
                  <a:pt x="177460" y="1082758"/>
                </a:lnTo>
                <a:lnTo>
                  <a:pt x="177966" y="1090492"/>
                </a:lnTo>
                <a:lnTo>
                  <a:pt x="178892" y="1098226"/>
                </a:lnTo>
                <a:lnTo>
                  <a:pt x="180413" y="1105960"/>
                </a:lnTo>
                <a:lnTo>
                  <a:pt x="182730" y="1113694"/>
                </a:lnTo>
                <a:lnTo>
                  <a:pt x="186066" y="1121428"/>
                </a:lnTo>
                <a:lnTo>
                  <a:pt x="190647" y="1129162"/>
                </a:lnTo>
                <a:lnTo>
                  <a:pt x="196691" y="1136896"/>
                </a:lnTo>
                <a:lnTo>
                  <a:pt x="204374" y="1144630"/>
                </a:lnTo>
                <a:lnTo>
                  <a:pt x="213804" y="1152364"/>
                </a:lnTo>
                <a:lnTo>
                  <a:pt x="224988" y="1160098"/>
                </a:lnTo>
                <a:lnTo>
                  <a:pt x="237799" y="1167832"/>
                </a:lnTo>
                <a:lnTo>
                  <a:pt x="251958" y="1175566"/>
                </a:lnTo>
                <a:lnTo>
                  <a:pt x="267020" y="1183300"/>
                </a:lnTo>
                <a:lnTo>
                  <a:pt x="282387" y="1191034"/>
                </a:lnTo>
                <a:lnTo>
                  <a:pt x="297339" y="1198768"/>
                </a:lnTo>
                <a:lnTo>
                  <a:pt x="311078" y="1206502"/>
                </a:lnTo>
                <a:lnTo>
                  <a:pt x="322804" y="1214235"/>
                </a:lnTo>
                <a:lnTo>
                  <a:pt x="331784" y="1221969"/>
                </a:lnTo>
                <a:lnTo>
                  <a:pt x="337427" y="1229703"/>
                </a:lnTo>
                <a:lnTo>
                  <a:pt x="339352" y="1237437"/>
                </a:lnTo>
                <a:lnTo>
                  <a:pt x="339352" y="1237437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3054" name="Stage1_sixpanel_8225">
            <a:extLst>
              <a:ext uri="{FF2B5EF4-FFF2-40B4-BE49-F238E27FC236}">
                <a16:creationId xmlns:a16="http://schemas.microsoft.com/office/drawing/2014/main" id="{940BBE1D-8C33-4AFB-AA87-750785D93705}"/>
              </a:ext>
            </a:extLst>
          </p:cNvPr>
          <p:cNvSpPr>
            <a:spLocks noGrp="1"/>
          </p:cNvSpPr>
          <p:nvPr/>
        </p:nvSpPr>
        <p:spPr>
          <a:xfrm>
            <a:off x="447989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5" name="Stage1_sixpanel_8226">
            <a:extLst>
              <a:ext uri="{FF2B5EF4-FFF2-40B4-BE49-F238E27FC236}">
                <a16:creationId xmlns:a16="http://schemas.microsoft.com/office/drawing/2014/main" id="{F17DB67D-70A1-490F-A06F-8EF5FF755FB7}"/>
              </a:ext>
            </a:extLst>
          </p:cNvPr>
          <p:cNvSpPr>
            <a:spLocks noGrp="1"/>
          </p:cNvSpPr>
          <p:nvPr/>
        </p:nvSpPr>
        <p:spPr>
          <a:xfrm>
            <a:off x="453879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6" name="Stage1_sixpanel_8227">
            <a:extLst>
              <a:ext uri="{FF2B5EF4-FFF2-40B4-BE49-F238E27FC236}">
                <a16:creationId xmlns:a16="http://schemas.microsoft.com/office/drawing/2014/main" id="{91181AA0-918D-4CFA-8901-606B7872162E}"/>
              </a:ext>
            </a:extLst>
          </p:cNvPr>
          <p:cNvSpPr>
            <a:spLocks noGrp="1"/>
          </p:cNvSpPr>
          <p:nvPr/>
        </p:nvSpPr>
        <p:spPr>
          <a:xfrm>
            <a:off x="456974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7" name="Stage1_sixpanel_8228">
            <a:extLst>
              <a:ext uri="{FF2B5EF4-FFF2-40B4-BE49-F238E27FC236}">
                <a16:creationId xmlns:a16="http://schemas.microsoft.com/office/drawing/2014/main" id="{9921C786-057A-40B0-9A61-BC38AE327202}"/>
              </a:ext>
            </a:extLst>
          </p:cNvPr>
          <p:cNvSpPr>
            <a:spLocks noGrp="1"/>
          </p:cNvSpPr>
          <p:nvPr/>
        </p:nvSpPr>
        <p:spPr>
          <a:xfrm>
            <a:off x="440066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8" name="Stage1_sixpanel_8229">
            <a:extLst>
              <a:ext uri="{FF2B5EF4-FFF2-40B4-BE49-F238E27FC236}">
                <a16:creationId xmlns:a16="http://schemas.microsoft.com/office/drawing/2014/main" id="{69E777ED-5FC4-43CD-8CA3-95A256D4A949}"/>
              </a:ext>
            </a:extLst>
          </p:cNvPr>
          <p:cNvSpPr>
            <a:spLocks noGrp="1"/>
          </p:cNvSpPr>
          <p:nvPr/>
        </p:nvSpPr>
        <p:spPr>
          <a:xfrm>
            <a:off x="4504813" y="743150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9" name="Stage1_sixpanel_8230">
            <a:extLst>
              <a:ext uri="{FF2B5EF4-FFF2-40B4-BE49-F238E27FC236}">
                <a16:creationId xmlns:a16="http://schemas.microsoft.com/office/drawing/2014/main" id="{9FC0FFB0-CE19-4D87-8DEF-97DBD7C2921E}"/>
              </a:ext>
            </a:extLst>
          </p:cNvPr>
          <p:cNvSpPr>
            <a:spLocks noGrp="1"/>
          </p:cNvSpPr>
          <p:nvPr/>
        </p:nvSpPr>
        <p:spPr>
          <a:xfrm>
            <a:off x="456022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0" name="Stage1_sixpanel_8231">
            <a:extLst>
              <a:ext uri="{FF2B5EF4-FFF2-40B4-BE49-F238E27FC236}">
                <a16:creationId xmlns:a16="http://schemas.microsoft.com/office/drawing/2014/main" id="{91FD2D5A-DC17-4C35-912C-094689D8364E}"/>
              </a:ext>
            </a:extLst>
          </p:cNvPr>
          <p:cNvSpPr>
            <a:spLocks noGrp="1"/>
          </p:cNvSpPr>
          <p:nvPr/>
        </p:nvSpPr>
        <p:spPr>
          <a:xfrm>
            <a:off x="442717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1" name="Stage1_sixpanel_8232">
            <a:extLst>
              <a:ext uri="{FF2B5EF4-FFF2-40B4-BE49-F238E27FC236}">
                <a16:creationId xmlns:a16="http://schemas.microsoft.com/office/drawing/2014/main" id="{D7F083D2-400A-4C29-8146-8B39074B373B}"/>
              </a:ext>
            </a:extLst>
          </p:cNvPr>
          <p:cNvSpPr>
            <a:spLocks noGrp="1"/>
          </p:cNvSpPr>
          <p:nvPr/>
        </p:nvSpPr>
        <p:spPr>
          <a:xfrm>
            <a:off x="452915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2" name="Stage1_sixpanel_8233">
            <a:extLst>
              <a:ext uri="{FF2B5EF4-FFF2-40B4-BE49-F238E27FC236}">
                <a16:creationId xmlns:a16="http://schemas.microsoft.com/office/drawing/2014/main" id="{E5BC7C70-6690-4116-BFB3-8FDB94EBF466}"/>
              </a:ext>
            </a:extLst>
          </p:cNvPr>
          <p:cNvSpPr>
            <a:spLocks noGrp="1"/>
          </p:cNvSpPr>
          <p:nvPr/>
        </p:nvSpPr>
        <p:spPr>
          <a:xfrm>
            <a:off x="437917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3" name="Stage1_sixpanel_8234">
            <a:extLst>
              <a:ext uri="{FF2B5EF4-FFF2-40B4-BE49-F238E27FC236}">
                <a16:creationId xmlns:a16="http://schemas.microsoft.com/office/drawing/2014/main" id="{104789BE-32FE-49A0-96C7-2BDE75656E04}"/>
              </a:ext>
            </a:extLst>
          </p:cNvPr>
          <p:cNvSpPr>
            <a:spLocks noGrp="1"/>
          </p:cNvSpPr>
          <p:nvPr/>
        </p:nvSpPr>
        <p:spPr>
          <a:xfrm>
            <a:off x="446219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4" name="Stage1_sixpanel_8235">
            <a:extLst>
              <a:ext uri="{FF2B5EF4-FFF2-40B4-BE49-F238E27FC236}">
                <a16:creationId xmlns:a16="http://schemas.microsoft.com/office/drawing/2014/main" id="{592D3402-B832-430D-A6F6-57CC064D1052}"/>
              </a:ext>
            </a:extLst>
          </p:cNvPr>
          <p:cNvSpPr>
            <a:spLocks noGrp="1"/>
          </p:cNvSpPr>
          <p:nvPr/>
        </p:nvSpPr>
        <p:spPr>
          <a:xfrm>
            <a:off x="4475334" y="703096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5" name="Stage1_sixpanel_8236">
            <a:extLst>
              <a:ext uri="{FF2B5EF4-FFF2-40B4-BE49-F238E27FC236}">
                <a16:creationId xmlns:a16="http://schemas.microsoft.com/office/drawing/2014/main" id="{F5A3B4D2-6AD8-4CBF-8A31-DE65F7A9D38C}"/>
              </a:ext>
            </a:extLst>
          </p:cNvPr>
          <p:cNvSpPr>
            <a:spLocks noGrp="1"/>
          </p:cNvSpPr>
          <p:nvPr/>
        </p:nvSpPr>
        <p:spPr>
          <a:xfrm>
            <a:off x="4519841" y="705158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6" name="Stage1_sixpanel_8237">
            <a:extLst>
              <a:ext uri="{FF2B5EF4-FFF2-40B4-BE49-F238E27FC236}">
                <a16:creationId xmlns:a16="http://schemas.microsoft.com/office/drawing/2014/main" id="{4E866D80-90FE-421C-B6AD-21E760CA5F97}"/>
              </a:ext>
            </a:extLst>
          </p:cNvPr>
          <p:cNvSpPr>
            <a:spLocks noGrp="1"/>
          </p:cNvSpPr>
          <p:nvPr/>
        </p:nvSpPr>
        <p:spPr>
          <a:xfrm>
            <a:off x="4487655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7" name="Stage1_sixpanel_8238">
            <a:extLst>
              <a:ext uri="{FF2B5EF4-FFF2-40B4-BE49-F238E27FC236}">
                <a16:creationId xmlns:a16="http://schemas.microsoft.com/office/drawing/2014/main" id="{7AF11CBB-381A-40D7-ACE1-1E2E54C0F5BF}"/>
              </a:ext>
            </a:extLst>
          </p:cNvPr>
          <p:cNvSpPr>
            <a:spLocks noGrp="1"/>
          </p:cNvSpPr>
          <p:nvPr/>
        </p:nvSpPr>
        <p:spPr>
          <a:xfrm>
            <a:off x="453904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8" name="Stage1_sixpanel_8239">
            <a:extLst>
              <a:ext uri="{FF2B5EF4-FFF2-40B4-BE49-F238E27FC236}">
                <a16:creationId xmlns:a16="http://schemas.microsoft.com/office/drawing/2014/main" id="{177C3561-FFC6-4F4D-AC2F-543521E4571F}"/>
              </a:ext>
            </a:extLst>
          </p:cNvPr>
          <p:cNvSpPr>
            <a:spLocks noGrp="1"/>
          </p:cNvSpPr>
          <p:nvPr/>
        </p:nvSpPr>
        <p:spPr>
          <a:xfrm>
            <a:off x="4486985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9" name="Stage1_sixpanel_8240">
            <a:extLst>
              <a:ext uri="{FF2B5EF4-FFF2-40B4-BE49-F238E27FC236}">
                <a16:creationId xmlns:a16="http://schemas.microsoft.com/office/drawing/2014/main" id="{3587001F-EB4B-448D-AB8E-40835B439F7A}"/>
              </a:ext>
            </a:extLst>
          </p:cNvPr>
          <p:cNvSpPr>
            <a:spLocks noGrp="1"/>
          </p:cNvSpPr>
          <p:nvPr/>
        </p:nvSpPr>
        <p:spPr>
          <a:xfrm>
            <a:off x="4570298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0" name="Stage1_sixpanel_8241">
            <a:extLst>
              <a:ext uri="{FF2B5EF4-FFF2-40B4-BE49-F238E27FC236}">
                <a16:creationId xmlns:a16="http://schemas.microsoft.com/office/drawing/2014/main" id="{4B8E5A9D-D7E8-4FF0-B8F0-47994F43376C}"/>
              </a:ext>
            </a:extLst>
          </p:cNvPr>
          <p:cNvSpPr>
            <a:spLocks noGrp="1"/>
          </p:cNvSpPr>
          <p:nvPr/>
        </p:nvSpPr>
        <p:spPr>
          <a:xfrm>
            <a:off x="448199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1" name="Stage1_sixpanel_8242">
            <a:extLst>
              <a:ext uri="{FF2B5EF4-FFF2-40B4-BE49-F238E27FC236}">
                <a16:creationId xmlns:a16="http://schemas.microsoft.com/office/drawing/2014/main" id="{929F66D5-906F-46DB-AF2A-E8493C0ABFB7}"/>
              </a:ext>
            </a:extLst>
          </p:cNvPr>
          <p:cNvSpPr>
            <a:spLocks noGrp="1"/>
          </p:cNvSpPr>
          <p:nvPr/>
        </p:nvSpPr>
        <p:spPr>
          <a:xfrm>
            <a:off x="4513505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2" name="Stage1_sixpanel_8243">
            <a:extLst>
              <a:ext uri="{FF2B5EF4-FFF2-40B4-BE49-F238E27FC236}">
                <a16:creationId xmlns:a16="http://schemas.microsoft.com/office/drawing/2014/main" id="{7EB10C66-FC1E-4929-9234-8C3620BEB5AE}"/>
              </a:ext>
            </a:extLst>
          </p:cNvPr>
          <p:cNvSpPr>
            <a:spLocks noGrp="1"/>
          </p:cNvSpPr>
          <p:nvPr/>
        </p:nvSpPr>
        <p:spPr>
          <a:xfrm>
            <a:off x="440917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3" name="Stage1_sixpanel_8244">
            <a:extLst>
              <a:ext uri="{FF2B5EF4-FFF2-40B4-BE49-F238E27FC236}">
                <a16:creationId xmlns:a16="http://schemas.microsoft.com/office/drawing/2014/main" id="{47572B3D-FF1C-404C-B920-D3179B9D0B20}"/>
              </a:ext>
            </a:extLst>
          </p:cNvPr>
          <p:cNvSpPr>
            <a:spLocks noGrp="1"/>
          </p:cNvSpPr>
          <p:nvPr/>
        </p:nvSpPr>
        <p:spPr>
          <a:xfrm>
            <a:off x="4369846" y="70000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4" name="Stage1_sixpanel_8245">
            <a:extLst>
              <a:ext uri="{FF2B5EF4-FFF2-40B4-BE49-F238E27FC236}">
                <a16:creationId xmlns:a16="http://schemas.microsoft.com/office/drawing/2014/main" id="{6AD5CA14-72B9-4F9F-A284-CD33C28CC190}"/>
              </a:ext>
            </a:extLst>
          </p:cNvPr>
          <p:cNvSpPr>
            <a:spLocks noGrp="1"/>
          </p:cNvSpPr>
          <p:nvPr/>
        </p:nvSpPr>
        <p:spPr>
          <a:xfrm>
            <a:off x="4460162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5" name="Stage1_sixpanel_8246">
            <a:extLst>
              <a:ext uri="{FF2B5EF4-FFF2-40B4-BE49-F238E27FC236}">
                <a16:creationId xmlns:a16="http://schemas.microsoft.com/office/drawing/2014/main" id="{99F28387-DE67-446D-B46E-E3F8D7C75A88}"/>
              </a:ext>
            </a:extLst>
          </p:cNvPr>
          <p:cNvSpPr>
            <a:spLocks noGrp="1"/>
          </p:cNvSpPr>
          <p:nvPr/>
        </p:nvSpPr>
        <p:spPr>
          <a:xfrm>
            <a:off x="452462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6" name="Stage1_sixpanel_8247">
            <a:extLst>
              <a:ext uri="{FF2B5EF4-FFF2-40B4-BE49-F238E27FC236}">
                <a16:creationId xmlns:a16="http://schemas.microsoft.com/office/drawing/2014/main" id="{B27A13E5-AB29-49A1-9157-576BEB107233}"/>
              </a:ext>
            </a:extLst>
          </p:cNvPr>
          <p:cNvSpPr>
            <a:spLocks noGrp="1"/>
          </p:cNvSpPr>
          <p:nvPr/>
        </p:nvSpPr>
        <p:spPr>
          <a:xfrm>
            <a:off x="4534744" y="709283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7" name="Stage1_sixpanel_8248">
            <a:extLst>
              <a:ext uri="{FF2B5EF4-FFF2-40B4-BE49-F238E27FC236}">
                <a16:creationId xmlns:a16="http://schemas.microsoft.com/office/drawing/2014/main" id="{F226ED72-1F1D-4768-8235-F9E126300977}"/>
              </a:ext>
            </a:extLst>
          </p:cNvPr>
          <p:cNvSpPr>
            <a:spLocks noGrp="1"/>
          </p:cNvSpPr>
          <p:nvPr/>
        </p:nvSpPr>
        <p:spPr>
          <a:xfrm>
            <a:off x="4546235" y="730938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8" name="Stage1_sixpanel_8249">
            <a:extLst>
              <a:ext uri="{FF2B5EF4-FFF2-40B4-BE49-F238E27FC236}">
                <a16:creationId xmlns:a16="http://schemas.microsoft.com/office/drawing/2014/main" id="{5611527D-35A7-4BC9-964E-19FA0E2C7A11}"/>
              </a:ext>
            </a:extLst>
          </p:cNvPr>
          <p:cNvSpPr>
            <a:spLocks noGrp="1"/>
          </p:cNvSpPr>
          <p:nvPr/>
        </p:nvSpPr>
        <p:spPr>
          <a:xfrm>
            <a:off x="457963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9" name="Stage1_sixpanel_8250">
            <a:extLst>
              <a:ext uri="{FF2B5EF4-FFF2-40B4-BE49-F238E27FC236}">
                <a16:creationId xmlns:a16="http://schemas.microsoft.com/office/drawing/2014/main" id="{ABBB81D1-802D-4C7D-8085-C668F1AA31B6}"/>
              </a:ext>
            </a:extLst>
          </p:cNvPr>
          <p:cNvSpPr>
            <a:spLocks noGrp="1"/>
          </p:cNvSpPr>
          <p:nvPr/>
        </p:nvSpPr>
        <p:spPr>
          <a:xfrm>
            <a:off x="438631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0" name="Stage1_sixpanel_8251">
            <a:extLst>
              <a:ext uri="{FF2B5EF4-FFF2-40B4-BE49-F238E27FC236}">
                <a16:creationId xmlns:a16="http://schemas.microsoft.com/office/drawing/2014/main" id="{395CF760-3A37-41E5-8BD9-400826650C8E}"/>
              </a:ext>
            </a:extLst>
          </p:cNvPr>
          <p:cNvSpPr>
            <a:spLocks noGrp="1"/>
          </p:cNvSpPr>
          <p:nvPr/>
        </p:nvSpPr>
        <p:spPr>
          <a:xfrm>
            <a:off x="4510967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1" name="Stage1_sixpanel_8252">
            <a:extLst>
              <a:ext uri="{FF2B5EF4-FFF2-40B4-BE49-F238E27FC236}">
                <a16:creationId xmlns:a16="http://schemas.microsoft.com/office/drawing/2014/main" id="{F9EC49DF-E943-43A7-8625-DBF237660735}"/>
              </a:ext>
            </a:extLst>
          </p:cNvPr>
          <p:cNvSpPr>
            <a:spLocks noGrp="1"/>
          </p:cNvSpPr>
          <p:nvPr/>
        </p:nvSpPr>
        <p:spPr>
          <a:xfrm>
            <a:off x="456525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2" name="Stage1_sixpanel_8253">
            <a:extLst>
              <a:ext uri="{FF2B5EF4-FFF2-40B4-BE49-F238E27FC236}">
                <a16:creationId xmlns:a16="http://schemas.microsoft.com/office/drawing/2014/main" id="{9CFAF361-2B77-41A9-8B03-649E88815DE8}"/>
              </a:ext>
            </a:extLst>
          </p:cNvPr>
          <p:cNvSpPr>
            <a:spLocks noGrp="1"/>
          </p:cNvSpPr>
          <p:nvPr/>
        </p:nvSpPr>
        <p:spPr>
          <a:xfrm>
            <a:off x="4525188" y="790600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3" name="Stage1_sixpanel_8254">
            <a:extLst>
              <a:ext uri="{FF2B5EF4-FFF2-40B4-BE49-F238E27FC236}">
                <a16:creationId xmlns:a16="http://schemas.microsoft.com/office/drawing/2014/main" id="{8A71AEFC-6D01-4E58-9670-52BC95C81583}"/>
              </a:ext>
            </a:extLst>
          </p:cNvPr>
          <p:cNvSpPr>
            <a:spLocks noGrp="1"/>
          </p:cNvSpPr>
          <p:nvPr/>
        </p:nvSpPr>
        <p:spPr>
          <a:xfrm>
            <a:off x="456823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4" name="Stage1_sixpanel_8255">
            <a:extLst>
              <a:ext uri="{FF2B5EF4-FFF2-40B4-BE49-F238E27FC236}">
                <a16:creationId xmlns:a16="http://schemas.microsoft.com/office/drawing/2014/main" id="{B2620D56-2C27-4D8C-BBA2-CE45BB5D2112}"/>
              </a:ext>
            </a:extLst>
          </p:cNvPr>
          <p:cNvSpPr>
            <a:spLocks noGrp="1"/>
          </p:cNvSpPr>
          <p:nvPr/>
        </p:nvSpPr>
        <p:spPr>
          <a:xfrm>
            <a:off x="456040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5" name="Stage1_sixpanel_8256">
            <a:extLst>
              <a:ext uri="{FF2B5EF4-FFF2-40B4-BE49-F238E27FC236}">
                <a16:creationId xmlns:a16="http://schemas.microsoft.com/office/drawing/2014/main" id="{36E0BA5C-1496-4287-858C-384B954E10DE}"/>
              </a:ext>
            </a:extLst>
          </p:cNvPr>
          <p:cNvSpPr>
            <a:spLocks noGrp="1"/>
          </p:cNvSpPr>
          <p:nvPr/>
        </p:nvSpPr>
        <p:spPr>
          <a:xfrm>
            <a:off x="4379097" y="789240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6" name="Stage1_sixpanel_8257">
            <a:extLst>
              <a:ext uri="{FF2B5EF4-FFF2-40B4-BE49-F238E27FC236}">
                <a16:creationId xmlns:a16="http://schemas.microsoft.com/office/drawing/2014/main" id="{6BA4A125-E0B2-4211-8966-C8F7F73E2AC6}"/>
              </a:ext>
            </a:extLst>
          </p:cNvPr>
          <p:cNvSpPr>
            <a:spLocks noGrp="1"/>
          </p:cNvSpPr>
          <p:nvPr/>
        </p:nvSpPr>
        <p:spPr>
          <a:xfrm>
            <a:off x="445036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7" name="Stage1_sixpanel_8258">
            <a:extLst>
              <a:ext uri="{FF2B5EF4-FFF2-40B4-BE49-F238E27FC236}">
                <a16:creationId xmlns:a16="http://schemas.microsoft.com/office/drawing/2014/main" id="{0CC140FB-B32B-41AF-A124-E6BA4FB09D3D}"/>
              </a:ext>
            </a:extLst>
          </p:cNvPr>
          <p:cNvSpPr>
            <a:spLocks noGrp="1"/>
          </p:cNvSpPr>
          <p:nvPr/>
        </p:nvSpPr>
        <p:spPr>
          <a:xfrm>
            <a:off x="443975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8" name="Stage1_sixpanel_8259">
            <a:extLst>
              <a:ext uri="{FF2B5EF4-FFF2-40B4-BE49-F238E27FC236}">
                <a16:creationId xmlns:a16="http://schemas.microsoft.com/office/drawing/2014/main" id="{51D08F14-F26B-46ED-9856-E29A05A9C7E8}"/>
              </a:ext>
            </a:extLst>
          </p:cNvPr>
          <p:cNvSpPr>
            <a:spLocks noGrp="1"/>
          </p:cNvSpPr>
          <p:nvPr/>
        </p:nvSpPr>
        <p:spPr>
          <a:xfrm>
            <a:off x="436181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9" name="Stage1_sixpanel_8260">
            <a:extLst>
              <a:ext uri="{FF2B5EF4-FFF2-40B4-BE49-F238E27FC236}">
                <a16:creationId xmlns:a16="http://schemas.microsoft.com/office/drawing/2014/main" id="{678E5696-1A17-47DA-95CC-989267749D68}"/>
              </a:ext>
            </a:extLst>
          </p:cNvPr>
          <p:cNvSpPr>
            <a:spLocks noGrp="1"/>
          </p:cNvSpPr>
          <p:nvPr/>
        </p:nvSpPr>
        <p:spPr>
          <a:xfrm>
            <a:off x="452195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0" name="Stage1_sixpanel_8261">
            <a:extLst>
              <a:ext uri="{FF2B5EF4-FFF2-40B4-BE49-F238E27FC236}">
                <a16:creationId xmlns:a16="http://schemas.microsoft.com/office/drawing/2014/main" id="{A4786E91-B96D-42B1-B567-9F7C4FEF5E9B}"/>
              </a:ext>
            </a:extLst>
          </p:cNvPr>
          <p:cNvSpPr>
            <a:spLocks noGrp="1"/>
          </p:cNvSpPr>
          <p:nvPr/>
        </p:nvSpPr>
        <p:spPr>
          <a:xfrm>
            <a:off x="442004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1" name="Stage1_sixpanel_8262">
            <a:extLst>
              <a:ext uri="{FF2B5EF4-FFF2-40B4-BE49-F238E27FC236}">
                <a16:creationId xmlns:a16="http://schemas.microsoft.com/office/drawing/2014/main" id="{3337A3B6-20BC-4A23-8606-CAFCEF68C7F7}"/>
              </a:ext>
            </a:extLst>
          </p:cNvPr>
          <p:cNvSpPr>
            <a:spLocks noGrp="1"/>
          </p:cNvSpPr>
          <p:nvPr/>
        </p:nvSpPr>
        <p:spPr>
          <a:xfrm>
            <a:off x="4536507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2" name="Stage1_sixpanel_8263">
            <a:extLst>
              <a:ext uri="{FF2B5EF4-FFF2-40B4-BE49-F238E27FC236}">
                <a16:creationId xmlns:a16="http://schemas.microsoft.com/office/drawing/2014/main" id="{285D403C-1EA3-4513-A410-FEBE8F9F61FD}"/>
              </a:ext>
            </a:extLst>
          </p:cNvPr>
          <p:cNvSpPr>
            <a:spLocks noGrp="1"/>
          </p:cNvSpPr>
          <p:nvPr/>
        </p:nvSpPr>
        <p:spPr>
          <a:xfrm>
            <a:off x="457278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3" name="Stage1_sixpanel_8264">
            <a:extLst>
              <a:ext uri="{FF2B5EF4-FFF2-40B4-BE49-F238E27FC236}">
                <a16:creationId xmlns:a16="http://schemas.microsoft.com/office/drawing/2014/main" id="{4C4DBC7F-E2C1-4AB5-92EB-257692D94BFC}"/>
              </a:ext>
            </a:extLst>
          </p:cNvPr>
          <p:cNvSpPr>
            <a:spLocks noGrp="1"/>
          </p:cNvSpPr>
          <p:nvPr/>
        </p:nvSpPr>
        <p:spPr>
          <a:xfrm>
            <a:off x="4359768" y="76187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4" name="Stage1_sixpanel_8265">
            <a:extLst>
              <a:ext uri="{FF2B5EF4-FFF2-40B4-BE49-F238E27FC236}">
                <a16:creationId xmlns:a16="http://schemas.microsoft.com/office/drawing/2014/main" id="{F2CC7964-A43D-4710-988C-C85EC29C887D}"/>
              </a:ext>
            </a:extLst>
          </p:cNvPr>
          <p:cNvSpPr>
            <a:spLocks noGrp="1"/>
          </p:cNvSpPr>
          <p:nvPr/>
        </p:nvSpPr>
        <p:spPr>
          <a:xfrm>
            <a:off x="450267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5" name="Stage1_sixpanel_8266">
            <a:extLst>
              <a:ext uri="{FF2B5EF4-FFF2-40B4-BE49-F238E27FC236}">
                <a16:creationId xmlns:a16="http://schemas.microsoft.com/office/drawing/2014/main" id="{A2F9E006-08F1-4F56-A2B2-268437651C92}"/>
              </a:ext>
            </a:extLst>
          </p:cNvPr>
          <p:cNvSpPr>
            <a:spLocks noGrp="1"/>
          </p:cNvSpPr>
          <p:nvPr/>
        </p:nvSpPr>
        <p:spPr>
          <a:xfrm>
            <a:off x="4495688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6" name="Stage1_sixpanel_8267">
            <a:extLst>
              <a:ext uri="{FF2B5EF4-FFF2-40B4-BE49-F238E27FC236}">
                <a16:creationId xmlns:a16="http://schemas.microsoft.com/office/drawing/2014/main" id="{707E8F0F-5229-4148-9944-AAC653A87014}"/>
              </a:ext>
            </a:extLst>
          </p:cNvPr>
          <p:cNvSpPr>
            <a:spLocks noGrp="1"/>
          </p:cNvSpPr>
          <p:nvPr/>
        </p:nvSpPr>
        <p:spPr>
          <a:xfrm>
            <a:off x="438705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7" name="Stage1_sixpanel_8268">
            <a:extLst>
              <a:ext uri="{FF2B5EF4-FFF2-40B4-BE49-F238E27FC236}">
                <a16:creationId xmlns:a16="http://schemas.microsoft.com/office/drawing/2014/main" id="{6959EB04-CA49-47D2-B96F-2044B3609CE4}"/>
              </a:ext>
            </a:extLst>
          </p:cNvPr>
          <p:cNvSpPr>
            <a:spLocks noGrp="1"/>
          </p:cNvSpPr>
          <p:nvPr/>
        </p:nvSpPr>
        <p:spPr>
          <a:xfrm>
            <a:off x="455425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8" name="Stage1_sixpanel_8269">
            <a:extLst>
              <a:ext uri="{FF2B5EF4-FFF2-40B4-BE49-F238E27FC236}">
                <a16:creationId xmlns:a16="http://schemas.microsoft.com/office/drawing/2014/main" id="{EC58F0E8-3B53-4CCE-8649-31D4F3A0DD48}"/>
              </a:ext>
            </a:extLst>
          </p:cNvPr>
          <p:cNvSpPr>
            <a:spLocks noGrp="1"/>
          </p:cNvSpPr>
          <p:nvPr/>
        </p:nvSpPr>
        <p:spPr>
          <a:xfrm>
            <a:off x="453320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9" name="Stage1_sixpanel_8270">
            <a:extLst>
              <a:ext uri="{FF2B5EF4-FFF2-40B4-BE49-F238E27FC236}">
                <a16:creationId xmlns:a16="http://schemas.microsoft.com/office/drawing/2014/main" id="{675A6854-4EE2-404A-B4D4-092C5424CF68}"/>
              </a:ext>
            </a:extLst>
          </p:cNvPr>
          <p:cNvSpPr>
            <a:spLocks noGrp="1"/>
          </p:cNvSpPr>
          <p:nvPr/>
        </p:nvSpPr>
        <p:spPr>
          <a:xfrm>
            <a:off x="444011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0" name="Stage1_sixpanel_8271">
            <a:extLst>
              <a:ext uri="{FF2B5EF4-FFF2-40B4-BE49-F238E27FC236}">
                <a16:creationId xmlns:a16="http://schemas.microsoft.com/office/drawing/2014/main" id="{C81CB6F4-3C93-4179-9555-B8331A8BEE45}"/>
              </a:ext>
            </a:extLst>
          </p:cNvPr>
          <p:cNvSpPr>
            <a:spLocks noGrp="1"/>
          </p:cNvSpPr>
          <p:nvPr/>
        </p:nvSpPr>
        <p:spPr>
          <a:xfrm>
            <a:off x="448428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1" name="Stage1_sixpanel_8272">
            <a:extLst>
              <a:ext uri="{FF2B5EF4-FFF2-40B4-BE49-F238E27FC236}">
                <a16:creationId xmlns:a16="http://schemas.microsoft.com/office/drawing/2014/main" id="{91C2A43A-7173-49CE-A7BB-592F458B6466}"/>
              </a:ext>
            </a:extLst>
          </p:cNvPr>
          <p:cNvSpPr>
            <a:spLocks noGrp="1"/>
          </p:cNvSpPr>
          <p:nvPr/>
        </p:nvSpPr>
        <p:spPr>
          <a:xfrm>
            <a:off x="445691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2" name="Stage1_sixpanel_8273">
            <a:extLst>
              <a:ext uri="{FF2B5EF4-FFF2-40B4-BE49-F238E27FC236}">
                <a16:creationId xmlns:a16="http://schemas.microsoft.com/office/drawing/2014/main" id="{19DCF096-71C2-4CC7-ADB9-6D947DB7FEC1}"/>
              </a:ext>
            </a:extLst>
          </p:cNvPr>
          <p:cNvSpPr>
            <a:spLocks noGrp="1"/>
          </p:cNvSpPr>
          <p:nvPr/>
        </p:nvSpPr>
        <p:spPr>
          <a:xfrm>
            <a:off x="443757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3" name="Stage1_sixpanel_8274">
            <a:extLst>
              <a:ext uri="{FF2B5EF4-FFF2-40B4-BE49-F238E27FC236}">
                <a16:creationId xmlns:a16="http://schemas.microsoft.com/office/drawing/2014/main" id="{BAA1FF83-76F8-4B93-8359-E63FEFD9D524}"/>
              </a:ext>
            </a:extLst>
          </p:cNvPr>
          <p:cNvSpPr>
            <a:spLocks noGrp="1"/>
          </p:cNvSpPr>
          <p:nvPr/>
        </p:nvSpPr>
        <p:spPr>
          <a:xfrm>
            <a:off x="4561557" y="777342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4" name="Stage1_sixpanel_8275">
            <a:extLst>
              <a:ext uri="{FF2B5EF4-FFF2-40B4-BE49-F238E27FC236}">
                <a16:creationId xmlns:a16="http://schemas.microsoft.com/office/drawing/2014/main" id="{F6AFC071-D409-4B51-B131-1BE72B0002AA}"/>
              </a:ext>
            </a:extLst>
          </p:cNvPr>
          <p:cNvSpPr>
            <a:spLocks noGrp="1"/>
          </p:cNvSpPr>
          <p:nvPr/>
        </p:nvSpPr>
        <p:spPr>
          <a:xfrm>
            <a:off x="449931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5" name="Stage1_sixpanel_8276">
            <a:extLst>
              <a:ext uri="{FF2B5EF4-FFF2-40B4-BE49-F238E27FC236}">
                <a16:creationId xmlns:a16="http://schemas.microsoft.com/office/drawing/2014/main" id="{A7FFA0B9-D9E4-4D3C-8F97-5856C5177FDB}"/>
              </a:ext>
            </a:extLst>
          </p:cNvPr>
          <p:cNvSpPr>
            <a:spLocks noGrp="1"/>
          </p:cNvSpPr>
          <p:nvPr/>
        </p:nvSpPr>
        <p:spPr>
          <a:xfrm>
            <a:off x="449724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6" name="Stage1_sixpanel_8277">
            <a:extLst>
              <a:ext uri="{FF2B5EF4-FFF2-40B4-BE49-F238E27FC236}">
                <a16:creationId xmlns:a16="http://schemas.microsoft.com/office/drawing/2014/main" id="{E4783BE6-1DC0-48C8-BF49-8D8EA9EE4796}"/>
              </a:ext>
            </a:extLst>
          </p:cNvPr>
          <p:cNvSpPr>
            <a:spLocks noGrp="1"/>
          </p:cNvSpPr>
          <p:nvPr/>
        </p:nvSpPr>
        <p:spPr>
          <a:xfrm>
            <a:off x="43700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7" name="Stage1_sixpanel_8278">
            <a:extLst>
              <a:ext uri="{FF2B5EF4-FFF2-40B4-BE49-F238E27FC236}">
                <a16:creationId xmlns:a16="http://schemas.microsoft.com/office/drawing/2014/main" id="{A66578B3-D041-47CC-BA02-63102485BA36}"/>
              </a:ext>
            </a:extLst>
          </p:cNvPr>
          <p:cNvSpPr>
            <a:spLocks noGrp="1"/>
          </p:cNvSpPr>
          <p:nvPr/>
        </p:nvSpPr>
        <p:spPr>
          <a:xfrm>
            <a:off x="4500137" y="711146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8" name="Stage1_sixpanel_8279">
            <a:extLst>
              <a:ext uri="{FF2B5EF4-FFF2-40B4-BE49-F238E27FC236}">
                <a16:creationId xmlns:a16="http://schemas.microsoft.com/office/drawing/2014/main" id="{61473E35-1231-4616-BCEC-B3F05371B368}"/>
              </a:ext>
            </a:extLst>
          </p:cNvPr>
          <p:cNvSpPr>
            <a:spLocks noGrp="1"/>
          </p:cNvSpPr>
          <p:nvPr/>
        </p:nvSpPr>
        <p:spPr>
          <a:xfrm>
            <a:off x="453710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9" name="Stage1_sixpanel_8280">
            <a:extLst>
              <a:ext uri="{FF2B5EF4-FFF2-40B4-BE49-F238E27FC236}">
                <a16:creationId xmlns:a16="http://schemas.microsoft.com/office/drawing/2014/main" id="{7A047469-DB06-4F8E-BB89-CF0F3D5EE060}"/>
              </a:ext>
            </a:extLst>
          </p:cNvPr>
          <p:cNvSpPr>
            <a:spLocks noGrp="1"/>
          </p:cNvSpPr>
          <p:nvPr/>
        </p:nvSpPr>
        <p:spPr>
          <a:xfrm>
            <a:off x="4564317" y="72578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0" name="Stage1_sixpanel_8281">
            <a:extLst>
              <a:ext uri="{FF2B5EF4-FFF2-40B4-BE49-F238E27FC236}">
                <a16:creationId xmlns:a16="http://schemas.microsoft.com/office/drawing/2014/main" id="{68A6BE25-113D-4186-8491-4DD36FC77638}"/>
              </a:ext>
            </a:extLst>
          </p:cNvPr>
          <p:cNvSpPr>
            <a:spLocks noGrp="1"/>
          </p:cNvSpPr>
          <p:nvPr/>
        </p:nvSpPr>
        <p:spPr>
          <a:xfrm>
            <a:off x="445975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1" name="Stage1_sixpanel_8282">
            <a:extLst>
              <a:ext uri="{FF2B5EF4-FFF2-40B4-BE49-F238E27FC236}">
                <a16:creationId xmlns:a16="http://schemas.microsoft.com/office/drawing/2014/main" id="{1ED5EFD0-E250-4815-9663-D7FE10311BB2}"/>
              </a:ext>
            </a:extLst>
          </p:cNvPr>
          <p:cNvSpPr>
            <a:spLocks noGrp="1"/>
          </p:cNvSpPr>
          <p:nvPr/>
        </p:nvSpPr>
        <p:spPr>
          <a:xfrm>
            <a:off x="4474771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2" name="Stage1_sixpanel_8283">
            <a:extLst>
              <a:ext uri="{FF2B5EF4-FFF2-40B4-BE49-F238E27FC236}">
                <a16:creationId xmlns:a16="http://schemas.microsoft.com/office/drawing/2014/main" id="{B7A36EE6-07CC-4137-B144-4C00E799420B}"/>
              </a:ext>
            </a:extLst>
          </p:cNvPr>
          <p:cNvSpPr>
            <a:spLocks noGrp="1"/>
          </p:cNvSpPr>
          <p:nvPr/>
        </p:nvSpPr>
        <p:spPr>
          <a:xfrm>
            <a:off x="4530130" y="805284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3" name="Stage1_sixpanel_8284">
            <a:extLst>
              <a:ext uri="{FF2B5EF4-FFF2-40B4-BE49-F238E27FC236}">
                <a16:creationId xmlns:a16="http://schemas.microsoft.com/office/drawing/2014/main" id="{3C4F8B59-6F34-407C-8195-CA4272E5FB76}"/>
              </a:ext>
            </a:extLst>
          </p:cNvPr>
          <p:cNvSpPr>
            <a:spLocks noGrp="1"/>
          </p:cNvSpPr>
          <p:nvPr/>
        </p:nvSpPr>
        <p:spPr>
          <a:xfrm>
            <a:off x="4360805" y="72578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4" name="Stage1_sixpanel_8285">
            <a:extLst>
              <a:ext uri="{FF2B5EF4-FFF2-40B4-BE49-F238E27FC236}">
                <a16:creationId xmlns:a16="http://schemas.microsoft.com/office/drawing/2014/main" id="{424BC866-5FD5-4934-BF92-0CACBCC69B93}"/>
              </a:ext>
            </a:extLst>
          </p:cNvPr>
          <p:cNvSpPr>
            <a:spLocks noGrp="1"/>
          </p:cNvSpPr>
          <p:nvPr/>
        </p:nvSpPr>
        <p:spPr>
          <a:xfrm>
            <a:off x="4483321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5" name="Stage1_sixpanel_8286">
            <a:extLst>
              <a:ext uri="{FF2B5EF4-FFF2-40B4-BE49-F238E27FC236}">
                <a16:creationId xmlns:a16="http://schemas.microsoft.com/office/drawing/2014/main" id="{E1B1324E-C68A-4F68-939E-8377A2BB9CE0}"/>
              </a:ext>
            </a:extLst>
          </p:cNvPr>
          <p:cNvSpPr>
            <a:spLocks noGrp="1"/>
          </p:cNvSpPr>
          <p:nvPr/>
        </p:nvSpPr>
        <p:spPr>
          <a:xfrm>
            <a:off x="457388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6" name="Stage1_sixpanel_8287">
            <a:extLst>
              <a:ext uri="{FF2B5EF4-FFF2-40B4-BE49-F238E27FC236}">
                <a16:creationId xmlns:a16="http://schemas.microsoft.com/office/drawing/2014/main" id="{16DA8628-02DA-4695-93AC-E569B0F6A2BA}"/>
              </a:ext>
            </a:extLst>
          </p:cNvPr>
          <p:cNvSpPr>
            <a:spLocks noGrp="1"/>
          </p:cNvSpPr>
          <p:nvPr/>
        </p:nvSpPr>
        <p:spPr>
          <a:xfrm>
            <a:off x="452673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7" name="Stage1_sixpanel_8288">
            <a:extLst>
              <a:ext uri="{FF2B5EF4-FFF2-40B4-BE49-F238E27FC236}">
                <a16:creationId xmlns:a16="http://schemas.microsoft.com/office/drawing/2014/main" id="{836FA6DE-B414-4E1F-8193-B7455D04B4C6}"/>
              </a:ext>
            </a:extLst>
          </p:cNvPr>
          <p:cNvSpPr>
            <a:spLocks noGrp="1"/>
          </p:cNvSpPr>
          <p:nvPr/>
        </p:nvSpPr>
        <p:spPr>
          <a:xfrm>
            <a:off x="445538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8" name="Stage1_sixpanel_8289">
            <a:extLst>
              <a:ext uri="{FF2B5EF4-FFF2-40B4-BE49-F238E27FC236}">
                <a16:creationId xmlns:a16="http://schemas.microsoft.com/office/drawing/2014/main" id="{DF7C598B-8880-426F-A7CF-FEAA7AEC5E76}"/>
              </a:ext>
            </a:extLst>
          </p:cNvPr>
          <p:cNvSpPr>
            <a:spLocks noGrp="1"/>
          </p:cNvSpPr>
          <p:nvPr/>
        </p:nvSpPr>
        <p:spPr>
          <a:xfrm>
            <a:off x="446253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9" name="Stage1_sixpanel_8290">
            <a:extLst>
              <a:ext uri="{FF2B5EF4-FFF2-40B4-BE49-F238E27FC236}">
                <a16:creationId xmlns:a16="http://schemas.microsoft.com/office/drawing/2014/main" id="{98CEBCF4-7AF5-4B86-8DCE-F6A493A7DF89}"/>
              </a:ext>
            </a:extLst>
          </p:cNvPr>
          <p:cNvSpPr>
            <a:spLocks noGrp="1"/>
          </p:cNvSpPr>
          <p:nvPr/>
        </p:nvSpPr>
        <p:spPr>
          <a:xfrm>
            <a:off x="455553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0" name="Stage1_sixpanel_8291">
            <a:extLst>
              <a:ext uri="{FF2B5EF4-FFF2-40B4-BE49-F238E27FC236}">
                <a16:creationId xmlns:a16="http://schemas.microsoft.com/office/drawing/2014/main" id="{BDC462BC-8E6C-4AE4-AF17-C4FBB9C51C97}"/>
              </a:ext>
            </a:extLst>
          </p:cNvPr>
          <p:cNvSpPr>
            <a:spLocks noGrp="1"/>
          </p:cNvSpPr>
          <p:nvPr/>
        </p:nvSpPr>
        <p:spPr>
          <a:xfrm>
            <a:off x="443379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1" name="Stage1_sixpanel_8292">
            <a:extLst>
              <a:ext uri="{FF2B5EF4-FFF2-40B4-BE49-F238E27FC236}">
                <a16:creationId xmlns:a16="http://schemas.microsoft.com/office/drawing/2014/main" id="{D8C3FA68-418D-4D10-9F40-EB4E92020493}"/>
              </a:ext>
            </a:extLst>
          </p:cNvPr>
          <p:cNvSpPr>
            <a:spLocks noGrp="1"/>
          </p:cNvSpPr>
          <p:nvPr/>
        </p:nvSpPr>
        <p:spPr>
          <a:xfrm>
            <a:off x="444732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2" name="Stage1_sixpanel_8293">
            <a:extLst>
              <a:ext uri="{FF2B5EF4-FFF2-40B4-BE49-F238E27FC236}">
                <a16:creationId xmlns:a16="http://schemas.microsoft.com/office/drawing/2014/main" id="{4D648723-DDA1-4251-B2D0-F90D090158E1}"/>
              </a:ext>
            </a:extLst>
          </p:cNvPr>
          <p:cNvSpPr>
            <a:spLocks noGrp="1"/>
          </p:cNvSpPr>
          <p:nvPr/>
        </p:nvSpPr>
        <p:spPr>
          <a:xfrm>
            <a:off x="4427605" y="755245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3" name="Stage1_sixpanel_8294">
            <a:extLst>
              <a:ext uri="{FF2B5EF4-FFF2-40B4-BE49-F238E27FC236}">
                <a16:creationId xmlns:a16="http://schemas.microsoft.com/office/drawing/2014/main" id="{F8777611-88F4-4293-933C-9874A1581B7F}"/>
              </a:ext>
            </a:extLst>
          </p:cNvPr>
          <p:cNvSpPr>
            <a:spLocks noGrp="1"/>
          </p:cNvSpPr>
          <p:nvPr/>
        </p:nvSpPr>
        <p:spPr>
          <a:xfrm>
            <a:off x="443450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4" name="Stage1_sixpanel_8295">
            <a:extLst>
              <a:ext uri="{FF2B5EF4-FFF2-40B4-BE49-F238E27FC236}">
                <a16:creationId xmlns:a16="http://schemas.microsoft.com/office/drawing/2014/main" id="{B931F3ED-A270-4754-B8AC-8237A73C1746}"/>
              </a:ext>
            </a:extLst>
          </p:cNvPr>
          <p:cNvSpPr>
            <a:spLocks noGrp="1"/>
          </p:cNvSpPr>
          <p:nvPr/>
        </p:nvSpPr>
        <p:spPr>
          <a:xfrm>
            <a:off x="4484281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5" name="Stage1_sixpanel_8296">
            <a:extLst>
              <a:ext uri="{FF2B5EF4-FFF2-40B4-BE49-F238E27FC236}">
                <a16:creationId xmlns:a16="http://schemas.microsoft.com/office/drawing/2014/main" id="{2E98C8FA-D68B-483A-B14B-34F66DC6581F}"/>
              </a:ext>
            </a:extLst>
          </p:cNvPr>
          <p:cNvSpPr>
            <a:spLocks noGrp="1"/>
          </p:cNvSpPr>
          <p:nvPr/>
        </p:nvSpPr>
        <p:spPr>
          <a:xfrm>
            <a:off x="4445866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6" name="Stage1_sixpanel_8297">
            <a:extLst>
              <a:ext uri="{FF2B5EF4-FFF2-40B4-BE49-F238E27FC236}">
                <a16:creationId xmlns:a16="http://schemas.microsoft.com/office/drawing/2014/main" id="{2F125338-5B54-4642-A05F-9C7E58ACC661}"/>
              </a:ext>
            </a:extLst>
          </p:cNvPr>
          <p:cNvSpPr>
            <a:spLocks noGrp="1"/>
          </p:cNvSpPr>
          <p:nvPr/>
        </p:nvSpPr>
        <p:spPr>
          <a:xfrm>
            <a:off x="457685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7" name="Stage1_sixpanel_8298">
            <a:extLst>
              <a:ext uri="{FF2B5EF4-FFF2-40B4-BE49-F238E27FC236}">
                <a16:creationId xmlns:a16="http://schemas.microsoft.com/office/drawing/2014/main" id="{DDF72279-FB66-431A-A52B-71E085E059EC}"/>
              </a:ext>
            </a:extLst>
          </p:cNvPr>
          <p:cNvSpPr>
            <a:spLocks noGrp="1"/>
          </p:cNvSpPr>
          <p:nvPr/>
        </p:nvSpPr>
        <p:spPr>
          <a:xfrm>
            <a:off x="4546149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8" name="Stage1_sixpanel_8299">
            <a:extLst>
              <a:ext uri="{FF2B5EF4-FFF2-40B4-BE49-F238E27FC236}">
                <a16:creationId xmlns:a16="http://schemas.microsoft.com/office/drawing/2014/main" id="{294BBBD8-9DA4-480F-93BE-D420407F17BA}"/>
              </a:ext>
            </a:extLst>
          </p:cNvPr>
          <p:cNvSpPr>
            <a:spLocks noGrp="1"/>
          </p:cNvSpPr>
          <p:nvPr/>
        </p:nvSpPr>
        <p:spPr>
          <a:xfrm>
            <a:off x="4376917" y="758780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9" name="Stage1_sixpanel_8300">
            <a:extLst>
              <a:ext uri="{FF2B5EF4-FFF2-40B4-BE49-F238E27FC236}">
                <a16:creationId xmlns:a16="http://schemas.microsoft.com/office/drawing/2014/main" id="{EB29B158-2646-4824-810E-3EACEA397510}"/>
              </a:ext>
            </a:extLst>
          </p:cNvPr>
          <p:cNvSpPr>
            <a:spLocks noGrp="1"/>
          </p:cNvSpPr>
          <p:nvPr/>
        </p:nvSpPr>
        <p:spPr>
          <a:xfrm>
            <a:off x="4473377" y="78765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0" name="Stage1_sixpanel_8301">
            <a:extLst>
              <a:ext uri="{FF2B5EF4-FFF2-40B4-BE49-F238E27FC236}">
                <a16:creationId xmlns:a16="http://schemas.microsoft.com/office/drawing/2014/main" id="{E7E5D9E5-A6F6-4596-A3EC-6D49A1B11E3A}"/>
              </a:ext>
            </a:extLst>
          </p:cNvPr>
          <p:cNvSpPr>
            <a:spLocks noGrp="1"/>
          </p:cNvSpPr>
          <p:nvPr/>
        </p:nvSpPr>
        <p:spPr>
          <a:xfrm>
            <a:off x="451940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1" name="Stage1_sixpanel_8302">
            <a:extLst>
              <a:ext uri="{FF2B5EF4-FFF2-40B4-BE49-F238E27FC236}">
                <a16:creationId xmlns:a16="http://schemas.microsoft.com/office/drawing/2014/main" id="{58C5C1A1-22C8-4482-87A8-463468161558}"/>
              </a:ext>
            </a:extLst>
          </p:cNvPr>
          <p:cNvSpPr>
            <a:spLocks noGrp="1"/>
          </p:cNvSpPr>
          <p:nvPr/>
        </p:nvSpPr>
        <p:spPr>
          <a:xfrm>
            <a:off x="4536005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2" name="Stage1_sixpanel_8303">
            <a:extLst>
              <a:ext uri="{FF2B5EF4-FFF2-40B4-BE49-F238E27FC236}">
                <a16:creationId xmlns:a16="http://schemas.microsoft.com/office/drawing/2014/main" id="{996E0CB5-60AC-4672-8CF9-004B803F9D0E}"/>
              </a:ext>
            </a:extLst>
          </p:cNvPr>
          <p:cNvSpPr>
            <a:spLocks noGrp="1"/>
          </p:cNvSpPr>
          <p:nvPr/>
        </p:nvSpPr>
        <p:spPr>
          <a:xfrm>
            <a:off x="457585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3" name="Stage1_sixpanel_8304">
            <a:extLst>
              <a:ext uri="{FF2B5EF4-FFF2-40B4-BE49-F238E27FC236}">
                <a16:creationId xmlns:a16="http://schemas.microsoft.com/office/drawing/2014/main" id="{063C61AE-2784-451B-B722-A6571FF63B18}"/>
              </a:ext>
            </a:extLst>
          </p:cNvPr>
          <p:cNvSpPr>
            <a:spLocks noGrp="1"/>
          </p:cNvSpPr>
          <p:nvPr/>
        </p:nvSpPr>
        <p:spPr>
          <a:xfrm>
            <a:off x="437587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4" name="Stage1_sixpanel_8305">
            <a:extLst>
              <a:ext uri="{FF2B5EF4-FFF2-40B4-BE49-F238E27FC236}">
                <a16:creationId xmlns:a16="http://schemas.microsoft.com/office/drawing/2014/main" id="{AD55CAA1-B904-4EFF-A307-E1716E55252B}"/>
              </a:ext>
            </a:extLst>
          </p:cNvPr>
          <p:cNvSpPr>
            <a:spLocks noGrp="1"/>
          </p:cNvSpPr>
          <p:nvPr/>
        </p:nvSpPr>
        <p:spPr>
          <a:xfrm>
            <a:off x="4500358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5" name="Stage1_sixpanel_8306">
            <a:extLst>
              <a:ext uri="{FF2B5EF4-FFF2-40B4-BE49-F238E27FC236}">
                <a16:creationId xmlns:a16="http://schemas.microsoft.com/office/drawing/2014/main" id="{6FBD80F5-D761-453F-BBE5-4713BFF569DF}"/>
              </a:ext>
            </a:extLst>
          </p:cNvPr>
          <p:cNvSpPr>
            <a:spLocks noGrp="1"/>
          </p:cNvSpPr>
          <p:nvPr/>
        </p:nvSpPr>
        <p:spPr>
          <a:xfrm>
            <a:off x="4374028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6" name="Stage1_sixpanel_8307">
            <a:extLst>
              <a:ext uri="{FF2B5EF4-FFF2-40B4-BE49-F238E27FC236}">
                <a16:creationId xmlns:a16="http://schemas.microsoft.com/office/drawing/2014/main" id="{E733657F-EDEB-4F70-BDB7-17E004E9369B}"/>
              </a:ext>
            </a:extLst>
          </p:cNvPr>
          <p:cNvSpPr>
            <a:spLocks noGrp="1"/>
          </p:cNvSpPr>
          <p:nvPr/>
        </p:nvSpPr>
        <p:spPr>
          <a:xfrm>
            <a:off x="4445237" y="719890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7" name="Stage1_sixpanel_8308">
            <a:extLst>
              <a:ext uri="{FF2B5EF4-FFF2-40B4-BE49-F238E27FC236}">
                <a16:creationId xmlns:a16="http://schemas.microsoft.com/office/drawing/2014/main" id="{CE75E8C6-DE47-4664-B714-8398859070C0}"/>
              </a:ext>
            </a:extLst>
          </p:cNvPr>
          <p:cNvSpPr>
            <a:spLocks noGrp="1"/>
          </p:cNvSpPr>
          <p:nvPr/>
        </p:nvSpPr>
        <p:spPr>
          <a:xfrm>
            <a:off x="439207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8" name="Stage1_sixpanel_8309">
            <a:extLst>
              <a:ext uri="{FF2B5EF4-FFF2-40B4-BE49-F238E27FC236}">
                <a16:creationId xmlns:a16="http://schemas.microsoft.com/office/drawing/2014/main" id="{9FDDF0C1-B00D-4D61-ADF2-265D74948D78}"/>
              </a:ext>
            </a:extLst>
          </p:cNvPr>
          <p:cNvSpPr>
            <a:spLocks noGrp="1"/>
          </p:cNvSpPr>
          <p:nvPr/>
        </p:nvSpPr>
        <p:spPr>
          <a:xfrm>
            <a:off x="4482057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9" name="Stage1_sixpanel_8310">
            <a:extLst>
              <a:ext uri="{FF2B5EF4-FFF2-40B4-BE49-F238E27FC236}">
                <a16:creationId xmlns:a16="http://schemas.microsoft.com/office/drawing/2014/main" id="{367363AD-DC78-4057-9CC6-1CCD1AE882B7}"/>
              </a:ext>
            </a:extLst>
          </p:cNvPr>
          <p:cNvSpPr>
            <a:spLocks noGrp="1"/>
          </p:cNvSpPr>
          <p:nvPr/>
        </p:nvSpPr>
        <p:spPr>
          <a:xfrm>
            <a:off x="4362452" y="770203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0" name="Stage1_sixpanel_8311">
            <a:extLst>
              <a:ext uri="{FF2B5EF4-FFF2-40B4-BE49-F238E27FC236}">
                <a16:creationId xmlns:a16="http://schemas.microsoft.com/office/drawing/2014/main" id="{6CF380D8-DC46-41B5-AAE0-74698B622F5E}"/>
              </a:ext>
            </a:extLst>
          </p:cNvPr>
          <p:cNvSpPr>
            <a:spLocks noGrp="1"/>
          </p:cNvSpPr>
          <p:nvPr/>
        </p:nvSpPr>
        <p:spPr>
          <a:xfrm>
            <a:off x="4424702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1" name="Stage1_sixpanel_8312">
            <a:extLst>
              <a:ext uri="{FF2B5EF4-FFF2-40B4-BE49-F238E27FC236}">
                <a16:creationId xmlns:a16="http://schemas.microsoft.com/office/drawing/2014/main" id="{5FE02457-A96D-4605-8DE3-35C383DD1E34}"/>
              </a:ext>
            </a:extLst>
          </p:cNvPr>
          <p:cNvSpPr>
            <a:spLocks noGrp="1"/>
          </p:cNvSpPr>
          <p:nvPr/>
        </p:nvSpPr>
        <p:spPr>
          <a:xfrm>
            <a:off x="451369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2" name="Stage1_sixpanel_8313">
            <a:extLst>
              <a:ext uri="{FF2B5EF4-FFF2-40B4-BE49-F238E27FC236}">
                <a16:creationId xmlns:a16="http://schemas.microsoft.com/office/drawing/2014/main" id="{24DA8CAF-56E3-4381-88EA-B40E5389BED6}"/>
              </a:ext>
            </a:extLst>
          </p:cNvPr>
          <p:cNvSpPr>
            <a:spLocks noGrp="1"/>
          </p:cNvSpPr>
          <p:nvPr/>
        </p:nvSpPr>
        <p:spPr>
          <a:xfrm>
            <a:off x="439732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3" name="Stage1_sixpanel_8314">
            <a:extLst>
              <a:ext uri="{FF2B5EF4-FFF2-40B4-BE49-F238E27FC236}">
                <a16:creationId xmlns:a16="http://schemas.microsoft.com/office/drawing/2014/main" id="{9DDA4A20-2177-43DA-AAA1-07F7FC823FF4}"/>
              </a:ext>
            </a:extLst>
          </p:cNvPr>
          <p:cNvSpPr>
            <a:spLocks noGrp="1"/>
          </p:cNvSpPr>
          <p:nvPr/>
        </p:nvSpPr>
        <p:spPr>
          <a:xfrm>
            <a:off x="4501805" y="686121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4" name="Stage1_sixpanel_8315">
            <a:extLst>
              <a:ext uri="{FF2B5EF4-FFF2-40B4-BE49-F238E27FC236}">
                <a16:creationId xmlns:a16="http://schemas.microsoft.com/office/drawing/2014/main" id="{823DF6B2-0199-4528-BB71-EA631CC41B53}"/>
              </a:ext>
            </a:extLst>
          </p:cNvPr>
          <p:cNvSpPr>
            <a:spLocks noGrp="1"/>
          </p:cNvSpPr>
          <p:nvPr/>
        </p:nvSpPr>
        <p:spPr>
          <a:xfrm>
            <a:off x="440904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5" name="Stage1_sixpanel_8316">
            <a:extLst>
              <a:ext uri="{FF2B5EF4-FFF2-40B4-BE49-F238E27FC236}">
                <a16:creationId xmlns:a16="http://schemas.microsoft.com/office/drawing/2014/main" id="{2A805436-1B3C-475E-AFDC-797DE8D86B2F}"/>
              </a:ext>
            </a:extLst>
          </p:cNvPr>
          <p:cNvSpPr>
            <a:spLocks noGrp="1"/>
          </p:cNvSpPr>
          <p:nvPr/>
        </p:nvSpPr>
        <p:spPr>
          <a:xfrm>
            <a:off x="4563321" y="804841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6" name="Stage1_sixpanel_8317">
            <a:extLst>
              <a:ext uri="{FF2B5EF4-FFF2-40B4-BE49-F238E27FC236}">
                <a16:creationId xmlns:a16="http://schemas.microsoft.com/office/drawing/2014/main" id="{028F348D-F07C-45DF-AF8A-DD0FA5E5F5AC}"/>
              </a:ext>
            </a:extLst>
          </p:cNvPr>
          <p:cNvSpPr>
            <a:spLocks noGrp="1"/>
          </p:cNvSpPr>
          <p:nvPr/>
        </p:nvSpPr>
        <p:spPr>
          <a:xfrm>
            <a:off x="450311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7" name="Stage1_sixpanel_8318">
            <a:extLst>
              <a:ext uri="{FF2B5EF4-FFF2-40B4-BE49-F238E27FC236}">
                <a16:creationId xmlns:a16="http://schemas.microsoft.com/office/drawing/2014/main" id="{F6AC0762-176E-42D3-80F1-0313F4FEB86C}"/>
              </a:ext>
            </a:extLst>
          </p:cNvPr>
          <p:cNvSpPr>
            <a:spLocks noGrp="1"/>
          </p:cNvSpPr>
          <p:nvPr/>
        </p:nvSpPr>
        <p:spPr>
          <a:xfrm>
            <a:off x="4463633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8" name="Stage1_sixpanel_8319">
            <a:extLst>
              <a:ext uri="{FF2B5EF4-FFF2-40B4-BE49-F238E27FC236}">
                <a16:creationId xmlns:a16="http://schemas.microsoft.com/office/drawing/2014/main" id="{2D0A778B-612B-4AD2-B6A4-85F3554A52B2}"/>
              </a:ext>
            </a:extLst>
          </p:cNvPr>
          <p:cNvSpPr>
            <a:spLocks noGrp="1"/>
          </p:cNvSpPr>
          <p:nvPr/>
        </p:nvSpPr>
        <p:spPr>
          <a:xfrm>
            <a:off x="447921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9" name="Stage1_sixpanel_8320">
            <a:extLst>
              <a:ext uri="{FF2B5EF4-FFF2-40B4-BE49-F238E27FC236}">
                <a16:creationId xmlns:a16="http://schemas.microsoft.com/office/drawing/2014/main" id="{6CE910DF-F9E0-4879-AD4E-00108F24FA8A}"/>
              </a:ext>
            </a:extLst>
          </p:cNvPr>
          <p:cNvSpPr>
            <a:spLocks noGrp="1"/>
          </p:cNvSpPr>
          <p:nvPr/>
        </p:nvSpPr>
        <p:spPr>
          <a:xfrm>
            <a:off x="4425685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0" name="Stage1_sixpanel_8321">
            <a:extLst>
              <a:ext uri="{FF2B5EF4-FFF2-40B4-BE49-F238E27FC236}">
                <a16:creationId xmlns:a16="http://schemas.microsoft.com/office/drawing/2014/main" id="{93CA2AC8-9F7A-40F7-A57C-A0720B363874}"/>
              </a:ext>
            </a:extLst>
          </p:cNvPr>
          <p:cNvSpPr>
            <a:spLocks noGrp="1"/>
          </p:cNvSpPr>
          <p:nvPr/>
        </p:nvSpPr>
        <p:spPr>
          <a:xfrm>
            <a:off x="445350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1" name="Stage1_sixpanel_8322">
            <a:extLst>
              <a:ext uri="{FF2B5EF4-FFF2-40B4-BE49-F238E27FC236}">
                <a16:creationId xmlns:a16="http://schemas.microsoft.com/office/drawing/2014/main" id="{5764B1D4-B994-49C8-8D84-715F353D88AC}"/>
              </a:ext>
            </a:extLst>
          </p:cNvPr>
          <p:cNvSpPr>
            <a:spLocks noGrp="1"/>
          </p:cNvSpPr>
          <p:nvPr/>
        </p:nvSpPr>
        <p:spPr>
          <a:xfrm>
            <a:off x="4571208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2" name="Stage1_sixpanel_8323">
            <a:extLst>
              <a:ext uri="{FF2B5EF4-FFF2-40B4-BE49-F238E27FC236}">
                <a16:creationId xmlns:a16="http://schemas.microsoft.com/office/drawing/2014/main" id="{74A4A5B1-F617-4FD3-BBBF-84A18E94B4C9}"/>
              </a:ext>
            </a:extLst>
          </p:cNvPr>
          <p:cNvSpPr>
            <a:spLocks noGrp="1"/>
          </p:cNvSpPr>
          <p:nvPr/>
        </p:nvSpPr>
        <p:spPr>
          <a:xfrm>
            <a:off x="447864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3" name="Stage1_sixpanel_8324">
            <a:extLst>
              <a:ext uri="{FF2B5EF4-FFF2-40B4-BE49-F238E27FC236}">
                <a16:creationId xmlns:a16="http://schemas.microsoft.com/office/drawing/2014/main" id="{B9772DDA-2899-4EAA-8389-262C856C0A2C}"/>
              </a:ext>
            </a:extLst>
          </p:cNvPr>
          <p:cNvSpPr>
            <a:spLocks noGrp="1"/>
          </p:cNvSpPr>
          <p:nvPr/>
        </p:nvSpPr>
        <p:spPr>
          <a:xfrm>
            <a:off x="4529935" y="736542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4" name="Stage1_sixpanel_8325">
            <a:extLst>
              <a:ext uri="{FF2B5EF4-FFF2-40B4-BE49-F238E27FC236}">
                <a16:creationId xmlns:a16="http://schemas.microsoft.com/office/drawing/2014/main" id="{90B4D8E4-2EF8-4A95-8B3F-B9798B9B0712}"/>
              </a:ext>
            </a:extLst>
          </p:cNvPr>
          <p:cNvSpPr>
            <a:spLocks noGrp="1"/>
          </p:cNvSpPr>
          <p:nvPr/>
        </p:nvSpPr>
        <p:spPr>
          <a:xfrm>
            <a:off x="4389885" y="72578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5" name="Stage1_sixpanel_8326">
            <a:extLst>
              <a:ext uri="{FF2B5EF4-FFF2-40B4-BE49-F238E27FC236}">
                <a16:creationId xmlns:a16="http://schemas.microsoft.com/office/drawing/2014/main" id="{D6317A8F-1FF2-437C-9E5A-9C7D4E73D547}"/>
              </a:ext>
            </a:extLst>
          </p:cNvPr>
          <p:cNvSpPr>
            <a:spLocks noGrp="1"/>
          </p:cNvSpPr>
          <p:nvPr/>
        </p:nvSpPr>
        <p:spPr>
          <a:xfrm>
            <a:off x="447035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6" name="Stage1_sixpanel_8327">
            <a:extLst>
              <a:ext uri="{FF2B5EF4-FFF2-40B4-BE49-F238E27FC236}">
                <a16:creationId xmlns:a16="http://schemas.microsoft.com/office/drawing/2014/main" id="{0541C419-D655-48DB-848B-D0693497A5A2}"/>
              </a:ext>
            </a:extLst>
          </p:cNvPr>
          <p:cNvSpPr>
            <a:spLocks noGrp="1"/>
          </p:cNvSpPr>
          <p:nvPr/>
        </p:nvSpPr>
        <p:spPr>
          <a:xfrm>
            <a:off x="436376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7" name="Stage1_sixpanel_8328">
            <a:extLst>
              <a:ext uri="{FF2B5EF4-FFF2-40B4-BE49-F238E27FC236}">
                <a16:creationId xmlns:a16="http://schemas.microsoft.com/office/drawing/2014/main" id="{3F6B747F-B54F-4925-91B6-F1A495E26DCE}"/>
              </a:ext>
            </a:extLst>
          </p:cNvPr>
          <p:cNvSpPr>
            <a:spLocks noGrp="1"/>
          </p:cNvSpPr>
          <p:nvPr/>
        </p:nvSpPr>
        <p:spPr>
          <a:xfrm>
            <a:off x="4503537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8" name="Stage1_sixpanel_8329">
            <a:extLst>
              <a:ext uri="{FF2B5EF4-FFF2-40B4-BE49-F238E27FC236}">
                <a16:creationId xmlns:a16="http://schemas.microsoft.com/office/drawing/2014/main" id="{FF8A1164-7E8A-4302-9167-68FD7A7A2EBE}"/>
              </a:ext>
            </a:extLst>
          </p:cNvPr>
          <p:cNvSpPr>
            <a:spLocks noGrp="1"/>
          </p:cNvSpPr>
          <p:nvPr/>
        </p:nvSpPr>
        <p:spPr>
          <a:xfrm>
            <a:off x="4398593" y="703572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9" name="Stage1_sixpanel_8330">
            <a:extLst>
              <a:ext uri="{FF2B5EF4-FFF2-40B4-BE49-F238E27FC236}">
                <a16:creationId xmlns:a16="http://schemas.microsoft.com/office/drawing/2014/main" id="{6B5F159D-E4D3-4B00-8B98-BFC761A55302}"/>
              </a:ext>
            </a:extLst>
          </p:cNvPr>
          <p:cNvSpPr>
            <a:spLocks noGrp="1"/>
          </p:cNvSpPr>
          <p:nvPr/>
        </p:nvSpPr>
        <p:spPr>
          <a:xfrm>
            <a:off x="4408459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0" name="Stage1_sixpanel_8331">
            <a:extLst>
              <a:ext uri="{FF2B5EF4-FFF2-40B4-BE49-F238E27FC236}">
                <a16:creationId xmlns:a16="http://schemas.microsoft.com/office/drawing/2014/main" id="{7F4E7F9C-81CE-4BF2-B832-C237064E57EB}"/>
              </a:ext>
            </a:extLst>
          </p:cNvPr>
          <p:cNvSpPr>
            <a:spLocks noGrp="1"/>
          </p:cNvSpPr>
          <p:nvPr/>
        </p:nvSpPr>
        <p:spPr>
          <a:xfrm>
            <a:off x="4485999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1" name="Stage1_sixpanel_8332">
            <a:extLst>
              <a:ext uri="{FF2B5EF4-FFF2-40B4-BE49-F238E27FC236}">
                <a16:creationId xmlns:a16="http://schemas.microsoft.com/office/drawing/2014/main" id="{B0B57C39-A855-4C73-BB61-F309E402ED24}"/>
              </a:ext>
            </a:extLst>
          </p:cNvPr>
          <p:cNvSpPr>
            <a:spLocks noGrp="1"/>
          </p:cNvSpPr>
          <p:nvPr/>
        </p:nvSpPr>
        <p:spPr>
          <a:xfrm>
            <a:off x="4431123" y="764968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2" name="Stage1_sixpanel_8333">
            <a:extLst>
              <a:ext uri="{FF2B5EF4-FFF2-40B4-BE49-F238E27FC236}">
                <a16:creationId xmlns:a16="http://schemas.microsoft.com/office/drawing/2014/main" id="{BFC0E057-4747-448F-8759-2D3FEA4BBFFE}"/>
              </a:ext>
            </a:extLst>
          </p:cNvPr>
          <p:cNvSpPr>
            <a:spLocks noGrp="1"/>
          </p:cNvSpPr>
          <p:nvPr/>
        </p:nvSpPr>
        <p:spPr>
          <a:xfrm>
            <a:off x="444915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3" name="Stage1_sixpanel_8334">
            <a:extLst>
              <a:ext uri="{FF2B5EF4-FFF2-40B4-BE49-F238E27FC236}">
                <a16:creationId xmlns:a16="http://schemas.microsoft.com/office/drawing/2014/main" id="{B577C2AE-77BF-415D-8887-68785485D7A8}"/>
              </a:ext>
            </a:extLst>
          </p:cNvPr>
          <p:cNvSpPr>
            <a:spLocks noGrp="1"/>
          </p:cNvSpPr>
          <p:nvPr/>
        </p:nvSpPr>
        <p:spPr>
          <a:xfrm>
            <a:off x="454636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4" name="Stage1_sixpanel_8335">
            <a:extLst>
              <a:ext uri="{FF2B5EF4-FFF2-40B4-BE49-F238E27FC236}">
                <a16:creationId xmlns:a16="http://schemas.microsoft.com/office/drawing/2014/main" id="{9A161570-2E4F-4382-89CE-743355350F12}"/>
              </a:ext>
            </a:extLst>
          </p:cNvPr>
          <p:cNvSpPr>
            <a:spLocks noGrp="1"/>
          </p:cNvSpPr>
          <p:nvPr/>
        </p:nvSpPr>
        <p:spPr>
          <a:xfrm>
            <a:off x="4436441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5" name="Stage1_sixpanel_8336">
            <a:extLst>
              <a:ext uri="{FF2B5EF4-FFF2-40B4-BE49-F238E27FC236}">
                <a16:creationId xmlns:a16="http://schemas.microsoft.com/office/drawing/2014/main" id="{0C4C0053-35E6-46AC-9743-ABC0825FEDBD}"/>
              </a:ext>
            </a:extLst>
          </p:cNvPr>
          <p:cNvSpPr>
            <a:spLocks noGrp="1"/>
          </p:cNvSpPr>
          <p:nvPr/>
        </p:nvSpPr>
        <p:spPr>
          <a:xfrm>
            <a:off x="442294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6" name="Stage1_sixpanel_8337">
            <a:extLst>
              <a:ext uri="{FF2B5EF4-FFF2-40B4-BE49-F238E27FC236}">
                <a16:creationId xmlns:a16="http://schemas.microsoft.com/office/drawing/2014/main" id="{EF7622F9-DF86-4933-8EEB-DEC92417DF47}"/>
              </a:ext>
            </a:extLst>
          </p:cNvPr>
          <p:cNvSpPr>
            <a:spLocks noGrp="1"/>
          </p:cNvSpPr>
          <p:nvPr/>
        </p:nvSpPr>
        <p:spPr>
          <a:xfrm>
            <a:off x="437778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7" name="Stage1_sixpanel_8338">
            <a:extLst>
              <a:ext uri="{FF2B5EF4-FFF2-40B4-BE49-F238E27FC236}">
                <a16:creationId xmlns:a16="http://schemas.microsoft.com/office/drawing/2014/main" id="{F72CD723-518D-47E5-8FB1-62CEF63DBCB9}"/>
              </a:ext>
            </a:extLst>
          </p:cNvPr>
          <p:cNvSpPr>
            <a:spLocks noGrp="1"/>
          </p:cNvSpPr>
          <p:nvPr/>
        </p:nvSpPr>
        <p:spPr>
          <a:xfrm>
            <a:off x="4414022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8" name="Stage1_sixpanel_8339">
            <a:extLst>
              <a:ext uri="{FF2B5EF4-FFF2-40B4-BE49-F238E27FC236}">
                <a16:creationId xmlns:a16="http://schemas.microsoft.com/office/drawing/2014/main" id="{F8F235C2-3ACD-4A52-A645-1AD9041DD267}"/>
              </a:ext>
            </a:extLst>
          </p:cNvPr>
          <p:cNvSpPr>
            <a:spLocks noGrp="1"/>
          </p:cNvSpPr>
          <p:nvPr/>
        </p:nvSpPr>
        <p:spPr>
          <a:xfrm>
            <a:off x="456281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9" name="Stage1_sixpanel_8340">
            <a:extLst>
              <a:ext uri="{FF2B5EF4-FFF2-40B4-BE49-F238E27FC236}">
                <a16:creationId xmlns:a16="http://schemas.microsoft.com/office/drawing/2014/main" id="{E9F06275-B9A0-45F6-86C7-948245AAE2E3}"/>
              </a:ext>
            </a:extLst>
          </p:cNvPr>
          <p:cNvSpPr>
            <a:spLocks noGrp="1"/>
          </p:cNvSpPr>
          <p:nvPr/>
        </p:nvSpPr>
        <p:spPr>
          <a:xfrm>
            <a:off x="456103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0" name="Stage1_sixpanel_8341">
            <a:extLst>
              <a:ext uri="{FF2B5EF4-FFF2-40B4-BE49-F238E27FC236}">
                <a16:creationId xmlns:a16="http://schemas.microsoft.com/office/drawing/2014/main" id="{08531453-AB5C-4DAA-805E-2EF01E27AA52}"/>
              </a:ext>
            </a:extLst>
          </p:cNvPr>
          <p:cNvSpPr>
            <a:spLocks noGrp="1"/>
          </p:cNvSpPr>
          <p:nvPr/>
        </p:nvSpPr>
        <p:spPr>
          <a:xfrm>
            <a:off x="4540632" y="78765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1" name="Stage1_sixpanel_8342">
            <a:extLst>
              <a:ext uri="{FF2B5EF4-FFF2-40B4-BE49-F238E27FC236}">
                <a16:creationId xmlns:a16="http://schemas.microsoft.com/office/drawing/2014/main" id="{25E3DC05-5EF0-447E-A167-176A0532D3BB}"/>
              </a:ext>
            </a:extLst>
          </p:cNvPr>
          <p:cNvSpPr>
            <a:spLocks noGrp="1"/>
          </p:cNvSpPr>
          <p:nvPr/>
        </p:nvSpPr>
        <p:spPr>
          <a:xfrm>
            <a:off x="455201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2" name="Stage1_sixpanel_8343">
            <a:extLst>
              <a:ext uri="{FF2B5EF4-FFF2-40B4-BE49-F238E27FC236}">
                <a16:creationId xmlns:a16="http://schemas.microsoft.com/office/drawing/2014/main" id="{E682BB5C-9292-47C2-B1F5-7DF8853C87A0}"/>
              </a:ext>
            </a:extLst>
          </p:cNvPr>
          <p:cNvSpPr>
            <a:spLocks noGrp="1"/>
          </p:cNvSpPr>
          <p:nvPr/>
        </p:nvSpPr>
        <p:spPr>
          <a:xfrm>
            <a:off x="440905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3" name="Stage1_sixpanel_8344">
            <a:extLst>
              <a:ext uri="{FF2B5EF4-FFF2-40B4-BE49-F238E27FC236}">
                <a16:creationId xmlns:a16="http://schemas.microsoft.com/office/drawing/2014/main" id="{2F016BE6-0BF1-48BF-BF63-67C88378F57D}"/>
              </a:ext>
            </a:extLst>
          </p:cNvPr>
          <p:cNvSpPr>
            <a:spLocks noGrp="1"/>
          </p:cNvSpPr>
          <p:nvPr/>
        </p:nvSpPr>
        <p:spPr>
          <a:xfrm>
            <a:off x="4454858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4" name="Stage1_sixpanel_8345">
            <a:extLst>
              <a:ext uri="{FF2B5EF4-FFF2-40B4-BE49-F238E27FC236}">
                <a16:creationId xmlns:a16="http://schemas.microsoft.com/office/drawing/2014/main" id="{772B51D8-AECD-4734-9A0E-FA353CACBA21}"/>
              </a:ext>
            </a:extLst>
          </p:cNvPr>
          <p:cNvSpPr>
            <a:spLocks noGrp="1"/>
          </p:cNvSpPr>
          <p:nvPr/>
        </p:nvSpPr>
        <p:spPr>
          <a:xfrm>
            <a:off x="442537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5" name="Stage1_sixpanel_8346">
            <a:extLst>
              <a:ext uri="{FF2B5EF4-FFF2-40B4-BE49-F238E27FC236}">
                <a16:creationId xmlns:a16="http://schemas.microsoft.com/office/drawing/2014/main" id="{F2BC551C-1625-442A-91B6-24EF0959537F}"/>
              </a:ext>
            </a:extLst>
          </p:cNvPr>
          <p:cNvSpPr>
            <a:spLocks noGrp="1"/>
          </p:cNvSpPr>
          <p:nvPr/>
        </p:nvSpPr>
        <p:spPr>
          <a:xfrm>
            <a:off x="443767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6" name="Stage1_sixpanel_8347">
            <a:extLst>
              <a:ext uri="{FF2B5EF4-FFF2-40B4-BE49-F238E27FC236}">
                <a16:creationId xmlns:a16="http://schemas.microsoft.com/office/drawing/2014/main" id="{3516A025-5243-42A5-8780-F6A95FE7D251}"/>
              </a:ext>
            </a:extLst>
          </p:cNvPr>
          <p:cNvSpPr>
            <a:spLocks noGrp="1"/>
          </p:cNvSpPr>
          <p:nvPr/>
        </p:nvSpPr>
        <p:spPr>
          <a:xfrm>
            <a:off x="447129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7" name="Stage1_sixpanel_8348">
            <a:extLst>
              <a:ext uri="{FF2B5EF4-FFF2-40B4-BE49-F238E27FC236}">
                <a16:creationId xmlns:a16="http://schemas.microsoft.com/office/drawing/2014/main" id="{3EDB3171-98F2-47D4-AF76-E4AD3967F28F}"/>
              </a:ext>
            </a:extLst>
          </p:cNvPr>
          <p:cNvSpPr>
            <a:spLocks noGrp="1"/>
          </p:cNvSpPr>
          <p:nvPr/>
        </p:nvSpPr>
        <p:spPr>
          <a:xfrm>
            <a:off x="4453727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8" name="Stage1_sixpanel_8349">
            <a:extLst>
              <a:ext uri="{FF2B5EF4-FFF2-40B4-BE49-F238E27FC236}">
                <a16:creationId xmlns:a16="http://schemas.microsoft.com/office/drawing/2014/main" id="{265C03C8-9E1D-49A5-972B-5C368DB72E6B}"/>
              </a:ext>
            </a:extLst>
          </p:cNvPr>
          <p:cNvSpPr>
            <a:spLocks noGrp="1"/>
          </p:cNvSpPr>
          <p:nvPr/>
        </p:nvSpPr>
        <p:spPr>
          <a:xfrm>
            <a:off x="457031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9" name="Stage1_sixpanel_8350">
            <a:extLst>
              <a:ext uri="{FF2B5EF4-FFF2-40B4-BE49-F238E27FC236}">
                <a16:creationId xmlns:a16="http://schemas.microsoft.com/office/drawing/2014/main" id="{7240D085-F8A9-4C22-B2A5-CC25C44AA7FE}"/>
              </a:ext>
            </a:extLst>
          </p:cNvPr>
          <p:cNvSpPr>
            <a:spLocks noGrp="1"/>
          </p:cNvSpPr>
          <p:nvPr/>
        </p:nvSpPr>
        <p:spPr>
          <a:xfrm>
            <a:off x="455926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0" name="Stage1_sixpanel_8351">
            <a:extLst>
              <a:ext uri="{FF2B5EF4-FFF2-40B4-BE49-F238E27FC236}">
                <a16:creationId xmlns:a16="http://schemas.microsoft.com/office/drawing/2014/main" id="{AA0A11CB-C00B-4BC4-9469-6F5AAA4BC835}"/>
              </a:ext>
            </a:extLst>
          </p:cNvPr>
          <p:cNvSpPr>
            <a:spLocks noGrp="1"/>
          </p:cNvSpPr>
          <p:nvPr/>
        </p:nvSpPr>
        <p:spPr>
          <a:xfrm>
            <a:off x="444185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1" name="Stage1_sixpanel_8352">
            <a:extLst>
              <a:ext uri="{FF2B5EF4-FFF2-40B4-BE49-F238E27FC236}">
                <a16:creationId xmlns:a16="http://schemas.microsoft.com/office/drawing/2014/main" id="{2A570696-ABB4-42D2-853C-36C1C8A838F8}"/>
              </a:ext>
            </a:extLst>
          </p:cNvPr>
          <p:cNvSpPr>
            <a:spLocks noGrp="1"/>
          </p:cNvSpPr>
          <p:nvPr/>
        </p:nvSpPr>
        <p:spPr>
          <a:xfrm>
            <a:off x="448578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2" name="Stage1_sixpanel_8353">
            <a:extLst>
              <a:ext uri="{FF2B5EF4-FFF2-40B4-BE49-F238E27FC236}">
                <a16:creationId xmlns:a16="http://schemas.microsoft.com/office/drawing/2014/main" id="{8B7CBFF9-9C62-40AE-8AEE-8F6105180D91}"/>
              </a:ext>
            </a:extLst>
          </p:cNvPr>
          <p:cNvSpPr>
            <a:spLocks noGrp="1"/>
          </p:cNvSpPr>
          <p:nvPr/>
        </p:nvSpPr>
        <p:spPr>
          <a:xfrm>
            <a:off x="451400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3" name="Stage1_sixpanel_8354">
            <a:extLst>
              <a:ext uri="{FF2B5EF4-FFF2-40B4-BE49-F238E27FC236}">
                <a16:creationId xmlns:a16="http://schemas.microsoft.com/office/drawing/2014/main" id="{7ABE0501-3A65-4AFB-AB6A-BFBAC83B37BC}"/>
              </a:ext>
            </a:extLst>
          </p:cNvPr>
          <p:cNvSpPr>
            <a:spLocks noGrp="1"/>
          </p:cNvSpPr>
          <p:nvPr/>
        </p:nvSpPr>
        <p:spPr>
          <a:xfrm>
            <a:off x="4466729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4" name="Stage1_sixpanel_8355">
            <a:extLst>
              <a:ext uri="{FF2B5EF4-FFF2-40B4-BE49-F238E27FC236}">
                <a16:creationId xmlns:a16="http://schemas.microsoft.com/office/drawing/2014/main" id="{317D8956-EC4B-46EC-8BB1-23F9F85E9B05}"/>
              </a:ext>
            </a:extLst>
          </p:cNvPr>
          <p:cNvSpPr>
            <a:spLocks noGrp="1"/>
          </p:cNvSpPr>
          <p:nvPr/>
        </p:nvSpPr>
        <p:spPr>
          <a:xfrm>
            <a:off x="44800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5" name="Stage1_sixpanel_8356">
            <a:extLst>
              <a:ext uri="{FF2B5EF4-FFF2-40B4-BE49-F238E27FC236}">
                <a16:creationId xmlns:a16="http://schemas.microsoft.com/office/drawing/2014/main" id="{354A0D7E-4845-4131-8347-9F1FCC6ECA46}"/>
              </a:ext>
            </a:extLst>
          </p:cNvPr>
          <p:cNvSpPr>
            <a:spLocks noGrp="1"/>
          </p:cNvSpPr>
          <p:nvPr/>
        </p:nvSpPr>
        <p:spPr>
          <a:xfrm>
            <a:off x="4466712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6" name="Stage1_sixpanel_8357">
            <a:extLst>
              <a:ext uri="{FF2B5EF4-FFF2-40B4-BE49-F238E27FC236}">
                <a16:creationId xmlns:a16="http://schemas.microsoft.com/office/drawing/2014/main" id="{C6134DE7-23D7-443E-9945-FAA0E8D55DA1}"/>
              </a:ext>
            </a:extLst>
          </p:cNvPr>
          <p:cNvSpPr>
            <a:spLocks noGrp="1"/>
          </p:cNvSpPr>
          <p:nvPr/>
        </p:nvSpPr>
        <p:spPr>
          <a:xfrm>
            <a:off x="446263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7" name="Stage1_sixpanel_8358">
            <a:extLst>
              <a:ext uri="{FF2B5EF4-FFF2-40B4-BE49-F238E27FC236}">
                <a16:creationId xmlns:a16="http://schemas.microsoft.com/office/drawing/2014/main" id="{86677841-5346-4A14-9514-2BA7846C844E}"/>
              </a:ext>
            </a:extLst>
          </p:cNvPr>
          <p:cNvSpPr>
            <a:spLocks noGrp="1"/>
          </p:cNvSpPr>
          <p:nvPr/>
        </p:nvSpPr>
        <p:spPr>
          <a:xfrm>
            <a:off x="4558489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8" name="Stage1_sixpanel_8359">
            <a:extLst>
              <a:ext uri="{FF2B5EF4-FFF2-40B4-BE49-F238E27FC236}">
                <a16:creationId xmlns:a16="http://schemas.microsoft.com/office/drawing/2014/main" id="{3516659B-9A9C-4D89-8858-93ABC65E0BAC}"/>
              </a:ext>
            </a:extLst>
          </p:cNvPr>
          <p:cNvSpPr>
            <a:spLocks noGrp="1"/>
          </p:cNvSpPr>
          <p:nvPr/>
        </p:nvSpPr>
        <p:spPr>
          <a:xfrm>
            <a:off x="4579953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9" name="Stage1_sixpanel_8360">
            <a:extLst>
              <a:ext uri="{FF2B5EF4-FFF2-40B4-BE49-F238E27FC236}">
                <a16:creationId xmlns:a16="http://schemas.microsoft.com/office/drawing/2014/main" id="{0AB98F62-EEFF-40B2-838B-5C5B0153C668}"/>
              </a:ext>
            </a:extLst>
          </p:cNvPr>
          <p:cNvSpPr>
            <a:spLocks noGrp="1"/>
          </p:cNvSpPr>
          <p:nvPr/>
        </p:nvSpPr>
        <p:spPr>
          <a:xfrm>
            <a:off x="4511179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0" name="Stage1_sixpanel_8361">
            <a:extLst>
              <a:ext uri="{FF2B5EF4-FFF2-40B4-BE49-F238E27FC236}">
                <a16:creationId xmlns:a16="http://schemas.microsoft.com/office/drawing/2014/main" id="{8EAFEB8B-963D-46BB-B713-38DB005BBA56}"/>
              </a:ext>
            </a:extLst>
          </p:cNvPr>
          <p:cNvSpPr>
            <a:spLocks noGrp="1"/>
          </p:cNvSpPr>
          <p:nvPr/>
        </p:nvSpPr>
        <p:spPr>
          <a:xfrm>
            <a:off x="4423624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1" name="Stage1_sixpanel_8362">
            <a:extLst>
              <a:ext uri="{FF2B5EF4-FFF2-40B4-BE49-F238E27FC236}">
                <a16:creationId xmlns:a16="http://schemas.microsoft.com/office/drawing/2014/main" id="{F709C180-E643-4D9F-98B2-45FF4B1130FA}"/>
              </a:ext>
            </a:extLst>
          </p:cNvPr>
          <p:cNvSpPr>
            <a:spLocks noGrp="1"/>
          </p:cNvSpPr>
          <p:nvPr/>
        </p:nvSpPr>
        <p:spPr>
          <a:xfrm>
            <a:off x="4539696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2" name="Stage1_sixpanel_8363">
            <a:extLst>
              <a:ext uri="{FF2B5EF4-FFF2-40B4-BE49-F238E27FC236}">
                <a16:creationId xmlns:a16="http://schemas.microsoft.com/office/drawing/2014/main" id="{3E8EC2A2-FCC5-4837-AF2C-7F987A1CC52C}"/>
              </a:ext>
            </a:extLst>
          </p:cNvPr>
          <p:cNvSpPr>
            <a:spLocks noGrp="1"/>
          </p:cNvSpPr>
          <p:nvPr/>
        </p:nvSpPr>
        <p:spPr>
          <a:xfrm>
            <a:off x="4370911" y="79281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3" name="Stage1_sixpanel_8364">
            <a:extLst>
              <a:ext uri="{FF2B5EF4-FFF2-40B4-BE49-F238E27FC236}">
                <a16:creationId xmlns:a16="http://schemas.microsoft.com/office/drawing/2014/main" id="{87E82233-F2B7-4E5E-8326-AEEC89F2887D}"/>
              </a:ext>
            </a:extLst>
          </p:cNvPr>
          <p:cNvSpPr>
            <a:spLocks noGrp="1"/>
          </p:cNvSpPr>
          <p:nvPr/>
        </p:nvSpPr>
        <p:spPr>
          <a:xfrm>
            <a:off x="436545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4" name="Stage1_sixpanel_8365">
            <a:extLst>
              <a:ext uri="{FF2B5EF4-FFF2-40B4-BE49-F238E27FC236}">
                <a16:creationId xmlns:a16="http://schemas.microsoft.com/office/drawing/2014/main" id="{4F562546-EAB6-4F28-9EFC-9A9A24567972}"/>
              </a:ext>
            </a:extLst>
          </p:cNvPr>
          <p:cNvSpPr>
            <a:spLocks noGrp="1"/>
          </p:cNvSpPr>
          <p:nvPr/>
        </p:nvSpPr>
        <p:spPr>
          <a:xfrm>
            <a:off x="4514267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5" name="Stage1_sixpanel_8366">
            <a:extLst>
              <a:ext uri="{FF2B5EF4-FFF2-40B4-BE49-F238E27FC236}">
                <a16:creationId xmlns:a16="http://schemas.microsoft.com/office/drawing/2014/main" id="{79689288-B25C-47C5-9F46-67F72490EF95}"/>
              </a:ext>
            </a:extLst>
          </p:cNvPr>
          <p:cNvSpPr>
            <a:spLocks noGrp="1"/>
          </p:cNvSpPr>
          <p:nvPr/>
        </p:nvSpPr>
        <p:spPr>
          <a:xfrm>
            <a:off x="447167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6" name="Stage1_sixpanel_8367">
            <a:extLst>
              <a:ext uri="{FF2B5EF4-FFF2-40B4-BE49-F238E27FC236}">
                <a16:creationId xmlns:a16="http://schemas.microsoft.com/office/drawing/2014/main" id="{6E78F2B9-F7DB-4A07-B7EE-51CE90AA5983}"/>
              </a:ext>
            </a:extLst>
          </p:cNvPr>
          <p:cNvSpPr>
            <a:spLocks noGrp="1"/>
          </p:cNvSpPr>
          <p:nvPr/>
        </p:nvSpPr>
        <p:spPr>
          <a:xfrm>
            <a:off x="448027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7" name="Stage1_sixpanel_8368">
            <a:extLst>
              <a:ext uri="{FF2B5EF4-FFF2-40B4-BE49-F238E27FC236}">
                <a16:creationId xmlns:a16="http://schemas.microsoft.com/office/drawing/2014/main" id="{F9321EC4-9F2E-468C-93E1-D3195C4DEA8D}"/>
              </a:ext>
            </a:extLst>
          </p:cNvPr>
          <p:cNvSpPr>
            <a:spLocks noGrp="1"/>
          </p:cNvSpPr>
          <p:nvPr/>
        </p:nvSpPr>
        <p:spPr>
          <a:xfrm>
            <a:off x="446487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8" name="Stage1_sixpanel_8369">
            <a:extLst>
              <a:ext uri="{FF2B5EF4-FFF2-40B4-BE49-F238E27FC236}">
                <a16:creationId xmlns:a16="http://schemas.microsoft.com/office/drawing/2014/main" id="{593995D1-4634-45AF-855F-590167048F64}"/>
              </a:ext>
            </a:extLst>
          </p:cNvPr>
          <p:cNvSpPr>
            <a:spLocks noGrp="1"/>
          </p:cNvSpPr>
          <p:nvPr/>
        </p:nvSpPr>
        <p:spPr>
          <a:xfrm>
            <a:off x="4415407" y="777342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9" name="Stage1_sixpanel_8370">
            <a:extLst>
              <a:ext uri="{FF2B5EF4-FFF2-40B4-BE49-F238E27FC236}">
                <a16:creationId xmlns:a16="http://schemas.microsoft.com/office/drawing/2014/main" id="{2E7AF06B-6D36-41C8-81D3-54D4E6169366}"/>
              </a:ext>
            </a:extLst>
          </p:cNvPr>
          <p:cNvSpPr>
            <a:spLocks noGrp="1"/>
          </p:cNvSpPr>
          <p:nvPr/>
        </p:nvSpPr>
        <p:spPr>
          <a:xfrm>
            <a:off x="436891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0" name="Stage1_sixpanel_8371">
            <a:extLst>
              <a:ext uri="{FF2B5EF4-FFF2-40B4-BE49-F238E27FC236}">
                <a16:creationId xmlns:a16="http://schemas.microsoft.com/office/drawing/2014/main" id="{F69B2FEC-5E49-4925-A402-2BEB424604E8}"/>
              </a:ext>
            </a:extLst>
          </p:cNvPr>
          <p:cNvSpPr>
            <a:spLocks noGrp="1"/>
          </p:cNvSpPr>
          <p:nvPr/>
        </p:nvSpPr>
        <p:spPr>
          <a:xfrm>
            <a:off x="4383344" y="712033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1" name="Stage1_sixpanel_8372">
            <a:extLst>
              <a:ext uri="{FF2B5EF4-FFF2-40B4-BE49-F238E27FC236}">
                <a16:creationId xmlns:a16="http://schemas.microsoft.com/office/drawing/2014/main" id="{0DE1D9DF-6590-4CC8-AC81-57B17343AD11}"/>
              </a:ext>
            </a:extLst>
          </p:cNvPr>
          <p:cNvSpPr>
            <a:spLocks noGrp="1"/>
          </p:cNvSpPr>
          <p:nvPr/>
        </p:nvSpPr>
        <p:spPr>
          <a:xfrm>
            <a:off x="4455192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2" name="Stage1_sixpanel_8373">
            <a:extLst>
              <a:ext uri="{FF2B5EF4-FFF2-40B4-BE49-F238E27FC236}">
                <a16:creationId xmlns:a16="http://schemas.microsoft.com/office/drawing/2014/main" id="{1A5157B9-D697-4ACC-ABF6-452519FC4848}"/>
              </a:ext>
            </a:extLst>
          </p:cNvPr>
          <p:cNvSpPr>
            <a:spLocks noGrp="1"/>
          </p:cNvSpPr>
          <p:nvPr/>
        </p:nvSpPr>
        <p:spPr>
          <a:xfrm>
            <a:off x="4530534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3" name="Stage1_sixpanel_8374">
            <a:extLst>
              <a:ext uri="{FF2B5EF4-FFF2-40B4-BE49-F238E27FC236}">
                <a16:creationId xmlns:a16="http://schemas.microsoft.com/office/drawing/2014/main" id="{2BE2B0BF-D95D-4CE5-A8EB-9AF03EC311EC}"/>
              </a:ext>
            </a:extLst>
          </p:cNvPr>
          <p:cNvSpPr>
            <a:spLocks noGrp="1"/>
          </p:cNvSpPr>
          <p:nvPr/>
        </p:nvSpPr>
        <p:spPr>
          <a:xfrm>
            <a:off x="4396775" y="772923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4" name="Stage1_sixpanel_8375">
            <a:extLst>
              <a:ext uri="{FF2B5EF4-FFF2-40B4-BE49-F238E27FC236}">
                <a16:creationId xmlns:a16="http://schemas.microsoft.com/office/drawing/2014/main" id="{5B58D111-4D2C-496B-8B5F-45F46219B9E3}"/>
              </a:ext>
            </a:extLst>
          </p:cNvPr>
          <p:cNvSpPr>
            <a:spLocks noGrp="1"/>
          </p:cNvSpPr>
          <p:nvPr/>
        </p:nvSpPr>
        <p:spPr>
          <a:xfrm>
            <a:off x="4575292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5" name="Stage1_sixpanel_8376">
            <a:extLst>
              <a:ext uri="{FF2B5EF4-FFF2-40B4-BE49-F238E27FC236}">
                <a16:creationId xmlns:a16="http://schemas.microsoft.com/office/drawing/2014/main" id="{71146EA8-B9A8-441F-B849-A6658DA62B04}"/>
              </a:ext>
            </a:extLst>
          </p:cNvPr>
          <p:cNvSpPr>
            <a:spLocks noGrp="1"/>
          </p:cNvSpPr>
          <p:nvPr/>
        </p:nvSpPr>
        <p:spPr>
          <a:xfrm>
            <a:off x="456123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6" name="Stage1_sixpanel_8377">
            <a:extLst>
              <a:ext uri="{FF2B5EF4-FFF2-40B4-BE49-F238E27FC236}">
                <a16:creationId xmlns:a16="http://schemas.microsoft.com/office/drawing/2014/main" id="{DA37B232-F693-4E39-86FC-CB4E144BFF98}"/>
              </a:ext>
            </a:extLst>
          </p:cNvPr>
          <p:cNvSpPr>
            <a:spLocks noGrp="1"/>
          </p:cNvSpPr>
          <p:nvPr/>
        </p:nvSpPr>
        <p:spPr>
          <a:xfrm>
            <a:off x="445319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7" name="Stage1_sixpanel_8378">
            <a:extLst>
              <a:ext uri="{FF2B5EF4-FFF2-40B4-BE49-F238E27FC236}">
                <a16:creationId xmlns:a16="http://schemas.microsoft.com/office/drawing/2014/main" id="{D821B1CE-AD2F-452F-A23A-22DF84D63307}"/>
              </a:ext>
            </a:extLst>
          </p:cNvPr>
          <p:cNvSpPr>
            <a:spLocks noGrp="1"/>
          </p:cNvSpPr>
          <p:nvPr/>
        </p:nvSpPr>
        <p:spPr>
          <a:xfrm>
            <a:off x="4572598" y="730938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8" name="Stage1_sixpanel_8379">
            <a:extLst>
              <a:ext uri="{FF2B5EF4-FFF2-40B4-BE49-F238E27FC236}">
                <a16:creationId xmlns:a16="http://schemas.microsoft.com/office/drawing/2014/main" id="{90CD41EE-3F81-4A5B-BFAE-3CC64A43D8C4}"/>
              </a:ext>
            </a:extLst>
          </p:cNvPr>
          <p:cNvSpPr>
            <a:spLocks noGrp="1"/>
          </p:cNvSpPr>
          <p:nvPr/>
        </p:nvSpPr>
        <p:spPr>
          <a:xfrm>
            <a:off x="447154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9" name="Stage1_sixpanel_8380">
            <a:extLst>
              <a:ext uri="{FF2B5EF4-FFF2-40B4-BE49-F238E27FC236}">
                <a16:creationId xmlns:a16="http://schemas.microsoft.com/office/drawing/2014/main" id="{325C43FD-CD39-49AE-8F1E-25F1F34C6FEB}"/>
              </a:ext>
            </a:extLst>
          </p:cNvPr>
          <p:cNvSpPr>
            <a:spLocks noGrp="1"/>
          </p:cNvSpPr>
          <p:nvPr/>
        </p:nvSpPr>
        <p:spPr>
          <a:xfrm>
            <a:off x="448568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0" name="Stage1_sixpanel_8381">
            <a:extLst>
              <a:ext uri="{FF2B5EF4-FFF2-40B4-BE49-F238E27FC236}">
                <a16:creationId xmlns:a16="http://schemas.microsoft.com/office/drawing/2014/main" id="{45B6993A-AA5A-48AF-84F6-71A96E94FAED}"/>
              </a:ext>
            </a:extLst>
          </p:cNvPr>
          <p:cNvSpPr>
            <a:spLocks noGrp="1"/>
          </p:cNvSpPr>
          <p:nvPr/>
        </p:nvSpPr>
        <p:spPr>
          <a:xfrm>
            <a:off x="441690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1" name="Stage1_sixpanel_8382">
            <a:extLst>
              <a:ext uri="{FF2B5EF4-FFF2-40B4-BE49-F238E27FC236}">
                <a16:creationId xmlns:a16="http://schemas.microsoft.com/office/drawing/2014/main" id="{EE69C5B6-C25F-461E-857B-3A96F88B19E4}"/>
              </a:ext>
            </a:extLst>
          </p:cNvPr>
          <p:cNvSpPr>
            <a:spLocks noGrp="1"/>
          </p:cNvSpPr>
          <p:nvPr/>
        </p:nvSpPr>
        <p:spPr>
          <a:xfrm>
            <a:off x="4505722" y="777342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2" name="Stage1_sixpanel_8383">
            <a:extLst>
              <a:ext uri="{FF2B5EF4-FFF2-40B4-BE49-F238E27FC236}">
                <a16:creationId xmlns:a16="http://schemas.microsoft.com/office/drawing/2014/main" id="{E35096C7-1FC5-45FC-A7DC-696DFF4ED172}"/>
              </a:ext>
            </a:extLst>
          </p:cNvPr>
          <p:cNvSpPr>
            <a:spLocks noGrp="1"/>
          </p:cNvSpPr>
          <p:nvPr/>
        </p:nvSpPr>
        <p:spPr>
          <a:xfrm>
            <a:off x="453509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3" name="Stage1_sixpanel_8384">
            <a:extLst>
              <a:ext uri="{FF2B5EF4-FFF2-40B4-BE49-F238E27FC236}">
                <a16:creationId xmlns:a16="http://schemas.microsoft.com/office/drawing/2014/main" id="{597E2BA1-A4B6-4B9D-884A-747A65D06F81}"/>
              </a:ext>
            </a:extLst>
          </p:cNvPr>
          <p:cNvSpPr>
            <a:spLocks noGrp="1"/>
          </p:cNvSpPr>
          <p:nvPr/>
        </p:nvSpPr>
        <p:spPr>
          <a:xfrm>
            <a:off x="4572480" y="709283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4" name="Stage1_sixpanel_8385">
            <a:extLst>
              <a:ext uri="{FF2B5EF4-FFF2-40B4-BE49-F238E27FC236}">
                <a16:creationId xmlns:a16="http://schemas.microsoft.com/office/drawing/2014/main" id="{60A53797-6E59-4780-A633-80BD1033DD7A}"/>
              </a:ext>
            </a:extLst>
          </p:cNvPr>
          <p:cNvSpPr>
            <a:spLocks noGrp="1"/>
          </p:cNvSpPr>
          <p:nvPr/>
        </p:nvSpPr>
        <p:spPr>
          <a:xfrm>
            <a:off x="4454001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5" name="Stage1_sixpanel_8386">
            <a:extLst>
              <a:ext uri="{FF2B5EF4-FFF2-40B4-BE49-F238E27FC236}">
                <a16:creationId xmlns:a16="http://schemas.microsoft.com/office/drawing/2014/main" id="{95747D81-9728-4DF8-914F-5648C0E9DBB9}"/>
              </a:ext>
            </a:extLst>
          </p:cNvPr>
          <p:cNvSpPr>
            <a:spLocks noGrp="1"/>
          </p:cNvSpPr>
          <p:nvPr/>
        </p:nvSpPr>
        <p:spPr>
          <a:xfrm>
            <a:off x="437845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6" name="Stage1_sixpanel_8387">
            <a:extLst>
              <a:ext uri="{FF2B5EF4-FFF2-40B4-BE49-F238E27FC236}">
                <a16:creationId xmlns:a16="http://schemas.microsoft.com/office/drawing/2014/main" id="{F081F2C5-53B9-4484-A037-2B7746B4DDA6}"/>
              </a:ext>
            </a:extLst>
          </p:cNvPr>
          <p:cNvSpPr>
            <a:spLocks noGrp="1"/>
          </p:cNvSpPr>
          <p:nvPr/>
        </p:nvSpPr>
        <p:spPr>
          <a:xfrm>
            <a:off x="437615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7" name="Stage1_sixpanel_8388">
            <a:extLst>
              <a:ext uri="{FF2B5EF4-FFF2-40B4-BE49-F238E27FC236}">
                <a16:creationId xmlns:a16="http://schemas.microsoft.com/office/drawing/2014/main" id="{5B6E61F4-6223-4976-AA6F-2422AC9291AD}"/>
              </a:ext>
            </a:extLst>
          </p:cNvPr>
          <p:cNvSpPr>
            <a:spLocks noGrp="1"/>
          </p:cNvSpPr>
          <p:nvPr/>
        </p:nvSpPr>
        <p:spPr>
          <a:xfrm>
            <a:off x="457985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8" name="Stage1_sixpanel_8389">
            <a:extLst>
              <a:ext uri="{FF2B5EF4-FFF2-40B4-BE49-F238E27FC236}">
                <a16:creationId xmlns:a16="http://schemas.microsoft.com/office/drawing/2014/main" id="{C3DBE5A4-C0BD-48C2-A839-D70A4DC8F756}"/>
              </a:ext>
            </a:extLst>
          </p:cNvPr>
          <p:cNvSpPr>
            <a:spLocks noGrp="1"/>
          </p:cNvSpPr>
          <p:nvPr/>
        </p:nvSpPr>
        <p:spPr>
          <a:xfrm>
            <a:off x="445686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9" name="Stage1_sixpanel_8390">
            <a:extLst>
              <a:ext uri="{FF2B5EF4-FFF2-40B4-BE49-F238E27FC236}">
                <a16:creationId xmlns:a16="http://schemas.microsoft.com/office/drawing/2014/main" id="{B6B86980-10CD-4CCE-AF21-14E94298A3EE}"/>
              </a:ext>
            </a:extLst>
          </p:cNvPr>
          <p:cNvSpPr>
            <a:spLocks noGrp="1"/>
          </p:cNvSpPr>
          <p:nvPr/>
        </p:nvSpPr>
        <p:spPr>
          <a:xfrm>
            <a:off x="4468142" y="755245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0" name="Stage1_sixpanel_8391">
            <a:extLst>
              <a:ext uri="{FF2B5EF4-FFF2-40B4-BE49-F238E27FC236}">
                <a16:creationId xmlns:a16="http://schemas.microsoft.com/office/drawing/2014/main" id="{3CEE173F-8228-4AA0-8B18-64D608332C30}"/>
              </a:ext>
            </a:extLst>
          </p:cNvPr>
          <p:cNvSpPr>
            <a:spLocks noGrp="1"/>
          </p:cNvSpPr>
          <p:nvPr/>
        </p:nvSpPr>
        <p:spPr>
          <a:xfrm>
            <a:off x="445061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1" name="Stage1_sixpanel_8392">
            <a:extLst>
              <a:ext uri="{FF2B5EF4-FFF2-40B4-BE49-F238E27FC236}">
                <a16:creationId xmlns:a16="http://schemas.microsoft.com/office/drawing/2014/main" id="{6A9A9F2F-5B8E-41B8-950F-DF717B5E1C80}"/>
              </a:ext>
            </a:extLst>
          </p:cNvPr>
          <p:cNvSpPr>
            <a:spLocks noGrp="1"/>
          </p:cNvSpPr>
          <p:nvPr/>
        </p:nvSpPr>
        <p:spPr>
          <a:xfrm>
            <a:off x="4510501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2" name="Stage1_sixpanel_8393">
            <a:extLst>
              <a:ext uri="{FF2B5EF4-FFF2-40B4-BE49-F238E27FC236}">
                <a16:creationId xmlns:a16="http://schemas.microsoft.com/office/drawing/2014/main" id="{FA950195-78FC-418D-B612-9B6A09E21082}"/>
              </a:ext>
            </a:extLst>
          </p:cNvPr>
          <p:cNvSpPr>
            <a:spLocks noGrp="1"/>
          </p:cNvSpPr>
          <p:nvPr/>
        </p:nvSpPr>
        <p:spPr>
          <a:xfrm>
            <a:off x="4363474" y="782676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3" name="Stage1_sixpanel_8394">
            <a:extLst>
              <a:ext uri="{FF2B5EF4-FFF2-40B4-BE49-F238E27FC236}">
                <a16:creationId xmlns:a16="http://schemas.microsoft.com/office/drawing/2014/main" id="{7D4E7791-3649-48B9-944B-32C597ED1388}"/>
              </a:ext>
            </a:extLst>
          </p:cNvPr>
          <p:cNvSpPr>
            <a:spLocks noGrp="1"/>
          </p:cNvSpPr>
          <p:nvPr/>
        </p:nvSpPr>
        <p:spPr>
          <a:xfrm>
            <a:off x="4490314" y="734032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4" name="Stage1_sixpanel_8395">
            <a:extLst>
              <a:ext uri="{FF2B5EF4-FFF2-40B4-BE49-F238E27FC236}">
                <a16:creationId xmlns:a16="http://schemas.microsoft.com/office/drawing/2014/main" id="{D7976000-A0DA-4B5D-8984-AB9371121F9B}"/>
              </a:ext>
            </a:extLst>
          </p:cNvPr>
          <p:cNvSpPr>
            <a:spLocks noGrp="1"/>
          </p:cNvSpPr>
          <p:nvPr/>
        </p:nvSpPr>
        <p:spPr>
          <a:xfrm>
            <a:off x="451665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5" name="Stage1_sixpanel_8396">
            <a:extLst>
              <a:ext uri="{FF2B5EF4-FFF2-40B4-BE49-F238E27FC236}">
                <a16:creationId xmlns:a16="http://schemas.microsoft.com/office/drawing/2014/main" id="{0B7152A8-2A1F-4876-BC7A-CA8B13D68A27}"/>
              </a:ext>
            </a:extLst>
          </p:cNvPr>
          <p:cNvSpPr>
            <a:spLocks noGrp="1"/>
          </p:cNvSpPr>
          <p:nvPr/>
        </p:nvSpPr>
        <p:spPr>
          <a:xfrm>
            <a:off x="4565181" y="798135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6" name="Stage1_sixpanel_8397">
            <a:extLst>
              <a:ext uri="{FF2B5EF4-FFF2-40B4-BE49-F238E27FC236}">
                <a16:creationId xmlns:a16="http://schemas.microsoft.com/office/drawing/2014/main" id="{411B1CC5-E3A5-4F08-806E-2ECEB3FFEBD4}"/>
              </a:ext>
            </a:extLst>
          </p:cNvPr>
          <p:cNvSpPr>
            <a:spLocks noGrp="1"/>
          </p:cNvSpPr>
          <p:nvPr/>
        </p:nvSpPr>
        <p:spPr>
          <a:xfrm>
            <a:off x="4480162" y="78765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7" name="Stage1_sixpanel_8398">
            <a:extLst>
              <a:ext uri="{FF2B5EF4-FFF2-40B4-BE49-F238E27FC236}">
                <a16:creationId xmlns:a16="http://schemas.microsoft.com/office/drawing/2014/main" id="{390A7642-36C4-4DC7-9CB2-A4C3AF9CDECA}"/>
              </a:ext>
            </a:extLst>
          </p:cNvPr>
          <p:cNvSpPr>
            <a:spLocks noGrp="1"/>
          </p:cNvSpPr>
          <p:nvPr/>
        </p:nvSpPr>
        <p:spPr>
          <a:xfrm>
            <a:off x="443503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8" name="Stage1_sixpanel_8399">
            <a:extLst>
              <a:ext uri="{FF2B5EF4-FFF2-40B4-BE49-F238E27FC236}">
                <a16:creationId xmlns:a16="http://schemas.microsoft.com/office/drawing/2014/main" id="{50238378-36E4-4635-8656-E46C413193BA}"/>
              </a:ext>
            </a:extLst>
          </p:cNvPr>
          <p:cNvSpPr>
            <a:spLocks noGrp="1"/>
          </p:cNvSpPr>
          <p:nvPr/>
        </p:nvSpPr>
        <p:spPr>
          <a:xfrm>
            <a:off x="4503962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9" name="Stage1_sixpanel_8400">
            <a:extLst>
              <a:ext uri="{FF2B5EF4-FFF2-40B4-BE49-F238E27FC236}">
                <a16:creationId xmlns:a16="http://schemas.microsoft.com/office/drawing/2014/main" id="{CA61B37D-46B2-4C34-93EB-BAA99F630CB3}"/>
              </a:ext>
            </a:extLst>
          </p:cNvPr>
          <p:cNvSpPr>
            <a:spLocks noGrp="1"/>
          </p:cNvSpPr>
          <p:nvPr/>
        </p:nvSpPr>
        <p:spPr>
          <a:xfrm>
            <a:off x="452837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30" name="Stage1_sixpanel_8401">
            <a:extLst>
              <a:ext uri="{FF2B5EF4-FFF2-40B4-BE49-F238E27FC236}">
                <a16:creationId xmlns:a16="http://schemas.microsoft.com/office/drawing/2014/main" id="{667413BA-F661-4A39-9C6D-FA7582F3D716}"/>
              </a:ext>
            </a:extLst>
          </p:cNvPr>
          <p:cNvSpPr>
            <a:spLocks noGrp="1"/>
          </p:cNvSpPr>
          <p:nvPr/>
        </p:nvSpPr>
        <p:spPr>
          <a:xfrm>
            <a:off x="4480444" y="727925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31" name="Stage1_sixpanel_8402">
            <a:extLst>
              <a:ext uri="{FF2B5EF4-FFF2-40B4-BE49-F238E27FC236}">
                <a16:creationId xmlns:a16="http://schemas.microsoft.com/office/drawing/2014/main" id="{CE425386-5347-41B4-98FC-45997AE00320}"/>
              </a:ext>
            </a:extLst>
          </p:cNvPr>
          <p:cNvSpPr>
            <a:spLocks noGrp="1"/>
          </p:cNvSpPr>
          <p:nvPr/>
        </p:nvSpPr>
        <p:spPr>
          <a:xfrm>
            <a:off x="444611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32" name="Stage1_sixpanel_8403">
            <a:extLst>
              <a:ext uri="{FF2B5EF4-FFF2-40B4-BE49-F238E27FC236}">
                <a16:creationId xmlns:a16="http://schemas.microsoft.com/office/drawing/2014/main" id="{A1723D6C-C48C-4224-BC57-6DBDCB670763}"/>
              </a:ext>
            </a:extLst>
          </p:cNvPr>
          <p:cNvSpPr>
            <a:spLocks noGrp="1"/>
          </p:cNvSpPr>
          <p:nvPr/>
        </p:nvSpPr>
        <p:spPr>
          <a:xfrm>
            <a:off x="4472844" y="790600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33" name="Stage1_sixpanel_8404">
            <a:extLst>
              <a:ext uri="{FF2B5EF4-FFF2-40B4-BE49-F238E27FC236}">
                <a16:creationId xmlns:a16="http://schemas.microsoft.com/office/drawing/2014/main" id="{44ADE9DA-D436-40FC-A174-5874AC41FF63}"/>
              </a:ext>
            </a:extLst>
          </p:cNvPr>
          <p:cNvSpPr>
            <a:spLocks noGrp="1"/>
          </p:cNvSpPr>
          <p:nvPr/>
        </p:nvSpPr>
        <p:spPr>
          <a:xfrm>
            <a:off x="1623495" y="6825044"/>
            <a:ext cx="191" cy="1305496"/>
          </a:xfrm>
          <a:custGeom>
            <a:avLst/>
            <a:gdLst/>
            <a:ahLst/>
            <a:cxnLst/>
            <a:rect l="0" t="0" r="0" b="0"/>
            <a:pathLst>
              <a:path w="191" h="1305496">
                <a:moveTo>
                  <a:pt x="0" y="1305496"/>
                </a:moveTo>
                <a:lnTo>
                  <a:pt x="0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3234" name="Stage1_sixpanel_8405">
            <a:extLst>
              <a:ext uri="{FF2B5EF4-FFF2-40B4-BE49-F238E27FC236}">
                <a16:creationId xmlns:a16="http://schemas.microsoft.com/office/drawing/2014/main" id="{4ADC0EEC-D263-4AF3-9E7A-B36A6019E33F}"/>
              </a:ext>
            </a:extLst>
          </p:cNvPr>
          <p:cNvSpPr>
            <a:spLocks noGrp="1"/>
          </p:cNvSpPr>
          <p:nvPr/>
        </p:nvSpPr>
        <p:spPr>
          <a:xfrm>
            <a:off x="1623495" y="8130540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3235" name="Stage1_sixpanel_8406">
            <a:extLst>
              <a:ext uri="{FF2B5EF4-FFF2-40B4-BE49-F238E27FC236}">
                <a16:creationId xmlns:a16="http://schemas.microsoft.com/office/drawing/2014/main" id="{090F7144-1A2B-45B2-B023-0129088E0492}"/>
              </a:ext>
            </a:extLst>
          </p:cNvPr>
          <p:cNvSpPr>
            <a:spLocks noGrp="1"/>
          </p:cNvSpPr>
          <p:nvPr/>
        </p:nvSpPr>
        <p:spPr>
          <a:xfrm>
            <a:off x="1899219" y="6862167"/>
            <a:ext cx="191" cy="479507"/>
          </a:xfrm>
          <a:custGeom>
            <a:avLst/>
            <a:gdLst/>
            <a:ahLst/>
            <a:cxnLst/>
            <a:rect l="0" t="0" r="0" b="0"/>
            <a:pathLst>
              <a:path w="191" h="479507">
                <a:moveTo>
                  <a:pt x="0" y="479507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007C83"/>
            </a:solidFill>
            <a:prstDash val="solid"/>
          </a:ln>
        </p:spPr>
      </p:sp>
      <p:sp>
        <p:nvSpPr>
          <p:cNvPr id="3236" name="Stage1_sixpanel_8407">
            <a:extLst>
              <a:ext uri="{FF2B5EF4-FFF2-40B4-BE49-F238E27FC236}">
                <a16:creationId xmlns:a16="http://schemas.microsoft.com/office/drawing/2014/main" id="{A5AC813F-DD67-46A5-A157-71FCD57CB10F}"/>
              </a:ext>
            </a:extLst>
          </p:cNvPr>
          <p:cNvSpPr>
            <a:spLocks noGrp="1"/>
          </p:cNvSpPr>
          <p:nvPr/>
        </p:nvSpPr>
        <p:spPr>
          <a:xfrm>
            <a:off x="2323409" y="6862167"/>
            <a:ext cx="191" cy="824958"/>
          </a:xfrm>
          <a:custGeom>
            <a:avLst/>
            <a:gdLst/>
            <a:ahLst/>
            <a:cxnLst/>
            <a:rect l="0" t="0" r="0" b="0"/>
            <a:pathLst>
              <a:path w="191" h="824958">
                <a:moveTo>
                  <a:pt x="0" y="824958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566AB4"/>
            </a:solidFill>
            <a:prstDash val="solid"/>
          </a:ln>
        </p:spPr>
      </p:sp>
      <p:sp>
        <p:nvSpPr>
          <p:cNvPr id="3237" name="Stage1_sixpanel_8408">
            <a:extLst>
              <a:ext uri="{FF2B5EF4-FFF2-40B4-BE49-F238E27FC236}">
                <a16:creationId xmlns:a16="http://schemas.microsoft.com/office/drawing/2014/main" id="{3BD46C91-E932-4344-A56E-FC1886F8B92A}"/>
              </a:ext>
            </a:extLst>
          </p:cNvPr>
          <p:cNvSpPr>
            <a:spLocks noGrp="1"/>
          </p:cNvSpPr>
          <p:nvPr/>
        </p:nvSpPr>
        <p:spPr>
          <a:xfrm>
            <a:off x="2747598" y="8080210"/>
            <a:ext cx="191" cy="19394"/>
          </a:xfrm>
          <a:custGeom>
            <a:avLst/>
            <a:gdLst/>
            <a:ahLst/>
            <a:cxnLst/>
            <a:rect l="0" t="0" r="0" b="0"/>
            <a:pathLst>
              <a:path w="191" h="19394">
                <a:moveTo>
                  <a:pt x="0" y="19394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8B9298"/>
            </a:solidFill>
            <a:prstDash val="solid"/>
          </a:ln>
        </p:spPr>
      </p:sp>
      <p:sp>
        <p:nvSpPr>
          <p:cNvPr id="3238" name="Stage1_sixpanel_8409">
            <a:extLst>
              <a:ext uri="{FF2B5EF4-FFF2-40B4-BE49-F238E27FC236}">
                <a16:creationId xmlns:a16="http://schemas.microsoft.com/office/drawing/2014/main" id="{79639629-795F-4193-BF77-F3F3C8205D38}"/>
              </a:ext>
            </a:extLst>
          </p:cNvPr>
          <p:cNvSpPr>
            <a:spLocks noGrp="1"/>
          </p:cNvSpPr>
          <p:nvPr/>
        </p:nvSpPr>
        <p:spPr>
          <a:xfrm>
            <a:off x="3638397" y="6862167"/>
            <a:ext cx="191" cy="618719"/>
          </a:xfrm>
          <a:custGeom>
            <a:avLst/>
            <a:gdLst/>
            <a:ahLst/>
            <a:cxnLst/>
            <a:rect l="0" t="0" r="0" b="0"/>
            <a:pathLst>
              <a:path w="191" h="618719">
                <a:moveTo>
                  <a:pt x="0" y="618719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007C83"/>
            </a:solidFill>
            <a:prstDash val="solid"/>
          </a:ln>
        </p:spPr>
      </p:sp>
      <p:sp>
        <p:nvSpPr>
          <p:cNvPr id="3239" name="Stage1_sixpanel_8410">
            <a:extLst>
              <a:ext uri="{FF2B5EF4-FFF2-40B4-BE49-F238E27FC236}">
                <a16:creationId xmlns:a16="http://schemas.microsoft.com/office/drawing/2014/main" id="{37838AE4-43C1-44D8-BE24-489453594A13}"/>
              </a:ext>
            </a:extLst>
          </p:cNvPr>
          <p:cNvSpPr>
            <a:spLocks noGrp="1"/>
          </p:cNvSpPr>
          <p:nvPr/>
        </p:nvSpPr>
        <p:spPr>
          <a:xfrm>
            <a:off x="4062587" y="6862167"/>
            <a:ext cx="191" cy="875045"/>
          </a:xfrm>
          <a:custGeom>
            <a:avLst/>
            <a:gdLst/>
            <a:ahLst/>
            <a:cxnLst/>
            <a:rect l="0" t="0" r="0" b="0"/>
            <a:pathLst>
              <a:path w="191" h="875045">
                <a:moveTo>
                  <a:pt x="0" y="875045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566AB4"/>
            </a:solidFill>
            <a:prstDash val="solid"/>
          </a:ln>
        </p:spPr>
      </p:sp>
      <p:sp>
        <p:nvSpPr>
          <p:cNvPr id="3240" name="Stage1_sixpanel_8411">
            <a:extLst>
              <a:ext uri="{FF2B5EF4-FFF2-40B4-BE49-F238E27FC236}">
                <a16:creationId xmlns:a16="http://schemas.microsoft.com/office/drawing/2014/main" id="{2659C3BE-ACEE-40DD-9C0C-B1F6065FE5DE}"/>
              </a:ext>
            </a:extLst>
          </p:cNvPr>
          <p:cNvSpPr>
            <a:spLocks noGrp="1"/>
          </p:cNvSpPr>
          <p:nvPr/>
        </p:nvSpPr>
        <p:spPr>
          <a:xfrm>
            <a:off x="4486777" y="7480885"/>
            <a:ext cx="191" cy="618719"/>
          </a:xfrm>
          <a:custGeom>
            <a:avLst/>
            <a:gdLst/>
            <a:ahLst/>
            <a:cxnLst/>
            <a:rect l="0" t="0" r="0" b="0"/>
            <a:pathLst>
              <a:path w="191" h="618719">
                <a:moveTo>
                  <a:pt x="0" y="618719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8B9298"/>
            </a:solidFill>
            <a:prstDash val="solid"/>
          </a:ln>
        </p:spPr>
      </p:sp>
      <p:sp>
        <p:nvSpPr>
          <p:cNvPr id="3241" name="Stage1_sixpanel_8412">
            <a:extLst>
              <a:ext uri="{FF2B5EF4-FFF2-40B4-BE49-F238E27FC236}">
                <a16:creationId xmlns:a16="http://schemas.microsoft.com/office/drawing/2014/main" id="{C9C92081-D678-4EB4-AEB0-EEC378B394EC}"/>
              </a:ext>
            </a:extLst>
          </p:cNvPr>
          <p:cNvSpPr>
            <a:spLocks noGrp="1"/>
          </p:cNvSpPr>
          <p:nvPr/>
        </p:nvSpPr>
        <p:spPr>
          <a:xfrm>
            <a:off x="1868896" y="6831844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007C83"/>
            </a:solidFill>
            <a:prstDash val="solid"/>
          </a:ln>
        </p:spPr>
      </p:sp>
      <p:sp>
        <p:nvSpPr>
          <p:cNvPr id="3242" name="Stage1_sixpanel_8413">
            <a:extLst>
              <a:ext uri="{FF2B5EF4-FFF2-40B4-BE49-F238E27FC236}">
                <a16:creationId xmlns:a16="http://schemas.microsoft.com/office/drawing/2014/main" id="{BEC743D3-2B63-4A69-87DB-CAA38977E2F1}"/>
              </a:ext>
            </a:extLst>
          </p:cNvPr>
          <p:cNvSpPr>
            <a:spLocks noGrp="1"/>
          </p:cNvSpPr>
          <p:nvPr/>
        </p:nvSpPr>
        <p:spPr>
          <a:xfrm>
            <a:off x="2293086" y="7244323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566AB4"/>
            </a:solidFill>
            <a:prstDash val="solid"/>
          </a:ln>
        </p:spPr>
      </p:sp>
      <p:sp>
        <p:nvSpPr>
          <p:cNvPr id="3243" name="Stage1_sixpanel_8414">
            <a:extLst>
              <a:ext uri="{FF2B5EF4-FFF2-40B4-BE49-F238E27FC236}">
                <a16:creationId xmlns:a16="http://schemas.microsoft.com/office/drawing/2014/main" id="{D569373A-381B-403D-BFB6-A859B9A837F6}"/>
              </a:ext>
            </a:extLst>
          </p:cNvPr>
          <p:cNvSpPr>
            <a:spLocks noGrp="1"/>
          </p:cNvSpPr>
          <p:nvPr/>
        </p:nvSpPr>
        <p:spPr>
          <a:xfrm>
            <a:off x="2717276" y="8067129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8B9298"/>
            </a:solidFill>
            <a:prstDash val="solid"/>
          </a:ln>
        </p:spPr>
      </p:sp>
      <p:sp>
        <p:nvSpPr>
          <p:cNvPr id="3244" name="Stage1_sixpanel_8415">
            <a:extLst>
              <a:ext uri="{FF2B5EF4-FFF2-40B4-BE49-F238E27FC236}">
                <a16:creationId xmlns:a16="http://schemas.microsoft.com/office/drawing/2014/main" id="{4CA188BC-4C27-4E5A-B465-96F287F5966C}"/>
              </a:ext>
            </a:extLst>
          </p:cNvPr>
          <p:cNvSpPr>
            <a:spLocks noGrp="1"/>
          </p:cNvSpPr>
          <p:nvPr/>
        </p:nvSpPr>
        <p:spPr>
          <a:xfrm>
            <a:off x="3608074" y="7100852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007C83"/>
            </a:solidFill>
            <a:prstDash val="solid"/>
          </a:ln>
        </p:spPr>
      </p:sp>
      <p:sp>
        <p:nvSpPr>
          <p:cNvPr id="3245" name="Stage1_sixpanel_8416">
            <a:extLst>
              <a:ext uri="{FF2B5EF4-FFF2-40B4-BE49-F238E27FC236}">
                <a16:creationId xmlns:a16="http://schemas.microsoft.com/office/drawing/2014/main" id="{C00559F3-51F5-4CE7-BD28-EE8802E6A977}"/>
              </a:ext>
            </a:extLst>
          </p:cNvPr>
          <p:cNvSpPr>
            <a:spLocks noGrp="1"/>
          </p:cNvSpPr>
          <p:nvPr/>
        </p:nvSpPr>
        <p:spPr>
          <a:xfrm>
            <a:off x="4032264" y="7244323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566AB4"/>
            </a:solidFill>
            <a:prstDash val="solid"/>
          </a:ln>
        </p:spPr>
      </p:sp>
      <p:sp>
        <p:nvSpPr>
          <p:cNvPr id="3246" name="Stage1_sixpanel_8417">
            <a:extLst>
              <a:ext uri="{FF2B5EF4-FFF2-40B4-BE49-F238E27FC236}">
                <a16:creationId xmlns:a16="http://schemas.microsoft.com/office/drawing/2014/main" id="{21B31213-39C4-4703-86E2-0D6388A809AB}"/>
              </a:ext>
            </a:extLst>
          </p:cNvPr>
          <p:cNvSpPr>
            <a:spLocks noGrp="1"/>
          </p:cNvSpPr>
          <p:nvPr/>
        </p:nvSpPr>
        <p:spPr>
          <a:xfrm>
            <a:off x="4456454" y="7892505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8B9298"/>
            </a:solidFill>
            <a:prstDash val="solid"/>
          </a:ln>
        </p:spPr>
      </p:sp>
      <p:sp>
        <p:nvSpPr>
          <p:cNvPr id="3247" name="Stage1_sixpanel_8418">
            <a:extLst>
              <a:ext uri="{FF2B5EF4-FFF2-40B4-BE49-F238E27FC236}">
                <a16:creationId xmlns:a16="http://schemas.microsoft.com/office/drawing/2014/main" id="{15634136-931D-4E2D-8744-A48ECDB6B11C}"/>
              </a:ext>
            </a:extLst>
          </p:cNvPr>
          <p:cNvSpPr>
            <a:spLocks noGrp="1"/>
          </p:cNvSpPr>
          <p:nvPr/>
        </p:nvSpPr>
        <p:spPr>
          <a:xfrm>
            <a:off x="5266291" y="1119854"/>
            <a:ext cx="3139005" cy="1500473"/>
          </a:xfrm>
          <a:custGeom>
            <a:avLst/>
            <a:gdLst/>
            <a:ahLst/>
            <a:cxnLst/>
            <a:rect l="0" t="0" r="0" b="0"/>
            <a:pathLst>
              <a:path w="3139005" h="1500473">
                <a:moveTo>
                  <a:pt x="0" y="1500473"/>
                </a:moveTo>
                <a:lnTo>
                  <a:pt x="3139005" y="1500473"/>
                </a:lnTo>
                <a:lnTo>
                  <a:pt x="3139005" y="0"/>
                </a:lnTo>
                <a:lnTo>
                  <a:pt x="0" y="0"/>
                </a:lnTo>
                <a:lnTo>
                  <a:pt x="0" y="1500473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248" name="text_8419">
            <a:extLst>
              <a:ext uri="{FF2B5EF4-FFF2-40B4-BE49-F238E27FC236}">
                <a16:creationId xmlns:a16="http://schemas.microsoft.com/office/drawing/2014/main" id="{5196121A-F2E9-4288-A314-D431ABFA7AA0}"/>
              </a:ext>
            </a:extLst>
          </p:cNvPr>
          <p:cNvSpPr>
            <a:spLocks noGrp="1"/>
          </p:cNvSpPr>
          <p:nvPr/>
        </p:nvSpPr>
        <p:spPr>
          <a:xfrm>
            <a:off x="5529933" y="2695689"/>
            <a:ext cx="499149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3249" name="text_8420">
            <a:extLst>
              <a:ext uri="{FF2B5EF4-FFF2-40B4-BE49-F238E27FC236}">
                <a16:creationId xmlns:a16="http://schemas.microsoft.com/office/drawing/2014/main" id="{3B096735-A141-4F75-9251-DF08F0392F3C}"/>
              </a:ext>
            </a:extLst>
          </p:cNvPr>
          <p:cNvSpPr>
            <a:spLocks noGrp="1"/>
          </p:cNvSpPr>
          <p:nvPr/>
        </p:nvSpPr>
        <p:spPr>
          <a:xfrm>
            <a:off x="5657551" y="2820220"/>
            <a:ext cx="243889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Dice</a:t>
            </a:r>
          </a:p>
        </p:txBody>
      </p:sp>
      <p:sp>
        <p:nvSpPr>
          <p:cNvPr id="3250" name="text_8421">
            <a:extLst>
              <a:ext uri="{FF2B5EF4-FFF2-40B4-BE49-F238E27FC236}">
                <a16:creationId xmlns:a16="http://schemas.microsoft.com/office/drawing/2014/main" id="{A0A804C0-D25C-4FF0-AC4F-3101640B25FD}"/>
              </a:ext>
            </a:extLst>
          </p:cNvPr>
          <p:cNvSpPr>
            <a:spLocks noGrp="1"/>
          </p:cNvSpPr>
          <p:nvPr/>
        </p:nvSpPr>
        <p:spPr>
          <a:xfrm>
            <a:off x="6538022" y="2695689"/>
            <a:ext cx="603937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3251" name="text_8422">
            <a:extLst>
              <a:ext uri="{FF2B5EF4-FFF2-40B4-BE49-F238E27FC236}">
                <a16:creationId xmlns:a16="http://schemas.microsoft.com/office/drawing/2014/main" id="{1E770B76-618D-4D42-8256-B93E845C806B}"/>
              </a:ext>
            </a:extLst>
          </p:cNvPr>
          <p:cNvSpPr>
            <a:spLocks noGrp="1"/>
          </p:cNvSpPr>
          <p:nvPr/>
        </p:nvSpPr>
        <p:spPr>
          <a:xfrm>
            <a:off x="6424827" y="2820220"/>
            <a:ext cx="830350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  <a:r>
              <a:rPr sz="649" b="0" baseline="-25000">
                <a:solidFill>
                  <a:srgbClr val="000000"/>
                </a:solidFill>
                <a:latin typeface="Arial"/>
                <a:ea typeface="Arial"/>
                <a:cs typeface="Arial"/>
              </a:rPr>
              <a:t>0.3</a:t>
            </a:r>
          </a:p>
        </p:txBody>
      </p:sp>
      <p:sp>
        <p:nvSpPr>
          <p:cNvPr id="3252" name="text_8423">
            <a:extLst>
              <a:ext uri="{FF2B5EF4-FFF2-40B4-BE49-F238E27FC236}">
                <a16:creationId xmlns:a16="http://schemas.microsoft.com/office/drawing/2014/main" id="{1EC0DCBA-6C2B-4FDC-A89F-BE1CFB0BE3E9}"/>
              </a:ext>
            </a:extLst>
          </p:cNvPr>
          <p:cNvSpPr>
            <a:spLocks noGrp="1"/>
          </p:cNvSpPr>
          <p:nvPr/>
        </p:nvSpPr>
        <p:spPr>
          <a:xfrm>
            <a:off x="7598497" y="2695689"/>
            <a:ext cx="603937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3253" name="text_8424">
            <a:extLst>
              <a:ext uri="{FF2B5EF4-FFF2-40B4-BE49-F238E27FC236}">
                <a16:creationId xmlns:a16="http://schemas.microsoft.com/office/drawing/2014/main" id="{2F60E37F-10DD-4C45-AE9A-D7247B433B4B}"/>
              </a:ext>
            </a:extLst>
          </p:cNvPr>
          <p:cNvSpPr>
            <a:spLocks noGrp="1"/>
          </p:cNvSpPr>
          <p:nvPr/>
        </p:nvSpPr>
        <p:spPr>
          <a:xfrm>
            <a:off x="7485301" y="2820220"/>
            <a:ext cx="830350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  <a:r>
              <a:rPr sz="649" b="0" baseline="-2500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3254" name="Stage1_sixpanel_8425">
            <a:extLst>
              <a:ext uri="{FF2B5EF4-FFF2-40B4-BE49-F238E27FC236}">
                <a16:creationId xmlns:a16="http://schemas.microsoft.com/office/drawing/2014/main" id="{B538B21C-9068-466D-A418-DE44195A2BF8}"/>
              </a:ext>
            </a:extLst>
          </p:cNvPr>
          <p:cNvSpPr>
            <a:spLocks noGrp="1"/>
          </p:cNvSpPr>
          <p:nvPr/>
        </p:nvSpPr>
        <p:spPr>
          <a:xfrm>
            <a:off x="5266291" y="2620327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3255" name="Stage1_sixpanel_8426">
            <a:extLst>
              <a:ext uri="{FF2B5EF4-FFF2-40B4-BE49-F238E27FC236}">
                <a16:creationId xmlns:a16="http://schemas.microsoft.com/office/drawing/2014/main" id="{67C9748E-DDF5-46D7-9254-D93C5CE1A4E1}"/>
              </a:ext>
            </a:extLst>
          </p:cNvPr>
          <p:cNvSpPr>
            <a:spLocks noGrp="1"/>
          </p:cNvSpPr>
          <p:nvPr/>
        </p:nvSpPr>
        <p:spPr>
          <a:xfrm>
            <a:off x="5227605" y="2620327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3256" name="text_8427">
            <a:extLst>
              <a:ext uri="{FF2B5EF4-FFF2-40B4-BE49-F238E27FC236}">
                <a16:creationId xmlns:a16="http://schemas.microsoft.com/office/drawing/2014/main" id="{BD40E296-ED7F-4F0F-A09D-4698620B836F}"/>
              </a:ext>
            </a:extLst>
          </p:cNvPr>
          <p:cNvSpPr>
            <a:spLocks noGrp="1"/>
          </p:cNvSpPr>
          <p:nvPr/>
        </p:nvSpPr>
        <p:spPr>
          <a:xfrm>
            <a:off x="5005077" y="2569451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3257" name="Stage1_sixpanel_8428">
            <a:extLst>
              <a:ext uri="{FF2B5EF4-FFF2-40B4-BE49-F238E27FC236}">
                <a16:creationId xmlns:a16="http://schemas.microsoft.com/office/drawing/2014/main" id="{97CB2E2C-A44F-429B-ADB6-77C06204B9BE}"/>
              </a:ext>
            </a:extLst>
          </p:cNvPr>
          <p:cNvSpPr>
            <a:spLocks noGrp="1"/>
          </p:cNvSpPr>
          <p:nvPr/>
        </p:nvSpPr>
        <p:spPr>
          <a:xfrm>
            <a:off x="5266291" y="1895461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3258" name="Stage1_sixpanel_8429">
            <a:extLst>
              <a:ext uri="{FF2B5EF4-FFF2-40B4-BE49-F238E27FC236}">
                <a16:creationId xmlns:a16="http://schemas.microsoft.com/office/drawing/2014/main" id="{EC6ECA7C-C401-4321-B18F-8A1E3B2F8122}"/>
              </a:ext>
            </a:extLst>
          </p:cNvPr>
          <p:cNvSpPr>
            <a:spLocks noGrp="1"/>
          </p:cNvSpPr>
          <p:nvPr/>
        </p:nvSpPr>
        <p:spPr>
          <a:xfrm>
            <a:off x="5227605" y="1895461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3259" name="text_8430">
            <a:extLst>
              <a:ext uri="{FF2B5EF4-FFF2-40B4-BE49-F238E27FC236}">
                <a16:creationId xmlns:a16="http://schemas.microsoft.com/office/drawing/2014/main" id="{2DBD7765-6E05-41A7-9630-7229B537B42D}"/>
              </a:ext>
            </a:extLst>
          </p:cNvPr>
          <p:cNvSpPr>
            <a:spLocks noGrp="1"/>
          </p:cNvSpPr>
          <p:nvPr/>
        </p:nvSpPr>
        <p:spPr>
          <a:xfrm>
            <a:off x="5005077" y="1844585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3260" name="Stage1_sixpanel_8431">
            <a:extLst>
              <a:ext uri="{FF2B5EF4-FFF2-40B4-BE49-F238E27FC236}">
                <a16:creationId xmlns:a16="http://schemas.microsoft.com/office/drawing/2014/main" id="{DDCFB68C-4349-40A9-94B4-B01E4F877266}"/>
              </a:ext>
            </a:extLst>
          </p:cNvPr>
          <p:cNvSpPr>
            <a:spLocks noGrp="1"/>
          </p:cNvSpPr>
          <p:nvPr/>
        </p:nvSpPr>
        <p:spPr>
          <a:xfrm>
            <a:off x="5266291" y="1170595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3261" name="Stage1_sixpanel_8432">
            <a:extLst>
              <a:ext uri="{FF2B5EF4-FFF2-40B4-BE49-F238E27FC236}">
                <a16:creationId xmlns:a16="http://schemas.microsoft.com/office/drawing/2014/main" id="{14FA4E84-8BDB-4534-8399-775AC1010101}"/>
              </a:ext>
            </a:extLst>
          </p:cNvPr>
          <p:cNvSpPr>
            <a:spLocks noGrp="1"/>
          </p:cNvSpPr>
          <p:nvPr/>
        </p:nvSpPr>
        <p:spPr>
          <a:xfrm>
            <a:off x="5227605" y="1170595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3262" name="text_8433">
            <a:extLst>
              <a:ext uri="{FF2B5EF4-FFF2-40B4-BE49-F238E27FC236}">
                <a16:creationId xmlns:a16="http://schemas.microsoft.com/office/drawing/2014/main" id="{50EB8205-F802-4111-8D25-BFEC3E24FBE1}"/>
              </a:ext>
            </a:extLst>
          </p:cNvPr>
          <p:cNvSpPr>
            <a:spLocks noGrp="1"/>
          </p:cNvSpPr>
          <p:nvPr/>
        </p:nvSpPr>
        <p:spPr>
          <a:xfrm>
            <a:off x="5005077" y="111971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263" name="text_8434">
            <a:extLst>
              <a:ext uri="{FF2B5EF4-FFF2-40B4-BE49-F238E27FC236}">
                <a16:creationId xmlns:a16="http://schemas.microsoft.com/office/drawing/2014/main" id="{DD316419-11DF-417A-892B-A15C8BBC1CCA}"/>
              </a:ext>
            </a:extLst>
          </p:cNvPr>
          <p:cNvSpPr>
            <a:spLocks noGrp="1"/>
          </p:cNvSpPr>
          <p:nvPr/>
        </p:nvSpPr>
        <p:spPr>
          <a:xfrm rot="-5400000">
            <a:off x="4718734" y="1788094"/>
            <a:ext cx="35109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3264" name="Stage1_sixpanel_8435">
            <a:extLst>
              <a:ext uri="{FF2B5EF4-FFF2-40B4-BE49-F238E27FC236}">
                <a16:creationId xmlns:a16="http://schemas.microsoft.com/office/drawing/2014/main" id="{11F356EB-51F0-4754-9B53-59E13674DF15}"/>
              </a:ext>
            </a:extLst>
          </p:cNvPr>
          <p:cNvSpPr>
            <a:spLocks noGrp="1"/>
          </p:cNvSpPr>
          <p:nvPr/>
        </p:nvSpPr>
        <p:spPr>
          <a:xfrm>
            <a:off x="5424089" y="1784971"/>
            <a:ext cx="214640" cy="835357"/>
          </a:xfrm>
          <a:custGeom>
            <a:avLst/>
            <a:gdLst/>
            <a:ahLst/>
            <a:cxnLst/>
            <a:rect l="0" t="0" r="0" b="0"/>
            <a:pathLst>
              <a:path w="214640" h="835357">
                <a:moveTo>
                  <a:pt x="0" y="835357"/>
                </a:moveTo>
                <a:lnTo>
                  <a:pt x="214640" y="835357"/>
                </a:lnTo>
                <a:lnTo>
                  <a:pt x="214640" y="0"/>
                </a:lnTo>
                <a:lnTo>
                  <a:pt x="0" y="0"/>
                </a:lnTo>
                <a:lnTo>
                  <a:pt x="0" y="835357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3265" name="Stage1_sixpanel_8436">
            <a:extLst>
              <a:ext uri="{FF2B5EF4-FFF2-40B4-BE49-F238E27FC236}">
                <a16:creationId xmlns:a16="http://schemas.microsoft.com/office/drawing/2014/main" id="{57AC3B3D-F9A2-4817-8F8A-75EE365A6F09}"/>
              </a:ext>
            </a:extLst>
          </p:cNvPr>
          <p:cNvSpPr>
            <a:spLocks noGrp="1"/>
          </p:cNvSpPr>
          <p:nvPr/>
        </p:nvSpPr>
        <p:spPr>
          <a:xfrm>
            <a:off x="6484564" y="1603857"/>
            <a:ext cx="214640" cy="1016471"/>
          </a:xfrm>
          <a:custGeom>
            <a:avLst/>
            <a:gdLst/>
            <a:ahLst/>
            <a:cxnLst/>
            <a:rect l="0" t="0" r="0" b="0"/>
            <a:pathLst>
              <a:path w="214640" h="1016471">
                <a:moveTo>
                  <a:pt x="0" y="1016471"/>
                </a:moveTo>
                <a:lnTo>
                  <a:pt x="214640" y="1016471"/>
                </a:lnTo>
                <a:lnTo>
                  <a:pt x="214640" y="0"/>
                </a:lnTo>
                <a:lnTo>
                  <a:pt x="0" y="0"/>
                </a:lnTo>
                <a:lnTo>
                  <a:pt x="0" y="1016471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3266" name="Stage1_sixpanel_8437">
            <a:extLst>
              <a:ext uri="{FF2B5EF4-FFF2-40B4-BE49-F238E27FC236}">
                <a16:creationId xmlns:a16="http://schemas.microsoft.com/office/drawing/2014/main" id="{259C98D3-6629-41EA-8765-69F7D2821B44}"/>
              </a:ext>
            </a:extLst>
          </p:cNvPr>
          <p:cNvSpPr>
            <a:spLocks noGrp="1"/>
          </p:cNvSpPr>
          <p:nvPr/>
        </p:nvSpPr>
        <p:spPr>
          <a:xfrm>
            <a:off x="7545038" y="1743445"/>
            <a:ext cx="214640" cy="876882"/>
          </a:xfrm>
          <a:custGeom>
            <a:avLst/>
            <a:gdLst/>
            <a:ahLst/>
            <a:cxnLst/>
            <a:rect l="0" t="0" r="0" b="0"/>
            <a:pathLst>
              <a:path w="214640" h="876882">
                <a:moveTo>
                  <a:pt x="0" y="876882"/>
                </a:moveTo>
                <a:lnTo>
                  <a:pt x="214640" y="876882"/>
                </a:lnTo>
                <a:lnTo>
                  <a:pt x="214640" y="0"/>
                </a:lnTo>
                <a:lnTo>
                  <a:pt x="0" y="0"/>
                </a:lnTo>
                <a:lnTo>
                  <a:pt x="0" y="876882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3267" name="Stage1_sixpanel_8438">
            <a:extLst>
              <a:ext uri="{FF2B5EF4-FFF2-40B4-BE49-F238E27FC236}">
                <a16:creationId xmlns:a16="http://schemas.microsoft.com/office/drawing/2014/main" id="{943F8CEC-A9AE-429F-8C54-68A448237578}"/>
              </a:ext>
            </a:extLst>
          </p:cNvPr>
          <p:cNvSpPr>
            <a:spLocks noGrp="1"/>
          </p:cNvSpPr>
          <p:nvPr/>
        </p:nvSpPr>
        <p:spPr>
          <a:xfrm>
            <a:off x="5667999" y="1922276"/>
            <a:ext cx="214640" cy="698052"/>
          </a:xfrm>
          <a:custGeom>
            <a:avLst/>
            <a:gdLst/>
            <a:ahLst/>
            <a:cxnLst/>
            <a:rect l="0" t="0" r="0" b="0"/>
            <a:pathLst>
              <a:path w="214640" h="698052">
                <a:moveTo>
                  <a:pt x="0" y="698052"/>
                </a:moveTo>
                <a:lnTo>
                  <a:pt x="214640" y="698052"/>
                </a:lnTo>
                <a:lnTo>
                  <a:pt x="214640" y="0"/>
                </a:lnTo>
                <a:lnTo>
                  <a:pt x="0" y="0"/>
                </a:lnTo>
                <a:lnTo>
                  <a:pt x="0" y="698052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3268" name="Stage1_sixpanel_8439">
            <a:extLst>
              <a:ext uri="{FF2B5EF4-FFF2-40B4-BE49-F238E27FC236}">
                <a16:creationId xmlns:a16="http://schemas.microsoft.com/office/drawing/2014/main" id="{62474DA5-1397-4730-B4B6-96ED4753EECA}"/>
              </a:ext>
            </a:extLst>
          </p:cNvPr>
          <p:cNvSpPr>
            <a:spLocks noGrp="1"/>
          </p:cNvSpPr>
          <p:nvPr/>
        </p:nvSpPr>
        <p:spPr>
          <a:xfrm>
            <a:off x="6728473" y="1790188"/>
            <a:ext cx="214640" cy="830139"/>
          </a:xfrm>
          <a:custGeom>
            <a:avLst/>
            <a:gdLst/>
            <a:ahLst/>
            <a:cxnLst/>
            <a:rect l="0" t="0" r="0" b="0"/>
            <a:pathLst>
              <a:path w="214640" h="830139">
                <a:moveTo>
                  <a:pt x="0" y="830139"/>
                </a:moveTo>
                <a:lnTo>
                  <a:pt x="214640" y="830139"/>
                </a:lnTo>
                <a:lnTo>
                  <a:pt x="214640" y="0"/>
                </a:lnTo>
                <a:lnTo>
                  <a:pt x="0" y="0"/>
                </a:lnTo>
                <a:lnTo>
                  <a:pt x="0" y="830139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3269" name="Stage1_sixpanel_8440">
            <a:extLst>
              <a:ext uri="{FF2B5EF4-FFF2-40B4-BE49-F238E27FC236}">
                <a16:creationId xmlns:a16="http://schemas.microsoft.com/office/drawing/2014/main" id="{D22C21A2-23B5-4BF9-9AB1-8C9CF55215D2}"/>
              </a:ext>
            </a:extLst>
          </p:cNvPr>
          <p:cNvSpPr>
            <a:spLocks noGrp="1"/>
          </p:cNvSpPr>
          <p:nvPr/>
        </p:nvSpPr>
        <p:spPr>
          <a:xfrm>
            <a:off x="7788948" y="1896485"/>
            <a:ext cx="214640" cy="723842"/>
          </a:xfrm>
          <a:custGeom>
            <a:avLst/>
            <a:gdLst/>
            <a:ahLst/>
            <a:cxnLst/>
            <a:rect l="0" t="0" r="0" b="0"/>
            <a:pathLst>
              <a:path w="214640" h="723842">
                <a:moveTo>
                  <a:pt x="0" y="723842"/>
                </a:moveTo>
                <a:lnTo>
                  <a:pt x="214640" y="723842"/>
                </a:lnTo>
                <a:lnTo>
                  <a:pt x="214640" y="0"/>
                </a:lnTo>
                <a:lnTo>
                  <a:pt x="0" y="0"/>
                </a:lnTo>
                <a:lnTo>
                  <a:pt x="0" y="723842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3270" name="Stage1_sixpanel_8441">
            <a:extLst>
              <a:ext uri="{FF2B5EF4-FFF2-40B4-BE49-F238E27FC236}">
                <a16:creationId xmlns:a16="http://schemas.microsoft.com/office/drawing/2014/main" id="{939E2BC8-4332-48EB-B18C-235DC344530C}"/>
              </a:ext>
            </a:extLst>
          </p:cNvPr>
          <p:cNvSpPr>
            <a:spLocks noGrp="1"/>
          </p:cNvSpPr>
          <p:nvPr/>
        </p:nvSpPr>
        <p:spPr>
          <a:xfrm>
            <a:off x="5911908" y="2515069"/>
            <a:ext cx="214640" cy="105259"/>
          </a:xfrm>
          <a:custGeom>
            <a:avLst/>
            <a:gdLst/>
            <a:ahLst/>
            <a:cxnLst/>
            <a:rect l="0" t="0" r="0" b="0"/>
            <a:pathLst>
              <a:path w="214640" h="105259">
                <a:moveTo>
                  <a:pt x="0" y="105259"/>
                </a:moveTo>
                <a:lnTo>
                  <a:pt x="214640" y="105259"/>
                </a:lnTo>
                <a:lnTo>
                  <a:pt x="214640" y="0"/>
                </a:lnTo>
                <a:lnTo>
                  <a:pt x="0" y="0"/>
                </a:lnTo>
                <a:lnTo>
                  <a:pt x="0" y="105259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3271" name="Stage1_sixpanel_8442">
            <a:extLst>
              <a:ext uri="{FF2B5EF4-FFF2-40B4-BE49-F238E27FC236}">
                <a16:creationId xmlns:a16="http://schemas.microsoft.com/office/drawing/2014/main" id="{9CE7BE13-2D61-4C39-AEE6-41CBDB056EAD}"/>
              </a:ext>
            </a:extLst>
          </p:cNvPr>
          <p:cNvSpPr>
            <a:spLocks noGrp="1"/>
          </p:cNvSpPr>
          <p:nvPr/>
        </p:nvSpPr>
        <p:spPr>
          <a:xfrm>
            <a:off x="6972382" y="1950503"/>
            <a:ext cx="214640" cy="669825"/>
          </a:xfrm>
          <a:custGeom>
            <a:avLst/>
            <a:gdLst/>
            <a:ahLst/>
            <a:cxnLst/>
            <a:rect l="0" t="0" r="0" b="0"/>
            <a:pathLst>
              <a:path w="214640" h="669825">
                <a:moveTo>
                  <a:pt x="0" y="669825"/>
                </a:moveTo>
                <a:lnTo>
                  <a:pt x="214640" y="669825"/>
                </a:lnTo>
                <a:lnTo>
                  <a:pt x="214640" y="0"/>
                </a:lnTo>
                <a:lnTo>
                  <a:pt x="0" y="0"/>
                </a:lnTo>
                <a:lnTo>
                  <a:pt x="0" y="669825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3272" name="Stage1_sixpanel_8443">
            <a:extLst>
              <a:ext uri="{FF2B5EF4-FFF2-40B4-BE49-F238E27FC236}">
                <a16:creationId xmlns:a16="http://schemas.microsoft.com/office/drawing/2014/main" id="{E2AC4CD1-9FEE-44F9-90DB-46B5DA9F6B85}"/>
              </a:ext>
            </a:extLst>
          </p:cNvPr>
          <p:cNvSpPr>
            <a:spLocks noGrp="1"/>
          </p:cNvSpPr>
          <p:nvPr/>
        </p:nvSpPr>
        <p:spPr>
          <a:xfrm>
            <a:off x="8032857" y="2195245"/>
            <a:ext cx="214640" cy="425082"/>
          </a:xfrm>
          <a:custGeom>
            <a:avLst/>
            <a:gdLst/>
            <a:ahLst/>
            <a:cxnLst/>
            <a:rect l="0" t="0" r="0" b="0"/>
            <a:pathLst>
              <a:path w="214640" h="425082">
                <a:moveTo>
                  <a:pt x="0" y="425082"/>
                </a:moveTo>
                <a:lnTo>
                  <a:pt x="214640" y="425082"/>
                </a:lnTo>
                <a:lnTo>
                  <a:pt x="214640" y="0"/>
                </a:lnTo>
                <a:lnTo>
                  <a:pt x="0" y="0"/>
                </a:lnTo>
                <a:lnTo>
                  <a:pt x="0" y="425082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3273" name="Stage1_sixpanel_8444">
            <a:extLst>
              <a:ext uri="{FF2B5EF4-FFF2-40B4-BE49-F238E27FC236}">
                <a16:creationId xmlns:a16="http://schemas.microsoft.com/office/drawing/2014/main" id="{E9B8FF02-F70B-44A3-978C-6E9A8D163A67}"/>
              </a:ext>
            </a:extLst>
          </p:cNvPr>
          <p:cNvSpPr>
            <a:spLocks noGrp="1"/>
          </p:cNvSpPr>
          <p:nvPr/>
        </p:nvSpPr>
        <p:spPr>
          <a:xfrm>
            <a:off x="5468564" y="13793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4" name="Stage1_sixpanel_8445">
            <a:extLst>
              <a:ext uri="{FF2B5EF4-FFF2-40B4-BE49-F238E27FC236}">
                <a16:creationId xmlns:a16="http://schemas.microsoft.com/office/drawing/2014/main" id="{1297D0A3-AE3D-401C-8ED1-CC776532A7D9}"/>
              </a:ext>
            </a:extLst>
          </p:cNvPr>
          <p:cNvSpPr>
            <a:spLocks noGrp="1"/>
          </p:cNvSpPr>
          <p:nvPr/>
        </p:nvSpPr>
        <p:spPr>
          <a:xfrm>
            <a:off x="5444549" y="153728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5" name="Stage1_sixpanel_8446">
            <a:extLst>
              <a:ext uri="{FF2B5EF4-FFF2-40B4-BE49-F238E27FC236}">
                <a16:creationId xmlns:a16="http://schemas.microsoft.com/office/drawing/2014/main" id="{9571B089-7898-428E-9B67-63D568AB870E}"/>
              </a:ext>
            </a:extLst>
          </p:cNvPr>
          <p:cNvSpPr>
            <a:spLocks noGrp="1"/>
          </p:cNvSpPr>
          <p:nvPr/>
        </p:nvSpPr>
        <p:spPr>
          <a:xfrm>
            <a:off x="5555679" y="140233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6" name="Stage1_sixpanel_8447">
            <a:extLst>
              <a:ext uri="{FF2B5EF4-FFF2-40B4-BE49-F238E27FC236}">
                <a16:creationId xmlns:a16="http://schemas.microsoft.com/office/drawing/2014/main" id="{40881835-6F59-45FE-BF1D-0170CB587953}"/>
              </a:ext>
            </a:extLst>
          </p:cNvPr>
          <p:cNvSpPr>
            <a:spLocks noGrp="1"/>
          </p:cNvSpPr>
          <p:nvPr/>
        </p:nvSpPr>
        <p:spPr>
          <a:xfrm>
            <a:off x="5479336" y="144580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7" name="Stage1_sixpanel_8448">
            <a:extLst>
              <a:ext uri="{FF2B5EF4-FFF2-40B4-BE49-F238E27FC236}">
                <a16:creationId xmlns:a16="http://schemas.microsoft.com/office/drawing/2014/main" id="{DC311748-8886-4C64-A3EB-3BBDEF1CF1FE}"/>
              </a:ext>
            </a:extLst>
          </p:cNvPr>
          <p:cNvSpPr>
            <a:spLocks noGrp="1"/>
          </p:cNvSpPr>
          <p:nvPr/>
        </p:nvSpPr>
        <p:spPr>
          <a:xfrm>
            <a:off x="5592897" y="199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8" name="Stage1_sixpanel_8449">
            <a:extLst>
              <a:ext uri="{FF2B5EF4-FFF2-40B4-BE49-F238E27FC236}">
                <a16:creationId xmlns:a16="http://schemas.microsoft.com/office/drawing/2014/main" id="{BA182390-8111-4DA5-A9D0-F44698315275}"/>
              </a:ext>
            </a:extLst>
          </p:cNvPr>
          <p:cNvSpPr>
            <a:spLocks noGrp="1"/>
          </p:cNvSpPr>
          <p:nvPr/>
        </p:nvSpPr>
        <p:spPr>
          <a:xfrm>
            <a:off x="5432515" y="20207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9" name="Stage1_sixpanel_8450">
            <a:extLst>
              <a:ext uri="{FF2B5EF4-FFF2-40B4-BE49-F238E27FC236}">
                <a16:creationId xmlns:a16="http://schemas.microsoft.com/office/drawing/2014/main" id="{589782BE-B997-4472-9A3E-A741B57EDCAB}"/>
              </a:ext>
            </a:extLst>
          </p:cNvPr>
          <p:cNvSpPr>
            <a:spLocks noGrp="1"/>
          </p:cNvSpPr>
          <p:nvPr/>
        </p:nvSpPr>
        <p:spPr>
          <a:xfrm>
            <a:off x="5589803" y="141337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0" name="Stage1_sixpanel_8451">
            <a:extLst>
              <a:ext uri="{FF2B5EF4-FFF2-40B4-BE49-F238E27FC236}">
                <a16:creationId xmlns:a16="http://schemas.microsoft.com/office/drawing/2014/main" id="{4FA994EB-E9FA-4797-B621-BCD10D97B24E}"/>
              </a:ext>
            </a:extLst>
          </p:cNvPr>
          <p:cNvSpPr>
            <a:spLocks noGrp="1"/>
          </p:cNvSpPr>
          <p:nvPr/>
        </p:nvSpPr>
        <p:spPr>
          <a:xfrm>
            <a:off x="5444984" y="158776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1" name="Stage1_sixpanel_8452">
            <a:extLst>
              <a:ext uri="{FF2B5EF4-FFF2-40B4-BE49-F238E27FC236}">
                <a16:creationId xmlns:a16="http://schemas.microsoft.com/office/drawing/2014/main" id="{52537018-F3EE-4633-8336-2B3E6D727687}"/>
              </a:ext>
            </a:extLst>
          </p:cNvPr>
          <p:cNvSpPr>
            <a:spLocks noGrp="1"/>
          </p:cNvSpPr>
          <p:nvPr/>
        </p:nvSpPr>
        <p:spPr>
          <a:xfrm>
            <a:off x="5452980" y="154530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2" name="Stage1_sixpanel_8453">
            <a:extLst>
              <a:ext uri="{FF2B5EF4-FFF2-40B4-BE49-F238E27FC236}">
                <a16:creationId xmlns:a16="http://schemas.microsoft.com/office/drawing/2014/main" id="{63837F28-7571-4025-9215-DB1EC5E3E0E1}"/>
              </a:ext>
            </a:extLst>
          </p:cNvPr>
          <p:cNvSpPr>
            <a:spLocks noGrp="1"/>
          </p:cNvSpPr>
          <p:nvPr/>
        </p:nvSpPr>
        <p:spPr>
          <a:xfrm>
            <a:off x="5530166" y="14791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3" name="Stage1_sixpanel_8454">
            <a:extLst>
              <a:ext uri="{FF2B5EF4-FFF2-40B4-BE49-F238E27FC236}">
                <a16:creationId xmlns:a16="http://schemas.microsoft.com/office/drawing/2014/main" id="{E85E1AE5-C346-4327-B5CD-244BA990A7C9}"/>
              </a:ext>
            </a:extLst>
          </p:cNvPr>
          <p:cNvSpPr>
            <a:spLocks noGrp="1"/>
          </p:cNvSpPr>
          <p:nvPr/>
        </p:nvSpPr>
        <p:spPr>
          <a:xfrm>
            <a:off x="5430600" y="151720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4" name="Stage1_sixpanel_8455">
            <a:extLst>
              <a:ext uri="{FF2B5EF4-FFF2-40B4-BE49-F238E27FC236}">
                <a16:creationId xmlns:a16="http://schemas.microsoft.com/office/drawing/2014/main" id="{6A8C1A5E-D7C7-437A-9708-E1B925347049}"/>
              </a:ext>
            </a:extLst>
          </p:cNvPr>
          <p:cNvSpPr>
            <a:spLocks noGrp="1"/>
          </p:cNvSpPr>
          <p:nvPr/>
        </p:nvSpPr>
        <p:spPr>
          <a:xfrm>
            <a:off x="5484896" y="155890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5" name="Stage1_sixpanel_8456">
            <a:extLst>
              <a:ext uri="{FF2B5EF4-FFF2-40B4-BE49-F238E27FC236}">
                <a16:creationId xmlns:a16="http://schemas.microsoft.com/office/drawing/2014/main" id="{AAD5D26A-6179-4008-9AB3-F7ECB653363D}"/>
              </a:ext>
            </a:extLst>
          </p:cNvPr>
          <p:cNvSpPr>
            <a:spLocks noGrp="1"/>
          </p:cNvSpPr>
          <p:nvPr/>
        </p:nvSpPr>
        <p:spPr>
          <a:xfrm>
            <a:off x="5520606" y="19366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6" name="Stage1_sixpanel_8457">
            <a:extLst>
              <a:ext uri="{FF2B5EF4-FFF2-40B4-BE49-F238E27FC236}">
                <a16:creationId xmlns:a16="http://schemas.microsoft.com/office/drawing/2014/main" id="{F082AA7F-A556-446C-AB06-4125B26AE035}"/>
              </a:ext>
            </a:extLst>
          </p:cNvPr>
          <p:cNvSpPr>
            <a:spLocks noGrp="1"/>
          </p:cNvSpPr>
          <p:nvPr/>
        </p:nvSpPr>
        <p:spPr>
          <a:xfrm>
            <a:off x="5518922" y="15794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7" name="Stage1_sixpanel_8458">
            <a:extLst>
              <a:ext uri="{FF2B5EF4-FFF2-40B4-BE49-F238E27FC236}">
                <a16:creationId xmlns:a16="http://schemas.microsoft.com/office/drawing/2014/main" id="{4658114D-8654-42DC-BB4D-2A1DFC9A97CD}"/>
              </a:ext>
            </a:extLst>
          </p:cNvPr>
          <p:cNvSpPr>
            <a:spLocks noGrp="1"/>
          </p:cNvSpPr>
          <p:nvPr/>
        </p:nvSpPr>
        <p:spPr>
          <a:xfrm>
            <a:off x="5544080" y="14316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8" name="Stage1_sixpanel_8459">
            <a:extLst>
              <a:ext uri="{FF2B5EF4-FFF2-40B4-BE49-F238E27FC236}">
                <a16:creationId xmlns:a16="http://schemas.microsoft.com/office/drawing/2014/main" id="{AC944491-C0AD-4374-B103-5E9108C3F377}"/>
              </a:ext>
            </a:extLst>
          </p:cNvPr>
          <p:cNvSpPr>
            <a:spLocks noGrp="1"/>
          </p:cNvSpPr>
          <p:nvPr/>
        </p:nvSpPr>
        <p:spPr>
          <a:xfrm>
            <a:off x="543081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9" name="Stage1_sixpanel_8460">
            <a:extLst>
              <a:ext uri="{FF2B5EF4-FFF2-40B4-BE49-F238E27FC236}">
                <a16:creationId xmlns:a16="http://schemas.microsoft.com/office/drawing/2014/main" id="{349EB142-E418-4611-AD96-C81D05CBCDEB}"/>
              </a:ext>
            </a:extLst>
          </p:cNvPr>
          <p:cNvSpPr>
            <a:spLocks noGrp="1"/>
          </p:cNvSpPr>
          <p:nvPr/>
        </p:nvSpPr>
        <p:spPr>
          <a:xfrm>
            <a:off x="5505550" y="142453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0" name="Stage1_sixpanel_8461">
            <a:extLst>
              <a:ext uri="{FF2B5EF4-FFF2-40B4-BE49-F238E27FC236}">
                <a16:creationId xmlns:a16="http://schemas.microsoft.com/office/drawing/2014/main" id="{A5B2511E-4427-4FB1-AA2A-FDA3CCAC9A74}"/>
              </a:ext>
            </a:extLst>
          </p:cNvPr>
          <p:cNvSpPr>
            <a:spLocks noGrp="1"/>
          </p:cNvSpPr>
          <p:nvPr/>
        </p:nvSpPr>
        <p:spPr>
          <a:xfrm>
            <a:off x="5446340" y="13743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1" name="Stage1_sixpanel_8462">
            <a:extLst>
              <a:ext uri="{FF2B5EF4-FFF2-40B4-BE49-F238E27FC236}">
                <a16:creationId xmlns:a16="http://schemas.microsoft.com/office/drawing/2014/main" id="{574495DD-B109-4479-9DD6-EA3A2B3211B4}"/>
              </a:ext>
            </a:extLst>
          </p:cNvPr>
          <p:cNvSpPr>
            <a:spLocks noGrp="1"/>
          </p:cNvSpPr>
          <p:nvPr/>
        </p:nvSpPr>
        <p:spPr>
          <a:xfrm>
            <a:off x="5444724" y="173306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2" name="Stage1_sixpanel_8463">
            <a:extLst>
              <a:ext uri="{FF2B5EF4-FFF2-40B4-BE49-F238E27FC236}">
                <a16:creationId xmlns:a16="http://schemas.microsoft.com/office/drawing/2014/main" id="{34F0EDAA-7E54-408A-BD5F-B649A97DF764}"/>
              </a:ext>
            </a:extLst>
          </p:cNvPr>
          <p:cNvSpPr>
            <a:spLocks noGrp="1"/>
          </p:cNvSpPr>
          <p:nvPr/>
        </p:nvSpPr>
        <p:spPr>
          <a:xfrm>
            <a:off x="551992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3" name="Stage1_sixpanel_8464">
            <a:extLst>
              <a:ext uri="{FF2B5EF4-FFF2-40B4-BE49-F238E27FC236}">
                <a16:creationId xmlns:a16="http://schemas.microsoft.com/office/drawing/2014/main" id="{249D27E8-807F-4F7A-8D7C-B62473D43B91}"/>
              </a:ext>
            </a:extLst>
          </p:cNvPr>
          <p:cNvSpPr>
            <a:spLocks noGrp="1"/>
          </p:cNvSpPr>
          <p:nvPr/>
        </p:nvSpPr>
        <p:spPr>
          <a:xfrm>
            <a:off x="5450441" y="213603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4" name="Stage1_sixpanel_8465">
            <a:extLst>
              <a:ext uri="{FF2B5EF4-FFF2-40B4-BE49-F238E27FC236}">
                <a16:creationId xmlns:a16="http://schemas.microsoft.com/office/drawing/2014/main" id="{C5FDB2AA-AB6E-4ACC-8D79-F7D1B7EDD2BA}"/>
              </a:ext>
            </a:extLst>
          </p:cNvPr>
          <p:cNvSpPr>
            <a:spLocks noGrp="1"/>
          </p:cNvSpPr>
          <p:nvPr/>
        </p:nvSpPr>
        <p:spPr>
          <a:xfrm>
            <a:off x="545844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5" name="Stage1_sixpanel_8466">
            <a:extLst>
              <a:ext uri="{FF2B5EF4-FFF2-40B4-BE49-F238E27FC236}">
                <a16:creationId xmlns:a16="http://schemas.microsoft.com/office/drawing/2014/main" id="{7BBC3EA2-80E9-4C28-9B87-C3E5D185B11D}"/>
              </a:ext>
            </a:extLst>
          </p:cNvPr>
          <p:cNvSpPr>
            <a:spLocks noGrp="1"/>
          </p:cNvSpPr>
          <p:nvPr/>
        </p:nvSpPr>
        <p:spPr>
          <a:xfrm>
            <a:off x="5534680" y="139201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6" name="Stage1_sixpanel_8467">
            <a:extLst>
              <a:ext uri="{FF2B5EF4-FFF2-40B4-BE49-F238E27FC236}">
                <a16:creationId xmlns:a16="http://schemas.microsoft.com/office/drawing/2014/main" id="{BB1F860C-9F18-4E66-9810-0E4E56F6C5A7}"/>
              </a:ext>
            </a:extLst>
          </p:cNvPr>
          <p:cNvSpPr>
            <a:spLocks noGrp="1"/>
          </p:cNvSpPr>
          <p:nvPr/>
        </p:nvSpPr>
        <p:spPr>
          <a:xfrm>
            <a:off x="5429322" y="148799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7" name="Stage1_sixpanel_8468">
            <a:extLst>
              <a:ext uri="{FF2B5EF4-FFF2-40B4-BE49-F238E27FC236}">
                <a16:creationId xmlns:a16="http://schemas.microsoft.com/office/drawing/2014/main" id="{E17C1A13-7006-44AF-973F-12C5C4E77F11}"/>
              </a:ext>
            </a:extLst>
          </p:cNvPr>
          <p:cNvSpPr>
            <a:spLocks noGrp="1"/>
          </p:cNvSpPr>
          <p:nvPr/>
        </p:nvSpPr>
        <p:spPr>
          <a:xfrm>
            <a:off x="5516062" y="154408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8" name="Stage1_sixpanel_8469">
            <a:extLst>
              <a:ext uri="{FF2B5EF4-FFF2-40B4-BE49-F238E27FC236}">
                <a16:creationId xmlns:a16="http://schemas.microsoft.com/office/drawing/2014/main" id="{30E4159F-D2E6-4D90-B08F-FF87B39DA5CE}"/>
              </a:ext>
            </a:extLst>
          </p:cNvPr>
          <p:cNvSpPr>
            <a:spLocks noGrp="1"/>
          </p:cNvSpPr>
          <p:nvPr/>
        </p:nvSpPr>
        <p:spPr>
          <a:xfrm>
            <a:off x="5535446" y="187242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9" name="Stage1_sixpanel_8470">
            <a:extLst>
              <a:ext uri="{FF2B5EF4-FFF2-40B4-BE49-F238E27FC236}">
                <a16:creationId xmlns:a16="http://schemas.microsoft.com/office/drawing/2014/main" id="{10368A61-7996-49C6-9635-A8D6ACA56DEE}"/>
              </a:ext>
            </a:extLst>
          </p:cNvPr>
          <p:cNvSpPr>
            <a:spLocks noGrp="1"/>
          </p:cNvSpPr>
          <p:nvPr/>
        </p:nvSpPr>
        <p:spPr>
          <a:xfrm>
            <a:off x="5434563" y="147660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0" name="Stage1_sixpanel_8471">
            <a:extLst>
              <a:ext uri="{FF2B5EF4-FFF2-40B4-BE49-F238E27FC236}">
                <a16:creationId xmlns:a16="http://schemas.microsoft.com/office/drawing/2014/main" id="{A9EE09B1-5F07-4323-A427-E590D8A5ACD5}"/>
              </a:ext>
            </a:extLst>
          </p:cNvPr>
          <p:cNvSpPr>
            <a:spLocks noGrp="1"/>
          </p:cNvSpPr>
          <p:nvPr/>
        </p:nvSpPr>
        <p:spPr>
          <a:xfrm>
            <a:off x="5442648" y="15164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1" name="Stage1_sixpanel_8472">
            <a:extLst>
              <a:ext uri="{FF2B5EF4-FFF2-40B4-BE49-F238E27FC236}">
                <a16:creationId xmlns:a16="http://schemas.microsoft.com/office/drawing/2014/main" id="{902C8C31-FE37-4460-B407-77629F7E02D0}"/>
              </a:ext>
            </a:extLst>
          </p:cNvPr>
          <p:cNvSpPr>
            <a:spLocks noGrp="1"/>
          </p:cNvSpPr>
          <p:nvPr/>
        </p:nvSpPr>
        <p:spPr>
          <a:xfrm>
            <a:off x="5482596" y="166079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2" name="Stage1_sixpanel_8473">
            <a:extLst>
              <a:ext uri="{FF2B5EF4-FFF2-40B4-BE49-F238E27FC236}">
                <a16:creationId xmlns:a16="http://schemas.microsoft.com/office/drawing/2014/main" id="{E6E8500E-356D-4958-92DC-8544BCB6A609}"/>
              </a:ext>
            </a:extLst>
          </p:cNvPr>
          <p:cNvSpPr>
            <a:spLocks noGrp="1"/>
          </p:cNvSpPr>
          <p:nvPr/>
        </p:nvSpPr>
        <p:spPr>
          <a:xfrm>
            <a:off x="5470108" y="189132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3" name="Stage1_sixpanel_8474">
            <a:extLst>
              <a:ext uri="{FF2B5EF4-FFF2-40B4-BE49-F238E27FC236}">
                <a16:creationId xmlns:a16="http://schemas.microsoft.com/office/drawing/2014/main" id="{FE67E435-D5F7-4FBF-97F2-140657875178}"/>
              </a:ext>
            </a:extLst>
          </p:cNvPr>
          <p:cNvSpPr>
            <a:spLocks noGrp="1"/>
          </p:cNvSpPr>
          <p:nvPr/>
        </p:nvSpPr>
        <p:spPr>
          <a:xfrm>
            <a:off x="5500549" y="21694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4" name="Stage1_sixpanel_8475">
            <a:extLst>
              <a:ext uri="{FF2B5EF4-FFF2-40B4-BE49-F238E27FC236}">
                <a16:creationId xmlns:a16="http://schemas.microsoft.com/office/drawing/2014/main" id="{D33780ED-C370-461A-908B-39840B6D977E}"/>
              </a:ext>
            </a:extLst>
          </p:cNvPr>
          <p:cNvSpPr>
            <a:spLocks noGrp="1"/>
          </p:cNvSpPr>
          <p:nvPr/>
        </p:nvSpPr>
        <p:spPr>
          <a:xfrm>
            <a:off x="5470119" y="13421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5" name="Stage1_sixpanel_8476">
            <a:extLst>
              <a:ext uri="{FF2B5EF4-FFF2-40B4-BE49-F238E27FC236}">
                <a16:creationId xmlns:a16="http://schemas.microsoft.com/office/drawing/2014/main" id="{D2AF7811-4FBE-4B0F-9DA8-96F33C7FF9AE}"/>
              </a:ext>
            </a:extLst>
          </p:cNvPr>
          <p:cNvSpPr>
            <a:spLocks noGrp="1"/>
          </p:cNvSpPr>
          <p:nvPr/>
        </p:nvSpPr>
        <p:spPr>
          <a:xfrm>
            <a:off x="5566042" y="146605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6" name="Stage1_sixpanel_8477">
            <a:extLst>
              <a:ext uri="{FF2B5EF4-FFF2-40B4-BE49-F238E27FC236}">
                <a16:creationId xmlns:a16="http://schemas.microsoft.com/office/drawing/2014/main" id="{5FC1BE3B-E7EE-47D1-BCC8-A347DCDAA6F6}"/>
              </a:ext>
            </a:extLst>
          </p:cNvPr>
          <p:cNvSpPr>
            <a:spLocks noGrp="1"/>
          </p:cNvSpPr>
          <p:nvPr/>
        </p:nvSpPr>
        <p:spPr>
          <a:xfrm>
            <a:off x="5474551" y="14140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7" name="Stage1_sixpanel_8478">
            <a:extLst>
              <a:ext uri="{FF2B5EF4-FFF2-40B4-BE49-F238E27FC236}">
                <a16:creationId xmlns:a16="http://schemas.microsoft.com/office/drawing/2014/main" id="{2CC1E2FC-AFF4-4193-9845-157CE9FEAAF7}"/>
              </a:ext>
            </a:extLst>
          </p:cNvPr>
          <p:cNvSpPr>
            <a:spLocks noGrp="1"/>
          </p:cNvSpPr>
          <p:nvPr/>
        </p:nvSpPr>
        <p:spPr>
          <a:xfrm>
            <a:off x="5429811" y="14636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8" name="Stage1_sixpanel_8479">
            <a:extLst>
              <a:ext uri="{FF2B5EF4-FFF2-40B4-BE49-F238E27FC236}">
                <a16:creationId xmlns:a16="http://schemas.microsoft.com/office/drawing/2014/main" id="{BA21C146-2E8C-4A92-B435-C9FC79D63F56}"/>
              </a:ext>
            </a:extLst>
          </p:cNvPr>
          <p:cNvSpPr>
            <a:spLocks noGrp="1"/>
          </p:cNvSpPr>
          <p:nvPr/>
        </p:nvSpPr>
        <p:spPr>
          <a:xfrm>
            <a:off x="555390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9" name="Stage1_sixpanel_8480">
            <a:extLst>
              <a:ext uri="{FF2B5EF4-FFF2-40B4-BE49-F238E27FC236}">
                <a16:creationId xmlns:a16="http://schemas.microsoft.com/office/drawing/2014/main" id="{3EFED8F9-5C13-43F8-9AE5-0091516CD20A}"/>
              </a:ext>
            </a:extLst>
          </p:cNvPr>
          <p:cNvSpPr>
            <a:spLocks noGrp="1"/>
          </p:cNvSpPr>
          <p:nvPr/>
        </p:nvSpPr>
        <p:spPr>
          <a:xfrm>
            <a:off x="5462659" y="142059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0" name="Stage1_sixpanel_8481">
            <a:extLst>
              <a:ext uri="{FF2B5EF4-FFF2-40B4-BE49-F238E27FC236}">
                <a16:creationId xmlns:a16="http://schemas.microsoft.com/office/drawing/2014/main" id="{6C7B85EC-1F00-4440-B87C-1148C9C8CB8F}"/>
              </a:ext>
            </a:extLst>
          </p:cNvPr>
          <p:cNvSpPr>
            <a:spLocks noGrp="1"/>
          </p:cNvSpPr>
          <p:nvPr/>
        </p:nvSpPr>
        <p:spPr>
          <a:xfrm>
            <a:off x="5583667" y="18863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1" name="Stage1_sixpanel_8482">
            <a:extLst>
              <a:ext uri="{FF2B5EF4-FFF2-40B4-BE49-F238E27FC236}">
                <a16:creationId xmlns:a16="http://schemas.microsoft.com/office/drawing/2014/main" id="{224A9F00-EC23-4CDB-B6C0-DB40F54A75B2}"/>
              </a:ext>
            </a:extLst>
          </p:cNvPr>
          <p:cNvSpPr>
            <a:spLocks noGrp="1"/>
          </p:cNvSpPr>
          <p:nvPr/>
        </p:nvSpPr>
        <p:spPr>
          <a:xfrm>
            <a:off x="5453792" y="179672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2" name="Stage1_sixpanel_8483">
            <a:extLst>
              <a:ext uri="{FF2B5EF4-FFF2-40B4-BE49-F238E27FC236}">
                <a16:creationId xmlns:a16="http://schemas.microsoft.com/office/drawing/2014/main" id="{E2BDFC3C-F1D0-4AAF-8C02-C51ED64FDC04}"/>
              </a:ext>
            </a:extLst>
          </p:cNvPr>
          <p:cNvSpPr>
            <a:spLocks noGrp="1"/>
          </p:cNvSpPr>
          <p:nvPr/>
        </p:nvSpPr>
        <p:spPr>
          <a:xfrm>
            <a:off x="5433277" y="160501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3" name="Stage1_sixpanel_8484">
            <a:extLst>
              <a:ext uri="{FF2B5EF4-FFF2-40B4-BE49-F238E27FC236}">
                <a16:creationId xmlns:a16="http://schemas.microsoft.com/office/drawing/2014/main" id="{0E4FFEFC-34B1-4604-9EC0-7B425AAD147F}"/>
              </a:ext>
            </a:extLst>
          </p:cNvPr>
          <p:cNvSpPr>
            <a:spLocks noGrp="1"/>
          </p:cNvSpPr>
          <p:nvPr/>
        </p:nvSpPr>
        <p:spPr>
          <a:xfrm>
            <a:off x="5461771" y="176053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4" name="Stage1_sixpanel_8485">
            <a:extLst>
              <a:ext uri="{FF2B5EF4-FFF2-40B4-BE49-F238E27FC236}">
                <a16:creationId xmlns:a16="http://schemas.microsoft.com/office/drawing/2014/main" id="{1D1A6AA5-F5DE-4B1C-9764-A903EAF72FCA}"/>
              </a:ext>
            </a:extLst>
          </p:cNvPr>
          <p:cNvSpPr>
            <a:spLocks noGrp="1"/>
          </p:cNvSpPr>
          <p:nvPr/>
        </p:nvSpPr>
        <p:spPr>
          <a:xfrm>
            <a:off x="5554154" y="14475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5" name="Stage1_sixpanel_8486">
            <a:extLst>
              <a:ext uri="{FF2B5EF4-FFF2-40B4-BE49-F238E27FC236}">
                <a16:creationId xmlns:a16="http://schemas.microsoft.com/office/drawing/2014/main" id="{58C0AFA1-3495-4103-8E93-B7FFBBC5D0A1}"/>
              </a:ext>
            </a:extLst>
          </p:cNvPr>
          <p:cNvSpPr>
            <a:spLocks noGrp="1"/>
          </p:cNvSpPr>
          <p:nvPr/>
        </p:nvSpPr>
        <p:spPr>
          <a:xfrm>
            <a:off x="5592403" y="14507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6" name="Stage1_sixpanel_8487">
            <a:extLst>
              <a:ext uri="{FF2B5EF4-FFF2-40B4-BE49-F238E27FC236}">
                <a16:creationId xmlns:a16="http://schemas.microsoft.com/office/drawing/2014/main" id="{5D79C0D6-E4B6-40E2-B636-DB31859482DA}"/>
              </a:ext>
            </a:extLst>
          </p:cNvPr>
          <p:cNvSpPr>
            <a:spLocks noGrp="1"/>
          </p:cNvSpPr>
          <p:nvPr/>
        </p:nvSpPr>
        <p:spPr>
          <a:xfrm>
            <a:off x="5569749" y="195849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7" name="Stage1_sixpanel_8488">
            <a:extLst>
              <a:ext uri="{FF2B5EF4-FFF2-40B4-BE49-F238E27FC236}">
                <a16:creationId xmlns:a16="http://schemas.microsoft.com/office/drawing/2014/main" id="{D0F6CB3F-D495-454C-B8BF-F8E9D5B60488}"/>
              </a:ext>
            </a:extLst>
          </p:cNvPr>
          <p:cNvSpPr>
            <a:spLocks noGrp="1"/>
          </p:cNvSpPr>
          <p:nvPr/>
        </p:nvSpPr>
        <p:spPr>
          <a:xfrm>
            <a:off x="5431776" y="15022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8" name="Stage1_sixpanel_8489">
            <a:extLst>
              <a:ext uri="{FF2B5EF4-FFF2-40B4-BE49-F238E27FC236}">
                <a16:creationId xmlns:a16="http://schemas.microsoft.com/office/drawing/2014/main" id="{A2EE258E-61F2-4F14-9F6C-B768454A6AD3}"/>
              </a:ext>
            </a:extLst>
          </p:cNvPr>
          <p:cNvSpPr>
            <a:spLocks noGrp="1"/>
          </p:cNvSpPr>
          <p:nvPr/>
        </p:nvSpPr>
        <p:spPr>
          <a:xfrm>
            <a:off x="5481133" y="15845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9" name="Stage1_sixpanel_8490">
            <a:extLst>
              <a:ext uri="{FF2B5EF4-FFF2-40B4-BE49-F238E27FC236}">
                <a16:creationId xmlns:a16="http://schemas.microsoft.com/office/drawing/2014/main" id="{64F1B526-6BFB-4D87-B175-5367CDC2887E}"/>
              </a:ext>
            </a:extLst>
          </p:cNvPr>
          <p:cNvSpPr>
            <a:spLocks noGrp="1"/>
          </p:cNvSpPr>
          <p:nvPr/>
        </p:nvSpPr>
        <p:spPr>
          <a:xfrm>
            <a:off x="5560709" y="133622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0" name="Stage1_sixpanel_8491">
            <a:extLst>
              <a:ext uri="{FF2B5EF4-FFF2-40B4-BE49-F238E27FC236}">
                <a16:creationId xmlns:a16="http://schemas.microsoft.com/office/drawing/2014/main" id="{428C9453-BD69-433D-B79F-CE6679133DE9}"/>
              </a:ext>
            </a:extLst>
          </p:cNvPr>
          <p:cNvSpPr>
            <a:spLocks noGrp="1"/>
          </p:cNvSpPr>
          <p:nvPr/>
        </p:nvSpPr>
        <p:spPr>
          <a:xfrm>
            <a:off x="5520393" y="215779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1" name="Stage1_sixpanel_8492">
            <a:extLst>
              <a:ext uri="{FF2B5EF4-FFF2-40B4-BE49-F238E27FC236}">
                <a16:creationId xmlns:a16="http://schemas.microsoft.com/office/drawing/2014/main" id="{55963F44-ACAD-40F9-BB58-EE2485B50DDD}"/>
              </a:ext>
            </a:extLst>
          </p:cNvPr>
          <p:cNvSpPr>
            <a:spLocks noGrp="1"/>
          </p:cNvSpPr>
          <p:nvPr/>
        </p:nvSpPr>
        <p:spPr>
          <a:xfrm>
            <a:off x="5449270" y="137135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2" name="Stage1_sixpanel_8493">
            <a:extLst>
              <a:ext uri="{FF2B5EF4-FFF2-40B4-BE49-F238E27FC236}">
                <a16:creationId xmlns:a16="http://schemas.microsoft.com/office/drawing/2014/main" id="{9B9FAB9F-9B2D-4215-9F41-5ED771D063A0}"/>
              </a:ext>
            </a:extLst>
          </p:cNvPr>
          <p:cNvSpPr>
            <a:spLocks noGrp="1"/>
          </p:cNvSpPr>
          <p:nvPr/>
        </p:nvSpPr>
        <p:spPr>
          <a:xfrm>
            <a:off x="558151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3" name="Stage1_sixpanel_8494">
            <a:extLst>
              <a:ext uri="{FF2B5EF4-FFF2-40B4-BE49-F238E27FC236}">
                <a16:creationId xmlns:a16="http://schemas.microsoft.com/office/drawing/2014/main" id="{994EC99E-CB63-4B35-AC9B-1234CCA8CD45}"/>
              </a:ext>
            </a:extLst>
          </p:cNvPr>
          <p:cNvSpPr>
            <a:spLocks noGrp="1"/>
          </p:cNvSpPr>
          <p:nvPr/>
        </p:nvSpPr>
        <p:spPr>
          <a:xfrm>
            <a:off x="5456459" y="23702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4" name="Stage1_sixpanel_8495">
            <a:extLst>
              <a:ext uri="{FF2B5EF4-FFF2-40B4-BE49-F238E27FC236}">
                <a16:creationId xmlns:a16="http://schemas.microsoft.com/office/drawing/2014/main" id="{37515C25-AAA5-4485-9A93-565AC395F461}"/>
              </a:ext>
            </a:extLst>
          </p:cNvPr>
          <p:cNvSpPr>
            <a:spLocks noGrp="1"/>
          </p:cNvSpPr>
          <p:nvPr/>
        </p:nvSpPr>
        <p:spPr>
          <a:xfrm>
            <a:off x="548679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5" name="Stage1_sixpanel_8496">
            <a:extLst>
              <a:ext uri="{FF2B5EF4-FFF2-40B4-BE49-F238E27FC236}">
                <a16:creationId xmlns:a16="http://schemas.microsoft.com/office/drawing/2014/main" id="{261D71E6-739F-4217-86C0-592F2BB0764B}"/>
              </a:ext>
            </a:extLst>
          </p:cNvPr>
          <p:cNvSpPr>
            <a:spLocks noGrp="1"/>
          </p:cNvSpPr>
          <p:nvPr/>
        </p:nvSpPr>
        <p:spPr>
          <a:xfrm>
            <a:off x="5563790" y="205906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6" name="Stage1_sixpanel_8497">
            <a:extLst>
              <a:ext uri="{FF2B5EF4-FFF2-40B4-BE49-F238E27FC236}">
                <a16:creationId xmlns:a16="http://schemas.microsoft.com/office/drawing/2014/main" id="{6DF92F15-E46B-45CA-B2C3-B98046A7D765}"/>
              </a:ext>
            </a:extLst>
          </p:cNvPr>
          <p:cNvSpPr>
            <a:spLocks noGrp="1"/>
          </p:cNvSpPr>
          <p:nvPr/>
        </p:nvSpPr>
        <p:spPr>
          <a:xfrm>
            <a:off x="5502402" y="22440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7" name="Stage1_sixpanel_8498">
            <a:extLst>
              <a:ext uri="{FF2B5EF4-FFF2-40B4-BE49-F238E27FC236}">
                <a16:creationId xmlns:a16="http://schemas.microsoft.com/office/drawing/2014/main" id="{9E5F4163-50AB-4A58-8EB5-7D8F72400398}"/>
              </a:ext>
            </a:extLst>
          </p:cNvPr>
          <p:cNvSpPr>
            <a:spLocks noGrp="1"/>
          </p:cNvSpPr>
          <p:nvPr/>
        </p:nvSpPr>
        <p:spPr>
          <a:xfrm>
            <a:off x="5498780" y="139095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8" name="Stage1_sixpanel_8499">
            <a:extLst>
              <a:ext uri="{FF2B5EF4-FFF2-40B4-BE49-F238E27FC236}">
                <a16:creationId xmlns:a16="http://schemas.microsoft.com/office/drawing/2014/main" id="{3D9BB377-F9E5-4B49-AF81-7D4B6351B384}"/>
              </a:ext>
            </a:extLst>
          </p:cNvPr>
          <p:cNvSpPr>
            <a:spLocks noGrp="1"/>
          </p:cNvSpPr>
          <p:nvPr/>
        </p:nvSpPr>
        <p:spPr>
          <a:xfrm>
            <a:off x="5586908" y="15782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9" name="Stage1_sixpanel_8500">
            <a:extLst>
              <a:ext uri="{FF2B5EF4-FFF2-40B4-BE49-F238E27FC236}">
                <a16:creationId xmlns:a16="http://schemas.microsoft.com/office/drawing/2014/main" id="{56870492-01DA-447D-AFE2-C092C18BDD93}"/>
              </a:ext>
            </a:extLst>
          </p:cNvPr>
          <p:cNvSpPr>
            <a:spLocks noGrp="1"/>
          </p:cNvSpPr>
          <p:nvPr/>
        </p:nvSpPr>
        <p:spPr>
          <a:xfrm>
            <a:off x="5542115" y="178613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0" name="Stage1_sixpanel_8501">
            <a:extLst>
              <a:ext uri="{FF2B5EF4-FFF2-40B4-BE49-F238E27FC236}">
                <a16:creationId xmlns:a16="http://schemas.microsoft.com/office/drawing/2014/main" id="{A21BBC1C-CE18-4AFA-9E0E-3E73754C4F36}"/>
              </a:ext>
            </a:extLst>
          </p:cNvPr>
          <p:cNvSpPr>
            <a:spLocks noGrp="1"/>
          </p:cNvSpPr>
          <p:nvPr/>
        </p:nvSpPr>
        <p:spPr>
          <a:xfrm>
            <a:off x="5598938" y="141216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1" name="Stage1_sixpanel_8502">
            <a:extLst>
              <a:ext uri="{FF2B5EF4-FFF2-40B4-BE49-F238E27FC236}">
                <a16:creationId xmlns:a16="http://schemas.microsoft.com/office/drawing/2014/main" id="{932D349C-3BEE-4E0A-ADD8-32E14DA7B2BF}"/>
              </a:ext>
            </a:extLst>
          </p:cNvPr>
          <p:cNvSpPr>
            <a:spLocks noGrp="1"/>
          </p:cNvSpPr>
          <p:nvPr/>
        </p:nvSpPr>
        <p:spPr>
          <a:xfrm>
            <a:off x="5529989" y="150715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2" name="Stage1_sixpanel_8503">
            <a:extLst>
              <a:ext uri="{FF2B5EF4-FFF2-40B4-BE49-F238E27FC236}">
                <a16:creationId xmlns:a16="http://schemas.microsoft.com/office/drawing/2014/main" id="{FEA867E3-F8C7-4438-B7D0-378FC0F3E364}"/>
              </a:ext>
            </a:extLst>
          </p:cNvPr>
          <p:cNvSpPr>
            <a:spLocks noGrp="1"/>
          </p:cNvSpPr>
          <p:nvPr/>
        </p:nvSpPr>
        <p:spPr>
          <a:xfrm>
            <a:off x="5531238" y="189143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3" name="Stage1_sixpanel_8504">
            <a:extLst>
              <a:ext uri="{FF2B5EF4-FFF2-40B4-BE49-F238E27FC236}">
                <a16:creationId xmlns:a16="http://schemas.microsoft.com/office/drawing/2014/main" id="{F69A632F-5990-4E84-B194-2D34D7CD10DA}"/>
              </a:ext>
            </a:extLst>
          </p:cNvPr>
          <p:cNvSpPr>
            <a:spLocks noGrp="1"/>
          </p:cNvSpPr>
          <p:nvPr/>
        </p:nvSpPr>
        <p:spPr>
          <a:xfrm>
            <a:off x="5539887" y="154802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4" name="Stage1_sixpanel_8505">
            <a:extLst>
              <a:ext uri="{FF2B5EF4-FFF2-40B4-BE49-F238E27FC236}">
                <a16:creationId xmlns:a16="http://schemas.microsoft.com/office/drawing/2014/main" id="{DE14FC8B-3AD4-4FBE-9C89-E6396B2FCE21}"/>
              </a:ext>
            </a:extLst>
          </p:cNvPr>
          <p:cNvSpPr>
            <a:spLocks noGrp="1"/>
          </p:cNvSpPr>
          <p:nvPr/>
        </p:nvSpPr>
        <p:spPr>
          <a:xfrm>
            <a:off x="559638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5" name="Stage1_sixpanel_8506">
            <a:extLst>
              <a:ext uri="{FF2B5EF4-FFF2-40B4-BE49-F238E27FC236}">
                <a16:creationId xmlns:a16="http://schemas.microsoft.com/office/drawing/2014/main" id="{F7B3C0EE-3716-450D-BE46-4E64DCDBAE78}"/>
              </a:ext>
            </a:extLst>
          </p:cNvPr>
          <p:cNvSpPr>
            <a:spLocks noGrp="1"/>
          </p:cNvSpPr>
          <p:nvPr/>
        </p:nvSpPr>
        <p:spPr>
          <a:xfrm>
            <a:off x="5553637" y="151336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6" name="Stage1_sixpanel_8507">
            <a:extLst>
              <a:ext uri="{FF2B5EF4-FFF2-40B4-BE49-F238E27FC236}">
                <a16:creationId xmlns:a16="http://schemas.microsoft.com/office/drawing/2014/main" id="{14934334-5752-4E07-9D18-10ED11DD4076}"/>
              </a:ext>
            </a:extLst>
          </p:cNvPr>
          <p:cNvSpPr>
            <a:spLocks noGrp="1"/>
          </p:cNvSpPr>
          <p:nvPr/>
        </p:nvSpPr>
        <p:spPr>
          <a:xfrm>
            <a:off x="544009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7" name="Stage1_sixpanel_8508">
            <a:extLst>
              <a:ext uri="{FF2B5EF4-FFF2-40B4-BE49-F238E27FC236}">
                <a16:creationId xmlns:a16="http://schemas.microsoft.com/office/drawing/2014/main" id="{21E26251-E71C-4329-82D4-F9510895344B}"/>
              </a:ext>
            </a:extLst>
          </p:cNvPr>
          <p:cNvSpPr>
            <a:spLocks noGrp="1"/>
          </p:cNvSpPr>
          <p:nvPr/>
        </p:nvSpPr>
        <p:spPr>
          <a:xfrm>
            <a:off x="5564331" y="190075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8" name="Stage1_sixpanel_8509">
            <a:extLst>
              <a:ext uri="{FF2B5EF4-FFF2-40B4-BE49-F238E27FC236}">
                <a16:creationId xmlns:a16="http://schemas.microsoft.com/office/drawing/2014/main" id="{EBF699B2-18B5-4587-AB76-13A4AB655B7C}"/>
              </a:ext>
            </a:extLst>
          </p:cNvPr>
          <p:cNvSpPr>
            <a:spLocks noGrp="1"/>
          </p:cNvSpPr>
          <p:nvPr/>
        </p:nvSpPr>
        <p:spPr>
          <a:xfrm>
            <a:off x="5596591" y="15998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9" name="Stage1_sixpanel_8510">
            <a:extLst>
              <a:ext uri="{FF2B5EF4-FFF2-40B4-BE49-F238E27FC236}">
                <a16:creationId xmlns:a16="http://schemas.microsoft.com/office/drawing/2014/main" id="{ADD05EF9-7AEC-4EE2-8C06-86151D71E45B}"/>
              </a:ext>
            </a:extLst>
          </p:cNvPr>
          <p:cNvSpPr>
            <a:spLocks noGrp="1"/>
          </p:cNvSpPr>
          <p:nvPr/>
        </p:nvSpPr>
        <p:spPr>
          <a:xfrm>
            <a:off x="5578323" y="146214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0" name="Stage1_sixpanel_8511">
            <a:extLst>
              <a:ext uri="{FF2B5EF4-FFF2-40B4-BE49-F238E27FC236}">
                <a16:creationId xmlns:a16="http://schemas.microsoft.com/office/drawing/2014/main" id="{9819EEE8-F15C-413A-BC74-054D30523B0D}"/>
              </a:ext>
            </a:extLst>
          </p:cNvPr>
          <p:cNvSpPr>
            <a:spLocks noGrp="1"/>
          </p:cNvSpPr>
          <p:nvPr/>
        </p:nvSpPr>
        <p:spPr>
          <a:xfrm>
            <a:off x="5452898" y="17687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1" name="Stage1_sixpanel_8512">
            <a:extLst>
              <a:ext uri="{FF2B5EF4-FFF2-40B4-BE49-F238E27FC236}">
                <a16:creationId xmlns:a16="http://schemas.microsoft.com/office/drawing/2014/main" id="{574AF296-E4E5-4B59-AB46-D86D7D7CEAD3}"/>
              </a:ext>
            </a:extLst>
          </p:cNvPr>
          <p:cNvSpPr>
            <a:spLocks noGrp="1"/>
          </p:cNvSpPr>
          <p:nvPr/>
        </p:nvSpPr>
        <p:spPr>
          <a:xfrm>
            <a:off x="5521112" y="167121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2" name="Stage1_sixpanel_8513">
            <a:extLst>
              <a:ext uri="{FF2B5EF4-FFF2-40B4-BE49-F238E27FC236}">
                <a16:creationId xmlns:a16="http://schemas.microsoft.com/office/drawing/2014/main" id="{9A7740F0-57CB-43F2-95E8-72B8C99BBE34}"/>
              </a:ext>
            </a:extLst>
          </p:cNvPr>
          <p:cNvSpPr>
            <a:spLocks noGrp="1"/>
          </p:cNvSpPr>
          <p:nvPr/>
        </p:nvSpPr>
        <p:spPr>
          <a:xfrm>
            <a:off x="5595322" y="15144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3" name="Stage1_sixpanel_8514">
            <a:extLst>
              <a:ext uri="{FF2B5EF4-FFF2-40B4-BE49-F238E27FC236}">
                <a16:creationId xmlns:a16="http://schemas.microsoft.com/office/drawing/2014/main" id="{77C9D761-EBF5-45E9-967C-C877E6EE66DF}"/>
              </a:ext>
            </a:extLst>
          </p:cNvPr>
          <p:cNvSpPr>
            <a:spLocks noGrp="1"/>
          </p:cNvSpPr>
          <p:nvPr/>
        </p:nvSpPr>
        <p:spPr>
          <a:xfrm>
            <a:off x="5554198" y="13205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4" name="Stage1_sixpanel_8515">
            <a:extLst>
              <a:ext uri="{FF2B5EF4-FFF2-40B4-BE49-F238E27FC236}">
                <a16:creationId xmlns:a16="http://schemas.microsoft.com/office/drawing/2014/main" id="{7C99574B-F0F8-494E-921D-4684FEAFBD8C}"/>
              </a:ext>
            </a:extLst>
          </p:cNvPr>
          <p:cNvSpPr>
            <a:spLocks noGrp="1"/>
          </p:cNvSpPr>
          <p:nvPr/>
        </p:nvSpPr>
        <p:spPr>
          <a:xfrm>
            <a:off x="5599192" y="163115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5" name="Stage1_sixpanel_8516">
            <a:extLst>
              <a:ext uri="{FF2B5EF4-FFF2-40B4-BE49-F238E27FC236}">
                <a16:creationId xmlns:a16="http://schemas.microsoft.com/office/drawing/2014/main" id="{C1000310-F795-4D70-97C3-7AD01EAF0C89}"/>
              </a:ext>
            </a:extLst>
          </p:cNvPr>
          <p:cNvSpPr>
            <a:spLocks noGrp="1"/>
          </p:cNvSpPr>
          <p:nvPr/>
        </p:nvSpPr>
        <p:spPr>
          <a:xfrm>
            <a:off x="5567188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6" name="Stage1_sixpanel_8517">
            <a:extLst>
              <a:ext uri="{FF2B5EF4-FFF2-40B4-BE49-F238E27FC236}">
                <a16:creationId xmlns:a16="http://schemas.microsoft.com/office/drawing/2014/main" id="{C73A8BCE-010C-41C4-A9F0-7A6F4F036D81}"/>
              </a:ext>
            </a:extLst>
          </p:cNvPr>
          <p:cNvSpPr>
            <a:spLocks noGrp="1"/>
          </p:cNvSpPr>
          <p:nvPr/>
        </p:nvSpPr>
        <p:spPr>
          <a:xfrm>
            <a:off x="5585945" y="15641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7" name="Stage1_sixpanel_8518">
            <a:extLst>
              <a:ext uri="{FF2B5EF4-FFF2-40B4-BE49-F238E27FC236}">
                <a16:creationId xmlns:a16="http://schemas.microsoft.com/office/drawing/2014/main" id="{2C86DAB6-96F4-4F06-8203-A73DC4A27DF5}"/>
              </a:ext>
            </a:extLst>
          </p:cNvPr>
          <p:cNvSpPr>
            <a:spLocks noGrp="1"/>
          </p:cNvSpPr>
          <p:nvPr/>
        </p:nvSpPr>
        <p:spPr>
          <a:xfrm>
            <a:off x="5456820" y="188947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8" name="Stage1_sixpanel_8519">
            <a:extLst>
              <a:ext uri="{FF2B5EF4-FFF2-40B4-BE49-F238E27FC236}">
                <a16:creationId xmlns:a16="http://schemas.microsoft.com/office/drawing/2014/main" id="{9BE6CD33-522D-48A4-9BA5-4C5C3E046EA5}"/>
              </a:ext>
            </a:extLst>
          </p:cNvPr>
          <p:cNvSpPr>
            <a:spLocks noGrp="1"/>
          </p:cNvSpPr>
          <p:nvPr/>
        </p:nvSpPr>
        <p:spPr>
          <a:xfrm>
            <a:off x="5508221" y="24878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9" name="Stage1_sixpanel_8520">
            <a:extLst>
              <a:ext uri="{FF2B5EF4-FFF2-40B4-BE49-F238E27FC236}">
                <a16:creationId xmlns:a16="http://schemas.microsoft.com/office/drawing/2014/main" id="{9FC84E49-DCAF-4D63-8C05-FE0AD1F05616}"/>
              </a:ext>
            </a:extLst>
          </p:cNvPr>
          <p:cNvSpPr>
            <a:spLocks noGrp="1"/>
          </p:cNvSpPr>
          <p:nvPr/>
        </p:nvSpPr>
        <p:spPr>
          <a:xfrm>
            <a:off x="5523614" y="183611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0" name="Stage1_sixpanel_8521">
            <a:extLst>
              <a:ext uri="{FF2B5EF4-FFF2-40B4-BE49-F238E27FC236}">
                <a16:creationId xmlns:a16="http://schemas.microsoft.com/office/drawing/2014/main" id="{759D1B4F-99E0-44A2-BFD3-DC2A53346B96}"/>
              </a:ext>
            </a:extLst>
          </p:cNvPr>
          <p:cNvSpPr>
            <a:spLocks noGrp="1"/>
          </p:cNvSpPr>
          <p:nvPr/>
        </p:nvSpPr>
        <p:spPr>
          <a:xfrm>
            <a:off x="5500364" y="206992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1" name="Stage1_sixpanel_8522">
            <a:extLst>
              <a:ext uri="{FF2B5EF4-FFF2-40B4-BE49-F238E27FC236}">
                <a16:creationId xmlns:a16="http://schemas.microsoft.com/office/drawing/2014/main" id="{9E861377-08B3-4C51-9D77-F40DA9ED1A34}"/>
              </a:ext>
            </a:extLst>
          </p:cNvPr>
          <p:cNvSpPr>
            <a:spLocks noGrp="1"/>
          </p:cNvSpPr>
          <p:nvPr/>
        </p:nvSpPr>
        <p:spPr>
          <a:xfrm>
            <a:off x="5594241" y="242714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2" name="Stage1_sixpanel_8523">
            <a:extLst>
              <a:ext uri="{FF2B5EF4-FFF2-40B4-BE49-F238E27FC236}">
                <a16:creationId xmlns:a16="http://schemas.microsoft.com/office/drawing/2014/main" id="{7B8536E4-F89F-4B54-B759-E43335DC367A}"/>
              </a:ext>
            </a:extLst>
          </p:cNvPr>
          <p:cNvSpPr>
            <a:spLocks noGrp="1"/>
          </p:cNvSpPr>
          <p:nvPr/>
        </p:nvSpPr>
        <p:spPr>
          <a:xfrm>
            <a:off x="5597700" y="147932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3" name="Stage1_sixpanel_8524">
            <a:extLst>
              <a:ext uri="{FF2B5EF4-FFF2-40B4-BE49-F238E27FC236}">
                <a16:creationId xmlns:a16="http://schemas.microsoft.com/office/drawing/2014/main" id="{3B9A6729-6C3F-4B7F-B161-0092F87AC549}"/>
              </a:ext>
            </a:extLst>
          </p:cNvPr>
          <p:cNvSpPr>
            <a:spLocks noGrp="1"/>
          </p:cNvSpPr>
          <p:nvPr/>
        </p:nvSpPr>
        <p:spPr>
          <a:xfrm>
            <a:off x="5585929" y="139257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4" name="Stage1_sixpanel_8525">
            <a:extLst>
              <a:ext uri="{FF2B5EF4-FFF2-40B4-BE49-F238E27FC236}">
                <a16:creationId xmlns:a16="http://schemas.microsoft.com/office/drawing/2014/main" id="{986FBDAE-75B2-4EEA-8DF8-95BC15236C07}"/>
              </a:ext>
            </a:extLst>
          </p:cNvPr>
          <p:cNvSpPr>
            <a:spLocks noGrp="1"/>
          </p:cNvSpPr>
          <p:nvPr/>
        </p:nvSpPr>
        <p:spPr>
          <a:xfrm>
            <a:off x="5580309" y="142737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5" name="Stage1_sixpanel_8526">
            <a:extLst>
              <a:ext uri="{FF2B5EF4-FFF2-40B4-BE49-F238E27FC236}">
                <a16:creationId xmlns:a16="http://schemas.microsoft.com/office/drawing/2014/main" id="{F2214C27-4B1C-4769-A775-33361A1F22BE}"/>
              </a:ext>
            </a:extLst>
          </p:cNvPr>
          <p:cNvSpPr>
            <a:spLocks noGrp="1"/>
          </p:cNvSpPr>
          <p:nvPr/>
        </p:nvSpPr>
        <p:spPr>
          <a:xfrm>
            <a:off x="5464605" y="19303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6" name="Stage1_sixpanel_8527">
            <a:extLst>
              <a:ext uri="{FF2B5EF4-FFF2-40B4-BE49-F238E27FC236}">
                <a16:creationId xmlns:a16="http://schemas.microsoft.com/office/drawing/2014/main" id="{9B8D9308-D71E-4F33-852E-540C84968ABE}"/>
              </a:ext>
            </a:extLst>
          </p:cNvPr>
          <p:cNvSpPr>
            <a:spLocks noGrp="1"/>
          </p:cNvSpPr>
          <p:nvPr/>
        </p:nvSpPr>
        <p:spPr>
          <a:xfrm>
            <a:off x="5547915" y="230743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7" name="Stage1_sixpanel_8528">
            <a:extLst>
              <a:ext uri="{FF2B5EF4-FFF2-40B4-BE49-F238E27FC236}">
                <a16:creationId xmlns:a16="http://schemas.microsoft.com/office/drawing/2014/main" id="{5098395B-26C4-46C7-B023-DE1EBC1C1B3F}"/>
              </a:ext>
            </a:extLst>
          </p:cNvPr>
          <p:cNvSpPr>
            <a:spLocks noGrp="1"/>
          </p:cNvSpPr>
          <p:nvPr/>
        </p:nvSpPr>
        <p:spPr>
          <a:xfrm>
            <a:off x="5565258" y="164977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8" name="Stage1_sixpanel_8529">
            <a:extLst>
              <a:ext uri="{FF2B5EF4-FFF2-40B4-BE49-F238E27FC236}">
                <a16:creationId xmlns:a16="http://schemas.microsoft.com/office/drawing/2014/main" id="{C15B5429-F5B7-483D-B07B-1D4115590BF0}"/>
              </a:ext>
            </a:extLst>
          </p:cNvPr>
          <p:cNvSpPr>
            <a:spLocks noGrp="1"/>
          </p:cNvSpPr>
          <p:nvPr/>
        </p:nvSpPr>
        <p:spPr>
          <a:xfrm>
            <a:off x="5458569" y="14134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9" name="Stage1_sixpanel_8530">
            <a:extLst>
              <a:ext uri="{FF2B5EF4-FFF2-40B4-BE49-F238E27FC236}">
                <a16:creationId xmlns:a16="http://schemas.microsoft.com/office/drawing/2014/main" id="{2DBE6994-5059-4CD2-8EAF-FC3A030D8A72}"/>
              </a:ext>
            </a:extLst>
          </p:cNvPr>
          <p:cNvSpPr>
            <a:spLocks noGrp="1"/>
          </p:cNvSpPr>
          <p:nvPr/>
        </p:nvSpPr>
        <p:spPr>
          <a:xfrm>
            <a:off x="5493232" y="148244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0" name="Stage1_sixpanel_8531">
            <a:extLst>
              <a:ext uri="{FF2B5EF4-FFF2-40B4-BE49-F238E27FC236}">
                <a16:creationId xmlns:a16="http://schemas.microsoft.com/office/drawing/2014/main" id="{39246710-D06D-402E-AC9C-F53BACE431C3}"/>
              </a:ext>
            </a:extLst>
          </p:cNvPr>
          <p:cNvSpPr>
            <a:spLocks noGrp="1"/>
          </p:cNvSpPr>
          <p:nvPr/>
        </p:nvSpPr>
        <p:spPr>
          <a:xfrm>
            <a:off x="5461598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1" name="Stage1_sixpanel_8532">
            <a:extLst>
              <a:ext uri="{FF2B5EF4-FFF2-40B4-BE49-F238E27FC236}">
                <a16:creationId xmlns:a16="http://schemas.microsoft.com/office/drawing/2014/main" id="{B336983E-669E-436C-94E7-49FCE22E3E8C}"/>
              </a:ext>
            </a:extLst>
          </p:cNvPr>
          <p:cNvSpPr>
            <a:spLocks noGrp="1"/>
          </p:cNvSpPr>
          <p:nvPr/>
        </p:nvSpPr>
        <p:spPr>
          <a:xfrm>
            <a:off x="5560654" y="141041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2" name="Stage1_sixpanel_8533">
            <a:extLst>
              <a:ext uri="{FF2B5EF4-FFF2-40B4-BE49-F238E27FC236}">
                <a16:creationId xmlns:a16="http://schemas.microsoft.com/office/drawing/2014/main" id="{EDDE5687-899B-417F-AE37-C0D475CCC3ED}"/>
              </a:ext>
            </a:extLst>
          </p:cNvPr>
          <p:cNvSpPr>
            <a:spLocks noGrp="1"/>
          </p:cNvSpPr>
          <p:nvPr/>
        </p:nvSpPr>
        <p:spPr>
          <a:xfrm>
            <a:off x="5509523" y="16705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3" name="Stage1_sixpanel_8534">
            <a:extLst>
              <a:ext uri="{FF2B5EF4-FFF2-40B4-BE49-F238E27FC236}">
                <a16:creationId xmlns:a16="http://schemas.microsoft.com/office/drawing/2014/main" id="{19C99E6D-52BB-4165-A494-A4A115503C99}"/>
              </a:ext>
            </a:extLst>
          </p:cNvPr>
          <p:cNvSpPr>
            <a:spLocks noGrp="1"/>
          </p:cNvSpPr>
          <p:nvPr/>
        </p:nvSpPr>
        <p:spPr>
          <a:xfrm>
            <a:off x="5575384" y="139794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4" name="Stage1_sixpanel_8535">
            <a:extLst>
              <a:ext uri="{FF2B5EF4-FFF2-40B4-BE49-F238E27FC236}">
                <a16:creationId xmlns:a16="http://schemas.microsoft.com/office/drawing/2014/main" id="{B94D5556-EA3D-406C-8D9F-ACF6ACA715E2}"/>
              </a:ext>
            </a:extLst>
          </p:cNvPr>
          <p:cNvSpPr>
            <a:spLocks noGrp="1"/>
          </p:cNvSpPr>
          <p:nvPr/>
        </p:nvSpPr>
        <p:spPr>
          <a:xfrm>
            <a:off x="5587677" y="150298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5" name="Stage1_sixpanel_8536">
            <a:extLst>
              <a:ext uri="{FF2B5EF4-FFF2-40B4-BE49-F238E27FC236}">
                <a16:creationId xmlns:a16="http://schemas.microsoft.com/office/drawing/2014/main" id="{80A9B91B-2449-414D-91C3-D858E9CD94FA}"/>
              </a:ext>
            </a:extLst>
          </p:cNvPr>
          <p:cNvSpPr>
            <a:spLocks noGrp="1"/>
          </p:cNvSpPr>
          <p:nvPr/>
        </p:nvSpPr>
        <p:spPr>
          <a:xfrm>
            <a:off x="5440656" y="158910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6" name="Stage1_sixpanel_8537">
            <a:extLst>
              <a:ext uri="{FF2B5EF4-FFF2-40B4-BE49-F238E27FC236}">
                <a16:creationId xmlns:a16="http://schemas.microsoft.com/office/drawing/2014/main" id="{5C16961A-2C07-4B25-BF62-8D0A422B486F}"/>
              </a:ext>
            </a:extLst>
          </p:cNvPr>
          <p:cNvSpPr>
            <a:spLocks noGrp="1"/>
          </p:cNvSpPr>
          <p:nvPr/>
        </p:nvSpPr>
        <p:spPr>
          <a:xfrm>
            <a:off x="559494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7" name="Stage1_sixpanel_8538">
            <a:extLst>
              <a:ext uri="{FF2B5EF4-FFF2-40B4-BE49-F238E27FC236}">
                <a16:creationId xmlns:a16="http://schemas.microsoft.com/office/drawing/2014/main" id="{491F79C1-910C-4B2A-A528-3C4DF5E28DDD}"/>
              </a:ext>
            </a:extLst>
          </p:cNvPr>
          <p:cNvSpPr>
            <a:spLocks noGrp="1"/>
          </p:cNvSpPr>
          <p:nvPr/>
        </p:nvSpPr>
        <p:spPr>
          <a:xfrm>
            <a:off x="657830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8" name="Stage1_sixpanel_8539">
            <a:extLst>
              <a:ext uri="{FF2B5EF4-FFF2-40B4-BE49-F238E27FC236}">
                <a16:creationId xmlns:a16="http://schemas.microsoft.com/office/drawing/2014/main" id="{B0D0946F-FA6D-411A-8FA6-19C3FD84795C}"/>
              </a:ext>
            </a:extLst>
          </p:cNvPr>
          <p:cNvSpPr>
            <a:spLocks noGrp="1"/>
          </p:cNvSpPr>
          <p:nvPr/>
        </p:nvSpPr>
        <p:spPr>
          <a:xfrm>
            <a:off x="6542002" y="11647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9" name="Stage1_sixpanel_8540">
            <a:extLst>
              <a:ext uri="{FF2B5EF4-FFF2-40B4-BE49-F238E27FC236}">
                <a16:creationId xmlns:a16="http://schemas.microsoft.com/office/drawing/2014/main" id="{0D7DE685-5882-4D29-BE78-12B01FCD3FA6}"/>
              </a:ext>
            </a:extLst>
          </p:cNvPr>
          <p:cNvSpPr>
            <a:spLocks noGrp="1"/>
          </p:cNvSpPr>
          <p:nvPr/>
        </p:nvSpPr>
        <p:spPr>
          <a:xfrm>
            <a:off x="664908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0" name="Stage1_sixpanel_8541">
            <a:extLst>
              <a:ext uri="{FF2B5EF4-FFF2-40B4-BE49-F238E27FC236}">
                <a16:creationId xmlns:a16="http://schemas.microsoft.com/office/drawing/2014/main" id="{7C568A70-ED7F-47D8-96EA-AD82A94C620C}"/>
              </a:ext>
            </a:extLst>
          </p:cNvPr>
          <p:cNvSpPr>
            <a:spLocks noGrp="1"/>
          </p:cNvSpPr>
          <p:nvPr/>
        </p:nvSpPr>
        <p:spPr>
          <a:xfrm>
            <a:off x="662402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1" name="Stage1_sixpanel_8542">
            <a:extLst>
              <a:ext uri="{FF2B5EF4-FFF2-40B4-BE49-F238E27FC236}">
                <a16:creationId xmlns:a16="http://schemas.microsoft.com/office/drawing/2014/main" id="{4496648D-F1A1-411F-9ADB-93471DB1F704}"/>
              </a:ext>
            </a:extLst>
          </p:cNvPr>
          <p:cNvSpPr>
            <a:spLocks noGrp="1"/>
          </p:cNvSpPr>
          <p:nvPr/>
        </p:nvSpPr>
        <p:spPr>
          <a:xfrm>
            <a:off x="652192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2" name="Stage1_sixpanel_8543">
            <a:extLst>
              <a:ext uri="{FF2B5EF4-FFF2-40B4-BE49-F238E27FC236}">
                <a16:creationId xmlns:a16="http://schemas.microsoft.com/office/drawing/2014/main" id="{DFE8E72E-489E-475D-9BA1-81B59AF1D8CD}"/>
              </a:ext>
            </a:extLst>
          </p:cNvPr>
          <p:cNvSpPr>
            <a:spLocks noGrp="1"/>
          </p:cNvSpPr>
          <p:nvPr/>
        </p:nvSpPr>
        <p:spPr>
          <a:xfrm>
            <a:off x="6514421" y="17915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3" name="Stage1_sixpanel_8544">
            <a:extLst>
              <a:ext uri="{FF2B5EF4-FFF2-40B4-BE49-F238E27FC236}">
                <a16:creationId xmlns:a16="http://schemas.microsoft.com/office/drawing/2014/main" id="{4ECE160F-2892-43E4-A860-1849AFE24FDB}"/>
              </a:ext>
            </a:extLst>
          </p:cNvPr>
          <p:cNvSpPr>
            <a:spLocks noGrp="1"/>
          </p:cNvSpPr>
          <p:nvPr/>
        </p:nvSpPr>
        <p:spPr>
          <a:xfrm>
            <a:off x="656373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4" name="Stage1_sixpanel_8545">
            <a:extLst>
              <a:ext uri="{FF2B5EF4-FFF2-40B4-BE49-F238E27FC236}">
                <a16:creationId xmlns:a16="http://schemas.microsoft.com/office/drawing/2014/main" id="{9D41522B-C2BF-481A-8248-DD3F6460F045}"/>
              </a:ext>
            </a:extLst>
          </p:cNvPr>
          <p:cNvSpPr>
            <a:spLocks noGrp="1"/>
          </p:cNvSpPr>
          <p:nvPr/>
        </p:nvSpPr>
        <p:spPr>
          <a:xfrm>
            <a:off x="658333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5" name="Stage1_sixpanel_8546">
            <a:extLst>
              <a:ext uri="{FF2B5EF4-FFF2-40B4-BE49-F238E27FC236}">
                <a16:creationId xmlns:a16="http://schemas.microsoft.com/office/drawing/2014/main" id="{9EC7F9AC-E080-4BD0-8896-CFBCB822043D}"/>
              </a:ext>
            </a:extLst>
          </p:cNvPr>
          <p:cNvSpPr>
            <a:spLocks noGrp="1"/>
          </p:cNvSpPr>
          <p:nvPr/>
        </p:nvSpPr>
        <p:spPr>
          <a:xfrm>
            <a:off x="6608418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6" name="Stage1_sixpanel_8547">
            <a:extLst>
              <a:ext uri="{FF2B5EF4-FFF2-40B4-BE49-F238E27FC236}">
                <a16:creationId xmlns:a16="http://schemas.microsoft.com/office/drawing/2014/main" id="{A9303E24-313E-4A71-81A4-EEFE6159AE03}"/>
              </a:ext>
            </a:extLst>
          </p:cNvPr>
          <p:cNvSpPr>
            <a:spLocks noGrp="1"/>
          </p:cNvSpPr>
          <p:nvPr/>
        </p:nvSpPr>
        <p:spPr>
          <a:xfrm>
            <a:off x="650169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7" name="Stage1_sixpanel_8548">
            <a:extLst>
              <a:ext uri="{FF2B5EF4-FFF2-40B4-BE49-F238E27FC236}">
                <a16:creationId xmlns:a16="http://schemas.microsoft.com/office/drawing/2014/main" id="{2E879DE4-EC8A-41FA-A10B-2852094CD784}"/>
              </a:ext>
            </a:extLst>
          </p:cNvPr>
          <p:cNvSpPr>
            <a:spLocks noGrp="1"/>
          </p:cNvSpPr>
          <p:nvPr/>
        </p:nvSpPr>
        <p:spPr>
          <a:xfrm>
            <a:off x="649453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8" name="Stage1_sixpanel_8549">
            <a:extLst>
              <a:ext uri="{FF2B5EF4-FFF2-40B4-BE49-F238E27FC236}">
                <a16:creationId xmlns:a16="http://schemas.microsoft.com/office/drawing/2014/main" id="{00C64944-B3C0-4FE9-9188-F58F3471F3FE}"/>
              </a:ext>
            </a:extLst>
          </p:cNvPr>
          <p:cNvSpPr>
            <a:spLocks noGrp="1"/>
          </p:cNvSpPr>
          <p:nvPr/>
        </p:nvSpPr>
        <p:spPr>
          <a:xfrm>
            <a:off x="650324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9" name="Stage1_sixpanel_8550">
            <a:extLst>
              <a:ext uri="{FF2B5EF4-FFF2-40B4-BE49-F238E27FC236}">
                <a16:creationId xmlns:a16="http://schemas.microsoft.com/office/drawing/2014/main" id="{E2E8B9BD-9693-43DD-8552-C47533F7F916}"/>
              </a:ext>
            </a:extLst>
          </p:cNvPr>
          <p:cNvSpPr>
            <a:spLocks noGrp="1"/>
          </p:cNvSpPr>
          <p:nvPr/>
        </p:nvSpPr>
        <p:spPr>
          <a:xfrm>
            <a:off x="6579161" y="171756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0" name="Stage1_sixpanel_8551">
            <a:extLst>
              <a:ext uri="{FF2B5EF4-FFF2-40B4-BE49-F238E27FC236}">
                <a16:creationId xmlns:a16="http://schemas.microsoft.com/office/drawing/2014/main" id="{C230BE36-9501-44BC-8323-3064CBA9DEC0}"/>
              </a:ext>
            </a:extLst>
          </p:cNvPr>
          <p:cNvSpPr>
            <a:spLocks noGrp="1"/>
          </p:cNvSpPr>
          <p:nvPr/>
        </p:nvSpPr>
        <p:spPr>
          <a:xfrm>
            <a:off x="658121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1" name="Stage1_sixpanel_8552">
            <a:extLst>
              <a:ext uri="{FF2B5EF4-FFF2-40B4-BE49-F238E27FC236}">
                <a16:creationId xmlns:a16="http://schemas.microsoft.com/office/drawing/2014/main" id="{F578119F-934F-41E6-A6C5-36CBF256B23C}"/>
              </a:ext>
            </a:extLst>
          </p:cNvPr>
          <p:cNvSpPr>
            <a:spLocks noGrp="1"/>
          </p:cNvSpPr>
          <p:nvPr/>
        </p:nvSpPr>
        <p:spPr>
          <a:xfrm>
            <a:off x="654641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2" name="Stage1_sixpanel_8553">
            <a:extLst>
              <a:ext uri="{FF2B5EF4-FFF2-40B4-BE49-F238E27FC236}">
                <a16:creationId xmlns:a16="http://schemas.microsoft.com/office/drawing/2014/main" id="{46A345D3-7D40-438A-8D67-9F8B7456D09D}"/>
              </a:ext>
            </a:extLst>
          </p:cNvPr>
          <p:cNvSpPr>
            <a:spLocks noGrp="1"/>
          </p:cNvSpPr>
          <p:nvPr/>
        </p:nvSpPr>
        <p:spPr>
          <a:xfrm>
            <a:off x="665096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3" name="Stage1_sixpanel_8554">
            <a:extLst>
              <a:ext uri="{FF2B5EF4-FFF2-40B4-BE49-F238E27FC236}">
                <a16:creationId xmlns:a16="http://schemas.microsoft.com/office/drawing/2014/main" id="{E475790A-F5E1-4883-A381-B0C75097880B}"/>
              </a:ext>
            </a:extLst>
          </p:cNvPr>
          <p:cNvSpPr>
            <a:spLocks noGrp="1"/>
          </p:cNvSpPr>
          <p:nvPr/>
        </p:nvSpPr>
        <p:spPr>
          <a:xfrm>
            <a:off x="6619265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4" name="Stage1_sixpanel_8555">
            <a:extLst>
              <a:ext uri="{FF2B5EF4-FFF2-40B4-BE49-F238E27FC236}">
                <a16:creationId xmlns:a16="http://schemas.microsoft.com/office/drawing/2014/main" id="{8594783D-ACFA-45E8-95E5-D018461A2145}"/>
              </a:ext>
            </a:extLst>
          </p:cNvPr>
          <p:cNvSpPr>
            <a:spLocks noGrp="1"/>
          </p:cNvSpPr>
          <p:nvPr/>
        </p:nvSpPr>
        <p:spPr>
          <a:xfrm>
            <a:off x="663501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5" name="Stage1_sixpanel_8556">
            <a:extLst>
              <a:ext uri="{FF2B5EF4-FFF2-40B4-BE49-F238E27FC236}">
                <a16:creationId xmlns:a16="http://schemas.microsoft.com/office/drawing/2014/main" id="{66F3F40C-CC9D-48DF-AE47-983E9BA3F6C3}"/>
              </a:ext>
            </a:extLst>
          </p:cNvPr>
          <p:cNvSpPr>
            <a:spLocks noGrp="1"/>
          </p:cNvSpPr>
          <p:nvPr/>
        </p:nvSpPr>
        <p:spPr>
          <a:xfrm>
            <a:off x="6506187" y="211571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6" name="Stage1_sixpanel_8557">
            <a:extLst>
              <a:ext uri="{FF2B5EF4-FFF2-40B4-BE49-F238E27FC236}">
                <a16:creationId xmlns:a16="http://schemas.microsoft.com/office/drawing/2014/main" id="{37D47B30-7DF0-46AF-9B30-673946E58999}"/>
              </a:ext>
            </a:extLst>
          </p:cNvPr>
          <p:cNvSpPr>
            <a:spLocks noGrp="1"/>
          </p:cNvSpPr>
          <p:nvPr/>
        </p:nvSpPr>
        <p:spPr>
          <a:xfrm>
            <a:off x="650386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7" name="Stage1_sixpanel_8558">
            <a:extLst>
              <a:ext uri="{FF2B5EF4-FFF2-40B4-BE49-F238E27FC236}">
                <a16:creationId xmlns:a16="http://schemas.microsoft.com/office/drawing/2014/main" id="{32CFE2F4-3DD2-4BF8-A8A3-560EE243963D}"/>
              </a:ext>
            </a:extLst>
          </p:cNvPr>
          <p:cNvSpPr>
            <a:spLocks noGrp="1"/>
          </p:cNvSpPr>
          <p:nvPr/>
        </p:nvSpPr>
        <p:spPr>
          <a:xfrm>
            <a:off x="6600742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8" name="Stage1_sixpanel_8559">
            <a:extLst>
              <a:ext uri="{FF2B5EF4-FFF2-40B4-BE49-F238E27FC236}">
                <a16:creationId xmlns:a16="http://schemas.microsoft.com/office/drawing/2014/main" id="{59AE15A5-9A38-49A5-AB05-F83DE84C5B2C}"/>
              </a:ext>
            </a:extLst>
          </p:cNvPr>
          <p:cNvSpPr>
            <a:spLocks noGrp="1"/>
          </p:cNvSpPr>
          <p:nvPr/>
        </p:nvSpPr>
        <p:spPr>
          <a:xfrm>
            <a:off x="6589051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9" name="Stage1_sixpanel_8560">
            <a:extLst>
              <a:ext uri="{FF2B5EF4-FFF2-40B4-BE49-F238E27FC236}">
                <a16:creationId xmlns:a16="http://schemas.microsoft.com/office/drawing/2014/main" id="{2E2889CA-490F-4CEE-B95C-F16108471D11}"/>
              </a:ext>
            </a:extLst>
          </p:cNvPr>
          <p:cNvSpPr>
            <a:spLocks noGrp="1"/>
          </p:cNvSpPr>
          <p:nvPr/>
        </p:nvSpPr>
        <p:spPr>
          <a:xfrm>
            <a:off x="6570929" y="13349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0" name="Stage1_sixpanel_8561">
            <a:extLst>
              <a:ext uri="{FF2B5EF4-FFF2-40B4-BE49-F238E27FC236}">
                <a16:creationId xmlns:a16="http://schemas.microsoft.com/office/drawing/2014/main" id="{485D0C74-4BAF-43A8-83B2-BD320B844840}"/>
              </a:ext>
            </a:extLst>
          </p:cNvPr>
          <p:cNvSpPr>
            <a:spLocks noGrp="1"/>
          </p:cNvSpPr>
          <p:nvPr/>
        </p:nvSpPr>
        <p:spPr>
          <a:xfrm>
            <a:off x="665549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1" name="Stage1_sixpanel_8562">
            <a:extLst>
              <a:ext uri="{FF2B5EF4-FFF2-40B4-BE49-F238E27FC236}">
                <a16:creationId xmlns:a16="http://schemas.microsoft.com/office/drawing/2014/main" id="{8125D0CB-B4DD-411D-9FEE-5204ABCAECD3}"/>
              </a:ext>
            </a:extLst>
          </p:cNvPr>
          <p:cNvSpPr>
            <a:spLocks noGrp="1"/>
          </p:cNvSpPr>
          <p:nvPr/>
        </p:nvSpPr>
        <p:spPr>
          <a:xfrm>
            <a:off x="662612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2" name="Stage1_sixpanel_8563">
            <a:extLst>
              <a:ext uri="{FF2B5EF4-FFF2-40B4-BE49-F238E27FC236}">
                <a16:creationId xmlns:a16="http://schemas.microsoft.com/office/drawing/2014/main" id="{70848418-2171-4045-982B-DB59BCCE714F}"/>
              </a:ext>
            </a:extLst>
          </p:cNvPr>
          <p:cNvSpPr>
            <a:spLocks noGrp="1"/>
          </p:cNvSpPr>
          <p:nvPr/>
        </p:nvSpPr>
        <p:spPr>
          <a:xfrm>
            <a:off x="6540125" y="145407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3" name="Stage1_sixpanel_8564">
            <a:extLst>
              <a:ext uri="{FF2B5EF4-FFF2-40B4-BE49-F238E27FC236}">
                <a16:creationId xmlns:a16="http://schemas.microsoft.com/office/drawing/2014/main" id="{502E1D87-A43B-4BA1-AA6E-CA5546D96742}"/>
              </a:ext>
            </a:extLst>
          </p:cNvPr>
          <p:cNvSpPr>
            <a:spLocks noGrp="1"/>
          </p:cNvSpPr>
          <p:nvPr/>
        </p:nvSpPr>
        <p:spPr>
          <a:xfrm>
            <a:off x="661725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4" name="Stage1_sixpanel_8565">
            <a:extLst>
              <a:ext uri="{FF2B5EF4-FFF2-40B4-BE49-F238E27FC236}">
                <a16:creationId xmlns:a16="http://schemas.microsoft.com/office/drawing/2014/main" id="{8D4FC4AC-E1A1-4DBD-AA2E-A2775513ABE1}"/>
              </a:ext>
            </a:extLst>
          </p:cNvPr>
          <p:cNvSpPr>
            <a:spLocks noGrp="1"/>
          </p:cNvSpPr>
          <p:nvPr/>
        </p:nvSpPr>
        <p:spPr>
          <a:xfrm>
            <a:off x="652652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5" name="Stage1_sixpanel_8566">
            <a:extLst>
              <a:ext uri="{FF2B5EF4-FFF2-40B4-BE49-F238E27FC236}">
                <a16:creationId xmlns:a16="http://schemas.microsoft.com/office/drawing/2014/main" id="{F56960EB-795A-4C0A-91E8-2098469BBEB9}"/>
              </a:ext>
            </a:extLst>
          </p:cNvPr>
          <p:cNvSpPr>
            <a:spLocks noGrp="1"/>
          </p:cNvSpPr>
          <p:nvPr/>
        </p:nvSpPr>
        <p:spPr>
          <a:xfrm>
            <a:off x="662992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6" name="Stage1_sixpanel_8567">
            <a:extLst>
              <a:ext uri="{FF2B5EF4-FFF2-40B4-BE49-F238E27FC236}">
                <a16:creationId xmlns:a16="http://schemas.microsoft.com/office/drawing/2014/main" id="{4F948479-B12F-4438-A838-372B342EAFFC}"/>
              </a:ext>
            </a:extLst>
          </p:cNvPr>
          <p:cNvSpPr>
            <a:spLocks noGrp="1"/>
          </p:cNvSpPr>
          <p:nvPr/>
        </p:nvSpPr>
        <p:spPr>
          <a:xfrm>
            <a:off x="6496693" y="196493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7" name="Stage1_sixpanel_8568">
            <a:extLst>
              <a:ext uri="{FF2B5EF4-FFF2-40B4-BE49-F238E27FC236}">
                <a16:creationId xmlns:a16="http://schemas.microsoft.com/office/drawing/2014/main" id="{05522B74-02A0-438B-8AF7-440E7AB51A11}"/>
              </a:ext>
            </a:extLst>
          </p:cNvPr>
          <p:cNvSpPr>
            <a:spLocks noGrp="1"/>
          </p:cNvSpPr>
          <p:nvPr/>
        </p:nvSpPr>
        <p:spPr>
          <a:xfrm>
            <a:off x="6637596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8" name="Stage1_sixpanel_8569">
            <a:extLst>
              <a:ext uri="{FF2B5EF4-FFF2-40B4-BE49-F238E27FC236}">
                <a16:creationId xmlns:a16="http://schemas.microsoft.com/office/drawing/2014/main" id="{8709B3D7-4A08-42A4-BE72-C53EE20F60CA}"/>
              </a:ext>
            </a:extLst>
          </p:cNvPr>
          <p:cNvSpPr>
            <a:spLocks noGrp="1"/>
          </p:cNvSpPr>
          <p:nvPr/>
        </p:nvSpPr>
        <p:spPr>
          <a:xfrm>
            <a:off x="6613006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9" name="Stage1_sixpanel_8570">
            <a:extLst>
              <a:ext uri="{FF2B5EF4-FFF2-40B4-BE49-F238E27FC236}">
                <a16:creationId xmlns:a16="http://schemas.microsoft.com/office/drawing/2014/main" id="{4F0A4546-6482-4369-8636-0BD21A82664E}"/>
              </a:ext>
            </a:extLst>
          </p:cNvPr>
          <p:cNvSpPr>
            <a:spLocks noGrp="1"/>
          </p:cNvSpPr>
          <p:nvPr/>
        </p:nvSpPr>
        <p:spPr>
          <a:xfrm>
            <a:off x="6641702" y="257275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0" name="Stage1_sixpanel_8571">
            <a:extLst>
              <a:ext uri="{FF2B5EF4-FFF2-40B4-BE49-F238E27FC236}">
                <a16:creationId xmlns:a16="http://schemas.microsoft.com/office/drawing/2014/main" id="{9C04DC47-2E92-495C-934B-9D547A35428C}"/>
              </a:ext>
            </a:extLst>
          </p:cNvPr>
          <p:cNvSpPr>
            <a:spLocks noGrp="1"/>
          </p:cNvSpPr>
          <p:nvPr/>
        </p:nvSpPr>
        <p:spPr>
          <a:xfrm>
            <a:off x="653594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1" name="Stage1_sixpanel_8572">
            <a:extLst>
              <a:ext uri="{FF2B5EF4-FFF2-40B4-BE49-F238E27FC236}">
                <a16:creationId xmlns:a16="http://schemas.microsoft.com/office/drawing/2014/main" id="{562FFB8A-2415-4DA6-9000-AC44086B81E0}"/>
              </a:ext>
            </a:extLst>
          </p:cNvPr>
          <p:cNvSpPr>
            <a:spLocks noGrp="1"/>
          </p:cNvSpPr>
          <p:nvPr/>
        </p:nvSpPr>
        <p:spPr>
          <a:xfrm>
            <a:off x="658015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2" name="Stage1_sixpanel_8573">
            <a:extLst>
              <a:ext uri="{FF2B5EF4-FFF2-40B4-BE49-F238E27FC236}">
                <a16:creationId xmlns:a16="http://schemas.microsoft.com/office/drawing/2014/main" id="{C414C4CC-1DA9-4FB7-A70B-86B05502F6FA}"/>
              </a:ext>
            </a:extLst>
          </p:cNvPr>
          <p:cNvSpPr>
            <a:spLocks noGrp="1"/>
          </p:cNvSpPr>
          <p:nvPr/>
        </p:nvSpPr>
        <p:spPr>
          <a:xfrm>
            <a:off x="662466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3" name="Stage1_sixpanel_8574">
            <a:extLst>
              <a:ext uri="{FF2B5EF4-FFF2-40B4-BE49-F238E27FC236}">
                <a16:creationId xmlns:a16="http://schemas.microsoft.com/office/drawing/2014/main" id="{058061E4-03DD-411C-B786-3A8C8C557597}"/>
              </a:ext>
            </a:extLst>
          </p:cNvPr>
          <p:cNvSpPr>
            <a:spLocks noGrp="1"/>
          </p:cNvSpPr>
          <p:nvPr/>
        </p:nvSpPr>
        <p:spPr>
          <a:xfrm>
            <a:off x="649022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4" name="Stage1_sixpanel_8575">
            <a:extLst>
              <a:ext uri="{FF2B5EF4-FFF2-40B4-BE49-F238E27FC236}">
                <a16:creationId xmlns:a16="http://schemas.microsoft.com/office/drawing/2014/main" id="{6AC0D024-28EE-42D9-B564-39E960505B40}"/>
              </a:ext>
            </a:extLst>
          </p:cNvPr>
          <p:cNvSpPr>
            <a:spLocks noGrp="1"/>
          </p:cNvSpPr>
          <p:nvPr/>
        </p:nvSpPr>
        <p:spPr>
          <a:xfrm>
            <a:off x="6650063" y="14356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5" name="Stage1_sixpanel_8576">
            <a:extLst>
              <a:ext uri="{FF2B5EF4-FFF2-40B4-BE49-F238E27FC236}">
                <a16:creationId xmlns:a16="http://schemas.microsoft.com/office/drawing/2014/main" id="{A9860B7A-8868-4573-8E65-3432742C81D3}"/>
              </a:ext>
            </a:extLst>
          </p:cNvPr>
          <p:cNvSpPr>
            <a:spLocks noGrp="1"/>
          </p:cNvSpPr>
          <p:nvPr/>
        </p:nvSpPr>
        <p:spPr>
          <a:xfrm>
            <a:off x="657425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6" name="Stage1_sixpanel_8577">
            <a:extLst>
              <a:ext uri="{FF2B5EF4-FFF2-40B4-BE49-F238E27FC236}">
                <a16:creationId xmlns:a16="http://schemas.microsoft.com/office/drawing/2014/main" id="{F6FA287B-1E75-44DC-AD90-9E4F34E743D5}"/>
              </a:ext>
            </a:extLst>
          </p:cNvPr>
          <p:cNvSpPr>
            <a:spLocks noGrp="1"/>
          </p:cNvSpPr>
          <p:nvPr/>
        </p:nvSpPr>
        <p:spPr>
          <a:xfrm>
            <a:off x="654964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7" name="Stage1_sixpanel_8578">
            <a:extLst>
              <a:ext uri="{FF2B5EF4-FFF2-40B4-BE49-F238E27FC236}">
                <a16:creationId xmlns:a16="http://schemas.microsoft.com/office/drawing/2014/main" id="{C8669C51-B378-4A0C-8227-0359DF3AAD9C}"/>
              </a:ext>
            </a:extLst>
          </p:cNvPr>
          <p:cNvSpPr>
            <a:spLocks noGrp="1"/>
          </p:cNvSpPr>
          <p:nvPr/>
        </p:nvSpPr>
        <p:spPr>
          <a:xfrm>
            <a:off x="650540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8" name="Stage1_sixpanel_8579">
            <a:extLst>
              <a:ext uri="{FF2B5EF4-FFF2-40B4-BE49-F238E27FC236}">
                <a16:creationId xmlns:a16="http://schemas.microsoft.com/office/drawing/2014/main" id="{A2BCFBBD-31F8-4972-B9BE-DB2CCF6F8908}"/>
              </a:ext>
            </a:extLst>
          </p:cNvPr>
          <p:cNvSpPr>
            <a:spLocks noGrp="1"/>
          </p:cNvSpPr>
          <p:nvPr/>
        </p:nvSpPr>
        <p:spPr>
          <a:xfrm>
            <a:off x="652051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9" name="Stage1_sixpanel_8580">
            <a:extLst>
              <a:ext uri="{FF2B5EF4-FFF2-40B4-BE49-F238E27FC236}">
                <a16:creationId xmlns:a16="http://schemas.microsoft.com/office/drawing/2014/main" id="{D3E76F6E-AA49-4066-8C6F-36A33C547F0F}"/>
              </a:ext>
            </a:extLst>
          </p:cNvPr>
          <p:cNvSpPr>
            <a:spLocks noGrp="1"/>
          </p:cNvSpPr>
          <p:nvPr/>
        </p:nvSpPr>
        <p:spPr>
          <a:xfrm>
            <a:off x="666040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0" name="Stage1_sixpanel_8581">
            <a:extLst>
              <a:ext uri="{FF2B5EF4-FFF2-40B4-BE49-F238E27FC236}">
                <a16:creationId xmlns:a16="http://schemas.microsoft.com/office/drawing/2014/main" id="{E7B1132B-F91F-4208-B6C8-C429E36177C5}"/>
              </a:ext>
            </a:extLst>
          </p:cNvPr>
          <p:cNvSpPr>
            <a:spLocks noGrp="1"/>
          </p:cNvSpPr>
          <p:nvPr/>
        </p:nvSpPr>
        <p:spPr>
          <a:xfrm>
            <a:off x="656402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1" name="Stage1_sixpanel_8582">
            <a:extLst>
              <a:ext uri="{FF2B5EF4-FFF2-40B4-BE49-F238E27FC236}">
                <a16:creationId xmlns:a16="http://schemas.microsoft.com/office/drawing/2014/main" id="{8EDE7411-3AF7-4584-9ECA-6AEC9AFA4B8B}"/>
              </a:ext>
            </a:extLst>
          </p:cNvPr>
          <p:cNvSpPr>
            <a:spLocks noGrp="1"/>
          </p:cNvSpPr>
          <p:nvPr/>
        </p:nvSpPr>
        <p:spPr>
          <a:xfrm>
            <a:off x="6538097" y="15679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2" name="Stage1_sixpanel_8583">
            <a:extLst>
              <a:ext uri="{FF2B5EF4-FFF2-40B4-BE49-F238E27FC236}">
                <a16:creationId xmlns:a16="http://schemas.microsoft.com/office/drawing/2014/main" id="{EC9FF9FD-2F3F-41E7-B6AA-2CBCFA571D88}"/>
              </a:ext>
            </a:extLst>
          </p:cNvPr>
          <p:cNvSpPr>
            <a:spLocks noGrp="1"/>
          </p:cNvSpPr>
          <p:nvPr/>
        </p:nvSpPr>
        <p:spPr>
          <a:xfrm>
            <a:off x="655712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3" name="Stage1_sixpanel_8584">
            <a:extLst>
              <a:ext uri="{FF2B5EF4-FFF2-40B4-BE49-F238E27FC236}">
                <a16:creationId xmlns:a16="http://schemas.microsoft.com/office/drawing/2014/main" id="{32A684B5-1B11-4FE5-BBBB-F5419E7ED09C}"/>
              </a:ext>
            </a:extLst>
          </p:cNvPr>
          <p:cNvSpPr>
            <a:spLocks noGrp="1"/>
          </p:cNvSpPr>
          <p:nvPr/>
        </p:nvSpPr>
        <p:spPr>
          <a:xfrm>
            <a:off x="660416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4" name="Stage1_sixpanel_8585">
            <a:extLst>
              <a:ext uri="{FF2B5EF4-FFF2-40B4-BE49-F238E27FC236}">
                <a16:creationId xmlns:a16="http://schemas.microsoft.com/office/drawing/2014/main" id="{C7C2C46C-8E1C-4E06-8731-F55649FBF4A3}"/>
              </a:ext>
            </a:extLst>
          </p:cNvPr>
          <p:cNvSpPr>
            <a:spLocks noGrp="1"/>
          </p:cNvSpPr>
          <p:nvPr/>
        </p:nvSpPr>
        <p:spPr>
          <a:xfrm>
            <a:off x="6537034" y="187717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5" name="Stage1_sixpanel_8586">
            <a:extLst>
              <a:ext uri="{FF2B5EF4-FFF2-40B4-BE49-F238E27FC236}">
                <a16:creationId xmlns:a16="http://schemas.microsoft.com/office/drawing/2014/main" id="{F4BE862B-96D7-4DE7-B0EF-0588FBD777D2}"/>
              </a:ext>
            </a:extLst>
          </p:cNvPr>
          <p:cNvSpPr>
            <a:spLocks noGrp="1"/>
          </p:cNvSpPr>
          <p:nvPr/>
        </p:nvSpPr>
        <p:spPr>
          <a:xfrm>
            <a:off x="659601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6" name="Stage1_sixpanel_8587">
            <a:extLst>
              <a:ext uri="{FF2B5EF4-FFF2-40B4-BE49-F238E27FC236}">
                <a16:creationId xmlns:a16="http://schemas.microsoft.com/office/drawing/2014/main" id="{0055BBC6-4F24-414D-97B9-18955A3176B3}"/>
              </a:ext>
            </a:extLst>
          </p:cNvPr>
          <p:cNvSpPr>
            <a:spLocks noGrp="1"/>
          </p:cNvSpPr>
          <p:nvPr/>
        </p:nvSpPr>
        <p:spPr>
          <a:xfrm>
            <a:off x="664367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7" name="Stage1_sixpanel_8588">
            <a:extLst>
              <a:ext uri="{FF2B5EF4-FFF2-40B4-BE49-F238E27FC236}">
                <a16:creationId xmlns:a16="http://schemas.microsoft.com/office/drawing/2014/main" id="{08A975CF-1EAE-44B8-A967-0FC4F4D6DE73}"/>
              </a:ext>
            </a:extLst>
          </p:cNvPr>
          <p:cNvSpPr>
            <a:spLocks noGrp="1"/>
          </p:cNvSpPr>
          <p:nvPr/>
        </p:nvSpPr>
        <p:spPr>
          <a:xfrm>
            <a:off x="6520704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8" name="Stage1_sixpanel_8589">
            <a:extLst>
              <a:ext uri="{FF2B5EF4-FFF2-40B4-BE49-F238E27FC236}">
                <a16:creationId xmlns:a16="http://schemas.microsoft.com/office/drawing/2014/main" id="{926CB82C-0CC5-4C57-89FD-B9E32EA0FBE4}"/>
              </a:ext>
            </a:extLst>
          </p:cNvPr>
          <p:cNvSpPr>
            <a:spLocks noGrp="1"/>
          </p:cNvSpPr>
          <p:nvPr/>
        </p:nvSpPr>
        <p:spPr>
          <a:xfrm>
            <a:off x="6531687" y="203972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9" name="Stage1_sixpanel_8590">
            <a:extLst>
              <a:ext uri="{FF2B5EF4-FFF2-40B4-BE49-F238E27FC236}">
                <a16:creationId xmlns:a16="http://schemas.microsoft.com/office/drawing/2014/main" id="{607202F1-944E-4E85-90CA-A32EFF7AED55}"/>
              </a:ext>
            </a:extLst>
          </p:cNvPr>
          <p:cNvSpPr>
            <a:spLocks noGrp="1"/>
          </p:cNvSpPr>
          <p:nvPr/>
        </p:nvSpPr>
        <p:spPr>
          <a:xfrm>
            <a:off x="6515438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0" name="Stage1_sixpanel_8591">
            <a:extLst>
              <a:ext uri="{FF2B5EF4-FFF2-40B4-BE49-F238E27FC236}">
                <a16:creationId xmlns:a16="http://schemas.microsoft.com/office/drawing/2014/main" id="{E44207EC-2772-431F-9954-4BDF7CBA0DB6}"/>
              </a:ext>
            </a:extLst>
          </p:cNvPr>
          <p:cNvSpPr>
            <a:spLocks noGrp="1"/>
          </p:cNvSpPr>
          <p:nvPr/>
        </p:nvSpPr>
        <p:spPr>
          <a:xfrm>
            <a:off x="6579515" y="23964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1" name="Stage1_sixpanel_8592">
            <a:extLst>
              <a:ext uri="{FF2B5EF4-FFF2-40B4-BE49-F238E27FC236}">
                <a16:creationId xmlns:a16="http://schemas.microsoft.com/office/drawing/2014/main" id="{D484A444-B1F5-4824-8522-9590BBC5F896}"/>
              </a:ext>
            </a:extLst>
          </p:cNvPr>
          <p:cNvSpPr>
            <a:spLocks noGrp="1"/>
          </p:cNvSpPr>
          <p:nvPr/>
        </p:nvSpPr>
        <p:spPr>
          <a:xfrm>
            <a:off x="6498549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2" name="Stage1_sixpanel_8593">
            <a:extLst>
              <a:ext uri="{FF2B5EF4-FFF2-40B4-BE49-F238E27FC236}">
                <a16:creationId xmlns:a16="http://schemas.microsoft.com/office/drawing/2014/main" id="{0F957658-1BAD-4E6F-B820-AAABBA664F8E}"/>
              </a:ext>
            </a:extLst>
          </p:cNvPr>
          <p:cNvSpPr>
            <a:spLocks noGrp="1"/>
          </p:cNvSpPr>
          <p:nvPr/>
        </p:nvSpPr>
        <p:spPr>
          <a:xfrm>
            <a:off x="6633538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3" name="Stage1_sixpanel_8594">
            <a:extLst>
              <a:ext uri="{FF2B5EF4-FFF2-40B4-BE49-F238E27FC236}">
                <a16:creationId xmlns:a16="http://schemas.microsoft.com/office/drawing/2014/main" id="{368F171B-7A40-4AD4-84E4-8184846E94D6}"/>
              </a:ext>
            </a:extLst>
          </p:cNvPr>
          <p:cNvSpPr>
            <a:spLocks noGrp="1"/>
          </p:cNvSpPr>
          <p:nvPr/>
        </p:nvSpPr>
        <p:spPr>
          <a:xfrm>
            <a:off x="6501260" y="16188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4" name="Stage1_sixpanel_8595">
            <a:extLst>
              <a:ext uri="{FF2B5EF4-FFF2-40B4-BE49-F238E27FC236}">
                <a16:creationId xmlns:a16="http://schemas.microsoft.com/office/drawing/2014/main" id="{12265ED1-DE12-4135-BC1E-2FC11CB3CCC8}"/>
              </a:ext>
            </a:extLst>
          </p:cNvPr>
          <p:cNvSpPr>
            <a:spLocks noGrp="1"/>
          </p:cNvSpPr>
          <p:nvPr/>
        </p:nvSpPr>
        <p:spPr>
          <a:xfrm>
            <a:off x="653400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5" name="Stage1_sixpanel_8596">
            <a:extLst>
              <a:ext uri="{FF2B5EF4-FFF2-40B4-BE49-F238E27FC236}">
                <a16:creationId xmlns:a16="http://schemas.microsoft.com/office/drawing/2014/main" id="{F1226FD0-4880-43E0-96C3-B18A69838232}"/>
              </a:ext>
            </a:extLst>
          </p:cNvPr>
          <p:cNvSpPr>
            <a:spLocks noGrp="1"/>
          </p:cNvSpPr>
          <p:nvPr/>
        </p:nvSpPr>
        <p:spPr>
          <a:xfrm>
            <a:off x="665338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6" name="Stage1_sixpanel_8597">
            <a:extLst>
              <a:ext uri="{FF2B5EF4-FFF2-40B4-BE49-F238E27FC236}">
                <a16:creationId xmlns:a16="http://schemas.microsoft.com/office/drawing/2014/main" id="{B1E35093-F765-4DE2-B5E4-57E71D96385D}"/>
              </a:ext>
            </a:extLst>
          </p:cNvPr>
          <p:cNvSpPr>
            <a:spLocks noGrp="1"/>
          </p:cNvSpPr>
          <p:nvPr/>
        </p:nvSpPr>
        <p:spPr>
          <a:xfrm>
            <a:off x="653315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7" name="Stage1_sixpanel_8598">
            <a:extLst>
              <a:ext uri="{FF2B5EF4-FFF2-40B4-BE49-F238E27FC236}">
                <a16:creationId xmlns:a16="http://schemas.microsoft.com/office/drawing/2014/main" id="{3221288E-3551-480A-AF4B-8DACC62265A2}"/>
              </a:ext>
            </a:extLst>
          </p:cNvPr>
          <p:cNvSpPr>
            <a:spLocks noGrp="1"/>
          </p:cNvSpPr>
          <p:nvPr/>
        </p:nvSpPr>
        <p:spPr>
          <a:xfrm>
            <a:off x="6578703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8" name="Stage1_sixpanel_8599">
            <a:extLst>
              <a:ext uri="{FF2B5EF4-FFF2-40B4-BE49-F238E27FC236}">
                <a16:creationId xmlns:a16="http://schemas.microsoft.com/office/drawing/2014/main" id="{AB11DAB3-1140-47FB-8AA9-8B039D04759D}"/>
              </a:ext>
            </a:extLst>
          </p:cNvPr>
          <p:cNvSpPr>
            <a:spLocks noGrp="1"/>
          </p:cNvSpPr>
          <p:nvPr/>
        </p:nvSpPr>
        <p:spPr>
          <a:xfrm>
            <a:off x="663495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9" name="Stage1_sixpanel_8600">
            <a:extLst>
              <a:ext uri="{FF2B5EF4-FFF2-40B4-BE49-F238E27FC236}">
                <a16:creationId xmlns:a16="http://schemas.microsoft.com/office/drawing/2014/main" id="{2641E35B-E391-4EA4-A2BC-1DDA7AAE926C}"/>
              </a:ext>
            </a:extLst>
          </p:cNvPr>
          <p:cNvSpPr>
            <a:spLocks noGrp="1"/>
          </p:cNvSpPr>
          <p:nvPr/>
        </p:nvSpPr>
        <p:spPr>
          <a:xfrm>
            <a:off x="650826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0" name="Stage1_sixpanel_8601">
            <a:extLst>
              <a:ext uri="{FF2B5EF4-FFF2-40B4-BE49-F238E27FC236}">
                <a16:creationId xmlns:a16="http://schemas.microsoft.com/office/drawing/2014/main" id="{0BCF3870-CBCB-47C3-A964-9F46BACF69D9}"/>
              </a:ext>
            </a:extLst>
          </p:cNvPr>
          <p:cNvSpPr>
            <a:spLocks noGrp="1"/>
          </p:cNvSpPr>
          <p:nvPr/>
        </p:nvSpPr>
        <p:spPr>
          <a:xfrm>
            <a:off x="657799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1" name="Stage1_sixpanel_8602">
            <a:extLst>
              <a:ext uri="{FF2B5EF4-FFF2-40B4-BE49-F238E27FC236}">
                <a16:creationId xmlns:a16="http://schemas.microsoft.com/office/drawing/2014/main" id="{4F1A83CC-A1D9-4962-AC95-42622F810647}"/>
              </a:ext>
            </a:extLst>
          </p:cNvPr>
          <p:cNvSpPr>
            <a:spLocks noGrp="1"/>
          </p:cNvSpPr>
          <p:nvPr/>
        </p:nvSpPr>
        <p:spPr>
          <a:xfrm>
            <a:off x="6510589" y="25793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2" name="Stage1_sixpanel_8603">
            <a:extLst>
              <a:ext uri="{FF2B5EF4-FFF2-40B4-BE49-F238E27FC236}">
                <a16:creationId xmlns:a16="http://schemas.microsoft.com/office/drawing/2014/main" id="{D2DAB5BC-8DCE-4182-AFB0-9FB1033EE320}"/>
              </a:ext>
            </a:extLst>
          </p:cNvPr>
          <p:cNvSpPr>
            <a:spLocks noGrp="1"/>
          </p:cNvSpPr>
          <p:nvPr/>
        </p:nvSpPr>
        <p:spPr>
          <a:xfrm>
            <a:off x="649508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3" name="Stage1_sixpanel_8604">
            <a:extLst>
              <a:ext uri="{FF2B5EF4-FFF2-40B4-BE49-F238E27FC236}">
                <a16:creationId xmlns:a16="http://schemas.microsoft.com/office/drawing/2014/main" id="{15CAC8D8-239E-4E87-8610-4A7FBA06F440}"/>
              </a:ext>
            </a:extLst>
          </p:cNvPr>
          <p:cNvSpPr>
            <a:spLocks noGrp="1"/>
          </p:cNvSpPr>
          <p:nvPr/>
        </p:nvSpPr>
        <p:spPr>
          <a:xfrm>
            <a:off x="657512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4" name="Stage1_sixpanel_8605">
            <a:extLst>
              <a:ext uri="{FF2B5EF4-FFF2-40B4-BE49-F238E27FC236}">
                <a16:creationId xmlns:a16="http://schemas.microsoft.com/office/drawing/2014/main" id="{AFFA1790-1ECB-44C8-ABE3-4FDC952F9406}"/>
              </a:ext>
            </a:extLst>
          </p:cNvPr>
          <p:cNvSpPr>
            <a:spLocks noGrp="1"/>
          </p:cNvSpPr>
          <p:nvPr/>
        </p:nvSpPr>
        <p:spPr>
          <a:xfrm>
            <a:off x="6584706" y="25209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5" name="Stage1_sixpanel_8606">
            <a:extLst>
              <a:ext uri="{FF2B5EF4-FFF2-40B4-BE49-F238E27FC236}">
                <a16:creationId xmlns:a16="http://schemas.microsoft.com/office/drawing/2014/main" id="{3689BABF-3774-47B7-AF0E-71103589510B}"/>
              </a:ext>
            </a:extLst>
          </p:cNvPr>
          <p:cNvSpPr>
            <a:spLocks noGrp="1"/>
          </p:cNvSpPr>
          <p:nvPr/>
        </p:nvSpPr>
        <p:spPr>
          <a:xfrm>
            <a:off x="651260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6" name="Stage1_sixpanel_8607">
            <a:extLst>
              <a:ext uri="{FF2B5EF4-FFF2-40B4-BE49-F238E27FC236}">
                <a16:creationId xmlns:a16="http://schemas.microsoft.com/office/drawing/2014/main" id="{78294218-9F76-4648-AC24-3CD11D8E7A3C}"/>
              </a:ext>
            </a:extLst>
          </p:cNvPr>
          <p:cNvSpPr>
            <a:spLocks noGrp="1"/>
          </p:cNvSpPr>
          <p:nvPr/>
        </p:nvSpPr>
        <p:spPr>
          <a:xfrm>
            <a:off x="662629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7" name="Stage1_sixpanel_8608">
            <a:extLst>
              <a:ext uri="{FF2B5EF4-FFF2-40B4-BE49-F238E27FC236}">
                <a16:creationId xmlns:a16="http://schemas.microsoft.com/office/drawing/2014/main" id="{370F31E9-8799-4F42-9FF1-CA380F775948}"/>
              </a:ext>
            </a:extLst>
          </p:cNvPr>
          <p:cNvSpPr>
            <a:spLocks noGrp="1"/>
          </p:cNvSpPr>
          <p:nvPr/>
        </p:nvSpPr>
        <p:spPr>
          <a:xfrm>
            <a:off x="654837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8" name="Stage1_sixpanel_8609">
            <a:extLst>
              <a:ext uri="{FF2B5EF4-FFF2-40B4-BE49-F238E27FC236}">
                <a16:creationId xmlns:a16="http://schemas.microsoft.com/office/drawing/2014/main" id="{6EBE0CBA-2D9C-4751-B051-5DDE512D65AD}"/>
              </a:ext>
            </a:extLst>
          </p:cNvPr>
          <p:cNvSpPr>
            <a:spLocks noGrp="1"/>
          </p:cNvSpPr>
          <p:nvPr/>
        </p:nvSpPr>
        <p:spPr>
          <a:xfrm>
            <a:off x="653652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9" name="Stage1_sixpanel_8610">
            <a:extLst>
              <a:ext uri="{FF2B5EF4-FFF2-40B4-BE49-F238E27FC236}">
                <a16:creationId xmlns:a16="http://schemas.microsoft.com/office/drawing/2014/main" id="{98C6CE94-5485-4177-AF43-03902E0AAE73}"/>
              </a:ext>
            </a:extLst>
          </p:cNvPr>
          <p:cNvSpPr>
            <a:spLocks noGrp="1"/>
          </p:cNvSpPr>
          <p:nvPr/>
        </p:nvSpPr>
        <p:spPr>
          <a:xfrm>
            <a:off x="6631622" y="259595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0" name="Stage1_sixpanel_8611">
            <a:extLst>
              <a:ext uri="{FF2B5EF4-FFF2-40B4-BE49-F238E27FC236}">
                <a16:creationId xmlns:a16="http://schemas.microsoft.com/office/drawing/2014/main" id="{1589F80C-E060-46F0-A9DD-69AB06E26599}"/>
              </a:ext>
            </a:extLst>
          </p:cNvPr>
          <p:cNvSpPr>
            <a:spLocks noGrp="1"/>
          </p:cNvSpPr>
          <p:nvPr/>
        </p:nvSpPr>
        <p:spPr>
          <a:xfrm>
            <a:off x="653989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1" name="Stage1_sixpanel_8612">
            <a:extLst>
              <a:ext uri="{FF2B5EF4-FFF2-40B4-BE49-F238E27FC236}">
                <a16:creationId xmlns:a16="http://schemas.microsoft.com/office/drawing/2014/main" id="{5A61BC6E-4422-4BE3-95AB-E43C853EA4A3}"/>
              </a:ext>
            </a:extLst>
          </p:cNvPr>
          <p:cNvSpPr>
            <a:spLocks noGrp="1"/>
          </p:cNvSpPr>
          <p:nvPr/>
        </p:nvSpPr>
        <p:spPr>
          <a:xfrm>
            <a:off x="6499973" y="224912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2" name="Stage1_sixpanel_8613">
            <a:extLst>
              <a:ext uri="{FF2B5EF4-FFF2-40B4-BE49-F238E27FC236}">
                <a16:creationId xmlns:a16="http://schemas.microsoft.com/office/drawing/2014/main" id="{5A3D672D-D9C3-4CD0-8A77-6903C95F1614}"/>
              </a:ext>
            </a:extLst>
          </p:cNvPr>
          <p:cNvSpPr>
            <a:spLocks noGrp="1"/>
          </p:cNvSpPr>
          <p:nvPr/>
        </p:nvSpPr>
        <p:spPr>
          <a:xfrm>
            <a:off x="6595642" y="210445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3" name="Stage1_sixpanel_8614">
            <a:extLst>
              <a:ext uri="{FF2B5EF4-FFF2-40B4-BE49-F238E27FC236}">
                <a16:creationId xmlns:a16="http://schemas.microsoft.com/office/drawing/2014/main" id="{ADBF3565-AB5C-4406-BAD0-78FA661DE834}"/>
              </a:ext>
            </a:extLst>
          </p:cNvPr>
          <p:cNvSpPr>
            <a:spLocks noGrp="1"/>
          </p:cNvSpPr>
          <p:nvPr/>
        </p:nvSpPr>
        <p:spPr>
          <a:xfrm>
            <a:off x="6523382" y="216858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4" name="Stage1_sixpanel_8615">
            <a:extLst>
              <a:ext uri="{FF2B5EF4-FFF2-40B4-BE49-F238E27FC236}">
                <a16:creationId xmlns:a16="http://schemas.microsoft.com/office/drawing/2014/main" id="{8B23270A-F781-4941-BB58-720340D49A9A}"/>
              </a:ext>
            </a:extLst>
          </p:cNvPr>
          <p:cNvSpPr>
            <a:spLocks noGrp="1"/>
          </p:cNvSpPr>
          <p:nvPr/>
        </p:nvSpPr>
        <p:spPr>
          <a:xfrm>
            <a:off x="650561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5" name="Stage1_sixpanel_8616">
            <a:extLst>
              <a:ext uri="{FF2B5EF4-FFF2-40B4-BE49-F238E27FC236}">
                <a16:creationId xmlns:a16="http://schemas.microsoft.com/office/drawing/2014/main" id="{43D77309-9472-4B85-9E5D-9AAFB9A6A969}"/>
              </a:ext>
            </a:extLst>
          </p:cNvPr>
          <p:cNvSpPr>
            <a:spLocks noGrp="1"/>
          </p:cNvSpPr>
          <p:nvPr/>
        </p:nvSpPr>
        <p:spPr>
          <a:xfrm>
            <a:off x="649534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6" name="Stage1_sixpanel_8617">
            <a:extLst>
              <a:ext uri="{FF2B5EF4-FFF2-40B4-BE49-F238E27FC236}">
                <a16:creationId xmlns:a16="http://schemas.microsoft.com/office/drawing/2014/main" id="{5A2D5F9B-3AA6-4F0F-9168-13AA0ECE34B3}"/>
              </a:ext>
            </a:extLst>
          </p:cNvPr>
          <p:cNvSpPr>
            <a:spLocks noGrp="1"/>
          </p:cNvSpPr>
          <p:nvPr/>
        </p:nvSpPr>
        <p:spPr>
          <a:xfrm>
            <a:off x="660534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7" name="Stage1_sixpanel_8618">
            <a:extLst>
              <a:ext uri="{FF2B5EF4-FFF2-40B4-BE49-F238E27FC236}">
                <a16:creationId xmlns:a16="http://schemas.microsoft.com/office/drawing/2014/main" id="{2B3B6A59-B5B4-44F1-9651-888E4931EF40}"/>
              </a:ext>
            </a:extLst>
          </p:cNvPr>
          <p:cNvSpPr>
            <a:spLocks noGrp="1"/>
          </p:cNvSpPr>
          <p:nvPr/>
        </p:nvSpPr>
        <p:spPr>
          <a:xfrm>
            <a:off x="650680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8" name="Stage1_sixpanel_8619">
            <a:extLst>
              <a:ext uri="{FF2B5EF4-FFF2-40B4-BE49-F238E27FC236}">
                <a16:creationId xmlns:a16="http://schemas.microsoft.com/office/drawing/2014/main" id="{2A9C2EF1-03A6-4E6C-B11B-ABDEDF3AF926}"/>
              </a:ext>
            </a:extLst>
          </p:cNvPr>
          <p:cNvSpPr>
            <a:spLocks noGrp="1"/>
          </p:cNvSpPr>
          <p:nvPr/>
        </p:nvSpPr>
        <p:spPr>
          <a:xfrm>
            <a:off x="653539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9" name="Stage1_sixpanel_8620">
            <a:extLst>
              <a:ext uri="{FF2B5EF4-FFF2-40B4-BE49-F238E27FC236}">
                <a16:creationId xmlns:a16="http://schemas.microsoft.com/office/drawing/2014/main" id="{776BA18F-C932-486E-A240-A0626E901E0D}"/>
              </a:ext>
            </a:extLst>
          </p:cNvPr>
          <p:cNvSpPr>
            <a:spLocks noGrp="1"/>
          </p:cNvSpPr>
          <p:nvPr/>
        </p:nvSpPr>
        <p:spPr>
          <a:xfrm>
            <a:off x="654656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0" name="Stage1_sixpanel_8621">
            <a:extLst>
              <a:ext uri="{FF2B5EF4-FFF2-40B4-BE49-F238E27FC236}">
                <a16:creationId xmlns:a16="http://schemas.microsoft.com/office/drawing/2014/main" id="{D57B58BF-D870-4473-B544-260CD93BC821}"/>
              </a:ext>
            </a:extLst>
          </p:cNvPr>
          <p:cNvSpPr>
            <a:spLocks noGrp="1"/>
          </p:cNvSpPr>
          <p:nvPr/>
        </p:nvSpPr>
        <p:spPr>
          <a:xfrm>
            <a:off x="6546721" y="23359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1" name="Stage1_sixpanel_8622">
            <a:extLst>
              <a:ext uri="{FF2B5EF4-FFF2-40B4-BE49-F238E27FC236}">
                <a16:creationId xmlns:a16="http://schemas.microsoft.com/office/drawing/2014/main" id="{6CA4FF2E-BAD7-4994-A222-203B24AA895D}"/>
              </a:ext>
            </a:extLst>
          </p:cNvPr>
          <p:cNvSpPr>
            <a:spLocks noGrp="1"/>
          </p:cNvSpPr>
          <p:nvPr/>
        </p:nvSpPr>
        <p:spPr>
          <a:xfrm>
            <a:off x="652693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2" name="Stage1_sixpanel_8623">
            <a:extLst>
              <a:ext uri="{FF2B5EF4-FFF2-40B4-BE49-F238E27FC236}">
                <a16:creationId xmlns:a16="http://schemas.microsoft.com/office/drawing/2014/main" id="{CFB811B4-4ADF-4291-80EF-7ECE5F2F23B3}"/>
              </a:ext>
            </a:extLst>
          </p:cNvPr>
          <p:cNvSpPr>
            <a:spLocks noGrp="1"/>
          </p:cNvSpPr>
          <p:nvPr/>
        </p:nvSpPr>
        <p:spPr>
          <a:xfrm>
            <a:off x="6560473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3" name="Stage1_sixpanel_8624">
            <a:extLst>
              <a:ext uri="{FF2B5EF4-FFF2-40B4-BE49-F238E27FC236}">
                <a16:creationId xmlns:a16="http://schemas.microsoft.com/office/drawing/2014/main" id="{DB42956D-FE98-47F2-8682-5F636BA78CE0}"/>
              </a:ext>
            </a:extLst>
          </p:cNvPr>
          <p:cNvSpPr>
            <a:spLocks noGrp="1"/>
          </p:cNvSpPr>
          <p:nvPr/>
        </p:nvSpPr>
        <p:spPr>
          <a:xfrm>
            <a:off x="6567579" y="226523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4" name="Stage1_sixpanel_8625">
            <a:extLst>
              <a:ext uri="{FF2B5EF4-FFF2-40B4-BE49-F238E27FC236}">
                <a16:creationId xmlns:a16="http://schemas.microsoft.com/office/drawing/2014/main" id="{4DD52C29-8036-4077-8F2C-D41E039BEAF4}"/>
              </a:ext>
            </a:extLst>
          </p:cNvPr>
          <p:cNvSpPr>
            <a:spLocks noGrp="1"/>
          </p:cNvSpPr>
          <p:nvPr/>
        </p:nvSpPr>
        <p:spPr>
          <a:xfrm>
            <a:off x="655757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5" name="Stage1_sixpanel_8626">
            <a:extLst>
              <a:ext uri="{FF2B5EF4-FFF2-40B4-BE49-F238E27FC236}">
                <a16:creationId xmlns:a16="http://schemas.microsoft.com/office/drawing/2014/main" id="{5F2EF1EA-F14F-44E3-AF6A-FFD3D617EC25}"/>
              </a:ext>
            </a:extLst>
          </p:cNvPr>
          <p:cNvSpPr>
            <a:spLocks noGrp="1"/>
          </p:cNvSpPr>
          <p:nvPr/>
        </p:nvSpPr>
        <p:spPr>
          <a:xfrm>
            <a:off x="649948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6" name="Stage1_sixpanel_8627">
            <a:extLst>
              <a:ext uri="{FF2B5EF4-FFF2-40B4-BE49-F238E27FC236}">
                <a16:creationId xmlns:a16="http://schemas.microsoft.com/office/drawing/2014/main" id="{83218B85-569F-41E7-BEAC-A54556797E1E}"/>
              </a:ext>
            </a:extLst>
          </p:cNvPr>
          <p:cNvSpPr>
            <a:spLocks noGrp="1"/>
          </p:cNvSpPr>
          <p:nvPr/>
        </p:nvSpPr>
        <p:spPr>
          <a:xfrm>
            <a:off x="6538794" y="121418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7" name="Stage1_sixpanel_8628">
            <a:extLst>
              <a:ext uri="{FF2B5EF4-FFF2-40B4-BE49-F238E27FC236}">
                <a16:creationId xmlns:a16="http://schemas.microsoft.com/office/drawing/2014/main" id="{D8265D3C-286D-4750-85F2-F695205E7268}"/>
              </a:ext>
            </a:extLst>
          </p:cNvPr>
          <p:cNvSpPr>
            <a:spLocks noGrp="1"/>
          </p:cNvSpPr>
          <p:nvPr/>
        </p:nvSpPr>
        <p:spPr>
          <a:xfrm>
            <a:off x="658601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8" name="Stage1_sixpanel_8629">
            <a:extLst>
              <a:ext uri="{FF2B5EF4-FFF2-40B4-BE49-F238E27FC236}">
                <a16:creationId xmlns:a16="http://schemas.microsoft.com/office/drawing/2014/main" id="{C280FBCF-8DF5-419B-969A-3D75D96B543A}"/>
              </a:ext>
            </a:extLst>
          </p:cNvPr>
          <p:cNvSpPr>
            <a:spLocks noGrp="1"/>
          </p:cNvSpPr>
          <p:nvPr/>
        </p:nvSpPr>
        <p:spPr>
          <a:xfrm>
            <a:off x="658719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9" name="Stage1_sixpanel_8630">
            <a:extLst>
              <a:ext uri="{FF2B5EF4-FFF2-40B4-BE49-F238E27FC236}">
                <a16:creationId xmlns:a16="http://schemas.microsoft.com/office/drawing/2014/main" id="{4B3FABD5-C73C-4479-9A68-38AE88ACC6EC}"/>
              </a:ext>
            </a:extLst>
          </p:cNvPr>
          <p:cNvSpPr>
            <a:spLocks noGrp="1"/>
          </p:cNvSpPr>
          <p:nvPr/>
        </p:nvSpPr>
        <p:spPr>
          <a:xfrm>
            <a:off x="652874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0" name="Stage1_sixpanel_8631">
            <a:extLst>
              <a:ext uri="{FF2B5EF4-FFF2-40B4-BE49-F238E27FC236}">
                <a16:creationId xmlns:a16="http://schemas.microsoft.com/office/drawing/2014/main" id="{6255C667-58D3-4E52-BF41-44A0C5C16213}"/>
              </a:ext>
            </a:extLst>
          </p:cNvPr>
          <p:cNvSpPr>
            <a:spLocks noGrp="1"/>
          </p:cNvSpPr>
          <p:nvPr/>
        </p:nvSpPr>
        <p:spPr>
          <a:xfrm>
            <a:off x="6521620" y="243092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1" name="Stage1_sixpanel_8632">
            <a:extLst>
              <a:ext uri="{FF2B5EF4-FFF2-40B4-BE49-F238E27FC236}">
                <a16:creationId xmlns:a16="http://schemas.microsoft.com/office/drawing/2014/main" id="{443725DC-3F42-4BCA-9F36-BB347D72C8FE}"/>
              </a:ext>
            </a:extLst>
          </p:cNvPr>
          <p:cNvSpPr>
            <a:spLocks noGrp="1"/>
          </p:cNvSpPr>
          <p:nvPr/>
        </p:nvSpPr>
        <p:spPr>
          <a:xfrm>
            <a:off x="761355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2" name="Stage1_sixpanel_8633">
            <a:extLst>
              <a:ext uri="{FF2B5EF4-FFF2-40B4-BE49-F238E27FC236}">
                <a16:creationId xmlns:a16="http://schemas.microsoft.com/office/drawing/2014/main" id="{C55BAC3A-2B1F-45E9-A13E-7ED6B5B04C84}"/>
              </a:ext>
            </a:extLst>
          </p:cNvPr>
          <p:cNvSpPr>
            <a:spLocks noGrp="1"/>
          </p:cNvSpPr>
          <p:nvPr/>
        </p:nvSpPr>
        <p:spPr>
          <a:xfrm>
            <a:off x="7572802" y="11647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3" name="Stage1_sixpanel_8634">
            <a:extLst>
              <a:ext uri="{FF2B5EF4-FFF2-40B4-BE49-F238E27FC236}">
                <a16:creationId xmlns:a16="http://schemas.microsoft.com/office/drawing/2014/main" id="{D658F018-DFBC-411A-9F79-52554E2C1481}"/>
              </a:ext>
            </a:extLst>
          </p:cNvPr>
          <p:cNvSpPr>
            <a:spLocks noGrp="1"/>
          </p:cNvSpPr>
          <p:nvPr/>
        </p:nvSpPr>
        <p:spPr>
          <a:xfrm>
            <a:off x="760041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4" name="Stage1_sixpanel_8635">
            <a:extLst>
              <a:ext uri="{FF2B5EF4-FFF2-40B4-BE49-F238E27FC236}">
                <a16:creationId xmlns:a16="http://schemas.microsoft.com/office/drawing/2014/main" id="{9AAA7D8B-421A-4C42-AD04-D3D54B69BFA1}"/>
              </a:ext>
            </a:extLst>
          </p:cNvPr>
          <p:cNvSpPr>
            <a:spLocks noGrp="1"/>
          </p:cNvSpPr>
          <p:nvPr/>
        </p:nvSpPr>
        <p:spPr>
          <a:xfrm>
            <a:off x="766339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5" name="Stage1_sixpanel_8636">
            <a:extLst>
              <a:ext uri="{FF2B5EF4-FFF2-40B4-BE49-F238E27FC236}">
                <a16:creationId xmlns:a16="http://schemas.microsoft.com/office/drawing/2014/main" id="{6703056D-B200-48DE-ACB4-4334B85F8AFC}"/>
              </a:ext>
            </a:extLst>
          </p:cNvPr>
          <p:cNvSpPr>
            <a:spLocks noGrp="1"/>
          </p:cNvSpPr>
          <p:nvPr/>
        </p:nvSpPr>
        <p:spPr>
          <a:xfrm>
            <a:off x="765678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6" name="Stage1_sixpanel_8637">
            <a:extLst>
              <a:ext uri="{FF2B5EF4-FFF2-40B4-BE49-F238E27FC236}">
                <a16:creationId xmlns:a16="http://schemas.microsoft.com/office/drawing/2014/main" id="{24E92600-4F29-4F6E-8D73-C0E4E711EB07}"/>
              </a:ext>
            </a:extLst>
          </p:cNvPr>
          <p:cNvSpPr>
            <a:spLocks noGrp="1"/>
          </p:cNvSpPr>
          <p:nvPr/>
        </p:nvSpPr>
        <p:spPr>
          <a:xfrm>
            <a:off x="7582965" y="180324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7" name="Stage1_sixpanel_8638">
            <a:extLst>
              <a:ext uri="{FF2B5EF4-FFF2-40B4-BE49-F238E27FC236}">
                <a16:creationId xmlns:a16="http://schemas.microsoft.com/office/drawing/2014/main" id="{124E1BE6-7D24-47AD-94B0-BF0AED3BA2D8}"/>
              </a:ext>
            </a:extLst>
          </p:cNvPr>
          <p:cNvSpPr>
            <a:spLocks noGrp="1"/>
          </p:cNvSpPr>
          <p:nvPr/>
        </p:nvSpPr>
        <p:spPr>
          <a:xfrm>
            <a:off x="757837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8" name="Stage1_sixpanel_8639">
            <a:extLst>
              <a:ext uri="{FF2B5EF4-FFF2-40B4-BE49-F238E27FC236}">
                <a16:creationId xmlns:a16="http://schemas.microsoft.com/office/drawing/2014/main" id="{1D4F6D6B-E961-4FCF-9BA1-664F6A4504D6}"/>
              </a:ext>
            </a:extLst>
          </p:cNvPr>
          <p:cNvSpPr>
            <a:spLocks noGrp="1"/>
          </p:cNvSpPr>
          <p:nvPr/>
        </p:nvSpPr>
        <p:spPr>
          <a:xfrm>
            <a:off x="7639484" y="16708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9" name="Stage1_sixpanel_8640">
            <a:extLst>
              <a:ext uri="{FF2B5EF4-FFF2-40B4-BE49-F238E27FC236}">
                <a16:creationId xmlns:a16="http://schemas.microsoft.com/office/drawing/2014/main" id="{4BB18933-01E3-479C-B75D-BBA9A97A2E48}"/>
              </a:ext>
            </a:extLst>
          </p:cNvPr>
          <p:cNvSpPr>
            <a:spLocks noGrp="1"/>
          </p:cNvSpPr>
          <p:nvPr/>
        </p:nvSpPr>
        <p:spPr>
          <a:xfrm>
            <a:off x="7596590" y="23618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0" name="Stage1_sixpanel_8641">
            <a:extLst>
              <a:ext uri="{FF2B5EF4-FFF2-40B4-BE49-F238E27FC236}">
                <a16:creationId xmlns:a16="http://schemas.microsoft.com/office/drawing/2014/main" id="{5C738F4B-66D1-4DE7-94C6-4BF608AE5367}"/>
              </a:ext>
            </a:extLst>
          </p:cNvPr>
          <p:cNvSpPr>
            <a:spLocks noGrp="1"/>
          </p:cNvSpPr>
          <p:nvPr/>
        </p:nvSpPr>
        <p:spPr>
          <a:xfrm>
            <a:off x="770436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1" name="Stage1_sixpanel_8642">
            <a:extLst>
              <a:ext uri="{FF2B5EF4-FFF2-40B4-BE49-F238E27FC236}">
                <a16:creationId xmlns:a16="http://schemas.microsoft.com/office/drawing/2014/main" id="{6E6BE2C5-4E9E-4C55-B042-6CDC285AE087}"/>
              </a:ext>
            </a:extLst>
          </p:cNvPr>
          <p:cNvSpPr>
            <a:spLocks noGrp="1"/>
          </p:cNvSpPr>
          <p:nvPr/>
        </p:nvSpPr>
        <p:spPr>
          <a:xfrm>
            <a:off x="765478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2" name="Stage1_sixpanel_8643">
            <a:extLst>
              <a:ext uri="{FF2B5EF4-FFF2-40B4-BE49-F238E27FC236}">
                <a16:creationId xmlns:a16="http://schemas.microsoft.com/office/drawing/2014/main" id="{D482BB6B-E076-409C-BF9D-9998794264C4}"/>
              </a:ext>
            </a:extLst>
          </p:cNvPr>
          <p:cNvSpPr>
            <a:spLocks noGrp="1"/>
          </p:cNvSpPr>
          <p:nvPr/>
        </p:nvSpPr>
        <p:spPr>
          <a:xfrm>
            <a:off x="770757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3" name="Stage1_sixpanel_8644">
            <a:extLst>
              <a:ext uri="{FF2B5EF4-FFF2-40B4-BE49-F238E27FC236}">
                <a16:creationId xmlns:a16="http://schemas.microsoft.com/office/drawing/2014/main" id="{9A31A954-D8E1-4462-9A8A-11247F005B60}"/>
              </a:ext>
            </a:extLst>
          </p:cNvPr>
          <p:cNvSpPr>
            <a:spLocks noGrp="1"/>
          </p:cNvSpPr>
          <p:nvPr/>
        </p:nvSpPr>
        <p:spPr>
          <a:xfrm>
            <a:off x="7603351" y="23618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4" name="Stage1_sixpanel_8645">
            <a:extLst>
              <a:ext uri="{FF2B5EF4-FFF2-40B4-BE49-F238E27FC236}">
                <a16:creationId xmlns:a16="http://schemas.microsoft.com/office/drawing/2014/main" id="{1115232E-82CA-49FA-B5EF-A13068B5D804}"/>
              </a:ext>
            </a:extLst>
          </p:cNvPr>
          <p:cNvSpPr>
            <a:spLocks noGrp="1"/>
          </p:cNvSpPr>
          <p:nvPr/>
        </p:nvSpPr>
        <p:spPr>
          <a:xfrm>
            <a:off x="759688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5" name="Stage1_sixpanel_8646">
            <a:extLst>
              <a:ext uri="{FF2B5EF4-FFF2-40B4-BE49-F238E27FC236}">
                <a16:creationId xmlns:a16="http://schemas.microsoft.com/office/drawing/2014/main" id="{5D04C9E1-9996-4ECB-8C67-BAAB99ED547A}"/>
              </a:ext>
            </a:extLst>
          </p:cNvPr>
          <p:cNvSpPr>
            <a:spLocks noGrp="1"/>
          </p:cNvSpPr>
          <p:nvPr/>
        </p:nvSpPr>
        <p:spPr>
          <a:xfrm>
            <a:off x="761316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6" name="Stage1_sixpanel_8647">
            <a:extLst>
              <a:ext uri="{FF2B5EF4-FFF2-40B4-BE49-F238E27FC236}">
                <a16:creationId xmlns:a16="http://schemas.microsoft.com/office/drawing/2014/main" id="{BD816E37-82E8-49F2-8932-3A6536D089E4}"/>
              </a:ext>
            </a:extLst>
          </p:cNvPr>
          <p:cNvSpPr>
            <a:spLocks noGrp="1"/>
          </p:cNvSpPr>
          <p:nvPr/>
        </p:nvSpPr>
        <p:spPr>
          <a:xfrm>
            <a:off x="756979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7" name="Stage1_sixpanel_8648">
            <a:extLst>
              <a:ext uri="{FF2B5EF4-FFF2-40B4-BE49-F238E27FC236}">
                <a16:creationId xmlns:a16="http://schemas.microsoft.com/office/drawing/2014/main" id="{B73FDF09-0721-483A-AAC2-AE2B81D8BDEF}"/>
              </a:ext>
            </a:extLst>
          </p:cNvPr>
          <p:cNvSpPr>
            <a:spLocks noGrp="1"/>
          </p:cNvSpPr>
          <p:nvPr/>
        </p:nvSpPr>
        <p:spPr>
          <a:xfrm>
            <a:off x="7683992" y="242689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8" name="Stage1_sixpanel_8649">
            <a:extLst>
              <a:ext uri="{FF2B5EF4-FFF2-40B4-BE49-F238E27FC236}">
                <a16:creationId xmlns:a16="http://schemas.microsoft.com/office/drawing/2014/main" id="{8F8C3FAB-172F-48B6-9798-214934FC4BDD}"/>
              </a:ext>
            </a:extLst>
          </p:cNvPr>
          <p:cNvSpPr>
            <a:spLocks noGrp="1"/>
          </p:cNvSpPr>
          <p:nvPr/>
        </p:nvSpPr>
        <p:spPr>
          <a:xfrm>
            <a:off x="761374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9" name="Stage1_sixpanel_8650">
            <a:extLst>
              <a:ext uri="{FF2B5EF4-FFF2-40B4-BE49-F238E27FC236}">
                <a16:creationId xmlns:a16="http://schemas.microsoft.com/office/drawing/2014/main" id="{BCDA128F-240E-4F35-A877-5DBD2D1F05DB}"/>
              </a:ext>
            </a:extLst>
          </p:cNvPr>
          <p:cNvSpPr>
            <a:spLocks noGrp="1"/>
          </p:cNvSpPr>
          <p:nvPr/>
        </p:nvSpPr>
        <p:spPr>
          <a:xfrm>
            <a:off x="7612217" y="222541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0" name="Stage1_sixpanel_8651">
            <a:extLst>
              <a:ext uri="{FF2B5EF4-FFF2-40B4-BE49-F238E27FC236}">
                <a16:creationId xmlns:a16="http://schemas.microsoft.com/office/drawing/2014/main" id="{C75006CB-C258-46DA-927E-9A1DD4ABA542}"/>
              </a:ext>
            </a:extLst>
          </p:cNvPr>
          <p:cNvSpPr>
            <a:spLocks noGrp="1"/>
          </p:cNvSpPr>
          <p:nvPr/>
        </p:nvSpPr>
        <p:spPr>
          <a:xfrm>
            <a:off x="759364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1" name="Stage1_sixpanel_8652">
            <a:extLst>
              <a:ext uri="{FF2B5EF4-FFF2-40B4-BE49-F238E27FC236}">
                <a16:creationId xmlns:a16="http://schemas.microsoft.com/office/drawing/2014/main" id="{C044BFE7-E945-4E1A-9098-F3D7F1200824}"/>
              </a:ext>
            </a:extLst>
          </p:cNvPr>
          <p:cNvSpPr>
            <a:spLocks noGrp="1"/>
          </p:cNvSpPr>
          <p:nvPr/>
        </p:nvSpPr>
        <p:spPr>
          <a:xfrm>
            <a:off x="7551185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2" name="Stage1_sixpanel_8653">
            <a:extLst>
              <a:ext uri="{FF2B5EF4-FFF2-40B4-BE49-F238E27FC236}">
                <a16:creationId xmlns:a16="http://schemas.microsoft.com/office/drawing/2014/main" id="{6306E2E6-A6DB-4642-BC7E-6731E56B5D28}"/>
              </a:ext>
            </a:extLst>
          </p:cNvPr>
          <p:cNvSpPr>
            <a:spLocks noGrp="1"/>
          </p:cNvSpPr>
          <p:nvPr/>
        </p:nvSpPr>
        <p:spPr>
          <a:xfrm>
            <a:off x="764029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3" name="Stage1_sixpanel_8654">
            <a:extLst>
              <a:ext uri="{FF2B5EF4-FFF2-40B4-BE49-F238E27FC236}">
                <a16:creationId xmlns:a16="http://schemas.microsoft.com/office/drawing/2014/main" id="{E6638796-1789-4CC7-A917-CC005EAC7A89}"/>
              </a:ext>
            </a:extLst>
          </p:cNvPr>
          <p:cNvSpPr>
            <a:spLocks noGrp="1"/>
          </p:cNvSpPr>
          <p:nvPr/>
        </p:nvSpPr>
        <p:spPr>
          <a:xfrm>
            <a:off x="7645929" y="13349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4" name="Stage1_sixpanel_8655">
            <a:extLst>
              <a:ext uri="{FF2B5EF4-FFF2-40B4-BE49-F238E27FC236}">
                <a16:creationId xmlns:a16="http://schemas.microsoft.com/office/drawing/2014/main" id="{9FA23403-BB49-454C-9256-7C05D067E71D}"/>
              </a:ext>
            </a:extLst>
          </p:cNvPr>
          <p:cNvSpPr>
            <a:spLocks noGrp="1"/>
          </p:cNvSpPr>
          <p:nvPr/>
        </p:nvSpPr>
        <p:spPr>
          <a:xfrm>
            <a:off x="769262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5" name="Stage1_sixpanel_8656">
            <a:extLst>
              <a:ext uri="{FF2B5EF4-FFF2-40B4-BE49-F238E27FC236}">
                <a16:creationId xmlns:a16="http://schemas.microsoft.com/office/drawing/2014/main" id="{6167EF86-9888-40D1-82E5-C05927EBAD6B}"/>
              </a:ext>
            </a:extLst>
          </p:cNvPr>
          <p:cNvSpPr>
            <a:spLocks noGrp="1"/>
          </p:cNvSpPr>
          <p:nvPr/>
        </p:nvSpPr>
        <p:spPr>
          <a:xfrm>
            <a:off x="760595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6" name="Stage1_sixpanel_8657">
            <a:extLst>
              <a:ext uri="{FF2B5EF4-FFF2-40B4-BE49-F238E27FC236}">
                <a16:creationId xmlns:a16="http://schemas.microsoft.com/office/drawing/2014/main" id="{CFBB684F-BEDE-416F-A2FF-6338EBA368E6}"/>
              </a:ext>
            </a:extLst>
          </p:cNvPr>
          <p:cNvSpPr>
            <a:spLocks noGrp="1"/>
          </p:cNvSpPr>
          <p:nvPr/>
        </p:nvSpPr>
        <p:spPr>
          <a:xfrm>
            <a:off x="7643961" y="166118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7" name="Stage1_sixpanel_8658">
            <a:extLst>
              <a:ext uri="{FF2B5EF4-FFF2-40B4-BE49-F238E27FC236}">
                <a16:creationId xmlns:a16="http://schemas.microsoft.com/office/drawing/2014/main" id="{3926B95B-64D9-4E07-B87A-23C441F08472}"/>
              </a:ext>
            </a:extLst>
          </p:cNvPr>
          <p:cNvSpPr>
            <a:spLocks noGrp="1"/>
          </p:cNvSpPr>
          <p:nvPr/>
        </p:nvSpPr>
        <p:spPr>
          <a:xfrm>
            <a:off x="764469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8" name="Stage1_sixpanel_8659">
            <a:extLst>
              <a:ext uri="{FF2B5EF4-FFF2-40B4-BE49-F238E27FC236}">
                <a16:creationId xmlns:a16="http://schemas.microsoft.com/office/drawing/2014/main" id="{BA3295EA-9117-4A7F-A7E9-A7CC3549EDE5}"/>
              </a:ext>
            </a:extLst>
          </p:cNvPr>
          <p:cNvSpPr>
            <a:spLocks noGrp="1"/>
          </p:cNvSpPr>
          <p:nvPr/>
        </p:nvSpPr>
        <p:spPr>
          <a:xfrm>
            <a:off x="770050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9" name="Stage1_sixpanel_8660">
            <a:extLst>
              <a:ext uri="{FF2B5EF4-FFF2-40B4-BE49-F238E27FC236}">
                <a16:creationId xmlns:a16="http://schemas.microsoft.com/office/drawing/2014/main" id="{FFAE5760-D422-4E00-8040-7E7E53303589}"/>
              </a:ext>
            </a:extLst>
          </p:cNvPr>
          <p:cNvSpPr>
            <a:spLocks noGrp="1"/>
          </p:cNvSpPr>
          <p:nvPr/>
        </p:nvSpPr>
        <p:spPr>
          <a:xfrm>
            <a:off x="770593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0" name="Stage1_sixpanel_8661">
            <a:extLst>
              <a:ext uri="{FF2B5EF4-FFF2-40B4-BE49-F238E27FC236}">
                <a16:creationId xmlns:a16="http://schemas.microsoft.com/office/drawing/2014/main" id="{72A8F28D-8370-4BC8-B8CD-C1F0E7A46E2F}"/>
              </a:ext>
            </a:extLst>
          </p:cNvPr>
          <p:cNvSpPr>
            <a:spLocks noGrp="1"/>
          </p:cNvSpPr>
          <p:nvPr/>
        </p:nvSpPr>
        <p:spPr>
          <a:xfrm>
            <a:off x="7627355" y="196493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1" name="Stage1_sixpanel_8662">
            <a:extLst>
              <a:ext uri="{FF2B5EF4-FFF2-40B4-BE49-F238E27FC236}">
                <a16:creationId xmlns:a16="http://schemas.microsoft.com/office/drawing/2014/main" id="{E4D1008D-976E-4BFD-9196-9DDBBA892185}"/>
              </a:ext>
            </a:extLst>
          </p:cNvPr>
          <p:cNvSpPr>
            <a:spLocks noGrp="1"/>
          </p:cNvSpPr>
          <p:nvPr/>
        </p:nvSpPr>
        <p:spPr>
          <a:xfrm>
            <a:off x="7711139" y="23618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2" name="Stage1_sixpanel_8663">
            <a:extLst>
              <a:ext uri="{FF2B5EF4-FFF2-40B4-BE49-F238E27FC236}">
                <a16:creationId xmlns:a16="http://schemas.microsoft.com/office/drawing/2014/main" id="{916B3675-ECC8-479F-8CB0-E65E56FC4586}"/>
              </a:ext>
            </a:extLst>
          </p:cNvPr>
          <p:cNvSpPr>
            <a:spLocks noGrp="1"/>
          </p:cNvSpPr>
          <p:nvPr/>
        </p:nvSpPr>
        <p:spPr>
          <a:xfrm>
            <a:off x="762645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3" name="Stage1_sixpanel_8664">
            <a:extLst>
              <a:ext uri="{FF2B5EF4-FFF2-40B4-BE49-F238E27FC236}">
                <a16:creationId xmlns:a16="http://schemas.microsoft.com/office/drawing/2014/main" id="{4A4E1F6E-F2A9-4D8F-8E17-2D3E8DA9C1C1}"/>
              </a:ext>
            </a:extLst>
          </p:cNvPr>
          <p:cNvSpPr>
            <a:spLocks noGrp="1"/>
          </p:cNvSpPr>
          <p:nvPr/>
        </p:nvSpPr>
        <p:spPr>
          <a:xfrm>
            <a:off x="7555574" y="25853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4" name="Stage1_sixpanel_8665">
            <a:extLst>
              <a:ext uri="{FF2B5EF4-FFF2-40B4-BE49-F238E27FC236}">
                <a16:creationId xmlns:a16="http://schemas.microsoft.com/office/drawing/2014/main" id="{D32D2DE3-D74F-4202-A5AE-47856C4CFAE1}"/>
              </a:ext>
            </a:extLst>
          </p:cNvPr>
          <p:cNvSpPr>
            <a:spLocks noGrp="1"/>
          </p:cNvSpPr>
          <p:nvPr/>
        </p:nvSpPr>
        <p:spPr>
          <a:xfrm>
            <a:off x="757577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5" name="Stage1_sixpanel_8666">
            <a:extLst>
              <a:ext uri="{FF2B5EF4-FFF2-40B4-BE49-F238E27FC236}">
                <a16:creationId xmlns:a16="http://schemas.microsoft.com/office/drawing/2014/main" id="{45D2CA85-D182-40C8-9629-EA89CE7CCCBC}"/>
              </a:ext>
            </a:extLst>
          </p:cNvPr>
          <p:cNvSpPr>
            <a:spLocks noGrp="1"/>
          </p:cNvSpPr>
          <p:nvPr/>
        </p:nvSpPr>
        <p:spPr>
          <a:xfrm>
            <a:off x="767795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6" name="Stage1_sixpanel_8667">
            <a:extLst>
              <a:ext uri="{FF2B5EF4-FFF2-40B4-BE49-F238E27FC236}">
                <a16:creationId xmlns:a16="http://schemas.microsoft.com/office/drawing/2014/main" id="{563DA7DB-EA1D-4DA0-8A4A-C96B1D917C7A}"/>
              </a:ext>
            </a:extLst>
          </p:cNvPr>
          <p:cNvSpPr>
            <a:spLocks noGrp="1"/>
          </p:cNvSpPr>
          <p:nvPr/>
        </p:nvSpPr>
        <p:spPr>
          <a:xfrm>
            <a:off x="763132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7" name="Stage1_sixpanel_8668">
            <a:extLst>
              <a:ext uri="{FF2B5EF4-FFF2-40B4-BE49-F238E27FC236}">
                <a16:creationId xmlns:a16="http://schemas.microsoft.com/office/drawing/2014/main" id="{CE68D669-B1D1-4AAD-B3D0-D0DB85B12E4A}"/>
              </a:ext>
            </a:extLst>
          </p:cNvPr>
          <p:cNvSpPr>
            <a:spLocks noGrp="1"/>
          </p:cNvSpPr>
          <p:nvPr/>
        </p:nvSpPr>
        <p:spPr>
          <a:xfrm>
            <a:off x="759538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8" name="Stage1_sixpanel_8669">
            <a:extLst>
              <a:ext uri="{FF2B5EF4-FFF2-40B4-BE49-F238E27FC236}">
                <a16:creationId xmlns:a16="http://schemas.microsoft.com/office/drawing/2014/main" id="{16F9265B-9E7E-4B21-A594-45FEAB7DA362}"/>
              </a:ext>
            </a:extLst>
          </p:cNvPr>
          <p:cNvSpPr>
            <a:spLocks noGrp="1"/>
          </p:cNvSpPr>
          <p:nvPr/>
        </p:nvSpPr>
        <p:spPr>
          <a:xfrm>
            <a:off x="7716979" y="14356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9" name="Stage1_sixpanel_8670">
            <a:extLst>
              <a:ext uri="{FF2B5EF4-FFF2-40B4-BE49-F238E27FC236}">
                <a16:creationId xmlns:a16="http://schemas.microsoft.com/office/drawing/2014/main" id="{D309B423-627E-4F6D-BC4A-930DCD8C1253}"/>
              </a:ext>
            </a:extLst>
          </p:cNvPr>
          <p:cNvSpPr>
            <a:spLocks noGrp="1"/>
          </p:cNvSpPr>
          <p:nvPr/>
        </p:nvSpPr>
        <p:spPr>
          <a:xfrm>
            <a:off x="762532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0" name="Stage1_sixpanel_8671">
            <a:extLst>
              <a:ext uri="{FF2B5EF4-FFF2-40B4-BE49-F238E27FC236}">
                <a16:creationId xmlns:a16="http://schemas.microsoft.com/office/drawing/2014/main" id="{D1467584-5382-4E83-8B93-97505A0AA39A}"/>
              </a:ext>
            </a:extLst>
          </p:cNvPr>
          <p:cNvSpPr>
            <a:spLocks noGrp="1"/>
          </p:cNvSpPr>
          <p:nvPr/>
        </p:nvSpPr>
        <p:spPr>
          <a:xfrm>
            <a:off x="763869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1" name="Stage1_sixpanel_8672">
            <a:extLst>
              <a:ext uri="{FF2B5EF4-FFF2-40B4-BE49-F238E27FC236}">
                <a16:creationId xmlns:a16="http://schemas.microsoft.com/office/drawing/2014/main" id="{DE6FFCAF-13D3-40AA-A769-5A89B350423C}"/>
              </a:ext>
            </a:extLst>
          </p:cNvPr>
          <p:cNvSpPr>
            <a:spLocks noGrp="1"/>
          </p:cNvSpPr>
          <p:nvPr/>
        </p:nvSpPr>
        <p:spPr>
          <a:xfrm>
            <a:off x="761561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2" name="Stage1_sixpanel_8673">
            <a:extLst>
              <a:ext uri="{FF2B5EF4-FFF2-40B4-BE49-F238E27FC236}">
                <a16:creationId xmlns:a16="http://schemas.microsoft.com/office/drawing/2014/main" id="{70D7240B-86CE-4CB0-8547-EF4654FC3502}"/>
              </a:ext>
            </a:extLst>
          </p:cNvPr>
          <p:cNvSpPr>
            <a:spLocks noGrp="1"/>
          </p:cNvSpPr>
          <p:nvPr/>
        </p:nvSpPr>
        <p:spPr>
          <a:xfrm>
            <a:off x="769377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3" name="Stage1_sixpanel_8674">
            <a:extLst>
              <a:ext uri="{FF2B5EF4-FFF2-40B4-BE49-F238E27FC236}">
                <a16:creationId xmlns:a16="http://schemas.microsoft.com/office/drawing/2014/main" id="{5F118D01-19BF-42E0-9129-B3159F347C11}"/>
              </a:ext>
            </a:extLst>
          </p:cNvPr>
          <p:cNvSpPr>
            <a:spLocks noGrp="1"/>
          </p:cNvSpPr>
          <p:nvPr/>
        </p:nvSpPr>
        <p:spPr>
          <a:xfrm>
            <a:off x="767994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4" name="Stage1_sixpanel_8675">
            <a:extLst>
              <a:ext uri="{FF2B5EF4-FFF2-40B4-BE49-F238E27FC236}">
                <a16:creationId xmlns:a16="http://schemas.microsoft.com/office/drawing/2014/main" id="{0EEFAB5B-9B67-48B7-A706-9111195B88C9}"/>
              </a:ext>
            </a:extLst>
          </p:cNvPr>
          <p:cNvSpPr>
            <a:spLocks noGrp="1"/>
          </p:cNvSpPr>
          <p:nvPr/>
        </p:nvSpPr>
        <p:spPr>
          <a:xfrm>
            <a:off x="7696581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5" name="Stage1_sixpanel_8676">
            <a:extLst>
              <a:ext uri="{FF2B5EF4-FFF2-40B4-BE49-F238E27FC236}">
                <a16:creationId xmlns:a16="http://schemas.microsoft.com/office/drawing/2014/main" id="{64E40D50-C52F-46B5-9DC5-D4EDB47F23E4}"/>
              </a:ext>
            </a:extLst>
          </p:cNvPr>
          <p:cNvSpPr>
            <a:spLocks noGrp="1"/>
          </p:cNvSpPr>
          <p:nvPr/>
        </p:nvSpPr>
        <p:spPr>
          <a:xfrm>
            <a:off x="7694912" y="243092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6" name="Stage1_sixpanel_8677">
            <a:extLst>
              <a:ext uri="{FF2B5EF4-FFF2-40B4-BE49-F238E27FC236}">
                <a16:creationId xmlns:a16="http://schemas.microsoft.com/office/drawing/2014/main" id="{90130D6E-B526-4BE7-B310-E35121345120}"/>
              </a:ext>
            </a:extLst>
          </p:cNvPr>
          <p:cNvSpPr>
            <a:spLocks noGrp="1"/>
          </p:cNvSpPr>
          <p:nvPr/>
        </p:nvSpPr>
        <p:spPr>
          <a:xfrm>
            <a:off x="755267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7" name="Stage1_sixpanel_8678">
            <a:extLst>
              <a:ext uri="{FF2B5EF4-FFF2-40B4-BE49-F238E27FC236}">
                <a16:creationId xmlns:a16="http://schemas.microsoft.com/office/drawing/2014/main" id="{A435106F-C19A-4298-B7D9-866B4C8006CB}"/>
              </a:ext>
            </a:extLst>
          </p:cNvPr>
          <p:cNvSpPr>
            <a:spLocks noGrp="1"/>
          </p:cNvSpPr>
          <p:nvPr/>
        </p:nvSpPr>
        <p:spPr>
          <a:xfrm>
            <a:off x="760401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8" name="Stage1_sixpanel_8679">
            <a:extLst>
              <a:ext uri="{FF2B5EF4-FFF2-40B4-BE49-F238E27FC236}">
                <a16:creationId xmlns:a16="http://schemas.microsoft.com/office/drawing/2014/main" id="{94F2CD5F-A8BA-4CF9-8D97-41D126D76ACA}"/>
              </a:ext>
            </a:extLst>
          </p:cNvPr>
          <p:cNvSpPr>
            <a:spLocks noGrp="1"/>
          </p:cNvSpPr>
          <p:nvPr/>
        </p:nvSpPr>
        <p:spPr>
          <a:xfrm>
            <a:off x="7578816" y="24315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9" name="Stage1_sixpanel_8680">
            <a:extLst>
              <a:ext uri="{FF2B5EF4-FFF2-40B4-BE49-F238E27FC236}">
                <a16:creationId xmlns:a16="http://schemas.microsoft.com/office/drawing/2014/main" id="{7E56F76B-E4F7-4495-93AE-79A1A28CBB44}"/>
              </a:ext>
            </a:extLst>
          </p:cNvPr>
          <p:cNvSpPr>
            <a:spLocks noGrp="1"/>
          </p:cNvSpPr>
          <p:nvPr/>
        </p:nvSpPr>
        <p:spPr>
          <a:xfrm>
            <a:off x="768469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0" name="Stage1_sixpanel_8681">
            <a:extLst>
              <a:ext uri="{FF2B5EF4-FFF2-40B4-BE49-F238E27FC236}">
                <a16:creationId xmlns:a16="http://schemas.microsoft.com/office/drawing/2014/main" id="{7F518FAA-E608-4DF6-8BD6-6105A269D48F}"/>
              </a:ext>
            </a:extLst>
          </p:cNvPr>
          <p:cNvSpPr>
            <a:spLocks noGrp="1"/>
          </p:cNvSpPr>
          <p:nvPr/>
        </p:nvSpPr>
        <p:spPr>
          <a:xfrm>
            <a:off x="7624731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1" name="Stage1_sixpanel_8682">
            <a:extLst>
              <a:ext uri="{FF2B5EF4-FFF2-40B4-BE49-F238E27FC236}">
                <a16:creationId xmlns:a16="http://schemas.microsoft.com/office/drawing/2014/main" id="{546E267C-135D-4FDE-B65E-FA551ACA0823}"/>
              </a:ext>
            </a:extLst>
          </p:cNvPr>
          <p:cNvSpPr>
            <a:spLocks noGrp="1"/>
          </p:cNvSpPr>
          <p:nvPr/>
        </p:nvSpPr>
        <p:spPr>
          <a:xfrm>
            <a:off x="7581422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2" name="Stage1_sixpanel_8683">
            <a:extLst>
              <a:ext uri="{FF2B5EF4-FFF2-40B4-BE49-F238E27FC236}">
                <a16:creationId xmlns:a16="http://schemas.microsoft.com/office/drawing/2014/main" id="{A05BCFFE-A451-40FF-82B6-65BCC9638026}"/>
              </a:ext>
            </a:extLst>
          </p:cNvPr>
          <p:cNvSpPr>
            <a:spLocks noGrp="1"/>
          </p:cNvSpPr>
          <p:nvPr/>
        </p:nvSpPr>
        <p:spPr>
          <a:xfrm>
            <a:off x="7567127" y="24424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3" name="Stage1_sixpanel_8684">
            <a:extLst>
              <a:ext uri="{FF2B5EF4-FFF2-40B4-BE49-F238E27FC236}">
                <a16:creationId xmlns:a16="http://schemas.microsoft.com/office/drawing/2014/main" id="{67B1DC37-6C18-4011-B34A-FBAA8174EFDA}"/>
              </a:ext>
            </a:extLst>
          </p:cNvPr>
          <p:cNvSpPr>
            <a:spLocks noGrp="1"/>
          </p:cNvSpPr>
          <p:nvPr/>
        </p:nvSpPr>
        <p:spPr>
          <a:xfrm>
            <a:off x="7642652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4" name="Stage1_sixpanel_8685">
            <a:extLst>
              <a:ext uri="{FF2B5EF4-FFF2-40B4-BE49-F238E27FC236}">
                <a16:creationId xmlns:a16="http://schemas.microsoft.com/office/drawing/2014/main" id="{2831AF80-CB07-4F94-9B44-1BB270D29F9E}"/>
              </a:ext>
            </a:extLst>
          </p:cNvPr>
          <p:cNvSpPr>
            <a:spLocks noGrp="1"/>
          </p:cNvSpPr>
          <p:nvPr/>
        </p:nvSpPr>
        <p:spPr>
          <a:xfrm>
            <a:off x="764671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5" name="Stage1_sixpanel_8686">
            <a:extLst>
              <a:ext uri="{FF2B5EF4-FFF2-40B4-BE49-F238E27FC236}">
                <a16:creationId xmlns:a16="http://schemas.microsoft.com/office/drawing/2014/main" id="{45172EE4-1964-40EC-8546-43C3057CEC0F}"/>
              </a:ext>
            </a:extLst>
          </p:cNvPr>
          <p:cNvSpPr>
            <a:spLocks noGrp="1"/>
          </p:cNvSpPr>
          <p:nvPr/>
        </p:nvSpPr>
        <p:spPr>
          <a:xfrm>
            <a:off x="7710512" y="196018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6" name="Stage1_sixpanel_8687">
            <a:extLst>
              <a:ext uri="{FF2B5EF4-FFF2-40B4-BE49-F238E27FC236}">
                <a16:creationId xmlns:a16="http://schemas.microsoft.com/office/drawing/2014/main" id="{A8C7C4BB-D5ED-48C0-90DB-316C296D3D86}"/>
              </a:ext>
            </a:extLst>
          </p:cNvPr>
          <p:cNvSpPr>
            <a:spLocks noGrp="1"/>
          </p:cNvSpPr>
          <p:nvPr/>
        </p:nvSpPr>
        <p:spPr>
          <a:xfrm>
            <a:off x="7610055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7" name="Stage1_sixpanel_8688">
            <a:extLst>
              <a:ext uri="{FF2B5EF4-FFF2-40B4-BE49-F238E27FC236}">
                <a16:creationId xmlns:a16="http://schemas.microsoft.com/office/drawing/2014/main" id="{42C4718D-E7B4-477B-B270-3E1A04190B85}"/>
              </a:ext>
            </a:extLst>
          </p:cNvPr>
          <p:cNvSpPr>
            <a:spLocks noGrp="1"/>
          </p:cNvSpPr>
          <p:nvPr/>
        </p:nvSpPr>
        <p:spPr>
          <a:xfrm>
            <a:off x="7709158" y="16188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8" name="Stage1_sixpanel_8689">
            <a:extLst>
              <a:ext uri="{FF2B5EF4-FFF2-40B4-BE49-F238E27FC236}">
                <a16:creationId xmlns:a16="http://schemas.microsoft.com/office/drawing/2014/main" id="{62D0C6A1-EC97-4BBB-84E1-2BD1FF463C97}"/>
              </a:ext>
            </a:extLst>
          </p:cNvPr>
          <p:cNvSpPr>
            <a:spLocks noGrp="1"/>
          </p:cNvSpPr>
          <p:nvPr/>
        </p:nvSpPr>
        <p:spPr>
          <a:xfrm>
            <a:off x="755236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9" name="Stage1_sixpanel_8690">
            <a:extLst>
              <a:ext uri="{FF2B5EF4-FFF2-40B4-BE49-F238E27FC236}">
                <a16:creationId xmlns:a16="http://schemas.microsoft.com/office/drawing/2014/main" id="{89BE005F-63F1-456B-9952-5BB341DE449A}"/>
              </a:ext>
            </a:extLst>
          </p:cNvPr>
          <p:cNvSpPr>
            <a:spLocks noGrp="1"/>
          </p:cNvSpPr>
          <p:nvPr/>
        </p:nvSpPr>
        <p:spPr>
          <a:xfrm>
            <a:off x="756761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0" name="Stage1_sixpanel_8691">
            <a:extLst>
              <a:ext uri="{FF2B5EF4-FFF2-40B4-BE49-F238E27FC236}">
                <a16:creationId xmlns:a16="http://schemas.microsoft.com/office/drawing/2014/main" id="{DF0BB0DF-B850-4BAA-BFC4-D836E1F7EBD4}"/>
              </a:ext>
            </a:extLst>
          </p:cNvPr>
          <p:cNvSpPr>
            <a:spLocks noGrp="1"/>
          </p:cNvSpPr>
          <p:nvPr/>
        </p:nvSpPr>
        <p:spPr>
          <a:xfrm>
            <a:off x="768803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1" name="Stage1_sixpanel_8692">
            <a:extLst>
              <a:ext uri="{FF2B5EF4-FFF2-40B4-BE49-F238E27FC236}">
                <a16:creationId xmlns:a16="http://schemas.microsoft.com/office/drawing/2014/main" id="{D3DADFAE-C8D1-41DA-9FE6-668CDB6656AA}"/>
              </a:ext>
            </a:extLst>
          </p:cNvPr>
          <p:cNvSpPr>
            <a:spLocks noGrp="1"/>
          </p:cNvSpPr>
          <p:nvPr/>
        </p:nvSpPr>
        <p:spPr>
          <a:xfrm>
            <a:off x="7554749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2" name="Stage1_sixpanel_8693">
            <a:extLst>
              <a:ext uri="{FF2B5EF4-FFF2-40B4-BE49-F238E27FC236}">
                <a16:creationId xmlns:a16="http://schemas.microsoft.com/office/drawing/2014/main" id="{81F15B84-D2FE-447E-B3EC-0722C0A550C7}"/>
              </a:ext>
            </a:extLst>
          </p:cNvPr>
          <p:cNvSpPr>
            <a:spLocks noGrp="1"/>
          </p:cNvSpPr>
          <p:nvPr/>
        </p:nvSpPr>
        <p:spPr>
          <a:xfrm>
            <a:off x="7604288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3" name="Stage1_sixpanel_8694">
            <a:extLst>
              <a:ext uri="{FF2B5EF4-FFF2-40B4-BE49-F238E27FC236}">
                <a16:creationId xmlns:a16="http://schemas.microsoft.com/office/drawing/2014/main" id="{B3A69009-6250-4262-981F-4F39513DA8FB}"/>
              </a:ext>
            </a:extLst>
          </p:cNvPr>
          <p:cNvSpPr>
            <a:spLocks noGrp="1"/>
          </p:cNvSpPr>
          <p:nvPr/>
        </p:nvSpPr>
        <p:spPr>
          <a:xfrm>
            <a:off x="770793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4" name="Stage1_sixpanel_8695">
            <a:extLst>
              <a:ext uri="{FF2B5EF4-FFF2-40B4-BE49-F238E27FC236}">
                <a16:creationId xmlns:a16="http://schemas.microsoft.com/office/drawing/2014/main" id="{B58D3369-5B0F-48F5-BB1C-E7E2DE8E21DA}"/>
              </a:ext>
            </a:extLst>
          </p:cNvPr>
          <p:cNvSpPr>
            <a:spLocks noGrp="1"/>
          </p:cNvSpPr>
          <p:nvPr/>
        </p:nvSpPr>
        <p:spPr>
          <a:xfrm>
            <a:off x="764866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5" name="Stage1_sixpanel_8696">
            <a:extLst>
              <a:ext uri="{FF2B5EF4-FFF2-40B4-BE49-F238E27FC236}">
                <a16:creationId xmlns:a16="http://schemas.microsoft.com/office/drawing/2014/main" id="{85DFF25D-3602-430E-837B-4385DC502348}"/>
              </a:ext>
            </a:extLst>
          </p:cNvPr>
          <p:cNvSpPr>
            <a:spLocks noGrp="1"/>
          </p:cNvSpPr>
          <p:nvPr/>
        </p:nvSpPr>
        <p:spPr>
          <a:xfrm>
            <a:off x="7619162" y="25793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6" name="Stage1_sixpanel_8697">
            <a:extLst>
              <a:ext uri="{FF2B5EF4-FFF2-40B4-BE49-F238E27FC236}">
                <a16:creationId xmlns:a16="http://schemas.microsoft.com/office/drawing/2014/main" id="{7B6E27A1-A44D-4FBD-83AD-97FE7AE70D3F}"/>
              </a:ext>
            </a:extLst>
          </p:cNvPr>
          <p:cNvSpPr>
            <a:spLocks noGrp="1"/>
          </p:cNvSpPr>
          <p:nvPr/>
        </p:nvSpPr>
        <p:spPr>
          <a:xfrm>
            <a:off x="760531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7" name="Stage1_sixpanel_8698">
            <a:extLst>
              <a:ext uri="{FF2B5EF4-FFF2-40B4-BE49-F238E27FC236}">
                <a16:creationId xmlns:a16="http://schemas.microsoft.com/office/drawing/2014/main" id="{44BC3214-BBC5-440B-89B2-C56F320E72F3}"/>
              </a:ext>
            </a:extLst>
          </p:cNvPr>
          <p:cNvSpPr>
            <a:spLocks noGrp="1"/>
          </p:cNvSpPr>
          <p:nvPr/>
        </p:nvSpPr>
        <p:spPr>
          <a:xfrm>
            <a:off x="763319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8" name="Stage1_sixpanel_8699">
            <a:extLst>
              <a:ext uri="{FF2B5EF4-FFF2-40B4-BE49-F238E27FC236}">
                <a16:creationId xmlns:a16="http://schemas.microsoft.com/office/drawing/2014/main" id="{88BC8ADC-0D4F-421C-87F5-B55E57BB04A3}"/>
              </a:ext>
            </a:extLst>
          </p:cNvPr>
          <p:cNvSpPr>
            <a:spLocks noGrp="1"/>
          </p:cNvSpPr>
          <p:nvPr/>
        </p:nvSpPr>
        <p:spPr>
          <a:xfrm>
            <a:off x="768977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9" name="Stage1_sixpanel_8700">
            <a:extLst>
              <a:ext uri="{FF2B5EF4-FFF2-40B4-BE49-F238E27FC236}">
                <a16:creationId xmlns:a16="http://schemas.microsoft.com/office/drawing/2014/main" id="{FD3A0990-E972-4E10-90F2-997B9D4A761E}"/>
              </a:ext>
            </a:extLst>
          </p:cNvPr>
          <p:cNvSpPr>
            <a:spLocks noGrp="1"/>
          </p:cNvSpPr>
          <p:nvPr/>
        </p:nvSpPr>
        <p:spPr>
          <a:xfrm>
            <a:off x="767417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0" name="Stage1_sixpanel_8701">
            <a:extLst>
              <a:ext uri="{FF2B5EF4-FFF2-40B4-BE49-F238E27FC236}">
                <a16:creationId xmlns:a16="http://schemas.microsoft.com/office/drawing/2014/main" id="{0EF4C71C-2D68-48EC-9AAC-46C3DC84207E}"/>
              </a:ext>
            </a:extLst>
          </p:cNvPr>
          <p:cNvSpPr>
            <a:spLocks noGrp="1"/>
          </p:cNvSpPr>
          <p:nvPr/>
        </p:nvSpPr>
        <p:spPr>
          <a:xfrm>
            <a:off x="771509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1" name="Stage1_sixpanel_8702">
            <a:extLst>
              <a:ext uri="{FF2B5EF4-FFF2-40B4-BE49-F238E27FC236}">
                <a16:creationId xmlns:a16="http://schemas.microsoft.com/office/drawing/2014/main" id="{FD76F65D-0DFA-41CC-AEA2-1EDE2BBED89F}"/>
              </a:ext>
            </a:extLst>
          </p:cNvPr>
          <p:cNvSpPr>
            <a:spLocks noGrp="1"/>
          </p:cNvSpPr>
          <p:nvPr/>
        </p:nvSpPr>
        <p:spPr>
          <a:xfrm>
            <a:off x="757904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2" name="Stage1_sixpanel_8703">
            <a:extLst>
              <a:ext uri="{FF2B5EF4-FFF2-40B4-BE49-F238E27FC236}">
                <a16:creationId xmlns:a16="http://schemas.microsoft.com/office/drawing/2014/main" id="{FB5CCFE4-C105-44C8-8E8E-D4C39630341C}"/>
              </a:ext>
            </a:extLst>
          </p:cNvPr>
          <p:cNvSpPr>
            <a:spLocks noGrp="1"/>
          </p:cNvSpPr>
          <p:nvPr/>
        </p:nvSpPr>
        <p:spPr>
          <a:xfrm>
            <a:off x="758226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3" name="Stage1_sixpanel_8704">
            <a:extLst>
              <a:ext uri="{FF2B5EF4-FFF2-40B4-BE49-F238E27FC236}">
                <a16:creationId xmlns:a16="http://schemas.microsoft.com/office/drawing/2014/main" id="{CD5D59AB-4C7B-4239-B4B5-D981F4AEB3FC}"/>
              </a:ext>
            </a:extLst>
          </p:cNvPr>
          <p:cNvSpPr>
            <a:spLocks noGrp="1"/>
          </p:cNvSpPr>
          <p:nvPr/>
        </p:nvSpPr>
        <p:spPr>
          <a:xfrm>
            <a:off x="7661640" y="259595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4" name="Stage1_sixpanel_8705">
            <a:extLst>
              <a:ext uri="{FF2B5EF4-FFF2-40B4-BE49-F238E27FC236}">
                <a16:creationId xmlns:a16="http://schemas.microsoft.com/office/drawing/2014/main" id="{7EC5BB84-C1C7-4F7D-A539-077CB625FE60}"/>
              </a:ext>
            </a:extLst>
          </p:cNvPr>
          <p:cNvSpPr>
            <a:spLocks noGrp="1"/>
          </p:cNvSpPr>
          <p:nvPr/>
        </p:nvSpPr>
        <p:spPr>
          <a:xfrm>
            <a:off x="767449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5" name="Stage1_sixpanel_8706">
            <a:extLst>
              <a:ext uri="{FF2B5EF4-FFF2-40B4-BE49-F238E27FC236}">
                <a16:creationId xmlns:a16="http://schemas.microsoft.com/office/drawing/2014/main" id="{E3A65763-86B8-4EC1-BE95-49CF3E75B50D}"/>
              </a:ext>
            </a:extLst>
          </p:cNvPr>
          <p:cNvSpPr>
            <a:spLocks noGrp="1"/>
          </p:cNvSpPr>
          <p:nvPr/>
        </p:nvSpPr>
        <p:spPr>
          <a:xfrm>
            <a:off x="7675638" y="25914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6" name="Stage1_sixpanel_8707">
            <a:extLst>
              <a:ext uri="{FF2B5EF4-FFF2-40B4-BE49-F238E27FC236}">
                <a16:creationId xmlns:a16="http://schemas.microsoft.com/office/drawing/2014/main" id="{CBB3D616-55BA-4061-B016-D6CE84B13E4C}"/>
              </a:ext>
            </a:extLst>
          </p:cNvPr>
          <p:cNvSpPr>
            <a:spLocks noGrp="1"/>
          </p:cNvSpPr>
          <p:nvPr/>
        </p:nvSpPr>
        <p:spPr>
          <a:xfrm>
            <a:off x="7585516" y="232832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7" name="Stage1_sixpanel_8708">
            <a:extLst>
              <a:ext uri="{FF2B5EF4-FFF2-40B4-BE49-F238E27FC236}">
                <a16:creationId xmlns:a16="http://schemas.microsoft.com/office/drawing/2014/main" id="{068B4449-B52C-4053-A239-CEFB14B40A17}"/>
              </a:ext>
            </a:extLst>
          </p:cNvPr>
          <p:cNvSpPr>
            <a:spLocks noGrp="1"/>
          </p:cNvSpPr>
          <p:nvPr/>
        </p:nvSpPr>
        <p:spPr>
          <a:xfrm>
            <a:off x="7708447" y="253399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8" name="Stage1_sixpanel_8709">
            <a:extLst>
              <a:ext uri="{FF2B5EF4-FFF2-40B4-BE49-F238E27FC236}">
                <a16:creationId xmlns:a16="http://schemas.microsoft.com/office/drawing/2014/main" id="{98891418-4763-4D1A-B93D-1D047670E61A}"/>
              </a:ext>
            </a:extLst>
          </p:cNvPr>
          <p:cNvSpPr>
            <a:spLocks noGrp="1"/>
          </p:cNvSpPr>
          <p:nvPr/>
        </p:nvSpPr>
        <p:spPr>
          <a:xfrm>
            <a:off x="7595758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9" name="Stage1_sixpanel_8710">
            <a:extLst>
              <a:ext uri="{FF2B5EF4-FFF2-40B4-BE49-F238E27FC236}">
                <a16:creationId xmlns:a16="http://schemas.microsoft.com/office/drawing/2014/main" id="{0E4BC8E4-C94E-4206-B056-A4D45FED2D74}"/>
              </a:ext>
            </a:extLst>
          </p:cNvPr>
          <p:cNvSpPr>
            <a:spLocks noGrp="1"/>
          </p:cNvSpPr>
          <p:nvPr/>
        </p:nvSpPr>
        <p:spPr>
          <a:xfrm>
            <a:off x="763679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0" name="Stage1_sixpanel_8711">
            <a:extLst>
              <a:ext uri="{FF2B5EF4-FFF2-40B4-BE49-F238E27FC236}">
                <a16:creationId xmlns:a16="http://schemas.microsoft.com/office/drawing/2014/main" id="{9D993916-BF65-4B83-8FE0-510B807AEE2B}"/>
              </a:ext>
            </a:extLst>
          </p:cNvPr>
          <p:cNvSpPr>
            <a:spLocks noGrp="1"/>
          </p:cNvSpPr>
          <p:nvPr/>
        </p:nvSpPr>
        <p:spPr>
          <a:xfrm>
            <a:off x="757297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1" name="Stage1_sixpanel_8712">
            <a:extLst>
              <a:ext uri="{FF2B5EF4-FFF2-40B4-BE49-F238E27FC236}">
                <a16:creationId xmlns:a16="http://schemas.microsoft.com/office/drawing/2014/main" id="{062D7C70-7305-4B33-B50F-CB09E1A14904}"/>
              </a:ext>
            </a:extLst>
          </p:cNvPr>
          <p:cNvSpPr>
            <a:spLocks noGrp="1"/>
          </p:cNvSpPr>
          <p:nvPr/>
        </p:nvSpPr>
        <p:spPr>
          <a:xfrm>
            <a:off x="770753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2" name="Stage1_sixpanel_8713">
            <a:extLst>
              <a:ext uri="{FF2B5EF4-FFF2-40B4-BE49-F238E27FC236}">
                <a16:creationId xmlns:a16="http://schemas.microsoft.com/office/drawing/2014/main" id="{EFEE45E4-78B5-4DB9-ABAF-F76C98A04E81}"/>
              </a:ext>
            </a:extLst>
          </p:cNvPr>
          <p:cNvSpPr>
            <a:spLocks noGrp="1"/>
          </p:cNvSpPr>
          <p:nvPr/>
        </p:nvSpPr>
        <p:spPr>
          <a:xfrm>
            <a:off x="764262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3" name="Stage1_sixpanel_8714">
            <a:extLst>
              <a:ext uri="{FF2B5EF4-FFF2-40B4-BE49-F238E27FC236}">
                <a16:creationId xmlns:a16="http://schemas.microsoft.com/office/drawing/2014/main" id="{49BEA095-DF95-468B-9135-95A27863F447}"/>
              </a:ext>
            </a:extLst>
          </p:cNvPr>
          <p:cNvSpPr>
            <a:spLocks noGrp="1"/>
          </p:cNvSpPr>
          <p:nvPr/>
        </p:nvSpPr>
        <p:spPr>
          <a:xfrm>
            <a:off x="758978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4" name="Stage1_sixpanel_8715">
            <a:extLst>
              <a:ext uri="{FF2B5EF4-FFF2-40B4-BE49-F238E27FC236}">
                <a16:creationId xmlns:a16="http://schemas.microsoft.com/office/drawing/2014/main" id="{A7C76482-BFAD-4B1C-ACA0-B28BF48E3B8B}"/>
              </a:ext>
            </a:extLst>
          </p:cNvPr>
          <p:cNvSpPr>
            <a:spLocks noGrp="1"/>
          </p:cNvSpPr>
          <p:nvPr/>
        </p:nvSpPr>
        <p:spPr>
          <a:xfrm>
            <a:off x="763367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5" name="Stage1_sixpanel_8716">
            <a:extLst>
              <a:ext uri="{FF2B5EF4-FFF2-40B4-BE49-F238E27FC236}">
                <a16:creationId xmlns:a16="http://schemas.microsoft.com/office/drawing/2014/main" id="{88A4BAF6-A355-43FA-8253-325177E97086}"/>
              </a:ext>
            </a:extLst>
          </p:cNvPr>
          <p:cNvSpPr>
            <a:spLocks noGrp="1"/>
          </p:cNvSpPr>
          <p:nvPr/>
        </p:nvSpPr>
        <p:spPr>
          <a:xfrm>
            <a:off x="758617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6" name="Stage1_sixpanel_8717">
            <a:extLst>
              <a:ext uri="{FF2B5EF4-FFF2-40B4-BE49-F238E27FC236}">
                <a16:creationId xmlns:a16="http://schemas.microsoft.com/office/drawing/2014/main" id="{166A143E-CC82-4E5D-8C99-820C261B5B6E}"/>
              </a:ext>
            </a:extLst>
          </p:cNvPr>
          <p:cNvSpPr>
            <a:spLocks noGrp="1"/>
          </p:cNvSpPr>
          <p:nvPr/>
        </p:nvSpPr>
        <p:spPr>
          <a:xfrm>
            <a:off x="7719399" y="23618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7" name="Stage1_sixpanel_8718">
            <a:extLst>
              <a:ext uri="{FF2B5EF4-FFF2-40B4-BE49-F238E27FC236}">
                <a16:creationId xmlns:a16="http://schemas.microsoft.com/office/drawing/2014/main" id="{13F4BB38-FB01-458B-9557-43CF46F89988}"/>
              </a:ext>
            </a:extLst>
          </p:cNvPr>
          <p:cNvSpPr>
            <a:spLocks noGrp="1"/>
          </p:cNvSpPr>
          <p:nvPr/>
        </p:nvSpPr>
        <p:spPr>
          <a:xfrm>
            <a:off x="7600892" y="226523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8" name="Stage1_sixpanel_8719">
            <a:extLst>
              <a:ext uri="{FF2B5EF4-FFF2-40B4-BE49-F238E27FC236}">
                <a16:creationId xmlns:a16="http://schemas.microsoft.com/office/drawing/2014/main" id="{3DFC8CDA-1D24-4976-AEF9-108B6F863A79}"/>
              </a:ext>
            </a:extLst>
          </p:cNvPr>
          <p:cNvSpPr>
            <a:spLocks noGrp="1"/>
          </p:cNvSpPr>
          <p:nvPr/>
        </p:nvSpPr>
        <p:spPr>
          <a:xfrm>
            <a:off x="758861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9" name="Stage1_sixpanel_8720">
            <a:extLst>
              <a:ext uri="{FF2B5EF4-FFF2-40B4-BE49-F238E27FC236}">
                <a16:creationId xmlns:a16="http://schemas.microsoft.com/office/drawing/2014/main" id="{CA6FB028-2B78-4078-AEBD-C00E7BD41756}"/>
              </a:ext>
            </a:extLst>
          </p:cNvPr>
          <p:cNvSpPr>
            <a:spLocks noGrp="1"/>
          </p:cNvSpPr>
          <p:nvPr/>
        </p:nvSpPr>
        <p:spPr>
          <a:xfrm>
            <a:off x="765479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0" name="Stage1_sixpanel_8721">
            <a:extLst>
              <a:ext uri="{FF2B5EF4-FFF2-40B4-BE49-F238E27FC236}">
                <a16:creationId xmlns:a16="http://schemas.microsoft.com/office/drawing/2014/main" id="{46F5548D-83A1-4EC5-9600-544449A80EBA}"/>
              </a:ext>
            </a:extLst>
          </p:cNvPr>
          <p:cNvSpPr>
            <a:spLocks noGrp="1"/>
          </p:cNvSpPr>
          <p:nvPr/>
        </p:nvSpPr>
        <p:spPr>
          <a:xfrm>
            <a:off x="7638033" y="121418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1" name="Stage1_sixpanel_8722">
            <a:extLst>
              <a:ext uri="{FF2B5EF4-FFF2-40B4-BE49-F238E27FC236}">
                <a16:creationId xmlns:a16="http://schemas.microsoft.com/office/drawing/2014/main" id="{5BA65C09-9A81-47D0-8057-D29F065B4EE8}"/>
              </a:ext>
            </a:extLst>
          </p:cNvPr>
          <p:cNvSpPr>
            <a:spLocks noGrp="1"/>
          </p:cNvSpPr>
          <p:nvPr/>
        </p:nvSpPr>
        <p:spPr>
          <a:xfrm>
            <a:off x="759991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2" name="Stage1_sixpanel_8723">
            <a:extLst>
              <a:ext uri="{FF2B5EF4-FFF2-40B4-BE49-F238E27FC236}">
                <a16:creationId xmlns:a16="http://schemas.microsoft.com/office/drawing/2014/main" id="{5E88CB2C-56FD-41C8-87EB-E6DBE2B21606}"/>
              </a:ext>
            </a:extLst>
          </p:cNvPr>
          <p:cNvSpPr>
            <a:spLocks noGrp="1"/>
          </p:cNvSpPr>
          <p:nvPr/>
        </p:nvSpPr>
        <p:spPr>
          <a:xfrm>
            <a:off x="771817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3" name="Stage1_sixpanel_8724">
            <a:extLst>
              <a:ext uri="{FF2B5EF4-FFF2-40B4-BE49-F238E27FC236}">
                <a16:creationId xmlns:a16="http://schemas.microsoft.com/office/drawing/2014/main" id="{828B8920-119C-46A8-A3DE-9A06D4269314}"/>
              </a:ext>
            </a:extLst>
          </p:cNvPr>
          <p:cNvSpPr>
            <a:spLocks noGrp="1"/>
          </p:cNvSpPr>
          <p:nvPr/>
        </p:nvSpPr>
        <p:spPr>
          <a:xfrm>
            <a:off x="756975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4" name="Stage1_sixpanel_8725">
            <a:extLst>
              <a:ext uri="{FF2B5EF4-FFF2-40B4-BE49-F238E27FC236}">
                <a16:creationId xmlns:a16="http://schemas.microsoft.com/office/drawing/2014/main" id="{29E63B84-941D-4AB8-9A82-B4CC011B1A00}"/>
              </a:ext>
            </a:extLst>
          </p:cNvPr>
          <p:cNvSpPr>
            <a:spLocks noGrp="1"/>
          </p:cNvSpPr>
          <p:nvPr/>
        </p:nvSpPr>
        <p:spPr>
          <a:xfrm>
            <a:off x="7564269" y="249995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5" name="Stage1_sixpanel_8726">
            <a:extLst>
              <a:ext uri="{FF2B5EF4-FFF2-40B4-BE49-F238E27FC236}">
                <a16:creationId xmlns:a16="http://schemas.microsoft.com/office/drawing/2014/main" id="{67372ADB-C4D0-4183-9A3C-2CCD6F300A0C}"/>
              </a:ext>
            </a:extLst>
          </p:cNvPr>
          <p:cNvSpPr>
            <a:spLocks noGrp="1"/>
          </p:cNvSpPr>
          <p:nvPr/>
        </p:nvSpPr>
        <p:spPr>
          <a:xfrm>
            <a:off x="5717973" y="15106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6" name="Stage1_sixpanel_8727">
            <a:extLst>
              <a:ext uri="{FF2B5EF4-FFF2-40B4-BE49-F238E27FC236}">
                <a16:creationId xmlns:a16="http://schemas.microsoft.com/office/drawing/2014/main" id="{E3A5A8A0-1E11-4765-9C41-8B5BFC60ACFF}"/>
              </a:ext>
            </a:extLst>
          </p:cNvPr>
          <p:cNvSpPr>
            <a:spLocks noGrp="1"/>
          </p:cNvSpPr>
          <p:nvPr/>
        </p:nvSpPr>
        <p:spPr>
          <a:xfrm>
            <a:off x="5750806" y="16525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7" name="Stage1_sixpanel_8728">
            <a:extLst>
              <a:ext uri="{FF2B5EF4-FFF2-40B4-BE49-F238E27FC236}">
                <a16:creationId xmlns:a16="http://schemas.microsoft.com/office/drawing/2014/main" id="{A890231E-BA01-422F-8849-FA18AC2457C2}"/>
              </a:ext>
            </a:extLst>
          </p:cNvPr>
          <p:cNvSpPr>
            <a:spLocks noGrp="1"/>
          </p:cNvSpPr>
          <p:nvPr/>
        </p:nvSpPr>
        <p:spPr>
          <a:xfrm>
            <a:off x="5705351" y="141892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8" name="Stage1_sixpanel_8729">
            <a:extLst>
              <a:ext uri="{FF2B5EF4-FFF2-40B4-BE49-F238E27FC236}">
                <a16:creationId xmlns:a16="http://schemas.microsoft.com/office/drawing/2014/main" id="{0090211B-06C7-407B-8531-DBBF4D070622}"/>
              </a:ext>
            </a:extLst>
          </p:cNvPr>
          <p:cNvSpPr>
            <a:spLocks noGrp="1"/>
          </p:cNvSpPr>
          <p:nvPr/>
        </p:nvSpPr>
        <p:spPr>
          <a:xfrm>
            <a:off x="5807863" y="14482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9" name="Stage1_sixpanel_8730">
            <a:extLst>
              <a:ext uri="{FF2B5EF4-FFF2-40B4-BE49-F238E27FC236}">
                <a16:creationId xmlns:a16="http://schemas.microsoft.com/office/drawing/2014/main" id="{F635A090-A643-41CA-8010-2D832686FF70}"/>
              </a:ext>
            </a:extLst>
          </p:cNvPr>
          <p:cNvSpPr>
            <a:spLocks noGrp="1"/>
          </p:cNvSpPr>
          <p:nvPr/>
        </p:nvSpPr>
        <p:spPr>
          <a:xfrm>
            <a:off x="5745278" y="13752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0" name="Stage1_sixpanel_8731">
            <a:extLst>
              <a:ext uri="{FF2B5EF4-FFF2-40B4-BE49-F238E27FC236}">
                <a16:creationId xmlns:a16="http://schemas.microsoft.com/office/drawing/2014/main" id="{FD9B28F3-9EA0-4395-8FE5-2CBEEB433C19}"/>
              </a:ext>
            </a:extLst>
          </p:cNvPr>
          <p:cNvSpPr>
            <a:spLocks noGrp="1"/>
          </p:cNvSpPr>
          <p:nvPr/>
        </p:nvSpPr>
        <p:spPr>
          <a:xfrm>
            <a:off x="5798092" y="197522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1" name="Stage1_sixpanel_8732">
            <a:extLst>
              <a:ext uri="{FF2B5EF4-FFF2-40B4-BE49-F238E27FC236}">
                <a16:creationId xmlns:a16="http://schemas.microsoft.com/office/drawing/2014/main" id="{F838AAE8-5937-42DF-82A7-7AA6F7D253C3}"/>
              </a:ext>
            </a:extLst>
          </p:cNvPr>
          <p:cNvSpPr>
            <a:spLocks noGrp="1"/>
          </p:cNvSpPr>
          <p:nvPr/>
        </p:nvSpPr>
        <p:spPr>
          <a:xfrm>
            <a:off x="5811037" y="178734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2" name="Stage1_sixpanel_8733">
            <a:extLst>
              <a:ext uri="{FF2B5EF4-FFF2-40B4-BE49-F238E27FC236}">
                <a16:creationId xmlns:a16="http://schemas.microsoft.com/office/drawing/2014/main" id="{CE4B2658-891C-45E2-AAF6-C359C924AD66}"/>
              </a:ext>
            </a:extLst>
          </p:cNvPr>
          <p:cNvSpPr>
            <a:spLocks noGrp="1"/>
          </p:cNvSpPr>
          <p:nvPr/>
        </p:nvSpPr>
        <p:spPr>
          <a:xfrm>
            <a:off x="5688629" y="186586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3" name="Stage1_sixpanel_8734">
            <a:extLst>
              <a:ext uri="{FF2B5EF4-FFF2-40B4-BE49-F238E27FC236}">
                <a16:creationId xmlns:a16="http://schemas.microsoft.com/office/drawing/2014/main" id="{F0292719-7DA7-43EE-A29C-446BBE33F84C}"/>
              </a:ext>
            </a:extLst>
          </p:cNvPr>
          <p:cNvSpPr>
            <a:spLocks noGrp="1"/>
          </p:cNvSpPr>
          <p:nvPr/>
        </p:nvSpPr>
        <p:spPr>
          <a:xfrm>
            <a:off x="5841886" y="15477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4" name="Stage1_sixpanel_8735">
            <a:extLst>
              <a:ext uri="{FF2B5EF4-FFF2-40B4-BE49-F238E27FC236}">
                <a16:creationId xmlns:a16="http://schemas.microsoft.com/office/drawing/2014/main" id="{127A9285-2EB8-4AFC-BD09-75CBF0C3293E}"/>
              </a:ext>
            </a:extLst>
          </p:cNvPr>
          <p:cNvSpPr>
            <a:spLocks noGrp="1"/>
          </p:cNvSpPr>
          <p:nvPr/>
        </p:nvSpPr>
        <p:spPr>
          <a:xfrm>
            <a:off x="5753291" y="15014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5" name="Stage1_sixpanel_8736">
            <a:extLst>
              <a:ext uri="{FF2B5EF4-FFF2-40B4-BE49-F238E27FC236}">
                <a16:creationId xmlns:a16="http://schemas.microsoft.com/office/drawing/2014/main" id="{0A1A9A2A-7603-4C78-A957-A4130325B94B}"/>
              </a:ext>
            </a:extLst>
          </p:cNvPr>
          <p:cNvSpPr>
            <a:spLocks noGrp="1"/>
          </p:cNvSpPr>
          <p:nvPr/>
        </p:nvSpPr>
        <p:spPr>
          <a:xfrm>
            <a:off x="5678232" y="18884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6" name="Stage1_sixpanel_8737">
            <a:extLst>
              <a:ext uri="{FF2B5EF4-FFF2-40B4-BE49-F238E27FC236}">
                <a16:creationId xmlns:a16="http://schemas.microsoft.com/office/drawing/2014/main" id="{6178BC66-6B74-43CD-BD21-02D57C59CD86}"/>
              </a:ext>
            </a:extLst>
          </p:cNvPr>
          <p:cNvSpPr>
            <a:spLocks noGrp="1"/>
          </p:cNvSpPr>
          <p:nvPr/>
        </p:nvSpPr>
        <p:spPr>
          <a:xfrm>
            <a:off x="5757385" y="17995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7" name="Stage1_sixpanel_8738">
            <a:extLst>
              <a:ext uri="{FF2B5EF4-FFF2-40B4-BE49-F238E27FC236}">
                <a16:creationId xmlns:a16="http://schemas.microsoft.com/office/drawing/2014/main" id="{71F14057-F53C-4808-8CDF-B5A744156825}"/>
              </a:ext>
            </a:extLst>
          </p:cNvPr>
          <p:cNvSpPr>
            <a:spLocks noGrp="1"/>
          </p:cNvSpPr>
          <p:nvPr/>
        </p:nvSpPr>
        <p:spPr>
          <a:xfrm>
            <a:off x="5762630" y="22636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8" name="Stage1_sixpanel_8739">
            <a:extLst>
              <a:ext uri="{FF2B5EF4-FFF2-40B4-BE49-F238E27FC236}">
                <a16:creationId xmlns:a16="http://schemas.microsoft.com/office/drawing/2014/main" id="{D4C59F9D-D6AA-4011-9F11-6F7050ACE666}"/>
              </a:ext>
            </a:extLst>
          </p:cNvPr>
          <p:cNvSpPr>
            <a:spLocks noGrp="1"/>
          </p:cNvSpPr>
          <p:nvPr/>
        </p:nvSpPr>
        <p:spPr>
          <a:xfrm>
            <a:off x="5691475" y="19585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9" name="Stage1_sixpanel_8740">
            <a:extLst>
              <a:ext uri="{FF2B5EF4-FFF2-40B4-BE49-F238E27FC236}">
                <a16:creationId xmlns:a16="http://schemas.microsoft.com/office/drawing/2014/main" id="{CD25F328-294A-450C-8ADA-F91994DB25EC}"/>
              </a:ext>
            </a:extLst>
          </p:cNvPr>
          <p:cNvSpPr>
            <a:spLocks noGrp="1"/>
          </p:cNvSpPr>
          <p:nvPr/>
        </p:nvSpPr>
        <p:spPr>
          <a:xfrm>
            <a:off x="5678202" y="143209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0" name="Stage1_sixpanel_8741">
            <a:extLst>
              <a:ext uri="{FF2B5EF4-FFF2-40B4-BE49-F238E27FC236}">
                <a16:creationId xmlns:a16="http://schemas.microsoft.com/office/drawing/2014/main" id="{7B8B3D7E-68D6-45E8-8B3D-7A017265ED9E}"/>
              </a:ext>
            </a:extLst>
          </p:cNvPr>
          <p:cNvSpPr>
            <a:spLocks noGrp="1"/>
          </p:cNvSpPr>
          <p:nvPr/>
        </p:nvSpPr>
        <p:spPr>
          <a:xfrm>
            <a:off x="580176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1" name="Stage1_sixpanel_8742">
            <a:extLst>
              <a:ext uri="{FF2B5EF4-FFF2-40B4-BE49-F238E27FC236}">
                <a16:creationId xmlns:a16="http://schemas.microsoft.com/office/drawing/2014/main" id="{CBD89D4E-913E-40A8-A54D-26C448C4CBFA}"/>
              </a:ext>
            </a:extLst>
          </p:cNvPr>
          <p:cNvSpPr>
            <a:spLocks noGrp="1"/>
          </p:cNvSpPr>
          <p:nvPr/>
        </p:nvSpPr>
        <p:spPr>
          <a:xfrm>
            <a:off x="5799085" y="14235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2" name="Stage1_sixpanel_8743">
            <a:extLst>
              <a:ext uri="{FF2B5EF4-FFF2-40B4-BE49-F238E27FC236}">
                <a16:creationId xmlns:a16="http://schemas.microsoft.com/office/drawing/2014/main" id="{C0DBBCA6-383D-4EB7-9FF6-A11DDAC71809}"/>
              </a:ext>
            </a:extLst>
          </p:cNvPr>
          <p:cNvSpPr>
            <a:spLocks noGrp="1"/>
          </p:cNvSpPr>
          <p:nvPr/>
        </p:nvSpPr>
        <p:spPr>
          <a:xfrm>
            <a:off x="5742796" y="137910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3" name="Stage1_sixpanel_8744">
            <a:extLst>
              <a:ext uri="{FF2B5EF4-FFF2-40B4-BE49-F238E27FC236}">
                <a16:creationId xmlns:a16="http://schemas.microsoft.com/office/drawing/2014/main" id="{BC6EAB47-37FC-4509-B4FC-924B8AF6E626}"/>
              </a:ext>
            </a:extLst>
          </p:cNvPr>
          <p:cNvSpPr>
            <a:spLocks noGrp="1"/>
          </p:cNvSpPr>
          <p:nvPr/>
        </p:nvSpPr>
        <p:spPr>
          <a:xfrm>
            <a:off x="5745441" y="187070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4" name="Stage1_sixpanel_8745">
            <a:extLst>
              <a:ext uri="{FF2B5EF4-FFF2-40B4-BE49-F238E27FC236}">
                <a16:creationId xmlns:a16="http://schemas.microsoft.com/office/drawing/2014/main" id="{4AD19437-CE90-4EE7-8E8A-C9B3766BE775}"/>
              </a:ext>
            </a:extLst>
          </p:cNvPr>
          <p:cNvSpPr>
            <a:spLocks noGrp="1"/>
          </p:cNvSpPr>
          <p:nvPr/>
        </p:nvSpPr>
        <p:spPr>
          <a:xfrm>
            <a:off x="583867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5" name="Stage1_sixpanel_8746">
            <a:extLst>
              <a:ext uri="{FF2B5EF4-FFF2-40B4-BE49-F238E27FC236}">
                <a16:creationId xmlns:a16="http://schemas.microsoft.com/office/drawing/2014/main" id="{AB9F6A3E-E50A-4A80-AE34-8C43CA062519}"/>
              </a:ext>
            </a:extLst>
          </p:cNvPr>
          <p:cNvSpPr>
            <a:spLocks noGrp="1"/>
          </p:cNvSpPr>
          <p:nvPr/>
        </p:nvSpPr>
        <p:spPr>
          <a:xfrm>
            <a:off x="5720033" y="196175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6" name="Stage1_sixpanel_8747">
            <a:extLst>
              <a:ext uri="{FF2B5EF4-FFF2-40B4-BE49-F238E27FC236}">
                <a16:creationId xmlns:a16="http://schemas.microsoft.com/office/drawing/2014/main" id="{98C618F0-C6BA-4B5E-A236-E808376D8E47}"/>
              </a:ext>
            </a:extLst>
          </p:cNvPr>
          <p:cNvSpPr>
            <a:spLocks noGrp="1"/>
          </p:cNvSpPr>
          <p:nvPr/>
        </p:nvSpPr>
        <p:spPr>
          <a:xfrm>
            <a:off x="578899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7" name="Stage1_sixpanel_8748">
            <a:extLst>
              <a:ext uri="{FF2B5EF4-FFF2-40B4-BE49-F238E27FC236}">
                <a16:creationId xmlns:a16="http://schemas.microsoft.com/office/drawing/2014/main" id="{94AF39B0-2A6C-49D7-9C92-2A3515F821F1}"/>
              </a:ext>
            </a:extLst>
          </p:cNvPr>
          <p:cNvSpPr>
            <a:spLocks noGrp="1"/>
          </p:cNvSpPr>
          <p:nvPr/>
        </p:nvSpPr>
        <p:spPr>
          <a:xfrm>
            <a:off x="5835000" y="13920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8" name="Stage1_sixpanel_8749">
            <a:extLst>
              <a:ext uri="{FF2B5EF4-FFF2-40B4-BE49-F238E27FC236}">
                <a16:creationId xmlns:a16="http://schemas.microsoft.com/office/drawing/2014/main" id="{4F8E3BFE-DF9E-4186-AF4C-7AC2806B86E7}"/>
              </a:ext>
            </a:extLst>
          </p:cNvPr>
          <p:cNvSpPr>
            <a:spLocks noGrp="1"/>
          </p:cNvSpPr>
          <p:nvPr/>
        </p:nvSpPr>
        <p:spPr>
          <a:xfrm>
            <a:off x="5729112" y="14994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9" name="Stage1_sixpanel_8750">
            <a:extLst>
              <a:ext uri="{FF2B5EF4-FFF2-40B4-BE49-F238E27FC236}">
                <a16:creationId xmlns:a16="http://schemas.microsoft.com/office/drawing/2014/main" id="{85437383-35AC-443A-8C37-B35480246FA5}"/>
              </a:ext>
            </a:extLst>
          </p:cNvPr>
          <p:cNvSpPr>
            <a:spLocks noGrp="1"/>
          </p:cNvSpPr>
          <p:nvPr/>
        </p:nvSpPr>
        <p:spPr>
          <a:xfrm>
            <a:off x="5740271" y="16094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0" name="Stage1_sixpanel_8751">
            <a:extLst>
              <a:ext uri="{FF2B5EF4-FFF2-40B4-BE49-F238E27FC236}">
                <a16:creationId xmlns:a16="http://schemas.microsoft.com/office/drawing/2014/main" id="{C17D62CC-816F-4715-A2B3-7C3BD6F6C7B7}"/>
              </a:ext>
            </a:extLst>
          </p:cNvPr>
          <p:cNvSpPr>
            <a:spLocks noGrp="1"/>
          </p:cNvSpPr>
          <p:nvPr/>
        </p:nvSpPr>
        <p:spPr>
          <a:xfrm>
            <a:off x="5679501" y="20189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1" name="Stage1_sixpanel_8752">
            <a:extLst>
              <a:ext uri="{FF2B5EF4-FFF2-40B4-BE49-F238E27FC236}">
                <a16:creationId xmlns:a16="http://schemas.microsoft.com/office/drawing/2014/main" id="{253E3B89-D6BF-4B0D-80D2-A10CF4C22B5B}"/>
              </a:ext>
            </a:extLst>
          </p:cNvPr>
          <p:cNvSpPr>
            <a:spLocks noGrp="1"/>
          </p:cNvSpPr>
          <p:nvPr/>
        </p:nvSpPr>
        <p:spPr>
          <a:xfrm>
            <a:off x="5753826" y="249479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2" name="Stage1_sixpanel_8753">
            <a:extLst>
              <a:ext uri="{FF2B5EF4-FFF2-40B4-BE49-F238E27FC236}">
                <a16:creationId xmlns:a16="http://schemas.microsoft.com/office/drawing/2014/main" id="{5CAEFD26-1A58-4C1A-9563-A1FEB6109432}"/>
              </a:ext>
            </a:extLst>
          </p:cNvPr>
          <p:cNvSpPr>
            <a:spLocks noGrp="1"/>
          </p:cNvSpPr>
          <p:nvPr/>
        </p:nvSpPr>
        <p:spPr>
          <a:xfrm>
            <a:off x="5832307" y="15210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3" name="Stage1_sixpanel_8754">
            <a:extLst>
              <a:ext uri="{FF2B5EF4-FFF2-40B4-BE49-F238E27FC236}">
                <a16:creationId xmlns:a16="http://schemas.microsoft.com/office/drawing/2014/main" id="{E093F034-DAB8-4160-B5C8-636D6EA9E64E}"/>
              </a:ext>
            </a:extLst>
          </p:cNvPr>
          <p:cNvSpPr>
            <a:spLocks noGrp="1"/>
          </p:cNvSpPr>
          <p:nvPr/>
        </p:nvSpPr>
        <p:spPr>
          <a:xfrm>
            <a:off x="567463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4" name="Stage1_sixpanel_8755">
            <a:extLst>
              <a:ext uri="{FF2B5EF4-FFF2-40B4-BE49-F238E27FC236}">
                <a16:creationId xmlns:a16="http://schemas.microsoft.com/office/drawing/2014/main" id="{61D388AF-637F-4426-82EA-731695BD8872}"/>
              </a:ext>
            </a:extLst>
          </p:cNvPr>
          <p:cNvSpPr>
            <a:spLocks noGrp="1"/>
          </p:cNvSpPr>
          <p:nvPr/>
        </p:nvSpPr>
        <p:spPr>
          <a:xfrm>
            <a:off x="5775068" y="19202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5" name="Stage1_sixpanel_8756">
            <a:extLst>
              <a:ext uri="{FF2B5EF4-FFF2-40B4-BE49-F238E27FC236}">
                <a16:creationId xmlns:a16="http://schemas.microsoft.com/office/drawing/2014/main" id="{3AA7F608-0FD7-4104-A6E3-1E902013BE65}"/>
              </a:ext>
            </a:extLst>
          </p:cNvPr>
          <p:cNvSpPr>
            <a:spLocks noGrp="1"/>
          </p:cNvSpPr>
          <p:nvPr/>
        </p:nvSpPr>
        <p:spPr>
          <a:xfrm>
            <a:off x="5840665" y="25546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6" name="Stage1_sixpanel_8757">
            <a:extLst>
              <a:ext uri="{FF2B5EF4-FFF2-40B4-BE49-F238E27FC236}">
                <a16:creationId xmlns:a16="http://schemas.microsoft.com/office/drawing/2014/main" id="{36B69EF2-2FAF-43A2-95F1-E181D2541ED3}"/>
              </a:ext>
            </a:extLst>
          </p:cNvPr>
          <p:cNvSpPr>
            <a:spLocks noGrp="1"/>
          </p:cNvSpPr>
          <p:nvPr/>
        </p:nvSpPr>
        <p:spPr>
          <a:xfrm>
            <a:off x="5827136" y="13423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7" name="Stage1_sixpanel_8758">
            <a:extLst>
              <a:ext uri="{FF2B5EF4-FFF2-40B4-BE49-F238E27FC236}">
                <a16:creationId xmlns:a16="http://schemas.microsoft.com/office/drawing/2014/main" id="{3E4205BA-3D63-496C-BF2F-EFD1AA1F7FE5}"/>
              </a:ext>
            </a:extLst>
          </p:cNvPr>
          <p:cNvSpPr>
            <a:spLocks noGrp="1"/>
          </p:cNvSpPr>
          <p:nvPr/>
        </p:nvSpPr>
        <p:spPr>
          <a:xfrm>
            <a:off x="5808133" y="15081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8" name="Stage1_sixpanel_8759">
            <a:extLst>
              <a:ext uri="{FF2B5EF4-FFF2-40B4-BE49-F238E27FC236}">
                <a16:creationId xmlns:a16="http://schemas.microsoft.com/office/drawing/2014/main" id="{095917DB-3F5E-4187-A656-82F20308D702}"/>
              </a:ext>
            </a:extLst>
          </p:cNvPr>
          <p:cNvSpPr>
            <a:spLocks noGrp="1"/>
          </p:cNvSpPr>
          <p:nvPr/>
        </p:nvSpPr>
        <p:spPr>
          <a:xfrm>
            <a:off x="5714054" y="145622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9" name="Stage1_sixpanel_8760">
            <a:extLst>
              <a:ext uri="{FF2B5EF4-FFF2-40B4-BE49-F238E27FC236}">
                <a16:creationId xmlns:a16="http://schemas.microsoft.com/office/drawing/2014/main" id="{F88AE386-B57D-4AEC-8249-D7BCBA1F2123}"/>
              </a:ext>
            </a:extLst>
          </p:cNvPr>
          <p:cNvSpPr>
            <a:spLocks noGrp="1"/>
          </p:cNvSpPr>
          <p:nvPr/>
        </p:nvSpPr>
        <p:spPr>
          <a:xfrm>
            <a:off x="5832817" y="236249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0" name="Stage1_sixpanel_8761">
            <a:extLst>
              <a:ext uri="{FF2B5EF4-FFF2-40B4-BE49-F238E27FC236}">
                <a16:creationId xmlns:a16="http://schemas.microsoft.com/office/drawing/2014/main" id="{245F80D7-5399-4EF1-900E-F5FE36A8815D}"/>
              </a:ext>
            </a:extLst>
          </p:cNvPr>
          <p:cNvSpPr>
            <a:spLocks noGrp="1"/>
          </p:cNvSpPr>
          <p:nvPr/>
        </p:nvSpPr>
        <p:spPr>
          <a:xfrm>
            <a:off x="581310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1" name="Stage1_sixpanel_8762">
            <a:extLst>
              <a:ext uri="{FF2B5EF4-FFF2-40B4-BE49-F238E27FC236}">
                <a16:creationId xmlns:a16="http://schemas.microsoft.com/office/drawing/2014/main" id="{B2D96515-E7B3-4066-98AB-2C19255BF387}"/>
              </a:ext>
            </a:extLst>
          </p:cNvPr>
          <p:cNvSpPr>
            <a:spLocks noGrp="1"/>
          </p:cNvSpPr>
          <p:nvPr/>
        </p:nvSpPr>
        <p:spPr>
          <a:xfrm>
            <a:off x="5810943" y="142209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2" name="Stage1_sixpanel_8763">
            <a:extLst>
              <a:ext uri="{FF2B5EF4-FFF2-40B4-BE49-F238E27FC236}">
                <a16:creationId xmlns:a16="http://schemas.microsoft.com/office/drawing/2014/main" id="{2C54C215-C6A9-42D0-8198-6D6F46FD0D78}"/>
              </a:ext>
            </a:extLst>
          </p:cNvPr>
          <p:cNvSpPr>
            <a:spLocks noGrp="1"/>
          </p:cNvSpPr>
          <p:nvPr/>
        </p:nvSpPr>
        <p:spPr>
          <a:xfrm>
            <a:off x="5700944" y="205073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3" name="Stage1_sixpanel_8764">
            <a:extLst>
              <a:ext uri="{FF2B5EF4-FFF2-40B4-BE49-F238E27FC236}">
                <a16:creationId xmlns:a16="http://schemas.microsoft.com/office/drawing/2014/main" id="{AB7917AE-A003-4B1E-BB5A-28CD64D23FC8}"/>
              </a:ext>
            </a:extLst>
          </p:cNvPr>
          <p:cNvSpPr>
            <a:spLocks noGrp="1"/>
          </p:cNvSpPr>
          <p:nvPr/>
        </p:nvSpPr>
        <p:spPr>
          <a:xfrm>
            <a:off x="5756084" y="19809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4" name="Stage1_sixpanel_8765">
            <a:extLst>
              <a:ext uri="{FF2B5EF4-FFF2-40B4-BE49-F238E27FC236}">
                <a16:creationId xmlns:a16="http://schemas.microsoft.com/office/drawing/2014/main" id="{E96D3D54-C9EE-4BF6-9525-1186CBD42E1F}"/>
              </a:ext>
            </a:extLst>
          </p:cNvPr>
          <p:cNvSpPr>
            <a:spLocks noGrp="1"/>
          </p:cNvSpPr>
          <p:nvPr/>
        </p:nvSpPr>
        <p:spPr>
          <a:xfrm>
            <a:off x="5821290" y="186922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5" name="Stage1_sixpanel_8766">
            <a:extLst>
              <a:ext uri="{FF2B5EF4-FFF2-40B4-BE49-F238E27FC236}">
                <a16:creationId xmlns:a16="http://schemas.microsoft.com/office/drawing/2014/main" id="{E04BC5E0-9249-43DE-AD31-334F461F836D}"/>
              </a:ext>
            </a:extLst>
          </p:cNvPr>
          <p:cNvSpPr>
            <a:spLocks noGrp="1"/>
          </p:cNvSpPr>
          <p:nvPr/>
        </p:nvSpPr>
        <p:spPr>
          <a:xfrm>
            <a:off x="5693283" y="224325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6" name="Stage1_sixpanel_8767">
            <a:extLst>
              <a:ext uri="{FF2B5EF4-FFF2-40B4-BE49-F238E27FC236}">
                <a16:creationId xmlns:a16="http://schemas.microsoft.com/office/drawing/2014/main" id="{BCF5CC30-A742-4BDF-8444-A7317C8D0D56}"/>
              </a:ext>
            </a:extLst>
          </p:cNvPr>
          <p:cNvSpPr>
            <a:spLocks noGrp="1"/>
          </p:cNvSpPr>
          <p:nvPr/>
        </p:nvSpPr>
        <p:spPr>
          <a:xfrm>
            <a:off x="5700445" y="157918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7" name="Stage1_sixpanel_8768">
            <a:extLst>
              <a:ext uri="{FF2B5EF4-FFF2-40B4-BE49-F238E27FC236}">
                <a16:creationId xmlns:a16="http://schemas.microsoft.com/office/drawing/2014/main" id="{D2F450DD-E3DE-44CF-9F97-7A4D04E9111E}"/>
              </a:ext>
            </a:extLst>
          </p:cNvPr>
          <p:cNvSpPr>
            <a:spLocks noGrp="1"/>
          </p:cNvSpPr>
          <p:nvPr/>
        </p:nvSpPr>
        <p:spPr>
          <a:xfrm>
            <a:off x="5727837" y="14522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8" name="Stage1_sixpanel_8769">
            <a:extLst>
              <a:ext uri="{FF2B5EF4-FFF2-40B4-BE49-F238E27FC236}">
                <a16:creationId xmlns:a16="http://schemas.microsoft.com/office/drawing/2014/main" id="{F0736853-6B6A-4E93-AC95-07776079623F}"/>
              </a:ext>
            </a:extLst>
          </p:cNvPr>
          <p:cNvSpPr>
            <a:spLocks noGrp="1"/>
          </p:cNvSpPr>
          <p:nvPr/>
        </p:nvSpPr>
        <p:spPr>
          <a:xfrm>
            <a:off x="5745780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9" name="Stage1_sixpanel_8770">
            <a:extLst>
              <a:ext uri="{FF2B5EF4-FFF2-40B4-BE49-F238E27FC236}">
                <a16:creationId xmlns:a16="http://schemas.microsoft.com/office/drawing/2014/main" id="{18BC0423-1DC7-4FB1-B4A2-50A2D24BA853}"/>
              </a:ext>
            </a:extLst>
          </p:cNvPr>
          <p:cNvSpPr>
            <a:spLocks noGrp="1"/>
          </p:cNvSpPr>
          <p:nvPr/>
        </p:nvSpPr>
        <p:spPr>
          <a:xfrm>
            <a:off x="5744273" y="15083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0" name="Stage1_sixpanel_8771">
            <a:extLst>
              <a:ext uri="{FF2B5EF4-FFF2-40B4-BE49-F238E27FC236}">
                <a16:creationId xmlns:a16="http://schemas.microsoft.com/office/drawing/2014/main" id="{E7592733-3DB6-4027-88DB-15575B49ABAE}"/>
              </a:ext>
            </a:extLst>
          </p:cNvPr>
          <p:cNvSpPr>
            <a:spLocks noGrp="1"/>
          </p:cNvSpPr>
          <p:nvPr/>
        </p:nvSpPr>
        <p:spPr>
          <a:xfrm>
            <a:off x="5694354" y="15863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1" name="Stage1_sixpanel_8772">
            <a:extLst>
              <a:ext uri="{FF2B5EF4-FFF2-40B4-BE49-F238E27FC236}">
                <a16:creationId xmlns:a16="http://schemas.microsoft.com/office/drawing/2014/main" id="{DB3E07A2-D978-4842-A77B-821E122E3654}"/>
              </a:ext>
            </a:extLst>
          </p:cNvPr>
          <p:cNvSpPr>
            <a:spLocks noGrp="1"/>
          </p:cNvSpPr>
          <p:nvPr/>
        </p:nvSpPr>
        <p:spPr>
          <a:xfrm>
            <a:off x="5787860" y="133782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2" name="Stage1_sixpanel_8773">
            <a:extLst>
              <a:ext uri="{FF2B5EF4-FFF2-40B4-BE49-F238E27FC236}">
                <a16:creationId xmlns:a16="http://schemas.microsoft.com/office/drawing/2014/main" id="{0DD0F8F1-1212-4B9D-B837-334B68C58421}"/>
              </a:ext>
            </a:extLst>
          </p:cNvPr>
          <p:cNvSpPr>
            <a:spLocks noGrp="1"/>
          </p:cNvSpPr>
          <p:nvPr/>
        </p:nvSpPr>
        <p:spPr>
          <a:xfrm>
            <a:off x="5790715" y="21974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3" name="Stage1_sixpanel_8774">
            <a:extLst>
              <a:ext uri="{FF2B5EF4-FFF2-40B4-BE49-F238E27FC236}">
                <a16:creationId xmlns:a16="http://schemas.microsoft.com/office/drawing/2014/main" id="{6D9A1191-1889-408F-984E-9287FD091850}"/>
              </a:ext>
            </a:extLst>
          </p:cNvPr>
          <p:cNvSpPr>
            <a:spLocks noGrp="1"/>
          </p:cNvSpPr>
          <p:nvPr/>
        </p:nvSpPr>
        <p:spPr>
          <a:xfrm>
            <a:off x="5777774" y="138362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4" name="Stage1_sixpanel_8775">
            <a:extLst>
              <a:ext uri="{FF2B5EF4-FFF2-40B4-BE49-F238E27FC236}">
                <a16:creationId xmlns:a16="http://schemas.microsoft.com/office/drawing/2014/main" id="{F30D0DBB-4C76-4F80-B289-C5ABAA056E65}"/>
              </a:ext>
            </a:extLst>
          </p:cNvPr>
          <p:cNvSpPr>
            <a:spLocks noGrp="1"/>
          </p:cNvSpPr>
          <p:nvPr/>
        </p:nvSpPr>
        <p:spPr>
          <a:xfrm>
            <a:off x="572658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5" name="Stage1_sixpanel_8776">
            <a:extLst>
              <a:ext uri="{FF2B5EF4-FFF2-40B4-BE49-F238E27FC236}">
                <a16:creationId xmlns:a16="http://schemas.microsoft.com/office/drawing/2014/main" id="{B67691D3-DF03-446C-ACFC-9F52E53DAE4F}"/>
              </a:ext>
            </a:extLst>
          </p:cNvPr>
          <p:cNvSpPr>
            <a:spLocks noGrp="1"/>
          </p:cNvSpPr>
          <p:nvPr/>
        </p:nvSpPr>
        <p:spPr>
          <a:xfrm>
            <a:off x="5749664" y="23861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6" name="Stage1_sixpanel_8777">
            <a:extLst>
              <a:ext uri="{FF2B5EF4-FFF2-40B4-BE49-F238E27FC236}">
                <a16:creationId xmlns:a16="http://schemas.microsoft.com/office/drawing/2014/main" id="{CEE10C1A-BF04-432D-927D-A0DF97D28D85}"/>
              </a:ext>
            </a:extLst>
          </p:cNvPr>
          <p:cNvSpPr>
            <a:spLocks noGrp="1"/>
          </p:cNvSpPr>
          <p:nvPr/>
        </p:nvSpPr>
        <p:spPr>
          <a:xfrm>
            <a:off x="5759920" y="204652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7" name="Stage1_sixpanel_8778">
            <a:extLst>
              <a:ext uri="{FF2B5EF4-FFF2-40B4-BE49-F238E27FC236}">
                <a16:creationId xmlns:a16="http://schemas.microsoft.com/office/drawing/2014/main" id="{6D2E4B9E-17EE-46E1-A403-566EC71E8986}"/>
              </a:ext>
            </a:extLst>
          </p:cNvPr>
          <p:cNvSpPr>
            <a:spLocks noGrp="1"/>
          </p:cNvSpPr>
          <p:nvPr/>
        </p:nvSpPr>
        <p:spPr>
          <a:xfrm>
            <a:off x="5803675" y="20698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8" name="Stage1_sixpanel_8779">
            <a:extLst>
              <a:ext uri="{FF2B5EF4-FFF2-40B4-BE49-F238E27FC236}">
                <a16:creationId xmlns:a16="http://schemas.microsoft.com/office/drawing/2014/main" id="{F3DC6B58-5CAC-4285-A5A5-6761814467A6}"/>
              </a:ext>
            </a:extLst>
          </p:cNvPr>
          <p:cNvSpPr>
            <a:spLocks noGrp="1"/>
          </p:cNvSpPr>
          <p:nvPr/>
        </p:nvSpPr>
        <p:spPr>
          <a:xfrm>
            <a:off x="578800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9" name="Stage1_sixpanel_8780">
            <a:extLst>
              <a:ext uri="{FF2B5EF4-FFF2-40B4-BE49-F238E27FC236}">
                <a16:creationId xmlns:a16="http://schemas.microsoft.com/office/drawing/2014/main" id="{66746C9F-905F-445F-B28C-6842D0CBABD0}"/>
              </a:ext>
            </a:extLst>
          </p:cNvPr>
          <p:cNvSpPr>
            <a:spLocks noGrp="1"/>
          </p:cNvSpPr>
          <p:nvPr/>
        </p:nvSpPr>
        <p:spPr>
          <a:xfrm>
            <a:off x="5768130" y="140141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0" name="Stage1_sixpanel_8781">
            <a:extLst>
              <a:ext uri="{FF2B5EF4-FFF2-40B4-BE49-F238E27FC236}">
                <a16:creationId xmlns:a16="http://schemas.microsoft.com/office/drawing/2014/main" id="{6FCFB4E4-813D-4124-8AD2-D9D47B0A1FB6}"/>
              </a:ext>
            </a:extLst>
          </p:cNvPr>
          <p:cNvSpPr>
            <a:spLocks noGrp="1"/>
          </p:cNvSpPr>
          <p:nvPr/>
        </p:nvSpPr>
        <p:spPr>
          <a:xfrm>
            <a:off x="582469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1" name="Stage1_sixpanel_8782">
            <a:extLst>
              <a:ext uri="{FF2B5EF4-FFF2-40B4-BE49-F238E27FC236}">
                <a16:creationId xmlns:a16="http://schemas.microsoft.com/office/drawing/2014/main" id="{BFECAE8E-4E7E-4E91-815B-C143EFC33648}"/>
              </a:ext>
            </a:extLst>
          </p:cNvPr>
          <p:cNvSpPr>
            <a:spLocks noGrp="1"/>
          </p:cNvSpPr>
          <p:nvPr/>
        </p:nvSpPr>
        <p:spPr>
          <a:xfrm>
            <a:off x="5691759" y="21890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2" name="Stage1_sixpanel_8783">
            <a:extLst>
              <a:ext uri="{FF2B5EF4-FFF2-40B4-BE49-F238E27FC236}">
                <a16:creationId xmlns:a16="http://schemas.microsoft.com/office/drawing/2014/main" id="{6E51BA9F-385D-4CFF-9FF8-A13E6A1FAC17}"/>
              </a:ext>
            </a:extLst>
          </p:cNvPr>
          <p:cNvSpPr>
            <a:spLocks noGrp="1"/>
          </p:cNvSpPr>
          <p:nvPr/>
        </p:nvSpPr>
        <p:spPr>
          <a:xfrm>
            <a:off x="5784576" y="141495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3" name="Stage1_sixpanel_8784">
            <a:extLst>
              <a:ext uri="{FF2B5EF4-FFF2-40B4-BE49-F238E27FC236}">
                <a16:creationId xmlns:a16="http://schemas.microsoft.com/office/drawing/2014/main" id="{9A481380-88EF-400D-AF5A-6FD1A44195CB}"/>
              </a:ext>
            </a:extLst>
          </p:cNvPr>
          <p:cNvSpPr>
            <a:spLocks noGrp="1"/>
          </p:cNvSpPr>
          <p:nvPr/>
        </p:nvSpPr>
        <p:spPr>
          <a:xfrm>
            <a:off x="5742983" y="16598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4" name="Stage1_sixpanel_8785">
            <a:extLst>
              <a:ext uri="{FF2B5EF4-FFF2-40B4-BE49-F238E27FC236}">
                <a16:creationId xmlns:a16="http://schemas.microsoft.com/office/drawing/2014/main" id="{6B17B214-CD86-4F50-8E71-9EDFAC3C330A}"/>
              </a:ext>
            </a:extLst>
          </p:cNvPr>
          <p:cNvSpPr>
            <a:spLocks noGrp="1"/>
          </p:cNvSpPr>
          <p:nvPr/>
        </p:nvSpPr>
        <p:spPr>
          <a:xfrm>
            <a:off x="5690298" y="196998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5" name="Stage1_sixpanel_8786">
            <a:extLst>
              <a:ext uri="{FF2B5EF4-FFF2-40B4-BE49-F238E27FC236}">
                <a16:creationId xmlns:a16="http://schemas.microsoft.com/office/drawing/2014/main" id="{B47C1927-B20A-40B9-AF00-0A3C60D850AD}"/>
              </a:ext>
            </a:extLst>
          </p:cNvPr>
          <p:cNvSpPr>
            <a:spLocks noGrp="1"/>
          </p:cNvSpPr>
          <p:nvPr/>
        </p:nvSpPr>
        <p:spPr>
          <a:xfrm>
            <a:off x="5806696" y="154833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6" name="Stage1_sixpanel_8787">
            <a:extLst>
              <a:ext uri="{FF2B5EF4-FFF2-40B4-BE49-F238E27FC236}">
                <a16:creationId xmlns:a16="http://schemas.microsoft.com/office/drawing/2014/main" id="{53BFE686-7F72-40FC-98B7-01EE0E83FA78}"/>
              </a:ext>
            </a:extLst>
          </p:cNvPr>
          <p:cNvSpPr>
            <a:spLocks noGrp="1"/>
          </p:cNvSpPr>
          <p:nvPr/>
        </p:nvSpPr>
        <p:spPr>
          <a:xfrm>
            <a:off x="581934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7" name="Stage1_sixpanel_8788">
            <a:extLst>
              <a:ext uri="{FF2B5EF4-FFF2-40B4-BE49-F238E27FC236}">
                <a16:creationId xmlns:a16="http://schemas.microsoft.com/office/drawing/2014/main" id="{92F2AF17-1EFC-463A-86B2-0A6D95E7577B}"/>
              </a:ext>
            </a:extLst>
          </p:cNvPr>
          <p:cNvSpPr>
            <a:spLocks noGrp="1"/>
          </p:cNvSpPr>
          <p:nvPr/>
        </p:nvSpPr>
        <p:spPr>
          <a:xfrm>
            <a:off x="5673438" y="150951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8" name="Stage1_sixpanel_8789">
            <a:extLst>
              <a:ext uri="{FF2B5EF4-FFF2-40B4-BE49-F238E27FC236}">
                <a16:creationId xmlns:a16="http://schemas.microsoft.com/office/drawing/2014/main" id="{71E412D2-4EE0-4FEE-8656-FF5D254099CA}"/>
              </a:ext>
            </a:extLst>
          </p:cNvPr>
          <p:cNvSpPr>
            <a:spLocks noGrp="1"/>
          </p:cNvSpPr>
          <p:nvPr/>
        </p:nvSpPr>
        <p:spPr>
          <a:xfrm>
            <a:off x="575181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9" name="Stage1_sixpanel_8790">
            <a:extLst>
              <a:ext uri="{FF2B5EF4-FFF2-40B4-BE49-F238E27FC236}">
                <a16:creationId xmlns:a16="http://schemas.microsoft.com/office/drawing/2014/main" id="{A5036E58-E9A3-4115-9355-1D03BB22C17F}"/>
              </a:ext>
            </a:extLst>
          </p:cNvPr>
          <p:cNvSpPr>
            <a:spLocks noGrp="1"/>
          </p:cNvSpPr>
          <p:nvPr/>
        </p:nvSpPr>
        <p:spPr>
          <a:xfrm>
            <a:off x="569944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0" name="Stage1_sixpanel_8791">
            <a:extLst>
              <a:ext uri="{FF2B5EF4-FFF2-40B4-BE49-F238E27FC236}">
                <a16:creationId xmlns:a16="http://schemas.microsoft.com/office/drawing/2014/main" id="{60860981-90CA-4B1E-A8DE-08294A06E7CB}"/>
              </a:ext>
            </a:extLst>
          </p:cNvPr>
          <p:cNvSpPr>
            <a:spLocks noGrp="1"/>
          </p:cNvSpPr>
          <p:nvPr/>
        </p:nvSpPr>
        <p:spPr>
          <a:xfrm>
            <a:off x="5727633" y="18086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1" name="Stage1_sixpanel_8792">
            <a:extLst>
              <a:ext uri="{FF2B5EF4-FFF2-40B4-BE49-F238E27FC236}">
                <a16:creationId xmlns:a16="http://schemas.microsoft.com/office/drawing/2014/main" id="{89853937-8AA9-4E77-8B7E-C333D6FB9695}"/>
              </a:ext>
            </a:extLst>
          </p:cNvPr>
          <p:cNvSpPr>
            <a:spLocks noGrp="1"/>
          </p:cNvSpPr>
          <p:nvPr/>
        </p:nvSpPr>
        <p:spPr>
          <a:xfrm>
            <a:off x="5680672" y="14752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2" name="Stage1_sixpanel_8793">
            <a:extLst>
              <a:ext uri="{FF2B5EF4-FFF2-40B4-BE49-F238E27FC236}">
                <a16:creationId xmlns:a16="http://schemas.microsoft.com/office/drawing/2014/main" id="{699A4816-D787-4AB7-A1EF-50520D23D19F}"/>
              </a:ext>
            </a:extLst>
          </p:cNvPr>
          <p:cNvSpPr>
            <a:spLocks noGrp="1"/>
          </p:cNvSpPr>
          <p:nvPr/>
        </p:nvSpPr>
        <p:spPr>
          <a:xfrm>
            <a:off x="5821941" y="16826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3" name="Stage1_sixpanel_8794">
            <a:extLst>
              <a:ext uri="{FF2B5EF4-FFF2-40B4-BE49-F238E27FC236}">
                <a16:creationId xmlns:a16="http://schemas.microsoft.com/office/drawing/2014/main" id="{0D86BF38-B4CB-4F94-8E86-5EA02CF8DAF5}"/>
              </a:ext>
            </a:extLst>
          </p:cNvPr>
          <p:cNvSpPr>
            <a:spLocks noGrp="1"/>
          </p:cNvSpPr>
          <p:nvPr/>
        </p:nvSpPr>
        <p:spPr>
          <a:xfrm>
            <a:off x="5797590" y="1726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4" name="Stage1_sixpanel_8795">
            <a:extLst>
              <a:ext uri="{FF2B5EF4-FFF2-40B4-BE49-F238E27FC236}">
                <a16:creationId xmlns:a16="http://schemas.microsoft.com/office/drawing/2014/main" id="{91457159-1714-44AC-9BC8-2D1B7B7DC5E3}"/>
              </a:ext>
            </a:extLst>
          </p:cNvPr>
          <p:cNvSpPr>
            <a:spLocks noGrp="1"/>
          </p:cNvSpPr>
          <p:nvPr/>
        </p:nvSpPr>
        <p:spPr>
          <a:xfrm>
            <a:off x="5703903" y="151247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5" name="Stage1_sixpanel_8796">
            <a:extLst>
              <a:ext uri="{FF2B5EF4-FFF2-40B4-BE49-F238E27FC236}">
                <a16:creationId xmlns:a16="http://schemas.microsoft.com/office/drawing/2014/main" id="{A54FA0C4-8749-4CDE-B419-1FCECF2B2F28}"/>
              </a:ext>
            </a:extLst>
          </p:cNvPr>
          <p:cNvSpPr>
            <a:spLocks noGrp="1"/>
          </p:cNvSpPr>
          <p:nvPr/>
        </p:nvSpPr>
        <p:spPr>
          <a:xfrm>
            <a:off x="5730547" y="161990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6" name="Stage1_sixpanel_8797">
            <a:extLst>
              <a:ext uri="{FF2B5EF4-FFF2-40B4-BE49-F238E27FC236}">
                <a16:creationId xmlns:a16="http://schemas.microsoft.com/office/drawing/2014/main" id="{0CBDBDCF-43BA-4D09-9E70-716D9BCE7B25}"/>
              </a:ext>
            </a:extLst>
          </p:cNvPr>
          <p:cNvSpPr>
            <a:spLocks noGrp="1"/>
          </p:cNvSpPr>
          <p:nvPr/>
        </p:nvSpPr>
        <p:spPr>
          <a:xfrm>
            <a:off x="5676750" y="162516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7" name="Stage1_sixpanel_8798">
            <a:extLst>
              <a:ext uri="{FF2B5EF4-FFF2-40B4-BE49-F238E27FC236}">
                <a16:creationId xmlns:a16="http://schemas.microsoft.com/office/drawing/2014/main" id="{630D0088-FD5E-4E98-B746-6ADE69AB4E11}"/>
              </a:ext>
            </a:extLst>
          </p:cNvPr>
          <p:cNvSpPr>
            <a:spLocks noGrp="1"/>
          </p:cNvSpPr>
          <p:nvPr/>
        </p:nvSpPr>
        <p:spPr>
          <a:xfrm>
            <a:off x="576882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8" name="Stage1_sixpanel_8799">
            <a:extLst>
              <a:ext uri="{FF2B5EF4-FFF2-40B4-BE49-F238E27FC236}">
                <a16:creationId xmlns:a16="http://schemas.microsoft.com/office/drawing/2014/main" id="{026CEB95-622B-470F-8BB2-28F00180A3D3}"/>
              </a:ext>
            </a:extLst>
          </p:cNvPr>
          <p:cNvSpPr>
            <a:spLocks noGrp="1"/>
          </p:cNvSpPr>
          <p:nvPr/>
        </p:nvSpPr>
        <p:spPr>
          <a:xfrm>
            <a:off x="5804088" y="15808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9" name="Stage1_sixpanel_8800">
            <a:extLst>
              <a:ext uri="{FF2B5EF4-FFF2-40B4-BE49-F238E27FC236}">
                <a16:creationId xmlns:a16="http://schemas.microsoft.com/office/drawing/2014/main" id="{FE327260-50F4-43C3-9D54-BAECC9F1592E}"/>
              </a:ext>
            </a:extLst>
          </p:cNvPr>
          <p:cNvSpPr>
            <a:spLocks noGrp="1"/>
          </p:cNvSpPr>
          <p:nvPr/>
        </p:nvSpPr>
        <p:spPr>
          <a:xfrm>
            <a:off x="5698265" y="18274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0" name="Stage1_sixpanel_8801">
            <a:extLst>
              <a:ext uri="{FF2B5EF4-FFF2-40B4-BE49-F238E27FC236}">
                <a16:creationId xmlns:a16="http://schemas.microsoft.com/office/drawing/2014/main" id="{4676239C-4290-40AD-AEC6-E8A46D0CD074}"/>
              </a:ext>
            </a:extLst>
          </p:cNvPr>
          <p:cNvSpPr>
            <a:spLocks noGrp="1"/>
          </p:cNvSpPr>
          <p:nvPr/>
        </p:nvSpPr>
        <p:spPr>
          <a:xfrm>
            <a:off x="579357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1" name="Stage1_sixpanel_8802">
            <a:extLst>
              <a:ext uri="{FF2B5EF4-FFF2-40B4-BE49-F238E27FC236}">
                <a16:creationId xmlns:a16="http://schemas.microsoft.com/office/drawing/2014/main" id="{575B5352-32C9-4707-B362-CBD8F4D17B5D}"/>
              </a:ext>
            </a:extLst>
          </p:cNvPr>
          <p:cNvSpPr>
            <a:spLocks noGrp="1"/>
          </p:cNvSpPr>
          <p:nvPr/>
        </p:nvSpPr>
        <p:spPr>
          <a:xfrm>
            <a:off x="5686831" y="24462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2" name="Stage1_sixpanel_8803">
            <a:extLst>
              <a:ext uri="{FF2B5EF4-FFF2-40B4-BE49-F238E27FC236}">
                <a16:creationId xmlns:a16="http://schemas.microsoft.com/office/drawing/2014/main" id="{E8C359FA-B516-4E37-A5A5-81266542A0B8}"/>
              </a:ext>
            </a:extLst>
          </p:cNvPr>
          <p:cNvSpPr>
            <a:spLocks noGrp="1"/>
          </p:cNvSpPr>
          <p:nvPr/>
        </p:nvSpPr>
        <p:spPr>
          <a:xfrm>
            <a:off x="5719381" y="242717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3" name="Stage1_sixpanel_8804">
            <a:extLst>
              <a:ext uri="{FF2B5EF4-FFF2-40B4-BE49-F238E27FC236}">
                <a16:creationId xmlns:a16="http://schemas.microsoft.com/office/drawing/2014/main" id="{455A8077-3871-4EA4-A869-E4BDB8CA4A54}"/>
              </a:ext>
            </a:extLst>
          </p:cNvPr>
          <p:cNvSpPr>
            <a:spLocks noGrp="1"/>
          </p:cNvSpPr>
          <p:nvPr/>
        </p:nvSpPr>
        <p:spPr>
          <a:xfrm>
            <a:off x="5721563" y="24152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4" name="Stage1_sixpanel_8805">
            <a:extLst>
              <a:ext uri="{FF2B5EF4-FFF2-40B4-BE49-F238E27FC236}">
                <a16:creationId xmlns:a16="http://schemas.microsoft.com/office/drawing/2014/main" id="{A8D51366-0B4C-48C5-9F99-8AD134AB92FF}"/>
              </a:ext>
            </a:extLst>
          </p:cNvPr>
          <p:cNvSpPr>
            <a:spLocks noGrp="1"/>
          </p:cNvSpPr>
          <p:nvPr/>
        </p:nvSpPr>
        <p:spPr>
          <a:xfrm>
            <a:off x="5776283" y="143547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5" name="Stage1_sixpanel_8806">
            <a:extLst>
              <a:ext uri="{FF2B5EF4-FFF2-40B4-BE49-F238E27FC236}">
                <a16:creationId xmlns:a16="http://schemas.microsoft.com/office/drawing/2014/main" id="{EBAE11D6-2AE4-45F5-854C-DBDB99ED70CB}"/>
              </a:ext>
            </a:extLst>
          </p:cNvPr>
          <p:cNvSpPr>
            <a:spLocks noGrp="1"/>
          </p:cNvSpPr>
          <p:nvPr/>
        </p:nvSpPr>
        <p:spPr>
          <a:xfrm>
            <a:off x="5783455" y="220549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6" name="Stage1_sixpanel_8807">
            <a:extLst>
              <a:ext uri="{FF2B5EF4-FFF2-40B4-BE49-F238E27FC236}">
                <a16:creationId xmlns:a16="http://schemas.microsoft.com/office/drawing/2014/main" id="{1FF18913-2BFD-4221-A52D-F15B8772DE09}"/>
              </a:ext>
            </a:extLst>
          </p:cNvPr>
          <p:cNvSpPr>
            <a:spLocks noGrp="1"/>
          </p:cNvSpPr>
          <p:nvPr/>
        </p:nvSpPr>
        <p:spPr>
          <a:xfrm>
            <a:off x="5742892" y="15060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7" name="Stage1_sixpanel_8808">
            <a:extLst>
              <a:ext uri="{FF2B5EF4-FFF2-40B4-BE49-F238E27FC236}">
                <a16:creationId xmlns:a16="http://schemas.microsoft.com/office/drawing/2014/main" id="{9B351A78-1FEF-483D-ACBC-9792B0547FD6}"/>
              </a:ext>
            </a:extLst>
          </p:cNvPr>
          <p:cNvSpPr>
            <a:spLocks noGrp="1"/>
          </p:cNvSpPr>
          <p:nvPr/>
        </p:nvSpPr>
        <p:spPr>
          <a:xfrm>
            <a:off x="5763404" y="202123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8" name="Stage1_sixpanel_8809">
            <a:extLst>
              <a:ext uri="{FF2B5EF4-FFF2-40B4-BE49-F238E27FC236}">
                <a16:creationId xmlns:a16="http://schemas.microsoft.com/office/drawing/2014/main" id="{369FB338-297D-4843-A86E-51ED721E65F2}"/>
              </a:ext>
            </a:extLst>
          </p:cNvPr>
          <p:cNvSpPr>
            <a:spLocks noGrp="1"/>
          </p:cNvSpPr>
          <p:nvPr/>
        </p:nvSpPr>
        <p:spPr>
          <a:xfrm>
            <a:off x="5750676" y="23098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9" name="Stage1_sixpanel_8810">
            <a:extLst>
              <a:ext uri="{FF2B5EF4-FFF2-40B4-BE49-F238E27FC236}">
                <a16:creationId xmlns:a16="http://schemas.microsoft.com/office/drawing/2014/main" id="{EF10BE13-DB84-47A6-B079-FA77BA48879C}"/>
              </a:ext>
            </a:extLst>
          </p:cNvPr>
          <p:cNvSpPr>
            <a:spLocks noGrp="1"/>
          </p:cNvSpPr>
          <p:nvPr/>
        </p:nvSpPr>
        <p:spPr>
          <a:xfrm>
            <a:off x="5741124" y="162005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0" name="Stage1_sixpanel_8811">
            <a:extLst>
              <a:ext uri="{FF2B5EF4-FFF2-40B4-BE49-F238E27FC236}">
                <a16:creationId xmlns:a16="http://schemas.microsoft.com/office/drawing/2014/main" id="{5BF3DC0D-E99B-4414-89FC-42026A3D3300}"/>
              </a:ext>
            </a:extLst>
          </p:cNvPr>
          <p:cNvSpPr>
            <a:spLocks noGrp="1"/>
          </p:cNvSpPr>
          <p:nvPr/>
        </p:nvSpPr>
        <p:spPr>
          <a:xfrm>
            <a:off x="5703136" y="14915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1" name="Stage1_sixpanel_8812">
            <a:extLst>
              <a:ext uri="{FF2B5EF4-FFF2-40B4-BE49-F238E27FC236}">
                <a16:creationId xmlns:a16="http://schemas.microsoft.com/office/drawing/2014/main" id="{D30D61B5-33D2-431A-9424-6E94243603C6}"/>
              </a:ext>
            </a:extLst>
          </p:cNvPr>
          <p:cNvSpPr>
            <a:spLocks noGrp="1"/>
          </p:cNvSpPr>
          <p:nvPr/>
        </p:nvSpPr>
        <p:spPr>
          <a:xfrm>
            <a:off x="5685910" y="148125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2" name="Stage1_sixpanel_8813">
            <a:extLst>
              <a:ext uri="{FF2B5EF4-FFF2-40B4-BE49-F238E27FC236}">
                <a16:creationId xmlns:a16="http://schemas.microsoft.com/office/drawing/2014/main" id="{BBBDCA2E-E3B1-4FC7-981C-2287DCFD1107}"/>
              </a:ext>
            </a:extLst>
          </p:cNvPr>
          <p:cNvSpPr>
            <a:spLocks noGrp="1"/>
          </p:cNvSpPr>
          <p:nvPr/>
        </p:nvSpPr>
        <p:spPr>
          <a:xfrm>
            <a:off x="572380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3" name="Stage1_sixpanel_8814">
            <a:extLst>
              <a:ext uri="{FF2B5EF4-FFF2-40B4-BE49-F238E27FC236}">
                <a16:creationId xmlns:a16="http://schemas.microsoft.com/office/drawing/2014/main" id="{8F4CA271-5C25-4C40-B16D-1622D6D8999B}"/>
              </a:ext>
            </a:extLst>
          </p:cNvPr>
          <p:cNvSpPr>
            <a:spLocks noGrp="1"/>
          </p:cNvSpPr>
          <p:nvPr/>
        </p:nvSpPr>
        <p:spPr>
          <a:xfrm>
            <a:off x="5691945" y="14383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4" name="Stage1_sixpanel_8815">
            <a:extLst>
              <a:ext uri="{FF2B5EF4-FFF2-40B4-BE49-F238E27FC236}">
                <a16:creationId xmlns:a16="http://schemas.microsoft.com/office/drawing/2014/main" id="{2FB60E0B-13F7-4781-81B5-764171AD8A81}"/>
              </a:ext>
            </a:extLst>
          </p:cNvPr>
          <p:cNvSpPr>
            <a:spLocks noGrp="1"/>
          </p:cNvSpPr>
          <p:nvPr/>
        </p:nvSpPr>
        <p:spPr>
          <a:xfrm>
            <a:off x="5737580" y="16760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5" name="Stage1_sixpanel_8816">
            <a:extLst>
              <a:ext uri="{FF2B5EF4-FFF2-40B4-BE49-F238E27FC236}">
                <a16:creationId xmlns:a16="http://schemas.microsoft.com/office/drawing/2014/main" id="{19C8CD6C-5206-4C22-BD48-59E7AD2A76A4}"/>
              </a:ext>
            </a:extLst>
          </p:cNvPr>
          <p:cNvSpPr>
            <a:spLocks noGrp="1"/>
          </p:cNvSpPr>
          <p:nvPr/>
        </p:nvSpPr>
        <p:spPr>
          <a:xfrm>
            <a:off x="5716205" y="152616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6" name="Stage1_sixpanel_8817">
            <a:extLst>
              <a:ext uri="{FF2B5EF4-FFF2-40B4-BE49-F238E27FC236}">
                <a16:creationId xmlns:a16="http://schemas.microsoft.com/office/drawing/2014/main" id="{A42A73DA-9913-404D-9234-1ACD1CC87392}"/>
              </a:ext>
            </a:extLst>
          </p:cNvPr>
          <p:cNvSpPr>
            <a:spLocks noGrp="1"/>
          </p:cNvSpPr>
          <p:nvPr/>
        </p:nvSpPr>
        <p:spPr>
          <a:xfrm>
            <a:off x="5723324" y="19806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7" name="Stage1_sixpanel_8818">
            <a:extLst>
              <a:ext uri="{FF2B5EF4-FFF2-40B4-BE49-F238E27FC236}">
                <a16:creationId xmlns:a16="http://schemas.microsoft.com/office/drawing/2014/main" id="{8F5D2250-2624-45F4-844E-205CEFF0788A}"/>
              </a:ext>
            </a:extLst>
          </p:cNvPr>
          <p:cNvSpPr>
            <a:spLocks noGrp="1"/>
          </p:cNvSpPr>
          <p:nvPr/>
        </p:nvSpPr>
        <p:spPr>
          <a:xfrm>
            <a:off x="5779617" y="20697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8" name="Stage1_sixpanel_8819">
            <a:extLst>
              <a:ext uri="{FF2B5EF4-FFF2-40B4-BE49-F238E27FC236}">
                <a16:creationId xmlns:a16="http://schemas.microsoft.com/office/drawing/2014/main" id="{5A218410-9E4C-43FA-87C1-7C26FDFAE14A}"/>
              </a:ext>
            </a:extLst>
          </p:cNvPr>
          <p:cNvSpPr>
            <a:spLocks noGrp="1"/>
          </p:cNvSpPr>
          <p:nvPr/>
        </p:nvSpPr>
        <p:spPr>
          <a:xfrm>
            <a:off x="582324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9" name="Stage1_sixpanel_8820">
            <a:extLst>
              <a:ext uri="{FF2B5EF4-FFF2-40B4-BE49-F238E27FC236}">
                <a16:creationId xmlns:a16="http://schemas.microsoft.com/office/drawing/2014/main" id="{06957D77-8A15-4AA0-A9C4-9D58A668FBA8}"/>
              </a:ext>
            </a:extLst>
          </p:cNvPr>
          <p:cNvSpPr>
            <a:spLocks noGrp="1"/>
          </p:cNvSpPr>
          <p:nvPr/>
        </p:nvSpPr>
        <p:spPr>
          <a:xfrm>
            <a:off x="674932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0" name="Stage1_sixpanel_8821">
            <a:extLst>
              <a:ext uri="{FF2B5EF4-FFF2-40B4-BE49-F238E27FC236}">
                <a16:creationId xmlns:a16="http://schemas.microsoft.com/office/drawing/2014/main" id="{E49F6642-3CE3-49F3-8AFA-44E2BA127D5A}"/>
              </a:ext>
            </a:extLst>
          </p:cNvPr>
          <p:cNvSpPr>
            <a:spLocks noGrp="1"/>
          </p:cNvSpPr>
          <p:nvPr/>
        </p:nvSpPr>
        <p:spPr>
          <a:xfrm>
            <a:off x="6882813" y="117673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1" name="Stage1_sixpanel_8822">
            <a:extLst>
              <a:ext uri="{FF2B5EF4-FFF2-40B4-BE49-F238E27FC236}">
                <a16:creationId xmlns:a16="http://schemas.microsoft.com/office/drawing/2014/main" id="{7D3C3434-9D1C-4513-A264-CCD0DF172E00}"/>
              </a:ext>
            </a:extLst>
          </p:cNvPr>
          <p:cNvSpPr>
            <a:spLocks noGrp="1"/>
          </p:cNvSpPr>
          <p:nvPr/>
        </p:nvSpPr>
        <p:spPr>
          <a:xfrm>
            <a:off x="684382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2" name="Stage1_sixpanel_8823">
            <a:extLst>
              <a:ext uri="{FF2B5EF4-FFF2-40B4-BE49-F238E27FC236}">
                <a16:creationId xmlns:a16="http://schemas.microsoft.com/office/drawing/2014/main" id="{8408EAA7-F41D-445E-9551-0FCC37E69E2E}"/>
              </a:ext>
            </a:extLst>
          </p:cNvPr>
          <p:cNvSpPr>
            <a:spLocks noGrp="1"/>
          </p:cNvSpPr>
          <p:nvPr/>
        </p:nvSpPr>
        <p:spPr>
          <a:xfrm>
            <a:off x="681895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3" name="Stage1_sixpanel_8824">
            <a:extLst>
              <a:ext uri="{FF2B5EF4-FFF2-40B4-BE49-F238E27FC236}">
                <a16:creationId xmlns:a16="http://schemas.microsoft.com/office/drawing/2014/main" id="{E311DE22-11D5-4DEF-9F70-45C669441022}"/>
              </a:ext>
            </a:extLst>
          </p:cNvPr>
          <p:cNvSpPr>
            <a:spLocks noGrp="1"/>
          </p:cNvSpPr>
          <p:nvPr/>
        </p:nvSpPr>
        <p:spPr>
          <a:xfrm>
            <a:off x="6884422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4" name="Stage1_sixpanel_8825">
            <a:extLst>
              <a:ext uri="{FF2B5EF4-FFF2-40B4-BE49-F238E27FC236}">
                <a16:creationId xmlns:a16="http://schemas.microsoft.com/office/drawing/2014/main" id="{26064EA9-38AA-4B7F-A35E-BF22CB0A81C7}"/>
              </a:ext>
            </a:extLst>
          </p:cNvPr>
          <p:cNvSpPr>
            <a:spLocks noGrp="1"/>
          </p:cNvSpPr>
          <p:nvPr/>
        </p:nvSpPr>
        <p:spPr>
          <a:xfrm>
            <a:off x="6762305" y="19049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5" name="Stage1_sixpanel_8826">
            <a:extLst>
              <a:ext uri="{FF2B5EF4-FFF2-40B4-BE49-F238E27FC236}">
                <a16:creationId xmlns:a16="http://schemas.microsoft.com/office/drawing/2014/main" id="{DDA18E47-8907-45F7-8C9E-5215A4206010}"/>
              </a:ext>
            </a:extLst>
          </p:cNvPr>
          <p:cNvSpPr>
            <a:spLocks noGrp="1"/>
          </p:cNvSpPr>
          <p:nvPr/>
        </p:nvSpPr>
        <p:spPr>
          <a:xfrm>
            <a:off x="6828781" y="172714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6" name="Stage1_sixpanel_8827">
            <a:extLst>
              <a:ext uri="{FF2B5EF4-FFF2-40B4-BE49-F238E27FC236}">
                <a16:creationId xmlns:a16="http://schemas.microsoft.com/office/drawing/2014/main" id="{42A8BDF8-680D-43BA-948A-A8C2A4A88E01}"/>
              </a:ext>
            </a:extLst>
          </p:cNvPr>
          <p:cNvSpPr>
            <a:spLocks noGrp="1"/>
          </p:cNvSpPr>
          <p:nvPr/>
        </p:nvSpPr>
        <p:spPr>
          <a:xfrm>
            <a:off x="6749043" y="19401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7" name="Stage1_sixpanel_8828">
            <a:extLst>
              <a:ext uri="{FF2B5EF4-FFF2-40B4-BE49-F238E27FC236}">
                <a16:creationId xmlns:a16="http://schemas.microsoft.com/office/drawing/2014/main" id="{A5500BAC-2CC4-45D6-B7BF-6E648AD8A6C6}"/>
              </a:ext>
            </a:extLst>
          </p:cNvPr>
          <p:cNvSpPr>
            <a:spLocks noGrp="1"/>
          </p:cNvSpPr>
          <p:nvPr/>
        </p:nvSpPr>
        <p:spPr>
          <a:xfrm>
            <a:off x="6797847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8" name="Stage1_sixpanel_8829">
            <a:extLst>
              <a:ext uri="{FF2B5EF4-FFF2-40B4-BE49-F238E27FC236}">
                <a16:creationId xmlns:a16="http://schemas.microsoft.com/office/drawing/2014/main" id="{0348EB0A-8B6D-4F40-B326-9068D2A96F7D}"/>
              </a:ext>
            </a:extLst>
          </p:cNvPr>
          <p:cNvSpPr>
            <a:spLocks noGrp="1"/>
          </p:cNvSpPr>
          <p:nvPr/>
        </p:nvSpPr>
        <p:spPr>
          <a:xfrm>
            <a:off x="690030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9" name="Stage1_sixpanel_8830">
            <a:extLst>
              <a:ext uri="{FF2B5EF4-FFF2-40B4-BE49-F238E27FC236}">
                <a16:creationId xmlns:a16="http://schemas.microsoft.com/office/drawing/2014/main" id="{5B0CED57-D463-43F2-AD68-2AD249A23896}"/>
              </a:ext>
            </a:extLst>
          </p:cNvPr>
          <p:cNvSpPr>
            <a:spLocks noGrp="1"/>
          </p:cNvSpPr>
          <p:nvPr/>
        </p:nvSpPr>
        <p:spPr>
          <a:xfrm>
            <a:off x="688688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0" name="Stage1_sixpanel_8831">
            <a:extLst>
              <a:ext uri="{FF2B5EF4-FFF2-40B4-BE49-F238E27FC236}">
                <a16:creationId xmlns:a16="http://schemas.microsoft.com/office/drawing/2014/main" id="{848587ED-9B17-47E2-90DC-A18AF1EA7292}"/>
              </a:ext>
            </a:extLst>
          </p:cNvPr>
          <p:cNvSpPr>
            <a:spLocks noGrp="1"/>
          </p:cNvSpPr>
          <p:nvPr/>
        </p:nvSpPr>
        <p:spPr>
          <a:xfrm>
            <a:off x="6861762" y="12140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1" name="Stage1_sixpanel_8832">
            <a:extLst>
              <a:ext uri="{FF2B5EF4-FFF2-40B4-BE49-F238E27FC236}">
                <a16:creationId xmlns:a16="http://schemas.microsoft.com/office/drawing/2014/main" id="{6B1D08DA-9A60-420F-952C-31C18BD13E92}"/>
              </a:ext>
            </a:extLst>
          </p:cNvPr>
          <p:cNvSpPr>
            <a:spLocks noGrp="1"/>
          </p:cNvSpPr>
          <p:nvPr/>
        </p:nvSpPr>
        <p:spPr>
          <a:xfrm>
            <a:off x="6740611" y="193864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2" name="Stage1_sixpanel_8833">
            <a:extLst>
              <a:ext uri="{FF2B5EF4-FFF2-40B4-BE49-F238E27FC236}">
                <a16:creationId xmlns:a16="http://schemas.microsoft.com/office/drawing/2014/main" id="{79E8F0F4-28BB-4666-A8C3-E3D436AC3B45}"/>
              </a:ext>
            </a:extLst>
          </p:cNvPr>
          <p:cNvSpPr>
            <a:spLocks noGrp="1"/>
          </p:cNvSpPr>
          <p:nvPr/>
        </p:nvSpPr>
        <p:spPr>
          <a:xfrm>
            <a:off x="6738313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3" name="Stage1_sixpanel_8834">
            <a:extLst>
              <a:ext uri="{FF2B5EF4-FFF2-40B4-BE49-F238E27FC236}">
                <a16:creationId xmlns:a16="http://schemas.microsoft.com/office/drawing/2014/main" id="{B6DC1219-D1ED-4954-AB2A-BCB9DAB30EA8}"/>
              </a:ext>
            </a:extLst>
          </p:cNvPr>
          <p:cNvSpPr>
            <a:spLocks noGrp="1"/>
          </p:cNvSpPr>
          <p:nvPr/>
        </p:nvSpPr>
        <p:spPr>
          <a:xfrm>
            <a:off x="6849862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4" name="Stage1_sixpanel_8835">
            <a:extLst>
              <a:ext uri="{FF2B5EF4-FFF2-40B4-BE49-F238E27FC236}">
                <a16:creationId xmlns:a16="http://schemas.microsoft.com/office/drawing/2014/main" id="{BF77FAF0-04D0-491E-A361-9F57B816FB73}"/>
              </a:ext>
            </a:extLst>
          </p:cNvPr>
          <p:cNvSpPr>
            <a:spLocks noGrp="1"/>
          </p:cNvSpPr>
          <p:nvPr/>
        </p:nvSpPr>
        <p:spPr>
          <a:xfrm>
            <a:off x="673765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5" name="Stage1_sixpanel_8836">
            <a:extLst>
              <a:ext uri="{FF2B5EF4-FFF2-40B4-BE49-F238E27FC236}">
                <a16:creationId xmlns:a16="http://schemas.microsoft.com/office/drawing/2014/main" id="{61B7CBE0-AAFB-4B98-BF42-8054A11EE44F}"/>
              </a:ext>
            </a:extLst>
          </p:cNvPr>
          <p:cNvSpPr>
            <a:spLocks noGrp="1"/>
          </p:cNvSpPr>
          <p:nvPr/>
        </p:nvSpPr>
        <p:spPr>
          <a:xfrm>
            <a:off x="6866411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6" name="Stage1_sixpanel_8837">
            <a:extLst>
              <a:ext uri="{FF2B5EF4-FFF2-40B4-BE49-F238E27FC236}">
                <a16:creationId xmlns:a16="http://schemas.microsoft.com/office/drawing/2014/main" id="{00EC7F84-E7A7-4DB0-8B32-0CC57DC7F9C4}"/>
              </a:ext>
            </a:extLst>
          </p:cNvPr>
          <p:cNvSpPr>
            <a:spLocks noGrp="1"/>
          </p:cNvSpPr>
          <p:nvPr/>
        </p:nvSpPr>
        <p:spPr>
          <a:xfrm>
            <a:off x="690404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7" name="Stage1_sixpanel_8838">
            <a:extLst>
              <a:ext uri="{FF2B5EF4-FFF2-40B4-BE49-F238E27FC236}">
                <a16:creationId xmlns:a16="http://schemas.microsoft.com/office/drawing/2014/main" id="{20FF1B6B-2915-4750-9BF8-385EA043B6C0}"/>
              </a:ext>
            </a:extLst>
          </p:cNvPr>
          <p:cNvSpPr>
            <a:spLocks noGrp="1"/>
          </p:cNvSpPr>
          <p:nvPr/>
        </p:nvSpPr>
        <p:spPr>
          <a:xfrm>
            <a:off x="6887614" y="213329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8" name="Stage1_sixpanel_8839">
            <a:extLst>
              <a:ext uri="{FF2B5EF4-FFF2-40B4-BE49-F238E27FC236}">
                <a16:creationId xmlns:a16="http://schemas.microsoft.com/office/drawing/2014/main" id="{88805CCB-DE3C-46CC-AABC-DBDEDB4A97F4}"/>
              </a:ext>
            </a:extLst>
          </p:cNvPr>
          <p:cNvSpPr>
            <a:spLocks noGrp="1"/>
          </p:cNvSpPr>
          <p:nvPr/>
        </p:nvSpPr>
        <p:spPr>
          <a:xfrm>
            <a:off x="685694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9" name="Stage1_sixpanel_8840">
            <a:extLst>
              <a:ext uri="{FF2B5EF4-FFF2-40B4-BE49-F238E27FC236}">
                <a16:creationId xmlns:a16="http://schemas.microsoft.com/office/drawing/2014/main" id="{30FF5FBB-9EF1-4E57-B9ED-9BDB0655E840}"/>
              </a:ext>
            </a:extLst>
          </p:cNvPr>
          <p:cNvSpPr>
            <a:spLocks noGrp="1"/>
          </p:cNvSpPr>
          <p:nvPr/>
        </p:nvSpPr>
        <p:spPr>
          <a:xfrm>
            <a:off x="6876362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0" name="Stage1_sixpanel_8841">
            <a:extLst>
              <a:ext uri="{FF2B5EF4-FFF2-40B4-BE49-F238E27FC236}">
                <a16:creationId xmlns:a16="http://schemas.microsoft.com/office/drawing/2014/main" id="{21349314-ADCD-4648-88FD-A66DEA0E8A86}"/>
              </a:ext>
            </a:extLst>
          </p:cNvPr>
          <p:cNvSpPr>
            <a:spLocks noGrp="1"/>
          </p:cNvSpPr>
          <p:nvPr/>
        </p:nvSpPr>
        <p:spPr>
          <a:xfrm>
            <a:off x="675601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1" name="Stage1_sixpanel_8842">
            <a:extLst>
              <a:ext uri="{FF2B5EF4-FFF2-40B4-BE49-F238E27FC236}">
                <a16:creationId xmlns:a16="http://schemas.microsoft.com/office/drawing/2014/main" id="{B167E324-E649-42C4-BCBE-5DD5847602D0}"/>
              </a:ext>
            </a:extLst>
          </p:cNvPr>
          <p:cNvSpPr>
            <a:spLocks noGrp="1"/>
          </p:cNvSpPr>
          <p:nvPr/>
        </p:nvSpPr>
        <p:spPr>
          <a:xfrm>
            <a:off x="6882617" y="133499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2" name="Stage1_sixpanel_8843">
            <a:extLst>
              <a:ext uri="{FF2B5EF4-FFF2-40B4-BE49-F238E27FC236}">
                <a16:creationId xmlns:a16="http://schemas.microsoft.com/office/drawing/2014/main" id="{F5BD3080-40F2-44F1-9D75-8C08E9E08530}"/>
              </a:ext>
            </a:extLst>
          </p:cNvPr>
          <p:cNvSpPr>
            <a:spLocks noGrp="1"/>
          </p:cNvSpPr>
          <p:nvPr/>
        </p:nvSpPr>
        <p:spPr>
          <a:xfrm>
            <a:off x="685937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3" name="Stage1_sixpanel_8844">
            <a:extLst>
              <a:ext uri="{FF2B5EF4-FFF2-40B4-BE49-F238E27FC236}">
                <a16:creationId xmlns:a16="http://schemas.microsoft.com/office/drawing/2014/main" id="{18409D6D-BD62-4931-874C-5EE92949A7D9}"/>
              </a:ext>
            </a:extLst>
          </p:cNvPr>
          <p:cNvSpPr>
            <a:spLocks noGrp="1"/>
          </p:cNvSpPr>
          <p:nvPr/>
        </p:nvSpPr>
        <p:spPr>
          <a:xfrm>
            <a:off x="679470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4" name="Stage1_sixpanel_8845">
            <a:extLst>
              <a:ext uri="{FF2B5EF4-FFF2-40B4-BE49-F238E27FC236}">
                <a16:creationId xmlns:a16="http://schemas.microsoft.com/office/drawing/2014/main" id="{A099DE0C-C9CF-42BB-BA04-C2363886A233}"/>
              </a:ext>
            </a:extLst>
          </p:cNvPr>
          <p:cNvSpPr>
            <a:spLocks noGrp="1"/>
          </p:cNvSpPr>
          <p:nvPr/>
        </p:nvSpPr>
        <p:spPr>
          <a:xfrm>
            <a:off x="6758600" y="21576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5" name="Stage1_sixpanel_8846">
            <a:extLst>
              <a:ext uri="{FF2B5EF4-FFF2-40B4-BE49-F238E27FC236}">
                <a16:creationId xmlns:a16="http://schemas.microsoft.com/office/drawing/2014/main" id="{B4BA5F71-EF39-415A-9FDC-E76E5795D76F}"/>
              </a:ext>
            </a:extLst>
          </p:cNvPr>
          <p:cNvSpPr>
            <a:spLocks noGrp="1"/>
          </p:cNvSpPr>
          <p:nvPr/>
        </p:nvSpPr>
        <p:spPr>
          <a:xfrm>
            <a:off x="6777496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6" name="Stage1_sixpanel_8847">
            <a:extLst>
              <a:ext uri="{FF2B5EF4-FFF2-40B4-BE49-F238E27FC236}">
                <a16:creationId xmlns:a16="http://schemas.microsoft.com/office/drawing/2014/main" id="{3AF072F8-BC87-4728-AD14-80AAD94D5784}"/>
              </a:ext>
            </a:extLst>
          </p:cNvPr>
          <p:cNvSpPr>
            <a:spLocks noGrp="1"/>
          </p:cNvSpPr>
          <p:nvPr/>
        </p:nvSpPr>
        <p:spPr>
          <a:xfrm>
            <a:off x="687169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7" name="Stage1_sixpanel_8848">
            <a:extLst>
              <a:ext uri="{FF2B5EF4-FFF2-40B4-BE49-F238E27FC236}">
                <a16:creationId xmlns:a16="http://schemas.microsoft.com/office/drawing/2014/main" id="{B134731E-C57E-4928-B737-621971584A58}"/>
              </a:ext>
            </a:extLst>
          </p:cNvPr>
          <p:cNvSpPr>
            <a:spLocks noGrp="1"/>
          </p:cNvSpPr>
          <p:nvPr/>
        </p:nvSpPr>
        <p:spPr>
          <a:xfrm>
            <a:off x="688370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8" name="Stage1_sixpanel_8849">
            <a:extLst>
              <a:ext uri="{FF2B5EF4-FFF2-40B4-BE49-F238E27FC236}">
                <a16:creationId xmlns:a16="http://schemas.microsoft.com/office/drawing/2014/main" id="{FA04332C-A9B3-4960-9E72-B56FD2C86BEB}"/>
              </a:ext>
            </a:extLst>
          </p:cNvPr>
          <p:cNvSpPr>
            <a:spLocks noGrp="1"/>
          </p:cNvSpPr>
          <p:nvPr/>
        </p:nvSpPr>
        <p:spPr>
          <a:xfrm>
            <a:off x="6838769" y="227109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9" name="Stage1_sixpanel_8850">
            <a:extLst>
              <a:ext uri="{FF2B5EF4-FFF2-40B4-BE49-F238E27FC236}">
                <a16:creationId xmlns:a16="http://schemas.microsoft.com/office/drawing/2014/main" id="{F5C52EA2-FF49-4FC3-A52E-7E3738A6E71A}"/>
              </a:ext>
            </a:extLst>
          </p:cNvPr>
          <p:cNvSpPr>
            <a:spLocks noGrp="1"/>
          </p:cNvSpPr>
          <p:nvPr/>
        </p:nvSpPr>
        <p:spPr>
          <a:xfrm>
            <a:off x="685849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0" name="Stage1_sixpanel_8851">
            <a:extLst>
              <a:ext uri="{FF2B5EF4-FFF2-40B4-BE49-F238E27FC236}">
                <a16:creationId xmlns:a16="http://schemas.microsoft.com/office/drawing/2014/main" id="{2B647DD2-7362-4D33-85BF-A2B907EFBDCC}"/>
              </a:ext>
            </a:extLst>
          </p:cNvPr>
          <p:cNvSpPr>
            <a:spLocks noGrp="1"/>
          </p:cNvSpPr>
          <p:nvPr/>
        </p:nvSpPr>
        <p:spPr>
          <a:xfrm>
            <a:off x="682312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1" name="Stage1_sixpanel_8852">
            <a:extLst>
              <a:ext uri="{FF2B5EF4-FFF2-40B4-BE49-F238E27FC236}">
                <a16:creationId xmlns:a16="http://schemas.microsoft.com/office/drawing/2014/main" id="{F8FD8CDE-A854-439C-A3A2-B1AB5BC113A5}"/>
              </a:ext>
            </a:extLst>
          </p:cNvPr>
          <p:cNvSpPr>
            <a:spLocks noGrp="1"/>
          </p:cNvSpPr>
          <p:nvPr/>
        </p:nvSpPr>
        <p:spPr>
          <a:xfrm>
            <a:off x="6863865" y="257999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2" name="Stage1_sixpanel_8853">
            <a:extLst>
              <a:ext uri="{FF2B5EF4-FFF2-40B4-BE49-F238E27FC236}">
                <a16:creationId xmlns:a16="http://schemas.microsoft.com/office/drawing/2014/main" id="{4A8CAA63-D08A-42B9-ACDA-634351E0FC96}"/>
              </a:ext>
            </a:extLst>
          </p:cNvPr>
          <p:cNvSpPr>
            <a:spLocks noGrp="1"/>
          </p:cNvSpPr>
          <p:nvPr/>
        </p:nvSpPr>
        <p:spPr>
          <a:xfrm>
            <a:off x="688720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3" name="Stage1_sixpanel_8854">
            <a:extLst>
              <a:ext uri="{FF2B5EF4-FFF2-40B4-BE49-F238E27FC236}">
                <a16:creationId xmlns:a16="http://schemas.microsoft.com/office/drawing/2014/main" id="{477BBDC6-8325-4421-899F-C293028F6E3E}"/>
              </a:ext>
            </a:extLst>
          </p:cNvPr>
          <p:cNvSpPr>
            <a:spLocks noGrp="1"/>
          </p:cNvSpPr>
          <p:nvPr/>
        </p:nvSpPr>
        <p:spPr>
          <a:xfrm>
            <a:off x="688126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4" name="Stage1_sixpanel_8855">
            <a:extLst>
              <a:ext uri="{FF2B5EF4-FFF2-40B4-BE49-F238E27FC236}">
                <a16:creationId xmlns:a16="http://schemas.microsoft.com/office/drawing/2014/main" id="{99D0AA36-AB26-47B6-B920-0F83BA629826}"/>
              </a:ext>
            </a:extLst>
          </p:cNvPr>
          <p:cNvSpPr>
            <a:spLocks noGrp="1"/>
          </p:cNvSpPr>
          <p:nvPr/>
        </p:nvSpPr>
        <p:spPr>
          <a:xfrm>
            <a:off x="688741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5" name="Stage1_sixpanel_8856">
            <a:extLst>
              <a:ext uri="{FF2B5EF4-FFF2-40B4-BE49-F238E27FC236}">
                <a16:creationId xmlns:a16="http://schemas.microsoft.com/office/drawing/2014/main" id="{146F214F-F8C5-4E6C-A0FF-032C27E98EB0}"/>
              </a:ext>
            </a:extLst>
          </p:cNvPr>
          <p:cNvSpPr>
            <a:spLocks noGrp="1"/>
          </p:cNvSpPr>
          <p:nvPr/>
        </p:nvSpPr>
        <p:spPr>
          <a:xfrm>
            <a:off x="683679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6" name="Stage1_sixpanel_8857">
            <a:extLst>
              <a:ext uri="{FF2B5EF4-FFF2-40B4-BE49-F238E27FC236}">
                <a16:creationId xmlns:a16="http://schemas.microsoft.com/office/drawing/2014/main" id="{F1398C30-A9D0-4DAC-9CB1-43F351310B8E}"/>
              </a:ext>
            </a:extLst>
          </p:cNvPr>
          <p:cNvSpPr>
            <a:spLocks noGrp="1"/>
          </p:cNvSpPr>
          <p:nvPr/>
        </p:nvSpPr>
        <p:spPr>
          <a:xfrm>
            <a:off x="6857266" y="127458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7" name="Stage1_sixpanel_8858">
            <a:extLst>
              <a:ext uri="{FF2B5EF4-FFF2-40B4-BE49-F238E27FC236}">
                <a16:creationId xmlns:a16="http://schemas.microsoft.com/office/drawing/2014/main" id="{6BE3BCDF-F624-41B0-A42F-27D68E376B79}"/>
              </a:ext>
            </a:extLst>
          </p:cNvPr>
          <p:cNvSpPr>
            <a:spLocks noGrp="1"/>
          </p:cNvSpPr>
          <p:nvPr/>
        </p:nvSpPr>
        <p:spPr>
          <a:xfrm>
            <a:off x="687247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8" name="Stage1_sixpanel_8859">
            <a:extLst>
              <a:ext uri="{FF2B5EF4-FFF2-40B4-BE49-F238E27FC236}">
                <a16:creationId xmlns:a16="http://schemas.microsoft.com/office/drawing/2014/main" id="{A932CB1B-B91D-4F27-8112-73FCF77AB82D}"/>
              </a:ext>
            </a:extLst>
          </p:cNvPr>
          <p:cNvSpPr>
            <a:spLocks noGrp="1"/>
          </p:cNvSpPr>
          <p:nvPr/>
        </p:nvSpPr>
        <p:spPr>
          <a:xfrm>
            <a:off x="6836761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9" name="Stage1_sixpanel_8860">
            <a:extLst>
              <a:ext uri="{FF2B5EF4-FFF2-40B4-BE49-F238E27FC236}">
                <a16:creationId xmlns:a16="http://schemas.microsoft.com/office/drawing/2014/main" id="{F61B71A1-A6E6-4EA7-BCC6-31FE50293C9D}"/>
              </a:ext>
            </a:extLst>
          </p:cNvPr>
          <p:cNvSpPr>
            <a:spLocks noGrp="1"/>
          </p:cNvSpPr>
          <p:nvPr/>
        </p:nvSpPr>
        <p:spPr>
          <a:xfrm>
            <a:off x="6773595" y="17840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0" name="Stage1_sixpanel_8861">
            <a:extLst>
              <a:ext uri="{FF2B5EF4-FFF2-40B4-BE49-F238E27FC236}">
                <a16:creationId xmlns:a16="http://schemas.microsoft.com/office/drawing/2014/main" id="{1F8D0DE5-E44E-4385-A883-CE81C8D4FDE9}"/>
              </a:ext>
            </a:extLst>
          </p:cNvPr>
          <p:cNvSpPr>
            <a:spLocks noGrp="1"/>
          </p:cNvSpPr>
          <p:nvPr/>
        </p:nvSpPr>
        <p:spPr>
          <a:xfrm>
            <a:off x="678013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1" name="Stage1_sixpanel_8862">
            <a:extLst>
              <a:ext uri="{FF2B5EF4-FFF2-40B4-BE49-F238E27FC236}">
                <a16:creationId xmlns:a16="http://schemas.microsoft.com/office/drawing/2014/main" id="{D208CC8E-1A8E-4B71-A470-ED1ADE953807}"/>
              </a:ext>
            </a:extLst>
          </p:cNvPr>
          <p:cNvSpPr>
            <a:spLocks noGrp="1"/>
          </p:cNvSpPr>
          <p:nvPr/>
        </p:nvSpPr>
        <p:spPr>
          <a:xfrm>
            <a:off x="674736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2" name="Stage1_sixpanel_8863">
            <a:extLst>
              <a:ext uri="{FF2B5EF4-FFF2-40B4-BE49-F238E27FC236}">
                <a16:creationId xmlns:a16="http://schemas.microsoft.com/office/drawing/2014/main" id="{FBEB1EF9-BC68-4D50-8E8A-8480EE50099C}"/>
              </a:ext>
            </a:extLst>
          </p:cNvPr>
          <p:cNvSpPr>
            <a:spLocks noGrp="1"/>
          </p:cNvSpPr>
          <p:nvPr/>
        </p:nvSpPr>
        <p:spPr>
          <a:xfrm>
            <a:off x="6740543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3" name="Stage1_sixpanel_8864">
            <a:extLst>
              <a:ext uri="{FF2B5EF4-FFF2-40B4-BE49-F238E27FC236}">
                <a16:creationId xmlns:a16="http://schemas.microsoft.com/office/drawing/2014/main" id="{06BE75BD-A2E7-4B88-BED4-24A5EAD5C55B}"/>
              </a:ext>
            </a:extLst>
          </p:cNvPr>
          <p:cNvSpPr>
            <a:spLocks noGrp="1"/>
          </p:cNvSpPr>
          <p:nvPr/>
        </p:nvSpPr>
        <p:spPr>
          <a:xfrm>
            <a:off x="6882269" y="156798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4" name="Stage1_sixpanel_8865">
            <a:extLst>
              <a:ext uri="{FF2B5EF4-FFF2-40B4-BE49-F238E27FC236}">
                <a16:creationId xmlns:a16="http://schemas.microsoft.com/office/drawing/2014/main" id="{EAAF3FC1-E4C9-4891-BF88-19382F8AE8E3}"/>
              </a:ext>
            </a:extLst>
          </p:cNvPr>
          <p:cNvSpPr>
            <a:spLocks noGrp="1"/>
          </p:cNvSpPr>
          <p:nvPr/>
        </p:nvSpPr>
        <p:spPr>
          <a:xfrm>
            <a:off x="681809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5" name="Stage1_sixpanel_8866">
            <a:extLst>
              <a:ext uri="{FF2B5EF4-FFF2-40B4-BE49-F238E27FC236}">
                <a16:creationId xmlns:a16="http://schemas.microsoft.com/office/drawing/2014/main" id="{2699D822-DBD2-4E46-ABDA-98EFD43B6776}"/>
              </a:ext>
            </a:extLst>
          </p:cNvPr>
          <p:cNvSpPr>
            <a:spLocks noGrp="1"/>
          </p:cNvSpPr>
          <p:nvPr/>
        </p:nvSpPr>
        <p:spPr>
          <a:xfrm>
            <a:off x="683032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6" name="Stage1_sixpanel_8867">
            <a:extLst>
              <a:ext uri="{FF2B5EF4-FFF2-40B4-BE49-F238E27FC236}">
                <a16:creationId xmlns:a16="http://schemas.microsoft.com/office/drawing/2014/main" id="{B27EF820-A8AF-4204-97E8-0747E708F0ED}"/>
              </a:ext>
            </a:extLst>
          </p:cNvPr>
          <p:cNvSpPr>
            <a:spLocks noGrp="1"/>
          </p:cNvSpPr>
          <p:nvPr/>
        </p:nvSpPr>
        <p:spPr>
          <a:xfrm>
            <a:off x="6865812" y="216467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7" name="Stage1_sixpanel_8868">
            <a:extLst>
              <a:ext uri="{FF2B5EF4-FFF2-40B4-BE49-F238E27FC236}">
                <a16:creationId xmlns:a16="http://schemas.microsoft.com/office/drawing/2014/main" id="{3E9EC2DD-E160-40B8-BB02-79265E94328A}"/>
              </a:ext>
            </a:extLst>
          </p:cNvPr>
          <p:cNvSpPr>
            <a:spLocks noGrp="1"/>
          </p:cNvSpPr>
          <p:nvPr/>
        </p:nvSpPr>
        <p:spPr>
          <a:xfrm>
            <a:off x="6829281" y="12272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8" name="Stage1_sixpanel_8869">
            <a:extLst>
              <a:ext uri="{FF2B5EF4-FFF2-40B4-BE49-F238E27FC236}">
                <a16:creationId xmlns:a16="http://schemas.microsoft.com/office/drawing/2014/main" id="{CBA901D5-B23A-4ACC-AD33-D60677A01BD2}"/>
              </a:ext>
            </a:extLst>
          </p:cNvPr>
          <p:cNvSpPr>
            <a:spLocks noGrp="1"/>
          </p:cNvSpPr>
          <p:nvPr/>
        </p:nvSpPr>
        <p:spPr>
          <a:xfrm>
            <a:off x="6800350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9" name="Stage1_sixpanel_8870">
            <a:extLst>
              <a:ext uri="{FF2B5EF4-FFF2-40B4-BE49-F238E27FC236}">
                <a16:creationId xmlns:a16="http://schemas.microsoft.com/office/drawing/2014/main" id="{A33C00F8-AEA3-4290-9090-1253E4647C83}"/>
              </a:ext>
            </a:extLst>
          </p:cNvPr>
          <p:cNvSpPr>
            <a:spLocks noGrp="1"/>
          </p:cNvSpPr>
          <p:nvPr/>
        </p:nvSpPr>
        <p:spPr>
          <a:xfrm>
            <a:off x="6826745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0" name="Stage1_sixpanel_8871">
            <a:extLst>
              <a:ext uri="{FF2B5EF4-FFF2-40B4-BE49-F238E27FC236}">
                <a16:creationId xmlns:a16="http://schemas.microsoft.com/office/drawing/2014/main" id="{9FBB32CA-E4D9-4015-878C-2A459EF0BA6C}"/>
              </a:ext>
            </a:extLst>
          </p:cNvPr>
          <p:cNvSpPr>
            <a:spLocks noGrp="1"/>
          </p:cNvSpPr>
          <p:nvPr/>
        </p:nvSpPr>
        <p:spPr>
          <a:xfrm>
            <a:off x="6750746" y="22008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1" name="Stage1_sixpanel_8872">
            <a:extLst>
              <a:ext uri="{FF2B5EF4-FFF2-40B4-BE49-F238E27FC236}">
                <a16:creationId xmlns:a16="http://schemas.microsoft.com/office/drawing/2014/main" id="{8FC378BD-4BD0-43A2-8D46-4EAF1BD86E8B}"/>
              </a:ext>
            </a:extLst>
          </p:cNvPr>
          <p:cNvSpPr>
            <a:spLocks noGrp="1"/>
          </p:cNvSpPr>
          <p:nvPr/>
        </p:nvSpPr>
        <p:spPr>
          <a:xfrm>
            <a:off x="6749554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2" name="Stage1_sixpanel_8873">
            <a:extLst>
              <a:ext uri="{FF2B5EF4-FFF2-40B4-BE49-F238E27FC236}">
                <a16:creationId xmlns:a16="http://schemas.microsoft.com/office/drawing/2014/main" id="{84FE2529-23EF-44C2-967F-B864B01657CC}"/>
              </a:ext>
            </a:extLst>
          </p:cNvPr>
          <p:cNvSpPr>
            <a:spLocks noGrp="1"/>
          </p:cNvSpPr>
          <p:nvPr/>
        </p:nvSpPr>
        <p:spPr>
          <a:xfrm>
            <a:off x="6864146" y="2396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3" name="Stage1_sixpanel_8874">
            <a:extLst>
              <a:ext uri="{FF2B5EF4-FFF2-40B4-BE49-F238E27FC236}">
                <a16:creationId xmlns:a16="http://schemas.microsoft.com/office/drawing/2014/main" id="{AA8BCA02-BF83-423E-8092-D17DADC03A5C}"/>
              </a:ext>
            </a:extLst>
          </p:cNvPr>
          <p:cNvSpPr>
            <a:spLocks noGrp="1"/>
          </p:cNvSpPr>
          <p:nvPr/>
        </p:nvSpPr>
        <p:spPr>
          <a:xfrm>
            <a:off x="6764105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4" name="Stage1_sixpanel_8875">
            <a:extLst>
              <a:ext uri="{FF2B5EF4-FFF2-40B4-BE49-F238E27FC236}">
                <a16:creationId xmlns:a16="http://schemas.microsoft.com/office/drawing/2014/main" id="{E70057D1-ED89-4FB0-953F-D2CDB24DC1BE}"/>
              </a:ext>
            </a:extLst>
          </p:cNvPr>
          <p:cNvSpPr>
            <a:spLocks noGrp="1"/>
          </p:cNvSpPr>
          <p:nvPr/>
        </p:nvSpPr>
        <p:spPr>
          <a:xfrm>
            <a:off x="6764213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5" name="Stage1_sixpanel_8876">
            <a:extLst>
              <a:ext uri="{FF2B5EF4-FFF2-40B4-BE49-F238E27FC236}">
                <a16:creationId xmlns:a16="http://schemas.microsoft.com/office/drawing/2014/main" id="{4560A47D-6326-4E6A-8922-31CAED191889}"/>
              </a:ext>
            </a:extLst>
          </p:cNvPr>
          <p:cNvSpPr>
            <a:spLocks noGrp="1"/>
          </p:cNvSpPr>
          <p:nvPr/>
        </p:nvSpPr>
        <p:spPr>
          <a:xfrm>
            <a:off x="6780104" y="16188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6" name="Stage1_sixpanel_8877">
            <a:extLst>
              <a:ext uri="{FF2B5EF4-FFF2-40B4-BE49-F238E27FC236}">
                <a16:creationId xmlns:a16="http://schemas.microsoft.com/office/drawing/2014/main" id="{E54F9681-13E4-4817-89DF-5CAD6A52038D}"/>
              </a:ext>
            </a:extLst>
          </p:cNvPr>
          <p:cNvSpPr>
            <a:spLocks noGrp="1"/>
          </p:cNvSpPr>
          <p:nvPr/>
        </p:nvSpPr>
        <p:spPr>
          <a:xfrm>
            <a:off x="688989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7" name="Stage1_sixpanel_8878">
            <a:extLst>
              <a:ext uri="{FF2B5EF4-FFF2-40B4-BE49-F238E27FC236}">
                <a16:creationId xmlns:a16="http://schemas.microsoft.com/office/drawing/2014/main" id="{A2E14167-04FF-43E5-8362-2D93B6EF850A}"/>
              </a:ext>
            </a:extLst>
          </p:cNvPr>
          <p:cNvSpPr>
            <a:spLocks noGrp="1"/>
          </p:cNvSpPr>
          <p:nvPr/>
        </p:nvSpPr>
        <p:spPr>
          <a:xfrm>
            <a:off x="6792846" y="191927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8" name="Stage1_sixpanel_8879">
            <a:extLst>
              <a:ext uri="{FF2B5EF4-FFF2-40B4-BE49-F238E27FC236}">
                <a16:creationId xmlns:a16="http://schemas.microsoft.com/office/drawing/2014/main" id="{EEB53879-9E3E-4234-BF93-934D31BBCCFB}"/>
              </a:ext>
            </a:extLst>
          </p:cNvPr>
          <p:cNvSpPr>
            <a:spLocks noGrp="1"/>
          </p:cNvSpPr>
          <p:nvPr/>
        </p:nvSpPr>
        <p:spPr>
          <a:xfrm>
            <a:off x="675286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9" name="Stage1_sixpanel_8880">
            <a:extLst>
              <a:ext uri="{FF2B5EF4-FFF2-40B4-BE49-F238E27FC236}">
                <a16:creationId xmlns:a16="http://schemas.microsoft.com/office/drawing/2014/main" id="{E8C97705-D32B-426B-B166-9FAE91098487}"/>
              </a:ext>
            </a:extLst>
          </p:cNvPr>
          <p:cNvSpPr>
            <a:spLocks noGrp="1"/>
          </p:cNvSpPr>
          <p:nvPr/>
        </p:nvSpPr>
        <p:spPr>
          <a:xfrm>
            <a:off x="6744078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0" name="Stage1_sixpanel_8881">
            <a:extLst>
              <a:ext uri="{FF2B5EF4-FFF2-40B4-BE49-F238E27FC236}">
                <a16:creationId xmlns:a16="http://schemas.microsoft.com/office/drawing/2014/main" id="{7E233DEB-82A9-42B9-96BF-E047D2FA370E}"/>
              </a:ext>
            </a:extLst>
          </p:cNvPr>
          <p:cNvSpPr>
            <a:spLocks noGrp="1"/>
          </p:cNvSpPr>
          <p:nvPr/>
        </p:nvSpPr>
        <p:spPr>
          <a:xfrm>
            <a:off x="675215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1" name="Stage1_sixpanel_8882">
            <a:extLst>
              <a:ext uri="{FF2B5EF4-FFF2-40B4-BE49-F238E27FC236}">
                <a16:creationId xmlns:a16="http://schemas.microsoft.com/office/drawing/2014/main" id="{9092E380-81E1-448F-97AB-2796FC2C596D}"/>
              </a:ext>
            </a:extLst>
          </p:cNvPr>
          <p:cNvSpPr>
            <a:spLocks noGrp="1"/>
          </p:cNvSpPr>
          <p:nvPr/>
        </p:nvSpPr>
        <p:spPr>
          <a:xfrm>
            <a:off x="688698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2" name="Stage1_sixpanel_8883">
            <a:extLst>
              <a:ext uri="{FF2B5EF4-FFF2-40B4-BE49-F238E27FC236}">
                <a16:creationId xmlns:a16="http://schemas.microsoft.com/office/drawing/2014/main" id="{07664A7D-7EFD-42F5-AE3C-F733938BE702}"/>
              </a:ext>
            </a:extLst>
          </p:cNvPr>
          <p:cNvSpPr>
            <a:spLocks noGrp="1"/>
          </p:cNvSpPr>
          <p:nvPr/>
        </p:nvSpPr>
        <p:spPr>
          <a:xfrm>
            <a:off x="686827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3" name="Stage1_sixpanel_8884">
            <a:extLst>
              <a:ext uri="{FF2B5EF4-FFF2-40B4-BE49-F238E27FC236}">
                <a16:creationId xmlns:a16="http://schemas.microsoft.com/office/drawing/2014/main" id="{5E5EF3C3-4081-4FA1-91E6-4990FC0B5A7D}"/>
              </a:ext>
            </a:extLst>
          </p:cNvPr>
          <p:cNvSpPr>
            <a:spLocks noGrp="1"/>
          </p:cNvSpPr>
          <p:nvPr/>
        </p:nvSpPr>
        <p:spPr>
          <a:xfrm>
            <a:off x="6796637" y="25793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4" name="Stage1_sixpanel_8885">
            <a:extLst>
              <a:ext uri="{FF2B5EF4-FFF2-40B4-BE49-F238E27FC236}">
                <a16:creationId xmlns:a16="http://schemas.microsoft.com/office/drawing/2014/main" id="{29304428-F6DE-48AB-8EA6-D3ACCF289A77}"/>
              </a:ext>
            </a:extLst>
          </p:cNvPr>
          <p:cNvSpPr>
            <a:spLocks noGrp="1"/>
          </p:cNvSpPr>
          <p:nvPr/>
        </p:nvSpPr>
        <p:spPr>
          <a:xfrm>
            <a:off x="687146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5" name="Stage1_sixpanel_8886">
            <a:extLst>
              <a:ext uri="{FF2B5EF4-FFF2-40B4-BE49-F238E27FC236}">
                <a16:creationId xmlns:a16="http://schemas.microsoft.com/office/drawing/2014/main" id="{5F3BCAEA-C75B-44B7-B24A-D656184B0290}"/>
              </a:ext>
            </a:extLst>
          </p:cNvPr>
          <p:cNvSpPr>
            <a:spLocks noGrp="1"/>
          </p:cNvSpPr>
          <p:nvPr/>
        </p:nvSpPr>
        <p:spPr>
          <a:xfrm>
            <a:off x="682783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6" name="Stage1_sixpanel_8887">
            <a:extLst>
              <a:ext uri="{FF2B5EF4-FFF2-40B4-BE49-F238E27FC236}">
                <a16:creationId xmlns:a16="http://schemas.microsoft.com/office/drawing/2014/main" id="{C319DB1E-9C21-4381-9078-DE23A4796D75}"/>
              </a:ext>
            </a:extLst>
          </p:cNvPr>
          <p:cNvSpPr>
            <a:spLocks noGrp="1"/>
          </p:cNvSpPr>
          <p:nvPr/>
        </p:nvSpPr>
        <p:spPr>
          <a:xfrm>
            <a:off x="6737142" y="25948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7" name="Stage1_sixpanel_8888">
            <a:extLst>
              <a:ext uri="{FF2B5EF4-FFF2-40B4-BE49-F238E27FC236}">
                <a16:creationId xmlns:a16="http://schemas.microsoft.com/office/drawing/2014/main" id="{8199FD69-AD95-48F1-A1BD-791496B1E328}"/>
              </a:ext>
            </a:extLst>
          </p:cNvPr>
          <p:cNvSpPr>
            <a:spLocks noGrp="1"/>
          </p:cNvSpPr>
          <p:nvPr/>
        </p:nvSpPr>
        <p:spPr>
          <a:xfrm>
            <a:off x="6809186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8" name="Stage1_sixpanel_8889">
            <a:extLst>
              <a:ext uri="{FF2B5EF4-FFF2-40B4-BE49-F238E27FC236}">
                <a16:creationId xmlns:a16="http://schemas.microsoft.com/office/drawing/2014/main" id="{781AE376-6C8E-40CE-9CB1-43D9E3D4056F}"/>
              </a:ext>
            </a:extLst>
          </p:cNvPr>
          <p:cNvSpPr>
            <a:spLocks noGrp="1"/>
          </p:cNvSpPr>
          <p:nvPr/>
        </p:nvSpPr>
        <p:spPr>
          <a:xfrm>
            <a:off x="683589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9" name="Stage1_sixpanel_8890">
            <a:extLst>
              <a:ext uri="{FF2B5EF4-FFF2-40B4-BE49-F238E27FC236}">
                <a16:creationId xmlns:a16="http://schemas.microsoft.com/office/drawing/2014/main" id="{68FA8855-4BDF-45C0-9F9D-C8BA03B68C1B}"/>
              </a:ext>
            </a:extLst>
          </p:cNvPr>
          <p:cNvSpPr>
            <a:spLocks noGrp="1"/>
          </p:cNvSpPr>
          <p:nvPr/>
        </p:nvSpPr>
        <p:spPr>
          <a:xfrm>
            <a:off x="680861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0" name="Stage1_sixpanel_8891">
            <a:extLst>
              <a:ext uri="{FF2B5EF4-FFF2-40B4-BE49-F238E27FC236}">
                <a16:creationId xmlns:a16="http://schemas.microsoft.com/office/drawing/2014/main" id="{7CB43BBA-96E7-43D8-94FB-CF3DFC585031}"/>
              </a:ext>
            </a:extLst>
          </p:cNvPr>
          <p:cNvSpPr>
            <a:spLocks noGrp="1"/>
          </p:cNvSpPr>
          <p:nvPr/>
        </p:nvSpPr>
        <p:spPr>
          <a:xfrm>
            <a:off x="676229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1" name="Stage1_sixpanel_8892">
            <a:extLst>
              <a:ext uri="{FF2B5EF4-FFF2-40B4-BE49-F238E27FC236}">
                <a16:creationId xmlns:a16="http://schemas.microsoft.com/office/drawing/2014/main" id="{2670514D-2536-40C2-B6B3-EF8786205C6D}"/>
              </a:ext>
            </a:extLst>
          </p:cNvPr>
          <p:cNvSpPr>
            <a:spLocks noGrp="1"/>
          </p:cNvSpPr>
          <p:nvPr/>
        </p:nvSpPr>
        <p:spPr>
          <a:xfrm>
            <a:off x="681117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2" name="Stage1_sixpanel_8893">
            <a:extLst>
              <a:ext uri="{FF2B5EF4-FFF2-40B4-BE49-F238E27FC236}">
                <a16:creationId xmlns:a16="http://schemas.microsoft.com/office/drawing/2014/main" id="{7907A667-4350-4870-86C0-A60CD1F57F68}"/>
              </a:ext>
            </a:extLst>
          </p:cNvPr>
          <p:cNvSpPr>
            <a:spLocks noGrp="1"/>
          </p:cNvSpPr>
          <p:nvPr/>
        </p:nvSpPr>
        <p:spPr>
          <a:xfrm>
            <a:off x="684851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3" name="Stage1_sixpanel_8894">
            <a:extLst>
              <a:ext uri="{FF2B5EF4-FFF2-40B4-BE49-F238E27FC236}">
                <a16:creationId xmlns:a16="http://schemas.microsoft.com/office/drawing/2014/main" id="{FE1CA7B6-0FF0-408D-9F99-29508A1ECAA0}"/>
              </a:ext>
            </a:extLst>
          </p:cNvPr>
          <p:cNvSpPr>
            <a:spLocks noGrp="1"/>
          </p:cNvSpPr>
          <p:nvPr/>
        </p:nvSpPr>
        <p:spPr>
          <a:xfrm>
            <a:off x="6800309" y="22021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4" name="Stage1_sixpanel_8895">
            <a:extLst>
              <a:ext uri="{FF2B5EF4-FFF2-40B4-BE49-F238E27FC236}">
                <a16:creationId xmlns:a16="http://schemas.microsoft.com/office/drawing/2014/main" id="{CDECA96A-482E-4186-9FB2-07713BBA584C}"/>
              </a:ext>
            </a:extLst>
          </p:cNvPr>
          <p:cNvSpPr>
            <a:spLocks noGrp="1"/>
          </p:cNvSpPr>
          <p:nvPr/>
        </p:nvSpPr>
        <p:spPr>
          <a:xfrm>
            <a:off x="6747342" y="210256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5" name="Stage1_sixpanel_8896">
            <a:extLst>
              <a:ext uri="{FF2B5EF4-FFF2-40B4-BE49-F238E27FC236}">
                <a16:creationId xmlns:a16="http://schemas.microsoft.com/office/drawing/2014/main" id="{A8346695-1D9E-4393-8B9F-334F7E577B37}"/>
              </a:ext>
            </a:extLst>
          </p:cNvPr>
          <p:cNvSpPr>
            <a:spLocks noGrp="1"/>
          </p:cNvSpPr>
          <p:nvPr/>
        </p:nvSpPr>
        <p:spPr>
          <a:xfrm>
            <a:off x="6734929" y="25020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6" name="Stage1_sixpanel_8897">
            <a:extLst>
              <a:ext uri="{FF2B5EF4-FFF2-40B4-BE49-F238E27FC236}">
                <a16:creationId xmlns:a16="http://schemas.microsoft.com/office/drawing/2014/main" id="{DC9F6AA0-9ED3-4F1A-93B0-A7C8ACACAF38}"/>
              </a:ext>
            </a:extLst>
          </p:cNvPr>
          <p:cNvSpPr>
            <a:spLocks noGrp="1"/>
          </p:cNvSpPr>
          <p:nvPr/>
        </p:nvSpPr>
        <p:spPr>
          <a:xfrm>
            <a:off x="674673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7" name="Stage1_sixpanel_8898">
            <a:extLst>
              <a:ext uri="{FF2B5EF4-FFF2-40B4-BE49-F238E27FC236}">
                <a16:creationId xmlns:a16="http://schemas.microsoft.com/office/drawing/2014/main" id="{F2BEFDB7-72F0-4D86-AA1A-6A64583214D8}"/>
              </a:ext>
            </a:extLst>
          </p:cNvPr>
          <p:cNvSpPr>
            <a:spLocks noGrp="1"/>
          </p:cNvSpPr>
          <p:nvPr/>
        </p:nvSpPr>
        <p:spPr>
          <a:xfrm>
            <a:off x="688878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8" name="Stage1_sixpanel_8899">
            <a:extLst>
              <a:ext uri="{FF2B5EF4-FFF2-40B4-BE49-F238E27FC236}">
                <a16:creationId xmlns:a16="http://schemas.microsoft.com/office/drawing/2014/main" id="{C7815061-9011-42EB-9F41-2FCB53E43966}"/>
              </a:ext>
            </a:extLst>
          </p:cNvPr>
          <p:cNvSpPr>
            <a:spLocks noGrp="1"/>
          </p:cNvSpPr>
          <p:nvPr/>
        </p:nvSpPr>
        <p:spPr>
          <a:xfrm>
            <a:off x="680127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9" name="Stage1_sixpanel_8900">
            <a:extLst>
              <a:ext uri="{FF2B5EF4-FFF2-40B4-BE49-F238E27FC236}">
                <a16:creationId xmlns:a16="http://schemas.microsoft.com/office/drawing/2014/main" id="{4FD7D464-42A7-4120-84B1-3B2A52E36467}"/>
              </a:ext>
            </a:extLst>
          </p:cNvPr>
          <p:cNvSpPr>
            <a:spLocks noGrp="1"/>
          </p:cNvSpPr>
          <p:nvPr/>
        </p:nvSpPr>
        <p:spPr>
          <a:xfrm>
            <a:off x="674026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0" name="Stage1_sixpanel_8901">
            <a:extLst>
              <a:ext uri="{FF2B5EF4-FFF2-40B4-BE49-F238E27FC236}">
                <a16:creationId xmlns:a16="http://schemas.microsoft.com/office/drawing/2014/main" id="{245703CD-B07D-4D3B-971D-EFAF7DE92DC8}"/>
              </a:ext>
            </a:extLst>
          </p:cNvPr>
          <p:cNvSpPr>
            <a:spLocks noGrp="1"/>
          </p:cNvSpPr>
          <p:nvPr/>
        </p:nvSpPr>
        <p:spPr>
          <a:xfrm>
            <a:off x="679659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1" name="Stage1_sixpanel_8902">
            <a:extLst>
              <a:ext uri="{FF2B5EF4-FFF2-40B4-BE49-F238E27FC236}">
                <a16:creationId xmlns:a16="http://schemas.microsoft.com/office/drawing/2014/main" id="{CE07F923-A902-43EA-9500-1FC7D29BE099}"/>
              </a:ext>
            </a:extLst>
          </p:cNvPr>
          <p:cNvSpPr>
            <a:spLocks noGrp="1"/>
          </p:cNvSpPr>
          <p:nvPr/>
        </p:nvSpPr>
        <p:spPr>
          <a:xfrm>
            <a:off x="6900784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2" name="Stage1_sixpanel_8903">
            <a:extLst>
              <a:ext uri="{FF2B5EF4-FFF2-40B4-BE49-F238E27FC236}">
                <a16:creationId xmlns:a16="http://schemas.microsoft.com/office/drawing/2014/main" id="{3E063018-C01C-4286-85ED-0DEF1830948E}"/>
              </a:ext>
            </a:extLst>
          </p:cNvPr>
          <p:cNvSpPr>
            <a:spLocks noGrp="1"/>
          </p:cNvSpPr>
          <p:nvPr/>
        </p:nvSpPr>
        <p:spPr>
          <a:xfrm>
            <a:off x="6791396" y="229745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3" name="Stage1_sixpanel_8904">
            <a:extLst>
              <a:ext uri="{FF2B5EF4-FFF2-40B4-BE49-F238E27FC236}">
                <a16:creationId xmlns:a16="http://schemas.microsoft.com/office/drawing/2014/main" id="{CA9FCB2D-2BF3-4D6E-B166-B46F2E30253F}"/>
              </a:ext>
            </a:extLst>
          </p:cNvPr>
          <p:cNvSpPr>
            <a:spLocks noGrp="1"/>
          </p:cNvSpPr>
          <p:nvPr/>
        </p:nvSpPr>
        <p:spPr>
          <a:xfrm>
            <a:off x="6766676" y="1999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4" name="Stage1_sixpanel_8905">
            <a:extLst>
              <a:ext uri="{FF2B5EF4-FFF2-40B4-BE49-F238E27FC236}">
                <a16:creationId xmlns:a16="http://schemas.microsoft.com/office/drawing/2014/main" id="{1F39A7BE-4A78-403B-94C0-C7AA323BE10E}"/>
              </a:ext>
            </a:extLst>
          </p:cNvPr>
          <p:cNvSpPr>
            <a:spLocks noGrp="1"/>
          </p:cNvSpPr>
          <p:nvPr/>
        </p:nvSpPr>
        <p:spPr>
          <a:xfrm>
            <a:off x="6760281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5" name="Stage1_sixpanel_8906">
            <a:extLst>
              <a:ext uri="{FF2B5EF4-FFF2-40B4-BE49-F238E27FC236}">
                <a16:creationId xmlns:a16="http://schemas.microsoft.com/office/drawing/2014/main" id="{483F6231-7A66-4CB1-BE9B-110152975118}"/>
              </a:ext>
            </a:extLst>
          </p:cNvPr>
          <p:cNvSpPr>
            <a:spLocks noGrp="1"/>
          </p:cNvSpPr>
          <p:nvPr/>
        </p:nvSpPr>
        <p:spPr>
          <a:xfrm>
            <a:off x="6786697" y="173366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6" name="Stage1_sixpanel_8907">
            <a:extLst>
              <a:ext uri="{FF2B5EF4-FFF2-40B4-BE49-F238E27FC236}">
                <a16:creationId xmlns:a16="http://schemas.microsoft.com/office/drawing/2014/main" id="{21B00EEC-BACD-45C5-A7F6-C1BC8FBFDE72}"/>
              </a:ext>
            </a:extLst>
          </p:cNvPr>
          <p:cNvSpPr>
            <a:spLocks noGrp="1"/>
          </p:cNvSpPr>
          <p:nvPr/>
        </p:nvSpPr>
        <p:spPr>
          <a:xfrm>
            <a:off x="677432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7" name="Stage1_sixpanel_8908">
            <a:extLst>
              <a:ext uri="{FF2B5EF4-FFF2-40B4-BE49-F238E27FC236}">
                <a16:creationId xmlns:a16="http://schemas.microsoft.com/office/drawing/2014/main" id="{85B59885-3240-4CA4-8C1A-815B64A57354}"/>
              </a:ext>
            </a:extLst>
          </p:cNvPr>
          <p:cNvSpPr>
            <a:spLocks noGrp="1"/>
          </p:cNvSpPr>
          <p:nvPr/>
        </p:nvSpPr>
        <p:spPr>
          <a:xfrm>
            <a:off x="685742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8" name="Stage1_sixpanel_8909">
            <a:extLst>
              <a:ext uri="{FF2B5EF4-FFF2-40B4-BE49-F238E27FC236}">
                <a16:creationId xmlns:a16="http://schemas.microsoft.com/office/drawing/2014/main" id="{055B80DA-4929-43AD-A355-F079358F35BC}"/>
              </a:ext>
            </a:extLst>
          </p:cNvPr>
          <p:cNvSpPr>
            <a:spLocks noGrp="1"/>
          </p:cNvSpPr>
          <p:nvPr/>
        </p:nvSpPr>
        <p:spPr>
          <a:xfrm>
            <a:off x="6856745" y="17422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9" name="Stage1_sixpanel_8910">
            <a:extLst>
              <a:ext uri="{FF2B5EF4-FFF2-40B4-BE49-F238E27FC236}">
                <a16:creationId xmlns:a16="http://schemas.microsoft.com/office/drawing/2014/main" id="{8D2783FF-CA0A-4FD6-A64B-6286762FC171}"/>
              </a:ext>
            </a:extLst>
          </p:cNvPr>
          <p:cNvSpPr>
            <a:spLocks noGrp="1"/>
          </p:cNvSpPr>
          <p:nvPr/>
        </p:nvSpPr>
        <p:spPr>
          <a:xfrm>
            <a:off x="674072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0" name="Stage1_sixpanel_8911">
            <a:extLst>
              <a:ext uri="{FF2B5EF4-FFF2-40B4-BE49-F238E27FC236}">
                <a16:creationId xmlns:a16="http://schemas.microsoft.com/office/drawing/2014/main" id="{D00B633F-B888-4753-8347-B11C53FD75B5}"/>
              </a:ext>
            </a:extLst>
          </p:cNvPr>
          <p:cNvSpPr>
            <a:spLocks noGrp="1"/>
          </p:cNvSpPr>
          <p:nvPr/>
        </p:nvSpPr>
        <p:spPr>
          <a:xfrm>
            <a:off x="6785457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1" name="Stage1_sixpanel_8912">
            <a:extLst>
              <a:ext uri="{FF2B5EF4-FFF2-40B4-BE49-F238E27FC236}">
                <a16:creationId xmlns:a16="http://schemas.microsoft.com/office/drawing/2014/main" id="{697FABC6-C2B4-406B-BD86-A596BF3B35C7}"/>
              </a:ext>
            </a:extLst>
          </p:cNvPr>
          <p:cNvSpPr>
            <a:spLocks noGrp="1"/>
          </p:cNvSpPr>
          <p:nvPr/>
        </p:nvSpPr>
        <p:spPr>
          <a:xfrm>
            <a:off x="6766415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2" name="Stage1_sixpanel_8913">
            <a:extLst>
              <a:ext uri="{FF2B5EF4-FFF2-40B4-BE49-F238E27FC236}">
                <a16:creationId xmlns:a16="http://schemas.microsoft.com/office/drawing/2014/main" id="{A525852A-6BAD-447F-B887-9049801FBCD0}"/>
              </a:ext>
            </a:extLst>
          </p:cNvPr>
          <p:cNvSpPr>
            <a:spLocks noGrp="1"/>
          </p:cNvSpPr>
          <p:nvPr/>
        </p:nvSpPr>
        <p:spPr>
          <a:xfrm>
            <a:off x="6880191" y="249995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3" name="Stage1_sixpanel_8914">
            <a:extLst>
              <a:ext uri="{FF2B5EF4-FFF2-40B4-BE49-F238E27FC236}">
                <a16:creationId xmlns:a16="http://schemas.microsoft.com/office/drawing/2014/main" id="{7A144F78-689C-4AD8-A5F8-085BB5E9950C}"/>
              </a:ext>
            </a:extLst>
          </p:cNvPr>
          <p:cNvSpPr>
            <a:spLocks noGrp="1"/>
          </p:cNvSpPr>
          <p:nvPr/>
        </p:nvSpPr>
        <p:spPr>
          <a:xfrm>
            <a:off x="789142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4" name="Stage1_sixpanel_8915">
            <a:extLst>
              <a:ext uri="{FF2B5EF4-FFF2-40B4-BE49-F238E27FC236}">
                <a16:creationId xmlns:a16="http://schemas.microsoft.com/office/drawing/2014/main" id="{406EA5C3-19AB-42E5-BCDE-979359E80E88}"/>
              </a:ext>
            </a:extLst>
          </p:cNvPr>
          <p:cNvSpPr>
            <a:spLocks noGrp="1"/>
          </p:cNvSpPr>
          <p:nvPr/>
        </p:nvSpPr>
        <p:spPr>
          <a:xfrm>
            <a:off x="7942531" y="117673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5" name="Stage1_sixpanel_8916">
            <a:extLst>
              <a:ext uri="{FF2B5EF4-FFF2-40B4-BE49-F238E27FC236}">
                <a16:creationId xmlns:a16="http://schemas.microsoft.com/office/drawing/2014/main" id="{42BE25AE-8206-4399-B553-03FA1196E4AF}"/>
              </a:ext>
            </a:extLst>
          </p:cNvPr>
          <p:cNvSpPr>
            <a:spLocks noGrp="1"/>
          </p:cNvSpPr>
          <p:nvPr/>
        </p:nvSpPr>
        <p:spPr>
          <a:xfrm>
            <a:off x="7825802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6" name="Stage1_sixpanel_8917">
            <a:extLst>
              <a:ext uri="{FF2B5EF4-FFF2-40B4-BE49-F238E27FC236}">
                <a16:creationId xmlns:a16="http://schemas.microsoft.com/office/drawing/2014/main" id="{6D22CD9C-7C1F-4B2C-A372-0AB4AF8F1D4E}"/>
              </a:ext>
            </a:extLst>
          </p:cNvPr>
          <p:cNvSpPr>
            <a:spLocks noGrp="1"/>
          </p:cNvSpPr>
          <p:nvPr/>
        </p:nvSpPr>
        <p:spPr>
          <a:xfrm>
            <a:off x="793874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7" name="Stage1_sixpanel_8918">
            <a:extLst>
              <a:ext uri="{FF2B5EF4-FFF2-40B4-BE49-F238E27FC236}">
                <a16:creationId xmlns:a16="http://schemas.microsoft.com/office/drawing/2014/main" id="{77BD9E38-95BB-47E7-8F62-81E1A25A8452}"/>
              </a:ext>
            </a:extLst>
          </p:cNvPr>
          <p:cNvSpPr>
            <a:spLocks noGrp="1"/>
          </p:cNvSpPr>
          <p:nvPr/>
        </p:nvSpPr>
        <p:spPr>
          <a:xfrm>
            <a:off x="787680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8" name="Stage1_sixpanel_8919">
            <a:extLst>
              <a:ext uri="{FF2B5EF4-FFF2-40B4-BE49-F238E27FC236}">
                <a16:creationId xmlns:a16="http://schemas.microsoft.com/office/drawing/2014/main" id="{DA2C750F-BDEA-4899-99CF-A0FA227CD92F}"/>
              </a:ext>
            </a:extLst>
          </p:cNvPr>
          <p:cNvSpPr>
            <a:spLocks noGrp="1"/>
          </p:cNvSpPr>
          <p:nvPr/>
        </p:nvSpPr>
        <p:spPr>
          <a:xfrm>
            <a:off x="7933824" y="19049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9" name="Stage1_sixpanel_8920">
            <a:extLst>
              <a:ext uri="{FF2B5EF4-FFF2-40B4-BE49-F238E27FC236}">
                <a16:creationId xmlns:a16="http://schemas.microsoft.com/office/drawing/2014/main" id="{01EE2033-B84E-49AE-AA2C-EA8D9616F83C}"/>
              </a:ext>
            </a:extLst>
          </p:cNvPr>
          <p:cNvSpPr>
            <a:spLocks noGrp="1"/>
          </p:cNvSpPr>
          <p:nvPr/>
        </p:nvSpPr>
        <p:spPr>
          <a:xfrm>
            <a:off x="7904885" y="172714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0" name="Stage1_sixpanel_8921">
            <a:extLst>
              <a:ext uri="{FF2B5EF4-FFF2-40B4-BE49-F238E27FC236}">
                <a16:creationId xmlns:a16="http://schemas.microsoft.com/office/drawing/2014/main" id="{F12D9344-F254-4071-82C6-294C07E39231}"/>
              </a:ext>
            </a:extLst>
          </p:cNvPr>
          <p:cNvSpPr>
            <a:spLocks noGrp="1"/>
          </p:cNvSpPr>
          <p:nvPr/>
        </p:nvSpPr>
        <p:spPr>
          <a:xfrm>
            <a:off x="7912568" y="19401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1" name="Stage1_sixpanel_8922">
            <a:extLst>
              <a:ext uri="{FF2B5EF4-FFF2-40B4-BE49-F238E27FC236}">
                <a16:creationId xmlns:a16="http://schemas.microsoft.com/office/drawing/2014/main" id="{654BF506-A6BB-45DB-97A8-11321B0519FD}"/>
              </a:ext>
            </a:extLst>
          </p:cNvPr>
          <p:cNvSpPr>
            <a:spLocks noGrp="1"/>
          </p:cNvSpPr>
          <p:nvPr/>
        </p:nvSpPr>
        <p:spPr>
          <a:xfrm>
            <a:off x="7887674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2" name="Stage1_sixpanel_8923">
            <a:extLst>
              <a:ext uri="{FF2B5EF4-FFF2-40B4-BE49-F238E27FC236}">
                <a16:creationId xmlns:a16="http://schemas.microsoft.com/office/drawing/2014/main" id="{C456768D-F7DD-4FCD-B296-44EBF9A93F98}"/>
              </a:ext>
            </a:extLst>
          </p:cNvPr>
          <p:cNvSpPr>
            <a:spLocks noGrp="1"/>
          </p:cNvSpPr>
          <p:nvPr/>
        </p:nvSpPr>
        <p:spPr>
          <a:xfrm>
            <a:off x="793004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3" name="Stage1_sixpanel_8924">
            <a:extLst>
              <a:ext uri="{FF2B5EF4-FFF2-40B4-BE49-F238E27FC236}">
                <a16:creationId xmlns:a16="http://schemas.microsoft.com/office/drawing/2014/main" id="{5C5A69EA-1388-4D5C-ADA8-CEA20BA025FB}"/>
              </a:ext>
            </a:extLst>
          </p:cNvPr>
          <p:cNvSpPr>
            <a:spLocks noGrp="1"/>
          </p:cNvSpPr>
          <p:nvPr/>
        </p:nvSpPr>
        <p:spPr>
          <a:xfrm>
            <a:off x="793998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4" name="Stage1_sixpanel_8925">
            <a:extLst>
              <a:ext uri="{FF2B5EF4-FFF2-40B4-BE49-F238E27FC236}">
                <a16:creationId xmlns:a16="http://schemas.microsoft.com/office/drawing/2014/main" id="{EEFF2166-2B6C-48A1-AB31-F1CBE51FB7F0}"/>
              </a:ext>
            </a:extLst>
          </p:cNvPr>
          <p:cNvSpPr>
            <a:spLocks noGrp="1"/>
          </p:cNvSpPr>
          <p:nvPr/>
        </p:nvSpPr>
        <p:spPr>
          <a:xfrm>
            <a:off x="7890716" y="12140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5" name="Stage1_sixpanel_8926">
            <a:extLst>
              <a:ext uri="{FF2B5EF4-FFF2-40B4-BE49-F238E27FC236}">
                <a16:creationId xmlns:a16="http://schemas.microsoft.com/office/drawing/2014/main" id="{B1D2C7FA-BA7A-425C-A689-6094A673970B}"/>
              </a:ext>
            </a:extLst>
          </p:cNvPr>
          <p:cNvSpPr>
            <a:spLocks noGrp="1"/>
          </p:cNvSpPr>
          <p:nvPr/>
        </p:nvSpPr>
        <p:spPr>
          <a:xfrm>
            <a:off x="7948621" y="236636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6" name="Stage1_sixpanel_8927">
            <a:extLst>
              <a:ext uri="{FF2B5EF4-FFF2-40B4-BE49-F238E27FC236}">
                <a16:creationId xmlns:a16="http://schemas.microsoft.com/office/drawing/2014/main" id="{B9423992-063B-4D12-B1C9-50B78A4183D0}"/>
              </a:ext>
            </a:extLst>
          </p:cNvPr>
          <p:cNvSpPr>
            <a:spLocks noGrp="1"/>
          </p:cNvSpPr>
          <p:nvPr/>
        </p:nvSpPr>
        <p:spPr>
          <a:xfrm>
            <a:off x="782222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7" name="Stage1_sixpanel_8928">
            <a:extLst>
              <a:ext uri="{FF2B5EF4-FFF2-40B4-BE49-F238E27FC236}">
                <a16:creationId xmlns:a16="http://schemas.microsoft.com/office/drawing/2014/main" id="{87E26976-E5BB-49CC-B59B-8D78C21FC1A4}"/>
              </a:ext>
            </a:extLst>
          </p:cNvPr>
          <p:cNvSpPr>
            <a:spLocks noGrp="1"/>
          </p:cNvSpPr>
          <p:nvPr/>
        </p:nvSpPr>
        <p:spPr>
          <a:xfrm>
            <a:off x="790512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8" name="Stage1_sixpanel_8929">
            <a:extLst>
              <a:ext uri="{FF2B5EF4-FFF2-40B4-BE49-F238E27FC236}">
                <a16:creationId xmlns:a16="http://schemas.microsoft.com/office/drawing/2014/main" id="{64C7BBD7-65E8-4F24-A5CA-DC912F48B65A}"/>
              </a:ext>
            </a:extLst>
          </p:cNvPr>
          <p:cNvSpPr>
            <a:spLocks noGrp="1"/>
          </p:cNvSpPr>
          <p:nvPr/>
        </p:nvSpPr>
        <p:spPr>
          <a:xfrm>
            <a:off x="788765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9" name="Stage1_sixpanel_8930">
            <a:extLst>
              <a:ext uri="{FF2B5EF4-FFF2-40B4-BE49-F238E27FC236}">
                <a16:creationId xmlns:a16="http://schemas.microsoft.com/office/drawing/2014/main" id="{0624359A-648E-495F-829D-A451157D41DC}"/>
              </a:ext>
            </a:extLst>
          </p:cNvPr>
          <p:cNvSpPr>
            <a:spLocks noGrp="1"/>
          </p:cNvSpPr>
          <p:nvPr/>
        </p:nvSpPr>
        <p:spPr>
          <a:xfrm>
            <a:off x="7861480" y="242689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0" name="Stage1_sixpanel_8931">
            <a:extLst>
              <a:ext uri="{FF2B5EF4-FFF2-40B4-BE49-F238E27FC236}">
                <a16:creationId xmlns:a16="http://schemas.microsoft.com/office/drawing/2014/main" id="{A3FDF8C3-621D-4593-8018-18CA2DBFD852}"/>
              </a:ext>
            </a:extLst>
          </p:cNvPr>
          <p:cNvSpPr>
            <a:spLocks noGrp="1"/>
          </p:cNvSpPr>
          <p:nvPr/>
        </p:nvSpPr>
        <p:spPr>
          <a:xfrm>
            <a:off x="789385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1" name="Stage1_sixpanel_8932">
            <a:extLst>
              <a:ext uri="{FF2B5EF4-FFF2-40B4-BE49-F238E27FC236}">
                <a16:creationId xmlns:a16="http://schemas.microsoft.com/office/drawing/2014/main" id="{401171D5-2FCD-4808-9179-4C6EACA86594}"/>
              </a:ext>
            </a:extLst>
          </p:cNvPr>
          <p:cNvSpPr>
            <a:spLocks noGrp="1"/>
          </p:cNvSpPr>
          <p:nvPr/>
        </p:nvSpPr>
        <p:spPr>
          <a:xfrm>
            <a:off x="7827802" y="226345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2" name="Stage1_sixpanel_8933">
            <a:extLst>
              <a:ext uri="{FF2B5EF4-FFF2-40B4-BE49-F238E27FC236}">
                <a16:creationId xmlns:a16="http://schemas.microsoft.com/office/drawing/2014/main" id="{C04C2533-8452-498A-AF0D-E66B9FA143FC}"/>
              </a:ext>
            </a:extLst>
          </p:cNvPr>
          <p:cNvSpPr>
            <a:spLocks noGrp="1"/>
          </p:cNvSpPr>
          <p:nvPr/>
        </p:nvSpPr>
        <p:spPr>
          <a:xfrm>
            <a:off x="794085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3" name="Stage1_sixpanel_8934">
            <a:extLst>
              <a:ext uri="{FF2B5EF4-FFF2-40B4-BE49-F238E27FC236}">
                <a16:creationId xmlns:a16="http://schemas.microsoft.com/office/drawing/2014/main" id="{94B60136-3AB3-47E8-9158-E5C71E6129D0}"/>
              </a:ext>
            </a:extLst>
          </p:cNvPr>
          <p:cNvSpPr>
            <a:spLocks noGrp="1"/>
          </p:cNvSpPr>
          <p:nvPr/>
        </p:nvSpPr>
        <p:spPr>
          <a:xfrm>
            <a:off x="7938266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4" name="Stage1_sixpanel_8935">
            <a:extLst>
              <a:ext uri="{FF2B5EF4-FFF2-40B4-BE49-F238E27FC236}">
                <a16:creationId xmlns:a16="http://schemas.microsoft.com/office/drawing/2014/main" id="{9204923C-22B1-42ED-9659-9EDA6342A999}"/>
              </a:ext>
            </a:extLst>
          </p:cNvPr>
          <p:cNvSpPr>
            <a:spLocks noGrp="1"/>
          </p:cNvSpPr>
          <p:nvPr/>
        </p:nvSpPr>
        <p:spPr>
          <a:xfrm>
            <a:off x="7816620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5" name="Stage1_sixpanel_8936">
            <a:extLst>
              <a:ext uri="{FF2B5EF4-FFF2-40B4-BE49-F238E27FC236}">
                <a16:creationId xmlns:a16="http://schemas.microsoft.com/office/drawing/2014/main" id="{7F3DABEC-CCE4-41BD-97A0-D34035595E0B}"/>
              </a:ext>
            </a:extLst>
          </p:cNvPr>
          <p:cNvSpPr>
            <a:spLocks noGrp="1"/>
          </p:cNvSpPr>
          <p:nvPr/>
        </p:nvSpPr>
        <p:spPr>
          <a:xfrm>
            <a:off x="7959542" y="133499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6" name="Stage1_sixpanel_8937">
            <a:extLst>
              <a:ext uri="{FF2B5EF4-FFF2-40B4-BE49-F238E27FC236}">
                <a16:creationId xmlns:a16="http://schemas.microsoft.com/office/drawing/2014/main" id="{19C46F76-159C-42D3-BE35-05D8A545D258}"/>
              </a:ext>
            </a:extLst>
          </p:cNvPr>
          <p:cNvSpPr>
            <a:spLocks noGrp="1"/>
          </p:cNvSpPr>
          <p:nvPr/>
        </p:nvSpPr>
        <p:spPr>
          <a:xfrm>
            <a:off x="794102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7" name="Stage1_sixpanel_8938">
            <a:extLst>
              <a:ext uri="{FF2B5EF4-FFF2-40B4-BE49-F238E27FC236}">
                <a16:creationId xmlns:a16="http://schemas.microsoft.com/office/drawing/2014/main" id="{EF1AC70E-8E81-455D-AA2C-35FD62BFACCC}"/>
              </a:ext>
            </a:extLst>
          </p:cNvPr>
          <p:cNvSpPr>
            <a:spLocks noGrp="1"/>
          </p:cNvSpPr>
          <p:nvPr/>
        </p:nvSpPr>
        <p:spPr>
          <a:xfrm>
            <a:off x="794877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8" name="Stage1_sixpanel_8939">
            <a:extLst>
              <a:ext uri="{FF2B5EF4-FFF2-40B4-BE49-F238E27FC236}">
                <a16:creationId xmlns:a16="http://schemas.microsoft.com/office/drawing/2014/main" id="{67D3BEF9-B4CA-4A4A-B664-07A015A74454}"/>
              </a:ext>
            </a:extLst>
          </p:cNvPr>
          <p:cNvSpPr>
            <a:spLocks noGrp="1"/>
          </p:cNvSpPr>
          <p:nvPr/>
        </p:nvSpPr>
        <p:spPr>
          <a:xfrm>
            <a:off x="7815161" y="23113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9" name="Stage1_sixpanel_8940">
            <a:extLst>
              <a:ext uri="{FF2B5EF4-FFF2-40B4-BE49-F238E27FC236}">
                <a16:creationId xmlns:a16="http://schemas.microsoft.com/office/drawing/2014/main" id="{5D5DB9AB-647B-43EB-8B78-EFE79FF88869}"/>
              </a:ext>
            </a:extLst>
          </p:cNvPr>
          <p:cNvSpPr>
            <a:spLocks noGrp="1"/>
          </p:cNvSpPr>
          <p:nvPr/>
        </p:nvSpPr>
        <p:spPr>
          <a:xfrm>
            <a:off x="7848344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0" name="Stage1_sixpanel_8941">
            <a:extLst>
              <a:ext uri="{FF2B5EF4-FFF2-40B4-BE49-F238E27FC236}">
                <a16:creationId xmlns:a16="http://schemas.microsoft.com/office/drawing/2014/main" id="{973CC3DF-51C1-478E-909F-1C134B7D66A0}"/>
              </a:ext>
            </a:extLst>
          </p:cNvPr>
          <p:cNvSpPr>
            <a:spLocks noGrp="1"/>
          </p:cNvSpPr>
          <p:nvPr/>
        </p:nvSpPr>
        <p:spPr>
          <a:xfrm>
            <a:off x="783672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1" name="Stage1_sixpanel_8942">
            <a:extLst>
              <a:ext uri="{FF2B5EF4-FFF2-40B4-BE49-F238E27FC236}">
                <a16:creationId xmlns:a16="http://schemas.microsoft.com/office/drawing/2014/main" id="{90486703-0202-48BF-AEF3-62C6E9EA04D4}"/>
              </a:ext>
            </a:extLst>
          </p:cNvPr>
          <p:cNvSpPr>
            <a:spLocks noGrp="1"/>
          </p:cNvSpPr>
          <p:nvPr/>
        </p:nvSpPr>
        <p:spPr>
          <a:xfrm>
            <a:off x="781755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2" name="Stage1_sixpanel_8943">
            <a:extLst>
              <a:ext uri="{FF2B5EF4-FFF2-40B4-BE49-F238E27FC236}">
                <a16:creationId xmlns:a16="http://schemas.microsoft.com/office/drawing/2014/main" id="{A9EAC8D2-9C1F-4FEA-B305-4C9790C2BA0E}"/>
              </a:ext>
            </a:extLst>
          </p:cNvPr>
          <p:cNvSpPr>
            <a:spLocks noGrp="1"/>
          </p:cNvSpPr>
          <p:nvPr/>
        </p:nvSpPr>
        <p:spPr>
          <a:xfrm>
            <a:off x="783900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3" name="Stage1_sixpanel_8944">
            <a:extLst>
              <a:ext uri="{FF2B5EF4-FFF2-40B4-BE49-F238E27FC236}">
                <a16:creationId xmlns:a16="http://schemas.microsoft.com/office/drawing/2014/main" id="{18B87B30-25F9-4853-A167-06CCB66AFA8A}"/>
              </a:ext>
            </a:extLst>
          </p:cNvPr>
          <p:cNvSpPr>
            <a:spLocks noGrp="1"/>
          </p:cNvSpPr>
          <p:nvPr/>
        </p:nvSpPr>
        <p:spPr>
          <a:xfrm>
            <a:off x="7876809" y="24826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4" name="Stage1_sixpanel_8945">
            <a:extLst>
              <a:ext uri="{FF2B5EF4-FFF2-40B4-BE49-F238E27FC236}">
                <a16:creationId xmlns:a16="http://schemas.microsoft.com/office/drawing/2014/main" id="{EACDB831-31EE-4272-B827-314D6211FC39}"/>
              </a:ext>
            </a:extLst>
          </p:cNvPr>
          <p:cNvSpPr>
            <a:spLocks noGrp="1"/>
          </p:cNvSpPr>
          <p:nvPr/>
        </p:nvSpPr>
        <p:spPr>
          <a:xfrm>
            <a:off x="794556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5" name="Stage1_sixpanel_8946">
            <a:extLst>
              <a:ext uri="{FF2B5EF4-FFF2-40B4-BE49-F238E27FC236}">
                <a16:creationId xmlns:a16="http://schemas.microsoft.com/office/drawing/2014/main" id="{A32D7A43-BE9B-44E6-94BB-F9EF1A8BE1F1}"/>
              </a:ext>
            </a:extLst>
          </p:cNvPr>
          <p:cNvSpPr>
            <a:spLocks noGrp="1"/>
          </p:cNvSpPr>
          <p:nvPr/>
        </p:nvSpPr>
        <p:spPr>
          <a:xfrm>
            <a:off x="7841652" y="258538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6" name="Stage1_sixpanel_8947">
            <a:extLst>
              <a:ext uri="{FF2B5EF4-FFF2-40B4-BE49-F238E27FC236}">
                <a16:creationId xmlns:a16="http://schemas.microsoft.com/office/drawing/2014/main" id="{2840987A-647F-4AAB-B0F6-FB79ED6A7C52}"/>
              </a:ext>
            </a:extLst>
          </p:cNvPr>
          <p:cNvSpPr>
            <a:spLocks noGrp="1"/>
          </p:cNvSpPr>
          <p:nvPr/>
        </p:nvSpPr>
        <p:spPr>
          <a:xfrm>
            <a:off x="792505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7" name="Stage1_sixpanel_8948">
            <a:extLst>
              <a:ext uri="{FF2B5EF4-FFF2-40B4-BE49-F238E27FC236}">
                <a16:creationId xmlns:a16="http://schemas.microsoft.com/office/drawing/2014/main" id="{E3FA9ED9-403E-4EF2-BF10-270F09864C5C}"/>
              </a:ext>
            </a:extLst>
          </p:cNvPr>
          <p:cNvSpPr>
            <a:spLocks noGrp="1"/>
          </p:cNvSpPr>
          <p:nvPr/>
        </p:nvSpPr>
        <p:spPr>
          <a:xfrm>
            <a:off x="790095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8" name="Stage1_sixpanel_8949">
            <a:extLst>
              <a:ext uri="{FF2B5EF4-FFF2-40B4-BE49-F238E27FC236}">
                <a16:creationId xmlns:a16="http://schemas.microsoft.com/office/drawing/2014/main" id="{B47A8A10-7A76-4BEA-9E76-EA6C169BC796}"/>
              </a:ext>
            </a:extLst>
          </p:cNvPr>
          <p:cNvSpPr>
            <a:spLocks noGrp="1"/>
          </p:cNvSpPr>
          <p:nvPr/>
        </p:nvSpPr>
        <p:spPr>
          <a:xfrm>
            <a:off x="782437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9" name="Stage1_sixpanel_8950">
            <a:extLst>
              <a:ext uri="{FF2B5EF4-FFF2-40B4-BE49-F238E27FC236}">
                <a16:creationId xmlns:a16="http://schemas.microsoft.com/office/drawing/2014/main" id="{FE785C32-E65D-46E3-B557-400D61CC22DC}"/>
              </a:ext>
            </a:extLst>
          </p:cNvPr>
          <p:cNvSpPr>
            <a:spLocks noGrp="1"/>
          </p:cNvSpPr>
          <p:nvPr/>
        </p:nvSpPr>
        <p:spPr>
          <a:xfrm>
            <a:off x="789314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0" name="Stage1_sixpanel_8951">
            <a:extLst>
              <a:ext uri="{FF2B5EF4-FFF2-40B4-BE49-F238E27FC236}">
                <a16:creationId xmlns:a16="http://schemas.microsoft.com/office/drawing/2014/main" id="{CF250274-39B2-4611-A6C0-655FAC0F70B2}"/>
              </a:ext>
            </a:extLst>
          </p:cNvPr>
          <p:cNvSpPr>
            <a:spLocks noGrp="1"/>
          </p:cNvSpPr>
          <p:nvPr/>
        </p:nvSpPr>
        <p:spPr>
          <a:xfrm>
            <a:off x="7864416" y="127458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1" name="Stage1_sixpanel_8952">
            <a:extLst>
              <a:ext uri="{FF2B5EF4-FFF2-40B4-BE49-F238E27FC236}">
                <a16:creationId xmlns:a16="http://schemas.microsoft.com/office/drawing/2014/main" id="{C4F1CE4B-2999-41AC-A028-712E141F870F}"/>
              </a:ext>
            </a:extLst>
          </p:cNvPr>
          <p:cNvSpPr>
            <a:spLocks noGrp="1"/>
          </p:cNvSpPr>
          <p:nvPr/>
        </p:nvSpPr>
        <p:spPr>
          <a:xfrm>
            <a:off x="787956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2" name="Stage1_sixpanel_8953">
            <a:extLst>
              <a:ext uri="{FF2B5EF4-FFF2-40B4-BE49-F238E27FC236}">
                <a16:creationId xmlns:a16="http://schemas.microsoft.com/office/drawing/2014/main" id="{0FA79158-E956-4C9D-B106-D617CA599B6E}"/>
              </a:ext>
            </a:extLst>
          </p:cNvPr>
          <p:cNvSpPr>
            <a:spLocks noGrp="1"/>
          </p:cNvSpPr>
          <p:nvPr/>
        </p:nvSpPr>
        <p:spPr>
          <a:xfrm>
            <a:off x="7846598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3" name="Stage1_sixpanel_8954">
            <a:extLst>
              <a:ext uri="{FF2B5EF4-FFF2-40B4-BE49-F238E27FC236}">
                <a16:creationId xmlns:a16="http://schemas.microsoft.com/office/drawing/2014/main" id="{2401B727-DF35-4FFA-BDE4-8A9DF3FECC0E}"/>
              </a:ext>
            </a:extLst>
          </p:cNvPr>
          <p:cNvSpPr>
            <a:spLocks noGrp="1"/>
          </p:cNvSpPr>
          <p:nvPr/>
        </p:nvSpPr>
        <p:spPr>
          <a:xfrm>
            <a:off x="7944198" y="23558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4" name="Stage1_sixpanel_8955">
            <a:extLst>
              <a:ext uri="{FF2B5EF4-FFF2-40B4-BE49-F238E27FC236}">
                <a16:creationId xmlns:a16="http://schemas.microsoft.com/office/drawing/2014/main" id="{37CF1FB8-7566-493F-A40A-E72F2C0E2DE8}"/>
              </a:ext>
            </a:extLst>
          </p:cNvPr>
          <p:cNvSpPr>
            <a:spLocks noGrp="1"/>
          </p:cNvSpPr>
          <p:nvPr/>
        </p:nvSpPr>
        <p:spPr>
          <a:xfrm>
            <a:off x="786764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5" name="Stage1_sixpanel_8956">
            <a:extLst>
              <a:ext uri="{FF2B5EF4-FFF2-40B4-BE49-F238E27FC236}">
                <a16:creationId xmlns:a16="http://schemas.microsoft.com/office/drawing/2014/main" id="{72FB3CB5-5ADA-479D-BA14-8A2BC3D86149}"/>
              </a:ext>
            </a:extLst>
          </p:cNvPr>
          <p:cNvSpPr>
            <a:spLocks noGrp="1"/>
          </p:cNvSpPr>
          <p:nvPr/>
        </p:nvSpPr>
        <p:spPr>
          <a:xfrm>
            <a:off x="781885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6" name="Stage1_sixpanel_8957">
            <a:extLst>
              <a:ext uri="{FF2B5EF4-FFF2-40B4-BE49-F238E27FC236}">
                <a16:creationId xmlns:a16="http://schemas.microsoft.com/office/drawing/2014/main" id="{19659983-4C91-4542-B867-A33D00DC73E3}"/>
              </a:ext>
            </a:extLst>
          </p:cNvPr>
          <p:cNvSpPr>
            <a:spLocks noGrp="1"/>
          </p:cNvSpPr>
          <p:nvPr/>
        </p:nvSpPr>
        <p:spPr>
          <a:xfrm>
            <a:off x="7858862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7" name="Stage1_sixpanel_8958">
            <a:extLst>
              <a:ext uri="{FF2B5EF4-FFF2-40B4-BE49-F238E27FC236}">
                <a16:creationId xmlns:a16="http://schemas.microsoft.com/office/drawing/2014/main" id="{EA06A107-EE81-4EB4-92DB-430950D1FF10}"/>
              </a:ext>
            </a:extLst>
          </p:cNvPr>
          <p:cNvSpPr>
            <a:spLocks noGrp="1"/>
          </p:cNvSpPr>
          <p:nvPr/>
        </p:nvSpPr>
        <p:spPr>
          <a:xfrm>
            <a:off x="7859266" y="2396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8" name="Stage1_sixpanel_8959">
            <a:extLst>
              <a:ext uri="{FF2B5EF4-FFF2-40B4-BE49-F238E27FC236}">
                <a16:creationId xmlns:a16="http://schemas.microsoft.com/office/drawing/2014/main" id="{6C5D8BF1-58F0-4AAC-8879-AED8E9F75B44}"/>
              </a:ext>
            </a:extLst>
          </p:cNvPr>
          <p:cNvSpPr>
            <a:spLocks noGrp="1"/>
          </p:cNvSpPr>
          <p:nvPr/>
        </p:nvSpPr>
        <p:spPr>
          <a:xfrm>
            <a:off x="782866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9" name="Stage1_sixpanel_8960">
            <a:extLst>
              <a:ext uri="{FF2B5EF4-FFF2-40B4-BE49-F238E27FC236}">
                <a16:creationId xmlns:a16="http://schemas.microsoft.com/office/drawing/2014/main" id="{A99048ED-5CE5-4D2F-9EE0-2D8C8919EA66}"/>
              </a:ext>
            </a:extLst>
          </p:cNvPr>
          <p:cNvSpPr>
            <a:spLocks noGrp="1"/>
          </p:cNvSpPr>
          <p:nvPr/>
        </p:nvSpPr>
        <p:spPr>
          <a:xfrm>
            <a:off x="795924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0" name="Stage1_sixpanel_8961">
            <a:extLst>
              <a:ext uri="{FF2B5EF4-FFF2-40B4-BE49-F238E27FC236}">
                <a16:creationId xmlns:a16="http://schemas.microsoft.com/office/drawing/2014/main" id="{9663227D-CF4A-420E-8C21-ADD5B333A994}"/>
              </a:ext>
            </a:extLst>
          </p:cNvPr>
          <p:cNvSpPr>
            <a:spLocks noGrp="1"/>
          </p:cNvSpPr>
          <p:nvPr/>
        </p:nvSpPr>
        <p:spPr>
          <a:xfrm>
            <a:off x="7899623" y="24525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1" name="Stage1_sixpanel_8962">
            <a:extLst>
              <a:ext uri="{FF2B5EF4-FFF2-40B4-BE49-F238E27FC236}">
                <a16:creationId xmlns:a16="http://schemas.microsoft.com/office/drawing/2014/main" id="{C9F7B684-C86C-4742-A8D5-8DD2A6FBF49C}"/>
              </a:ext>
            </a:extLst>
          </p:cNvPr>
          <p:cNvSpPr>
            <a:spLocks noGrp="1"/>
          </p:cNvSpPr>
          <p:nvPr/>
        </p:nvSpPr>
        <p:spPr>
          <a:xfrm>
            <a:off x="7811433" y="12272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2" name="Stage1_sixpanel_8963">
            <a:extLst>
              <a:ext uri="{FF2B5EF4-FFF2-40B4-BE49-F238E27FC236}">
                <a16:creationId xmlns:a16="http://schemas.microsoft.com/office/drawing/2014/main" id="{E426D52C-452B-4E81-8B33-D727F6F4862B}"/>
              </a:ext>
            </a:extLst>
          </p:cNvPr>
          <p:cNvSpPr>
            <a:spLocks noGrp="1"/>
          </p:cNvSpPr>
          <p:nvPr/>
        </p:nvSpPr>
        <p:spPr>
          <a:xfrm>
            <a:off x="796400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3" name="Stage1_sixpanel_8964">
            <a:extLst>
              <a:ext uri="{FF2B5EF4-FFF2-40B4-BE49-F238E27FC236}">
                <a16:creationId xmlns:a16="http://schemas.microsoft.com/office/drawing/2014/main" id="{3C439B77-CB14-43FE-9399-DB3554209468}"/>
              </a:ext>
            </a:extLst>
          </p:cNvPr>
          <p:cNvSpPr>
            <a:spLocks noGrp="1"/>
          </p:cNvSpPr>
          <p:nvPr/>
        </p:nvSpPr>
        <p:spPr>
          <a:xfrm>
            <a:off x="7806632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4" name="Stage1_sixpanel_8965">
            <a:extLst>
              <a:ext uri="{FF2B5EF4-FFF2-40B4-BE49-F238E27FC236}">
                <a16:creationId xmlns:a16="http://schemas.microsoft.com/office/drawing/2014/main" id="{681AE466-FBDB-4AED-B45B-CE7C6B0CF525}"/>
              </a:ext>
            </a:extLst>
          </p:cNvPr>
          <p:cNvSpPr>
            <a:spLocks noGrp="1"/>
          </p:cNvSpPr>
          <p:nvPr/>
        </p:nvSpPr>
        <p:spPr>
          <a:xfrm>
            <a:off x="7934835" y="22008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5" name="Stage1_sixpanel_8966">
            <a:extLst>
              <a:ext uri="{FF2B5EF4-FFF2-40B4-BE49-F238E27FC236}">
                <a16:creationId xmlns:a16="http://schemas.microsoft.com/office/drawing/2014/main" id="{E0E1F44D-FD6B-41CD-A693-C470A4EBF4A2}"/>
              </a:ext>
            </a:extLst>
          </p:cNvPr>
          <p:cNvSpPr>
            <a:spLocks noGrp="1"/>
          </p:cNvSpPr>
          <p:nvPr/>
        </p:nvSpPr>
        <p:spPr>
          <a:xfrm>
            <a:off x="7846068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6" name="Stage1_sixpanel_8967">
            <a:extLst>
              <a:ext uri="{FF2B5EF4-FFF2-40B4-BE49-F238E27FC236}">
                <a16:creationId xmlns:a16="http://schemas.microsoft.com/office/drawing/2014/main" id="{AF184936-0CB7-4EEE-9E40-81FB9543201A}"/>
              </a:ext>
            </a:extLst>
          </p:cNvPr>
          <p:cNvSpPr>
            <a:spLocks noGrp="1"/>
          </p:cNvSpPr>
          <p:nvPr/>
        </p:nvSpPr>
        <p:spPr>
          <a:xfrm>
            <a:off x="7846810" y="2396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7" name="Stage1_sixpanel_8968">
            <a:extLst>
              <a:ext uri="{FF2B5EF4-FFF2-40B4-BE49-F238E27FC236}">
                <a16:creationId xmlns:a16="http://schemas.microsoft.com/office/drawing/2014/main" id="{98653A06-B162-40FD-851F-E996A5355B1F}"/>
              </a:ext>
            </a:extLst>
          </p:cNvPr>
          <p:cNvSpPr>
            <a:spLocks noGrp="1"/>
          </p:cNvSpPr>
          <p:nvPr/>
        </p:nvSpPr>
        <p:spPr>
          <a:xfrm>
            <a:off x="7940584" y="19601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8" name="Stage1_sixpanel_8969">
            <a:extLst>
              <a:ext uri="{FF2B5EF4-FFF2-40B4-BE49-F238E27FC236}">
                <a16:creationId xmlns:a16="http://schemas.microsoft.com/office/drawing/2014/main" id="{F4CB7675-0EA2-45F3-BF79-4373D8F83B0A}"/>
              </a:ext>
            </a:extLst>
          </p:cNvPr>
          <p:cNvSpPr>
            <a:spLocks noGrp="1"/>
          </p:cNvSpPr>
          <p:nvPr/>
        </p:nvSpPr>
        <p:spPr>
          <a:xfrm>
            <a:off x="7825390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9" name="Stage1_sixpanel_8970">
            <a:extLst>
              <a:ext uri="{FF2B5EF4-FFF2-40B4-BE49-F238E27FC236}">
                <a16:creationId xmlns:a16="http://schemas.microsoft.com/office/drawing/2014/main" id="{9D6CC822-9351-4D02-BDE6-BA3DB8BAC366}"/>
              </a:ext>
            </a:extLst>
          </p:cNvPr>
          <p:cNvSpPr>
            <a:spLocks noGrp="1"/>
          </p:cNvSpPr>
          <p:nvPr/>
        </p:nvSpPr>
        <p:spPr>
          <a:xfrm>
            <a:off x="7928268" y="16188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0" name="Stage1_sixpanel_8971">
            <a:extLst>
              <a:ext uri="{FF2B5EF4-FFF2-40B4-BE49-F238E27FC236}">
                <a16:creationId xmlns:a16="http://schemas.microsoft.com/office/drawing/2014/main" id="{86145FC2-F5E1-4D05-AA69-DE1FE40DADE9}"/>
              </a:ext>
            </a:extLst>
          </p:cNvPr>
          <p:cNvSpPr>
            <a:spLocks noGrp="1"/>
          </p:cNvSpPr>
          <p:nvPr/>
        </p:nvSpPr>
        <p:spPr>
          <a:xfrm>
            <a:off x="792660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1" name="Stage1_sixpanel_8972">
            <a:extLst>
              <a:ext uri="{FF2B5EF4-FFF2-40B4-BE49-F238E27FC236}">
                <a16:creationId xmlns:a16="http://schemas.microsoft.com/office/drawing/2014/main" id="{F60FC88A-700F-450C-B6EF-96697A457700}"/>
              </a:ext>
            </a:extLst>
          </p:cNvPr>
          <p:cNvSpPr>
            <a:spLocks noGrp="1"/>
          </p:cNvSpPr>
          <p:nvPr/>
        </p:nvSpPr>
        <p:spPr>
          <a:xfrm>
            <a:off x="7931774" y="191927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2" name="Stage1_sixpanel_8973">
            <a:extLst>
              <a:ext uri="{FF2B5EF4-FFF2-40B4-BE49-F238E27FC236}">
                <a16:creationId xmlns:a16="http://schemas.microsoft.com/office/drawing/2014/main" id="{8235A881-CD42-4996-B0DD-CF21287F715C}"/>
              </a:ext>
            </a:extLst>
          </p:cNvPr>
          <p:cNvSpPr>
            <a:spLocks noGrp="1"/>
          </p:cNvSpPr>
          <p:nvPr/>
        </p:nvSpPr>
        <p:spPr>
          <a:xfrm>
            <a:off x="781381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3" name="Stage1_sixpanel_8974">
            <a:extLst>
              <a:ext uri="{FF2B5EF4-FFF2-40B4-BE49-F238E27FC236}">
                <a16:creationId xmlns:a16="http://schemas.microsoft.com/office/drawing/2014/main" id="{8BD5E97E-F17D-4046-ADBD-2A333FBA287E}"/>
              </a:ext>
            </a:extLst>
          </p:cNvPr>
          <p:cNvSpPr>
            <a:spLocks noGrp="1"/>
          </p:cNvSpPr>
          <p:nvPr/>
        </p:nvSpPr>
        <p:spPr>
          <a:xfrm>
            <a:off x="7841136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4" name="Stage1_sixpanel_8975">
            <a:extLst>
              <a:ext uri="{FF2B5EF4-FFF2-40B4-BE49-F238E27FC236}">
                <a16:creationId xmlns:a16="http://schemas.microsoft.com/office/drawing/2014/main" id="{30882066-B0D6-45F3-AD39-A2F42491189E}"/>
              </a:ext>
            </a:extLst>
          </p:cNvPr>
          <p:cNvSpPr>
            <a:spLocks noGrp="1"/>
          </p:cNvSpPr>
          <p:nvPr/>
        </p:nvSpPr>
        <p:spPr>
          <a:xfrm>
            <a:off x="786452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5" name="Stage1_sixpanel_8976">
            <a:extLst>
              <a:ext uri="{FF2B5EF4-FFF2-40B4-BE49-F238E27FC236}">
                <a16:creationId xmlns:a16="http://schemas.microsoft.com/office/drawing/2014/main" id="{F6C6FDC1-A664-46D7-952C-7797A1482082}"/>
              </a:ext>
            </a:extLst>
          </p:cNvPr>
          <p:cNvSpPr>
            <a:spLocks noGrp="1"/>
          </p:cNvSpPr>
          <p:nvPr/>
        </p:nvSpPr>
        <p:spPr>
          <a:xfrm>
            <a:off x="794149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6" name="Stage1_sixpanel_8977">
            <a:extLst>
              <a:ext uri="{FF2B5EF4-FFF2-40B4-BE49-F238E27FC236}">
                <a16:creationId xmlns:a16="http://schemas.microsoft.com/office/drawing/2014/main" id="{2E3875A3-4A95-4AF5-8D7A-F3ED4D06A51C}"/>
              </a:ext>
            </a:extLst>
          </p:cNvPr>
          <p:cNvSpPr>
            <a:spLocks noGrp="1"/>
          </p:cNvSpPr>
          <p:nvPr/>
        </p:nvSpPr>
        <p:spPr>
          <a:xfrm>
            <a:off x="792131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7" name="Stage1_sixpanel_8978">
            <a:extLst>
              <a:ext uri="{FF2B5EF4-FFF2-40B4-BE49-F238E27FC236}">
                <a16:creationId xmlns:a16="http://schemas.microsoft.com/office/drawing/2014/main" id="{0B4C5D6C-021A-436A-9710-99152EB220D6}"/>
              </a:ext>
            </a:extLst>
          </p:cNvPr>
          <p:cNvSpPr>
            <a:spLocks noGrp="1"/>
          </p:cNvSpPr>
          <p:nvPr/>
        </p:nvSpPr>
        <p:spPr>
          <a:xfrm>
            <a:off x="7894802" y="25793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8" name="Stage1_sixpanel_8979">
            <a:extLst>
              <a:ext uri="{FF2B5EF4-FFF2-40B4-BE49-F238E27FC236}">
                <a16:creationId xmlns:a16="http://schemas.microsoft.com/office/drawing/2014/main" id="{45B0277D-165B-45D6-B613-D4B78B9D21E2}"/>
              </a:ext>
            </a:extLst>
          </p:cNvPr>
          <p:cNvSpPr>
            <a:spLocks noGrp="1"/>
          </p:cNvSpPr>
          <p:nvPr/>
        </p:nvSpPr>
        <p:spPr>
          <a:xfrm>
            <a:off x="795516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9" name="Stage1_sixpanel_8980">
            <a:extLst>
              <a:ext uri="{FF2B5EF4-FFF2-40B4-BE49-F238E27FC236}">
                <a16:creationId xmlns:a16="http://schemas.microsoft.com/office/drawing/2014/main" id="{FC750E5D-3DCD-4347-9DD7-7DAE4C411F11}"/>
              </a:ext>
            </a:extLst>
          </p:cNvPr>
          <p:cNvSpPr>
            <a:spLocks noGrp="1"/>
          </p:cNvSpPr>
          <p:nvPr/>
        </p:nvSpPr>
        <p:spPr>
          <a:xfrm>
            <a:off x="790064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0" name="Stage1_sixpanel_8981">
            <a:extLst>
              <a:ext uri="{FF2B5EF4-FFF2-40B4-BE49-F238E27FC236}">
                <a16:creationId xmlns:a16="http://schemas.microsoft.com/office/drawing/2014/main" id="{BAEEB474-F072-4D4A-8913-3D8B94069CC6}"/>
              </a:ext>
            </a:extLst>
          </p:cNvPr>
          <p:cNvSpPr>
            <a:spLocks noGrp="1"/>
          </p:cNvSpPr>
          <p:nvPr/>
        </p:nvSpPr>
        <p:spPr>
          <a:xfrm>
            <a:off x="7864393" y="25948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1" name="Stage1_sixpanel_8982">
            <a:extLst>
              <a:ext uri="{FF2B5EF4-FFF2-40B4-BE49-F238E27FC236}">
                <a16:creationId xmlns:a16="http://schemas.microsoft.com/office/drawing/2014/main" id="{85D70AD8-30A2-44A5-8568-07CAD75B6D43}"/>
              </a:ext>
            </a:extLst>
          </p:cNvPr>
          <p:cNvSpPr>
            <a:spLocks noGrp="1"/>
          </p:cNvSpPr>
          <p:nvPr/>
        </p:nvSpPr>
        <p:spPr>
          <a:xfrm>
            <a:off x="7959576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2" name="Stage1_sixpanel_8983">
            <a:extLst>
              <a:ext uri="{FF2B5EF4-FFF2-40B4-BE49-F238E27FC236}">
                <a16:creationId xmlns:a16="http://schemas.microsoft.com/office/drawing/2014/main" id="{AC10DEFA-229F-4985-AB7F-D292B6E3B6B1}"/>
              </a:ext>
            </a:extLst>
          </p:cNvPr>
          <p:cNvSpPr>
            <a:spLocks noGrp="1"/>
          </p:cNvSpPr>
          <p:nvPr/>
        </p:nvSpPr>
        <p:spPr>
          <a:xfrm>
            <a:off x="786432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3" name="Stage1_sixpanel_8984">
            <a:extLst>
              <a:ext uri="{FF2B5EF4-FFF2-40B4-BE49-F238E27FC236}">
                <a16:creationId xmlns:a16="http://schemas.microsoft.com/office/drawing/2014/main" id="{DDAE90A9-D6ED-47F9-93AB-2E18D843EF22}"/>
              </a:ext>
            </a:extLst>
          </p:cNvPr>
          <p:cNvSpPr>
            <a:spLocks noGrp="1"/>
          </p:cNvSpPr>
          <p:nvPr/>
        </p:nvSpPr>
        <p:spPr>
          <a:xfrm>
            <a:off x="789079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4" name="Stage1_sixpanel_8985">
            <a:extLst>
              <a:ext uri="{FF2B5EF4-FFF2-40B4-BE49-F238E27FC236}">
                <a16:creationId xmlns:a16="http://schemas.microsoft.com/office/drawing/2014/main" id="{52256827-842E-46FB-8643-121C535EF9C1}"/>
              </a:ext>
            </a:extLst>
          </p:cNvPr>
          <p:cNvSpPr>
            <a:spLocks noGrp="1"/>
          </p:cNvSpPr>
          <p:nvPr/>
        </p:nvSpPr>
        <p:spPr>
          <a:xfrm>
            <a:off x="794834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5" name="Stage1_sixpanel_8986">
            <a:extLst>
              <a:ext uri="{FF2B5EF4-FFF2-40B4-BE49-F238E27FC236}">
                <a16:creationId xmlns:a16="http://schemas.microsoft.com/office/drawing/2014/main" id="{4840FF8B-9285-4B6E-9F6D-022E1209BADB}"/>
              </a:ext>
            </a:extLst>
          </p:cNvPr>
          <p:cNvSpPr>
            <a:spLocks noGrp="1"/>
          </p:cNvSpPr>
          <p:nvPr/>
        </p:nvSpPr>
        <p:spPr>
          <a:xfrm>
            <a:off x="788759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6" name="Stage1_sixpanel_8987">
            <a:extLst>
              <a:ext uri="{FF2B5EF4-FFF2-40B4-BE49-F238E27FC236}">
                <a16:creationId xmlns:a16="http://schemas.microsoft.com/office/drawing/2014/main" id="{7E5FD50A-C292-4120-A02A-D082902B4659}"/>
              </a:ext>
            </a:extLst>
          </p:cNvPr>
          <p:cNvSpPr>
            <a:spLocks noGrp="1"/>
          </p:cNvSpPr>
          <p:nvPr/>
        </p:nvSpPr>
        <p:spPr>
          <a:xfrm>
            <a:off x="791771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7" name="Stage1_sixpanel_8988">
            <a:extLst>
              <a:ext uri="{FF2B5EF4-FFF2-40B4-BE49-F238E27FC236}">
                <a16:creationId xmlns:a16="http://schemas.microsoft.com/office/drawing/2014/main" id="{C32ACC58-E53B-4E28-9FC5-ABA54ECBF350}"/>
              </a:ext>
            </a:extLst>
          </p:cNvPr>
          <p:cNvSpPr>
            <a:spLocks noGrp="1"/>
          </p:cNvSpPr>
          <p:nvPr/>
        </p:nvSpPr>
        <p:spPr>
          <a:xfrm>
            <a:off x="7794852" y="259008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8" name="Stage1_sixpanel_8989">
            <a:extLst>
              <a:ext uri="{FF2B5EF4-FFF2-40B4-BE49-F238E27FC236}">
                <a16:creationId xmlns:a16="http://schemas.microsoft.com/office/drawing/2014/main" id="{B7B5D635-D162-418B-86A6-847E69194D50}"/>
              </a:ext>
            </a:extLst>
          </p:cNvPr>
          <p:cNvSpPr>
            <a:spLocks noGrp="1"/>
          </p:cNvSpPr>
          <p:nvPr/>
        </p:nvSpPr>
        <p:spPr>
          <a:xfrm>
            <a:off x="7955871" y="223100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9" name="Stage1_sixpanel_8990">
            <a:extLst>
              <a:ext uri="{FF2B5EF4-FFF2-40B4-BE49-F238E27FC236}">
                <a16:creationId xmlns:a16="http://schemas.microsoft.com/office/drawing/2014/main" id="{57A3E0BC-BCE8-41DA-A1D0-BC03B90EF0D8}"/>
              </a:ext>
            </a:extLst>
          </p:cNvPr>
          <p:cNvSpPr>
            <a:spLocks noGrp="1"/>
          </p:cNvSpPr>
          <p:nvPr/>
        </p:nvSpPr>
        <p:spPr>
          <a:xfrm>
            <a:off x="7844069" y="257773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0" name="Stage1_sixpanel_8991">
            <a:extLst>
              <a:ext uri="{FF2B5EF4-FFF2-40B4-BE49-F238E27FC236}">
                <a16:creationId xmlns:a16="http://schemas.microsoft.com/office/drawing/2014/main" id="{F36525D7-2839-45B8-AA06-231CA364A54A}"/>
              </a:ext>
            </a:extLst>
          </p:cNvPr>
          <p:cNvSpPr>
            <a:spLocks noGrp="1"/>
          </p:cNvSpPr>
          <p:nvPr/>
        </p:nvSpPr>
        <p:spPr>
          <a:xfrm>
            <a:off x="783199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1" name="Stage1_sixpanel_8992">
            <a:extLst>
              <a:ext uri="{FF2B5EF4-FFF2-40B4-BE49-F238E27FC236}">
                <a16:creationId xmlns:a16="http://schemas.microsoft.com/office/drawing/2014/main" id="{625C240D-E30D-4F43-B2FE-CB247981E676}"/>
              </a:ext>
            </a:extLst>
          </p:cNvPr>
          <p:cNvSpPr>
            <a:spLocks noGrp="1"/>
          </p:cNvSpPr>
          <p:nvPr/>
        </p:nvSpPr>
        <p:spPr>
          <a:xfrm>
            <a:off x="793017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2" name="Stage1_sixpanel_8993">
            <a:extLst>
              <a:ext uri="{FF2B5EF4-FFF2-40B4-BE49-F238E27FC236}">
                <a16:creationId xmlns:a16="http://schemas.microsoft.com/office/drawing/2014/main" id="{9BF48F1A-6FE5-48D9-AB31-C7004074432F}"/>
              </a:ext>
            </a:extLst>
          </p:cNvPr>
          <p:cNvSpPr>
            <a:spLocks noGrp="1"/>
          </p:cNvSpPr>
          <p:nvPr/>
        </p:nvSpPr>
        <p:spPr>
          <a:xfrm>
            <a:off x="794761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3" name="Stage1_sixpanel_8994">
            <a:extLst>
              <a:ext uri="{FF2B5EF4-FFF2-40B4-BE49-F238E27FC236}">
                <a16:creationId xmlns:a16="http://schemas.microsoft.com/office/drawing/2014/main" id="{0A3C29E5-2881-4CF2-AE81-9BFBE6E9D1CF}"/>
              </a:ext>
            </a:extLst>
          </p:cNvPr>
          <p:cNvSpPr>
            <a:spLocks noGrp="1"/>
          </p:cNvSpPr>
          <p:nvPr/>
        </p:nvSpPr>
        <p:spPr>
          <a:xfrm>
            <a:off x="795130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4" name="Stage1_sixpanel_8995">
            <a:extLst>
              <a:ext uri="{FF2B5EF4-FFF2-40B4-BE49-F238E27FC236}">
                <a16:creationId xmlns:a16="http://schemas.microsoft.com/office/drawing/2014/main" id="{AC8F96B8-BD4B-42CE-A3CE-94CC26A2DC11}"/>
              </a:ext>
            </a:extLst>
          </p:cNvPr>
          <p:cNvSpPr>
            <a:spLocks noGrp="1"/>
          </p:cNvSpPr>
          <p:nvPr/>
        </p:nvSpPr>
        <p:spPr>
          <a:xfrm>
            <a:off x="788579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5" name="Stage1_sixpanel_8996">
            <a:extLst>
              <a:ext uri="{FF2B5EF4-FFF2-40B4-BE49-F238E27FC236}">
                <a16:creationId xmlns:a16="http://schemas.microsoft.com/office/drawing/2014/main" id="{C0905688-5D70-4AB6-B48C-4239CDE830C9}"/>
              </a:ext>
            </a:extLst>
          </p:cNvPr>
          <p:cNvSpPr>
            <a:spLocks noGrp="1"/>
          </p:cNvSpPr>
          <p:nvPr/>
        </p:nvSpPr>
        <p:spPr>
          <a:xfrm>
            <a:off x="7873972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6" name="Stage1_sixpanel_8997">
            <a:extLst>
              <a:ext uri="{FF2B5EF4-FFF2-40B4-BE49-F238E27FC236}">
                <a16:creationId xmlns:a16="http://schemas.microsoft.com/office/drawing/2014/main" id="{1557ED75-2772-4D2D-9850-D1BAE78D83B2}"/>
              </a:ext>
            </a:extLst>
          </p:cNvPr>
          <p:cNvSpPr>
            <a:spLocks noGrp="1"/>
          </p:cNvSpPr>
          <p:nvPr/>
        </p:nvSpPr>
        <p:spPr>
          <a:xfrm>
            <a:off x="780237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7" name="Stage1_sixpanel_8998">
            <a:extLst>
              <a:ext uri="{FF2B5EF4-FFF2-40B4-BE49-F238E27FC236}">
                <a16:creationId xmlns:a16="http://schemas.microsoft.com/office/drawing/2014/main" id="{CAC9DCDC-D2D9-45DF-A972-0916B2FF436D}"/>
              </a:ext>
            </a:extLst>
          </p:cNvPr>
          <p:cNvSpPr>
            <a:spLocks noGrp="1"/>
          </p:cNvSpPr>
          <p:nvPr/>
        </p:nvSpPr>
        <p:spPr>
          <a:xfrm>
            <a:off x="7921521" y="1999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8" name="Stage1_sixpanel_8999">
            <a:extLst>
              <a:ext uri="{FF2B5EF4-FFF2-40B4-BE49-F238E27FC236}">
                <a16:creationId xmlns:a16="http://schemas.microsoft.com/office/drawing/2014/main" id="{0078BDEE-50A0-412D-980A-6BCC3115F35E}"/>
              </a:ext>
            </a:extLst>
          </p:cNvPr>
          <p:cNvSpPr>
            <a:spLocks noGrp="1"/>
          </p:cNvSpPr>
          <p:nvPr/>
        </p:nvSpPr>
        <p:spPr>
          <a:xfrm>
            <a:off x="7860721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9" name="Stage1_sixpanel_9000">
            <a:extLst>
              <a:ext uri="{FF2B5EF4-FFF2-40B4-BE49-F238E27FC236}">
                <a16:creationId xmlns:a16="http://schemas.microsoft.com/office/drawing/2014/main" id="{602339B8-6BF0-4AF4-894C-A68A8136E7AC}"/>
              </a:ext>
            </a:extLst>
          </p:cNvPr>
          <p:cNvSpPr>
            <a:spLocks noGrp="1"/>
          </p:cNvSpPr>
          <p:nvPr/>
        </p:nvSpPr>
        <p:spPr>
          <a:xfrm>
            <a:off x="7854796" y="226523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0" name="Stage1_sixpanel_9001">
            <a:extLst>
              <a:ext uri="{FF2B5EF4-FFF2-40B4-BE49-F238E27FC236}">
                <a16:creationId xmlns:a16="http://schemas.microsoft.com/office/drawing/2014/main" id="{5C981971-056E-4CCB-BC48-4AE338524B3E}"/>
              </a:ext>
            </a:extLst>
          </p:cNvPr>
          <p:cNvSpPr>
            <a:spLocks noGrp="1"/>
          </p:cNvSpPr>
          <p:nvPr/>
        </p:nvSpPr>
        <p:spPr>
          <a:xfrm>
            <a:off x="786072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1" name="Stage1_sixpanel_9002">
            <a:extLst>
              <a:ext uri="{FF2B5EF4-FFF2-40B4-BE49-F238E27FC236}">
                <a16:creationId xmlns:a16="http://schemas.microsoft.com/office/drawing/2014/main" id="{CD72AF78-7B8D-48EA-BFC5-880EDC53BA58}"/>
              </a:ext>
            </a:extLst>
          </p:cNvPr>
          <p:cNvSpPr>
            <a:spLocks noGrp="1"/>
          </p:cNvSpPr>
          <p:nvPr/>
        </p:nvSpPr>
        <p:spPr>
          <a:xfrm>
            <a:off x="793646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2" name="Stage1_sixpanel_9003">
            <a:extLst>
              <a:ext uri="{FF2B5EF4-FFF2-40B4-BE49-F238E27FC236}">
                <a16:creationId xmlns:a16="http://schemas.microsoft.com/office/drawing/2014/main" id="{2A79A47A-A4DA-4BDA-850D-324DCA67D135}"/>
              </a:ext>
            </a:extLst>
          </p:cNvPr>
          <p:cNvSpPr>
            <a:spLocks noGrp="1"/>
          </p:cNvSpPr>
          <p:nvPr/>
        </p:nvSpPr>
        <p:spPr>
          <a:xfrm>
            <a:off x="7807971" y="17422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3" name="Stage1_sixpanel_9004">
            <a:extLst>
              <a:ext uri="{FF2B5EF4-FFF2-40B4-BE49-F238E27FC236}">
                <a16:creationId xmlns:a16="http://schemas.microsoft.com/office/drawing/2014/main" id="{16FEB0F2-5CBB-4CA5-8B23-3FD1C327368C}"/>
              </a:ext>
            </a:extLst>
          </p:cNvPr>
          <p:cNvSpPr>
            <a:spLocks noGrp="1"/>
          </p:cNvSpPr>
          <p:nvPr/>
        </p:nvSpPr>
        <p:spPr>
          <a:xfrm>
            <a:off x="787309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4" name="Stage1_sixpanel_9005">
            <a:extLst>
              <a:ext uri="{FF2B5EF4-FFF2-40B4-BE49-F238E27FC236}">
                <a16:creationId xmlns:a16="http://schemas.microsoft.com/office/drawing/2014/main" id="{3F5EB756-D62E-4D62-85C8-2184D6E95DBD}"/>
              </a:ext>
            </a:extLst>
          </p:cNvPr>
          <p:cNvSpPr>
            <a:spLocks noGrp="1"/>
          </p:cNvSpPr>
          <p:nvPr/>
        </p:nvSpPr>
        <p:spPr>
          <a:xfrm>
            <a:off x="7938066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5" name="Stage1_sixpanel_9006">
            <a:extLst>
              <a:ext uri="{FF2B5EF4-FFF2-40B4-BE49-F238E27FC236}">
                <a16:creationId xmlns:a16="http://schemas.microsoft.com/office/drawing/2014/main" id="{0874CFD3-1537-405A-9CB1-B4D30341877F}"/>
              </a:ext>
            </a:extLst>
          </p:cNvPr>
          <p:cNvSpPr>
            <a:spLocks noGrp="1"/>
          </p:cNvSpPr>
          <p:nvPr/>
        </p:nvSpPr>
        <p:spPr>
          <a:xfrm>
            <a:off x="781129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6" name="Stage1_sixpanel_9007">
            <a:extLst>
              <a:ext uri="{FF2B5EF4-FFF2-40B4-BE49-F238E27FC236}">
                <a16:creationId xmlns:a16="http://schemas.microsoft.com/office/drawing/2014/main" id="{FE02507D-D2E6-4032-821C-E03C5E6D88D5}"/>
              </a:ext>
            </a:extLst>
          </p:cNvPr>
          <p:cNvSpPr>
            <a:spLocks noGrp="1"/>
          </p:cNvSpPr>
          <p:nvPr/>
        </p:nvSpPr>
        <p:spPr>
          <a:xfrm>
            <a:off x="7914573" y="249995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7" name="Stage1_sixpanel_9008">
            <a:extLst>
              <a:ext uri="{FF2B5EF4-FFF2-40B4-BE49-F238E27FC236}">
                <a16:creationId xmlns:a16="http://schemas.microsoft.com/office/drawing/2014/main" id="{D510B3F3-DC58-48CD-B0D1-130F00B22FAB}"/>
              </a:ext>
            </a:extLst>
          </p:cNvPr>
          <p:cNvSpPr>
            <a:spLocks noGrp="1"/>
          </p:cNvSpPr>
          <p:nvPr/>
        </p:nvSpPr>
        <p:spPr>
          <a:xfrm>
            <a:off x="6032731" y="259533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8" name="Stage1_sixpanel_9009">
            <a:extLst>
              <a:ext uri="{FF2B5EF4-FFF2-40B4-BE49-F238E27FC236}">
                <a16:creationId xmlns:a16="http://schemas.microsoft.com/office/drawing/2014/main" id="{714AB2B9-379C-4895-B0E3-269AB264DD17}"/>
              </a:ext>
            </a:extLst>
          </p:cNvPr>
          <p:cNvSpPr>
            <a:spLocks noGrp="1"/>
          </p:cNvSpPr>
          <p:nvPr/>
        </p:nvSpPr>
        <p:spPr>
          <a:xfrm>
            <a:off x="5973451" y="25638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9" name="Stage1_sixpanel_9010">
            <a:extLst>
              <a:ext uri="{FF2B5EF4-FFF2-40B4-BE49-F238E27FC236}">
                <a16:creationId xmlns:a16="http://schemas.microsoft.com/office/drawing/2014/main" id="{188D21B2-2E1E-454E-9C38-97F25BAC3F60}"/>
              </a:ext>
            </a:extLst>
          </p:cNvPr>
          <p:cNvSpPr>
            <a:spLocks noGrp="1"/>
          </p:cNvSpPr>
          <p:nvPr/>
        </p:nvSpPr>
        <p:spPr>
          <a:xfrm>
            <a:off x="60228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0" name="Stage1_sixpanel_9011">
            <a:extLst>
              <a:ext uri="{FF2B5EF4-FFF2-40B4-BE49-F238E27FC236}">
                <a16:creationId xmlns:a16="http://schemas.microsoft.com/office/drawing/2014/main" id="{11D30CE3-61BA-4447-BE54-DA29D3306F6A}"/>
              </a:ext>
            </a:extLst>
          </p:cNvPr>
          <p:cNvSpPr>
            <a:spLocks noGrp="1"/>
          </p:cNvSpPr>
          <p:nvPr/>
        </p:nvSpPr>
        <p:spPr>
          <a:xfrm>
            <a:off x="6066654" y="257929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1" name="Stage1_sixpanel_9012">
            <a:extLst>
              <a:ext uri="{FF2B5EF4-FFF2-40B4-BE49-F238E27FC236}">
                <a16:creationId xmlns:a16="http://schemas.microsoft.com/office/drawing/2014/main" id="{734157CE-44B9-4695-9374-2FA5477DCBBB}"/>
              </a:ext>
            </a:extLst>
          </p:cNvPr>
          <p:cNvSpPr>
            <a:spLocks noGrp="1"/>
          </p:cNvSpPr>
          <p:nvPr/>
        </p:nvSpPr>
        <p:spPr>
          <a:xfrm>
            <a:off x="5988689" y="25957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2" name="Stage1_sixpanel_9013">
            <a:extLst>
              <a:ext uri="{FF2B5EF4-FFF2-40B4-BE49-F238E27FC236}">
                <a16:creationId xmlns:a16="http://schemas.microsoft.com/office/drawing/2014/main" id="{A03AD337-1398-4F82-880C-B2056E071F35}"/>
              </a:ext>
            </a:extLst>
          </p:cNvPr>
          <p:cNvSpPr>
            <a:spLocks noGrp="1"/>
          </p:cNvSpPr>
          <p:nvPr/>
        </p:nvSpPr>
        <p:spPr>
          <a:xfrm>
            <a:off x="5989713" y="21243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3" name="Stage1_sixpanel_9014">
            <a:extLst>
              <a:ext uri="{FF2B5EF4-FFF2-40B4-BE49-F238E27FC236}">
                <a16:creationId xmlns:a16="http://schemas.microsoft.com/office/drawing/2014/main" id="{7B598582-E1ED-49BF-B928-6541AB25B288}"/>
              </a:ext>
            </a:extLst>
          </p:cNvPr>
          <p:cNvSpPr>
            <a:spLocks noGrp="1"/>
          </p:cNvSpPr>
          <p:nvPr/>
        </p:nvSpPr>
        <p:spPr>
          <a:xfrm>
            <a:off x="5974811" y="242016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4" name="Stage1_sixpanel_9015">
            <a:extLst>
              <a:ext uri="{FF2B5EF4-FFF2-40B4-BE49-F238E27FC236}">
                <a16:creationId xmlns:a16="http://schemas.microsoft.com/office/drawing/2014/main" id="{637D0AD5-EA44-4F01-A21E-4F6A2B15562B}"/>
              </a:ext>
            </a:extLst>
          </p:cNvPr>
          <p:cNvSpPr>
            <a:spLocks noGrp="1"/>
          </p:cNvSpPr>
          <p:nvPr/>
        </p:nvSpPr>
        <p:spPr>
          <a:xfrm>
            <a:off x="5932921" y="259505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5" name="Stage1_sixpanel_9016">
            <a:extLst>
              <a:ext uri="{FF2B5EF4-FFF2-40B4-BE49-F238E27FC236}">
                <a16:creationId xmlns:a16="http://schemas.microsoft.com/office/drawing/2014/main" id="{53F52D91-56EA-463B-98AA-F4D2D213797D}"/>
              </a:ext>
            </a:extLst>
          </p:cNvPr>
          <p:cNvSpPr>
            <a:spLocks noGrp="1"/>
          </p:cNvSpPr>
          <p:nvPr/>
        </p:nvSpPr>
        <p:spPr>
          <a:xfrm>
            <a:off x="6042647" y="235640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6" name="Stage1_sixpanel_9017">
            <a:extLst>
              <a:ext uri="{FF2B5EF4-FFF2-40B4-BE49-F238E27FC236}">
                <a16:creationId xmlns:a16="http://schemas.microsoft.com/office/drawing/2014/main" id="{9EFD0915-8D39-4655-9CF0-D08C8ADED2B0}"/>
              </a:ext>
            </a:extLst>
          </p:cNvPr>
          <p:cNvSpPr>
            <a:spLocks noGrp="1"/>
          </p:cNvSpPr>
          <p:nvPr/>
        </p:nvSpPr>
        <p:spPr>
          <a:xfrm>
            <a:off x="6013004" y="258941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7" name="Stage1_sixpanel_9018">
            <a:extLst>
              <a:ext uri="{FF2B5EF4-FFF2-40B4-BE49-F238E27FC236}">
                <a16:creationId xmlns:a16="http://schemas.microsoft.com/office/drawing/2014/main" id="{EED8A16E-5525-4879-B946-1BD77F77390A}"/>
              </a:ext>
            </a:extLst>
          </p:cNvPr>
          <p:cNvSpPr>
            <a:spLocks noGrp="1"/>
          </p:cNvSpPr>
          <p:nvPr/>
        </p:nvSpPr>
        <p:spPr>
          <a:xfrm>
            <a:off x="6001114" y="231464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8" name="Stage1_sixpanel_9019">
            <a:extLst>
              <a:ext uri="{FF2B5EF4-FFF2-40B4-BE49-F238E27FC236}">
                <a16:creationId xmlns:a16="http://schemas.microsoft.com/office/drawing/2014/main" id="{42D12301-913F-405F-A9F2-3858E6A32283}"/>
              </a:ext>
            </a:extLst>
          </p:cNvPr>
          <p:cNvSpPr>
            <a:spLocks noGrp="1"/>
          </p:cNvSpPr>
          <p:nvPr/>
        </p:nvSpPr>
        <p:spPr>
          <a:xfrm>
            <a:off x="5929259" y="25310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9" name="Stage1_sixpanel_9020">
            <a:extLst>
              <a:ext uri="{FF2B5EF4-FFF2-40B4-BE49-F238E27FC236}">
                <a16:creationId xmlns:a16="http://schemas.microsoft.com/office/drawing/2014/main" id="{EBEE38CD-DCD6-49E9-8A31-D1CFCEA71F28}"/>
              </a:ext>
            </a:extLst>
          </p:cNvPr>
          <p:cNvSpPr>
            <a:spLocks noGrp="1"/>
          </p:cNvSpPr>
          <p:nvPr/>
        </p:nvSpPr>
        <p:spPr>
          <a:xfrm>
            <a:off x="6070282" y="255000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0" name="Stage1_sixpanel_9021">
            <a:extLst>
              <a:ext uri="{FF2B5EF4-FFF2-40B4-BE49-F238E27FC236}">
                <a16:creationId xmlns:a16="http://schemas.microsoft.com/office/drawing/2014/main" id="{DAEAAB89-3DC3-4090-86D0-9B4969CBA360}"/>
              </a:ext>
            </a:extLst>
          </p:cNvPr>
          <p:cNvSpPr>
            <a:spLocks noGrp="1"/>
          </p:cNvSpPr>
          <p:nvPr/>
        </p:nvSpPr>
        <p:spPr>
          <a:xfrm>
            <a:off x="608483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1" name="Stage1_sixpanel_9022">
            <a:extLst>
              <a:ext uri="{FF2B5EF4-FFF2-40B4-BE49-F238E27FC236}">
                <a16:creationId xmlns:a16="http://schemas.microsoft.com/office/drawing/2014/main" id="{55D120B3-CD45-4824-9871-C138F89ED6D1}"/>
              </a:ext>
            </a:extLst>
          </p:cNvPr>
          <p:cNvSpPr>
            <a:spLocks noGrp="1"/>
          </p:cNvSpPr>
          <p:nvPr/>
        </p:nvSpPr>
        <p:spPr>
          <a:xfrm>
            <a:off x="5942818" y="211904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2" name="Stage1_sixpanel_9023">
            <a:extLst>
              <a:ext uri="{FF2B5EF4-FFF2-40B4-BE49-F238E27FC236}">
                <a16:creationId xmlns:a16="http://schemas.microsoft.com/office/drawing/2014/main" id="{EE148685-2C2A-4646-B6DB-901CCFD966FD}"/>
              </a:ext>
            </a:extLst>
          </p:cNvPr>
          <p:cNvSpPr>
            <a:spLocks noGrp="1"/>
          </p:cNvSpPr>
          <p:nvPr/>
        </p:nvSpPr>
        <p:spPr>
          <a:xfrm>
            <a:off x="591987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3" name="Stage1_sixpanel_9024">
            <a:extLst>
              <a:ext uri="{FF2B5EF4-FFF2-40B4-BE49-F238E27FC236}">
                <a16:creationId xmlns:a16="http://schemas.microsoft.com/office/drawing/2014/main" id="{BCF84C22-5B44-4302-AD8C-BA1F0954A10F}"/>
              </a:ext>
            </a:extLst>
          </p:cNvPr>
          <p:cNvSpPr>
            <a:spLocks noGrp="1"/>
          </p:cNvSpPr>
          <p:nvPr/>
        </p:nvSpPr>
        <p:spPr>
          <a:xfrm>
            <a:off x="6070696" y="256791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4" name="Stage1_sixpanel_9025">
            <a:extLst>
              <a:ext uri="{FF2B5EF4-FFF2-40B4-BE49-F238E27FC236}">
                <a16:creationId xmlns:a16="http://schemas.microsoft.com/office/drawing/2014/main" id="{D13D6CF7-FD37-45F6-A5EA-8C6509495DDF}"/>
              </a:ext>
            </a:extLst>
          </p:cNvPr>
          <p:cNvSpPr>
            <a:spLocks noGrp="1"/>
          </p:cNvSpPr>
          <p:nvPr/>
        </p:nvSpPr>
        <p:spPr>
          <a:xfrm>
            <a:off x="5961125" y="240396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5" name="Stage1_sixpanel_9026">
            <a:extLst>
              <a:ext uri="{FF2B5EF4-FFF2-40B4-BE49-F238E27FC236}">
                <a16:creationId xmlns:a16="http://schemas.microsoft.com/office/drawing/2014/main" id="{7FF36811-1C5A-4480-9C57-8D07B5041EB1}"/>
              </a:ext>
            </a:extLst>
          </p:cNvPr>
          <p:cNvSpPr>
            <a:spLocks noGrp="1"/>
          </p:cNvSpPr>
          <p:nvPr/>
        </p:nvSpPr>
        <p:spPr>
          <a:xfrm>
            <a:off x="5959892" y="220868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6" name="Stage1_sixpanel_9027">
            <a:extLst>
              <a:ext uri="{FF2B5EF4-FFF2-40B4-BE49-F238E27FC236}">
                <a16:creationId xmlns:a16="http://schemas.microsoft.com/office/drawing/2014/main" id="{F48B34D7-0BEB-4FC0-81BB-FA0A6DEB6CCE}"/>
              </a:ext>
            </a:extLst>
          </p:cNvPr>
          <p:cNvSpPr>
            <a:spLocks noGrp="1"/>
          </p:cNvSpPr>
          <p:nvPr/>
        </p:nvSpPr>
        <p:spPr>
          <a:xfrm>
            <a:off x="601773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7" name="Stage1_sixpanel_9028">
            <a:extLst>
              <a:ext uri="{FF2B5EF4-FFF2-40B4-BE49-F238E27FC236}">
                <a16:creationId xmlns:a16="http://schemas.microsoft.com/office/drawing/2014/main" id="{FFB7CE95-2EC5-4D9B-B4F1-DC6E26ABD2DD}"/>
              </a:ext>
            </a:extLst>
          </p:cNvPr>
          <p:cNvSpPr>
            <a:spLocks noGrp="1"/>
          </p:cNvSpPr>
          <p:nvPr/>
        </p:nvSpPr>
        <p:spPr>
          <a:xfrm>
            <a:off x="6028352" y="260247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8" name="Stage1_sixpanel_9029">
            <a:extLst>
              <a:ext uri="{FF2B5EF4-FFF2-40B4-BE49-F238E27FC236}">
                <a16:creationId xmlns:a16="http://schemas.microsoft.com/office/drawing/2014/main" id="{3DF19C49-B13E-4641-B4EE-16FBEF9F1F7C}"/>
              </a:ext>
            </a:extLst>
          </p:cNvPr>
          <p:cNvSpPr>
            <a:spLocks noGrp="1"/>
          </p:cNvSpPr>
          <p:nvPr/>
        </p:nvSpPr>
        <p:spPr>
          <a:xfrm>
            <a:off x="608753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9" name="Stage1_sixpanel_9030">
            <a:extLst>
              <a:ext uri="{FF2B5EF4-FFF2-40B4-BE49-F238E27FC236}">
                <a16:creationId xmlns:a16="http://schemas.microsoft.com/office/drawing/2014/main" id="{A5722D7D-3809-4BB6-94F9-CCB45575E0CF}"/>
              </a:ext>
            </a:extLst>
          </p:cNvPr>
          <p:cNvSpPr>
            <a:spLocks noGrp="1"/>
          </p:cNvSpPr>
          <p:nvPr/>
        </p:nvSpPr>
        <p:spPr>
          <a:xfrm>
            <a:off x="6002557" y="24859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0" name="Stage1_sixpanel_9031">
            <a:extLst>
              <a:ext uri="{FF2B5EF4-FFF2-40B4-BE49-F238E27FC236}">
                <a16:creationId xmlns:a16="http://schemas.microsoft.com/office/drawing/2014/main" id="{CCCA23D1-88B9-4659-97F0-1FC4E41CB39B}"/>
              </a:ext>
            </a:extLst>
          </p:cNvPr>
          <p:cNvSpPr>
            <a:spLocks noGrp="1"/>
          </p:cNvSpPr>
          <p:nvPr/>
        </p:nvSpPr>
        <p:spPr>
          <a:xfrm>
            <a:off x="6021493" y="172565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1" name="Stage1_sixpanel_9032">
            <a:extLst>
              <a:ext uri="{FF2B5EF4-FFF2-40B4-BE49-F238E27FC236}">
                <a16:creationId xmlns:a16="http://schemas.microsoft.com/office/drawing/2014/main" id="{213567BD-3DFD-4B1B-8A8A-2F1AD5BEFCB1}"/>
              </a:ext>
            </a:extLst>
          </p:cNvPr>
          <p:cNvSpPr>
            <a:spLocks noGrp="1"/>
          </p:cNvSpPr>
          <p:nvPr/>
        </p:nvSpPr>
        <p:spPr>
          <a:xfrm>
            <a:off x="599094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2" name="Stage1_sixpanel_9033">
            <a:extLst>
              <a:ext uri="{FF2B5EF4-FFF2-40B4-BE49-F238E27FC236}">
                <a16:creationId xmlns:a16="http://schemas.microsoft.com/office/drawing/2014/main" id="{3D669B4A-E9CB-49B8-8BF2-0E779FAA2D75}"/>
              </a:ext>
            </a:extLst>
          </p:cNvPr>
          <p:cNvSpPr>
            <a:spLocks noGrp="1"/>
          </p:cNvSpPr>
          <p:nvPr/>
        </p:nvSpPr>
        <p:spPr>
          <a:xfrm>
            <a:off x="5934172" y="259208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3" name="Stage1_sixpanel_9034">
            <a:extLst>
              <a:ext uri="{FF2B5EF4-FFF2-40B4-BE49-F238E27FC236}">
                <a16:creationId xmlns:a16="http://schemas.microsoft.com/office/drawing/2014/main" id="{1740D1F3-AA05-4E84-A2C9-42558DAB141A}"/>
              </a:ext>
            </a:extLst>
          </p:cNvPr>
          <p:cNvSpPr>
            <a:spLocks noGrp="1"/>
          </p:cNvSpPr>
          <p:nvPr/>
        </p:nvSpPr>
        <p:spPr>
          <a:xfrm>
            <a:off x="593480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4" name="Stage1_sixpanel_9035">
            <a:extLst>
              <a:ext uri="{FF2B5EF4-FFF2-40B4-BE49-F238E27FC236}">
                <a16:creationId xmlns:a16="http://schemas.microsoft.com/office/drawing/2014/main" id="{C03D2BDB-1E6E-4DEB-9B44-667B09040634}"/>
              </a:ext>
            </a:extLst>
          </p:cNvPr>
          <p:cNvSpPr>
            <a:spLocks noGrp="1"/>
          </p:cNvSpPr>
          <p:nvPr/>
        </p:nvSpPr>
        <p:spPr>
          <a:xfrm>
            <a:off x="5974509" y="17173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5" name="Stage1_sixpanel_9036">
            <a:extLst>
              <a:ext uri="{FF2B5EF4-FFF2-40B4-BE49-F238E27FC236}">
                <a16:creationId xmlns:a16="http://schemas.microsoft.com/office/drawing/2014/main" id="{51333452-C1D4-4FD6-92EC-B25DE47CDE8C}"/>
              </a:ext>
            </a:extLst>
          </p:cNvPr>
          <p:cNvSpPr>
            <a:spLocks noGrp="1"/>
          </p:cNvSpPr>
          <p:nvPr/>
        </p:nvSpPr>
        <p:spPr>
          <a:xfrm>
            <a:off x="593065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6" name="Stage1_sixpanel_9037">
            <a:extLst>
              <a:ext uri="{FF2B5EF4-FFF2-40B4-BE49-F238E27FC236}">
                <a16:creationId xmlns:a16="http://schemas.microsoft.com/office/drawing/2014/main" id="{38167D15-A02D-440E-9BF8-A3E61CC2C706}"/>
              </a:ext>
            </a:extLst>
          </p:cNvPr>
          <p:cNvSpPr>
            <a:spLocks noGrp="1"/>
          </p:cNvSpPr>
          <p:nvPr/>
        </p:nvSpPr>
        <p:spPr>
          <a:xfrm>
            <a:off x="5956308" y="251747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7" name="Stage1_sixpanel_9038">
            <a:extLst>
              <a:ext uri="{FF2B5EF4-FFF2-40B4-BE49-F238E27FC236}">
                <a16:creationId xmlns:a16="http://schemas.microsoft.com/office/drawing/2014/main" id="{41493F6C-D6BA-4E06-8B44-B1ACEFCE550D}"/>
              </a:ext>
            </a:extLst>
          </p:cNvPr>
          <p:cNvSpPr>
            <a:spLocks noGrp="1"/>
          </p:cNvSpPr>
          <p:nvPr/>
        </p:nvSpPr>
        <p:spPr>
          <a:xfrm>
            <a:off x="6056673" y="248933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8" name="Stage1_sixpanel_9039">
            <a:extLst>
              <a:ext uri="{FF2B5EF4-FFF2-40B4-BE49-F238E27FC236}">
                <a16:creationId xmlns:a16="http://schemas.microsoft.com/office/drawing/2014/main" id="{E857D4CD-77EC-4DEE-A82D-B9BD45B6C691}"/>
              </a:ext>
            </a:extLst>
          </p:cNvPr>
          <p:cNvSpPr>
            <a:spLocks noGrp="1"/>
          </p:cNvSpPr>
          <p:nvPr/>
        </p:nvSpPr>
        <p:spPr>
          <a:xfrm>
            <a:off x="5996524" y="238793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9" name="Stage1_sixpanel_9040">
            <a:extLst>
              <a:ext uri="{FF2B5EF4-FFF2-40B4-BE49-F238E27FC236}">
                <a16:creationId xmlns:a16="http://schemas.microsoft.com/office/drawing/2014/main" id="{34DA9209-62FC-4E1D-9527-1839F93459EE}"/>
              </a:ext>
            </a:extLst>
          </p:cNvPr>
          <p:cNvSpPr>
            <a:spLocks noGrp="1"/>
          </p:cNvSpPr>
          <p:nvPr/>
        </p:nvSpPr>
        <p:spPr>
          <a:xfrm>
            <a:off x="6017354" y="17162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0" name="Stage1_sixpanel_9041">
            <a:extLst>
              <a:ext uri="{FF2B5EF4-FFF2-40B4-BE49-F238E27FC236}">
                <a16:creationId xmlns:a16="http://schemas.microsoft.com/office/drawing/2014/main" id="{DA9EE2F3-419B-424F-A63C-43610F0C3B0A}"/>
              </a:ext>
            </a:extLst>
          </p:cNvPr>
          <p:cNvSpPr>
            <a:spLocks noGrp="1"/>
          </p:cNvSpPr>
          <p:nvPr/>
        </p:nvSpPr>
        <p:spPr>
          <a:xfrm>
            <a:off x="6047731" y="25970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1" name="Stage1_sixpanel_9042">
            <a:extLst>
              <a:ext uri="{FF2B5EF4-FFF2-40B4-BE49-F238E27FC236}">
                <a16:creationId xmlns:a16="http://schemas.microsoft.com/office/drawing/2014/main" id="{3F2F029A-B61B-40DC-9866-B47C91878BEA}"/>
              </a:ext>
            </a:extLst>
          </p:cNvPr>
          <p:cNvSpPr>
            <a:spLocks noGrp="1"/>
          </p:cNvSpPr>
          <p:nvPr/>
        </p:nvSpPr>
        <p:spPr>
          <a:xfrm>
            <a:off x="5978688" y="260117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2" name="Stage1_sixpanel_9043">
            <a:extLst>
              <a:ext uri="{FF2B5EF4-FFF2-40B4-BE49-F238E27FC236}">
                <a16:creationId xmlns:a16="http://schemas.microsoft.com/office/drawing/2014/main" id="{AB1B7BF6-1D72-47C4-BAAE-B1832528E950}"/>
              </a:ext>
            </a:extLst>
          </p:cNvPr>
          <p:cNvSpPr>
            <a:spLocks noGrp="1"/>
          </p:cNvSpPr>
          <p:nvPr/>
        </p:nvSpPr>
        <p:spPr>
          <a:xfrm>
            <a:off x="603348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3" name="Stage1_sixpanel_9044">
            <a:extLst>
              <a:ext uri="{FF2B5EF4-FFF2-40B4-BE49-F238E27FC236}">
                <a16:creationId xmlns:a16="http://schemas.microsoft.com/office/drawing/2014/main" id="{F33E0BE0-368A-405F-889E-C6D6877B01FB}"/>
              </a:ext>
            </a:extLst>
          </p:cNvPr>
          <p:cNvSpPr>
            <a:spLocks noGrp="1"/>
          </p:cNvSpPr>
          <p:nvPr/>
        </p:nvSpPr>
        <p:spPr>
          <a:xfrm>
            <a:off x="6033433" y="260042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4" name="Stage1_sixpanel_9045">
            <a:extLst>
              <a:ext uri="{FF2B5EF4-FFF2-40B4-BE49-F238E27FC236}">
                <a16:creationId xmlns:a16="http://schemas.microsoft.com/office/drawing/2014/main" id="{F49988F8-02E6-4920-B231-167AA41FE3AB}"/>
              </a:ext>
            </a:extLst>
          </p:cNvPr>
          <p:cNvSpPr>
            <a:spLocks noGrp="1"/>
          </p:cNvSpPr>
          <p:nvPr/>
        </p:nvSpPr>
        <p:spPr>
          <a:xfrm>
            <a:off x="5972264" y="25872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5" name="Stage1_sixpanel_9046">
            <a:extLst>
              <a:ext uri="{FF2B5EF4-FFF2-40B4-BE49-F238E27FC236}">
                <a16:creationId xmlns:a16="http://schemas.microsoft.com/office/drawing/2014/main" id="{30AADA0F-7B00-48E7-B9F8-8E06C67EAAA4}"/>
              </a:ext>
            </a:extLst>
          </p:cNvPr>
          <p:cNvSpPr>
            <a:spLocks noGrp="1"/>
          </p:cNvSpPr>
          <p:nvPr/>
        </p:nvSpPr>
        <p:spPr>
          <a:xfrm>
            <a:off x="592496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6" name="Stage1_sixpanel_9047">
            <a:extLst>
              <a:ext uri="{FF2B5EF4-FFF2-40B4-BE49-F238E27FC236}">
                <a16:creationId xmlns:a16="http://schemas.microsoft.com/office/drawing/2014/main" id="{620A249B-2E85-49DD-86E5-EC3B2410171F}"/>
              </a:ext>
            </a:extLst>
          </p:cNvPr>
          <p:cNvSpPr>
            <a:spLocks noGrp="1"/>
          </p:cNvSpPr>
          <p:nvPr/>
        </p:nvSpPr>
        <p:spPr>
          <a:xfrm>
            <a:off x="6058543" y="260035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7" name="Stage1_sixpanel_9048">
            <a:extLst>
              <a:ext uri="{FF2B5EF4-FFF2-40B4-BE49-F238E27FC236}">
                <a16:creationId xmlns:a16="http://schemas.microsoft.com/office/drawing/2014/main" id="{7588795A-785E-425B-B6E6-66AA3D01F603}"/>
              </a:ext>
            </a:extLst>
          </p:cNvPr>
          <p:cNvSpPr>
            <a:spLocks noGrp="1"/>
          </p:cNvSpPr>
          <p:nvPr/>
        </p:nvSpPr>
        <p:spPr>
          <a:xfrm>
            <a:off x="5952370" y="260117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8" name="Stage1_sixpanel_9049">
            <a:extLst>
              <a:ext uri="{FF2B5EF4-FFF2-40B4-BE49-F238E27FC236}">
                <a16:creationId xmlns:a16="http://schemas.microsoft.com/office/drawing/2014/main" id="{F5D1366C-AEC5-48C8-9279-A36FE90AAF49}"/>
              </a:ext>
            </a:extLst>
          </p:cNvPr>
          <p:cNvSpPr>
            <a:spLocks noGrp="1"/>
          </p:cNvSpPr>
          <p:nvPr/>
        </p:nvSpPr>
        <p:spPr>
          <a:xfrm>
            <a:off x="6004982" y="256605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9" name="Stage1_sixpanel_9050">
            <a:extLst>
              <a:ext uri="{FF2B5EF4-FFF2-40B4-BE49-F238E27FC236}">
                <a16:creationId xmlns:a16="http://schemas.microsoft.com/office/drawing/2014/main" id="{07601C96-FB74-4B96-AAAB-353452F73ACF}"/>
              </a:ext>
            </a:extLst>
          </p:cNvPr>
          <p:cNvSpPr>
            <a:spLocks noGrp="1"/>
          </p:cNvSpPr>
          <p:nvPr/>
        </p:nvSpPr>
        <p:spPr>
          <a:xfrm>
            <a:off x="5937226" y="254197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0" name="Stage1_sixpanel_9051">
            <a:extLst>
              <a:ext uri="{FF2B5EF4-FFF2-40B4-BE49-F238E27FC236}">
                <a16:creationId xmlns:a16="http://schemas.microsoft.com/office/drawing/2014/main" id="{BEBB294D-EB1E-4F3A-B2D9-B5C0FD293F1D}"/>
              </a:ext>
            </a:extLst>
          </p:cNvPr>
          <p:cNvSpPr>
            <a:spLocks noGrp="1"/>
          </p:cNvSpPr>
          <p:nvPr/>
        </p:nvSpPr>
        <p:spPr>
          <a:xfrm>
            <a:off x="5944109" y="259029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1" name="Stage1_sixpanel_9052">
            <a:extLst>
              <a:ext uri="{FF2B5EF4-FFF2-40B4-BE49-F238E27FC236}">
                <a16:creationId xmlns:a16="http://schemas.microsoft.com/office/drawing/2014/main" id="{611288C8-0F4F-4FA0-9365-6BC1DB4EEE51}"/>
              </a:ext>
            </a:extLst>
          </p:cNvPr>
          <p:cNvSpPr>
            <a:spLocks noGrp="1"/>
          </p:cNvSpPr>
          <p:nvPr/>
        </p:nvSpPr>
        <p:spPr>
          <a:xfrm>
            <a:off x="5954222" y="191230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2" name="Stage1_sixpanel_9053">
            <a:extLst>
              <a:ext uri="{FF2B5EF4-FFF2-40B4-BE49-F238E27FC236}">
                <a16:creationId xmlns:a16="http://schemas.microsoft.com/office/drawing/2014/main" id="{5464C4FF-0C21-418A-A52E-1935B194ABC9}"/>
              </a:ext>
            </a:extLst>
          </p:cNvPr>
          <p:cNvSpPr>
            <a:spLocks noGrp="1"/>
          </p:cNvSpPr>
          <p:nvPr/>
        </p:nvSpPr>
        <p:spPr>
          <a:xfrm>
            <a:off x="592118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3" name="Stage1_sixpanel_9054">
            <a:extLst>
              <a:ext uri="{FF2B5EF4-FFF2-40B4-BE49-F238E27FC236}">
                <a16:creationId xmlns:a16="http://schemas.microsoft.com/office/drawing/2014/main" id="{E834FA9F-D8EB-424F-9049-A57B7E71719A}"/>
              </a:ext>
            </a:extLst>
          </p:cNvPr>
          <p:cNvSpPr>
            <a:spLocks noGrp="1"/>
          </p:cNvSpPr>
          <p:nvPr/>
        </p:nvSpPr>
        <p:spPr>
          <a:xfrm>
            <a:off x="6074944" y="255796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4" name="Stage1_sixpanel_9055">
            <a:extLst>
              <a:ext uri="{FF2B5EF4-FFF2-40B4-BE49-F238E27FC236}">
                <a16:creationId xmlns:a16="http://schemas.microsoft.com/office/drawing/2014/main" id="{B30874E9-DC19-4CAE-A843-FE3B53D586CB}"/>
              </a:ext>
            </a:extLst>
          </p:cNvPr>
          <p:cNvSpPr>
            <a:spLocks noGrp="1"/>
          </p:cNvSpPr>
          <p:nvPr/>
        </p:nvSpPr>
        <p:spPr>
          <a:xfrm>
            <a:off x="5929868" y="25842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5" name="Stage1_sixpanel_9056">
            <a:extLst>
              <a:ext uri="{FF2B5EF4-FFF2-40B4-BE49-F238E27FC236}">
                <a16:creationId xmlns:a16="http://schemas.microsoft.com/office/drawing/2014/main" id="{43244E33-A966-401B-BE38-CF557CEB7323}"/>
              </a:ext>
            </a:extLst>
          </p:cNvPr>
          <p:cNvSpPr>
            <a:spLocks noGrp="1"/>
          </p:cNvSpPr>
          <p:nvPr/>
        </p:nvSpPr>
        <p:spPr>
          <a:xfrm>
            <a:off x="5933773" y="252475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6" name="Stage1_sixpanel_9057">
            <a:extLst>
              <a:ext uri="{FF2B5EF4-FFF2-40B4-BE49-F238E27FC236}">
                <a16:creationId xmlns:a16="http://schemas.microsoft.com/office/drawing/2014/main" id="{C7E1C262-8E28-40F1-AC9E-49C4A9F1E914}"/>
              </a:ext>
            </a:extLst>
          </p:cNvPr>
          <p:cNvSpPr>
            <a:spLocks noGrp="1"/>
          </p:cNvSpPr>
          <p:nvPr/>
        </p:nvSpPr>
        <p:spPr>
          <a:xfrm>
            <a:off x="607293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7" name="Stage1_sixpanel_9058">
            <a:extLst>
              <a:ext uri="{FF2B5EF4-FFF2-40B4-BE49-F238E27FC236}">
                <a16:creationId xmlns:a16="http://schemas.microsoft.com/office/drawing/2014/main" id="{9F7CCAC3-D533-4F67-8D60-8AD3CEC8DCD9}"/>
              </a:ext>
            </a:extLst>
          </p:cNvPr>
          <p:cNvSpPr>
            <a:spLocks noGrp="1"/>
          </p:cNvSpPr>
          <p:nvPr/>
        </p:nvSpPr>
        <p:spPr>
          <a:xfrm>
            <a:off x="6010734" y="259236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8" name="Stage1_sixpanel_9059">
            <a:extLst>
              <a:ext uri="{FF2B5EF4-FFF2-40B4-BE49-F238E27FC236}">
                <a16:creationId xmlns:a16="http://schemas.microsoft.com/office/drawing/2014/main" id="{3C97CB35-BCC9-4EC5-AE4A-E34C193D0CBB}"/>
              </a:ext>
            </a:extLst>
          </p:cNvPr>
          <p:cNvSpPr>
            <a:spLocks noGrp="1"/>
          </p:cNvSpPr>
          <p:nvPr/>
        </p:nvSpPr>
        <p:spPr>
          <a:xfrm>
            <a:off x="6020773" y="257070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9" name="Stage1_sixpanel_9060">
            <a:extLst>
              <a:ext uri="{FF2B5EF4-FFF2-40B4-BE49-F238E27FC236}">
                <a16:creationId xmlns:a16="http://schemas.microsoft.com/office/drawing/2014/main" id="{92C475C0-D3F0-4A04-B05D-3A8BE5CAF658}"/>
              </a:ext>
            </a:extLst>
          </p:cNvPr>
          <p:cNvSpPr>
            <a:spLocks noGrp="1"/>
          </p:cNvSpPr>
          <p:nvPr/>
        </p:nvSpPr>
        <p:spPr>
          <a:xfrm>
            <a:off x="5991531" y="25944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0" name="Stage1_sixpanel_9061">
            <a:extLst>
              <a:ext uri="{FF2B5EF4-FFF2-40B4-BE49-F238E27FC236}">
                <a16:creationId xmlns:a16="http://schemas.microsoft.com/office/drawing/2014/main" id="{E14DA94C-5326-4B5A-9606-6939BE3761D7}"/>
              </a:ext>
            </a:extLst>
          </p:cNvPr>
          <p:cNvSpPr>
            <a:spLocks noGrp="1"/>
          </p:cNvSpPr>
          <p:nvPr/>
        </p:nvSpPr>
        <p:spPr>
          <a:xfrm>
            <a:off x="5977901" y="25840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1" name="Stage1_sixpanel_9062">
            <a:extLst>
              <a:ext uri="{FF2B5EF4-FFF2-40B4-BE49-F238E27FC236}">
                <a16:creationId xmlns:a16="http://schemas.microsoft.com/office/drawing/2014/main" id="{78F38BA4-B3E1-4141-9931-00E8EC1A3347}"/>
              </a:ext>
            </a:extLst>
          </p:cNvPr>
          <p:cNvSpPr>
            <a:spLocks noGrp="1"/>
          </p:cNvSpPr>
          <p:nvPr/>
        </p:nvSpPr>
        <p:spPr>
          <a:xfrm>
            <a:off x="5946994" y="237888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2" name="Stage1_sixpanel_9063">
            <a:extLst>
              <a:ext uri="{FF2B5EF4-FFF2-40B4-BE49-F238E27FC236}">
                <a16:creationId xmlns:a16="http://schemas.microsoft.com/office/drawing/2014/main" id="{2DF4A2EF-243B-4E15-9ED6-37293463628D}"/>
              </a:ext>
            </a:extLst>
          </p:cNvPr>
          <p:cNvSpPr>
            <a:spLocks noGrp="1"/>
          </p:cNvSpPr>
          <p:nvPr/>
        </p:nvSpPr>
        <p:spPr>
          <a:xfrm>
            <a:off x="5976883" y="25742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3" name="Stage1_sixpanel_9064">
            <a:extLst>
              <a:ext uri="{FF2B5EF4-FFF2-40B4-BE49-F238E27FC236}">
                <a16:creationId xmlns:a16="http://schemas.microsoft.com/office/drawing/2014/main" id="{7E4E2217-F0A1-4017-969D-9C6605688C7A}"/>
              </a:ext>
            </a:extLst>
          </p:cNvPr>
          <p:cNvSpPr>
            <a:spLocks noGrp="1"/>
          </p:cNvSpPr>
          <p:nvPr/>
        </p:nvSpPr>
        <p:spPr>
          <a:xfrm>
            <a:off x="6009455" y="257279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4" name="Stage1_sixpanel_9065">
            <a:extLst>
              <a:ext uri="{FF2B5EF4-FFF2-40B4-BE49-F238E27FC236}">
                <a16:creationId xmlns:a16="http://schemas.microsoft.com/office/drawing/2014/main" id="{E180D909-4792-462E-B6E5-35C51E00F8D8}"/>
              </a:ext>
            </a:extLst>
          </p:cNvPr>
          <p:cNvSpPr>
            <a:spLocks noGrp="1"/>
          </p:cNvSpPr>
          <p:nvPr/>
        </p:nvSpPr>
        <p:spPr>
          <a:xfrm>
            <a:off x="6029233" y="253350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5" name="Stage1_sixpanel_9066">
            <a:extLst>
              <a:ext uri="{FF2B5EF4-FFF2-40B4-BE49-F238E27FC236}">
                <a16:creationId xmlns:a16="http://schemas.microsoft.com/office/drawing/2014/main" id="{B3FEF99E-A251-46C1-93BB-74DBE49BFF95}"/>
              </a:ext>
            </a:extLst>
          </p:cNvPr>
          <p:cNvSpPr>
            <a:spLocks noGrp="1"/>
          </p:cNvSpPr>
          <p:nvPr/>
        </p:nvSpPr>
        <p:spPr>
          <a:xfrm>
            <a:off x="5943077" y="25069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6" name="Stage1_sixpanel_9067">
            <a:extLst>
              <a:ext uri="{FF2B5EF4-FFF2-40B4-BE49-F238E27FC236}">
                <a16:creationId xmlns:a16="http://schemas.microsoft.com/office/drawing/2014/main" id="{2F9B5577-275B-4510-885F-2E97F06B655D}"/>
              </a:ext>
            </a:extLst>
          </p:cNvPr>
          <p:cNvSpPr>
            <a:spLocks noGrp="1"/>
          </p:cNvSpPr>
          <p:nvPr/>
        </p:nvSpPr>
        <p:spPr>
          <a:xfrm>
            <a:off x="6061787" y="258573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7" name="Stage1_sixpanel_9068">
            <a:extLst>
              <a:ext uri="{FF2B5EF4-FFF2-40B4-BE49-F238E27FC236}">
                <a16:creationId xmlns:a16="http://schemas.microsoft.com/office/drawing/2014/main" id="{5B3D1D3F-3609-4E24-91F3-DE60E7EB61CE}"/>
              </a:ext>
            </a:extLst>
          </p:cNvPr>
          <p:cNvSpPr>
            <a:spLocks noGrp="1"/>
          </p:cNvSpPr>
          <p:nvPr/>
        </p:nvSpPr>
        <p:spPr>
          <a:xfrm>
            <a:off x="6036209" y="24725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8" name="Stage1_sixpanel_9069">
            <a:extLst>
              <a:ext uri="{FF2B5EF4-FFF2-40B4-BE49-F238E27FC236}">
                <a16:creationId xmlns:a16="http://schemas.microsoft.com/office/drawing/2014/main" id="{B8064861-CF29-4E82-B508-1DE49AA47071}"/>
              </a:ext>
            </a:extLst>
          </p:cNvPr>
          <p:cNvSpPr>
            <a:spLocks noGrp="1"/>
          </p:cNvSpPr>
          <p:nvPr/>
        </p:nvSpPr>
        <p:spPr>
          <a:xfrm>
            <a:off x="601744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9" name="Stage1_sixpanel_9070">
            <a:extLst>
              <a:ext uri="{FF2B5EF4-FFF2-40B4-BE49-F238E27FC236}">
                <a16:creationId xmlns:a16="http://schemas.microsoft.com/office/drawing/2014/main" id="{F91924BA-2C22-4021-BB09-52CC19826C70}"/>
              </a:ext>
            </a:extLst>
          </p:cNvPr>
          <p:cNvSpPr>
            <a:spLocks noGrp="1"/>
          </p:cNvSpPr>
          <p:nvPr/>
        </p:nvSpPr>
        <p:spPr>
          <a:xfrm>
            <a:off x="5988100" y="259107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0" name="Stage1_sixpanel_9071">
            <a:extLst>
              <a:ext uri="{FF2B5EF4-FFF2-40B4-BE49-F238E27FC236}">
                <a16:creationId xmlns:a16="http://schemas.microsoft.com/office/drawing/2014/main" id="{B33006F4-8A4C-48EA-A32E-485645E71515}"/>
              </a:ext>
            </a:extLst>
          </p:cNvPr>
          <p:cNvSpPr>
            <a:spLocks noGrp="1"/>
          </p:cNvSpPr>
          <p:nvPr/>
        </p:nvSpPr>
        <p:spPr>
          <a:xfrm>
            <a:off x="5996764" y="23480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1" name="Stage1_sixpanel_9072">
            <a:extLst>
              <a:ext uri="{FF2B5EF4-FFF2-40B4-BE49-F238E27FC236}">
                <a16:creationId xmlns:a16="http://schemas.microsoft.com/office/drawing/2014/main" id="{50230200-52A5-4F87-BD1D-20EC63FDFB82}"/>
              </a:ext>
            </a:extLst>
          </p:cNvPr>
          <p:cNvSpPr>
            <a:spLocks noGrp="1"/>
          </p:cNvSpPr>
          <p:nvPr/>
        </p:nvSpPr>
        <p:spPr>
          <a:xfrm>
            <a:off x="6052386" y="255452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2" name="Stage1_sixpanel_9073">
            <a:extLst>
              <a:ext uri="{FF2B5EF4-FFF2-40B4-BE49-F238E27FC236}">
                <a16:creationId xmlns:a16="http://schemas.microsoft.com/office/drawing/2014/main" id="{27F720AC-EA93-4680-A07D-09F0288A5D71}"/>
              </a:ext>
            </a:extLst>
          </p:cNvPr>
          <p:cNvSpPr>
            <a:spLocks noGrp="1"/>
          </p:cNvSpPr>
          <p:nvPr/>
        </p:nvSpPr>
        <p:spPr>
          <a:xfrm>
            <a:off x="6007985" y="224630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3" name="Stage1_sixpanel_9074">
            <a:extLst>
              <a:ext uri="{FF2B5EF4-FFF2-40B4-BE49-F238E27FC236}">
                <a16:creationId xmlns:a16="http://schemas.microsoft.com/office/drawing/2014/main" id="{78F00D13-CAED-4D04-A326-2D42ECDA5B74}"/>
              </a:ext>
            </a:extLst>
          </p:cNvPr>
          <p:cNvSpPr>
            <a:spLocks noGrp="1"/>
          </p:cNvSpPr>
          <p:nvPr/>
        </p:nvSpPr>
        <p:spPr>
          <a:xfrm>
            <a:off x="5924955" y="259793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4" name="Stage1_sixpanel_9075">
            <a:extLst>
              <a:ext uri="{FF2B5EF4-FFF2-40B4-BE49-F238E27FC236}">
                <a16:creationId xmlns:a16="http://schemas.microsoft.com/office/drawing/2014/main" id="{A907F4E2-15D5-4055-9D35-7EC7F5F858C1}"/>
              </a:ext>
            </a:extLst>
          </p:cNvPr>
          <p:cNvSpPr>
            <a:spLocks noGrp="1"/>
          </p:cNvSpPr>
          <p:nvPr/>
        </p:nvSpPr>
        <p:spPr>
          <a:xfrm>
            <a:off x="6011250" y="247221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5" name="Stage1_sixpanel_9076">
            <a:extLst>
              <a:ext uri="{FF2B5EF4-FFF2-40B4-BE49-F238E27FC236}">
                <a16:creationId xmlns:a16="http://schemas.microsoft.com/office/drawing/2014/main" id="{62D03F18-F0AC-43FC-8A94-764BF2628AF4}"/>
              </a:ext>
            </a:extLst>
          </p:cNvPr>
          <p:cNvSpPr>
            <a:spLocks noGrp="1"/>
          </p:cNvSpPr>
          <p:nvPr/>
        </p:nvSpPr>
        <p:spPr>
          <a:xfrm>
            <a:off x="6061181" y="25951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6" name="Stage1_sixpanel_9077">
            <a:extLst>
              <a:ext uri="{FF2B5EF4-FFF2-40B4-BE49-F238E27FC236}">
                <a16:creationId xmlns:a16="http://schemas.microsoft.com/office/drawing/2014/main" id="{3747B80E-6466-4846-8B91-23C9C3D9F1AA}"/>
              </a:ext>
            </a:extLst>
          </p:cNvPr>
          <p:cNvSpPr>
            <a:spLocks noGrp="1"/>
          </p:cNvSpPr>
          <p:nvPr/>
        </p:nvSpPr>
        <p:spPr>
          <a:xfrm>
            <a:off x="5927494" y="256711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7" name="Stage1_sixpanel_9078">
            <a:extLst>
              <a:ext uri="{FF2B5EF4-FFF2-40B4-BE49-F238E27FC236}">
                <a16:creationId xmlns:a16="http://schemas.microsoft.com/office/drawing/2014/main" id="{79E15864-73AE-4F44-9640-AFA92227F932}"/>
              </a:ext>
            </a:extLst>
          </p:cNvPr>
          <p:cNvSpPr>
            <a:spLocks noGrp="1"/>
          </p:cNvSpPr>
          <p:nvPr/>
        </p:nvSpPr>
        <p:spPr>
          <a:xfrm>
            <a:off x="6032092" y="23641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8" name="Stage1_sixpanel_9079">
            <a:extLst>
              <a:ext uri="{FF2B5EF4-FFF2-40B4-BE49-F238E27FC236}">
                <a16:creationId xmlns:a16="http://schemas.microsoft.com/office/drawing/2014/main" id="{0C00D7C1-7AD0-4E53-81CE-9E0350EFE90B}"/>
              </a:ext>
            </a:extLst>
          </p:cNvPr>
          <p:cNvSpPr>
            <a:spLocks noGrp="1"/>
          </p:cNvSpPr>
          <p:nvPr/>
        </p:nvSpPr>
        <p:spPr>
          <a:xfrm>
            <a:off x="5970437" y="25980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9" name="Stage1_sixpanel_9080">
            <a:extLst>
              <a:ext uri="{FF2B5EF4-FFF2-40B4-BE49-F238E27FC236}">
                <a16:creationId xmlns:a16="http://schemas.microsoft.com/office/drawing/2014/main" id="{E5D6BF12-82E8-4D99-B47A-831021EEC50C}"/>
              </a:ext>
            </a:extLst>
          </p:cNvPr>
          <p:cNvSpPr>
            <a:spLocks noGrp="1"/>
          </p:cNvSpPr>
          <p:nvPr/>
        </p:nvSpPr>
        <p:spPr>
          <a:xfrm>
            <a:off x="6048834" y="24049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0" name="Stage1_sixpanel_9081">
            <a:extLst>
              <a:ext uri="{FF2B5EF4-FFF2-40B4-BE49-F238E27FC236}">
                <a16:creationId xmlns:a16="http://schemas.microsoft.com/office/drawing/2014/main" id="{9C58EA93-998C-4190-AD31-7FC4BEA9DAEB}"/>
              </a:ext>
            </a:extLst>
          </p:cNvPr>
          <p:cNvSpPr>
            <a:spLocks noGrp="1"/>
          </p:cNvSpPr>
          <p:nvPr/>
        </p:nvSpPr>
        <p:spPr>
          <a:xfrm>
            <a:off x="6039140" y="25000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1" name="Stage1_sixpanel_9082">
            <a:extLst>
              <a:ext uri="{FF2B5EF4-FFF2-40B4-BE49-F238E27FC236}">
                <a16:creationId xmlns:a16="http://schemas.microsoft.com/office/drawing/2014/main" id="{ED8E62B0-0C20-4240-9549-8068B6E9C511}"/>
              </a:ext>
            </a:extLst>
          </p:cNvPr>
          <p:cNvSpPr>
            <a:spLocks noGrp="1"/>
          </p:cNvSpPr>
          <p:nvPr/>
        </p:nvSpPr>
        <p:spPr>
          <a:xfrm>
            <a:off x="5941100" y="258615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2" name="Stage1_sixpanel_9083">
            <a:extLst>
              <a:ext uri="{FF2B5EF4-FFF2-40B4-BE49-F238E27FC236}">
                <a16:creationId xmlns:a16="http://schemas.microsoft.com/office/drawing/2014/main" id="{415E4DFD-6DEB-4E7A-9441-1EE22BBBE89C}"/>
              </a:ext>
            </a:extLst>
          </p:cNvPr>
          <p:cNvSpPr>
            <a:spLocks noGrp="1"/>
          </p:cNvSpPr>
          <p:nvPr/>
        </p:nvSpPr>
        <p:spPr>
          <a:xfrm>
            <a:off x="6039369" y="256635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3" name="Stage1_sixpanel_9084">
            <a:extLst>
              <a:ext uri="{FF2B5EF4-FFF2-40B4-BE49-F238E27FC236}">
                <a16:creationId xmlns:a16="http://schemas.microsoft.com/office/drawing/2014/main" id="{E575BE14-8702-453D-B7B6-C72E676D9574}"/>
              </a:ext>
            </a:extLst>
          </p:cNvPr>
          <p:cNvSpPr>
            <a:spLocks noGrp="1"/>
          </p:cNvSpPr>
          <p:nvPr/>
        </p:nvSpPr>
        <p:spPr>
          <a:xfrm>
            <a:off x="5919393" y="255692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4" name="Stage1_sixpanel_9085">
            <a:extLst>
              <a:ext uri="{FF2B5EF4-FFF2-40B4-BE49-F238E27FC236}">
                <a16:creationId xmlns:a16="http://schemas.microsoft.com/office/drawing/2014/main" id="{EE5F385D-38E0-4548-8BD4-2C702700FEED}"/>
              </a:ext>
            </a:extLst>
          </p:cNvPr>
          <p:cNvSpPr>
            <a:spLocks noGrp="1"/>
          </p:cNvSpPr>
          <p:nvPr/>
        </p:nvSpPr>
        <p:spPr>
          <a:xfrm>
            <a:off x="5955712" y="259982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5" name="Stage1_sixpanel_9086">
            <a:extLst>
              <a:ext uri="{FF2B5EF4-FFF2-40B4-BE49-F238E27FC236}">
                <a16:creationId xmlns:a16="http://schemas.microsoft.com/office/drawing/2014/main" id="{1C97D3EC-8090-4954-8369-1DAE1B6D09D5}"/>
              </a:ext>
            </a:extLst>
          </p:cNvPr>
          <p:cNvSpPr>
            <a:spLocks noGrp="1"/>
          </p:cNvSpPr>
          <p:nvPr/>
        </p:nvSpPr>
        <p:spPr>
          <a:xfrm>
            <a:off x="6058006" y="255233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6" name="Stage1_sixpanel_9087">
            <a:extLst>
              <a:ext uri="{FF2B5EF4-FFF2-40B4-BE49-F238E27FC236}">
                <a16:creationId xmlns:a16="http://schemas.microsoft.com/office/drawing/2014/main" id="{470DEBCC-9B24-49D6-A006-F4DD4CBE0980}"/>
              </a:ext>
            </a:extLst>
          </p:cNvPr>
          <p:cNvSpPr>
            <a:spLocks noGrp="1"/>
          </p:cNvSpPr>
          <p:nvPr/>
        </p:nvSpPr>
        <p:spPr>
          <a:xfrm>
            <a:off x="5959085" y="252672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7" name="Stage1_sixpanel_9088">
            <a:extLst>
              <a:ext uri="{FF2B5EF4-FFF2-40B4-BE49-F238E27FC236}">
                <a16:creationId xmlns:a16="http://schemas.microsoft.com/office/drawing/2014/main" id="{159F1E7F-EF57-4B53-B874-BFEA4C94154E}"/>
              </a:ext>
            </a:extLst>
          </p:cNvPr>
          <p:cNvSpPr>
            <a:spLocks noGrp="1"/>
          </p:cNvSpPr>
          <p:nvPr/>
        </p:nvSpPr>
        <p:spPr>
          <a:xfrm>
            <a:off x="5943398" y="258173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8" name="Stage1_sixpanel_9089">
            <a:extLst>
              <a:ext uri="{FF2B5EF4-FFF2-40B4-BE49-F238E27FC236}">
                <a16:creationId xmlns:a16="http://schemas.microsoft.com/office/drawing/2014/main" id="{36006E1E-24F6-478D-868B-4C3E61F8B112}"/>
              </a:ext>
            </a:extLst>
          </p:cNvPr>
          <p:cNvSpPr>
            <a:spLocks noGrp="1"/>
          </p:cNvSpPr>
          <p:nvPr/>
        </p:nvSpPr>
        <p:spPr>
          <a:xfrm>
            <a:off x="607216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9" name="Stage1_sixpanel_9090">
            <a:extLst>
              <a:ext uri="{FF2B5EF4-FFF2-40B4-BE49-F238E27FC236}">
                <a16:creationId xmlns:a16="http://schemas.microsoft.com/office/drawing/2014/main" id="{32E1077B-751E-4B94-BD24-FF80A7524329}"/>
              </a:ext>
            </a:extLst>
          </p:cNvPr>
          <p:cNvSpPr>
            <a:spLocks noGrp="1"/>
          </p:cNvSpPr>
          <p:nvPr/>
        </p:nvSpPr>
        <p:spPr>
          <a:xfrm>
            <a:off x="6058359" y="260016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0" name="Stage1_sixpanel_9091">
            <a:extLst>
              <a:ext uri="{FF2B5EF4-FFF2-40B4-BE49-F238E27FC236}">
                <a16:creationId xmlns:a16="http://schemas.microsoft.com/office/drawing/2014/main" id="{F7FFA791-59B6-43A4-A9E1-B1CDBCEC506F}"/>
              </a:ext>
            </a:extLst>
          </p:cNvPr>
          <p:cNvSpPr>
            <a:spLocks noGrp="1"/>
          </p:cNvSpPr>
          <p:nvPr/>
        </p:nvSpPr>
        <p:spPr>
          <a:xfrm>
            <a:off x="6047509" y="200137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1" name="Stage1_sixpanel_9092">
            <a:extLst>
              <a:ext uri="{FF2B5EF4-FFF2-40B4-BE49-F238E27FC236}">
                <a16:creationId xmlns:a16="http://schemas.microsoft.com/office/drawing/2014/main" id="{517F8761-194E-4EA3-B3C4-A1A20F5CAF0D}"/>
              </a:ext>
            </a:extLst>
          </p:cNvPr>
          <p:cNvSpPr>
            <a:spLocks noGrp="1"/>
          </p:cNvSpPr>
          <p:nvPr/>
        </p:nvSpPr>
        <p:spPr>
          <a:xfrm>
            <a:off x="5962590" y="259763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2" name="Stage1_sixpanel_9093">
            <a:extLst>
              <a:ext uri="{FF2B5EF4-FFF2-40B4-BE49-F238E27FC236}">
                <a16:creationId xmlns:a16="http://schemas.microsoft.com/office/drawing/2014/main" id="{6E08762F-24CD-46FD-AF21-91BA7C29A7BC}"/>
              </a:ext>
            </a:extLst>
          </p:cNvPr>
          <p:cNvSpPr>
            <a:spLocks noGrp="1"/>
          </p:cNvSpPr>
          <p:nvPr/>
        </p:nvSpPr>
        <p:spPr>
          <a:xfrm>
            <a:off x="5943464" y="257524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3" name="Stage1_sixpanel_9094">
            <a:extLst>
              <a:ext uri="{FF2B5EF4-FFF2-40B4-BE49-F238E27FC236}">
                <a16:creationId xmlns:a16="http://schemas.microsoft.com/office/drawing/2014/main" id="{94BA02A0-BB0A-441B-9B42-EB34C9C55508}"/>
              </a:ext>
            </a:extLst>
          </p:cNvPr>
          <p:cNvSpPr>
            <a:spLocks noGrp="1"/>
          </p:cNvSpPr>
          <p:nvPr/>
        </p:nvSpPr>
        <p:spPr>
          <a:xfrm>
            <a:off x="6003067" y="257108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4" name="Stage1_sixpanel_9095">
            <a:extLst>
              <a:ext uri="{FF2B5EF4-FFF2-40B4-BE49-F238E27FC236}">
                <a16:creationId xmlns:a16="http://schemas.microsoft.com/office/drawing/2014/main" id="{8790E453-185C-4019-A51B-B288752A1108}"/>
              </a:ext>
            </a:extLst>
          </p:cNvPr>
          <p:cNvSpPr>
            <a:spLocks noGrp="1"/>
          </p:cNvSpPr>
          <p:nvPr/>
        </p:nvSpPr>
        <p:spPr>
          <a:xfrm>
            <a:off x="605114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5" name="Stage1_sixpanel_9096">
            <a:extLst>
              <a:ext uri="{FF2B5EF4-FFF2-40B4-BE49-F238E27FC236}">
                <a16:creationId xmlns:a16="http://schemas.microsoft.com/office/drawing/2014/main" id="{403E28A5-B987-4287-B021-F97ECF651967}"/>
              </a:ext>
            </a:extLst>
          </p:cNvPr>
          <p:cNvSpPr>
            <a:spLocks noGrp="1"/>
          </p:cNvSpPr>
          <p:nvPr/>
        </p:nvSpPr>
        <p:spPr>
          <a:xfrm>
            <a:off x="603961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6" name="Stage1_sixpanel_9097">
            <a:extLst>
              <a:ext uri="{FF2B5EF4-FFF2-40B4-BE49-F238E27FC236}">
                <a16:creationId xmlns:a16="http://schemas.microsoft.com/office/drawing/2014/main" id="{2B63038F-8B7F-4D3A-8A2D-E338C62B81F4}"/>
              </a:ext>
            </a:extLst>
          </p:cNvPr>
          <p:cNvSpPr>
            <a:spLocks noGrp="1"/>
          </p:cNvSpPr>
          <p:nvPr/>
        </p:nvSpPr>
        <p:spPr>
          <a:xfrm>
            <a:off x="6048025" y="257308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7" name="Stage1_sixpanel_9098">
            <a:extLst>
              <a:ext uri="{FF2B5EF4-FFF2-40B4-BE49-F238E27FC236}">
                <a16:creationId xmlns:a16="http://schemas.microsoft.com/office/drawing/2014/main" id="{2F55CAEF-633E-4EE2-94CC-5EF93478022D}"/>
              </a:ext>
            </a:extLst>
          </p:cNvPr>
          <p:cNvSpPr>
            <a:spLocks noGrp="1"/>
          </p:cNvSpPr>
          <p:nvPr/>
        </p:nvSpPr>
        <p:spPr>
          <a:xfrm>
            <a:off x="5961730" y="255793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8" name="Stage1_sixpanel_9099">
            <a:extLst>
              <a:ext uri="{FF2B5EF4-FFF2-40B4-BE49-F238E27FC236}">
                <a16:creationId xmlns:a16="http://schemas.microsoft.com/office/drawing/2014/main" id="{CDD3E4D0-FBC7-4E9A-8CAA-5E297090D1AB}"/>
              </a:ext>
            </a:extLst>
          </p:cNvPr>
          <p:cNvSpPr>
            <a:spLocks noGrp="1"/>
          </p:cNvSpPr>
          <p:nvPr/>
        </p:nvSpPr>
        <p:spPr>
          <a:xfrm>
            <a:off x="6018036" y="259082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9" name="Stage1_sixpanel_9100">
            <a:extLst>
              <a:ext uri="{FF2B5EF4-FFF2-40B4-BE49-F238E27FC236}">
                <a16:creationId xmlns:a16="http://schemas.microsoft.com/office/drawing/2014/main" id="{3C4CDC3B-1267-46B9-81C6-6C4FF27F038F}"/>
              </a:ext>
            </a:extLst>
          </p:cNvPr>
          <p:cNvSpPr>
            <a:spLocks noGrp="1"/>
          </p:cNvSpPr>
          <p:nvPr/>
        </p:nvSpPr>
        <p:spPr>
          <a:xfrm>
            <a:off x="5974653" y="25956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0" name="Stage1_sixpanel_9101">
            <a:extLst>
              <a:ext uri="{FF2B5EF4-FFF2-40B4-BE49-F238E27FC236}">
                <a16:creationId xmlns:a16="http://schemas.microsoft.com/office/drawing/2014/main" id="{7FAEF1ED-4F96-42D3-8A06-721BA95AD696}"/>
              </a:ext>
            </a:extLst>
          </p:cNvPr>
          <p:cNvSpPr>
            <a:spLocks noGrp="1"/>
          </p:cNvSpPr>
          <p:nvPr/>
        </p:nvSpPr>
        <p:spPr>
          <a:xfrm>
            <a:off x="6020594" y="252569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1" name="Stage1_sixpanel_9102">
            <a:extLst>
              <a:ext uri="{FF2B5EF4-FFF2-40B4-BE49-F238E27FC236}">
                <a16:creationId xmlns:a16="http://schemas.microsoft.com/office/drawing/2014/main" id="{2C66245C-CE70-405B-881C-E2D2C5B2EEC7}"/>
              </a:ext>
            </a:extLst>
          </p:cNvPr>
          <p:cNvSpPr>
            <a:spLocks noGrp="1"/>
          </p:cNvSpPr>
          <p:nvPr/>
        </p:nvSpPr>
        <p:spPr>
          <a:xfrm>
            <a:off x="704017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2" name="Stage1_sixpanel_9103">
            <a:extLst>
              <a:ext uri="{FF2B5EF4-FFF2-40B4-BE49-F238E27FC236}">
                <a16:creationId xmlns:a16="http://schemas.microsoft.com/office/drawing/2014/main" id="{18C0CB7F-02A2-4565-98CD-00500AE18534}"/>
              </a:ext>
            </a:extLst>
          </p:cNvPr>
          <p:cNvSpPr>
            <a:spLocks noGrp="1"/>
          </p:cNvSpPr>
          <p:nvPr/>
        </p:nvSpPr>
        <p:spPr>
          <a:xfrm>
            <a:off x="7003459" y="142040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3" name="Stage1_sixpanel_9104">
            <a:extLst>
              <a:ext uri="{FF2B5EF4-FFF2-40B4-BE49-F238E27FC236}">
                <a16:creationId xmlns:a16="http://schemas.microsoft.com/office/drawing/2014/main" id="{63A69173-A4BC-4A05-A301-E4A2EFE9953E}"/>
              </a:ext>
            </a:extLst>
          </p:cNvPr>
          <p:cNvSpPr>
            <a:spLocks noGrp="1"/>
          </p:cNvSpPr>
          <p:nvPr/>
        </p:nvSpPr>
        <p:spPr>
          <a:xfrm>
            <a:off x="705052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4" name="Stage1_sixpanel_9105">
            <a:extLst>
              <a:ext uri="{FF2B5EF4-FFF2-40B4-BE49-F238E27FC236}">
                <a16:creationId xmlns:a16="http://schemas.microsoft.com/office/drawing/2014/main" id="{6640F2EB-F126-43A2-BB13-8487C886C04B}"/>
              </a:ext>
            </a:extLst>
          </p:cNvPr>
          <p:cNvSpPr>
            <a:spLocks noGrp="1"/>
          </p:cNvSpPr>
          <p:nvPr/>
        </p:nvSpPr>
        <p:spPr>
          <a:xfrm>
            <a:off x="7127490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5" name="Stage1_sixpanel_9106">
            <a:extLst>
              <a:ext uri="{FF2B5EF4-FFF2-40B4-BE49-F238E27FC236}">
                <a16:creationId xmlns:a16="http://schemas.microsoft.com/office/drawing/2014/main" id="{556407DB-97B9-4476-AF73-42E4B0C64078}"/>
              </a:ext>
            </a:extLst>
          </p:cNvPr>
          <p:cNvSpPr>
            <a:spLocks noGrp="1"/>
          </p:cNvSpPr>
          <p:nvPr/>
        </p:nvSpPr>
        <p:spPr>
          <a:xfrm>
            <a:off x="703952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6" name="Stage1_sixpanel_9107">
            <a:extLst>
              <a:ext uri="{FF2B5EF4-FFF2-40B4-BE49-F238E27FC236}">
                <a16:creationId xmlns:a16="http://schemas.microsoft.com/office/drawing/2014/main" id="{B23291BF-F317-4F93-A138-FF0682B6C713}"/>
              </a:ext>
            </a:extLst>
          </p:cNvPr>
          <p:cNvSpPr>
            <a:spLocks noGrp="1"/>
          </p:cNvSpPr>
          <p:nvPr/>
        </p:nvSpPr>
        <p:spPr>
          <a:xfrm>
            <a:off x="7123111" y="14616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7" name="Stage1_sixpanel_9108">
            <a:extLst>
              <a:ext uri="{FF2B5EF4-FFF2-40B4-BE49-F238E27FC236}">
                <a16:creationId xmlns:a16="http://schemas.microsoft.com/office/drawing/2014/main" id="{3F65674E-2D79-4E69-BDDC-F8A83240D556}"/>
              </a:ext>
            </a:extLst>
          </p:cNvPr>
          <p:cNvSpPr>
            <a:spLocks noGrp="1"/>
          </p:cNvSpPr>
          <p:nvPr/>
        </p:nvSpPr>
        <p:spPr>
          <a:xfrm>
            <a:off x="7006913" y="16956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8" name="Stage1_sixpanel_9109">
            <a:extLst>
              <a:ext uri="{FF2B5EF4-FFF2-40B4-BE49-F238E27FC236}">
                <a16:creationId xmlns:a16="http://schemas.microsoft.com/office/drawing/2014/main" id="{F9807E25-1D52-477C-BD48-A3195EDBA703}"/>
              </a:ext>
            </a:extLst>
          </p:cNvPr>
          <p:cNvSpPr>
            <a:spLocks noGrp="1"/>
          </p:cNvSpPr>
          <p:nvPr/>
        </p:nvSpPr>
        <p:spPr>
          <a:xfrm>
            <a:off x="7017669" y="145177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9" name="Stage1_sixpanel_9110">
            <a:extLst>
              <a:ext uri="{FF2B5EF4-FFF2-40B4-BE49-F238E27FC236}">
                <a16:creationId xmlns:a16="http://schemas.microsoft.com/office/drawing/2014/main" id="{62B3A128-43D9-44DF-894B-3E11EB0915C5}"/>
              </a:ext>
            </a:extLst>
          </p:cNvPr>
          <p:cNvSpPr>
            <a:spLocks noGrp="1"/>
          </p:cNvSpPr>
          <p:nvPr/>
        </p:nvSpPr>
        <p:spPr>
          <a:xfrm>
            <a:off x="7109802" y="195918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0" name="Stage1_sixpanel_9111">
            <a:extLst>
              <a:ext uri="{FF2B5EF4-FFF2-40B4-BE49-F238E27FC236}">
                <a16:creationId xmlns:a16="http://schemas.microsoft.com/office/drawing/2014/main" id="{9E830EC2-DE16-42FA-B14B-539210CD8A0B}"/>
              </a:ext>
            </a:extLst>
          </p:cNvPr>
          <p:cNvSpPr>
            <a:spLocks noGrp="1"/>
          </p:cNvSpPr>
          <p:nvPr/>
        </p:nvSpPr>
        <p:spPr>
          <a:xfrm>
            <a:off x="7085229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1" name="Stage1_sixpanel_9112">
            <a:extLst>
              <a:ext uri="{FF2B5EF4-FFF2-40B4-BE49-F238E27FC236}">
                <a16:creationId xmlns:a16="http://schemas.microsoft.com/office/drawing/2014/main" id="{2F0E8D20-CD30-46FF-B7C8-0FF51DFB446E}"/>
              </a:ext>
            </a:extLst>
          </p:cNvPr>
          <p:cNvSpPr>
            <a:spLocks noGrp="1"/>
          </p:cNvSpPr>
          <p:nvPr/>
        </p:nvSpPr>
        <p:spPr>
          <a:xfrm>
            <a:off x="7068197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2" name="Stage1_sixpanel_9113">
            <a:extLst>
              <a:ext uri="{FF2B5EF4-FFF2-40B4-BE49-F238E27FC236}">
                <a16:creationId xmlns:a16="http://schemas.microsoft.com/office/drawing/2014/main" id="{384A7744-90EE-4B89-A044-2988CACB4021}"/>
              </a:ext>
            </a:extLst>
          </p:cNvPr>
          <p:cNvSpPr>
            <a:spLocks noGrp="1"/>
          </p:cNvSpPr>
          <p:nvPr/>
        </p:nvSpPr>
        <p:spPr>
          <a:xfrm>
            <a:off x="7047018" y="150772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3" name="Stage1_sixpanel_9114">
            <a:extLst>
              <a:ext uri="{FF2B5EF4-FFF2-40B4-BE49-F238E27FC236}">
                <a16:creationId xmlns:a16="http://schemas.microsoft.com/office/drawing/2014/main" id="{4C4CB3B6-1454-4752-9DDB-59BBE641BA2E}"/>
              </a:ext>
            </a:extLst>
          </p:cNvPr>
          <p:cNvSpPr>
            <a:spLocks noGrp="1"/>
          </p:cNvSpPr>
          <p:nvPr/>
        </p:nvSpPr>
        <p:spPr>
          <a:xfrm>
            <a:off x="7084181" y="227604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4" name="Stage1_sixpanel_9115">
            <a:extLst>
              <a:ext uri="{FF2B5EF4-FFF2-40B4-BE49-F238E27FC236}">
                <a16:creationId xmlns:a16="http://schemas.microsoft.com/office/drawing/2014/main" id="{D8433514-EF69-48D4-8458-52743A903F09}"/>
              </a:ext>
            </a:extLst>
          </p:cNvPr>
          <p:cNvSpPr>
            <a:spLocks noGrp="1"/>
          </p:cNvSpPr>
          <p:nvPr/>
        </p:nvSpPr>
        <p:spPr>
          <a:xfrm>
            <a:off x="70589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5" name="Stage1_sixpanel_9116">
            <a:extLst>
              <a:ext uri="{FF2B5EF4-FFF2-40B4-BE49-F238E27FC236}">
                <a16:creationId xmlns:a16="http://schemas.microsoft.com/office/drawing/2014/main" id="{E43ED605-3BF5-4285-8329-83ADD4A24BD6}"/>
              </a:ext>
            </a:extLst>
          </p:cNvPr>
          <p:cNvSpPr>
            <a:spLocks noGrp="1"/>
          </p:cNvSpPr>
          <p:nvPr/>
        </p:nvSpPr>
        <p:spPr>
          <a:xfrm>
            <a:off x="705186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6" name="Stage1_sixpanel_9117">
            <a:extLst>
              <a:ext uri="{FF2B5EF4-FFF2-40B4-BE49-F238E27FC236}">
                <a16:creationId xmlns:a16="http://schemas.microsoft.com/office/drawing/2014/main" id="{7D5B456E-D239-4E8D-8AF9-622660F8E995}"/>
              </a:ext>
            </a:extLst>
          </p:cNvPr>
          <p:cNvSpPr>
            <a:spLocks noGrp="1"/>
          </p:cNvSpPr>
          <p:nvPr/>
        </p:nvSpPr>
        <p:spPr>
          <a:xfrm>
            <a:off x="709510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7" name="Stage1_sixpanel_9118">
            <a:extLst>
              <a:ext uri="{FF2B5EF4-FFF2-40B4-BE49-F238E27FC236}">
                <a16:creationId xmlns:a16="http://schemas.microsoft.com/office/drawing/2014/main" id="{E49E7264-3603-4DBF-BB79-284C5B30FEA4}"/>
              </a:ext>
            </a:extLst>
          </p:cNvPr>
          <p:cNvSpPr>
            <a:spLocks noGrp="1"/>
          </p:cNvSpPr>
          <p:nvPr/>
        </p:nvSpPr>
        <p:spPr>
          <a:xfrm>
            <a:off x="7055547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8" name="Stage1_sixpanel_9119">
            <a:extLst>
              <a:ext uri="{FF2B5EF4-FFF2-40B4-BE49-F238E27FC236}">
                <a16:creationId xmlns:a16="http://schemas.microsoft.com/office/drawing/2014/main" id="{29473A10-8A6F-49DE-9F93-C065374F7D5F}"/>
              </a:ext>
            </a:extLst>
          </p:cNvPr>
          <p:cNvSpPr>
            <a:spLocks noGrp="1"/>
          </p:cNvSpPr>
          <p:nvPr/>
        </p:nvSpPr>
        <p:spPr>
          <a:xfrm>
            <a:off x="7075640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9" name="Stage1_sixpanel_9120">
            <a:extLst>
              <a:ext uri="{FF2B5EF4-FFF2-40B4-BE49-F238E27FC236}">
                <a16:creationId xmlns:a16="http://schemas.microsoft.com/office/drawing/2014/main" id="{15E161A4-A6E2-4EC6-8EEE-CCC78AB3F500}"/>
              </a:ext>
            </a:extLst>
          </p:cNvPr>
          <p:cNvSpPr>
            <a:spLocks noGrp="1"/>
          </p:cNvSpPr>
          <p:nvPr/>
        </p:nvSpPr>
        <p:spPr>
          <a:xfrm>
            <a:off x="6994976" y="233772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0" name="Stage1_sixpanel_9121">
            <a:extLst>
              <a:ext uri="{FF2B5EF4-FFF2-40B4-BE49-F238E27FC236}">
                <a16:creationId xmlns:a16="http://schemas.microsoft.com/office/drawing/2014/main" id="{24806920-A75C-4D88-A3A6-583BC2CC9C7D}"/>
              </a:ext>
            </a:extLst>
          </p:cNvPr>
          <p:cNvSpPr>
            <a:spLocks noGrp="1"/>
          </p:cNvSpPr>
          <p:nvPr/>
        </p:nvSpPr>
        <p:spPr>
          <a:xfrm>
            <a:off x="712612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1" name="Stage1_sixpanel_9122">
            <a:extLst>
              <a:ext uri="{FF2B5EF4-FFF2-40B4-BE49-F238E27FC236}">
                <a16:creationId xmlns:a16="http://schemas.microsoft.com/office/drawing/2014/main" id="{197EEE80-EF06-4899-9F96-FED328EABC55}"/>
              </a:ext>
            </a:extLst>
          </p:cNvPr>
          <p:cNvSpPr>
            <a:spLocks noGrp="1"/>
          </p:cNvSpPr>
          <p:nvPr/>
        </p:nvSpPr>
        <p:spPr>
          <a:xfrm>
            <a:off x="7056928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2" name="Stage1_sixpanel_9123">
            <a:extLst>
              <a:ext uri="{FF2B5EF4-FFF2-40B4-BE49-F238E27FC236}">
                <a16:creationId xmlns:a16="http://schemas.microsoft.com/office/drawing/2014/main" id="{041514E3-553F-4042-AA95-76F09B3AC90D}"/>
              </a:ext>
            </a:extLst>
          </p:cNvPr>
          <p:cNvSpPr>
            <a:spLocks noGrp="1"/>
          </p:cNvSpPr>
          <p:nvPr/>
        </p:nvSpPr>
        <p:spPr>
          <a:xfrm>
            <a:off x="708286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3" name="Stage1_sixpanel_9124">
            <a:extLst>
              <a:ext uri="{FF2B5EF4-FFF2-40B4-BE49-F238E27FC236}">
                <a16:creationId xmlns:a16="http://schemas.microsoft.com/office/drawing/2014/main" id="{765C9CE2-85BA-4480-8A90-D0F5FBD20BBA}"/>
              </a:ext>
            </a:extLst>
          </p:cNvPr>
          <p:cNvSpPr>
            <a:spLocks noGrp="1"/>
          </p:cNvSpPr>
          <p:nvPr/>
        </p:nvSpPr>
        <p:spPr>
          <a:xfrm>
            <a:off x="7041680" y="20598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4" name="Stage1_sixpanel_9125">
            <a:extLst>
              <a:ext uri="{FF2B5EF4-FFF2-40B4-BE49-F238E27FC236}">
                <a16:creationId xmlns:a16="http://schemas.microsoft.com/office/drawing/2014/main" id="{2F7BFD32-6952-413C-8000-2F1EFADA7FD9}"/>
              </a:ext>
            </a:extLst>
          </p:cNvPr>
          <p:cNvSpPr>
            <a:spLocks noGrp="1"/>
          </p:cNvSpPr>
          <p:nvPr/>
        </p:nvSpPr>
        <p:spPr>
          <a:xfrm>
            <a:off x="713781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5" name="Stage1_sixpanel_9126">
            <a:extLst>
              <a:ext uri="{FF2B5EF4-FFF2-40B4-BE49-F238E27FC236}">
                <a16:creationId xmlns:a16="http://schemas.microsoft.com/office/drawing/2014/main" id="{56379EB5-612B-4F1E-AF43-F1FF87D0085D}"/>
              </a:ext>
            </a:extLst>
          </p:cNvPr>
          <p:cNvSpPr>
            <a:spLocks noGrp="1"/>
          </p:cNvSpPr>
          <p:nvPr/>
        </p:nvSpPr>
        <p:spPr>
          <a:xfrm>
            <a:off x="703447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6" name="Stage1_sixpanel_9127">
            <a:extLst>
              <a:ext uri="{FF2B5EF4-FFF2-40B4-BE49-F238E27FC236}">
                <a16:creationId xmlns:a16="http://schemas.microsoft.com/office/drawing/2014/main" id="{2783C772-F6EC-4EF7-BDC5-E6195BB2B15A}"/>
              </a:ext>
            </a:extLst>
          </p:cNvPr>
          <p:cNvSpPr>
            <a:spLocks noGrp="1"/>
          </p:cNvSpPr>
          <p:nvPr/>
        </p:nvSpPr>
        <p:spPr>
          <a:xfrm>
            <a:off x="6989660" y="229787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7" name="Stage1_sixpanel_9128">
            <a:extLst>
              <a:ext uri="{FF2B5EF4-FFF2-40B4-BE49-F238E27FC236}">
                <a16:creationId xmlns:a16="http://schemas.microsoft.com/office/drawing/2014/main" id="{A9FBF7B0-B52D-43DB-BFB3-5C88A8E7A4A9}"/>
              </a:ext>
            </a:extLst>
          </p:cNvPr>
          <p:cNvSpPr>
            <a:spLocks noGrp="1"/>
          </p:cNvSpPr>
          <p:nvPr/>
        </p:nvSpPr>
        <p:spPr>
          <a:xfrm>
            <a:off x="699878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8" name="Stage1_sixpanel_9129">
            <a:extLst>
              <a:ext uri="{FF2B5EF4-FFF2-40B4-BE49-F238E27FC236}">
                <a16:creationId xmlns:a16="http://schemas.microsoft.com/office/drawing/2014/main" id="{A6C3A833-C2CE-4755-8AF4-DFB194398D4F}"/>
              </a:ext>
            </a:extLst>
          </p:cNvPr>
          <p:cNvSpPr>
            <a:spLocks noGrp="1"/>
          </p:cNvSpPr>
          <p:nvPr/>
        </p:nvSpPr>
        <p:spPr>
          <a:xfrm>
            <a:off x="708130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9" name="Stage1_sixpanel_9130">
            <a:extLst>
              <a:ext uri="{FF2B5EF4-FFF2-40B4-BE49-F238E27FC236}">
                <a16:creationId xmlns:a16="http://schemas.microsoft.com/office/drawing/2014/main" id="{F46FDFA1-B3E2-41C7-84EB-C57C792DD55F}"/>
              </a:ext>
            </a:extLst>
          </p:cNvPr>
          <p:cNvSpPr>
            <a:spLocks noGrp="1"/>
          </p:cNvSpPr>
          <p:nvPr/>
        </p:nvSpPr>
        <p:spPr>
          <a:xfrm>
            <a:off x="713305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0" name="Stage1_sixpanel_9131">
            <a:extLst>
              <a:ext uri="{FF2B5EF4-FFF2-40B4-BE49-F238E27FC236}">
                <a16:creationId xmlns:a16="http://schemas.microsoft.com/office/drawing/2014/main" id="{4D64E91B-478B-48A8-8216-4B2081EC0083}"/>
              </a:ext>
            </a:extLst>
          </p:cNvPr>
          <p:cNvSpPr>
            <a:spLocks noGrp="1"/>
          </p:cNvSpPr>
          <p:nvPr/>
        </p:nvSpPr>
        <p:spPr>
          <a:xfrm>
            <a:off x="701983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1" name="Stage1_sixpanel_9132">
            <a:extLst>
              <a:ext uri="{FF2B5EF4-FFF2-40B4-BE49-F238E27FC236}">
                <a16:creationId xmlns:a16="http://schemas.microsoft.com/office/drawing/2014/main" id="{60087BB9-A53D-4B26-8718-CC99016B1985}"/>
              </a:ext>
            </a:extLst>
          </p:cNvPr>
          <p:cNvSpPr>
            <a:spLocks noGrp="1"/>
          </p:cNvSpPr>
          <p:nvPr/>
        </p:nvSpPr>
        <p:spPr>
          <a:xfrm>
            <a:off x="70640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2" name="Stage1_sixpanel_9133">
            <a:extLst>
              <a:ext uri="{FF2B5EF4-FFF2-40B4-BE49-F238E27FC236}">
                <a16:creationId xmlns:a16="http://schemas.microsoft.com/office/drawing/2014/main" id="{B66A5106-A9F8-49C5-BA6C-44A77AA9D412}"/>
              </a:ext>
            </a:extLst>
          </p:cNvPr>
          <p:cNvSpPr>
            <a:spLocks noGrp="1"/>
          </p:cNvSpPr>
          <p:nvPr/>
        </p:nvSpPr>
        <p:spPr>
          <a:xfrm>
            <a:off x="7011336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3" name="Stage1_sixpanel_9134">
            <a:extLst>
              <a:ext uri="{FF2B5EF4-FFF2-40B4-BE49-F238E27FC236}">
                <a16:creationId xmlns:a16="http://schemas.microsoft.com/office/drawing/2014/main" id="{E6B851E6-ABDB-4472-95E6-B4FF464C57B8}"/>
              </a:ext>
            </a:extLst>
          </p:cNvPr>
          <p:cNvSpPr>
            <a:spLocks noGrp="1"/>
          </p:cNvSpPr>
          <p:nvPr/>
        </p:nvSpPr>
        <p:spPr>
          <a:xfrm>
            <a:off x="7054535" y="25797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4" name="Stage1_sixpanel_9135">
            <a:extLst>
              <a:ext uri="{FF2B5EF4-FFF2-40B4-BE49-F238E27FC236}">
                <a16:creationId xmlns:a16="http://schemas.microsoft.com/office/drawing/2014/main" id="{2F3E7914-FF75-4546-921C-76D3797CAAFF}"/>
              </a:ext>
            </a:extLst>
          </p:cNvPr>
          <p:cNvSpPr>
            <a:spLocks noGrp="1"/>
          </p:cNvSpPr>
          <p:nvPr/>
        </p:nvSpPr>
        <p:spPr>
          <a:xfrm>
            <a:off x="7116734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5" name="Stage1_sixpanel_9136">
            <a:extLst>
              <a:ext uri="{FF2B5EF4-FFF2-40B4-BE49-F238E27FC236}">
                <a16:creationId xmlns:a16="http://schemas.microsoft.com/office/drawing/2014/main" id="{F705F4E0-81E2-4872-8166-4F95114AE46E}"/>
              </a:ext>
            </a:extLst>
          </p:cNvPr>
          <p:cNvSpPr>
            <a:spLocks noGrp="1"/>
          </p:cNvSpPr>
          <p:nvPr/>
        </p:nvSpPr>
        <p:spPr>
          <a:xfrm>
            <a:off x="7025489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6" name="Stage1_sixpanel_9137">
            <a:extLst>
              <a:ext uri="{FF2B5EF4-FFF2-40B4-BE49-F238E27FC236}">
                <a16:creationId xmlns:a16="http://schemas.microsoft.com/office/drawing/2014/main" id="{5A369D93-A3F7-45AB-A204-E179186ED5DF}"/>
              </a:ext>
            </a:extLst>
          </p:cNvPr>
          <p:cNvSpPr>
            <a:spLocks noGrp="1"/>
          </p:cNvSpPr>
          <p:nvPr/>
        </p:nvSpPr>
        <p:spPr>
          <a:xfrm>
            <a:off x="714710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7" name="Stage1_sixpanel_9138">
            <a:extLst>
              <a:ext uri="{FF2B5EF4-FFF2-40B4-BE49-F238E27FC236}">
                <a16:creationId xmlns:a16="http://schemas.microsoft.com/office/drawing/2014/main" id="{DC6EED7A-074A-43B2-AEF3-CFE0DC4BAAD2}"/>
              </a:ext>
            </a:extLst>
          </p:cNvPr>
          <p:cNvSpPr>
            <a:spLocks noGrp="1"/>
          </p:cNvSpPr>
          <p:nvPr/>
        </p:nvSpPr>
        <p:spPr>
          <a:xfrm>
            <a:off x="705793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8" name="Stage1_sixpanel_9139">
            <a:extLst>
              <a:ext uri="{FF2B5EF4-FFF2-40B4-BE49-F238E27FC236}">
                <a16:creationId xmlns:a16="http://schemas.microsoft.com/office/drawing/2014/main" id="{F6A299D2-F66D-473D-8D56-366D3DDB4092}"/>
              </a:ext>
            </a:extLst>
          </p:cNvPr>
          <p:cNvSpPr>
            <a:spLocks noGrp="1"/>
          </p:cNvSpPr>
          <p:nvPr/>
        </p:nvSpPr>
        <p:spPr>
          <a:xfrm>
            <a:off x="7015821" y="142991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9" name="Stage1_sixpanel_9140">
            <a:extLst>
              <a:ext uri="{FF2B5EF4-FFF2-40B4-BE49-F238E27FC236}">
                <a16:creationId xmlns:a16="http://schemas.microsoft.com/office/drawing/2014/main" id="{041ED97E-C769-4DB4-BDD5-E68F42B001F9}"/>
              </a:ext>
            </a:extLst>
          </p:cNvPr>
          <p:cNvSpPr>
            <a:spLocks noGrp="1"/>
          </p:cNvSpPr>
          <p:nvPr/>
        </p:nvSpPr>
        <p:spPr>
          <a:xfrm>
            <a:off x="707312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0" name="Stage1_sixpanel_9141">
            <a:extLst>
              <a:ext uri="{FF2B5EF4-FFF2-40B4-BE49-F238E27FC236}">
                <a16:creationId xmlns:a16="http://schemas.microsoft.com/office/drawing/2014/main" id="{746B4E09-44D0-4651-82C2-5C155515015C}"/>
              </a:ext>
            </a:extLst>
          </p:cNvPr>
          <p:cNvSpPr>
            <a:spLocks noGrp="1"/>
          </p:cNvSpPr>
          <p:nvPr/>
        </p:nvSpPr>
        <p:spPr>
          <a:xfrm>
            <a:off x="6996447" y="22612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1" name="Stage1_sixpanel_9142">
            <a:extLst>
              <a:ext uri="{FF2B5EF4-FFF2-40B4-BE49-F238E27FC236}">
                <a16:creationId xmlns:a16="http://schemas.microsoft.com/office/drawing/2014/main" id="{0D4CA715-82F5-4FDF-8EC7-3465E488580C}"/>
              </a:ext>
            </a:extLst>
          </p:cNvPr>
          <p:cNvSpPr>
            <a:spLocks noGrp="1"/>
          </p:cNvSpPr>
          <p:nvPr/>
        </p:nvSpPr>
        <p:spPr>
          <a:xfrm>
            <a:off x="6983775" y="25551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2" name="Stage1_sixpanel_9143">
            <a:extLst>
              <a:ext uri="{FF2B5EF4-FFF2-40B4-BE49-F238E27FC236}">
                <a16:creationId xmlns:a16="http://schemas.microsoft.com/office/drawing/2014/main" id="{58963DDA-B941-4983-9D41-8AE44F2F5BCA}"/>
              </a:ext>
            </a:extLst>
          </p:cNvPr>
          <p:cNvSpPr>
            <a:spLocks noGrp="1"/>
          </p:cNvSpPr>
          <p:nvPr/>
        </p:nvSpPr>
        <p:spPr>
          <a:xfrm>
            <a:off x="7029499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3" name="Stage1_sixpanel_9144">
            <a:extLst>
              <a:ext uri="{FF2B5EF4-FFF2-40B4-BE49-F238E27FC236}">
                <a16:creationId xmlns:a16="http://schemas.microsoft.com/office/drawing/2014/main" id="{8A5A96C4-D1DC-460A-9BE4-E6A8F9FE1D0E}"/>
              </a:ext>
            </a:extLst>
          </p:cNvPr>
          <p:cNvSpPr>
            <a:spLocks noGrp="1"/>
          </p:cNvSpPr>
          <p:nvPr/>
        </p:nvSpPr>
        <p:spPr>
          <a:xfrm>
            <a:off x="704245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4" name="Stage1_sixpanel_9145">
            <a:extLst>
              <a:ext uri="{FF2B5EF4-FFF2-40B4-BE49-F238E27FC236}">
                <a16:creationId xmlns:a16="http://schemas.microsoft.com/office/drawing/2014/main" id="{43553A16-3898-4E96-A6FD-A6E7A6827B97}"/>
              </a:ext>
            </a:extLst>
          </p:cNvPr>
          <p:cNvSpPr>
            <a:spLocks noGrp="1"/>
          </p:cNvSpPr>
          <p:nvPr/>
        </p:nvSpPr>
        <p:spPr>
          <a:xfrm>
            <a:off x="7016279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5" name="Stage1_sixpanel_9146">
            <a:extLst>
              <a:ext uri="{FF2B5EF4-FFF2-40B4-BE49-F238E27FC236}">
                <a16:creationId xmlns:a16="http://schemas.microsoft.com/office/drawing/2014/main" id="{FEEE0963-294D-4C26-B19F-800416DB7ADD}"/>
              </a:ext>
            </a:extLst>
          </p:cNvPr>
          <p:cNvSpPr>
            <a:spLocks noGrp="1"/>
          </p:cNvSpPr>
          <p:nvPr/>
        </p:nvSpPr>
        <p:spPr>
          <a:xfrm>
            <a:off x="7099643" y="156798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6" name="Stage1_sixpanel_9147">
            <a:extLst>
              <a:ext uri="{FF2B5EF4-FFF2-40B4-BE49-F238E27FC236}">
                <a16:creationId xmlns:a16="http://schemas.microsoft.com/office/drawing/2014/main" id="{66E040A8-1AEF-4308-B1C4-644910D4249F}"/>
              </a:ext>
            </a:extLst>
          </p:cNvPr>
          <p:cNvSpPr>
            <a:spLocks noGrp="1"/>
          </p:cNvSpPr>
          <p:nvPr/>
        </p:nvSpPr>
        <p:spPr>
          <a:xfrm>
            <a:off x="709338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7" name="Stage1_sixpanel_9148">
            <a:extLst>
              <a:ext uri="{FF2B5EF4-FFF2-40B4-BE49-F238E27FC236}">
                <a16:creationId xmlns:a16="http://schemas.microsoft.com/office/drawing/2014/main" id="{4EC47E5A-42E9-49D3-B60F-5A8C5C2B27A9}"/>
              </a:ext>
            </a:extLst>
          </p:cNvPr>
          <p:cNvSpPr>
            <a:spLocks noGrp="1"/>
          </p:cNvSpPr>
          <p:nvPr/>
        </p:nvSpPr>
        <p:spPr>
          <a:xfrm>
            <a:off x="7089925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8" name="Stage1_sixpanel_9149">
            <a:extLst>
              <a:ext uri="{FF2B5EF4-FFF2-40B4-BE49-F238E27FC236}">
                <a16:creationId xmlns:a16="http://schemas.microsoft.com/office/drawing/2014/main" id="{2CE04119-526A-449C-92A9-B43FB990FCC5}"/>
              </a:ext>
            </a:extLst>
          </p:cNvPr>
          <p:cNvSpPr>
            <a:spLocks noGrp="1"/>
          </p:cNvSpPr>
          <p:nvPr/>
        </p:nvSpPr>
        <p:spPr>
          <a:xfrm>
            <a:off x="7136913" y="238774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9" name="Stage1_sixpanel_9150">
            <a:extLst>
              <a:ext uri="{FF2B5EF4-FFF2-40B4-BE49-F238E27FC236}">
                <a16:creationId xmlns:a16="http://schemas.microsoft.com/office/drawing/2014/main" id="{3A21A7A2-3C04-4EBF-9E10-84511039E013}"/>
              </a:ext>
            </a:extLst>
          </p:cNvPr>
          <p:cNvSpPr>
            <a:spLocks noGrp="1"/>
          </p:cNvSpPr>
          <p:nvPr/>
        </p:nvSpPr>
        <p:spPr>
          <a:xfrm>
            <a:off x="7128163" y="17187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0" name="Stage1_sixpanel_9151">
            <a:extLst>
              <a:ext uri="{FF2B5EF4-FFF2-40B4-BE49-F238E27FC236}">
                <a16:creationId xmlns:a16="http://schemas.microsoft.com/office/drawing/2014/main" id="{E3145423-4025-453E-B909-E4BAF819A29F}"/>
              </a:ext>
            </a:extLst>
          </p:cNvPr>
          <p:cNvSpPr>
            <a:spLocks noGrp="1"/>
          </p:cNvSpPr>
          <p:nvPr/>
        </p:nvSpPr>
        <p:spPr>
          <a:xfrm>
            <a:off x="700158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1" name="Stage1_sixpanel_9152">
            <a:extLst>
              <a:ext uri="{FF2B5EF4-FFF2-40B4-BE49-F238E27FC236}">
                <a16:creationId xmlns:a16="http://schemas.microsoft.com/office/drawing/2014/main" id="{03ABA918-9D38-456E-8CD9-0C294800522A}"/>
              </a:ext>
            </a:extLst>
          </p:cNvPr>
          <p:cNvSpPr>
            <a:spLocks noGrp="1"/>
          </p:cNvSpPr>
          <p:nvPr/>
        </p:nvSpPr>
        <p:spPr>
          <a:xfrm>
            <a:off x="7090404" y="260219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2" name="Stage1_sixpanel_9153">
            <a:extLst>
              <a:ext uri="{FF2B5EF4-FFF2-40B4-BE49-F238E27FC236}">
                <a16:creationId xmlns:a16="http://schemas.microsoft.com/office/drawing/2014/main" id="{DA91D090-70D2-47C9-8A2E-143BE96B6B8B}"/>
              </a:ext>
            </a:extLst>
          </p:cNvPr>
          <p:cNvSpPr>
            <a:spLocks noGrp="1"/>
          </p:cNvSpPr>
          <p:nvPr/>
        </p:nvSpPr>
        <p:spPr>
          <a:xfrm>
            <a:off x="7008271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3" name="Stage1_sixpanel_9154">
            <a:extLst>
              <a:ext uri="{FF2B5EF4-FFF2-40B4-BE49-F238E27FC236}">
                <a16:creationId xmlns:a16="http://schemas.microsoft.com/office/drawing/2014/main" id="{8F1DE309-215E-4F03-AECE-F6DF4A8E06EA}"/>
              </a:ext>
            </a:extLst>
          </p:cNvPr>
          <p:cNvSpPr>
            <a:spLocks noGrp="1"/>
          </p:cNvSpPr>
          <p:nvPr/>
        </p:nvSpPr>
        <p:spPr>
          <a:xfrm>
            <a:off x="7021881" y="15162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4" name="Stage1_sixpanel_9155">
            <a:extLst>
              <a:ext uri="{FF2B5EF4-FFF2-40B4-BE49-F238E27FC236}">
                <a16:creationId xmlns:a16="http://schemas.microsoft.com/office/drawing/2014/main" id="{0476AB89-04E4-4451-8939-1F9F8B9F6EBB}"/>
              </a:ext>
            </a:extLst>
          </p:cNvPr>
          <p:cNvSpPr>
            <a:spLocks noGrp="1"/>
          </p:cNvSpPr>
          <p:nvPr/>
        </p:nvSpPr>
        <p:spPr>
          <a:xfrm>
            <a:off x="711052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5" name="Stage1_sixpanel_9156">
            <a:extLst>
              <a:ext uri="{FF2B5EF4-FFF2-40B4-BE49-F238E27FC236}">
                <a16:creationId xmlns:a16="http://schemas.microsoft.com/office/drawing/2014/main" id="{CE7475FB-6BD6-43F3-A82D-5503E964051E}"/>
              </a:ext>
            </a:extLst>
          </p:cNvPr>
          <p:cNvSpPr>
            <a:spLocks noGrp="1"/>
          </p:cNvSpPr>
          <p:nvPr/>
        </p:nvSpPr>
        <p:spPr>
          <a:xfrm>
            <a:off x="7059348" y="15162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6" name="Stage1_sixpanel_9157">
            <a:extLst>
              <a:ext uri="{FF2B5EF4-FFF2-40B4-BE49-F238E27FC236}">
                <a16:creationId xmlns:a16="http://schemas.microsoft.com/office/drawing/2014/main" id="{9354ABC5-0277-4A44-9F99-3873EBD82AF5}"/>
              </a:ext>
            </a:extLst>
          </p:cNvPr>
          <p:cNvSpPr>
            <a:spLocks noGrp="1"/>
          </p:cNvSpPr>
          <p:nvPr/>
        </p:nvSpPr>
        <p:spPr>
          <a:xfrm>
            <a:off x="7041374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7" name="Stage1_sixpanel_9158">
            <a:extLst>
              <a:ext uri="{FF2B5EF4-FFF2-40B4-BE49-F238E27FC236}">
                <a16:creationId xmlns:a16="http://schemas.microsoft.com/office/drawing/2014/main" id="{88799659-F8E6-4062-91DE-BB867598A353}"/>
              </a:ext>
            </a:extLst>
          </p:cNvPr>
          <p:cNvSpPr>
            <a:spLocks noGrp="1"/>
          </p:cNvSpPr>
          <p:nvPr/>
        </p:nvSpPr>
        <p:spPr>
          <a:xfrm>
            <a:off x="707768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8" name="Stage1_sixpanel_9159">
            <a:extLst>
              <a:ext uri="{FF2B5EF4-FFF2-40B4-BE49-F238E27FC236}">
                <a16:creationId xmlns:a16="http://schemas.microsoft.com/office/drawing/2014/main" id="{36E1A22E-151D-4BD7-91A3-4E9682F9D4AC}"/>
              </a:ext>
            </a:extLst>
          </p:cNvPr>
          <p:cNvSpPr>
            <a:spLocks noGrp="1"/>
          </p:cNvSpPr>
          <p:nvPr/>
        </p:nvSpPr>
        <p:spPr>
          <a:xfrm>
            <a:off x="7091791" y="121568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9" name="Stage1_sixpanel_9160">
            <a:extLst>
              <a:ext uri="{FF2B5EF4-FFF2-40B4-BE49-F238E27FC236}">
                <a16:creationId xmlns:a16="http://schemas.microsoft.com/office/drawing/2014/main" id="{F10299F2-5816-41C1-BECF-2D8CFFB02A32}"/>
              </a:ext>
            </a:extLst>
          </p:cNvPr>
          <p:cNvSpPr>
            <a:spLocks noGrp="1"/>
          </p:cNvSpPr>
          <p:nvPr/>
        </p:nvSpPr>
        <p:spPr>
          <a:xfrm>
            <a:off x="703094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0" name="Stage1_sixpanel_9161">
            <a:extLst>
              <a:ext uri="{FF2B5EF4-FFF2-40B4-BE49-F238E27FC236}">
                <a16:creationId xmlns:a16="http://schemas.microsoft.com/office/drawing/2014/main" id="{30D0B029-595A-4D95-A4B9-2D93C1983132}"/>
              </a:ext>
            </a:extLst>
          </p:cNvPr>
          <p:cNvSpPr>
            <a:spLocks noGrp="1"/>
          </p:cNvSpPr>
          <p:nvPr/>
        </p:nvSpPr>
        <p:spPr>
          <a:xfrm>
            <a:off x="6984141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1" name="Stage1_sixpanel_9162">
            <a:extLst>
              <a:ext uri="{FF2B5EF4-FFF2-40B4-BE49-F238E27FC236}">
                <a16:creationId xmlns:a16="http://schemas.microsoft.com/office/drawing/2014/main" id="{82375EF9-DF5E-47E9-96F1-491627696641}"/>
              </a:ext>
            </a:extLst>
          </p:cNvPr>
          <p:cNvSpPr>
            <a:spLocks noGrp="1"/>
          </p:cNvSpPr>
          <p:nvPr/>
        </p:nvSpPr>
        <p:spPr>
          <a:xfrm>
            <a:off x="7097630" y="18106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2" name="Stage1_sixpanel_9163">
            <a:extLst>
              <a:ext uri="{FF2B5EF4-FFF2-40B4-BE49-F238E27FC236}">
                <a16:creationId xmlns:a16="http://schemas.microsoft.com/office/drawing/2014/main" id="{072C3083-7359-4ECE-A209-EA2027FC7C7A}"/>
              </a:ext>
            </a:extLst>
          </p:cNvPr>
          <p:cNvSpPr>
            <a:spLocks noGrp="1"/>
          </p:cNvSpPr>
          <p:nvPr/>
        </p:nvSpPr>
        <p:spPr>
          <a:xfrm>
            <a:off x="70260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3" name="Stage1_sixpanel_9164">
            <a:extLst>
              <a:ext uri="{FF2B5EF4-FFF2-40B4-BE49-F238E27FC236}">
                <a16:creationId xmlns:a16="http://schemas.microsoft.com/office/drawing/2014/main" id="{40FFC654-8F8D-484C-8608-32007B341C00}"/>
              </a:ext>
            </a:extLst>
          </p:cNvPr>
          <p:cNvSpPr>
            <a:spLocks noGrp="1"/>
          </p:cNvSpPr>
          <p:nvPr/>
        </p:nvSpPr>
        <p:spPr>
          <a:xfrm>
            <a:off x="6979019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4" name="Stage1_sixpanel_9165">
            <a:extLst>
              <a:ext uri="{FF2B5EF4-FFF2-40B4-BE49-F238E27FC236}">
                <a16:creationId xmlns:a16="http://schemas.microsoft.com/office/drawing/2014/main" id="{7C440354-08AC-4D20-8910-46A8BA991EBF}"/>
              </a:ext>
            </a:extLst>
          </p:cNvPr>
          <p:cNvSpPr>
            <a:spLocks noGrp="1"/>
          </p:cNvSpPr>
          <p:nvPr/>
        </p:nvSpPr>
        <p:spPr>
          <a:xfrm>
            <a:off x="705029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5" name="Stage1_sixpanel_9166">
            <a:extLst>
              <a:ext uri="{FF2B5EF4-FFF2-40B4-BE49-F238E27FC236}">
                <a16:creationId xmlns:a16="http://schemas.microsoft.com/office/drawing/2014/main" id="{4DA05150-7B96-4B69-8860-975A2C7C74D1}"/>
              </a:ext>
            </a:extLst>
          </p:cNvPr>
          <p:cNvSpPr>
            <a:spLocks noGrp="1"/>
          </p:cNvSpPr>
          <p:nvPr/>
        </p:nvSpPr>
        <p:spPr>
          <a:xfrm>
            <a:off x="7015714" y="23364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6" name="Stage1_sixpanel_9167">
            <a:extLst>
              <a:ext uri="{FF2B5EF4-FFF2-40B4-BE49-F238E27FC236}">
                <a16:creationId xmlns:a16="http://schemas.microsoft.com/office/drawing/2014/main" id="{F6C271AD-1751-4B85-B6F1-C74A8E11DB43}"/>
              </a:ext>
            </a:extLst>
          </p:cNvPr>
          <p:cNvSpPr>
            <a:spLocks noGrp="1"/>
          </p:cNvSpPr>
          <p:nvPr/>
        </p:nvSpPr>
        <p:spPr>
          <a:xfrm>
            <a:off x="701967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7" name="Stage1_sixpanel_9168">
            <a:extLst>
              <a:ext uri="{FF2B5EF4-FFF2-40B4-BE49-F238E27FC236}">
                <a16:creationId xmlns:a16="http://schemas.microsoft.com/office/drawing/2014/main" id="{377F1031-24FA-42CD-93BE-C5733AC9EC2B}"/>
              </a:ext>
            </a:extLst>
          </p:cNvPr>
          <p:cNvSpPr>
            <a:spLocks noGrp="1"/>
          </p:cNvSpPr>
          <p:nvPr/>
        </p:nvSpPr>
        <p:spPr>
          <a:xfrm>
            <a:off x="702603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8" name="Stage1_sixpanel_9169">
            <a:extLst>
              <a:ext uri="{FF2B5EF4-FFF2-40B4-BE49-F238E27FC236}">
                <a16:creationId xmlns:a16="http://schemas.microsoft.com/office/drawing/2014/main" id="{71050ACF-1555-4B6B-8408-D9646A40EC57}"/>
              </a:ext>
            </a:extLst>
          </p:cNvPr>
          <p:cNvSpPr>
            <a:spLocks noGrp="1"/>
          </p:cNvSpPr>
          <p:nvPr/>
        </p:nvSpPr>
        <p:spPr>
          <a:xfrm>
            <a:off x="700009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9" name="Stage1_sixpanel_9170">
            <a:extLst>
              <a:ext uri="{FF2B5EF4-FFF2-40B4-BE49-F238E27FC236}">
                <a16:creationId xmlns:a16="http://schemas.microsoft.com/office/drawing/2014/main" id="{1AD3798F-57EA-4BD7-B320-FFD477369AB5}"/>
              </a:ext>
            </a:extLst>
          </p:cNvPr>
          <p:cNvSpPr>
            <a:spLocks noGrp="1"/>
          </p:cNvSpPr>
          <p:nvPr/>
        </p:nvSpPr>
        <p:spPr>
          <a:xfrm>
            <a:off x="706838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0" name="Stage1_sixpanel_9171">
            <a:extLst>
              <a:ext uri="{FF2B5EF4-FFF2-40B4-BE49-F238E27FC236}">
                <a16:creationId xmlns:a16="http://schemas.microsoft.com/office/drawing/2014/main" id="{3624F070-DC32-4894-857D-2A39AFEA2906}"/>
              </a:ext>
            </a:extLst>
          </p:cNvPr>
          <p:cNvSpPr>
            <a:spLocks noGrp="1"/>
          </p:cNvSpPr>
          <p:nvPr/>
        </p:nvSpPr>
        <p:spPr>
          <a:xfrm>
            <a:off x="7066475" y="11882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1" name="Stage1_sixpanel_9172">
            <a:extLst>
              <a:ext uri="{FF2B5EF4-FFF2-40B4-BE49-F238E27FC236}">
                <a16:creationId xmlns:a16="http://schemas.microsoft.com/office/drawing/2014/main" id="{A888F902-E4FB-4E43-9E5E-0ECDBF302037}"/>
              </a:ext>
            </a:extLst>
          </p:cNvPr>
          <p:cNvSpPr>
            <a:spLocks noGrp="1"/>
          </p:cNvSpPr>
          <p:nvPr/>
        </p:nvSpPr>
        <p:spPr>
          <a:xfrm>
            <a:off x="7082288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2" name="Stage1_sixpanel_9173">
            <a:extLst>
              <a:ext uri="{FF2B5EF4-FFF2-40B4-BE49-F238E27FC236}">
                <a16:creationId xmlns:a16="http://schemas.microsoft.com/office/drawing/2014/main" id="{00273C21-F4D1-42FF-8D28-5EF26E2C8BBA}"/>
              </a:ext>
            </a:extLst>
          </p:cNvPr>
          <p:cNvSpPr>
            <a:spLocks noGrp="1"/>
          </p:cNvSpPr>
          <p:nvPr/>
        </p:nvSpPr>
        <p:spPr>
          <a:xfrm>
            <a:off x="6982431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3" name="Stage1_sixpanel_9174">
            <a:extLst>
              <a:ext uri="{FF2B5EF4-FFF2-40B4-BE49-F238E27FC236}">
                <a16:creationId xmlns:a16="http://schemas.microsoft.com/office/drawing/2014/main" id="{4E93B44E-B7E6-4DF4-8F92-5D82D37077DE}"/>
              </a:ext>
            </a:extLst>
          </p:cNvPr>
          <p:cNvSpPr>
            <a:spLocks noGrp="1"/>
          </p:cNvSpPr>
          <p:nvPr/>
        </p:nvSpPr>
        <p:spPr>
          <a:xfrm>
            <a:off x="7134073" y="25808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4" name="Stage1_sixpanel_9175">
            <a:extLst>
              <a:ext uri="{FF2B5EF4-FFF2-40B4-BE49-F238E27FC236}">
                <a16:creationId xmlns:a16="http://schemas.microsoft.com/office/drawing/2014/main" id="{3E68A232-C1D2-4540-B39D-8394373B1DBF}"/>
              </a:ext>
            </a:extLst>
          </p:cNvPr>
          <p:cNvSpPr>
            <a:spLocks noGrp="1"/>
          </p:cNvSpPr>
          <p:nvPr/>
        </p:nvSpPr>
        <p:spPr>
          <a:xfrm>
            <a:off x="708332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5" name="Stage1_sixpanel_9176">
            <a:extLst>
              <a:ext uri="{FF2B5EF4-FFF2-40B4-BE49-F238E27FC236}">
                <a16:creationId xmlns:a16="http://schemas.microsoft.com/office/drawing/2014/main" id="{6371DD16-9619-42D6-9A64-58F54FD821DF}"/>
              </a:ext>
            </a:extLst>
          </p:cNvPr>
          <p:cNvSpPr>
            <a:spLocks noGrp="1"/>
          </p:cNvSpPr>
          <p:nvPr/>
        </p:nvSpPr>
        <p:spPr>
          <a:xfrm>
            <a:off x="699844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6" name="Stage1_sixpanel_9177">
            <a:extLst>
              <a:ext uri="{FF2B5EF4-FFF2-40B4-BE49-F238E27FC236}">
                <a16:creationId xmlns:a16="http://schemas.microsoft.com/office/drawing/2014/main" id="{FBCBAFB2-C6A8-4007-89D6-E84F6EB85BFC}"/>
              </a:ext>
            </a:extLst>
          </p:cNvPr>
          <p:cNvSpPr>
            <a:spLocks noGrp="1"/>
          </p:cNvSpPr>
          <p:nvPr/>
        </p:nvSpPr>
        <p:spPr>
          <a:xfrm>
            <a:off x="7004575" y="226005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7" name="Stage1_sixpanel_9178">
            <a:extLst>
              <a:ext uri="{FF2B5EF4-FFF2-40B4-BE49-F238E27FC236}">
                <a16:creationId xmlns:a16="http://schemas.microsoft.com/office/drawing/2014/main" id="{6307228A-6EDF-472A-815F-EFD51A680FC1}"/>
              </a:ext>
            </a:extLst>
          </p:cNvPr>
          <p:cNvSpPr>
            <a:spLocks noGrp="1"/>
          </p:cNvSpPr>
          <p:nvPr/>
        </p:nvSpPr>
        <p:spPr>
          <a:xfrm>
            <a:off x="714788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8" name="Stage1_sixpanel_9179">
            <a:extLst>
              <a:ext uri="{FF2B5EF4-FFF2-40B4-BE49-F238E27FC236}">
                <a16:creationId xmlns:a16="http://schemas.microsoft.com/office/drawing/2014/main" id="{B64DB5AA-13DF-46B3-8D61-3C38D3124FEC}"/>
              </a:ext>
            </a:extLst>
          </p:cNvPr>
          <p:cNvSpPr>
            <a:spLocks noGrp="1"/>
          </p:cNvSpPr>
          <p:nvPr/>
        </p:nvSpPr>
        <p:spPr>
          <a:xfrm>
            <a:off x="704069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9" name="Stage1_sixpanel_9180">
            <a:extLst>
              <a:ext uri="{FF2B5EF4-FFF2-40B4-BE49-F238E27FC236}">
                <a16:creationId xmlns:a16="http://schemas.microsoft.com/office/drawing/2014/main" id="{D903EB37-A83C-4B36-A66B-77CC5627A1FC}"/>
              </a:ext>
            </a:extLst>
          </p:cNvPr>
          <p:cNvSpPr>
            <a:spLocks noGrp="1"/>
          </p:cNvSpPr>
          <p:nvPr/>
        </p:nvSpPr>
        <p:spPr>
          <a:xfrm>
            <a:off x="7067875" y="25551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0" name="Stage1_sixpanel_9181">
            <a:extLst>
              <a:ext uri="{FF2B5EF4-FFF2-40B4-BE49-F238E27FC236}">
                <a16:creationId xmlns:a16="http://schemas.microsoft.com/office/drawing/2014/main" id="{1939BA16-308A-4A8A-B344-8B7F8721A195}"/>
              </a:ext>
            </a:extLst>
          </p:cNvPr>
          <p:cNvSpPr>
            <a:spLocks noGrp="1"/>
          </p:cNvSpPr>
          <p:nvPr/>
        </p:nvSpPr>
        <p:spPr>
          <a:xfrm>
            <a:off x="7049894" y="22750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1" name="Stage1_sixpanel_9182">
            <a:extLst>
              <a:ext uri="{FF2B5EF4-FFF2-40B4-BE49-F238E27FC236}">
                <a16:creationId xmlns:a16="http://schemas.microsoft.com/office/drawing/2014/main" id="{5E7B75AD-3590-47F3-9AE6-D0F492850AB0}"/>
              </a:ext>
            </a:extLst>
          </p:cNvPr>
          <p:cNvSpPr>
            <a:spLocks noGrp="1"/>
          </p:cNvSpPr>
          <p:nvPr/>
        </p:nvSpPr>
        <p:spPr>
          <a:xfrm>
            <a:off x="698654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2" name="Stage1_sixpanel_9183">
            <a:extLst>
              <a:ext uri="{FF2B5EF4-FFF2-40B4-BE49-F238E27FC236}">
                <a16:creationId xmlns:a16="http://schemas.microsoft.com/office/drawing/2014/main" id="{40A5AF9C-6DE7-465B-98F1-2BD7B763AA22}"/>
              </a:ext>
            </a:extLst>
          </p:cNvPr>
          <p:cNvSpPr>
            <a:spLocks noGrp="1"/>
          </p:cNvSpPr>
          <p:nvPr/>
        </p:nvSpPr>
        <p:spPr>
          <a:xfrm>
            <a:off x="700576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3" name="Stage1_sixpanel_9184">
            <a:extLst>
              <a:ext uri="{FF2B5EF4-FFF2-40B4-BE49-F238E27FC236}">
                <a16:creationId xmlns:a16="http://schemas.microsoft.com/office/drawing/2014/main" id="{FE6F01DD-1249-4FFE-BDD4-549A2F7A94F9}"/>
              </a:ext>
            </a:extLst>
          </p:cNvPr>
          <p:cNvSpPr>
            <a:spLocks noGrp="1"/>
          </p:cNvSpPr>
          <p:nvPr/>
        </p:nvSpPr>
        <p:spPr>
          <a:xfrm>
            <a:off x="705652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4" name="Stage1_sixpanel_9185">
            <a:extLst>
              <a:ext uri="{FF2B5EF4-FFF2-40B4-BE49-F238E27FC236}">
                <a16:creationId xmlns:a16="http://schemas.microsoft.com/office/drawing/2014/main" id="{240CFE5E-A932-4E00-9A22-DB816989DB90}"/>
              </a:ext>
            </a:extLst>
          </p:cNvPr>
          <p:cNvSpPr>
            <a:spLocks noGrp="1"/>
          </p:cNvSpPr>
          <p:nvPr/>
        </p:nvSpPr>
        <p:spPr>
          <a:xfrm>
            <a:off x="699113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5" name="Stage1_sixpanel_9186">
            <a:extLst>
              <a:ext uri="{FF2B5EF4-FFF2-40B4-BE49-F238E27FC236}">
                <a16:creationId xmlns:a16="http://schemas.microsoft.com/office/drawing/2014/main" id="{9F6D7937-183D-446F-A40D-35B594F26D72}"/>
              </a:ext>
            </a:extLst>
          </p:cNvPr>
          <p:cNvSpPr>
            <a:spLocks noGrp="1"/>
          </p:cNvSpPr>
          <p:nvPr/>
        </p:nvSpPr>
        <p:spPr>
          <a:xfrm>
            <a:off x="699603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6" name="Stage1_sixpanel_9187">
            <a:extLst>
              <a:ext uri="{FF2B5EF4-FFF2-40B4-BE49-F238E27FC236}">
                <a16:creationId xmlns:a16="http://schemas.microsoft.com/office/drawing/2014/main" id="{36ED1784-4316-4270-A924-30B7AD5E3BEE}"/>
              </a:ext>
            </a:extLst>
          </p:cNvPr>
          <p:cNvSpPr>
            <a:spLocks noGrp="1"/>
          </p:cNvSpPr>
          <p:nvPr/>
        </p:nvSpPr>
        <p:spPr>
          <a:xfrm>
            <a:off x="7041771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7" name="Stage1_sixpanel_9188">
            <a:extLst>
              <a:ext uri="{FF2B5EF4-FFF2-40B4-BE49-F238E27FC236}">
                <a16:creationId xmlns:a16="http://schemas.microsoft.com/office/drawing/2014/main" id="{21253FB5-1365-447F-B642-93B0DDE807DF}"/>
              </a:ext>
            </a:extLst>
          </p:cNvPr>
          <p:cNvSpPr>
            <a:spLocks noGrp="1"/>
          </p:cNvSpPr>
          <p:nvPr/>
        </p:nvSpPr>
        <p:spPr>
          <a:xfrm>
            <a:off x="7016499" y="168906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8" name="Stage1_sixpanel_9189">
            <a:extLst>
              <a:ext uri="{FF2B5EF4-FFF2-40B4-BE49-F238E27FC236}">
                <a16:creationId xmlns:a16="http://schemas.microsoft.com/office/drawing/2014/main" id="{447AA0BC-E3B9-4B0F-B696-929AB14631DF}"/>
              </a:ext>
            </a:extLst>
          </p:cNvPr>
          <p:cNvSpPr>
            <a:spLocks noGrp="1"/>
          </p:cNvSpPr>
          <p:nvPr/>
        </p:nvSpPr>
        <p:spPr>
          <a:xfrm>
            <a:off x="714604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9" name="Stage1_sixpanel_9190">
            <a:extLst>
              <a:ext uri="{FF2B5EF4-FFF2-40B4-BE49-F238E27FC236}">
                <a16:creationId xmlns:a16="http://schemas.microsoft.com/office/drawing/2014/main" id="{65B59244-6A66-42F1-B7CA-C4597E8268C2}"/>
              </a:ext>
            </a:extLst>
          </p:cNvPr>
          <p:cNvSpPr>
            <a:spLocks noGrp="1"/>
          </p:cNvSpPr>
          <p:nvPr/>
        </p:nvSpPr>
        <p:spPr>
          <a:xfrm>
            <a:off x="712393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0" name="Stage1_sixpanel_9191">
            <a:extLst>
              <a:ext uri="{FF2B5EF4-FFF2-40B4-BE49-F238E27FC236}">
                <a16:creationId xmlns:a16="http://schemas.microsoft.com/office/drawing/2014/main" id="{876FDF8A-08F6-423C-BDF1-D4FF2F68CCD9}"/>
              </a:ext>
            </a:extLst>
          </p:cNvPr>
          <p:cNvSpPr>
            <a:spLocks noGrp="1"/>
          </p:cNvSpPr>
          <p:nvPr/>
        </p:nvSpPr>
        <p:spPr>
          <a:xfrm>
            <a:off x="6992680" y="11882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1" name="Stage1_sixpanel_9192">
            <a:extLst>
              <a:ext uri="{FF2B5EF4-FFF2-40B4-BE49-F238E27FC236}">
                <a16:creationId xmlns:a16="http://schemas.microsoft.com/office/drawing/2014/main" id="{A0E0DBD2-CAFB-4095-852D-CEC8442D2E9F}"/>
              </a:ext>
            </a:extLst>
          </p:cNvPr>
          <p:cNvSpPr>
            <a:spLocks noGrp="1"/>
          </p:cNvSpPr>
          <p:nvPr/>
        </p:nvSpPr>
        <p:spPr>
          <a:xfrm>
            <a:off x="7138925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2" name="Stage1_sixpanel_9193">
            <a:extLst>
              <a:ext uri="{FF2B5EF4-FFF2-40B4-BE49-F238E27FC236}">
                <a16:creationId xmlns:a16="http://schemas.microsoft.com/office/drawing/2014/main" id="{51F94644-862A-481B-8238-C1CAD5236F9A}"/>
              </a:ext>
            </a:extLst>
          </p:cNvPr>
          <p:cNvSpPr>
            <a:spLocks noGrp="1"/>
          </p:cNvSpPr>
          <p:nvPr/>
        </p:nvSpPr>
        <p:spPr>
          <a:xfrm>
            <a:off x="6986681" y="259218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3" name="Stage1_sixpanel_9194">
            <a:extLst>
              <a:ext uri="{FF2B5EF4-FFF2-40B4-BE49-F238E27FC236}">
                <a16:creationId xmlns:a16="http://schemas.microsoft.com/office/drawing/2014/main" id="{EAE1B82F-891A-49C8-AA5A-965B05B039C1}"/>
              </a:ext>
            </a:extLst>
          </p:cNvPr>
          <p:cNvSpPr>
            <a:spLocks noGrp="1"/>
          </p:cNvSpPr>
          <p:nvPr/>
        </p:nvSpPr>
        <p:spPr>
          <a:xfrm>
            <a:off x="7093662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4" name="Stage1_sixpanel_9195">
            <a:extLst>
              <a:ext uri="{FF2B5EF4-FFF2-40B4-BE49-F238E27FC236}">
                <a16:creationId xmlns:a16="http://schemas.microsoft.com/office/drawing/2014/main" id="{4683139F-58D2-4D2A-BB19-B98C4C757DCF}"/>
              </a:ext>
            </a:extLst>
          </p:cNvPr>
          <p:cNvSpPr>
            <a:spLocks noGrp="1"/>
          </p:cNvSpPr>
          <p:nvPr/>
        </p:nvSpPr>
        <p:spPr>
          <a:xfrm>
            <a:off x="6980949" y="245853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5" name="Stage1_sixpanel_9196">
            <a:extLst>
              <a:ext uri="{FF2B5EF4-FFF2-40B4-BE49-F238E27FC236}">
                <a16:creationId xmlns:a16="http://schemas.microsoft.com/office/drawing/2014/main" id="{6152C028-2224-488D-BE0E-1588740DEA54}"/>
              </a:ext>
            </a:extLst>
          </p:cNvPr>
          <p:cNvSpPr>
            <a:spLocks noGrp="1"/>
          </p:cNvSpPr>
          <p:nvPr/>
        </p:nvSpPr>
        <p:spPr>
          <a:xfrm>
            <a:off x="815053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6" name="Stage1_sixpanel_9197">
            <a:extLst>
              <a:ext uri="{FF2B5EF4-FFF2-40B4-BE49-F238E27FC236}">
                <a16:creationId xmlns:a16="http://schemas.microsoft.com/office/drawing/2014/main" id="{75358B6F-701D-4163-A29A-44F5778C1656}"/>
              </a:ext>
            </a:extLst>
          </p:cNvPr>
          <p:cNvSpPr>
            <a:spLocks noGrp="1"/>
          </p:cNvSpPr>
          <p:nvPr/>
        </p:nvSpPr>
        <p:spPr>
          <a:xfrm>
            <a:off x="8139199" y="168095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7" name="Stage1_sixpanel_9198">
            <a:extLst>
              <a:ext uri="{FF2B5EF4-FFF2-40B4-BE49-F238E27FC236}">
                <a16:creationId xmlns:a16="http://schemas.microsoft.com/office/drawing/2014/main" id="{023690E3-5D44-449D-BFCB-334922703911}"/>
              </a:ext>
            </a:extLst>
          </p:cNvPr>
          <p:cNvSpPr>
            <a:spLocks noGrp="1"/>
          </p:cNvSpPr>
          <p:nvPr/>
        </p:nvSpPr>
        <p:spPr>
          <a:xfrm>
            <a:off x="817880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8" name="Stage1_sixpanel_9199">
            <a:extLst>
              <a:ext uri="{FF2B5EF4-FFF2-40B4-BE49-F238E27FC236}">
                <a16:creationId xmlns:a16="http://schemas.microsoft.com/office/drawing/2014/main" id="{8A1268AE-85BE-4371-956A-36D0608919EE}"/>
              </a:ext>
            </a:extLst>
          </p:cNvPr>
          <p:cNvSpPr>
            <a:spLocks noGrp="1"/>
          </p:cNvSpPr>
          <p:nvPr/>
        </p:nvSpPr>
        <p:spPr>
          <a:xfrm>
            <a:off x="8202644" y="15162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9" name="Stage1_sixpanel_9200">
            <a:extLst>
              <a:ext uri="{FF2B5EF4-FFF2-40B4-BE49-F238E27FC236}">
                <a16:creationId xmlns:a16="http://schemas.microsoft.com/office/drawing/2014/main" id="{EDA4106F-4C21-4E03-908B-36F10FBC443F}"/>
              </a:ext>
            </a:extLst>
          </p:cNvPr>
          <p:cNvSpPr>
            <a:spLocks noGrp="1"/>
          </p:cNvSpPr>
          <p:nvPr/>
        </p:nvSpPr>
        <p:spPr>
          <a:xfrm>
            <a:off x="805038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0" name="Stage1_sixpanel_9201">
            <a:extLst>
              <a:ext uri="{FF2B5EF4-FFF2-40B4-BE49-F238E27FC236}">
                <a16:creationId xmlns:a16="http://schemas.microsoft.com/office/drawing/2014/main" id="{0180754B-5558-4682-BDDA-EED346AD9B3C}"/>
              </a:ext>
            </a:extLst>
          </p:cNvPr>
          <p:cNvSpPr>
            <a:spLocks noGrp="1"/>
          </p:cNvSpPr>
          <p:nvPr/>
        </p:nvSpPr>
        <p:spPr>
          <a:xfrm>
            <a:off x="8056004" y="23352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1" name="Stage1_sixpanel_9202">
            <a:extLst>
              <a:ext uri="{FF2B5EF4-FFF2-40B4-BE49-F238E27FC236}">
                <a16:creationId xmlns:a16="http://schemas.microsoft.com/office/drawing/2014/main" id="{9015DEB4-0599-484E-9599-7C57194FBD3B}"/>
              </a:ext>
            </a:extLst>
          </p:cNvPr>
          <p:cNvSpPr>
            <a:spLocks noGrp="1"/>
          </p:cNvSpPr>
          <p:nvPr/>
        </p:nvSpPr>
        <p:spPr>
          <a:xfrm>
            <a:off x="8180298" y="19787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2" name="Stage1_sixpanel_9203">
            <a:extLst>
              <a:ext uri="{FF2B5EF4-FFF2-40B4-BE49-F238E27FC236}">
                <a16:creationId xmlns:a16="http://schemas.microsoft.com/office/drawing/2014/main" id="{9F0569A9-4CE9-47CA-8AF1-F296A9191DF9}"/>
              </a:ext>
            </a:extLst>
          </p:cNvPr>
          <p:cNvSpPr>
            <a:spLocks noGrp="1"/>
          </p:cNvSpPr>
          <p:nvPr/>
        </p:nvSpPr>
        <p:spPr>
          <a:xfrm>
            <a:off x="8205549" y="145177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3" name="Stage1_sixpanel_9204">
            <a:extLst>
              <a:ext uri="{FF2B5EF4-FFF2-40B4-BE49-F238E27FC236}">
                <a16:creationId xmlns:a16="http://schemas.microsoft.com/office/drawing/2014/main" id="{BEF1C70C-71A5-4659-9CB6-9EC9FCDA6311}"/>
              </a:ext>
            </a:extLst>
          </p:cNvPr>
          <p:cNvSpPr>
            <a:spLocks noGrp="1"/>
          </p:cNvSpPr>
          <p:nvPr/>
        </p:nvSpPr>
        <p:spPr>
          <a:xfrm>
            <a:off x="816035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4" name="Stage1_sixpanel_9205">
            <a:extLst>
              <a:ext uri="{FF2B5EF4-FFF2-40B4-BE49-F238E27FC236}">
                <a16:creationId xmlns:a16="http://schemas.microsoft.com/office/drawing/2014/main" id="{3C30429C-2413-4803-8B37-F27C65BEE951}"/>
              </a:ext>
            </a:extLst>
          </p:cNvPr>
          <p:cNvSpPr>
            <a:spLocks noGrp="1"/>
          </p:cNvSpPr>
          <p:nvPr/>
        </p:nvSpPr>
        <p:spPr>
          <a:xfrm>
            <a:off x="8192625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5" name="Stage1_sixpanel_9206">
            <a:extLst>
              <a:ext uri="{FF2B5EF4-FFF2-40B4-BE49-F238E27FC236}">
                <a16:creationId xmlns:a16="http://schemas.microsoft.com/office/drawing/2014/main" id="{ED3E7E44-389B-4DC0-A9DF-F0F82C9EE9A5}"/>
              </a:ext>
            </a:extLst>
          </p:cNvPr>
          <p:cNvSpPr>
            <a:spLocks noGrp="1"/>
          </p:cNvSpPr>
          <p:nvPr/>
        </p:nvSpPr>
        <p:spPr>
          <a:xfrm>
            <a:off x="818839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6" name="Stage1_sixpanel_9207">
            <a:extLst>
              <a:ext uri="{FF2B5EF4-FFF2-40B4-BE49-F238E27FC236}">
                <a16:creationId xmlns:a16="http://schemas.microsoft.com/office/drawing/2014/main" id="{5CA92BD6-1EFC-4D9A-8A57-4753C4C433E0}"/>
              </a:ext>
            </a:extLst>
          </p:cNvPr>
          <p:cNvSpPr>
            <a:spLocks noGrp="1"/>
          </p:cNvSpPr>
          <p:nvPr/>
        </p:nvSpPr>
        <p:spPr>
          <a:xfrm>
            <a:off x="8158137" y="241682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7" name="Stage1_sixpanel_9208">
            <a:extLst>
              <a:ext uri="{FF2B5EF4-FFF2-40B4-BE49-F238E27FC236}">
                <a16:creationId xmlns:a16="http://schemas.microsoft.com/office/drawing/2014/main" id="{543D06CA-84D3-4575-ABEC-48A0508DC5EB}"/>
              </a:ext>
            </a:extLst>
          </p:cNvPr>
          <p:cNvSpPr>
            <a:spLocks noGrp="1"/>
          </p:cNvSpPr>
          <p:nvPr/>
        </p:nvSpPr>
        <p:spPr>
          <a:xfrm>
            <a:off x="817263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8" name="Stage1_sixpanel_9209">
            <a:extLst>
              <a:ext uri="{FF2B5EF4-FFF2-40B4-BE49-F238E27FC236}">
                <a16:creationId xmlns:a16="http://schemas.microsoft.com/office/drawing/2014/main" id="{6D991DC3-FC88-4C9E-87CB-899D993F4970}"/>
              </a:ext>
            </a:extLst>
          </p:cNvPr>
          <p:cNvSpPr>
            <a:spLocks noGrp="1"/>
          </p:cNvSpPr>
          <p:nvPr/>
        </p:nvSpPr>
        <p:spPr>
          <a:xfrm>
            <a:off x="814931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9" name="Stage1_sixpanel_9210">
            <a:extLst>
              <a:ext uri="{FF2B5EF4-FFF2-40B4-BE49-F238E27FC236}">
                <a16:creationId xmlns:a16="http://schemas.microsoft.com/office/drawing/2014/main" id="{5A72AA44-E592-4C69-BEEE-227375E88301}"/>
              </a:ext>
            </a:extLst>
          </p:cNvPr>
          <p:cNvSpPr>
            <a:spLocks noGrp="1"/>
          </p:cNvSpPr>
          <p:nvPr/>
        </p:nvSpPr>
        <p:spPr>
          <a:xfrm>
            <a:off x="811557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0" name="Stage1_sixpanel_9211">
            <a:extLst>
              <a:ext uri="{FF2B5EF4-FFF2-40B4-BE49-F238E27FC236}">
                <a16:creationId xmlns:a16="http://schemas.microsoft.com/office/drawing/2014/main" id="{41EE4A79-65FB-457C-96C5-A7188ABD2912}"/>
              </a:ext>
            </a:extLst>
          </p:cNvPr>
          <p:cNvSpPr>
            <a:spLocks noGrp="1"/>
          </p:cNvSpPr>
          <p:nvPr/>
        </p:nvSpPr>
        <p:spPr>
          <a:xfrm>
            <a:off x="820675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1" name="Stage1_sixpanel_9212">
            <a:extLst>
              <a:ext uri="{FF2B5EF4-FFF2-40B4-BE49-F238E27FC236}">
                <a16:creationId xmlns:a16="http://schemas.microsoft.com/office/drawing/2014/main" id="{011EDC4B-1EA6-41D3-92C0-A86271BB88BA}"/>
              </a:ext>
            </a:extLst>
          </p:cNvPr>
          <p:cNvSpPr>
            <a:spLocks noGrp="1"/>
          </p:cNvSpPr>
          <p:nvPr/>
        </p:nvSpPr>
        <p:spPr>
          <a:xfrm>
            <a:off x="8142396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2" name="Stage1_sixpanel_9213">
            <a:extLst>
              <a:ext uri="{FF2B5EF4-FFF2-40B4-BE49-F238E27FC236}">
                <a16:creationId xmlns:a16="http://schemas.microsoft.com/office/drawing/2014/main" id="{8A156F71-BC8F-4551-814E-683CD09823EB}"/>
              </a:ext>
            </a:extLst>
          </p:cNvPr>
          <p:cNvSpPr>
            <a:spLocks noGrp="1"/>
          </p:cNvSpPr>
          <p:nvPr/>
        </p:nvSpPr>
        <p:spPr>
          <a:xfrm>
            <a:off x="8073788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3" name="Stage1_sixpanel_9214">
            <a:extLst>
              <a:ext uri="{FF2B5EF4-FFF2-40B4-BE49-F238E27FC236}">
                <a16:creationId xmlns:a16="http://schemas.microsoft.com/office/drawing/2014/main" id="{5061BEE8-C27A-4022-8D6C-D5CCAD2D14F7}"/>
              </a:ext>
            </a:extLst>
          </p:cNvPr>
          <p:cNvSpPr>
            <a:spLocks noGrp="1"/>
          </p:cNvSpPr>
          <p:nvPr/>
        </p:nvSpPr>
        <p:spPr>
          <a:xfrm>
            <a:off x="8106798" y="251894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4" name="Stage1_sixpanel_9215">
            <a:extLst>
              <a:ext uri="{FF2B5EF4-FFF2-40B4-BE49-F238E27FC236}">
                <a16:creationId xmlns:a16="http://schemas.microsoft.com/office/drawing/2014/main" id="{A77C5F20-7E86-4BCE-B2DA-5FD6E959BC65}"/>
              </a:ext>
            </a:extLst>
          </p:cNvPr>
          <p:cNvSpPr>
            <a:spLocks noGrp="1"/>
          </p:cNvSpPr>
          <p:nvPr/>
        </p:nvSpPr>
        <p:spPr>
          <a:xfrm>
            <a:off x="814736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5" name="Stage1_sixpanel_9216">
            <a:extLst>
              <a:ext uri="{FF2B5EF4-FFF2-40B4-BE49-F238E27FC236}">
                <a16:creationId xmlns:a16="http://schemas.microsoft.com/office/drawing/2014/main" id="{370FA8A0-AC77-470F-9129-C95B477506A8}"/>
              </a:ext>
            </a:extLst>
          </p:cNvPr>
          <p:cNvSpPr>
            <a:spLocks noGrp="1"/>
          </p:cNvSpPr>
          <p:nvPr/>
        </p:nvSpPr>
        <p:spPr>
          <a:xfrm>
            <a:off x="816992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6" name="Stage1_sixpanel_9217">
            <a:extLst>
              <a:ext uri="{FF2B5EF4-FFF2-40B4-BE49-F238E27FC236}">
                <a16:creationId xmlns:a16="http://schemas.microsoft.com/office/drawing/2014/main" id="{5DE9F2BB-F9B3-4279-874D-530BE7AA466E}"/>
              </a:ext>
            </a:extLst>
          </p:cNvPr>
          <p:cNvSpPr>
            <a:spLocks noGrp="1"/>
          </p:cNvSpPr>
          <p:nvPr/>
        </p:nvSpPr>
        <p:spPr>
          <a:xfrm>
            <a:off x="803906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7" name="Stage1_sixpanel_9218">
            <a:extLst>
              <a:ext uri="{FF2B5EF4-FFF2-40B4-BE49-F238E27FC236}">
                <a16:creationId xmlns:a16="http://schemas.microsoft.com/office/drawing/2014/main" id="{C07EE619-A614-4337-8730-16A28CA8B96F}"/>
              </a:ext>
            </a:extLst>
          </p:cNvPr>
          <p:cNvSpPr>
            <a:spLocks noGrp="1"/>
          </p:cNvSpPr>
          <p:nvPr/>
        </p:nvSpPr>
        <p:spPr>
          <a:xfrm>
            <a:off x="8090439" y="25431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8" name="Stage1_sixpanel_9219">
            <a:extLst>
              <a:ext uri="{FF2B5EF4-FFF2-40B4-BE49-F238E27FC236}">
                <a16:creationId xmlns:a16="http://schemas.microsoft.com/office/drawing/2014/main" id="{1ADADCD4-093D-4867-9818-E8B32C219154}"/>
              </a:ext>
            </a:extLst>
          </p:cNvPr>
          <p:cNvSpPr>
            <a:spLocks noGrp="1"/>
          </p:cNvSpPr>
          <p:nvPr/>
        </p:nvSpPr>
        <p:spPr>
          <a:xfrm>
            <a:off x="8061282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9" name="Stage1_sixpanel_9220">
            <a:extLst>
              <a:ext uri="{FF2B5EF4-FFF2-40B4-BE49-F238E27FC236}">
                <a16:creationId xmlns:a16="http://schemas.microsoft.com/office/drawing/2014/main" id="{E3540D54-C0E9-4C71-B43E-CEEDD1E162B3}"/>
              </a:ext>
            </a:extLst>
          </p:cNvPr>
          <p:cNvSpPr>
            <a:spLocks noGrp="1"/>
          </p:cNvSpPr>
          <p:nvPr/>
        </p:nvSpPr>
        <p:spPr>
          <a:xfrm>
            <a:off x="813704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0" name="Stage1_sixpanel_9221">
            <a:extLst>
              <a:ext uri="{FF2B5EF4-FFF2-40B4-BE49-F238E27FC236}">
                <a16:creationId xmlns:a16="http://schemas.microsoft.com/office/drawing/2014/main" id="{05726106-EAE0-40FA-9E30-2FB41BA13E61}"/>
              </a:ext>
            </a:extLst>
          </p:cNvPr>
          <p:cNvSpPr>
            <a:spLocks noGrp="1"/>
          </p:cNvSpPr>
          <p:nvPr/>
        </p:nvSpPr>
        <p:spPr>
          <a:xfrm>
            <a:off x="8191161" y="233082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1" name="Stage1_sixpanel_9222">
            <a:extLst>
              <a:ext uri="{FF2B5EF4-FFF2-40B4-BE49-F238E27FC236}">
                <a16:creationId xmlns:a16="http://schemas.microsoft.com/office/drawing/2014/main" id="{B7251FD8-43A7-442F-B47F-759D41FF9A39}"/>
              </a:ext>
            </a:extLst>
          </p:cNvPr>
          <p:cNvSpPr>
            <a:spLocks noGrp="1"/>
          </p:cNvSpPr>
          <p:nvPr/>
        </p:nvSpPr>
        <p:spPr>
          <a:xfrm>
            <a:off x="820271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2" name="Stage1_sixpanel_9223">
            <a:extLst>
              <a:ext uri="{FF2B5EF4-FFF2-40B4-BE49-F238E27FC236}">
                <a16:creationId xmlns:a16="http://schemas.microsoft.com/office/drawing/2014/main" id="{D9F1E872-B73B-4BF8-9165-37B57AD2426D}"/>
              </a:ext>
            </a:extLst>
          </p:cNvPr>
          <p:cNvSpPr>
            <a:spLocks noGrp="1"/>
          </p:cNvSpPr>
          <p:nvPr/>
        </p:nvSpPr>
        <p:spPr>
          <a:xfrm>
            <a:off x="8169324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3" name="Stage1_sixpanel_9224">
            <a:extLst>
              <a:ext uri="{FF2B5EF4-FFF2-40B4-BE49-F238E27FC236}">
                <a16:creationId xmlns:a16="http://schemas.microsoft.com/office/drawing/2014/main" id="{B67CD299-4D1A-4F18-9004-D72936426E59}"/>
              </a:ext>
            </a:extLst>
          </p:cNvPr>
          <p:cNvSpPr>
            <a:spLocks noGrp="1"/>
          </p:cNvSpPr>
          <p:nvPr/>
        </p:nvSpPr>
        <p:spPr>
          <a:xfrm>
            <a:off x="81782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4" name="Stage1_sixpanel_9225">
            <a:extLst>
              <a:ext uri="{FF2B5EF4-FFF2-40B4-BE49-F238E27FC236}">
                <a16:creationId xmlns:a16="http://schemas.microsoft.com/office/drawing/2014/main" id="{F6EAE2F2-6907-4601-9861-C4B63DAE1211}"/>
              </a:ext>
            </a:extLst>
          </p:cNvPr>
          <p:cNvSpPr>
            <a:spLocks noGrp="1"/>
          </p:cNvSpPr>
          <p:nvPr/>
        </p:nvSpPr>
        <p:spPr>
          <a:xfrm>
            <a:off x="814587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5" name="Stage1_sixpanel_9226">
            <a:extLst>
              <a:ext uri="{FF2B5EF4-FFF2-40B4-BE49-F238E27FC236}">
                <a16:creationId xmlns:a16="http://schemas.microsoft.com/office/drawing/2014/main" id="{ABC28490-B68F-4BA9-8E96-53922C7EE909}"/>
              </a:ext>
            </a:extLst>
          </p:cNvPr>
          <p:cNvSpPr>
            <a:spLocks noGrp="1"/>
          </p:cNvSpPr>
          <p:nvPr/>
        </p:nvSpPr>
        <p:spPr>
          <a:xfrm>
            <a:off x="819367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6" name="Stage1_sixpanel_9227">
            <a:extLst>
              <a:ext uri="{FF2B5EF4-FFF2-40B4-BE49-F238E27FC236}">
                <a16:creationId xmlns:a16="http://schemas.microsoft.com/office/drawing/2014/main" id="{494EB567-1871-4E01-94EC-FCA53B3E6C0A}"/>
              </a:ext>
            </a:extLst>
          </p:cNvPr>
          <p:cNvSpPr>
            <a:spLocks noGrp="1"/>
          </p:cNvSpPr>
          <p:nvPr/>
        </p:nvSpPr>
        <p:spPr>
          <a:xfrm>
            <a:off x="8169215" y="255820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7" name="Stage1_sixpanel_9228">
            <a:extLst>
              <a:ext uri="{FF2B5EF4-FFF2-40B4-BE49-F238E27FC236}">
                <a16:creationId xmlns:a16="http://schemas.microsoft.com/office/drawing/2014/main" id="{4D2DA1ED-303C-4748-B350-59B56D6D0E8A}"/>
              </a:ext>
            </a:extLst>
          </p:cNvPr>
          <p:cNvSpPr>
            <a:spLocks noGrp="1"/>
          </p:cNvSpPr>
          <p:nvPr/>
        </p:nvSpPr>
        <p:spPr>
          <a:xfrm>
            <a:off x="8062138" y="25797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8" name="Stage1_sixpanel_9229">
            <a:extLst>
              <a:ext uri="{FF2B5EF4-FFF2-40B4-BE49-F238E27FC236}">
                <a16:creationId xmlns:a16="http://schemas.microsoft.com/office/drawing/2014/main" id="{B8F7BB8A-6A1E-4D38-9C50-3E0063FAE78A}"/>
              </a:ext>
            </a:extLst>
          </p:cNvPr>
          <p:cNvSpPr>
            <a:spLocks noGrp="1"/>
          </p:cNvSpPr>
          <p:nvPr/>
        </p:nvSpPr>
        <p:spPr>
          <a:xfrm>
            <a:off x="8088180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9" name="Stage1_sixpanel_9230">
            <a:extLst>
              <a:ext uri="{FF2B5EF4-FFF2-40B4-BE49-F238E27FC236}">
                <a16:creationId xmlns:a16="http://schemas.microsoft.com/office/drawing/2014/main" id="{7F1C9D22-4B61-46FA-B814-D4AE1F553B28}"/>
              </a:ext>
            </a:extLst>
          </p:cNvPr>
          <p:cNvSpPr>
            <a:spLocks noGrp="1"/>
          </p:cNvSpPr>
          <p:nvPr/>
        </p:nvSpPr>
        <p:spPr>
          <a:xfrm>
            <a:off x="8170276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0" name="Stage1_sixpanel_9231">
            <a:extLst>
              <a:ext uri="{FF2B5EF4-FFF2-40B4-BE49-F238E27FC236}">
                <a16:creationId xmlns:a16="http://schemas.microsoft.com/office/drawing/2014/main" id="{0201B87F-BCB1-49A6-BD94-90DD1DC7A15B}"/>
              </a:ext>
            </a:extLst>
          </p:cNvPr>
          <p:cNvSpPr>
            <a:spLocks noGrp="1"/>
          </p:cNvSpPr>
          <p:nvPr/>
        </p:nvSpPr>
        <p:spPr>
          <a:xfrm>
            <a:off x="805033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1" name="Stage1_sixpanel_9232">
            <a:extLst>
              <a:ext uri="{FF2B5EF4-FFF2-40B4-BE49-F238E27FC236}">
                <a16:creationId xmlns:a16="http://schemas.microsoft.com/office/drawing/2014/main" id="{A9FD8C84-9337-4DAD-8DA3-5ADF90EFE2DD}"/>
              </a:ext>
            </a:extLst>
          </p:cNvPr>
          <p:cNvSpPr>
            <a:spLocks noGrp="1"/>
          </p:cNvSpPr>
          <p:nvPr/>
        </p:nvSpPr>
        <p:spPr>
          <a:xfrm>
            <a:off x="8072331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2" name="Stage1_sixpanel_9233">
            <a:extLst>
              <a:ext uri="{FF2B5EF4-FFF2-40B4-BE49-F238E27FC236}">
                <a16:creationId xmlns:a16="http://schemas.microsoft.com/office/drawing/2014/main" id="{BE098DCB-2FE6-401D-8E84-F9C81B75A394}"/>
              </a:ext>
            </a:extLst>
          </p:cNvPr>
          <p:cNvSpPr>
            <a:spLocks noGrp="1"/>
          </p:cNvSpPr>
          <p:nvPr/>
        </p:nvSpPr>
        <p:spPr>
          <a:xfrm>
            <a:off x="8045193" y="253447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3" name="Stage1_sixpanel_9234">
            <a:extLst>
              <a:ext uri="{FF2B5EF4-FFF2-40B4-BE49-F238E27FC236}">
                <a16:creationId xmlns:a16="http://schemas.microsoft.com/office/drawing/2014/main" id="{0DFD161A-F7EF-430E-A890-71D19D78C8EE}"/>
              </a:ext>
            </a:extLst>
          </p:cNvPr>
          <p:cNvSpPr>
            <a:spLocks noGrp="1"/>
          </p:cNvSpPr>
          <p:nvPr/>
        </p:nvSpPr>
        <p:spPr>
          <a:xfrm>
            <a:off x="814578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4" name="Stage1_sixpanel_9235">
            <a:extLst>
              <a:ext uri="{FF2B5EF4-FFF2-40B4-BE49-F238E27FC236}">
                <a16:creationId xmlns:a16="http://schemas.microsoft.com/office/drawing/2014/main" id="{6E6E1C4E-2DEF-4D80-B134-2FEDE6188765}"/>
              </a:ext>
            </a:extLst>
          </p:cNvPr>
          <p:cNvSpPr>
            <a:spLocks noGrp="1"/>
          </p:cNvSpPr>
          <p:nvPr/>
        </p:nvSpPr>
        <p:spPr>
          <a:xfrm>
            <a:off x="8050976" y="252296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5" name="Stage1_sixpanel_9236">
            <a:extLst>
              <a:ext uri="{FF2B5EF4-FFF2-40B4-BE49-F238E27FC236}">
                <a16:creationId xmlns:a16="http://schemas.microsoft.com/office/drawing/2014/main" id="{E3F835CE-FECF-40B5-8832-F6E399221626}"/>
              </a:ext>
            </a:extLst>
          </p:cNvPr>
          <p:cNvSpPr>
            <a:spLocks noGrp="1"/>
          </p:cNvSpPr>
          <p:nvPr/>
        </p:nvSpPr>
        <p:spPr>
          <a:xfrm>
            <a:off x="808184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6" name="Stage1_sixpanel_9237">
            <a:extLst>
              <a:ext uri="{FF2B5EF4-FFF2-40B4-BE49-F238E27FC236}">
                <a16:creationId xmlns:a16="http://schemas.microsoft.com/office/drawing/2014/main" id="{4B39E24A-D20E-4BE6-9336-2250239D4D94}"/>
              </a:ext>
            </a:extLst>
          </p:cNvPr>
          <p:cNvSpPr>
            <a:spLocks noGrp="1"/>
          </p:cNvSpPr>
          <p:nvPr/>
        </p:nvSpPr>
        <p:spPr>
          <a:xfrm>
            <a:off x="810360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7" name="Stage1_sixpanel_9238">
            <a:extLst>
              <a:ext uri="{FF2B5EF4-FFF2-40B4-BE49-F238E27FC236}">
                <a16:creationId xmlns:a16="http://schemas.microsoft.com/office/drawing/2014/main" id="{74584252-4555-4D3D-A6F2-60F771EC92AB}"/>
              </a:ext>
            </a:extLst>
          </p:cNvPr>
          <p:cNvSpPr>
            <a:spLocks noGrp="1"/>
          </p:cNvSpPr>
          <p:nvPr/>
        </p:nvSpPr>
        <p:spPr>
          <a:xfrm>
            <a:off x="809138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8" name="Stage1_sixpanel_9239">
            <a:extLst>
              <a:ext uri="{FF2B5EF4-FFF2-40B4-BE49-F238E27FC236}">
                <a16:creationId xmlns:a16="http://schemas.microsoft.com/office/drawing/2014/main" id="{83DDCC73-1A37-43C3-95D1-89EE0A9EB74B}"/>
              </a:ext>
            </a:extLst>
          </p:cNvPr>
          <p:cNvSpPr>
            <a:spLocks noGrp="1"/>
          </p:cNvSpPr>
          <p:nvPr/>
        </p:nvSpPr>
        <p:spPr>
          <a:xfrm>
            <a:off x="8072862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9" name="Stage1_sixpanel_9240">
            <a:extLst>
              <a:ext uri="{FF2B5EF4-FFF2-40B4-BE49-F238E27FC236}">
                <a16:creationId xmlns:a16="http://schemas.microsoft.com/office/drawing/2014/main" id="{7ABF6AA5-D1AB-403C-8570-6C7561D52099}"/>
              </a:ext>
            </a:extLst>
          </p:cNvPr>
          <p:cNvSpPr>
            <a:spLocks noGrp="1"/>
          </p:cNvSpPr>
          <p:nvPr/>
        </p:nvSpPr>
        <p:spPr>
          <a:xfrm>
            <a:off x="8116608" y="24999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0" name="Stage1_sixpanel_9241">
            <a:extLst>
              <a:ext uri="{FF2B5EF4-FFF2-40B4-BE49-F238E27FC236}">
                <a16:creationId xmlns:a16="http://schemas.microsoft.com/office/drawing/2014/main" id="{6330D587-FBCB-436B-88E9-9EBE82E7956E}"/>
              </a:ext>
            </a:extLst>
          </p:cNvPr>
          <p:cNvSpPr>
            <a:spLocks noGrp="1"/>
          </p:cNvSpPr>
          <p:nvPr/>
        </p:nvSpPr>
        <p:spPr>
          <a:xfrm>
            <a:off x="817943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1" name="Stage1_sixpanel_9242">
            <a:extLst>
              <a:ext uri="{FF2B5EF4-FFF2-40B4-BE49-F238E27FC236}">
                <a16:creationId xmlns:a16="http://schemas.microsoft.com/office/drawing/2014/main" id="{E3C2DA6D-1286-4B23-9F78-7771899B93D3}"/>
              </a:ext>
            </a:extLst>
          </p:cNvPr>
          <p:cNvSpPr>
            <a:spLocks noGrp="1"/>
          </p:cNvSpPr>
          <p:nvPr/>
        </p:nvSpPr>
        <p:spPr>
          <a:xfrm>
            <a:off x="817531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2" name="Stage1_sixpanel_9243">
            <a:extLst>
              <a:ext uri="{FF2B5EF4-FFF2-40B4-BE49-F238E27FC236}">
                <a16:creationId xmlns:a16="http://schemas.microsoft.com/office/drawing/2014/main" id="{F5A85518-AC4C-4D34-860C-C421C53DD2D4}"/>
              </a:ext>
            </a:extLst>
          </p:cNvPr>
          <p:cNvSpPr>
            <a:spLocks noGrp="1"/>
          </p:cNvSpPr>
          <p:nvPr/>
        </p:nvSpPr>
        <p:spPr>
          <a:xfrm>
            <a:off x="8157509" y="2594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3" name="Stage1_sixpanel_9244">
            <a:extLst>
              <a:ext uri="{FF2B5EF4-FFF2-40B4-BE49-F238E27FC236}">
                <a16:creationId xmlns:a16="http://schemas.microsoft.com/office/drawing/2014/main" id="{334FC576-105C-4F04-BCA4-648210A49627}"/>
              </a:ext>
            </a:extLst>
          </p:cNvPr>
          <p:cNvSpPr>
            <a:spLocks noGrp="1"/>
          </p:cNvSpPr>
          <p:nvPr/>
        </p:nvSpPr>
        <p:spPr>
          <a:xfrm>
            <a:off x="8191604" y="17187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4" name="Stage1_sixpanel_9245">
            <a:extLst>
              <a:ext uri="{FF2B5EF4-FFF2-40B4-BE49-F238E27FC236}">
                <a16:creationId xmlns:a16="http://schemas.microsoft.com/office/drawing/2014/main" id="{D4E04BA7-125D-4C98-849B-BB1D5F0B61E3}"/>
              </a:ext>
            </a:extLst>
          </p:cNvPr>
          <p:cNvSpPr>
            <a:spLocks noGrp="1"/>
          </p:cNvSpPr>
          <p:nvPr/>
        </p:nvSpPr>
        <p:spPr>
          <a:xfrm>
            <a:off x="805044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5" name="Stage1_sixpanel_9246">
            <a:extLst>
              <a:ext uri="{FF2B5EF4-FFF2-40B4-BE49-F238E27FC236}">
                <a16:creationId xmlns:a16="http://schemas.microsoft.com/office/drawing/2014/main" id="{C37DB90B-3132-4976-ADC6-5111CFAE3350}"/>
              </a:ext>
            </a:extLst>
          </p:cNvPr>
          <p:cNvSpPr>
            <a:spLocks noGrp="1"/>
          </p:cNvSpPr>
          <p:nvPr/>
        </p:nvSpPr>
        <p:spPr>
          <a:xfrm>
            <a:off x="8125272" y="260219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6" name="Stage1_sixpanel_9247">
            <a:extLst>
              <a:ext uri="{FF2B5EF4-FFF2-40B4-BE49-F238E27FC236}">
                <a16:creationId xmlns:a16="http://schemas.microsoft.com/office/drawing/2014/main" id="{57EA5465-ECBE-4ACE-869A-9E8550911706}"/>
              </a:ext>
            </a:extLst>
          </p:cNvPr>
          <p:cNvSpPr>
            <a:spLocks noGrp="1"/>
          </p:cNvSpPr>
          <p:nvPr/>
        </p:nvSpPr>
        <p:spPr>
          <a:xfrm>
            <a:off x="8112167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7" name="Stage1_sixpanel_9248">
            <a:extLst>
              <a:ext uri="{FF2B5EF4-FFF2-40B4-BE49-F238E27FC236}">
                <a16:creationId xmlns:a16="http://schemas.microsoft.com/office/drawing/2014/main" id="{30F772C5-BD3B-4962-A162-59C7909FC422}"/>
              </a:ext>
            </a:extLst>
          </p:cNvPr>
          <p:cNvSpPr>
            <a:spLocks noGrp="1"/>
          </p:cNvSpPr>
          <p:nvPr/>
        </p:nvSpPr>
        <p:spPr>
          <a:xfrm>
            <a:off x="8194259" y="24222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8" name="Stage1_sixpanel_9249">
            <a:extLst>
              <a:ext uri="{FF2B5EF4-FFF2-40B4-BE49-F238E27FC236}">
                <a16:creationId xmlns:a16="http://schemas.microsoft.com/office/drawing/2014/main" id="{C918B10F-B47B-4B55-81FA-E3CFE64A9FCF}"/>
              </a:ext>
            </a:extLst>
          </p:cNvPr>
          <p:cNvSpPr>
            <a:spLocks noGrp="1"/>
          </p:cNvSpPr>
          <p:nvPr/>
        </p:nvSpPr>
        <p:spPr>
          <a:xfrm>
            <a:off x="803989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9" name="Stage1_sixpanel_9250">
            <a:extLst>
              <a:ext uri="{FF2B5EF4-FFF2-40B4-BE49-F238E27FC236}">
                <a16:creationId xmlns:a16="http://schemas.microsoft.com/office/drawing/2014/main" id="{77D2303B-A6AF-4F2F-903F-FB429C9A3095}"/>
              </a:ext>
            </a:extLst>
          </p:cNvPr>
          <p:cNvSpPr>
            <a:spLocks noGrp="1"/>
          </p:cNvSpPr>
          <p:nvPr/>
        </p:nvSpPr>
        <p:spPr>
          <a:xfrm>
            <a:off x="8134177" y="18091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0" name="Stage1_sixpanel_9251">
            <a:extLst>
              <a:ext uri="{FF2B5EF4-FFF2-40B4-BE49-F238E27FC236}">
                <a16:creationId xmlns:a16="http://schemas.microsoft.com/office/drawing/2014/main" id="{E2D84A84-9154-4BC1-996D-411D5BBB931A}"/>
              </a:ext>
            </a:extLst>
          </p:cNvPr>
          <p:cNvSpPr>
            <a:spLocks noGrp="1"/>
          </p:cNvSpPr>
          <p:nvPr/>
        </p:nvSpPr>
        <p:spPr>
          <a:xfrm>
            <a:off x="8126848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1" name="Stage1_sixpanel_9252">
            <a:extLst>
              <a:ext uri="{FF2B5EF4-FFF2-40B4-BE49-F238E27FC236}">
                <a16:creationId xmlns:a16="http://schemas.microsoft.com/office/drawing/2014/main" id="{BDE6D9C3-D5D7-4DF6-9C3C-865FDFA65437}"/>
              </a:ext>
            </a:extLst>
          </p:cNvPr>
          <p:cNvSpPr>
            <a:spLocks noGrp="1"/>
          </p:cNvSpPr>
          <p:nvPr/>
        </p:nvSpPr>
        <p:spPr>
          <a:xfrm>
            <a:off x="812137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2" name="Stage1_sixpanel_9253">
            <a:extLst>
              <a:ext uri="{FF2B5EF4-FFF2-40B4-BE49-F238E27FC236}">
                <a16:creationId xmlns:a16="http://schemas.microsoft.com/office/drawing/2014/main" id="{B06850A4-3852-45D2-8199-27E2B560AC80}"/>
              </a:ext>
            </a:extLst>
          </p:cNvPr>
          <p:cNvSpPr>
            <a:spLocks noGrp="1"/>
          </p:cNvSpPr>
          <p:nvPr/>
        </p:nvSpPr>
        <p:spPr>
          <a:xfrm>
            <a:off x="8128671" y="173081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3" name="Stage1_sixpanel_9254">
            <a:extLst>
              <a:ext uri="{FF2B5EF4-FFF2-40B4-BE49-F238E27FC236}">
                <a16:creationId xmlns:a16="http://schemas.microsoft.com/office/drawing/2014/main" id="{7C9FC6B3-1751-44AC-9F99-39586B656820}"/>
              </a:ext>
            </a:extLst>
          </p:cNvPr>
          <p:cNvSpPr>
            <a:spLocks noGrp="1"/>
          </p:cNvSpPr>
          <p:nvPr/>
        </p:nvSpPr>
        <p:spPr>
          <a:xfrm>
            <a:off x="817243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4" name="Stage1_sixpanel_9255">
            <a:extLst>
              <a:ext uri="{FF2B5EF4-FFF2-40B4-BE49-F238E27FC236}">
                <a16:creationId xmlns:a16="http://schemas.microsoft.com/office/drawing/2014/main" id="{508C83CD-05D6-4F5A-B1A0-DAB93E413CBD}"/>
              </a:ext>
            </a:extLst>
          </p:cNvPr>
          <p:cNvSpPr>
            <a:spLocks noGrp="1"/>
          </p:cNvSpPr>
          <p:nvPr/>
        </p:nvSpPr>
        <p:spPr>
          <a:xfrm>
            <a:off x="8157801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5" name="Stage1_sixpanel_9256">
            <a:extLst>
              <a:ext uri="{FF2B5EF4-FFF2-40B4-BE49-F238E27FC236}">
                <a16:creationId xmlns:a16="http://schemas.microsoft.com/office/drawing/2014/main" id="{3A01982B-A94F-46A1-A9C6-7E2A607A9E3F}"/>
              </a:ext>
            </a:extLst>
          </p:cNvPr>
          <p:cNvSpPr>
            <a:spLocks noGrp="1"/>
          </p:cNvSpPr>
          <p:nvPr/>
        </p:nvSpPr>
        <p:spPr>
          <a:xfrm>
            <a:off x="8070674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6" name="Stage1_sixpanel_9257">
            <a:extLst>
              <a:ext uri="{FF2B5EF4-FFF2-40B4-BE49-F238E27FC236}">
                <a16:creationId xmlns:a16="http://schemas.microsoft.com/office/drawing/2014/main" id="{9FECB159-36D8-4A50-8A43-09D0DC8B8973}"/>
              </a:ext>
            </a:extLst>
          </p:cNvPr>
          <p:cNvSpPr>
            <a:spLocks noGrp="1"/>
          </p:cNvSpPr>
          <p:nvPr/>
        </p:nvSpPr>
        <p:spPr>
          <a:xfrm>
            <a:off x="816177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7" name="Stage1_sixpanel_9258">
            <a:extLst>
              <a:ext uri="{FF2B5EF4-FFF2-40B4-BE49-F238E27FC236}">
                <a16:creationId xmlns:a16="http://schemas.microsoft.com/office/drawing/2014/main" id="{F3BF2C10-30E9-4062-8F68-6F62CAA0E126}"/>
              </a:ext>
            </a:extLst>
          </p:cNvPr>
          <p:cNvSpPr>
            <a:spLocks noGrp="1"/>
          </p:cNvSpPr>
          <p:nvPr/>
        </p:nvSpPr>
        <p:spPr>
          <a:xfrm>
            <a:off x="8117262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8" name="Stage1_sixpanel_9259">
            <a:extLst>
              <a:ext uri="{FF2B5EF4-FFF2-40B4-BE49-F238E27FC236}">
                <a16:creationId xmlns:a16="http://schemas.microsoft.com/office/drawing/2014/main" id="{624282D7-50AF-4D18-9434-DE8538A7EF7F}"/>
              </a:ext>
            </a:extLst>
          </p:cNvPr>
          <p:cNvSpPr>
            <a:spLocks noGrp="1"/>
          </p:cNvSpPr>
          <p:nvPr/>
        </p:nvSpPr>
        <p:spPr>
          <a:xfrm>
            <a:off x="808954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9" name="Stage1_sixpanel_9260">
            <a:extLst>
              <a:ext uri="{FF2B5EF4-FFF2-40B4-BE49-F238E27FC236}">
                <a16:creationId xmlns:a16="http://schemas.microsoft.com/office/drawing/2014/main" id="{3F120F0E-AF74-4B22-AAA0-8EF9529780A7}"/>
              </a:ext>
            </a:extLst>
          </p:cNvPr>
          <p:cNvSpPr>
            <a:spLocks noGrp="1"/>
          </p:cNvSpPr>
          <p:nvPr/>
        </p:nvSpPr>
        <p:spPr>
          <a:xfrm>
            <a:off x="8127599" y="25431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0" name="Stage1_sixpanel_9261">
            <a:extLst>
              <a:ext uri="{FF2B5EF4-FFF2-40B4-BE49-F238E27FC236}">
                <a16:creationId xmlns:a16="http://schemas.microsoft.com/office/drawing/2014/main" id="{23023881-5B9F-4565-AF5A-FF1676EABDBD}"/>
              </a:ext>
            </a:extLst>
          </p:cNvPr>
          <p:cNvSpPr>
            <a:spLocks noGrp="1"/>
          </p:cNvSpPr>
          <p:nvPr/>
        </p:nvSpPr>
        <p:spPr>
          <a:xfrm>
            <a:off x="807144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1" name="Stage1_sixpanel_9262">
            <a:extLst>
              <a:ext uri="{FF2B5EF4-FFF2-40B4-BE49-F238E27FC236}">
                <a16:creationId xmlns:a16="http://schemas.microsoft.com/office/drawing/2014/main" id="{38A9393C-B9A8-471D-BAC1-A9B521C07A98}"/>
              </a:ext>
            </a:extLst>
          </p:cNvPr>
          <p:cNvSpPr>
            <a:spLocks noGrp="1"/>
          </p:cNvSpPr>
          <p:nvPr/>
        </p:nvSpPr>
        <p:spPr>
          <a:xfrm>
            <a:off x="8085432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2" name="Stage1_sixpanel_9263">
            <a:extLst>
              <a:ext uri="{FF2B5EF4-FFF2-40B4-BE49-F238E27FC236}">
                <a16:creationId xmlns:a16="http://schemas.microsoft.com/office/drawing/2014/main" id="{7EAD2189-AF05-4A64-9DDB-31AA8F45984E}"/>
              </a:ext>
            </a:extLst>
          </p:cNvPr>
          <p:cNvSpPr>
            <a:spLocks noGrp="1"/>
          </p:cNvSpPr>
          <p:nvPr/>
        </p:nvSpPr>
        <p:spPr>
          <a:xfrm>
            <a:off x="819998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3" name="Stage1_sixpanel_9264">
            <a:extLst>
              <a:ext uri="{FF2B5EF4-FFF2-40B4-BE49-F238E27FC236}">
                <a16:creationId xmlns:a16="http://schemas.microsoft.com/office/drawing/2014/main" id="{18C3752E-1767-4EBB-AC40-9998E2A208B4}"/>
              </a:ext>
            </a:extLst>
          </p:cNvPr>
          <p:cNvSpPr>
            <a:spLocks noGrp="1"/>
          </p:cNvSpPr>
          <p:nvPr/>
        </p:nvSpPr>
        <p:spPr>
          <a:xfrm>
            <a:off x="810957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4" name="Stage1_sixpanel_9265">
            <a:extLst>
              <a:ext uri="{FF2B5EF4-FFF2-40B4-BE49-F238E27FC236}">
                <a16:creationId xmlns:a16="http://schemas.microsoft.com/office/drawing/2014/main" id="{A3E02422-BDF1-4419-A5F5-70B386BB24F2}"/>
              </a:ext>
            </a:extLst>
          </p:cNvPr>
          <p:cNvSpPr>
            <a:spLocks noGrp="1"/>
          </p:cNvSpPr>
          <p:nvPr/>
        </p:nvSpPr>
        <p:spPr>
          <a:xfrm>
            <a:off x="8103313" y="157316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5" name="Stage1_sixpanel_9266">
            <a:extLst>
              <a:ext uri="{FF2B5EF4-FFF2-40B4-BE49-F238E27FC236}">
                <a16:creationId xmlns:a16="http://schemas.microsoft.com/office/drawing/2014/main" id="{4310FA6C-3441-43F8-964F-0B64572EF130}"/>
              </a:ext>
            </a:extLst>
          </p:cNvPr>
          <p:cNvSpPr>
            <a:spLocks noGrp="1"/>
          </p:cNvSpPr>
          <p:nvPr/>
        </p:nvSpPr>
        <p:spPr>
          <a:xfrm>
            <a:off x="804491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6" name="Stage1_sixpanel_9267">
            <a:extLst>
              <a:ext uri="{FF2B5EF4-FFF2-40B4-BE49-F238E27FC236}">
                <a16:creationId xmlns:a16="http://schemas.microsoft.com/office/drawing/2014/main" id="{79273805-1EEE-4252-A221-CB03DB94DA54}"/>
              </a:ext>
            </a:extLst>
          </p:cNvPr>
          <p:cNvSpPr>
            <a:spLocks noGrp="1"/>
          </p:cNvSpPr>
          <p:nvPr/>
        </p:nvSpPr>
        <p:spPr>
          <a:xfrm>
            <a:off x="820339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7" name="Stage1_sixpanel_9268">
            <a:extLst>
              <a:ext uri="{FF2B5EF4-FFF2-40B4-BE49-F238E27FC236}">
                <a16:creationId xmlns:a16="http://schemas.microsoft.com/office/drawing/2014/main" id="{C096D94C-DFC6-493E-9DC3-D9250A052BBA}"/>
              </a:ext>
            </a:extLst>
          </p:cNvPr>
          <p:cNvSpPr>
            <a:spLocks noGrp="1"/>
          </p:cNvSpPr>
          <p:nvPr/>
        </p:nvSpPr>
        <p:spPr>
          <a:xfrm>
            <a:off x="817501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8" name="Stage1_sixpanel_9269">
            <a:extLst>
              <a:ext uri="{FF2B5EF4-FFF2-40B4-BE49-F238E27FC236}">
                <a16:creationId xmlns:a16="http://schemas.microsoft.com/office/drawing/2014/main" id="{811406A5-019D-450D-BCEA-1C1F54BED5F7}"/>
              </a:ext>
            </a:extLst>
          </p:cNvPr>
          <p:cNvSpPr>
            <a:spLocks noGrp="1"/>
          </p:cNvSpPr>
          <p:nvPr/>
        </p:nvSpPr>
        <p:spPr>
          <a:xfrm>
            <a:off x="820574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9" name="Stage1_sixpanel_9270">
            <a:extLst>
              <a:ext uri="{FF2B5EF4-FFF2-40B4-BE49-F238E27FC236}">
                <a16:creationId xmlns:a16="http://schemas.microsoft.com/office/drawing/2014/main" id="{85A98090-E629-4EC2-9C8B-5492C42C4C5B}"/>
              </a:ext>
            </a:extLst>
          </p:cNvPr>
          <p:cNvSpPr>
            <a:spLocks noGrp="1"/>
          </p:cNvSpPr>
          <p:nvPr/>
        </p:nvSpPr>
        <p:spPr>
          <a:xfrm>
            <a:off x="816896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0" name="Stage1_sixpanel_9271">
            <a:extLst>
              <a:ext uri="{FF2B5EF4-FFF2-40B4-BE49-F238E27FC236}">
                <a16:creationId xmlns:a16="http://schemas.microsoft.com/office/drawing/2014/main" id="{4E108F2E-464B-48B1-8508-3A4EAE791D73}"/>
              </a:ext>
            </a:extLst>
          </p:cNvPr>
          <p:cNvSpPr>
            <a:spLocks noGrp="1"/>
          </p:cNvSpPr>
          <p:nvPr/>
        </p:nvSpPr>
        <p:spPr>
          <a:xfrm>
            <a:off x="8047723" y="249075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1" name="Stage1_sixpanel_9272">
            <a:extLst>
              <a:ext uri="{FF2B5EF4-FFF2-40B4-BE49-F238E27FC236}">
                <a16:creationId xmlns:a16="http://schemas.microsoft.com/office/drawing/2014/main" id="{4D414B2C-4F26-4630-99A3-D1B2D37C536F}"/>
              </a:ext>
            </a:extLst>
          </p:cNvPr>
          <p:cNvSpPr>
            <a:spLocks noGrp="1"/>
          </p:cNvSpPr>
          <p:nvPr/>
        </p:nvSpPr>
        <p:spPr>
          <a:xfrm>
            <a:off x="809527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2" name="Stage1_sixpanel_9273">
            <a:extLst>
              <a:ext uri="{FF2B5EF4-FFF2-40B4-BE49-F238E27FC236}">
                <a16:creationId xmlns:a16="http://schemas.microsoft.com/office/drawing/2014/main" id="{0B81E622-B36E-4610-845C-2C9D12ABFEB6}"/>
              </a:ext>
            </a:extLst>
          </p:cNvPr>
          <p:cNvSpPr>
            <a:spLocks noGrp="1"/>
          </p:cNvSpPr>
          <p:nvPr/>
        </p:nvSpPr>
        <p:spPr>
          <a:xfrm>
            <a:off x="807711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3" name="Stage1_sixpanel_9274">
            <a:extLst>
              <a:ext uri="{FF2B5EF4-FFF2-40B4-BE49-F238E27FC236}">
                <a16:creationId xmlns:a16="http://schemas.microsoft.com/office/drawing/2014/main" id="{6440BBC9-512E-41C6-8767-5E34100C2F57}"/>
              </a:ext>
            </a:extLst>
          </p:cNvPr>
          <p:cNvSpPr>
            <a:spLocks noGrp="1"/>
          </p:cNvSpPr>
          <p:nvPr/>
        </p:nvSpPr>
        <p:spPr>
          <a:xfrm>
            <a:off x="812113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4" name="Stage1_sixpanel_9275">
            <a:extLst>
              <a:ext uri="{FF2B5EF4-FFF2-40B4-BE49-F238E27FC236}">
                <a16:creationId xmlns:a16="http://schemas.microsoft.com/office/drawing/2014/main" id="{9A5ED6D8-D05B-458F-A61E-84576BDA28B6}"/>
              </a:ext>
            </a:extLst>
          </p:cNvPr>
          <p:cNvSpPr>
            <a:spLocks noGrp="1"/>
          </p:cNvSpPr>
          <p:nvPr/>
        </p:nvSpPr>
        <p:spPr>
          <a:xfrm>
            <a:off x="815449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5" name="Stage1_sixpanel_9276">
            <a:extLst>
              <a:ext uri="{FF2B5EF4-FFF2-40B4-BE49-F238E27FC236}">
                <a16:creationId xmlns:a16="http://schemas.microsoft.com/office/drawing/2014/main" id="{8168FD6A-0B76-40A2-9E6C-E21F76201A98}"/>
              </a:ext>
            </a:extLst>
          </p:cNvPr>
          <p:cNvSpPr>
            <a:spLocks noGrp="1"/>
          </p:cNvSpPr>
          <p:nvPr/>
        </p:nvSpPr>
        <p:spPr>
          <a:xfrm>
            <a:off x="8193579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6" name="Stage1_sixpanel_9277">
            <a:extLst>
              <a:ext uri="{FF2B5EF4-FFF2-40B4-BE49-F238E27FC236}">
                <a16:creationId xmlns:a16="http://schemas.microsoft.com/office/drawing/2014/main" id="{225C8AE5-15F8-4167-A580-8CCA0994B5C2}"/>
              </a:ext>
            </a:extLst>
          </p:cNvPr>
          <p:cNvSpPr>
            <a:spLocks noGrp="1"/>
          </p:cNvSpPr>
          <p:nvPr/>
        </p:nvSpPr>
        <p:spPr>
          <a:xfrm>
            <a:off x="815639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7" name="Stage1_sixpanel_9278">
            <a:extLst>
              <a:ext uri="{FF2B5EF4-FFF2-40B4-BE49-F238E27FC236}">
                <a16:creationId xmlns:a16="http://schemas.microsoft.com/office/drawing/2014/main" id="{1943FC23-0A72-4E50-9CD4-35462C5A5BA5}"/>
              </a:ext>
            </a:extLst>
          </p:cNvPr>
          <p:cNvSpPr>
            <a:spLocks noGrp="1"/>
          </p:cNvSpPr>
          <p:nvPr/>
        </p:nvSpPr>
        <p:spPr>
          <a:xfrm>
            <a:off x="818108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8" name="Stage1_sixpanel_9279">
            <a:extLst>
              <a:ext uri="{FF2B5EF4-FFF2-40B4-BE49-F238E27FC236}">
                <a16:creationId xmlns:a16="http://schemas.microsoft.com/office/drawing/2014/main" id="{A53482BC-D94B-49EE-8522-7C6262589FBA}"/>
              </a:ext>
            </a:extLst>
          </p:cNvPr>
          <p:cNvSpPr>
            <a:spLocks noGrp="1"/>
          </p:cNvSpPr>
          <p:nvPr/>
        </p:nvSpPr>
        <p:spPr>
          <a:xfrm>
            <a:off x="807556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9" name="Stage1_sixpanel_9280">
            <a:extLst>
              <a:ext uri="{FF2B5EF4-FFF2-40B4-BE49-F238E27FC236}">
                <a16:creationId xmlns:a16="http://schemas.microsoft.com/office/drawing/2014/main" id="{BB9698F2-639F-4B61-A35A-C1845CB7BF73}"/>
              </a:ext>
            </a:extLst>
          </p:cNvPr>
          <p:cNvSpPr>
            <a:spLocks noGrp="1"/>
          </p:cNvSpPr>
          <p:nvPr/>
        </p:nvSpPr>
        <p:spPr>
          <a:xfrm>
            <a:off x="8197138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0" name="Stage1_sixpanel_9281">
            <a:extLst>
              <a:ext uri="{FF2B5EF4-FFF2-40B4-BE49-F238E27FC236}">
                <a16:creationId xmlns:a16="http://schemas.microsoft.com/office/drawing/2014/main" id="{5609A024-FC95-413B-B0CE-0A9C18A366C1}"/>
              </a:ext>
            </a:extLst>
          </p:cNvPr>
          <p:cNvSpPr>
            <a:spLocks noGrp="1"/>
          </p:cNvSpPr>
          <p:nvPr/>
        </p:nvSpPr>
        <p:spPr>
          <a:xfrm>
            <a:off x="8104126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1" name="Stage1_sixpanel_9282">
            <a:extLst>
              <a:ext uri="{FF2B5EF4-FFF2-40B4-BE49-F238E27FC236}">
                <a16:creationId xmlns:a16="http://schemas.microsoft.com/office/drawing/2014/main" id="{BB426C46-5571-4746-A7ED-0F36A52AC501}"/>
              </a:ext>
            </a:extLst>
          </p:cNvPr>
          <p:cNvSpPr>
            <a:spLocks noGrp="1"/>
          </p:cNvSpPr>
          <p:nvPr/>
        </p:nvSpPr>
        <p:spPr>
          <a:xfrm>
            <a:off x="8085568" y="20868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2" name="Stage1_sixpanel_9283">
            <a:extLst>
              <a:ext uri="{FF2B5EF4-FFF2-40B4-BE49-F238E27FC236}">
                <a16:creationId xmlns:a16="http://schemas.microsoft.com/office/drawing/2014/main" id="{B1A9F3DD-CF32-4119-B274-190F13EB1980}"/>
              </a:ext>
            </a:extLst>
          </p:cNvPr>
          <p:cNvSpPr>
            <a:spLocks noGrp="1"/>
          </p:cNvSpPr>
          <p:nvPr/>
        </p:nvSpPr>
        <p:spPr>
          <a:xfrm>
            <a:off x="814507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3" name="Stage1_sixpanel_9284">
            <a:extLst>
              <a:ext uri="{FF2B5EF4-FFF2-40B4-BE49-F238E27FC236}">
                <a16:creationId xmlns:a16="http://schemas.microsoft.com/office/drawing/2014/main" id="{2EA4E677-8A3A-4969-892B-FF7DFADD8E97}"/>
              </a:ext>
            </a:extLst>
          </p:cNvPr>
          <p:cNvSpPr>
            <a:spLocks noGrp="1"/>
          </p:cNvSpPr>
          <p:nvPr/>
        </p:nvSpPr>
        <p:spPr>
          <a:xfrm>
            <a:off x="814517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4" name="Stage1_sixpanel_9285">
            <a:extLst>
              <a:ext uri="{FF2B5EF4-FFF2-40B4-BE49-F238E27FC236}">
                <a16:creationId xmlns:a16="http://schemas.microsoft.com/office/drawing/2014/main" id="{B10F0171-1539-4396-9D4E-F6F6CC0E4269}"/>
              </a:ext>
            </a:extLst>
          </p:cNvPr>
          <p:cNvSpPr>
            <a:spLocks noGrp="1"/>
          </p:cNvSpPr>
          <p:nvPr/>
        </p:nvSpPr>
        <p:spPr>
          <a:xfrm>
            <a:off x="8123597" y="11882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5" name="Stage1_sixpanel_9286">
            <a:extLst>
              <a:ext uri="{FF2B5EF4-FFF2-40B4-BE49-F238E27FC236}">
                <a16:creationId xmlns:a16="http://schemas.microsoft.com/office/drawing/2014/main" id="{595109B1-5DE7-4B4B-BD8C-2FABA1B7E3F8}"/>
              </a:ext>
            </a:extLst>
          </p:cNvPr>
          <p:cNvSpPr>
            <a:spLocks noGrp="1"/>
          </p:cNvSpPr>
          <p:nvPr/>
        </p:nvSpPr>
        <p:spPr>
          <a:xfrm>
            <a:off x="804631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6" name="Stage1_sixpanel_9287">
            <a:extLst>
              <a:ext uri="{FF2B5EF4-FFF2-40B4-BE49-F238E27FC236}">
                <a16:creationId xmlns:a16="http://schemas.microsoft.com/office/drawing/2014/main" id="{6001150C-91A5-410E-A7C0-77B989E2069F}"/>
              </a:ext>
            </a:extLst>
          </p:cNvPr>
          <p:cNvSpPr>
            <a:spLocks noGrp="1"/>
          </p:cNvSpPr>
          <p:nvPr/>
        </p:nvSpPr>
        <p:spPr>
          <a:xfrm>
            <a:off x="815334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7" name="Stage1_sixpanel_9288">
            <a:extLst>
              <a:ext uri="{FF2B5EF4-FFF2-40B4-BE49-F238E27FC236}">
                <a16:creationId xmlns:a16="http://schemas.microsoft.com/office/drawing/2014/main" id="{83D5DD51-B616-41DC-A370-0C8F7512DA38}"/>
              </a:ext>
            </a:extLst>
          </p:cNvPr>
          <p:cNvSpPr>
            <a:spLocks noGrp="1"/>
          </p:cNvSpPr>
          <p:nvPr/>
        </p:nvSpPr>
        <p:spPr>
          <a:xfrm>
            <a:off x="811433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8" name="Stage1_sixpanel_9289">
            <a:extLst>
              <a:ext uri="{FF2B5EF4-FFF2-40B4-BE49-F238E27FC236}">
                <a16:creationId xmlns:a16="http://schemas.microsoft.com/office/drawing/2014/main" id="{1048AFAB-EEF6-4609-89EB-646ECEC00DD1}"/>
              </a:ext>
            </a:extLst>
          </p:cNvPr>
          <p:cNvSpPr>
            <a:spLocks noGrp="1"/>
          </p:cNvSpPr>
          <p:nvPr/>
        </p:nvSpPr>
        <p:spPr>
          <a:xfrm>
            <a:off x="8102189" y="24999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9" name="Stage1_sixpanel_9290">
            <a:extLst>
              <a:ext uri="{FF2B5EF4-FFF2-40B4-BE49-F238E27FC236}">
                <a16:creationId xmlns:a16="http://schemas.microsoft.com/office/drawing/2014/main" id="{53BD9E16-BA35-44F4-A41E-B920EDC7BB70}"/>
              </a:ext>
            </a:extLst>
          </p:cNvPr>
          <p:cNvSpPr>
            <a:spLocks noGrp="1"/>
          </p:cNvSpPr>
          <p:nvPr/>
        </p:nvSpPr>
        <p:spPr>
          <a:xfrm>
            <a:off x="5266291" y="1119854"/>
            <a:ext cx="191" cy="1500473"/>
          </a:xfrm>
          <a:custGeom>
            <a:avLst/>
            <a:gdLst/>
            <a:ahLst/>
            <a:cxnLst/>
            <a:rect l="0" t="0" r="0" b="0"/>
            <a:pathLst>
              <a:path w="191" h="1500473">
                <a:moveTo>
                  <a:pt x="0" y="1500473"/>
                </a:moveTo>
                <a:lnTo>
                  <a:pt x="0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4120" name="Stage1_sixpanel_9291">
            <a:extLst>
              <a:ext uri="{FF2B5EF4-FFF2-40B4-BE49-F238E27FC236}">
                <a16:creationId xmlns:a16="http://schemas.microsoft.com/office/drawing/2014/main" id="{26EEAEB4-8DC9-4311-B523-878840666FFF}"/>
              </a:ext>
            </a:extLst>
          </p:cNvPr>
          <p:cNvSpPr>
            <a:spLocks noGrp="1"/>
          </p:cNvSpPr>
          <p:nvPr/>
        </p:nvSpPr>
        <p:spPr>
          <a:xfrm>
            <a:off x="5266291" y="2620327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4121" name="Stage1_sixpanel_9292">
            <a:extLst>
              <a:ext uri="{FF2B5EF4-FFF2-40B4-BE49-F238E27FC236}">
                <a16:creationId xmlns:a16="http://schemas.microsoft.com/office/drawing/2014/main" id="{B9B1C4BA-308A-48B1-90FB-F922DCEB5BE5}"/>
              </a:ext>
            </a:extLst>
          </p:cNvPr>
          <p:cNvSpPr>
            <a:spLocks noGrp="1"/>
          </p:cNvSpPr>
          <p:nvPr/>
        </p:nvSpPr>
        <p:spPr>
          <a:xfrm>
            <a:off x="5531409" y="1705688"/>
            <a:ext cx="191" cy="160787"/>
          </a:xfrm>
          <a:custGeom>
            <a:avLst/>
            <a:gdLst/>
            <a:ahLst/>
            <a:cxnLst/>
            <a:rect l="0" t="0" r="0" b="0"/>
            <a:pathLst>
              <a:path w="191" h="160787">
                <a:moveTo>
                  <a:pt x="0" y="160787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2" name="Stage1_sixpanel_9293">
            <a:extLst>
              <a:ext uri="{FF2B5EF4-FFF2-40B4-BE49-F238E27FC236}">
                <a16:creationId xmlns:a16="http://schemas.microsoft.com/office/drawing/2014/main" id="{F664CEF3-46DF-45E2-B2A4-831D71C59F80}"/>
              </a:ext>
            </a:extLst>
          </p:cNvPr>
          <p:cNvSpPr>
            <a:spLocks noGrp="1"/>
          </p:cNvSpPr>
          <p:nvPr/>
        </p:nvSpPr>
        <p:spPr>
          <a:xfrm>
            <a:off x="5473083" y="1866474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3" name="Stage1_sixpanel_9294">
            <a:extLst>
              <a:ext uri="{FF2B5EF4-FFF2-40B4-BE49-F238E27FC236}">
                <a16:creationId xmlns:a16="http://schemas.microsoft.com/office/drawing/2014/main" id="{22652F12-F8F3-42BB-B525-0E1CA0F31A5A}"/>
              </a:ext>
            </a:extLst>
          </p:cNvPr>
          <p:cNvSpPr>
            <a:spLocks noGrp="1"/>
          </p:cNvSpPr>
          <p:nvPr/>
        </p:nvSpPr>
        <p:spPr>
          <a:xfrm>
            <a:off x="5473083" y="1705688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4" name="Stage1_sixpanel_9295">
            <a:extLst>
              <a:ext uri="{FF2B5EF4-FFF2-40B4-BE49-F238E27FC236}">
                <a16:creationId xmlns:a16="http://schemas.microsoft.com/office/drawing/2014/main" id="{CB739157-E86C-43B3-A93B-482756C4320E}"/>
              </a:ext>
            </a:extLst>
          </p:cNvPr>
          <p:cNvSpPr>
            <a:spLocks noGrp="1"/>
          </p:cNvSpPr>
          <p:nvPr/>
        </p:nvSpPr>
        <p:spPr>
          <a:xfrm>
            <a:off x="6591884" y="1493167"/>
            <a:ext cx="191" cy="222608"/>
          </a:xfrm>
          <a:custGeom>
            <a:avLst/>
            <a:gdLst/>
            <a:ahLst/>
            <a:cxnLst/>
            <a:rect l="0" t="0" r="0" b="0"/>
            <a:pathLst>
              <a:path w="191" h="222608">
                <a:moveTo>
                  <a:pt x="0" y="222608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5" name="Stage1_sixpanel_9296">
            <a:extLst>
              <a:ext uri="{FF2B5EF4-FFF2-40B4-BE49-F238E27FC236}">
                <a16:creationId xmlns:a16="http://schemas.microsoft.com/office/drawing/2014/main" id="{CF18DCCE-5E12-49B3-A793-D0D7F4975078}"/>
              </a:ext>
            </a:extLst>
          </p:cNvPr>
          <p:cNvSpPr>
            <a:spLocks noGrp="1"/>
          </p:cNvSpPr>
          <p:nvPr/>
        </p:nvSpPr>
        <p:spPr>
          <a:xfrm>
            <a:off x="6533558" y="1715775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6" name="Stage1_sixpanel_9297">
            <a:extLst>
              <a:ext uri="{FF2B5EF4-FFF2-40B4-BE49-F238E27FC236}">
                <a16:creationId xmlns:a16="http://schemas.microsoft.com/office/drawing/2014/main" id="{4ECA9068-61F4-4E45-897E-ECCAF1CDECA0}"/>
              </a:ext>
            </a:extLst>
          </p:cNvPr>
          <p:cNvSpPr>
            <a:spLocks noGrp="1"/>
          </p:cNvSpPr>
          <p:nvPr/>
        </p:nvSpPr>
        <p:spPr>
          <a:xfrm>
            <a:off x="6533558" y="1493167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7" name="Stage1_sixpanel_9298">
            <a:extLst>
              <a:ext uri="{FF2B5EF4-FFF2-40B4-BE49-F238E27FC236}">
                <a16:creationId xmlns:a16="http://schemas.microsoft.com/office/drawing/2014/main" id="{8A7BA4A9-978B-4CB6-B83F-40DC75AFA346}"/>
              </a:ext>
            </a:extLst>
          </p:cNvPr>
          <p:cNvSpPr>
            <a:spLocks noGrp="1"/>
          </p:cNvSpPr>
          <p:nvPr/>
        </p:nvSpPr>
        <p:spPr>
          <a:xfrm>
            <a:off x="7652359" y="1617277"/>
            <a:ext cx="191" cy="254336"/>
          </a:xfrm>
          <a:custGeom>
            <a:avLst/>
            <a:gdLst/>
            <a:ahLst/>
            <a:cxnLst/>
            <a:rect l="0" t="0" r="0" b="0"/>
            <a:pathLst>
              <a:path w="191" h="254336">
                <a:moveTo>
                  <a:pt x="0" y="254336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8" name="Stage1_sixpanel_9299">
            <a:extLst>
              <a:ext uri="{FF2B5EF4-FFF2-40B4-BE49-F238E27FC236}">
                <a16:creationId xmlns:a16="http://schemas.microsoft.com/office/drawing/2014/main" id="{B552AF8E-7D92-4F68-8442-320E6E8026AC}"/>
              </a:ext>
            </a:extLst>
          </p:cNvPr>
          <p:cNvSpPr>
            <a:spLocks noGrp="1"/>
          </p:cNvSpPr>
          <p:nvPr/>
        </p:nvSpPr>
        <p:spPr>
          <a:xfrm>
            <a:off x="7594032" y="1871613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9" name="Stage1_sixpanel_9300">
            <a:extLst>
              <a:ext uri="{FF2B5EF4-FFF2-40B4-BE49-F238E27FC236}">
                <a16:creationId xmlns:a16="http://schemas.microsoft.com/office/drawing/2014/main" id="{CF04A44A-554C-446C-8E50-94ED23ACC48F}"/>
              </a:ext>
            </a:extLst>
          </p:cNvPr>
          <p:cNvSpPr>
            <a:spLocks noGrp="1"/>
          </p:cNvSpPr>
          <p:nvPr/>
        </p:nvSpPr>
        <p:spPr>
          <a:xfrm>
            <a:off x="7594032" y="1617277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30" name="Stage1_sixpanel_9301">
            <a:extLst>
              <a:ext uri="{FF2B5EF4-FFF2-40B4-BE49-F238E27FC236}">
                <a16:creationId xmlns:a16="http://schemas.microsoft.com/office/drawing/2014/main" id="{5CB13F15-4B42-47EC-83E2-BF4989C9ED22}"/>
              </a:ext>
            </a:extLst>
          </p:cNvPr>
          <p:cNvSpPr>
            <a:spLocks noGrp="1"/>
          </p:cNvSpPr>
          <p:nvPr/>
        </p:nvSpPr>
        <p:spPr>
          <a:xfrm>
            <a:off x="5775319" y="1835869"/>
            <a:ext cx="191" cy="175710"/>
          </a:xfrm>
          <a:custGeom>
            <a:avLst/>
            <a:gdLst/>
            <a:ahLst/>
            <a:cxnLst/>
            <a:rect l="0" t="0" r="0" b="0"/>
            <a:pathLst>
              <a:path w="191" h="175710">
                <a:moveTo>
                  <a:pt x="0" y="175710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1" name="Stage1_sixpanel_9302">
            <a:extLst>
              <a:ext uri="{FF2B5EF4-FFF2-40B4-BE49-F238E27FC236}">
                <a16:creationId xmlns:a16="http://schemas.microsoft.com/office/drawing/2014/main" id="{B51DB917-69DF-4727-ADDD-518DA5B2D396}"/>
              </a:ext>
            </a:extLst>
          </p:cNvPr>
          <p:cNvSpPr>
            <a:spLocks noGrp="1"/>
          </p:cNvSpPr>
          <p:nvPr/>
        </p:nvSpPr>
        <p:spPr>
          <a:xfrm>
            <a:off x="5716993" y="2011579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2" name="Stage1_sixpanel_9303">
            <a:extLst>
              <a:ext uri="{FF2B5EF4-FFF2-40B4-BE49-F238E27FC236}">
                <a16:creationId xmlns:a16="http://schemas.microsoft.com/office/drawing/2014/main" id="{86502BEE-4709-41A7-B889-5D422D1DF21C}"/>
              </a:ext>
            </a:extLst>
          </p:cNvPr>
          <p:cNvSpPr>
            <a:spLocks noGrp="1"/>
          </p:cNvSpPr>
          <p:nvPr/>
        </p:nvSpPr>
        <p:spPr>
          <a:xfrm>
            <a:off x="5716993" y="1835869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3" name="Stage1_sixpanel_9304">
            <a:extLst>
              <a:ext uri="{FF2B5EF4-FFF2-40B4-BE49-F238E27FC236}">
                <a16:creationId xmlns:a16="http://schemas.microsoft.com/office/drawing/2014/main" id="{DE253AE6-F493-4AF2-AE24-CED1AF27E173}"/>
              </a:ext>
            </a:extLst>
          </p:cNvPr>
          <p:cNvSpPr>
            <a:spLocks noGrp="1"/>
          </p:cNvSpPr>
          <p:nvPr/>
        </p:nvSpPr>
        <p:spPr>
          <a:xfrm>
            <a:off x="6835793" y="1676914"/>
            <a:ext cx="191" cy="225260"/>
          </a:xfrm>
          <a:custGeom>
            <a:avLst/>
            <a:gdLst/>
            <a:ahLst/>
            <a:cxnLst/>
            <a:rect l="0" t="0" r="0" b="0"/>
            <a:pathLst>
              <a:path w="191" h="225260">
                <a:moveTo>
                  <a:pt x="0" y="225260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4" name="Stage1_sixpanel_9305">
            <a:extLst>
              <a:ext uri="{FF2B5EF4-FFF2-40B4-BE49-F238E27FC236}">
                <a16:creationId xmlns:a16="http://schemas.microsoft.com/office/drawing/2014/main" id="{6BA65188-CEEA-4038-B43C-1E543F15D720}"/>
              </a:ext>
            </a:extLst>
          </p:cNvPr>
          <p:cNvSpPr>
            <a:spLocks noGrp="1"/>
          </p:cNvSpPr>
          <p:nvPr/>
        </p:nvSpPr>
        <p:spPr>
          <a:xfrm>
            <a:off x="6777467" y="1902173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5" name="Stage1_sixpanel_9306">
            <a:extLst>
              <a:ext uri="{FF2B5EF4-FFF2-40B4-BE49-F238E27FC236}">
                <a16:creationId xmlns:a16="http://schemas.microsoft.com/office/drawing/2014/main" id="{26623C98-2C5A-4660-A2C2-941F7A281B6F}"/>
              </a:ext>
            </a:extLst>
          </p:cNvPr>
          <p:cNvSpPr>
            <a:spLocks noGrp="1"/>
          </p:cNvSpPr>
          <p:nvPr/>
        </p:nvSpPr>
        <p:spPr>
          <a:xfrm>
            <a:off x="6777467" y="1676914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6" name="Stage1_sixpanel_9307">
            <a:extLst>
              <a:ext uri="{FF2B5EF4-FFF2-40B4-BE49-F238E27FC236}">
                <a16:creationId xmlns:a16="http://schemas.microsoft.com/office/drawing/2014/main" id="{DB49EED6-D7EC-41F7-9EB1-90758BFA26D8}"/>
              </a:ext>
            </a:extLst>
          </p:cNvPr>
          <p:cNvSpPr>
            <a:spLocks noGrp="1"/>
          </p:cNvSpPr>
          <p:nvPr/>
        </p:nvSpPr>
        <p:spPr>
          <a:xfrm>
            <a:off x="7896268" y="1771974"/>
            <a:ext cx="191" cy="244961"/>
          </a:xfrm>
          <a:custGeom>
            <a:avLst/>
            <a:gdLst/>
            <a:ahLst/>
            <a:cxnLst/>
            <a:rect l="0" t="0" r="0" b="0"/>
            <a:pathLst>
              <a:path w="191" h="244961">
                <a:moveTo>
                  <a:pt x="0" y="244961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7" name="Stage1_sixpanel_9308">
            <a:extLst>
              <a:ext uri="{FF2B5EF4-FFF2-40B4-BE49-F238E27FC236}">
                <a16:creationId xmlns:a16="http://schemas.microsoft.com/office/drawing/2014/main" id="{E5E1CCF5-DFCA-441B-B513-1D9927462621}"/>
              </a:ext>
            </a:extLst>
          </p:cNvPr>
          <p:cNvSpPr>
            <a:spLocks noGrp="1"/>
          </p:cNvSpPr>
          <p:nvPr/>
        </p:nvSpPr>
        <p:spPr>
          <a:xfrm>
            <a:off x="7837942" y="2016935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8" name="Stage1_sixpanel_9309">
            <a:extLst>
              <a:ext uri="{FF2B5EF4-FFF2-40B4-BE49-F238E27FC236}">
                <a16:creationId xmlns:a16="http://schemas.microsoft.com/office/drawing/2014/main" id="{4A4DA36C-87CE-4A04-96FB-6D2541363A5B}"/>
              </a:ext>
            </a:extLst>
          </p:cNvPr>
          <p:cNvSpPr>
            <a:spLocks noGrp="1"/>
          </p:cNvSpPr>
          <p:nvPr/>
        </p:nvSpPr>
        <p:spPr>
          <a:xfrm>
            <a:off x="7837942" y="1771974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9" name="Stage1_sixpanel_9310">
            <a:extLst>
              <a:ext uri="{FF2B5EF4-FFF2-40B4-BE49-F238E27FC236}">
                <a16:creationId xmlns:a16="http://schemas.microsoft.com/office/drawing/2014/main" id="{37A80F3D-C570-47B1-91FB-5136B822CF0F}"/>
              </a:ext>
            </a:extLst>
          </p:cNvPr>
          <p:cNvSpPr>
            <a:spLocks noGrp="1"/>
          </p:cNvSpPr>
          <p:nvPr/>
        </p:nvSpPr>
        <p:spPr>
          <a:xfrm>
            <a:off x="6019228" y="2472246"/>
            <a:ext cx="191" cy="78434"/>
          </a:xfrm>
          <a:custGeom>
            <a:avLst/>
            <a:gdLst/>
            <a:ahLst/>
            <a:cxnLst/>
            <a:rect l="0" t="0" r="0" b="0"/>
            <a:pathLst>
              <a:path w="191" h="78434">
                <a:moveTo>
                  <a:pt x="0" y="78434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0" name="Stage1_sixpanel_9311">
            <a:extLst>
              <a:ext uri="{FF2B5EF4-FFF2-40B4-BE49-F238E27FC236}">
                <a16:creationId xmlns:a16="http://schemas.microsoft.com/office/drawing/2014/main" id="{5DB7D497-50AB-4D01-B45C-869AF0F9CB47}"/>
              </a:ext>
            </a:extLst>
          </p:cNvPr>
          <p:cNvSpPr>
            <a:spLocks noGrp="1"/>
          </p:cNvSpPr>
          <p:nvPr/>
        </p:nvSpPr>
        <p:spPr>
          <a:xfrm>
            <a:off x="5960902" y="2550680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1" name="Stage1_sixpanel_9312">
            <a:extLst>
              <a:ext uri="{FF2B5EF4-FFF2-40B4-BE49-F238E27FC236}">
                <a16:creationId xmlns:a16="http://schemas.microsoft.com/office/drawing/2014/main" id="{B84C1721-B355-445B-A825-C79D4BBF7BE1}"/>
              </a:ext>
            </a:extLst>
          </p:cNvPr>
          <p:cNvSpPr>
            <a:spLocks noGrp="1"/>
          </p:cNvSpPr>
          <p:nvPr/>
        </p:nvSpPr>
        <p:spPr>
          <a:xfrm>
            <a:off x="5960902" y="2472246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2" name="Stage1_sixpanel_9313">
            <a:extLst>
              <a:ext uri="{FF2B5EF4-FFF2-40B4-BE49-F238E27FC236}">
                <a16:creationId xmlns:a16="http://schemas.microsoft.com/office/drawing/2014/main" id="{B47B5FCF-8AB3-4A7A-A7EC-F67BCACB90DD}"/>
              </a:ext>
            </a:extLst>
          </p:cNvPr>
          <p:cNvSpPr>
            <a:spLocks noGrp="1"/>
          </p:cNvSpPr>
          <p:nvPr/>
        </p:nvSpPr>
        <p:spPr>
          <a:xfrm>
            <a:off x="7079702" y="1824736"/>
            <a:ext cx="191" cy="249436"/>
          </a:xfrm>
          <a:custGeom>
            <a:avLst/>
            <a:gdLst/>
            <a:ahLst/>
            <a:cxnLst/>
            <a:rect l="0" t="0" r="0" b="0"/>
            <a:pathLst>
              <a:path w="191" h="249436">
                <a:moveTo>
                  <a:pt x="0" y="249436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3" name="Stage1_sixpanel_9314">
            <a:extLst>
              <a:ext uri="{FF2B5EF4-FFF2-40B4-BE49-F238E27FC236}">
                <a16:creationId xmlns:a16="http://schemas.microsoft.com/office/drawing/2014/main" id="{4B485A45-DCDF-4872-B284-D3693384EBB7}"/>
              </a:ext>
            </a:extLst>
          </p:cNvPr>
          <p:cNvSpPr>
            <a:spLocks noGrp="1"/>
          </p:cNvSpPr>
          <p:nvPr/>
        </p:nvSpPr>
        <p:spPr>
          <a:xfrm>
            <a:off x="7021376" y="2074172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4" name="Stage1_sixpanel_9315">
            <a:extLst>
              <a:ext uri="{FF2B5EF4-FFF2-40B4-BE49-F238E27FC236}">
                <a16:creationId xmlns:a16="http://schemas.microsoft.com/office/drawing/2014/main" id="{AAF3D0BD-E029-484C-A4BB-D2AD2AA51A33}"/>
              </a:ext>
            </a:extLst>
          </p:cNvPr>
          <p:cNvSpPr>
            <a:spLocks noGrp="1"/>
          </p:cNvSpPr>
          <p:nvPr/>
        </p:nvSpPr>
        <p:spPr>
          <a:xfrm>
            <a:off x="7021376" y="1824736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5" name="Stage1_sixpanel_9316">
            <a:extLst>
              <a:ext uri="{FF2B5EF4-FFF2-40B4-BE49-F238E27FC236}">
                <a16:creationId xmlns:a16="http://schemas.microsoft.com/office/drawing/2014/main" id="{D777A0B0-00FD-4385-82A2-8A33D01DE41F}"/>
              </a:ext>
            </a:extLst>
          </p:cNvPr>
          <p:cNvSpPr>
            <a:spLocks noGrp="1"/>
          </p:cNvSpPr>
          <p:nvPr/>
        </p:nvSpPr>
        <p:spPr>
          <a:xfrm>
            <a:off x="8140177" y="2076664"/>
            <a:ext cx="191" cy="229088"/>
          </a:xfrm>
          <a:custGeom>
            <a:avLst/>
            <a:gdLst/>
            <a:ahLst/>
            <a:cxnLst/>
            <a:rect l="0" t="0" r="0" b="0"/>
            <a:pathLst>
              <a:path w="191" h="229088">
                <a:moveTo>
                  <a:pt x="0" y="229088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6" name="Stage1_sixpanel_9317">
            <a:extLst>
              <a:ext uri="{FF2B5EF4-FFF2-40B4-BE49-F238E27FC236}">
                <a16:creationId xmlns:a16="http://schemas.microsoft.com/office/drawing/2014/main" id="{42651EEE-5449-4E54-96C7-A97C2B749EFD}"/>
              </a:ext>
            </a:extLst>
          </p:cNvPr>
          <p:cNvSpPr>
            <a:spLocks noGrp="1"/>
          </p:cNvSpPr>
          <p:nvPr/>
        </p:nvSpPr>
        <p:spPr>
          <a:xfrm>
            <a:off x="8081851" y="2305751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7" name="Stage1_sixpanel_9318">
            <a:extLst>
              <a:ext uri="{FF2B5EF4-FFF2-40B4-BE49-F238E27FC236}">
                <a16:creationId xmlns:a16="http://schemas.microsoft.com/office/drawing/2014/main" id="{4AC06683-D54E-49BA-84BF-FCA0AB7AA463}"/>
              </a:ext>
            </a:extLst>
          </p:cNvPr>
          <p:cNvSpPr>
            <a:spLocks noGrp="1"/>
          </p:cNvSpPr>
          <p:nvPr/>
        </p:nvSpPr>
        <p:spPr>
          <a:xfrm>
            <a:off x="8081851" y="2076664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8" name="Stage1_sixpanel_9319">
            <a:extLst>
              <a:ext uri="{FF2B5EF4-FFF2-40B4-BE49-F238E27FC236}">
                <a16:creationId xmlns:a16="http://schemas.microsoft.com/office/drawing/2014/main" id="{565F6040-3CC1-4E27-BE7F-158FFD705A2A}"/>
              </a:ext>
            </a:extLst>
          </p:cNvPr>
          <p:cNvSpPr>
            <a:spLocks noGrp="1"/>
          </p:cNvSpPr>
          <p:nvPr/>
        </p:nvSpPr>
        <p:spPr>
          <a:xfrm>
            <a:off x="5440209" y="1784971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007C83"/>
            </a:solidFill>
            <a:prstDash val="solid"/>
          </a:ln>
        </p:spPr>
      </p:sp>
      <p:sp>
        <p:nvSpPr>
          <p:cNvPr id="4149" name="Stage1_sixpanel_9320">
            <a:extLst>
              <a:ext uri="{FF2B5EF4-FFF2-40B4-BE49-F238E27FC236}">
                <a16:creationId xmlns:a16="http://schemas.microsoft.com/office/drawing/2014/main" id="{B997FBEE-41BF-496A-A669-441029E39DE4}"/>
              </a:ext>
            </a:extLst>
          </p:cNvPr>
          <p:cNvSpPr>
            <a:spLocks noGrp="1"/>
          </p:cNvSpPr>
          <p:nvPr/>
        </p:nvSpPr>
        <p:spPr>
          <a:xfrm>
            <a:off x="6500683" y="1603857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007C83"/>
            </a:solidFill>
            <a:prstDash val="solid"/>
          </a:ln>
        </p:spPr>
      </p:sp>
      <p:sp>
        <p:nvSpPr>
          <p:cNvPr id="4150" name="Stage1_sixpanel_9321">
            <a:extLst>
              <a:ext uri="{FF2B5EF4-FFF2-40B4-BE49-F238E27FC236}">
                <a16:creationId xmlns:a16="http://schemas.microsoft.com/office/drawing/2014/main" id="{A2D13676-1D8B-4FF2-8A33-3714E3581A05}"/>
              </a:ext>
            </a:extLst>
          </p:cNvPr>
          <p:cNvSpPr>
            <a:spLocks noGrp="1"/>
          </p:cNvSpPr>
          <p:nvPr/>
        </p:nvSpPr>
        <p:spPr>
          <a:xfrm>
            <a:off x="7561158" y="1743445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007C83"/>
            </a:solidFill>
            <a:prstDash val="solid"/>
          </a:ln>
        </p:spPr>
      </p:sp>
      <p:sp>
        <p:nvSpPr>
          <p:cNvPr id="4151" name="Stage1_sixpanel_9322">
            <a:extLst>
              <a:ext uri="{FF2B5EF4-FFF2-40B4-BE49-F238E27FC236}">
                <a16:creationId xmlns:a16="http://schemas.microsoft.com/office/drawing/2014/main" id="{4A0B16ED-6D69-4C71-86BA-24F69C95E8A3}"/>
              </a:ext>
            </a:extLst>
          </p:cNvPr>
          <p:cNvSpPr>
            <a:spLocks noGrp="1"/>
          </p:cNvSpPr>
          <p:nvPr/>
        </p:nvSpPr>
        <p:spPr>
          <a:xfrm>
            <a:off x="5684118" y="1922276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566AB4"/>
            </a:solidFill>
            <a:prstDash val="solid"/>
          </a:ln>
        </p:spPr>
      </p:sp>
      <p:sp>
        <p:nvSpPr>
          <p:cNvPr id="4152" name="Stage1_sixpanel_9323">
            <a:extLst>
              <a:ext uri="{FF2B5EF4-FFF2-40B4-BE49-F238E27FC236}">
                <a16:creationId xmlns:a16="http://schemas.microsoft.com/office/drawing/2014/main" id="{99211004-3D38-4FD0-A055-37589CC6FF4B}"/>
              </a:ext>
            </a:extLst>
          </p:cNvPr>
          <p:cNvSpPr>
            <a:spLocks noGrp="1"/>
          </p:cNvSpPr>
          <p:nvPr/>
        </p:nvSpPr>
        <p:spPr>
          <a:xfrm>
            <a:off x="6744592" y="1790188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566AB4"/>
            </a:solidFill>
            <a:prstDash val="solid"/>
          </a:ln>
        </p:spPr>
      </p:sp>
      <p:sp>
        <p:nvSpPr>
          <p:cNvPr id="4153" name="Stage1_sixpanel_9324">
            <a:extLst>
              <a:ext uri="{FF2B5EF4-FFF2-40B4-BE49-F238E27FC236}">
                <a16:creationId xmlns:a16="http://schemas.microsoft.com/office/drawing/2014/main" id="{A2E2B62A-746F-4C51-A6C7-FFE4310823F2}"/>
              </a:ext>
            </a:extLst>
          </p:cNvPr>
          <p:cNvSpPr>
            <a:spLocks noGrp="1"/>
          </p:cNvSpPr>
          <p:nvPr/>
        </p:nvSpPr>
        <p:spPr>
          <a:xfrm>
            <a:off x="7805067" y="1896485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566AB4"/>
            </a:solidFill>
            <a:prstDash val="solid"/>
          </a:ln>
        </p:spPr>
      </p:sp>
      <p:sp>
        <p:nvSpPr>
          <p:cNvPr id="4154" name="Stage1_sixpanel_9325">
            <a:extLst>
              <a:ext uri="{FF2B5EF4-FFF2-40B4-BE49-F238E27FC236}">
                <a16:creationId xmlns:a16="http://schemas.microsoft.com/office/drawing/2014/main" id="{E496AD1F-4FE7-479C-8B02-C9326051F770}"/>
              </a:ext>
            </a:extLst>
          </p:cNvPr>
          <p:cNvSpPr>
            <a:spLocks noGrp="1"/>
          </p:cNvSpPr>
          <p:nvPr/>
        </p:nvSpPr>
        <p:spPr>
          <a:xfrm>
            <a:off x="5928027" y="2515069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8B9298"/>
            </a:solidFill>
            <a:prstDash val="solid"/>
          </a:ln>
        </p:spPr>
      </p:sp>
      <p:sp>
        <p:nvSpPr>
          <p:cNvPr id="4155" name="Stage1_sixpanel_9326">
            <a:extLst>
              <a:ext uri="{FF2B5EF4-FFF2-40B4-BE49-F238E27FC236}">
                <a16:creationId xmlns:a16="http://schemas.microsoft.com/office/drawing/2014/main" id="{A8CC2BB9-B60B-428D-B132-1BB102DF047F}"/>
              </a:ext>
            </a:extLst>
          </p:cNvPr>
          <p:cNvSpPr>
            <a:spLocks noGrp="1"/>
          </p:cNvSpPr>
          <p:nvPr/>
        </p:nvSpPr>
        <p:spPr>
          <a:xfrm>
            <a:off x="6988501" y="1950503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8B9298"/>
            </a:solidFill>
            <a:prstDash val="solid"/>
          </a:ln>
        </p:spPr>
      </p:sp>
      <p:sp>
        <p:nvSpPr>
          <p:cNvPr id="4156" name="Stage1_sixpanel_9327">
            <a:extLst>
              <a:ext uri="{FF2B5EF4-FFF2-40B4-BE49-F238E27FC236}">
                <a16:creationId xmlns:a16="http://schemas.microsoft.com/office/drawing/2014/main" id="{155AAA04-1804-4744-835E-820FAFBBA12F}"/>
              </a:ext>
            </a:extLst>
          </p:cNvPr>
          <p:cNvSpPr>
            <a:spLocks noGrp="1"/>
          </p:cNvSpPr>
          <p:nvPr/>
        </p:nvSpPr>
        <p:spPr>
          <a:xfrm>
            <a:off x="8048976" y="2195245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8B9298"/>
            </a:solidFill>
            <a:prstDash val="solid"/>
          </a:ln>
        </p:spPr>
      </p:sp>
      <p:sp>
        <p:nvSpPr>
          <p:cNvPr id="4157" name="Stage1_sixpanel_9328">
            <a:extLst>
              <a:ext uri="{FF2B5EF4-FFF2-40B4-BE49-F238E27FC236}">
                <a16:creationId xmlns:a16="http://schemas.microsoft.com/office/drawing/2014/main" id="{EAD5C151-AF76-4E58-B18D-9D5B72E3BF8E}"/>
              </a:ext>
            </a:extLst>
          </p:cNvPr>
          <p:cNvSpPr>
            <a:spLocks noGrp="1"/>
          </p:cNvSpPr>
          <p:nvPr/>
        </p:nvSpPr>
        <p:spPr>
          <a:xfrm>
            <a:off x="5343797" y="3612166"/>
            <a:ext cx="2170176" cy="2170176"/>
          </a:xfrm>
          <a:custGeom>
            <a:avLst/>
            <a:gdLst/>
            <a:ahLst/>
            <a:cxnLst/>
            <a:rect l="0" t="0" r="0" b="0"/>
            <a:pathLst>
              <a:path w="2170176" h="2170176">
                <a:moveTo>
                  <a:pt x="0" y="2170176"/>
                </a:moveTo>
                <a:lnTo>
                  <a:pt x="2170176" y="2170176"/>
                </a:lnTo>
                <a:lnTo>
                  <a:pt x="2170176" y="0"/>
                </a:lnTo>
                <a:lnTo>
                  <a:pt x="0" y="0"/>
                </a:lnTo>
                <a:lnTo>
                  <a:pt x="0" y="217017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4158" name="Stage1_sixpanel_9329">
            <a:extLst>
              <a:ext uri="{FF2B5EF4-FFF2-40B4-BE49-F238E27FC236}">
                <a16:creationId xmlns:a16="http://schemas.microsoft.com/office/drawing/2014/main" id="{F872281A-BF51-4ED9-A4D0-C8D9AA5C3BE9}"/>
              </a:ext>
            </a:extLst>
          </p:cNvPr>
          <p:cNvSpPr>
            <a:spLocks noGrp="1"/>
          </p:cNvSpPr>
          <p:nvPr/>
        </p:nvSpPr>
        <p:spPr>
          <a:xfrm>
            <a:off x="5343797" y="3612166"/>
            <a:ext cx="2170176" cy="2170176"/>
          </a:xfrm>
          <a:custGeom>
            <a:avLst/>
            <a:gdLst/>
            <a:ahLst/>
            <a:cxnLst/>
            <a:rect l="0" t="0" r="0" b="0"/>
            <a:pathLst>
              <a:path w="2170176" h="2170176">
                <a:moveTo>
                  <a:pt x="0" y="2170176"/>
                </a:moveTo>
                <a:lnTo>
                  <a:pt x="2170176" y="0"/>
                </a:lnTo>
              </a:path>
            </a:pathLst>
          </a:custGeom>
          <a:noFill/>
          <a:ln w="10933">
            <a:solidFill>
              <a:srgbClr val="939CA2"/>
            </a:solidFill>
            <a:prstDash val="dot"/>
          </a:ln>
        </p:spPr>
      </p:sp>
      <p:sp>
        <p:nvSpPr>
          <p:cNvPr id="4159" name="Stage1_sixpanel_9330">
            <a:extLst>
              <a:ext uri="{FF2B5EF4-FFF2-40B4-BE49-F238E27FC236}">
                <a16:creationId xmlns:a16="http://schemas.microsoft.com/office/drawing/2014/main" id="{3395AD0A-2E54-43A5-8058-DC97955D5CA3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443983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0" name="Stage1_sixpanel_9331">
            <a:extLst>
              <a:ext uri="{FF2B5EF4-FFF2-40B4-BE49-F238E27FC236}">
                <a16:creationId xmlns:a16="http://schemas.microsoft.com/office/drawing/2014/main" id="{121974F4-24CF-477F-83E9-BD8B70F321EC}"/>
              </a:ext>
            </a:extLst>
          </p:cNvPr>
          <p:cNvSpPr>
            <a:spLocks noGrp="1"/>
          </p:cNvSpPr>
          <p:nvPr/>
        </p:nvSpPr>
        <p:spPr>
          <a:xfrm>
            <a:off x="7085710" y="3617409"/>
            <a:ext cx="58266" cy="58266"/>
          </a:xfrm>
          <a:prstGeom prst="ellipse">
            <a:avLst/>
          </a:prstGeom>
          <a:solidFill>
            <a:srgbClr val="3363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1" name="Stage1_sixpanel_9332">
            <a:extLst>
              <a:ext uri="{FF2B5EF4-FFF2-40B4-BE49-F238E27FC236}">
                <a16:creationId xmlns:a16="http://schemas.microsoft.com/office/drawing/2014/main" id="{E41695C8-7428-43C8-ADF5-8897333E5189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2" name="Stage1_sixpanel_9333">
            <a:extLst>
              <a:ext uri="{FF2B5EF4-FFF2-40B4-BE49-F238E27FC236}">
                <a16:creationId xmlns:a16="http://schemas.microsoft.com/office/drawing/2014/main" id="{E0B32B51-F52E-404C-B7C3-947736B3ABE3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362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3" name="Stage1_sixpanel_9334">
            <a:extLst>
              <a:ext uri="{FF2B5EF4-FFF2-40B4-BE49-F238E27FC236}">
                <a16:creationId xmlns:a16="http://schemas.microsoft.com/office/drawing/2014/main" id="{7F64B7BE-314C-4FB4-95D3-C496DF998267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55F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4" name="Stage1_sixpanel_9335">
            <a:extLst>
              <a:ext uri="{FF2B5EF4-FFF2-40B4-BE49-F238E27FC236}">
                <a16:creationId xmlns:a16="http://schemas.microsoft.com/office/drawing/2014/main" id="{5AFD2CBA-2C46-4339-87A9-E7D152945A34}"/>
              </a:ext>
            </a:extLst>
          </p:cNvPr>
          <p:cNvSpPr>
            <a:spLocks noGrp="1"/>
          </p:cNvSpPr>
          <p:nvPr/>
        </p:nvSpPr>
        <p:spPr>
          <a:xfrm>
            <a:off x="7024027" y="4707440"/>
            <a:ext cx="58266" cy="58266"/>
          </a:xfrm>
          <a:prstGeom prst="ellipse">
            <a:avLst/>
          </a:prstGeom>
          <a:solidFill>
            <a:srgbClr val="65CB5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5" name="Stage1_sixpanel_9336">
            <a:extLst>
              <a:ext uri="{FF2B5EF4-FFF2-40B4-BE49-F238E27FC236}">
                <a16:creationId xmlns:a16="http://schemas.microsoft.com/office/drawing/2014/main" id="{A872F709-DD35-4848-94CE-A3A1E391EA42}"/>
              </a:ext>
            </a:extLst>
          </p:cNvPr>
          <p:cNvSpPr>
            <a:spLocks noGrp="1"/>
          </p:cNvSpPr>
          <p:nvPr/>
        </p:nvSpPr>
        <p:spPr>
          <a:xfrm>
            <a:off x="6673608" y="4441343"/>
            <a:ext cx="58266" cy="58266"/>
          </a:xfrm>
          <a:prstGeom prst="ellipse">
            <a:avLst/>
          </a:prstGeom>
          <a:solidFill>
            <a:srgbClr val="3C50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6" name="Stage1_sixpanel_9337">
            <a:extLst>
              <a:ext uri="{FF2B5EF4-FFF2-40B4-BE49-F238E27FC236}">
                <a16:creationId xmlns:a16="http://schemas.microsoft.com/office/drawing/2014/main" id="{C965C392-F37B-4974-8A50-C503E4DCD663}"/>
              </a:ext>
            </a:extLst>
          </p:cNvPr>
          <p:cNvSpPr>
            <a:spLocks noGrp="1"/>
          </p:cNvSpPr>
          <p:nvPr/>
        </p:nvSpPr>
        <p:spPr>
          <a:xfrm>
            <a:off x="7038748" y="4760189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7" name="Stage1_sixpanel_9338">
            <a:extLst>
              <a:ext uri="{FF2B5EF4-FFF2-40B4-BE49-F238E27FC236}">
                <a16:creationId xmlns:a16="http://schemas.microsoft.com/office/drawing/2014/main" id="{77DA0786-E49C-41AB-B697-976937A6C6AE}"/>
              </a:ext>
            </a:extLst>
          </p:cNvPr>
          <p:cNvSpPr>
            <a:spLocks noGrp="1"/>
          </p:cNvSpPr>
          <p:nvPr/>
        </p:nvSpPr>
        <p:spPr>
          <a:xfrm>
            <a:off x="6279187" y="4306425"/>
            <a:ext cx="58266" cy="58266"/>
          </a:xfrm>
          <a:prstGeom prst="ellipse">
            <a:avLst/>
          </a:prstGeom>
          <a:solidFill>
            <a:srgbClr val="3A54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8" name="Stage1_sixpanel_9339">
            <a:extLst>
              <a:ext uri="{FF2B5EF4-FFF2-40B4-BE49-F238E27FC236}">
                <a16:creationId xmlns:a16="http://schemas.microsoft.com/office/drawing/2014/main" id="{CDD7895E-D7D0-4887-A4FE-B7196A906E7E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9" name="Stage1_sixpanel_9340">
            <a:extLst>
              <a:ext uri="{FF2B5EF4-FFF2-40B4-BE49-F238E27FC236}">
                <a16:creationId xmlns:a16="http://schemas.microsoft.com/office/drawing/2014/main" id="{EF1BD87C-E0AB-4432-9666-D19450AB4946}"/>
              </a:ext>
            </a:extLst>
          </p:cNvPr>
          <p:cNvSpPr>
            <a:spLocks noGrp="1"/>
          </p:cNvSpPr>
          <p:nvPr/>
        </p:nvSpPr>
        <p:spPr>
          <a:xfrm>
            <a:off x="5857208" y="3583033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0" name="Stage1_sixpanel_9341">
            <a:extLst>
              <a:ext uri="{FF2B5EF4-FFF2-40B4-BE49-F238E27FC236}">
                <a16:creationId xmlns:a16="http://schemas.microsoft.com/office/drawing/2014/main" id="{C32CAD82-9D24-4DEF-A7F7-F432FBEA9B80}"/>
              </a:ext>
            </a:extLst>
          </p:cNvPr>
          <p:cNvSpPr>
            <a:spLocks noGrp="1"/>
          </p:cNvSpPr>
          <p:nvPr/>
        </p:nvSpPr>
        <p:spPr>
          <a:xfrm>
            <a:off x="6954994" y="3673307"/>
            <a:ext cx="58266" cy="58266"/>
          </a:xfrm>
          <a:prstGeom prst="ellipse">
            <a:avLst/>
          </a:prstGeom>
          <a:solidFill>
            <a:srgbClr val="481A6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1" name="Stage1_sixpanel_9342">
            <a:extLst>
              <a:ext uri="{FF2B5EF4-FFF2-40B4-BE49-F238E27FC236}">
                <a16:creationId xmlns:a16="http://schemas.microsoft.com/office/drawing/2014/main" id="{75A8F05C-01C8-45F2-B964-D43FA0EC7F2E}"/>
              </a:ext>
            </a:extLst>
          </p:cNvPr>
          <p:cNvSpPr>
            <a:spLocks noGrp="1"/>
          </p:cNvSpPr>
          <p:nvPr/>
        </p:nvSpPr>
        <p:spPr>
          <a:xfrm>
            <a:off x="5804852" y="4757936"/>
            <a:ext cx="58266" cy="58266"/>
          </a:xfrm>
          <a:prstGeom prst="ellipse">
            <a:avLst/>
          </a:prstGeom>
          <a:solidFill>
            <a:srgbClr val="46075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2" name="Stage1_sixpanel_9343">
            <a:extLst>
              <a:ext uri="{FF2B5EF4-FFF2-40B4-BE49-F238E27FC236}">
                <a16:creationId xmlns:a16="http://schemas.microsoft.com/office/drawing/2014/main" id="{7FF27483-41B7-4101-A1A4-FE1E2904DFE6}"/>
              </a:ext>
            </a:extLst>
          </p:cNvPr>
          <p:cNvSpPr>
            <a:spLocks noGrp="1"/>
          </p:cNvSpPr>
          <p:nvPr/>
        </p:nvSpPr>
        <p:spPr>
          <a:xfrm>
            <a:off x="5314664" y="5391513"/>
            <a:ext cx="58266" cy="58266"/>
          </a:xfrm>
          <a:prstGeom prst="ellipse">
            <a:avLst/>
          </a:prstGeom>
          <a:solidFill>
            <a:srgbClr val="470D60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3" name="Stage1_sixpanel_9344">
            <a:extLst>
              <a:ext uri="{FF2B5EF4-FFF2-40B4-BE49-F238E27FC236}">
                <a16:creationId xmlns:a16="http://schemas.microsoft.com/office/drawing/2014/main" id="{EB5DA098-C80F-4DFD-81C6-3FAA677F7BA9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4" name="Stage1_sixpanel_9345">
            <a:extLst>
              <a:ext uri="{FF2B5EF4-FFF2-40B4-BE49-F238E27FC236}">
                <a16:creationId xmlns:a16="http://schemas.microsoft.com/office/drawing/2014/main" id="{5F2B96DB-3F11-4CE4-9DB3-B79A0C7BBAC2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1F98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5" name="Stage1_sixpanel_9346">
            <a:extLst>
              <a:ext uri="{FF2B5EF4-FFF2-40B4-BE49-F238E27FC236}">
                <a16:creationId xmlns:a16="http://schemas.microsoft.com/office/drawing/2014/main" id="{46ED3A43-EE0F-4238-93A2-D4A387A4399D}"/>
              </a:ext>
            </a:extLst>
          </p:cNvPr>
          <p:cNvSpPr>
            <a:spLocks noGrp="1"/>
          </p:cNvSpPr>
          <p:nvPr/>
        </p:nvSpPr>
        <p:spPr>
          <a:xfrm>
            <a:off x="6038056" y="4306425"/>
            <a:ext cx="58266" cy="58266"/>
          </a:xfrm>
          <a:prstGeom prst="ellipse">
            <a:avLst/>
          </a:prstGeom>
          <a:solidFill>
            <a:srgbClr val="1F9E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6" name="Stage1_sixpanel_9347">
            <a:extLst>
              <a:ext uri="{FF2B5EF4-FFF2-40B4-BE49-F238E27FC236}">
                <a16:creationId xmlns:a16="http://schemas.microsoft.com/office/drawing/2014/main" id="{B14CC9A3-C3A9-499E-B930-7242EB60D5CE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1FA1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7" name="Stage1_sixpanel_9348">
            <a:extLst>
              <a:ext uri="{FF2B5EF4-FFF2-40B4-BE49-F238E27FC236}">
                <a16:creationId xmlns:a16="http://schemas.microsoft.com/office/drawing/2014/main" id="{997745E4-69FE-49CA-8BB8-7FA5AE6B929E}"/>
              </a:ext>
            </a:extLst>
          </p:cNvPr>
          <p:cNvSpPr>
            <a:spLocks noGrp="1"/>
          </p:cNvSpPr>
          <p:nvPr/>
        </p:nvSpPr>
        <p:spPr>
          <a:xfrm>
            <a:off x="5712530" y="5049329"/>
            <a:ext cx="58266" cy="58266"/>
          </a:xfrm>
          <a:prstGeom prst="ellipse">
            <a:avLst/>
          </a:prstGeom>
          <a:solidFill>
            <a:srgbClr val="2D71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8" name="Stage1_sixpanel_9349">
            <a:extLst>
              <a:ext uri="{FF2B5EF4-FFF2-40B4-BE49-F238E27FC236}">
                <a16:creationId xmlns:a16="http://schemas.microsoft.com/office/drawing/2014/main" id="{04F74B7B-F972-487F-8B85-D1C1639A2161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453781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9" name="Stage1_sixpanel_9350">
            <a:extLst>
              <a:ext uri="{FF2B5EF4-FFF2-40B4-BE49-F238E27FC236}">
                <a16:creationId xmlns:a16="http://schemas.microsoft.com/office/drawing/2014/main" id="{D08C3B4D-FB67-4211-94C6-4957FED5ED29}"/>
              </a:ext>
            </a:extLst>
          </p:cNvPr>
          <p:cNvSpPr>
            <a:spLocks noGrp="1"/>
          </p:cNvSpPr>
          <p:nvPr/>
        </p:nvSpPr>
        <p:spPr>
          <a:xfrm>
            <a:off x="6399752" y="5391513"/>
            <a:ext cx="58266" cy="58266"/>
          </a:xfrm>
          <a:prstGeom prst="ellipse">
            <a:avLst/>
          </a:prstGeom>
          <a:solidFill>
            <a:srgbClr val="355E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0" name="Stage1_sixpanel_9351">
            <a:extLst>
              <a:ext uri="{FF2B5EF4-FFF2-40B4-BE49-F238E27FC236}">
                <a16:creationId xmlns:a16="http://schemas.microsoft.com/office/drawing/2014/main" id="{69F62E0B-2166-41B6-97B4-37F68F07AFFA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2092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1" name="Stage1_sixpanel_9352">
            <a:extLst>
              <a:ext uri="{FF2B5EF4-FFF2-40B4-BE49-F238E27FC236}">
                <a16:creationId xmlns:a16="http://schemas.microsoft.com/office/drawing/2014/main" id="{A2335997-30CA-4CA3-BF6C-F35EBD1E5CA6}"/>
              </a:ext>
            </a:extLst>
          </p:cNvPr>
          <p:cNvSpPr>
            <a:spLocks noGrp="1"/>
          </p:cNvSpPr>
          <p:nvPr/>
        </p:nvSpPr>
        <p:spPr>
          <a:xfrm>
            <a:off x="6128480" y="3854305"/>
            <a:ext cx="58266" cy="58266"/>
          </a:xfrm>
          <a:prstGeom prst="ellipse">
            <a:avLst/>
          </a:prstGeom>
          <a:solidFill>
            <a:srgbClr val="2682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2" name="Stage1_sixpanel_9353">
            <a:extLst>
              <a:ext uri="{FF2B5EF4-FFF2-40B4-BE49-F238E27FC236}">
                <a16:creationId xmlns:a16="http://schemas.microsoft.com/office/drawing/2014/main" id="{889714CC-18A2-4ECC-92F0-242A1CAE45FB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3" name="Stage1_sixpanel_9354">
            <a:extLst>
              <a:ext uri="{FF2B5EF4-FFF2-40B4-BE49-F238E27FC236}">
                <a16:creationId xmlns:a16="http://schemas.microsoft.com/office/drawing/2014/main" id="{942BA1AE-2CFA-4D15-BDD9-12E792050334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326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4" name="Stage1_sixpanel_9355">
            <a:extLst>
              <a:ext uri="{FF2B5EF4-FFF2-40B4-BE49-F238E27FC236}">
                <a16:creationId xmlns:a16="http://schemas.microsoft.com/office/drawing/2014/main" id="{5E00671F-D8C7-428F-9665-5FC3E3F243F2}"/>
              </a:ext>
            </a:extLst>
          </p:cNvPr>
          <p:cNvSpPr>
            <a:spLocks noGrp="1"/>
          </p:cNvSpPr>
          <p:nvPr/>
        </p:nvSpPr>
        <p:spPr>
          <a:xfrm>
            <a:off x="5772186" y="5085715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5" name="Stage1_sixpanel_9356">
            <a:extLst>
              <a:ext uri="{FF2B5EF4-FFF2-40B4-BE49-F238E27FC236}">
                <a16:creationId xmlns:a16="http://schemas.microsoft.com/office/drawing/2014/main" id="{C9B4116E-FC2A-43E1-B90D-86668158D643}"/>
              </a:ext>
            </a:extLst>
          </p:cNvPr>
          <p:cNvSpPr>
            <a:spLocks noGrp="1"/>
          </p:cNvSpPr>
          <p:nvPr/>
        </p:nvSpPr>
        <p:spPr>
          <a:xfrm>
            <a:off x="5314664" y="5391513"/>
            <a:ext cx="58266" cy="58266"/>
          </a:xfrm>
          <a:prstGeom prst="ellipse">
            <a:avLst/>
          </a:prstGeom>
          <a:solidFill>
            <a:srgbClr val="481A6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6" name="Stage1_sixpanel_9357">
            <a:extLst>
              <a:ext uri="{FF2B5EF4-FFF2-40B4-BE49-F238E27FC236}">
                <a16:creationId xmlns:a16="http://schemas.microsoft.com/office/drawing/2014/main" id="{6233EAE2-207A-4A1F-94A0-9B00969899A0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7" name="Stage1_sixpanel_9358">
            <a:extLst>
              <a:ext uri="{FF2B5EF4-FFF2-40B4-BE49-F238E27FC236}">
                <a16:creationId xmlns:a16="http://schemas.microsoft.com/office/drawing/2014/main" id="{80215F42-117A-4E69-97D5-DB488A9123F7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481467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8" name="Stage1_sixpanel_9359">
            <a:extLst>
              <a:ext uri="{FF2B5EF4-FFF2-40B4-BE49-F238E27FC236}">
                <a16:creationId xmlns:a16="http://schemas.microsoft.com/office/drawing/2014/main" id="{56170350-A0BA-4382-879C-6132F6F8C1C3}"/>
              </a:ext>
            </a:extLst>
          </p:cNvPr>
          <p:cNvSpPr>
            <a:spLocks noGrp="1"/>
          </p:cNvSpPr>
          <p:nvPr/>
        </p:nvSpPr>
        <p:spPr>
          <a:xfrm>
            <a:off x="5314664" y="5255603"/>
            <a:ext cx="58266" cy="58266"/>
          </a:xfrm>
          <a:prstGeom prst="ellipse">
            <a:avLst/>
          </a:prstGeom>
          <a:solidFill>
            <a:srgbClr val="277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9" name="Stage1_sixpanel_9360">
            <a:extLst>
              <a:ext uri="{FF2B5EF4-FFF2-40B4-BE49-F238E27FC236}">
                <a16:creationId xmlns:a16="http://schemas.microsoft.com/office/drawing/2014/main" id="{139300DB-4DED-4B7E-B05E-43D38DE70BEC}"/>
              </a:ext>
            </a:extLst>
          </p:cNvPr>
          <p:cNvSpPr>
            <a:spLocks noGrp="1"/>
          </p:cNvSpPr>
          <p:nvPr/>
        </p:nvSpPr>
        <p:spPr>
          <a:xfrm>
            <a:off x="5314664" y="4668121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0" name="Stage1_sixpanel_9361">
            <a:extLst>
              <a:ext uri="{FF2B5EF4-FFF2-40B4-BE49-F238E27FC236}">
                <a16:creationId xmlns:a16="http://schemas.microsoft.com/office/drawing/2014/main" id="{EC95D3F7-FEC2-4DFC-9A66-AC9801A66779}"/>
              </a:ext>
            </a:extLst>
          </p:cNvPr>
          <p:cNvSpPr>
            <a:spLocks noGrp="1"/>
          </p:cNvSpPr>
          <p:nvPr/>
        </p:nvSpPr>
        <p:spPr>
          <a:xfrm>
            <a:off x="6399752" y="4668121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1" name="Stage1_sixpanel_9362">
            <a:extLst>
              <a:ext uri="{FF2B5EF4-FFF2-40B4-BE49-F238E27FC236}">
                <a16:creationId xmlns:a16="http://schemas.microsoft.com/office/drawing/2014/main" id="{81725889-1AFA-4389-8103-5D27CFD0B69B}"/>
              </a:ext>
            </a:extLst>
          </p:cNvPr>
          <p:cNvSpPr>
            <a:spLocks noGrp="1"/>
          </p:cNvSpPr>
          <p:nvPr/>
        </p:nvSpPr>
        <p:spPr>
          <a:xfrm>
            <a:off x="5350188" y="5718008"/>
            <a:ext cx="58266" cy="58266"/>
          </a:xfrm>
          <a:prstGeom prst="ellipse">
            <a:avLst/>
          </a:prstGeom>
          <a:solidFill>
            <a:srgbClr val="4EC36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2" name="Stage1_sixpanel_9363">
            <a:extLst>
              <a:ext uri="{FF2B5EF4-FFF2-40B4-BE49-F238E27FC236}">
                <a16:creationId xmlns:a16="http://schemas.microsoft.com/office/drawing/2014/main" id="{66C6325E-1F5B-45D9-B475-72131CA209F7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F47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3" name="Stage1_sixpanel_9364">
            <a:extLst>
              <a:ext uri="{FF2B5EF4-FFF2-40B4-BE49-F238E27FC236}">
                <a16:creationId xmlns:a16="http://schemas.microsoft.com/office/drawing/2014/main" id="{205A4462-58CB-4179-AD5C-31241B256172}"/>
              </a:ext>
            </a:extLst>
          </p:cNvPr>
          <p:cNvSpPr>
            <a:spLocks noGrp="1"/>
          </p:cNvSpPr>
          <p:nvPr/>
        </p:nvSpPr>
        <p:spPr>
          <a:xfrm>
            <a:off x="6038056" y="5753209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4" name="Stage1_sixpanel_9365">
            <a:extLst>
              <a:ext uri="{FF2B5EF4-FFF2-40B4-BE49-F238E27FC236}">
                <a16:creationId xmlns:a16="http://schemas.microsoft.com/office/drawing/2014/main" id="{C394C283-D0E9-4D0B-869D-F88F606FA9D7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3363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5" name="Stage1_sixpanel_9366">
            <a:extLst>
              <a:ext uri="{FF2B5EF4-FFF2-40B4-BE49-F238E27FC236}">
                <a16:creationId xmlns:a16="http://schemas.microsoft.com/office/drawing/2014/main" id="{4ACCAA95-757A-4B68-9D20-B591D18CC8D5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F6C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6" name="Stage1_sixpanel_9367">
            <a:extLst>
              <a:ext uri="{FF2B5EF4-FFF2-40B4-BE49-F238E27FC236}">
                <a16:creationId xmlns:a16="http://schemas.microsoft.com/office/drawing/2014/main" id="{6364E02F-5658-46C4-ACDE-938EE4E2D9A0}"/>
              </a:ext>
            </a:extLst>
          </p:cNvPr>
          <p:cNvSpPr>
            <a:spLocks noGrp="1"/>
          </p:cNvSpPr>
          <p:nvPr/>
        </p:nvSpPr>
        <p:spPr>
          <a:xfrm>
            <a:off x="7071473" y="3763881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7" name="Stage1_sixpanel_9368">
            <a:extLst>
              <a:ext uri="{FF2B5EF4-FFF2-40B4-BE49-F238E27FC236}">
                <a16:creationId xmlns:a16="http://schemas.microsoft.com/office/drawing/2014/main" id="{02AE5862-046E-4617-8CB2-7FF4180DCFCC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3E4A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8" name="Stage1_sixpanel_9369">
            <a:extLst>
              <a:ext uri="{FF2B5EF4-FFF2-40B4-BE49-F238E27FC236}">
                <a16:creationId xmlns:a16="http://schemas.microsoft.com/office/drawing/2014/main" id="{E3B999D7-326A-461F-9FF2-18D621A556E7}"/>
              </a:ext>
            </a:extLst>
          </p:cNvPr>
          <p:cNvSpPr>
            <a:spLocks noGrp="1"/>
          </p:cNvSpPr>
          <p:nvPr/>
        </p:nvSpPr>
        <p:spPr>
          <a:xfrm>
            <a:off x="5827067" y="4668121"/>
            <a:ext cx="58266" cy="58266"/>
          </a:xfrm>
          <a:prstGeom prst="ellipse">
            <a:avLst/>
          </a:prstGeom>
          <a:solidFill>
            <a:srgbClr val="2AB07F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9" name="Stage1_sixpanel_9370">
            <a:extLst>
              <a:ext uri="{FF2B5EF4-FFF2-40B4-BE49-F238E27FC236}">
                <a16:creationId xmlns:a16="http://schemas.microsoft.com/office/drawing/2014/main" id="{A1F28D1E-3FE5-4BB8-B07F-E7DB7B59D295}"/>
              </a:ext>
            </a:extLst>
          </p:cNvPr>
          <p:cNvSpPr>
            <a:spLocks noGrp="1"/>
          </p:cNvSpPr>
          <p:nvPr/>
        </p:nvSpPr>
        <p:spPr>
          <a:xfrm>
            <a:off x="5387003" y="4526456"/>
            <a:ext cx="58266" cy="58266"/>
          </a:xfrm>
          <a:prstGeom prst="ellipse">
            <a:avLst/>
          </a:prstGeom>
          <a:solidFill>
            <a:srgbClr val="460A5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0" name="Stage1_sixpanel_9371">
            <a:extLst>
              <a:ext uri="{FF2B5EF4-FFF2-40B4-BE49-F238E27FC236}">
                <a16:creationId xmlns:a16="http://schemas.microsoft.com/office/drawing/2014/main" id="{38366AFF-E1B2-4250-B42F-023C659CDE72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1FA1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1" name="Stage1_sixpanel_9372">
            <a:extLst>
              <a:ext uri="{FF2B5EF4-FFF2-40B4-BE49-F238E27FC236}">
                <a16:creationId xmlns:a16="http://schemas.microsoft.com/office/drawing/2014/main" id="{76003CEF-2DDA-4796-B104-031B6AB44B1F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858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2" name="Stage1_sixpanel_9373">
            <a:extLst>
              <a:ext uri="{FF2B5EF4-FFF2-40B4-BE49-F238E27FC236}">
                <a16:creationId xmlns:a16="http://schemas.microsoft.com/office/drawing/2014/main" id="{79DF69D3-5A96-4A00-A8BC-2FB2D801B0DE}"/>
              </a:ext>
            </a:extLst>
          </p:cNvPr>
          <p:cNvSpPr>
            <a:spLocks noGrp="1"/>
          </p:cNvSpPr>
          <p:nvPr/>
        </p:nvSpPr>
        <p:spPr>
          <a:xfrm>
            <a:off x="7484840" y="4668121"/>
            <a:ext cx="58266" cy="58266"/>
          </a:xfrm>
          <a:prstGeom prst="ellipse">
            <a:avLst/>
          </a:prstGeom>
          <a:solidFill>
            <a:srgbClr val="3265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3" name="Stage1_sixpanel_9374">
            <a:extLst>
              <a:ext uri="{FF2B5EF4-FFF2-40B4-BE49-F238E27FC236}">
                <a16:creationId xmlns:a16="http://schemas.microsoft.com/office/drawing/2014/main" id="{C40D89E5-F05E-4283-BF63-D815CCF50D55}"/>
              </a:ext>
            </a:extLst>
          </p:cNvPr>
          <p:cNvSpPr>
            <a:spLocks noGrp="1"/>
          </p:cNvSpPr>
          <p:nvPr/>
        </p:nvSpPr>
        <p:spPr>
          <a:xfrm>
            <a:off x="6864790" y="4203083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4" name="Stage1_sixpanel_9375">
            <a:extLst>
              <a:ext uri="{FF2B5EF4-FFF2-40B4-BE49-F238E27FC236}">
                <a16:creationId xmlns:a16="http://schemas.microsoft.com/office/drawing/2014/main" id="{9D28CF18-1D34-4C11-A2A1-10FC5D22C85E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5" name="Stage1_sixpanel_9376">
            <a:extLst>
              <a:ext uri="{FF2B5EF4-FFF2-40B4-BE49-F238E27FC236}">
                <a16:creationId xmlns:a16="http://schemas.microsoft.com/office/drawing/2014/main" id="{7C5C30A4-831E-49A8-AB99-7FCE70B3D1CF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28B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6" name="Stage1_sixpanel_9377">
            <a:extLst>
              <a:ext uri="{FF2B5EF4-FFF2-40B4-BE49-F238E27FC236}">
                <a16:creationId xmlns:a16="http://schemas.microsoft.com/office/drawing/2014/main" id="{F1344E30-9C2A-4C72-80FA-3A6B2E2AF876}"/>
              </a:ext>
            </a:extLst>
          </p:cNvPr>
          <p:cNvSpPr>
            <a:spLocks noGrp="1"/>
          </p:cNvSpPr>
          <p:nvPr/>
        </p:nvSpPr>
        <p:spPr>
          <a:xfrm>
            <a:off x="5637651" y="5096302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7" name="Stage1_sixpanel_9378">
            <a:extLst>
              <a:ext uri="{FF2B5EF4-FFF2-40B4-BE49-F238E27FC236}">
                <a16:creationId xmlns:a16="http://schemas.microsoft.com/office/drawing/2014/main" id="{8CB34E86-2C0B-49CD-9A7A-938000A60990}"/>
              </a:ext>
            </a:extLst>
          </p:cNvPr>
          <p:cNvSpPr>
            <a:spLocks noGrp="1"/>
          </p:cNvSpPr>
          <p:nvPr/>
        </p:nvSpPr>
        <p:spPr>
          <a:xfrm>
            <a:off x="6639174" y="3693016"/>
            <a:ext cx="58266" cy="58266"/>
          </a:xfrm>
          <a:prstGeom prst="ellipse">
            <a:avLst/>
          </a:prstGeom>
          <a:solidFill>
            <a:srgbClr val="25AC8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8" name="Stage1_sixpanel_9379">
            <a:extLst>
              <a:ext uri="{FF2B5EF4-FFF2-40B4-BE49-F238E27FC236}">
                <a16:creationId xmlns:a16="http://schemas.microsoft.com/office/drawing/2014/main" id="{43D80AE2-B7C7-4C67-9F3A-0080CF840546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306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9" name="Stage1_sixpanel_9380">
            <a:extLst>
              <a:ext uri="{FF2B5EF4-FFF2-40B4-BE49-F238E27FC236}">
                <a16:creationId xmlns:a16="http://schemas.microsoft.com/office/drawing/2014/main" id="{F1F28D4B-B866-4C8E-B937-B4F1E56803E0}"/>
              </a:ext>
            </a:extLst>
          </p:cNvPr>
          <p:cNvSpPr>
            <a:spLocks noGrp="1"/>
          </p:cNvSpPr>
          <p:nvPr/>
        </p:nvSpPr>
        <p:spPr>
          <a:xfrm>
            <a:off x="5316630" y="5210665"/>
            <a:ext cx="58266" cy="58266"/>
          </a:xfrm>
          <a:prstGeom prst="ellipse">
            <a:avLst/>
          </a:prstGeom>
          <a:solidFill>
            <a:srgbClr val="3461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0" name="Stage1_sixpanel_9381">
            <a:extLst>
              <a:ext uri="{FF2B5EF4-FFF2-40B4-BE49-F238E27FC236}">
                <a16:creationId xmlns:a16="http://schemas.microsoft.com/office/drawing/2014/main" id="{870160A5-229A-4D45-81C4-DAE210933A62}"/>
              </a:ext>
            </a:extLst>
          </p:cNvPr>
          <p:cNvSpPr>
            <a:spLocks noGrp="1"/>
          </p:cNvSpPr>
          <p:nvPr/>
        </p:nvSpPr>
        <p:spPr>
          <a:xfrm>
            <a:off x="5676360" y="5150382"/>
            <a:ext cx="58266" cy="58266"/>
          </a:xfrm>
          <a:prstGeom prst="ellipse">
            <a:avLst/>
          </a:prstGeom>
          <a:solidFill>
            <a:srgbClr val="453781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1" name="Stage1_sixpanel_9382">
            <a:extLst>
              <a:ext uri="{FF2B5EF4-FFF2-40B4-BE49-F238E27FC236}">
                <a16:creationId xmlns:a16="http://schemas.microsoft.com/office/drawing/2014/main" id="{700DA5AA-C6FF-4452-917C-FA9B0D8E6F1B}"/>
              </a:ext>
            </a:extLst>
          </p:cNvPr>
          <p:cNvSpPr>
            <a:spLocks noGrp="1"/>
          </p:cNvSpPr>
          <p:nvPr/>
        </p:nvSpPr>
        <p:spPr>
          <a:xfrm>
            <a:off x="6942296" y="4668121"/>
            <a:ext cx="58266" cy="58266"/>
          </a:xfrm>
          <a:prstGeom prst="ellipse">
            <a:avLst/>
          </a:prstGeom>
          <a:solidFill>
            <a:srgbClr val="297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2" name="Stage1_sixpanel_9383">
            <a:extLst>
              <a:ext uri="{FF2B5EF4-FFF2-40B4-BE49-F238E27FC236}">
                <a16:creationId xmlns:a16="http://schemas.microsoft.com/office/drawing/2014/main" id="{78B41E16-7EAA-42A6-BACB-633FB359B6A2}"/>
              </a:ext>
            </a:extLst>
          </p:cNvPr>
          <p:cNvSpPr>
            <a:spLocks noGrp="1"/>
          </p:cNvSpPr>
          <p:nvPr/>
        </p:nvSpPr>
        <p:spPr>
          <a:xfrm>
            <a:off x="5314664" y="5443184"/>
            <a:ext cx="58266" cy="58266"/>
          </a:xfrm>
          <a:prstGeom prst="ellipse">
            <a:avLst/>
          </a:prstGeom>
          <a:solidFill>
            <a:srgbClr val="3858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3" name="Stage1_sixpanel_9384">
            <a:extLst>
              <a:ext uri="{FF2B5EF4-FFF2-40B4-BE49-F238E27FC236}">
                <a16:creationId xmlns:a16="http://schemas.microsoft.com/office/drawing/2014/main" id="{534A697D-E220-4D70-8FC5-60676ACF6920}"/>
              </a:ext>
            </a:extLst>
          </p:cNvPr>
          <p:cNvSpPr>
            <a:spLocks noGrp="1"/>
          </p:cNvSpPr>
          <p:nvPr/>
        </p:nvSpPr>
        <p:spPr>
          <a:xfrm>
            <a:off x="6942296" y="4125577"/>
            <a:ext cx="58266" cy="58266"/>
          </a:xfrm>
          <a:prstGeom prst="ellipse">
            <a:avLst/>
          </a:prstGeom>
          <a:solidFill>
            <a:srgbClr val="287C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4" name="Stage1_sixpanel_9385">
            <a:extLst>
              <a:ext uri="{FF2B5EF4-FFF2-40B4-BE49-F238E27FC236}">
                <a16:creationId xmlns:a16="http://schemas.microsoft.com/office/drawing/2014/main" id="{BF8FBF2E-7EC0-4819-92EB-A46A25836158}"/>
              </a:ext>
            </a:extLst>
          </p:cNvPr>
          <p:cNvSpPr>
            <a:spLocks noGrp="1"/>
          </p:cNvSpPr>
          <p:nvPr/>
        </p:nvSpPr>
        <p:spPr>
          <a:xfrm>
            <a:off x="6399752" y="4668121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5" name="Stage1_sixpanel_9386">
            <a:extLst>
              <a:ext uri="{FF2B5EF4-FFF2-40B4-BE49-F238E27FC236}">
                <a16:creationId xmlns:a16="http://schemas.microsoft.com/office/drawing/2014/main" id="{2D9CC854-8E71-4788-863C-6CB6E8EF6911}"/>
              </a:ext>
            </a:extLst>
          </p:cNvPr>
          <p:cNvSpPr>
            <a:spLocks noGrp="1"/>
          </p:cNvSpPr>
          <p:nvPr/>
        </p:nvSpPr>
        <p:spPr>
          <a:xfrm>
            <a:off x="7484840" y="4279298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6" name="Stage1_sixpanel_9387">
            <a:extLst>
              <a:ext uri="{FF2B5EF4-FFF2-40B4-BE49-F238E27FC236}">
                <a16:creationId xmlns:a16="http://schemas.microsoft.com/office/drawing/2014/main" id="{1BEFF6E4-737F-40C3-AA80-EB207B4172DA}"/>
              </a:ext>
            </a:extLst>
          </p:cNvPr>
          <p:cNvSpPr>
            <a:spLocks noGrp="1"/>
          </p:cNvSpPr>
          <p:nvPr/>
        </p:nvSpPr>
        <p:spPr>
          <a:xfrm>
            <a:off x="7392169" y="3583033"/>
            <a:ext cx="58266" cy="58266"/>
          </a:xfrm>
          <a:prstGeom prst="ellipse">
            <a:avLst/>
          </a:prstGeom>
          <a:solidFill>
            <a:srgbClr val="34B67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7" name="Stage1_sixpanel_9388">
            <a:extLst>
              <a:ext uri="{FF2B5EF4-FFF2-40B4-BE49-F238E27FC236}">
                <a16:creationId xmlns:a16="http://schemas.microsoft.com/office/drawing/2014/main" id="{FFF834CD-3171-4851-8F16-2FDA1C2DD781}"/>
              </a:ext>
            </a:extLst>
          </p:cNvPr>
          <p:cNvSpPr>
            <a:spLocks noGrp="1"/>
          </p:cNvSpPr>
          <p:nvPr/>
        </p:nvSpPr>
        <p:spPr>
          <a:xfrm>
            <a:off x="7484840" y="4728940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8" name="Stage1_sixpanel_9389">
            <a:extLst>
              <a:ext uri="{FF2B5EF4-FFF2-40B4-BE49-F238E27FC236}">
                <a16:creationId xmlns:a16="http://schemas.microsoft.com/office/drawing/2014/main" id="{7A9E9219-C872-4240-A720-08DB8AD1AA2D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46327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9" name="Stage1_sixpanel_9390">
            <a:extLst>
              <a:ext uri="{FF2B5EF4-FFF2-40B4-BE49-F238E27FC236}">
                <a16:creationId xmlns:a16="http://schemas.microsoft.com/office/drawing/2014/main" id="{A7D48B86-58B9-4AAD-8B52-BC9F3345E827}"/>
              </a:ext>
            </a:extLst>
          </p:cNvPr>
          <p:cNvSpPr>
            <a:spLocks noGrp="1"/>
          </p:cNvSpPr>
          <p:nvPr/>
        </p:nvSpPr>
        <p:spPr>
          <a:xfrm>
            <a:off x="6501479" y="4125577"/>
            <a:ext cx="58266" cy="58266"/>
          </a:xfrm>
          <a:prstGeom prst="ellipse">
            <a:avLst/>
          </a:prstGeom>
          <a:solidFill>
            <a:srgbClr val="25AC8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0" name="Stage1_sixpanel_9391">
            <a:extLst>
              <a:ext uri="{FF2B5EF4-FFF2-40B4-BE49-F238E27FC236}">
                <a16:creationId xmlns:a16="http://schemas.microsoft.com/office/drawing/2014/main" id="{63C55E1C-3104-4549-AE37-E4522B3282F8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2E6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1" name="Stage1_sixpanel_9392">
            <a:extLst>
              <a:ext uri="{FF2B5EF4-FFF2-40B4-BE49-F238E27FC236}">
                <a16:creationId xmlns:a16="http://schemas.microsoft.com/office/drawing/2014/main" id="{38B57B90-4A81-4C12-B769-C6B7499D71AA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77E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2" name="Stage1_sixpanel_9393">
            <a:extLst>
              <a:ext uri="{FF2B5EF4-FFF2-40B4-BE49-F238E27FC236}">
                <a16:creationId xmlns:a16="http://schemas.microsoft.com/office/drawing/2014/main" id="{A1BDD434-04AC-480D-9A37-3D667C1B6D8C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306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3" name="Stage1_sixpanel_9394">
            <a:extLst>
              <a:ext uri="{FF2B5EF4-FFF2-40B4-BE49-F238E27FC236}">
                <a16:creationId xmlns:a16="http://schemas.microsoft.com/office/drawing/2014/main" id="{9146F324-3CAC-4642-A139-2816E9CD787E}"/>
              </a:ext>
            </a:extLst>
          </p:cNvPr>
          <p:cNvSpPr>
            <a:spLocks noGrp="1"/>
          </p:cNvSpPr>
          <p:nvPr/>
        </p:nvSpPr>
        <p:spPr>
          <a:xfrm>
            <a:off x="5714448" y="5717039"/>
            <a:ext cx="58266" cy="58266"/>
          </a:xfrm>
          <a:prstGeom prst="ellipse">
            <a:avLst/>
          </a:prstGeom>
          <a:solidFill>
            <a:srgbClr val="472E7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4" name="Stage1_sixpanel_9395">
            <a:extLst>
              <a:ext uri="{FF2B5EF4-FFF2-40B4-BE49-F238E27FC236}">
                <a16:creationId xmlns:a16="http://schemas.microsoft.com/office/drawing/2014/main" id="{8FD3A136-3866-43B4-8C46-C6C2089A6F20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4045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5" name="Stage1_sixpanel_9396">
            <a:extLst>
              <a:ext uri="{FF2B5EF4-FFF2-40B4-BE49-F238E27FC236}">
                <a16:creationId xmlns:a16="http://schemas.microsoft.com/office/drawing/2014/main" id="{D4D433C4-610E-4CBB-8A7D-C1954E1B0999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C72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6" name="Stage1_sixpanel_9397">
            <a:extLst>
              <a:ext uri="{FF2B5EF4-FFF2-40B4-BE49-F238E27FC236}">
                <a16:creationId xmlns:a16="http://schemas.microsoft.com/office/drawing/2014/main" id="{AA50F850-948A-428E-983F-4DD47E7A09EA}"/>
              </a:ext>
            </a:extLst>
          </p:cNvPr>
          <p:cNvSpPr>
            <a:spLocks noGrp="1"/>
          </p:cNvSpPr>
          <p:nvPr/>
        </p:nvSpPr>
        <p:spPr>
          <a:xfrm>
            <a:off x="5314664" y="5740291"/>
            <a:ext cx="58266" cy="58266"/>
          </a:xfrm>
          <a:prstGeom prst="ellipse">
            <a:avLst/>
          </a:prstGeom>
          <a:solidFill>
            <a:srgbClr val="365D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7" name="Stage1_sixpanel_9398">
            <a:extLst>
              <a:ext uri="{FF2B5EF4-FFF2-40B4-BE49-F238E27FC236}">
                <a16:creationId xmlns:a16="http://schemas.microsoft.com/office/drawing/2014/main" id="{AAF71CEE-0B89-4E96-B4FB-89908C9ECF68}"/>
              </a:ext>
            </a:extLst>
          </p:cNvPr>
          <p:cNvSpPr>
            <a:spLocks noGrp="1"/>
          </p:cNvSpPr>
          <p:nvPr/>
        </p:nvSpPr>
        <p:spPr>
          <a:xfrm>
            <a:off x="7484840" y="5029817"/>
            <a:ext cx="58266" cy="58266"/>
          </a:xfrm>
          <a:prstGeom prst="ellipse">
            <a:avLst/>
          </a:prstGeom>
          <a:solidFill>
            <a:srgbClr val="3069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8" name="Stage1_sixpanel_9399">
            <a:extLst>
              <a:ext uri="{FF2B5EF4-FFF2-40B4-BE49-F238E27FC236}">
                <a16:creationId xmlns:a16="http://schemas.microsoft.com/office/drawing/2014/main" id="{234F92AE-8566-405F-9BD6-C41E73235F02}"/>
              </a:ext>
            </a:extLst>
          </p:cNvPr>
          <p:cNvSpPr>
            <a:spLocks noGrp="1"/>
          </p:cNvSpPr>
          <p:nvPr/>
        </p:nvSpPr>
        <p:spPr>
          <a:xfrm>
            <a:off x="7433169" y="3583033"/>
            <a:ext cx="58266" cy="58266"/>
          </a:xfrm>
          <a:prstGeom prst="ellipse">
            <a:avLst/>
          </a:prstGeom>
          <a:solidFill>
            <a:srgbClr val="3D4D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9" name="Stage1_sixpanel_9400">
            <a:extLst>
              <a:ext uri="{FF2B5EF4-FFF2-40B4-BE49-F238E27FC236}">
                <a16:creationId xmlns:a16="http://schemas.microsoft.com/office/drawing/2014/main" id="{1BC4063F-99E9-4C33-B113-D9A01C49AD98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F6B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0" name="Stage1_sixpanel_9401">
            <a:extLst>
              <a:ext uri="{FF2B5EF4-FFF2-40B4-BE49-F238E27FC236}">
                <a16:creationId xmlns:a16="http://schemas.microsoft.com/office/drawing/2014/main" id="{478F925B-A2D0-4311-9394-5DA8048C38AC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55F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1" name="Stage1_sixpanel_9402">
            <a:extLst>
              <a:ext uri="{FF2B5EF4-FFF2-40B4-BE49-F238E27FC236}">
                <a16:creationId xmlns:a16="http://schemas.microsoft.com/office/drawing/2014/main" id="{8B80A6C6-BBA6-4AC1-BAD6-A9F2C3EB33EB}"/>
              </a:ext>
            </a:extLst>
          </p:cNvPr>
          <p:cNvSpPr>
            <a:spLocks noGrp="1"/>
          </p:cNvSpPr>
          <p:nvPr/>
        </p:nvSpPr>
        <p:spPr>
          <a:xfrm>
            <a:off x="5348573" y="5753209"/>
            <a:ext cx="58266" cy="58266"/>
          </a:xfrm>
          <a:prstGeom prst="ellipse">
            <a:avLst/>
          </a:prstGeom>
          <a:solidFill>
            <a:srgbClr val="5EC96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2" name="Stage1_sixpanel_9403">
            <a:extLst>
              <a:ext uri="{FF2B5EF4-FFF2-40B4-BE49-F238E27FC236}">
                <a16:creationId xmlns:a16="http://schemas.microsoft.com/office/drawing/2014/main" id="{3366C540-84A5-48B6-8E8C-A2638D12B4BD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362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3" name="Stage1_sixpanel_9404">
            <a:extLst>
              <a:ext uri="{FF2B5EF4-FFF2-40B4-BE49-F238E27FC236}">
                <a16:creationId xmlns:a16="http://schemas.microsoft.com/office/drawing/2014/main" id="{E752F5E0-585F-478A-AE0F-B6C5823FE6C9}"/>
              </a:ext>
            </a:extLst>
          </p:cNvPr>
          <p:cNvSpPr>
            <a:spLocks noGrp="1"/>
          </p:cNvSpPr>
          <p:nvPr/>
        </p:nvSpPr>
        <p:spPr>
          <a:xfrm>
            <a:off x="5314664" y="5152392"/>
            <a:ext cx="58266" cy="58266"/>
          </a:xfrm>
          <a:prstGeom prst="ellipse">
            <a:avLst/>
          </a:prstGeom>
          <a:solidFill>
            <a:srgbClr val="2F6B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4" name="Stage1_sixpanel_9405">
            <a:extLst>
              <a:ext uri="{FF2B5EF4-FFF2-40B4-BE49-F238E27FC236}">
                <a16:creationId xmlns:a16="http://schemas.microsoft.com/office/drawing/2014/main" id="{D20E9631-F0A7-4D7F-BBC8-108B5C07F756}"/>
              </a:ext>
            </a:extLst>
          </p:cNvPr>
          <p:cNvSpPr>
            <a:spLocks noGrp="1"/>
          </p:cNvSpPr>
          <p:nvPr/>
        </p:nvSpPr>
        <p:spPr>
          <a:xfrm>
            <a:off x="5828789" y="5003329"/>
            <a:ext cx="58266" cy="58266"/>
          </a:xfrm>
          <a:prstGeom prst="ellipse">
            <a:avLst/>
          </a:prstGeom>
          <a:solidFill>
            <a:srgbClr val="2190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5" name="Stage1_sixpanel_9406">
            <a:extLst>
              <a:ext uri="{FF2B5EF4-FFF2-40B4-BE49-F238E27FC236}">
                <a16:creationId xmlns:a16="http://schemas.microsoft.com/office/drawing/2014/main" id="{38EF6A39-BD82-4D53-93BC-84A38A099AFE}"/>
              </a:ext>
            </a:extLst>
          </p:cNvPr>
          <p:cNvSpPr>
            <a:spLocks noGrp="1"/>
          </p:cNvSpPr>
          <p:nvPr/>
        </p:nvSpPr>
        <p:spPr>
          <a:xfrm>
            <a:off x="5314664" y="5601296"/>
            <a:ext cx="58266" cy="58266"/>
          </a:xfrm>
          <a:prstGeom prst="ellipse">
            <a:avLst/>
          </a:prstGeom>
          <a:solidFill>
            <a:srgbClr val="3069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6" name="Stage1_sixpanel_9407">
            <a:extLst>
              <a:ext uri="{FF2B5EF4-FFF2-40B4-BE49-F238E27FC236}">
                <a16:creationId xmlns:a16="http://schemas.microsoft.com/office/drawing/2014/main" id="{FC995C74-6D53-4372-9F88-93658C3DCC87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482475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7" name="Stage1_sixpanel_9408">
            <a:extLst>
              <a:ext uri="{FF2B5EF4-FFF2-40B4-BE49-F238E27FC236}">
                <a16:creationId xmlns:a16="http://schemas.microsoft.com/office/drawing/2014/main" id="{3EAA069B-440D-45FD-8B30-00D8200C72A8}"/>
              </a:ext>
            </a:extLst>
          </p:cNvPr>
          <p:cNvSpPr>
            <a:spLocks noGrp="1"/>
          </p:cNvSpPr>
          <p:nvPr/>
        </p:nvSpPr>
        <p:spPr>
          <a:xfrm>
            <a:off x="5387003" y="5753209"/>
            <a:ext cx="58266" cy="58266"/>
          </a:xfrm>
          <a:prstGeom prst="ellipse">
            <a:avLst/>
          </a:prstGeom>
          <a:solidFill>
            <a:srgbClr val="2C71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8" name="Stage1_sixpanel_9409">
            <a:extLst>
              <a:ext uri="{FF2B5EF4-FFF2-40B4-BE49-F238E27FC236}">
                <a16:creationId xmlns:a16="http://schemas.microsoft.com/office/drawing/2014/main" id="{E5CBA07C-08E3-4B08-ADB3-04EAF4BA6ECE}"/>
              </a:ext>
            </a:extLst>
          </p:cNvPr>
          <p:cNvSpPr>
            <a:spLocks noGrp="1"/>
          </p:cNvSpPr>
          <p:nvPr/>
        </p:nvSpPr>
        <p:spPr>
          <a:xfrm>
            <a:off x="5806275" y="3583033"/>
            <a:ext cx="58266" cy="58266"/>
          </a:xfrm>
          <a:prstGeom prst="ellipse">
            <a:avLst/>
          </a:prstGeom>
          <a:solidFill>
            <a:srgbClr val="1F94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9" name="Stage1_sixpanel_9410">
            <a:extLst>
              <a:ext uri="{FF2B5EF4-FFF2-40B4-BE49-F238E27FC236}">
                <a16:creationId xmlns:a16="http://schemas.microsoft.com/office/drawing/2014/main" id="{F7CDCDBD-C972-42FB-BF03-757CED504859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0" name="Stage1_sixpanel_9411">
            <a:extLst>
              <a:ext uri="{FF2B5EF4-FFF2-40B4-BE49-F238E27FC236}">
                <a16:creationId xmlns:a16="http://schemas.microsoft.com/office/drawing/2014/main" id="{06C2A807-A5A5-49F1-9BC9-1B11FE9E1855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3C4F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1" name="Stage1_sixpanel_9412">
            <a:extLst>
              <a:ext uri="{FF2B5EF4-FFF2-40B4-BE49-F238E27FC236}">
                <a16:creationId xmlns:a16="http://schemas.microsoft.com/office/drawing/2014/main" id="{57D9049D-2617-4244-B6F1-43CD9FA62E0A}"/>
              </a:ext>
            </a:extLst>
          </p:cNvPr>
          <p:cNvSpPr>
            <a:spLocks noGrp="1"/>
          </p:cNvSpPr>
          <p:nvPr/>
        </p:nvSpPr>
        <p:spPr>
          <a:xfrm>
            <a:off x="5314664" y="5391513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2" name="Stage1_sixpanel_9413">
            <a:extLst>
              <a:ext uri="{FF2B5EF4-FFF2-40B4-BE49-F238E27FC236}">
                <a16:creationId xmlns:a16="http://schemas.microsoft.com/office/drawing/2014/main" id="{A759D772-9D87-4216-A48C-8579617243EC}"/>
              </a:ext>
            </a:extLst>
          </p:cNvPr>
          <p:cNvSpPr>
            <a:spLocks noGrp="1"/>
          </p:cNvSpPr>
          <p:nvPr/>
        </p:nvSpPr>
        <p:spPr>
          <a:xfrm>
            <a:off x="5314664" y="5295060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3" name="Stage1_sixpanel_9414">
            <a:extLst>
              <a:ext uri="{FF2B5EF4-FFF2-40B4-BE49-F238E27FC236}">
                <a16:creationId xmlns:a16="http://schemas.microsoft.com/office/drawing/2014/main" id="{6D1C4AE9-1861-4465-9B28-48464C88A46A}"/>
              </a:ext>
            </a:extLst>
          </p:cNvPr>
          <p:cNvSpPr>
            <a:spLocks noGrp="1"/>
          </p:cNvSpPr>
          <p:nvPr/>
        </p:nvSpPr>
        <p:spPr>
          <a:xfrm>
            <a:off x="7484840" y="4848969"/>
            <a:ext cx="58266" cy="58266"/>
          </a:xfrm>
          <a:prstGeom prst="ellipse">
            <a:avLst/>
          </a:prstGeom>
          <a:solidFill>
            <a:srgbClr val="375A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4" name="Stage1_sixpanel_9415">
            <a:extLst>
              <a:ext uri="{FF2B5EF4-FFF2-40B4-BE49-F238E27FC236}">
                <a16:creationId xmlns:a16="http://schemas.microsoft.com/office/drawing/2014/main" id="{6213166F-AE91-4B26-83E8-1AA03BBDFC89}"/>
              </a:ext>
            </a:extLst>
          </p:cNvPr>
          <p:cNvSpPr>
            <a:spLocks noGrp="1"/>
          </p:cNvSpPr>
          <p:nvPr/>
        </p:nvSpPr>
        <p:spPr>
          <a:xfrm>
            <a:off x="5676360" y="4306425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5" name="Stage1_sixpanel_9416">
            <a:extLst>
              <a:ext uri="{FF2B5EF4-FFF2-40B4-BE49-F238E27FC236}">
                <a16:creationId xmlns:a16="http://schemas.microsoft.com/office/drawing/2014/main" id="{4CCF53A5-BAF0-4372-B6FF-3DD56B8048B5}"/>
              </a:ext>
            </a:extLst>
          </p:cNvPr>
          <p:cNvSpPr>
            <a:spLocks noGrp="1"/>
          </p:cNvSpPr>
          <p:nvPr/>
        </p:nvSpPr>
        <p:spPr>
          <a:xfrm>
            <a:off x="6683544" y="4451103"/>
            <a:ext cx="58266" cy="58266"/>
          </a:xfrm>
          <a:prstGeom prst="ellipse">
            <a:avLst/>
          </a:prstGeom>
          <a:solidFill>
            <a:srgbClr val="3460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6" name="Stage1_sixpanel_9417">
            <a:extLst>
              <a:ext uri="{FF2B5EF4-FFF2-40B4-BE49-F238E27FC236}">
                <a16:creationId xmlns:a16="http://schemas.microsoft.com/office/drawing/2014/main" id="{EF711CF7-0575-4792-9EEB-2A3A9A903E68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277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7" name="Stage1_sixpanel_9418">
            <a:extLst>
              <a:ext uri="{FF2B5EF4-FFF2-40B4-BE49-F238E27FC236}">
                <a16:creationId xmlns:a16="http://schemas.microsoft.com/office/drawing/2014/main" id="{2BBAA977-6115-48B6-B47F-3B75B8F503F1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4045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8" name="Stage1_sixpanel_9419">
            <a:extLst>
              <a:ext uri="{FF2B5EF4-FFF2-40B4-BE49-F238E27FC236}">
                <a16:creationId xmlns:a16="http://schemas.microsoft.com/office/drawing/2014/main" id="{BF42D8D9-6DFC-484D-9DEC-2B1E57225964}"/>
              </a:ext>
            </a:extLst>
          </p:cNvPr>
          <p:cNvSpPr>
            <a:spLocks noGrp="1"/>
          </p:cNvSpPr>
          <p:nvPr/>
        </p:nvSpPr>
        <p:spPr>
          <a:xfrm>
            <a:off x="7433169" y="4464021"/>
            <a:ext cx="58266" cy="58266"/>
          </a:xfrm>
          <a:prstGeom prst="ellipse">
            <a:avLst/>
          </a:prstGeom>
          <a:solidFill>
            <a:srgbClr val="1FA1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9" name="Stage1_sixpanel_9420">
            <a:extLst>
              <a:ext uri="{FF2B5EF4-FFF2-40B4-BE49-F238E27FC236}">
                <a16:creationId xmlns:a16="http://schemas.microsoft.com/office/drawing/2014/main" id="{7DFC2B04-89E9-4015-BCAF-96A672BDC184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50" name="Stage1_sixpanel_9421">
            <a:extLst>
              <a:ext uri="{FF2B5EF4-FFF2-40B4-BE49-F238E27FC236}">
                <a16:creationId xmlns:a16="http://schemas.microsoft.com/office/drawing/2014/main" id="{F7F16D9E-6E1D-4D02-B329-F2E4FC93A43A}"/>
              </a:ext>
            </a:extLst>
          </p:cNvPr>
          <p:cNvSpPr>
            <a:spLocks noGrp="1"/>
          </p:cNvSpPr>
          <p:nvPr/>
        </p:nvSpPr>
        <p:spPr>
          <a:xfrm>
            <a:off x="5331619" y="5210665"/>
            <a:ext cx="58266" cy="58266"/>
          </a:xfrm>
          <a:prstGeom prst="ellipse">
            <a:avLst/>
          </a:prstGeom>
          <a:solidFill>
            <a:srgbClr val="472F7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51" name="Stage1_sixpanel_9422">
            <a:extLst>
              <a:ext uri="{FF2B5EF4-FFF2-40B4-BE49-F238E27FC236}">
                <a16:creationId xmlns:a16="http://schemas.microsoft.com/office/drawing/2014/main" id="{202FF402-288A-4507-85A9-1B4B66E24234}"/>
              </a:ext>
            </a:extLst>
          </p:cNvPr>
          <p:cNvSpPr>
            <a:spLocks noGrp="1"/>
          </p:cNvSpPr>
          <p:nvPr/>
        </p:nvSpPr>
        <p:spPr>
          <a:xfrm>
            <a:off x="6399752" y="4668121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52" name="Stage1_sixpanel_9423">
            <a:extLst>
              <a:ext uri="{FF2B5EF4-FFF2-40B4-BE49-F238E27FC236}">
                <a16:creationId xmlns:a16="http://schemas.microsoft.com/office/drawing/2014/main" id="{B7B4598F-F495-4C2A-93E3-B1BFB2186AC6}"/>
              </a:ext>
            </a:extLst>
          </p:cNvPr>
          <p:cNvSpPr>
            <a:spLocks noGrp="1"/>
          </p:cNvSpPr>
          <p:nvPr/>
        </p:nvSpPr>
        <p:spPr>
          <a:xfrm>
            <a:off x="5531682" y="5598196"/>
            <a:ext cx="58266" cy="58266"/>
          </a:xfrm>
          <a:prstGeom prst="ellipse">
            <a:avLst/>
          </a:prstGeom>
          <a:solidFill>
            <a:srgbClr val="3A54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53" name="Stage1_sixpanel_9424">
            <a:extLst>
              <a:ext uri="{FF2B5EF4-FFF2-40B4-BE49-F238E27FC236}">
                <a16:creationId xmlns:a16="http://schemas.microsoft.com/office/drawing/2014/main" id="{C0EA5E8D-5FB8-4C4F-8640-844D85CF84F1}"/>
              </a:ext>
            </a:extLst>
          </p:cNvPr>
          <p:cNvSpPr>
            <a:spLocks noGrp="1"/>
          </p:cNvSpPr>
          <p:nvPr/>
        </p:nvSpPr>
        <p:spPr>
          <a:xfrm>
            <a:off x="5343797" y="5782342"/>
            <a:ext cx="191" cy="38686"/>
          </a:xfrm>
          <a:custGeom>
            <a:avLst/>
            <a:gdLst/>
            <a:ahLst/>
            <a:cxnLst/>
            <a:rect l="0" t="0" r="0" b="0"/>
            <a:pathLst>
              <a:path w="191" h="38686">
                <a:moveTo>
                  <a:pt x="0" y="0"/>
                </a:moveTo>
                <a:lnTo>
                  <a:pt x="0" y="38686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254" name="text_9425">
            <a:extLst>
              <a:ext uri="{FF2B5EF4-FFF2-40B4-BE49-F238E27FC236}">
                <a16:creationId xmlns:a16="http://schemas.microsoft.com/office/drawing/2014/main" id="{2557625A-B890-49AB-B536-A91F8F0F3E3A}"/>
              </a:ext>
            </a:extLst>
          </p:cNvPr>
          <p:cNvSpPr>
            <a:spLocks noGrp="1"/>
          </p:cNvSpPr>
          <p:nvPr/>
        </p:nvSpPr>
        <p:spPr>
          <a:xfrm>
            <a:off x="5261968" y="587115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4255" name="Stage1_sixpanel_9426">
            <a:extLst>
              <a:ext uri="{FF2B5EF4-FFF2-40B4-BE49-F238E27FC236}">
                <a16:creationId xmlns:a16="http://schemas.microsoft.com/office/drawing/2014/main" id="{C1CF8659-A3DC-453D-9323-6AEB587E6280}"/>
              </a:ext>
            </a:extLst>
          </p:cNvPr>
          <p:cNvSpPr>
            <a:spLocks noGrp="1"/>
          </p:cNvSpPr>
          <p:nvPr/>
        </p:nvSpPr>
        <p:spPr>
          <a:xfrm>
            <a:off x="6428885" y="5782342"/>
            <a:ext cx="191" cy="38686"/>
          </a:xfrm>
          <a:custGeom>
            <a:avLst/>
            <a:gdLst/>
            <a:ahLst/>
            <a:cxnLst/>
            <a:rect l="0" t="0" r="0" b="0"/>
            <a:pathLst>
              <a:path w="191" h="38686">
                <a:moveTo>
                  <a:pt x="0" y="0"/>
                </a:moveTo>
                <a:lnTo>
                  <a:pt x="0" y="38686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256" name="text_9427">
            <a:extLst>
              <a:ext uri="{FF2B5EF4-FFF2-40B4-BE49-F238E27FC236}">
                <a16:creationId xmlns:a16="http://schemas.microsoft.com/office/drawing/2014/main" id="{6E0F624D-0CF9-46B6-9867-FE6335403398}"/>
              </a:ext>
            </a:extLst>
          </p:cNvPr>
          <p:cNvSpPr>
            <a:spLocks noGrp="1"/>
          </p:cNvSpPr>
          <p:nvPr/>
        </p:nvSpPr>
        <p:spPr>
          <a:xfrm>
            <a:off x="6347056" y="587115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4257" name="Stage1_sixpanel_9428">
            <a:extLst>
              <a:ext uri="{FF2B5EF4-FFF2-40B4-BE49-F238E27FC236}">
                <a16:creationId xmlns:a16="http://schemas.microsoft.com/office/drawing/2014/main" id="{7DD0E55A-0045-4BC7-AC2C-8CAE3CB55008}"/>
              </a:ext>
            </a:extLst>
          </p:cNvPr>
          <p:cNvSpPr>
            <a:spLocks noGrp="1"/>
          </p:cNvSpPr>
          <p:nvPr/>
        </p:nvSpPr>
        <p:spPr>
          <a:xfrm>
            <a:off x="7513973" y="5782342"/>
            <a:ext cx="191" cy="38686"/>
          </a:xfrm>
          <a:custGeom>
            <a:avLst/>
            <a:gdLst/>
            <a:ahLst/>
            <a:cxnLst/>
            <a:rect l="0" t="0" r="0" b="0"/>
            <a:pathLst>
              <a:path w="191" h="38686">
                <a:moveTo>
                  <a:pt x="0" y="0"/>
                </a:moveTo>
                <a:lnTo>
                  <a:pt x="0" y="38686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258" name="text_9429">
            <a:extLst>
              <a:ext uri="{FF2B5EF4-FFF2-40B4-BE49-F238E27FC236}">
                <a16:creationId xmlns:a16="http://schemas.microsoft.com/office/drawing/2014/main" id="{A77A6BDA-46D3-45C6-A283-6961E237A78F}"/>
              </a:ext>
            </a:extLst>
          </p:cNvPr>
          <p:cNvSpPr>
            <a:spLocks noGrp="1"/>
          </p:cNvSpPr>
          <p:nvPr/>
        </p:nvSpPr>
        <p:spPr>
          <a:xfrm>
            <a:off x="7432144" y="587115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259" name="text_9430">
            <a:extLst>
              <a:ext uri="{FF2B5EF4-FFF2-40B4-BE49-F238E27FC236}">
                <a16:creationId xmlns:a16="http://schemas.microsoft.com/office/drawing/2014/main" id="{A5B11816-CF81-44A4-99AF-E5A9C0BCCE8B}"/>
              </a:ext>
            </a:extLst>
          </p:cNvPr>
          <p:cNvSpPr>
            <a:spLocks noGrp="1"/>
          </p:cNvSpPr>
          <p:nvPr/>
        </p:nvSpPr>
        <p:spPr>
          <a:xfrm>
            <a:off x="6155474" y="6045506"/>
            <a:ext cx="55523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Emap2lig-Find</a:t>
            </a:r>
          </a:p>
        </p:txBody>
      </p:sp>
      <p:sp>
        <p:nvSpPr>
          <p:cNvPr id="4260" name="Stage1_sixpanel_9431">
            <a:extLst>
              <a:ext uri="{FF2B5EF4-FFF2-40B4-BE49-F238E27FC236}">
                <a16:creationId xmlns:a16="http://schemas.microsoft.com/office/drawing/2014/main" id="{F4953AD6-9E3C-4FE0-9DB9-0616014E1AED}"/>
              </a:ext>
            </a:extLst>
          </p:cNvPr>
          <p:cNvSpPr>
            <a:spLocks noGrp="1"/>
          </p:cNvSpPr>
          <p:nvPr/>
        </p:nvSpPr>
        <p:spPr>
          <a:xfrm>
            <a:off x="5305111" y="5782342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261" name="text_9432">
            <a:extLst>
              <a:ext uri="{FF2B5EF4-FFF2-40B4-BE49-F238E27FC236}">
                <a16:creationId xmlns:a16="http://schemas.microsoft.com/office/drawing/2014/main" id="{B1AECC6D-67D6-4B54-8F81-72E11A6BF182}"/>
              </a:ext>
            </a:extLst>
          </p:cNvPr>
          <p:cNvSpPr>
            <a:spLocks noGrp="1"/>
          </p:cNvSpPr>
          <p:nvPr/>
        </p:nvSpPr>
        <p:spPr>
          <a:xfrm>
            <a:off x="5082583" y="5731465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4262" name="Stage1_sixpanel_9433">
            <a:extLst>
              <a:ext uri="{FF2B5EF4-FFF2-40B4-BE49-F238E27FC236}">
                <a16:creationId xmlns:a16="http://schemas.microsoft.com/office/drawing/2014/main" id="{66819D46-5B5D-4D2A-B4A9-FAD818D5D546}"/>
              </a:ext>
            </a:extLst>
          </p:cNvPr>
          <p:cNvSpPr>
            <a:spLocks noGrp="1"/>
          </p:cNvSpPr>
          <p:nvPr/>
        </p:nvSpPr>
        <p:spPr>
          <a:xfrm>
            <a:off x="5305111" y="4697254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263" name="text_9434">
            <a:extLst>
              <a:ext uri="{FF2B5EF4-FFF2-40B4-BE49-F238E27FC236}">
                <a16:creationId xmlns:a16="http://schemas.microsoft.com/office/drawing/2014/main" id="{87F6F474-ECA7-4F78-BE36-96CA341BEC8A}"/>
              </a:ext>
            </a:extLst>
          </p:cNvPr>
          <p:cNvSpPr>
            <a:spLocks noGrp="1"/>
          </p:cNvSpPr>
          <p:nvPr/>
        </p:nvSpPr>
        <p:spPr>
          <a:xfrm>
            <a:off x="5082583" y="4646377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4264" name="Stage1_sixpanel_9435">
            <a:extLst>
              <a:ext uri="{FF2B5EF4-FFF2-40B4-BE49-F238E27FC236}">
                <a16:creationId xmlns:a16="http://schemas.microsoft.com/office/drawing/2014/main" id="{D2B1E83A-076B-4C40-A59B-51E5A78D0469}"/>
              </a:ext>
            </a:extLst>
          </p:cNvPr>
          <p:cNvSpPr>
            <a:spLocks noGrp="1"/>
          </p:cNvSpPr>
          <p:nvPr/>
        </p:nvSpPr>
        <p:spPr>
          <a:xfrm>
            <a:off x="5305111" y="3612166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265" name="text_9436">
            <a:extLst>
              <a:ext uri="{FF2B5EF4-FFF2-40B4-BE49-F238E27FC236}">
                <a16:creationId xmlns:a16="http://schemas.microsoft.com/office/drawing/2014/main" id="{48347E86-AE96-4B1B-AF4A-FF13A410A255}"/>
              </a:ext>
            </a:extLst>
          </p:cNvPr>
          <p:cNvSpPr>
            <a:spLocks noGrp="1"/>
          </p:cNvSpPr>
          <p:nvPr/>
        </p:nvSpPr>
        <p:spPr>
          <a:xfrm>
            <a:off x="5082583" y="356128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266" name="text_9437">
            <a:extLst>
              <a:ext uri="{FF2B5EF4-FFF2-40B4-BE49-F238E27FC236}">
                <a16:creationId xmlns:a16="http://schemas.microsoft.com/office/drawing/2014/main" id="{1D6B2E54-34C0-4FAC-9712-0C3DEB52604E}"/>
              </a:ext>
            </a:extLst>
          </p:cNvPr>
          <p:cNvSpPr>
            <a:spLocks noGrp="1"/>
          </p:cNvSpPr>
          <p:nvPr/>
        </p:nvSpPr>
        <p:spPr>
          <a:xfrm rot="-5400000">
            <a:off x="4375533" y="4615257"/>
            <a:ext cx="1189432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LigandSeek-Find (CryoAtom2)</a:t>
            </a:r>
          </a:p>
        </p:txBody>
      </p:sp>
      <p:sp>
        <p:nvSpPr>
          <p:cNvPr id="4267" name="Stage1_sixpanel_9438">
            <a:extLst>
              <a:ext uri="{FF2B5EF4-FFF2-40B4-BE49-F238E27FC236}">
                <a16:creationId xmlns:a16="http://schemas.microsoft.com/office/drawing/2014/main" id="{14AEA5AF-F406-4045-95D4-47E0E9AC5EFA}"/>
              </a:ext>
            </a:extLst>
          </p:cNvPr>
          <p:cNvSpPr>
            <a:spLocks noGrp="1"/>
          </p:cNvSpPr>
          <p:nvPr/>
        </p:nvSpPr>
        <p:spPr>
          <a:xfrm>
            <a:off x="5343797" y="3612166"/>
            <a:ext cx="191" cy="2170176"/>
          </a:xfrm>
          <a:custGeom>
            <a:avLst/>
            <a:gdLst/>
            <a:ahLst/>
            <a:cxnLst/>
            <a:rect l="0" t="0" r="0" b="0"/>
            <a:pathLst>
              <a:path w="191" h="2170176">
                <a:moveTo>
                  <a:pt x="0" y="2170176"/>
                </a:moveTo>
                <a:lnTo>
                  <a:pt x="0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4268" name="Stage1_sixpanel_9439">
            <a:extLst>
              <a:ext uri="{FF2B5EF4-FFF2-40B4-BE49-F238E27FC236}">
                <a16:creationId xmlns:a16="http://schemas.microsoft.com/office/drawing/2014/main" id="{F3AC0E04-9B14-4C6D-B6AE-BF7C115DE1BC}"/>
              </a:ext>
            </a:extLst>
          </p:cNvPr>
          <p:cNvSpPr>
            <a:spLocks noGrp="1"/>
          </p:cNvSpPr>
          <p:nvPr/>
        </p:nvSpPr>
        <p:spPr>
          <a:xfrm>
            <a:off x="5343797" y="5782342"/>
            <a:ext cx="2170176" cy="191"/>
          </a:xfrm>
          <a:custGeom>
            <a:avLst/>
            <a:gdLst/>
            <a:ahLst/>
            <a:cxnLst/>
            <a:rect l="0" t="0" r="0" b="0"/>
            <a:pathLst>
              <a:path w="2170176" h="191">
                <a:moveTo>
                  <a:pt x="0" y="0"/>
                </a:moveTo>
                <a:lnTo>
                  <a:pt x="2170176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4269" name="Stage1_sixpanel_9440">
            <a:extLst>
              <a:ext uri="{FF2B5EF4-FFF2-40B4-BE49-F238E27FC236}">
                <a16:creationId xmlns:a16="http://schemas.microsoft.com/office/drawing/2014/main" id="{950EB2E5-5139-446C-B75E-415E6D62F371}"/>
              </a:ext>
            </a:extLst>
          </p:cNvPr>
          <p:cNvSpPr>
            <a:spLocks noGrp="1"/>
          </p:cNvSpPr>
          <p:nvPr/>
        </p:nvSpPr>
        <p:spPr>
          <a:xfrm>
            <a:off x="7668986" y="3612166"/>
            <a:ext cx="93008" cy="2170176"/>
          </a:xfrm>
          <a:custGeom>
            <a:avLst/>
            <a:gdLst/>
            <a:ahLst/>
            <a:cxnLst/>
            <a:rect l="0" t="0" r="0" b="0"/>
            <a:pathLst>
              <a:path w="93008" h="2170176">
                <a:moveTo>
                  <a:pt x="0" y="2170176"/>
                </a:moveTo>
                <a:lnTo>
                  <a:pt x="93008" y="2170176"/>
                </a:lnTo>
                <a:lnTo>
                  <a:pt x="93008" y="0"/>
                </a:lnTo>
                <a:lnTo>
                  <a:pt x="0" y="0"/>
                </a:lnTo>
                <a:lnTo>
                  <a:pt x="0" y="217017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4270" name="Stage1_sixpanel_9441">
            <a:extLst>
              <a:ext uri="{FF2B5EF4-FFF2-40B4-BE49-F238E27FC236}">
                <a16:creationId xmlns:a16="http://schemas.microsoft.com/office/drawing/2014/main" id="{9A4D82A9-469C-4EC4-8B47-538F65107104}"/>
              </a:ext>
            </a:extLst>
          </p:cNvPr>
          <p:cNvSpPr>
            <a:spLocks noGrp="1"/>
          </p:cNvSpPr>
          <p:nvPr/>
        </p:nvSpPr>
        <p:spPr>
          <a:xfrm>
            <a:off x="7668986" y="57738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DE725"/>
          </a:solidFill>
          <a:ln w="3364">
            <a:solidFill>
              <a:srgbClr val="FDE725"/>
            </a:solidFill>
            <a:prstDash val="solid"/>
          </a:ln>
        </p:spPr>
      </p:sp>
      <p:sp>
        <p:nvSpPr>
          <p:cNvPr id="4271" name="Stage1_sixpanel_9442">
            <a:extLst>
              <a:ext uri="{FF2B5EF4-FFF2-40B4-BE49-F238E27FC236}">
                <a16:creationId xmlns:a16="http://schemas.microsoft.com/office/drawing/2014/main" id="{F212C6CE-383A-4272-A1D6-F2704A0FD50E}"/>
              </a:ext>
            </a:extLst>
          </p:cNvPr>
          <p:cNvSpPr>
            <a:spLocks noGrp="1"/>
          </p:cNvSpPr>
          <p:nvPr/>
        </p:nvSpPr>
        <p:spPr>
          <a:xfrm>
            <a:off x="7668986" y="576538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BE723"/>
          </a:solidFill>
          <a:ln w="3364">
            <a:solidFill>
              <a:srgbClr val="FBE723"/>
            </a:solidFill>
            <a:prstDash val="solid"/>
          </a:ln>
        </p:spPr>
      </p:sp>
      <p:sp>
        <p:nvSpPr>
          <p:cNvPr id="4272" name="Stage1_sixpanel_9443">
            <a:extLst>
              <a:ext uri="{FF2B5EF4-FFF2-40B4-BE49-F238E27FC236}">
                <a16:creationId xmlns:a16="http://schemas.microsoft.com/office/drawing/2014/main" id="{FEE0875D-5EAD-4BB2-B595-EC02D0772B6A}"/>
              </a:ext>
            </a:extLst>
          </p:cNvPr>
          <p:cNvSpPr>
            <a:spLocks noGrp="1"/>
          </p:cNvSpPr>
          <p:nvPr/>
        </p:nvSpPr>
        <p:spPr>
          <a:xfrm>
            <a:off x="7668986" y="575691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8E621"/>
          </a:solidFill>
          <a:ln w="3364">
            <a:solidFill>
              <a:srgbClr val="F8E621"/>
            </a:solidFill>
            <a:prstDash val="solid"/>
          </a:ln>
        </p:spPr>
      </p:sp>
      <p:sp>
        <p:nvSpPr>
          <p:cNvPr id="4273" name="Stage1_sixpanel_9444">
            <a:extLst>
              <a:ext uri="{FF2B5EF4-FFF2-40B4-BE49-F238E27FC236}">
                <a16:creationId xmlns:a16="http://schemas.microsoft.com/office/drawing/2014/main" id="{142CF52C-776C-4BA9-8F5F-B40004468848}"/>
              </a:ext>
            </a:extLst>
          </p:cNvPr>
          <p:cNvSpPr>
            <a:spLocks noGrp="1"/>
          </p:cNvSpPr>
          <p:nvPr/>
        </p:nvSpPr>
        <p:spPr>
          <a:xfrm>
            <a:off x="7668986" y="574843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6E620"/>
          </a:solidFill>
          <a:ln w="3364">
            <a:solidFill>
              <a:srgbClr val="F6E620"/>
            </a:solidFill>
            <a:prstDash val="solid"/>
          </a:ln>
        </p:spPr>
      </p:sp>
      <p:sp>
        <p:nvSpPr>
          <p:cNvPr id="4274" name="Stage1_sixpanel_9445">
            <a:extLst>
              <a:ext uri="{FF2B5EF4-FFF2-40B4-BE49-F238E27FC236}">
                <a16:creationId xmlns:a16="http://schemas.microsoft.com/office/drawing/2014/main" id="{96318746-98C7-4DAB-9963-43ECDCDA18A7}"/>
              </a:ext>
            </a:extLst>
          </p:cNvPr>
          <p:cNvSpPr>
            <a:spLocks noGrp="1"/>
          </p:cNvSpPr>
          <p:nvPr/>
        </p:nvSpPr>
        <p:spPr>
          <a:xfrm>
            <a:off x="7668986" y="57399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4E61E"/>
          </a:solidFill>
          <a:ln w="3364">
            <a:solidFill>
              <a:srgbClr val="F4E61E"/>
            </a:solidFill>
            <a:prstDash val="solid"/>
          </a:ln>
        </p:spPr>
      </p:sp>
      <p:sp>
        <p:nvSpPr>
          <p:cNvPr id="4275" name="Stage1_sixpanel_9446">
            <a:extLst>
              <a:ext uri="{FF2B5EF4-FFF2-40B4-BE49-F238E27FC236}">
                <a16:creationId xmlns:a16="http://schemas.microsoft.com/office/drawing/2014/main" id="{EE568032-8E0F-4259-9E47-BDC311137902}"/>
              </a:ext>
            </a:extLst>
          </p:cNvPr>
          <p:cNvSpPr>
            <a:spLocks noGrp="1"/>
          </p:cNvSpPr>
          <p:nvPr/>
        </p:nvSpPr>
        <p:spPr>
          <a:xfrm>
            <a:off x="7668986" y="573147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1E51D"/>
          </a:solidFill>
          <a:ln w="3364">
            <a:solidFill>
              <a:srgbClr val="F1E51D"/>
            </a:solidFill>
            <a:prstDash val="solid"/>
          </a:ln>
        </p:spPr>
      </p:sp>
      <p:sp>
        <p:nvSpPr>
          <p:cNvPr id="4276" name="Stage1_sixpanel_9447">
            <a:extLst>
              <a:ext uri="{FF2B5EF4-FFF2-40B4-BE49-F238E27FC236}">
                <a16:creationId xmlns:a16="http://schemas.microsoft.com/office/drawing/2014/main" id="{E0ED5EB7-DA01-4DA9-8794-5ED35A5022F5}"/>
              </a:ext>
            </a:extLst>
          </p:cNvPr>
          <p:cNvSpPr>
            <a:spLocks noGrp="1"/>
          </p:cNvSpPr>
          <p:nvPr/>
        </p:nvSpPr>
        <p:spPr>
          <a:xfrm>
            <a:off x="7668986" y="572300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FE51C"/>
          </a:solidFill>
          <a:ln w="3364">
            <a:solidFill>
              <a:srgbClr val="EFE51C"/>
            </a:solidFill>
            <a:prstDash val="solid"/>
          </a:ln>
        </p:spPr>
      </p:sp>
      <p:sp>
        <p:nvSpPr>
          <p:cNvPr id="4277" name="Stage1_sixpanel_9448">
            <a:extLst>
              <a:ext uri="{FF2B5EF4-FFF2-40B4-BE49-F238E27FC236}">
                <a16:creationId xmlns:a16="http://schemas.microsoft.com/office/drawing/2014/main" id="{708CDB75-B43F-4EF2-914B-BC3C779A822A}"/>
              </a:ext>
            </a:extLst>
          </p:cNvPr>
          <p:cNvSpPr>
            <a:spLocks noGrp="1"/>
          </p:cNvSpPr>
          <p:nvPr/>
        </p:nvSpPr>
        <p:spPr>
          <a:xfrm>
            <a:off x="7668986" y="57145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CE51B"/>
          </a:solidFill>
          <a:ln w="3364">
            <a:solidFill>
              <a:srgbClr val="ECE51B"/>
            </a:solidFill>
            <a:prstDash val="solid"/>
          </a:ln>
        </p:spPr>
      </p:sp>
      <p:sp>
        <p:nvSpPr>
          <p:cNvPr id="4278" name="Stage1_sixpanel_9449">
            <a:extLst>
              <a:ext uri="{FF2B5EF4-FFF2-40B4-BE49-F238E27FC236}">
                <a16:creationId xmlns:a16="http://schemas.microsoft.com/office/drawing/2014/main" id="{A8AB75F7-FE79-474B-8837-C51BFD2234C1}"/>
              </a:ext>
            </a:extLst>
          </p:cNvPr>
          <p:cNvSpPr>
            <a:spLocks noGrp="1"/>
          </p:cNvSpPr>
          <p:nvPr/>
        </p:nvSpPr>
        <p:spPr>
          <a:xfrm>
            <a:off x="7668986" y="570604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AE51A"/>
          </a:solidFill>
          <a:ln w="3364">
            <a:solidFill>
              <a:srgbClr val="EAE51A"/>
            </a:solidFill>
            <a:prstDash val="solid"/>
          </a:ln>
        </p:spPr>
      </p:sp>
      <p:sp>
        <p:nvSpPr>
          <p:cNvPr id="4279" name="Stage1_sixpanel_9450">
            <a:extLst>
              <a:ext uri="{FF2B5EF4-FFF2-40B4-BE49-F238E27FC236}">
                <a16:creationId xmlns:a16="http://schemas.microsoft.com/office/drawing/2014/main" id="{FE4FF23F-60FA-4824-80F5-87FA79503FA6}"/>
              </a:ext>
            </a:extLst>
          </p:cNvPr>
          <p:cNvSpPr>
            <a:spLocks noGrp="1"/>
          </p:cNvSpPr>
          <p:nvPr/>
        </p:nvSpPr>
        <p:spPr>
          <a:xfrm>
            <a:off x="7668986" y="569756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7E419"/>
          </a:solidFill>
          <a:ln w="3364">
            <a:solidFill>
              <a:srgbClr val="E7E419"/>
            </a:solidFill>
            <a:prstDash val="solid"/>
          </a:ln>
        </p:spPr>
      </p:sp>
      <p:sp>
        <p:nvSpPr>
          <p:cNvPr id="4280" name="Stage1_sixpanel_9451">
            <a:extLst>
              <a:ext uri="{FF2B5EF4-FFF2-40B4-BE49-F238E27FC236}">
                <a16:creationId xmlns:a16="http://schemas.microsoft.com/office/drawing/2014/main" id="{6330CC89-BA88-46BE-A537-2AA15DE687E3}"/>
              </a:ext>
            </a:extLst>
          </p:cNvPr>
          <p:cNvSpPr>
            <a:spLocks noGrp="1"/>
          </p:cNvSpPr>
          <p:nvPr/>
        </p:nvSpPr>
        <p:spPr>
          <a:xfrm>
            <a:off x="7668986" y="56890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5E419"/>
          </a:solidFill>
          <a:ln w="3364">
            <a:solidFill>
              <a:srgbClr val="E5E419"/>
            </a:solidFill>
            <a:prstDash val="solid"/>
          </a:ln>
        </p:spPr>
      </p:sp>
      <p:sp>
        <p:nvSpPr>
          <p:cNvPr id="4281" name="Stage1_sixpanel_9452">
            <a:extLst>
              <a:ext uri="{FF2B5EF4-FFF2-40B4-BE49-F238E27FC236}">
                <a16:creationId xmlns:a16="http://schemas.microsoft.com/office/drawing/2014/main" id="{53A9798B-B765-4D86-9B04-96695B661192}"/>
              </a:ext>
            </a:extLst>
          </p:cNvPr>
          <p:cNvSpPr>
            <a:spLocks noGrp="1"/>
          </p:cNvSpPr>
          <p:nvPr/>
        </p:nvSpPr>
        <p:spPr>
          <a:xfrm>
            <a:off x="7668986" y="56806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2E418"/>
          </a:solidFill>
          <a:ln w="3364">
            <a:solidFill>
              <a:srgbClr val="E2E418"/>
            </a:solidFill>
            <a:prstDash val="solid"/>
          </a:ln>
        </p:spPr>
      </p:sp>
      <p:sp>
        <p:nvSpPr>
          <p:cNvPr id="4282" name="Stage1_sixpanel_9453">
            <a:extLst>
              <a:ext uri="{FF2B5EF4-FFF2-40B4-BE49-F238E27FC236}">
                <a16:creationId xmlns:a16="http://schemas.microsoft.com/office/drawing/2014/main" id="{6DDFADD1-64AB-4FB8-A9FD-ACEA82CB3B4F}"/>
              </a:ext>
            </a:extLst>
          </p:cNvPr>
          <p:cNvSpPr>
            <a:spLocks noGrp="1"/>
          </p:cNvSpPr>
          <p:nvPr/>
        </p:nvSpPr>
        <p:spPr>
          <a:xfrm>
            <a:off x="7668986" y="56721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FE318"/>
          </a:solidFill>
          <a:ln w="3364">
            <a:solidFill>
              <a:srgbClr val="DFE318"/>
            </a:solidFill>
            <a:prstDash val="solid"/>
          </a:ln>
        </p:spPr>
      </p:sp>
      <p:sp>
        <p:nvSpPr>
          <p:cNvPr id="4283" name="Stage1_sixpanel_9454">
            <a:extLst>
              <a:ext uri="{FF2B5EF4-FFF2-40B4-BE49-F238E27FC236}">
                <a16:creationId xmlns:a16="http://schemas.microsoft.com/office/drawing/2014/main" id="{4369B84F-ED32-47A6-8EBE-4334CDF58DD0}"/>
              </a:ext>
            </a:extLst>
          </p:cNvPr>
          <p:cNvSpPr>
            <a:spLocks noGrp="1"/>
          </p:cNvSpPr>
          <p:nvPr/>
        </p:nvSpPr>
        <p:spPr>
          <a:xfrm>
            <a:off x="7668986" y="566366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DE318"/>
          </a:solidFill>
          <a:ln w="3364">
            <a:solidFill>
              <a:srgbClr val="DDE318"/>
            </a:solidFill>
            <a:prstDash val="solid"/>
          </a:ln>
        </p:spPr>
      </p:sp>
      <p:sp>
        <p:nvSpPr>
          <p:cNvPr id="4284" name="Stage1_sixpanel_9455">
            <a:extLst>
              <a:ext uri="{FF2B5EF4-FFF2-40B4-BE49-F238E27FC236}">
                <a16:creationId xmlns:a16="http://schemas.microsoft.com/office/drawing/2014/main" id="{7848BE86-BF5E-4C46-A42F-7F36FEFF30E5}"/>
              </a:ext>
            </a:extLst>
          </p:cNvPr>
          <p:cNvSpPr>
            <a:spLocks noGrp="1"/>
          </p:cNvSpPr>
          <p:nvPr/>
        </p:nvSpPr>
        <p:spPr>
          <a:xfrm>
            <a:off x="7668986" y="565518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AE319"/>
          </a:solidFill>
          <a:ln w="3364">
            <a:solidFill>
              <a:srgbClr val="DAE319"/>
            </a:solidFill>
            <a:prstDash val="solid"/>
          </a:ln>
        </p:spPr>
      </p:sp>
      <p:sp>
        <p:nvSpPr>
          <p:cNvPr id="4285" name="Stage1_sixpanel_9456">
            <a:extLst>
              <a:ext uri="{FF2B5EF4-FFF2-40B4-BE49-F238E27FC236}">
                <a16:creationId xmlns:a16="http://schemas.microsoft.com/office/drawing/2014/main" id="{865CE66A-717C-4182-AEDC-40F993D2BF84}"/>
              </a:ext>
            </a:extLst>
          </p:cNvPr>
          <p:cNvSpPr>
            <a:spLocks noGrp="1"/>
          </p:cNvSpPr>
          <p:nvPr/>
        </p:nvSpPr>
        <p:spPr>
          <a:xfrm>
            <a:off x="7668986" y="564670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8E219"/>
          </a:solidFill>
          <a:ln w="3364">
            <a:solidFill>
              <a:srgbClr val="D8E219"/>
            </a:solidFill>
            <a:prstDash val="solid"/>
          </a:ln>
        </p:spPr>
      </p:sp>
      <p:sp>
        <p:nvSpPr>
          <p:cNvPr id="4286" name="Stage1_sixpanel_9457">
            <a:extLst>
              <a:ext uri="{FF2B5EF4-FFF2-40B4-BE49-F238E27FC236}">
                <a16:creationId xmlns:a16="http://schemas.microsoft.com/office/drawing/2014/main" id="{EFC6AB4F-3578-4F01-A897-606A1E676EEE}"/>
              </a:ext>
            </a:extLst>
          </p:cNvPr>
          <p:cNvSpPr>
            <a:spLocks noGrp="1"/>
          </p:cNvSpPr>
          <p:nvPr/>
        </p:nvSpPr>
        <p:spPr>
          <a:xfrm>
            <a:off x="7668986" y="563822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5E21A"/>
          </a:solidFill>
          <a:ln w="3364">
            <a:solidFill>
              <a:srgbClr val="D5E21A"/>
            </a:solidFill>
            <a:prstDash val="solid"/>
          </a:ln>
        </p:spPr>
      </p:sp>
      <p:sp>
        <p:nvSpPr>
          <p:cNvPr id="4287" name="Stage1_sixpanel_9458">
            <a:extLst>
              <a:ext uri="{FF2B5EF4-FFF2-40B4-BE49-F238E27FC236}">
                <a16:creationId xmlns:a16="http://schemas.microsoft.com/office/drawing/2014/main" id="{931BB6ED-7B44-4075-8C85-3ED7D4AB2BE2}"/>
              </a:ext>
            </a:extLst>
          </p:cNvPr>
          <p:cNvSpPr>
            <a:spLocks noGrp="1"/>
          </p:cNvSpPr>
          <p:nvPr/>
        </p:nvSpPr>
        <p:spPr>
          <a:xfrm>
            <a:off x="7668986" y="562975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2E21B"/>
          </a:solidFill>
          <a:ln w="3364">
            <a:solidFill>
              <a:srgbClr val="D2E21B"/>
            </a:solidFill>
            <a:prstDash val="solid"/>
          </a:ln>
        </p:spPr>
      </p:sp>
      <p:sp>
        <p:nvSpPr>
          <p:cNvPr id="4288" name="Stage1_sixpanel_9459">
            <a:extLst>
              <a:ext uri="{FF2B5EF4-FFF2-40B4-BE49-F238E27FC236}">
                <a16:creationId xmlns:a16="http://schemas.microsoft.com/office/drawing/2014/main" id="{02E8EF37-9588-4EF3-B403-DEA3CEAE9113}"/>
              </a:ext>
            </a:extLst>
          </p:cNvPr>
          <p:cNvSpPr>
            <a:spLocks noGrp="1"/>
          </p:cNvSpPr>
          <p:nvPr/>
        </p:nvSpPr>
        <p:spPr>
          <a:xfrm>
            <a:off x="7668986" y="56212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0E11C"/>
          </a:solidFill>
          <a:ln w="3364">
            <a:solidFill>
              <a:srgbClr val="D0E11C"/>
            </a:solidFill>
            <a:prstDash val="solid"/>
          </a:ln>
        </p:spPr>
      </p:sp>
      <p:sp>
        <p:nvSpPr>
          <p:cNvPr id="4289" name="Stage1_sixpanel_9460">
            <a:extLst>
              <a:ext uri="{FF2B5EF4-FFF2-40B4-BE49-F238E27FC236}">
                <a16:creationId xmlns:a16="http://schemas.microsoft.com/office/drawing/2014/main" id="{26B4B600-9C52-4429-8A17-036FB5AC005A}"/>
              </a:ext>
            </a:extLst>
          </p:cNvPr>
          <p:cNvSpPr>
            <a:spLocks noGrp="1"/>
          </p:cNvSpPr>
          <p:nvPr/>
        </p:nvSpPr>
        <p:spPr>
          <a:xfrm>
            <a:off x="7668986" y="56127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DE11D"/>
          </a:solidFill>
          <a:ln w="3364">
            <a:solidFill>
              <a:srgbClr val="CDE11D"/>
            </a:solidFill>
            <a:prstDash val="solid"/>
          </a:ln>
        </p:spPr>
      </p:sp>
      <p:sp>
        <p:nvSpPr>
          <p:cNvPr id="4290" name="Stage1_sixpanel_9461">
            <a:extLst>
              <a:ext uri="{FF2B5EF4-FFF2-40B4-BE49-F238E27FC236}">
                <a16:creationId xmlns:a16="http://schemas.microsoft.com/office/drawing/2014/main" id="{8A1DD1F6-60C3-472C-8092-FB8D06B82EAB}"/>
              </a:ext>
            </a:extLst>
          </p:cNvPr>
          <p:cNvSpPr>
            <a:spLocks noGrp="1"/>
          </p:cNvSpPr>
          <p:nvPr/>
        </p:nvSpPr>
        <p:spPr>
          <a:xfrm>
            <a:off x="7668986" y="56043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AE11F"/>
          </a:solidFill>
          <a:ln w="3364">
            <a:solidFill>
              <a:srgbClr val="CAE11F"/>
            </a:solidFill>
            <a:prstDash val="solid"/>
          </a:ln>
        </p:spPr>
      </p:sp>
      <p:sp>
        <p:nvSpPr>
          <p:cNvPr id="4291" name="Stage1_sixpanel_9462">
            <a:extLst>
              <a:ext uri="{FF2B5EF4-FFF2-40B4-BE49-F238E27FC236}">
                <a16:creationId xmlns:a16="http://schemas.microsoft.com/office/drawing/2014/main" id="{A010C5B0-A251-4775-99EE-1A0C31F5A8C2}"/>
              </a:ext>
            </a:extLst>
          </p:cNvPr>
          <p:cNvSpPr>
            <a:spLocks noGrp="1"/>
          </p:cNvSpPr>
          <p:nvPr/>
        </p:nvSpPr>
        <p:spPr>
          <a:xfrm>
            <a:off x="7668986" y="559584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8E020"/>
          </a:solidFill>
          <a:ln w="3364">
            <a:solidFill>
              <a:srgbClr val="C8E020"/>
            </a:solidFill>
            <a:prstDash val="solid"/>
          </a:ln>
        </p:spPr>
      </p:sp>
      <p:sp>
        <p:nvSpPr>
          <p:cNvPr id="4292" name="Stage1_sixpanel_9463">
            <a:extLst>
              <a:ext uri="{FF2B5EF4-FFF2-40B4-BE49-F238E27FC236}">
                <a16:creationId xmlns:a16="http://schemas.microsoft.com/office/drawing/2014/main" id="{462BE8B1-347A-43A7-9187-42D04DAB009F}"/>
              </a:ext>
            </a:extLst>
          </p:cNvPr>
          <p:cNvSpPr>
            <a:spLocks noGrp="1"/>
          </p:cNvSpPr>
          <p:nvPr/>
        </p:nvSpPr>
        <p:spPr>
          <a:xfrm>
            <a:off x="7668986" y="55873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5E021"/>
          </a:solidFill>
          <a:ln w="3364">
            <a:solidFill>
              <a:srgbClr val="C5E021"/>
            </a:solidFill>
            <a:prstDash val="solid"/>
          </a:ln>
        </p:spPr>
      </p:sp>
      <p:sp>
        <p:nvSpPr>
          <p:cNvPr id="4293" name="Stage1_sixpanel_9464">
            <a:extLst>
              <a:ext uri="{FF2B5EF4-FFF2-40B4-BE49-F238E27FC236}">
                <a16:creationId xmlns:a16="http://schemas.microsoft.com/office/drawing/2014/main" id="{BE960AD3-F23C-4C8C-BDE1-738A4C79E8EC}"/>
              </a:ext>
            </a:extLst>
          </p:cNvPr>
          <p:cNvSpPr>
            <a:spLocks noGrp="1"/>
          </p:cNvSpPr>
          <p:nvPr/>
        </p:nvSpPr>
        <p:spPr>
          <a:xfrm>
            <a:off x="7668986" y="55788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2DF23"/>
          </a:solidFill>
          <a:ln w="3364">
            <a:solidFill>
              <a:srgbClr val="C2DF23"/>
            </a:solidFill>
            <a:prstDash val="solid"/>
          </a:ln>
        </p:spPr>
      </p:sp>
      <p:sp>
        <p:nvSpPr>
          <p:cNvPr id="4294" name="Stage1_sixpanel_9465">
            <a:extLst>
              <a:ext uri="{FF2B5EF4-FFF2-40B4-BE49-F238E27FC236}">
                <a16:creationId xmlns:a16="http://schemas.microsoft.com/office/drawing/2014/main" id="{911ECEDE-103E-48A4-B2A7-E1D64A9FAD2A}"/>
              </a:ext>
            </a:extLst>
          </p:cNvPr>
          <p:cNvSpPr>
            <a:spLocks noGrp="1"/>
          </p:cNvSpPr>
          <p:nvPr/>
        </p:nvSpPr>
        <p:spPr>
          <a:xfrm>
            <a:off x="7668986" y="557041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0DF25"/>
          </a:solidFill>
          <a:ln w="3364">
            <a:solidFill>
              <a:srgbClr val="C0DF25"/>
            </a:solidFill>
            <a:prstDash val="solid"/>
          </a:ln>
        </p:spPr>
      </p:sp>
      <p:sp>
        <p:nvSpPr>
          <p:cNvPr id="4295" name="Stage1_sixpanel_9466">
            <a:extLst>
              <a:ext uri="{FF2B5EF4-FFF2-40B4-BE49-F238E27FC236}">
                <a16:creationId xmlns:a16="http://schemas.microsoft.com/office/drawing/2014/main" id="{3BB19863-6649-4EAF-A3FA-840F74CE1DB2}"/>
              </a:ext>
            </a:extLst>
          </p:cNvPr>
          <p:cNvSpPr>
            <a:spLocks noGrp="1"/>
          </p:cNvSpPr>
          <p:nvPr/>
        </p:nvSpPr>
        <p:spPr>
          <a:xfrm>
            <a:off x="7668986" y="556193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DDF26"/>
          </a:solidFill>
          <a:ln w="3364">
            <a:solidFill>
              <a:srgbClr val="BDDF26"/>
            </a:solidFill>
            <a:prstDash val="solid"/>
          </a:ln>
        </p:spPr>
      </p:sp>
      <p:sp>
        <p:nvSpPr>
          <p:cNvPr id="4296" name="Stage1_sixpanel_9467">
            <a:extLst>
              <a:ext uri="{FF2B5EF4-FFF2-40B4-BE49-F238E27FC236}">
                <a16:creationId xmlns:a16="http://schemas.microsoft.com/office/drawing/2014/main" id="{7BAA522B-3873-405A-99FB-04F06C72478B}"/>
              </a:ext>
            </a:extLst>
          </p:cNvPr>
          <p:cNvSpPr>
            <a:spLocks noGrp="1"/>
          </p:cNvSpPr>
          <p:nvPr/>
        </p:nvSpPr>
        <p:spPr>
          <a:xfrm>
            <a:off x="7668986" y="55534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ADE28"/>
          </a:solidFill>
          <a:ln w="3364">
            <a:solidFill>
              <a:srgbClr val="BADE28"/>
            </a:solidFill>
            <a:prstDash val="solid"/>
          </a:ln>
        </p:spPr>
      </p:sp>
      <p:sp>
        <p:nvSpPr>
          <p:cNvPr id="4297" name="Stage1_sixpanel_9468">
            <a:extLst>
              <a:ext uri="{FF2B5EF4-FFF2-40B4-BE49-F238E27FC236}">
                <a16:creationId xmlns:a16="http://schemas.microsoft.com/office/drawing/2014/main" id="{E6A3FDA0-602C-4F67-A474-C8312D503079}"/>
              </a:ext>
            </a:extLst>
          </p:cNvPr>
          <p:cNvSpPr>
            <a:spLocks noGrp="1"/>
          </p:cNvSpPr>
          <p:nvPr/>
        </p:nvSpPr>
        <p:spPr>
          <a:xfrm>
            <a:off x="7668986" y="55449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8DE29"/>
          </a:solidFill>
          <a:ln w="3364">
            <a:solidFill>
              <a:srgbClr val="B8DE29"/>
            </a:solidFill>
            <a:prstDash val="solid"/>
          </a:ln>
        </p:spPr>
      </p:sp>
      <p:sp>
        <p:nvSpPr>
          <p:cNvPr id="4298" name="Stage1_sixpanel_9469">
            <a:extLst>
              <a:ext uri="{FF2B5EF4-FFF2-40B4-BE49-F238E27FC236}">
                <a16:creationId xmlns:a16="http://schemas.microsoft.com/office/drawing/2014/main" id="{B3FCD7CF-B8B4-4193-8469-E0C41D6E0A74}"/>
              </a:ext>
            </a:extLst>
          </p:cNvPr>
          <p:cNvSpPr>
            <a:spLocks noGrp="1"/>
          </p:cNvSpPr>
          <p:nvPr/>
        </p:nvSpPr>
        <p:spPr>
          <a:xfrm>
            <a:off x="7668986" y="553650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5DE2B"/>
          </a:solidFill>
          <a:ln w="3364">
            <a:solidFill>
              <a:srgbClr val="B5DE2B"/>
            </a:solidFill>
            <a:prstDash val="solid"/>
          </a:ln>
        </p:spPr>
      </p:sp>
      <p:sp>
        <p:nvSpPr>
          <p:cNvPr id="4299" name="Stage1_sixpanel_9470">
            <a:extLst>
              <a:ext uri="{FF2B5EF4-FFF2-40B4-BE49-F238E27FC236}">
                <a16:creationId xmlns:a16="http://schemas.microsoft.com/office/drawing/2014/main" id="{EA67F466-D750-4498-A434-36EBE89902B4}"/>
              </a:ext>
            </a:extLst>
          </p:cNvPr>
          <p:cNvSpPr>
            <a:spLocks noGrp="1"/>
          </p:cNvSpPr>
          <p:nvPr/>
        </p:nvSpPr>
        <p:spPr>
          <a:xfrm>
            <a:off x="7668986" y="55280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2DD2D"/>
          </a:solidFill>
          <a:ln w="3364">
            <a:solidFill>
              <a:srgbClr val="B2DD2D"/>
            </a:solidFill>
            <a:prstDash val="solid"/>
          </a:ln>
        </p:spPr>
      </p:sp>
      <p:sp>
        <p:nvSpPr>
          <p:cNvPr id="4300" name="Stage1_sixpanel_9471">
            <a:extLst>
              <a:ext uri="{FF2B5EF4-FFF2-40B4-BE49-F238E27FC236}">
                <a16:creationId xmlns:a16="http://schemas.microsoft.com/office/drawing/2014/main" id="{F5F7F5D2-EEC4-4B3D-8F2B-5B9F5FCB034F}"/>
              </a:ext>
            </a:extLst>
          </p:cNvPr>
          <p:cNvSpPr>
            <a:spLocks noGrp="1"/>
          </p:cNvSpPr>
          <p:nvPr/>
        </p:nvSpPr>
        <p:spPr>
          <a:xfrm>
            <a:off x="7668986" y="551954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0DD2F"/>
          </a:solidFill>
          <a:ln w="3364">
            <a:solidFill>
              <a:srgbClr val="B0DD2F"/>
            </a:solidFill>
            <a:prstDash val="solid"/>
          </a:ln>
        </p:spPr>
      </p:sp>
      <p:sp>
        <p:nvSpPr>
          <p:cNvPr id="4301" name="Stage1_sixpanel_9472">
            <a:extLst>
              <a:ext uri="{FF2B5EF4-FFF2-40B4-BE49-F238E27FC236}">
                <a16:creationId xmlns:a16="http://schemas.microsoft.com/office/drawing/2014/main" id="{BBC095E9-3E2B-406D-8B7C-2E16D342E20C}"/>
              </a:ext>
            </a:extLst>
          </p:cNvPr>
          <p:cNvSpPr>
            <a:spLocks noGrp="1"/>
          </p:cNvSpPr>
          <p:nvPr/>
        </p:nvSpPr>
        <p:spPr>
          <a:xfrm>
            <a:off x="7668986" y="55110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DDC30"/>
          </a:solidFill>
          <a:ln w="3364">
            <a:solidFill>
              <a:srgbClr val="ADDC30"/>
            </a:solidFill>
            <a:prstDash val="solid"/>
          </a:ln>
        </p:spPr>
      </p:sp>
      <p:sp>
        <p:nvSpPr>
          <p:cNvPr id="4302" name="Stage1_sixpanel_9473">
            <a:extLst>
              <a:ext uri="{FF2B5EF4-FFF2-40B4-BE49-F238E27FC236}">
                <a16:creationId xmlns:a16="http://schemas.microsoft.com/office/drawing/2014/main" id="{4DE36557-98F3-4AA5-A7D6-7C4183755717}"/>
              </a:ext>
            </a:extLst>
          </p:cNvPr>
          <p:cNvSpPr>
            <a:spLocks noGrp="1"/>
          </p:cNvSpPr>
          <p:nvPr/>
        </p:nvSpPr>
        <p:spPr>
          <a:xfrm>
            <a:off x="7668986" y="55025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ADC32"/>
          </a:solidFill>
          <a:ln w="3364">
            <a:solidFill>
              <a:srgbClr val="AADC32"/>
            </a:solidFill>
            <a:prstDash val="solid"/>
          </a:ln>
        </p:spPr>
      </p:sp>
      <p:sp>
        <p:nvSpPr>
          <p:cNvPr id="4303" name="Stage1_sixpanel_9474">
            <a:extLst>
              <a:ext uri="{FF2B5EF4-FFF2-40B4-BE49-F238E27FC236}">
                <a16:creationId xmlns:a16="http://schemas.microsoft.com/office/drawing/2014/main" id="{9309AD61-4BFD-4720-AFB7-E1772A86BDA7}"/>
              </a:ext>
            </a:extLst>
          </p:cNvPr>
          <p:cNvSpPr>
            <a:spLocks noGrp="1"/>
          </p:cNvSpPr>
          <p:nvPr/>
        </p:nvSpPr>
        <p:spPr>
          <a:xfrm>
            <a:off x="7668986" y="54941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8DB34"/>
          </a:solidFill>
          <a:ln w="3364">
            <a:solidFill>
              <a:srgbClr val="A8DB34"/>
            </a:solidFill>
            <a:prstDash val="solid"/>
          </a:ln>
        </p:spPr>
      </p:sp>
      <p:sp>
        <p:nvSpPr>
          <p:cNvPr id="4304" name="Stage1_sixpanel_9475">
            <a:extLst>
              <a:ext uri="{FF2B5EF4-FFF2-40B4-BE49-F238E27FC236}">
                <a16:creationId xmlns:a16="http://schemas.microsoft.com/office/drawing/2014/main" id="{FE34FEE0-024E-4973-83F1-E44E2C2D8EEF}"/>
              </a:ext>
            </a:extLst>
          </p:cNvPr>
          <p:cNvSpPr>
            <a:spLocks noGrp="1"/>
          </p:cNvSpPr>
          <p:nvPr/>
        </p:nvSpPr>
        <p:spPr>
          <a:xfrm>
            <a:off x="7668986" y="54856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5DB36"/>
          </a:solidFill>
          <a:ln w="3364">
            <a:solidFill>
              <a:srgbClr val="A5DB36"/>
            </a:solidFill>
            <a:prstDash val="solid"/>
          </a:ln>
        </p:spPr>
      </p:sp>
      <p:sp>
        <p:nvSpPr>
          <p:cNvPr id="4305" name="Stage1_sixpanel_9476">
            <a:extLst>
              <a:ext uri="{FF2B5EF4-FFF2-40B4-BE49-F238E27FC236}">
                <a16:creationId xmlns:a16="http://schemas.microsoft.com/office/drawing/2014/main" id="{78238F1E-91C3-4643-835E-A1DED9C884F2}"/>
              </a:ext>
            </a:extLst>
          </p:cNvPr>
          <p:cNvSpPr>
            <a:spLocks noGrp="1"/>
          </p:cNvSpPr>
          <p:nvPr/>
        </p:nvSpPr>
        <p:spPr>
          <a:xfrm>
            <a:off x="7668986" y="54771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2DA37"/>
          </a:solidFill>
          <a:ln w="3364">
            <a:solidFill>
              <a:srgbClr val="A2DA37"/>
            </a:solidFill>
            <a:prstDash val="solid"/>
          </a:ln>
        </p:spPr>
      </p:sp>
      <p:sp>
        <p:nvSpPr>
          <p:cNvPr id="4306" name="Stage1_sixpanel_9477">
            <a:extLst>
              <a:ext uri="{FF2B5EF4-FFF2-40B4-BE49-F238E27FC236}">
                <a16:creationId xmlns:a16="http://schemas.microsoft.com/office/drawing/2014/main" id="{6C1C576B-9905-4E28-AC2A-5D400CA53DC5}"/>
              </a:ext>
            </a:extLst>
          </p:cNvPr>
          <p:cNvSpPr>
            <a:spLocks noGrp="1"/>
          </p:cNvSpPr>
          <p:nvPr/>
        </p:nvSpPr>
        <p:spPr>
          <a:xfrm>
            <a:off x="7668986" y="54686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0DA39"/>
          </a:solidFill>
          <a:ln w="3364">
            <a:solidFill>
              <a:srgbClr val="A0DA39"/>
            </a:solidFill>
            <a:prstDash val="solid"/>
          </a:ln>
        </p:spPr>
      </p:sp>
      <p:sp>
        <p:nvSpPr>
          <p:cNvPr id="4307" name="Stage1_sixpanel_9478">
            <a:extLst>
              <a:ext uri="{FF2B5EF4-FFF2-40B4-BE49-F238E27FC236}">
                <a16:creationId xmlns:a16="http://schemas.microsoft.com/office/drawing/2014/main" id="{A70E7C60-AFB1-4C79-B659-5C4A4E18D528}"/>
              </a:ext>
            </a:extLst>
          </p:cNvPr>
          <p:cNvSpPr>
            <a:spLocks noGrp="1"/>
          </p:cNvSpPr>
          <p:nvPr/>
        </p:nvSpPr>
        <p:spPr>
          <a:xfrm>
            <a:off x="7668986" y="546020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DD93B"/>
          </a:solidFill>
          <a:ln w="3364">
            <a:solidFill>
              <a:srgbClr val="9DD93B"/>
            </a:solidFill>
            <a:prstDash val="solid"/>
          </a:ln>
        </p:spPr>
      </p:sp>
      <p:sp>
        <p:nvSpPr>
          <p:cNvPr id="4308" name="Stage1_sixpanel_9479">
            <a:extLst>
              <a:ext uri="{FF2B5EF4-FFF2-40B4-BE49-F238E27FC236}">
                <a16:creationId xmlns:a16="http://schemas.microsoft.com/office/drawing/2014/main" id="{B2FC2BA1-2579-43D5-BFEC-D96516EEAB6C}"/>
              </a:ext>
            </a:extLst>
          </p:cNvPr>
          <p:cNvSpPr>
            <a:spLocks noGrp="1"/>
          </p:cNvSpPr>
          <p:nvPr/>
        </p:nvSpPr>
        <p:spPr>
          <a:xfrm>
            <a:off x="7668986" y="545172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BD93C"/>
          </a:solidFill>
          <a:ln w="3364">
            <a:solidFill>
              <a:srgbClr val="9BD93C"/>
            </a:solidFill>
            <a:prstDash val="solid"/>
          </a:ln>
        </p:spPr>
      </p:sp>
      <p:sp>
        <p:nvSpPr>
          <p:cNvPr id="4309" name="Stage1_sixpanel_9480">
            <a:extLst>
              <a:ext uri="{FF2B5EF4-FFF2-40B4-BE49-F238E27FC236}">
                <a16:creationId xmlns:a16="http://schemas.microsoft.com/office/drawing/2014/main" id="{6E473A89-3CF7-40A1-B5BD-8CEC43ECB85B}"/>
              </a:ext>
            </a:extLst>
          </p:cNvPr>
          <p:cNvSpPr>
            <a:spLocks noGrp="1"/>
          </p:cNvSpPr>
          <p:nvPr/>
        </p:nvSpPr>
        <p:spPr>
          <a:xfrm>
            <a:off x="7668986" y="54432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8D83E"/>
          </a:solidFill>
          <a:ln w="3364">
            <a:solidFill>
              <a:srgbClr val="98D83E"/>
            </a:solidFill>
            <a:prstDash val="solid"/>
          </a:ln>
        </p:spPr>
      </p:sp>
      <p:sp>
        <p:nvSpPr>
          <p:cNvPr id="4310" name="Stage1_sixpanel_9481">
            <a:extLst>
              <a:ext uri="{FF2B5EF4-FFF2-40B4-BE49-F238E27FC236}">
                <a16:creationId xmlns:a16="http://schemas.microsoft.com/office/drawing/2014/main" id="{E49F961C-4135-42C4-902E-F740E8F71B50}"/>
              </a:ext>
            </a:extLst>
          </p:cNvPr>
          <p:cNvSpPr>
            <a:spLocks noGrp="1"/>
          </p:cNvSpPr>
          <p:nvPr/>
        </p:nvSpPr>
        <p:spPr>
          <a:xfrm>
            <a:off x="7668986" y="54347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5D840"/>
          </a:solidFill>
          <a:ln w="3364">
            <a:solidFill>
              <a:srgbClr val="95D840"/>
            </a:solidFill>
            <a:prstDash val="solid"/>
          </a:ln>
        </p:spPr>
      </p:sp>
      <p:sp>
        <p:nvSpPr>
          <p:cNvPr id="4311" name="Stage1_sixpanel_9482">
            <a:extLst>
              <a:ext uri="{FF2B5EF4-FFF2-40B4-BE49-F238E27FC236}">
                <a16:creationId xmlns:a16="http://schemas.microsoft.com/office/drawing/2014/main" id="{AAA39E53-02A6-4E82-B5B1-BCAE5CDE5C43}"/>
              </a:ext>
            </a:extLst>
          </p:cNvPr>
          <p:cNvSpPr>
            <a:spLocks noGrp="1"/>
          </p:cNvSpPr>
          <p:nvPr/>
        </p:nvSpPr>
        <p:spPr>
          <a:xfrm>
            <a:off x="7668986" y="54262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3D741"/>
          </a:solidFill>
          <a:ln w="3364">
            <a:solidFill>
              <a:srgbClr val="93D741"/>
            </a:solidFill>
            <a:prstDash val="solid"/>
          </a:ln>
        </p:spPr>
      </p:sp>
      <p:sp>
        <p:nvSpPr>
          <p:cNvPr id="4312" name="Stage1_sixpanel_9483">
            <a:extLst>
              <a:ext uri="{FF2B5EF4-FFF2-40B4-BE49-F238E27FC236}">
                <a16:creationId xmlns:a16="http://schemas.microsoft.com/office/drawing/2014/main" id="{3521AAFA-F4A4-4A10-AED5-EA010DA44115}"/>
              </a:ext>
            </a:extLst>
          </p:cNvPr>
          <p:cNvSpPr>
            <a:spLocks noGrp="1"/>
          </p:cNvSpPr>
          <p:nvPr/>
        </p:nvSpPr>
        <p:spPr>
          <a:xfrm>
            <a:off x="7668986" y="54178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0D743"/>
          </a:solidFill>
          <a:ln w="3364">
            <a:solidFill>
              <a:srgbClr val="90D743"/>
            </a:solidFill>
            <a:prstDash val="solid"/>
          </a:ln>
        </p:spPr>
      </p:sp>
      <p:sp>
        <p:nvSpPr>
          <p:cNvPr id="4313" name="Stage1_sixpanel_9484">
            <a:extLst>
              <a:ext uri="{FF2B5EF4-FFF2-40B4-BE49-F238E27FC236}">
                <a16:creationId xmlns:a16="http://schemas.microsoft.com/office/drawing/2014/main" id="{F709F9A9-32DB-41E2-9F4C-4996227EE272}"/>
              </a:ext>
            </a:extLst>
          </p:cNvPr>
          <p:cNvSpPr>
            <a:spLocks noGrp="1"/>
          </p:cNvSpPr>
          <p:nvPr/>
        </p:nvSpPr>
        <p:spPr>
          <a:xfrm>
            <a:off x="7668986" y="54093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ED645"/>
          </a:solidFill>
          <a:ln w="3364">
            <a:solidFill>
              <a:srgbClr val="8ED645"/>
            </a:solidFill>
            <a:prstDash val="solid"/>
          </a:ln>
        </p:spPr>
      </p:sp>
      <p:sp>
        <p:nvSpPr>
          <p:cNvPr id="4314" name="Stage1_sixpanel_9485">
            <a:extLst>
              <a:ext uri="{FF2B5EF4-FFF2-40B4-BE49-F238E27FC236}">
                <a16:creationId xmlns:a16="http://schemas.microsoft.com/office/drawing/2014/main" id="{2071F6D3-CAB7-4C07-A56D-85F1ED8428FA}"/>
              </a:ext>
            </a:extLst>
          </p:cNvPr>
          <p:cNvSpPr>
            <a:spLocks noGrp="1"/>
          </p:cNvSpPr>
          <p:nvPr/>
        </p:nvSpPr>
        <p:spPr>
          <a:xfrm>
            <a:off x="7668986" y="54008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BD646"/>
          </a:solidFill>
          <a:ln w="3364">
            <a:solidFill>
              <a:srgbClr val="8BD646"/>
            </a:solidFill>
            <a:prstDash val="solid"/>
          </a:ln>
        </p:spPr>
      </p:sp>
      <p:sp>
        <p:nvSpPr>
          <p:cNvPr id="4315" name="Stage1_sixpanel_9486">
            <a:extLst>
              <a:ext uri="{FF2B5EF4-FFF2-40B4-BE49-F238E27FC236}">
                <a16:creationId xmlns:a16="http://schemas.microsoft.com/office/drawing/2014/main" id="{ABDEE391-C399-412C-891B-60FF90A1051C}"/>
              </a:ext>
            </a:extLst>
          </p:cNvPr>
          <p:cNvSpPr>
            <a:spLocks noGrp="1"/>
          </p:cNvSpPr>
          <p:nvPr/>
        </p:nvSpPr>
        <p:spPr>
          <a:xfrm>
            <a:off x="7668986" y="53923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9D548"/>
          </a:solidFill>
          <a:ln w="3364">
            <a:solidFill>
              <a:srgbClr val="89D548"/>
            </a:solidFill>
            <a:prstDash val="solid"/>
          </a:ln>
        </p:spPr>
      </p:sp>
      <p:sp>
        <p:nvSpPr>
          <p:cNvPr id="4316" name="Stage1_sixpanel_9487">
            <a:extLst>
              <a:ext uri="{FF2B5EF4-FFF2-40B4-BE49-F238E27FC236}">
                <a16:creationId xmlns:a16="http://schemas.microsoft.com/office/drawing/2014/main" id="{7D9E994A-C4A7-454E-B815-B833E9970328}"/>
              </a:ext>
            </a:extLst>
          </p:cNvPr>
          <p:cNvSpPr>
            <a:spLocks noGrp="1"/>
          </p:cNvSpPr>
          <p:nvPr/>
        </p:nvSpPr>
        <p:spPr>
          <a:xfrm>
            <a:off x="7668986" y="538391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6D549"/>
          </a:solidFill>
          <a:ln w="3364">
            <a:solidFill>
              <a:srgbClr val="86D549"/>
            </a:solidFill>
            <a:prstDash val="solid"/>
          </a:ln>
        </p:spPr>
      </p:sp>
      <p:sp>
        <p:nvSpPr>
          <p:cNvPr id="4317" name="Stage1_sixpanel_9488">
            <a:extLst>
              <a:ext uri="{FF2B5EF4-FFF2-40B4-BE49-F238E27FC236}">
                <a16:creationId xmlns:a16="http://schemas.microsoft.com/office/drawing/2014/main" id="{9D85E0D7-B384-4B83-ADE6-092950701029}"/>
              </a:ext>
            </a:extLst>
          </p:cNvPr>
          <p:cNvSpPr>
            <a:spLocks noGrp="1"/>
          </p:cNvSpPr>
          <p:nvPr/>
        </p:nvSpPr>
        <p:spPr>
          <a:xfrm>
            <a:off x="7668986" y="537543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4D44B"/>
          </a:solidFill>
          <a:ln w="3364">
            <a:solidFill>
              <a:srgbClr val="84D44B"/>
            </a:solidFill>
            <a:prstDash val="solid"/>
          </a:ln>
        </p:spPr>
      </p:sp>
      <p:sp>
        <p:nvSpPr>
          <p:cNvPr id="4318" name="Stage1_sixpanel_9489">
            <a:extLst>
              <a:ext uri="{FF2B5EF4-FFF2-40B4-BE49-F238E27FC236}">
                <a16:creationId xmlns:a16="http://schemas.microsoft.com/office/drawing/2014/main" id="{429D84F9-FB9E-47D0-B641-47C3EF10E226}"/>
              </a:ext>
            </a:extLst>
          </p:cNvPr>
          <p:cNvSpPr>
            <a:spLocks noGrp="1"/>
          </p:cNvSpPr>
          <p:nvPr/>
        </p:nvSpPr>
        <p:spPr>
          <a:xfrm>
            <a:off x="7668986" y="536695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1D34D"/>
          </a:solidFill>
          <a:ln w="3364">
            <a:solidFill>
              <a:srgbClr val="81D34D"/>
            </a:solidFill>
            <a:prstDash val="solid"/>
          </a:ln>
        </p:spPr>
      </p:sp>
      <p:sp>
        <p:nvSpPr>
          <p:cNvPr id="4319" name="Stage1_sixpanel_9490">
            <a:extLst>
              <a:ext uri="{FF2B5EF4-FFF2-40B4-BE49-F238E27FC236}">
                <a16:creationId xmlns:a16="http://schemas.microsoft.com/office/drawing/2014/main" id="{3432DE81-BD46-4C5D-995C-D21C23F0624E}"/>
              </a:ext>
            </a:extLst>
          </p:cNvPr>
          <p:cNvSpPr>
            <a:spLocks noGrp="1"/>
          </p:cNvSpPr>
          <p:nvPr/>
        </p:nvSpPr>
        <p:spPr>
          <a:xfrm>
            <a:off x="7668986" y="53584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FD34E"/>
          </a:solidFill>
          <a:ln w="3364">
            <a:solidFill>
              <a:srgbClr val="7FD34E"/>
            </a:solidFill>
            <a:prstDash val="solid"/>
          </a:ln>
        </p:spPr>
      </p:sp>
      <p:sp>
        <p:nvSpPr>
          <p:cNvPr id="4320" name="Stage1_sixpanel_9491">
            <a:extLst>
              <a:ext uri="{FF2B5EF4-FFF2-40B4-BE49-F238E27FC236}">
                <a16:creationId xmlns:a16="http://schemas.microsoft.com/office/drawing/2014/main" id="{9E1BDF53-6609-4A6F-85CD-DF40FCB42927}"/>
              </a:ext>
            </a:extLst>
          </p:cNvPr>
          <p:cNvSpPr>
            <a:spLocks noGrp="1"/>
          </p:cNvSpPr>
          <p:nvPr/>
        </p:nvSpPr>
        <p:spPr>
          <a:xfrm>
            <a:off x="7668986" y="535000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CD250"/>
          </a:solidFill>
          <a:ln w="3364">
            <a:solidFill>
              <a:srgbClr val="7CD250"/>
            </a:solidFill>
            <a:prstDash val="solid"/>
          </a:ln>
        </p:spPr>
      </p:sp>
      <p:sp>
        <p:nvSpPr>
          <p:cNvPr id="4321" name="Stage1_sixpanel_9492">
            <a:extLst>
              <a:ext uri="{FF2B5EF4-FFF2-40B4-BE49-F238E27FC236}">
                <a16:creationId xmlns:a16="http://schemas.microsoft.com/office/drawing/2014/main" id="{F91FB17A-C0D1-4D2D-B4B3-0AD318E58D4F}"/>
              </a:ext>
            </a:extLst>
          </p:cNvPr>
          <p:cNvSpPr>
            <a:spLocks noGrp="1"/>
          </p:cNvSpPr>
          <p:nvPr/>
        </p:nvSpPr>
        <p:spPr>
          <a:xfrm>
            <a:off x="7668986" y="534152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AD151"/>
          </a:solidFill>
          <a:ln w="3364">
            <a:solidFill>
              <a:srgbClr val="7AD151"/>
            </a:solidFill>
            <a:prstDash val="solid"/>
          </a:ln>
        </p:spPr>
      </p:sp>
      <p:sp>
        <p:nvSpPr>
          <p:cNvPr id="4322" name="Stage1_sixpanel_9493">
            <a:extLst>
              <a:ext uri="{FF2B5EF4-FFF2-40B4-BE49-F238E27FC236}">
                <a16:creationId xmlns:a16="http://schemas.microsoft.com/office/drawing/2014/main" id="{3EE16E94-8666-4D05-8743-479938712B6A}"/>
              </a:ext>
            </a:extLst>
          </p:cNvPr>
          <p:cNvSpPr>
            <a:spLocks noGrp="1"/>
          </p:cNvSpPr>
          <p:nvPr/>
        </p:nvSpPr>
        <p:spPr>
          <a:xfrm>
            <a:off x="7668986" y="533304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7D153"/>
          </a:solidFill>
          <a:ln w="3364">
            <a:solidFill>
              <a:srgbClr val="77D153"/>
            </a:solidFill>
            <a:prstDash val="solid"/>
          </a:ln>
        </p:spPr>
      </p:sp>
      <p:sp>
        <p:nvSpPr>
          <p:cNvPr id="4323" name="Stage1_sixpanel_9494">
            <a:extLst>
              <a:ext uri="{FF2B5EF4-FFF2-40B4-BE49-F238E27FC236}">
                <a16:creationId xmlns:a16="http://schemas.microsoft.com/office/drawing/2014/main" id="{670485CE-D1F4-41AC-BAB4-EC34778AE617}"/>
              </a:ext>
            </a:extLst>
          </p:cNvPr>
          <p:cNvSpPr>
            <a:spLocks noGrp="1"/>
          </p:cNvSpPr>
          <p:nvPr/>
        </p:nvSpPr>
        <p:spPr>
          <a:xfrm>
            <a:off x="7668986" y="53245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5D054"/>
          </a:solidFill>
          <a:ln w="3364">
            <a:solidFill>
              <a:srgbClr val="75D054"/>
            </a:solidFill>
            <a:prstDash val="solid"/>
          </a:ln>
        </p:spPr>
      </p:sp>
      <p:sp>
        <p:nvSpPr>
          <p:cNvPr id="4324" name="Stage1_sixpanel_9495">
            <a:extLst>
              <a:ext uri="{FF2B5EF4-FFF2-40B4-BE49-F238E27FC236}">
                <a16:creationId xmlns:a16="http://schemas.microsoft.com/office/drawing/2014/main" id="{60F38EF4-18A5-4103-94F7-B028D7C4A37C}"/>
              </a:ext>
            </a:extLst>
          </p:cNvPr>
          <p:cNvSpPr>
            <a:spLocks noGrp="1"/>
          </p:cNvSpPr>
          <p:nvPr/>
        </p:nvSpPr>
        <p:spPr>
          <a:xfrm>
            <a:off x="7668986" y="531609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3D056"/>
          </a:solidFill>
          <a:ln w="3364">
            <a:solidFill>
              <a:srgbClr val="73D056"/>
            </a:solidFill>
            <a:prstDash val="solid"/>
          </a:ln>
        </p:spPr>
      </p:sp>
      <p:sp>
        <p:nvSpPr>
          <p:cNvPr id="4325" name="Stage1_sixpanel_9496">
            <a:extLst>
              <a:ext uri="{FF2B5EF4-FFF2-40B4-BE49-F238E27FC236}">
                <a16:creationId xmlns:a16="http://schemas.microsoft.com/office/drawing/2014/main" id="{098F2464-EF23-4F6B-A431-D0E8D28179B2}"/>
              </a:ext>
            </a:extLst>
          </p:cNvPr>
          <p:cNvSpPr>
            <a:spLocks noGrp="1"/>
          </p:cNvSpPr>
          <p:nvPr/>
        </p:nvSpPr>
        <p:spPr>
          <a:xfrm>
            <a:off x="7668986" y="530761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0CF57"/>
          </a:solidFill>
          <a:ln w="3364">
            <a:solidFill>
              <a:srgbClr val="70CF57"/>
            </a:solidFill>
            <a:prstDash val="solid"/>
          </a:ln>
        </p:spPr>
      </p:sp>
      <p:sp>
        <p:nvSpPr>
          <p:cNvPr id="4326" name="Stage1_sixpanel_9497">
            <a:extLst>
              <a:ext uri="{FF2B5EF4-FFF2-40B4-BE49-F238E27FC236}">
                <a16:creationId xmlns:a16="http://schemas.microsoft.com/office/drawing/2014/main" id="{240C98CD-163F-469F-B5FB-9D954A7AB7F6}"/>
              </a:ext>
            </a:extLst>
          </p:cNvPr>
          <p:cNvSpPr>
            <a:spLocks noGrp="1"/>
          </p:cNvSpPr>
          <p:nvPr/>
        </p:nvSpPr>
        <p:spPr>
          <a:xfrm>
            <a:off x="7668986" y="52991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ECE58"/>
          </a:solidFill>
          <a:ln w="3364">
            <a:solidFill>
              <a:srgbClr val="6ECE58"/>
            </a:solidFill>
            <a:prstDash val="solid"/>
          </a:ln>
        </p:spPr>
      </p:sp>
      <p:sp>
        <p:nvSpPr>
          <p:cNvPr id="4327" name="Stage1_sixpanel_9498">
            <a:extLst>
              <a:ext uri="{FF2B5EF4-FFF2-40B4-BE49-F238E27FC236}">
                <a16:creationId xmlns:a16="http://schemas.microsoft.com/office/drawing/2014/main" id="{C938F2CD-C866-43D7-9A71-44FC2AB77763}"/>
              </a:ext>
            </a:extLst>
          </p:cNvPr>
          <p:cNvSpPr>
            <a:spLocks noGrp="1"/>
          </p:cNvSpPr>
          <p:nvPr/>
        </p:nvSpPr>
        <p:spPr>
          <a:xfrm>
            <a:off x="7668986" y="52906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CCD5A"/>
          </a:solidFill>
          <a:ln w="3364">
            <a:solidFill>
              <a:srgbClr val="6CCD5A"/>
            </a:solidFill>
            <a:prstDash val="solid"/>
          </a:ln>
        </p:spPr>
      </p:sp>
      <p:sp>
        <p:nvSpPr>
          <p:cNvPr id="4328" name="Stage1_sixpanel_9499">
            <a:extLst>
              <a:ext uri="{FF2B5EF4-FFF2-40B4-BE49-F238E27FC236}">
                <a16:creationId xmlns:a16="http://schemas.microsoft.com/office/drawing/2014/main" id="{B8A6655D-E68D-4087-A768-0BA02DBC81DC}"/>
              </a:ext>
            </a:extLst>
          </p:cNvPr>
          <p:cNvSpPr>
            <a:spLocks noGrp="1"/>
          </p:cNvSpPr>
          <p:nvPr/>
        </p:nvSpPr>
        <p:spPr>
          <a:xfrm>
            <a:off x="7668986" y="52821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9CD5B"/>
          </a:solidFill>
          <a:ln w="3364">
            <a:solidFill>
              <a:srgbClr val="69CD5B"/>
            </a:solidFill>
            <a:prstDash val="solid"/>
          </a:ln>
        </p:spPr>
      </p:sp>
      <p:sp>
        <p:nvSpPr>
          <p:cNvPr id="4329" name="Stage1_sixpanel_9500">
            <a:extLst>
              <a:ext uri="{FF2B5EF4-FFF2-40B4-BE49-F238E27FC236}">
                <a16:creationId xmlns:a16="http://schemas.microsoft.com/office/drawing/2014/main" id="{9C6DB7DC-9A2B-4BCD-A9E1-7B2A43AFCDDE}"/>
              </a:ext>
            </a:extLst>
          </p:cNvPr>
          <p:cNvSpPr>
            <a:spLocks noGrp="1"/>
          </p:cNvSpPr>
          <p:nvPr/>
        </p:nvSpPr>
        <p:spPr>
          <a:xfrm>
            <a:off x="7668986" y="527370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7CC5C"/>
          </a:solidFill>
          <a:ln w="3364">
            <a:solidFill>
              <a:srgbClr val="67CC5C"/>
            </a:solidFill>
            <a:prstDash val="solid"/>
          </a:ln>
        </p:spPr>
      </p:sp>
      <p:sp>
        <p:nvSpPr>
          <p:cNvPr id="4330" name="Stage1_sixpanel_9501">
            <a:extLst>
              <a:ext uri="{FF2B5EF4-FFF2-40B4-BE49-F238E27FC236}">
                <a16:creationId xmlns:a16="http://schemas.microsoft.com/office/drawing/2014/main" id="{CAC74D5F-F350-42D1-8961-E0BCE50BE078}"/>
              </a:ext>
            </a:extLst>
          </p:cNvPr>
          <p:cNvSpPr>
            <a:spLocks noGrp="1"/>
          </p:cNvSpPr>
          <p:nvPr/>
        </p:nvSpPr>
        <p:spPr>
          <a:xfrm>
            <a:off x="7668986" y="526523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5CB5E"/>
          </a:solidFill>
          <a:ln w="3364">
            <a:solidFill>
              <a:srgbClr val="65CB5E"/>
            </a:solidFill>
            <a:prstDash val="solid"/>
          </a:ln>
        </p:spPr>
      </p:sp>
      <p:sp>
        <p:nvSpPr>
          <p:cNvPr id="4331" name="Stage1_sixpanel_9502">
            <a:extLst>
              <a:ext uri="{FF2B5EF4-FFF2-40B4-BE49-F238E27FC236}">
                <a16:creationId xmlns:a16="http://schemas.microsoft.com/office/drawing/2014/main" id="{E121E3B7-8E38-4B42-AC6F-44F09F41BA7D}"/>
              </a:ext>
            </a:extLst>
          </p:cNvPr>
          <p:cNvSpPr>
            <a:spLocks noGrp="1"/>
          </p:cNvSpPr>
          <p:nvPr/>
        </p:nvSpPr>
        <p:spPr>
          <a:xfrm>
            <a:off x="7668986" y="52567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3CB5F"/>
          </a:solidFill>
          <a:ln w="3364">
            <a:solidFill>
              <a:srgbClr val="63CB5F"/>
            </a:solidFill>
            <a:prstDash val="solid"/>
          </a:ln>
        </p:spPr>
      </p:sp>
      <p:sp>
        <p:nvSpPr>
          <p:cNvPr id="4332" name="Stage1_sixpanel_9503">
            <a:extLst>
              <a:ext uri="{FF2B5EF4-FFF2-40B4-BE49-F238E27FC236}">
                <a16:creationId xmlns:a16="http://schemas.microsoft.com/office/drawing/2014/main" id="{9B43AA1D-0B35-4B7A-8E88-847A15C14717}"/>
              </a:ext>
            </a:extLst>
          </p:cNvPr>
          <p:cNvSpPr>
            <a:spLocks noGrp="1"/>
          </p:cNvSpPr>
          <p:nvPr/>
        </p:nvSpPr>
        <p:spPr>
          <a:xfrm>
            <a:off x="7668986" y="524827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0CA60"/>
          </a:solidFill>
          <a:ln w="3364">
            <a:solidFill>
              <a:srgbClr val="60CA60"/>
            </a:solidFill>
            <a:prstDash val="solid"/>
          </a:ln>
        </p:spPr>
      </p:sp>
      <p:sp>
        <p:nvSpPr>
          <p:cNvPr id="4333" name="Stage1_sixpanel_9504">
            <a:extLst>
              <a:ext uri="{FF2B5EF4-FFF2-40B4-BE49-F238E27FC236}">
                <a16:creationId xmlns:a16="http://schemas.microsoft.com/office/drawing/2014/main" id="{FAF9C8EB-27C5-4D5B-A5B1-14C0096FF27F}"/>
              </a:ext>
            </a:extLst>
          </p:cNvPr>
          <p:cNvSpPr>
            <a:spLocks noGrp="1"/>
          </p:cNvSpPr>
          <p:nvPr/>
        </p:nvSpPr>
        <p:spPr>
          <a:xfrm>
            <a:off x="7668986" y="523979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EC962"/>
          </a:solidFill>
          <a:ln w="3364">
            <a:solidFill>
              <a:srgbClr val="5EC962"/>
            </a:solidFill>
            <a:prstDash val="solid"/>
          </a:ln>
        </p:spPr>
      </p:sp>
      <p:sp>
        <p:nvSpPr>
          <p:cNvPr id="4334" name="Stage1_sixpanel_9505">
            <a:extLst>
              <a:ext uri="{FF2B5EF4-FFF2-40B4-BE49-F238E27FC236}">
                <a16:creationId xmlns:a16="http://schemas.microsoft.com/office/drawing/2014/main" id="{92DE3F2C-B7FE-49D9-A8E6-B4D7387E4823}"/>
              </a:ext>
            </a:extLst>
          </p:cNvPr>
          <p:cNvSpPr>
            <a:spLocks noGrp="1"/>
          </p:cNvSpPr>
          <p:nvPr/>
        </p:nvSpPr>
        <p:spPr>
          <a:xfrm>
            <a:off x="7668986" y="523132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CC863"/>
          </a:solidFill>
          <a:ln w="3364">
            <a:solidFill>
              <a:srgbClr val="5CC863"/>
            </a:solidFill>
            <a:prstDash val="solid"/>
          </a:ln>
        </p:spPr>
      </p:sp>
      <p:sp>
        <p:nvSpPr>
          <p:cNvPr id="4335" name="Stage1_sixpanel_9506">
            <a:extLst>
              <a:ext uri="{FF2B5EF4-FFF2-40B4-BE49-F238E27FC236}">
                <a16:creationId xmlns:a16="http://schemas.microsoft.com/office/drawing/2014/main" id="{7C17B049-6358-4932-AB70-4C4C9195B703}"/>
              </a:ext>
            </a:extLst>
          </p:cNvPr>
          <p:cNvSpPr>
            <a:spLocks noGrp="1"/>
          </p:cNvSpPr>
          <p:nvPr/>
        </p:nvSpPr>
        <p:spPr>
          <a:xfrm>
            <a:off x="7668986" y="52228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AC864"/>
          </a:solidFill>
          <a:ln w="3364">
            <a:solidFill>
              <a:srgbClr val="5AC864"/>
            </a:solidFill>
            <a:prstDash val="solid"/>
          </a:ln>
        </p:spPr>
      </p:sp>
      <p:sp>
        <p:nvSpPr>
          <p:cNvPr id="4336" name="Stage1_sixpanel_9507">
            <a:extLst>
              <a:ext uri="{FF2B5EF4-FFF2-40B4-BE49-F238E27FC236}">
                <a16:creationId xmlns:a16="http://schemas.microsoft.com/office/drawing/2014/main" id="{3B01BA4A-91A2-4AFD-89D4-5D4EBB8BF21D}"/>
              </a:ext>
            </a:extLst>
          </p:cNvPr>
          <p:cNvSpPr>
            <a:spLocks noGrp="1"/>
          </p:cNvSpPr>
          <p:nvPr/>
        </p:nvSpPr>
        <p:spPr>
          <a:xfrm>
            <a:off x="7668986" y="52143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8C765"/>
          </a:solidFill>
          <a:ln w="3364">
            <a:solidFill>
              <a:srgbClr val="58C765"/>
            </a:solidFill>
            <a:prstDash val="solid"/>
          </a:ln>
        </p:spPr>
      </p:sp>
      <p:sp>
        <p:nvSpPr>
          <p:cNvPr id="4337" name="Stage1_sixpanel_9508">
            <a:extLst>
              <a:ext uri="{FF2B5EF4-FFF2-40B4-BE49-F238E27FC236}">
                <a16:creationId xmlns:a16="http://schemas.microsoft.com/office/drawing/2014/main" id="{D88A89C0-A1C2-400E-BF55-AA5C802CE340}"/>
              </a:ext>
            </a:extLst>
          </p:cNvPr>
          <p:cNvSpPr>
            <a:spLocks noGrp="1"/>
          </p:cNvSpPr>
          <p:nvPr/>
        </p:nvSpPr>
        <p:spPr>
          <a:xfrm>
            <a:off x="7668986" y="520588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6C667"/>
          </a:solidFill>
          <a:ln w="3364">
            <a:solidFill>
              <a:srgbClr val="56C667"/>
            </a:solidFill>
            <a:prstDash val="solid"/>
          </a:ln>
        </p:spPr>
      </p:sp>
      <p:sp>
        <p:nvSpPr>
          <p:cNvPr id="4338" name="Stage1_sixpanel_9509">
            <a:extLst>
              <a:ext uri="{FF2B5EF4-FFF2-40B4-BE49-F238E27FC236}">
                <a16:creationId xmlns:a16="http://schemas.microsoft.com/office/drawing/2014/main" id="{10D3BDFA-AC96-4932-A1BF-4DED132672D2}"/>
              </a:ext>
            </a:extLst>
          </p:cNvPr>
          <p:cNvSpPr>
            <a:spLocks noGrp="1"/>
          </p:cNvSpPr>
          <p:nvPr/>
        </p:nvSpPr>
        <p:spPr>
          <a:xfrm>
            <a:off x="7668986" y="519741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4C568"/>
          </a:solidFill>
          <a:ln w="3364">
            <a:solidFill>
              <a:srgbClr val="54C568"/>
            </a:solidFill>
            <a:prstDash val="solid"/>
          </a:ln>
        </p:spPr>
      </p:sp>
      <p:sp>
        <p:nvSpPr>
          <p:cNvPr id="4339" name="Stage1_sixpanel_9510">
            <a:extLst>
              <a:ext uri="{FF2B5EF4-FFF2-40B4-BE49-F238E27FC236}">
                <a16:creationId xmlns:a16="http://schemas.microsoft.com/office/drawing/2014/main" id="{4EE1203F-F20C-42C9-946D-8911D1A50318}"/>
              </a:ext>
            </a:extLst>
          </p:cNvPr>
          <p:cNvSpPr>
            <a:spLocks noGrp="1"/>
          </p:cNvSpPr>
          <p:nvPr/>
        </p:nvSpPr>
        <p:spPr>
          <a:xfrm>
            <a:off x="7668986" y="518893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2C569"/>
          </a:solidFill>
          <a:ln w="3364">
            <a:solidFill>
              <a:srgbClr val="52C569"/>
            </a:solidFill>
            <a:prstDash val="solid"/>
          </a:ln>
        </p:spPr>
      </p:sp>
      <p:sp>
        <p:nvSpPr>
          <p:cNvPr id="4340" name="Stage1_sixpanel_9511">
            <a:extLst>
              <a:ext uri="{FF2B5EF4-FFF2-40B4-BE49-F238E27FC236}">
                <a16:creationId xmlns:a16="http://schemas.microsoft.com/office/drawing/2014/main" id="{CC978D80-3F65-4F55-BE17-ECD2128C0B46}"/>
              </a:ext>
            </a:extLst>
          </p:cNvPr>
          <p:cNvSpPr>
            <a:spLocks noGrp="1"/>
          </p:cNvSpPr>
          <p:nvPr/>
        </p:nvSpPr>
        <p:spPr>
          <a:xfrm>
            <a:off x="7668986" y="518045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0C46A"/>
          </a:solidFill>
          <a:ln w="3364">
            <a:solidFill>
              <a:srgbClr val="50C46A"/>
            </a:solidFill>
            <a:prstDash val="solid"/>
          </a:ln>
        </p:spPr>
      </p:sp>
      <p:sp>
        <p:nvSpPr>
          <p:cNvPr id="4341" name="Stage1_sixpanel_9512">
            <a:extLst>
              <a:ext uri="{FF2B5EF4-FFF2-40B4-BE49-F238E27FC236}">
                <a16:creationId xmlns:a16="http://schemas.microsoft.com/office/drawing/2014/main" id="{3773234B-1E4B-41F1-BB08-6B1469669B1F}"/>
              </a:ext>
            </a:extLst>
          </p:cNvPr>
          <p:cNvSpPr>
            <a:spLocks noGrp="1"/>
          </p:cNvSpPr>
          <p:nvPr/>
        </p:nvSpPr>
        <p:spPr>
          <a:xfrm>
            <a:off x="7668986" y="517198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EC36B"/>
          </a:solidFill>
          <a:ln w="3364">
            <a:solidFill>
              <a:srgbClr val="4EC36B"/>
            </a:solidFill>
            <a:prstDash val="solid"/>
          </a:ln>
        </p:spPr>
      </p:sp>
      <p:sp>
        <p:nvSpPr>
          <p:cNvPr id="4342" name="Stage1_sixpanel_9513">
            <a:extLst>
              <a:ext uri="{FF2B5EF4-FFF2-40B4-BE49-F238E27FC236}">
                <a16:creationId xmlns:a16="http://schemas.microsoft.com/office/drawing/2014/main" id="{22ADA744-E431-4553-B698-7B1381E03975}"/>
              </a:ext>
            </a:extLst>
          </p:cNvPr>
          <p:cNvSpPr>
            <a:spLocks noGrp="1"/>
          </p:cNvSpPr>
          <p:nvPr/>
        </p:nvSpPr>
        <p:spPr>
          <a:xfrm>
            <a:off x="7668986" y="516350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CC26C"/>
          </a:solidFill>
          <a:ln w="3364">
            <a:solidFill>
              <a:srgbClr val="4CC26C"/>
            </a:solidFill>
            <a:prstDash val="solid"/>
          </a:ln>
        </p:spPr>
      </p:sp>
      <p:sp>
        <p:nvSpPr>
          <p:cNvPr id="4343" name="Stage1_sixpanel_9514">
            <a:extLst>
              <a:ext uri="{FF2B5EF4-FFF2-40B4-BE49-F238E27FC236}">
                <a16:creationId xmlns:a16="http://schemas.microsoft.com/office/drawing/2014/main" id="{D7A17749-0B29-475B-A4A9-55FB7A75EA38}"/>
              </a:ext>
            </a:extLst>
          </p:cNvPr>
          <p:cNvSpPr>
            <a:spLocks noGrp="1"/>
          </p:cNvSpPr>
          <p:nvPr/>
        </p:nvSpPr>
        <p:spPr>
          <a:xfrm>
            <a:off x="7668986" y="515502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AC16D"/>
          </a:solidFill>
          <a:ln w="3364">
            <a:solidFill>
              <a:srgbClr val="4AC16D"/>
            </a:solidFill>
            <a:prstDash val="solid"/>
          </a:ln>
        </p:spPr>
      </p:sp>
      <p:sp>
        <p:nvSpPr>
          <p:cNvPr id="4344" name="Stage1_sixpanel_9515">
            <a:extLst>
              <a:ext uri="{FF2B5EF4-FFF2-40B4-BE49-F238E27FC236}">
                <a16:creationId xmlns:a16="http://schemas.microsoft.com/office/drawing/2014/main" id="{915CF370-DD66-4E45-940D-DF9C0E3B1C0F}"/>
              </a:ext>
            </a:extLst>
          </p:cNvPr>
          <p:cNvSpPr>
            <a:spLocks noGrp="1"/>
          </p:cNvSpPr>
          <p:nvPr/>
        </p:nvSpPr>
        <p:spPr>
          <a:xfrm>
            <a:off x="7668986" y="514654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C16E"/>
          </a:solidFill>
          <a:ln w="3364">
            <a:solidFill>
              <a:srgbClr val="48C16E"/>
            </a:solidFill>
            <a:prstDash val="solid"/>
          </a:ln>
        </p:spPr>
      </p:sp>
      <p:sp>
        <p:nvSpPr>
          <p:cNvPr id="4345" name="Stage1_sixpanel_9516">
            <a:extLst>
              <a:ext uri="{FF2B5EF4-FFF2-40B4-BE49-F238E27FC236}">
                <a16:creationId xmlns:a16="http://schemas.microsoft.com/office/drawing/2014/main" id="{A6EBC53A-B62D-4EBB-839A-76B71AB7DB3E}"/>
              </a:ext>
            </a:extLst>
          </p:cNvPr>
          <p:cNvSpPr>
            <a:spLocks noGrp="1"/>
          </p:cNvSpPr>
          <p:nvPr/>
        </p:nvSpPr>
        <p:spPr>
          <a:xfrm>
            <a:off x="7668986" y="513807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C06F"/>
          </a:solidFill>
          <a:ln w="3364">
            <a:solidFill>
              <a:srgbClr val="46C06F"/>
            </a:solidFill>
            <a:prstDash val="solid"/>
          </a:ln>
        </p:spPr>
      </p:sp>
      <p:sp>
        <p:nvSpPr>
          <p:cNvPr id="4346" name="Stage1_sixpanel_9517">
            <a:extLst>
              <a:ext uri="{FF2B5EF4-FFF2-40B4-BE49-F238E27FC236}">
                <a16:creationId xmlns:a16="http://schemas.microsoft.com/office/drawing/2014/main" id="{D4A45E0E-38D8-48C8-A8F1-FF194BEE3755}"/>
              </a:ext>
            </a:extLst>
          </p:cNvPr>
          <p:cNvSpPr>
            <a:spLocks noGrp="1"/>
          </p:cNvSpPr>
          <p:nvPr/>
        </p:nvSpPr>
        <p:spPr>
          <a:xfrm>
            <a:off x="7668986" y="512959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BF70"/>
          </a:solidFill>
          <a:ln w="3364">
            <a:solidFill>
              <a:srgbClr val="44BF70"/>
            </a:solidFill>
            <a:prstDash val="solid"/>
          </a:ln>
        </p:spPr>
      </p:sp>
      <p:sp>
        <p:nvSpPr>
          <p:cNvPr id="4347" name="Stage1_sixpanel_9518">
            <a:extLst>
              <a:ext uri="{FF2B5EF4-FFF2-40B4-BE49-F238E27FC236}">
                <a16:creationId xmlns:a16="http://schemas.microsoft.com/office/drawing/2014/main" id="{5498A7E7-AE48-4D6C-9A7A-1A611FBC1A27}"/>
              </a:ext>
            </a:extLst>
          </p:cNvPr>
          <p:cNvSpPr>
            <a:spLocks noGrp="1"/>
          </p:cNvSpPr>
          <p:nvPr/>
        </p:nvSpPr>
        <p:spPr>
          <a:xfrm>
            <a:off x="7668986" y="512111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BE71"/>
          </a:solidFill>
          <a:ln w="3364">
            <a:solidFill>
              <a:srgbClr val="42BE71"/>
            </a:solidFill>
            <a:prstDash val="solid"/>
          </a:ln>
        </p:spPr>
      </p:sp>
      <p:sp>
        <p:nvSpPr>
          <p:cNvPr id="4348" name="Stage1_sixpanel_9519">
            <a:extLst>
              <a:ext uri="{FF2B5EF4-FFF2-40B4-BE49-F238E27FC236}">
                <a16:creationId xmlns:a16="http://schemas.microsoft.com/office/drawing/2014/main" id="{D1ACFB7B-652E-4AC4-86F3-92312D07D8ED}"/>
              </a:ext>
            </a:extLst>
          </p:cNvPr>
          <p:cNvSpPr>
            <a:spLocks noGrp="1"/>
          </p:cNvSpPr>
          <p:nvPr/>
        </p:nvSpPr>
        <p:spPr>
          <a:xfrm>
            <a:off x="7668986" y="511263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0BD72"/>
          </a:solidFill>
          <a:ln w="3364">
            <a:solidFill>
              <a:srgbClr val="40BD72"/>
            </a:solidFill>
            <a:prstDash val="solid"/>
          </a:ln>
        </p:spPr>
      </p:sp>
      <p:sp>
        <p:nvSpPr>
          <p:cNvPr id="4349" name="Stage1_sixpanel_9520">
            <a:extLst>
              <a:ext uri="{FF2B5EF4-FFF2-40B4-BE49-F238E27FC236}">
                <a16:creationId xmlns:a16="http://schemas.microsoft.com/office/drawing/2014/main" id="{625F11F8-C3A9-43A2-AD37-AD4017FF65B6}"/>
              </a:ext>
            </a:extLst>
          </p:cNvPr>
          <p:cNvSpPr>
            <a:spLocks noGrp="1"/>
          </p:cNvSpPr>
          <p:nvPr/>
        </p:nvSpPr>
        <p:spPr>
          <a:xfrm>
            <a:off x="7668986" y="510416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FBC73"/>
          </a:solidFill>
          <a:ln w="3364">
            <a:solidFill>
              <a:srgbClr val="3FBC73"/>
            </a:solidFill>
            <a:prstDash val="solid"/>
          </a:ln>
        </p:spPr>
      </p:sp>
      <p:sp>
        <p:nvSpPr>
          <p:cNvPr id="4350" name="Stage1_sixpanel_9521">
            <a:extLst>
              <a:ext uri="{FF2B5EF4-FFF2-40B4-BE49-F238E27FC236}">
                <a16:creationId xmlns:a16="http://schemas.microsoft.com/office/drawing/2014/main" id="{7992D88E-47F8-4073-99D2-E3D605347A9E}"/>
              </a:ext>
            </a:extLst>
          </p:cNvPr>
          <p:cNvSpPr>
            <a:spLocks noGrp="1"/>
          </p:cNvSpPr>
          <p:nvPr/>
        </p:nvSpPr>
        <p:spPr>
          <a:xfrm>
            <a:off x="7668986" y="50956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DBC74"/>
          </a:solidFill>
          <a:ln w="3364">
            <a:solidFill>
              <a:srgbClr val="3DBC74"/>
            </a:solidFill>
            <a:prstDash val="solid"/>
          </a:ln>
        </p:spPr>
      </p:sp>
      <p:sp>
        <p:nvSpPr>
          <p:cNvPr id="4351" name="Stage1_sixpanel_9522">
            <a:extLst>
              <a:ext uri="{FF2B5EF4-FFF2-40B4-BE49-F238E27FC236}">
                <a16:creationId xmlns:a16="http://schemas.microsoft.com/office/drawing/2014/main" id="{82904013-42EE-4CDB-B0B0-C083BAEB1D08}"/>
              </a:ext>
            </a:extLst>
          </p:cNvPr>
          <p:cNvSpPr>
            <a:spLocks noGrp="1"/>
          </p:cNvSpPr>
          <p:nvPr/>
        </p:nvSpPr>
        <p:spPr>
          <a:xfrm>
            <a:off x="7668986" y="508720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BBB75"/>
          </a:solidFill>
          <a:ln w="3364">
            <a:solidFill>
              <a:srgbClr val="3BBB75"/>
            </a:solidFill>
            <a:prstDash val="solid"/>
          </a:ln>
        </p:spPr>
      </p:sp>
      <p:sp>
        <p:nvSpPr>
          <p:cNvPr id="4352" name="Stage1_sixpanel_9523">
            <a:extLst>
              <a:ext uri="{FF2B5EF4-FFF2-40B4-BE49-F238E27FC236}">
                <a16:creationId xmlns:a16="http://schemas.microsoft.com/office/drawing/2014/main" id="{4D27CBA6-A767-4664-B524-CEA3DD278161}"/>
              </a:ext>
            </a:extLst>
          </p:cNvPr>
          <p:cNvSpPr>
            <a:spLocks noGrp="1"/>
          </p:cNvSpPr>
          <p:nvPr/>
        </p:nvSpPr>
        <p:spPr>
          <a:xfrm>
            <a:off x="7668986" y="507873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ABA76"/>
          </a:solidFill>
          <a:ln w="3364">
            <a:solidFill>
              <a:srgbClr val="3ABA76"/>
            </a:solidFill>
            <a:prstDash val="solid"/>
          </a:ln>
        </p:spPr>
      </p:sp>
      <p:sp>
        <p:nvSpPr>
          <p:cNvPr id="4353" name="Stage1_sixpanel_9524">
            <a:extLst>
              <a:ext uri="{FF2B5EF4-FFF2-40B4-BE49-F238E27FC236}">
                <a16:creationId xmlns:a16="http://schemas.microsoft.com/office/drawing/2014/main" id="{1C12730D-D8A8-4692-83D0-35BE17B2F52A}"/>
              </a:ext>
            </a:extLst>
          </p:cNvPr>
          <p:cNvSpPr>
            <a:spLocks noGrp="1"/>
          </p:cNvSpPr>
          <p:nvPr/>
        </p:nvSpPr>
        <p:spPr>
          <a:xfrm>
            <a:off x="7668986" y="507025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8B977"/>
          </a:solidFill>
          <a:ln w="3364">
            <a:solidFill>
              <a:srgbClr val="38B977"/>
            </a:solidFill>
            <a:prstDash val="solid"/>
          </a:ln>
        </p:spPr>
      </p:sp>
      <p:sp>
        <p:nvSpPr>
          <p:cNvPr id="4354" name="Stage1_sixpanel_9525">
            <a:extLst>
              <a:ext uri="{FF2B5EF4-FFF2-40B4-BE49-F238E27FC236}">
                <a16:creationId xmlns:a16="http://schemas.microsoft.com/office/drawing/2014/main" id="{EB1832E9-F697-4A17-9CD1-01F6E8B0D7F4}"/>
              </a:ext>
            </a:extLst>
          </p:cNvPr>
          <p:cNvSpPr>
            <a:spLocks noGrp="1"/>
          </p:cNvSpPr>
          <p:nvPr/>
        </p:nvSpPr>
        <p:spPr>
          <a:xfrm>
            <a:off x="7668986" y="506177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7B878"/>
          </a:solidFill>
          <a:ln w="3364">
            <a:solidFill>
              <a:srgbClr val="37B878"/>
            </a:solidFill>
            <a:prstDash val="solid"/>
          </a:ln>
        </p:spPr>
      </p:sp>
      <p:sp>
        <p:nvSpPr>
          <p:cNvPr id="4355" name="Stage1_sixpanel_9526">
            <a:extLst>
              <a:ext uri="{FF2B5EF4-FFF2-40B4-BE49-F238E27FC236}">
                <a16:creationId xmlns:a16="http://schemas.microsoft.com/office/drawing/2014/main" id="{B25C60D0-50DC-4EA1-A6A9-470C5A5FFAE6}"/>
              </a:ext>
            </a:extLst>
          </p:cNvPr>
          <p:cNvSpPr>
            <a:spLocks noGrp="1"/>
          </p:cNvSpPr>
          <p:nvPr/>
        </p:nvSpPr>
        <p:spPr>
          <a:xfrm>
            <a:off x="7668986" y="505329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5B779"/>
          </a:solidFill>
          <a:ln w="3364">
            <a:solidFill>
              <a:srgbClr val="35B779"/>
            </a:solidFill>
            <a:prstDash val="solid"/>
          </a:ln>
        </p:spPr>
      </p:sp>
      <p:sp>
        <p:nvSpPr>
          <p:cNvPr id="4356" name="Stage1_sixpanel_9527">
            <a:extLst>
              <a:ext uri="{FF2B5EF4-FFF2-40B4-BE49-F238E27FC236}">
                <a16:creationId xmlns:a16="http://schemas.microsoft.com/office/drawing/2014/main" id="{4BB0A34F-F7BD-4131-BE89-0A7378899098}"/>
              </a:ext>
            </a:extLst>
          </p:cNvPr>
          <p:cNvSpPr>
            <a:spLocks noGrp="1"/>
          </p:cNvSpPr>
          <p:nvPr/>
        </p:nvSpPr>
        <p:spPr>
          <a:xfrm>
            <a:off x="7668986" y="504482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4B679"/>
          </a:solidFill>
          <a:ln w="3364">
            <a:solidFill>
              <a:srgbClr val="34B679"/>
            </a:solidFill>
            <a:prstDash val="solid"/>
          </a:ln>
        </p:spPr>
      </p:sp>
      <p:sp>
        <p:nvSpPr>
          <p:cNvPr id="4357" name="Stage1_sixpanel_9528">
            <a:extLst>
              <a:ext uri="{FF2B5EF4-FFF2-40B4-BE49-F238E27FC236}">
                <a16:creationId xmlns:a16="http://schemas.microsoft.com/office/drawing/2014/main" id="{9E381D3F-3742-493D-AD33-476DC6A95001}"/>
              </a:ext>
            </a:extLst>
          </p:cNvPr>
          <p:cNvSpPr>
            <a:spLocks noGrp="1"/>
          </p:cNvSpPr>
          <p:nvPr/>
        </p:nvSpPr>
        <p:spPr>
          <a:xfrm>
            <a:off x="7668986" y="503634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2B67A"/>
          </a:solidFill>
          <a:ln w="3364">
            <a:solidFill>
              <a:srgbClr val="32B67A"/>
            </a:solidFill>
            <a:prstDash val="solid"/>
          </a:ln>
        </p:spPr>
      </p:sp>
      <p:sp>
        <p:nvSpPr>
          <p:cNvPr id="4358" name="Stage1_sixpanel_9529">
            <a:extLst>
              <a:ext uri="{FF2B5EF4-FFF2-40B4-BE49-F238E27FC236}">
                <a16:creationId xmlns:a16="http://schemas.microsoft.com/office/drawing/2014/main" id="{6C7ECC9B-2177-42B8-B049-856329E90D2F}"/>
              </a:ext>
            </a:extLst>
          </p:cNvPr>
          <p:cNvSpPr>
            <a:spLocks noGrp="1"/>
          </p:cNvSpPr>
          <p:nvPr/>
        </p:nvSpPr>
        <p:spPr>
          <a:xfrm>
            <a:off x="7668986" y="50278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B57B"/>
          </a:solidFill>
          <a:ln w="3364">
            <a:solidFill>
              <a:srgbClr val="31B57B"/>
            </a:solidFill>
            <a:prstDash val="solid"/>
          </a:ln>
        </p:spPr>
      </p:sp>
      <p:sp>
        <p:nvSpPr>
          <p:cNvPr id="4359" name="Stage1_sixpanel_9530">
            <a:extLst>
              <a:ext uri="{FF2B5EF4-FFF2-40B4-BE49-F238E27FC236}">
                <a16:creationId xmlns:a16="http://schemas.microsoft.com/office/drawing/2014/main" id="{2BEAD992-57DE-45EC-B2C6-8AB8CA0217FA}"/>
              </a:ext>
            </a:extLst>
          </p:cNvPr>
          <p:cNvSpPr>
            <a:spLocks noGrp="1"/>
          </p:cNvSpPr>
          <p:nvPr/>
        </p:nvSpPr>
        <p:spPr>
          <a:xfrm>
            <a:off x="7668986" y="501938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FB47C"/>
          </a:solidFill>
          <a:ln w="3364">
            <a:solidFill>
              <a:srgbClr val="2FB47C"/>
            </a:solidFill>
            <a:prstDash val="solid"/>
          </a:ln>
        </p:spPr>
      </p:sp>
      <p:sp>
        <p:nvSpPr>
          <p:cNvPr id="4360" name="Stage1_sixpanel_9531">
            <a:extLst>
              <a:ext uri="{FF2B5EF4-FFF2-40B4-BE49-F238E27FC236}">
                <a16:creationId xmlns:a16="http://schemas.microsoft.com/office/drawing/2014/main" id="{DD45B13F-2D9A-465E-A4D8-13E5D7339427}"/>
              </a:ext>
            </a:extLst>
          </p:cNvPr>
          <p:cNvSpPr>
            <a:spLocks noGrp="1"/>
          </p:cNvSpPr>
          <p:nvPr/>
        </p:nvSpPr>
        <p:spPr>
          <a:xfrm>
            <a:off x="7668986" y="501091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B37C"/>
          </a:solidFill>
          <a:ln w="3364">
            <a:solidFill>
              <a:srgbClr val="2EB37C"/>
            </a:solidFill>
            <a:prstDash val="solid"/>
          </a:ln>
        </p:spPr>
      </p:sp>
      <p:sp>
        <p:nvSpPr>
          <p:cNvPr id="4361" name="Stage1_sixpanel_9532">
            <a:extLst>
              <a:ext uri="{FF2B5EF4-FFF2-40B4-BE49-F238E27FC236}">
                <a16:creationId xmlns:a16="http://schemas.microsoft.com/office/drawing/2014/main" id="{524D4880-CF87-44C8-BEEF-BD95B484A43F}"/>
              </a:ext>
            </a:extLst>
          </p:cNvPr>
          <p:cNvSpPr>
            <a:spLocks noGrp="1"/>
          </p:cNvSpPr>
          <p:nvPr/>
        </p:nvSpPr>
        <p:spPr>
          <a:xfrm>
            <a:off x="7668986" y="500243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DB27D"/>
          </a:solidFill>
          <a:ln w="3364">
            <a:solidFill>
              <a:srgbClr val="2DB27D"/>
            </a:solidFill>
            <a:prstDash val="solid"/>
          </a:ln>
        </p:spPr>
      </p:sp>
      <p:sp>
        <p:nvSpPr>
          <p:cNvPr id="4362" name="Stage1_sixpanel_9533">
            <a:extLst>
              <a:ext uri="{FF2B5EF4-FFF2-40B4-BE49-F238E27FC236}">
                <a16:creationId xmlns:a16="http://schemas.microsoft.com/office/drawing/2014/main" id="{AC88F71C-3486-4DB7-9FD8-4501B72B4602}"/>
              </a:ext>
            </a:extLst>
          </p:cNvPr>
          <p:cNvSpPr>
            <a:spLocks noGrp="1"/>
          </p:cNvSpPr>
          <p:nvPr/>
        </p:nvSpPr>
        <p:spPr>
          <a:xfrm>
            <a:off x="7668986" y="499395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B17E"/>
          </a:solidFill>
          <a:ln w="3364">
            <a:solidFill>
              <a:srgbClr val="2CB17E"/>
            </a:solidFill>
            <a:prstDash val="solid"/>
          </a:ln>
        </p:spPr>
      </p:sp>
      <p:sp>
        <p:nvSpPr>
          <p:cNvPr id="4363" name="Stage1_sixpanel_9534">
            <a:extLst>
              <a:ext uri="{FF2B5EF4-FFF2-40B4-BE49-F238E27FC236}">
                <a16:creationId xmlns:a16="http://schemas.microsoft.com/office/drawing/2014/main" id="{1AB301D8-E78B-44D1-AAC6-1149D8238DA9}"/>
              </a:ext>
            </a:extLst>
          </p:cNvPr>
          <p:cNvSpPr>
            <a:spLocks noGrp="1"/>
          </p:cNvSpPr>
          <p:nvPr/>
        </p:nvSpPr>
        <p:spPr>
          <a:xfrm>
            <a:off x="7668986" y="498548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B07F"/>
          </a:solidFill>
          <a:ln w="3364">
            <a:solidFill>
              <a:srgbClr val="2AB07F"/>
            </a:solidFill>
            <a:prstDash val="solid"/>
          </a:ln>
        </p:spPr>
      </p:sp>
      <p:sp>
        <p:nvSpPr>
          <p:cNvPr id="4364" name="Stage1_sixpanel_9535">
            <a:extLst>
              <a:ext uri="{FF2B5EF4-FFF2-40B4-BE49-F238E27FC236}">
                <a16:creationId xmlns:a16="http://schemas.microsoft.com/office/drawing/2014/main" id="{30E51FBA-51A7-4518-ACE5-37C8B43A0853}"/>
              </a:ext>
            </a:extLst>
          </p:cNvPr>
          <p:cNvSpPr>
            <a:spLocks noGrp="1"/>
          </p:cNvSpPr>
          <p:nvPr/>
        </p:nvSpPr>
        <p:spPr>
          <a:xfrm>
            <a:off x="7668986" y="497700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AF7F"/>
          </a:solidFill>
          <a:ln w="3364">
            <a:solidFill>
              <a:srgbClr val="29AF7F"/>
            </a:solidFill>
            <a:prstDash val="solid"/>
          </a:ln>
        </p:spPr>
      </p:sp>
      <p:sp>
        <p:nvSpPr>
          <p:cNvPr id="4365" name="Stage1_sixpanel_9536">
            <a:extLst>
              <a:ext uri="{FF2B5EF4-FFF2-40B4-BE49-F238E27FC236}">
                <a16:creationId xmlns:a16="http://schemas.microsoft.com/office/drawing/2014/main" id="{4F96FDC6-2CDE-451F-802B-091A2E5DD426}"/>
              </a:ext>
            </a:extLst>
          </p:cNvPr>
          <p:cNvSpPr>
            <a:spLocks noGrp="1"/>
          </p:cNvSpPr>
          <p:nvPr/>
        </p:nvSpPr>
        <p:spPr>
          <a:xfrm>
            <a:off x="7668986" y="496852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8AE80"/>
          </a:solidFill>
          <a:ln w="3364">
            <a:solidFill>
              <a:srgbClr val="28AE80"/>
            </a:solidFill>
            <a:prstDash val="solid"/>
          </a:ln>
        </p:spPr>
      </p:sp>
      <p:sp>
        <p:nvSpPr>
          <p:cNvPr id="4366" name="Stage1_sixpanel_9537">
            <a:extLst>
              <a:ext uri="{FF2B5EF4-FFF2-40B4-BE49-F238E27FC236}">
                <a16:creationId xmlns:a16="http://schemas.microsoft.com/office/drawing/2014/main" id="{E33CCEE5-A9B6-4CDB-A877-6B77E23834FB}"/>
              </a:ext>
            </a:extLst>
          </p:cNvPr>
          <p:cNvSpPr>
            <a:spLocks noGrp="1"/>
          </p:cNvSpPr>
          <p:nvPr/>
        </p:nvSpPr>
        <p:spPr>
          <a:xfrm>
            <a:off x="7668986" y="496004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AD81"/>
          </a:solidFill>
          <a:ln w="3364">
            <a:solidFill>
              <a:srgbClr val="27AD81"/>
            </a:solidFill>
            <a:prstDash val="solid"/>
          </a:ln>
        </p:spPr>
      </p:sp>
      <p:sp>
        <p:nvSpPr>
          <p:cNvPr id="4367" name="Stage1_sixpanel_9538">
            <a:extLst>
              <a:ext uri="{FF2B5EF4-FFF2-40B4-BE49-F238E27FC236}">
                <a16:creationId xmlns:a16="http://schemas.microsoft.com/office/drawing/2014/main" id="{09BC2620-7097-49F9-8F12-B67AF959A241}"/>
              </a:ext>
            </a:extLst>
          </p:cNvPr>
          <p:cNvSpPr>
            <a:spLocks noGrp="1"/>
          </p:cNvSpPr>
          <p:nvPr/>
        </p:nvSpPr>
        <p:spPr>
          <a:xfrm>
            <a:off x="7668986" y="495157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AD81"/>
          </a:solidFill>
          <a:ln w="3364">
            <a:solidFill>
              <a:srgbClr val="26AD81"/>
            </a:solidFill>
            <a:prstDash val="solid"/>
          </a:ln>
        </p:spPr>
      </p:sp>
      <p:sp>
        <p:nvSpPr>
          <p:cNvPr id="4368" name="Stage1_sixpanel_9539">
            <a:extLst>
              <a:ext uri="{FF2B5EF4-FFF2-40B4-BE49-F238E27FC236}">
                <a16:creationId xmlns:a16="http://schemas.microsoft.com/office/drawing/2014/main" id="{BF788F3C-B43E-488C-9672-BA41891C4305}"/>
              </a:ext>
            </a:extLst>
          </p:cNvPr>
          <p:cNvSpPr>
            <a:spLocks noGrp="1"/>
          </p:cNvSpPr>
          <p:nvPr/>
        </p:nvSpPr>
        <p:spPr>
          <a:xfrm>
            <a:off x="7668986" y="494309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AC82"/>
          </a:solidFill>
          <a:ln w="3364">
            <a:solidFill>
              <a:srgbClr val="25AC82"/>
            </a:solidFill>
            <a:prstDash val="solid"/>
          </a:ln>
        </p:spPr>
      </p:sp>
      <p:sp>
        <p:nvSpPr>
          <p:cNvPr id="4369" name="Stage1_sixpanel_9540">
            <a:extLst>
              <a:ext uri="{FF2B5EF4-FFF2-40B4-BE49-F238E27FC236}">
                <a16:creationId xmlns:a16="http://schemas.microsoft.com/office/drawing/2014/main" id="{DC6F6020-E23B-4CC1-BC59-1E3DDBA4595E}"/>
              </a:ext>
            </a:extLst>
          </p:cNvPr>
          <p:cNvSpPr>
            <a:spLocks noGrp="1"/>
          </p:cNvSpPr>
          <p:nvPr/>
        </p:nvSpPr>
        <p:spPr>
          <a:xfrm>
            <a:off x="7668986" y="493461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AB82"/>
          </a:solidFill>
          <a:ln w="3364">
            <a:solidFill>
              <a:srgbClr val="25AB82"/>
            </a:solidFill>
            <a:prstDash val="solid"/>
          </a:ln>
        </p:spPr>
      </p:sp>
      <p:sp>
        <p:nvSpPr>
          <p:cNvPr id="4370" name="Stage1_sixpanel_9541">
            <a:extLst>
              <a:ext uri="{FF2B5EF4-FFF2-40B4-BE49-F238E27FC236}">
                <a16:creationId xmlns:a16="http://schemas.microsoft.com/office/drawing/2014/main" id="{1478B522-0D20-4897-AE55-AA5C7C6E883E}"/>
              </a:ext>
            </a:extLst>
          </p:cNvPr>
          <p:cNvSpPr>
            <a:spLocks noGrp="1"/>
          </p:cNvSpPr>
          <p:nvPr/>
        </p:nvSpPr>
        <p:spPr>
          <a:xfrm>
            <a:off x="7668986" y="492613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4AA83"/>
          </a:solidFill>
          <a:ln w="3364">
            <a:solidFill>
              <a:srgbClr val="24AA83"/>
            </a:solidFill>
            <a:prstDash val="solid"/>
          </a:ln>
        </p:spPr>
      </p:sp>
      <p:sp>
        <p:nvSpPr>
          <p:cNvPr id="4371" name="Stage1_sixpanel_9542">
            <a:extLst>
              <a:ext uri="{FF2B5EF4-FFF2-40B4-BE49-F238E27FC236}">
                <a16:creationId xmlns:a16="http://schemas.microsoft.com/office/drawing/2014/main" id="{2663435F-684B-4FEC-87ED-BE3EEF8BBCD2}"/>
              </a:ext>
            </a:extLst>
          </p:cNvPr>
          <p:cNvSpPr>
            <a:spLocks noGrp="1"/>
          </p:cNvSpPr>
          <p:nvPr/>
        </p:nvSpPr>
        <p:spPr>
          <a:xfrm>
            <a:off x="7668986" y="491766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A983"/>
          </a:solidFill>
          <a:ln w="3364">
            <a:solidFill>
              <a:srgbClr val="23A983"/>
            </a:solidFill>
            <a:prstDash val="solid"/>
          </a:ln>
        </p:spPr>
      </p:sp>
      <p:sp>
        <p:nvSpPr>
          <p:cNvPr id="4372" name="Stage1_sixpanel_9543">
            <a:extLst>
              <a:ext uri="{FF2B5EF4-FFF2-40B4-BE49-F238E27FC236}">
                <a16:creationId xmlns:a16="http://schemas.microsoft.com/office/drawing/2014/main" id="{011166A9-5BD0-4BB9-BF28-377F961B72E2}"/>
              </a:ext>
            </a:extLst>
          </p:cNvPr>
          <p:cNvSpPr>
            <a:spLocks noGrp="1"/>
          </p:cNvSpPr>
          <p:nvPr/>
        </p:nvSpPr>
        <p:spPr>
          <a:xfrm>
            <a:off x="7668986" y="490918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A884"/>
          </a:solidFill>
          <a:ln w="3364">
            <a:solidFill>
              <a:srgbClr val="22A884"/>
            </a:solidFill>
            <a:prstDash val="solid"/>
          </a:ln>
        </p:spPr>
      </p:sp>
      <p:sp>
        <p:nvSpPr>
          <p:cNvPr id="4373" name="Stage1_sixpanel_9544">
            <a:extLst>
              <a:ext uri="{FF2B5EF4-FFF2-40B4-BE49-F238E27FC236}">
                <a16:creationId xmlns:a16="http://schemas.microsoft.com/office/drawing/2014/main" id="{12687EC1-2513-4E2E-9D7A-A84BE90EE7DF}"/>
              </a:ext>
            </a:extLst>
          </p:cNvPr>
          <p:cNvSpPr>
            <a:spLocks noGrp="1"/>
          </p:cNvSpPr>
          <p:nvPr/>
        </p:nvSpPr>
        <p:spPr>
          <a:xfrm>
            <a:off x="7668986" y="490070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A785"/>
          </a:solidFill>
          <a:ln w="3364">
            <a:solidFill>
              <a:srgbClr val="22A785"/>
            </a:solidFill>
            <a:prstDash val="solid"/>
          </a:ln>
        </p:spPr>
      </p:sp>
      <p:sp>
        <p:nvSpPr>
          <p:cNvPr id="4374" name="Stage1_sixpanel_9545">
            <a:extLst>
              <a:ext uri="{FF2B5EF4-FFF2-40B4-BE49-F238E27FC236}">
                <a16:creationId xmlns:a16="http://schemas.microsoft.com/office/drawing/2014/main" id="{1D4FB245-BE62-4925-9DD7-77F92D2291F0}"/>
              </a:ext>
            </a:extLst>
          </p:cNvPr>
          <p:cNvSpPr>
            <a:spLocks noGrp="1"/>
          </p:cNvSpPr>
          <p:nvPr/>
        </p:nvSpPr>
        <p:spPr>
          <a:xfrm>
            <a:off x="7668986" y="489223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A685"/>
          </a:solidFill>
          <a:ln w="3364">
            <a:solidFill>
              <a:srgbClr val="21A685"/>
            </a:solidFill>
            <a:prstDash val="solid"/>
          </a:ln>
        </p:spPr>
      </p:sp>
      <p:sp>
        <p:nvSpPr>
          <p:cNvPr id="4375" name="Stage1_sixpanel_9546">
            <a:extLst>
              <a:ext uri="{FF2B5EF4-FFF2-40B4-BE49-F238E27FC236}">
                <a16:creationId xmlns:a16="http://schemas.microsoft.com/office/drawing/2014/main" id="{9B66C80E-5D25-4AF6-B6DA-68DE687EBA38}"/>
              </a:ext>
            </a:extLst>
          </p:cNvPr>
          <p:cNvSpPr>
            <a:spLocks noGrp="1"/>
          </p:cNvSpPr>
          <p:nvPr/>
        </p:nvSpPr>
        <p:spPr>
          <a:xfrm>
            <a:off x="7668986" y="488375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A585"/>
          </a:solidFill>
          <a:ln w="3364">
            <a:solidFill>
              <a:srgbClr val="21A585"/>
            </a:solidFill>
            <a:prstDash val="solid"/>
          </a:ln>
        </p:spPr>
      </p:sp>
      <p:sp>
        <p:nvSpPr>
          <p:cNvPr id="4376" name="Stage1_sixpanel_9547">
            <a:extLst>
              <a:ext uri="{FF2B5EF4-FFF2-40B4-BE49-F238E27FC236}">
                <a16:creationId xmlns:a16="http://schemas.microsoft.com/office/drawing/2014/main" id="{C8C9E4C9-ED4E-419D-A6E5-00252DE34D65}"/>
              </a:ext>
            </a:extLst>
          </p:cNvPr>
          <p:cNvSpPr>
            <a:spLocks noGrp="1"/>
          </p:cNvSpPr>
          <p:nvPr/>
        </p:nvSpPr>
        <p:spPr>
          <a:xfrm>
            <a:off x="7668986" y="487527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A486"/>
          </a:solidFill>
          <a:ln w="3364">
            <a:solidFill>
              <a:srgbClr val="20A486"/>
            </a:solidFill>
            <a:prstDash val="solid"/>
          </a:ln>
        </p:spPr>
      </p:sp>
      <p:sp>
        <p:nvSpPr>
          <p:cNvPr id="4377" name="Stage1_sixpanel_9548">
            <a:extLst>
              <a:ext uri="{FF2B5EF4-FFF2-40B4-BE49-F238E27FC236}">
                <a16:creationId xmlns:a16="http://schemas.microsoft.com/office/drawing/2014/main" id="{E56BA7EF-CFBE-4829-9B3D-8B25989740FB}"/>
              </a:ext>
            </a:extLst>
          </p:cNvPr>
          <p:cNvSpPr>
            <a:spLocks noGrp="1"/>
          </p:cNvSpPr>
          <p:nvPr/>
        </p:nvSpPr>
        <p:spPr>
          <a:xfrm>
            <a:off x="7668986" y="486679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A386"/>
          </a:solidFill>
          <a:ln w="3364">
            <a:solidFill>
              <a:srgbClr val="20A386"/>
            </a:solidFill>
            <a:prstDash val="solid"/>
          </a:ln>
        </p:spPr>
      </p:sp>
      <p:sp>
        <p:nvSpPr>
          <p:cNvPr id="4378" name="Stage1_sixpanel_9549">
            <a:extLst>
              <a:ext uri="{FF2B5EF4-FFF2-40B4-BE49-F238E27FC236}">
                <a16:creationId xmlns:a16="http://schemas.microsoft.com/office/drawing/2014/main" id="{4B1EAA07-0472-4EA6-975A-BFDBD921E671}"/>
              </a:ext>
            </a:extLst>
          </p:cNvPr>
          <p:cNvSpPr>
            <a:spLocks noGrp="1"/>
          </p:cNvSpPr>
          <p:nvPr/>
        </p:nvSpPr>
        <p:spPr>
          <a:xfrm>
            <a:off x="7668986" y="485832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287"/>
          </a:solidFill>
          <a:ln w="3364">
            <a:solidFill>
              <a:srgbClr val="1FA287"/>
            </a:solidFill>
            <a:prstDash val="solid"/>
          </a:ln>
        </p:spPr>
      </p:sp>
      <p:sp>
        <p:nvSpPr>
          <p:cNvPr id="4379" name="Stage1_sixpanel_9550">
            <a:extLst>
              <a:ext uri="{FF2B5EF4-FFF2-40B4-BE49-F238E27FC236}">
                <a16:creationId xmlns:a16="http://schemas.microsoft.com/office/drawing/2014/main" id="{F6172836-E77E-4231-9C76-D8248BBE4E7B}"/>
              </a:ext>
            </a:extLst>
          </p:cNvPr>
          <p:cNvSpPr>
            <a:spLocks noGrp="1"/>
          </p:cNvSpPr>
          <p:nvPr/>
        </p:nvSpPr>
        <p:spPr>
          <a:xfrm>
            <a:off x="7668986" y="484984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187"/>
          </a:solidFill>
          <a:ln w="3364">
            <a:solidFill>
              <a:srgbClr val="1FA187"/>
            </a:solidFill>
            <a:prstDash val="solid"/>
          </a:ln>
        </p:spPr>
      </p:sp>
      <p:sp>
        <p:nvSpPr>
          <p:cNvPr id="4380" name="Stage1_sixpanel_9551">
            <a:extLst>
              <a:ext uri="{FF2B5EF4-FFF2-40B4-BE49-F238E27FC236}">
                <a16:creationId xmlns:a16="http://schemas.microsoft.com/office/drawing/2014/main" id="{74B5047A-9924-4DFD-93F9-C05FFFAC3139}"/>
              </a:ext>
            </a:extLst>
          </p:cNvPr>
          <p:cNvSpPr>
            <a:spLocks noGrp="1"/>
          </p:cNvSpPr>
          <p:nvPr/>
        </p:nvSpPr>
        <p:spPr>
          <a:xfrm>
            <a:off x="7668986" y="484136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188"/>
          </a:solidFill>
          <a:ln w="3364">
            <a:solidFill>
              <a:srgbClr val="1FA188"/>
            </a:solidFill>
            <a:prstDash val="solid"/>
          </a:ln>
        </p:spPr>
      </p:sp>
      <p:sp>
        <p:nvSpPr>
          <p:cNvPr id="4381" name="Stage1_sixpanel_9552">
            <a:extLst>
              <a:ext uri="{FF2B5EF4-FFF2-40B4-BE49-F238E27FC236}">
                <a16:creationId xmlns:a16="http://schemas.microsoft.com/office/drawing/2014/main" id="{E9144B9F-5B39-4565-B281-62756793A7B1}"/>
              </a:ext>
            </a:extLst>
          </p:cNvPr>
          <p:cNvSpPr>
            <a:spLocks noGrp="1"/>
          </p:cNvSpPr>
          <p:nvPr/>
        </p:nvSpPr>
        <p:spPr>
          <a:xfrm>
            <a:off x="7668986" y="483289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088"/>
          </a:solidFill>
          <a:ln w="3364">
            <a:solidFill>
              <a:srgbClr val="1FA088"/>
            </a:solidFill>
            <a:prstDash val="solid"/>
          </a:ln>
        </p:spPr>
      </p:sp>
      <p:sp>
        <p:nvSpPr>
          <p:cNvPr id="4382" name="Stage1_sixpanel_9553">
            <a:extLst>
              <a:ext uri="{FF2B5EF4-FFF2-40B4-BE49-F238E27FC236}">
                <a16:creationId xmlns:a16="http://schemas.microsoft.com/office/drawing/2014/main" id="{675AF82E-EA77-43C8-AEAE-2C078200E273}"/>
              </a:ext>
            </a:extLst>
          </p:cNvPr>
          <p:cNvSpPr>
            <a:spLocks noGrp="1"/>
          </p:cNvSpPr>
          <p:nvPr/>
        </p:nvSpPr>
        <p:spPr>
          <a:xfrm>
            <a:off x="7668986" y="482441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F88"/>
          </a:solidFill>
          <a:ln w="3364">
            <a:solidFill>
              <a:srgbClr val="1F9F88"/>
            </a:solidFill>
            <a:prstDash val="solid"/>
          </a:ln>
        </p:spPr>
      </p:sp>
      <p:sp>
        <p:nvSpPr>
          <p:cNvPr id="4383" name="Stage1_sixpanel_9554">
            <a:extLst>
              <a:ext uri="{FF2B5EF4-FFF2-40B4-BE49-F238E27FC236}">
                <a16:creationId xmlns:a16="http://schemas.microsoft.com/office/drawing/2014/main" id="{D184953F-245B-4BFB-9393-49149714094B}"/>
              </a:ext>
            </a:extLst>
          </p:cNvPr>
          <p:cNvSpPr>
            <a:spLocks noGrp="1"/>
          </p:cNvSpPr>
          <p:nvPr/>
        </p:nvSpPr>
        <p:spPr>
          <a:xfrm>
            <a:off x="7668986" y="481593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E89"/>
          </a:solidFill>
          <a:ln w="3364">
            <a:solidFill>
              <a:srgbClr val="1F9E89"/>
            </a:solidFill>
            <a:prstDash val="solid"/>
          </a:ln>
        </p:spPr>
      </p:sp>
      <p:sp>
        <p:nvSpPr>
          <p:cNvPr id="4384" name="Stage1_sixpanel_9555">
            <a:extLst>
              <a:ext uri="{FF2B5EF4-FFF2-40B4-BE49-F238E27FC236}">
                <a16:creationId xmlns:a16="http://schemas.microsoft.com/office/drawing/2014/main" id="{039AEC62-82B1-42CC-98EC-286A88A76EA4}"/>
              </a:ext>
            </a:extLst>
          </p:cNvPr>
          <p:cNvSpPr>
            <a:spLocks noGrp="1"/>
          </p:cNvSpPr>
          <p:nvPr/>
        </p:nvSpPr>
        <p:spPr>
          <a:xfrm>
            <a:off x="7668986" y="480745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E9D89"/>
          </a:solidFill>
          <a:ln w="3364">
            <a:solidFill>
              <a:srgbClr val="1E9D89"/>
            </a:solidFill>
            <a:prstDash val="solid"/>
          </a:ln>
        </p:spPr>
      </p:sp>
      <p:sp>
        <p:nvSpPr>
          <p:cNvPr id="4385" name="Stage1_sixpanel_9556">
            <a:extLst>
              <a:ext uri="{FF2B5EF4-FFF2-40B4-BE49-F238E27FC236}">
                <a16:creationId xmlns:a16="http://schemas.microsoft.com/office/drawing/2014/main" id="{CF22D1C8-185A-4230-896C-A7A7B6C99368}"/>
              </a:ext>
            </a:extLst>
          </p:cNvPr>
          <p:cNvSpPr>
            <a:spLocks noGrp="1"/>
          </p:cNvSpPr>
          <p:nvPr/>
        </p:nvSpPr>
        <p:spPr>
          <a:xfrm>
            <a:off x="7668986" y="479898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E9C89"/>
          </a:solidFill>
          <a:ln w="3364">
            <a:solidFill>
              <a:srgbClr val="1E9C89"/>
            </a:solidFill>
            <a:prstDash val="solid"/>
          </a:ln>
        </p:spPr>
      </p:sp>
      <p:sp>
        <p:nvSpPr>
          <p:cNvPr id="4386" name="Stage1_sixpanel_9557">
            <a:extLst>
              <a:ext uri="{FF2B5EF4-FFF2-40B4-BE49-F238E27FC236}">
                <a16:creationId xmlns:a16="http://schemas.microsoft.com/office/drawing/2014/main" id="{0DCC08CC-4A71-4535-888C-55818565DAEB}"/>
              </a:ext>
            </a:extLst>
          </p:cNvPr>
          <p:cNvSpPr>
            <a:spLocks noGrp="1"/>
          </p:cNvSpPr>
          <p:nvPr/>
        </p:nvSpPr>
        <p:spPr>
          <a:xfrm>
            <a:off x="7668986" y="479050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E9B8A"/>
          </a:solidFill>
          <a:ln w="3364">
            <a:solidFill>
              <a:srgbClr val="1E9B8A"/>
            </a:solidFill>
            <a:prstDash val="solid"/>
          </a:ln>
        </p:spPr>
      </p:sp>
      <p:sp>
        <p:nvSpPr>
          <p:cNvPr id="4387" name="Stage1_sixpanel_9558">
            <a:extLst>
              <a:ext uri="{FF2B5EF4-FFF2-40B4-BE49-F238E27FC236}">
                <a16:creationId xmlns:a16="http://schemas.microsoft.com/office/drawing/2014/main" id="{B517326A-AD81-4D35-AA3F-A775A97A3065}"/>
              </a:ext>
            </a:extLst>
          </p:cNvPr>
          <p:cNvSpPr>
            <a:spLocks noGrp="1"/>
          </p:cNvSpPr>
          <p:nvPr/>
        </p:nvSpPr>
        <p:spPr>
          <a:xfrm>
            <a:off x="7668986" y="478202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A8A"/>
          </a:solidFill>
          <a:ln w="3364">
            <a:solidFill>
              <a:srgbClr val="1F9A8A"/>
            </a:solidFill>
            <a:prstDash val="solid"/>
          </a:ln>
        </p:spPr>
      </p:sp>
      <p:sp>
        <p:nvSpPr>
          <p:cNvPr id="4388" name="Stage1_sixpanel_9559">
            <a:extLst>
              <a:ext uri="{FF2B5EF4-FFF2-40B4-BE49-F238E27FC236}">
                <a16:creationId xmlns:a16="http://schemas.microsoft.com/office/drawing/2014/main" id="{9E580135-1201-4EB5-863D-F78CFB1F4174}"/>
              </a:ext>
            </a:extLst>
          </p:cNvPr>
          <p:cNvSpPr>
            <a:spLocks noGrp="1"/>
          </p:cNvSpPr>
          <p:nvPr/>
        </p:nvSpPr>
        <p:spPr>
          <a:xfrm>
            <a:off x="7668986" y="477354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98A"/>
          </a:solidFill>
          <a:ln w="3364">
            <a:solidFill>
              <a:srgbClr val="1F998A"/>
            </a:solidFill>
            <a:prstDash val="solid"/>
          </a:ln>
        </p:spPr>
      </p:sp>
      <p:sp>
        <p:nvSpPr>
          <p:cNvPr id="4389" name="Stage1_sixpanel_9560">
            <a:extLst>
              <a:ext uri="{FF2B5EF4-FFF2-40B4-BE49-F238E27FC236}">
                <a16:creationId xmlns:a16="http://schemas.microsoft.com/office/drawing/2014/main" id="{88420E25-9085-4D6B-8DDD-6E66148E86F1}"/>
              </a:ext>
            </a:extLst>
          </p:cNvPr>
          <p:cNvSpPr>
            <a:spLocks noGrp="1"/>
          </p:cNvSpPr>
          <p:nvPr/>
        </p:nvSpPr>
        <p:spPr>
          <a:xfrm>
            <a:off x="7668986" y="476507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88B"/>
          </a:solidFill>
          <a:ln w="3364">
            <a:solidFill>
              <a:srgbClr val="1F988B"/>
            </a:solidFill>
            <a:prstDash val="solid"/>
          </a:ln>
        </p:spPr>
      </p:sp>
      <p:sp>
        <p:nvSpPr>
          <p:cNvPr id="4390" name="Stage1_sixpanel_9561">
            <a:extLst>
              <a:ext uri="{FF2B5EF4-FFF2-40B4-BE49-F238E27FC236}">
                <a16:creationId xmlns:a16="http://schemas.microsoft.com/office/drawing/2014/main" id="{A354498D-94B7-4736-A02B-50C37525ECE8}"/>
              </a:ext>
            </a:extLst>
          </p:cNvPr>
          <p:cNvSpPr>
            <a:spLocks noGrp="1"/>
          </p:cNvSpPr>
          <p:nvPr/>
        </p:nvSpPr>
        <p:spPr>
          <a:xfrm>
            <a:off x="7668986" y="475659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78B"/>
          </a:solidFill>
          <a:ln w="3364">
            <a:solidFill>
              <a:srgbClr val="1F978B"/>
            </a:solidFill>
            <a:prstDash val="solid"/>
          </a:ln>
        </p:spPr>
      </p:sp>
      <p:sp>
        <p:nvSpPr>
          <p:cNvPr id="4391" name="Stage1_sixpanel_9562">
            <a:extLst>
              <a:ext uri="{FF2B5EF4-FFF2-40B4-BE49-F238E27FC236}">
                <a16:creationId xmlns:a16="http://schemas.microsoft.com/office/drawing/2014/main" id="{2F959302-6115-4439-B0E0-3D14BECE34C1}"/>
              </a:ext>
            </a:extLst>
          </p:cNvPr>
          <p:cNvSpPr>
            <a:spLocks noGrp="1"/>
          </p:cNvSpPr>
          <p:nvPr/>
        </p:nvSpPr>
        <p:spPr>
          <a:xfrm>
            <a:off x="7668986" y="474811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68B"/>
          </a:solidFill>
          <a:ln w="3364">
            <a:solidFill>
              <a:srgbClr val="1F968B"/>
            </a:solidFill>
            <a:prstDash val="solid"/>
          </a:ln>
        </p:spPr>
      </p:sp>
      <p:sp>
        <p:nvSpPr>
          <p:cNvPr id="4392" name="Stage1_sixpanel_9563">
            <a:extLst>
              <a:ext uri="{FF2B5EF4-FFF2-40B4-BE49-F238E27FC236}">
                <a16:creationId xmlns:a16="http://schemas.microsoft.com/office/drawing/2014/main" id="{F50FF5A5-CC9F-4AB7-84A3-077220CE7995}"/>
              </a:ext>
            </a:extLst>
          </p:cNvPr>
          <p:cNvSpPr>
            <a:spLocks noGrp="1"/>
          </p:cNvSpPr>
          <p:nvPr/>
        </p:nvSpPr>
        <p:spPr>
          <a:xfrm>
            <a:off x="7668986" y="473964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58B"/>
          </a:solidFill>
          <a:ln w="3364">
            <a:solidFill>
              <a:srgbClr val="1F958B"/>
            </a:solidFill>
            <a:prstDash val="solid"/>
          </a:ln>
        </p:spPr>
      </p:sp>
      <p:sp>
        <p:nvSpPr>
          <p:cNvPr id="4393" name="Stage1_sixpanel_9564">
            <a:extLst>
              <a:ext uri="{FF2B5EF4-FFF2-40B4-BE49-F238E27FC236}">
                <a16:creationId xmlns:a16="http://schemas.microsoft.com/office/drawing/2014/main" id="{8E0D4BF4-34B1-48DE-8FCA-701A005B70CE}"/>
              </a:ext>
            </a:extLst>
          </p:cNvPr>
          <p:cNvSpPr>
            <a:spLocks noGrp="1"/>
          </p:cNvSpPr>
          <p:nvPr/>
        </p:nvSpPr>
        <p:spPr>
          <a:xfrm>
            <a:off x="7668986" y="473116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48C"/>
          </a:solidFill>
          <a:ln w="3364">
            <a:solidFill>
              <a:srgbClr val="1F948C"/>
            </a:solidFill>
            <a:prstDash val="solid"/>
          </a:ln>
        </p:spPr>
      </p:sp>
      <p:sp>
        <p:nvSpPr>
          <p:cNvPr id="4394" name="Stage1_sixpanel_9565">
            <a:extLst>
              <a:ext uri="{FF2B5EF4-FFF2-40B4-BE49-F238E27FC236}">
                <a16:creationId xmlns:a16="http://schemas.microsoft.com/office/drawing/2014/main" id="{ABCFDED3-8580-4173-80E0-8D90D400E328}"/>
              </a:ext>
            </a:extLst>
          </p:cNvPr>
          <p:cNvSpPr>
            <a:spLocks noGrp="1"/>
          </p:cNvSpPr>
          <p:nvPr/>
        </p:nvSpPr>
        <p:spPr>
          <a:xfrm>
            <a:off x="7668986" y="472268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938C"/>
          </a:solidFill>
          <a:ln w="3364">
            <a:solidFill>
              <a:srgbClr val="20938C"/>
            </a:solidFill>
            <a:prstDash val="solid"/>
          </a:ln>
        </p:spPr>
      </p:sp>
      <p:sp>
        <p:nvSpPr>
          <p:cNvPr id="4395" name="Stage1_sixpanel_9566">
            <a:extLst>
              <a:ext uri="{FF2B5EF4-FFF2-40B4-BE49-F238E27FC236}">
                <a16:creationId xmlns:a16="http://schemas.microsoft.com/office/drawing/2014/main" id="{178E8085-148F-484C-B22F-5108772420E5}"/>
              </a:ext>
            </a:extLst>
          </p:cNvPr>
          <p:cNvSpPr>
            <a:spLocks noGrp="1"/>
          </p:cNvSpPr>
          <p:nvPr/>
        </p:nvSpPr>
        <p:spPr>
          <a:xfrm>
            <a:off x="7668986" y="471420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928C"/>
          </a:solidFill>
          <a:ln w="3364">
            <a:solidFill>
              <a:srgbClr val="20928C"/>
            </a:solidFill>
            <a:prstDash val="solid"/>
          </a:ln>
        </p:spPr>
      </p:sp>
      <p:sp>
        <p:nvSpPr>
          <p:cNvPr id="4396" name="Stage1_sixpanel_9567">
            <a:extLst>
              <a:ext uri="{FF2B5EF4-FFF2-40B4-BE49-F238E27FC236}">
                <a16:creationId xmlns:a16="http://schemas.microsoft.com/office/drawing/2014/main" id="{DB06D328-D310-4CA5-A8BB-10D9B17CA653}"/>
              </a:ext>
            </a:extLst>
          </p:cNvPr>
          <p:cNvSpPr>
            <a:spLocks noGrp="1"/>
          </p:cNvSpPr>
          <p:nvPr/>
        </p:nvSpPr>
        <p:spPr>
          <a:xfrm>
            <a:off x="7668986" y="470573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928C"/>
          </a:solidFill>
          <a:ln w="3364">
            <a:solidFill>
              <a:srgbClr val="20928C"/>
            </a:solidFill>
            <a:prstDash val="solid"/>
          </a:ln>
        </p:spPr>
      </p:sp>
      <p:sp>
        <p:nvSpPr>
          <p:cNvPr id="4397" name="Stage1_sixpanel_9568">
            <a:extLst>
              <a:ext uri="{FF2B5EF4-FFF2-40B4-BE49-F238E27FC236}">
                <a16:creationId xmlns:a16="http://schemas.microsoft.com/office/drawing/2014/main" id="{B294E679-60F6-4814-A39A-0C6E3536E7CC}"/>
              </a:ext>
            </a:extLst>
          </p:cNvPr>
          <p:cNvSpPr>
            <a:spLocks noGrp="1"/>
          </p:cNvSpPr>
          <p:nvPr/>
        </p:nvSpPr>
        <p:spPr>
          <a:xfrm>
            <a:off x="7668986" y="469725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918C"/>
          </a:solidFill>
          <a:ln w="3364">
            <a:solidFill>
              <a:srgbClr val="21918C"/>
            </a:solidFill>
            <a:prstDash val="solid"/>
          </a:ln>
        </p:spPr>
      </p:sp>
      <p:sp>
        <p:nvSpPr>
          <p:cNvPr id="4398" name="Stage1_sixpanel_9569">
            <a:extLst>
              <a:ext uri="{FF2B5EF4-FFF2-40B4-BE49-F238E27FC236}">
                <a16:creationId xmlns:a16="http://schemas.microsoft.com/office/drawing/2014/main" id="{6CBCF3D0-DDE5-4AA9-9AD6-03ECC8F5E088}"/>
              </a:ext>
            </a:extLst>
          </p:cNvPr>
          <p:cNvSpPr>
            <a:spLocks noGrp="1"/>
          </p:cNvSpPr>
          <p:nvPr/>
        </p:nvSpPr>
        <p:spPr>
          <a:xfrm>
            <a:off x="7668986" y="468877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908D"/>
          </a:solidFill>
          <a:ln w="3364">
            <a:solidFill>
              <a:srgbClr val="21908D"/>
            </a:solidFill>
            <a:prstDash val="solid"/>
          </a:ln>
        </p:spPr>
      </p:sp>
      <p:sp>
        <p:nvSpPr>
          <p:cNvPr id="4399" name="Stage1_sixpanel_9570">
            <a:extLst>
              <a:ext uri="{FF2B5EF4-FFF2-40B4-BE49-F238E27FC236}">
                <a16:creationId xmlns:a16="http://schemas.microsoft.com/office/drawing/2014/main" id="{2A5A2344-E6F0-40E3-9E57-575A1874B054}"/>
              </a:ext>
            </a:extLst>
          </p:cNvPr>
          <p:cNvSpPr>
            <a:spLocks noGrp="1"/>
          </p:cNvSpPr>
          <p:nvPr/>
        </p:nvSpPr>
        <p:spPr>
          <a:xfrm>
            <a:off x="7668986" y="468029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8F8D"/>
          </a:solidFill>
          <a:ln w="3364">
            <a:solidFill>
              <a:srgbClr val="218F8D"/>
            </a:solidFill>
            <a:prstDash val="solid"/>
          </a:ln>
        </p:spPr>
      </p:sp>
      <p:sp>
        <p:nvSpPr>
          <p:cNvPr id="4400" name="Stage1_sixpanel_9571">
            <a:extLst>
              <a:ext uri="{FF2B5EF4-FFF2-40B4-BE49-F238E27FC236}">
                <a16:creationId xmlns:a16="http://schemas.microsoft.com/office/drawing/2014/main" id="{4C11C074-6688-4B34-9920-C06EB1471172}"/>
              </a:ext>
            </a:extLst>
          </p:cNvPr>
          <p:cNvSpPr>
            <a:spLocks noGrp="1"/>
          </p:cNvSpPr>
          <p:nvPr/>
        </p:nvSpPr>
        <p:spPr>
          <a:xfrm>
            <a:off x="7668986" y="467182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8E8D"/>
          </a:solidFill>
          <a:ln w="3364">
            <a:solidFill>
              <a:srgbClr val="218E8D"/>
            </a:solidFill>
            <a:prstDash val="solid"/>
          </a:ln>
        </p:spPr>
      </p:sp>
      <p:sp>
        <p:nvSpPr>
          <p:cNvPr id="4401" name="Stage1_sixpanel_9572">
            <a:extLst>
              <a:ext uri="{FF2B5EF4-FFF2-40B4-BE49-F238E27FC236}">
                <a16:creationId xmlns:a16="http://schemas.microsoft.com/office/drawing/2014/main" id="{4054C957-6BFE-47E7-93EB-B68C12FA96E7}"/>
              </a:ext>
            </a:extLst>
          </p:cNvPr>
          <p:cNvSpPr>
            <a:spLocks noGrp="1"/>
          </p:cNvSpPr>
          <p:nvPr/>
        </p:nvSpPr>
        <p:spPr>
          <a:xfrm>
            <a:off x="7668986" y="466334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8D8D"/>
          </a:solidFill>
          <a:ln w="3364">
            <a:solidFill>
              <a:srgbClr val="228D8D"/>
            </a:solidFill>
            <a:prstDash val="solid"/>
          </a:ln>
        </p:spPr>
      </p:sp>
      <p:sp>
        <p:nvSpPr>
          <p:cNvPr id="4402" name="Stage1_sixpanel_9573">
            <a:extLst>
              <a:ext uri="{FF2B5EF4-FFF2-40B4-BE49-F238E27FC236}">
                <a16:creationId xmlns:a16="http://schemas.microsoft.com/office/drawing/2014/main" id="{FB25456A-3CD8-4A19-9C68-C171DF738398}"/>
              </a:ext>
            </a:extLst>
          </p:cNvPr>
          <p:cNvSpPr>
            <a:spLocks noGrp="1"/>
          </p:cNvSpPr>
          <p:nvPr/>
        </p:nvSpPr>
        <p:spPr>
          <a:xfrm>
            <a:off x="7668986" y="465486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8C8D"/>
          </a:solidFill>
          <a:ln w="3364">
            <a:solidFill>
              <a:srgbClr val="228C8D"/>
            </a:solidFill>
            <a:prstDash val="solid"/>
          </a:ln>
        </p:spPr>
      </p:sp>
      <p:sp>
        <p:nvSpPr>
          <p:cNvPr id="4403" name="Stage1_sixpanel_9574">
            <a:extLst>
              <a:ext uri="{FF2B5EF4-FFF2-40B4-BE49-F238E27FC236}">
                <a16:creationId xmlns:a16="http://schemas.microsoft.com/office/drawing/2014/main" id="{764E638C-ED67-4F3D-8A35-E134AAADAABD}"/>
              </a:ext>
            </a:extLst>
          </p:cNvPr>
          <p:cNvSpPr>
            <a:spLocks noGrp="1"/>
          </p:cNvSpPr>
          <p:nvPr/>
        </p:nvSpPr>
        <p:spPr>
          <a:xfrm>
            <a:off x="7668986" y="464639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8B8D"/>
          </a:solidFill>
          <a:ln w="3364">
            <a:solidFill>
              <a:srgbClr val="228B8D"/>
            </a:solidFill>
            <a:prstDash val="solid"/>
          </a:ln>
        </p:spPr>
      </p:sp>
      <p:sp>
        <p:nvSpPr>
          <p:cNvPr id="4404" name="Stage1_sixpanel_9575">
            <a:extLst>
              <a:ext uri="{FF2B5EF4-FFF2-40B4-BE49-F238E27FC236}">
                <a16:creationId xmlns:a16="http://schemas.microsoft.com/office/drawing/2014/main" id="{789388AC-17BB-4F34-B958-02C65C18B4FF}"/>
              </a:ext>
            </a:extLst>
          </p:cNvPr>
          <p:cNvSpPr>
            <a:spLocks noGrp="1"/>
          </p:cNvSpPr>
          <p:nvPr/>
        </p:nvSpPr>
        <p:spPr>
          <a:xfrm>
            <a:off x="7668986" y="463791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8A8D"/>
          </a:solidFill>
          <a:ln w="3364">
            <a:solidFill>
              <a:srgbClr val="238A8D"/>
            </a:solidFill>
            <a:prstDash val="solid"/>
          </a:ln>
        </p:spPr>
      </p:sp>
      <p:sp>
        <p:nvSpPr>
          <p:cNvPr id="4405" name="Stage1_sixpanel_9576">
            <a:extLst>
              <a:ext uri="{FF2B5EF4-FFF2-40B4-BE49-F238E27FC236}">
                <a16:creationId xmlns:a16="http://schemas.microsoft.com/office/drawing/2014/main" id="{B0468E0E-6E29-4C50-A9C7-8F327683132C}"/>
              </a:ext>
            </a:extLst>
          </p:cNvPr>
          <p:cNvSpPr>
            <a:spLocks noGrp="1"/>
          </p:cNvSpPr>
          <p:nvPr/>
        </p:nvSpPr>
        <p:spPr>
          <a:xfrm>
            <a:off x="7668986" y="462943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898E"/>
          </a:solidFill>
          <a:ln w="3364">
            <a:solidFill>
              <a:srgbClr val="23898E"/>
            </a:solidFill>
            <a:prstDash val="solid"/>
          </a:ln>
        </p:spPr>
      </p:sp>
      <p:sp>
        <p:nvSpPr>
          <p:cNvPr id="4406" name="Stage1_sixpanel_9577">
            <a:extLst>
              <a:ext uri="{FF2B5EF4-FFF2-40B4-BE49-F238E27FC236}">
                <a16:creationId xmlns:a16="http://schemas.microsoft.com/office/drawing/2014/main" id="{90D8157E-F8BE-4ED4-AA36-13C92F8463A8}"/>
              </a:ext>
            </a:extLst>
          </p:cNvPr>
          <p:cNvSpPr>
            <a:spLocks noGrp="1"/>
          </p:cNvSpPr>
          <p:nvPr/>
        </p:nvSpPr>
        <p:spPr>
          <a:xfrm>
            <a:off x="7668986" y="462095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888E"/>
          </a:solidFill>
          <a:ln w="3364">
            <a:solidFill>
              <a:srgbClr val="23888E"/>
            </a:solidFill>
            <a:prstDash val="solid"/>
          </a:ln>
        </p:spPr>
      </p:sp>
      <p:sp>
        <p:nvSpPr>
          <p:cNvPr id="4407" name="Stage1_sixpanel_9578">
            <a:extLst>
              <a:ext uri="{FF2B5EF4-FFF2-40B4-BE49-F238E27FC236}">
                <a16:creationId xmlns:a16="http://schemas.microsoft.com/office/drawing/2014/main" id="{293FE6E9-F564-4EBA-8E78-36B3D4451430}"/>
              </a:ext>
            </a:extLst>
          </p:cNvPr>
          <p:cNvSpPr>
            <a:spLocks noGrp="1"/>
          </p:cNvSpPr>
          <p:nvPr/>
        </p:nvSpPr>
        <p:spPr>
          <a:xfrm>
            <a:off x="7668986" y="461248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4878E"/>
          </a:solidFill>
          <a:ln w="3364">
            <a:solidFill>
              <a:srgbClr val="24878E"/>
            </a:solidFill>
            <a:prstDash val="solid"/>
          </a:ln>
        </p:spPr>
      </p:sp>
      <p:sp>
        <p:nvSpPr>
          <p:cNvPr id="4408" name="Stage1_sixpanel_9579">
            <a:extLst>
              <a:ext uri="{FF2B5EF4-FFF2-40B4-BE49-F238E27FC236}">
                <a16:creationId xmlns:a16="http://schemas.microsoft.com/office/drawing/2014/main" id="{2EEB2F81-D125-40AC-9952-564453822E8E}"/>
              </a:ext>
            </a:extLst>
          </p:cNvPr>
          <p:cNvSpPr>
            <a:spLocks noGrp="1"/>
          </p:cNvSpPr>
          <p:nvPr/>
        </p:nvSpPr>
        <p:spPr>
          <a:xfrm>
            <a:off x="7668986" y="460400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4868E"/>
          </a:solidFill>
          <a:ln w="3364">
            <a:solidFill>
              <a:srgbClr val="24868E"/>
            </a:solidFill>
            <a:prstDash val="solid"/>
          </a:ln>
        </p:spPr>
      </p:sp>
      <p:sp>
        <p:nvSpPr>
          <p:cNvPr id="4409" name="Stage1_sixpanel_9580">
            <a:extLst>
              <a:ext uri="{FF2B5EF4-FFF2-40B4-BE49-F238E27FC236}">
                <a16:creationId xmlns:a16="http://schemas.microsoft.com/office/drawing/2014/main" id="{EC1CC356-6336-49AF-ACBA-E35A2F5E692D}"/>
              </a:ext>
            </a:extLst>
          </p:cNvPr>
          <p:cNvSpPr>
            <a:spLocks noGrp="1"/>
          </p:cNvSpPr>
          <p:nvPr/>
        </p:nvSpPr>
        <p:spPr>
          <a:xfrm>
            <a:off x="7668986" y="459552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858E"/>
          </a:solidFill>
          <a:ln w="3364">
            <a:solidFill>
              <a:srgbClr val="25858E"/>
            </a:solidFill>
            <a:prstDash val="solid"/>
          </a:ln>
        </p:spPr>
      </p:sp>
      <p:sp>
        <p:nvSpPr>
          <p:cNvPr id="4410" name="Stage1_sixpanel_9581">
            <a:extLst>
              <a:ext uri="{FF2B5EF4-FFF2-40B4-BE49-F238E27FC236}">
                <a16:creationId xmlns:a16="http://schemas.microsoft.com/office/drawing/2014/main" id="{E08835D7-9D58-40B9-8BDF-1396ED5D1237}"/>
              </a:ext>
            </a:extLst>
          </p:cNvPr>
          <p:cNvSpPr>
            <a:spLocks noGrp="1"/>
          </p:cNvSpPr>
          <p:nvPr/>
        </p:nvSpPr>
        <p:spPr>
          <a:xfrm>
            <a:off x="7668986" y="458705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848E"/>
          </a:solidFill>
          <a:ln w="3364">
            <a:solidFill>
              <a:srgbClr val="25848E"/>
            </a:solidFill>
            <a:prstDash val="solid"/>
          </a:ln>
        </p:spPr>
      </p:sp>
      <p:sp>
        <p:nvSpPr>
          <p:cNvPr id="4411" name="Stage1_sixpanel_9582">
            <a:extLst>
              <a:ext uri="{FF2B5EF4-FFF2-40B4-BE49-F238E27FC236}">
                <a16:creationId xmlns:a16="http://schemas.microsoft.com/office/drawing/2014/main" id="{F1C38DE1-92E1-479E-AFE8-021DEA00DC2A}"/>
              </a:ext>
            </a:extLst>
          </p:cNvPr>
          <p:cNvSpPr>
            <a:spLocks noGrp="1"/>
          </p:cNvSpPr>
          <p:nvPr/>
        </p:nvSpPr>
        <p:spPr>
          <a:xfrm>
            <a:off x="7668986" y="457857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838E"/>
          </a:solidFill>
          <a:ln w="3364">
            <a:solidFill>
              <a:srgbClr val="25838E"/>
            </a:solidFill>
            <a:prstDash val="solid"/>
          </a:ln>
        </p:spPr>
      </p:sp>
      <p:sp>
        <p:nvSpPr>
          <p:cNvPr id="4412" name="Stage1_sixpanel_9583">
            <a:extLst>
              <a:ext uri="{FF2B5EF4-FFF2-40B4-BE49-F238E27FC236}">
                <a16:creationId xmlns:a16="http://schemas.microsoft.com/office/drawing/2014/main" id="{4C7CFF78-BFE3-4460-A00E-5C9767C26615}"/>
              </a:ext>
            </a:extLst>
          </p:cNvPr>
          <p:cNvSpPr>
            <a:spLocks noGrp="1"/>
          </p:cNvSpPr>
          <p:nvPr/>
        </p:nvSpPr>
        <p:spPr>
          <a:xfrm>
            <a:off x="7668986" y="457009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828E"/>
          </a:solidFill>
          <a:ln w="3364">
            <a:solidFill>
              <a:srgbClr val="26828E"/>
            </a:solidFill>
            <a:prstDash val="solid"/>
          </a:ln>
        </p:spPr>
      </p:sp>
      <p:sp>
        <p:nvSpPr>
          <p:cNvPr id="4413" name="Stage1_sixpanel_9584">
            <a:extLst>
              <a:ext uri="{FF2B5EF4-FFF2-40B4-BE49-F238E27FC236}">
                <a16:creationId xmlns:a16="http://schemas.microsoft.com/office/drawing/2014/main" id="{AC81F6B2-1D58-4127-A372-50CCCB5FB82F}"/>
              </a:ext>
            </a:extLst>
          </p:cNvPr>
          <p:cNvSpPr>
            <a:spLocks noGrp="1"/>
          </p:cNvSpPr>
          <p:nvPr/>
        </p:nvSpPr>
        <p:spPr>
          <a:xfrm>
            <a:off x="7668986" y="456161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828E"/>
          </a:solidFill>
          <a:ln w="3364">
            <a:solidFill>
              <a:srgbClr val="26828E"/>
            </a:solidFill>
            <a:prstDash val="solid"/>
          </a:ln>
        </p:spPr>
      </p:sp>
      <p:sp>
        <p:nvSpPr>
          <p:cNvPr id="4414" name="Stage1_sixpanel_9585">
            <a:extLst>
              <a:ext uri="{FF2B5EF4-FFF2-40B4-BE49-F238E27FC236}">
                <a16:creationId xmlns:a16="http://schemas.microsoft.com/office/drawing/2014/main" id="{E507FCF2-C013-4A4E-B133-651CFCA5D006}"/>
              </a:ext>
            </a:extLst>
          </p:cNvPr>
          <p:cNvSpPr>
            <a:spLocks noGrp="1"/>
          </p:cNvSpPr>
          <p:nvPr/>
        </p:nvSpPr>
        <p:spPr>
          <a:xfrm>
            <a:off x="7668986" y="455314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818E"/>
          </a:solidFill>
          <a:ln w="3364">
            <a:solidFill>
              <a:srgbClr val="26818E"/>
            </a:solidFill>
            <a:prstDash val="solid"/>
          </a:ln>
        </p:spPr>
      </p:sp>
      <p:sp>
        <p:nvSpPr>
          <p:cNvPr id="4415" name="Stage1_sixpanel_9586">
            <a:extLst>
              <a:ext uri="{FF2B5EF4-FFF2-40B4-BE49-F238E27FC236}">
                <a16:creationId xmlns:a16="http://schemas.microsoft.com/office/drawing/2014/main" id="{170BC74F-E90E-4CE9-BA76-2205B43FAA10}"/>
              </a:ext>
            </a:extLst>
          </p:cNvPr>
          <p:cNvSpPr>
            <a:spLocks noGrp="1"/>
          </p:cNvSpPr>
          <p:nvPr/>
        </p:nvSpPr>
        <p:spPr>
          <a:xfrm>
            <a:off x="7668986" y="454466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808E"/>
          </a:solidFill>
          <a:ln w="3364">
            <a:solidFill>
              <a:srgbClr val="27808E"/>
            </a:solidFill>
            <a:prstDash val="solid"/>
          </a:ln>
        </p:spPr>
      </p:sp>
      <p:sp>
        <p:nvSpPr>
          <p:cNvPr id="4416" name="Stage1_sixpanel_9587">
            <a:extLst>
              <a:ext uri="{FF2B5EF4-FFF2-40B4-BE49-F238E27FC236}">
                <a16:creationId xmlns:a16="http://schemas.microsoft.com/office/drawing/2014/main" id="{1D404424-7043-40EB-8C89-5F738EAEE234}"/>
              </a:ext>
            </a:extLst>
          </p:cNvPr>
          <p:cNvSpPr>
            <a:spLocks noGrp="1"/>
          </p:cNvSpPr>
          <p:nvPr/>
        </p:nvSpPr>
        <p:spPr>
          <a:xfrm>
            <a:off x="7668986" y="453618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7F8E"/>
          </a:solidFill>
          <a:ln w="3364">
            <a:solidFill>
              <a:srgbClr val="277F8E"/>
            </a:solidFill>
            <a:prstDash val="solid"/>
          </a:ln>
        </p:spPr>
      </p:sp>
      <p:sp>
        <p:nvSpPr>
          <p:cNvPr id="4417" name="Stage1_sixpanel_9588">
            <a:extLst>
              <a:ext uri="{FF2B5EF4-FFF2-40B4-BE49-F238E27FC236}">
                <a16:creationId xmlns:a16="http://schemas.microsoft.com/office/drawing/2014/main" id="{D8F1DB3A-6529-4281-8520-9D7AD38A5FA7}"/>
              </a:ext>
            </a:extLst>
          </p:cNvPr>
          <p:cNvSpPr>
            <a:spLocks noGrp="1"/>
          </p:cNvSpPr>
          <p:nvPr/>
        </p:nvSpPr>
        <p:spPr>
          <a:xfrm>
            <a:off x="7668986" y="452770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7E8E"/>
          </a:solidFill>
          <a:ln w="3364">
            <a:solidFill>
              <a:srgbClr val="277E8E"/>
            </a:solidFill>
            <a:prstDash val="solid"/>
          </a:ln>
        </p:spPr>
      </p:sp>
      <p:sp>
        <p:nvSpPr>
          <p:cNvPr id="4418" name="Stage1_sixpanel_9589">
            <a:extLst>
              <a:ext uri="{FF2B5EF4-FFF2-40B4-BE49-F238E27FC236}">
                <a16:creationId xmlns:a16="http://schemas.microsoft.com/office/drawing/2014/main" id="{7AA4B5A1-1DE4-43E8-A8F8-90FDDCA2BC5B}"/>
              </a:ext>
            </a:extLst>
          </p:cNvPr>
          <p:cNvSpPr>
            <a:spLocks noGrp="1"/>
          </p:cNvSpPr>
          <p:nvPr/>
        </p:nvSpPr>
        <p:spPr>
          <a:xfrm>
            <a:off x="7668986" y="451923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87D8E"/>
          </a:solidFill>
          <a:ln w="3364">
            <a:solidFill>
              <a:srgbClr val="287D8E"/>
            </a:solidFill>
            <a:prstDash val="solid"/>
          </a:ln>
        </p:spPr>
      </p:sp>
      <p:sp>
        <p:nvSpPr>
          <p:cNvPr id="4419" name="Stage1_sixpanel_9590">
            <a:extLst>
              <a:ext uri="{FF2B5EF4-FFF2-40B4-BE49-F238E27FC236}">
                <a16:creationId xmlns:a16="http://schemas.microsoft.com/office/drawing/2014/main" id="{DD2693BF-1C8C-434E-8CAD-3BF804C3555C}"/>
              </a:ext>
            </a:extLst>
          </p:cNvPr>
          <p:cNvSpPr>
            <a:spLocks noGrp="1"/>
          </p:cNvSpPr>
          <p:nvPr/>
        </p:nvSpPr>
        <p:spPr>
          <a:xfrm>
            <a:off x="7668986" y="451075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87C8E"/>
          </a:solidFill>
          <a:ln w="3364">
            <a:solidFill>
              <a:srgbClr val="287C8E"/>
            </a:solidFill>
            <a:prstDash val="solid"/>
          </a:ln>
        </p:spPr>
      </p:sp>
      <p:sp>
        <p:nvSpPr>
          <p:cNvPr id="4420" name="Stage1_sixpanel_9591">
            <a:extLst>
              <a:ext uri="{FF2B5EF4-FFF2-40B4-BE49-F238E27FC236}">
                <a16:creationId xmlns:a16="http://schemas.microsoft.com/office/drawing/2014/main" id="{1AD2AEF4-D33A-454E-B6E3-01CF7ADC24CD}"/>
              </a:ext>
            </a:extLst>
          </p:cNvPr>
          <p:cNvSpPr>
            <a:spLocks noGrp="1"/>
          </p:cNvSpPr>
          <p:nvPr/>
        </p:nvSpPr>
        <p:spPr>
          <a:xfrm>
            <a:off x="7668986" y="450227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7B8E"/>
          </a:solidFill>
          <a:ln w="3364">
            <a:solidFill>
              <a:srgbClr val="297B8E"/>
            </a:solidFill>
            <a:prstDash val="solid"/>
          </a:ln>
        </p:spPr>
      </p:sp>
      <p:sp>
        <p:nvSpPr>
          <p:cNvPr id="4421" name="Stage1_sixpanel_9592">
            <a:extLst>
              <a:ext uri="{FF2B5EF4-FFF2-40B4-BE49-F238E27FC236}">
                <a16:creationId xmlns:a16="http://schemas.microsoft.com/office/drawing/2014/main" id="{D2F097EF-838F-44BB-AD88-E415D2C78578}"/>
              </a:ext>
            </a:extLst>
          </p:cNvPr>
          <p:cNvSpPr>
            <a:spLocks noGrp="1"/>
          </p:cNvSpPr>
          <p:nvPr/>
        </p:nvSpPr>
        <p:spPr>
          <a:xfrm>
            <a:off x="7668986" y="449380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7A8E"/>
          </a:solidFill>
          <a:ln w="3364">
            <a:solidFill>
              <a:srgbClr val="297A8E"/>
            </a:solidFill>
            <a:prstDash val="solid"/>
          </a:ln>
        </p:spPr>
      </p:sp>
      <p:sp>
        <p:nvSpPr>
          <p:cNvPr id="4422" name="Stage1_sixpanel_9593">
            <a:extLst>
              <a:ext uri="{FF2B5EF4-FFF2-40B4-BE49-F238E27FC236}">
                <a16:creationId xmlns:a16="http://schemas.microsoft.com/office/drawing/2014/main" id="{9E1410C8-40A6-4455-816B-6D6B958951A5}"/>
              </a:ext>
            </a:extLst>
          </p:cNvPr>
          <p:cNvSpPr>
            <a:spLocks noGrp="1"/>
          </p:cNvSpPr>
          <p:nvPr/>
        </p:nvSpPr>
        <p:spPr>
          <a:xfrm>
            <a:off x="7668986" y="448532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798E"/>
          </a:solidFill>
          <a:ln w="3364">
            <a:solidFill>
              <a:srgbClr val="29798E"/>
            </a:solidFill>
            <a:prstDash val="solid"/>
          </a:ln>
        </p:spPr>
      </p:sp>
      <p:sp>
        <p:nvSpPr>
          <p:cNvPr id="4423" name="Stage1_sixpanel_9594">
            <a:extLst>
              <a:ext uri="{FF2B5EF4-FFF2-40B4-BE49-F238E27FC236}">
                <a16:creationId xmlns:a16="http://schemas.microsoft.com/office/drawing/2014/main" id="{1614E38B-2873-4277-8333-7E04EA9018DA}"/>
              </a:ext>
            </a:extLst>
          </p:cNvPr>
          <p:cNvSpPr>
            <a:spLocks noGrp="1"/>
          </p:cNvSpPr>
          <p:nvPr/>
        </p:nvSpPr>
        <p:spPr>
          <a:xfrm>
            <a:off x="7668986" y="447684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788E"/>
          </a:solidFill>
          <a:ln w="3364">
            <a:solidFill>
              <a:srgbClr val="2A788E"/>
            </a:solidFill>
            <a:prstDash val="solid"/>
          </a:ln>
        </p:spPr>
      </p:sp>
      <p:sp>
        <p:nvSpPr>
          <p:cNvPr id="4424" name="Stage1_sixpanel_9595">
            <a:extLst>
              <a:ext uri="{FF2B5EF4-FFF2-40B4-BE49-F238E27FC236}">
                <a16:creationId xmlns:a16="http://schemas.microsoft.com/office/drawing/2014/main" id="{7CEE4927-4330-4539-A9F5-28118A56B03B}"/>
              </a:ext>
            </a:extLst>
          </p:cNvPr>
          <p:cNvSpPr>
            <a:spLocks noGrp="1"/>
          </p:cNvSpPr>
          <p:nvPr/>
        </p:nvSpPr>
        <p:spPr>
          <a:xfrm>
            <a:off x="7668986" y="446836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778E"/>
          </a:solidFill>
          <a:ln w="3364">
            <a:solidFill>
              <a:srgbClr val="2A778E"/>
            </a:solidFill>
            <a:prstDash val="solid"/>
          </a:ln>
        </p:spPr>
      </p:sp>
      <p:sp>
        <p:nvSpPr>
          <p:cNvPr id="4425" name="Stage1_sixpanel_9596">
            <a:extLst>
              <a:ext uri="{FF2B5EF4-FFF2-40B4-BE49-F238E27FC236}">
                <a16:creationId xmlns:a16="http://schemas.microsoft.com/office/drawing/2014/main" id="{964A0540-2AAF-4260-88F0-B9BDE55783D1}"/>
              </a:ext>
            </a:extLst>
          </p:cNvPr>
          <p:cNvSpPr>
            <a:spLocks noGrp="1"/>
          </p:cNvSpPr>
          <p:nvPr/>
        </p:nvSpPr>
        <p:spPr>
          <a:xfrm>
            <a:off x="7668986" y="445989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768E"/>
          </a:solidFill>
          <a:ln w="3364">
            <a:solidFill>
              <a:srgbClr val="2A768E"/>
            </a:solidFill>
            <a:prstDash val="solid"/>
          </a:ln>
        </p:spPr>
      </p:sp>
      <p:sp>
        <p:nvSpPr>
          <p:cNvPr id="4426" name="Stage1_sixpanel_9597">
            <a:extLst>
              <a:ext uri="{FF2B5EF4-FFF2-40B4-BE49-F238E27FC236}">
                <a16:creationId xmlns:a16="http://schemas.microsoft.com/office/drawing/2014/main" id="{1DE5DC32-FB4D-49D1-9136-D298C61A2E88}"/>
              </a:ext>
            </a:extLst>
          </p:cNvPr>
          <p:cNvSpPr>
            <a:spLocks noGrp="1"/>
          </p:cNvSpPr>
          <p:nvPr/>
        </p:nvSpPr>
        <p:spPr>
          <a:xfrm>
            <a:off x="7668986" y="445141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B758E"/>
          </a:solidFill>
          <a:ln w="3364">
            <a:solidFill>
              <a:srgbClr val="2B758E"/>
            </a:solidFill>
            <a:prstDash val="solid"/>
          </a:ln>
        </p:spPr>
      </p:sp>
      <p:sp>
        <p:nvSpPr>
          <p:cNvPr id="4427" name="Stage1_sixpanel_9598">
            <a:extLst>
              <a:ext uri="{FF2B5EF4-FFF2-40B4-BE49-F238E27FC236}">
                <a16:creationId xmlns:a16="http://schemas.microsoft.com/office/drawing/2014/main" id="{6EF81C90-4CC4-4426-9966-E4FC0D67147E}"/>
              </a:ext>
            </a:extLst>
          </p:cNvPr>
          <p:cNvSpPr>
            <a:spLocks noGrp="1"/>
          </p:cNvSpPr>
          <p:nvPr/>
        </p:nvSpPr>
        <p:spPr>
          <a:xfrm>
            <a:off x="7668986" y="444293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B748E"/>
          </a:solidFill>
          <a:ln w="3364">
            <a:solidFill>
              <a:srgbClr val="2B748E"/>
            </a:solidFill>
            <a:prstDash val="solid"/>
          </a:ln>
        </p:spPr>
      </p:sp>
      <p:sp>
        <p:nvSpPr>
          <p:cNvPr id="4428" name="Stage1_sixpanel_9599">
            <a:extLst>
              <a:ext uri="{FF2B5EF4-FFF2-40B4-BE49-F238E27FC236}">
                <a16:creationId xmlns:a16="http://schemas.microsoft.com/office/drawing/2014/main" id="{F8B2D5E5-F381-4354-A21C-8E05D2E05367}"/>
              </a:ext>
            </a:extLst>
          </p:cNvPr>
          <p:cNvSpPr>
            <a:spLocks noGrp="1"/>
          </p:cNvSpPr>
          <p:nvPr/>
        </p:nvSpPr>
        <p:spPr>
          <a:xfrm>
            <a:off x="7668986" y="443445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738E"/>
          </a:solidFill>
          <a:ln w="3364">
            <a:solidFill>
              <a:srgbClr val="2C738E"/>
            </a:solidFill>
            <a:prstDash val="solid"/>
          </a:ln>
        </p:spPr>
      </p:sp>
      <p:sp>
        <p:nvSpPr>
          <p:cNvPr id="4429" name="Stage1_sixpanel_9600">
            <a:extLst>
              <a:ext uri="{FF2B5EF4-FFF2-40B4-BE49-F238E27FC236}">
                <a16:creationId xmlns:a16="http://schemas.microsoft.com/office/drawing/2014/main" id="{50030743-83E0-42EB-9BC4-2A1A69B260D3}"/>
              </a:ext>
            </a:extLst>
          </p:cNvPr>
          <p:cNvSpPr>
            <a:spLocks noGrp="1"/>
          </p:cNvSpPr>
          <p:nvPr/>
        </p:nvSpPr>
        <p:spPr>
          <a:xfrm>
            <a:off x="7668986" y="442598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728E"/>
          </a:solidFill>
          <a:ln w="3364">
            <a:solidFill>
              <a:srgbClr val="2C728E"/>
            </a:solidFill>
            <a:prstDash val="solid"/>
          </a:ln>
        </p:spPr>
      </p:sp>
      <p:sp>
        <p:nvSpPr>
          <p:cNvPr id="4430" name="Stage1_sixpanel_9601">
            <a:extLst>
              <a:ext uri="{FF2B5EF4-FFF2-40B4-BE49-F238E27FC236}">
                <a16:creationId xmlns:a16="http://schemas.microsoft.com/office/drawing/2014/main" id="{DE433344-9E50-4B64-9EA3-BAB343B2E98A}"/>
              </a:ext>
            </a:extLst>
          </p:cNvPr>
          <p:cNvSpPr>
            <a:spLocks noGrp="1"/>
          </p:cNvSpPr>
          <p:nvPr/>
        </p:nvSpPr>
        <p:spPr>
          <a:xfrm>
            <a:off x="7668986" y="441750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718E"/>
          </a:solidFill>
          <a:ln w="3364">
            <a:solidFill>
              <a:srgbClr val="2C718E"/>
            </a:solidFill>
            <a:prstDash val="solid"/>
          </a:ln>
        </p:spPr>
      </p:sp>
      <p:sp>
        <p:nvSpPr>
          <p:cNvPr id="4431" name="Stage1_sixpanel_9602">
            <a:extLst>
              <a:ext uri="{FF2B5EF4-FFF2-40B4-BE49-F238E27FC236}">
                <a16:creationId xmlns:a16="http://schemas.microsoft.com/office/drawing/2014/main" id="{D8F1EEF5-EA5E-4710-A084-36994D0B93BF}"/>
              </a:ext>
            </a:extLst>
          </p:cNvPr>
          <p:cNvSpPr>
            <a:spLocks noGrp="1"/>
          </p:cNvSpPr>
          <p:nvPr/>
        </p:nvSpPr>
        <p:spPr>
          <a:xfrm>
            <a:off x="7668986" y="440902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D718E"/>
          </a:solidFill>
          <a:ln w="3364">
            <a:solidFill>
              <a:srgbClr val="2D718E"/>
            </a:solidFill>
            <a:prstDash val="solid"/>
          </a:ln>
        </p:spPr>
      </p:sp>
      <p:sp>
        <p:nvSpPr>
          <p:cNvPr id="4432" name="Stage1_sixpanel_9603">
            <a:extLst>
              <a:ext uri="{FF2B5EF4-FFF2-40B4-BE49-F238E27FC236}">
                <a16:creationId xmlns:a16="http://schemas.microsoft.com/office/drawing/2014/main" id="{CC8A29C0-3F18-4ECE-8A4D-EFC31F477914}"/>
              </a:ext>
            </a:extLst>
          </p:cNvPr>
          <p:cNvSpPr>
            <a:spLocks noGrp="1"/>
          </p:cNvSpPr>
          <p:nvPr/>
        </p:nvSpPr>
        <p:spPr>
          <a:xfrm>
            <a:off x="7668986" y="440055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D708E"/>
          </a:solidFill>
          <a:ln w="3364">
            <a:solidFill>
              <a:srgbClr val="2D708E"/>
            </a:solidFill>
            <a:prstDash val="solid"/>
          </a:ln>
        </p:spPr>
      </p:sp>
      <p:sp>
        <p:nvSpPr>
          <p:cNvPr id="4433" name="Stage1_sixpanel_9604">
            <a:extLst>
              <a:ext uri="{FF2B5EF4-FFF2-40B4-BE49-F238E27FC236}">
                <a16:creationId xmlns:a16="http://schemas.microsoft.com/office/drawing/2014/main" id="{605DDE68-ED14-46F9-ADA4-4E4084DE1727}"/>
              </a:ext>
            </a:extLst>
          </p:cNvPr>
          <p:cNvSpPr>
            <a:spLocks noGrp="1"/>
          </p:cNvSpPr>
          <p:nvPr/>
        </p:nvSpPr>
        <p:spPr>
          <a:xfrm>
            <a:off x="7668986" y="439207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6F8E"/>
          </a:solidFill>
          <a:ln w="3364">
            <a:solidFill>
              <a:srgbClr val="2E6F8E"/>
            </a:solidFill>
            <a:prstDash val="solid"/>
          </a:ln>
        </p:spPr>
      </p:sp>
      <p:sp>
        <p:nvSpPr>
          <p:cNvPr id="4434" name="Stage1_sixpanel_9605">
            <a:extLst>
              <a:ext uri="{FF2B5EF4-FFF2-40B4-BE49-F238E27FC236}">
                <a16:creationId xmlns:a16="http://schemas.microsoft.com/office/drawing/2014/main" id="{14A27D61-0F0D-4FD3-8C81-657D416B0E68}"/>
              </a:ext>
            </a:extLst>
          </p:cNvPr>
          <p:cNvSpPr>
            <a:spLocks noGrp="1"/>
          </p:cNvSpPr>
          <p:nvPr/>
        </p:nvSpPr>
        <p:spPr>
          <a:xfrm>
            <a:off x="7668986" y="438359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6E8E"/>
          </a:solidFill>
          <a:ln w="3364">
            <a:solidFill>
              <a:srgbClr val="2E6E8E"/>
            </a:solidFill>
            <a:prstDash val="solid"/>
          </a:ln>
        </p:spPr>
      </p:sp>
      <p:sp>
        <p:nvSpPr>
          <p:cNvPr id="4435" name="Stage1_sixpanel_9606">
            <a:extLst>
              <a:ext uri="{FF2B5EF4-FFF2-40B4-BE49-F238E27FC236}">
                <a16:creationId xmlns:a16="http://schemas.microsoft.com/office/drawing/2014/main" id="{7EB235F6-6287-43D1-B783-B58F99161FD3}"/>
              </a:ext>
            </a:extLst>
          </p:cNvPr>
          <p:cNvSpPr>
            <a:spLocks noGrp="1"/>
          </p:cNvSpPr>
          <p:nvPr/>
        </p:nvSpPr>
        <p:spPr>
          <a:xfrm>
            <a:off x="7668986" y="437511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6D8E"/>
          </a:solidFill>
          <a:ln w="3364">
            <a:solidFill>
              <a:srgbClr val="2E6D8E"/>
            </a:solidFill>
            <a:prstDash val="solid"/>
          </a:ln>
        </p:spPr>
      </p:sp>
      <p:sp>
        <p:nvSpPr>
          <p:cNvPr id="4436" name="Stage1_sixpanel_9607">
            <a:extLst>
              <a:ext uri="{FF2B5EF4-FFF2-40B4-BE49-F238E27FC236}">
                <a16:creationId xmlns:a16="http://schemas.microsoft.com/office/drawing/2014/main" id="{B2F2427F-2E35-427D-82ED-E96F30408FD7}"/>
              </a:ext>
            </a:extLst>
          </p:cNvPr>
          <p:cNvSpPr>
            <a:spLocks noGrp="1"/>
          </p:cNvSpPr>
          <p:nvPr/>
        </p:nvSpPr>
        <p:spPr>
          <a:xfrm>
            <a:off x="7668986" y="436664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F6C8E"/>
          </a:solidFill>
          <a:ln w="3364">
            <a:solidFill>
              <a:srgbClr val="2F6C8E"/>
            </a:solidFill>
            <a:prstDash val="solid"/>
          </a:ln>
        </p:spPr>
      </p:sp>
      <p:sp>
        <p:nvSpPr>
          <p:cNvPr id="4437" name="Stage1_sixpanel_9608">
            <a:extLst>
              <a:ext uri="{FF2B5EF4-FFF2-40B4-BE49-F238E27FC236}">
                <a16:creationId xmlns:a16="http://schemas.microsoft.com/office/drawing/2014/main" id="{702B03E8-44F0-403C-8C0D-1DAC9216E894}"/>
              </a:ext>
            </a:extLst>
          </p:cNvPr>
          <p:cNvSpPr>
            <a:spLocks noGrp="1"/>
          </p:cNvSpPr>
          <p:nvPr/>
        </p:nvSpPr>
        <p:spPr>
          <a:xfrm>
            <a:off x="7668986" y="435816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F6B8E"/>
          </a:solidFill>
          <a:ln w="3364">
            <a:solidFill>
              <a:srgbClr val="2F6B8E"/>
            </a:solidFill>
            <a:prstDash val="solid"/>
          </a:ln>
        </p:spPr>
      </p:sp>
      <p:sp>
        <p:nvSpPr>
          <p:cNvPr id="4438" name="Stage1_sixpanel_9609">
            <a:extLst>
              <a:ext uri="{FF2B5EF4-FFF2-40B4-BE49-F238E27FC236}">
                <a16:creationId xmlns:a16="http://schemas.microsoft.com/office/drawing/2014/main" id="{B9CE270A-75F6-4E3D-A00C-CDF147ADDC4D}"/>
              </a:ext>
            </a:extLst>
          </p:cNvPr>
          <p:cNvSpPr>
            <a:spLocks noGrp="1"/>
          </p:cNvSpPr>
          <p:nvPr/>
        </p:nvSpPr>
        <p:spPr>
          <a:xfrm>
            <a:off x="7668986" y="434968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06A8E"/>
          </a:solidFill>
          <a:ln w="3364">
            <a:solidFill>
              <a:srgbClr val="306A8E"/>
            </a:solidFill>
            <a:prstDash val="solid"/>
          </a:ln>
        </p:spPr>
      </p:sp>
      <p:sp>
        <p:nvSpPr>
          <p:cNvPr id="4439" name="Stage1_sixpanel_9610">
            <a:extLst>
              <a:ext uri="{FF2B5EF4-FFF2-40B4-BE49-F238E27FC236}">
                <a16:creationId xmlns:a16="http://schemas.microsoft.com/office/drawing/2014/main" id="{D6BE6E4B-0D52-43E2-951A-D6E474786ECE}"/>
              </a:ext>
            </a:extLst>
          </p:cNvPr>
          <p:cNvSpPr>
            <a:spLocks noGrp="1"/>
          </p:cNvSpPr>
          <p:nvPr/>
        </p:nvSpPr>
        <p:spPr>
          <a:xfrm>
            <a:off x="7668986" y="434120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0698E"/>
          </a:solidFill>
          <a:ln w="3364">
            <a:solidFill>
              <a:srgbClr val="30698E"/>
            </a:solidFill>
            <a:prstDash val="solid"/>
          </a:ln>
        </p:spPr>
      </p:sp>
      <p:sp>
        <p:nvSpPr>
          <p:cNvPr id="4440" name="Stage1_sixpanel_9611">
            <a:extLst>
              <a:ext uri="{FF2B5EF4-FFF2-40B4-BE49-F238E27FC236}">
                <a16:creationId xmlns:a16="http://schemas.microsoft.com/office/drawing/2014/main" id="{F0D737B1-026F-4396-A424-16AB781F6E49}"/>
              </a:ext>
            </a:extLst>
          </p:cNvPr>
          <p:cNvSpPr>
            <a:spLocks noGrp="1"/>
          </p:cNvSpPr>
          <p:nvPr/>
        </p:nvSpPr>
        <p:spPr>
          <a:xfrm>
            <a:off x="7668986" y="433273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688E"/>
          </a:solidFill>
          <a:ln w="3364">
            <a:solidFill>
              <a:srgbClr val="31688E"/>
            </a:solidFill>
            <a:prstDash val="solid"/>
          </a:ln>
        </p:spPr>
      </p:sp>
      <p:sp>
        <p:nvSpPr>
          <p:cNvPr id="4441" name="Stage1_sixpanel_9612">
            <a:extLst>
              <a:ext uri="{FF2B5EF4-FFF2-40B4-BE49-F238E27FC236}">
                <a16:creationId xmlns:a16="http://schemas.microsoft.com/office/drawing/2014/main" id="{BCE7E415-10E9-48CF-A764-1FB51B014FBE}"/>
              </a:ext>
            </a:extLst>
          </p:cNvPr>
          <p:cNvSpPr>
            <a:spLocks noGrp="1"/>
          </p:cNvSpPr>
          <p:nvPr/>
        </p:nvSpPr>
        <p:spPr>
          <a:xfrm>
            <a:off x="7668986" y="432425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678E"/>
          </a:solidFill>
          <a:ln w="3364">
            <a:solidFill>
              <a:srgbClr val="31678E"/>
            </a:solidFill>
            <a:prstDash val="solid"/>
          </a:ln>
        </p:spPr>
      </p:sp>
      <p:sp>
        <p:nvSpPr>
          <p:cNvPr id="4442" name="Stage1_sixpanel_9613">
            <a:extLst>
              <a:ext uri="{FF2B5EF4-FFF2-40B4-BE49-F238E27FC236}">
                <a16:creationId xmlns:a16="http://schemas.microsoft.com/office/drawing/2014/main" id="{70A06E8A-BC00-4449-870A-401CD7E19862}"/>
              </a:ext>
            </a:extLst>
          </p:cNvPr>
          <p:cNvSpPr>
            <a:spLocks noGrp="1"/>
          </p:cNvSpPr>
          <p:nvPr/>
        </p:nvSpPr>
        <p:spPr>
          <a:xfrm>
            <a:off x="7668986" y="431577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668E"/>
          </a:solidFill>
          <a:ln w="3364">
            <a:solidFill>
              <a:srgbClr val="31668E"/>
            </a:solidFill>
            <a:prstDash val="solid"/>
          </a:ln>
        </p:spPr>
      </p:sp>
      <p:sp>
        <p:nvSpPr>
          <p:cNvPr id="4443" name="Stage1_sixpanel_9614">
            <a:extLst>
              <a:ext uri="{FF2B5EF4-FFF2-40B4-BE49-F238E27FC236}">
                <a16:creationId xmlns:a16="http://schemas.microsoft.com/office/drawing/2014/main" id="{8ADDFDEB-BFA5-443E-B956-CB72B1B6FF74}"/>
              </a:ext>
            </a:extLst>
          </p:cNvPr>
          <p:cNvSpPr>
            <a:spLocks noGrp="1"/>
          </p:cNvSpPr>
          <p:nvPr/>
        </p:nvSpPr>
        <p:spPr>
          <a:xfrm>
            <a:off x="7668986" y="430730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2658E"/>
          </a:solidFill>
          <a:ln w="3364">
            <a:solidFill>
              <a:srgbClr val="32658E"/>
            </a:solidFill>
            <a:prstDash val="solid"/>
          </a:ln>
        </p:spPr>
      </p:sp>
      <p:sp>
        <p:nvSpPr>
          <p:cNvPr id="4444" name="Stage1_sixpanel_9615">
            <a:extLst>
              <a:ext uri="{FF2B5EF4-FFF2-40B4-BE49-F238E27FC236}">
                <a16:creationId xmlns:a16="http://schemas.microsoft.com/office/drawing/2014/main" id="{C6018C93-5F13-460C-9B21-25B39008E948}"/>
              </a:ext>
            </a:extLst>
          </p:cNvPr>
          <p:cNvSpPr>
            <a:spLocks noGrp="1"/>
          </p:cNvSpPr>
          <p:nvPr/>
        </p:nvSpPr>
        <p:spPr>
          <a:xfrm>
            <a:off x="7668986" y="429882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2648E"/>
          </a:solidFill>
          <a:ln w="3364">
            <a:solidFill>
              <a:srgbClr val="32648E"/>
            </a:solidFill>
            <a:prstDash val="solid"/>
          </a:ln>
        </p:spPr>
      </p:sp>
      <p:sp>
        <p:nvSpPr>
          <p:cNvPr id="4445" name="Stage1_sixpanel_9616">
            <a:extLst>
              <a:ext uri="{FF2B5EF4-FFF2-40B4-BE49-F238E27FC236}">
                <a16:creationId xmlns:a16="http://schemas.microsoft.com/office/drawing/2014/main" id="{F5155495-9C4D-4BAE-BD65-961D6852D5C9}"/>
              </a:ext>
            </a:extLst>
          </p:cNvPr>
          <p:cNvSpPr>
            <a:spLocks noGrp="1"/>
          </p:cNvSpPr>
          <p:nvPr/>
        </p:nvSpPr>
        <p:spPr>
          <a:xfrm>
            <a:off x="7668986" y="429034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3638D"/>
          </a:solidFill>
          <a:ln w="3364">
            <a:solidFill>
              <a:srgbClr val="33638D"/>
            </a:solidFill>
            <a:prstDash val="solid"/>
          </a:ln>
        </p:spPr>
      </p:sp>
      <p:sp>
        <p:nvSpPr>
          <p:cNvPr id="4446" name="Stage1_sixpanel_9617">
            <a:extLst>
              <a:ext uri="{FF2B5EF4-FFF2-40B4-BE49-F238E27FC236}">
                <a16:creationId xmlns:a16="http://schemas.microsoft.com/office/drawing/2014/main" id="{6F8B2506-6C89-4ADD-A6BB-063641DAB2F2}"/>
              </a:ext>
            </a:extLst>
          </p:cNvPr>
          <p:cNvSpPr>
            <a:spLocks noGrp="1"/>
          </p:cNvSpPr>
          <p:nvPr/>
        </p:nvSpPr>
        <p:spPr>
          <a:xfrm>
            <a:off x="7668986" y="428186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3628D"/>
          </a:solidFill>
          <a:ln w="3364">
            <a:solidFill>
              <a:srgbClr val="33628D"/>
            </a:solidFill>
            <a:prstDash val="solid"/>
          </a:ln>
        </p:spPr>
      </p:sp>
      <p:sp>
        <p:nvSpPr>
          <p:cNvPr id="4447" name="Stage1_sixpanel_9618">
            <a:extLst>
              <a:ext uri="{FF2B5EF4-FFF2-40B4-BE49-F238E27FC236}">
                <a16:creationId xmlns:a16="http://schemas.microsoft.com/office/drawing/2014/main" id="{21A6F503-DE45-4E3A-8393-657D37BD218B}"/>
              </a:ext>
            </a:extLst>
          </p:cNvPr>
          <p:cNvSpPr>
            <a:spLocks noGrp="1"/>
          </p:cNvSpPr>
          <p:nvPr/>
        </p:nvSpPr>
        <p:spPr>
          <a:xfrm>
            <a:off x="7668986" y="427339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4618D"/>
          </a:solidFill>
          <a:ln w="3364">
            <a:solidFill>
              <a:srgbClr val="34618D"/>
            </a:solidFill>
            <a:prstDash val="solid"/>
          </a:ln>
        </p:spPr>
      </p:sp>
      <p:sp>
        <p:nvSpPr>
          <p:cNvPr id="4448" name="Stage1_sixpanel_9619">
            <a:extLst>
              <a:ext uri="{FF2B5EF4-FFF2-40B4-BE49-F238E27FC236}">
                <a16:creationId xmlns:a16="http://schemas.microsoft.com/office/drawing/2014/main" id="{16B69B0C-591E-4F05-85BF-C6FCD1A691D1}"/>
              </a:ext>
            </a:extLst>
          </p:cNvPr>
          <p:cNvSpPr>
            <a:spLocks noGrp="1"/>
          </p:cNvSpPr>
          <p:nvPr/>
        </p:nvSpPr>
        <p:spPr>
          <a:xfrm>
            <a:off x="7668986" y="426491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4608D"/>
          </a:solidFill>
          <a:ln w="3364">
            <a:solidFill>
              <a:srgbClr val="34608D"/>
            </a:solidFill>
            <a:prstDash val="solid"/>
          </a:ln>
        </p:spPr>
      </p:sp>
      <p:sp>
        <p:nvSpPr>
          <p:cNvPr id="4449" name="Stage1_sixpanel_9620">
            <a:extLst>
              <a:ext uri="{FF2B5EF4-FFF2-40B4-BE49-F238E27FC236}">
                <a16:creationId xmlns:a16="http://schemas.microsoft.com/office/drawing/2014/main" id="{B2B8DB6D-7697-453B-B9E6-9B6118A46F7F}"/>
              </a:ext>
            </a:extLst>
          </p:cNvPr>
          <p:cNvSpPr>
            <a:spLocks noGrp="1"/>
          </p:cNvSpPr>
          <p:nvPr/>
        </p:nvSpPr>
        <p:spPr>
          <a:xfrm>
            <a:off x="7668986" y="425643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55F8D"/>
          </a:solidFill>
          <a:ln w="3364">
            <a:solidFill>
              <a:srgbClr val="355F8D"/>
            </a:solidFill>
            <a:prstDash val="solid"/>
          </a:ln>
        </p:spPr>
      </p:sp>
      <p:sp>
        <p:nvSpPr>
          <p:cNvPr id="4450" name="Stage1_sixpanel_9621">
            <a:extLst>
              <a:ext uri="{FF2B5EF4-FFF2-40B4-BE49-F238E27FC236}">
                <a16:creationId xmlns:a16="http://schemas.microsoft.com/office/drawing/2014/main" id="{DC3DA580-FB0D-4A38-98B2-05E4AF6EA15E}"/>
              </a:ext>
            </a:extLst>
          </p:cNvPr>
          <p:cNvSpPr>
            <a:spLocks noGrp="1"/>
          </p:cNvSpPr>
          <p:nvPr/>
        </p:nvSpPr>
        <p:spPr>
          <a:xfrm>
            <a:off x="7668986" y="424796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55E8D"/>
          </a:solidFill>
          <a:ln w="3364">
            <a:solidFill>
              <a:srgbClr val="355E8D"/>
            </a:solidFill>
            <a:prstDash val="solid"/>
          </a:ln>
        </p:spPr>
      </p:sp>
      <p:sp>
        <p:nvSpPr>
          <p:cNvPr id="4451" name="Stage1_sixpanel_9622">
            <a:extLst>
              <a:ext uri="{FF2B5EF4-FFF2-40B4-BE49-F238E27FC236}">
                <a16:creationId xmlns:a16="http://schemas.microsoft.com/office/drawing/2014/main" id="{80AA6594-9355-4185-81CC-7972DE30FF78}"/>
              </a:ext>
            </a:extLst>
          </p:cNvPr>
          <p:cNvSpPr>
            <a:spLocks noGrp="1"/>
          </p:cNvSpPr>
          <p:nvPr/>
        </p:nvSpPr>
        <p:spPr>
          <a:xfrm>
            <a:off x="7668986" y="423948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65D8D"/>
          </a:solidFill>
          <a:ln w="3364">
            <a:solidFill>
              <a:srgbClr val="365D8D"/>
            </a:solidFill>
            <a:prstDash val="solid"/>
          </a:ln>
        </p:spPr>
      </p:sp>
      <p:sp>
        <p:nvSpPr>
          <p:cNvPr id="4452" name="Stage1_sixpanel_9623">
            <a:extLst>
              <a:ext uri="{FF2B5EF4-FFF2-40B4-BE49-F238E27FC236}">
                <a16:creationId xmlns:a16="http://schemas.microsoft.com/office/drawing/2014/main" id="{84FE0DCC-D05B-4A33-B1D4-E138CF2BB0FA}"/>
              </a:ext>
            </a:extLst>
          </p:cNvPr>
          <p:cNvSpPr>
            <a:spLocks noGrp="1"/>
          </p:cNvSpPr>
          <p:nvPr/>
        </p:nvSpPr>
        <p:spPr>
          <a:xfrm>
            <a:off x="7668986" y="423100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65C8D"/>
          </a:solidFill>
          <a:ln w="3364">
            <a:solidFill>
              <a:srgbClr val="365C8D"/>
            </a:solidFill>
            <a:prstDash val="solid"/>
          </a:ln>
        </p:spPr>
      </p:sp>
      <p:sp>
        <p:nvSpPr>
          <p:cNvPr id="4453" name="Stage1_sixpanel_9624">
            <a:extLst>
              <a:ext uri="{FF2B5EF4-FFF2-40B4-BE49-F238E27FC236}">
                <a16:creationId xmlns:a16="http://schemas.microsoft.com/office/drawing/2014/main" id="{8E92AFF4-4D1A-4DE4-95B4-4DD57D190B1B}"/>
              </a:ext>
            </a:extLst>
          </p:cNvPr>
          <p:cNvSpPr>
            <a:spLocks noGrp="1"/>
          </p:cNvSpPr>
          <p:nvPr/>
        </p:nvSpPr>
        <p:spPr>
          <a:xfrm>
            <a:off x="7668986" y="422252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75B8D"/>
          </a:solidFill>
          <a:ln w="3364">
            <a:solidFill>
              <a:srgbClr val="375B8D"/>
            </a:solidFill>
            <a:prstDash val="solid"/>
          </a:ln>
        </p:spPr>
      </p:sp>
      <p:sp>
        <p:nvSpPr>
          <p:cNvPr id="4454" name="Stage1_sixpanel_9625">
            <a:extLst>
              <a:ext uri="{FF2B5EF4-FFF2-40B4-BE49-F238E27FC236}">
                <a16:creationId xmlns:a16="http://schemas.microsoft.com/office/drawing/2014/main" id="{89E42C17-FC3A-4EED-BF90-E1B729C82C66}"/>
              </a:ext>
            </a:extLst>
          </p:cNvPr>
          <p:cNvSpPr>
            <a:spLocks noGrp="1"/>
          </p:cNvSpPr>
          <p:nvPr/>
        </p:nvSpPr>
        <p:spPr>
          <a:xfrm>
            <a:off x="7668986" y="421405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75A8C"/>
          </a:solidFill>
          <a:ln w="3364">
            <a:solidFill>
              <a:srgbClr val="375A8C"/>
            </a:solidFill>
            <a:prstDash val="solid"/>
          </a:ln>
        </p:spPr>
      </p:sp>
      <p:sp>
        <p:nvSpPr>
          <p:cNvPr id="4455" name="Stage1_sixpanel_9626">
            <a:extLst>
              <a:ext uri="{FF2B5EF4-FFF2-40B4-BE49-F238E27FC236}">
                <a16:creationId xmlns:a16="http://schemas.microsoft.com/office/drawing/2014/main" id="{7D4CA377-F283-4E75-86C1-CD34517DB3E5}"/>
              </a:ext>
            </a:extLst>
          </p:cNvPr>
          <p:cNvSpPr>
            <a:spLocks noGrp="1"/>
          </p:cNvSpPr>
          <p:nvPr/>
        </p:nvSpPr>
        <p:spPr>
          <a:xfrm>
            <a:off x="7668986" y="420557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8598C"/>
          </a:solidFill>
          <a:ln w="3364">
            <a:solidFill>
              <a:srgbClr val="38598C"/>
            </a:solidFill>
            <a:prstDash val="solid"/>
          </a:ln>
        </p:spPr>
      </p:sp>
      <p:sp>
        <p:nvSpPr>
          <p:cNvPr id="4456" name="Stage1_sixpanel_9627">
            <a:extLst>
              <a:ext uri="{FF2B5EF4-FFF2-40B4-BE49-F238E27FC236}">
                <a16:creationId xmlns:a16="http://schemas.microsoft.com/office/drawing/2014/main" id="{7A4875F4-EA59-4563-8C26-E5F00FA89068}"/>
              </a:ext>
            </a:extLst>
          </p:cNvPr>
          <p:cNvSpPr>
            <a:spLocks noGrp="1"/>
          </p:cNvSpPr>
          <p:nvPr/>
        </p:nvSpPr>
        <p:spPr>
          <a:xfrm>
            <a:off x="7668986" y="419709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8588C"/>
          </a:solidFill>
          <a:ln w="3364">
            <a:solidFill>
              <a:srgbClr val="38588C"/>
            </a:solidFill>
            <a:prstDash val="solid"/>
          </a:ln>
        </p:spPr>
      </p:sp>
      <p:sp>
        <p:nvSpPr>
          <p:cNvPr id="4457" name="Stage1_sixpanel_9628">
            <a:extLst>
              <a:ext uri="{FF2B5EF4-FFF2-40B4-BE49-F238E27FC236}">
                <a16:creationId xmlns:a16="http://schemas.microsoft.com/office/drawing/2014/main" id="{E760BFB1-4256-401A-B9BC-784BE6A4EA21}"/>
              </a:ext>
            </a:extLst>
          </p:cNvPr>
          <p:cNvSpPr>
            <a:spLocks noGrp="1"/>
          </p:cNvSpPr>
          <p:nvPr/>
        </p:nvSpPr>
        <p:spPr>
          <a:xfrm>
            <a:off x="7668986" y="418861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9568C"/>
          </a:solidFill>
          <a:ln w="3364">
            <a:solidFill>
              <a:srgbClr val="39568C"/>
            </a:solidFill>
            <a:prstDash val="solid"/>
          </a:ln>
        </p:spPr>
      </p:sp>
      <p:sp>
        <p:nvSpPr>
          <p:cNvPr id="4458" name="Stage1_sixpanel_9629">
            <a:extLst>
              <a:ext uri="{FF2B5EF4-FFF2-40B4-BE49-F238E27FC236}">
                <a16:creationId xmlns:a16="http://schemas.microsoft.com/office/drawing/2014/main" id="{239E273F-561A-4C40-8202-88772C031711}"/>
              </a:ext>
            </a:extLst>
          </p:cNvPr>
          <p:cNvSpPr>
            <a:spLocks noGrp="1"/>
          </p:cNvSpPr>
          <p:nvPr/>
        </p:nvSpPr>
        <p:spPr>
          <a:xfrm>
            <a:off x="7668986" y="418014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9558C"/>
          </a:solidFill>
          <a:ln w="3364">
            <a:solidFill>
              <a:srgbClr val="39558C"/>
            </a:solidFill>
            <a:prstDash val="solid"/>
          </a:ln>
        </p:spPr>
      </p:sp>
      <p:sp>
        <p:nvSpPr>
          <p:cNvPr id="4459" name="Stage1_sixpanel_9630">
            <a:extLst>
              <a:ext uri="{FF2B5EF4-FFF2-40B4-BE49-F238E27FC236}">
                <a16:creationId xmlns:a16="http://schemas.microsoft.com/office/drawing/2014/main" id="{F4BF2A79-6A31-4CF4-ACD5-08E2F9876E05}"/>
              </a:ext>
            </a:extLst>
          </p:cNvPr>
          <p:cNvSpPr>
            <a:spLocks noGrp="1"/>
          </p:cNvSpPr>
          <p:nvPr/>
        </p:nvSpPr>
        <p:spPr>
          <a:xfrm>
            <a:off x="7668986" y="417166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A548C"/>
          </a:solidFill>
          <a:ln w="3364">
            <a:solidFill>
              <a:srgbClr val="3A548C"/>
            </a:solidFill>
            <a:prstDash val="solid"/>
          </a:ln>
        </p:spPr>
      </p:sp>
      <p:sp>
        <p:nvSpPr>
          <p:cNvPr id="4460" name="Stage1_sixpanel_9631">
            <a:extLst>
              <a:ext uri="{FF2B5EF4-FFF2-40B4-BE49-F238E27FC236}">
                <a16:creationId xmlns:a16="http://schemas.microsoft.com/office/drawing/2014/main" id="{5A884EFC-8253-4285-AC48-7B125BDAE276}"/>
              </a:ext>
            </a:extLst>
          </p:cNvPr>
          <p:cNvSpPr>
            <a:spLocks noGrp="1"/>
          </p:cNvSpPr>
          <p:nvPr/>
        </p:nvSpPr>
        <p:spPr>
          <a:xfrm>
            <a:off x="7668986" y="416318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A538B"/>
          </a:solidFill>
          <a:ln w="3364">
            <a:solidFill>
              <a:srgbClr val="3A538B"/>
            </a:solidFill>
            <a:prstDash val="solid"/>
          </a:ln>
        </p:spPr>
      </p:sp>
      <p:sp>
        <p:nvSpPr>
          <p:cNvPr id="4461" name="Stage1_sixpanel_9632">
            <a:extLst>
              <a:ext uri="{FF2B5EF4-FFF2-40B4-BE49-F238E27FC236}">
                <a16:creationId xmlns:a16="http://schemas.microsoft.com/office/drawing/2014/main" id="{EB5DDA65-C054-43AD-B15F-9425203A053C}"/>
              </a:ext>
            </a:extLst>
          </p:cNvPr>
          <p:cNvSpPr>
            <a:spLocks noGrp="1"/>
          </p:cNvSpPr>
          <p:nvPr/>
        </p:nvSpPr>
        <p:spPr>
          <a:xfrm>
            <a:off x="7668986" y="415471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B528B"/>
          </a:solidFill>
          <a:ln w="3364">
            <a:solidFill>
              <a:srgbClr val="3B528B"/>
            </a:solidFill>
            <a:prstDash val="solid"/>
          </a:ln>
        </p:spPr>
      </p:sp>
      <p:sp>
        <p:nvSpPr>
          <p:cNvPr id="4462" name="Stage1_sixpanel_9633">
            <a:extLst>
              <a:ext uri="{FF2B5EF4-FFF2-40B4-BE49-F238E27FC236}">
                <a16:creationId xmlns:a16="http://schemas.microsoft.com/office/drawing/2014/main" id="{EE305A7F-AA07-4AC2-9F84-6F165863BEBD}"/>
              </a:ext>
            </a:extLst>
          </p:cNvPr>
          <p:cNvSpPr>
            <a:spLocks noGrp="1"/>
          </p:cNvSpPr>
          <p:nvPr/>
        </p:nvSpPr>
        <p:spPr>
          <a:xfrm>
            <a:off x="7668986" y="414623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B518B"/>
          </a:solidFill>
          <a:ln w="3364">
            <a:solidFill>
              <a:srgbClr val="3B518B"/>
            </a:solidFill>
            <a:prstDash val="solid"/>
          </a:ln>
        </p:spPr>
      </p:sp>
      <p:sp>
        <p:nvSpPr>
          <p:cNvPr id="4463" name="Stage1_sixpanel_9634">
            <a:extLst>
              <a:ext uri="{FF2B5EF4-FFF2-40B4-BE49-F238E27FC236}">
                <a16:creationId xmlns:a16="http://schemas.microsoft.com/office/drawing/2014/main" id="{ED811996-9692-4F71-AA76-7BE3D10734A7}"/>
              </a:ext>
            </a:extLst>
          </p:cNvPr>
          <p:cNvSpPr>
            <a:spLocks noGrp="1"/>
          </p:cNvSpPr>
          <p:nvPr/>
        </p:nvSpPr>
        <p:spPr>
          <a:xfrm>
            <a:off x="7668986" y="413775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C508B"/>
          </a:solidFill>
          <a:ln w="3364">
            <a:solidFill>
              <a:srgbClr val="3C508B"/>
            </a:solidFill>
            <a:prstDash val="solid"/>
          </a:ln>
        </p:spPr>
      </p:sp>
      <p:sp>
        <p:nvSpPr>
          <p:cNvPr id="4464" name="Stage1_sixpanel_9635">
            <a:extLst>
              <a:ext uri="{FF2B5EF4-FFF2-40B4-BE49-F238E27FC236}">
                <a16:creationId xmlns:a16="http://schemas.microsoft.com/office/drawing/2014/main" id="{3D0B0BC6-E3AD-420A-8BB0-1B0AD36D4CAB}"/>
              </a:ext>
            </a:extLst>
          </p:cNvPr>
          <p:cNvSpPr>
            <a:spLocks noGrp="1"/>
          </p:cNvSpPr>
          <p:nvPr/>
        </p:nvSpPr>
        <p:spPr>
          <a:xfrm>
            <a:off x="7668986" y="412927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C4F8A"/>
          </a:solidFill>
          <a:ln w="3364">
            <a:solidFill>
              <a:srgbClr val="3C4F8A"/>
            </a:solidFill>
            <a:prstDash val="solid"/>
          </a:ln>
        </p:spPr>
      </p:sp>
      <p:sp>
        <p:nvSpPr>
          <p:cNvPr id="4465" name="Stage1_sixpanel_9636">
            <a:extLst>
              <a:ext uri="{FF2B5EF4-FFF2-40B4-BE49-F238E27FC236}">
                <a16:creationId xmlns:a16="http://schemas.microsoft.com/office/drawing/2014/main" id="{D80A98D9-19CA-4F38-ABCB-A497D0826CFA}"/>
              </a:ext>
            </a:extLst>
          </p:cNvPr>
          <p:cNvSpPr>
            <a:spLocks noGrp="1"/>
          </p:cNvSpPr>
          <p:nvPr/>
        </p:nvSpPr>
        <p:spPr>
          <a:xfrm>
            <a:off x="7668986" y="412080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D4E8A"/>
          </a:solidFill>
          <a:ln w="3364">
            <a:solidFill>
              <a:srgbClr val="3D4E8A"/>
            </a:solidFill>
            <a:prstDash val="solid"/>
          </a:ln>
        </p:spPr>
      </p:sp>
      <p:sp>
        <p:nvSpPr>
          <p:cNvPr id="4466" name="Stage1_sixpanel_9637">
            <a:extLst>
              <a:ext uri="{FF2B5EF4-FFF2-40B4-BE49-F238E27FC236}">
                <a16:creationId xmlns:a16="http://schemas.microsoft.com/office/drawing/2014/main" id="{A36DCED3-F8EA-42C8-8FAC-9BE79436B9FA}"/>
              </a:ext>
            </a:extLst>
          </p:cNvPr>
          <p:cNvSpPr>
            <a:spLocks noGrp="1"/>
          </p:cNvSpPr>
          <p:nvPr/>
        </p:nvSpPr>
        <p:spPr>
          <a:xfrm>
            <a:off x="7668986" y="41123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D4D8A"/>
          </a:solidFill>
          <a:ln w="3364">
            <a:solidFill>
              <a:srgbClr val="3D4D8A"/>
            </a:solidFill>
            <a:prstDash val="solid"/>
          </a:ln>
        </p:spPr>
      </p:sp>
      <p:sp>
        <p:nvSpPr>
          <p:cNvPr id="4467" name="Stage1_sixpanel_9638">
            <a:extLst>
              <a:ext uri="{FF2B5EF4-FFF2-40B4-BE49-F238E27FC236}">
                <a16:creationId xmlns:a16="http://schemas.microsoft.com/office/drawing/2014/main" id="{D3A05089-DAD9-4627-99BE-C212DD8537AF}"/>
              </a:ext>
            </a:extLst>
          </p:cNvPr>
          <p:cNvSpPr>
            <a:spLocks noGrp="1"/>
          </p:cNvSpPr>
          <p:nvPr/>
        </p:nvSpPr>
        <p:spPr>
          <a:xfrm>
            <a:off x="7668986" y="410384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E4C8A"/>
          </a:solidFill>
          <a:ln w="3364">
            <a:solidFill>
              <a:srgbClr val="3E4C8A"/>
            </a:solidFill>
            <a:prstDash val="solid"/>
          </a:ln>
        </p:spPr>
      </p:sp>
      <p:sp>
        <p:nvSpPr>
          <p:cNvPr id="4468" name="Stage1_sixpanel_9639">
            <a:extLst>
              <a:ext uri="{FF2B5EF4-FFF2-40B4-BE49-F238E27FC236}">
                <a16:creationId xmlns:a16="http://schemas.microsoft.com/office/drawing/2014/main" id="{7F67984D-54FA-4C9F-8337-A4571995CFCC}"/>
              </a:ext>
            </a:extLst>
          </p:cNvPr>
          <p:cNvSpPr>
            <a:spLocks noGrp="1"/>
          </p:cNvSpPr>
          <p:nvPr/>
        </p:nvSpPr>
        <p:spPr>
          <a:xfrm>
            <a:off x="7668986" y="409536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E4A89"/>
          </a:solidFill>
          <a:ln w="3364">
            <a:solidFill>
              <a:srgbClr val="3E4A89"/>
            </a:solidFill>
            <a:prstDash val="solid"/>
          </a:ln>
        </p:spPr>
      </p:sp>
      <p:sp>
        <p:nvSpPr>
          <p:cNvPr id="4469" name="Stage1_sixpanel_9640">
            <a:extLst>
              <a:ext uri="{FF2B5EF4-FFF2-40B4-BE49-F238E27FC236}">
                <a16:creationId xmlns:a16="http://schemas.microsoft.com/office/drawing/2014/main" id="{88EA4A61-0204-4478-9FD8-A329DD17D7AB}"/>
              </a:ext>
            </a:extLst>
          </p:cNvPr>
          <p:cNvSpPr>
            <a:spLocks noGrp="1"/>
          </p:cNvSpPr>
          <p:nvPr/>
        </p:nvSpPr>
        <p:spPr>
          <a:xfrm>
            <a:off x="7668986" y="40868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E4989"/>
          </a:solidFill>
          <a:ln w="3364">
            <a:solidFill>
              <a:srgbClr val="3E4989"/>
            </a:solidFill>
            <a:prstDash val="solid"/>
          </a:ln>
        </p:spPr>
      </p:sp>
      <p:sp>
        <p:nvSpPr>
          <p:cNvPr id="4470" name="Stage1_sixpanel_9641">
            <a:extLst>
              <a:ext uri="{FF2B5EF4-FFF2-40B4-BE49-F238E27FC236}">
                <a16:creationId xmlns:a16="http://schemas.microsoft.com/office/drawing/2014/main" id="{D9C48CA7-37A0-4AB0-8958-FA4C244FF493}"/>
              </a:ext>
            </a:extLst>
          </p:cNvPr>
          <p:cNvSpPr>
            <a:spLocks noGrp="1"/>
          </p:cNvSpPr>
          <p:nvPr/>
        </p:nvSpPr>
        <p:spPr>
          <a:xfrm>
            <a:off x="7668986" y="40784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F4889"/>
          </a:solidFill>
          <a:ln w="3364">
            <a:solidFill>
              <a:srgbClr val="3F4889"/>
            </a:solidFill>
            <a:prstDash val="solid"/>
          </a:ln>
        </p:spPr>
      </p:sp>
      <p:sp>
        <p:nvSpPr>
          <p:cNvPr id="4471" name="Stage1_sixpanel_9642">
            <a:extLst>
              <a:ext uri="{FF2B5EF4-FFF2-40B4-BE49-F238E27FC236}">
                <a16:creationId xmlns:a16="http://schemas.microsoft.com/office/drawing/2014/main" id="{AB6DD7FF-AF3F-4969-A68C-54DE27464294}"/>
              </a:ext>
            </a:extLst>
          </p:cNvPr>
          <p:cNvSpPr>
            <a:spLocks noGrp="1"/>
          </p:cNvSpPr>
          <p:nvPr/>
        </p:nvSpPr>
        <p:spPr>
          <a:xfrm>
            <a:off x="7668986" y="406993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F4788"/>
          </a:solidFill>
          <a:ln w="3364">
            <a:solidFill>
              <a:srgbClr val="3F4788"/>
            </a:solidFill>
            <a:prstDash val="solid"/>
          </a:ln>
        </p:spPr>
      </p:sp>
      <p:sp>
        <p:nvSpPr>
          <p:cNvPr id="4472" name="Stage1_sixpanel_9643">
            <a:extLst>
              <a:ext uri="{FF2B5EF4-FFF2-40B4-BE49-F238E27FC236}">
                <a16:creationId xmlns:a16="http://schemas.microsoft.com/office/drawing/2014/main" id="{28EE86E3-E3C5-453A-943D-E640F2EC9CA1}"/>
              </a:ext>
            </a:extLst>
          </p:cNvPr>
          <p:cNvSpPr>
            <a:spLocks noGrp="1"/>
          </p:cNvSpPr>
          <p:nvPr/>
        </p:nvSpPr>
        <p:spPr>
          <a:xfrm>
            <a:off x="7668986" y="406146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04688"/>
          </a:solidFill>
          <a:ln w="3364">
            <a:solidFill>
              <a:srgbClr val="404688"/>
            </a:solidFill>
            <a:prstDash val="solid"/>
          </a:ln>
        </p:spPr>
      </p:sp>
      <p:sp>
        <p:nvSpPr>
          <p:cNvPr id="4473" name="Stage1_sixpanel_9644">
            <a:extLst>
              <a:ext uri="{FF2B5EF4-FFF2-40B4-BE49-F238E27FC236}">
                <a16:creationId xmlns:a16="http://schemas.microsoft.com/office/drawing/2014/main" id="{69BF3AC9-558A-478B-9214-C2A12580C194}"/>
              </a:ext>
            </a:extLst>
          </p:cNvPr>
          <p:cNvSpPr>
            <a:spLocks noGrp="1"/>
          </p:cNvSpPr>
          <p:nvPr/>
        </p:nvSpPr>
        <p:spPr>
          <a:xfrm>
            <a:off x="7668986" y="405298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04588"/>
          </a:solidFill>
          <a:ln w="3364">
            <a:solidFill>
              <a:srgbClr val="404588"/>
            </a:solidFill>
            <a:prstDash val="solid"/>
          </a:ln>
        </p:spPr>
      </p:sp>
      <p:sp>
        <p:nvSpPr>
          <p:cNvPr id="4474" name="Stage1_sixpanel_9645">
            <a:extLst>
              <a:ext uri="{FF2B5EF4-FFF2-40B4-BE49-F238E27FC236}">
                <a16:creationId xmlns:a16="http://schemas.microsoft.com/office/drawing/2014/main" id="{C648D650-C4B2-416E-A634-0F08CD1A2623}"/>
              </a:ext>
            </a:extLst>
          </p:cNvPr>
          <p:cNvSpPr>
            <a:spLocks noGrp="1"/>
          </p:cNvSpPr>
          <p:nvPr/>
        </p:nvSpPr>
        <p:spPr>
          <a:xfrm>
            <a:off x="7668986" y="404450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14487"/>
          </a:solidFill>
          <a:ln w="3364">
            <a:solidFill>
              <a:srgbClr val="414487"/>
            </a:solidFill>
            <a:prstDash val="solid"/>
          </a:ln>
        </p:spPr>
      </p:sp>
      <p:sp>
        <p:nvSpPr>
          <p:cNvPr id="4475" name="Stage1_sixpanel_9646">
            <a:extLst>
              <a:ext uri="{FF2B5EF4-FFF2-40B4-BE49-F238E27FC236}">
                <a16:creationId xmlns:a16="http://schemas.microsoft.com/office/drawing/2014/main" id="{EE4B27AB-32FB-4D56-A87F-F64C99EF759C}"/>
              </a:ext>
            </a:extLst>
          </p:cNvPr>
          <p:cNvSpPr>
            <a:spLocks noGrp="1"/>
          </p:cNvSpPr>
          <p:nvPr/>
        </p:nvSpPr>
        <p:spPr>
          <a:xfrm>
            <a:off x="7668986" y="403602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14287"/>
          </a:solidFill>
          <a:ln w="3364">
            <a:solidFill>
              <a:srgbClr val="414287"/>
            </a:solidFill>
            <a:prstDash val="solid"/>
          </a:ln>
        </p:spPr>
      </p:sp>
      <p:sp>
        <p:nvSpPr>
          <p:cNvPr id="4476" name="Stage1_sixpanel_9647">
            <a:extLst>
              <a:ext uri="{FF2B5EF4-FFF2-40B4-BE49-F238E27FC236}">
                <a16:creationId xmlns:a16="http://schemas.microsoft.com/office/drawing/2014/main" id="{048E91CF-5D60-46BE-B4C2-E6436BF56FA3}"/>
              </a:ext>
            </a:extLst>
          </p:cNvPr>
          <p:cNvSpPr>
            <a:spLocks noGrp="1"/>
          </p:cNvSpPr>
          <p:nvPr/>
        </p:nvSpPr>
        <p:spPr>
          <a:xfrm>
            <a:off x="7668986" y="402755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4186"/>
          </a:solidFill>
          <a:ln w="3364">
            <a:solidFill>
              <a:srgbClr val="424186"/>
            </a:solidFill>
            <a:prstDash val="solid"/>
          </a:ln>
        </p:spPr>
      </p:sp>
      <p:sp>
        <p:nvSpPr>
          <p:cNvPr id="4477" name="Stage1_sixpanel_9648">
            <a:extLst>
              <a:ext uri="{FF2B5EF4-FFF2-40B4-BE49-F238E27FC236}">
                <a16:creationId xmlns:a16="http://schemas.microsoft.com/office/drawing/2014/main" id="{4479E3F7-023B-4DD2-95D2-D6246C177251}"/>
              </a:ext>
            </a:extLst>
          </p:cNvPr>
          <p:cNvSpPr>
            <a:spLocks noGrp="1"/>
          </p:cNvSpPr>
          <p:nvPr/>
        </p:nvSpPr>
        <p:spPr>
          <a:xfrm>
            <a:off x="7668986" y="40190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4086"/>
          </a:solidFill>
          <a:ln w="3364">
            <a:solidFill>
              <a:srgbClr val="424086"/>
            </a:solidFill>
            <a:prstDash val="solid"/>
          </a:ln>
        </p:spPr>
      </p:sp>
      <p:sp>
        <p:nvSpPr>
          <p:cNvPr id="4478" name="Stage1_sixpanel_9649">
            <a:extLst>
              <a:ext uri="{FF2B5EF4-FFF2-40B4-BE49-F238E27FC236}">
                <a16:creationId xmlns:a16="http://schemas.microsoft.com/office/drawing/2014/main" id="{9BC4A650-AD0B-4DF6-89D6-8EFCF56889F7}"/>
              </a:ext>
            </a:extLst>
          </p:cNvPr>
          <p:cNvSpPr>
            <a:spLocks noGrp="1"/>
          </p:cNvSpPr>
          <p:nvPr/>
        </p:nvSpPr>
        <p:spPr>
          <a:xfrm>
            <a:off x="7668986" y="40105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3F85"/>
          </a:solidFill>
          <a:ln w="3364">
            <a:solidFill>
              <a:srgbClr val="423F85"/>
            </a:solidFill>
            <a:prstDash val="solid"/>
          </a:ln>
        </p:spPr>
      </p:sp>
      <p:sp>
        <p:nvSpPr>
          <p:cNvPr id="4479" name="Stage1_sixpanel_9650">
            <a:extLst>
              <a:ext uri="{FF2B5EF4-FFF2-40B4-BE49-F238E27FC236}">
                <a16:creationId xmlns:a16="http://schemas.microsoft.com/office/drawing/2014/main" id="{89BF99A4-0EC9-4A07-9074-5EAADE24F594}"/>
              </a:ext>
            </a:extLst>
          </p:cNvPr>
          <p:cNvSpPr>
            <a:spLocks noGrp="1"/>
          </p:cNvSpPr>
          <p:nvPr/>
        </p:nvSpPr>
        <p:spPr>
          <a:xfrm>
            <a:off x="7668986" y="400211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33E85"/>
          </a:solidFill>
          <a:ln w="3364">
            <a:solidFill>
              <a:srgbClr val="433E85"/>
            </a:solidFill>
            <a:prstDash val="solid"/>
          </a:ln>
        </p:spPr>
      </p:sp>
      <p:sp>
        <p:nvSpPr>
          <p:cNvPr id="4480" name="Stage1_sixpanel_9651">
            <a:extLst>
              <a:ext uri="{FF2B5EF4-FFF2-40B4-BE49-F238E27FC236}">
                <a16:creationId xmlns:a16="http://schemas.microsoft.com/office/drawing/2014/main" id="{9097C323-BDD4-49C0-A367-72C1061A01F7}"/>
              </a:ext>
            </a:extLst>
          </p:cNvPr>
          <p:cNvSpPr>
            <a:spLocks noGrp="1"/>
          </p:cNvSpPr>
          <p:nvPr/>
        </p:nvSpPr>
        <p:spPr>
          <a:xfrm>
            <a:off x="7668986" y="399364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33D84"/>
          </a:solidFill>
          <a:ln w="3364">
            <a:solidFill>
              <a:srgbClr val="433D84"/>
            </a:solidFill>
            <a:prstDash val="solid"/>
          </a:ln>
        </p:spPr>
      </p:sp>
      <p:sp>
        <p:nvSpPr>
          <p:cNvPr id="4481" name="Stage1_sixpanel_9652">
            <a:extLst>
              <a:ext uri="{FF2B5EF4-FFF2-40B4-BE49-F238E27FC236}">
                <a16:creationId xmlns:a16="http://schemas.microsoft.com/office/drawing/2014/main" id="{DE04CDFF-A3AE-4D53-AAEC-078EF60F5F1D}"/>
              </a:ext>
            </a:extLst>
          </p:cNvPr>
          <p:cNvSpPr>
            <a:spLocks noGrp="1"/>
          </p:cNvSpPr>
          <p:nvPr/>
        </p:nvSpPr>
        <p:spPr>
          <a:xfrm>
            <a:off x="7668986" y="39851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3B84"/>
          </a:solidFill>
          <a:ln w="3364">
            <a:solidFill>
              <a:srgbClr val="443B84"/>
            </a:solidFill>
            <a:prstDash val="solid"/>
          </a:ln>
        </p:spPr>
      </p:sp>
      <p:sp>
        <p:nvSpPr>
          <p:cNvPr id="4482" name="Stage1_sixpanel_9653">
            <a:extLst>
              <a:ext uri="{FF2B5EF4-FFF2-40B4-BE49-F238E27FC236}">
                <a16:creationId xmlns:a16="http://schemas.microsoft.com/office/drawing/2014/main" id="{4C0A9DBA-F134-4541-934E-94C46B87B3D6}"/>
              </a:ext>
            </a:extLst>
          </p:cNvPr>
          <p:cNvSpPr>
            <a:spLocks noGrp="1"/>
          </p:cNvSpPr>
          <p:nvPr/>
        </p:nvSpPr>
        <p:spPr>
          <a:xfrm>
            <a:off x="7668986" y="39766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3A83"/>
          </a:solidFill>
          <a:ln w="3364">
            <a:solidFill>
              <a:srgbClr val="443A83"/>
            </a:solidFill>
            <a:prstDash val="solid"/>
          </a:ln>
        </p:spPr>
      </p:sp>
      <p:sp>
        <p:nvSpPr>
          <p:cNvPr id="4483" name="Stage1_sixpanel_9654">
            <a:extLst>
              <a:ext uri="{FF2B5EF4-FFF2-40B4-BE49-F238E27FC236}">
                <a16:creationId xmlns:a16="http://schemas.microsoft.com/office/drawing/2014/main" id="{0090ED4D-858E-4EB6-83E3-DA67B2C0D044}"/>
              </a:ext>
            </a:extLst>
          </p:cNvPr>
          <p:cNvSpPr>
            <a:spLocks noGrp="1"/>
          </p:cNvSpPr>
          <p:nvPr/>
        </p:nvSpPr>
        <p:spPr>
          <a:xfrm>
            <a:off x="7668986" y="396821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3983"/>
          </a:solidFill>
          <a:ln w="3364">
            <a:solidFill>
              <a:srgbClr val="443983"/>
            </a:solidFill>
            <a:prstDash val="solid"/>
          </a:ln>
        </p:spPr>
      </p:sp>
      <p:sp>
        <p:nvSpPr>
          <p:cNvPr id="4484" name="Stage1_sixpanel_9655">
            <a:extLst>
              <a:ext uri="{FF2B5EF4-FFF2-40B4-BE49-F238E27FC236}">
                <a16:creationId xmlns:a16="http://schemas.microsoft.com/office/drawing/2014/main" id="{CE7D4173-C417-45BF-970E-E1A595038792}"/>
              </a:ext>
            </a:extLst>
          </p:cNvPr>
          <p:cNvSpPr>
            <a:spLocks noGrp="1"/>
          </p:cNvSpPr>
          <p:nvPr/>
        </p:nvSpPr>
        <p:spPr>
          <a:xfrm>
            <a:off x="7668986" y="395973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3882"/>
          </a:solidFill>
          <a:ln w="3364">
            <a:solidFill>
              <a:srgbClr val="453882"/>
            </a:solidFill>
            <a:prstDash val="solid"/>
          </a:ln>
        </p:spPr>
      </p:sp>
      <p:sp>
        <p:nvSpPr>
          <p:cNvPr id="4485" name="Stage1_sixpanel_9656">
            <a:extLst>
              <a:ext uri="{FF2B5EF4-FFF2-40B4-BE49-F238E27FC236}">
                <a16:creationId xmlns:a16="http://schemas.microsoft.com/office/drawing/2014/main" id="{2821B074-4F1C-4D57-9543-9F630C96BEEC}"/>
              </a:ext>
            </a:extLst>
          </p:cNvPr>
          <p:cNvSpPr>
            <a:spLocks noGrp="1"/>
          </p:cNvSpPr>
          <p:nvPr/>
        </p:nvSpPr>
        <p:spPr>
          <a:xfrm>
            <a:off x="7668986" y="39512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3781"/>
          </a:solidFill>
          <a:ln w="3364">
            <a:solidFill>
              <a:srgbClr val="453781"/>
            </a:solidFill>
            <a:prstDash val="solid"/>
          </a:ln>
        </p:spPr>
      </p:sp>
      <p:sp>
        <p:nvSpPr>
          <p:cNvPr id="4486" name="Stage1_sixpanel_9657">
            <a:extLst>
              <a:ext uri="{FF2B5EF4-FFF2-40B4-BE49-F238E27FC236}">
                <a16:creationId xmlns:a16="http://schemas.microsoft.com/office/drawing/2014/main" id="{8426FD05-3E01-4D8B-B661-09B2368280F8}"/>
              </a:ext>
            </a:extLst>
          </p:cNvPr>
          <p:cNvSpPr>
            <a:spLocks noGrp="1"/>
          </p:cNvSpPr>
          <p:nvPr/>
        </p:nvSpPr>
        <p:spPr>
          <a:xfrm>
            <a:off x="7668986" y="39427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3581"/>
          </a:solidFill>
          <a:ln w="3364">
            <a:solidFill>
              <a:srgbClr val="453581"/>
            </a:solidFill>
            <a:prstDash val="solid"/>
          </a:ln>
        </p:spPr>
      </p:sp>
      <p:sp>
        <p:nvSpPr>
          <p:cNvPr id="4487" name="Stage1_sixpanel_9658">
            <a:extLst>
              <a:ext uri="{FF2B5EF4-FFF2-40B4-BE49-F238E27FC236}">
                <a16:creationId xmlns:a16="http://schemas.microsoft.com/office/drawing/2014/main" id="{C68E3594-02C1-4B01-ABED-2CD60010B2E1}"/>
              </a:ext>
            </a:extLst>
          </p:cNvPr>
          <p:cNvSpPr>
            <a:spLocks noGrp="1"/>
          </p:cNvSpPr>
          <p:nvPr/>
        </p:nvSpPr>
        <p:spPr>
          <a:xfrm>
            <a:off x="7668986" y="393430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480"/>
          </a:solidFill>
          <a:ln w="3364">
            <a:solidFill>
              <a:srgbClr val="463480"/>
            </a:solidFill>
            <a:prstDash val="solid"/>
          </a:ln>
        </p:spPr>
      </p:sp>
      <p:sp>
        <p:nvSpPr>
          <p:cNvPr id="4488" name="Stage1_sixpanel_9659">
            <a:extLst>
              <a:ext uri="{FF2B5EF4-FFF2-40B4-BE49-F238E27FC236}">
                <a16:creationId xmlns:a16="http://schemas.microsoft.com/office/drawing/2014/main" id="{B27F626C-96A9-42F9-9D8C-0FC51CAB18B6}"/>
              </a:ext>
            </a:extLst>
          </p:cNvPr>
          <p:cNvSpPr>
            <a:spLocks noGrp="1"/>
          </p:cNvSpPr>
          <p:nvPr/>
        </p:nvSpPr>
        <p:spPr>
          <a:xfrm>
            <a:off x="7668986" y="39258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37F"/>
          </a:solidFill>
          <a:ln w="3364">
            <a:solidFill>
              <a:srgbClr val="46337F"/>
            </a:solidFill>
            <a:prstDash val="solid"/>
          </a:ln>
        </p:spPr>
      </p:sp>
      <p:sp>
        <p:nvSpPr>
          <p:cNvPr id="4489" name="Stage1_sixpanel_9660">
            <a:extLst>
              <a:ext uri="{FF2B5EF4-FFF2-40B4-BE49-F238E27FC236}">
                <a16:creationId xmlns:a16="http://schemas.microsoft.com/office/drawing/2014/main" id="{CABA2338-5B15-47C7-A1D4-00FDA3DF10E6}"/>
              </a:ext>
            </a:extLst>
          </p:cNvPr>
          <p:cNvSpPr>
            <a:spLocks noGrp="1"/>
          </p:cNvSpPr>
          <p:nvPr/>
        </p:nvSpPr>
        <p:spPr>
          <a:xfrm>
            <a:off x="7668986" y="391734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27E"/>
          </a:solidFill>
          <a:ln w="3364">
            <a:solidFill>
              <a:srgbClr val="46327E"/>
            </a:solidFill>
            <a:prstDash val="solid"/>
          </a:ln>
        </p:spPr>
      </p:sp>
      <p:sp>
        <p:nvSpPr>
          <p:cNvPr id="4490" name="Stage1_sixpanel_9661">
            <a:extLst>
              <a:ext uri="{FF2B5EF4-FFF2-40B4-BE49-F238E27FC236}">
                <a16:creationId xmlns:a16="http://schemas.microsoft.com/office/drawing/2014/main" id="{ABE10640-7210-47CF-A3EF-16C028179860}"/>
              </a:ext>
            </a:extLst>
          </p:cNvPr>
          <p:cNvSpPr>
            <a:spLocks noGrp="1"/>
          </p:cNvSpPr>
          <p:nvPr/>
        </p:nvSpPr>
        <p:spPr>
          <a:xfrm>
            <a:off x="7668986" y="39088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07E"/>
          </a:solidFill>
          <a:ln w="3364">
            <a:solidFill>
              <a:srgbClr val="46307E"/>
            </a:solidFill>
            <a:prstDash val="solid"/>
          </a:ln>
        </p:spPr>
      </p:sp>
      <p:sp>
        <p:nvSpPr>
          <p:cNvPr id="4491" name="Stage1_sixpanel_9662">
            <a:extLst>
              <a:ext uri="{FF2B5EF4-FFF2-40B4-BE49-F238E27FC236}">
                <a16:creationId xmlns:a16="http://schemas.microsoft.com/office/drawing/2014/main" id="{35F006D6-E88D-4689-8775-C92CDE9737CB}"/>
              </a:ext>
            </a:extLst>
          </p:cNvPr>
          <p:cNvSpPr>
            <a:spLocks noGrp="1"/>
          </p:cNvSpPr>
          <p:nvPr/>
        </p:nvSpPr>
        <p:spPr>
          <a:xfrm>
            <a:off x="7668986" y="39003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F7D"/>
          </a:solidFill>
          <a:ln w="3364">
            <a:solidFill>
              <a:srgbClr val="472F7D"/>
            </a:solidFill>
            <a:prstDash val="solid"/>
          </a:ln>
        </p:spPr>
      </p:sp>
      <p:sp>
        <p:nvSpPr>
          <p:cNvPr id="4492" name="Stage1_sixpanel_9663">
            <a:extLst>
              <a:ext uri="{FF2B5EF4-FFF2-40B4-BE49-F238E27FC236}">
                <a16:creationId xmlns:a16="http://schemas.microsoft.com/office/drawing/2014/main" id="{D8C32C6E-4708-44CD-AFAB-188DB27AFFE5}"/>
              </a:ext>
            </a:extLst>
          </p:cNvPr>
          <p:cNvSpPr>
            <a:spLocks noGrp="1"/>
          </p:cNvSpPr>
          <p:nvPr/>
        </p:nvSpPr>
        <p:spPr>
          <a:xfrm>
            <a:off x="7668986" y="38919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E7C"/>
          </a:solidFill>
          <a:ln w="3364">
            <a:solidFill>
              <a:srgbClr val="472E7C"/>
            </a:solidFill>
            <a:prstDash val="solid"/>
          </a:ln>
        </p:spPr>
      </p:sp>
      <p:sp>
        <p:nvSpPr>
          <p:cNvPr id="4493" name="Stage1_sixpanel_9664">
            <a:extLst>
              <a:ext uri="{FF2B5EF4-FFF2-40B4-BE49-F238E27FC236}">
                <a16:creationId xmlns:a16="http://schemas.microsoft.com/office/drawing/2014/main" id="{A8DC75F4-B0BD-4E26-B648-8D8327DFD588}"/>
              </a:ext>
            </a:extLst>
          </p:cNvPr>
          <p:cNvSpPr>
            <a:spLocks noGrp="1"/>
          </p:cNvSpPr>
          <p:nvPr/>
        </p:nvSpPr>
        <p:spPr>
          <a:xfrm>
            <a:off x="7668986" y="38834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D7B"/>
          </a:solidFill>
          <a:ln w="3364">
            <a:solidFill>
              <a:srgbClr val="472D7B"/>
            </a:solidFill>
            <a:prstDash val="solid"/>
          </a:ln>
        </p:spPr>
      </p:sp>
      <p:sp>
        <p:nvSpPr>
          <p:cNvPr id="4494" name="Stage1_sixpanel_9665">
            <a:extLst>
              <a:ext uri="{FF2B5EF4-FFF2-40B4-BE49-F238E27FC236}">
                <a16:creationId xmlns:a16="http://schemas.microsoft.com/office/drawing/2014/main" id="{EAF74ACA-FBE8-4156-87A2-33309F936957}"/>
              </a:ext>
            </a:extLst>
          </p:cNvPr>
          <p:cNvSpPr>
            <a:spLocks noGrp="1"/>
          </p:cNvSpPr>
          <p:nvPr/>
        </p:nvSpPr>
        <p:spPr>
          <a:xfrm>
            <a:off x="7668986" y="38749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C7A"/>
          </a:solidFill>
          <a:ln w="3364">
            <a:solidFill>
              <a:srgbClr val="472C7A"/>
            </a:solidFill>
            <a:prstDash val="solid"/>
          </a:ln>
        </p:spPr>
      </p:sp>
      <p:sp>
        <p:nvSpPr>
          <p:cNvPr id="4495" name="Stage1_sixpanel_9666">
            <a:extLst>
              <a:ext uri="{FF2B5EF4-FFF2-40B4-BE49-F238E27FC236}">
                <a16:creationId xmlns:a16="http://schemas.microsoft.com/office/drawing/2014/main" id="{0665D582-AC6B-4567-B0CF-68A341ABDB9F}"/>
              </a:ext>
            </a:extLst>
          </p:cNvPr>
          <p:cNvSpPr>
            <a:spLocks noGrp="1"/>
          </p:cNvSpPr>
          <p:nvPr/>
        </p:nvSpPr>
        <p:spPr>
          <a:xfrm>
            <a:off x="7668986" y="386648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A7A"/>
          </a:solidFill>
          <a:ln w="3364">
            <a:solidFill>
              <a:srgbClr val="472A7A"/>
            </a:solidFill>
            <a:prstDash val="solid"/>
          </a:ln>
        </p:spPr>
      </p:sp>
      <p:sp>
        <p:nvSpPr>
          <p:cNvPr id="4496" name="Stage1_sixpanel_9667">
            <a:extLst>
              <a:ext uri="{FF2B5EF4-FFF2-40B4-BE49-F238E27FC236}">
                <a16:creationId xmlns:a16="http://schemas.microsoft.com/office/drawing/2014/main" id="{F128D7DA-720B-408C-9508-4CDC768E9E30}"/>
              </a:ext>
            </a:extLst>
          </p:cNvPr>
          <p:cNvSpPr>
            <a:spLocks noGrp="1"/>
          </p:cNvSpPr>
          <p:nvPr/>
        </p:nvSpPr>
        <p:spPr>
          <a:xfrm>
            <a:off x="7668986" y="385800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979"/>
          </a:solidFill>
          <a:ln w="3364">
            <a:solidFill>
              <a:srgbClr val="482979"/>
            </a:solidFill>
            <a:prstDash val="solid"/>
          </a:ln>
        </p:spPr>
      </p:sp>
      <p:sp>
        <p:nvSpPr>
          <p:cNvPr id="4497" name="Stage1_sixpanel_9668">
            <a:extLst>
              <a:ext uri="{FF2B5EF4-FFF2-40B4-BE49-F238E27FC236}">
                <a16:creationId xmlns:a16="http://schemas.microsoft.com/office/drawing/2014/main" id="{5B9E871C-97FA-4A7E-9B7D-1A15E5188C74}"/>
              </a:ext>
            </a:extLst>
          </p:cNvPr>
          <p:cNvSpPr>
            <a:spLocks noGrp="1"/>
          </p:cNvSpPr>
          <p:nvPr/>
        </p:nvSpPr>
        <p:spPr>
          <a:xfrm>
            <a:off x="7668986" y="384952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878"/>
          </a:solidFill>
          <a:ln w="3364">
            <a:solidFill>
              <a:srgbClr val="482878"/>
            </a:solidFill>
            <a:prstDash val="solid"/>
          </a:ln>
        </p:spPr>
      </p:sp>
      <p:sp>
        <p:nvSpPr>
          <p:cNvPr id="4498" name="Stage1_sixpanel_9669">
            <a:extLst>
              <a:ext uri="{FF2B5EF4-FFF2-40B4-BE49-F238E27FC236}">
                <a16:creationId xmlns:a16="http://schemas.microsoft.com/office/drawing/2014/main" id="{7C64987A-5764-4C34-B152-8368A49E22B3}"/>
              </a:ext>
            </a:extLst>
          </p:cNvPr>
          <p:cNvSpPr>
            <a:spLocks noGrp="1"/>
          </p:cNvSpPr>
          <p:nvPr/>
        </p:nvSpPr>
        <p:spPr>
          <a:xfrm>
            <a:off x="7668986" y="38410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677"/>
          </a:solidFill>
          <a:ln w="3364">
            <a:solidFill>
              <a:srgbClr val="482677"/>
            </a:solidFill>
            <a:prstDash val="solid"/>
          </a:ln>
        </p:spPr>
      </p:sp>
      <p:sp>
        <p:nvSpPr>
          <p:cNvPr id="4499" name="Stage1_sixpanel_9670">
            <a:extLst>
              <a:ext uri="{FF2B5EF4-FFF2-40B4-BE49-F238E27FC236}">
                <a16:creationId xmlns:a16="http://schemas.microsoft.com/office/drawing/2014/main" id="{C59D23ED-20E3-414A-B509-58469E813F11}"/>
              </a:ext>
            </a:extLst>
          </p:cNvPr>
          <p:cNvSpPr>
            <a:spLocks noGrp="1"/>
          </p:cNvSpPr>
          <p:nvPr/>
        </p:nvSpPr>
        <p:spPr>
          <a:xfrm>
            <a:off x="7668986" y="38325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576"/>
          </a:solidFill>
          <a:ln w="3364">
            <a:solidFill>
              <a:srgbClr val="482576"/>
            </a:solidFill>
            <a:prstDash val="solid"/>
          </a:ln>
        </p:spPr>
      </p:sp>
      <p:sp>
        <p:nvSpPr>
          <p:cNvPr id="4500" name="Stage1_sixpanel_9671">
            <a:extLst>
              <a:ext uri="{FF2B5EF4-FFF2-40B4-BE49-F238E27FC236}">
                <a16:creationId xmlns:a16="http://schemas.microsoft.com/office/drawing/2014/main" id="{FB49C430-61EA-4D5B-A4BE-B2BD129C107F}"/>
              </a:ext>
            </a:extLst>
          </p:cNvPr>
          <p:cNvSpPr>
            <a:spLocks noGrp="1"/>
          </p:cNvSpPr>
          <p:nvPr/>
        </p:nvSpPr>
        <p:spPr>
          <a:xfrm>
            <a:off x="7668986" y="38240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475"/>
          </a:solidFill>
          <a:ln w="3364">
            <a:solidFill>
              <a:srgbClr val="482475"/>
            </a:solidFill>
            <a:prstDash val="solid"/>
          </a:ln>
        </p:spPr>
      </p:sp>
      <p:sp>
        <p:nvSpPr>
          <p:cNvPr id="4501" name="Stage1_sixpanel_9672">
            <a:extLst>
              <a:ext uri="{FF2B5EF4-FFF2-40B4-BE49-F238E27FC236}">
                <a16:creationId xmlns:a16="http://schemas.microsoft.com/office/drawing/2014/main" id="{EDCC6991-EFEE-421F-9A15-9077259B5B9C}"/>
              </a:ext>
            </a:extLst>
          </p:cNvPr>
          <p:cNvSpPr>
            <a:spLocks noGrp="1"/>
          </p:cNvSpPr>
          <p:nvPr/>
        </p:nvSpPr>
        <p:spPr>
          <a:xfrm>
            <a:off x="7668986" y="38156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374"/>
          </a:solidFill>
          <a:ln w="3364">
            <a:solidFill>
              <a:srgbClr val="482374"/>
            </a:solidFill>
            <a:prstDash val="solid"/>
          </a:ln>
        </p:spPr>
      </p:sp>
      <p:sp>
        <p:nvSpPr>
          <p:cNvPr id="4502" name="Stage1_sixpanel_9673">
            <a:extLst>
              <a:ext uri="{FF2B5EF4-FFF2-40B4-BE49-F238E27FC236}">
                <a16:creationId xmlns:a16="http://schemas.microsoft.com/office/drawing/2014/main" id="{9DC846B4-FE79-4BD7-81B1-27E5F14F07F4}"/>
              </a:ext>
            </a:extLst>
          </p:cNvPr>
          <p:cNvSpPr>
            <a:spLocks noGrp="1"/>
          </p:cNvSpPr>
          <p:nvPr/>
        </p:nvSpPr>
        <p:spPr>
          <a:xfrm>
            <a:off x="7668986" y="38071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173"/>
          </a:solidFill>
          <a:ln w="3364">
            <a:solidFill>
              <a:srgbClr val="482173"/>
            </a:solidFill>
            <a:prstDash val="solid"/>
          </a:ln>
        </p:spPr>
      </p:sp>
      <p:sp>
        <p:nvSpPr>
          <p:cNvPr id="4503" name="Stage1_sixpanel_9674">
            <a:extLst>
              <a:ext uri="{FF2B5EF4-FFF2-40B4-BE49-F238E27FC236}">
                <a16:creationId xmlns:a16="http://schemas.microsoft.com/office/drawing/2014/main" id="{6E7CAC76-738A-4FC5-B58B-07B0DEE45C63}"/>
              </a:ext>
            </a:extLst>
          </p:cNvPr>
          <p:cNvSpPr>
            <a:spLocks noGrp="1"/>
          </p:cNvSpPr>
          <p:nvPr/>
        </p:nvSpPr>
        <p:spPr>
          <a:xfrm>
            <a:off x="7668986" y="37986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071"/>
          </a:solidFill>
          <a:ln w="3364">
            <a:solidFill>
              <a:srgbClr val="482071"/>
            </a:solidFill>
            <a:prstDash val="solid"/>
          </a:ln>
        </p:spPr>
      </p:sp>
      <p:sp>
        <p:nvSpPr>
          <p:cNvPr id="4504" name="Stage1_sixpanel_9675">
            <a:extLst>
              <a:ext uri="{FF2B5EF4-FFF2-40B4-BE49-F238E27FC236}">
                <a16:creationId xmlns:a16="http://schemas.microsoft.com/office/drawing/2014/main" id="{2AE97A50-6594-42D1-B73E-E620AC2850AB}"/>
              </a:ext>
            </a:extLst>
          </p:cNvPr>
          <p:cNvSpPr>
            <a:spLocks noGrp="1"/>
          </p:cNvSpPr>
          <p:nvPr/>
        </p:nvSpPr>
        <p:spPr>
          <a:xfrm>
            <a:off x="7668986" y="37901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F70"/>
          </a:solidFill>
          <a:ln w="3364">
            <a:solidFill>
              <a:srgbClr val="481F70"/>
            </a:solidFill>
            <a:prstDash val="solid"/>
          </a:ln>
        </p:spPr>
      </p:sp>
      <p:sp>
        <p:nvSpPr>
          <p:cNvPr id="4505" name="Stage1_sixpanel_9676">
            <a:extLst>
              <a:ext uri="{FF2B5EF4-FFF2-40B4-BE49-F238E27FC236}">
                <a16:creationId xmlns:a16="http://schemas.microsoft.com/office/drawing/2014/main" id="{E185AD26-1F66-40B9-8CAA-BDCB359EB7E3}"/>
              </a:ext>
            </a:extLst>
          </p:cNvPr>
          <p:cNvSpPr>
            <a:spLocks noGrp="1"/>
          </p:cNvSpPr>
          <p:nvPr/>
        </p:nvSpPr>
        <p:spPr>
          <a:xfrm>
            <a:off x="7668986" y="378171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D6F"/>
          </a:solidFill>
          <a:ln w="3364">
            <a:solidFill>
              <a:srgbClr val="481D6F"/>
            </a:solidFill>
            <a:prstDash val="solid"/>
          </a:ln>
        </p:spPr>
      </p:sp>
      <p:sp>
        <p:nvSpPr>
          <p:cNvPr id="4506" name="Stage1_sixpanel_9677">
            <a:extLst>
              <a:ext uri="{FF2B5EF4-FFF2-40B4-BE49-F238E27FC236}">
                <a16:creationId xmlns:a16="http://schemas.microsoft.com/office/drawing/2014/main" id="{42C01BD0-A656-4313-A109-AAE2913FBB1F}"/>
              </a:ext>
            </a:extLst>
          </p:cNvPr>
          <p:cNvSpPr>
            <a:spLocks noGrp="1"/>
          </p:cNvSpPr>
          <p:nvPr/>
        </p:nvSpPr>
        <p:spPr>
          <a:xfrm>
            <a:off x="7668986" y="377323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C6E"/>
          </a:solidFill>
          <a:ln w="3364">
            <a:solidFill>
              <a:srgbClr val="481C6E"/>
            </a:solidFill>
            <a:prstDash val="solid"/>
          </a:ln>
        </p:spPr>
      </p:sp>
      <p:sp>
        <p:nvSpPr>
          <p:cNvPr id="4507" name="Stage1_sixpanel_9678">
            <a:extLst>
              <a:ext uri="{FF2B5EF4-FFF2-40B4-BE49-F238E27FC236}">
                <a16:creationId xmlns:a16="http://schemas.microsoft.com/office/drawing/2014/main" id="{3F8D11F2-B145-4F4C-A667-637A3DDFB587}"/>
              </a:ext>
            </a:extLst>
          </p:cNvPr>
          <p:cNvSpPr>
            <a:spLocks noGrp="1"/>
          </p:cNvSpPr>
          <p:nvPr/>
        </p:nvSpPr>
        <p:spPr>
          <a:xfrm>
            <a:off x="7668986" y="37647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B6D"/>
          </a:solidFill>
          <a:ln w="3364">
            <a:solidFill>
              <a:srgbClr val="481B6D"/>
            </a:solidFill>
            <a:prstDash val="solid"/>
          </a:ln>
        </p:spPr>
      </p:sp>
      <p:sp>
        <p:nvSpPr>
          <p:cNvPr id="4508" name="Stage1_sixpanel_9679">
            <a:extLst>
              <a:ext uri="{FF2B5EF4-FFF2-40B4-BE49-F238E27FC236}">
                <a16:creationId xmlns:a16="http://schemas.microsoft.com/office/drawing/2014/main" id="{80CF6401-FF5D-470E-84E2-A244856B3385}"/>
              </a:ext>
            </a:extLst>
          </p:cNvPr>
          <p:cNvSpPr>
            <a:spLocks noGrp="1"/>
          </p:cNvSpPr>
          <p:nvPr/>
        </p:nvSpPr>
        <p:spPr>
          <a:xfrm>
            <a:off x="7668986" y="37562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A6C"/>
          </a:solidFill>
          <a:ln w="3364">
            <a:solidFill>
              <a:srgbClr val="481A6C"/>
            </a:solidFill>
            <a:prstDash val="solid"/>
          </a:ln>
        </p:spPr>
      </p:sp>
      <p:sp>
        <p:nvSpPr>
          <p:cNvPr id="4509" name="Stage1_sixpanel_9680">
            <a:extLst>
              <a:ext uri="{FF2B5EF4-FFF2-40B4-BE49-F238E27FC236}">
                <a16:creationId xmlns:a16="http://schemas.microsoft.com/office/drawing/2014/main" id="{7883C5F5-BBA7-4590-8CD5-53631A0D9CD1}"/>
              </a:ext>
            </a:extLst>
          </p:cNvPr>
          <p:cNvSpPr>
            <a:spLocks noGrp="1"/>
          </p:cNvSpPr>
          <p:nvPr/>
        </p:nvSpPr>
        <p:spPr>
          <a:xfrm>
            <a:off x="7668986" y="374780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86A"/>
          </a:solidFill>
          <a:ln w="3364">
            <a:solidFill>
              <a:srgbClr val="48186A"/>
            </a:solidFill>
            <a:prstDash val="solid"/>
          </a:ln>
        </p:spPr>
      </p:sp>
      <p:sp>
        <p:nvSpPr>
          <p:cNvPr id="4510" name="Stage1_sixpanel_9681">
            <a:extLst>
              <a:ext uri="{FF2B5EF4-FFF2-40B4-BE49-F238E27FC236}">
                <a16:creationId xmlns:a16="http://schemas.microsoft.com/office/drawing/2014/main" id="{DFD4E3D9-502A-437E-8CF3-25A86A0C5B5E}"/>
              </a:ext>
            </a:extLst>
          </p:cNvPr>
          <p:cNvSpPr>
            <a:spLocks noGrp="1"/>
          </p:cNvSpPr>
          <p:nvPr/>
        </p:nvSpPr>
        <p:spPr>
          <a:xfrm>
            <a:off x="7668986" y="373932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769"/>
          </a:solidFill>
          <a:ln w="3364">
            <a:solidFill>
              <a:srgbClr val="481769"/>
            </a:solidFill>
            <a:prstDash val="solid"/>
          </a:ln>
        </p:spPr>
      </p:sp>
      <p:sp>
        <p:nvSpPr>
          <p:cNvPr id="4511" name="Stage1_sixpanel_9682">
            <a:extLst>
              <a:ext uri="{FF2B5EF4-FFF2-40B4-BE49-F238E27FC236}">
                <a16:creationId xmlns:a16="http://schemas.microsoft.com/office/drawing/2014/main" id="{F9958DE8-75B8-4696-9D65-A6B797781E96}"/>
              </a:ext>
            </a:extLst>
          </p:cNvPr>
          <p:cNvSpPr>
            <a:spLocks noGrp="1"/>
          </p:cNvSpPr>
          <p:nvPr/>
        </p:nvSpPr>
        <p:spPr>
          <a:xfrm>
            <a:off x="7668986" y="373084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668"/>
          </a:solidFill>
          <a:ln w="3364">
            <a:solidFill>
              <a:srgbClr val="481668"/>
            </a:solidFill>
            <a:prstDash val="solid"/>
          </a:ln>
        </p:spPr>
      </p:sp>
      <p:sp>
        <p:nvSpPr>
          <p:cNvPr id="4512" name="Stage1_sixpanel_9683">
            <a:extLst>
              <a:ext uri="{FF2B5EF4-FFF2-40B4-BE49-F238E27FC236}">
                <a16:creationId xmlns:a16="http://schemas.microsoft.com/office/drawing/2014/main" id="{4987F69A-04C6-428C-990B-3E585C4B272D}"/>
              </a:ext>
            </a:extLst>
          </p:cNvPr>
          <p:cNvSpPr>
            <a:spLocks noGrp="1"/>
          </p:cNvSpPr>
          <p:nvPr/>
        </p:nvSpPr>
        <p:spPr>
          <a:xfrm>
            <a:off x="7668986" y="37223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467"/>
          </a:solidFill>
          <a:ln w="3364">
            <a:solidFill>
              <a:srgbClr val="481467"/>
            </a:solidFill>
            <a:prstDash val="solid"/>
          </a:ln>
        </p:spPr>
      </p:sp>
      <p:sp>
        <p:nvSpPr>
          <p:cNvPr id="4513" name="Stage1_sixpanel_9684">
            <a:extLst>
              <a:ext uri="{FF2B5EF4-FFF2-40B4-BE49-F238E27FC236}">
                <a16:creationId xmlns:a16="http://schemas.microsoft.com/office/drawing/2014/main" id="{6175A933-AEE1-4BF6-9551-177BEEE86503}"/>
              </a:ext>
            </a:extLst>
          </p:cNvPr>
          <p:cNvSpPr>
            <a:spLocks noGrp="1"/>
          </p:cNvSpPr>
          <p:nvPr/>
        </p:nvSpPr>
        <p:spPr>
          <a:xfrm>
            <a:off x="7668986" y="371389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1365"/>
          </a:solidFill>
          <a:ln w="3364">
            <a:solidFill>
              <a:srgbClr val="471365"/>
            </a:solidFill>
            <a:prstDash val="solid"/>
          </a:ln>
        </p:spPr>
      </p:sp>
      <p:sp>
        <p:nvSpPr>
          <p:cNvPr id="4514" name="Stage1_sixpanel_9685">
            <a:extLst>
              <a:ext uri="{FF2B5EF4-FFF2-40B4-BE49-F238E27FC236}">
                <a16:creationId xmlns:a16="http://schemas.microsoft.com/office/drawing/2014/main" id="{AD4F7A90-FC6E-478C-AC26-E20F2C4C6CC4}"/>
              </a:ext>
            </a:extLst>
          </p:cNvPr>
          <p:cNvSpPr>
            <a:spLocks noGrp="1"/>
          </p:cNvSpPr>
          <p:nvPr/>
        </p:nvSpPr>
        <p:spPr>
          <a:xfrm>
            <a:off x="7668986" y="370541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1164"/>
          </a:solidFill>
          <a:ln w="3364">
            <a:solidFill>
              <a:srgbClr val="471164"/>
            </a:solidFill>
            <a:prstDash val="solid"/>
          </a:ln>
        </p:spPr>
      </p:sp>
      <p:sp>
        <p:nvSpPr>
          <p:cNvPr id="4515" name="Stage1_sixpanel_9686">
            <a:extLst>
              <a:ext uri="{FF2B5EF4-FFF2-40B4-BE49-F238E27FC236}">
                <a16:creationId xmlns:a16="http://schemas.microsoft.com/office/drawing/2014/main" id="{2DAD6B46-529A-4BA9-8551-2772671FFA9B}"/>
              </a:ext>
            </a:extLst>
          </p:cNvPr>
          <p:cNvSpPr>
            <a:spLocks noGrp="1"/>
          </p:cNvSpPr>
          <p:nvPr/>
        </p:nvSpPr>
        <p:spPr>
          <a:xfrm>
            <a:off x="7668986" y="36969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1063"/>
          </a:solidFill>
          <a:ln w="3364">
            <a:solidFill>
              <a:srgbClr val="471063"/>
            </a:solidFill>
            <a:prstDash val="solid"/>
          </a:ln>
        </p:spPr>
      </p:sp>
      <p:sp>
        <p:nvSpPr>
          <p:cNvPr id="4516" name="Stage1_sixpanel_9687">
            <a:extLst>
              <a:ext uri="{FF2B5EF4-FFF2-40B4-BE49-F238E27FC236}">
                <a16:creationId xmlns:a16="http://schemas.microsoft.com/office/drawing/2014/main" id="{A5245045-730B-4735-8C64-BFDE35310CF6}"/>
              </a:ext>
            </a:extLst>
          </p:cNvPr>
          <p:cNvSpPr>
            <a:spLocks noGrp="1"/>
          </p:cNvSpPr>
          <p:nvPr/>
        </p:nvSpPr>
        <p:spPr>
          <a:xfrm>
            <a:off x="7668986" y="36884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0E61"/>
          </a:solidFill>
          <a:ln w="3364">
            <a:solidFill>
              <a:srgbClr val="470E61"/>
            </a:solidFill>
            <a:prstDash val="solid"/>
          </a:ln>
        </p:spPr>
      </p:sp>
      <p:sp>
        <p:nvSpPr>
          <p:cNvPr id="4517" name="Stage1_sixpanel_9688">
            <a:extLst>
              <a:ext uri="{FF2B5EF4-FFF2-40B4-BE49-F238E27FC236}">
                <a16:creationId xmlns:a16="http://schemas.microsoft.com/office/drawing/2014/main" id="{8EC63F11-35CB-464F-8213-06452211096A}"/>
              </a:ext>
            </a:extLst>
          </p:cNvPr>
          <p:cNvSpPr>
            <a:spLocks noGrp="1"/>
          </p:cNvSpPr>
          <p:nvPr/>
        </p:nvSpPr>
        <p:spPr>
          <a:xfrm>
            <a:off x="7668986" y="36799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0D60"/>
          </a:solidFill>
          <a:ln w="3364">
            <a:solidFill>
              <a:srgbClr val="470D60"/>
            </a:solidFill>
            <a:prstDash val="solid"/>
          </a:ln>
        </p:spPr>
      </p:sp>
      <p:sp>
        <p:nvSpPr>
          <p:cNvPr id="4518" name="Stage1_sixpanel_9689">
            <a:extLst>
              <a:ext uri="{FF2B5EF4-FFF2-40B4-BE49-F238E27FC236}">
                <a16:creationId xmlns:a16="http://schemas.microsoft.com/office/drawing/2014/main" id="{82BBC180-A9D6-494B-B96E-E11213DC7272}"/>
              </a:ext>
            </a:extLst>
          </p:cNvPr>
          <p:cNvSpPr>
            <a:spLocks noGrp="1"/>
          </p:cNvSpPr>
          <p:nvPr/>
        </p:nvSpPr>
        <p:spPr>
          <a:xfrm>
            <a:off x="7668986" y="367150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B5E"/>
          </a:solidFill>
          <a:ln w="3364">
            <a:solidFill>
              <a:srgbClr val="460B5E"/>
            </a:solidFill>
            <a:prstDash val="solid"/>
          </a:ln>
        </p:spPr>
      </p:sp>
      <p:sp>
        <p:nvSpPr>
          <p:cNvPr id="4519" name="Stage1_sixpanel_9690">
            <a:extLst>
              <a:ext uri="{FF2B5EF4-FFF2-40B4-BE49-F238E27FC236}">
                <a16:creationId xmlns:a16="http://schemas.microsoft.com/office/drawing/2014/main" id="{31685FBA-82F0-4BEE-8108-06413D0F6692}"/>
              </a:ext>
            </a:extLst>
          </p:cNvPr>
          <p:cNvSpPr>
            <a:spLocks noGrp="1"/>
          </p:cNvSpPr>
          <p:nvPr/>
        </p:nvSpPr>
        <p:spPr>
          <a:xfrm>
            <a:off x="7668986" y="366302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A5D"/>
          </a:solidFill>
          <a:ln w="3364">
            <a:solidFill>
              <a:srgbClr val="460A5D"/>
            </a:solidFill>
            <a:prstDash val="solid"/>
          </a:ln>
        </p:spPr>
      </p:sp>
      <p:sp>
        <p:nvSpPr>
          <p:cNvPr id="4520" name="Stage1_sixpanel_9691">
            <a:extLst>
              <a:ext uri="{FF2B5EF4-FFF2-40B4-BE49-F238E27FC236}">
                <a16:creationId xmlns:a16="http://schemas.microsoft.com/office/drawing/2014/main" id="{9D9CE122-3645-42DB-ACFA-8E918F1086C5}"/>
              </a:ext>
            </a:extLst>
          </p:cNvPr>
          <p:cNvSpPr>
            <a:spLocks noGrp="1"/>
          </p:cNvSpPr>
          <p:nvPr/>
        </p:nvSpPr>
        <p:spPr>
          <a:xfrm>
            <a:off x="7668986" y="36545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85C"/>
          </a:solidFill>
          <a:ln w="3364">
            <a:solidFill>
              <a:srgbClr val="46085C"/>
            </a:solidFill>
            <a:prstDash val="solid"/>
          </a:ln>
        </p:spPr>
      </p:sp>
      <p:sp>
        <p:nvSpPr>
          <p:cNvPr id="4521" name="Stage1_sixpanel_9692">
            <a:extLst>
              <a:ext uri="{FF2B5EF4-FFF2-40B4-BE49-F238E27FC236}">
                <a16:creationId xmlns:a16="http://schemas.microsoft.com/office/drawing/2014/main" id="{77C2FCCB-E5E8-4ED8-81E5-1ADDDDCDC36E}"/>
              </a:ext>
            </a:extLst>
          </p:cNvPr>
          <p:cNvSpPr>
            <a:spLocks noGrp="1"/>
          </p:cNvSpPr>
          <p:nvPr/>
        </p:nvSpPr>
        <p:spPr>
          <a:xfrm>
            <a:off x="7668986" y="364607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75A"/>
          </a:solidFill>
          <a:ln w="3364">
            <a:solidFill>
              <a:srgbClr val="46075A"/>
            </a:solidFill>
            <a:prstDash val="solid"/>
          </a:ln>
        </p:spPr>
      </p:sp>
      <p:sp>
        <p:nvSpPr>
          <p:cNvPr id="4522" name="Stage1_sixpanel_9693">
            <a:extLst>
              <a:ext uri="{FF2B5EF4-FFF2-40B4-BE49-F238E27FC236}">
                <a16:creationId xmlns:a16="http://schemas.microsoft.com/office/drawing/2014/main" id="{A6AF203B-37DD-4D89-AFB2-22C05D2C63ED}"/>
              </a:ext>
            </a:extLst>
          </p:cNvPr>
          <p:cNvSpPr>
            <a:spLocks noGrp="1"/>
          </p:cNvSpPr>
          <p:nvPr/>
        </p:nvSpPr>
        <p:spPr>
          <a:xfrm>
            <a:off x="7668986" y="363759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0559"/>
          </a:solidFill>
          <a:ln w="3364">
            <a:solidFill>
              <a:srgbClr val="450559"/>
            </a:solidFill>
            <a:prstDash val="solid"/>
          </a:ln>
        </p:spPr>
      </p:sp>
      <p:sp>
        <p:nvSpPr>
          <p:cNvPr id="4523" name="Stage1_sixpanel_9694">
            <a:extLst>
              <a:ext uri="{FF2B5EF4-FFF2-40B4-BE49-F238E27FC236}">
                <a16:creationId xmlns:a16="http://schemas.microsoft.com/office/drawing/2014/main" id="{D17FDFF6-A6F2-4E7F-91F5-77E5F2ECC179}"/>
              </a:ext>
            </a:extLst>
          </p:cNvPr>
          <p:cNvSpPr>
            <a:spLocks noGrp="1"/>
          </p:cNvSpPr>
          <p:nvPr/>
        </p:nvSpPr>
        <p:spPr>
          <a:xfrm>
            <a:off x="7668986" y="36291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0457"/>
          </a:solidFill>
          <a:ln w="3364">
            <a:solidFill>
              <a:srgbClr val="450457"/>
            </a:solidFill>
            <a:prstDash val="solid"/>
          </a:ln>
        </p:spPr>
      </p:sp>
      <p:sp>
        <p:nvSpPr>
          <p:cNvPr id="4524" name="Stage1_sixpanel_9695">
            <a:extLst>
              <a:ext uri="{FF2B5EF4-FFF2-40B4-BE49-F238E27FC236}">
                <a16:creationId xmlns:a16="http://schemas.microsoft.com/office/drawing/2014/main" id="{28207A3D-48E7-434D-8D9E-DC44C5765E87}"/>
              </a:ext>
            </a:extLst>
          </p:cNvPr>
          <p:cNvSpPr>
            <a:spLocks noGrp="1"/>
          </p:cNvSpPr>
          <p:nvPr/>
        </p:nvSpPr>
        <p:spPr>
          <a:xfrm>
            <a:off x="7668986" y="36206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0256"/>
          </a:solidFill>
          <a:ln w="3364">
            <a:solidFill>
              <a:srgbClr val="440256"/>
            </a:solidFill>
            <a:prstDash val="solid"/>
          </a:ln>
        </p:spPr>
      </p:sp>
      <p:sp>
        <p:nvSpPr>
          <p:cNvPr id="4525" name="Stage1_sixpanel_9696">
            <a:extLst>
              <a:ext uri="{FF2B5EF4-FFF2-40B4-BE49-F238E27FC236}">
                <a16:creationId xmlns:a16="http://schemas.microsoft.com/office/drawing/2014/main" id="{9334FCDD-1C03-4A40-8EA5-238209255918}"/>
              </a:ext>
            </a:extLst>
          </p:cNvPr>
          <p:cNvSpPr>
            <a:spLocks noGrp="1"/>
          </p:cNvSpPr>
          <p:nvPr/>
        </p:nvSpPr>
        <p:spPr>
          <a:xfrm>
            <a:off x="7668986" y="36121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0154"/>
          </a:solidFill>
          <a:ln w="3364">
            <a:solidFill>
              <a:srgbClr val="440154"/>
            </a:solidFill>
            <a:prstDash val="solid"/>
          </a:ln>
        </p:spPr>
      </p:sp>
      <p:sp>
        <p:nvSpPr>
          <p:cNvPr id="4526" name="Stage1_sixpanel_9697">
            <a:extLst>
              <a:ext uri="{FF2B5EF4-FFF2-40B4-BE49-F238E27FC236}">
                <a16:creationId xmlns:a16="http://schemas.microsoft.com/office/drawing/2014/main" id="{AF511B8F-18E5-45F7-899C-A0FDDB9657EC}"/>
              </a:ext>
            </a:extLst>
          </p:cNvPr>
          <p:cNvSpPr>
            <a:spLocks noGrp="1"/>
          </p:cNvSpPr>
          <p:nvPr/>
        </p:nvSpPr>
        <p:spPr>
          <a:xfrm>
            <a:off x="7761993" y="5782342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27" name="text_9698">
            <a:extLst>
              <a:ext uri="{FF2B5EF4-FFF2-40B4-BE49-F238E27FC236}">
                <a16:creationId xmlns:a16="http://schemas.microsoft.com/office/drawing/2014/main" id="{04426F50-EEF0-417B-B29E-3AD4C1CAA177}"/>
              </a:ext>
            </a:extLst>
          </p:cNvPr>
          <p:cNvSpPr>
            <a:spLocks noGrp="1"/>
          </p:cNvSpPr>
          <p:nvPr/>
        </p:nvSpPr>
        <p:spPr>
          <a:xfrm>
            <a:off x="7859549" y="5731465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528" name="Stage1_sixpanel_9699">
            <a:extLst>
              <a:ext uri="{FF2B5EF4-FFF2-40B4-BE49-F238E27FC236}">
                <a16:creationId xmlns:a16="http://schemas.microsoft.com/office/drawing/2014/main" id="{E1DF51B2-DB42-409B-BDF0-09B8CDD82935}"/>
              </a:ext>
            </a:extLst>
          </p:cNvPr>
          <p:cNvSpPr>
            <a:spLocks noGrp="1"/>
          </p:cNvSpPr>
          <p:nvPr/>
        </p:nvSpPr>
        <p:spPr>
          <a:xfrm>
            <a:off x="7761993" y="5058950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29" name="text_9700">
            <a:extLst>
              <a:ext uri="{FF2B5EF4-FFF2-40B4-BE49-F238E27FC236}">
                <a16:creationId xmlns:a16="http://schemas.microsoft.com/office/drawing/2014/main" id="{DC46C774-E02C-4382-B8AC-3494E743A2F7}"/>
              </a:ext>
            </a:extLst>
          </p:cNvPr>
          <p:cNvSpPr>
            <a:spLocks noGrp="1"/>
          </p:cNvSpPr>
          <p:nvPr/>
        </p:nvSpPr>
        <p:spPr>
          <a:xfrm>
            <a:off x="7859549" y="5008073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4530" name="Stage1_sixpanel_9701">
            <a:extLst>
              <a:ext uri="{FF2B5EF4-FFF2-40B4-BE49-F238E27FC236}">
                <a16:creationId xmlns:a16="http://schemas.microsoft.com/office/drawing/2014/main" id="{3BC41E3F-38DC-4FC2-8C5C-187717806C51}"/>
              </a:ext>
            </a:extLst>
          </p:cNvPr>
          <p:cNvSpPr>
            <a:spLocks noGrp="1"/>
          </p:cNvSpPr>
          <p:nvPr/>
        </p:nvSpPr>
        <p:spPr>
          <a:xfrm>
            <a:off x="7761993" y="4335558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31" name="text_9702">
            <a:extLst>
              <a:ext uri="{FF2B5EF4-FFF2-40B4-BE49-F238E27FC236}">
                <a16:creationId xmlns:a16="http://schemas.microsoft.com/office/drawing/2014/main" id="{CD298F73-D7A5-4231-8855-A25EE43ACBBB}"/>
              </a:ext>
            </a:extLst>
          </p:cNvPr>
          <p:cNvSpPr>
            <a:spLocks noGrp="1"/>
          </p:cNvSpPr>
          <p:nvPr/>
        </p:nvSpPr>
        <p:spPr>
          <a:xfrm>
            <a:off x="7859549" y="4284681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4532" name="Stage1_sixpanel_9703">
            <a:extLst>
              <a:ext uri="{FF2B5EF4-FFF2-40B4-BE49-F238E27FC236}">
                <a16:creationId xmlns:a16="http://schemas.microsoft.com/office/drawing/2014/main" id="{7215A2C2-87BD-4DD8-A064-7FD95089F480}"/>
              </a:ext>
            </a:extLst>
          </p:cNvPr>
          <p:cNvSpPr>
            <a:spLocks noGrp="1"/>
          </p:cNvSpPr>
          <p:nvPr/>
        </p:nvSpPr>
        <p:spPr>
          <a:xfrm>
            <a:off x="7761993" y="3612166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33" name="text_9704">
            <a:extLst>
              <a:ext uri="{FF2B5EF4-FFF2-40B4-BE49-F238E27FC236}">
                <a16:creationId xmlns:a16="http://schemas.microsoft.com/office/drawing/2014/main" id="{6F32732C-D3AC-4B36-BED4-68BA62746511}"/>
              </a:ext>
            </a:extLst>
          </p:cNvPr>
          <p:cNvSpPr>
            <a:spLocks noGrp="1"/>
          </p:cNvSpPr>
          <p:nvPr/>
        </p:nvSpPr>
        <p:spPr>
          <a:xfrm>
            <a:off x="7859549" y="356128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4534" name="text_9705">
            <a:extLst>
              <a:ext uri="{FF2B5EF4-FFF2-40B4-BE49-F238E27FC236}">
                <a16:creationId xmlns:a16="http://schemas.microsoft.com/office/drawing/2014/main" id="{72928D15-652B-4358-8336-334EB46BE4BD}"/>
              </a:ext>
            </a:extLst>
          </p:cNvPr>
          <p:cNvSpPr>
            <a:spLocks noGrp="1"/>
          </p:cNvSpPr>
          <p:nvPr/>
        </p:nvSpPr>
        <p:spPr>
          <a:xfrm rot="-5400000">
            <a:off x="7750495" y="4615257"/>
            <a:ext cx="839534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4535" name="Stage1_sixpanel_9706">
            <a:extLst>
              <a:ext uri="{FF2B5EF4-FFF2-40B4-BE49-F238E27FC236}">
                <a16:creationId xmlns:a16="http://schemas.microsoft.com/office/drawing/2014/main" id="{A5013493-D439-407B-8CDC-6184C10E8777}"/>
              </a:ext>
            </a:extLst>
          </p:cNvPr>
          <p:cNvSpPr>
            <a:spLocks noGrp="1"/>
          </p:cNvSpPr>
          <p:nvPr/>
        </p:nvSpPr>
        <p:spPr>
          <a:xfrm>
            <a:off x="5266291" y="6825044"/>
            <a:ext cx="3139005" cy="1305496"/>
          </a:xfrm>
          <a:custGeom>
            <a:avLst/>
            <a:gdLst/>
            <a:ahLst/>
            <a:cxnLst/>
            <a:rect l="0" t="0" r="0" b="0"/>
            <a:pathLst>
              <a:path w="3139005" h="1305496">
                <a:moveTo>
                  <a:pt x="0" y="1305496"/>
                </a:moveTo>
                <a:lnTo>
                  <a:pt x="3139005" y="1305496"/>
                </a:lnTo>
                <a:lnTo>
                  <a:pt x="3139005" y="0"/>
                </a:lnTo>
                <a:lnTo>
                  <a:pt x="0" y="0"/>
                </a:lnTo>
                <a:lnTo>
                  <a:pt x="0" y="130549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4536" name="text_9707">
            <a:extLst>
              <a:ext uri="{FF2B5EF4-FFF2-40B4-BE49-F238E27FC236}">
                <a16:creationId xmlns:a16="http://schemas.microsoft.com/office/drawing/2014/main" id="{3B674FB9-62BB-47F1-B83C-35120A6E9C02}"/>
              </a:ext>
            </a:extLst>
          </p:cNvPr>
          <p:cNvSpPr>
            <a:spLocks noGrp="1"/>
          </p:cNvSpPr>
          <p:nvPr/>
        </p:nvSpPr>
        <p:spPr>
          <a:xfrm>
            <a:off x="5724131" y="8205901"/>
            <a:ext cx="492555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Precision</a:t>
            </a:r>
          </a:p>
        </p:txBody>
      </p:sp>
      <p:sp>
        <p:nvSpPr>
          <p:cNvPr id="4537" name="text_9708">
            <a:extLst>
              <a:ext uri="{FF2B5EF4-FFF2-40B4-BE49-F238E27FC236}">
                <a16:creationId xmlns:a16="http://schemas.microsoft.com/office/drawing/2014/main" id="{311D0B44-04C0-436F-8A1F-7BAF2DBDBDC6}"/>
              </a:ext>
            </a:extLst>
          </p:cNvPr>
          <p:cNvSpPr>
            <a:spLocks noGrp="1"/>
          </p:cNvSpPr>
          <p:nvPr/>
        </p:nvSpPr>
        <p:spPr>
          <a:xfrm>
            <a:off x="7541842" y="8205901"/>
            <a:ext cx="335491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Recall</a:t>
            </a:r>
          </a:p>
        </p:txBody>
      </p:sp>
      <p:sp>
        <p:nvSpPr>
          <p:cNvPr id="4538" name="Stage1_sixpanel_9709">
            <a:extLst>
              <a:ext uri="{FF2B5EF4-FFF2-40B4-BE49-F238E27FC236}">
                <a16:creationId xmlns:a16="http://schemas.microsoft.com/office/drawing/2014/main" id="{DDD10D0E-ACBF-4BF6-92D7-C38BC75CE168}"/>
              </a:ext>
            </a:extLst>
          </p:cNvPr>
          <p:cNvSpPr>
            <a:spLocks noGrp="1"/>
          </p:cNvSpPr>
          <p:nvPr/>
        </p:nvSpPr>
        <p:spPr>
          <a:xfrm>
            <a:off x="5266291" y="8099604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4539" name="Stage1_sixpanel_9710">
            <a:extLst>
              <a:ext uri="{FF2B5EF4-FFF2-40B4-BE49-F238E27FC236}">
                <a16:creationId xmlns:a16="http://schemas.microsoft.com/office/drawing/2014/main" id="{D38C46C0-B11D-4ACC-8917-8E9DCB4D16F3}"/>
              </a:ext>
            </a:extLst>
          </p:cNvPr>
          <p:cNvSpPr>
            <a:spLocks noGrp="1"/>
          </p:cNvSpPr>
          <p:nvPr/>
        </p:nvSpPr>
        <p:spPr>
          <a:xfrm>
            <a:off x="5227605" y="8099604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40" name="text_9711">
            <a:extLst>
              <a:ext uri="{FF2B5EF4-FFF2-40B4-BE49-F238E27FC236}">
                <a16:creationId xmlns:a16="http://schemas.microsoft.com/office/drawing/2014/main" id="{F25D7E9C-8577-47A1-9ECE-932939280B07}"/>
              </a:ext>
            </a:extLst>
          </p:cNvPr>
          <p:cNvSpPr>
            <a:spLocks noGrp="1"/>
          </p:cNvSpPr>
          <p:nvPr/>
        </p:nvSpPr>
        <p:spPr>
          <a:xfrm>
            <a:off x="5005077" y="8048728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4541" name="Stage1_sixpanel_9712">
            <a:extLst>
              <a:ext uri="{FF2B5EF4-FFF2-40B4-BE49-F238E27FC236}">
                <a16:creationId xmlns:a16="http://schemas.microsoft.com/office/drawing/2014/main" id="{7BAA369A-33B9-4C53-BCEF-92EEF5009085}"/>
              </a:ext>
            </a:extLst>
          </p:cNvPr>
          <p:cNvSpPr>
            <a:spLocks noGrp="1"/>
          </p:cNvSpPr>
          <p:nvPr/>
        </p:nvSpPr>
        <p:spPr>
          <a:xfrm>
            <a:off x="5266291" y="7480885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4542" name="Stage1_sixpanel_9713">
            <a:extLst>
              <a:ext uri="{FF2B5EF4-FFF2-40B4-BE49-F238E27FC236}">
                <a16:creationId xmlns:a16="http://schemas.microsoft.com/office/drawing/2014/main" id="{5F08C09F-5234-4A56-AFAC-286D010C067F}"/>
              </a:ext>
            </a:extLst>
          </p:cNvPr>
          <p:cNvSpPr>
            <a:spLocks noGrp="1"/>
          </p:cNvSpPr>
          <p:nvPr/>
        </p:nvSpPr>
        <p:spPr>
          <a:xfrm>
            <a:off x="5227605" y="7480885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43" name="text_9714">
            <a:extLst>
              <a:ext uri="{FF2B5EF4-FFF2-40B4-BE49-F238E27FC236}">
                <a16:creationId xmlns:a16="http://schemas.microsoft.com/office/drawing/2014/main" id="{46FF7FC2-86C6-43EF-8E13-81F1C677428A}"/>
              </a:ext>
            </a:extLst>
          </p:cNvPr>
          <p:cNvSpPr>
            <a:spLocks noGrp="1"/>
          </p:cNvSpPr>
          <p:nvPr/>
        </p:nvSpPr>
        <p:spPr>
          <a:xfrm>
            <a:off x="5005077" y="743000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4544" name="Stage1_sixpanel_9715">
            <a:extLst>
              <a:ext uri="{FF2B5EF4-FFF2-40B4-BE49-F238E27FC236}">
                <a16:creationId xmlns:a16="http://schemas.microsoft.com/office/drawing/2014/main" id="{1822F601-F003-45FE-8B28-F3FF0FBCCC61}"/>
              </a:ext>
            </a:extLst>
          </p:cNvPr>
          <p:cNvSpPr>
            <a:spLocks noGrp="1"/>
          </p:cNvSpPr>
          <p:nvPr/>
        </p:nvSpPr>
        <p:spPr>
          <a:xfrm>
            <a:off x="5266291" y="6862167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4545" name="Stage1_sixpanel_9716">
            <a:extLst>
              <a:ext uri="{FF2B5EF4-FFF2-40B4-BE49-F238E27FC236}">
                <a16:creationId xmlns:a16="http://schemas.microsoft.com/office/drawing/2014/main" id="{80195E00-EEC5-44CC-80C1-3EEEF0DAF028}"/>
              </a:ext>
            </a:extLst>
          </p:cNvPr>
          <p:cNvSpPr>
            <a:spLocks noGrp="1"/>
          </p:cNvSpPr>
          <p:nvPr/>
        </p:nvSpPr>
        <p:spPr>
          <a:xfrm>
            <a:off x="5227605" y="6862167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46" name="text_9717">
            <a:extLst>
              <a:ext uri="{FF2B5EF4-FFF2-40B4-BE49-F238E27FC236}">
                <a16:creationId xmlns:a16="http://schemas.microsoft.com/office/drawing/2014/main" id="{C471AF5A-4541-4140-870C-ACA2C5E366BE}"/>
              </a:ext>
            </a:extLst>
          </p:cNvPr>
          <p:cNvSpPr>
            <a:spLocks noGrp="1"/>
          </p:cNvSpPr>
          <p:nvPr/>
        </p:nvSpPr>
        <p:spPr>
          <a:xfrm>
            <a:off x="5005077" y="6811290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547" name="text_9718">
            <a:extLst>
              <a:ext uri="{FF2B5EF4-FFF2-40B4-BE49-F238E27FC236}">
                <a16:creationId xmlns:a16="http://schemas.microsoft.com/office/drawing/2014/main" id="{D4B7EF11-F90D-4096-A0BA-62BB3ABF0779}"/>
              </a:ext>
            </a:extLst>
          </p:cNvPr>
          <p:cNvSpPr>
            <a:spLocks noGrp="1"/>
          </p:cNvSpPr>
          <p:nvPr/>
        </p:nvSpPr>
        <p:spPr>
          <a:xfrm rot="-5400000">
            <a:off x="4718734" y="7395795"/>
            <a:ext cx="35109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4548" name="Stage1_sixpanel_9719">
            <a:extLst>
              <a:ext uri="{FF2B5EF4-FFF2-40B4-BE49-F238E27FC236}">
                <a16:creationId xmlns:a16="http://schemas.microsoft.com/office/drawing/2014/main" id="{3DAB83EB-D6F1-4383-B69A-70EC4DEB6834}"/>
              </a:ext>
            </a:extLst>
          </p:cNvPr>
          <p:cNvSpPr>
            <a:spLocks noGrp="1"/>
          </p:cNvSpPr>
          <p:nvPr/>
        </p:nvSpPr>
        <p:spPr>
          <a:xfrm>
            <a:off x="5372338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14414" y="1237437"/>
                </a:moveTo>
                <a:lnTo>
                  <a:pt x="124938" y="1237437"/>
                </a:lnTo>
                <a:lnTo>
                  <a:pt x="125435" y="1229703"/>
                </a:lnTo>
                <a:lnTo>
                  <a:pt x="126895" y="1221969"/>
                </a:lnTo>
                <a:lnTo>
                  <a:pt x="129219" y="1214235"/>
                </a:lnTo>
                <a:lnTo>
                  <a:pt x="132257" y="1206502"/>
                </a:lnTo>
                <a:lnTo>
                  <a:pt x="135821" y="1198768"/>
                </a:lnTo>
                <a:lnTo>
                  <a:pt x="139705" y="1191034"/>
                </a:lnTo>
                <a:lnTo>
                  <a:pt x="143703" y="1183300"/>
                </a:lnTo>
                <a:lnTo>
                  <a:pt x="147627" y="1175566"/>
                </a:lnTo>
                <a:lnTo>
                  <a:pt x="151321" y="1167832"/>
                </a:lnTo>
                <a:lnTo>
                  <a:pt x="154668" y="1160098"/>
                </a:lnTo>
                <a:lnTo>
                  <a:pt x="157593" y="1152364"/>
                </a:lnTo>
                <a:lnTo>
                  <a:pt x="160061" y="1144630"/>
                </a:lnTo>
                <a:lnTo>
                  <a:pt x="162075" y="1136896"/>
                </a:lnTo>
                <a:lnTo>
                  <a:pt x="163661" y="1129162"/>
                </a:lnTo>
                <a:lnTo>
                  <a:pt x="164870" y="1121428"/>
                </a:lnTo>
                <a:lnTo>
                  <a:pt x="165757" y="1113694"/>
                </a:lnTo>
                <a:lnTo>
                  <a:pt x="166386" y="1105960"/>
                </a:lnTo>
                <a:lnTo>
                  <a:pt x="166814" y="1098226"/>
                </a:lnTo>
                <a:lnTo>
                  <a:pt x="167095" y="1090492"/>
                </a:lnTo>
                <a:lnTo>
                  <a:pt x="167272" y="1082758"/>
                </a:lnTo>
                <a:lnTo>
                  <a:pt x="167379" y="1075024"/>
                </a:lnTo>
                <a:lnTo>
                  <a:pt x="167441" y="1067290"/>
                </a:lnTo>
                <a:lnTo>
                  <a:pt x="167477" y="1059556"/>
                </a:lnTo>
                <a:lnTo>
                  <a:pt x="167499" y="1051822"/>
                </a:lnTo>
                <a:lnTo>
                  <a:pt x="167513" y="1044088"/>
                </a:lnTo>
                <a:lnTo>
                  <a:pt x="167525" y="1036354"/>
                </a:lnTo>
                <a:lnTo>
                  <a:pt x="167539" y="1028620"/>
                </a:lnTo>
                <a:lnTo>
                  <a:pt x="167558" y="1020886"/>
                </a:lnTo>
                <a:lnTo>
                  <a:pt x="167585" y="1013152"/>
                </a:lnTo>
                <a:lnTo>
                  <a:pt x="167624" y="1005418"/>
                </a:lnTo>
                <a:lnTo>
                  <a:pt x="167677" y="997684"/>
                </a:lnTo>
                <a:lnTo>
                  <a:pt x="167745" y="989950"/>
                </a:lnTo>
                <a:lnTo>
                  <a:pt x="167829" y="982216"/>
                </a:lnTo>
                <a:lnTo>
                  <a:pt x="167927" y="974482"/>
                </a:lnTo>
                <a:lnTo>
                  <a:pt x="168035" y="966748"/>
                </a:lnTo>
                <a:lnTo>
                  <a:pt x="168146" y="959014"/>
                </a:lnTo>
                <a:lnTo>
                  <a:pt x="168252" y="951280"/>
                </a:lnTo>
                <a:lnTo>
                  <a:pt x="168345" y="943546"/>
                </a:lnTo>
                <a:lnTo>
                  <a:pt x="168414" y="935812"/>
                </a:lnTo>
                <a:lnTo>
                  <a:pt x="168452" y="928078"/>
                </a:lnTo>
                <a:lnTo>
                  <a:pt x="168449" y="920344"/>
                </a:lnTo>
                <a:lnTo>
                  <a:pt x="168401" y="912610"/>
                </a:lnTo>
                <a:lnTo>
                  <a:pt x="168305" y="904876"/>
                </a:lnTo>
                <a:lnTo>
                  <a:pt x="168162" y="897142"/>
                </a:lnTo>
                <a:lnTo>
                  <a:pt x="167976" y="889408"/>
                </a:lnTo>
                <a:lnTo>
                  <a:pt x="167757" y="881674"/>
                </a:lnTo>
                <a:lnTo>
                  <a:pt x="167515" y="873940"/>
                </a:lnTo>
                <a:lnTo>
                  <a:pt x="167265" y="866206"/>
                </a:lnTo>
                <a:lnTo>
                  <a:pt x="167024" y="858472"/>
                </a:lnTo>
                <a:lnTo>
                  <a:pt x="166806" y="850738"/>
                </a:lnTo>
                <a:lnTo>
                  <a:pt x="166628" y="843004"/>
                </a:lnTo>
                <a:lnTo>
                  <a:pt x="166502" y="835270"/>
                </a:lnTo>
                <a:lnTo>
                  <a:pt x="166434" y="827536"/>
                </a:lnTo>
                <a:lnTo>
                  <a:pt x="166430" y="819802"/>
                </a:lnTo>
                <a:lnTo>
                  <a:pt x="166486" y="812068"/>
                </a:lnTo>
                <a:lnTo>
                  <a:pt x="166595" y="804334"/>
                </a:lnTo>
                <a:lnTo>
                  <a:pt x="166744" y="796600"/>
                </a:lnTo>
                <a:lnTo>
                  <a:pt x="166919" y="788866"/>
                </a:lnTo>
                <a:lnTo>
                  <a:pt x="167100" y="781132"/>
                </a:lnTo>
                <a:lnTo>
                  <a:pt x="167270" y="773398"/>
                </a:lnTo>
                <a:lnTo>
                  <a:pt x="167410" y="765664"/>
                </a:lnTo>
                <a:lnTo>
                  <a:pt x="167505" y="757930"/>
                </a:lnTo>
                <a:lnTo>
                  <a:pt x="167541" y="750196"/>
                </a:lnTo>
                <a:lnTo>
                  <a:pt x="167508" y="742462"/>
                </a:lnTo>
                <a:lnTo>
                  <a:pt x="167399" y="734728"/>
                </a:lnTo>
                <a:lnTo>
                  <a:pt x="167210" y="726994"/>
                </a:lnTo>
                <a:lnTo>
                  <a:pt x="166941" y="719261"/>
                </a:lnTo>
                <a:lnTo>
                  <a:pt x="166593" y="711527"/>
                </a:lnTo>
                <a:lnTo>
                  <a:pt x="166171" y="703793"/>
                </a:lnTo>
                <a:lnTo>
                  <a:pt x="165683" y="696059"/>
                </a:lnTo>
                <a:lnTo>
                  <a:pt x="165140" y="688325"/>
                </a:lnTo>
                <a:lnTo>
                  <a:pt x="164555" y="680591"/>
                </a:lnTo>
                <a:lnTo>
                  <a:pt x="163947" y="672857"/>
                </a:lnTo>
                <a:lnTo>
                  <a:pt x="163337" y="665123"/>
                </a:lnTo>
                <a:lnTo>
                  <a:pt x="162749" y="657389"/>
                </a:lnTo>
                <a:lnTo>
                  <a:pt x="162210" y="649655"/>
                </a:lnTo>
                <a:lnTo>
                  <a:pt x="161746" y="641921"/>
                </a:lnTo>
                <a:lnTo>
                  <a:pt x="161381" y="634187"/>
                </a:lnTo>
                <a:lnTo>
                  <a:pt x="161135" y="626453"/>
                </a:lnTo>
                <a:lnTo>
                  <a:pt x="161022" y="618719"/>
                </a:lnTo>
                <a:lnTo>
                  <a:pt x="161047" y="610985"/>
                </a:lnTo>
                <a:lnTo>
                  <a:pt x="161208" y="603251"/>
                </a:lnTo>
                <a:lnTo>
                  <a:pt x="161492" y="595517"/>
                </a:lnTo>
                <a:lnTo>
                  <a:pt x="161879" y="587783"/>
                </a:lnTo>
                <a:lnTo>
                  <a:pt x="162343" y="580049"/>
                </a:lnTo>
                <a:lnTo>
                  <a:pt x="162853" y="572315"/>
                </a:lnTo>
                <a:lnTo>
                  <a:pt x="163380" y="564581"/>
                </a:lnTo>
                <a:lnTo>
                  <a:pt x="163891" y="556847"/>
                </a:lnTo>
                <a:lnTo>
                  <a:pt x="164359" y="549113"/>
                </a:lnTo>
                <a:lnTo>
                  <a:pt x="164760" y="541379"/>
                </a:lnTo>
                <a:lnTo>
                  <a:pt x="165072" y="533645"/>
                </a:lnTo>
                <a:lnTo>
                  <a:pt x="165279" y="525911"/>
                </a:lnTo>
                <a:lnTo>
                  <a:pt x="165369" y="518177"/>
                </a:lnTo>
                <a:lnTo>
                  <a:pt x="165332" y="510443"/>
                </a:lnTo>
                <a:lnTo>
                  <a:pt x="165163" y="502709"/>
                </a:lnTo>
                <a:lnTo>
                  <a:pt x="164861" y="494975"/>
                </a:lnTo>
                <a:lnTo>
                  <a:pt x="164429" y="487241"/>
                </a:lnTo>
                <a:lnTo>
                  <a:pt x="163878" y="479507"/>
                </a:lnTo>
                <a:lnTo>
                  <a:pt x="163222" y="471773"/>
                </a:lnTo>
                <a:lnTo>
                  <a:pt x="162486" y="464039"/>
                </a:lnTo>
                <a:lnTo>
                  <a:pt x="161696" y="456305"/>
                </a:lnTo>
                <a:lnTo>
                  <a:pt x="160886" y="448571"/>
                </a:lnTo>
                <a:lnTo>
                  <a:pt x="160091" y="440837"/>
                </a:lnTo>
                <a:lnTo>
                  <a:pt x="159345" y="433103"/>
                </a:lnTo>
                <a:lnTo>
                  <a:pt x="158678" y="425369"/>
                </a:lnTo>
                <a:lnTo>
                  <a:pt x="158111" y="417635"/>
                </a:lnTo>
                <a:lnTo>
                  <a:pt x="157659" y="409901"/>
                </a:lnTo>
                <a:lnTo>
                  <a:pt x="157325" y="402167"/>
                </a:lnTo>
                <a:lnTo>
                  <a:pt x="157104" y="394433"/>
                </a:lnTo>
                <a:lnTo>
                  <a:pt x="156983" y="386699"/>
                </a:lnTo>
                <a:lnTo>
                  <a:pt x="156944" y="378965"/>
                </a:lnTo>
                <a:lnTo>
                  <a:pt x="156970" y="371231"/>
                </a:lnTo>
                <a:lnTo>
                  <a:pt x="157047" y="363497"/>
                </a:lnTo>
                <a:lnTo>
                  <a:pt x="157164" y="355763"/>
                </a:lnTo>
                <a:lnTo>
                  <a:pt x="157317" y="348029"/>
                </a:lnTo>
                <a:lnTo>
                  <a:pt x="157508" y="340295"/>
                </a:lnTo>
                <a:lnTo>
                  <a:pt x="157744" y="332561"/>
                </a:lnTo>
                <a:lnTo>
                  <a:pt x="158031" y="324827"/>
                </a:lnTo>
                <a:lnTo>
                  <a:pt x="158378" y="317093"/>
                </a:lnTo>
                <a:lnTo>
                  <a:pt x="158787" y="309359"/>
                </a:lnTo>
                <a:lnTo>
                  <a:pt x="159254" y="301625"/>
                </a:lnTo>
                <a:lnTo>
                  <a:pt x="159771" y="293891"/>
                </a:lnTo>
                <a:lnTo>
                  <a:pt x="160321" y="286157"/>
                </a:lnTo>
                <a:lnTo>
                  <a:pt x="160884" y="278423"/>
                </a:lnTo>
                <a:lnTo>
                  <a:pt x="161437" y="270689"/>
                </a:lnTo>
                <a:lnTo>
                  <a:pt x="161961" y="262955"/>
                </a:lnTo>
                <a:lnTo>
                  <a:pt x="162435" y="255221"/>
                </a:lnTo>
                <a:lnTo>
                  <a:pt x="162848" y="247487"/>
                </a:lnTo>
                <a:lnTo>
                  <a:pt x="163194" y="239754"/>
                </a:lnTo>
                <a:lnTo>
                  <a:pt x="163473" y="232020"/>
                </a:lnTo>
                <a:lnTo>
                  <a:pt x="163693" y="224286"/>
                </a:lnTo>
                <a:lnTo>
                  <a:pt x="163863" y="216552"/>
                </a:lnTo>
                <a:lnTo>
                  <a:pt x="163995" y="208818"/>
                </a:lnTo>
                <a:lnTo>
                  <a:pt x="164098" y="201084"/>
                </a:lnTo>
                <a:lnTo>
                  <a:pt x="164173" y="193350"/>
                </a:lnTo>
                <a:lnTo>
                  <a:pt x="164217" y="185616"/>
                </a:lnTo>
                <a:lnTo>
                  <a:pt x="164209" y="177882"/>
                </a:lnTo>
                <a:lnTo>
                  <a:pt x="164115" y="170148"/>
                </a:lnTo>
                <a:lnTo>
                  <a:pt x="163880" y="162414"/>
                </a:lnTo>
                <a:lnTo>
                  <a:pt x="163425" y="154680"/>
                </a:lnTo>
                <a:lnTo>
                  <a:pt x="162645" y="146946"/>
                </a:lnTo>
                <a:lnTo>
                  <a:pt x="161407" y="139212"/>
                </a:lnTo>
                <a:lnTo>
                  <a:pt x="159548" y="131478"/>
                </a:lnTo>
                <a:lnTo>
                  <a:pt x="156878" y="123744"/>
                </a:lnTo>
                <a:lnTo>
                  <a:pt x="153190" y="116010"/>
                </a:lnTo>
                <a:lnTo>
                  <a:pt x="148269" y="108276"/>
                </a:lnTo>
                <a:lnTo>
                  <a:pt x="141916" y="100542"/>
                </a:lnTo>
                <a:lnTo>
                  <a:pt x="133968" y="92808"/>
                </a:lnTo>
                <a:lnTo>
                  <a:pt x="124332" y="85074"/>
                </a:lnTo>
                <a:lnTo>
                  <a:pt x="113015" y="77340"/>
                </a:lnTo>
                <a:lnTo>
                  <a:pt x="100152" y="69606"/>
                </a:lnTo>
                <a:lnTo>
                  <a:pt x="86026" y="61872"/>
                </a:lnTo>
                <a:lnTo>
                  <a:pt x="71076" y="54138"/>
                </a:lnTo>
                <a:lnTo>
                  <a:pt x="55888" y="46404"/>
                </a:lnTo>
                <a:lnTo>
                  <a:pt x="41164" y="38670"/>
                </a:lnTo>
                <a:lnTo>
                  <a:pt x="27670" y="30936"/>
                </a:lnTo>
                <a:lnTo>
                  <a:pt x="16180" y="23202"/>
                </a:lnTo>
                <a:lnTo>
                  <a:pt x="7395" y="15468"/>
                </a:lnTo>
                <a:lnTo>
                  <a:pt x="1880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71" y="7734"/>
                </a:lnTo>
                <a:lnTo>
                  <a:pt x="331957" y="15468"/>
                </a:lnTo>
                <a:lnTo>
                  <a:pt x="323172" y="23202"/>
                </a:lnTo>
                <a:lnTo>
                  <a:pt x="311682" y="30936"/>
                </a:lnTo>
                <a:lnTo>
                  <a:pt x="298188" y="38670"/>
                </a:lnTo>
                <a:lnTo>
                  <a:pt x="283464" y="46404"/>
                </a:lnTo>
                <a:lnTo>
                  <a:pt x="268276" y="54138"/>
                </a:lnTo>
                <a:lnTo>
                  <a:pt x="253326" y="61872"/>
                </a:lnTo>
                <a:lnTo>
                  <a:pt x="239200" y="69606"/>
                </a:lnTo>
                <a:lnTo>
                  <a:pt x="226337" y="77340"/>
                </a:lnTo>
                <a:lnTo>
                  <a:pt x="215020" y="85074"/>
                </a:lnTo>
                <a:lnTo>
                  <a:pt x="205384" y="92808"/>
                </a:lnTo>
                <a:lnTo>
                  <a:pt x="197436" y="100542"/>
                </a:lnTo>
                <a:lnTo>
                  <a:pt x="191083" y="108276"/>
                </a:lnTo>
                <a:lnTo>
                  <a:pt x="186162" y="116010"/>
                </a:lnTo>
                <a:lnTo>
                  <a:pt x="182474" y="123744"/>
                </a:lnTo>
                <a:lnTo>
                  <a:pt x="179804" y="131478"/>
                </a:lnTo>
                <a:lnTo>
                  <a:pt x="177944" y="139212"/>
                </a:lnTo>
                <a:lnTo>
                  <a:pt x="176706" y="146946"/>
                </a:lnTo>
                <a:lnTo>
                  <a:pt x="175927" y="154680"/>
                </a:lnTo>
                <a:lnTo>
                  <a:pt x="175472" y="162414"/>
                </a:lnTo>
                <a:lnTo>
                  <a:pt x="175237" y="170148"/>
                </a:lnTo>
                <a:lnTo>
                  <a:pt x="175143" y="177882"/>
                </a:lnTo>
                <a:lnTo>
                  <a:pt x="175135" y="185616"/>
                </a:lnTo>
                <a:lnTo>
                  <a:pt x="175179" y="193350"/>
                </a:lnTo>
                <a:lnTo>
                  <a:pt x="175254" y="201084"/>
                </a:lnTo>
                <a:lnTo>
                  <a:pt x="175357" y="208818"/>
                </a:lnTo>
                <a:lnTo>
                  <a:pt x="175488" y="216552"/>
                </a:lnTo>
                <a:lnTo>
                  <a:pt x="175659" y="224286"/>
                </a:lnTo>
                <a:lnTo>
                  <a:pt x="175879" y="232020"/>
                </a:lnTo>
                <a:lnTo>
                  <a:pt x="176158" y="239754"/>
                </a:lnTo>
                <a:lnTo>
                  <a:pt x="176504" y="247487"/>
                </a:lnTo>
                <a:lnTo>
                  <a:pt x="176917" y="255221"/>
                </a:lnTo>
                <a:lnTo>
                  <a:pt x="177391" y="262955"/>
                </a:lnTo>
                <a:lnTo>
                  <a:pt x="177914" y="270689"/>
                </a:lnTo>
                <a:lnTo>
                  <a:pt x="178468" y="278423"/>
                </a:lnTo>
                <a:lnTo>
                  <a:pt x="179031" y="286157"/>
                </a:lnTo>
                <a:lnTo>
                  <a:pt x="179581" y="293891"/>
                </a:lnTo>
                <a:lnTo>
                  <a:pt x="180098" y="301625"/>
                </a:lnTo>
                <a:lnTo>
                  <a:pt x="180565" y="309359"/>
                </a:lnTo>
                <a:lnTo>
                  <a:pt x="180974" y="317093"/>
                </a:lnTo>
                <a:lnTo>
                  <a:pt x="181320" y="324827"/>
                </a:lnTo>
                <a:lnTo>
                  <a:pt x="181608" y="332561"/>
                </a:lnTo>
                <a:lnTo>
                  <a:pt x="181844" y="340295"/>
                </a:lnTo>
                <a:lnTo>
                  <a:pt x="182035" y="348029"/>
                </a:lnTo>
                <a:lnTo>
                  <a:pt x="182188" y="355763"/>
                </a:lnTo>
                <a:lnTo>
                  <a:pt x="182305" y="363497"/>
                </a:lnTo>
                <a:lnTo>
                  <a:pt x="182381" y="371231"/>
                </a:lnTo>
                <a:lnTo>
                  <a:pt x="182408" y="378965"/>
                </a:lnTo>
                <a:lnTo>
                  <a:pt x="182369" y="386699"/>
                </a:lnTo>
                <a:lnTo>
                  <a:pt x="182248" y="394433"/>
                </a:lnTo>
                <a:lnTo>
                  <a:pt x="182027" y="402167"/>
                </a:lnTo>
                <a:lnTo>
                  <a:pt x="181693" y="409901"/>
                </a:lnTo>
                <a:lnTo>
                  <a:pt x="181241" y="417635"/>
                </a:lnTo>
                <a:lnTo>
                  <a:pt x="180674" y="425369"/>
                </a:lnTo>
                <a:lnTo>
                  <a:pt x="180007" y="433103"/>
                </a:lnTo>
                <a:lnTo>
                  <a:pt x="179261" y="440837"/>
                </a:lnTo>
                <a:lnTo>
                  <a:pt x="178466" y="448571"/>
                </a:lnTo>
                <a:lnTo>
                  <a:pt x="177656" y="456305"/>
                </a:lnTo>
                <a:lnTo>
                  <a:pt x="176866" y="464039"/>
                </a:lnTo>
                <a:lnTo>
                  <a:pt x="176129" y="471773"/>
                </a:lnTo>
                <a:lnTo>
                  <a:pt x="175474" y="479507"/>
                </a:lnTo>
                <a:lnTo>
                  <a:pt x="174923" y="487241"/>
                </a:lnTo>
                <a:lnTo>
                  <a:pt x="174491" y="494975"/>
                </a:lnTo>
                <a:lnTo>
                  <a:pt x="174189" y="502709"/>
                </a:lnTo>
                <a:lnTo>
                  <a:pt x="174020" y="510443"/>
                </a:lnTo>
                <a:lnTo>
                  <a:pt x="173983" y="518177"/>
                </a:lnTo>
                <a:lnTo>
                  <a:pt x="174073" y="525911"/>
                </a:lnTo>
                <a:lnTo>
                  <a:pt x="174280" y="533645"/>
                </a:lnTo>
                <a:lnTo>
                  <a:pt x="174592" y="541379"/>
                </a:lnTo>
                <a:lnTo>
                  <a:pt x="174992" y="549113"/>
                </a:lnTo>
                <a:lnTo>
                  <a:pt x="175461" y="556847"/>
                </a:lnTo>
                <a:lnTo>
                  <a:pt x="175972" y="564581"/>
                </a:lnTo>
                <a:lnTo>
                  <a:pt x="176498" y="572315"/>
                </a:lnTo>
                <a:lnTo>
                  <a:pt x="177009" y="580049"/>
                </a:lnTo>
                <a:lnTo>
                  <a:pt x="177473" y="587783"/>
                </a:lnTo>
                <a:lnTo>
                  <a:pt x="177860" y="595517"/>
                </a:lnTo>
                <a:lnTo>
                  <a:pt x="178144" y="603251"/>
                </a:lnTo>
                <a:lnTo>
                  <a:pt x="178304" y="610985"/>
                </a:lnTo>
                <a:lnTo>
                  <a:pt x="178330" y="618719"/>
                </a:lnTo>
                <a:lnTo>
                  <a:pt x="178217" y="626453"/>
                </a:lnTo>
                <a:lnTo>
                  <a:pt x="177971" y="634187"/>
                </a:lnTo>
                <a:lnTo>
                  <a:pt x="177606" y="641921"/>
                </a:lnTo>
                <a:lnTo>
                  <a:pt x="177142" y="649655"/>
                </a:lnTo>
                <a:lnTo>
                  <a:pt x="176603" y="657389"/>
                </a:lnTo>
                <a:lnTo>
                  <a:pt x="176015" y="665123"/>
                </a:lnTo>
                <a:lnTo>
                  <a:pt x="175405" y="672857"/>
                </a:lnTo>
                <a:lnTo>
                  <a:pt x="174797" y="680591"/>
                </a:lnTo>
                <a:lnTo>
                  <a:pt x="174212" y="688325"/>
                </a:lnTo>
                <a:lnTo>
                  <a:pt x="173668" y="696059"/>
                </a:lnTo>
                <a:lnTo>
                  <a:pt x="173180" y="703793"/>
                </a:lnTo>
                <a:lnTo>
                  <a:pt x="172759" y="711527"/>
                </a:lnTo>
                <a:lnTo>
                  <a:pt x="172411" y="719261"/>
                </a:lnTo>
                <a:lnTo>
                  <a:pt x="172141" y="726994"/>
                </a:lnTo>
                <a:lnTo>
                  <a:pt x="171953" y="734728"/>
                </a:lnTo>
                <a:lnTo>
                  <a:pt x="171844" y="742462"/>
                </a:lnTo>
                <a:lnTo>
                  <a:pt x="171810" y="750196"/>
                </a:lnTo>
                <a:lnTo>
                  <a:pt x="171846" y="757930"/>
                </a:lnTo>
                <a:lnTo>
                  <a:pt x="171941" y="765664"/>
                </a:lnTo>
                <a:lnTo>
                  <a:pt x="172082" y="773398"/>
                </a:lnTo>
                <a:lnTo>
                  <a:pt x="172252" y="781132"/>
                </a:lnTo>
                <a:lnTo>
                  <a:pt x="172433" y="788866"/>
                </a:lnTo>
                <a:lnTo>
                  <a:pt x="172608" y="796600"/>
                </a:lnTo>
                <a:lnTo>
                  <a:pt x="172757" y="804334"/>
                </a:lnTo>
                <a:lnTo>
                  <a:pt x="172866" y="812068"/>
                </a:lnTo>
                <a:lnTo>
                  <a:pt x="172922" y="819802"/>
                </a:lnTo>
                <a:lnTo>
                  <a:pt x="172917" y="827536"/>
                </a:lnTo>
                <a:lnTo>
                  <a:pt x="172850" y="835270"/>
                </a:lnTo>
                <a:lnTo>
                  <a:pt x="172724" y="843004"/>
                </a:lnTo>
                <a:lnTo>
                  <a:pt x="172545" y="850738"/>
                </a:lnTo>
                <a:lnTo>
                  <a:pt x="172328" y="858472"/>
                </a:lnTo>
                <a:lnTo>
                  <a:pt x="172087" y="866206"/>
                </a:lnTo>
                <a:lnTo>
                  <a:pt x="171837" y="873940"/>
                </a:lnTo>
                <a:lnTo>
                  <a:pt x="171595" y="881674"/>
                </a:lnTo>
                <a:lnTo>
                  <a:pt x="171376" y="889408"/>
                </a:lnTo>
                <a:lnTo>
                  <a:pt x="171190" y="897142"/>
                </a:lnTo>
                <a:lnTo>
                  <a:pt x="171047" y="904876"/>
                </a:lnTo>
                <a:lnTo>
                  <a:pt x="170951" y="912610"/>
                </a:lnTo>
                <a:lnTo>
                  <a:pt x="170903" y="920344"/>
                </a:lnTo>
                <a:lnTo>
                  <a:pt x="170900" y="928078"/>
                </a:lnTo>
                <a:lnTo>
                  <a:pt x="170938" y="935812"/>
                </a:lnTo>
                <a:lnTo>
                  <a:pt x="171007" y="943546"/>
                </a:lnTo>
                <a:lnTo>
                  <a:pt x="171100" y="951280"/>
                </a:lnTo>
                <a:lnTo>
                  <a:pt x="171206" y="959014"/>
                </a:lnTo>
                <a:lnTo>
                  <a:pt x="171317" y="966748"/>
                </a:lnTo>
                <a:lnTo>
                  <a:pt x="171425" y="974482"/>
                </a:lnTo>
                <a:lnTo>
                  <a:pt x="171523" y="982216"/>
                </a:lnTo>
                <a:lnTo>
                  <a:pt x="171607" y="989950"/>
                </a:lnTo>
                <a:lnTo>
                  <a:pt x="171675" y="997684"/>
                </a:lnTo>
                <a:lnTo>
                  <a:pt x="171728" y="1005418"/>
                </a:lnTo>
                <a:lnTo>
                  <a:pt x="171767" y="1013152"/>
                </a:lnTo>
                <a:lnTo>
                  <a:pt x="171794" y="1020886"/>
                </a:lnTo>
                <a:lnTo>
                  <a:pt x="171813" y="1028620"/>
                </a:lnTo>
                <a:lnTo>
                  <a:pt x="171827" y="1036354"/>
                </a:lnTo>
                <a:lnTo>
                  <a:pt x="171839" y="1044088"/>
                </a:lnTo>
                <a:lnTo>
                  <a:pt x="171853" y="1051822"/>
                </a:lnTo>
                <a:lnTo>
                  <a:pt x="171874" y="1059556"/>
                </a:lnTo>
                <a:lnTo>
                  <a:pt x="171911" y="1067290"/>
                </a:lnTo>
                <a:lnTo>
                  <a:pt x="171973" y="1075024"/>
                </a:lnTo>
                <a:lnTo>
                  <a:pt x="172080" y="1082758"/>
                </a:lnTo>
                <a:lnTo>
                  <a:pt x="172257" y="1090492"/>
                </a:lnTo>
                <a:lnTo>
                  <a:pt x="172537" y="1098226"/>
                </a:lnTo>
                <a:lnTo>
                  <a:pt x="172966" y="1105960"/>
                </a:lnTo>
                <a:lnTo>
                  <a:pt x="173595" y="1113694"/>
                </a:lnTo>
                <a:lnTo>
                  <a:pt x="174482" y="1121428"/>
                </a:lnTo>
                <a:lnTo>
                  <a:pt x="175690" y="1129162"/>
                </a:lnTo>
                <a:lnTo>
                  <a:pt x="177277" y="1136896"/>
                </a:lnTo>
                <a:lnTo>
                  <a:pt x="179291" y="1144630"/>
                </a:lnTo>
                <a:lnTo>
                  <a:pt x="181759" y="1152364"/>
                </a:lnTo>
                <a:lnTo>
                  <a:pt x="184684" y="1160098"/>
                </a:lnTo>
                <a:lnTo>
                  <a:pt x="188030" y="1167832"/>
                </a:lnTo>
                <a:lnTo>
                  <a:pt x="191725" y="1175566"/>
                </a:lnTo>
                <a:lnTo>
                  <a:pt x="195649" y="1183300"/>
                </a:lnTo>
                <a:lnTo>
                  <a:pt x="199647" y="1191034"/>
                </a:lnTo>
                <a:lnTo>
                  <a:pt x="203531" y="1198768"/>
                </a:lnTo>
                <a:lnTo>
                  <a:pt x="207095" y="1206502"/>
                </a:lnTo>
                <a:lnTo>
                  <a:pt x="210133" y="1214235"/>
                </a:lnTo>
                <a:lnTo>
                  <a:pt x="212457" y="1221969"/>
                </a:lnTo>
                <a:lnTo>
                  <a:pt x="213916" y="1229703"/>
                </a:lnTo>
                <a:lnTo>
                  <a:pt x="214414" y="1237437"/>
                </a:lnTo>
                <a:lnTo>
                  <a:pt x="214414" y="1237437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4549" name="Stage1_sixpanel_9720">
            <a:extLst>
              <a:ext uri="{FF2B5EF4-FFF2-40B4-BE49-F238E27FC236}">
                <a16:creationId xmlns:a16="http://schemas.microsoft.com/office/drawing/2014/main" id="{38F1E607-57C8-4728-A0BD-E2001F1D89EE}"/>
              </a:ext>
            </a:extLst>
          </p:cNvPr>
          <p:cNvSpPr>
            <a:spLocks noGrp="1"/>
          </p:cNvSpPr>
          <p:nvPr/>
        </p:nvSpPr>
        <p:spPr>
          <a:xfrm>
            <a:off x="562395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0" name="Stage1_sixpanel_9721">
            <a:extLst>
              <a:ext uri="{FF2B5EF4-FFF2-40B4-BE49-F238E27FC236}">
                <a16:creationId xmlns:a16="http://schemas.microsoft.com/office/drawing/2014/main" id="{F4C1A946-4134-409A-A296-0126E4E664EF}"/>
              </a:ext>
            </a:extLst>
          </p:cNvPr>
          <p:cNvSpPr>
            <a:spLocks noGrp="1"/>
          </p:cNvSpPr>
          <p:nvPr/>
        </p:nvSpPr>
        <p:spPr>
          <a:xfrm>
            <a:off x="5564500" y="703572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1" name="Stage1_sixpanel_9722">
            <a:extLst>
              <a:ext uri="{FF2B5EF4-FFF2-40B4-BE49-F238E27FC236}">
                <a16:creationId xmlns:a16="http://schemas.microsoft.com/office/drawing/2014/main" id="{1CAC7B2F-E359-4E09-802E-D4ACE94AFBE6}"/>
              </a:ext>
            </a:extLst>
          </p:cNvPr>
          <p:cNvSpPr>
            <a:spLocks noGrp="1"/>
          </p:cNvSpPr>
          <p:nvPr/>
        </p:nvSpPr>
        <p:spPr>
          <a:xfrm>
            <a:off x="542328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2" name="Stage1_sixpanel_9723">
            <a:extLst>
              <a:ext uri="{FF2B5EF4-FFF2-40B4-BE49-F238E27FC236}">
                <a16:creationId xmlns:a16="http://schemas.microsoft.com/office/drawing/2014/main" id="{653BD605-B20C-4EFE-AB48-ABD4DFB809F6}"/>
              </a:ext>
            </a:extLst>
          </p:cNvPr>
          <p:cNvSpPr>
            <a:spLocks noGrp="1"/>
          </p:cNvSpPr>
          <p:nvPr/>
        </p:nvSpPr>
        <p:spPr>
          <a:xfrm>
            <a:off x="548670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3" name="Stage1_sixpanel_9724">
            <a:extLst>
              <a:ext uri="{FF2B5EF4-FFF2-40B4-BE49-F238E27FC236}">
                <a16:creationId xmlns:a16="http://schemas.microsoft.com/office/drawing/2014/main" id="{A583CDBE-1B2B-41AF-87E0-E2D722C3B724}"/>
              </a:ext>
            </a:extLst>
          </p:cNvPr>
          <p:cNvSpPr>
            <a:spLocks noGrp="1"/>
          </p:cNvSpPr>
          <p:nvPr/>
        </p:nvSpPr>
        <p:spPr>
          <a:xfrm>
            <a:off x="5472561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4" name="Stage1_sixpanel_9725">
            <a:extLst>
              <a:ext uri="{FF2B5EF4-FFF2-40B4-BE49-F238E27FC236}">
                <a16:creationId xmlns:a16="http://schemas.microsoft.com/office/drawing/2014/main" id="{AA9BA5CE-1510-4BDD-AB16-979654949B85}"/>
              </a:ext>
            </a:extLst>
          </p:cNvPr>
          <p:cNvSpPr>
            <a:spLocks noGrp="1"/>
          </p:cNvSpPr>
          <p:nvPr/>
        </p:nvSpPr>
        <p:spPr>
          <a:xfrm>
            <a:off x="5459855" y="74371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5" name="Stage1_sixpanel_9726">
            <a:extLst>
              <a:ext uri="{FF2B5EF4-FFF2-40B4-BE49-F238E27FC236}">
                <a16:creationId xmlns:a16="http://schemas.microsoft.com/office/drawing/2014/main" id="{02EAD312-8848-4D18-8F50-195C95638FFF}"/>
              </a:ext>
            </a:extLst>
          </p:cNvPr>
          <p:cNvSpPr>
            <a:spLocks noGrp="1"/>
          </p:cNvSpPr>
          <p:nvPr/>
        </p:nvSpPr>
        <p:spPr>
          <a:xfrm>
            <a:off x="554295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6" name="Stage1_sixpanel_9727">
            <a:extLst>
              <a:ext uri="{FF2B5EF4-FFF2-40B4-BE49-F238E27FC236}">
                <a16:creationId xmlns:a16="http://schemas.microsoft.com/office/drawing/2014/main" id="{84231415-19C1-41DA-BCFC-7A3E2EAD8F67}"/>
              </a:ext>
            </a:extLst>
          </p:cNvPr>
          <p:cNvSpPr>
            <a:spLocks noGrp="1"/>
          </p:cNvSpPr>
          <p:nvPr/>
        </p:nvSpPr>
        <p:spPr>
          <a:xfrm>
            <a:off x="547695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7" name="Stage1_sixpanel_9728">
            <a:extLst>
              <a:ext uri="{FF2B5EF4-FFF2-40B4-BE49-F238E27FC236}">
                <a16:creationId xmlns:a16="http://schemas.microsoft.com/office/drawing/2014/main" id="{787F1F3C-1BA0-48D0-9F2B-393DE751824A}"/>
              </a:ext>
            </a:extLst>
          </p:cNvPr>
          <p:cNvSpPr>
            <a:spLocks noGrp="1"/>
          </p:cNvSpPr>
          <p:nvPr/>
        </p:nvSpPr>
        <p:spPr>
          <a:xfrm>
            <a:off x="560229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8" name="Stage1_sixpanel_9729">
            <a:extLst>
              <a:ext uri="{FF2B5EF4-FFF2-40B4-BE49-F238E27FC236}">
                <a16:creationId xmlns:a16="http://schemas.microsoft.com/office/drawing/2014/main" id="{518F230B-399C-4EB9-A9D0-9D5221FB89E8}"/>
              </a:ext>
            </a:extLst>
          </p:cNvPr>
          <p:cNvSpPr>
            <a:spLocks noGrp="1"/>
          </p:cNvSpPr>
          <p:nvPr/>
        </p:nvSpPr>
        <p:spPr>
          <a:xfrm>
            <a:off x="551408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9" name="Stage1_sixpanel_9730">
            <a:extLst>
              <a:ext uri="{FF2B5EF4-FFF2-40B4-BE49-F238E27FC236}">
                <a16:creationId xmlns:a16="http://schemas.microsoft.com/office/drawing/2014/main" id="{478994F5-4FB2-4ED9-B2C6-9B3F08C31F1C}"/>
              </a:ext>
            </a:extLst>
          </p:cNvPr>
          <p:cNvSpPr>
            <a:spLocks noGrp="1"/>
          </p:cNvSpPr>
          <p:nvPr/>
        </p:nvSpPr>
        <p:spPr>
          <a:xfrm>
            <a:off x="547655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0" name="Stage1_sixpanel_9731">
            <a:extLst>
              <a:ext uri="{FF2B5EF4-FFF2-40B4-BE49-F238E27FC236}">
                <a16:creationId xmlns:a16="http://schemas.microsoft.com/office/drawing/2014/main" id="{3DD0799C-BE80-4211-B046-12C3EA46F553}"/>
              </a:ext>
            </a:extLst>
          </p:cNvPr>
          <p:cNvSpPr>
            <a:spLocks noGrp="1"/>
          </p:cNvSpPr>
          <p:nvPr/>
        </p:nvSpPr>
        <p:spPr>
          <a:xfrm>
            <a:off x="560906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1" name="Stage1_sixpanel_9732">
            <a:extLst>
              <a:ext uri="{FF2B5EF4-FFF2-40B4-BE49-F238E27FC236}">
                <a16:creationId xmlns:a16="http://schemas.microsoft.com/office/drawing/2014/main" id="{E6E5CF70-E313-4B0D-B353-253CE6DA3072}"/>
              </a:ext>
            </a:extLst>
          </p:cNvPr>
          <p:cNvSpPr>
            <a:spLocks noGrp="1"/>
          </p:cNvSpPr>
          <p:nvPr/>
        </p:nvSpPr>
        <p:spPr>
          <a:xfrm>
            <a:off x="5591639" y="694846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2" name="Stage1_sixpanel_9733">
            <a:extLst>
              <a:ext uri="{FF2B5EF4-FFF2-40B4-BE49-F238E27FC236}">
                <a16:creationId xmlns:a16="http://schemas.microsoft.com/office/drawing/2014/main" id="{5F81473A-4330-4F1F-B6D0-0CBD59028B11}"/>
              </a:ext>
            </a:extLst>
          </p:cNvPr>
          <p:cNvSpPr>
            <a:spLocks noGrp="1"/>
          </p:cNvSpPr>
          <p:nvPr/>
        </p:nvSpPr>
        <p:spPr>
          <a:xfrm>
            <a:off x="5621058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3" name="Stage1_sixpanel_9734">
            <a:extLst>
              <a:ext uri="{FF2B5EF4-FFF2-40B4-BE49-F238E27FC236}">
                <a16:creationId xmlns:a16="http://schemas.microsoft.com/office/drawing/2014/main" id="{6E93CB5C-2AD7-4D42-9398-BDF7284E80C9}"/>
              </a:ext>
            </a:extLst>
          </p:cNvPr>
          <p:cNvSpPr>
            <a:spLocks noGrp="1"/>
          </p:cNvSpPr>
          <p:nvPr/>
        </p:nvSpPr>
        <p:spPr>
          <a:xfrm>
            <a:off x="549904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4" name="Stage1_sixpanel_9735">
            <a:extLst>
              <a:ext uri="{FF2B5EF4-FFF2-40B4-BE49-F238E27FC236}">
                <a16:creationId xmlns:a16="http://schemas.microsoft.com/office/drawing/2014/main" id="{DCEB63DD-ACAB-4BDA-A6A7-76B15EB0D5A9}"/>
              </a:ext>
            </a:extLst>
          </p:cNvPr>
          <p:cNvSpPr>
            <a:spLocks noGrp="1"/>
          </p:cNvSpPr>
          <p:nvPr/>
        </p:nvSpPr>
        <p:spPr>
          <a:xfrm>
            <a:off x="556753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5" name="Stage1_sixpanel_9736">
            <a:extLst>
              <a:ext uri="{FF2B5EF4-FFF2-40B4-BE49-F238E27FC236}">
                <a16:creationId xmlns:a16="http://schemas.microsoft.com/office/drawing/2014/main" id="{7BDCB6B8-FBAE-4BE3-A097-E34420477DAB}"/>
              </a:ext>
            </a:extLst>
          </p:cNvPr>
          <p:cNvSpPr>
            <a:spLocks noGrp="1"/>
          </p:cNvSpPr>
          <p:nvPr/>
        </p:nvSpPr>
        <p:spPr>
          <a:xfrm>
            <a:off x="547746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6" name="Stage1_sixpanel_9737">
            <a:extLst>
              <a:ext uri="{FF2B5EF4-FFF2-40B4-BE49-F238E27FC236}">
                <a16:creationId xmlns:a16="http://schemas.microsoft.com/office/drawing/2014/main" id="{DD57C89D-056D-493A-9DE3-5F48369B6A0E}"/>
              </a:ext>
            </a:extLst>
          </p:cNvPr>
          <p:cNvSpPr>
            <a:spLocks noGrp="1"/>
          </p:cNvSpPr>
          <p:nvPr/>
        </p:nvSpPr>
        <p:spPr>
          <a:xfrm>
            <a:off x="563507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7" name="Stage1_sixpanel_9738">
            <a:extLst>
              <a:ext uri="{FF2B5EF4-FFF2-40B4-BE49-F238E27FC236}">
                <a16:creationId xmlns:a16="http://schemas.microsoft.com/office/drawing/2014/main" id="{C3B8E8E6-02D2-40F3-B7A1-151134119DB3}"/>
              </a:ext>
            </a:extLst>
          </p:cNvPr>
          <p:cNvSpPr>
            <a:spLocks noGrp="1"/>
          </p:cNvSpPr>
          <p:nvPr/>
        </p:nvSpPr>
        <p:spPr>
          <a:xfrm>
            <a:off x="5576326" y="707033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8" name="Stage1_sixpanel_9739">
            <a:extLst>
              <a:ext uri="{FF2B5EF4-FFF2-40B4-BE49-F238E27FC236}">
                <a16:creationId xmlns:a16="http://schemas.microsoft.com/office/drawing/2014/main" id="{5E0E079B-ADF5-4392-ADAC-835E763FB083}"/>
              </a:ext>
            </a:extLst>
          </p:cNvPr>
          <p:cNvSpPr>
            <a:spLocks noGrp="1"/>
          </p:cNvSpPr>
          <p:nvPr/>
        </p:nvSpPr>
        <p:spPr>
          <a:xfrm>
            <a:off x="563495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9" name="Stage1_sixpanel_9740">
            <a:extLst>
              <a:ext uri="{FF2B5EF4-FFF2-40B4-BE49-F238E27FC236}">
                <a16:creationId xmlns:a16="http://schemas.microsoft.com/office/drawing/2014/main" id="{D715A84B-B501-4099-BE4E-35516D5AA1B6}"/>
              </a:ext>
            </a:extLst>
          </p:cNvPr>
          <p:cNvSpPr>
            <a:spLocks noGrp="1"/>
          </p:cNvSpPr>
          <p:nvPr/>
        </p:nvSpPr>
        <p:spPr>
          <a:xfrm>
            <a:off x="5442594" y="792810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0" name="Stage1_sixpanel_9741">
            <a:extLst>
              <a:ext uri="{FF2B5EF4-FFF2-40B4-BE49-F238E27FC236}">
                <a16:creationId xmlns:a16="http://schemas.microsoft.com/office/drawing/2014/main" id="{8062BA49-D1DF-4664-A04A-9D398A8178B5}"/>
              </a:ext>
            </a:extLst>
          </p:cNvPr>
          <p:cNvSpPr>
            <a:spLocks noGrp="1"/>
          </p:cNvSpPr>
          <p:nvPr/>
        </p:nvSpPr>
        <p:spPr>
          <a:xfrm>
            <a:off x="5463442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1" name="Stage1_sixpanel_9742">
            <a:extLst>
              <a:ext uri="{FF2B5EF4-FFF2-40B4-BE49-F238E27FC236}">
                <a16:creationId xmlns:a16="http://schemas.microsoft.com/office/drawing/2014/main" id="{A2BB6A34-0437-48CB-AF80-1E984B8D27EA}"/>
              </a:ext>
            </a:extLst>
          </p:cNvPr>
          <p:cNvSpPr>
            <a:spLocks noGrp="1"/>
          </p:cNvSpPr>
          <p:nvPr/>
        </p:nvSpPr>
        <p:spPr>
          <a:xfrm>
            <a:off x="556648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2" name="Stage1_sixpanel_9743">
            <a:extLst>
              <a:ext uri="{FF2B5EF4-FFF2-40B4-BE49-F238E27FC236}">
                <a16:creationId xmlns:a16="http://schemas.microsoft.com/office/drawing/2014/main" id="{96B7C2C1-BA39-4D8D-B1AE-2CEBC09CA6F3}"/>
              </a:ext>
            </a:extLst>
          </p:cNvPr>
          <p:cNvSpPr>
            <a:spLocks noGrp="1"/>
          </p:cNvSpPr>
          <p:nvPr/>
        </p:nvSpPr>
        <p:spPr>
          <a:xfrm>
            <a:off x="549312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3" name="Stage1_sixpanel_9744">
            <a:extLst>
              <a:ext uri="{FF2B5EF4-FFF2-40B4-BE49-F238E27FC236}">
                <a16:creationId xmlns:a16="http://schemas.microsoft.com/office/drawing/2014/main" id="{92A42F00-F38B-40BD-86F9-AD5D7FFF5EF5}"/>
              </a:ext>
            </a:extLst>
          </p:cNvPr>
          <p:cNvSpPr>
            <a:spLocks noGrp="1"/>
          </p:cNvSpPr>
          <p:nvPr/>
        </p:nvSpPr>
        <p:spPr>
          <a:xfrm>
            <a:off x="558579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4" name="Stage1_sixpanel_9745">
            <a:extLst>
              <a:ext uri="{FF2B5EF4-FFF2-40B4-BE49-F238E27FC236}">
                <a16:creationId xmlns:a16="http://schemas.microsoft.com/office/drawing/2014/main" id="{47254370-FBF1-4973-AC22-EFDAE1607A12}"/>
              </a:ext>
            </a:extLst>
          </p:cNvPr>
          <p:cNvSpPr>
            <a:spLocks noGrp="1"/>
          </p:cNvSpPr>
          <p:nvPr/>
        </p:nvSpPr>
        <p:spPr>
          <a:xfrm>
            <a:off x="5423684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5" name="Stage1_sixpanel_9746">
            <a:extLst>
              <a:ext uri="{FF2B5EF4-FFF2-40B4-BE49-F238E27FC236}">
                <a16:creationId xmlns:a16="http://schemas.microsoft.com/office/drawing/2014/main" id="{2A94A213-DD27-41CC-A8B2-6A8DBE92D752}"/>
              </a:ext>
            </a:extLst>
          </p:cNvPr>
          <p:cNvSpPr>
            <a:spLocks noGrp="1"/>
          </p:cNvSpPr>
          <p:nvPr/>
        </p:nvSpPr>
        <p:spPr>
          <a:xfrm>
            <a:off x="544528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6" name="Stage1_sixpanel_9747">
            <a:extLst>
              <a:ext uri="{FF2B5EF4-FFF2-40B4-BE49-F238E27FC236}">
                <a16:creationId xmlns:a16="http://schemas.microsoft.com/office/drawing/2014/main" id="{FAD62858-F709-424F-8E02-9C7944FC85B9}"/>
              </a:ext>
            </a:extLst>
          </p:cNvPr>
          <p:cNvSpPr>
            <a:spLocks noGrp="1"/>
          </p:cNvSpPr>
          <p:nvPr/>
        </p:nvSpPr>
        <p:spPr>
          <a:xfrm>
            <a:off x="549197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7" name="Stage1_sixpanel_9748">
            <a:extLst>
              <a:ext uri="{FF2B5EF4-FFF2-40B4-BE49-F238E27FC236}">
                <a16:creationId xmlns:a16="http://schemas.microsoft.com/office/drawing/2014/main" id="{035F3670-F045-4324-8EDC-A0BD63C0BA25}"/>
              </a:ext>
            </a:extLst>
          </p:cNvPr>
          <p:cNvSpPr>
            <a:spLocks noGrp="1"/>
          </p:cNvSpPr>
          <p:nvPr/>
        </p:nvSpPr>
        <p:spPr>
          <a:xfrm>
            <a:off x="544343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8" name="Stage1_sixpanel_9749">
            <a:extLst>
              <a:ext uri="{FF2B5EF4-FFF2-40B4-BE49-F238E27FC236}">
                <a16:creationId xmlns:a16="http://schemas.microsoft.com/office/drawing/2014/main" id="{D63451F0-F552-4399-B6BB-A523691E4958}"/>
              </a:ext>
            </a:extLst>
          </p:cNvPr>
          <p:cNvSpPr>
            <a:spLocks noGrp="1"/>
          </p:cNvSpPr>
          <p:nvPr/>
        </p:nvSpPr>
        <p:spPr>
          <a:xfrm>
            <a:off x="5624393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9" name="Stage1_sixpanel_9750">
            <a:extLst>
              <a:ext uri="{FF2B5EF4-FFF2-40B4-BE49-F238E27FC236}">
                <a16:creationId xmlns:a16="http://schemas.microsoft.com/office/drawing/2014/main" id="{861BF71B-AFA1-42F2-A044-03BE7123C054}"/>
              </a:ext>
            </a:extLst>
          </p:cNvPr>
          <p:cNvSpPr>
            <a:spLocks noGrp="1"/>
          </p:cNvSpPr>
          <p:nvPr/>
        </p:nvSpPr>
        <p:spPr>
          <a:xfrm>
            <a:off x="561658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0" name="Stage1_sixpanel_9751">
            <a:extLst>
              <a:ext uri="{FF2B5EF4-FFF2-40B4-BE49-F238E27FC236}">
                <a16:creationId xmlns:a16="http://schemas.microsoft.com/office/drawing/2014/main" id="{F04BD23A-1870-4BD0-8C72-88DD31420A17}"/>
              </a:ext>
            </a:extLst>
          </p:cNvPr>
          <p:cNvSpPr>
            <a:spLocks noGrp="1"/>
          </p:cNvSpPr>
          <p:nvPr/>
        </p:nvSpPr>
        <p:spPr>
          <a:xfrm>
            <a:off x="556681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1" name="Stage1_sixpanel_9752">
            <a:extLst>
              <a:ext uri="{FF2B5EF4-FFF2-40B4-BE49-F238E27FC236}">
                <a16:creationId xmlns:a16="http://schemas.microsoft.com/office/drawing/2014/main" id="{073478A9-9F99-45DA-AFDA-A227A2F36531}"/>
              </a:ext>
            </a:extLst>
          </p:cNvPr>
          <p:cNvSpPr>
            <a:spLocks noGrp="1"/>
          </p:cNvSpPr>
          <p:nvPr/>
        </p:nvSpPr>
        <p:spPr>
          <a:xfrm>
            <a:off x="5580195" y="719890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2" name="Stage1_sixpanel_9753">
            <a:extLst>
              <a:ext uri="{FF2B5EF4-FFF2-40B4-BE49-F238E27FC236}">
                <a16:creationId xmlns:a16="http://schemas.microsoft.com/office/drawing/2014/main" id="{53FF8A71-DFB8-49A2-8461-F26AC273774E}"/>
              </a:ext>
            </a:extLst>
          </p:cNvPr>
          <p:cNvSpPr>
            <a:spLocks noGrp="1"/>
          </p:cNvSpPr>
          <p:nvPr/>
        </p:nvSpPr>
        <p:spPr>
          <a:xfrm>
            <a:off x="553622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3" name="Stage1_sixpanel_9754">
            <a:extLst>
              <a:ext uri="{FF2B5EF4-FFF2-40B4-BE49-F238E27FC236}">
                <a16:creationId xmlns:a16="http://schemas.microsoft.com/office/drawing/2014/main" id="{D1D5EE49-BED8-4D7F-A151-CD8DBE4B9DC5}"/>
              </a:ext>
            </a:extLst>
          </p:cNvPr>
          <p:cNvSpPr>
            <a:spLocks noGrp="1"/>
          </p:cNvSpPr>
          <p:nvPr/>
        </p:nvSpPr>
        <p:spPr>
          <a:xfrm>
            <a:off x="547125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4" name="Stage1_sixpanel_9755">
            <a:extLst>
              <a:ext uri="{FF2B5EF4-FFF2-40B4-BE49-F238E27FC236}">
                <a16:creationId xmlns:a16="http://schemas.microsoft.com/office/drawing/2014/main" id="{61A0DDB1-BEE9-4CCA-8235-B8344E68D7EF}"/>
              </a:ext>
            </a:extLst>
          </p:cNvPr>
          <p:cNvSpPr>
            <a:spLocks noGrp="1"/>
          </p:cNvSpPr>
          <p:nvPr/>
        </p:nvSpPr>
        <p:spPr>
          <a:xfrm>
            <a:off x="5437398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5" name="Stage1_sixpanel_9756">
            <a:extLst>
              <a:ext uri="{FF2B5EF4-FFF2-40B4-BE49-F238E27FC236}">
                <a16:creationId xmlns:a16="http://schemas.microsoft.com/office/drawing/2014/main" id="{905D4C3F-7DE0-4A9B-A333-6B5A9A9B44FE}"/>
              </a:ext>
            </a:extLst>
          </p:cNvPr>
          <p:cNvSpPr>
            <a:spLocks noGrp="1"/>
          </p:cNvSpPr>
          <p:nvPr/>
        </p:nvSpPr>
        <p:spPr>
          <a:xfrm>
            <a:off x="563232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6" name="Stage1_sixpanel_9757">
            <a:extLst>
              <a:ext uri="{FF2B5EF4-FFF2-40B4-BE49-F238E27FC236}">
                <a16:creationId xmlns:a16="http://schemas.microsoft.com/office/drawing/2014/main" id="{20BB4661-5150-47A6-9081-01AA498640F7}"/>
              </a:ext>
            </a:extLst>
          </p:cNvPr>
          <p:cNvSpPr>
            <a:spLocks noGrp="1"/>
          </p:cNvSpPr>
          <p:nvPr/>
        </p:nvSpPr>
        <p:spPr>
          <a:xfrm>
            <a:off x="5468224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7" name="Stage1_sixpanel_9758">
            <a:extLst>
              <a:ext uri="{FF2B5EF4-FFF2-40B4-BE49-F238E27FC236}">
                <a16:creationId xmlns:a16="http://schemas.microsoft.com/office/drawing/2014/main" id="{01D6F6CE-621E-4995-A2F0-589385E3C5AA}"/>
              </a:ext>
            </a:extLst>
          </p:cNvPr>
          <p:cNvSpPr>
            <a:spLocks noGrp="1"/>
          </p:cNvSpPr>
          <p:nvPr/>
        </p:nvSpPr>
        <p:spPr>
          <a:xfrm>
            <a:off x="559381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8" name="Stage1_sixpanel_9759">
            <a:extLst>
              <a:ext uri="{FF2B5EF4-FFF2-40B4-BE49-F238E27FC236}">
                <a16:creationId xmlns:a16="http://schemas.microsoft.com/office/drawing/2014/main" id="{670A3AA8-0C75-4548-A385-96E7163CAF99}"/>
              </a:ext>
            </a:extLst>
          </p:cNvPr>
          <p:cNvSpPr>
            <a:spLocks noGrp="1"/>
          </p:cNvSpPr>
          <p:nvPr/>
        </p:nvSpPr>
        <p:spPr>
          <a:xfrm>
            <a:off x="545912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9" name="Stage1_sixpanel_9760">
            <a:extLst>
              <a:ext uri="{FF2B5EF4-FFF2-40B4-BE49-F238E27FC236}">
                <a16:creationId xmlns:a16="http://schemas.microsoft.com/office/drawing/2014/main" id="{77760BB5-0C1C-473F-9BA9-09E4827EE703}"/>
              </a:ext>
            </a:extLst>
          </p:cNvPr>
          <p:cNvSpPr>
            <a:spLocks noGrp="1"/>
          </p:cNvSpPr>
          <p:nvPr/>
        </p:nvSpPr>
        <p:spPr>
          <a:xfrm>
            <a:off x="5617682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0" name="Stage1_sixpanel_9761">
            <a:extLst>
              <a:ext uri="{FF2B5EF4-FFF2-40B4-BE49-F238E27FC236}">
                <a16:creationId xmlns:a16="http://schemas.microsoft.com/office/drawing/2014/main" id="{DADED4F2-3357-40DB-80AB-E1046A6D41B0}"/>
              </a:ext>
            </a:extLst>
          </p:cNvPr>
          <p:cNvSpPr>
            <a:spLocks noGrp="1"/>
          </p:cNvSpPr>
          <p:nvPr/>
        </p:nvSpPr>
        <p:spPr>
          <a:xfrm>
            <a:off x="557961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1" name="Stage1_sixpanel_9762">
            <a:extLst>
              <a:ext uri="{FF2B5EF4-FFF2-40B4-BE49-F238E27FC236}">
                <a16:creationId xmlns:a16="http://schemas.microsoft.com/office/drawing/2014/main" id="{DD3A12B6-C0D1-4649-AF2C-65800ED4368B}"/>
              </a:ext>
            </a:extLst>
          </p:cNvPr>
          <p:cNvSpPr>
            <a:spLocks noGrp="1"/>
          </p:cNvSpPr>
          <p:nvPr/>
        </p:nvSpPr>
        <p:spPr>
          <a:xfrm>
            <a:off x="559039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2" name="Stage1_sixpanel_9763">
            <a:extLst>
              <a:ext uri="{FF2B5EF4-FFF2-40B4-BE49-F238E27FC236}">
                <a16:creationId xmlns:a16="http://schemas.microsoft.com/office/drawing/2014/main" id="{34B43691-AC45-4F51-83F2-D37BCE6D3643}"/>
              </a:ext>
            </a:extLst>
          </p:cNvPr>
          <p:cNvSpPr>
            <a:spLocks noGrp="1"/>
          </p:cNvSpPr>
          <p:nvPr/>
        </p:nvSpPr>
        <p:spPr>
          <a:xfrm>
            <a:off x="555607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3" name="Stage1_sixpanel_9764">
            <a:extLst>
              <a:ext uri="{FF2B5EF4-FFF2-40B4-BE49-F238E27FC236}">
                <a16:creationId xmlns:a16="http://schemas.microsoft.com/office/drawing/2014/main" id="{91C5EBB7-9B17-4BDF-B82F-16BE5027927A}"/>
              </a:ext>
            </a:extLst>
          </p:cNvPr>
          <p:cNvSpPr>
            <a:spLocks noGrp="1"/>
          </p:cNvSpPr>
          <p:nvPr/>
        </p:nvSpPr>
        <p:spPr>
          <a:xfrm>
            <a:off x="547873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4" name="Stage1_sixpanel_9765">
            <a:extLst>
              <a:ext uri="{FF2B5EF4-FFF2-40B4-BE49-F238E27FC236}">
                <a16:creationId xmlns:a16="http://schemas.microsoft.com/office/drawing/2014/main" id="{A7036490-6F35-444F-BF85-B64F2F323E61}"/>
              </a:ext>
            </a:extLst>
          </p:cNvPr>
          <p:cNvSpPr>
            <a:spLocks noGrp="1"/>
          </p:cNvSpPr>
          <p:nvPr/>
        </p:nvSpPr>
        <p:spPr>
          <a:xfrm>
            <a:off x="550386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5" name="Stage1_sixpanel_9766">
            <a:extLst>
              <a:ext uri="{FF2B5EF4-FFF2-40B4-BE49-F238E27FC236}">
                <a16:creationId xmlns:a16="http://schemas.microsoft.com/office/drawing/2014/main" id="{75161A2F-6362-4EE3-A280-B18F8EF51C3E}"/>
              </a:ext>
            </a:extLst>
          </p:cNvPr>
          <p:cNvSpPr>
            <a:spLocks noGrp="1"/>
          </p:cNvSpPr>
          <p:nvPr/>
        </p:nvSpPr>
        <p:spPr>
          <a:xfrm>
            <a:off x="555148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6" name="Stage1_sixpanel_9767">
            <a:extLst>
              <a:ext uri="{FF2B5EF4-FFF2-40B4-BE49-F238E27FC236}">
                <a16:creationId xmlns:a16="http://schemas.microsoft.com/office/drawing/2014/main" id="{D2535848-FA9C-40E5-8A39-E4577D70EA73}"/>
              </a:ext>
            </a:extLst>
          </p:cNvPr>
          <p:cNvSpPr>
            <a:spLocks noGrp="1"/>
          </p:cNvSpPr>
          <p:nvPr/>
        </p:nvSpPr>
        <p:spPr>
          <a:xfrm>
            <a:off x="5483835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7" name="Stage1_sixpanel_9768">
            <a:extLst>
              <a:ext uri="{FF2B5EF4-FFF2-40B4-BE49-F238E27FC236}">
                <a16:creationId xmlns:a16="http://schemas.microsoft.com/office/drawing/2014/main" id="{E18CA888-5D27-48EA-89A5-9106D4D6B905}"/>
              </a:ext>
            </a:extLst>
          </p:cNvPr>
          <p:cNvSpPr>
            <a:spLocks noGrp="1"/>
          </p:cNvSpPr>
          <p:nvPr/>
        </p:nvSpPr>
        <p:spPr>
          <a:xfrm>
            <a:off x="560951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8" name="Stage1_sixpanel_9769">
            <a:extLst>
              <a:ext uri="{FF2B5EF4-FFF2-40B4-BE49-F238E27FC236}">
                <a16:creationId xmlns:a16="http://schemas.microsoft.com/office/drawing/2014/main" id="{85D93D0E-AEAA-4C53-8B7F-AB1C42F985C8}"/>
              </a:ext>
            </a:extLst>
          </p:cNvPr>
          <p:cNvSpPr>
            <a:spLocks noGrp="1"/>
          </p:cNvSpPr>
          <p:nvPr/>
        </p:nvSpPr>
        <p:spPr>
          <a:xfrm>
            <a:off x="5518672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9" name="Stage1_sixpanel_9770">
            <a:extLst>
              <a:ext uri="{FF2B5EF4-FFF2-40B4-BE49-F238E27FC236}">
                <a16:creationId xmlns:a16="http://schemas.microsoft.com/office/drawing/2014/main" id="{B9E7FAF7-A367-4E83-B719-A56404AB957F}"/>
              </a:ext>
            </a:extLst>
          </p:cNvPr>
          <p:cNvSpPr>
            <a:spLocks noGrp="1"/>
          </p:cNvSpPr>
          <p:nvPr/>
        </p:nvSpPr>
        <p:spPr>
          <a:xfrm>
            <a:off x="553887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0" name="Stage1_sixpanel_9771">
            <a:extLst>
              <a:ext uri="{FF2B5EF4-FFF2-40B4-BE49-F238E27FC236}">
                <a16:creationId xmlns:a16="http://schemas.microsoft.com/office/drawing/2014/main" id="{767CE0EE-D480-4848-8A51-F16B1016A1CB}"/>
              </a:ext>
            </a:extLst>
          </p:cNvPr>
          <p:cNvSpPr>
            <a:spLocks noGrp="1"/>
          </p:cNvSpPr>
          <p:nvPr/>
        </p:nvSpPr>
        <p:spPr>
          <a:xfrm>
            <a:off x="5417357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1" name="Stage1_sixpanel_9772">
            <a:extLst>
              <a:ext uri="{FF2B5EF4-FFF2-40B4-BE49-F238E27FC236}">
                <a16:creationId xmlns:a16="http://schemas.microsoft.com/office/drawing/2014/main" id="{42A22FDA-C953-4BFD-BEEF-81E9B86E8D24}"/>
              </a:ext>
            </a:extLst>
          </p:cNvPr>
          <p:cNvSpPr>
            <a:spLocks noGrp="1"/>
          </p:cNvSpPr>
          <p:nvPr/>
        </p:nvSpPr>
        <p:spPr>
          <a:xfrm>
            <a:off x="548765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2" name="Stage1_sixpanel_9773">
            <a:extLst>
              <a:ext uri="{FF2B5EF4-FFF2-40B4-BE49-F238E27FC236}">
                <a16:creationId xmlns:a16="http://schemas.microsoft.com/office/drawing/2014/main" id="{D18B5A8F-9C57-417B-B7D9-CB81E66D6B59}"/>
              </a:ext>
            </a:extLst>
          </p:cNvPr>
          <p:cNvSpPr>
            <a:spLocks noGrp="1"/>
          </p:cNvSpPr>
          <p:nvPr/>
        </p:nvSpPr>
        <p:spPr>
          <a:xfrm>
            <a:off x="550384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3" name="Stage1_sixpanel_9774">
            <a:extLst>
              <a:ext uri="{FF2B5EF4-FFF2-40B4-BE49-F238E27FC236}">
                <a16:creationId xmlns:a16="http://schemas.microsoft.com/office/drawing/2014/main" id="{72C1124E-D874-4F2C-ABD7-98AFF3EFC6C2}"/>
              </a:ext>
            </a:extLst>
          </p:cNvPr>
          <p:cNvSpPr>
            <a:spLocks noGrp="1"/>
          </p:cNvSpPr>
          <p:nvPr/>
        </p:nvSpPr>
        <p:spPr>
          <a:xfrm>
            <a:off x="5459987" y="702212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4" name="Stage1_sixpanel_9775">
            <a:extLst>
              <a:ext uri="{FF2B5EF4-FFF2-40B4-BE49-F238E27FC236}">
                <a16:creationId xmlns:a16="http://schemas.microsoft.com/office/drawing/2014/main" id="{115E570D-2B41-463D-9647-13FAED3A104D}"/>
              </a:ext>
            </a:extLst>
          </p:cNvPr>
          <p:cNvSpPr>
            <a:spLocks noGrp="1"/>
          </p:cNvSpPr>
          <p:nvPr/>
        </p:nvSpPr>
        <p:spPr>
          <a:xfrm>
            <a:off x="5449812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5" name="Stage1_sixpanel_9776">
            <a:extLst>
              <a:ext uri="{FF2B5EF4-FFF2-40B4-BE49-F238E27FC236}">
                <a16:creationId xmlns:a16="http://schemas.microsoft.com/office/drawing/2014/main" id="{AF5E1E33-2D3F-4A10-85E9-C5E42B3D8926}"/>
              </a:ext>
            </a:extLst>
          </p:cNvPr>
          <p:cNvSpPr>
            <a:spLocks noGrp="1"/>
          </p:cNvSpPr>
          <p:nvPr/>
        </p:nvSpPr>
        <p:spPr>
          <a:xfrm>
            <a:off x="5629908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6" name="Stage1_sixpanel_9777">
            <a:extLst>
              <a:ext uri="{FF2B5EF4-FFF2-40B4-BE49-F238E27FC236}">
                <a16:creationId xmlns:a16="http://schemas.microsoft.com/office/drawing/2014/main" id="{CCB80389-BC86-41A3-8D3C-9DE2F0A1684E}"/>
              </a:ext>
            </a:extLst>
          </p:cNvPr>
          <p:cNvSpPr>
            <a:spLocks noGrp="1"/>
          </p:cNvSpPr>
          <p:nvPr/>
        </p:nvSpPr>
        <p:spPr>
          <a:xfrm>
            <a:off x="543238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7" name="Stage1_sixpanel_9778">
            <a:extLst>
              <a:ext uri="{FF2B5EF4-FFF2-40B4-BE49-F238E27FC236}">
                <a16:creationId xmlns:a16="http://schemas.microsoft.com/office/drawing/2014/main" id="{2559993D-B744-4B1D-AF88-7C4FF29C61AB}"/>
              </a:ext>
            </a:extLst>
          </p:cNvPr>
          <p:cNvSpPr>
            <a:spLocks noGrp="1"/>
          </p:cNvSpPr>
          <p:nvPr/>
        </p:nvSpPr>
        <p:spPr>
          <a:xfrm>
            <a:off x="5434747" y="736094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8" name="Stage1_sixpanel_9779">
            <a:extLst>
              <a:ext uri="{FF2B5EF4-FFF2-40B4-BE49-F238E27FC236}">
                <a16:creationId xmlns:a16="http://schemas.microsoft.com/office/drawing/2014/main" id="{7D3AEB1C-0833-457C-A3F5-9E6C923006CD}"/>
              </a:ext>
            </a:extLst>
          </p:cNvPr>
          <p:cNvSpPr>
            <a:spLocks noGrp="1"/>
          </p:cNvSpPr>
          <p:nvPr/>
        </p:nvSpPr>
        <p:spPr>
          <a:xfrm>
            <a:off x="5584780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9" name="Stage1_sixpanel_9780">
            <a:extLst>
              <a:ext uri="{FF2B5EF4-FFF2-40B4-BE49-F238E27FC236}">
                <a16:creationId xmlns:a16="http://schemas.microsoft.com/office/drawing/2014/main" id="{B429EE72-E997-47A0-950B-39EED882BC09}"/>
              </a:ext>
            </a:extLst>
          </p:cNvPr>
          <p:cNvSpPr>
            <a:spLocks noGrp="1"/>
          </p:cNvSpPr>
          <p:nvPr/>
        </p:nvSpPr>
        <p:spPr>
          <a:xfrm>
            <a:off x="543186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0" name="Stage1_sixpanel_9781">
            <a:extLst>
              <a:ext uri="{FF2B5EF4-FFF2-40B4-BE49-F238E27FC236}">
                <a16:creationId xmlns:a16="http://schemas.microsoft.com/office/drawing/2014/main" id="{DF100882-FCB5-4EF4-98AB-23E68578F471}"/>
              </a:ext>
            </a:extLst>
          </p:cNvPr>
          <p:cNvSpPr>
            <a:spLocks noGrp="1"/>
          </p:cNvSpPr>
          <p:nvPr/>
        </p:nvSpPr>
        <p:spPr>
          <a:xfrm>
            <a:off x="5566494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1" name="Stage1_sixpanel_9782">
            <a:extLst>
              <a:ext uri="{FF2B5EF4-FFF2-40B4-BE49-F238E27FC236}">
                <a16:creationId xmlns:a16="http://schemas.microsoft.com/office/drawing/2014/main" id="{36E81417-3937-4BC2-9088-4668B415809D}"/>
              </a:ext>
            </a:extLst>
          </p:cNvPr>
          <p:cNvSpPr>
            <a:spLocks noGrp="1"/>
          </p:cNvSpPr>
          <p:nvPr/>
        </p:nvSpPr>
        <p:spPr>
          <a:xfrm>
            <a:off x="542296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2" name="Stage1_sixpanel_9783">
            <a:extLst>
              <a:ext uri="{FF2B5EF4-FFF2-40B4-BE49-F238E27FC236}">
                <a16:creationId xmlns:a16="http://schemas.microsoft.com/office/drawing/2014/main" id="{546F6AB4-501F-4EE7-B077-ECAA3E089981}"/>
              </a:ext>
            </a:extLst>
          </p:cNvPr>
          <p:cNvSpPr>
            <a:spLocks noGrp="1"/>
          </p:cNvSpPr>
          <p:nvPr/>
        </p:nvSpPr>
        <p:spPr>
          <a:xfrm>
            <a:off x="555475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3" name="Stage1_sixpanel_9784">
            <a:extLst>
              <a:ext uri="{FF2B5EF4-FFF2-40B4-BE49-F238E27FC236}">
                <a16:creationId xmlns:a16="http://schemas.microsoft.com/office/drawing/2014/main" id="{EE135D48-736B-4C07-9AA7-3231DFEEE2F2}"/>
              </a:ext>
            </a:extLst>
          </p:cNvPr>
          <p:cNvSpPr>
            <a:spLocks noGrp="1"/>
          </p:cNvSpPr>
          <p:nvPr/>
        </p:nvSpPr>
        <p:spPr>
          <a:xfrm>
            <a:off x="554500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4" name="Stage1_sixpanel_9785">
            <a:extLst>
              <a:ext uri="{FF2B5EF4-FFF2-40B4-BE49-F238E27FC236}">
                <a16:creationId xmlns:a16="http://schemas.microsoft.com/office/drawing/2014/main" id="{84AD8BAD-8D82-445C-B991-3B280D0EEC1F}"/>
              </a:ext>
            </a:extLst>
          </p:cNvPr>
          <p:cNvSpPr>
            <a:spLocks noGrp="1"/>
          </p:cNvSpPr>
          <p:nvPr/>
        </p:nvSpPr>
        <p:spPr>
          <a:xfrm>
            <a:off x="5590983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5" name="Stage1_sixpanel_9786">
            <a:extLst>
              <a:ext uri="{FF2B5EF4-FFF2-40B4-BE49-F238E27FC236}">
                <a16:creationId xmlns:a16="http://schemas.microsoft.com/office/drawing/2014/main" id="{D304371E-437B-4DC3-8D90-4F59E8E33C4E}"/>
              </a:ext>
            </a:extLst>
          </p:cNvPr>
          <p:cNvSpPr>
            <a:spLocks noGrp="1"/>
          </p:cNvSpPr>
          <p:nvPr/>
        </p:nvSpPr>
        <p:spPr>
          <a:xfrm>
            <a:off x="55233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6" name="Stage1_sixpanel_9787">
            <a:extLst>
              <a:ext uri="{FF2B5EF4-FFF2-40B4-BE49-F238E27FC236}">
                <a16:creationId xmlns:a16="http://schemas.microsoft.com/office/drawing/2014/main" id="{2933E7F3-E77F-4D76-B095-9A2737877D79}"/>
              </a:ext>
            </a:extLst>
          </p:cNvPr>
          <p:cNvSpPr>
            <a:spLocks noGrp="1"/>
          </p:cNvSpPr>
          <p:nvPr/>
        </p:nvSpPr>
        <p:spPr>
          <a:xfrm>
            <a:off x="5451463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7" name="Stage1_sixpanel_9788">
            <a:extLst>
              <a:ext uri="{FF2B5EF4-FFF2-40B4-BE49-F238E27FC236}">
                <a16:creationId xmlns:a16="http://schemas.microsoft.com/office/drawing/2014/main" id="{14DCF1F7-D151-4856-A804-268968F94CC6}"/>
              </a:ext>
            </a:extLst>
          </p:cNvPr>
          <p:cNvSpPr>
            <a:spLocks noGrp="1"/>
          </p:cNvSpPr>
          <p:nvPr/>
        </p:nvSpPr>
        <p:spPr>
          <a:xfrm>
            <a:off x="5619325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8" name="Stage1_sixpanel_9789">
            <a:extLst>
              <a:ext uri="{FF2B5EF4-FFF2-40B4-BE49-F238E27FC236}">
                <a16:creationId xmlns:a16="http://schemas.microsoft.com/office/drawing/2014/main" id="{1F68DC4C-DA1F-4D58-8419-E69F4C2DDABD}"/>
              </a:ext>
            </a:extLst>
          </p:cNvPr>
          <p:cNvSpPr>
            <a:spLocks noGrp="1"/>
          </p:cNvSpPr>
          <p:nvPr/>
        </p:nvSpPr>
        <p:spPr>
          <a:xfrm>
            <a:off x="542772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9" name="Stage1_sixpanel_9790">
            <a:extLst>
              <a:ext uri="{FF2B5EF4-FFF2-40B4-BE49-F238E27FC236}">
                <a16:creationId xmlns:a16="http://schemas.microsoft.com/office/drawing/2014/main" id="{557CFF11-5E8B-4D9E-B06D-2836BC26249B}"/>
              </a:ext>
            </a:extLst>
          </p:cNvPr>
          <p:cNvSpPr>
            <a:spLocks noGrp="1"/>
          </p:cNvSpPr>
          <p:nvPr/>
        </p:nvSpPr>
        <p:spPr>
          <a:xfrm>
            <a:off x="559133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0" name="Stage1_sixpanel_9791">
            <a:extLst>
              <a:ext uri="{FF2B5EF4-FFF2-40B4-BE49-F238E27FC236}">
                <a16:creationId xmlns:a16="http://schemas.microsoft.com/office/drawing/2014/main" id="{3A798C97-70FC-4300-9470-8346698305FB}"/>
              </a:ext>
            </a:extLst>
          </p:cNvPr>
          <p:cNvSpPr>
            <a:spLocks noGrp="1"/>
          </p:cNvSpPr>
          <p:nvPr/>
        </p:nvSpPr>
        <p:spPr>
          <a:xfrm>
            <a:off x="542054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1" name="Stage1_sixpanel_9792">
            <a:extLst>
              <a:ext uri="{FF2B5EF4-FFF2-40B4-BE49-F238E27FC236}">
                <a16:creationId xmlns:a16="http://schemas.microsoft.com/office/drawing/2014/main" id="{76569638-8A33-4512-9376-FD9434E6A5BD}"/>
              </a:ext>
            </a:extLst>
          </p:cNvPr>
          <p:cNvSpPr>
            <a:spLocks noGrp="1"/>
          </p:cNvSpPr>
          <p:nvPr/>
        </p:nvSpPr>
        <p:spPr>
          <a:xfrm>
            <a:off x="554368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2" name="Stage1_sixpanel_9793">
            <a:extLst>
              <a:ext uri="{FF2B5EF4-FFF2-40B4-BE49-F238E27FC236}">
                <a16:creationId xmlns:a16="http://schemas.microsoft.com/office/drawing/2014/main" id="{110DD08E-5201-424F-8DA8-63A26EB456C0}"/>
              </a:ext>
            </a:extLst>
          </p:cNvPr>
          <p:cNvSpPr>
            <a:spLocks noGrp="1"/>
          </p:cNvSpPr>
          <p:nvPr/>
        </p:nvSpPr>
        <p:spPr>
          <a:xfrm>
            <a:off x="542585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3" name="Stage1_sixpanel_9794">
            <a:extLst>
              <a:ext uri="{FF2B5EF4-FFF2-40B4-BE49-F238E27FC236}">
                <a16:creationId xmlns:a16="http://schemas.microsoft.com/office/drawing/2014/main" id="{75F76E30-6D74-4036-86E3-A2331549F8B5}"/>
              </a:ext>
            </a:extLst>
          </p:cNvPr>
          <p:cNvSpPr>
            <a:spLocks noGrp="1"/>
          </p:cNvSpPr>
          <p:nvPr/>
        </p:nvSpPr>
        <p:spPr>
          <a:xfrm>
            <a:off x="5592119" y="753281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4" name="Stage1_sixpanel_9795">
            <a:extLst>
              <a:ext uri="{FF2B5EF4-FFF2-40B4-BE49-F238E27FC236}">
                <a16:creationId xmlns:a16="http://schemas.microsoft.com/office/drawing/2014/main" id="{70FF9A96-C83F-49F0-B4A7-DAF91A05CCA9}"/>
              </a:ext>
            </a:extLst>
          </p:cNvPr>
          <p:cNvSpPr>
            <a:spLocks noGrp="1"/>
          </p:cNvSpPr>
          <p:nvPr/>
        </p:nvSpPr>
        <p:spPr>
          <a:xfrm>
            <a:off x="560357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5" name="Stage1_sixpanel_9796">
            <a:extLst>
              <a:ext uri="{FF2B5EF4-FFF2-40B4-BE49-F238E27FC236}">
                <a16:creationId xmlns:a16="http://schemas.microsoft.com/office/drawing/2014/main" id="{1826CB27-C700-456D-A1B2-E185FA447D4A}"/>
              </a:ext>
            </a:extLst>
          </p:cNvPr>
          <p:cNvSpPr>
            <a:spLocks noGrp="1"/>
          </p:cNvSpPr>
          <p:nvPr/>
        </p:nvSpPr>
        <p:spPr>
          <a:xfrm>
            <a:off x="555796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6" name="Stage1_sixpanel_9797">
            <a:extLst>
              <a:ext uri="{FF2B5EF4-FFF2-40B4-BE49-F238E27FC236}">
                <a16:creationId xmlns:a16="http://schemas.microsoft.com/office/drawing/2014/main" id="{9F5C22A7-AC3C-4F2D-909F-DB995A600897}"/>
              </a:ext>
            </a:extLst>
          </p:cNvPr>
          <p:cNvSpPr>
            <a:spLocks noGrp="1"/>
          </p:cNvSpPr>
          <p:nvPr/>
        </p:nvSpPr>
        <p:spPr>
          <a:xfrm>
            <a:off x="547322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7" name="Stage1_sixpanel_9798">
            <a:extLst>
              <a:ext uri="{FF2B5EF4-FFF2-40B4-BE49-F238E27FC236}">
                <a16:creationId xmlns:a16="http://schemas.microsoft.com/office/drawing/2014/main" id="{E63418F0-C82C-4D25-BC23-D805968FF3E1}"/>
              </a:ext>
            </a:extLst>
          </p:cNvPr>
          <p:cNvSpPr>
            <a:spLocks noGrp="1"/>
          </p:cNvSpPr>
          <p:nvPr/>
        </p:nvSpPr>
        <p:spPr>
          <a:xfrm>
            <a:off x="5628398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8" name="Stage1_sixpanel_9799">
            <a:extLst>
              <a:ext uri="{FF2B5EF4-FFF2-40B4-BE49-F238E27FC236}">
                <a16:creationId xmlns:a16="http://schemas.microsoft.com/office/drawing/2014/main" id="{8F3D7EF6-8824-4A5F-A65C-0E3D8D5706C0}"/>
              </a:ext>
            </a:extLst>
          </p:cNvPr>
          <p:cNvSpPr>
            <a:spLocks noGrp="1"/>
          </p:cNvSpPr>
          <p:nvPr/>
        </p:nvSpPr>
        <p:spPr>
          <a:xfrm>
            <a:off x="5585089" y="717098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9" name="Stage1_sixpanel_9800">
            <a:extLst>
              <a:ext uri="{FF2B5EF4-FFF2-40B4-BE49-F238E27FC236}">
                <a16:creationId xmlns:a16="http://schemas.microsoft.com/office/drawing/2014/main" id="{DF3F1EEB-747E-4664-ADBA-614BFF50E4E1}"/>
              </a:ext>
            </a:extLst>
          </p:cNvPr>
          <p:cNvSpPr>
            <a:spLocks noGrp="1"/>
          </p:cNvSpPr>
          <p:nvPr/>
        </p:nvSpPr>
        <p:spPr>
          <a:xfrm>
            <a:off x="552277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0" name="Stage1_sixpanel_9801">
            <a:extLst>
              <a:ext uri="{FF2B5EF4-FFF2-40B4-BE49-F238E27FC236}">
                <a16:creationId xmlns:a16="http://schemas.microsoft.com/office/drawing/2014/main" id="{5163DF6E-A9A3-4C8C-B7C4-0396D8F0C13D}"/>
              </a:ext>
            </a:extLst>
          </p:cNvPr>
          <p:cNvSpPr>
            <a:spLocks noGrp="1"/>
          </p:cNvSpPr>
          <p:nvPr/>
        </p:nvSpPr>
        <p:spPr>
          <a:xfrm>
            <a:off x="562830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1" name="Stage1_sixpanel_9802">
            <a:extLst>
              <a:ext uri="{FF2B5EF4-FFF2-40B4-BE49-F238E27FC236}">
                <a16:creationId xmlns:a16="http://schemas.microsoft.com/office/drawing/2014/main" id="{B5F06A04-CCC4-412D-8F37-C283C25A40E1}"/>
              </a:ext>
            </a:extLst>
          </p:cNvPr>
          <p:cNvSpPr>
            <a:spLocks noGrp="1"/>
          </p:cNvSpPr>
          <p:nvPr/>
        </p:nvSpPr>
        <p:spPr>
          <a:xfrm>
            <a:off x="5538713" y="783529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2" name="Stage1_sixpanel_9803">
            <a:extLst>
              <a:ext uri="{FF2B5EF4-FFF2-40B4-BE49-F238E27FC236}">
                <a16:creationId xmlns:a16="http://schemas.microsoft.com/office/drawing/2014/main" id="{FED2DC21-87EC-4CF3-B74E-A76C0FA2EE6D}"/>
              </a:ext>
            </a:extLst>
          </p:cNvPr>
          <p:cNvSpPr>
            <a:spLocks noGrp="1"/>
          </p:cNvSpPr>
          <p:nvPr/>
        </p:nvSpPr>
        <p:spPr>
          <a:xfrm>
            <a:off x="550058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3" name="Stage1_sixpanel_9804">
            <a:extLst>
              <a:ext uri="{FF2B5EF4-FFF2-40B4-BE49-F238E27FC236}">
                <a16:creationId xmlns:a16="http://schemas.microsoft.com/office/drawing/2014/main" id="{A434CA17-F556-4FA5-AE6F-4B25C789D0E0}"/>
              </a:ext>
            </a:extLst>
          </p:cNvPr>
          <p:cNvSpPr>
            <a:spLocks noGrp="1"/>
          </p:cNvSpPr>
          <p:nvPr/>
        </p:nvSpPr>
        <p:spPr>
          <a:xfrm>
            <a:off x="5544859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4" name="Stage1_sixpanel_9805">
            <a:extLst>
              <a:ext uri="{FF2B5EF4-FFF2-40B4-BE49-F238E27FC236}">
                <a16:creationId xmlns:a16="http://schemas.microsoft.com/office/drawing/2014/main" id="{915FCF9E-9313-413E-BEF5-2EE5417DF247}"/>
              </a:ext>
            </a:extLst>
          </p:cNvPr>
          <p:cNvSpPr>
            <a:spLocks noGrp="1"/>
          </p:cNvSpPr>
          <p:nvPr/>
        </p:nvSpPr>
        <p:spPr>
          <a:xfrm>
            <a:off x="544266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5" name="Stage1_sixpanel_9806">
            <a:extLst>
              <a:ext uri="{FF2B5EF4-FFF2-40B4-BE49-F238E27FC236}">
                <a16:creationId xmlns:a16="http://schemas.microsoft.com/office/drawing/2014/main" id="{C86EB8E7-F71A-4759-9176-53EA37DF4407}"/>
              </a:ext>
            </a:extLst>
          </p:cNvPr>
          <p:cNvSpPr>
            <a:spLocks noGrp="1"/>
          </p:cNvSpPr>
          <p:nvPr/>
        </p:nvSpPr>
        <p:spPr>
          <a:xfrm>
            <a:off x="5471077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6" name="Stage1_sixpanel_9807">
            <a:extLst>
              <a:ext uri="{FF2B5EF4-FFF2-40B4-BE49-F238E27FC236}">
                <a16:creationId xmlns:a16="http://schemas.microsoft.com/office/drawing/2014/main" id="{3C554832-2748-46A9-84C7-24BE9E9A299A}"/>
              </a:ext>
            </a:extLst>
          </p:cNvPr>
          <p:cNvSpPr>
            <a:spLocks noGrp="1"/>
          </p:cNvSpPr>
          <p:nvPr/>
        </p:nvSpPr>
        <p:spPr>
          <a:xfrm>
            <a:off x="5628537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7" name="Stage1_sixpanel_9808">
            <a:extLst>
              <a:ext uri="{FF2B5EF4-FFF2-40B4-BE49-F238E27FC236}">
                <a16:creationId xmlns:a16="http://schemas.microsoft.com/office/drawing/2014/main" id="{8BD75983-C6E8-4DA1-9E85-DBE0E1D44A76}"/>
              </a:ext>
            </a:extLst>
          </p:cNvPr>
          <p:cNvSpPr>
            <a:spLocks noGrp="1"/>
          </p:cNvSpPr>
          <p:nvPr/>
        </p:nvSpPr>
        <p:spPr>
          <a:xfrm>
            <a:off x="546839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8" name="Stage1_sixpanel_9809">
            <a:extLst>
              <a:ext uri="{FF2B5EF4-FFF2-40B4-BE49-F238E27FC236}">
                <a16:creationId xmlns:a16="http://schemas.microsoft.com/office/drawing/2014/main" id="{85F1BFF8-8575-45D0-BDCF-BBF31D1777C5}"/>
              </a:ext>
            </a:extLst>
          </p:cNvPr>
          <p:cNvSpPr>
            <a:spLocks noGrp="1"/>
          </p:cNvSpPr>
          <p:nvPr/>
        </p:nvSpPr>
        <p:spPr>
          <a:xfrm>
            <a:off x="5529211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9" name="Stage1_sixpanel_9810">
            <a:extLst>
              <a:ext uri="{FF2B5EF4-FFF2-40B4-BE49-F238E27FC236}">
                <a16:creationId xmlns:a16="http://schemas.microsoft.com/office/drawing/2014/main" id="{E7628F2B-9F8A-41F3-9451-6F0345D37D16}"/>
              </a:ext>
            </a:extLst>
          </p:cNvPr>
          <p:cNvSpPr>
            <a:spLocks noGrp="1"/>
          </p:cNvSpPr>
          <p:nvPr/>
        </p:nvSpPr>
        <p:spPr>
          <a:xfrm>
            <a:off x="557755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0" name="Stage1_sixpanel_9811">
            <a:extLst>
              <a:ext uri="{FF2B5EF4-FFF2-40B4-BE49-F238E27FC236}">
                <a16:creationId xmlns:a16="http://schemas.microsoft.com/office/drawing/2014/main" id="{AFAFDB20-FA68-40D0-968C-608ACAD5102C}"/>
              </a:ext>
            </a:extLst>
          </p:cNvPr>
          <p:cNvSpPr>
            <a:spLocks noGrp="1"/>
          </p:cNvSpPr>
          <p:nvPr/>
        </p:nvSpPr>
        <p:spPr>
          <a:xfrm>
            <a:off x="550363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1" name="Stage1_sixpanel_9812">
            <a:extLst>
              <a:ext uri="{FF2B5EF4-FFF2-40B4-BE49-F238E27FC236}">
                <a16:creationId xmlns:a16="http://schemas.microsoft.com/office/drawing/2014/main" id="{90F76474-0C5C-433D-8E1C-3839A4CD6CB1}"/>
              </a:ext>
            </a:extLst>
          </p:cNvPr>
          <p:cNvSpPr>
            <a:spLocks noGrp="1"/>
          </p:cNvSpPr>
          <p:nvPr/>
        </p:nvSpPr>
        <p:spPr>
          <a:xfrm>
            <a:off x="553422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2" name="Stage1_sixpanel_9813">
            <a:extLst>
              <a:ext uri="{FF2B5EF4-FFF2-40B4-BE49-F238E27FC236}">
                <a16:creationId xmlns:a16="http://schemas.microsoft.com/office/drawing/2014/main" id="{5668F9B9-AA46-45F9-B84E-D52E616C4429}"/>
              </a:ext>
            </a:extLst>
          </p:cNvPr>
          <p:cNvSpPr>
            <a:spLocks noGrp="1"/>
          </p:cNvSpPr>
          <p:nvPr/>
        </p:nvSpPr>
        <p:spPr>
          <a:xfrm>
            <a:off x="555387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3" name="Stage1_sixpanel_9814">
            <a:extLst>
              <a:ext uri="{FF2B5EF4-FFF2-40B4-BE49-F238E27FC236}">
                <a16:creationId xmlns:a16="http://schemas.microsoft.com/office/drawing/2014/main" id="{F104B83C-422E-4ECE-A4C4-76979BF62606}"/>
              </a:ext>
            </a:extLst>
          </p:cNvPr>
          <p:cNvSpPr>
            <a:spLocks noGrp="1"/>
          </p:cNvSpPr>
          <p:nvPr/>
        </p:nvSpPr>
        <p:spPr>
          <a:xfrm>
            <a:off x="5796528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59004" y="1237437"/>
                </a:moveTo>
                <a:lnTo>
                  <a:pt x="80348" y="1237437"/>
                </a:lnTo>
                <a:lnTo>
                  <a:pt x="81356" y="1229703"/>
                </a:lnTo>
                <a:lnTo>
                  <a:pt x="84310" y="1221969"/>
                </a:lnTo>
                <a:lnTo>
                  <a:pt x="89010" y="1214235"/>
                </a:lnTo>
                <a:lnTo>
                  <a:pt x="95147" y="1206502"/>
                </a:lnTo>
                <a:lnTo>
                  <a:pt x="102336" y="1198768"/>
                </a:lnTo>
                <a:lnTo>
                  <a:pt x="110158" y="1191034"/>
                </a:lnTo>
                <a:lnTo>
                  <a:pt x="118195" y="1183300"/>
                </a:lnTo>
                <a:lnTo>
                  <a:pt x="126067" y="1175566"/>
                </a:lnTo>
                <a:lnTo>
                  <a:pt x="133463" y="1167832"/>
                </a:lnTo>
                <a:lnTo>
                  <a:pt x="140150" y="1160098"/>
                </a:lnTo>
                <a:lnTo>
                  <a:pt x="145985" y="1152364"/>
                </a:lnTo>
                <a:lnTo>
                  <a:pt x="150904" y="1144630"/>
                </a:lnTo>
                <a:lnTo>
                  <a:pt x="154916" y="1136896"/>
                </a:lnTo>
                <a:lnTo>
                  <a:pt x="158083" y="1129162"/>
                </a:lnTo>
                <a:lnTo>
                  <a:pt x="160502" y="1121428"/>
                </a:lnTo>
                <a:lnTo>
                  <a:pt x="162290" y="1113694"/>
                </a:lnTo>
                <a:lnTo>
                  <a:pt x="163567" y="1105960"/>
                </a:lnTo>
                <a:lnTo>
                  <a:pt x="164449" y="1098226"/>
                </a:lnTo>
                <a:lnTo>
                  <a:pt x="165037" y="1090492"/>
                </a:lnTo>
                <a:lnTo>
                  <a:pt x="165414" y="1082758"/>
                </a:lnTo>
                <a:lnTo>
                  <a:pt x="165647" y="1075024"/>
                </a:lnTo>
                <a:lnTo>
                  <a:pt x="165784" y="1067290"/>
                </a:lnTo>
                <a:lnTo>
                  <a:pt x="165860" y="1059556"/>
                </a:lnTo>
                <a:lnTo>
                  <a:pt x="165893" y="1051822"/>
                </a:lnTo>
                <a:lnTo>
                  <a:pt x="165895" y="1044088"/>
                </a:lnTo>
                <a:lnTo>
                  <a:pt x="165868" y="1036354"/>
                </a:lnTo>
                <a:lnTo>
                  <a:pt x="165809" y="1028620"/>
                </a:lnTo>
                <a:lnTo>
                  <a:pt x="165712" y="1020886"/>
                </a:lnTo>
                <a:lnTo>
                  <a:pt x="165569" y="1013152"/>
                </a:lnTo>
                <a:lnTo>
                  <a:pt x="165375" y="1005418"/>
                </a:lnTo>
                <a:lnTo>
                  <a:pt x="165126" y="997684"/>
                </a:lnTo>
                <a:lnTo>
                  <a:pt x="164823" y="989950"/>
                </a:lnTo>
                <a:lnTo>
                  <a:pt x="164472" y="982216"/>
                </a:lnTo>
                <a:lnTo>
                  <a:pt x="164083" y="974482"/>
                </a:lnTo>
                <a:lnTo>
                  <a:pt x="163672" y="966748"/>
                </a:lnTo>
                <a:lnTo>
                  <a:pt x="163256" y="959014"/>
                </a:lnTo>
                <a:lnTo>
                  <a:pt x="162851" y="951280"/>
                </a:lnTo>
                <a:lnTo>
                  <a:pt x="162475" y="943546"/>
                </a:lnTo>
                <a:lnTo>
                  <a:pt x="162135" y="935812"/>
                </a:lnTo>
                <a:lnTo>
                  <a:pt x="161836" y="928078"/>
                </a:lnTo>
                <a:lnTo>
                  <a:pt x="161574" y="920344"/>
                </a:lnTo>
                <a:lnTo>
                  <a:pt x="161336" y="912610"/>
                </a:lnTo>
                <a:lnTo>
                  <a:pt x="161108" y="904876"/>
                </a:lnTo>
                <a:lnTo>
                  <a:pt x="160870" y="897142"/>
                </a:lnTo>
                <a:lnTo>
                  <a:pt x="160608" y="889408"/>
                </a:lnTo>
                <a:lnTo>
                  <a:pt x="160310" y="881674"/>
                </a:lnTo>
                <a:lnTo>
                  <a:pt x="159976" y="873940"/>
                </a:lnTo>
                <a:lnTo>
                  <a:pt x="159615" y="866206"/>
                </a:lnTo>
                <a:lnTo>
                  <a:pt x="159244" y="858472"/>
                </a:lnTo>
                <a:lnTo>
                  <a:pt x="158891" y="850738"/>
                </a:lnTo>
                <a:lnTo>
                  <a:pt x="158590" y="843004"/>
                </a:lnTo>
                <a:lnTo>
                  <a:pt x="158373" y="835270"/>
                </a:lnTo>
                <a:lnTo>
                  <a:pt x="158270" y="827536"/>
                </a:lnTo>
                <a:lnTo>
                  <a:pt x="158303" y="819802"/>
                </a:lnTo>
                <a:lnTo>
                  <a:pt x="158483" y="812068"/>
                </a:lnTo>
                <a:lnTo>
                  <a:pt x="158806" y="804334"/>
                </a:lnTo>
                <a:lnTo>
                  <a:pt x="159258" y="796600"/>
                </a:lnTo>
                <a:lnTo>
                  <a:pt x="159812" y="788866"/>
                </a:lnTo>
                <a:lnTo>
                  <a:pt x="160431" y="781132"/>
                </a:lnTo>
                <a:lnTo>
                  <a:pt x="161075" y="773398"/>
                </a:lnTo>
                <a:lnTo>
                  <a:pt x="161699" y="765664"/>
                </a:lnTo>
                <a:lnTo>
                  <a:pt x="162259" y="757930"/>
                </a:lnTo>
                <a:lnTo>
                  <a:pt x="162713" y="750196"/>
                </a:lnTo>
                <a:lnTo>
                  <a:pt x="163022" y="742462"/>
                </a:lnTo>
                <a:lnTo>
                  <a:pt x="163151" y="734728"/>
                </a:lnTo>
                <a:lnTo>
                  <a:pt x="163070" y="726994"/>
                </a:lnTo>
                <a:lnTo>
                  <a:pt x="162753" y="719261"/>
                </a:lnTo>
                <a:lnTo>
                  <a:pt x="162181" y="711527"/>
                </a:lnTo>
                <a:lnTo>
                  <a:pt x="161344" y="703793"/>
                </a:lnTo>
                <a:lnTo>
                  <a:pt x="160243" y="696059"/>
                </a:lnTo>
                <a:lnTo>
                  <a:pt x="158893" y="688325"/>
                </a:lnTo>
                <a:lnTo>
                  <a:pt x="157326" y="680591"/>
                </a:lnTo>
                <a:lnTo>
                  <a:pt x="155593" y="672857"/>
                </a:lnTo>
                <a:lnTo>
                  <a:pt x="153760" y="665123"/>
                </a:lnTo>
                <a:lnTo>
                  <a:pt x="151910" y="657389"/>
                </a:lnTo>
                <a:lnTo>
                  <a:pt x="150134" y="649655"/>
                </a:lnTo>
                <a:lnTo>
                  <a:pt x="148525" y="641921"/>
                </a:lnTo>
                <a:lnTo>
                  <a:pt x="147169" y="634187"/>
                </a:lnTo>
                <a:lnTo>
                  <a:pt x="146141" y="626453"/>
                </a:lnTo>
                <a:lnTo>
                  <a:pt x="145490" y="618719"/>
                </a:lnTo>
                <a:lnTo>
                  <a:pt x="145240" y="610985"/>
                </a:lnTo>
                <a:lnTo>
                  <a:pt x="145389" y="603251"/>
                </a:lnTo>
                <a:lnTo>
                  <a:pt x="145907" y="595517"/>
                </a:lnTo>
                <a:lnTo>
                  <a:pt x="146744" y="587783"/>
                </a:lnTo>
                <a:lnTo>
                  <a:pt x="147833" y="580049"/>
                </a:lnTo>
                <a:lnTo>
                  <a:pt x="149102" y="572315"/>
                </a:lnTo>
                <a:lnTo>
                  <a:pt x="150480" y="564581"/>
                </a:lnTo>
                <a:lnTo>
                  <a:pt x="151899" y="556847"/>
                </a:lnTo>
                <a:lnTo>
                  <a:pt x="153305" y="549113"/>
                </a:lnTo>
                <a:lnTo>
                  <a:pt x="154651" y="541379"/>
                </a:lnTo>
                <a:lnTo>
                  <a:pt x="155904" y="533645"/>
                </a:lnTo>
                <a:lnTo>
                  <a:pt x="157040" y="525911"/>
                </a:lnTo>
                <a:lnTo>
                  <a:pt x="158038" y="518177"/>
                </a:lnTo>
                <a:lnTo>
                  <a:pt x="158885" y="510443"/>
                </a:lnTo>
                <a:lnTo>
                  <a:pt x="159570" y="502709"/>
                </a:lnTo>
                <a:lnTo>
                  <a:pt x="160083" y="494975"/>
                </a:lnTo>
                <a:lnTo>
                  <a:pt x="160419" y="487241"/>
                </a:lnTo>
                <a:lnTo>
                  <a:pt x="160580" y="479507"/>
                </a:lnTo>
                <a:lnTo>
                  <a:pt x="160575" y="471773"/>
                </a:lnTo>
                <a:lnTo>
                  <a:pt x="160422" y="464039"/>
                </a:lnTo>
                <a:lnTo>
                  <a:pt x="160150" y="456305"/>
                </a:lnTo>
                <a:lnTo>
                  <a:pt x="159798" y="448571"/>
                </a:lnTo>
                <a:lnTo>
                  <a:pt x="159411" y="440837"/>
                </a:lnTo>
                <a:lnTo>
                  <a:pt x="159037" y="433103"/>
                </a:lnTo>
                <a:lnTo>
                  <a:pt x="158724" y="425369"/>
                </a:lnTo>
                <a:lnTo>
                  <a:pt x="158514" y="417635"/>
                </a:lnTo>
                <a:lnTo>
                  <a:pt x="158438" y="409901"/>
                </a:lnTo>
                <a:lnTo>
                  <a:pt x="158513" y="402167"/>
                </a:lnTo>
                <a:lnTo>
                  <a:pt x="158742" y="394433"/>
                </a:lnTo>
                <a:lnTo>
                  <a:pt x="159114" y="386699"/>
                </a:lnTo>
                <a:lnTo>
                  <a:pt x="159604" y="378965"/>
                </a:lnTo>
                <a:lnTo>
                  <a:pt x="160181" y="371231"/>
                </a:lnTo>
                <a:lnTo>
                  <a:pt x="160808" y="363497"/>
                </a:lnTo>
                <a:lnTo>
                  <a:pt x="161447" y="355763"/>
                </a:lnTo>
                <a:lnTo>
                  <a:pt x="162066" y="348029"/>
                </a:lnTo>
                <a:lnTo>
                  <a:pt x="162640" y="340295"/>
                </a:lnTo>
                <a:lnTo>
                  <a:pt x="163153" y="332561"/>
                </a:lnTo>
                <a:lnTo>
                  <a:pt x="163599" y="324827"/>
                </a:lnTo>
                <a:lnTo>
                  <a:pt x="163980" y="317093"/>
                </a:lnTo>
                <a:lnTo>
                  <a:pt x="164305" y="309359"/>
                </a:lnTo>
                <a:lnTo>
                  <a:pt x="164590" y="301625"/>
                </a:lnTo>
                <a:lnTo>
                  <a:pt x="164850" y="293891"/>
                </a:lnTo>
                <a:lnTo>
                  <a:pt x="165100" y="286157"/>
                </a:lnTo>
                <a:lnTo>
                  <a:pt x="165355" y="278423"/>
                </a:lnTo>
                <a:lnTo>
                  <a:pt x="165624" y="270689"/>
                </a:lnTo>
                <a:lnTo>
                  <a:pt x="165912" y="262955"/>
                </a:lnTo>
                <a:lnTo>
                  <a:pt x="166220" y="255221"/>
                </a:lnTo>
                <a:lnTo>
                  <a:pt x="166543" y="247487"/>
                </a:lnTo>
                <a:lnTo>
                  <a:pt x="166874" y="239754"/>
                </a:lnTo>
                <a:lnTo>
                  <a:pt x="167203" y="232020"/>
                </a:lnTo>
                <a:lnTo>
                  <a:pt x="167518" y="224286"/>
                </a:lnTo>
                <a:lnTo>
                  <a:pt x="167806" y="216552"/>
                </a:lnTo>
                <a:lnTo>
                  <a:pt x="168053" y="208818"/>
                </a:lnTo>
                <a:lnTo>
                  <a:pt x="168242" y="201084"/>
                </a:lnTo>
                <a:lnTo>
                  <a:pt x="168357" y="193350"/>
                </a:lnTo>
                <a:lnTo>
                  <a:pt x="168376" y="185616"/>
                </a:lnTo>
                <a:lnTo>
                  <a:pt x="168270" y="177882"/>
                </a:lnTo>
                <a:lnTo>
                  <a:pt x="168001" y="170148"/>
                </a:lnTo>
                <a:lnTo>
                  <a:pt x="167517" y="162414"/>
                </a:lnTo>
                <a:lnTo>
                  <a:pt x="166750" y="154680"/>
                </a:lnTo>
                <a:lnTo>
                  <a:pt x="165605" y="146946"/>
                </a:lnTo>
                <a:lnTo>
                  <a:pt x="163966" y="139212"/>
                </a:lnTo>
                <a:lnTo>
                  <a:pt x="161687" y="131478"/>
                </a:lnTo>
                <a:lnTo>
                  <a:pt x="158595" y="123744"/>
                </a:lnTo>
                <a:lnTo>
                  <a:pt x="154502" y="116010"/>
                </a:lnTo>
                <a:lnTo>
                  <a:pt x="149208" y="108276"/>
                </a:lnTo>
                <a:lnTo>
                  <a:pt x="142526" y="100542"/>
                </a:lnTo>
                <a:lnTo>
                  <a:pt x="134302" y="92808"/>
                </a:lnTo>
                <a:lnTo>
                  <a:pt x="124450" y="85074"/>
                </a:lnTo>
                <a:lnTo>
                  <a:pt x="112975" y="77340"/>
                </a:lnTo>
                <a:lnTo>
                  <a:pt x="100010" y="69606"/>
                </a:lnTo>
                <a:lnTo>
                  <a:pt x="85832" y="61872"/>
                </a:lnTo>
                <a:lnTo>
                  <a:pt x="70870" y="54138"/>
                </a:lnTo>
                <a:lnTo>
                  <a:pt x="55700" y="46404"/>
                </a:lnTo>
                <a:lnTo>
                  <a:pt x="41011" y="38670"/>
                </a:lnTo>
                <a:lnTo>
                  <a:pt x="27561" y="30936"/>
                </a:lnTo>
                <a:lnTo>
                  <a:pt x="16113" y="23202"/>
                </a:lnTo>
                <a:lnTo>
                  <a:pt x="7364" y="15468"/>
                </a:lnTo>
                <a:lnTo>
                  <a:pt x="1872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79" y="7734"/>
                </a:lnTo>
                <a:lnTo>
                  <a:pt x="331988" y="15468"/>
                </a:lnTo>
                <a:lnTo>
                  <a:pt x="323238" y="23202"/>
                </a:lnTo>
                <a:lnTo>
                  <a:pt x="311791" y="30936"/>
                </a:lnTo>
                <a:lnTo>
                  <a:pt x="298341" y="38670"/>
                </a:lnTo>
                <a:lnTo>
                  <a:pt x="283652" y="46404"/>
                </a:lnTo>
                <a:lnTo>
                  <a:pt x="268481" y="54138"/>
                </a:lnTo>
                <a:lnTo>
                  <a:pt x="253520" y="61872"/>
                </a:lnTo>
                <a:lnTo>
                  <a:pt x="239341" y="69606"/>
                </a:lnTo>
                <a:lnTo>
                  <a:pt x="226377" y="77340"/>
                </a:lnTo>
                <a:lnTo>
                  <a:pt x="214902" y="85074"/>
                </a:lnTo>
                <a:lnTo>
                  <a:pt x="205050" y="92808"/>
                </a:lnTo>
                <a:lnTo>
                  <a:pt x="196826" y="100542"/>
                </a:lnTo>
                <a:lnTo>
                  <a:pt x="190144" y="108276"/>
                </a:lnTo>
                <a:lnTo>
                  <a:pt x="184850" y="116010"/>
                </a:lnTo>
                <a:lnTo>
                  <a:pt x="180756" y="123744"/>
                </a:lnTo>
                <a:lnTo>
                  <a:pt x="177665" y="131478"/>
                </a:lnTo>
                <a:lnTo>
                  <a:pt x="175386" y="139212"/>
                </a:lnTo>
                <a:lnTo>
                  <a:pt x="173747" y="146946"/>
                </a:lnTo>
                <a:lnTo>
                  <a:pt x="172602" y="154680"/>
                </a:lnTo>
                <a:lnTo>
                  <a:pt x="171834" y="162414"/>
                </a:lnTo>
                <a:lnTo>
                  <a:pt x="171351" y="170148"/>
                </a:lnTo>
                <a:lnTo>
                  <a:pt x="171082" y="177882"/>
                </a:lnTo>
                <a:lnTo>
                  <a:pt x="170976" y="185616"/>
                </a:lnTo>
                <a:lnTo>
                  <a:pt x="170995" y="193350"/>
                </a:lnTo>
                <a:lnTo>
                  <a:pt x="171109" y="201084"/>
                </a:lnTo>
                <a:lnTo>
                  <a:pt x="171299" y="208818"/>
                </a:lnTo>
                <a:lnTo>
                  <a:pt x="171546" y="216552"/>
                </a:lnTo>
                <a:lnTo>
                  <a:pt x="171833" y="224286"/>
                </a:lnTo>
                <a:lnTo>
                  <a:pt x="172149" y="232020"/>
                </a:lnTo>
                <a:lnTo>
                  <a:pt x="172478" y="239754"/>
                </a:lnTo>
                <a:lnTo>
                  <a:pt x="172809" y="247487"/>
                </a:lnTo>
                <a:lnTo>
                  <a:pt x="173132" y="255221"/>
                </a:lnTo>
                <a:lnTo>
                  <a:pt x="173440" y="262955"/>
                </a:lnTo>
                <a:lnTo>
                  <a:pt x="173728" y="270689"/>
                </a:lnTo>
                <a:lnTo>
                  <a:pt x="173997" y="278423"/>
                </a:lnTo>
                <a:lnTo>
                  <a:pt x="174252" y="286157"/>
                </a:lnTo>
                <a:lnTo>
                  <a:pt x="174502" y="293891"/>
                </a:lnTo>
                <a:lnTo>
                  <a:pt x="174762" y="301625"/>
                </a:lnTo>
                <a:lnTo>
                  <a:pt x="175047" y="309359"/>
                </a:lnTo>
                <a:lnTo>
                  <a:pt x="175372" y="317093"/>
                </a:lnTo>
                <a:lnTo>
                  <a:pt x="175753" y="324827"/>
                </a:lnTo>
                <a:lnTo>
                  <a:pt x="176199" y="332561"/>
                </a:lnTo>
                <a:lnTo>
                  <a:pt x="176712" y="340295"/>
                </a:lnTo>
                <a:lnTo>
                  <a:pt x="177286" y="348029"/>
                </a:lnTo>
                <a:lnTo>
                  <a:pt x="177905" y="355763"/>
                </a:lnTo>
                <a:lnTo>
                  <a:pt x="178544" y="363497"/>
                </a:lnTo>
                <a:lnTo>
                  <a:pt x="179170" y="371231"/>
                </a:lnTo>
                <a:lnTo>
                  <a:pt x="179747" y="378965"/>
                </a:lnTo>
                <a:lnTo>
                  <a:pt x="180238" y="386699"/>
                </a:lnTo>
                <a:lnTo>
                  <a:pt x="180610" y="394433"/>
                </a:lnTo>
                <a:lnTo>
                  <a:pt x="180839" y="402167"/>
                </a:lnTo>
                <a:lnTo>
                  <a:pt x="180914" y="409901"/>
                </a:lnTo>
                <a:lnTo>
                  <a:pt x="180838" y="417635"/>
                </a:lnTo>
                <a:lnTo>
                  <a:pt x="180627" y="425369"/>
                </a:lnTo>
                <a:lnTo>
                  <a:pt x="180315" y="433103"/>
                </a:lnTo>
                <a:lnTo>
                  <a:pt x="179941" y="440837"/>
                </a:lnTo>
                <a:lnTo>
                  <a:pt x="179554" y="448571"/>
                </a:lnTo>
                <a:lnTo>
                  <a:pt x="179201" y="456305"/>
                </a:lnTo>
                <a:lnTo>
                  <a:pt x="178930" y="464039"/>
                </a:lnTo>
                <a:lnTo>
                  <a:pt x="178777" y="471773"/>
                </a:lnTo>
                <a:lnTo>
                  <a:pt x="178772" y="479507"/>
                </a:lnTo>
                <a:lnTo>
                  <a:pt x="178933" y="487241"/>
                </a:lnTo>
                <a:lnTo>
                  <a:pt x="179269" y="494975"/>
                </a:lnTo>
                <a:lnTo>
                  <a:pt x="179782" y="502709"/>
                </a:lnTo>
                <a:lnTo>
                  <a:pt x="180466" y="510443"/>
                </a:lnTo>
                <a:lnTo>
                  <a:pt x="181314" y="518177"/>
                </a:lnTo>
                <a:lnTo>
                  <a:pt x="182312" y="525911"/>
                </a:lnTo>
                <a:lnTo>
                  <a:pt x="183448" y="533645"/>
                </a:lnTo>
                <a:lnTo>
                  <a:pt x="184701" y="541379"/>
                </a:lnTo>
                <a:lnTo>
                  <a:pt x="186047" y="549113"/>
                </a:lnTo>
                <a:lnTo>
                  <a:pt x="187453" y="556847"/>
                </a:lnTo>
                <a:lnTo>
                  <a:pt x="188872" y="564581"/>
                </a:lnTo>
                <a:lnTo>
                  <a:pt x="190250" y="572315"/>
                </a:lnTo>
                <a:lnTo>
                  <a:pt x="191519" y="580049"/>
                </a:lnTo>
                <a:lnTo>
                  <a:pt x="192608" y="587783"/>
                </a:lnTo>
                <a:lnTo>
                  <a:pt x="193444" y="595517"/>
                </a:lnTo>
                <a:lnTo>
                  <a:pt x="193963" y="603251"/>
                </a:lnTo>
                <a:lnTo>
                  <a:pt x="194112" y="610985"/>
                </a:lnTo>
                <a:lnTo>
                  <a:pt x="193862" y="618719"/>
                </a:lnTo>
                <a:lnTo>
                  <a:pt x="193211" y="626453"/>
                </a:lnTo>
                <a:lnTo>
                  <a:pt x="192182" y="634187"/>
                </a:lnTo>
                <a:lnTo>
                  <a:pt x="190827" y="641921"/>
                </a:lnTo>
                <a:lnTo>
                  <a:pt x="189218" y="649655"/>
                </a:lnTo>
                <a:lnTo>
                  <a:pt x="187442" y="657389"/>
                </a:lnTo>
                <a:lnTo>
                  <a:pt x="185592" y="665123"/>
                </a:lnTo>
                <a:lnTo>
                  <a:pt x="183759" y="672857"/>
                </a:lnTo>
                <a:lnTo>
                  <a:pt x="182026" y="680591"/>
                </a:lnTo>
                <a:lnTo>
                  <a:pt x="180459" y="688325"/>
                </a:lnTo>
                <a:lnTo>
                  <a:pt x="179109" y="696059"/>
                </a:lnTo>
                <a:lnTo>
                  <a:pt x="178008" y="703793"/>
                </a:lnTo>
                <a:lnTo>
                  <a:pt x="177171" y="711527"/>
                </a:lnTo>
                <a:lnTo>
                  <a:pt x="176599" y="719261"/>
                </a:lnTo>
                <a:lnTo>
                  <a:pt x="176282" y="726994"/>
                </a:lnTo>
                <a:lnTo>
                  <a:pt x="176201" y="734728"/>
                </a:lnTo>
                <a:lnTo>
                  <a:pt x="176330" y="742462"/>
                </a:lnTo>
                <a:lnTo>
                  <a:pt x="176639" y="750196"/>
                </a:lnTo>
                <a:lnTo>
                  <a:pt x="177093" y="757930"/>
                </a:lnTo>
                <a:lnTo>
                  <a:pt x="177653" y="765664"/>
                </a:lnTo>
                <a:lnTo>
                  <a:pt x="178277" y="773398"/>
                </a:lnTo>
                <a:lnTo>
                  <a:pt x="178921" y="781132"/>
                </a:lnTo>
                <a:lnTo>
                  <a:pt x="179540" y="788866"/>
                </a:lnTo>
                <a:lnTo>
                  <a:pt x="180094" y="796600"/>
                </a:lnTo>
                <a:lnTo>
                  <a:pt x="180546" y="804334"/>
                </a:lnTo>
                <a:lnTo>
                  <a:pt x="180869" y="812068"/>
                </a:lnTo>
                <a:lnTo>
                  <a:pt x="181049" y="819802"/>
                </a:lnTo>
                <a:lnTo>
                  <a:pt x="181082" y="827536"/>
                </a:lnTo>
                <a:lnTo>
                  <a:pt x="180979" y="835270"/>
                </a:lnTo>
                <a:lnTo>
                  <a:pt x="180762" y="843004"/>
                </a:lnTo>
                <a:lnTo>
                  <a:pt x="180461" y="850738"/>
                </a:lnTo>
                <a:lnTo>
                  <a:pt x="180108" y="858472"/>
                </a:lnTo>
                <a:lnTo>
                  <a:pt x="179737" y="866206"/>
                </a:lnTo>
                <a:lnTo>
                  <a:pt x="179375" y="873940"/>
                </a:lnTo>
                <a:lnTo>
                  <a:pt x="179041" y="881674"/>
                </a:lnTo>
                <a:lnTo>
                  <a:pt x="178744" y="889408"/>
                </a:lnTo>
                <a:lnTo>
                  <a:pt x="178482" y="897142"/>
                </a:lnTo>
                <a:lnTo>
                  <a:pt x="178244" y="904876"/>
                </a:lnTo>
                <a:lnTo>
                  <a:pt x="178016" y="912610"/>
                </a:lnTo>
                <a:lnTo>
                  <a:pt x="177778" y="920344"/>
                </a:lnTo>
                <a:lnTo>
                  <a:pt x="177515" y="928078"/>
                </a:lnTo>
                <a:lnTo>
                  <a:pt x="177217" y="935812"/>
                </a:lnTo>
                <a:lnTo>
                  <a:pt x="176877" y="943546"/>
                </a:lnTo>
                <a:lnTo>
                  <a:pt x="176500" y="951280"/>
                </a:lnTo>
                <a:lnTo>
                  <a:pt x="176096" y="959014"/>
                </a:lnTo>
                <a:lnTo>
                  <a:pt x="175680" y="966748"/>
                </a:lnTo>
                <a:lnTo>
                  <a:pt x="175268" y="974482"/>
                </a:lnTo>
                <a:lnTo>
                  <a:pt x="174880" y="982216"/>
                </a:lnTo>
                <a:lnTo>
                  <a:pt x="174529" y="989950"/>
                </a:lnTo>
                <a:lnTo>
                  <a:pt x="174226" y="997684"/>
                </a:lnTo>
                <a:lnTo>
                  <a:pt x="173977" y="1005418"/>
                </a:lnTo>
                <a:lnTo>
                  <a:pt x="173783" y="1013152"/>
                </a:lnTo>
                <a:lnTo>
                  <a:pt x="173640" y="1020886"/>
                </a:lnTo>
                <a:lnTo>
                  <a:pt x="173543" y="1028620"/>
                </a:lnTo>
                <a:lnTo>
                  <a:pt x="173484" y="1036354"/>
                </a:lnTo>
                <a:lnTo>
                  <a:pt x="173457" y="1044088"/>
                </a:lnTo>
                <a:lnTo>
                  <a:pt x="173459" y="1051822"/>
                </a:lnTo>
                <a:lnTo>
                  <a:pt x="173492" y="1059556"/>
                </a:lnTo>
                <a:lnTo>
                  <a:pt x="173567" y="1067290"/>
                </a:lnTo>
                <a:lnTo>
                  <a:pt x="173705" y="1075024"/>
                </a:lnTo>
                <a:lnTo>
                  <a:pt x="173938" y="1082758"/>
                </a:lnTo>
                <a:lnTo>
                  <a:pt x="174315" y="1090492"/>
                </a:lnTo>
                <a:lnTo>
                  <a:pt x="174903" y="1098226"/>
                </a:lnTo>
                <a:lnTo>
                  <a:pt x="175784" y="1105960"/>
                </a:lnTo>
                <a:lnTo>
                  <a:pt x="177062" y="1113694"/>
                </a:lnTo>
                <a:lnTo>
                  <a:pt x="178850" y="1121428"/>
                </a:lnTo>
                <a:lnTo>
                  <a:pt x="181269" y="1129162"/>
                </a:lnTo>
                <a:lnTo>
                  <a:pt x="184435" y="1136896"/>
                </a:lnTo>
                <a:lnTo>
                  <a:pt x="188448" y="1144630"/>
                </a:lnTo>
                <a:lnTo>
                  <a:pt x="193367" y="1152364"/>
                </a:lnTo>
                <a:lnTo>
                  <a:pt x="199202" y="1160098"/>
                </a:lnTo>
                <a:lnTo>
                  <a:pt x="205889" y="1167832"/>
                </a:lnTo>
                <a:lnTo>
                  <a:pt x="213285" y="1175566"/>
                </a:lnTo>
                <a:lnTo>
                  <a:pt x="221157" y="1183300"/>
                </a:lnTo>
                <a:lnTo>
                  <a:pt x="229194" y="1191034"/>
                </a:lnTo>
                <a:lnTo>
                  <a:pt x="237015" y="1198768"/>
                </a:lnTo>
                <a:lnTo>
                  <a:pt x="244205" y="1206502"/>
                </a:lnTo>
                <a:lnTo>
                  <a:pt x="250342" y="1214235"/>
                </a:lnTo>
                <a:lnTo>
                  <a:pt x="255042" y="1221969"/>
                </a:lnTo>
                <a:lnTo>
                  <a:pt x="257996" y="1229703"/>
                </a:lnTo>
                <a:lnTo>
                  <a:pt x="259004" y="1237437"/>
                </a:lnTo>
                <a:lnTo>
                  <a:pt x="259004" y="1237437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4644" name="Stage1_sixpanel_9815">
            <a:extLst>
              <a:ext uri="{FF2B5EF4-FFF2-40B4-BE49-F238E27FC236}">
                <a16:creationId xmlns:a16="http://schemas.microsoft.com/office/drawing/2014/main" id="{C2E1E2B0-FAAF-44A2-BA57-7A41CA7E70C2}"/>
              </a:ext>
            </a:extLst>
          </p:cNvPr>
          <p:cNvSpPr>
            <a:spLocks noGrp="1"/>
          </p:cNvSpPr>
          <p:nvPr/>
        </p:nvSpPr>
        <p:spPr>
          <a:xfrm>
            <a:off x="595315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5" name="Stage1_sixpanel_9816">
            <a:extLst>
              <a:ext uri="{FF2B5EF4-FFF2-40B4-BE49-F238E27FC236}">
                <a16:creationId xmlns:a16="http://schemas.microsoft.com/office/drawing/2014/main" id="{2A895A27-CE88-44FC-B49C-8CE180DDC71F}"/>
              </a:ext>
            </a:extLst>
          </p:cNvPr>
          <p:cNvSpPr>
            <a:spLocks noGrp="1"/>
          </p:cNvSpPr>
          <p:nvPr/>
        </p:nvSpPr>
        <p:spPr>
          <a:xfrm>
            <a:off x="5968944" y="711051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6" name="Stage1_sixpanel_9817">
            <a:extLst>
              <a:ext uri="{FF2B5EF4-FFF2-40B4-BE49-F238E27FC236}">
                <a16:creationId xmlns:a16="http://schemas.microsoft.com/office/drawing/2014/main" id="{5CFB605E-EE1E-45B0-98EF-750AB27A787C}"/>
              </a:ext>
            </a:extLst>
          </p:cNvPr>
          <p:cNvSpPr>
            <a:spLocks noGrp="1"/>
          </p:cNvSpPr>
          <p:nvPr/>
        </p:nvSpPr>
        <p:spPr>
          <a:xfrm>
            <a:off x="592354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7" name="Stage1_sixpanel_9818">
            <a:extLst>
              <a:ext uri="{FF2B5EF4-FFF2-40B4-BE49-F238E27FC236}">
                <a16:creationId xmlns:a16="http://schemas.microsoft.com/office/drawing/2014/main" id="{47CD0B20-99BE-4DB2-AC98-0FE294EA9073}"/>
              </a:ext>
            </a:extLst>
          </p:cNvPr>
          <p:cNvSpPr>
            <a:spLocks noGrp="1"/>
          </p:cNvSpPr>
          <p:nvPr/>
        </p:nvSpPr>
        <p:spPr>
          <a:xfrm>
            <a:off x="592107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8" name="Stage1_sixpanel_9819">
            <a:extLst>
              <a:ext uri="{FF2B5EF4-FFF2-40B4-BE49-F238E27FC236}">
                <a16:creationId xmlns:a16="http://schemas.microsoft.com/office/drawing/2014/main" id="{C259C072-814C-4E6A-A316-BD7C86C5E31F}"/>
              </a:ext>
            </a:extLst>
          </p:cNvPr>
          <p:cNvSpPr>
            <a:spLocks noGrp="1"/>
          </p:cNvSpPr>
          <p:nvPr/>
        </p:nvSpPr>
        <p:spPr>
          <a:xfrm>
            <a:off x="592223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9" name="Stage1_sixpanel_9820">
            <a:extLst>
              <a:ext uri="{FF2B5EF4-FFF2-40B4-BE49-F238E27FC236}">
                <a16:creationId xmlns:a16="http://schemas.microsoft.com/office/drawing/2014/main" id="{34B890AE-683E-445F-BB52-7AA40F046728}"/>
              </a:ext>
            </a:extLst>
          </p:cNvPr>
          <p:cNvSpPr>
            <a:spLocks noGrp="1"/>
          </p:cNvSpPr>
          <p:nvPr/>
        </p:nvSpPr>
        <p:spPr>
          <a:xfrm>
            <a:off x="6006434" y="736542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0" name="Stage1_sixpanel_9821">
            <a:extLst>
              <a:ext uri="{FF2B5EF4-FFF2-40B4-BE49-F238E27FC236}">
                <a16:creationId xmlns:a16="http://schemas.microsoft.com/office/drawing/2014/main" id="{F8B78D76-46EB-49A8-8FA3-0073E86A92FA}"/>
              </a:ext>
            </a:extLst>
          </p:cNvPr>
          <p:cNvSpPr>
            <a:spLocks noGrp="1"/>
          </p:cNvSpPr>
          <p:nvPr/>
        </p:nvSpPr>
        <p:spPr>
          <a:xfrm>
            <a:off x="5943155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1" name="Stage1_sixpanel_9822">
            <a:extLst>
              <a:ext uri="{FF2B5EF4-FFF2-40B4-BE49-F238E27FC236}">
                <a16:creationId xmlns:a16="http://schemas.microsoft.com/office/drawing/2014/main" id="{0E1F5440-2258-4FD7-92B0-0DA883C3CD5D}"/>
              </a:ext>
            </a:extLst>
          </p:cNvPr>
          <p:cNvSpPr>
            <a:spLocks noGrp="1"/>
          </p:cNvSpPr>
          <p:nvPr/>
        </p:nvSpPr>
        <p:spPr>
          <a:xfrm>
            <a:off x="5961994" y="756718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2" name="Stage1_sixpanel_9823">
            <a:extLst>
              <a:ext uri="{FF2B5EF4-FFF2-40B4-BE49-F238E27FC236}">
                <a16:creationId xmlns:a16="http://schemas.microsoft.com/office/drawing/2014/main" id="{D052EBAB-BCA4-4319-9EE3-8C88EC1ABD5B}"/>
              </a:ext>
            </a:extLst>
          </p:cNvPr>
          <p:cNvSpPr>
            <a:spLocks noGrp="1"/>
          </p:cNvSpPr>
          <p:nvPr/>
        </p:nvSpPr>
        <p:spPr>
          <a:xfrm>
            <a:off x="585347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3" name="Stage1_sixpanel_9824">
            <a:extLst>
              <a:ext uri="{FF2B5EF4-FFF2-40B4-BE49-F238E27FC236}">
                <a16:creationId xmlns:a16="http://schemas.microsoft.com/office/drawing/2014/main" id="{01388BFA-5B85-4C94-AF06-685C33843FF0}"/>
              </a:ext>
            </a:extLst>
          </p:cNvPr>
          <p:cNvSpPr>
            <a:spLocks noGrp="1"/>
          </p:cNvSpPr>
          <p:nvPr/>
        </p:nvSpPr>
        <p:spPr>
          <a:xfrm>
            <a:off x="604836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4" name="Stage1_sixpanel_9825">
            <a:extLst>
              <a:ext uri="{FF2B5EF4-FFF2-40B4-BE49-F238E27FC236}">
                <a16:creationId xmlns:a16="http://schemas.microsoft.com/office/drawing/2014/main" id="{7B09D5C2-3608-4802-BCE4-D534A7D09C05}"/>
              </a:ext>
            </a:extLst>
          </p:cNvPr>
          <p:cNvSpPr>
            <a:spLocks noGrp="1"/>
          </p:cNvSpPr>
          <p:nvPr/>
        </p:nvSpPr>
        <p:spPr>
          <a:xfrm>
            <a:off x="602048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5" name="Stage1_sixpanel_9826">
            <a:extLst>
              <a:ext uri="{FF2B5EF4-FFF2-40B4-BE49-F238E27FC236}">
                <a16:creationId xmlns:a16="http://schemas.microsoft.com/office/drawing/2014/main" id="{0BA930AD-4B5A-4E36-8413-47BAA16CBA33}"/>
              </a:ext>
            </a:extLst>
          </p:cNvPr>
          <p:cNvSpPr>
            <a:spLocks noGrp="1"/>
          </p:cNvSpPr>
          <p:nvPr/>
        </p:nvSpPr>
        <p:spPr>
          <a:xfrm>
            <a:off x="5876898" y="723204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6" name="Stage1_sixpanel_9827">
            <a:extLst>
              <a:ext uri="{FF2B5EF4-FFF2-40B4-BE49-F238E27FC236}">
                <a16:creationId xmlns:a16="http://schemas.microsoft.com/office/drawing/2014/main" id="{D6616F8B-3C9F-475F-B5BE-3C86EB857271}"/>
              </a:ext>
            </a:extLst>
          </p:cNvPr>
          <p:cNvSpPr>
            <a:spLocks noGrp="1"/>
          </p:cNvSpPr>
          <p:nvPr/>
        </p:nvSpPr>
        <p:spPr>
          <a:xfrm>
            <a:off x="592680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7" name="Stage1_sixpanel_9828">
            <a:extLst>
              <a:ext uri="{FF2B5EF4-FFF2-40B4-BE49-F238E27FC236}">
                <a16:creationId xmlns:a16="http://schemas.microsoft.com/office/drawing/2014/main" id="{70065D1C-BACC-4521-9CE9-488746A7F265}"/>
              </a:ext>
            </a:extLst>
          </p:cNvPr>
          <p:cNvSpPr>
            <a:spLocks noGrp="1"/>
          </p:cNvSpPr>
          <p:nvPr/>
        </p:nvSpPr>
        <p:spPr>
          <a:xfrm>
            <a:off x="6055780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8" name="Stage1_sixpanel_9829">
            <a:extLst>
              <a:ext uri="{FF2B5EF4-FFF2-40B4-BE49-F238E27FC236}">
                <a16:creationId xmlns:a16="http://schemas.microsoft.com/office/drawing/2014/main" id="{437CB6F5-1D65-44AD-BC89-458B5A4B01BE}"/>
              </a:ext>
            </a:extLst>
          </p:cNvPr>
          <p:cNvSpPr>
            <a:spLocks noGrp="1"/>
          </p:cNvSpPr>
          <p:nvPr/>
        </p:nvSpPr>
        <p:spPr>
          <a:xfrm>
            <a:off x="584714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9" name="Stage1_sixpanel_9830">
            <a:extLst>
              <a:ext uri="{FF2B5EF4-FFF2-40B4-BE49-F238E27FC236}">
                <a16:creationId xmlns:a16="http://schemas.microsoft.com/office/drawing/2014/main" id="{521CB9EB-12AD-4510-B33D-054388EB350A}"/>
              </a:ext>
            </a:extLst>
          </p:cNvPr>
          <p:cNvSpPr>
            <a:spLocks noGrp="1"/>
          </p:cNvSpPr>
          <p:nvPr/>
        </p:nvSpPr>
        <p:spPr>
          <a:xfrm>
            <a:off x="595141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0" name="Stage1_sixpanel_9831">
            <a:extLst>
              <a:ext uri="{FF2B5EF4-FFF2-40B4-BE49-F238E27FC236}">
                <a16:creationId xmlns:a16="http://schemas.microsoft.com/office/drawing/2014/main" id="{0E9AF63F-18E9-485A-83FB-5A4FA653F30D}"/>
              </a:ext>
            </a:extLst>
          </p:cNvPr>
          <p:cNvSpPr>
            <a:spLocks noGrp="1"/>
          </p:cNvSpPr>
          <p:nvPr/>
        </p:nvSpPr>
        <p:spPr>
          <a:xfrm>
            <a:off x="596227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1" name="Stage1_sixpanel_9832">
            <a:extLst>
              <a:ext uri="{FF2B5EF4-FFF2-40B4-BE49-F238E27FC236}">
                <a16:creationId xmlns:a16="http://schemas.microsoft.com/office/drawing/2014/main" id="{7B86CA5A-CE60-44BF-927E-10B6D7DAF35D}"/>
              </a:ext>
            </a:extLst>
          </p:cNvPr>
          <p:cNvSpPr>
            <a:spLocks noGrp="1"/>
          </p:cNvSpPr>
          <p:nvPr/>
        </p:nvSpPr>
        <p:spPr>
          <a:xfrm>
            <a:off x="594853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2" name="Stage1_sixpanel_9833">
            <a:extLst>
              <a:ext uri="{FF2B5EF4-FFF2-40B4-BE49-F238E27FC236}">
                <a16:creationId xmlns:a16="http://schemas.microsoft.com/office/drawing/2014/main" id="{45AD0A2D-F417-455A-AAF1-F8E0615A8D4A}"/>
              </a:ext>
            </a:extLst>
          </p:cNvPr>
          <p:cNvSpPr>
            <a:spLocks noGrp="1"/>
          </p:cNvSpPr>
          <p:nvPr/>
        </p:nvSpPr>
        <p:spPr>
          <a:xfrm>
            <a:off x="6057070" y="737567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3" name="Stage1_sixpanel_9834">
            <a:extLst>
              <a:ext uri="{FF2B5EF4-FFF2-40B4-BE49-F238E27FC236}">
                <a16:creationId xmlns:a16="http://schemas.microsoft.com/office/drawing/2014/main" id="{CCDA92A2-32C6-414F-B64E-B8EAB01F95AA}"/>
              </a:ext>
            </a:extLst>
          </p:cNvPr>
          <p:cNvSpPr>
            <a:spLocks noGrp="1"/>
          </p:cNvSpPr>
          <p:nvPr/>
        </p:nvSpPr>
        <p:spPr>
          <a:xfrm>
            <a:off x="602652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4" name="Stage1_sixpanel_9835">
            <a:extLst>
              <a:ext uri="{FF2B5EF4-FFF2-40B4-BE49-F238E27FC236}">
                <a16:creationId xmlns:a16="http://schemas.microsoft.com/office/drawing/2014/main" id="{D148B9FF-B16C-4D1E-9C8B-5AF60D7C6ADF}"/>
              </a:ext>
            </a:extLst>
          </p:cNvPr>
          <p:cNvSpPr>
            <a:spLocks noGrp="1"/>
          </p:cNvSpPr>
          <p:nvPr/>
        </p:nvSpPr>
        <p:spPr>
          <a:xfrm>
            <a:off x="5862939" y="787654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5" name="Stage1_sixpanel_9836">
            <a:extLst>
              <a:ext uri="{FF2B5EF4-FFF2-40B4-BE49-F238E27FC236}">
                <a16:creationId xmlns:a16="http://schemas.microsoft.com/office/drawing/2014/main" id="{CA236B26-4BA9-4298-8EAE-D043529D924F}"/>
              </a:ext>
            </a:extLst>
          </p:cNvPr>
          <p:cNvSpPr>
            <a:spLocks noGrp="1"/>
          </p:cNvSpPr>
          <p:nvPr/>
        </p:nvSpPr>
        <p:spPr>
          <a:xfrm>
            <a:off x="588716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6" name="Stage1_sixpanel_9837">
            <a:extLst>
              <a:ext uri="{FF2B5EF4-FFF2-40B4-BE49-F238E27FC236}">
                <a16:creationId xmlns:a16="http://schemas.microsoft.com/office/drawing/2014/main" id="{B209DF8F-8BB5-4EB3-9A81-643B006E0C95}"/>
              </a:ext>
            </a:extLst>
          </p:cNvPr>
          <p:cNvSpPr>
            <a:spLocks noGrp="1"/>
          </p:cNvSpPr>
          <p:nvPr/>
        </p:nvSpPr>
        <p:spPr>
          <a:xfrm>
            <a:off x="591172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7" name="Stage1_sixpanel_9838">
            <a:extLst>
              <a:ext uri="{FF2B5EF4-FFF2-40B4-BE49-F238E27FC236}">
                <a16:creationId xmlns:a16="http://schemas.microsoft.com/office/drawing/2014/main" id="{894675D7-C280-4EA5-9516-511C73A2A52F}"/>
              </a:ext>
            </a:extLst>
          </p:cNvPr>
          <p:cNvSpPr>
            <a:spLocks noGrp="1"/>
          </p:cNvSpPr>
          <p:nvPr/>
        </p:nvSpPr>
        <p:spPr>
          <a:xfrm>
            <a:off x="595131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8" name="Stage1_sixpanel_9839">
            <a:extLst>
              <a:ext uri="{FF2B5EF4-FFF2-40B4-BE49-F238E27FC236}">
                <a16:creationId xmlns:a16="http://schemas.microsoft.com/office/drawing/2014/main" id="{900C3E67-30B5-4584-B186-A14AB049321D}"/>
              </a:ext>
            </a:extLst>
          </p:cNvPr>
          <p:cNvSpPr>
            <a:spLocks noGrp="1"/>
          </p:cNvSpPr>
          <p:nvPr/>
        </p:nvSpPr>
        <p:spPr>
          <a:xfrm>
            <a:off x="601669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9" name="Stage1_sixpanel_9840">
            <a:extLst>
              <a:ext uri="{FF2B5EF4-FFF2-40B4-BE49-F238E27FC236}">
                <a16:creationId xmlns:a16="http://schemas.microsoft.com/office/drawing/2014/main" id="{1510BCB0-4DB0-403E-BB8C-04F9BCF03738}"/>
              </a:ext>
            </a:extLst>
          </p:cNvPr>
          <p:cNvSpPr>
            <a:spLocks noGrp="1"/>
          </p:cNvSpPr>
          <p:nvPr/>
        </p:nvSpPr>
        <p:spPr>
          <a:xfrm>
            <a:off x="5977705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0" name="Stage1_sixpanel_9841">
            <a:extLst>
              <a:ext uri="{FF2B5EF4-FFF2-40B4-BE49-F238E27FC236}">
                <a16:creationId xmlns:a16="http://schemas.microsoft.com/office/drawing/2014/main" id="{47F13730-7280-4B62-A840-67773466EE44}"/>
              </a:ext>
            </a:extLst>
          </p:cNvPr>
          <p:cNvSpPr>
            <a:spLocks noGrp="1"/>
          </p:cNvSpPr>
          <p:nvPr/>
        </p:nvSpPr>
        <p:spPr>
          <a:xfrm>
            <a:off x="6028801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1" name="Stage1_sixpanel_9842">
            <a:extLst>
              <a:ext uri="{FF2B5EF4-FFF2-40B4-BE49-F238E27FC236}">
                <a16:creationId xmlns:a16="http://schemas.microsoft.com/office/drawing/2014/main" id="{5BC9E7A7-E1B2-4544-AB1F-A76771F662B7}"/>
              </a:ext>
            </a:extLst>
          </p:cNvPr>
          <p:cNvSpPr>
            <a:spLocks noGrp="1"/>
          </p:cNvSpPr>
          <p:nvPr/>
        </p:nvSpPr>
        <p:spPr>
          <a:xfrm>
            <a:off x="589161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2" name="Stage1_sixpanel_9843">
            <a:extLst>
              <a:ext uri="{FF2B5EF4-FFF2-40B4-BE49-F238E27FC236}">
                <a16:creationId xmlns:a16="http://schemas.microsoft.com/office/drawing/2014/main" id="{6252EFA3-43D8-49BC-81FF-6039C697507E}"/>
              </a:ext>
            </a:extLst>
          </p:cNvPr>
          <p:cNvSpPr>
            <a:spLocks noGrp="1"/>
          </p:cNvSpPr>
          <p:nvPr/>
        </p:nvSpPr>
        <p:spPr>
          <a:xfrm>
            <a:off x="5966014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3" name="Stage1_sixpanel_9844">
            <a:extLst>
              <a:ext uri="{FF2B5EF4-FFF2-40B4-BE49-F238E27FC236}">
                <a16:creationId xmlns:a16="http://schemas.microsoft.com/office/drawing/2014/main" id="{8989C73A-1B3E-4C5D-B559-B3082C4DD559}"/>
              </a:ext>
            </a:extLst>
          </p:cNvPr>
          <p:cNvSpPr>
            <a:spLocks noGrp="1"/>
          </p:cNvSpPr>
          <p:nvPr/>
        </p:nvSpPr>
        <p:spPr>
          <a:xfrm>
            <a:off x="5967226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4" name="Stage1_sixpanel_9845">
            <a:extLst>
              <a:ext uri="{FF2B5EF4-FFF2-40B4-BE49-F238E27FC236}">
                <a16:creationId xmlns:a16="http://schemas.microsoft.com/office/drawing/2014/main" id="{CDE1512F-5896-410D-B3ED-C338F7261FE7}"/>
              </a:ext>
            </a:extLst>
          </p:cNvPr>
          <p:cNvSpPr>
            <a:spLocks noGrp="1"/>
          </p:cNvSpPr>
          <p:nvPr/>
        </p:nvSpPr>
        <p:spPr>
          <a:xfrm>
            <a:off x="584581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5" name="Stage1_sixpanel_9846">
            <a:extLst>
              <a:ext uri="{FF2B5EF4-FFF2-40B4-BE49-F238E27FC236}">
                <a16:creationId xmlns:a16="http://schemas.microsoft.com/office/drawing/2014/main" id="{B315CE67-0592-4B6E-AC84-799F1BF9441F}"/>
              </a:ext>
            </a:extLst>
          </p:cNvPr>
          <p:cNvSpPr>
            <a:spLocks noGrp="1"/>
          </p:cNvSpPr>
          <p:nvPr/>
        </p:nvSpPr>
        <p:spPr>
          <a:xfrm>
            <a:off x="585231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6" name="Stage1_sixpanel_9847">
            <a:extLst>
              <a:ext uri="{FF2B5EF4-FFF2-40B4-BE49-F238E27FC236}">
                <a16:creationId xmlns:a16="http://schemas.microsoft.com/office/drawing/2014/main" id="{C9EEC792-F298-4D59-A47E-1472961CB754}"/>
              </a:ext>
            </a:extLst>
          </p:cNvPr>
          <p:cNvSpPr>
            <a:spLocks noGrp="1"/>
          </p:cNvSpPr>
          <p:nvPr/>
        </p:nvSpPr>
        <p:spPr>
          <a:xfrm>
            <a:off x="5908360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7" name="Stage1_sixpanel_9848">
            <a:extLst>
              <a:ext uri="{FF2B5EF4-FFF2-40B4-BE49-F238E27FC236}">
                <a16:creationId xmlns:a16="http://schemas.microsoft.com/office/drawing/2014/main" id="{0F42BC93-8CEC-465D-B433-C810C6FB3CCA}"/>
              </a:ext>
            </a:extLst>
          </p:cNvPr>
          <p:cNvSpPr>
            <a:spLocks noGrp="1"/>
          </p:cNvSpPr>
          <p:nvPr/>
        </p:nvSpPr>
        <p:spPr>
          <a:xfrm>
            <a:off x="588416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8" name="Stage1_sixpanel_9849">
            <a:extLst>
              <a:ext uri="{FF2B5EF4-FFF2-40B4-BE49-F238E27FC236}">
                <a16:creationId xmlns:a16="http://schemas.microsoft.com/office/drawing/2014/main" id="{3E3251DE-0966-4821-92A7-E34C848E4DA3}"/>
              </a:ext>
            </a:extLst>
          </p:cNvPr>
          <p:cNvSpPr>
            <a:spLocks noGrp="1"/>
          </p:cNvSpPr>
          <p:nvPr/>
        </p:nvSpPr>
        <p:spPr>
          <a:xfrm>
            <a:off x="593708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9" name="Stage1_sixpanel_9850">
            <a:extLst>
              <a:ext uri="{FF2B5EF4-FFF2-40B4-BE49-F238E27FC236}">
                <a16:creationId xmlns:a16="http://schemas.microsoft.com/office/drawing/2014/main" id="{23A93523-B229-4AC3-A379-48D82DB18E87}"/>
              </a:ext>
            </a:extLst>
          </p:cNvPr>
          <p:cNvSpPr>
            <a:spLocks noGrp="1"/>
          </p:cNvSpPr>
          <p:nvPr/>
        </p:nvSpPr>
        <p:spPr>
          <a:xfrm>
            <a:off x="590811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0" name="Stage1_sixpanel_9851">
            <a:extLst>
              <a:ext uri="{FF2B5EF4-FFF2-40B4-BE49-F238E27FC236}">
                <a16:creationId xmlns:a16="http://schemas.microsoft.com/office/drawing/2014/main" id="{041569A6-325C-476F-9754-CF8887F9EF40}"/>
              </a:ext>
            </a:extLst>
          </p:cNvPr>
          <p:cNvSpPr>
            <a:spLocks noGrp="1"/>
          </p:cNvSpPr>
          <p:nvPr/>
        </p:nvSpPr>
        <p:spPr>
          <a:xfrm>
            <a:off x="600423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1" name="Stage1_sixpanel_9852">
            <a:extLst>
              <a:ext uri="{FF2B5EF4-FFF2-40B4-BE49-F238E27FC236}">
                <a16:creationId xmlns:a16="http://schemas.microsoft.com/office/drawing/2014/main" id="{FF4D847A-BC0A-49C5-8454-8E2173FFA33A}"/>
              </a:ext>
            </a:extLst>
          </p:cNvPr>
          <p:cNvSpPr>
            <a:spLocks noGrp="1"/>
          </p:cNvSpPr>
          <p:nvPr/>
        </p:nvSpPr>
        <p:spPr>
          <a:xfrm>
            <a:off x="5998532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2" name="Stage1_sixpanel_9853">
            <a:extLst>
              <a:ext uri="{FF2B5EF4-FFF2-40B4-BE49-F238E27FC236}">
                <a16:creationId xmlns:a16="http://schemas.microsoft.com/office/drawing/2014/main" id="{148CA04C-EA73-42D3-A951-95A3956187F4}"/>
              </a:ext>
            </a:extLst>
          </p:cNvPr>
          <p:cNvSpPr>
            <a:spLocks noGrp="1"/>
          </p:cNvSpPr>
          <p:nvPr/>
        </p:nvSpPr>
        <p:spPr>
          <a:xfrm>
            <a:off x="5841192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3" name="Stage1_sixpanel_9854">
            <a:extLst>
              <a:ext uri="{FF2B5EF4-FFF2-40B4-BE49-F238E27FC236}">
                <a16:creationId xmlns:a16="http://schemas.microsoft.com/office/drawing/2014/main" id="{D4625B24-3ADD-4F5B-8097-B37D2A0E05F4}"/>
              </a:ext>
            </a:extLst>
          </p:cNvPr>
          <p:cNvSpPr>
            <a:spLocks noGrp="1"/>
          </p:cNvSpPr>
          <p:nvPr/>
        </p:nvSpPr>
        <p:spPr>
          <a:xfrm>
            <a:off x="592770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4" name="Stage1_sixpanel_9855">
            <a:extLst>
              <a:ext uri="{FF2B5EF4-FFF2-40B4-BE49-F238E27FC236}">
                <a16:creationId xmlns:a16="http://schemas.microsoft.com/office/drawing/2014/main" id="{D48E6AD9-E489-4C0A-A042-B113DA139C92}"/>
              </a:ext>
            </a:extLst>
          </p:cNvPr>
          <p:cNvSpPr>
            <a:spLocks noGrp="1"/>
          </p:cNvSpPr>
          <p:nvPr/>
        </p:nvSpPr>
        <p:spPr>
          <a:xfrm>
            <a:off x="5950941" y="764084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5" name="Stage1_sixpanel_9856">
            <a:extLst>
              <a:ext uri="{FF2B5EF4-FFF2-40B4-BE49-F238E27FC236}">
                <a16:creationId xmlns:a16="http://schemas.microsoft.com/office/drawing/2014/main" id="{C96C0EBE-FEE6-4E5A-B0DD-161672A58698}"/>
              </a:ext>
            </a:extLst>
          </p:cNvPr>
          <p:cNvSpPr>
            <a:spLocks noGrp="1"/>
          </p:cNvSpPr>
          <p:nvPr/>
        </p:nvSpPr>
        <p:spPr>
          <a:xfrm>
            <a:off x="5955510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6" name="Stage1_sixpanel_9857">
            <a:extLst>
              <a:ext uri="{FF2B5EF4-FFF2-40B4-BE49-F238E27FC236}">
                <a16:creationId xmlns:a16="http://schemas.microsoft.com/office/drawing/2014/main" id="{1A9F045B-0F70-4CAC-8E1D-0B49B6AE5847}"/>
              </a:ext>
            </a:extLst>
          </p:cNvPr>
          <p:cNvSpPr>
            <a:spLocks noGrp="1"/>
          </p:cNvSpPr>
          <p:nvPr/>
        </p:nvSpPr>
        <p:spPr>
          <a:xfrm>
            <a:off x="594631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7" name="Stage1_sixpanel_9858">
            <a:extLst>
              <a:ext uri="{FF2B5EF4-FFF2-40B4-BE49-F238E27FC236}">
                <a16:creationId xmlns:a16="http://schemas.microsoft.com/office/drawing/2014/main" id="{49B5E3AB-8B35-434C-A9D2-0CD1962AA55F}"/>
              </a:ext>
            </a:extLst>
          </p:cNvPr>
          <p:cNvSpPr>
            <a:spLocks noGrp="1"/>
          </p:cNvSpPr>
          <p:nvPr/>
        </p:nvSpPr>
        <p:spPr>
          <a:xfrm>
            <a:off x="601630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8" name="Stage1_sixpanel_9859">
            <a:extLst>
              <a:ext uri="{FF2B5EF4-FFF2-40B4-BE49-F238E27FC236}">
                <a16:creationId xmlns:a16="http://schemas.microsoft.com/office/drawing/2014/main" id="{2B96CEF3-5736-464D-9662-B9AB2D2CF922}"/>
              </a:ext>
            </a:extLst>
          </p:cNvPr>
          <p:cNvSpPr>
            <a:spLocks noGrp="1"/>
          </p:cNvSpPr>
          <p:nvPr/>
        </p:nvSpPr>
        <p:spPr>
          <a:xfrm>
            <a:off x="586056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9" name="Stage1_sixpanel_9860">
            <a:extLst>
              <a:ext uri="{FF2B5EF4-FFF2-40B4-BE49-F238E27FC236}">
                <a16:creationId xmlns:a16="http://schemas.microsoft.com/office/drawing/2014/main" id="{A7ABB498-4606-4A69-BA76-1651B4784663}"/>
              </a:ext>
            </a:extLst>
          </p:cNvPr>
          <p:cNvSpPr>
            <a:spLocks noGrp="1"/>
          </p:cNvSpPr>
          <p:nvPr/>
        </p:nvSpPr>
        <p:spPr>
          <a:xfrm>
            <a:off x="58590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0" name="Stage1_sixpanel_9861">
            <a:extLst>
              <a:ext uri="{FF2B5EF4-FFF2-40B4-BE49-F238E27FC236}">
                <a16:creationId xmlns:a16="http://schemas.microsoft.com/office/drawing/2014/main" id="{F9C26791-C57D-46E6-9CCD-3188A02A55F6}"/>
              </a:ext>
            </a:extLst>
          </p:cNvPr>
          <p:cNvSpPr>
            <a:spLocks noGrp="1"/>
          </p:cNvSpPr>
          <p:nvPr/>
        </p:nvSpPr>
        <p:spPr>
          <a:xfrm>
            <a:off x="588779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1" name="Stage1_sixpanel_9862">
            <a:extLst>
              <a:ext uri="{FF2B5EF4-FFF2-40B4-BE49-F238E27FC236}">
                <a16:creationId xmlns:a16="http://schemas.microsoft.com/office/drawing/2014/main" id="{6D5A09F9-784C-495D-93D6-AFF9E167E87D}"/>
              </a:ext>
            </a:extLst>
          </p:cNvPr>
          <p:cNvSpPr>
            <a:spLocks noGrp="1"/>
          </p:cNvSpPr>
          <p:nvPr/>
        </p:nvSpPr>
        <p:spPr>
          <a:xfrm>
            <a:off x="596936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2" name="Stage1_sixpanel_9863">
            <a:extLst>
              <a:ext uri="{FF2B5EF4-FFF2-40B4-BE49-F238E27FC236}">
                <a16:creationId xmlns:a16="http://schemas.microsoft.com/office/drawing/2014/main" id="{6A594171-8D09-4631-8E2F-4E3ED8840E49}"/>
              </a:ext>
            </a:extLst>
          </p:cNvPr>
          <p:cNvSpPr>
            <a:spLocks noGrp="1"/>
          </p:cNvSpPr>
          <p:nvPr/>
        </p:nvSpPr>
        <p:spPr>
          <a:xfrm>
            <a:off x="5931059" y="689117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3" name="Stage1_sixpanel_9864">
            <a:extLst>
              <a:ext uri="{FF2B5EF4-FFF2-40B4-BE49-F238E27FC236}">
                <a16:creationId xmlns:a16="http://schemas.microsoft.com/office/drawing/2014/main" id="{0868CC8A-3462-4D60-9BB3-C04E6A706B20}"/>
              </a:ext>
            </a:extLst>
          </p:cNvPr>
          <p:cNvSpPr>
            <a:spLocks noGrp="1"/>
          </p:cNvSpPr>
          <p:nvPr/>
        </p:nvSpPr>
        <p:spPr>
          <a:xfrm>
            <a:off x="601970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4" name="Stage1_sixpanel_9865">
            <a:extLst>
              <a:ext uri="{FF2B5EF4-FFF2-40B4-BE49-F238E27FC236}">
                <a16:creationId xmlns:a16="http://schemas.microsoft.com/office/drawing/2014/main" id="{F20FC726-738C-4323-9E04-29584754DB29}"/>
              </a:ext>
            </a:extLst>
          </p:cNvPr>
          <p:cNvSpPr>
            <a:spLocks noGrp="1"/>
          </p:cNvSpPr>
          <p:nvPr/>
        </p:nvSpPr>
        <p:spPr>
          <a:xfrm>
            <a:off x="602449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5" name="Stage1_sixpanel_9866">
            <a:extLst>
              <a:ext uri="{FF2B5EF4-FFF2-40B4-BE49-F238E27FC236}">
                <a16:creationId xmlns:a16="http://schemas.microsoft.com/office/drawing/2014/main" id="{92466617-5CFB-4242-9110-2C020747779A}"/>
              </a:ext>
            </a:extLst>
          </p:cNvPr>
          <p:cNvSpPr>
            <a:spLocks noGrp="1"/>
          </p:cNvSpPr>
          <p:nvPr/>
        </p:nvSpPr>
        <p:spPr>
          <a:xfrm>
            <a:off x="5904519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6" name="Stage1_sixpanel_9867">
            <a:extLst>
              <a:ext uri="{FF2B5EF4-FFF2-40B4-BE49-F238E27FC236}">
                <a16:creationId xmlns:a16="http://schemas.microsoft.com/office/drawing/2014/main" id="{601BB94F-ABBE-49C2-AEEC-F34CFBDF43C6}"/>
              </a:ext>
            </a:extLst>
          </p:cNvPr>
          <p:cNvSpPr>
            <a:spLocks noGrp="1"/>
          </p:cNvSpPr>
          <p:nvPr/>
        </p:nvSpPr>
        <p:spPr>
          <a:xfrm>
            <a:off x="591533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7" name="Stage1_sixpanel_9868">
            <a:extLst>
              <a:ext uri="{FF2B5EF4-FFF2-40B4-BE49-F238E27FC236}">
                <a16:creationId xmlns:a16="http://schemas.microsoft.com/office/drawing/2014/main" id="{CFF53AD4-2C3E-4456-8359-93A1D2A6D1BD}"/>
              </a:ext>
            </a:extLst>
          </p:cNvPr>
          <p:cNvSpPr>
            <a:spLocks noGrp="1"/>
          </p:cNvSpPr>
          <p:nvPr/>
        </p:nvSpPr>
        <p:spPr>
          <a:xfrm>
            <a:off x="589249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8" name="Stage1_sixpanel_9869">
            <a:extLst>
              <a:ext uri="{FF2B5EF4-FFF2-40B4-BE49-F238E27FC236}">
                <a16:creationId xmlns:a16="http://schemas.microsoft.com/office/drawing/2014/main" id="{30F64335-7EF1-471E-895C-1B2A3E19EA3A}"/>
              </a:ext>
            </a:extLst>
          </p:cNvPr>
          <p:cNvSpPr>
            <a:spLocks noGrp="1"/>
          </p:cNvSpPr>
          <p:nvPr/>
        </p:nvSpPr>
        <p:spPr>
          <a:xfrm>
            <a:off x="596284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9" name="Stage1_sixpanel_9870">
            <a:extLst>
              <a:ext uri="{FF2B5EF4-FFF2-40B4-BE49-F238E27FC236}">
                <a16:creationId xmlns:a16="http://schemas.microsoft.com/office/drawing/2014/main" id="{BF5204F8-BDF1-43DA-BBAB-29C04337AC3F}"/>
              </a:ext>
            </a:extLst>
          </p:cNvPr>
          <p:cNvSpPr>
            <a:spLocks noGrp="1"/>
          </p:cNvSpPr>
          <p:nvPr/>
        </p:nvSpPr>
        <p:spPr>
          <a:xfrm>
            <a:off x="599380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0" name="Stage1_sixpanel_9871">
            <a:extLst>
              <a:ext uri="{FF2B5EF4-FFF2-40B4-BE49-F238E27FC236}">
                <a16:creationId xmlns:a16="http://schemas.microsoft.com/office/drawing/2014/main" id="{4A77502E-7941-44B5-BC5F-125DBE447E8F}"/>
              </a:ext>
            </a:extLst>
          </p:cNvPr>
          <p:cNvSpPr>
            <a:spLocks noGrp="1"/>
          </p:cNvSpPr>
          <p:nvPr/>
        </p:nvSpPr>
        <p:spPr>
          <a:xfrm>
            <a:off x="5953468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1" name="Stage1_sixpanel_9872">
            <a:extLst>
              <a:ext uri="{FF2B5EF4-FFF2-40B4-BE49-F238E27FC236}">
                <a16:creationId xmlns:a16="http://schemas.microsoft.com/office/drawing/2014/main" id="{B11E9F2A-1CDA-45F9-AE8D-0B1312F69683}"/>
              </a:ext>
            </a:extLst>
          </p:cNvPr>
          <p:cNvSpPr>
            <a:spLocks noGrp="1"/>
          </p:cNvSpPr>
          <p:nvPr/>
        </p:nvSpPr>
        <p:spPr>
          <a:xfrm>
            <a:off x="604392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2" name="Stage1_sixpanel_9873">
            <a:extLst>
              <a:ext uri="{FF2B5EF4-FFF2-40B4-BE49-F238E27FC236}">
                <a16:creationId xmlns:a16="http://schemas.microsoft.com/office/drawing/2014/main" id="{FD6288FE-E505-4BED-A6DF-B619E2953C03}"/>
              </a:ext>
            </a:extLst>
          </p:cNvPr>
          <p:cNvSpPr>
            <a:spLocks noGrp="1"/>
          </p:cNvSpPr>
          <p:nvPr/>
        </p:nvSpPr>
        <p:spPr>
          <a:xfrm>
            <a:off x="6053392" y="741647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3" name="Stage1_sixpanel_9874">
            <a:extLst>
              <a:ext uri="{FF2B5EF4-FFF2-40B4-BE49-F238E27FC236}">
                <a16:creationId xmlns:a16="http://schemas.microsoft.com/office/drawing/2014/main" id="{DEDDE794-09FA-4B66-A991-D18F84242756}"/>
              </a:ext>
            </a:extLst>
          </p:cNvPr>
          <p:cNvSpPr>
            <a:spLocks noGrp="1"/>
          </p:cNvSpPr>
          <p:nvPr/>
        </p:nvSpPr>
        <p:spPr>
          <a:xfrm>
            <a:off x="5966870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4" name="Stage1_sixpanel_9875">
            <a:extLst>
              <a:ext uri="{FF2B5EF4-FFF2-40B4-BE49-F238E27FC236}">
                <a16:creationId xmlns:a16="http://schemas.microsoft.com/office/drawing/2014/main" id="{535A9491-DAB8-4DA8-9F1C-A09E9CF83915}"/>
              </a:ext>
            </a:extLst>
          </p:cNvPr>
          <p:cNvSpPr>
            <a:spLocks noGrp="1"/>
          </p:cNvSpPr>
          <p:nvPr/>
        </p:nvSpPr>
        <p:spPr>
          <a:xfrm>
            <a:off x="594454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5" name="Stage1_sixpanel_9876">
            <a:extLst>
              <a:ext uri="{FF2B5EF4-FFF2-40B4-BE49-F238E27FC236}">
                <a16:creationId xmlns:a16="http://schemas.microsoft.com/office/drawing/2014/main" id="{CE570233-F1C9-40A2-935D-FBF1F56C299E}"/>
              </a:ext>
            </a:extLst>
          </p:cNvPr>
          <p:cNvSpPr>
            <a:spLocks noGrp="1"/>
          </p:cNvSpPr>
          <p:nvPr/>
        </p:nvSpPr>
        <p:spPr>
          <a:xfrm>
            <a:off x="596997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6" name="Stage1_sixpanel_9877">
            <a:extLst>
              <a:ext uri="{FF2B5EF4-FFF2-40B4-BE49-F238E27FC236}">
                <a16:creationId xmlns:a16="http://schemas.microsoft.com/office/drawing/2014/main" id="{F2CC0D0D-C311-42DE-BDAB-19219D1C3875}"/>
              </a:ext>
            </a:extLst>
          </p:cNvPr>
          <p:cNvSpPr>
            <a:spLocks noGrp="1"/>
          </p:cNvSpPr>
          <p:nvPr/>
        </p:nvSpPr>
        <p:spPr>
          <a:xfrm>
            <a:off x="597769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7" name="Stage1_sixpanel_9878">
            <a:extLst>
              <a:ext uri="{FF2B5EF4-FFF2-40B4-BE49-F238E27FC236}">
                <a16:creationId xmlns:a16="http://schemas.microsoft.com/office/drawing/2014/main" id="{8F7164AE-65CD-4136-AB06-5737EE3CA63C}"/>
              </a:ext>
            </a:extLst>
          </p:cNvPr>
          <p:cNvSpPr>
            <a:spLocks noGrp="1"/>
          </p:cNvSpPr>
          <p:nvPr/>
        </p:nvSpPr>
        <p:spPr>
          <a:xfrm>
            <a:off x="588559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8" name="Stage1_sixpanel_9879">
            <a:extLst>
              <a:ext uri="{FF2B5EF4-FFF2-40B4-BE49-F238E27FC236}">
                <a16:creationId xmlns:a16="http://schemas.microsoft.com/office/drawing/2014/main" id="{96F7BB30-C415-407C-91E6-E6A8B88DB60C}"/>
              </a:ext>
            </a:extLst>
          </p:cNvPr>
          <p:cNvSpPr>
            <a:spLocks noGrp="1"/>
          </p:cNvSpPr>
          <p:nvPr/>
        </p:nvSpPr>
        <p:spPr>
          <a:xfrm>
            <a:off x="599266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9" name="Stage1_sixpanel_9880">
            <a:extLst>
              <a:ext uri="{FF2B5EF4-FFF2-40B4-BE49-F238E27FC236}">
                <a16:creationId xmlns:a16="http://schemas.microsoft.com/office/drawing/2014/main" id="{C98F6A03-293D-428A-AE49-E3CA709027A9}"/>
              </a:ext>
            </a:extLst>
          </p:cNvPr>
          <p:cNvSpPr>
            <a:spLocks noGrp="1"/>
          </p:cNvSpPr>
          <p:nvPr/>
        </p:nvSpPr>
        <p:spPr>
          <a:xfrm>
            <a:off x="6033627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0" name="Stage1_sixpanel_9881">
            <a:extLst>
              <a:ext uri="{FF2B5EF4-FFF2-40B4-BE49-F238E27FC236}">
                <a16:creationId xmlns:a16="http://schemas.microsoft.com/office/drawing/2014/main" id="{FF31EF11-0FC6-48A8-996F-91908A8D8760}"/>
              </a:ext>
            </a:extLst>
          </p:cNvPr>
          <p:cNvSpPr>
            <a:spLocks noGrp="1"/>
          </p:cNvSpPr>
          <p:nvPr/>
        </p:nvSpPr>
        <p:spPr>
          <a:xfrm>
            <a:off x="589373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1" name="Stage1_sixpanel_9882">
            <a:extLst>
              <a:ext uri="{FF2B5EF4-FFF2-40B4-BE49-F238E27FC236}">
                <a16:creationId xmlns:a16="http://schemas.microsoft.com/office/drawing/2014/main" id="{6F5D3EF4-0612-4C40-A611-1E48CA204978}"/>
              </a:ext>
            </a:extLst>
          </p:cNvPr>
          <p:cNvSpPr>
            <a:spLocks noGrp="1"/>
          </p:cNvSpPr>
          <p:nvPr/>
        </p:nvSpPr>
        <p:spPr>
          <a:xfrm>
            <a:off x="584291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2" name="Stage1_sixpanel_9883">
            <a:extLst>
              <a:ext uri="{FF2B5EF4-FFF2-40B4-BE49-F238E27FC236}">
                <a16:creationId xmlns:a16="http://schemas.microsoft.com/office/drawing/2014/main" id="{B1BA554E-A7A3-4950-AFE0-06376E3A1BC5}"/>
              </a:ext>
            </a:extLst>
          </p:cNvPr>
          <p:cNvSpPr>
            <a:spLocks noGrp="1"/>
          </p:cNvSpPr>
          <p:nvPr/>
        </p:nvSpPr>
        <p:spPr>
          <a:xfrm>
            <a:off x="6000049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3" name="Stage1_sixpanel_9884">
            <a:extLst>
              <a:ext uri="{FF2B5EF4-FFF2-40B4-BE49-F238E27FC236}">
                <a16:creationId xmlns:a16="http://schemas.microsoft.com/office/drawing/2014/main" id="{CA9135D6-1B43-4751-8869-B018ED9B48AB}"/>
              </a:ext>
            </a:extLst>
          </p:cNvPr>
          <p:cNvSpPr>
            <a:spLocks noGrp="1"/>
          </p:cNvSpPr>
          <p:nvPr/>
        </p:nvSpPr>
        <p:spPr>
          <a:xfrm>
            <a:off x="588455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4" name="Stage1_sixpanel_9885">
            <a:extLst>
              <a:ext uri="{FF2B5EF4-FFF2-40B4-BE49-F238E27FC236}">
                <a16:creationId xmlns:a16="http://schemas.microsoft.com/office/drawing/2014/main" id="{D2B12697-0C89-4D22-9328-54DF21F28D4A}"/>
              </a:ext>
            </a:extLst>
          </p:cNvPr>
          <p:cNvSpPr>
            <a:spLocks noGrp="1"/>
          </p:cNvSpPr>
          <p:nvPr/>
        </p:nvSpPr>
        <p:spPr>
          <a:xfrm>
            <a:off x="5919575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5" name="Stage1_sixpanel_9886">
            <a:extLst>
              <a:ext uri="{FF2B5EF4-FFF2-40B4-BE49-F238E27FC236}">
                <a16:creationId xmlns:a16="http://schemas.microsoft.com/office/drawing/2014/main" id="{735E65F3-7D3D-47EF-B6D8-BEC6F90105E4}"/>
              </a:ext>
            </a:extLst>
          </p:cNvPr>
          <p:cNvSpPr>
            <a:spLocks noGrp="1"/>
          </p:cNvSpPr>
          <p:nvPr/>
        </p:nvSpPr>
        <p:spPr>
          <a:xfrm>
            <a:off x="589122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6" name="Stage1_sixpanel_9887">
            <a:extLst>
              <a:ext uri="{FF2B5EF4-FFF2-40B4-BE49-F238E27FC236}">
                <a16:creationId xmlns:a16="http://schemas.microsoft.com/office/drawing/2014/main" id="{FCEAFEC4-6164-4876-9524-71EC2FBF8553}"/>
              </a:ext>
            </a:extLst>
          </p:cNvPr>
          <p:cNvSpPr>
            <a:spLocks noGrp="1"/>
          </p:cNvSpPr>
          <p:nvPr/>
        </p:nvSpPr>
        <p:spPr>
          <a:xfrm>
            <a:off x="586790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7" name="Stage1_sixpanel_9888">
            <a:extLst>
              <a:ext uri="{FF2B5EF4-FFF2-40B4-BE49-F238E27FC236}">
                <a16:creationId xmlns:a16="http://schemas.microsoft.com/office/drawing/2014/main" id="{125BAE8F-EABB-4E17-B405-01D134C7445C}"/>
              </a:ext>
            </a:extLst>
          </p:cNvPr>
          <p:cNvSpPr>
            <a:spLocks noGrp="1"/>
          </p:cNvSpPr>
          <p:nvPr/>
        </p:nvSpPr>
        <p:spPr>
          <a:xfrm>
            <a:off x="597553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8" name="Stage1_sixpanel_9889">
            <a:extLst>
              <a:ext uri="{FF2B5EF4-FFF2-40B4-BE49-F238E27FC236}">
                <a16:creationId xmlns:a16="http://schemas.microsoft.com/office/drawing/2014/main" id="{4ED1F776-25C7-4B66-AA04-FE25D4A23A90}"/>
              </a:ext>
            </a:extLst>
          </p:cNvPr>
          <p:cNvSpPr>
            <a:spLocks noGrp="1"/>
          </p:cNvSpPr>
          <p:nvPr/>
        </p:nvSpPr>
        <p:spPr>
          <a:xfrm>
            <a:off x="6013666" y="737567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9" name="Stage1_sixpanel_9890">
            <a:extLst>
              <a:ext uri="{FF2B5EF4-FFF2-40B4-BE49-F238E27FC236}">
                <a16:creationId xmlns:a16="http://schemas.microsoft.com/office/drawing/2014/main" id="{DBAF45F5-9EF8-4FDC-BF49-408773D958C0}"/>
              </a:ext>
            </a:extLst>
          </p:cNvPr>
          <p:cNvSpPr>
            <a:spLocks noGrp="1"/>
          </p:cNvSpPr>
          <p:nvPr/>
        </p:nvSpPr>
        <p:spPr>
          <a:xfrm>
            <a:off x="586831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0" name="Stage1_sixpanel_9891">
            <a:extLst>
              <a:ext uri="{FF2B5EF4-FFF2-40B4-BE49-F238E27FC236}">
                <a16:creationId xmlns:a16="http://schemas.microsoft.com/office/drawing/2014/main" id="{69F4F1A8-53E0-44F4-9E23-9FA25275D4B7}"/>
              </a:ext>
            </a:extLst>
          </p:cNvPr>
          <p:cNvSpPr>
            <a:spLocks noGrp="1"/>
          </p:cNvSpPr>
          <p:nvPr/>
        </p:nvSpPr>
        <p:spPr>
          <a:xfrm>
            <a:off x="5903111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1" name="Stage1_sixpanel_9892">
            <a:extLst>
              <a:ext uri="{FF2B5EF4-FFF2-40B4-BE49-F238E27FC236}">
                <a16:creationId xmlns:a16="http://schemas.microsoft.com/office/drawing/2014/main" id="{FEEEF293-E123-452F-9E37-2D58CC2503A8}"/>
              </a:ext>
            </a:extLst>
          </p:cNvPr>
          <p:cNvSpPr>
            <a:spLocks noGrp="1"/>
          </p:cNvSpPr>
          <p:nvPr/>
        </p:nvSpPr>
        <p:spPr>
          <a:xfrm>
            <a:off x="6015694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2" name="Stage1_sixpanel_9893">
            <a:extLst>
              <a:ext uri="{FF2B5EF4-FFF2-40B4-BE49-F238E27FC236}">
                <a16:creationId xmlns:a16="http://schemas.microsoft.com/office/drawing/2014/main" id="{F5139C5C-E038-4DEF-B1AD-8AC86D248D09}"/>
              </a:ext>
            </a:extLst>
          </p:cNvPr>
          <p:cNvSpPr>
            <a:spLocks noGrp="1"/>
          </p:cNvSpPr>
          <p:nvPr/>
        </p:nvSpPr>
        <p:spPr>
          <a:xfrm>
            <a:off x="5924451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3" name="Stage1_sixpanel_9894">
            <a:extLst>
              <a:ext uri="{FF2B5EF4-FFF2-40B4-BE49-F238E27FC236}">
                <a16:creationId xmlns:a16="http://schemas.microsoft.com/office/drawing/2014/main" id="{C2447638-B592-4211-88BF-0AE1FEA926C8}"/>
              </a:ext>
            </a:extLst>
          </p:cNvPr>
          <p:cNvSpPr>
            <a:spLocks noGrp="1"/>
          </p:cNvSpPr>
          <p:nvPr/>
        </p:nvSpPr>
        <p:spPr>
          <a:xfrm>
            <a:off x="5919633" y="692784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4" name="Stage1_sixpanel_9895">
            <a:extLst>
              <a:ext uri="{FF2B5EF4-FFF2-40B4-BE49-F238E27FC236}">
                <a16:creationId xmlns:a16="http://schemas.microsoft.com/office/drawing/2014/main" id="{7173AF03-DB28-49C8-A6D9-040AE6DD64D1}"/>
              </a:ext>
            </a:extLst>
          </p:cNvPr>
          <p:cNvSpPr>
            <a:spLocks noGrp="1"/>
          </p:cNvSpPr>
          <p:nvPr/>
        </p:nvSpPr>
        <p:spPr>
          <a:xfrm>
            <a:off x="587074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5" name="Stage1_sixpanel_9896">
            <a:extLst>
              <a:ext uri="{FF2B5EF4-FFF2-40B4-BE49-F238E27FC236}">
                <a16:creationId xmlns:a16="http://schemas.microsoft.com/office/drawing/2014/main" id="{7656880A-19E9-4C34-813D-B8CEA6679BA8}"/>
              </a:ext>
            </a:extLst>
          </p:cNvPr>
          <p:cNvSpPr>
            <a:spLocks noGrp="1"/>
          </p:cNvSpPr>
          <p:nvPr/>
        </p:nvSpPr>
        <p:spPr>
          <a:xfrm>
            <a:off x="605541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6" name="Stage1_sixpanel_9897">
            <a:extLst>
              <a:ext uri="{FF2B5EF4-FFF2-40B4-BE49-F238E27FC236}">
                <a16:creationId xmlns:a16="http://schemas.microsoft.com/office/drawing/2014/main" id="{702C35DC-4239-47A9-B73E-A88CEFAFC7E8}"/>
              </a:ext>
            </a:extLst>
          </p:cNvPr>
          <p:cNvSpPr>
            <a:spLocks noGrp="1"/>
          </p:cNvSpPr>
          <p:nvPr/>
        </p:nvSpPr>
        <p:spPr>
          <a:xfrm>
            <a:off x="5988247" y="794529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7" name="Stage1_sixpanel_9898">
            <a:extLst>
              <a:ext uri="{FF2B5EF4-FFF2-40B4-BE49-F238E27FC236}">
                <a16:creationId xmlns:a16="http://schemas.microsoft.com/office/drawing/2014/main" id="{FAE6E043-108A-4546-B7C1-BAA087BAEDC2}"/>
              </a:ext>
            </a:extLst>
          </p:cNvPr>
          <p:cNvSpPr>
            <a:spLocks noGrp="1"/>
          </p:cNvSpPr>
          <p:nvPr/>
        </p:nvSpPr>
        <p:spPr>
          <a:xfrm>
            <a:off x="592376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8" name="Stage1_sixpanel_9899">
            <a:extLst>
              <a:ext uri="{FF2B5EF4-FFF2-40B4-BE49-F238E27FC236}">
                <a16:creationId xmlns:a16="http://schemas.microsoft.com/office/drawing/2014/main" id="{E74DA829-4F7F-49E5-9AA3-4D9EC9A0E47E}"/>
              </a:ext>
            </a:extLst>
          </p:cNvPr>
          <p:cNvSpPr>
            <a:spLocks noGrp="1"/>
          </p:cNvSpPr>
          <p:nvPr/>
        </p:nvSpPr>
        <p:spPr>
          <a:xfrm>
            <a:off x="587501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9" name="Stage1_sixpanel_9900">
            <a:extLst>
              <a:ext uri="{FF2B5EF4-FFF2-40B4-BE49-F238E27FC236}">
                <a16:creationId xmlns:a16="http://schemas.microsoft.com/office/drawing/2014/main" id="{07EE2A0D-F0D2-4D93-9730-F407926A4E3D}"/>
              </a:ext>
            </a:extLst>
          </p:cNvPr>
          <p:cNvSpPr>
            <a:spLocks noGrp="1"/>
          </p:cNvSpPr>
          <p:nvPr/>
        </p:nvSpPr>
        <p:spPr>
          <a:xfrm>
            <a:off x="598524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0" name="Stage1_sixpanel_9901">
            <a:extLst>
              <a:ext uri="{FF2B5EF4-FFF2-40B4-BE49-F238E27FC236}">
                <a16:creationId xmlns:a16="http://schemas.microsoft.com/office/drawing/2014/main" id="{1FE5B366-2A8B-4777-B76F-C60BE81899B4}"/>
              </a:ext>
            </a:extLst>
          </p:cNvPr>
          <p:cNvSpPr>
            <a:spLocks noGrp="1"/>
          </p:cNvSpPr>
          <p:nvPr/>
        </p:nvSpPr>
        <p:spPr>
          <a:xfrm>
            <a:off x="593234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1" name="Stage1_sixpanel_9902">
            <a:extLst>
              <a:ext uri="{FF2B5EF4-FFF2-40B4-BE49-F238E27FC236}">
                <a16:creationId xmlns:a16="http://schemas.microsoft.com/office/drawing/2014/main" id="{4CF80FF6-BC8E-478D-BA91-4BC4375C90F0}"/>
              </a:ext>
            </a:extLst>
          </p:cNvPr>
          <p:cNvSpPr>
            <a:spLocks noGrp="1"/>
          </p:cNvSpPr>
          <p:nvPr/>
        </p:nvSpPr>
        <p:spPr>
          <a:xfrm>
            <a:off x="592687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2" name="Stage1_sixpanel_9903">
            <a:extLst>
              <a:ext uri="{FF2B5EF4-FFF2-40B4-BE49-F238E27FC236}">
                <a16:creationId xmlns:a16="http://schemas.microsoft.com/office/drawing/2014/main" id="{946D207B-7D22-4722-B1AD-7FAC3B440AA1}"/>
              </a:ext>
            </a:extLst>
          </p:cNvPr>
          <p:cNvSpPr>
            <a:spLocks noGrp="1"/>
          </p:cNvSpPr>
          <p:nvPr/>
        </p:nvSpPr>
        <p:spPr>
          <a:xfrm>
            <a:off x="589755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3" name="Stage1_sixpanel_9904">
            <a:extLst>
              <a:ext uri="{FF2B5EF4-FFF2-40B4-BE49-F238E27FC236}">
                <a16:creationId xmlns:a16="http://schemas.microsoft.com/office/drawing/2014/main" id="{4757DAD3-76A4-4096-B8E2-B292DC967F48}"/>
              </a:ext>
            </a:extLst>
          </p:cNvPr>
          <p:cNvSpPr>
            <a:spLocks noGrp="1"/>
          </p:cNvSpPr>
          <p:nvPr/>
        </p:nvSpPr>
        <p:spPr>
          <a:xfrm>
            <a:off x="5940496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4" name="Stage1_sixpanel_9905">
            <a:extLst>
              <a:ext uri="{FF2B5EF4-FFF2-40B4-BE49-F238E27FC236}">
                <a16:creationId xmlns:a16="http://schemas.microsoft.com/office/drawing/2014/main" id="{99DFE1CD-F4EB-46E2-BBB0-E4F43641EB1E}"/>
              </a:ext>
            </a:extLst>
          </p:cNvPr>
          <p:cNvSpPr>
            <a:spLocks noGrp="1"/>
          </p:cNvSpPr>
          <p:nvPr/>
        </p:nvSpPr>
        <p:spPr>
          <a:xfrm>
            <a:off x="5920455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5" name="Stage1_sixpanel_9906">
            <a:extLst>
              <a:ext uri="{FF2B5EF4-FFF2-40B4-BE49-F238E27FC236}">
                <a16:creationId xmlns:a16="http://schemas.microsoft.com/office/drawing/2014/main" id="{54DAD326-D9CE-4A81-B396-77C2E71C716E}"/>
              </a:ext>
            </a:extLst>
          </p:cNvPr>
          <p:cNvSpPr>
            <a:spLocks noGrp="1"/>
          </p:cNvSpPr>
          <p:nvPr/>
        </p:nvSpPr>
        <p:spPr>
          <a:xfrm>
            <a:off x="5937757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6" name="Stage1_sixpanel_9907">
            <a:extLst>
              <a:ext uri="{FF2B5EF4-FFF2-40B4-BE49-F238E27FC236}">
                <a16:creationId xmlns:a16="http://schemas.microsoft.com/office/drawing/2014/main" id="{207637A9-8FD6-4118-B45F-1EE9FE96769F}"/>
              </a:ext>
            </a:extLst>
          </p:cNvPr>
          <p:cNvSpPr>
            <a:spLocks noGrp="1"/>
          </p:cNvSpPr>
          <p:nvPr/>
        </p:nvSpPr>
        <p:spPr>
          <a:xfrm>
            <a:off x="6046527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7" name="Stage1_sixpanel_9908">
            <a:extLst>
              <a:ext uri="{FF2B5EF4-FFF2-40B4-BE49-F238E27FC236}">
                <a16:creationId xmlns:a16="http://schemas.microsoft.com/office/drawing/2014/main" id="{2BC4357E-17FD-4FCB-B5F0-9E0BA50AF531}"/>
              </a:ext>
            </a:extLst>
          </p:cNvPr>
          <p:cNvSpPr>
            <a:spLocks noGrp="1"/>
          </p:cNvSpPr>
          <p:nvPr/>
        </p:nvSpPr>
        <p:spPr>
          <a:xfrm>
            <a:off x="585847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8" name="Stage1_sixpanel_9909">
            <a:extLst>
              <a:ext uri="{FF2B5EF4-FFF2-40B4-BE49-F238E27FC236}">
                <a16:creationId xmlns:a16="http://schemas.microsoft.com/office/drawing/2014/main" id="{455C8881-A942-4D37-937B-B26BD0D05862}"/>
              </a:ext>
            </a:extLst>
          </p:cNvPr>
          <p:cNvSpPr>
            <a:spLocks noGrp="1"/>
          </p:cNvSpPr>
          <p:nvPr/>
        </p:nvSpPr>
        <p:spPr>
          <a:xfrm>
            <a:off x="6220718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339352" y="1237437"/>
                </a:moveTo>
                <a:lnTo>
                  <a:pt x="0" y="1237437"/>
                </a:lnTo>
                <a:lnTo>
                  <a:pt x="1624" y="1229703"/>
                </a:lnTo>
                <a:lnTo>
                  <a:pt x="6397" y="1221969"/>
                </a:lnTo>
                <a:lnTo>
                  <a:pt x="14035" y="1214235"/>
                </a:lnTo>
                <a:lnTo>
                  <a:pt x="24098" y="1206502"/>
                </a:lnTo>
                <a:lnTo>
                  <a:pt x="36027" y="1198768"/>
                </a:lnTo>
                <a:lnTo>
                  <a:pt x="49204" y="1191034"/>
                </a:lnTo>
                <a:lnTo>
                  <a:pt x="63002" y="1183300"/>
                </a:lnTo>
                <a:lnTo>
                  <a:pt x="76831" y="1175566"/>
                </a:lnTo>
                <a:lnTo>
                  <a:pt x="90183" y="1167832"/>
                </a:lnTo>
                <a:lnTo>
                  <a:pt x="102655" y="1160098"/>
                </a:lnTo>
                <a:lnTo>
                  <a:pt x="113963" y="1152364"/>
                </a:lnTo>
                <a:lnTo>
                  <a:pt x="123939" y="1144630"/>
                </a:lnTo>
                <a:lnTo>
                  <a:pt x="132523" y="1136896"/>
                </a:lnTo>
                <a:lnTo>
                  <a:pt x="139740" y="1129162"/>
                </a:lnTo>
                <a:lnTo>
                  <a:pt x="145679" y="1121428"/>
                </a:lnTo>
                <a:lnTo>
                  <a:pt x="150474" y="1113694"/>
                </a:lnTo>
                <a:lnTo>
                  <a:pt x="154275" y="1105960"/>
                </a:lnTo>
                <a:lnTo>
                  <a:pt x="157239" y="1098226"/>
                </a:lnTo>
                <a:lnTo>
                  <a:pt x="159515" y="1090492"/>
                </a:lnTo>
                <a:lnTo>
                  <a:pt x="161235" y="1082758"/>
                </a:lnTo>
                <a:lnTo>
                  <a:pt x="162512" y="1075024"/>
                </a:lnTo>
                <a:lnTo>
                  <a:pt x="163440" y="1067290"/>
                </a:lnTo>
                <a:lnTo>
                  <a:pt x="164095" y="1059556"/>
                </a:lnTo>
                <a:lnTo>
                  <a:pt x="164540" y="1051822"/>
                </a:lnTo>
                <a:lnTo>
                  <a:pt x="164823" y="1044088"/>
                </a:lnTo>
                <a:lnTo>
                  <a:pt x="164986" y="1036354"/>
                </a:lnTo>
                <a:lnTo>
                  <a:pt x="165064" y="1028620"/>
                </a:lnTo>
                <a:lnTo>
                  <a:pt x="165089" y="1020886"/>
                </a:lnTo>
                <a:lnTo>
                  <a:pt x="165087" y="1013152"/>
                </a:lnTo>
                <a:lnTo>
                  <a:pt x="165083" y="1005418"/>
                </a:lnTo>
                <a:lnTo>
                  <a:pt x="165097" y="997684"/>
                </a:lnTo>
                <a:lnTo>
                  <a:pt x="165146" y="989950"/>
                </a:lnTo>
                <a:lnTo>
                  <a:pt x="165242" y="982216"/>
                </a:lnTo>
                <a:lnTo>
                  <a:pt x="165391" y="974482"/>
                </a:lnTo>
                <a:lnTo>
                  <a:pt x="165595" y="966748"/>
                </a:lnTo>
                <a:lnTo>
                  <a:pt x="165851" y="959014"/>
                </a:lnTo>
                <a:lnTo>
                  <a:pt x="166152" y="951280"/>
                </a:lnTo>
                <a:lnTo>
                  <a:pt x="166486" y="943546"/>
                </a:lnTo>
                <a:lnTo>
                  <a:pt x="166841" y="935812"/>
                </a:lnTo>
                <a:lnTo>
                  <a:pt x="167203" y="928078"/>
                </a:lnTo>
                <a:lnTo>
                  <a:pt x="167561" y="920344"/>
                </a:lnTo>
                <a:lnTo>
                  <a:pt x="167902" y="912610"/>
                </a:lnTo>
                <a:lnTo>
                  <a:pt x="168217" y="904876"/>
                </a:lnTo>
                <a:lnTo>
                  <a:pt x="168500" y="897142"/>
                </a:lnTo>
                <a:lnTo>
                  <a:pt x="168747" y="889408"/>
                </a:lnTo>
                <a:lnTo>
                  <a:pt x="168957" y="881674"/>
                </a:lnTo>
                <a:lnTo>
                  <a:pt x="169131" y="873940"/>
                </a:lnTo>
                <a:lnTo>
                  <a:pt x="169272" y="866206"/>
                </a:lnTo>
                <a:lnTo>
                  <a:pt x="169382" y="858472"/>
                </a:lnTo>
                <a:lnTo>
                  <a:pt x="169467" y="850738"/>
                </a:lnTo>
                <a:lnTo>
                  <a:pt x="169530" y="843004"/>
                </a:lnTo>
                <a:lnTo>
                  <a:pt x="169576" y="835270"/>
                </a:lnTo>
                <a:lnTo>
                  <a:pt x="169609" y="827536"/>
                </a:lnTo>
                <a:lnTo>
                  <a:pt x="169632" y="819802"/>
                </a:lnTo>
                <a:lnTo>
                  <a:pt x="169648" y="812068"/>
                </a:lnTo>
                <a:lnTo>
                  <a:pt x="169658" y="804334"/>
                </a:lnTo>
                <a:lnTo>
                  <a:pt x="169665" y="796600"/>
                </a:lnTo>
                <a:lnTo>
                  <a:pt x="169669" y="788866"/>
                </a:lnTo>
                <a:lnTo>
                  <a:pt x="169672" y="781132"/>
                </a:lnTo>
                <a:lnTo>
                  <a:pt x="169673" y="773398"/>
                </a:lnTo>
                <a:lnTo>
                  <a:pt x="169674" y="765664"/>
                </a:lnTo>
                <a:lnTo>
                  <a:pt x="169673" y="757930"/>
                </a:lnTo>
                <a:lnTo>
                  <a:pt x="169672" y="750196"/>
                </a:lnTo>
                <a:lnTo>
                  <a:pt x="169670" y="742462"/>
                </a:lnTo>
                <a:lnTo>
                  <a:pt x="169667" y="734728"/>
                </a:lnTo>
                <a:lnTo>
                  <a:pt x="169662" y="726994"/>
                </a:lnTo>
                <a:lnTo>
                  <a:pt x="169655" y="719261"/>
                </a:lnTo>
                <a:lnTo>
                  <a:pt x="169644" y="711527"/>
                </a:lnTo>
                <a:lnTo>
                  <a:pt x="169629" y="703793"/>
                </a:lnTo>
                <a:lnTo>
                  <a:pt x="169609" y="696059"/>
                </a:lnTo>
                <a:lnTo>
                  <a:pt x="169581" y="688325"/>
                </a:lnTo>
                <a:lnTo>
                  <a:pt x="169546" y="680591"/>
                </a:lnTo>
                <a:lnTo>
                  <a:pt x="169501" y="672857"/>
                </a:lnTo>
                <a:lnTo>
                  <a:pt x="169447" y="665123"/>
                </a:lnTo>
                <a:lnTo>
                  <a:pt x="169381" y="657389"/>
                </a:lnTo>
                <a:lnTo>
                  <a:pt x="169305" y="649655"/>
                </a:lnTo>
                <a:lnTo>
                  <a:pt x="169220" y="641921"/>
                </a:lnTo>
                <a:lnTo>
                  <a:pt x="169127" y="634187"/>
                </a:lnTo>
                <a:lnTo>
                  <a:pt x="169030" y="626453"/>
                </a:lnTo>
                <a:lnTo>
                  <a:pt x="168932" y="618719"/>
                </a:lnTo>
                <a:lnTo>
                  <a:pt x="168838" y="610985"/>
                </a:lnTo>
                <a:lnTo>
                  <a:pt x="168753" y="603251"/>
                </a:lnTo>
                <a:lnTo>
                  <a:pt x="168681" y="595517"/>
                </a:lnTo>
                <a:lnTo>
                  <a:pt x="168628" y="587783"/>
                </a:lnTo>
                <a:lnTo>
                  <a:pt x="168595" y="580049"/>
                </a:lnTo>
                <a:lnTo>
                  <a:pt x="168585" y="572315"/>
                </a:lnTo>
                <a:lnTo>
                  <a:pt x="168600" y="564581"/>
                </a:lnTo>
                <a:lnTo>
                  <a:pt x="168637" y="556847"/>
                </a:lnTo>
                <a:lnTo>
                  <a:pt x="168695" y="549113"/>
                </a:lnTo>
                <a:lnTo>
                  <a:pt x="168770" y="541379"/>
                </a:lnTo>
                <a:lnTo>
                  <a:pt x="168858" y="533645"/>
                </a:lnTo>
                <a:lnTo>
                  <a:pt x="168953" y="525911"/>
                </a:lnTo>
                <a:lnTo>
                  <a:pt x="169051" y="518177"/>
                </a:lnTo>
                <a:lnTo>
                  <a:pt x="169147" y="510443"/>
                </a:lnTo>
                <a:lnTo>
                  <a:pt x="169239" y="502709"/>
                </a:lnTo>
                <a:lnTo>
                  <a:pt x="169322" y="494975"/>
                </a:lnTo>
                <a:lnTo>
                  <a:pt x="169396" y="487241"/>
                </a:lnTo>
                <a:lnTo>
                  <a:pt x="169459" y="479507"/>
                </a:lnTo>
                <a:lnTo>
                  <a:pt x="169512" y="471773"/>
                </a:lnTo>
                <a:lnTo>
                  <a:pt x="169554" y="464039"/>
                </a:lnTo>
                <a:lnTo>
                  <a:pt x="169588" y="456305"/>
                </a:lnTo>
                <a:lnTo>
                  <a:pt x="169613" y="448571"/>
                </a:lnTo>
                <a:lnTo>
                  <a:pt x="169633" y="440837"/>
                </a:lnTo>
                <a:lnTo>
                  <a:pt x="169647" y="433103"/>
                </a:lnTo>
                <a:lnTo>
                  <a:pt x="169656" y="425369"/>
                </a:lnTo>
                <a:lnTo>
                  <a:pt x="169663" y="417635"/>
                </a:lnTo>
                <a:lnTo>
                  <a:pt x="169668" y="409901"/>
                </a:lnTo>
                <a:lnTo>
                  <a:pt x="169671" y="402167"/>
                </a:lnTo>
                <a:lnTo>
                  <a:pt x="169673" y="394433"/>
                </a:lnTo>
                <a:lnTo>
                  <a:pt x="169674" y="386699"/>
                </a:lnTo>
                <a:lnTo>
                  <a:pt x="169675" y="378965"/>
                </a:lnTo>
                <a:lnTo>
                  <a:pt x="169675" y="371231"/>
                </a:lnTo>
                <a:lnTo>
                  <a:pt x="169676" y="363497"/>
                </a:lnTo>
                <a:lnTo>
                  <a:pt x="169676" y="355763"/>
                </a:lnTo>
                <a:lnTo>
                  <a:pt x="169676" y="348029"/>
                </a:lnTo>
                <a:lnTo>
                  <a:pt x="169676" y="340295"/>
                </a:lnTo>
                <a:lnTo>
                  <a:pt x="169676" y="332561"/>
                </a:lnTo>
                <a:lnTo>
                  <a:pt x="169676" y="324827"/>
                </a:lnTo>
                <a:lnTo>
                  <a:pt x="169676" y="317093"/>
                </a:lnTo>
                <a:lnTo>
                  <a:pt x="169676" y="309359"/>
                </a:lnTo>
                <a:lnTo>
                  <a:pt x="169676" y="301625"/>
                </a:lnTo>
                <a:lnTo>
                  <a:pt x="169676" y="293891"/>
                </a:lnTo>
                <a:lnTo>
                  <a:pt x="169676" y="286157"/>
                </a:lnTo>
                <a:lnTo>
                  <a:pt x="169676" y="278423"/>
                </a:lnTo>
                <a:lnTo>
                  <a:pt x="169676" y="270689"/>
                </a:lnTo>
                <a:lnTo>
                  <a:pt x="169676" y="262955"/>
                </a:lnTo>
                <a:lnTo>
                  <a:pt x="169676" y="255221"/>
                </a:lnTo>
                <a:lnTo>
                  <a:pt x="169676" y="247487"/>
                </a:lnTo>
                <a:lnTo>
                  <a:pt x="169676" y="239754"/>
                </a:lnTo>
                <a:lnTo>
                  <a:pt x="169676" y="232020"/>
                </a:lnTo>
                <a:lnTo>
                  <a:pt x="169676" y="224286"/>
                </a:lnTo>
                <a:lnTo>
                  <a:pt x="169675" y="216552"/>
                </a:lnTo>
                <a:lnTo>
                  <a:pt x="169675" y="208818"/>
                </a:lnTo>
                <a:lnTo>
                  <a:pt x="169673" y="201084"/>
                </a:lnTo>
                <a:lnTo>
                  <a:pt x="169671" y="193350"/>
                </a:lnTo>
                <a:lnTo>
                  <a:pt x="169668" y="185616"/>
                </a:lnTo>
                <a:lnTo>
                  <a:pt x="169663" y="177882"/>
                </a:lnTo>
                <a:lnTo>
                  <a:pt x="169655" y="170148"/>
                </a:lnTo>
                <a:lnTo>
                  <a:pt x="169642" y="162414"/>
                </a:lnTo>
                <a:lnTo>
                  <a:pt x="169623" y="154680"/>
                </a:lnTo>
                <a:lnTo>
                  <a:pt x="169594" y="146946"/>
                </a:lnTo>
                <a:lnTo>
                  <a:pt x="169553" y="139212"/>
                </a:lnTo>
                <a:lnTo>
                  <a:pt x="169496" y="131478"/>
                </a:lnTo>
                <a:lnTo>
                  <a:pt x="169416" y="123744"/>
                </a:lnTo>
                <a:lnTo>
                  <a:pt x="169311" y="116010"/>
                </a:lnTo>
                <a:lnTo>
                  <a:pt x="169173" y="108276"/>
                </a:lnTo>
                <a:lnTo>
                  <a:pt x="168999" y="100542"/>
                </a:lnTo>
                <a:lnTo>
                  <a:pt x="168784" y="92808"/>
                </a:lnTo>
                <a:lnTo>
                  <a:pt x="168527" y="85074"/>
                </a:lnTo>
                <a:lnTo>
                  <a:pt x="168227" y="77340"/>
                </a:lnTo>
                <a:lnTo>
                  <a:pt x="167890" y="69606"/>
                </a:lnTo>
                <a:lnTo>
                  <a:pt x="167521" y="61872"/>
                </a:lnTo>
                <a:lnTo>
                  <a:pt x="167134" y="54138"/>
                </a:lnTo>
                <a:lnTo>
                  <a:pt x="166742" y="46404"/>
                </a:lnTo>
                <a:lnTo>
                  <a:pt x="166364" y="38670"/>
                </a:lnTo>
                <a:lnTo>
                  <a:pt x="166018" y="30936"/>
                </a:lnTo>
                <a:lnTo>
                  <a:pt x="165725" y="23202"/>
                </a:lnTo>
                <a:lnTo>
                  <a:pt x="165501" y="15468"/>
                </a:lnTo>
                <a:lnTo>
                  <a:pt x="165361" y="7734"/>
                </a:lnTo>
                <a:lnTo>
                  <a:pt x="165313" y="0"/>
                </a:lnTo>
                <a:lnTo>
                  <a:pt x="174039" y="0"/>
                </a:lnTo>
                <a:lnTo>
                  <a:pt x="174039" y="0"/>
                </a:lnTo>
                <a:lnTo>
                  <a:pt x="173991" y="7734"/>
                </a:lnTo>
                <a:lnTo>
                  <a:pt x="173851" y="15468"/>
                </a:lnTo>
                <a:lnTo>
                  <a:pt x="173627" y="23202"/>
                </a:lnTo>
                <a:lnTo>
                  <a:pt x="173333" y="30936"/>
                </a:lnTo>
                <a:lnTo>
                  <a:pt x="172988" y="38670"/>
                </a:lnTo>
                <a:lnTo>
                  <a:pt x="172610" y="46404"/>
                </a:lnTo>
                <a:lnTo>
                  <a:pt x="172218" y="54138"/>
                </a:lnTo>
                <a:lnTo>
                  <a:pt x="171830" y="61872"/>
                </a:lnTo>
                <a:lnTo>
                  <a:pt x="171462" y="69606"/>
                </a:lnTo>
                <a:lnTo>
                  <a:pt x="171125" y="77340"/>
                </a:lnTo>
                <a:lnTo>
                  <a:pt x="170825" y="85074"/>
                </a:lnTo>
                <a:lnTo>
                  <a:pt x="170568" y="92808"/>
                </a:lnTo>
                <a:lnTo>
                  <a:pt x="170353" y="100542"/>
                </a:lnTo>
                <a:lnTo>
                  <a:pt x="170179" y="108276"/>
                </a:lnTo>
                <a:lnTo>
                  <a:pt x="170041" y="116010"/>
                </a:lnTo>
                <a:lnTo>
                  <a:pt x="169935" y="123744"/>
                </a:lnTo>
                <a:lnTo>
                  <a:pt x="169856" y="131478"/>
                </a:lnTo>
                <a:lnTo>
                  <a:pt x="169799" y="139212"/>
                </a:lnTo>
                <a:lnTo>
                  <a:pt x="169757" y="146946"/>
                </a:lnTo>
                <a:lnTo>
                  <a:pt x="169729" y="154680"/>
                </a:lnTo>
                <a:lnTo>
                  <a:pt x="169710" y="162414"/>
                </a:lnTo>
                <a:lnTo>
                  <a:pt x="169697" y="170148"/>
                </a:lnTo>
                <a:lnTo>
                  <a:pt x="169689" y="177882"/>
                </a:lnTo>
                <a:lnTo>
                  <a:pt x="169684" y="185616"/>
                </a:lnTo>
                <a:lnTo>
                  <a:pt x="169680" y="193350"/>
                </a:lnTo>
                <a:lnTo>
                  <a:pt x="169678" y="201084"/>
                </a:lnTo>
                <a:lnTo>
                  <a:pt x="169677" y="208818"/>
                </a:lnTo>
                <a:lnTo>
                  <a:pt x="169677" y="216552"/>
                </a:lnTo>
                <a:lnTo>
                  <a:pt x="169676" y="224286"/>
                </a:lnTo>
                <a:lnTo>
                  <a:pt x="169676" y="232020"/>
                </a:lnTo>
                <a:lnTo>
                  <a:pt x="169676" y="239754"/>
                </a:lnTo>
                <a:lnTo>
                  <a:pt x="169676" y="247487"/>
                </a:lnTo>
                <a:lnTo>
                  <a:pt x="169676" y="255221"/>
                </a:lnTo>
                <a:lnTo>
                  <a:pt x="169676" y="262955"/>
                </a:lnTo>
                <a:lnTo>
                  <a:pt x="169676" y="270689"/>
                </a:lnTo>
                <a:lnTo>
                  <a:pt x="169676" y="278423"/>
                </a:lnTo>
                <a:lnTo>
                  <a:pt x="169676" y="286157"/>
                </a:lnTo>
                <a:lnTo>
                  <a:pt x="169676" y="293891"/>
                </a:lnTo>
                <a:lnTo>
                  <a:pt x="169676" y="301625"/>
                </a:lnTo>
                <a:lnTo>
                  <a:pt x="169676" y="309359"/>
                </a:lnTo>
                <a:lnTo>
                  <a:pt x="169676" y="317093"/>
                </a:lnTo>
                <a:lnTo>
                  <a:pt x="169676" y="324827"/>
                </a:lnTo>
                <a:lnTo>
                  <a:pt x="169676" y="332561"/>
                </a:lnTo>
                <a:lnTo>
                  <a:pt x="169676" y="340295"/>
                </a:lnTo>
                <a:lnTo>
                  <a:pt x="169676" y="348029"/>
                </a:lnTo>
                <a:lnTo>
                  <a:pt x="169676" y="355763"/>
                </a:lnTo>
                <a:lnTo>
                  <a:pt x="169676" y="363497"/>
                </a:lnTo>
                <a:lnTo>
                  <a:pt x="169677" y="371231"/>
                </a:lnTo>
                <a:lnTo>
                  <a:pt x="169677" y="378965"/>
                </a:lnTo>
                <a:lnTo>
                  <a:pt x="169678" y="386699"/>
                </a:lnTo>
                <a:lnTo>
                  <a:pt x="169679" y="394433"/>
                </a:lnTo>
                <a:lnTo>
                  <a:pt x="169681" y="402167"/>
                </a:lnTo>
                <a:lnTo>
                  <a:pt x="169684" y="409901"/>
                </a:lnTo>
                <a:lnTo>
                  <a:pt x="169689" y="417635"/>
                </a:lnTo>
                <a:lnTo>
                  <a:pt x="169695" y="425369"/>
                </a:lnTo>
                <a:lnTo>
                  <a:pt x="169705" y="433103"/>
                </a:lnTo>
                <a:lnTo>
                  <a:pt x="169719" y="440837"/>
                </a:lnTo>
                <a:lnTo>
                  <a:pt x="169738" y="448571"/>
                </a:lnTo>
                <a:lnTo>
                  <a:pt x="169764" y="456305"/>
                </a:lnTo>
                <a:lnTo>
                  <a:pt x="169798" y="464039"/>
                </a:lnTo>
                <a:lnTo>
                  <a:pt x="169840" y="471773"/>
                </a:lnTo>
                <a:lnTo>
                  <a:pt x="169893" y="479507"/>
                </a:lnTo>
                <a:lnTo>
                  <a:pt x="169956" y="487241"/>
                </a:lnTo>
                <a:lnTo>
                  <a:pt x="170030" y="494975"/>
                </a:lnTo>
                <a:lnTo>
                  <a:pt x="170113" y="502709"/>
                </a:lnTo>
                <a:lnTo>
                  <a:pt x="170205" y="510443"/>
                </a:lnTo>
                <a:lnTo>
                  <a:pt x="170301" y="518177"/>
                </a:lnTo>
                <a:lnTo>
                  <a:pt x="170399" y="525911"/>
                </a:lnTo>
                <a:lnTo>
                  <a:pt x="170494" y="533645"/>
                </a:lnTo>
                <a:lnTo>
                  <a:pt x="170582" y="541379"/>
                </a:lnTo>
                <a:lnTo>
                  <a:pt x="170657" y="549113"/>
                </a:lnTo>
                <a:lnTo>
                  <a:pt x="170715" y="556847"/>
                </a:lnTo>
                <a:lnTo>
                  <a:pt x="170752" y="564581"/>
                </a:lnTo>
                <a:lnTo>
                  <a:pt x="170767" y="572315"/>
                </a:lnTo>
                <a:lnTo>
                  <a:pt x="170757" y="580049"/>
                </a:lnTo>
                <a:lnTo>
                  <a:pt x="170724" y="587783"/>
                </a:lnTo>
                <a:lnTo>
                  <a:pt x="170670" y="595517"/>
                </a:lnTo>
                <a:lnTo>
                  <a:pt x="170599" y="603251"/>
                </a:lnTo>
                <a:lnTo>
                  <a:pt x="170513" y="610985"/>
                </a:lnTo>
                <a:lnTo>
                  <a:pt x="170420" y="618719"/>
                </a:lnTo>
                <a:lnTo>
                  <a:pt x="170322" y="626453"/>
                </a:lnTo>
                <a:lnTo>
                  <a:pt x="170225" y="634187"/>
                </a:lnTo>
                <a:lnTo>
                  <a:pt x="170132" y="641921"/>
                </a:lnTo>
                <a:lnTo>
                  <a:pt x="170047" y="649655"/>
                </a:lnTo>
                <a:lnTo>
                  <a:pt x="169971" y="657389"/>
                </a:lnTo>
                <a:lnTo>
                  <a:pt x="169905" y="665123"/>
                </a:lnTo>
                <a:lnTo>
                  <a:pt x="169850" y="672857"/>
                </a:lnTo>
                <a:lnTo>
                  <a:pt x="169806" y="680591"/>
                </a:lnTo>
                <a:lnTo>
                  <a:pt x="169770" y="688325"/>
                </a:lnTo>
                <a:lnTo>
                  <a:pt x="169743" y="696059"/>
                </a:lnTo>
                <a:lnTo>
                  <a:pt x="169723" y="703793"/>
                </a:lnTo>
                <a:lnTo>
                  <a:pt x="169708" y="711527"/>
                </a:lnTo>
                <a:lnTo>
                  <a:pt x="169697" y="719261"/>
                </a:lnTo>
                <a:lnTo>
                  <a:pt x="169690" y="726994"/>
                </a:lnTo>
                <a:lnTo>
                  <a:pt x="169685" y="734728"/>
                </a:lnTo>
                <a:lnTo>
                  <a:pt x="169682" y="742462"/>
                </a:lnTo>
                <a:lnTo>
                  <a:pt x="169680" y="750196"/>
                </a:lnTo>
                <a:lnTo>
                  <a:pt x="169679" y="757930"/>
                </a:lnTo>
                <a:lnTo>
                  <a:pt x="169678" y="765664"/>
                </a:lnTo>
                <a:lnTo>
                  <a:pt x="169679" y="773398"/>
                </a:lnTo>
                <a:lnTo>
                  <a:pt x="169680" y="781132"/>
                </a:lnTo>
                <a:lnTo>
                  <a:pt x="169683" y="788866"/>
                </a:lnTo>
                <a:lnTo>
                  <a:pt x="169687" y="796600"/>
                </a:lnTo>
                <a:lnTo>
                  <a:pt x="169694" y="804334"/>
                </a:lnTo>
                <a:lnTo>
                  <a:pt x="169704" y="812068"/>
                </a:lnTo>
                <a:lnTo>
                  <a:pt x="169720" y="819802"/>
                </a:lnTo>
                <a:lnTo>
                  <a:pt x="169743" y="827536"/>
                </a:lnTo>
                <a:lnTo>
                  <a:pt x="169776" y="835270"/>
                </a:lnTo>
                <a:lnTo>
                  <a:pt x="169822" y="843004"/>
                </a:lnTo>
                <a:lnTo>
                  <a:pt x="169885" y="850738"/>
                </a:lnTo>
                <a:lnTo>
                  <a:pt x="169970" y="858472"/>
                </a:lnTo>
                <a:lnTo>
                  <a:pt x="170080" y="866206"/>
                </a:lnTo>
                <a:lnTo>
                  <a:pt x="170221" y="873940"/>
                </a:lnTo>
                <a:lnTo>
                  <a:pt x="170394" y="881674"/>
                </a:lnTo>
                <a:lnTo>
                  <a:pt x="170604" y="889408"/>
                </a:lnTo>
                <a:lnTo>
                  <a:pt x="170852" y="897142"/>
                </a:lnTo>
                <a:lnTo>
                  <a:pt x="171135" y="904876"/>
                </a:lnTo>
                <a:lnTo>
                  <a:pt x="171450" y="912610"/>
                </a:lnTo>
                <a:lnTo>
                  <a:pt x="171791" y="920344"/>
                </a:lnTo>
                <a:lnTo>
                  <a:pt x="172149" y="928078"/>
                </a:lnTo>
                <a:lnTo>
                  <a:pt x="172511" y="935812"/>
                </a:lnTo>
                <a:lnTo>
                  <a:pt x="172866" y="943546"/>
                </a:lnTo>
                <a:lnTo>
                  <a:pt x="173200" y="951280"/>
                </a:lnTo>
                <a:lnTo>
                  <a:pt x="173501" y="959014"/>
                </a:lnTo>
                <a:lnTo>
                  <a:pt x="173756" y="966748"/>
                </a:lnTo>
                <a:lnTo>
                  <a:pt x="173961" y="974482"/>
                </a:lnTo>
                <a:lnTo>
                  <a:pt x="174110" y="982216"/>
                </a:lnTo>
                <a:lnTo>
                  <a:pt x="174205" y="989950"/>
                </a:lnTo>
                <a:lnTo>
                  <a:pt x="174255" y="997684"/>
                </a:lnTo>
                <a:lnTo>
                  <a:pt x="174269" y="1005418"/>
                </a:lnTo>
                <a:lnTo>
                  <a:pt x="174265" y="1013152"/>
                </a:lnTo>
                <a:lnTo>
                  <a:pt x="174263" y="1020886"/>
                </a:lnTo>
                <a:lnTo>
                  <a:pt x="174288" y="1028620"/>
                </a:lnTo>
                <a:lnTo>
                  <a:pt x="174366" y="1036354"/>
                </a:lnTo>
                <a:lnTo>
                  <a:pt x="174529" y="1044088"/>
                </a:lnTo>
                <a:lnTo>
                  <a:pt x="174812" y="1051822"/>
                </a:lnTo>
                <a:lnTo>
                  <a:pt x="175256" y="1059556"/>
                </a:lnTo>
                <a:lnTo>
                  <a:pt x="175912" y="1067290"/>
                </a:lnTo>
                <a:lnTo>
                  <a:pt x="176840" y="1075024"/>
                </a:lnTo>
                <a:lnTo>
                  <a:pt x="178117" y="1082758"/>
                </a:lnTo>
                <a:lnTo>
                  <a:pt x="179837" y="1090492"/>
                </a:lnTo>
                <a:lnTo>
                  <a:pt x="182113" y="1098226"/>
                </a:lnTo>
                <a:lnTo>
                  <a:pt x="185077" y="1105960"/>
                </a:lnTo>
                <a:lnTo>
                  <a:pt x="188878" y="1113694"/>
                </a:lnTo>
                <a:lnTo>
                  <a:pt x="193673" y="1121428"/>
                </a:lnTo>
                <a:lnTo>
                  <a:pt x="199612" y="1129162"/>
                </a:lnTo>
                <a:lnTo>
                  <a:pt x="206829" y="1136896"/>
                </a:lnTo>
                <a:lnTo>
                  <a:pt x="215412" y="1144630"/>
                </a:lnTo>
                <a:lnTo>
                  <a:pt x="225389" y="1152364"/>
                </a:lnTo>
                <a:lnTo>
                  <a:pt x="236697" y="1160098"/>
                </a:lnTo>
                <a:lnTo>
                  <a:pt x="249169" y="1167832"/>
                </a:lnTo>
                <a:lnTo>
                  <a:pt x="262521" y="1175566"/>
                </a:lnTo>
                <a:lnTo>
                  <a:pt x="276350" y="1183300"/>
                </a:lnTo>
                <a:lnTo>
                  <a:pt x="290148" y="1191034"/>
                </a:lnTo>
                <a:lnTo>
                  <a:pt x="303325" y="1198768"/>
                </a:lnTo>
                <a:lnTo>
                  <a:pt x="315254" y="1206502"/>
                </a:lnTo>
                <a:lnTo>
                  <a:pt x="325316" y="1214235"/>
                </a:lnTo>
                <a:lnTo>
                  <a:pt x="332955" y="1221969"/>
                </a:lnTo>
                <a:lnTo>
                  <a:pt x="337728" y="1229703"/>
                </a:lnTo>
                <a:lnTo>
                  <a:pt x="339352" y="1237437"/>
                </a:lnTo>
                <a:lnTo>
                  <a:pt x="339352" y="1237437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4739" name="Stage1_sixpanel_9910">
            <a:extLst>
              <a:ext uri="{FF2B5EF4-FFF2-40B4-BE49-F238E27FC236}">
                <a16:creationId xmlns:a16="http://schemas.microsoft.com/office/drawing/2014/main" id="{8D47E079-92A2-4F46-ABE3-6A009CBB5CE6}"/>
              </a:ext>
            </a:extLst>
          </p:cNvPr>
          <p:cNvSpPr>
            <a:spLocks noGrp="1"/>
          </p:cNvSpPr>
          <p:nvPr/>
        </p:nvSpPr>
        <p:spPr>
          <a:xfrm>
            <a:off x="6303746" y="807567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0" name="Stage1_sixpanel_9911">
            <a:extLst>
              <a:ext uri="{FF2B5EF4-FFF2-40B4-BE49-F238E27FC236}">
                <a16:creationId xmlns:a16="http://schemas.microsoft.com/office/drawing/2014/main" id="{636F1CF5-F299-46CE-A3AA-9C2B2B2C033E}"/>
              </a:ext>
            </a:extLst>
          </p:cNvPr>
          <p:cNvSpPr>
            <a:spLocks noGrp="1"/>
          </p:cNvSpPr>
          <p:nvPr/>
        </p:nvSpPr>
        <p:spPr>
          <a:xfrm>
            <a:off x="6352352" y="804221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1" name="Stage1_sixpanel_9912">
            <a:extLst>
              <a:ext uri="{FF2B5EF4-FFF2-40B4-BE49-F238E27FC236}">
                <a16:creationId xmlns:a16="http://schemas.microsoft.com/office/drawing/2014/main" id="{8605C956-8812-4077-83F7-227CC007E365}"/>
              </a:ext>
            </a:extLst>
          </p:cNvPr>
          <p:cNvSpPr>
            <a:spLocks noGrp="1"/>
          </p:cNvSpPr>
          <p:nvPr/>
        </p:nvSpPr>
        <p:spPr>
          <a:xfrm>
            <a:off x="630794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2" name="Stage1_sixpanel_9913">
            <a:extLst>
              <a:ext uri="{FF2B5EF4-FFF2-40B4-BE49-F238E27FC236}">
                <a16:creationId xmlns:a16="http://schemas.microsoft.com/office/drawing/2014/main" id="{1D1E041D-114F-46C1-A86C-B0090AA559C9}"/>
              </a:ext>
            </a:extLst>
          </p:cNvPr>
          <p:cNvSpPr>
            <a:spLocks noGrp="1"/>
          </p:cNvSpPr>
          <p:nvPr/>
        </p:nvSpPr>
        <p:spPr>
          <a:xfrm>
            <a:off x="6329338" y="806736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3" name="Stage1_sixpanel_9914">
            <a:extLst>
              <a:ext uri="{FF2B5EF4-FFF2-40B4-BE49-F238E27FC236}">
                <a16:creationId xmlns:a16="http://schemas.microsoft.com/office/drawing/2014/main" id="{F3AC9A7C-9317-4652-9213-D1F72F5557AB}"/>
              </a:ext>
            </a:extLst>
          </p:cNvPr>
          <p:cNvSpPr>
            <a:spLocks noGrp="1"/>
          </p:cNvSpPr>
          <p:nvPr/>
        </p:nvSpPr>
        <p:spPr>
          <a:xfrm>
            <a:off x="6269248" y="807581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4" name="Stage1_sixpanel_9915">
            <a:extLst>
              <a:ext uri="{FF2B5EF4-FFF2-40B4-BE49-F238E27FC236}">
                <a16:creationId xmlns:a16="http://schemas.microsoft.com/office/drawing/2014/main" id="{373B11C8-1782-4C13-8963-2DD8B02E822F}"/>
              </a:ext>
            </a:extLst>
          </p:cNvPr>
          <p:cNvSpPr>
            <a:spLocks noGrp="1"/>
          </p:cNvSpPr>
          <p:nvPr/>
        </p:nvSpPr>
        <p:spPr>
          <a:xfrm>
            <a:off x="6346907" y="741847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5" name="Stage1_sixpanel_9916">
            <a:extLst>
              <a:ext uri="{FF2B5EF4-FFF2-40B4-BE49-F238E27FC236}">
                <a16:creationId xmlns:a16="http://schemas.microsoft.com/office/drawing/2014/main" id="{DE196884-8A1A-4E7E-BDF9-451721E359F4}"/>
              </a:ext>
            </a:extLst>
          </p:cNvPr>
          <p:cNvSpPr>
            <a:spLocks noGrp="1"/>
          </p:cNvSpPr>
          <p:nvPr/>
        </p:nvSpPr>
        <p:spPr>
          <a:xfrm>
            <a:off x="6355540" y="791996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6" name="Stage1_sixpanel_9917">
            <a:extLst>
              <a:ext uri="{FF2B5EF4-FFF2-40B4-BE49-F238E27FC236}">
                <a16:creationId xmlns:a16="http://schemas.microsoft.com/office/drawing/2014/main" id="{9E0B2D41-EC69-4EB2-97D4-BB624C56680E}"/>
              </a:ext>
            </a:extLst>
          </p:cNvPr>
          <p:cNvSpPr>
            <a:spLocks noGrp="1"/>
          </p:cNvSpPr>
          <p:nvPr/>
        </p:nvSpPr>
        <p:spPr>
          <a:xfrm>
            <a:off x="6396828" y="807393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7" name="Stage1_sixpanel_9918">
            <a:extLst>
              <a:ext uri="{FF2B5EF4-FFF2-40B4-BE49-F238E27FC236}">
                <a16:creationId xmlns:a16="http://schemas.microsoft.com/office/drawing/2014/main" id="{1D0D7456-166E-4ED4-AA28-D265BE0D8821}"/>
              </a:ext>
            </a:extLst>
          </p:cNvPr>
          <p:cNvSpPr>
            <a:spLocks noGrp="1"/>
          </p:cNvSpPr>
          <p:nvPr/>
        </p:nvSpPr>
        <p:spPr>
          <a:xfrm>
            <a:off x="6277435" y="785779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8" name="Stage1_sixpanel_9919">
            <a:extLst>
              <a:ext uri="{FF2B5EF4-FFF2-40B4-BE49-F238E27FC236}">
                <a16:creationId xmlns:a16="http://schemas.microsoft.com/office/drawing/2014/main" id="{924BF393-213C-47B0-96DA-C01E173B8A17}"/>
              </a:ext>
            </a:extLst>
          </p:cNvPr>
          <p:cNvSpPr>
            <a:spLocks noGrp="1"/>
          </p:cNvSpPr>
          <p:nvPr/>
        </p:nvSpPr>
        <p:spPr>
          <a:xfrm>
            <a:off x="6391002" y="806831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9" name="Stage1_sixpanel_9920">
            <a:extLst>
              <a:ext uri="{FF2B5EF4-FFF2-40B4-BE49-F238E27FC236}">
                <a16:creationId xmlns:a16="http://schemas.microsoft.com/office/drawing/2014/main" id="{11DD4CE2-DBD6-4CBA-8F7C-024C97E11F46}"/>
              </a:ext>
            </a:extLst>
          </p:cNvPr>
          <p:cNvSpPr>
            <a:spLocks noGrp="1"/>
          </p:cNvSpPr>
          <p:nvPr/>
        </p:nvSpPr>
        <p:spPr>
          <a:xfrm>
            <a:off x="6465163" y="795904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0" name="Stage1_sixpanel_9921">
            <a:extLst>
              <a:ext uri="{FF2B5EF4-FFF2-40B4-BE49-F238E27FC236}">
                <a16:creationId xmlns:a16="http://schemas.microsoft.com/office/drawing/2014/main" id="{BD6B526B-597E-49AE-A3CA-B04FC540D384}"/>
              </a:ext>
            </a:extLst>
          </p:cNvPr>
          <p:cNvSpPr>
            <a:spLocks noGrp="1"/>
          </p:cNvSpPr>
          <p:nvPr/>
        </p:nvSpPr>
        <p:spPr>
          <a:xfrm>
            <a:off x="6442065" y="804934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1" name="Stage1_sixpanel_9922">
            <a:extLst>
              <a:ext uri="{FF2B5EF4-FFF2-40B4-BE49-F238E27FC236}">
                <a16:creationId xmlns:a16="http://schemas.microsoft.com/office/drawing/2014/main" id="{78EE4D05-5FE1-4F70-9F04-9002D4A28472}"/>
              </a:ext>
            </a:extLst>
          </p:cNvPr>
          <p:cNvSpPr>
            <a:spLocks noGrp="1"/>
          </p:cNvSpPr>
          <p:nvPr/>
        </p:nvSpPr>
        <p:spPr>
          <a:xfrm>
            <a:off x="6370467" y="80763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2" name="Stage1_sixpanel_9923">
            <a:extLst>
              <a:ext uri="{FF2B5EF4-FFF2-40B4-BE49-F238E27FC236}">
                <a16:creationId xmlns:a16="http://schemas.microsoft.com/office/drawing/2014/main" id="{AB881E31-B85C-409D-B025-C357F4F362E7}"/>
              </a:ext>
            </a:extLst>
          </p:cNvPr>
          <p:cNvSpPr>
            <a:spLocks noGrp="1"/>
          </p:cNvSpPr>
          <p:nvPr/>
        </p:nvSpPr>
        <p:spPr>
          <a:xfrm>
            <a:off x="632750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3" name="Stage1_sixpanel_9924">
            <a:extLst>
              <a:ext uri="{FF2B5EF4-FFF2-40B4-BE49-F238E27FC236}">
                <a16:creationId xmlns:a16="http://schemas.microsoft.com/office/drawing/2014/main" id="{5F5D5C2E-0F86-4D97-BC19-EAFB7398DA1B}"/>
              </a:ext>
            </a:extLst>
          </p:cNvPr>
          <p:cNvSpPr>
            <a:spLocks noGrp="1"/>
          </p:cNvSpPr>
          <p:nvPr/>
        </p:nvSpPr>
        <p:spPr>
          <a:xfrm>
            <a:off x="6465254" y="781377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4" name="Stage1_sixpanel_9925">
            <a:extLst>
              <a:ext uri="{FF2B5EF4-FFF2-40B4-BE49-F238E27FC236}">
                <a16:creationId xmlns:a16="http://schemas.microsoft.com/office/drawing/2014/main" id="{1087F4AC-4848-42CD-8D94-3801AD52FD69}"/>
              </a:ext>
            </a:extLst>
          </p:cNvPr>
          <p:cNvSpPr>
            <a:spLocks noGrp="1"/>
          </p:cNvSpPr>
          <p:nvPr/>
        </p:nvSpPr>
        <p:spPr>
          <a:xfrm>
            <a:off x="644612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5" name="Stage1_sixpanel_9926">
            <a:extLst>
              <a:ext uri="{FF2B5EF4-FFF2-40B4-BE49-F238E27FC236}">
                <a16:creationId xmlns:a16="http://schemas.microsoft.com/office/drawing/2014/main" id="{1C6BE6F0-C4DC-47E8-978A-21A2FE3C4CF5}"/>
              </a:ext>
            </a:extLst>
          </p:cNvPr>
          <p:cNvSpPr>
            <a:spLocks noGrp="1"/>
          </p:cNvSpPr>
          <p:nvPr/>
        </p:nvSpPr>
        <p:spPr>
          <a:xfrm>
            <a:off x="6429104" y="80769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6" name="Stage1_sixpanel_9927">
            <a:extLst>
              <a:ext uri="{FF2B5EF4-FFF2-40B4-BE49-F238E27FC236}">
                <a16:creationId xmlns:a16="http://schemas.microsoft.com/office/drawing/2014/main" id="{60CAE49D-4628-48A0-A486-99BEFED349BD}"/>
              </a:ext>
            </a:extLst>
          </p:cNvPr>
          <p:cNvSpPr>
            <a:spLocks noGrp="1"/>
          </p:cNvSpPr>
          <p:nvPr/>
        </p:nvSpPr>
        <p:spPr>
          <a:xfrm>
            <a:off x="6340201" y="800544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7" name="Stage1_sixpanel_9928">
            <a:extLst>
              <a:ext uri="{FF2B5EF4-FFF2-40B4-BE49-F238E27FC236}">
                <a16:creationId xmlns:a16="http://schemas.microsoft.com/office/drawing/2014/main" id="{D911A5F3-1DAE-44DD-B9E5-431B39B6B73F}"/>
              </a:ext>
            </a:extLst>
          </p:cNvPr>
          <p:cNvSpPr>
            <a:spLocks noGrp="1"/>
          </p:cNvSpPr>
          <p:nvPr/>
        </p:nvSpPr>
        <p:spPr>
          <a:xfrm>
            <a:off x="6431322" y="803519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8" name="Stage1_sixpanel_9929">
            <a:extLst>
              <a:ext uri="{FF2B5EF4-FFF2-40B4-BE49-F238E27FC236}">
                <a16:creationId xmlns:a16="http://schemas.microsoft.com/office/drawing/2014/main" id="{2100A957-A3A3-494F-A2D7-1C1D2CAC80D4}"/>
              </a:ext>
            </a:extLst>
          </p:cNvPr>
          <p:cNvSpPr>
            <a:spLocks noGrp="1"/>
          </p:cNvSpPr>
          <p:nvPr/>
        </p:nvSpPr>
        <p:spPr>
          <a:xfrm>
            <a:off x="638328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9" name="Stage1_sixpanel_9930">
            <a:extLst>
              <a:ext uri="{FF2B5EF4-FFF2-40B4-BE49-F238E27FC236}">
                <a16:creationId xmlns:a16="http://schemas.microsoft.com/office/drawing/2014/main" id="{C6DBBB94-105E-4683-B969-37790AEFE6C9}"/>
              </a:ext>
            </a:extLst>
          </p:cNvPr>
          <p:cNvSpPr>
            <a:spLocks noGrp="1"/>
          </p:cNvSpPr>
          <p:nvPr/>
        </p:nvSpPr>
        <p:spPr>
          <a:xfrm>
            <a:off x="6408153" y="808217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0" name="Stage1_sixpanel_9931">
            <a:extLst>
              <a:ext uri="{FF2B5EF4-FFF2-40B4-BE49-F238E27FC236}">
                <a16:creationId xmlns:a16="http://schemas.microsoft.com/office/drawing/2014/main" id="{1424BEB2-6FF4-4A39-8FE3-3272988AF3DD}"/>
              </a:ext>
            </a:extLst>
          </p:cNvPr>
          <p:cNvSpPr>
            <a:spLocks noGrp="1"/>
          </p:cNvSpPr>
          <p:nvPr/>
        </p:nvSpPr>
        <p:spPr>
          <a:xfrm>
            <a:off x="644643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1" name="Stage1_sixpanel_9932">
            <a:extLst>
              <a:ext uri="{FF2B5EF4-FFF2-40B4-BE49-F238E27FC236}">
                <a16:creationId xmlns:a16="http://schemas.microsoft.com/office/drawing/2014/main" id="{6E98BA24-0095-4D21-8FF4-80A3CBE94445}"/>
              </a:ext>
            </a:extLst>
          </p:cNvPr>
          <p:cNvSpPr>
            <a:spLocks noGrp="1"/>
          </p:cNvSpPr>
          <p:nvPr/>
        </p:nvSpPr>
        <p:spPr>
          <a:xfrm>
            <a:off x="6316918" y="805913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2" name="Stage1_sixpanel_9933">
            <a:extLst>
              <a:ext uri="{FF2B5EF4-FFF2-40B4-BE49-F238E27FC236}">
                <a16:creationId xmlns:a16="http://schemas.microsoft.com/office/drawing/2014/main" id="{2A7CD9AE-B709-42D6-9ECB-BA696F7D39BC}"/>
              </a:ext>
            </a:extLst>
          </p:cNvPr>
          <p:cNvSpPr>
            <a:spLocks noGrp="1"/>
          </p:cNvSpPr>
          <p:nvPr/>
        </p:nvSpPr>
        <p:spPr>
          <a:xfrm>
            <a:off x="632726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3" name="Stage1_sixpanel_9934">
            <a:extLst>
              <a:ext uri="{FF2B5EF4-FFF2-40B4-BE49-F238E27FC236}">
                <a16:creationId xmlns:a16="http://schemas.microsoft.com/office/drawing/2014/main" id="{024C0E78-91BB-4268-96B7-CF3BD18F9944}"/>
              </a:ext>
            </a:extLst>
          </p:cNvPr>
          <p:cNvSpPr>
            <a:spLocks noGrp="1"/>
          </p:cNvSpPr>
          <p:nvPr/>
        </p:nvSpPr>
        <p:spPr>
          <a:xfrm>
            <a:off x="647628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4" name="Stage1_sixpanel_9935">
            <a:extLst>
              <a:ext uri="{FF2B5EF4-FFF2-40B4-BE49-F238E27FC236}">
                <a16:creationId xmlns:a16="http://schemas.microsoft.com/office/drawing/2014/main" id="{4A8855EB-69B5-4DEB-89DA-0A1AC223F1CD}"/>
              </a:ext>
            </a:extLst>
          </p:cNvPr>
          <p:cNvSpPr>
            <a:spLocks noGrp="1"/>
          </p:cNvSpPr>
          <p:nvPr/>
        </p:nvSpPr>
        <p:spPr>
          <a:xfrm>
            <a:off x="6333828" y="80627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5" name="Stage1_sixpanel_9936">
            <a:extLst>
              <a:ext uri="{FF2B5EF4-FFF2-40B4-BE49-F238E27FC236}">
                <a16:creationId xmlns:a16="http://schemas.microsoft.com/office/drawing/2014/main" id="{ED156FF2-E952-4907-BCF6-F7310A386DDB}"/>
              </a:ext>
            </a:extLst>
          </p:cNvPr>
          <p:cNvSpPr>
            <a:spLocks noGrp="1"/>
          </p:cNvSpPr>
          <p:nvPr/>
        </p:nvSpPr>
        <p:spPr>
          <a:xfrm>
            <a:off x="635067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6" name="Stage1_sixpanel_9937">
            <a:extLst>
              <a:ext uri="{FF2B5EF4-FFF2-40B4-BE49-F238E27FC236}">
                <a16:creationId xmlns:a16="http://schemas.microsoft.com/office/drawing/2014/main" id="{F540CB17-7ACE-4B3B-8FBA-DF7E208AAC96}"/>
              </a:ext>
            </a:extLst>
          </p:cNvPr>
          <p:cNvSpPr>
            <a:spLocks noGrp="1"/>
          </p:cNvSpPr>
          <p:nvPr/>
        </p:nvSpPr>
        <p:spPr>
          <a:xfrm>
            <a:off x="6372192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7" name="Stage1_sixpanel_9938">
            <a:extLst>
              <a:ext uri="{FF2B5EF4-FFF2-40B4-BE49-F238E27FC236}">
                <a16:creationId xmlns:a16="http://schemas.microsoft.com/office/drawing/2014/main" id="{97967585-5899-4663-9708-388638F861DD}"/>
              </a:ext>
            </a:extLst>
          </p:cNvPr>
          <p:cNvSpPr>
            <a:spLocks noGrp="1"/>
          </p:cNvSpPr>
          <p:nvPr/>
        </p:nvSpPr>
        <p:spPr>
          <a:xfrm>
            <a:off x="628275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8" name="Stage1_sixpanel_9939">
            <a:extLst>
              <a:ext uri="{FF2B5EF4-FFF2-40B4-BE49-F238E27FC236}">
                <a16:creationId xmlns:a16="http://schemas.microsoft.com/office/drawing/2014/main" id="{CD383A31-1DD9-4F4A-91AB-DA97B653C94C}"/>
              </a:ext>
            </a:extLst>
          </p:cNvPr>
          <p:cNvSpPr>
            <a:spLocks noGrp="1"/>
          </p:cNvSpPr>
          <p:nvPr/>
        </p:nvSpPr>
        <p:spPr>
          <a:xfrm>
            <a:off x="644219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9" name="Stage1_sixpanel_9940">
            <a:extLst>
              <a:ext uri="{FF2B5EF4-FFF2-40B4-BE49-F238E27FC236}">
                <a16:creationId xmlns:a16="http://schemas.microsoft.com/office/drawing/2014/main" id="{9495731E-20B2-4928-83E9-D138A18A5DD2}"/>
              </a:ext>
            </a:extLst>
          </p:cNvPr>
          <p:cNvSpPr>
            <a:spLocks noGrp="1"/>
          </p:cNvSpPr>
          <p:nvPr/>
        </p:nvSpPr>
        <p:spPr>
          <a:xfrm>
            <a:off x="646331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0" name="Stage1_sixpanel_9941">
            <a:extLst>
              <a:ext uri="{FF2B5EF4-FFF2-40B4-BE49-F238E27FC236}">
                <a16:creationId xmlns:a16="http://schemas.microsoft.com/office/drawing/2014/main" id="{D6B59DB1-DA12-423B-9BA3-2E39DB604D69}"/>
              </a:ext>
            </a:extLst>
          </p:cNvPr>
          <p:cNvSpPr>
            <a:spLocks noGrp="1"/>
          </p:cNvSpPr>
          <p:nvPr/>
        </p:nvSpPr>
        <p:spPr>
          <a:xfrm>
            <a:off x="6280071" y="797747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1" name="Stage1_sixpanel_9942">
            <a:extLst>
              <a:ext uri="{FF2B5EF4-FFF2-40B4-BE49-F238E27FC236}">
                <a16:creationId xmlns:a16="http://schemas.microsoft.com/office/drawing/2014/main" id="{76E8682C-E7D8-4721-A1E9-EA415A67C163}"/>
              </a:ext>
            </a:extLst>
          </p:cNvPr>
          <p:cNvSpPr>
            <a:spLocks noGrp="1"/>
          </p:cNvSpPr>
          <p:nvPr/>
        </p:nvSpPr>
        <p:spPr>
          <a:xfrm>
            <a:off x="6376622" y="804198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2" name="Stage1_sixpanel_9943">
            <a:extLst>
              <a:ext uri="{FF2B5EF4-FFF2-40B4-BE49-F238E27FC236}">
                <a16:creationId xmlns:a16="http://schemas.microsoft.com/office/drawing/2014/main" id="{17B4C4E2-6164-469A-A106-310B8164DA17}"/>
              </a:ext>
            </a:extLst>
          </p:cNvPr>
          <p:cNvSpPr>
            <a:spLocks noGrp="1"/>
          </p:cNvSpPr>
          <p:nvPr/>
        </p:nvSpPr>
        <p:spPr>
          <a:xfrm>
            <a:off x="6423113" y="807009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3" name="Stage1_sixpanel_9944">
            <a:extLst>
              <a:ext uri="{FF2B5EF4-FFF2-40B4-BE49-F238E27FC236}">
                <a16:creationId xmlns:a16="http://schemas.microsoft.com/office/drawing/2014/main" id="{1A8AB08E-3B26-4716-8960-5CC87CD31E79}"/>
              </a:ext>
            </a:extLst>
          </p:cNvPr>
          <p:cNvSpPr>
            <a:spLocks noGrp="1"/>
          </p:cNvSpPr>
          <p:nvPr/>
        </p:nvSpPr>
        <p:spPr>
          <a:xfrm>
            <a:off x="6449504" y="80811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4" name="Stage1_sixpanel_9945">
            <a:extLst>
              <a:ext uri="{FF2B5EF4-FFF2-40B4-BE49-F238E27FC236}">
                <a16:creationId xmlns:a16="http://schemas.microsoft.com/office/drawing/2014/main" id="{998ABBED-FB28-4C13-8C6C-9FB29EDCF3FC}"/>
              </a:ext>
            </a:extLst>
          </p:cNvPr>
          <p:cNvSpPr>
            <a:spLocks noGrp="1"/>
          </p:cNvSpPr>
          <p:nvPr/>
        </p:nvSpPr>
        <p:spPr>
          <a:xfrm>
            <a:off x="636253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5" name="Stage1_sixpanel_9946">
            <a:extLst>
              <a:ext uri="{FF2B5EF4-FFF2-40B4-BE49-F238E27FC236}">
                <a16:creationId xmlns:a16="http://schemas.microsoft.com/office/drawing/2014/main" id="{BDA14D34-6CDA-49C7-AE2D-D3476F27CB25}"/>
              </a:ext>
            </a:extLst>
          </p:cNvPr>
          <p:cNvSpPr>
            <a:spLocks noGrp="1"/>
          </p:cNvSpPr>
          <p:nvPr/>
        </p:nvSpPr>
        <p:spPr>
          <a:xfrm>
            <a:off x="6477975" y="80806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6" name="Stage1_sixpanel_9947">
            <a:extLst>
              <a:ext uri="{FF2B5EF4-FFF2-40B4-BE49-F238E27FC236}">
                <a16:creationId xmlns:a16="http://schemas.microsoft.com/office/drawing/2014/main" id="{5B8888CE-4C40-4FA8-9AEE-5083AE0F00B0}"/>
              </a:ext>
            </a:extLst>
          </p:cNvPr>
          <p:cNvSpPr>
            <a:spLocks noGrp="1"/>
          </p:cNvSpPr>
          <p:nvPr/>
        </p:nvSpPr>
        <p:spPr>
          <a:xfrm>
            <a:off x="6278685" y="807551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7" name="Stage1_sixpanel_9948">
            <a:extLst>
              <a:ext uri="{FF2B5EF4-FFF2-40B4-BE49-F238E27FC236}">
                <a16:creationId xmlns:a16="http://schemas.microsoft.com/office/drawing/2014/main" id="{B18C9766-45D6-411F-842F-8561C74B827E}"/>
              </a:ext>
            </a:extLst>
          </p:cNvPr>
          <p:cNvSpPr>
            <a:spLocks noGrp="1"/>
          </p:cNvSpPr>
          <p:nvPr/>
        </p:nvSpPr>
        <p:spPr>
          <a:xfrm>
            <a:off x="636362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8" name="Stage1_sixpanel_9949">
            <a:extLst>
              <a:ext uri="{FF2B5EF4-FFF2-40B4-BE49-F238E27FC236}">
                <a16:creationId xmlns:a16="http://schemas.microsoft.com/office/drawing/2014/main" id="{CF8DAA94-72B4-4B2A-9536-558F13EBAA7B}"/>
              </a:ext>
            </a:extLst>
          </p:cNvPr>
          <p:cNvSpPr>
            <a:spLocks noGrp="1"/>
          </p:cNvSpPr>
          <p:nvPr/>
        </p:nvSpPr>
        <p:spPr>
          <a:xfrm>
            <a:off x="6413699" y="80800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9" name="Stage1_sixpanel_9950">
            <a:extLst>
              <a:ext uri="{FF2B5EF4-FFF2-40B4-BE49-F238E27FC236}">
                <a16:creationId xmlns:a16="http://schemas.microsoft.com/office/drawing/2014/main" id="{BA5F9926-C80C-403C-AA0F-59EF97AF3C7E}"/>
              </a:ext>
            </a:extLst>
          </p:cNvPr>
          <p:cNvSpPr>
            <a:spLocks noGrp="1"/>
          </p:cNvSpPr>
          <p:nvPr/>
        </p:nvSpPr>
        <p:spPr>
          <a:xfrm>
            <a:off x="6319375" y="808144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0" name="Stage1_sixpanel_9951">
            <a:extLst>
              <a:ext uri="{FF2B5EF4-FFF2-40B4-BE49-F238E27FC236}">
                <a16:creationId xmlns:a16="http://schemas.microsoft.com/office/drawing/2014/main" id="{2D8BA5FB-DEC8-4AF7-9DEA-FF981965D4BB}"/>
              </a:ext>
            </a:extLst>
          </p:cNvPr>
          <p:cNvSpPr>
            <a:spLocks noGrp="1"/>
          </p:cNvSpPr>
          <p:nvPr/>
        </p:nvSpPr>
        <p:spPr>
          <a:xfrm>
            <a:off x="6370949" y="806962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1" name="Stage1_sixpanel_9952">
            <a:extLst>
              <a:ext uri="{FF2B5EF4-FFF2-40B4-BE49-F238E27FC236}">
                <a16:creationId xmlns:a16="http://schemas.microsoft.com/office/drawing/2014/main" id="{516C30F6-A0A5-433A-94AC-260808679D78}"/>
              </a:ext>
            </a:extLst>
          </p:cNvPr>
          <p:cNvSpPr>
            <a:spLocks noGrp="1"/>
          </p:cNvSpPr>
          <p:nvPr/>
        </p:nvSpPr>
        <p:spPr>
          <a:xfrm>
            <a:off x="6436185" y="805366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2" name="Stage1_sixpanel_9953">
            <a:extLst>
              <a:ext uri="{FF2B5EF4-FFF2-40B4-BE49-F238E27FC236}">
                <a16:creationId xmlns:a16="http://schemas.microsoft.com/office/drawing/2014/main" id="{E2261535-F22C-40F3-9494-DD23CC94EA1B}"/>
              </a:ext>
            </a:extLst>
          </p:cNvPr>
          <p:cNvSpPr>
            <a:spLocks noGrp="1"/>
          </p:cNvSpPr>
          <p:nvPr/>
        </p:nvSpPr>
        <p:spPr>
          <a:xfrm>
            <a:off x="6458463" y="807487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3" name="Stage1_sixpanel_9954">
            <a:extLst>
              <a:ext uri="{FF2B5EF4-FFF2-40B4-BE49-F238E27FC236}">
                <a16:creationId xmlns:a16="http://schemas.microsoft.com/office/drawing/2014/main" id="{EF2CA0A2-2FF3-43A1-8BDC-D9AA4535C609}"/>
              </a:ext>
            </a:extLst>
          </p:cNvPr>
          <p:cNvSpPr>
            <a:spLocks noGrp="1"/>
          </p:cNvSpPr>
          <p:nvPr/>
        </p:nvSpPr>
        <p:spPr>
          <a:xfrm>
            <a:off x="6342555" y="781377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4" name="Stage1_sixpanel_9955">
            <a:extLst>
              <a:ext uri="{FF2B5EF4-FFF2-40B4-BE49-F238E27FC236}">
                <a16:creationId xmlns:a16="http://schemas.microsoft.com/office/drawing/2014/main" id="{0F0B631F-A5F0-422E-8957-14258089DA52}"/>
              </a:ext>
            </a:extLst>
          </p:cNvPr>
          <p:cNvSpPr>
            <a:spLocks noGrp="1"/>
          </p:cNvSpPr>
          <p:nvPr/>
        </p:nvSpPr>
        <p:spPr>
          <a:xfrm>
            <a:off x="634427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5" name="Stage1_sixpanel_9956">
            <a:extLst>
              <a:ext uri="{FF2B5EF4-FFF2-40B4-BE49-F238E27FC236}">
                <a16:creationId xmlns:a16="http://schemas.microsoft.com/office/drawing/2014/main" id="{1DA0CB91-EEAA-4D3F-85ED-274F653B7EA8}"/>
              </a:ext>
            </a:extLst>
          </p:cNvPr>
          <p:cNvSpPr>
            <a:spLocks noGrp="1"/>
          </p:cNvSpPr>
          <p:nvPr/>
        </p:nvSpPr>
        <p:spPr>
          <a:xfrm>
            <a:off x="6436797" y="80546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6" name="Stage1_sixpanel_9957">
            <a:extLst>
              <a:ext uri="{FF2B5EF4-FFF2-40B4-BE49-F238E27FC236}">
                <a16:creationId xmlns:a16="http://schemas.microsoft.com/office/drawing/2014/main" id="{4C825771-CC64-478D-86D6-7FC24DEB3159}"/>
              </a:ext>
            </a:extLst>
          </p:cNvPr>
          <p:cNvSpPr>
            <a:spLocks noGrp="1"/>
          </p:cNvSpPr>
          <p:nvPr/>
        </p:nvSpPr>
        <p:spPr>
          <a:xfrm>
            <a:off x="6310465" y="807300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7" name="Stage1_sixpanel_9958">
            <a:extLst>
              <a:ext uri="{FF2B5EF4-FFF2-40B4-BE49-F238E27FC236}">
                <a16:creationId xmlns:a16="http://schemas.microsoft.com/office/drawing/2014/main" id="{0B71D6F1-0D7F-4B95-BD42-EEAD2182B793}"/>
              </a:ext>
            </a:extLst>
          </p:cNvPr>
          <p:cNvSpPr>
            <a:spLocks noGrp="1"/>
          </p:cNvSpPr>
          <p:nvPr/>
        </p:nvSpPr>
        <p:spPr>
          <a:xfrm>
            <a:off x="6306191" y="806410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8" name="Stage1_sixpanel_9959">
            <a:extLst>
              <a:ext uri="{FF2B5EF4-FFF2-40B4-BE49-F238E27FC236}">
                <a16:creationId xmlns:a16="http://schemas.microsoft.com/office/drawing/2014/main" id="{397C05E8-32BA-4000-81AC-CFB52B0FB414}"/>
              </a:ext>
            </a:extLst>
          </p:cNvPr>
          <p:cNvSpPr>
            <a:spLocks noGrp="1"/>
          </p:cNvSpPr>
          <p:nvPr/>
        </p:nvSpPr>
        <p:spPr>
          <a:xfrm>
            <a:off x="643719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9" name="Stage1_sixpanel_9960">
            <a:extLst>
              <a:ext uri="{FF2B5EF4-FFF2-40B4-BE49-F238E27FC236}">
                <a16:creationId xmlns:a16="http://schemas.microsoft.com/office/drawing/2014/main" id="{E6A54F0B-CD9B-4500-957C-09179C6B4AA4}"/>
              </a:ext>
            </a:extLst>
          </p:cNvPr>
          <p:cNvSpPr>
            <a:spLocks noGrp="1"/>
          </p:cNvSpPr>
          <p:nvPr/>
        </p:nvSpPr>
        <p:spPr>
          <a:xfrm>
            <a:off x="6478521" y="808023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0" name="Stage1_sixpanel_9961">
            <a:extLst>
              <a:ext uri="{FF2B5EF4-FFF2-40B4-BE49-F238E27FC236}">
                <a16:creationId xmlns:a16="http://schemas.microsoft.com/office/drawing/2014/main" id="{45D46E5B-B7AF-4B59-9968-DD18975E510C}"/>
              </a:ext>
            </a:extLst>
          </p:cNvPr>
          <p:cNvSpPr>
            <a:spLocks noGrp="1"/>
          </p:cNvSpPr>
          <p:nvPr/>
        </p:nvSpPr>
        <p:spPr>
          <a:xfrm>
            <a:off x="6381182" y="80570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1" name="Stage1_sixpanel_9962">
            <a:extLst>
              <a:ext uri="{FF2B5EF4-FFF2-40B4-BE49-F238E27FC236}">
                <a16:creationId xmlns:a16="http://schemas.microsoft.com/office/drawing/2014/main" id="{6F19EB16-ECB8-4603-A16F-5C9CC8F60346}"/>
              </a:ext>
            </a:extLst>
          </p:cNvPr>
          <p:cNvSpPr>
            <a:spLocks noGrp="1"/>
          </p:cNvSpPr>
          <p:nvPr/>
        </p:nvSpPr>
        <p:spPr>
          <a:xfrm>
            <a:off x="6277321" y="806872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2" name="Stage1_sixpanel_9963">
            <a:extLst>
              <a:ext uri="{FF2B5EF4-FFF2-40B4-BE49-F238E27FC236}">
                <a16:creationId xmlns:a16="http://schemas.microsoft.com/office/drawing/2014/main" id="{1C37623F-4665-4998-9450-5364533516F8}"/>
              </a:ext>
            </a:extLst>
          </p:cNvPr>
          <p:cNvSpPr>
            <a:spLocks noGrp="1"/>
          </p:cNvSpPr>
          <p:nvPr/>
        </p:nvSpPr>
        <p:spPr>
          <a:xfrm>
            <a:off x="629426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3" name="Stage1_sixpanel_9964">
            <a:extLst>
              <a:ext uri="{FF2B5EF4-FFF2-40B4-BE49-F238E27FC236}">
                <a16:creationId xmlns:a16="http://schemas.microsoft.com/office/drawing/2014/main" id="{641C0D58-36FA-44D2-A64D-7574B600C59D}"/>
              </a:ext>
            </a:extLst>
          </p:cNvPr>
          <p:cNvSpPr>
            <a:spLocks noGrp="1"/>
          </p:cNvSpPr>
          <p:nvPr/>
        </p:nvSpPr>
        <p:spPr>
          <a:xfrm>
            <a:off x="6465764" y="783529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4" name="Stage1_sixpanel_9965">
            <a:extLst>
              <a:ext uri="{FF2B5EF4-FFF2-40B4-BE49-F238E27FC236}">
                <a16:creationId xmlns:a16="http://schemas.microsoft.com/office/drawing/2014/main" id="{BDFA190C-E5BD-4D7A-A4FB-94F5F2A020BA}"/>
              </a:ext>
            </a:extLst>
          </p:cNvPr>
          <p:cNvSpPr>
            <a:spLocks noGrp="1"/>
          </p:cNvSpPr>
          <p:nvPr/>
        </p:nvSpPr>
        <p:spPr>
          <a:xfrm>
            <a:off x="6384582" y="807183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5" name="Stage1_sixpanel_9966">
            <a:extLst>
              <a:ext uri="{FF2B5EF4-FFF2-40B4-BE49-F238E27FC236}">
                <a16:creationId xmlns:a16="http://schemas.microsoft.com/office/drawing/2014/main" id="{AEB250BA-59AD-4408-85C5-AD2DCA4717FC}"/>
              </a:ext>
            </a:extLst>
          </p:cNvPr>
          <p:cNvSpPr>
            <a:spLocks noGrp="1"/>
          </p:cNvSpPr>
          <p:nvPr/>
        </p:nvSpPr>
        <p:spPr>
          <a:xfrm>
            <a:off x="6462333" y="805543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6" name="Stage1_sixpanel_9967">
            <a:extLst>
              <a:ext uri="{FF2B5EF4-FFF2-40B4-BE49-F238E27FC236}">
                <a16:creationId xmlns:a16="http://schemas.microsoft.com/office/drawing/2014/main" id="{C54D7717-500C-42BA-A2A4-95410A176906}"/>
              </a:ext>
            </a:extLst>
          </p:cNvPr>
          <p:cNvSpPr>
            <a:spLocks noGrp="1"/>
          </p:cNvSpPr>
          <p:nvPr/>
        </p:nvSpPr>
        <p:spPr>
          <a:xfrm>
            <a:off x="6428221" y="805497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7" name="Stage1_sixpanel_9968">
            <a:extLst>
              <a:ext uri="{FF2B5EF4-FFF2-40B4-BE49-F238E27FC236}">
                <a16:creationId xmlns:a16="http://schemas.microsoft.com/office/drawing/2014/main" id="{D8E3BC0E-317A-4ACF-A11F-BDA850C22BA5}"/>
              </a:ext>
            </a:extLst>
          </p:cNvPr>
          <p:cNvSpPr>
            <a:spLocks noGrp="1"/>
          </p:cNvSpPr>
          <p:nvPr/>
        </p:nvSpPr>
        <p:spPr>
          <a:xfrm>
            <a:off x="6359154" y="806057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8" name="Stage1_sixpanel_9969">
            <a:extLst>
              <a:ext uri="{FF2B5EF4-FFF2-40B4-BE49-F238E27FC236}">
                <a16:creationId xmlns:a16="http://schemas.microsoft.com/office/drawing/2014/main" id="{D533FD15-505A-40EE-A5DE-D7D4BC0274A1}"/>
              </a:ext>
            </a:extLst>
          </p:cNvPr>
          <p:cNvSpPr>
            <a:spLocks noGrp="1"/>
          </p:cNvSpPr>
          <p:nvPr/>
        </p:nvSpPr>
        <p:spPr>
          <a:xfrm>
            <a:off x="6338983" y="80735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9" name="Stage1_sixpanel_9970">
            <a:extLst>
              <a:ext uri="{FF2B5EF4-FFF2-40B4-BE49-F238E27FC236}">
                <a16:creationId xmlns:a16="http://schemas.microsoft.com/office/drawing/2014/main" id="{EF86D63E-CF98-4C00-86D3-60971602DA3C}"/>
              </a:ext>
            </a:extLst>
          </p:cNvPr>
          <p:cNvSpPr>
            <a:spLocks noGrp="1"/>
          </p:cNvSpPr>
          <p:nvPr/>
        </p:nvSpPr>
        <p:spPr>
          <a:xfrm>
            <a:off x="6288269" y="800028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0" name="Stage1_sixpanel_9971">
            <a:extLst>
              <a:ext uri="{FF2B5EF4-FFF2-40B4-BE49-F238E27FC236}">
                <a16:creationId xmlns:a16="http://schemas.microsoft.com/office/drawing/2014/main" id="{A7A6815F-9F69-4B93-ABB9-86B6C5DDA513}"/>
              </a:ext>
            </a:extLst>
          </p:cNvPr>
          <p:cNvSpPr>
            <a:spLocks noGrp="1"/>
          </p:cNvSpPr>
          <p:nvPr/>
        </p:nvSpPr>
        <p:spPr>
          <a:xfrm>
            <a:off x="633031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1" name="Stage1_sixpanel_9972">
            <a:extLst>
              <a:ext uri="{FF2B5EF4-FFF2-40B4-BE49-F238E27FC236}">
                <a16:creationId xmlns:a16="http://schemas.microsoft.com/office/drawing/2014/main" id="{4AD0B939-C165-443D-B569-0861594F35F4}"/>
              </a:ext>
            </a:extLst>
          </p:cNvPr>
          <p:cNvSpPr>
            <a:spLocks noGrp="1"/>
          </p:cNvSpPr>
          <p:nvPr/>
        </p:nvSpPr>
        <p:spPr>
          <a:xfrm>
            <a:off x="6290239" y="807447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2" name="Stage1_sixpanel_9973">
            <a:extLst>
              <a:ext uri="{FF2B5EF4-FFF2-40B4-BE49-F238E27FC236}">
                <a16:creationId xmlns:a16="http://schemas.microsoft.com/office/drawing/2014/main" id="{68DF1602-738C-4B52-ABC0-2154068E50FB}"/>
              </a:ext>
            </a:extLst>
          </p:cNvPr>
          <p:cNvSpPr>
            <a:spLocks noGrp="1"/>
          </p:cNvSpPr>
          <p:nvPr/>
        </p:nvSpPr>
        <p:spPr>
          <a:xfrm>
            <a:off x="634236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3" name="Stage1_sixpanel_9974">
            <a:extLst>
              <a:ext uri="{FF2B5EF4-FFF2-40B4-BE49-F238E27FC236}">
                <a16:creationId xmlns:a16="http://schemas.microsoft.com/office/drawing/2014/main" id="{137CD18D-C417-48A7-9048-7BCEE3849A9F}"/>
              </a:ext>
            </a:extLst>
          </p:cNvPr>
          <p:cNvSpPr>
            <a:spLocks noGrp="1"/>
          </p:cNvSpPr>
          <p:nvPr/>
        </p:nvSpPr>
        <p:spPr>
          <a:xfrm>
            <a:off x="6292827" y="80546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4" name="Stage1_sixpanel_9975">
            <a:extLst>
              <a:ext uri="{FF2B5EF4-FFF2-40B4-BE49-F238E27FC236}">
                <a16:creationId xmlns:a16="http://schemas.microsoft.com/office/drawing/2014/main" id="{236F3F7B-9EF0-40AC-8171-4FEC425AAF85}"/>
              </a:ext>
            </a:extLst>
          </p:cNvPr>
          <p:cNvSpPr>
            <a:spLocks noGrp="1"/>
          </p:cNvSpPr>
          <p:nvPr/>
        </p:nvSpPr>
        <p:spPr>
          <a:xfrm>
            <a:off x="627278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5" name="Stage1_sixpanel_9976">
            <a:extLst>
              <a:ext uri="{FF2B5EF4-FFF2-40B4-BE49-F238E27FC236}">
                <a16:creationId xmlns:a16="http://schemas.microsoft.com/office/drawing/2014/main" id="{919822C5-E490-4821-9163-8686E7190562}"/>
              </a:ext>
            </a:extLst>
          </p:cNvPr>
          <p:cNvSpPr>
            <a:spLocks noGrp="1"/>
          </p:cNvSpPr>
          <p:nvPr/>
        </p:nvSpPr>
        <p:spPr>
          <a:xfrm>
            <a:off x="6359105" y="807958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6" name="Stage1_sixpanel_9977">
            <a:extLst>
              <a:ext uri="{FF2B5EF4-FFF2-40B4-BE49-F238E27FC236}">
                <a16:creationId xmlns:a16="http://schemas.microsoft.com/office/drawing/2014/main" id="{85C54C85-7C0D-4ED4-B817-AF461ABB3586}"/>
              </a:ext>
            </a:extLst>
          </p:cNvPr>
          <p:cNvSpPr>
            <a:spLocks noGrp="1"/>
          </p:cNvSpPr>
          <p:nvPr/>
        </p:nvSpPr>
        <p:spPr>
          <a:xfrm>
            <a:off x="643783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7" name="Stage1_sixpanel_9978">
            <a:extLst>
              <a:ext uri="{FF2B5EF4-FFF2-40B4-BE49-F238E27FC236}">
                <a16:creationId xmlns:a16="http://schemas.microsoft.com/office/drawing/2014/main" id="{DDCC456F-76C0-4DB7-967F-02788EE528B2}"/>
              </a:ext>
            </a:extLst>
          </p:cNvPr>
          <p:cNvSpPr>
            <a:spLocks noGrp="1"/>
          </p:cNvSpPr>
          <p:nvPr/>
        </p:nvSpPr>
        <p:spPr>
          <a:xfrm>
            <a:off x="6333918" y="80776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8" name="Stage1_sixpanel_9979">
            <a:extLst>
              <a:ext uri="{FF2B5EF4-FFF2-40B4-BE49-F238E27FC236}">
                <a16:creationId xmlns:a16="http://schemas.microsoft.com/office/drawing/2014/main" id="{D5093488-5F5B-4AD6-87F2-6CF85734C15E}"/>
              </a:ext>
            </a:extLst>
          </p:cNvPr>
          <p:cNvSpPr>
            <a:spLocks noGrp="1"/>
          </p:cNvSpPr>
          <p:nvPr/>
        </p:nvSpPr>
        <p:spPr>
          <a:xfrm>
            <a:off x="6394863" y="80570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9" name="Stage1_sixpanel_9980">
            <a:extLst>
              <a:ext uri="{FF2B5EF4-FFF2-40B4-BE49-F238E27FC236}">
                <a16:creationId xmlns:a16="http://schemas.microsoft.com/office/drawing/2014/main" id="{FD9D0386-4145-4AD1-B5ED-6174B1B5B739}"/>
              </a:ext>
            </a:extLst>
          </p:cNvPr>
          <p:cNvSpPr>
            <a:spLocks noGrp="1"/>
          </p:cNvSpPr>
          <p:nvPr/>
        </p:nvSpPr>
        <p:spPr>
          <a:xfrm>
            <a:off x="6269438" y="797029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0" name="Stage1_sixpanel_9981">
            <a:extLst>
              <a:ext uri="{FF2B5EF4-FFF2-40B4-BE49-F238E27FC236}">
                <a16:creationId xmlns:a16="http://schemas.microsoft.com/office/drawing/2014/main" id="{D6F977AF-7D86-4AFF-B1A9-02B1734953A6}"/>
              </a:ext>
            </a:extLst>
          </p:cNvPr>
          <p:cNvSpPr>
            <a:spLocks noGrp="1"/>
          </p:cNvSpPr>
          <p:nvPr/>
        </p:nvSpPr>
        <p:spPr>
          <a:xfrm>
            <a:off x="6388843" y="807957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1" name="Stage1_sixpanel_9982">
            <a:extLst>
              <a:ext uri="{FF2B5EF4-FFF2-40B4-BE49-F238E27FC236}">
                <a16:creationId xmlns:a16="http://schemas.microsoft.com/office/drawing/2014/main" id="{F6DC92BB-5611-4767-86AF-FB4B4497E913}"/>
              </a:ext>
            </a:extLst>
          </p:cNvPr>
          <p:cNvSpPr>
            <a:spLocks noGrp="1"/>
          </p:cNvSpPr>
          <p:nvPr/>
        </p:nvSpPr>
        <p:spPr>
          <a:xfrm>
            <a:off x="6308863" y="802385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2" name="Stage1_sixpanel_9983">
            <a:extLst>
              <a:ext uri="{FF2B5EF4-FFF2-40B4-BE49-F238E27FC236}">
                <a16:creationId xmlns:a16="http://schemas.microsoft.com/office/drawing/2014/main" id="{041A6CC8-B63E-4B06-85E9-7B4915F10052}"/>
              </a:ext>
            </a:extLst>
          </p:cNvPr>
          <p:cNvSpPr>
            <a:spLocks noGrp="1"/>
          </p:cNvSpPr>
          <p:nvPr/>
        </p:nvSpPr>
        <p:spPr>
          <a:xfrm>
            <a:off x="6462172" y="801649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3" name="Stage1_sixpanel_9984">
            <a:extLst>
              <a:ext uri="{FF2B5EF4-FFF2-40B4-BE49-F238E27FC236}">
                <a16:creationId xmlns:a16="http://schemas.microsoft.com/office/drawing/2014/main" id="{868E03A1-29FA-4D8B-A41B-BF1FCE8EEFA1}"/>
              </a:ext>
            </a:extLst>
          </p:cNvPr>
          <p:cNvSpPr>
            <a:spLocks noGrp="1"/>
          </p:cNvSpPr>
          <p:nvPr/>
        </p:nvSpPr>
        <p:spPr>
          <a:xfrm>
            <a:off x="637611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4" name="Stage1_sixpanel_9985">
            <a:extLst>
              <a:ext uri="{FF2B5EF4-FFF2-40B4-BE49-F238E27FC236}">
                <a16:creationId xmlns:a16="http://schemas.microsoft.com/office/drawing/2014/main" id="{01244743-CDD7-4405-AA29-D544E4B3894C}"/>
              </a:ext>
            </a:extLst>
          </p:cNvPr>
          <p:cNvSpPr>
            <a:spLocks noGrp="1"/>
          </p:cNvSpPr>
          <p:nvPr/>
        </p:nvSpPr>
        <p:spPr>
          <a:xfrm>
            <a:off x="6313167" y="80653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5" name="Stage1_sixpanel_9986">
            <a:extLst>
              <a:ext uri="{FF2B5EF4-FFF2-40B4-BE49-F238E27FC236}">
                <a16:creationId xmlns:a16="http://schemas.microsoft.com/office/drawing/2014/main" id="{2E1625C9-7E78-4278-A407-F7B8810CA908}"/>
              </a:ext>
            </a:extLst>
          </p:cNvPr>
          <p:cNvSpPr>
            <a:spLocks noGrp="1"/>
          </p:cNvSpPr>
          <p:nvPr/>
        </p:nvSpPr>
        <p:spPr>
          <a:xfrm>
            <a:off x="633217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6" name="Stage1_sixpanel_9987">
            <a:extLst>
              <a:ext uri="{FF2B5EF4-FFF2-40B4-BE49-F238E27FC236}">
                <a16:creationId xmlns:a16="http://schemas.microsoft.com/office/drawing/2014/main" id="{394BDDC7-4BFB-4E66-86DA-FC1E3C2FECF6}"/>
              </a:ext>
            </a:extLst>
          </p:cNvPr>
          <p:cNvSpPr>
            <a:spLocks noGrp="1"/>
          </p:cNvSpPr>
          <p:nvPr/>
        </p:nvSpPr>
        <p:spPr>
          <a:xfrm>
            <a:off x="645068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7" name="Stage1_sixpanel_9988">
            <a:extLst>
              <a:ext uri="{FF2B5EF4-FFF2-40B4-BE49-F238E27FC236}">
                <a16:creationId xmlns:a16="http://schemas.microsoft.com/office/drawing/2014/main" id="{F9445DF4-9BEF-4D08-A4EE-05D749D88F62}"/>
              </a:ext>
            </a:extLst>
          </p:cNvPr>
          <p:cNvSpPr>
            <a:spLocks noGrp="1"/>
          </p:cNvSpPr>
          <p:nvPr/>
        </p:nvSpPr>
        <p:spPr>
          <a:xfrm>
            <a:off x="6428031" y="806805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8" name="Stage1_sixpanel_9989">
            <a:extLst>
              <a:ext uri="{FF2B5EF4-FFF2-40B4-BE49-F238E27FC236}">
                <a16:creationId xmlns:a16="http://schemas.microsoft.com/office/drawing/2014/main" id="{DA15962F-56A3-4A1F-8493-0EC8ED381F74}"/>
              </a:ext>
            </a:extLst>
          </p:cNvPr>
          <p:cNvSpPr>
            <a:spLocks noGrp="1"/>
          </p:cNvSpPr>
          <p:nvPr/>
        </p:nvSpPr>
        <p:spPr>
          <a:xfrm>
            <a:off x="6433018" y="80713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9" name="Stage1_sixpanel_9990">
            <a:extLst>
              <a:ext uri="{FF2B5EF4-FFF2-40B4-BE49-F238E27FC236}">
                <a16:creationId xmlns:a16="http://schemas.microsoft.com/office/drawing/2014/main" id="{C8C7116E-1061-4746-BDA5-096F3F3542BE}"/>
              </a:ext>
            </a:extLst>
          </p:cNvPr>
          <p:cNvSpPr>
            <a:spLocks noGrp="1"/>
          </p:cNvSpPr>
          <p:nvPr/>
        </p:nvSpPr>
        <p:spPr>
          <a:xfrm>
            <a:off x="6320719" y="808063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0" name="Stage1_sixpanel_9991">
            <a:extLst>
              <a:ext uri="{FF2B5EF4-FFF2-40B4-BE49-F238E27FC236}">
                <a16:creationId xmlns:a16="http://schemas.microsoft.com/office/drawing/2014/main" id="{BD993AEF-F309-4F95-B864-730D7E3C167B}"/>
              </a:ext>
            </a:extLst>
          </p:cNvPr>
          <p:cNvSpPr>
            <a:spLocks noGrp="1"/>
          </p:cNvSpPr>
          <p:nvPr/>
        </p:nvSpPr>
        <p:spPr>
          <a:xfrm>
            <a:off x="632539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1" name="Stage1_sixpanel_9992">
            <a:extLst>
              <a:ext uri="{FF2B5EF4-FFF2-40B4-BE49-F238E27FC236}">
                <a16:creationId xmlns:a16="http://schemas.microsoft.com/office/drawing/2014/main" id="{EB0CB1D3-3539-46AC-A400-D2794AD47A90}"/>
              </a:ext>
            </a:extLst>
          </p:cNvPr>
          <p:cNvSpPr>
            <a:spLocks noGrp="1"/>
          </p:cNvSpPr>
          <p:nvPr/>
        </p:nvSpPr>
        <p:spPr>
          <a:xfrm>
            <a:off x="636415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2" name="Stage1_sixpanel_9993">
            <a:extLst>
              <a:ext uri="{FF2B5EF4-FFF2-40B4-BE49-F238E27FC236}">
                <a16:creationId xmlns:a16="http://schemas.microsoft.com/office/drawing/2014/main" id="{9B2B40A8-6889-4D47-A529-6F09286513BE}"/>
              </a:ext>
            </a:extLst>
          </p:cNvPr>
          <p:cNvSpPr>
            <a:spLocks noGrp="1"/>
          </p:cNvSpPr>
          <p:nvPr/>
        </p:nvSpPr>
        <p:spPr>
          <a:xfrm>
            <a:off x="637798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3" name="Stage1_sixpanel_9994">
            <a:extLst>
              <a:ext uri="{FF2B5EF4-FFF2-40B4-BE49-F238E27FC236}">
                <a16:creationId xmlns:a16="http://schemas.microsoft.com/office/drawing/2014/main" id="{02FE7FCD-55F2-4896-8EDC-6838C02E007E}"/>
              </a:ext>
            </a:extLst>
          </p:cNvPr>
          <p:cNvSpPr>
            <a:spLocks noGrp="1"/>
          </p:cNvSpPr>
          <p:nvPr/>
        </p:nvSpPr>
        <p:spPr>
          <a:xfrm>
            <a:off x="6465337" y="80791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4" name="Stage1_sixpanel_9995">
            <a:extLst>
              <a:ext uri="{FF2B5EF4-FFF2-40B4-BE49-F238E27FC236}">
                <a16:creationId xmlns:a16="http://schemas.microsoft.com/office/drawing/2014/main" id="{243107A9-9B2E-46FC-8F2A-722BD6A30DCE}"/>
              </a:ext>
            </a:extLst>
          </p:cNvPr>
          <p:cNvSpPr>
            <a:spLocks noGrp="1"/>
          </p:cNvSpPr>
          <p:nvPr/>
        </p:nvSpPr>
        <p:spPr>
          <a:xfrm>
            <a:off x="6330219" y="807065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5" name="Stage1_sixpanel_9996">
            <a:extLst>
              <a:ext uri="{FF2B5EF4-FFF2-40B4-BE49-F238E27FC236}">
                <a16:creationId xmlns:a16="http://schemas.microsoft.com/office/drawing/2014/main" id="{0DFC557E-814A-448D-BA49-8A7811A2AE39}"/>
              </a:ext>
            </a:extLst>
          </p:cNvPr>
          <p:cNvSpPr>
            <a:spLocks noGrp="1"/>
          </p:cNvSpPr>
          <p:nvPr/>
        </p:nvSpPr>
        <p:spPr>
          <a:xfrm>
            <a:off x="6288597" y="807718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6" name="Stage1_sixpanel_9997">
            <a:extLst>
              <a:ext uri="{FF2B5EF4-FFF2-40B4-BE49-F238E27FC236}">
                <a16:creationId xmlns:a16="http://schemas.microsoft.com/office/drawing/2014/main" id="{EB717F05-4FA2-4E1A-8FAC-6E277C767D6B}"/>
              </a:ext>
            </a:extLst>
          </p:cNvPr>
          <p:cNvSpPr>
            <a:spLocks noGrp="1"/>
          </p:cNvSpPr>
          <p:nvPr/>
        </p:nvSpPr>
        <p:spPr>
          <a:xfrm>
            <a:off x="628089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7" name="Stage1_sixpanel_9998">
            <a:extLst>
              <a:ext uri="{FF2B5EF4-FFF2-40B4-BE49-F238E27FC236}">
                <a16:creationId xmlns:a16="http://schemas.microsoft.com/office/drawing/2014/main" id="{71888C70-B043-49CF-8FAE-3312B1445F28}"/>
              </a:ext>
            </a:extLst>
          </p:cNvPr>
          <p:cNvSpPr>
            <a:spLocks noGrp="1"/>
          </p:cNvSpPr>
          <p:nvPr/>
        </p:nvSpPr>
        <p:spPr>
          <a:xfrm>
            <a:off x="643873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8" name="Stage1_sixpanel_9999">
            <a:extLst>
              <a:ext uri="{FF2B5EF4-FFF2-40B4-BE49-F238E27FC236}">
                <a16:creationId xmlns:a16="http://schemas.microsoft.com/office/drawing/2014/main" id="{674BD174-4FEF-4A4D-840E-5294F6C27F5A}"/>
              </a:ext>
            </a:extLst>
          </p:cNvPr>
          <p:cNvSpPr>
            <a:spLocks noGrp="1"/>
          </p:cNvSpPr>
          <p:nvPr/>
        </p:nvSpPr>
        <p:spPr>
          <a:xfrm>
            <a:off x="6300736" y="806715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9" name="Stage1_sixpanel_10000">
            <a:extLst>
              <a:ext uri="{FF2B5EF4-FFF2-40B4-BE49-F238E27FC236}">
                <a16:creationId xmlns:a16="http://schemas.microsoft.com/office/drawing/2014/main" id="{8C943E92-0678-4CC4-99B7-5B12B6E21437}"/>
              </a:ext>
            </a:extLst>
          </p:cNvPr>
          <p:cNvSpPr>
            <a:spLocks noGrp="1"/>
          </p:cNvSpPr>
          <p:nvPr/>
        </p:nvSpPr>
        <p:spPr>
          <a:xfrm>
            <a:off x="6322415" y="805852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0" name="Stage1_sixpanel_10001">
            <a:extLst>
              <a:ext uri="{FF2B5EF4-FFF2-40B4-BE49-F238E27FC236}">
                <a16:creationId xmlns:a16="http://schemas.microsoft.com/office/drawing/2014/main" id="{2949338B-D579-41A1-A977-EE833EAA2837}"/>
              </a:ext>
            </a:extLst>
          </p:cNvPr>
          <p:cNvSpPr>
            <a:spLocks noGrp="1"/>
          </p:cNvSpPr>
          <p:nvPr/>
        </p:nvSpPr>
        <p:spPr>
          <a:xfrm>
            <a:off x="6287503" y="806787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1" name="Stage1_sixpanel_10002">
            <a:extLst>
              <a:ext uri="{FF2B5EF4-FFF2-40B4-BE49-F238E27FC236}">
                <a16:creationId xmlns:a16="http://schemas.microsoft.com/office/drawing/2014/main" id="{C48A3BED-5BA7-423A-BA9C-D1718A526601}"/>
              </a:ext>
            </a:extLst>
          </p:cNvPr>
          <p:cNvSpPr>
            <a:spLocks noGrp="1"/>
          </p:cNvSpPr>
          <p:nvPr/>
        </p:nvSpPr>
        <p:spPr>
          <a:xfrm>
            <a:off x="6273296" y="80755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2" name="Stage1_sixpanel_10003">
            <a:extLst>
              <a:ext uri="{FF2B5EF4-FFF2-40B4-BE49-F238E27FC236}">
                <a16:creationId xmlns:a16="http://schemas.microsoft.com/office/drawing/2014/main" id="{6C0A241F-097C-4F86-94DF-73BD071B42C1}"/>
              </a:ext>
            </a:extLst>
          </p:cNvPr>
          <p:cNvSpPr>
            <a:spLocks noGrp="1"/>
          </p:cNvSpPr>
          <p:nvPr/>
        </p:nvSpPr>
        <p:spPr>
          <a:xfrm>
            <a:off x="6415039" y="805332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3" name="Stage1_sixpanel_10004">
            <a:extLst>
              <a:ext uri="{FF2B5EF4-FFF2-40B4-BE49-F238E27FC236}">
                <a16:creationId xmlns:a16="http://schemas.microsoft.com/office/drawing/2014/main" id="{7AC69B7B-7C6A-4666-A8CF-39F4443815CE}"/>
              </a:ext>
            </a:extLst>
          </p:cNvPr>
          <p:cNvSpPr>
            <a:spLocks noGrp="1"/>
          </p:cNvSpPr>
          <p:nvPr/>
        </p:nvSpPr>
        <p:spPr>
          <a:xfrm>
            <a:off x="7111517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17434" y="1237437"/>
                </a:moveTo>
                <a:lnTo>
                  <a:pt x="121917" y="1237437"/>
                </a:lnTo>
                <a:lnTo>
                  <a:pt x="122369" y="1229703"/>
                </a:lnTo>
                <a:lnTo>
                  <a:pt x="123694" y="1221969"/>
                </a:lnTo>
                <a:lnTo>
                  <a:pt x="125806" y="1214235"/>
                </a:lnTo>
                <a:lnTo>
                  <a:pt x="128572" y="1206502"/>
                </a:lnTo>
                <a:lnTo>
                  <a:pt x="131826" y="1198768"/>
                </a:lnTo>
                <a:lnTo>
                  <a:pt x="135386" y="1191034"/>
                </a:lnTo>
                <a:lnTo>
                  <a:pt x="139067" y="1183300"/>
                </a:lnTo>
                <a:lnTo>
                  <a:pt x="142702" y="1175566"/>
                </a:lnTo>
                <a:lnTo>
                  <a:pt x="146149" y="1167832"/>
                </a:lnTo>
                <a:lnTo>
                  <a:pt x="149302" y="1160098"/>
                </a:lnTo>
                <a:lnTo>
                  <a:pt x="152092" y="1152364"/>
                </a:lnTo>
                <a:lnTo>
                  <a:pt x="154483" y="1144630"/>
                </a:lnTo>
                <a:lnTo>
                  <a:pt x="156474" y="1136896"/>
                </a:lnTo>
                <a:lnTo>
                  <a:pt x="158089" y="1129162"/>
                </a:lnTo>
                <a:lnTo>
                  <a:pt x="159369" y="1121428"/>
                </a:lnTo>
                <a:lnTo>
                  <a:pt x="160364" y="1113694"/>
                </a:lnTo>
                <a:lnTo>
                  <a:pt x="161130" y="1105960"/>
                </a:lnTo>
                <a:lnTo>
                  <a:pt x="161723" y="1098226"/>
                </a:lnTo>
                <a:lnTo>
                  <a:pt x="162189" y="1090492"/>
                </a:lnTo>
                <a:lnTo>
                  <a:pt x="162570" y="1082758"/>
                </a:lnTo>
                <a:lnTo>
                  <a:pt x="162899" y="1075024"/>
                </a:lnTo>
                <a:lnTo>
                  <a:pt x="163197" y="1067290"/>
                </a:lnTo>
                <a:lnTo>
                  <a:pt x="163479" y="1059556"/>
                </a:lnTo>
                <a:lnTo>
                  <a:pt x="163749" y="1051822"/>
                </a:lnTo>
                <a:lnTo>
                  <a:pt x="164008" y="1044088"/>
                </a:lnTo>
                <a:lnTo>
                  <a:pt x="164250" y="1036354"/>
                </a:lnTo>
                <a:lnTo>
                  <a:pt x="164465" y="1028620"/>
                </a:lnTo>
                <a:lnTo>
                  <a:pt x="164647" y="1020886"/>
                </a:lnTo>
                <a:lnTo>
                  <a:pt x="164785" y="1013152"/>
                </a:lnTo>
                <a:lnTo>
                  <a:pt x="164875" y="1005418"/>
                </a:lnTo>
                <a:lnTo>
                  <a:pt x="164915" y="997684"/>
                </a:lnTo>
                <a:lnTo>
                  <a:pt x="164907" y="989950"/>
                </a:lnTo>
                <a:lnTo>
                  <a:pt x="164861" y="982216"/>
                </a:lnTo>
                <a:lnTo>
                  <a:pt x="164787" y="974482"/>
                </a:lnTo>
                <a:lnTo>
                  <a:pt x="164701" y="966748"/>
                </a:lnTo>
                <a:lnTo>
                  <a:pt x="164622" y="959014"/>
                </a:lnTo>
                <a:lnTo>
                  <a:pt x="164565" y="951280"/>
                </a:lnTo>
                <a:lnTo>
                  <a:pt x="164546" y="943546"/>
                </a:lnTo>
                <a:lnTo>
                  <a:pt x="164576" y="935812"/>
                </a:lnTo>
                <a:lnTo>
                  <a:pt x="164661" y="928078"/>
                </a:lnTo>
                <a:lnTo>
                  <a:pt x="164801" y="920344"/>
                </a:lnTo>
                <a:lnTo>
                  <a:pt x="164991" y="912610"/>
                </a:lnTo>
                <a:lnTo>
                  <a:pt x="165222" y="904876"/>
                </a:lnTo>
                <a:lnTo>
                  <a:pt x="165480" y="897142"/>
                </a:lnTo>
                <a:lnTo>
                  <a:pt x="165749" y="889408"/>
                </a:lnTo>
                <a:lnTo>
                  <a:pt x="166017" y="881674"/>
                </a:lnTo>
                <a:lnTo>
                  <a:pt x="166269" y="873940"/>
                </a:lnTo>
                <a:lnTo>
                  <a:pt x="166496" y="866206"/>
                </a:lnTo>
                <a:lnTo>
                  <a:pt x="166690" y="858472"/>
                </a:lnTo>
                <a:lnTo>
                  <a:pt x="166850" y="850738"/>
                </a:lnTo>
                <a:lnTo>
                  <a:pt x="166975" y="843004"/>
                </a:lnTo>
                <a:lnTo>
                  <a:pt x="167067" y="835270"/>
                </a:lnTo>
                <a:lnTo>
                  <a:pt x="167129" y="827536"/>
                </a:lnTo>
                <a:lnTo>
                  <a:pt x="167167" y="819802"/>
                </a:lnTo>
                <a:lnTo>
                  <a:pt x="167184" y="812068"/>
                </a:lnTo>
                <a:lnTo>
                  <a:pt x="167183" y="804334"/>
                </a:lnTo>
                <a:lnTo>
                  <a:pt x="167167" y="796600"/>
                </a:lnTo>
                <a:lnTo>
                  <a:pt x="167136" y="788866"/>
                </a:lnTo>
                <a:lnTo>
                  <a:pt x="167092" y="781132"/>
                </a:lnTo>
                <a:lnTo>
                  <a:pt x="167035" y="773398"/>
                </a:lnTo>
                <a:lnTo>
                  <a:pt x="166965" y="765664"/>
                </a:lnTo>
                <a:lnTo>
                  <a:pt x="166880" y="757930"/>
                </a:lnTo>
                <a:lnTo>
                  <a:pt x="166780" y="750196"/>
                </a:lnTo>
                <a:lnTo>
                  <a:pt x="166664" y="742462"/>
                </a:lnTo>
                <a:lnTo>
                  <a:pt x="166531" y="734728"/>
                </a:lnTo>
                <a:lnTo>
                  <a:pt x="166380" y="726994"/>
                </a:lnTo>
                <a:lnTo>
                  <a:pt x="166208" y="719261"/>
                </a:lnTo>
                <a:lnTo>
                  <a:pt x="166016" y="711527"/>
                </a:lnTo>
                <a:lnTo>
                  <a:pt x="165803" y="703793"/>
                </a:lnTo>
                <a:lnTo>
                  <a:pt x="165571" y="696059"/>
                </a:lnTo>
                <a:lnTo>
                  <a:pt x="165324" y="688325"/>
                </a:lnTo>
                <a:lnTo>
                  <a:pt x="165069" y="680591"/>
                </a:lnTo>
                <a:lnTo>
                  <a:pt x="164815" y="672857"/>
                </a:lnTo>
                <a:lnTo>
                  <a:pt x="164574" y="665123"/>
                </a:lnTo>
                <a:lnTo>
                  <a:pt x="164359" y="657389"/>
                </a:lnTo>
                <a:lnTo>
                  <a:pt x="164186" y="649655"/>
                </a:lnTo>
                <a:lnTo>
                  <a:pt x="164068" y="641921"/>
                </a:lnTo>
                <a:lnTo>
                  <a:pt x="164019" y="634187"/>
                </a:lnTo>
                <a:lnTo>
                  <a:pt x="164046" y="626453"/>
                </a:lnTo>
                <a:lnTo>
                  <a:pt x="164153" y="618719"/>
                </a:lnTo>
                <a:lnTo>
                  <a:pt x="164339" y="610985"/>
                </a:lnTo>
                <a:lnTo>
                  <a:pt x="164597" y="603251"/>
                </a:lnTo>
                <a:lnTo>
                  <a:pt x="164913" y="595517"/>
                </a:lnTo>
                <a:lnTo>
                  <a:pt x="165269" y="587783"/>
                </a:lnTo>
                <a:lnTo>
                  <a:pt x="165646" y="580049"/>
                </a:lnTo>
                <a:lnTo>
                  <a:pt x="166020" y="572315"/>
                </a:lnTo>
                <a:lnTo>
                  <a:pt x="166371" y="564581"/>
                </a:lnTo>
                <a:lnTo>
                  <a:pt x="166679" y="556847"/>
                </a:lnTo>
                <a:lnTo>
                  <a:pt x="166928" y="549113"/>
                </a:lnTo>
                <a:lnTo>
                  <a:pt x="167106" y="541379"/>
                </a:lnTo>
                <a:lnTo>
                  <a:pt x="167206" y="533645"/>
                </a:lnTo>
                <a:lnTo>
                  <a:pt x="167226" y="525911"/>
                </a:lnTo>
                <a:lnTo>
                  <a:pt x="167166" y="518177"/>
                </a:lnTo>
                <a:lnTo>
                  <a:pt x="167030" y="510443"/>
                </a:lnTo>
                <a:lnTo>
                  <a:pt x="166826" y="502709"/>
                </a:lnTo>
                <a:lnTo>
                  <a:pt x="166563" y="494975"/>
                </a:lnTo>
                <a:lnTo>
                  <a:pt x="166251" y="487241"/>
                </a:lnTo>
                <a:lnTo>
                  <a:pt x="165902" y="479507"/>
                </a:lnTo>
                <a:lnTo>
                  <a:pt x="165527" y="471773"/>
                </a:lnTo>
                <a:lnTo>
                  <a:pt x="165140" y="464039"/>
                </a:lnTo>
                <a:lnTo>
                  <a:pt x="164754" y="456305"/>
                </a:lnTo>
                <a:lnTo>
                  <a:pt x="164382" y="448571"/>
                </a:lnTo>
                <a:lnTo>
                  <a:pt x="164037" y="440837"/>
                </a:lnTo>
                <a:lnTo>
                  <a:pt x="163730" y="433103"/>
                </a:lnTo>
                <a:lnTo>
                  <a:pt x="163471" y="425369"/>
                </a:lnTo>
                <a:lnTo>
                  <a:pt x="163265" y="417635"/>
                </a:lnTo>
                <a:lnTo>
                  <a:pt x="163114" y="409901"/>
                </a:lnTo>
                <a:lnTo>
                  <a:pt x="163019" y="402167"/>
                </a:lnTo>
                <a:lnTo>
                  <a:pt x="162975" y="394433"/>
                </a:lnTo>
                <a:lnTo>
                  <a:pt x="162976" y="386699"/>
                </a:lnTo>
                <a:lnTo>
                  <a:pt x="163013" y="378965"/>
                </a:lnTo>
                <a:lnTo>
                  <a:pt x="163078" y="371231"/>
                </a:lnTo>
                <a:lnTo>
                  <a:pt x="163162" y="363497"/>
                </a:lnTo>
                <a:lnTo>
                  <a:pt x="163261" y="355763"/>
                </a:lnTo>
                <a:lnTo>
                  <a:pt x="163370" y="348029"/>
                </a:lnTo>
                <a:lnTo>
                  <a:pt x="163489" y="340295"/>
                </a:lnTo>
                <a:lnTo>
                  <a:pt x="163617" y="332561"/>
                </a:lnTo>
                <a:lnTo>
                  <a:pt x="163759" y="324827"/>
                </a:lnTo>
                <a:lnTo>
                  <a:pt x="163916" y="317093"/>
                </a:lnTo>
                <a:lnTo>
                  <a:pt x="164093" y="309359"/>
                </a:lnTo>
                <a:lnTo>
                  <a:pt x="164291" y="301625"/>
                </a:lnTo>
                <a:lnTo>
                  <a:pt x="164510" y="293891"/>
                </a:lnTo>
                <a:lnTo>
                  <a:pt x="164750" y="286157"/>
                </a:lnTo>
                <a:lnTo>
                  <a:pt x="165006" y="278423"/>
                </a:lnTo>
                <a:lnTo>
                  <a:pt x="165274" y="270689"/>
                </a:lnTo>
                <a:lnTo>
                  <a:pt x="165548" y="262955"/>
                </a:lnTo>
                <a:lnTo>
                  <a:pt x="165820" y="255221"/>
                </a:lnTo>
                <a:lnTo>
                  <a:pt x="166083" y="247487"/>
                </a:lnTo>
                <a:lnTo>
                  <a:pt x="166332" y="239754"/>
                </a:lnTo>
                <a:lnTo>
                  <a:pt x="166558" y="232020"/>
                </a:lnTo>
                <a:lnTo>
                  <a:pt x="166757" y="224286"/>
                </a:lnTo>
                <a:lnTo>
                  <a:pt x="166924" y="216552"/>
                </a:lnTo>
                <a:lnTo>
                  <a:pt x="167054" y="208818"/>
                </a:lnTo>
                <a:lnTo>
                  <a:pt x="167142" y="201084"/>
                </a:lnTo>
                <a:lnTo>
                  <a:pt x="167180" y="193350"/>
                </a:lnTo>
                <a:lnTo>
                  <a:pt x="167155" y="185616"/>
                </a:lnTo>
                <a:lnTo>
                  <a:pt x="167045" y="177882"/>
                </a:lnTo>
                <a:lnTo>
                  <a:pt x="166818" y="170148"/>
                </a:lnTo>
                <a:lnTo>
                  <a:pt x="166422" y="162414"/>
                </a:lnTo>
                <a:lnTo>
                  <a:pt x="165784" y="154680"/>
                </a:lnTo>
                <a:lnTo>
                  <a:pt x="164807" y="146946"/>
                </a:lnTo>
                <a:lnTo>
                  <a:pt x="163361" y="139212"/>
                </a:lnTo>
                <a:lnTo>
                  <a:pt x="161286" y="131478"/>
                </a:lnTo>
                <a:lnTo>
                  <a:pt x="158397" y="123744"/>
                </a:lnTo>
                <a:lnTo>
                  <a:pt x="154486" y="116010"/>
                </a:lnTo>
                <a:lnTo>
                  <a:pt x="149341" y="108276"/>
                </a:lnTo>
                <a:lnTo>
                  <a:pt x="142765" y="100542"/>
                </a:lnTo>
                <a:lnTo>
                  <a:pt x="134600" y="92808"/>
                </a:lnTo>
                <a:lnTo>
                  <a:pt x="124761" y="85074"/>
                </a:lnTo>
                <a:lnTo>
                  <a:pt x="113260" y="77340"/>
                </a:lnTo>
                <a:lnTo>
                  <a:pt x="100243" y="69606"/>
                </a:lnTo>
                <a:lnTo>
                  <a:pt x="85998" y="61872"/>
                </a:lnTo>
                <a:lnTo>
                  <a:pt x="70971" y="54138"/>
                </a:lnTo>
                <a:lnTo>
                  <a:pt x="55745" y="46404"/>
                </a:lnTo>
                <a:lnTo>
                  <a:pt x="41019" y="38670"/>
                </a:lnTo>
                <a:lnTo>
                  <a:pt x="27550" y="30936"/>
                </a:lnTo>
                <a:lnTo>
                  <a:pt x="16099" y="23202"/>
                </a:lnTo>
                <a:lnTo>
                  <a:pt x="7355" y="15468"/>
                </a:lnTo>
                <a:lnTo>
                  <a:pt x="1870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82" y="7734"/>
                </a:lnTo>
                <a:lnTo>
                  <a:pt x="331997" y="15468"/>
                </a:lnTo>
                <a:lnTo>
                  <a:pt x="323253" y="23202"/>
                </a:lnTo>
                <a:lnTo>
                  <a:pt x="311801" y="30936"/>
                </a:lnTo>
                <a:lnTo>
                  <a:pt x="298333" y="38670"/>
                </a:lnTo>
                <a:lnTo>
                  <a:pt x="283606" y="46404"/>
                </a:lnTo>
                <a:lnTo>
                  <a:pt x="268381" y="54138"/>
                </a:lnTo>
                <a:lnTo>
                  <a:pt x="253354" y="61872"/>
                </a:lnTo>
                <a:lnTo>
                  <a:pt x="239109" y="69606"/>
                </a:lnTo>
                <a:lnTo>
                  <a:pt x="226091" y="77340"/>
                </a:lnTo>
                <a:lnTo>
                  <a:pt x="214591" y="85074"/>
                </a:lnTo>
                <a:lnTo>
                  <a:pt x="204751" y="92808"/>
                </a:lnTo>
                <a:lnTo>
                  <a:pt x="196587" y="100542"/>
                </a:lnTo>
                <a:lnTo>
                  <a:pt x="190011" y="108276"/>
                </a:lnTo>
                <a:lnTo>
                  <a:pt x="184866" y="116010"/>
                </a:lnTo>
                <a:lnTo>
                  <a:pt x="180955" y="123744"/>
                </a:lnTo>
                <a:lnTo>
                  <a:pt x="178065" y="131478"/>
                </a:lnTo>
                <a:lnTo>
                  <a:pt x="175991" y="139212"/>
                </a:lnTo>
                <a:lnTo>
                  <a:pt x="174545" y="146946"/>
                </a:lnTo>
                <a:lnTo>
                  <a:pt x="173567" y="154680"/>
                </a:lnTo>
                <a:lnTo>
                  <a:pt x="172930" y="162414"/>
                </a:lnTo>
                <a:lnTo>
                  <a:pt x="172534" y="170148"/>
                </a:lnTo>
                <a:lnTo>
                  <a:pt x="172307" y="177882"/>
                </a:lnTo>
                <a:lnTo>
                  <a:pt x="172197" y="185616"/>
                </a:lnTo>
                <a:lnTo>
                  <a:pt x="172172" y="193350"/>
                </a:lnTo>
                <a:lnTo>
                  <a:pt x="172209" y="201084"/>
                </a:lnTo>
                <a:lnTo>
                  <a:pt x="172298" y="208818"/>
                </a:lnTo>
                <a:lnTo>
                  <a:pt x="172428" y="216552"/>
                </a:lnTo>
                <a:lnTo>
                  <a:pt x="172595" y="224286"/>
                </a:lnTo>
                <a:lnTo>
                  <a:pt x="172794" y="232020"/>
                </a:lnTo>
                <a:lnTo>
                  <a:pt x="173020" y="239754"/>
                </a:lnTo>
                <a:lnTo>
                  <a:pt x="173268" y="247487"/>
                </a:lnTo>
                <a:lnTo>
                  <a:pt x="173532" y="255221"/>
                </a:lnTo>
                <a:lnTo>
                  <a:pt x="173804" y="262955"/>
                </a:lnTo>
                <a:lnTo>
                  <a:pt x="174078" y="270689"/>
                </a:lnTo>
                <a:lnTo>
                  <a:pt x="174346" y="278423"/>
                </a:lnTo>
                <a:lnTo>
                  <a:pt x="174602" y="286157"/>
                </a:lnTo>
                <a:lnTo>
                  <a:pt x="174842" y="293891"/>
                </a:lnTo>
                <a:lnTo>
                  <a:pt x="175061" y="301625"/>
                </a:lnTo>
                <a:lnTo>
                  <a:pt x="175259" y="309359"/>
                </a:lnTo>
                <a:lnTo>
                  <a:pt x="175436" y="317093"/>
                </a:lnTo>
                <a:lnTo>
                  <a:pt x="175593" y="324827"/>
                </a:lnTo>
                <a:lnTo>
                  <a:pt x="175734" y="332561"/>
                </a:lnTo>
                <a:lnTo>
                  <a:pt x="175863" y="340295"/>
                </a:lnTo>
                <a:lnTo>
                  <a:pt x="175982" y="348029"/>
                </a:lnTo>
                <a:lnTo>
                  <a:pt x="176091" y="355763"/>
                </a:lnTo>
                <a:lnTo>
                  <a:pt x="176189" y="363497"/>
                </a:lnTo>
                <a:lnTo>
                  <a:pt x="176274" y="371231"/>
                </a:lnTo>
                <a:lnTo>
                  <a:pt x="176339" y="378965"/>
                </a:lnTo>
                <a:lnTo>
                  <a:pt x="176376" y="386699"/>
                </a:lnTo>
                <a:lnTo>
                  <a:pt x="176377" y="394433"/>
                </a:lnTo>
                <a:lnTo>
                  <a:pt x="176333" y="402167"/>
                </a:lnTo>
                <a:lnTo>
                  <a:pt x="176238" y="409901"/>
                </a:lnTo>
                <a:lnTo>
                  <a:pt x="176087" y="417635"/>
                </a:lnTo>
                <a:lnTo>
                  <a:pt x="175881" y="425369"/>
                </a:lnTo>
                <a:lnTo>
                  <a:pt x="175621" y="433103"/>
                </a:lnTo>
                <a:lnTo>
                  <a:pt x="175315" y="440837"/>
                </a:lnTo>
                <a:lnTo>
                  <a:pt x="174970" y="448571"/>
                </a:lnTo>
                <a:lnTo>
                  <a:pt x="174598" y="456305"/>
                </a:lnTo>
                <a:lnTo>
                  <a:pt x="174212" y="464039"/>
                </a:lnTo>
                <a:lnTo>
                  <a:pt x="173825" y="471773"/>
                </a:lnTo>
                <a:lnTo>
                  <a:pt x="173450" y="479507"/>
                </a:lnTo>
                <a:lnTo>
                  <a:pt x="173101" y="487241"/>
                </a:lnTo>
                <a:lnTo>
                  <a:pt x="172788" y="494975"/>
                </a:lnTo>
                <a:lnTo>
                  <a:pt x="172525" y="502709"/>
                </a:lnTo>
                <a:lnTo>
                  <a:pt x="172322" y="510443"/>
                </a:lnTo>
                <a:lnTo>
                  <a:pt x="172186" y="518177"/>
                </a:lnTo>
                <a:lnTo>
                  <a:pt x="172126" y="525911"/>
                </a:lnTo>
                <a:lnTo>
                  <a:pt x="172145" y="533645"/>
                </a:lnTo>
                <a:lnTo>
                  <a:pt x="172246" y="541379"/>
                </a:lnTo>
                <a:lnTo>
                  <a:pt x="172424" y="549113"/>
                </a:lnTo>
                <a:lnTo>
                  <a:pt x="172673" y="556847"/>
                </a:lnTo>
                <a:lnTo>
                  <a:pt x="172981" y="564581"/>
                </a:lnTo>
                <a:lnTo>
                  <a:pt x="173332" y="572315"/>
                </a:lnTo>
                <a:lnTo>
                  <a:pt x="173706" y="580049"/>
                </a:lnTo>
                <a:lnTo>
                  <a:pt x="174083" y="587783"/>
                </a:lnTo>
                <a:lnTo>
                  <a:pt x="174439" y="595517"/>
                </a:lnTo>
                <a:lnTo>
                  <a:pt x="174755" y="603251"/>
                </a:lnTo>
                <a:lnTo>
                  <a:pt x="175012" y="610985"/>
                </a:lnTo>
                <a:lnTo>
                  <a:pt x="175199" y="618719"/>
                </a:lnTo>
                <a:lnTo>
                  <a:pt x="175306" y="626453"/>
                </a:lnTo>
                <a:lnTo>
                  <a:pt x="175333" y="634187"/>
                </a:lnTo>
                <a:lnTo>
                  <a:pt x="175283" y="641921"/>
                </a:lnTo>
                <a:lnTo>
                  <a:pt x="175166" y="649655"/>
                </a:lnTo>
                <a:lnTo>
                  <a:pt x="174993" y="657389"/>
                </a:lnTo>
                <a:lnTo>
                  <a:pt x="174778" y="665123"/>
                </a:lnTo>
                <a:lnTo>
                  <a:pt x="174537" y="672857"/>
                </a:lnTo>
                <a:lnTo>
                  <a:pt x="174283" y="680591"/>
                </a:lnTo>
                <a:lnTo>
                  <a:pt x="174028" y="688325"/>
                </a:lnTo>
                <a:lnTo>
                  <a:pt x="173781" y="696059"/>
                </a:lnTo>
                <a:lnTo>
                  <a:pt x="173549" y="703793"/>
                </a:lnTo>
                <a:lnTo>
                  <a:pt x="173336" y="711527"/>
                </a:lnTo>
                <a:lnTo>
                  <a:pt x="173144" y="719261"/>
                </a:lnTo>
                <a:lnTo>
                  <a:pt x="172972" y="726994"/>
                </a:lnTo>
                <a:lnTo>
                  <a:pt x="172821" y="734728"/>
                </a:lnTo>
                <a:lnTo>
                  <a:pt x="172688" y="742462"/>
                </a:lnTo>
                <a:lnTo>
                  <a:pt x="172572" y="750196"/>
                </a:lnTo>
                <a:lnTo>
                  <a:pt x="172472" y="757930"/>
                </a:lnTo>
                <a:lnTo>
                  <a:pt x="172387" y="765664"/>
                </a:lnTo>
                <a:lnTo>
                  <a:pt x="172317" y="773398"/>
                </a:lnTo>
                <a:lnTo>
                  <a:pt x="172259" y="781132"/>
                </a:lnTo>
                <a:lnTo>
                  <a:pt x="172216" y="788866"/>
                </a:lnTo>
                <a:lnTo>
                  <a:pt x="172185" y="796600"/>
                </a:lnTo>
                <a:lnTo>
                  <a:pt x="172169" y="804334"/>
                </a:lnTo>
                <a:lnTo>
                  <a:pt x="172168" y="812068"/>
                </a:lnTo>
                <a:lnTo>
                  <a:pt x="172185" y="819802"/>
                </a:lnTo>
                <a:lnTo>
                  <a:pt x="172223" y="827536"/>
                </a:lnTo>
                <a:lnTo>
                  <a:pt x="172285" y="835270"/>
                </a:lnTo>
                <a:lnTo>
                  <a:pt x="172377" y="843004"/>
                </a:lnTo>
                <a:lnTo>
                  <a:pt x="172502" y="850738"/>
                </a:lnTo>
                <a:lnTo>
                  <a:pt x="172662" y="858472"/>
                </a:lnTo>
                <a:lnTo>
                  <a:pt x="172856" y="866206"/>
                </a:lnTo>
                <a:lnTo>
                  <a:pt x="173083" y="873940"/>
                </a:lnTo>
                <a:lnTo>
                  <a:pt x="173335" y="881674"/>
                </a:lnTo>
                <a:lnTo>
                  <a:pt x="173602" y="889408"/>
                </a:lnTo>
                <a:lnTo>
                  <a:pt x="173872" y="897142"/>
                </a:lnTo>
                <a:lnTo>
                  <a:pt x="174130" y="904876"/>
                </a:lnTo>
                <a:lnTo>
                  <a:pt x="174361" y="912610"/>
                </a:lnTo>
                <a:lnTo>
                  <a:pt x="174551" y="920344"/>
                </a:lnTo>
                <a:lnTo>
                  <a:pt x="174691" y="928078"/>
                </a:lnTo>
                <a:lnTo>
                  <a:pt x="174776" y="935812"/>
                </a:lnTo>
                <a:lnTo>
                  <a:pt x="174806" y="943546"/>
                </a:lnTo>
                <a:lnTo>
                  <a:pt x="174787" y="951280"/>
                </a:lnTo>
                <a:lnTo>
                  <a:pt x="174730" y="959014"/>
                </a:lnTo>
                <a:lnTo>
                  <a:pt x="174651" y="966748"/>
                </a:lnTo>
                <a:lnTo>
                  <a:pt x="174565" y="974482"/>
                </a:lnTo>
                <a:lnTo>
                  <a:pt x="174491" y="982216"/>
                </a:lnTo>
                <a:lnTo>
                  <a:pt x="174444" y="989950"/>
                </a:lnTo>
                <a:lnTo>
                  <a:pt x="174437" y="997684"/>
                </a:lnTo>
                <a:lnTo>
                  <a:pt x="174477" y="1005418"/>
                </a:lnTo>
                <a:lnTo>
                  <a:pt x="174567" y="1013152"/>
                </a:lnTo>
                <a:lnTo>
                  <a:pt x="174705" y="1020886"/>
                </a:lnTo>
                <a:lnTo>
                  <a:pt x="174886" y="1028620"/>
                </a:lnTo>
                <a:lnTo>
                  <a:pt x="175102" y="1036354"/>
                </a:lnTo>
                <a:lnTo>
                  <a:pt x="175344" y="1044088"/>
                </a:lnTo>
                <a:lnTo>
                  <a:pt x="175603" y="1051822"/>
                </a:lnTo>
                <a:lnTo>
                  <a:pt x="175873" y="1059556"/>
                </a:lnTo>
                <a:lnTo>
                  <a:pt x="176155" y="1067290"/>
                </a:lnTo>
                <a:lnTo>
                  <a:pt x="176453" y="1075024"/>
                </a:lnTo>
                <a:lnTo>
                  <a:pt x="176781" y="1082758"/>
                </a:lnTo>
                <a:lnTo>
                  <a:pt x="177163" y="1090492"/>
                </a:lnTo>
                <a:lnTo>
                  <a:pt x="177629" y="1098226"/>
                </a:lnTo>
                <a:lnTo>
                  <a:pt x="178221" y="1105960"/>
                </a:lnTo>
                <a:lnTo>
                  <a:pt x="178988" y="1113694"/>
                </a:lnTo>
                <a:lnTo>
                  <a:pt x="179983" y="1121428"/>
                </a:lnTo>
                <a:lnTo>
                  <a:pt x="181263" y="1129162"/>
                </a:lnTo>
                <a:lnTo>
                  <a:pt x="182878" y="1136896"/>
                </a:lnTo>
                <a:lnTo>
                  <a:pt x="184869" y="1144630"/>
                </a:lnTo>
                <a:lnTo>
                  <a:pt x="187260" y="1152364"/>
                </a:lnTo>
                <a:lnTo>
                  <a:pt x="190049" y="1160098"/>
                </a:lnTo>
                <a:lnTo>
                  <a:pt x="193202" y="1167832"/>
                </a:lnTo>
                <a:lnTo>
                  <a:pt x="196650" y="1175566"/>
                </a:lnTo>
                <a:lnTo>
                  <a:pt x="200285" y="1183300"/>
                </a:lnTo>
                <a:lnTo>
                  <a:pt x="203966" y="1191034"/>
                </a:lnTo>
                <a:lnTo>
                  <a:pt x="207525" y="1198768"/>
                </a:lnTo>
                <a:lnTo>
                  <a:pt x="210780" y="1206502"/>
                </a:lnTo>
                <a:lnTo>
                  <a:pt x="213546" y="1214235"/>
                </a:lnTo>
                <a:lnTo>
                  <a:pt x="215658" y="1221969"/>
                </a:lnTo>
                <a:lnTo>
                  <a:pt x="216983" y="1229703"/>
                </a:lnTo>
                <a:lnTo>
                  <a:pt x="217434" y="1237437"/>
                </a:lnTo>
                <a:lnTo>
                  <a:pt x="217434" y="1237437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4834" name="Stage1_sixpanel_10005">
            <a:extLst>
              <a:ext uri="{FF2B5EF4-FFF2-40B4-BE49-F238E27FC236}">
                <a16:creationId xmlns:a16="http://schemas.microsoft.com/office/drawing/2014/main" id="{FD9E74D4-3497-4EF5-9067-90453F69B7D5}"/>
              </a:ext>
            </a:extLst>
          </p:cNvPr>
          <p:cNvSpPr>
            <a:spLocks noGrp="1"/>
          </p:cNvSpPr>
          <p:nvPr/>
        </p:nvSpPr>
        <p:spPr>
          <a:xfrm>
            <a:off x="717647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5" name="Stage1_sixpanel_10006">
            <a:extLst>
              <a:ext uri="{FF2B5EF4-FFF2-40B4-BE49-F238E27FC236}">
                <a16:creationId xmlns:a16="http://schemas.microsoft.com/office/drawing/2014/main" id="{FD8F2D8D-4B29-44EF-A295-2D801EA2D820}"/>
              </a:ext>
            </a:extLst>
          </p:cNvPr>
          <p:cNvSpPr>
            <a:spLocks noGrp="1"/>
          </p:cNvSpPr>
          <p:nvPr/>
        </p:nvSpPr>
        <p:spPr>
          <a:xfrm>
            <a:off x="729598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6" name="Stage1_sixpanel_10007">
            <a:extLst>
              <a:ext uri="{FF2B5EF4-FFF2-40B4-BE49-F238E27FC236}">
                <a16:creationId xmlns:a16="http://schemas.microsoft.com/office/drawing/2014/main" id="{D4FB5A44-854C-49E9-B84E-2E6EB2D196F7}"/>
              </a:ext>
            </a:extLst>
          </p:cNvPr>
          <p:cNvSpPr>
            <a:spLocks noGrp="1"/>
          </p:cNvSpPr>
          <p:nvPr/>
        </p:nvSpPr>
        <p:spPr>
          <a:xfrm>
            <a:off x="727924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7" name="Stage1_sixpanel_10008">
            <a:extLst>
              <a:ext uri="{FF2B5EF4-FFF2-40B4-BE49-F238E27FC236}">
                <a16:creationId xmlns:a16="http://schemas.microsoft.com/office/drawing/2014/main" id="{D019FC34-56D9-4E99-9827-A4A9EE71C6CA}"/>
              </a:ext>
            </a:extLst>
          </p:cNvPr>
          <p:cNvSpPr>
            <a:spLocks noGrp="1"/>
          </p:cNvSpPr>
          <p:nvPr/>
        </p:nvSpPr>
        <p:spPr>
          <a:xfrm>
            <a:off x="728200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8" name="Stage1_sixpanel_10009">
            <a:extLst>
              <a:ext uri="{FF2B5EF4-FFF2-40B4-BE49-F238E27FC236}">
                <a16:creationId xmlns:a16="http://schemas.microsoft.com/office/drawing/2014/main" id="{CEF01746-CE4C-4E1A-BBE0-79465C512EA9}"/>
              </a:ext>
            </a:extLst>
          </p:cNvPr>
          <p:cNvSpPr>
            <a:spLocks noGrp="1"/>
          </p:cNvSpPr>
          <p:nvPr/>
        </p:nvSpPr>
        <p:spPr>
          <a:xfrm>
            <a:off x="724101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9" name="Stage1_sixpanel_10010">
            <a:extLst>
              <a:ext uri="{FF2B5EF4-FFF2-40B4-BE49-F238E27FC236}">
                <a16:creationId xmlns:a16="http://schemas.microsoft.com/office/drawing/2014/main" id="{B4B35DE0-4945-4AC6-815E-9A2585FE6CBE}"/>
              </a:ext>
            </a:extLst>
          </p:cNvPr>
          <p:cNvSpPr>
            <a:spLocks noGrp="1"/>
          </p:cNvSpPr>
          <p:nvPr/>
        </p:nvSpPr>
        <p:spPr>
          <a:xfrm>
            <a:off x="7301774" y="70928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0" name="Stage1_sixpanel_10011">
            <a:extLst>
              <a:ext uri="{FF2B5EF4-FFF2-40B4-BE49-F238E27FC236}">
                <a16:creationId xmlns:a16="http://schemas.microsoft.com/office/drawing/2014/main" id="{B889837F-6BE5-4B1E-ACB5-205E396F7C10}"/>
              </a:ext>
            </a:extLst>
          </p:cNvPr>
          <p:cNvSpPr>
            <a:spLocks noGrp="1"/>
          </p:cNvSpPr>
          <p:nvPr/>
        </p:nvSpPr>
        <p:spPr>
          <a:xfrm>
            <a:off x="717351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1" name="Stage1_sixpanel_10012">
            <a:extLst>
              <a:ext uri="{FF2B5EF4-FFF2-40B4-BE49-F238E27FC236}">
                <a16:creationId xmlns:a16="http://schemas.microsoft.com/office/drawing/2014/main" id="{DBF9B7B3-E807-4A4D-9222-6536208430FE}"/>
              </a:ext>
            </a:extLst>
          </p:cNvPr>
          <p:cNvSpPr>
            <a:spLocks noGrp="1"/>
          </p:cNvSpPr>
          <p:nvPr/>
        </p:nvSpPr>
        <p:spPr>
          <a:xfrm>
            <a:off x="723952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2" name="Stage1_sixpanel_10013">
            <a:extLst>
              <a:ext uri="{FF2B5EF4-FFF2-40B4-BE49-F238E27FC236}">
                <a16:creationId xmlns:a16="http://schemas.microsoft.com/office/drawing/2014/main" id="{04F5B25C-350F-4D07-9B68-F2FFE02A917B}"/>
              </a:ext>
            </a:extLst>
          </p:cNvPr>
          <p:cNvSpPr>
            <a:spLocks noGrp="1"/>
          </p:cNvSpPr>
          <p:nvPr/>
        </p:nvSpPr>
        <p:spPr>
          <a:xfrm>
            <a:off x="7361696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3" name="Stage1_sixpanel_10014">
            <a:extLst>
              <a:ext uri="{FF2B5EF4-FFF2-40B4-BE49-F238E27FC236}">
                <a16:creationId xmlns:a16="http://schemas.microsoft.com/office/drawing/2014/main" id="{B6C737D1-905B-4641-B37F-1C47B9DECC03}"/>
              </a:ext>
            </a:extLst>
          </p:cNvPr>
          <p:cNvSpPr>
            <a:spLocks noGrp="1"/>
          </p:cNvSpPr>
          <p:nvPr/>
        </p:nvSpPr>
        <p:spPr>
          <a:xfrm>
            <a:off x="723876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4" name="Stage1_sixpanel_10015">
            <a:extLst>
              <a:ext uri="{FF2B5EF4-FFF2-40B4-BE49-F238E27FC236}">
                <a16:creationId xmlns:a16="http://schemas.microsoft.com/office/drawing/2014/main" id="{9101FAF3-52AB-4B8F-9F1E-EB7FB9B13D13}"/>
              </a:ext>
            </a:extLst>
          </p:cNvPr>
          <p:cNvSpPr>
            <a:spLocks noGrp="1"/>
          </p:cNvSpPr>
          <p:nvPr/>
        </p:nvSpPr>
        <p:spPr>
          <a:xfrm>
            <a:off x="725338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5" name="Stage1_sixpanel_10016">
            <a:extLst>
              <a:ext uri="{FF2B5EF4-FFF2-40B4-BE49-F238E27FC236}">
                <a16:creationId xmlns:a16="http://schemas.microsoft.com/office/drawing/2014/main" id="{284FD3CC-DFB5-4F4F-BEA4-4467F7645901}"/>
              </a:ext>
            </a:extLst>
          </p:cNvPr>
          <p:cNvSpPr>
            <a:spLocks noGrp="1"/>
          </p:cNvSpPr>
          <p:nvPr/>
        </p:nvSpPr>
        <p:spPr>
          <a:xfrm>
            <a:off x="716923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6" name="Stage1_sixpanel_10017">
            <a:extLst>
              <a:ext uri="{FF2B5EF4-FFF2-40B4-BE49-F238E27FC236}">
                <a16:creationId xmlns:a16="http://schemas.microsoft.com/office/drawing/2014/main" id="{DF75BF88-BE78-4374-8573-E5B43B067290}"/>
              </a:ext>
            </a:extLst>
          </p:cNvPr>
          <p:cNvSpPr>
            <a:spLocks noGrp="1"/>
          </p:cNvSpPr>
          <p:nvPr/>
        </p:nvSpPr>
        <p:spPr>
          <a:xfrm>
            <a:off x="7197536" y="732657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7" name="Stage1_sixpanel_10018">
            <a:extLst>
              <a:ext uri="{FF2B5EF4-FFF2-40B4-BE49-F238E27FC236}">
                <a16:creationId xmlns:a16="http://schemas.microsoft.com/office/drawing/2014/main" id="{93F7C39C-40A8-4FF2-B15E-3B0469369400}"/>
              </a:ext>
            </a:extLst>
          </p:cNvPr>
          <p:cNvSpPr>
            <a:spLocks noGrp="1"/>
          </p:cNvSpPr>
          <p:nvPr/>
        </p:nvSpPr>
        <p:spPr>
          <a:xfrm>
            <a:off x="728830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8" name="Stage1_sixpanel_10019">
            <a:extLst>
              <a:ext uri="{FF2B5EF4-FFF2-40B4-BE49-F238E27FC236}">
                <a16:creationId xmlns:a16="http://schemas.microsoft.com/office/drawing/2014/main" id="{3A131CDF-F4CC-4EFC-A243-CEABE7D5D165}"/>
              </a:ext>
            </a:extLst>
          </p:cNvPr>
          <p:cNvSpPr>
            <a:spLocks noGrp="1"/>
          </p:cNvSpPr>
          <p:nvPr/>
        </p:nvSpPr>
        <p:spPr>
          <a:xfrm>
            <a:off x="734447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9" name="Stage1_sixpanel_10020">
            <a:extLst>
              <a:ext uri="{FF2B5EF4-FFF2-40B4-BE49-F238E27FC236}">
                <a16:creationId xmlns:a16="http://schemas.microsoft.com/office/drawing/2014/main" id="{4D15E0C6-E510-4612-B119-77278BAF6598}"/>
              </a:ext>
            </a:extLst>
          </p:cNvPr>
          <p:cNvSpPr>
            <a:spLocks noGrp="1"/>
          </p:cNvSpPr>
          <p:nvPr/>
        </p:nvSpPr>
        <p:spPr>
          <a:xfrm>
            <a:off x="732487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0" name="Stage1_sixpanel_10021">
            <a:extLst>
              <a:ext uri="{FF2B5EF4-FFF2-40B4-BE49-F238E27FC236}">
                <a16:creationId xmlns:a16="http://schemas.microsoft.com/office/drawing/2014/main" id="{88DB1669-7006-4D83-B43B-CC41F79A66F4}"/>
              </a:ext>
            </a:extLst>
          </p:cNvPr>
          <p:cNvSpPr>
            <a:spLocks noGrp="1"/>
          </p:cNvSpPr>
          <p:nvPr/>
        </p:nvSpPr>
        <p:spPr>
          <a:xfrm>
            <a:off x="7276275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1" name="Stage1_sixpanel_10022">
            <a:extLst>
              <a:ext uri="{FF2B5EF4-FFF2-40B4-BE49-F238E27FC236}">
                <a16:creationId xmlns:a16="http://schemas.microsoft.com/office/drawing/2014/main" id="{A6B0DB81-0C12-4A92-B740-DD830D374C48}"/>
              </a:ext>
            </a:extLst>
          </p:cNvPr>
          <p:cNvSpPr>
            <a:spLocks noGrp="1"/>
          </p:cNvSpPr>
          <p:nvPr/>
        </p:nvSpPr>
        <p:spPr>
          <a:xfrm>
            <a:off x="720293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2" name="Stage1_sixpanel_10023">
            <a:extLst>
              <a:ext uri="{FF2B5EF4-FFF2-40B4-BE49-F238E27FC236}">
                <a16:creationId xmlns:a16="http://schemas.microsoft.com/office/drawing/2014/main" id="{0CC27519-5A23-4BEE-88BD-5F007B9BD039}"/>
              </a:ext>
            </a:extLst>
          </p:cNvPr>
          <p:cNvSpPr>
            <a:spLocks noGrp="1"/>
          </p:cNvSpPr>
          <p:nvPr/>
        </p:nvSpPr>
        <p:spPr>
          <a:xfrm>
            <a:off x="7272810" y="752593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3" name="Stage1_sixpanel_10024">
            <a:extLst>
              <a:ext uri="{FF2B5EF4-FFF2-40B4-BE49-F238E27FC236}">
                <a16:creationId xmlns:a16="http://schemas.microsoft.com/office/drawing/2014/main" id="{A40F1401-BB2F-4225-925E-9888D4CFAD2D}"/>
              </a:ext>
            </a:extLst>
          </p:cNvPr>
          <p:cNvSpPr>
            <a:spLocks noGrp="1"/>
          </p:cNvSpPr>
          <p:nvPr/>
        </p:nvSpPr>
        <p:spPr>
          <a:xfrm>
            <a:off x="7288829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4" name="Stage1_sixpanel_10025">
            <a:extLst>
              <a:ext uri="{FF2B5EF4-FFF2-40B4-BE49-F238E27FC236}">
                <a16:creationId xmlns:a16="http://schemas.microsoft.com/office/drawing/2014/main" id="{27605E3A-5209-404E-9F69-399732CD0EE5}"/>
              </a:ext>
            </a:extLst>
          </p:cNvPr>
          <p:cNvSpPr>
            <a:spLocks noGrp="1"/>
          </p:cNvSpPr>
          <p:nvPr/>
        </p:nvSpPr>
        <p:spPr>
          <a:xfrm>
            <a:off x="720618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5" name="Stage1_sixpanel_10026">
            <a:extLst>
              <a:ext uri="{FF2B5EF4-FFF2-40B4-BE49-F238E27FC236}">
                <a16:creationId xmlns:a16="http://schemas.microsoft.com/office/drawing/2014/main" id="{1420B17D-CCBF-4AC3-86B1-745DE0CD2904}"/>
              </a:ext>
            </a:extLst>
          </p:cNvPr>
          <p:cNvSpPr>
            <a:spLocks noGrp="1"/>
          </p:cNvSpPr>
          <p:nvPr/>
        </p:nvSpPr>
        <p:spPr>
          <a:xfrm>
            <a:off x="726475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6" name="Stage1_sixpanel_10027">
            <a:extLst>
              <a:ext uri="{FF2B5EF4-FFF2-40B4-BE49-F238E27FC236}">
                <a16:creationId xmlns:a16="http://schemas.microsoft.com/office/drawing/2014/main" id="{8DDE2505-6DB8-479F-A019-1217871ED2A0}"/>
              </a:ext>
            </a:extLst>
          </p:cNvPr>
          <p:cNvSpPr>
            <a:spLocks noGrp="1"/>
          </p:cNvSpPr>
          <p:nvPr/>
        </p:nvSpPr>
        <p:spPr>
          <a:xfrm>
            <a:off x="7196261" y="70000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7" name="Stage1_sixpanel_10028">
            <a:extLst>
              <a:ext uri="{FF2B5EF4-FFF2-40B4-BE49-F238E27FC236}">
                <a16:creationId xmlns:a16="http://schemas.microsoft.com/office/drawing/2014/main" id="{71925AEA-CDA1-4445-85EA-0582808137D3}"/>
              </a:ext>
            </a:extLst>
          </p:cNvPr>
          <p:cNvSpPr>
            <a:spLocks noGrp="1"/>
          </p:cNvSpPr>
          <p:nvPr/>
        </p:nvSpPr>
        <p:spPr>
          <a:xfrm>
            <a:off x="727943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8" name="Stage1_sixpanel_10029">
            <a:extLst>
              <a:ext uri="{FF2B5EF4-FFF2-40B4-BE49-F238E27FC236}">
                <a16:creationId xmlns:a16="http://schemas.microsoft.com/office/drawing/2014/main" id="{E93D6DAD-0008-4000-9C53-D3ABE3CF058E}"/>
              </a:ext>
            </a:extLst>
          </p:cNvPr>
          <p:cNvSpPr>
            <a:spLocks noGrp="1"/>
          </p:cNvSpPr>
          <p:nvPr/>
        </p:nvSpPr>
        <p:spPr>
          <a:xfrm>
            <a:off x="720806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9" name="Stage1_sixpanel_10030">
            <a:extLst>
              <a:ext uri="{FF2B5EF4-FFF2-40B4-BE49-F238E27FC236}">
                <a16:creationId xmlns:a16="http://schemas.microsoft.com/office/drawing/2014/main" id="{42B3D0B9-8EFF-4964-BDAF-BEA5585FFA60}"/>
              </a:ext>
            </a:extLst>
          </p:cNvPr>
          <p:cNvSpPr>
            <a:spLocks noGrp="1"/>
          </p:cNvSpPr>
          <p:nvPr/>
        </p:nvSpPr>
        <p:spPr>
          <a:xfrm>
            <a:off x="7172301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0" name="Stage1_sixpanel_10031">
            <a:extLst>
              <a:ext uri="{FF2B5EF4-FFF2-40B4-BE49-F238E27FC236}">
                <a16:creationId xmlns:a16="http://schemas.microsoft.com/office/drawing/2014/main" id="{C1874875-D870-475E-9EA2-44191120B41E}"/>
              </a:ext>
            </a:extLst>
          </p:cNvPr>
          <p:cNvSpPr>
            <a:spLocks noGrp="1"/>
          </p:cNvSpPr>
          <p:nvPr/>
        </p:nvSpPr>
        <p:spPr>
          <a:xfrm>
            <a:off x="726051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1" name="Stage1_sixpanel_10032">
            <a:extLst>
              <a:ext uri="{FF2B5EF4-FFF2-40B4-BE49-F238E27FC236}">
                <a16:creationId xmlns:a16="http://schemas.microsoft.com/office/drawing/2014/main" id="{6B7FBB23-1698-47EF-93A3-0E4CD790251D}"/>
              </a:ext>
            </a:extLst>
          </p:cNvPr>
          <p:cNvSpPr>
            <a:spLocks noGrp="1"/>
          </p:cNvSpPr>
          <p:nvPr/>
        </p:nvSpPr>
        <p:spPr>
          <a:xfrm>
            <a:off x="727841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2" name="Stage1_sixpanel_10033">
            <a:extLst>
              <a:ext uri="{FF2B5EF4-FFF2-40B4-BE49-F238E27FC236}">
                <a16:creationId xmlns:a16="http://schemas.microsoft.com/office/drawing/2014/main" id="{7E48B192-7606-4475-B20F-43AEA47EC967}"/>
              </a:ext>
            </a:extLst>
          </p:cNvPr>
          <p:cNvSpPr>
            <a:spLocks noGrp="1"/>
          </p:cNvSpPr>
          <p:nvPr/>
        </p:nvSpPr>
        <p:spPr>
          <a:xfrm>
            <a:off x="736903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3" name="Stage1_sixpanel_10034">
            <a:extLst>
              <a:ext uri="{FF2B5EF4-FFF2-40B4-BE49-F238E27FC236}">
                <a16:creationId xmlns:a16="http://schemas.microsoft.com/office/drawing/2014/main" id="{070034D5-5640-4BA1-9EE5-388E42B31712}"/>
              </a:ext>
            </a:extLst>
          </p:cNvPr>
          <p:cNvSpPr>
            <a:spLocks noGrp="1"/>
          </p:cNvSpPr>
          <p:nvPr/>
        </p:nvSpPr>
        <p:spPr>
          <a:xfrm>
            <a:off x="735234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4" name="Stage1_sixpanel_10035">
            <a:extLst>
              <a:ext uri="{FF2B5EF4-FFF2-40B4-BE49-F238E27FC236}">
                <a16:creationId xmlns:a16="http://schemas.microsoft.com/office/drawing/2014/main" id="{138C20D0-F6C7-4BF3-ABAB-DCE4DF58F8E3}"/>
              </a:ext>
            </a:extLst>
          </p:cNvPr>
          <p:cNvSpPr>
            <a:spLocks noGrp="1"/>
          </p:cNvSpPr>
          <p:nvPr/>
        </p:nvSpPr>
        <p:spPr>
          <a:xfrm>
            <a:off x="7239866" y="787654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5" name="Stage1_sixpanel_10036">
            <a:extLst>
              <a:ext uri="{FF2B5EF4-FFF2-40B4-BE49-F238E27FC236}">
                <a16:creationId xmlns:a16="http://schemas.microsoft.com/office/drawing/2014/main" id="{0A9EDB24-F8AE-4C97-9D9F-1F9F34C059EE}"/>
              </a:ext>
            </a:extLst>
          </p:cNvPr>
          <p:cNvSpPr>
            <a:spLocks noGrp="1"/>
          </p:cNvSpPr>
          <p:nvPr/>
        </p:nvSpPr>
        <p:spPr>
          <a:xfrm>
            <a:off x="7256006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6" name="Stage1_sixpanel_10037">
            <a:extLst>
              <a:ext uri="{FF2B5EF4-FFF2-40B4-BE49-F238E27FC236}">
                <a16:creationId xmlns:a16="http://schemas.microsoft.com/office/drawing/2014/main" id="{9D0BA38C-E572-42AD-A324-FEEF691957F8}"/>
              </a:ext>
            </a:extLst>
          </p:cNvPr>
          <p:cNvSpPr>
            <a:spLocks noGrp="1"/>
          </p:cNvSpPr>
          <p:nvPr/>
        </p:nvSpPr>
        <p:spPr>
          <a:xfrm>
            <a:off x="7288939" y="804595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7" name="Stage1_sixpanel_10038">
            <a:extLst>
              <a:ext uri="{FF2B5EF4-FFF2-40B4-BE49-F238E27FC236}">
                <a16:creationId xmlns:a16="http://schemas.microsoft.com/office/drawing/2014/main" id="{1E655919-91C7-4578-8E4E-B3EE7BA28D65}"/>
              </a:ext>
            </a:extLst>
          </p:cNvPr>
          <p:cNvSpPr>
            <a:spLocks noGrp="1"/>
          </p:cNvSpPr>
          <p:nvPr/>
        </p:nvSpPr>
        <p:spPr>
          <a:xfrm>
            <a:off x="722334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8" name="Stage1_sixpanel_10039">
            <a:extLst>
              <a:ext uri="{FF2B5EF4-FFF2-40B4-BE49-F238E27FC236}">
                <a16:creationId xmlns:a16="http://schemas.microsoft.com/office/drawing/2014/main" id="{CF4AB0D2-2D8A-4A8A-AB3F-5D554946B483}"/>
              </a:ext>
            </a:extLst>
          </p:cNvPr>
          <p:cNvSpPr>
            <a:spLocks noGrp="1"/>
          </p:cNvSpPr>
          <p:nvPr/>
        </p:nvSpPr>
        <p:spPr>
          <a:xfrm>
            <a:off x="718515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9" name="Stage1_sixpanel_10040">
            <a:extLst>
              <a:ext uri="{FF2B5EF4-FFF2-40B4-BE49-F238E27FC236}">
                <a16:creationId xmlns:a16="http://schemas.microsoft.com/office/drawing/2014/main" id="{02798418-5A47-4AE3-BE0C-1C17D4C977B8}"/>
              </a:ext>
            </a:extLst>
          </p:cNvPr>
          <p:cNvSpPr>
            <a:spLocks noGrp="1"/>
          </p:cNvSpPr>
          <p:nvPr/>
        </p:nvSpPr>
        <p:spPr>
          <a:xfrm>
            <a:off x="729060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0" name="Stage1_sixpanel_10041">
            <a:extLst>
              <a:ext uri="{FF2B5EF4-FFF2-40B4-BE49-F238E27FC236}">
                <a16:creationId xmlns:a16="http://schemas.microsoft.com/office/drawing/2014/main" id="{679E703C-0332-4ECF-893D-32ECF0F26296}"/>
              </a:ext>
            </a:extLst>
          </p:cNvPr>
          <p:cNvSpPr>
            <a:spLocks noGrp="1"/>
          </p:cNvSpPr>
          <p:nvPr/>
        </p:nvSpPr>
        <p:spPr>
          <a:xfrm>
            <a:off x="731290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1" name="Stage1_sixpanel_10042">
            <a:extLst>
              <a:ext uri="{FF2B5EF4-FFF2-40B4-BE49-F238E27FC236}">
                <a16:creationId xmlns:a16="http://schemas.microsoft.com/office/drawing/2014/main" id="{9EAAA8A4-7EB7-497D-817A-630878EEE4F7}"/>
              </a:ext>
            </a:extLst>
          </p:cNvPr>
          <p:cNvSpPr>
            <a:spLocks noGrp="1"/>
          </p:cNvSpPr>
          <p:nvPr/>
        </p:nvSpPr>
        <p:spPr>
          <a:xfrm>
            <a:off x="727918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2" name="Stage1_sixpanel_10043">
            <a:extLst>
              <a:ext uri="{FF2B5EF4-FFF2-40B4-BE49-F238E27FC236}">
                <a16:creationId xmlns:a16="http://schemas.microsoft.com/office/drawing/2014/main" id="{6E726A8B-907A-4DD8-A85E-29455A724F7B}"/>
              </a:ext>
            </a:extLst>
          </p:cNvPr>
          <p:cNvSpPr>
            <a:spLocks noGrp="1"/>
          </p:cNvSpPr>
          <p:nvPr/>
        </p:nvSpPr>
        <p:spPr>
          <a:xfrm>
            <a:off x="737446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3" name="Stage1_sixpanel_10044">
            <a:extLst>
              <a:ext uri="{FF2B5EF4-FFF2-40B4-BE49-F238E27FC236}">
                <a16:creationId xmlns:a16="http://schemas.microsoft.com/office/drawing/2014/main" id="{7F79ECDD-FFE6-40EC-AD58-322F7B1E2FBC}"/>
              </a:ext>
            </a:extLst>
          </p:cNvPr>
          <p:cNvSpPr>
            <a:spLocks noGrp="1"/>
          </p:cNvSpPr>
          <p:nvPr/>
        </p:nvSpPr>
        <p:spPr>
          <a:xfrm>
            <a:off x="720850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4" name="Stage1_sixpanel_10045">
            <a:extLst>
              <a:ext uri="{FF2B5EF4-FFF2-40B4-BE49-F238E27FC236}">
                <a16:creationId xmlns:a16="http://schemas.microsoft.com/office/drawing/2014/main" id="{DDC97BBE-9336-4364-8E0B-F85D9EE6E6D1}"/>
              </a:ext>
            </a:extLst>
          </p:cNvPr>
          <p:cNvSpPr>
            <a:spLocks noGrp="1"/>
          </p:cNvSpPr>
          <p:nvPr/>
        </p:nvSpPr>
        <p:spPr>
          <a:xfrm>
            <a:off x="734956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5" name="Stage1_sixpanel_10046">
            <a:extLst>
              <a:ext uri="{FF2B5EF4-FFF2-40B4-BE49-F238E27FC236}">
                <a16:creationId xmlns:a16="http://schemas.microsoft.com/office/drawing/2014/main" id="{391E6E63-0F64-41C4-9DDF-5747FC8227F0}"/>
              </a:ext>
            </a:extLst>
          </p:cNvPr>
          <p:cNvSpPr>
            <a:spLocks noGrp="1"/>
          </p:cNvSpPr>
          <p:nvPr/>
        </p:nvSpPr>
        <p:spPr>
          <a:xfrm>
            <a:off x="725747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6" name="Stage1_sixpanel_10047">
            <a:extLst>
              <a:ext uri="{FF2B5EF4-FFF2-40B4-BE49-F238E27FC236}">
                <a16:creationId xmlns:a16="http://schemas.microsoft.com/office/drawing/2014/main" id="{39CC3D15-90A5-40CD-A283-803F2E09713F}"/>
              </a:ext>
            </a:extLst>
          </p:cNvPr>
          <p:cNvSpPr>
            <a:spLocks noGrp="1"/>
          </p:cNvSpPr>
          <p:nvPr/>
        </p:nvSpPr>
        <p:spPr>
          <a:xfrm>
            <a:off x="719179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7" name="Stage1_sixpanel_10048">
            <a:extLst>
              <a:ext uri="{FF2B5EF4-FFF2-40B4-BE49-F238E27FC236}">
                <a16:creationId xmlns:a16="http://schemas.microsoft.com/office/drawing/2014/main" id="{2B537E7F-9FC9-409E-A004-15299A89EEAC}"/>
              </a:ext>
            </a:extLst>
          </p:cNvPr>
          <p:cNvSpPr>
            <a:spLocks noGrp="1"/>
          </p:cNvSpPr>
          <p:nvPr/>
        </p:nvSpPr>
        <p:spPr>
          <a:xfrm>
            <a:off x="7270440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8" name="Stage1_sixpanel_10049">
            <a:extLst>
              <a:ext uri="{FF2B5EF4-FFF2-40B4-BE49-F238E27FC236}">
                <a16:creationId xmlns:a16="http://schemas.microsoft.com/office/drawing/2014/main" id="{9BCB8490-19F5-419D-82AF-8EFF356EA20E}"/>
              </a:ext>
            </a:extLst>
          </p:cNvPr>
          <p:cNvSpPr>
            <a:spLocks noGrp="1"/>
          </p:cNvSpPr>
          <p:nvPr/>
        </p:nvSpPr>
        <p:spPr>
          <a:xfrm>
            <a:off x="7278478" y="719890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9" name="Stage1_sixpanel_10050">
            <a:extLst>
              <a:ext uri="{FF2B5EF4-FFF2-40B4-BE49-F238E27FC236}">
                <a16:creationId xmlns:a16="http://schemas.microsoft.com/office/drawing/2014/main" id="{72C13DDD-7E45-44F2-BAF2-6805410EA868}"/>
              </a:ext>
            </a:extLst>
          </p:cNvPr>
          <p:cNvSpPr>
            <a:spLocks noGrp="1"/>
          </p:cNvSpPr>
          <p:nvPr/>
        </p:nvSpPr>
        <p:spPr>
          <a:xfrm>
            <a:off x="719257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0" name="Stage1_sixpanel_10051">
            <a:extLst>
              <a:ext uri="{FF2B5EF4-FFF2-40B4-BE49-F238E27FC236}">
                <a16:creationId xmlns:a16="http://schemas.microsoft.com/office/drawing/2014/main" id="{556FD226-4CC9-4DAD-B756-C8C0F0B56B44}"/>
              </a:ext>
            </a:extLst>
          </p:cNvPr>
          <p:cNvSpPr>
            <a:spLocks noGrp="1"/>
          </p:cNvSpPr>
          <p:nvPr/>
        </p:nvSpPr>
        <p:spPr>
          <a:xfrm>
            <a:off x="722705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1" name="Stage1_sixpanel_10052">
            <a:extLst>
              <a:ext uri="{FF2B5EF4-FFF2-40B4-BE49-F238E27FC236}">
                <a16:creationId xmlns:a16="http://schemas.microsoft.com/office/drawing/2014/main" id="{38898A1B-4059-4F71-9D4D-E30FA7D0DDBB}"/>
              </a:ext>
            </a:extLst>
          </p:cNvPr>
          <p:cNvSpPr>
            <a:spLocks noGrp="1"/>
          </p:cNvSpPr>
          <p:nvPr/>
        </p:nvSpPr>
        <p:spPr>
          <a:xfrm>
            <a:off x="7177750" y="794000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2" name="Stage1_sixpanel_10053">
            <a:extLst>
              <a:ext uri="{FF2B5EF4-FFF2-40B4-BE49-F238E27FC236}">
                <a16:creationId xmlns:a16="http://schemas.microsoft.com/office/drawing/2014/main" id="{3936CF64-D9F0-414B-9DF6-B8B9A358E10A}"/>
              </a:ext>
            </a:extLst>
          </p:cNvPr>
          <p:cNvSpPr>
            <a:spLocks noGrp="1"/>
          </p:cNvSpPr>
          <p:nvPr/>
        </p:nvSpPr>
        <p:spPr>
          <a:xfrm>
            <a:off x="727335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3" name="Stage1_sixpanel_10054">
            <a:extLst>
              <a:ext uri="{FF2B5EF4-FFF2-40B4-BE49-F238E27FC236}">
                <a16:creationId xmlns:a16="http://schemas.microsoft.com/office/drawing/2014/main" id="{3184450D-37A1-4AFB-BE4A-D2F2FD1F8234}"/>
              </a:ext>
            </a:extLst>
          </p:cNvPr>
          <p:cNvSpPr>
            <a:spLocks noGrp="1"/>
          </p:cNvSpPr>
          <p:nvPr/>
        </p:nvSpPr>
        <p:spPr>
          <a:xfrm>
            <a:off x="7258768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4" name="Stage1_sixpanel_10055">
            <a:extLst>
              <a:ext uri="{FF2B5EF4-FFF2-40B4-BE49-F238E27FC236}">
                <a16:creationId xmlns:a16="http://schemas.microsoft.com/office/drawing/2014/main" id="{3231490E-FC7A-4707-B6E7-8D132650895C}"/>
              </a:ext>
            </a:extLst>
          </p:cNvPr>
          <p:cNvSpPr>
            <a:spLocks noGrp="1"/>
          </p:cNvSpPr>
          <p:nvPr/>
        </p:nvSpPr>
        <p:spPr>
          <a:xfrm>
            <a:off x="7178071" y="777342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5" name="Stage1_sixpanel_10056">
            <a:extLst>
              <a:ext uri="{FF2B5EF4-FFF2-40B4-BE49-F238E27FC236}">
                <a16:creationId xmlns:a16="http://schemas.microsoft.com/office/drawing/2014/main" id="{E920FE58-0632-448F-B573-2DFAAFA25CD0}"/>
              </a:ext>
            </a:extLst>
          </p:cNvPr>
          <p:cNvSpPr>
            <a:spLocks noGrp="1"/>
          </p:cNvSpPr>
          <p:nvPr/>
        </p:nvSpPr>
        <p:spPr>
          <a:xfrm>
            <a:off x="7305491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6" name="Stage1_sixpanel_10057">
            <a:extLst>
              <a:ext uri="{FF2B5EF4-FFF2-40B4-BE49-F238E27FC236}">
                <a16:creationId xmlns:a16="http://schemas.microsoft.com/office/drawing/2014/main" id="{075993A3-1CB1-4F2B-ABC1-810A09BB7CB6}"/>
              </a:ext>
            </a:extLst>
          </p:cNvPr>
          <p:cNvSpPr>
            <a:spLocks noGrp="1"/>
          </p:cNvSpPr>
          <p:nvPr/>
        </p:nvSpPr>
        <p:spPr>
          <a:xfrm>
            <a:off x="7286337" y="777342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7" name="Stage1_sixpanel_10058">
            <a:extLst>
              <a:ext uri="{FF2B5EF4-FFF2-40B4-BE49-F238E27FC236}">
                <a16:creationId xmlns:a16="http://schemas.microsoft.com/office/drawing/2014/main" id="{973576E2-2CC2-436B-868C-5DEA56068D3B}"/>
              </a:ext>
            </a:extLst>
          </p:cNvPr>
          <p:cNvSpPr>
            <a:spLocks noGrp="1"/>
          </p:cNvSpPr>
          <p:nvPr/>
        </p:nvSpPr>
        <p:spPr>
          <a:xfrm>
            <a:off x="7225715" y="790600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8" name="Stage1_sixpanel_10059">
            <a:extLst>
              <a:ext uri="{FF2B5EF4-FFF2-40B4-BE49-F238E27FC236}">
                <a16:creationId xmlns:a16="http://schemas.microsoft.com/office/drawing/2014/main" id="{B0967118-7CF7-4024-BDBC-7BE84C47DCBE}"/>
              </a:ext>
            </a:extLst>
          </p:cNvPr>
          <p:cNvSpPr>
            <a:spLocks noGrp="1"/>
          </p:cNvSpPr>
          <p:nvPr/>
        </p:nvSpPr>
        <p:spPr>
          <a:xfrm>
            <a:off x="7318488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9" name="Stage1_sixpanel_10060">
            <a:extLst>
              <a:ext uri="{FF2B5EF4-FFF2-40B4-BE49-F238E27FC236}">
                <a16:creationId xmlns:a16="http://schemas.microsoft.com/office/drawing/2014/main" id="{9B69336B-E7E8-4EEC-B181-07082613E7BB}"/>
              </a:ext>
            </a:extLst>
          </p:cNvPr>
          <p:cNvSpPr>
            <a:spLocks noGrp="1"/>
          </p:cNvSpPr>
          <p:nvPr/>
        </p:nvSpPr>
        <p:spPr>
          <a:xfrm>
            <a:off x="72953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0" name="Stage1_sixpanel_10061">
            <a:extLst>
              <a:ext uri="{FF2B5EF4-FFF2-40B4-BE49-F238E27FC236}">
                <a16:creationId xmlns:a16="http://schemas.microsoft.com/office/drawing/2014/main" id="{FFF2A984-429B-421C-A6A0-423473C99760}"/>
              </a:ext>
            </a:extLst>
          </p:cNvPr>
          <p:cNvSpPr>
            <a:spLocks noGrp="1"/>
          </p:cNvSpPr>
          <p:nvPr/>
        </p:nvSpPr>
        <p:spPr>
          <a:xfrm>
            <a:off x="733989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1" name="Stage1_sixpanel_10062">
            <a:extLst>
              <a:ext uri="{FF2B5EF4-FFF2-40B4-BE49-F238E27FC236}">
                <a16:creationId xmlns:a16="http://schemas.microsoft.com/office/drawing/2014/main" id="{E5492303-4062-4154-AF7B-4EDB9CDCD7DC}"/>
              </a:ext>
            </a:extLst>
          </p:cNvPr>
          <p:cNvSpPr>
            <a:spLocks noGrp="1"/>
          </p:cNvSpPr>
          <p:nvPr/>
        </p:nvSpPr>
        <p:spPr>
          <a:xfrm>
            <a:off x="725794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2" name="Stage1_sixpanel_10063">
            <a:extLst>
              <a:ext uri="{FF2B5EF4-FFF2-40B4-BE49-F238E27FC236}">
                <a16:creationId xmlns:a16="http://schemas.microsoft.com/office/drawing/2014/main" id="{45823A45-2BDC-4078-B780-4392E74CAF25}"/>
              </a:ext>
            </a:extLst>
          </p:cNvPr>
          <p:cNvSpPr>
            <a:spLocks noGrp="1"/>
          </p:cNvSpPr>
          <p:nvPr/>
        </p:nvSpPr>
        <p:spPr>
          <a:xfrm>
            <a:off x="723170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3" name="Stage1_sixpanel_10064">
            <a:extLst>
              <a:ext uri="{FF2B5EF4-FFF2-40B4-BE49-F238E27FC236}">
                <a16:creationId xmlns:a16="http://schemas.microsoft.com/office/drawing/2014/main" id="{4CA5BF6C-4070-4E7A-9C0C-B10302F77E95}"/>
              </a:ext>
            </a:extLst>
          </p:cNvPr>
          <p:cNvSpPr>
            <a:spLocks noGrp="1"/>
          </p:cNvSpPr>
          <p:nvPr/>
        </p:nvSpPr>
        <p:spPr>
          <a:xfrm>
            <a:off x="723705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4" name="Stage1_sixpanel_10065">
            <a:extLst>
              <a:ext uri="{FF2B5EF4-FFF2-40B4-BE49-F238E27FC236}">
                <a16:creationId xmlns:a16="http://schemas.microsoft.com/office/drawing/2014/main" id="{E194B7DB-6DFC-4F53-A830-410974AD9629}"/>
              </a:ext>
            </a:extLst>
          </p:cNvPr>
          <p:cNvSpPr>
            <a:spLocks noGrp="1"/>
          </p:cNvSpPr>
          <p:nvPr/>
        </p:nvSpPr>
        <p:spPr>
          <a:xfrm>
            <a:off x="7248818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5" name="Stage1_sixpanel_10066">
            <a:extLst>
              <a:ext uri="{FF2B5EF4-FFF2-40B4-BE49-F238E27FC236}">
                <a16:creationId xmlns:a16="http://schemas.microsoft.com/office/drawing/2014/main" id="{930F8A78-B923-4771-B2D5-467856B7CC60}"/>
              </a:ext>
            </a:extLst>
          </p:cNvPr>
          <p:cNvSpPr>
            <a:spLocks noGrp="1"/>
          </p:cNvSpPr>
          <p:nvPr/>
        </p:nvSpPr>
        <p:spPr>
          <a:xfrm>
            <a:off x="7290469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6" name="Stage1_sixpanel_10067">
            <a:extLst>
              <a:ext uri="{FF2B5EF4-FFF2-40B4-BE49-F238E27FC236}">
                <a16:creationId xmlns:a16="http://schemas.microsoft.com/office/drawing/2014/main" id="{9F092036-51F5-4F01-8D16-A458DC828D66}"/>
              </a:ext>
            </a:extLst>
          </p:cNvPr>
          <p:cNvSpPr>
            <a:spLocks noGrp="1"/>
          </p:cNvSpPr>
          <p:nvPr/>
        </p:nvSpPr>
        <p:spPr>
          <a:xfrm>
            <a:off x="73109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7" name="Stage1_sixpanel_10068">
            <a:extLst>
              <a:ext uri="{FF2B5EF4-FFF2-40B4-BE49-F238E27FC236}">
                <a16:creationId xmlns:a16="http://schemas.microsoft.com/office/drawing/2014/main" id="{652C25A1-EA88-439B-B8A6-08DE462BB0D2}"/>
              </a:ext>
            </a:extLst>
          </p:cNvPr>
          <p:cNvSpPr>
            <a:spLocks noGrp="1"/>
          </p:cNvSpPr>
          <p:nvPr/>
        </p:nvSpPr>
        <p:spPr>
          <a:xfrm>
            <a:off x="724554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8" name="Stage1_sixpanel_10069">
            <a:extLst>
              <a:ext uri="{FF2B5EF4-FFF2-40B4-BE49-F238E27FC236}">
                <a16:creationId xmlns:a16="http://schemas.microsoft.com/office/drawing/2014/main" id="{4ABF9243-0BDC-49B2-A7AB-B287746B9681}"/>
              </a:ext>
            </a:extLst>
          </p:cNvPr>
          <p:cNvSpPr>
            <a:spLocks noGrp="1"/>
          </p:cNvSpPr>
          <p:nvPr/>
        </p:nvSpPr>
        <p:spPr>
          <a:xfrm>
            <a:off x="7344452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9" name="Stage1_sixpanel_10070">
            <a:extLst>
              <a:ext uri="{FF2B5EF4-FFF2-40B4-BE49-F238E27FC236}">
                <a16:creationId xmlns:a16="http://schemas.microsoft.com/office/drawing/2014/main" id="{D9CE2D9B-DC96-4237-84ED-8D1A3BA5EBCF}"/>
              </a:ext>
            </a:extLst>
          </p:cNvPr>
          <p:cNvSpPr>
            <a:spLocks noGrp="1"/>
          </p:cNvSpPr>
          <p:nvPr/>
        </p:nvSpPr>
        <p:spPr>
          <a:xfrm>
            <a:off x="730368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0" name="Stage1_sixpanel_10071">
            <a:extLst>
              <a:ext uri="{FF2B5EF4-FFF2-40B4-BE49-F238E27FC236}">
                <a16:creationId xmlns:a16="http://schemas.microsoft.com/office/drawing/2014/main" id="{65DCB61D-4169-4A3E-811C-6EE75227D82C}"/>
              </a:ext>
            </a:extLst>
          </p:cNvPr>
          <p:cNvSpPr>
            <a:spLocks noGrp="1"/>
          </p:cNvSpPr>
          <p:nvPr/>
        </p:nvSpPr>
        <p:spPr>
          <a:xfrm>
            <a:off x="735837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1" name="Stage1_sixpanel_10072">
            <a:extLst>
              <a:ext uri="{FF2B5EF4-FFF2-40B4-BE49-F238E27FC236}">
                <a16:creationId xmlns:a16="http://schemas.microsoft.com/office/drawing/2014/main" id="{7E0A9B81-4102-4488-9B16-2AE3CE7B9A1E}"/>
              </a:ext>
            </a:extLst>
          </p:cNvPr>
          <p:cNvSpPr>
            <a:spLocks noGrp="1"/>
          </p:cNvSpPr>
          <p:nvPr/>
        </p:nvSpPr>
        <p:spPr>
          <a:xfrm>
            <a:off x="7346670" y="799439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2" name="Stage1_sixpanel_10073">
            <a:extLst>
              <a:ext uri="{FF2B5EF4-FFF2-40B4-BE49-F238E27FC236}">
                <a16:creationId xmlns:a16="http://schemas.microsoft.com/office/drawing/2014/main" id="{9147CB0F-4BCE-4C56-BDA7-B506576E373A}"/>
              </a:ext>
            </a:extLst>
          </p:cNvPr>
          <p:cNvSpPr>
            <a:spLocks noGrp="1"/>
          </p:cNvSpPr>
          <p:nvPr/>
        </p:nvSpPr>
        <p:spPr>
          <a:xfrm>
            <a:off x="733721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3" name="Stage1_sixpanel_10074">
            <a:extLst>
              <a:ext uri="{FF2B5EF4-FFF2-40B4-BE49-F238E27FC236}">
                <a16:creationId xmlns:a16="http://schemas.microsoft.com/office/drawing/2014/main" id="{A4D3C389-81F9-4453-891F-A62B3387599E}"/>
              </a:ext>
            </a:extLst>
          </p:cNvPr>
          <p:cNvSpPr>
            <a:spLocks noGrp="1"/>
          </p:cNvSpPr>
          <p:nvPr/>
        </p:nvSpPr>
        <p:spPr>
          <a:xfrm>
            <a:off x="716411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4" name="Stage1_sixpanel_10075">
            <a:extLst>
              <a:ext uri="{FF2B5EF4-FFF2-40B4-BE49-F238E27FC236}">
                <a16:creationId xmlns:a16="http://schemas.microsoft.com/office/drawing/2014/main" id="{055123E1-C8B0-450E-AE44-BF7D5207BEF0}"/>
              </a:ext>
            </a:extLst>
          </p:cNvPr>
          <p:cNvSpPr>
            <a:spLocks noGrp="1"/>
          </p:cNvSpPr>
          <p:nvPr/>
        </p:nvSpPr>
        <p:spPr>
          <a:xfrm>
            <a:off x="737248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5" name="Stage1_sixpanel_10076">
            <a:extLst>
              <a:ext uri="{FF2B5EF4-FFF2-40B4-BE49-F238E27FC236}">
                <a16:creationId xmlns:a16="http://schemas.microsoft.com/office/drawing/2014/main" id="{2BFE33B4-DEC4-4DF7-BF40-D904EE019A1B}"/>
              </a:ext>
            </a:extLst>
          </p:cNvPr>
          <p:cNvSpPr>
            <a:spLocks noGrp="1"/>
          </p:cNvSpPr>
          <p:nvPr/>
        </p:nvSpPr>
        <p:spPr>
          <a:xfrm>
            <a:off x="727108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6" name="Stage1_sixpanel_10077">
            <a:extLst>
              <a:ext uri="{FF2B5EF4-FFF2-40B4-BE49-F238E27FC236}">
                <a16:creationId xmlns:a16="http://schemas.microsoft.com/office/drawing/2014/main" id="{D82886A8-95AE-4FE0-9BFB-02F78DFC33F5}"/>
              </a:ext>
            </a:extLst>
          </p:cNvPr>
          <p:cNvSpPr>
            <a:spLocks noGrp="1"/>
          </p:cNvSpPr>
          <p:nvPr/>
        </p:nvSpPr>
        <p:spPr>
          <a:xfrm>
            <a:off x="7332982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7" name="Stage1_sixpanel_10078">
            <a:extLst>
              <a:ext uri="{FF2B5EF4-FFF2-40B4-BE49-F238E27FC236}">
                <a16:creationId xmlns:a16="http://schemas.microsoft.com/office/drawing/2014/main" id="{FF87F6B8-6B98-4B17-A5F7-225ACE0B3A74}"/>
              </a:ext>
            </a:extLst>
          </p:cNvPr>
          <p:cNvSpPr>
            <a:spLocks noGrp="1"/>
          </p:cNvSpPr>
          <p:nvPr/>
        </p:nvSpPr>
        <p:spPr>
          <a:xfrm>
            <a:off x="724761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8" name="Stage1_sixpanel_10079">
            <a:extLst>
              <a:ext uri="{FF2B5EF4-FFF2-40B4-BE49-F238E27FC236}">
                <a16:creationId xmlns:a16="http://schemas.microsoft.com/office/drawing/2014/main" id="{2B5E1677-5125-4795-98E0-4C012ECF87AE}"/>
              </a:ext>
            </a:extLst>
          </p:cNvPr>
          <p:cNvSpPr>
            <a:spLocks noGrp="1"/>
          </p:cNvSpPr>
          <p:nvPr/>
        </p:nvSpPr>
        <p:spPr>
          <a:xfrm>
            <a:off x="7167800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9" name="Stage1_sixpanel_10080">
            <a:extLst>
              <a:ext uri="{FF2B5EF4-FFF2-40B4-BE49-F238E27FC236}">
                <a16:creationId xmlns:a16="http://schemas.microsoft.com/office/drawing/2014/main" id="{FB86A7D1-9E15-4063-8412-53FC01F7FD7C}"/>
              </a:ext>
            </a:extLst>
          </p:cNvPr>
          <p:cNvSpPr>
            <a:spLocks noGrp="1"/>
          </p:cNvSpPr>
          <p:nvPr/>
        </p:nvSpPr>
        <p:spPr>
          <a:xfrm>
            <a:off x="7254975" y="801403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0" name="Stage1_sixpanel_10081">
            <a:extLst>
              <a:ext uri="{FF2B5EF4-FFF2-40B4-BE49-F238E27FC236}">
                <a16:creationId xmlns:a16="http://schemas.microsoft.com/office/drawing/2014/main" id="{DD4C98E9-30D6-4555-894E-48B843778F28}"/>
              </a:ext>
            </a:extLst>
          </p:cNvPr>
          <p:cNvSpPr>
            <a:spLocks noGrp="1"/>
          </p:cNvSpPr>
          <p:nvPr/>
        </p:nvSpPr>
        <p:spPr>
          <a:xfrm>
            <a:off x="7185314" y="779404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1" name="Stage1_sixpanel_10082">
            <a:extLst>
              <a:ext uri="{FF2B5EF4-FFF2-40B4-BE49-F238E27FC236}">
                <a16:creationId xmlns:a16="http://schemas.microsoft.com/office/drawing/2014/main" id="{FBB470D2-8343-41B3-B787-E652BBF4A571}"/>
              </a:ext>
            </a:extLst>
          </p:cNvPr>
          <p:cNvSpPr>
            <a:spLocks noGrp="1"/>
          </p:cNvSpPr>
          <p:nvPr/>
        </p:nvSpPr>
        <p:spPr>
          <a:xfrm>
            <a:off x="7222308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2" name="Stage1_sixpanel_10083">
            <a:extLst>
              <a:ext uri="{FF2B5EF4-FFF2-40B4-BE49-F238E27FC236}">
                <a16:creationId xmlns:a16="http://schemas.microsoft.com/office/drawing/2014/main" id="{413EF47E-D7ED-44DD-AAEB-66E282B2E03A}"/>
              </a:ext>
            </a:extLst>
          </p:cNvPr>
          <p:cNvSpPr>
            <a:spLocks noGrp="1"/>
          </p:cNvSpPr>
          <p:nvPr/>
        </p:nvSpPr>
        <p:spPr>
          <a:xfrm>
            <a:off x="7297871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3" name="Stage1_sixpanel_10084">
            <a:extLst>
              <a:ext uri="{FF2B5EF4-FFF2-40B4-BE49-F238E27FC236}">
                <a16:creationId xmlns:a16="http://schemas.microsoft.com/office/drawing/2014/main" id="{DB43C4B6-CA85-40DD-92D1-0DCC0FB744F3}"/>
              </a:ext>
            </a:extLst>
          </p:cNvPr>
          <p:cNvSpPr>
            <a:spLocks noGrp="1"/>
          </p:cNvSpPr>
          <p:nvPr/>
        </p:nvSpPr>
        <p:spPr>
          <a:xfrm>
            <a:off x="723006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4" name="Stage1_sixpanel_10085">
            <a:extLst>
              <a:ext uri="{FF2B5EF4-FFF2-40B4-BE49-F238E27FC236}">
                <a16:creationId xmlns:a16="http://schemas.microsoft.com/office/drawing/2014/main" id="{E88967DB-D436-4384-AC86-16C6DF922678}"/>
              </a:ext>
            </a:extLst>
          </p:cNvPr>
          <p:cNvSpPr>
            <a:spLocks noGrp="1"/>
          </p:cNvSpPr>
          <p:nvPr/>
        </p:nvSpPr>
        <p:spPr>
          <a:xfrm>
            <a:off x="733949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5" name="Stage1_sixpanel_10086">
            <a:extLst>
              <a:ext uri="{FF2B5EF4-FFF2-40B4-BE49-F238E27FC236}">
                <a16:creationId xmlns:a16="http://schemas.microsoft.com/office/drawing/2014/main" id="{03A54B58-36C4-428A-B810-979767DBDD44}"/>
              </a:ext>
            </a:extLst>
          </p:cNvPr>
          <p:cNvSpPr>
            <a:spLocks noGrp="1"/>
          </p:cNvSpPr>
          <p:nvPr/>
        </p:nvSpPr>
        <p:spPr>
          <a:xfrm>
            <a:off x="736632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6" name="Stage1_sixpanel_10087">
            <a:extLst>
              <a:ext uri="{FF2B5EF4-FFF2-40B4-BE49-F238E27FC236}">
                <a16:creationId xmlns:a16="http://schemas.microsoft.com/office/drawing/2014/main" id="{B3391BC3-5A31-4397-90F9-B9C8674BA3BA}"/>
              </a:ext>
            </a:extLst>
          </p:cNvPr>
          <p:cNvSpPr>
            <a:spLocks noGrp="1"/>
          </p:cNvSpPr>
          <p:nvPr/>
        </p:nvSpPr>
        <p:spPr>
          <a:xfrm>
            <a:off x="727115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7" name="Stage1_sixpanel_10088">
            <a:extLst>
              <a:ext uri="{FF2B5EF4-FFF2-40B4-BE49-F238E27FC236}">
                <a16:creationId xmlns:a16="http://schemas.microsoft.com/office/drawing/2014/main" id="{9057E285-A582-40E7-A83E-818732B820F2}"/>
              </a:ext>
            </a:extLst>
          </p:cNvPr>
          <p:cNvSpPr>
            <a:spLocks noGrp="1"/>
          </p:cNvSpPr>
          <p:nvPr/>
        </p:nvSpPr>
        <p:spPr>
          <a:xfrm>
            <a:off x="7240327" y="794529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8" name="Stage1_sixpanel_10089">
            <a:extLst>
              <a:ext uri="{FF2B5EF4-FFF2-40B4-BE49-F238E27FC236}">
                <a16:creationId xmlns:a16="http://schemas.microsoft.com/office/drawing/2014/main" id="{67534C1C-2270-47BE-B13F-A711CB67F53F}"/>
              </a:ext>
            </a:extLst>
          </p:cNvPr>
          <p:cNvSpPr>
            <a:spLocks noGrp="1"/>
          </p:cNvSpPr>
          <p:nvPr/>
        </p:nvSpPr>
        <p:spPr>
          <a:xfrm>
            <a:off x="724583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9" name="Stage1_sixpanel_10090">
            <a:extLst>
              <a:ext uri="{FF2B5EF4-FFF2-40B4-BE49-F238E27FC236}">
                <a16:creationId xmlns:a16="http://schemas.microsoft.com/office/drawing/2014/main" id="{ACDF1171-51C2-4273-9785-7506DF92E799}"/>
              </a:ext>
            </a:extLst>
          </p:cNvPr>
          <p:cNvSpPr>
            <a:spLocks noGrp="1"/>
          </p:cNvSpPr>
          <p:nvPr/>
        </p:nvSpPr>
        <p:spPr>
          <a:xfrm>
            <a:off x="7234371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0" name="Stage1_sixpanel_10091">
            <a:extLst>
              <a:ext uri="{FF2B5EF4-FFF2-40B4-BE49-F238E27FC236}">
                <a16:creationId xmlns:a16="http://schemas.microsoft.com/office/drawing/2014/main" id="{F00C5A97-B6F2-4770-BAD6-99FD7101250B}"/>
              </a:ext>
            </a:extLst>
          </p:cNvPr>
          <p:cNvSpPr>
            <a:spLocks noGrp="1"/>
          </p:cNvSpPr>
          <p:nvPr/>
        </p:nvSpPr>
        <p:spPr>
          <a:xfrm>
            <a:off x="7360208" y="758780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1" name="Stage1_sixpanel_10092">
            <a:extLst>
              <a:ext uri="{FF2B5EF4-FFF2-40B4-BE49-F238E27FC236}">
                <a16:creationId xmlns:a16="http://schemas.microsoft.com/office/drawing/2014/main" id="{84C38946-C485-495E-A0AD-F3F1EEEF418A}"/>
              </a:ext>
            </a:extLst>
          </p:cNvPr>
          <p:cNvSpPr>
            <a:spLocks noGrp="1"/>
          </p:cNvSpPr>
          <p:nvPr/>
        </p:nvSpPr>
        <p:spPr>
          <a:xfrm>
            <a:off x="719703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2" name="Stage1_sixpanel_10093">
            <a:extLst>
              <a:ext uri="{FF2B5EF4-FFF2-40B4-BE49-F238E27FC236}">
                <a16:creationId xmlns:a16="http://schemas.microsoft.com/office/drawing/2014/main" id="{F6B634F8-8432-4CFB-BD3C-E0965C4BDC1A}"/>
              </a:ext>
            </a:extLst>
          </p:cNvPr>
          <p:cNvSpPr>
            <a:spLocks noGrp="1"/>
          </p:cNvSpPr>
          <p:nvPr/>
        </p:nvSpPr>
        <p:spPr>
          <a:xfrm>
            <a:off x="723295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3" name="Stage1_sixpanel_10094">
            <a:extLst>
              <a:ext uri="{FF2B5EF4-FFF2-40B4-BE49-F238E27FC236}">
                <a16:creationId xmlns:a16="http://schemas.microsoft.com/office/drawing/2014/main" id="{7B15DFB2-9FB6-459B-8E79-C39ED1BF1D99}"/>
              </a:ext>
            </a:extLst>
          </p:cNvPr>
          <p:cNvSpPr>
            <a:spLocks noGrp="1"/>
          </p:cNvSpPr>
          <p:nvPr/>
        </p:nvSpPr>
        <p:spPr>
          <a:xfrm>
            <a:off x="724520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4" name="Stage1_sixpanel_10095">
            <a:extLst>
              <a:ext uri="{FF2B5EF4-FFF2-40B4-BE49-F238E27FC236}">
                <a16:creationId xmlns:a16="http://schemas.microsoft.com/office/drawing/2014/main" id="{7B854BEC-490C-46A1-8207-CD8D1B8AE005}"/>
              </a:ext>
            </a:extLst>
          </p:cNvPr>
          <p:cNvSpPr>
            <a:spLocks noGrp="1"/>
          </p:cNvSpPr>
          <p:nvPr/>
        </p:nvSpPr>
        <p:spPr>
          <a:xfrm>
            <a:off x="731267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5" name="Stage1_sixpanel_10096">
            <a:extLst>
              <a:ext uri="{FF2B5EF4-FFF2-40B4-BE49-F238E27FC236}">
                <a16:creationId xmlns:a16="http://schemas.microsoft.com/office/drawing/2014/main" id="{DCDBE2F0-6F08-41FB-9EA3-95ABC98C0B9D}"/>
              </a:ext>
            </a:extLst>
          </p:cNvPr>
          <p:cNvSpPr>
            <a:spLocks noGrp="1"/>
          </p:cNvSpPr>
          <p:nvPr/>
        </p:nvSpPr>
        <p:spPr>
          <a:xfrm>
            <a:off x="725110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6" name="Stage1_sixpanel_10097">
            <a:extLst>
              <a:ext uri="{FF2B5EF4-FFF2-40B4-BE49-F238E27FC236}">
                <a16:creationId xmlns:a16="http://schemas.microsoft.com/office/drawing/2014/main" id="{7C4A2493-A1C4-475C-B9EE-5B917B4E0032}"/>
              </a:ext>
            </a:extLst>
          </p:cNvPr>
          <p:cNvSpPr>
            <a:spLocks noGrp="1"/>
          </p:cNvSpPr>
          <p:nvPr/>
        </p:nvSpPr>
        <p:spPr>
          <a:xfrm>
            <a:off x="731937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7" name="Stage1_sixpanel_10098">
            <a:extLst>
              <a:ext uri="{FF2B5EF4-FFF2-40B4-BE49-F238E27FC236}">
                <a16:creationId xmlns:a16="http://schemas.microsoft.com/office/drawing/2014/main" id="{F4951DD9-0A15-4C35-AFC0-3CEB729224A8}"/>
              </a:ext>
            </a:extLst>
          </p:cNvPr>
          <p:cNvSpPr>
            <a:spLocks noGrp="1"/>
          </p:cNvSpPr>
          <p:nvPr/>
        </p:nvSpPr>
        <p:spPr>
          <a:xfrm>
            <a:off x="7290453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8" name="Stage1_sixpanel_10099">
            <a:extLst>
              <a:ext uri="{FF2B5EF4-FFF2-40B4-BE49-F238E27FC236}">
                <a16:creationId xmlns:a16="http://schemas.microsoft.com/office/drawing/2014/main" id="{41E48082-04AE-45F9-869A-FE6747183BA9}"/>
              </a:ext>
            </a:extLst>
          </p:cNvPr>
          <p:cNvSpPr>
            <a:spLocks noGrp="1"/>
          </p:cNvSpPr>
          <p:nvPr/>
        </p:nvSpPr>
        <p:spPr>
          <a:xfrm>
            <a:off x="7535706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51039" y="1237437"/>
                </a:moveTo>
                <a:lnTo>
                  <a:pt x="88313" y="1237437"/>
                </a:lnTo>
                <a:lnTo>
                  <a:pt x="89171" y="1229703"/>
                </a:lnTo>
                <a:lnTo>
                  <a:pt x="91691" y="1221969"/>
                </a:lnTo>
                <a:lnTo>
                  <a:pt x="95706" y="1214235"/>
                </a:lnTo>
                <a:lnTo>
                  <a:pt x="100961" y="1206502"/>
                </a:lnTo>
                <a:lnTo>
                  <a:pt x="107136" y="1198768"/>
                </a:lnTo>
                <a:lnTo>
                  <a:pt x="113881" y="1191034"/>
                </a:lnTo>
                <a:lnTo>
                  <a:pt x="120848" y="1183300"/>
                </a:lnTo>
                <a:lnTo>
                  <a:pt x="127717" y="1175566"/>
                </a:lnTo>
                <a:lnTo>
                  <a:pt x="134222" y="1167832"/>
                </a:lnTo>
                <a:lnTo>
                  <a:pt x="140164" y="1160098"/>
                </a:lnTo>
                <a:lnTo>
                  <a:pt x="145413" y="1152364"/>
                </a:lnTo>
                <a:lnTo>
                  <a:pt x="149909" y="1144630"/>
                </a:lnTo>
                <a:lnTo>
                  <a:pt x="153648" y="1136896"/>
                </a:lnTo>
                <a:lnTo>
                  <a:pt x="156672" y="1129162"/>
                </a:lnTo>
                <a:lnTo>
                  <a:pt x="159055" y="1121428"/>
                </a:lnTo>
                <a:lnTo>
                  <a:pt x="160885" y="1113694"/>
                </a:lnTo>
                <a:lnTo>
                  <a:pt x="162256" y="1105960"/>
                </a:lnTo>
                <a:lnTo>
                  <a:pt x="163257" y="1098226"/>
                </a:lnTo>
                <a:lnTo>
                  <a:pt x="163969" y="1090492"/>
                </a:lnTo>
                <a:lnTo>
                  <a:pt x="164458" y="1082758"/>
                </a:lnTo>
                <a:lnTo>
                  <a:pt x="164779" y="1075024"/>
                </a:lnTo>
                <a:lnTo>
                  <a:pt x="164974" y="1067290"/>
                </a:lnTo>
                <a:lnTo>
                  <a:pt x="165075" y="1059556"/>
                </a:lnTo>
                <a:lnTo>
                  <a:pt x="165104" y="1051822"/>
                </a:lnTo>
                <a:lnTo>
                  <a:pt x="165079" y="1044088"/>
                </a:lnTo>
                <a:lnTo>
                  <a:pt x="165013" y="1036354"/>
                </a:lnTo>
                <a:lnTo>
                  <a:pt x="164915" y="1028620"/>
                </a:lnTo>
                <a:lnTo>
                  <a:pt x="164791" y="1020886"/>
                </a:lnTo>
                <a:lnTo>
                  <a:pt x="164646" y="1013152"/>
                </a:lnTo>
                <a:lnTo>
                  <a:pt x="164484" y="1005418"/>
                </a:lnTo>
                <a:lnTo>
                  <a:pt x="164308" y="997684"/>
                </a:lnTo>
                <a:lnTo>
                  <a:pt x="164121" y="989950"/>
                </a:lnTo>
                <a:lnTo>
                  <a:pt x="163926" y="982216"/>
                </a:lnTo>
                <a:lnTo>
                  <a:pt x="163728" y="974482"/>
                </a:lnTo>
                <a:lnTo>
                  <a:pt x="163533" y="966748"/>
                </a:lnTo>
                <a:lnTo>
                  <a:pt x="163347" y="959014"/>
                </a:lnTo>
                <a:lnTo>
                  <a:pt x="163177" y="951280"/>
                </a:lnTo>
                <a:lnTo>
                  <a:pt x="163033" y="943546"/>
                </a:lnTo>
                <a:lnTo>
                  <a:pt x="162919" y="935812"/>
                </a:lnTo>
                <a:lnTo>
                  <a:pt x="162842" y="928078"/>
                </a:lnTo>
                <a:lnTo>
                  <a:pt x="162806" y="920344"/>
                </a:lnTo>
                <a:lnTo>
                  <a:pt x="162809" y="912610"/>
                </a:lnTo>
                <a:lnTo>
                  <a:pt x="162851" y="904876"/>
                </a:lnTo>
                <a:lnTo>
                  <a:pt x="162926" y="897142"/>
                </a:lnTo>
                <a:lnTo>
                  <a:pt x="163031" y="889408"/>
                </a:lnTo>
                <a:lnTo>
                  <a:pt x="163159" y="881674"/>
                </a:lnTo>
                <a:lnTo>
                  <a:pt x="163307" y="873940"/>
                </a:lnTo>
                <a:lnTo>
                  <a:pt x="163472" y="866206"/>
                </a:lnTo>
                <a:lnTo>
                  <a:pt x="163653" y="858472"/>
                </a:lnTo>
                <a:lnTo>
                  <a:pt x="163854" y="850738"/>
                </a:lnTo>
                <a:lnTo>
                  <a:pt x="164076" y="843004"/>
                </a:lnTo>
                <a:lnTo>
                  <a:pt x="164325" y="835270"/>
                </a:lnTo>
                <a:lnTo>
                  <a:pt x="164605" y="827536"/>
                </a:lnTo>
                <a:lnTo>
                  <a:pt x="164916" y="819802"/>
                </a:lnTo>
                <a:lnTo>
                  <a:pt x="165257" y="812068"/>
                </a:lnTo>
                <a:lnTo>
                  <a:pt x="165624" y="804334"/>
                </a:lnTo>
                <a:lnTo>
                  <a:pt x="166009" y="796600"/>
                </a:lnTo>
                <a:lnTo>
                  <a:pt x="166400" y="788866"/>
                </a:lnTo>
                <a:lnTo>
                  <a:pt x="166782" y="781132"/>
                </a:lnTo>
                <a:lnTo>
                  <a:pt x="167140" y="773398"/>
                </a:lnTo>
                <a:lnTo>
                  <a:pt x="167456" y="765664"/>
                </a:lnTo>
                <a:lnTo>
                  <a:pt x="167712" y="757930"/>
                </a:lnTo>
                <a:lnTo>
                  <a:pt x="167892" y="750196"/>
                </a:lnTo>
                <a:lnTo>
                  <a:pt x="167978" y="742462"/>
                </a:lnTo>
                <a:lnTo>
                  <a:pt x="167957" y="734728"/>
                </a:lnTo>
                <a:lnTo>
                  <a:pt x="167814" y="726994"/>
                </a:lnTo>
                <a:lnTo>
                  <a:pt x="167539" y="719261"/>
                </a:lnTo>
                <a:lnTo>
                  <a:pt x="167127" y="711527"/>
                </a:lnTo>
                <a:lnTo>
                  <a:pt x="166576" y="703793"/>
                </a:lnTo>
                <a:lnTo>
                  <a:pt x="165891" y="696059"/>
                </a:lnTo>
                <a:lnTo>
                  <a:pt x="165088" y="688325"/>
                </a:lnTo>
                <a:lnTo>
                  <a:pt x="164188" y="680591"/>
                </a:lnTo>
                <a:lnTo>
                  <a:pt x="163225" y="672857"/>
                </a:lnTo>
                <a:lnTo>
                  <a:pt x="162239" y="665123"/>
                </a:lnTo>
                <a:lnTo>
                  <a:pt x="161278" y="657389"/>
                </a:lnTo>
                <a:lnTo>
                  <a:pt x="160392" y="649655"/>
                </a:lnTo>
                <a:lnTo>
                  <a:pt x="159632" y="641921"/>
                </a:lnTo>
                <a:lnTo>
                  <a:pt x="159042" y="634187"/>
                </a:lnTo>
                <a:lnTo>
                  <a:pt x="158659" y="626453"/>
                </a:lnTo>
                <a:lnTo>
                  <a:pt x="158503" y="618719"/>
                </a:lnTo>
                <a:lnTo>
                  <a:pt x="158580" y="610985"/>
                </a:lnTo>
                <a:lnTo>
                  <a:pt x="158880" y="603251"/>
                </a:lnTo>
                <a:lnTo>
                  <a:pt x="159375" y="595517"/>
                </a:lnTo>
                <a:lnTo>
                  <a:pt x="160027" y="587783"/>
                </a:lnTo>
                <a:lnTo>
                  <a:pt x="160785" y="580049"/>
                </a:lnTo>
                <a:lnTo>
                  <a:pt x="161598" y="572315"/>
                </a:lnTo>
                <a:lnTo>
                  <a:pt x="162411" y="564581"/>
                </a:lnTo>
                <a:lnTo>
                  <a:pt x="163177" y="556847"/>
                </a:lnTo>
                <a:lnTo>
                  <a:pt x="163854" y="549113"/>
                </a:lnTo>
                <a:lnTo>
                  <a:pt x="164410" y="541379"/>
                </a:lnTo>
                <a:lnTo>
                  <a:pt x="164824" y="533645"/>
                </a:lnTo>
                <a:lnTo>
                  <a:pt x="165082" y="525911"/>
                </a:lnTo>
                <a:lnTo>
                  <a:pt x="165181" y="518177"/>
                </a:lnTo>
                <a:lnTo>
                  <a:pt x="165122" y="510443"/>
                </a:lnTo>
                <a:lnTo>
                  <a:pt x="164913" y="502709"/>
                </a:lnTo>
                <a:lnTo>
                  <a:pt x="164566" y="494975"/>
                </a:lnTo>
                <a:lnTo>
                  <a:pt x="164097" y="487241"/>
                </a:lnTo>
                <a:lnTo>
                  <a:pt x="163524" y="479507"/>
                </a:lnTo>
                <a:lnTo>
                  <a:pt x="162872" y="471773"/>
                </a:lnTo>
                <a:lnTo>
                  <a:pt x="162168" y="464039"/>
                </a:lnTo>
                <a:lnTo>
                  <a:pt x="161442" y="456305"/>
                </a:lnTo>
                <a:lnTo>
                  <a:pt x="160727" y="448571"/>
                </a:lnTo>
                <a:lnTo>
                  <a:pt x="160058" y="440837"/>
                </a:lnTo>
                <a:lnTo>
                  <a:pt x="159466" y="433103"/>
                </a:lnTo>
                <a:lnTo>
                  <a:pt x="158981" y="425369"/>
                </a:lnTo>
                <a:lnTo>
                  <a:pt x="158625" y="417635"/>
                </a:lnTo>
                <a:lnTo>
                  <a:pt x="158411" y="409901"/>
                </a:lnTo>
                <a:lnTo>
                  <a:pt x="158344" y="402167"/>
                </a:lnTo>
                <a:lnTo>
                  <a:pt x="158416" y="394433"/>
                </a:lnTo>
                <a:lnTo>
                  <a:pt x="158616" y="386699"/>
                </a:lnTo>
                <a:lnTo>
                  <a:pt x="158921" y="378965"/>
                </a:lnTo>
                <a:lnTo>
                  <a:pt x="159309" y="371231"/>
                </a:lnTo>
                <a:lnTo>
                  <a:pt x="159754" y="363497"/>
                </a:lnTo>
                <a:lnTo>
                  <a:pt x="160236" y="355763"/>
                </a:lnTo>
                <a:lnTo>
                  <a:pt x="160735" y="348029"/>
                </a:lnTo>
                <a:lnTo>
                  <a:pt x="161239" y="340295"/>
                </a:lnTo>
                <a:lnTo>
                  <a:pt x="161737" y="332561"/>
                </a:lnTo>
                <a:lnTo>
                  <a:pt x="162227" y="324827"/>
                </a:lnTo>
                <a:lnTo>
                  <a:pt x="162704" y="317093"/>
                </a:lnTo>
                <a:lnTo>
                  <a:pt x="163168" y="309359"/>
                </a:lnTo>
                <a:lnTo>
                  <a:pt x="163617" y="301625"/>
                </a:lnTo>
                <a:lnTo>
                  <a:pt x="164047" y="293891"/>
                </a:lnTo>
                <a:lnTo>
                  <a:pt x="164453" y="286157"/>
                </a:lnTo>
                <a:lnTo>
                  <a:pt x="164828" y="278423"/>
                </a:lnTo>
                <a:lnTo>
                  <a:pt x="165164" y="270689"/>
                </a:lnTo>
                <a:lnTo>
                  <a:pt x="165454" y="262955"/>
                </a:lnTo>
                <a:lnTo>
                  <a:pt x="165693" y="255221"/>
                </a:lnTo>
                <a:lnTo>
                  <a:pt x="165879" y="247487"/>
                </a:lnTo>
                <a:lnTo>
                  <a:pt x="166011" y="239754"/>
                </a:lnTo>
                <a:lnTo>
                  <a:pt x="166094" y="232020"/>
                </a:lnTo>
                <a:lnTo>
                  <a:pt x="166135" y="224286"/>
                </a:lnTo>
                <a:lnTo>
                  <a:pt x="166141" y="216552"/>
                </a:lnTo>
                <a:lnTo>
                  <a:pt x="166121" y="208818"/>
                </a:lnTo>
                <a:lnTo>
                  <a:pt x="166081" y="201084"/>
                </a:lnTo>
                <a:lnTo>
                  <a:pt x="166023" y="193350"/>
                </a:lnTo>
                <a:lnTo>
                  <a:pt x="165939" y="185616"/>
                </a:lnTo>
                <a:lnTo>
                  <a:pt x="165812" y="177882"/>
                </a:lnTo>
                <a:lnTo>
                  <a:pt x="165607" y="170148"/>
                </a:lnTo>
                <a:lnTo>
                  <a:pt x="165272" y="162414"/>
                </a:lnTo>
                <a:lnTo>
                  <a:pt x="164729" y="154680"/>
                </a:lnTo>
                <a:lnTo>
                  <a:pt x="163872" y="146946"/>
                </a:lnTo>
                <a:lnTo>
                  <a:pt x="162566" y="139212"/>
                </a:lnTo>
                <a:lnTo>
                  <a:pt x="160646" y="131478"/>
                </a:lnTo>
                <a:lnTo>
                  <a:pt x="157916" y="123744"/>
                </a:lnTo>
                <a:lnTo>
                  <a:pt x="154164" y="116010"/>
                </a:lnTo>
                <a:lnTo>
                  <a:pt x="149173" y="108276"/>
                </a:lnTo>
                <a:lnTo>
                  <a:pt x="142737" y="100542"/>
                </a:lnTo>
                <a:lnTo>
                  <a:pt x="134695" y="92808"/>
                </a:lnTo>
                <a:lnTo>
                  <a:pt x="124956" y="85074"/>
                </a:lnTo>
                <a:lnTo>
                  <a:pt x="113530" y="77340"/>
                </a:lnTo>
                <a:lnTo>
                  <a:pt x="100557" y="69606"/>
                </a:lnTo>
                <a:lnTo>
                  <a:pt x="86328" y="61872"/>
                </a:lnTo>
                <a:lnTo>
                  <a:pt x="71287" y="54138"/>
                </a:lnTo>
                <a:lnTo>
                  <a:pt x="56025" y="46404"/>
                </a:lnTo>
                <a:lnTo>
                  <a:pt x="41245" y="38670"/>
                </a:lnTo>
                <a:lnTo>
                  <a:pt x="27713" y="30936"/>
                </a:lnTo>
                <a:lnTo>
                  <a:pt x="16199" y="23202"/>
                </a:lnTo>
                <a:lnTo>
                  <a:pt x="7402" y="15468"/>
                </a:lnTo>
                <a:lnTo>
                  <a:pt x="1882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70" y="7734"/>
                </a:lnTo>
                <a:lnTo>
                  <a:pt x="331950" y="15468"/>
                </a:lnTo>
                <a:lnTo>
                  <a:pt x="323153" y="23202"/>
                </a:lnTo>
                <a:lnTo>
                  <a:pt x="311639" y="30936"/>
                </a:lnTo>
                <a:lnTo>
                  <a:pt x="298107" y="38670"/>
                </a:lnTo>
                <a:lnTo>
                  <a:pt x="283326" y="46404"/>
                </a:lnTo>
                <a:lnTo>
                  <a:pt x="268064" y="54138"/>
                </a:lnTo>
                <a:lnTo>
                  <a:pt x="253024" y="61872"/>
                </a:lnTo>
                <a:lnTo>
                  <a:pt x="238795" y="69606"/>
                </a:lnTo>
                <a:lnTo>
                  <a:pt x="225822" y="77340"/>
                </a:lnTo>
                <a:lnTo>
                  <a:pt x="214396" y="85074"/>
                </a:lnTo>
                <a:lnTo>
                  <a:pt x="204656" y="92808"/>
                </a:lnTo>
                <a:lnTo>
                  <a:pt x="196615" y="100542"/>
                </a:lnTo>
                <a:lnTo>
                  <a:pt x="190179" y="108276"/>
                </a:lnTo>
                <a:lnTo>
                  <a:pt x="185187" y="116010"/>
                </a:lnTo>
                <a:lnTo>
                  <a:pt x="181436" y="123744"/>
                </a:lnTo>
                <a:lnTo>
                  <a:pt x="178706" y="131478"/>
                </a:lnTo>
                <a:lnTo>
                  <a:pt x="176785" y="139212"/>
                </a:lnTo>
                <a:lnTo>
                  <a:pt x="175480" y="146946"/>
                </a:lnTo>
                <a:lnTo>
                  <a:pt x="174623" y="154680"/>
                </a:lnTo>
                <a:lnTo>
                  <a:pt x="174080" y="162414"/>
                </a:lnTo>
                <a:lnTo>
                  <a:pt x="173744" y="170148"/>
                </a:lnTo>
                <a:lnTo>
                  <a:pt x="173540" y="177882"/>
                </a:lnTo>
                <a:lnTo>
                  <a:pt x="173412" y="185616"/>
                </a:lnTo>
                <a:lnTo>
                  <a:pt x="173329" y="193350"/>
                </a:lnTo>
                <a:lnTo>
                  <a:pt x="173270" y="201084"/>
                </a:lnTo>
                <a:lnTo>
                  <a:pt x="173231" y="208818"/>
                </a:lnTo>
                <a:lnTo>
                  <a:pt x="173211" y="216552"/>
                </a:lnTo>
                <a:lnTo>
                  <a:pt x="173217" y="224286"/>
                </a:lnTo>
                <a:lnTo>
                  <a:pt x="173258" y="232020"/>
                </a:lnTo>
                <a:lnTo>
                  <a:pt x="173341" y="239754"/>
                </a:lnTo>
                <a:lnTo>
                  <a:pt x="173473" y="247487"/>
                </a:lnTo>
                <a:lnTo>
                  <a:pt x="173659" y="255221"/>
                </a:lnTo>
                <a:lnTo>
                  <a:pt x="173898" y="262955"/>
                </a:lnTo>
                <a:lnTo>
                  <a:pt x="174188" y="270689"/>
                </a:lnTo>
                <a:lnTo>
                  <a:pt x="174524" y="278423"/>
                </a:lnTo>
                <a:lnTo>
                  <a:pt x="174899" y="286157"/>
                </a:lnTo>
                <a:lnTo>
                  <a:pt x="175305" y="293891"/>
                </a:lnTo>
                <a:lnTo>
                  <a:pt x="175735" y="301625"/>
                </a:lnTo>
                <a:lnTo>
                  <a:pt x="176184" y="309359"/>
                </a:lnTo>
                <a:lnTo>
                  <a:pt x="176648" y="317093"/>
                </a:lnTo>
                <a:lnTo>
                  <a:pt x="177125" y="324827"/>
                </a:lnTo>
                <a:lnTo>
                  <a:pt x="177615" y="332561"/>
                </a:lnTo>
                <a:lnTo>
                  <a:pt x="178113" y="340295"/>
                </a:lnTo>
                <a:lnTo>
                  <a:pt x="178617" y="348029"/>
                </a:lnTo>
                <a:lnTo>
                  <a:pt x="179116" y="355763"/>
                </a:lnTo>
                <a:lnTo>
                  <a:pt x="179598" y="363497"/>
                </a:lnTo>
                <a:lnTo>
                  <a:pt x="180043" y="371231"/>
                </a:lnTo>
                <a:lnTo>
                  <a:pt x="180431" y="378965"/>
                </a:lnTo>
                <a:lnTo>
                  <a:pt x="180736" y="386699"/>
                </a:lnTo>
                <a:lnTo>
                  <a:pt x="180935" y="394433"/>
                </a:lnTo>
                <a:lnTo>
                  <a:pt x="181008" y="402167"/>
                </a:lnTo>
                <a:lnTo>
                  <a:pt x="180940" y="409901"/>
                </a:lnTo>
                <a:lnTo>
                  <a:pt x="180726" y="417635"/>
                </a:lnTo>
                <a:lnTo>
                  <a:pt x="180370" y="425369"/>
                </a:lnTo>
                <a:lnTo>
                  <a:pt x="179886" y="433103"/>
                </a:lnTo>
                <a:lnTo>
                  <a:pt x="179294" y="440837"/>
                </a:lnTo>
                <a:lnTo>
                  <a:pt x="178625" y="448571"/>
                </a:lnTo>
                <a:lnTo>
                  <a:pt x="177910" y="456305"/>
                </a:lnTo>
                <a:lnTo>
                  <a:pt x="177184" y="464039"/>
                </a:lnTo>
                <a:lnTo>
                  <a:pt x="176479" y="471773"/>
                </a:lnTo>
                <a:lnTo>
                  <a:pt x="175827" y="479507"/>
                </a:lnTo>
                <a:lnTo>
                  <a:pt x="175255" y="487241"/>
                </a:lnTo>
                <a:lnTo>
                  <a:pt x="174786" y="494975"/>
                </a:lnTo>
                <a:lnTo>
                  <a:pt x="174439" y="502709"/>
                </a:lnTo>
                <a:lnTo>
                  <a:pt x="174230" y="510443"/>
                </a:lnTo>
                <a:lnTo>
                  <a:pt x="174171" y="518177"/>
                </a:lnTo>
                <a:lnTo>
                  <a:pt x="174269" y="525911"/>
                </a:lnTo>
                <a:lnTo>
                  <a:pt x="174528" y="533645"/>
                </a:lnTo>
                <a:lnTo>
                  <a:pt x="174942" y="541379"/>
                </a:lnTo>
                <a:lnTo>
                  <a:pt x="175498" y="549113"/>
                </a:lnTo>
                <a:lnTo>
                  <a:pt x="176175" y="556847"/>
                </a:lnTo>
                <a:lnTo>
                  <a:pt x="176941" y="564581"/>
                </a:lnTo>
                <a:lnTo>
                  <a:pt x="177754" y="572315"/>
                </a:lnTo>
                <a:lnTo>
                  <a:pt x="178567" y="580049"/>
                </a:lnTo>
                <a:lnTo>
                  <a:pt x="179325" y="587783"/>
                </a:lnTo>
                <a:lnTo>
                  <a:pt x="179977" y="595517"/>
                </a:lnTo>
                <a:lnTo>
                  <a:pt x="180472" y="603251"/>
                </a:lnTo>
                <a:lnTo>
                  <a:pt x="180772" y="610985"/>
                </a:lnTo>
                <a:lnTo>
                  <a:pt x="180849" y="618719"/>
                </a:lnTo>
                <a:lnTo>
                  <a:pt x="180693" y="626453"/>
                </a:lnTo>
                <a:lnTo>
                  <a:pt x="180309" y="634187"/>
                </a:lnTo>
                <a:lnTo>
                  <a:pt x="179720" y="641921"/>
                </a:lnTo>
                <a:lnTo>
                  <a:pt x="178960" y="649655"/>
                </a:lnTo>
                <a:lnTo>
                  <a:pt x="178074" y="657389"/>
                </a:lnTo>
                <a:lnTo>
                  <a:pt x="177113" y="665123"/>
                </a:lnTo>
                <a:lnTo>
                  <a:pt x="176127" y="672857"/>
                </a:lnTo>
                <a:lnTo>
                  <a:pt x="175164" y="680591"/>
                </a:lnTo>
                <a:lnTo>
                  <a:pt x="174264" y="688325"/>
                </a:lnTo>
                <a:lnTo>
                  <a:pt x="173460" y="696059"/>
                </a:lnTo>
                <a:lnTo>
                  <a:pt x="172776" y="703793"/>
                </a:lnTo>
                <a:lnTo>
                  <a:pt x="172225" y="711527"/>
                </a:lnTo>
                <a:lnTo>
                  <a:pt x="171813" y="719261"/>
                </a:lnTo>
                <a:lnTo>
                  <a:pt x="171538" y="726994"/>
                </a:lnTo>
                <a:lnTo>
                  <a:pt x="171395" y="734728"/>
                </a:lnTo>
                <a:lnTo>
                  <a:pt x="171373" y="742462"/>
                </a:lnTo>
                <a:lnTo>
                  <a:pt x="171460" y="750196"/>
                </a:lnTo>
                <a:lnTo>
                  <a:pt x="171639" y="757930"/>
                </a:lnTo>
                <a:lnTo>
                  <a:pt x="171896" y="765664"/>
                </a:lnTo>
                <a:lnTo>
                  <a:pt x="172212" y="773398"/>
                </a:lnTo>
                <a:lnTo>
                  <a:pt x="172570" y="781132"/>
                </a:lnTo>
                <a:lnTo>
                  <a:pt x="172952" y="788866"/>
                </a:lnTo>
                <a:lnTo>
                  <a:pt x="173343" y="796600"/>
                </a:lnTo>
                <a:lnTo>
                  <a:pt x="173728" y="804334"/>
                </a:lnTo>
                <a:lnTo>
                  <a:pt x="174095" y="812068"/>
                </a:lnTo>
                <a:lnTo>
                  <a:pt x="174436" y="819802"/>
                </a:lnTo>
                <a:lnTo>
                  <a:pt x="174747" y="827536"/>
                </a:lnTo>
                <a:lnTo>
                  <a:pt x="175026" y="835270"/>
                </a:lnTo>
                <a:lnTo>
                  <a:pt x="175276" y="843004"/>
                </a:lnTo>
                <a:lnTo>
                  <a:pt x="175498" y="850738"/>
                </a:lnTo>
                <a:lnTo>
                  <a:pt x="175698" y="858472"/>
                </a:lnTo>
                <a:lnTo>
                  <a:pt x="175880" y="866206"/>
                </a:lnTo>
                <a:lnTo>
                  <a:pt x="176045" y="873940"/>
                </a:lnTo>
                <a:lnTo>
                  <a:pt x="176192" y="881674"/>
                </a:lnTo>
                <a:lnTo>
                  <a:pt x="176321" y="889408"/>
                </a:lnTo>
                <a:lnTo>
                  <a:pt x="176425" y="897142"/>
                </a:lnTo>
                <a:lnTo>
                  <a:pt x="176501" y="904876"/>
                </a:lnTo>
                <a:lnTo>
                  <a:pt x="176543" y="912610"/>
                </a:lnTo>
                <a:lnTo>
                  <a:pt x="176546" y="920344"/>
                </a:lnTo>
                <a:lnTo>
                  <a:pt x="176509" y="928078"/>
                </a:lnTo>
                <a:lnTo>
                  <a:pt x="176433" y="935812"/>
                </a:lnTo>
                <a:lnTo>
                  <a:pt x="176319" y="943546"/>
                </a:lnTo>
                <a:lnTo>
                  <a:pt x="176175" y="951280"/>
                </a:lnTo>
                <a:lnTo>
                  <a:pt x="176005" y="959014"/>
                </a:lnTo>
                <a:lnTo>
                  <a:pt x="175819" y="966748"/>
                </a:lnTo>
                <a:lnTo>
                  <a:pt x="175624" y="974482"/>
                </a:lnTo>
                <a:lnTo>
                  <a:pt x="175426" y="982216"/>
                </a:lnTo>
                <a:lnTo>
                  <a:pt x="175231" y="989950"/>
                </a:lnTo>
                <a:lnTo>
                  <a:pt x="175044" y="997684"/>
                </a:lnTo>
                <a:lnTo>
                  <a:pt x="174868" y="1005418"/>
                </a:lnTo>
                <a:lnTo>
                  <a:pt x="174705" y="1013152"/>
                </a:lnTo>
                <a:lnTo>
                  <a:pt x="174561" y="1020886"/>
                </a:lnTo>
                <a:lnTo>
                  <a:pt x="174437" y="1028620"/>
                </a:lnTo>
                <a:lnTo>
                  <a:pt x="174338" y="1036354"/>
                </a:lnTo>
                <a:lnTo>
                  <a:pt x="174272" y="1044088"/>
                </a:lnTo>
                <a:lnTo>
                  <a:pt x="174248" y="1051822"/>
                </a:lnTo>
                <a:lnTo>
                  <a:pt x="174277" y="1059556"/>
                </a:lnTo>
                <a:lnTo>
                  <a:pt x="174378" y="1067290"/>
                </a:lnTo>
                <a:lnTo>
                  <a:pt x="174573" y="1075024"/>
                </a:lnTo>
                <a:lnTo>
                  <a:pt x="174894" y="1082758"/>
                </a:lnTo>
                <a:lnTo>
                  <a:pt x="175383" y="1090492"/>
                </a:lnTo>
                <a:lnTo>
                  <a:pt x="176095" y="1098226"/>
                </a:lnTo>
                <a:lnTo>
                  <a:pt x="177096" y="1105960"/>
                </a:lnTo>
                <a:lnTo>
                  <a:pt x="178467" y="1113694"/>
                </a:lnTo>
                <a:lnTo>
                  <a:pt x="180297" y="1121428"/>
                </a:lnTo>
                <a:lnTo>
                  <a:pt x="182679" y="1129162"/>
                </a:lnTo>
                <a:lnTo>
                  <a:pt x="185704" y="1136896"/>
                </a:lnTo>
                <a:lnTo>
                  <a:pt x="189443" y="1144630"/>
                </a:lnTo>
                <a:lnTo>
                  <a:pt x="193939" y="1152364"/>
                </a:lnTo>
                <a:lnTo>
                  <a:pt x="199188" y="1160098"/>
                </a:lnTo>
                <a:lnTo>
                  <a:pt x="205130" y="1167832"/>
                </a:lnTo>
                <a:lnTo>
                  <a:pt x="211635" y="1175566"/>
                </a:lnTo>
                <a:lnTo>
                  <a:pt x="218504" y="1183300"/>
                </a:lnTo>
                <a:lnTo>
                  <a:pt x="225471" y="1191034"/>
                </a:lnTo>
                <a:lnTo>
                  <a:pt x="232216" y="1198768"/>
                </a:lnTo>
                <a:lnTo>
                  <a:pt x="238391" y="1206502"/>
                </a:lnTo>
                <a:lnTo>
                  <a:pt x="243646" y="1214235"/>
                </a:lnTo>
                <a:lnTo>
                  <a:pt x="247661" y="1221969"/>
                </a:lnTo>
                <a:lnTo>
                  <a:pt x="250180" y="1229703"/>
                </a:lnTo>
                <a:lnTo>
                  <a:pt x="251039" y="1237437"/>
                </a:lnTo>
                <a:lnTo>
                  <a:pt x="251039" y="1237437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4929" name="Stage1_sixpanel_10100">
            <a:extLst>
              <a:ext uri="{FF2B5EF4-FFF2-40B4-BE49-F238E27FC236}">
                <a16:creationId xmlns:a16="http://schemas.microsoft.com/office/drawing/2014/main" id="{01376D01-89DC-4A81-B484-0919386AC5DD}"/>
              </a:ext>
            </a:extLst>
          </p:cNvPr>
          <p:cNvSpPr>
            <a:spLocks noGrp="1"/>
          </p:cNvSpPr>
          <p:nvPr/>
        </p:nvSpPr>
        <p:spPr>
          <a:xfrm>
            <a:off x="762090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0" name="Stage1_sixpanel_10101">
            <a:extLst>
              <a:ext uri="{FF2B5EF4-FFF2-40B4-BE49-F238E27FC236}">
                <a16:creationId xmlns:a16="http://schemas.microsoft.com/office/drawing/2014/main" id="{C745FAC4-62D2-4714-B4D5-514428B0CE06}"/>
              </a:ext>
            </a:extLst>
          </p:cNvPr>
          <p:cNvSpPr>
            <a:spLocks noGrp="1"/>
          </p:cNvSpPr>
          <p:nvPr/>
        </p:nvSpPr>
        <p:spPr>
          <a:xfrm>
            <a:off x="769873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1" name="Stage1_sixpanel_10102">
            <a:extLst>
              <a:ext uri="{FF2B5EF4-FFF2-40B4-BE49-F238E27FC236}">
                <a16:creationId xmlns:a16="http://schemas.microsoft.com/office/drawing/2014/main" id="{32B49F2F-95E1-46B8-AAAA-5E44ABE8258F}"/>
              </a:ext>
            </a:extLst>
          </p:cNvPr>
          <p:cNvSpPr>
            <a:spLocks noGrp="1"/>
          </p:cNvSpPr>
          <p:nvPr/>
        </p:nvSpPr>
        <p:spPr>
          <a:xfrm>
            <a:off x="770363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2" name="Stage1_sixpanel_10103">
            <a:extLst>
              <a:ext uri="{FF2B5EF4-FFF2-40B4-BE49-F238E27FC236}">
                <a16:creationId xmlns:a16="http://schemas.microsoft.com/office/drawing/2014/main" id="{9122B7E7-2551-4FBD-8E9F-FE5F17BBBA0D}"/>
              </a:ext>
            </a:extLst>
          </p:cNvPr>
          <p:cNvSpPr>
            <a:spLocks noGrp="1"/>
          </p:cNvSpPr>
          <p:nvPr/>
        </p:nvSpPr>
        <p:spPr>
          <a:xfrm>
            <a:off x="766871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3" name="Stage1_sixpanel_10104">
            <a:extLst>
              <a:ext uri="{FF2B5EF4-FFF2-40B4-BE49-F238E27FC236}">
                <a16:creationId xmlns:a16="http://schemas.microsoft.com/office/drawing/2014/main" id="{63501B53-099A-4F7B-BE7B-08AFDEC85943}"/>
              </a:ext>
            </a:extLst>
          </p:cNvPr>
          <p:cNvSpPr>
            <a:spLocks noGrp="1"/>
          </p:cNvSpPr>
          <p:nvPr/>
        </p:nvSpPr>
        <p:spPr>
          <a:xfrm>
            <a:off x="763383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4" name="Stage1_sixpanel_10105">
            <a:extLst>
              <a:ext uri="{FF2B5EF4-FFF2-40B4-BE49-F238E27FC236}">
                <a16:creationId xmlns:a16="http://schemas.microsoft.com/office/drawing/2014/main" id="{F808F2E7-A5A0-4A4A-883D-D3EBD48BFF95}"/>
              </a:ext>
            </a:extLst>
          </p:cNvPr>
          <p:cNvSpPr>
            <a:spLocks noGrp="1"/>
          </p:cNvSpPr>
          <p:nvPr/>
        </p:nvSpPr>
        <p:spPr>
          <a:xfrm>
            <a:off x="7681797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5" name="Stage1_sixpanel_10106">
            <a:extLst>
              <a:ext uri="{FF2B5EF4-FFF2-40B4-BE49-F238E27FC236}">
                <a16:creationId xmlns:a16="http://schemas.microsoft.com/office/drawing/2014/main" id="{EF712B18-BB3C-4588-B0A1-A4B727BD54C0}"/>
              </a:ext>
            </a:extLst>
          </p:cNvPr>
          <p:cNvSpPr>
            <a:spLocks noGrp="1"/>
          </p:cNvSpPr>
          <p:nvPr/>
        </p:nvSpPr>
        <p:spPr>
          <a:xfrm>
            <a:off x="763010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6" name="Stage1_sixpanel_10107">
            <a:extLst>
              <a:ext uri="{FF2B5EF4-FFF2-40B4-BE49-F238E27FC236}">
                <a16:creationId xmlns:a16="http://schemas.microsoft.com/office/drawing/2014/main" id="{98F0DE53-F359-4474-85DD-DECEE41DF210}"/>
              </a:ext>
            </a:extLst>
          </p:cNvPr>
          <p:cNvSpPr>
            <a:spLocks noGrp="1"/>
          </p:cNvSpPr>
          <p:nvPr/>
        </p:nvSpPr>
        <p:spPr>
          <a:xfrm>
            <a:off x="765572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7" name="Stage1_sixpanel_10108">
            <a:extLst>
              <a:ext uri="{FF2B5EF4-FFF2-40B4-BE49-F238E27FC236}">
                <a16:creationId xmlns:a16="http://schemas.microsoft.com/office/drawing/2014/main" id="{3E8E11A6-F0F8-4B47-8070-3CCACCFDFE21}"/>
              </a:ext>
            </a:extLst>
          </p:cNvPr>
          <p:cNvSpPr>
            <a:spLocks noGrp="1"/>
          </p:cNvSpPr>
          <p:nvPr/>
        </p:nvSpPr>
        <p:spPr>
          <a:xfrm>
            <a:off x="7798772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8" name="Stage1_sixpanel_10109">
            <a:extLst>
              <a:ext uri="{FF2B5EF4-FFF2-40B4-BE49-F238E27FC236}">
                <a16:creationId xmlns:a16="http://schemas.microsoft.com/office/drawing/2014/main" id="{3B024451-6ED6-4530-BF0C-2BC47D900624}"/>
              </a:ext>
            </a:extLst>
          </p:cNvPr>
          <p:cNvSpPr>
            <a:spLocks noGrp="1"/>
          </p:cNvSpPr>
          <p:nvPr/>
        </p:nvSpPr>
        <p:spPr>
          <a:xfrm>
            <a:off x="777488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9" name="Stage1_sixpanel_10110">
            <a:extLst>
              <a:ext uri="{FF2B5EF4-FFF2-40B4-BE49-F238E27FC236}">
                <a16:creationId xmlns:a16="http://schemas.microsoft.com/office/drawing/2014/main" id="{A373CEB2-6EFC-4DC2-8AE4-677303593B33}"/>
              </a:ext>
            </a:extLst>
          </p:cNvPr>
          <p:cNvSpPr>
            <a:spLocks noGrp="1"/>
          </p:cNvSpPr>
          <p:nvPr/>
        </p:nvSpPr>
        <p:spPr>
          <a:xfrm>
            <a:off x="771638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0" name="Stage1_sixpanel_10111">
            <a:extLst>
              <a:ext uri="{FF2B5EF4-FFF2-40B4-BE49-F238E27FC236}">
                <a16:creationId xmlns:a16="http://schemas.microsoft.com/office/drawing/2014/main" id="{DF52D42F-2317-4325-8FF2-A53B75E048E4}"/>
              </a:ext>
            </a:extLst>
          </p:cNvPr>
          <p:cNvSpPr>
            <a:spLocks noGrp="1"/>
          </p:cNvSpPr>
          <p:nvPr/>
        </p:nvSpPr>
        <p:spPr>
          <a:xfrm>
            <a:off x="764363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1" name="Stage1_sixpanel_10112">
            <a:extLst>
              <a:ext uri="{FF2B5EF4-FFF2-40B4-BE49-F238E27FC236}">
                <a16:creationId xmlns:a16="http://schemas.microsoft.com/office/drawing/2014/main" id="{3ACA1825-F3FB-4422-A4DF-180FE3CCDC3C}"/>
              </a:ext>
            </a:extLst>
          </p:cNvPr>
          <p:cNvSpPr>
            <a:spLocks noGrp="1"/>
          </p:cNvSpPr>
          <p:nvPr/>
        </p:nvSpPr>
        <p:spPr>
          <a:xfrm>
            <a:off x="7610454" y="773905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2" name="Stage1_sixpanel_10113">
            <a:extLst>
              <a:ext uri="{FF2B5EF4-FFF2-40B4-BE49-F238E27FC236}">
                <a16:creationId xmlns:a16="http://schemas.microsoft.com/office/drawing/2014/main" id="{55724CE7-1278-4A37-8A69-D9583FB9A377}"/>
              </a:ext>
            </a:extLst>
          </p:cNvPr>
          <p:cNvSpPr>
            <a:spLocks noGrp="1"/>
          </p:cNvSpPr>
          <p:nvPr/>
        </p:nvSpPr>
        <p:spPr>
          <a:xfrm>
            <a:off x="7630971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3" name="Stage1_sixpanel_10114">
            <a:extLst>
              <a:ext uri="{FF2B5EF4-FFF2-40B4-BE49-F238E27FC236}">
                <a16:creationId xmlns:a16="http://schemas.microsoft.com/office/drawing/2014/main" id="{E1179491-0083-410F-86C8-5C6C65F8934E}"/>
              </a:ext>
            </a:extLst>
          </p:cNvPr>
          <p:cNvSpPr>
            <a:spLocks noGrp="1"/>
          </p:cNvSpPr>
          <p:nvPr/>
        </p:nvSpPr>
        <p:spPr>
          <a:xfrm>
            <a:off x="765236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4" name="Stage1_sixpanel_10115">
            <a:extLst>
              <a:ext uri="{FF2B5EF4-FFF2-40B4-BE49-F238E27FC236}">
                <a16:creationId xmlns:a16="http://schemas.microsoft.com/office/drawing/2014/main" id="{619855C4-5B12-4C18-B2EB-06A262BA4F87}"/>
              </a:ext>
            </a:extLst>
          </p:cNvPr>
          <p:cNvSpPr>
            <a:spLocks noGrp="1"/>
          </p:cNvSpPr>
          <p:nvPr/>
        </p:nvSpPr>
        <p:spPr>
          <a:xfrm>
            <a:off x="764575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5" name="Stage1_sixpanel_10116">
            <a:extLst>
              <a:ext uri="{FF2B5EF4-FFF2-40B4-BE49-F238E27FC236}">
                <a16:creationId xmlns:a16="http://schemas.microsoft.com/office/drawing/2014/main" id="{C2161519-B28B-477D-8340-F02BD2B78565}"/>
              </a:ext>
            </a:extLst>
          </p:cNvPr>
          <p:cNvSpPr>
            <a:spLocks noGrp="1"/>
          </p:cNvSpPr>
          <p:nvPr/>
        </p:nvSpPr>
        <p:spPr>
          <a:xfrm>
            <a:off x="760190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6" name="Stage1_sixpanel_10117">
            <a:extLst>
              <a:ext uri="{FF2B5EF4-FFF2-40B4-BE49-F238E27FC236}">
                <a16:creationId xmlns:a16="http://schemas.microsoft.com/office/drawing/2014/main" id="{D0BC403A-3578-4ABB-A29D-AA4482CA1CE3}"/>
              </a:ext>
            </a:extLst>
          </p:cNvPr>
          <p:cNvSpPr>
            <a:spLocks noGrp="1"/>
          </p:cNvSpPr>
          <p:nvPr/>
        </p:nvSpPr>
        <p:spPr>
          <a:xfrm>
            <a:off x="771074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7" name="Stage1_sixpanel_10118">
            <a:extLst>
              <a:ext uri="{FF2B5EF4-FFF2-40B4-BE49-F238E27FC236}">
                <a16:creationId xmlns:a16="http://schemas.microsoft.com/office/drawing/2014/main" id="{C7D430F6-BCF9-4664-ABEC-C855CF56F729}"/>
              </a:ext>
            </a:extLst>
          </p:cNvPr>
          <p:cNvSpPr>
            <a:spLocks noGrp="1"/>
          </p:cNvSpPr>
          <p:nvPr/>
        </p:nvSpPr>
        <p:spPr>
          <a:xfrm>
            <a:off x="7772907" y="783529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8" name="Stage1_sixpanel_10119">
            <a:extLst>
              <a:ext uri="{FF2B5EF4-FFF2-40B4-BE49-F238E27FC236}">
                <a16:creationId xmlns:a16="http://schemas.microsoft.com/office/drawing/2014/main" id="{F1354F00-B948-4A0B-A6B9-88A366437BD4}"/>
              </a:ext>
            </a:extLst>
          </p:cNvPr>
          <p:cNvSpPr>
            <a:spLocks noGrp="1"/>
          </p:cNvSpPr>
          <p:nvPr/>
        </p:nvSpPr>
        <p:spPr>
          <a:xfrm>
            <a:off x="761174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9" name="Stage1_sixpanel_10120">
            <a:extLst>
              <a:ext uri="{FF2B5EF4-FFF2-40B4-BE49-F238E27FC236}">
                <a16:creationId xmlns:a16="http://schemas.microsoft.com/office/drawing/2014/main" id="{9AD2D430-6090-4E2C-8F18-0AD4164EB4D9}"/>
              </a:ext>
            </a:extLst>
          </p:cNvPr>
          <p:cNvSpPr>
            <a:spLocks noGrp="1"/>
          </p:cNvSpPr>
          <p:nvPr/>
        </p:nvSpPr>
        <p:spPr>
          <a:xfrm>
            <a:off x="773230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0" name="Stage1_sixpanel_10121">
            <a:extLst>
              <a:ext uri="{FF2B5EF4-FFF2-40B4-BE49-F238E27FC236}">
                <a16:creationId xmlns:a16="http://schemas.microsoft.com/office/drawing/2014/main" id="{6B3177B0-3DA9-4B61-88CE-113779BF1FC6}"/>
              </a:ext>
            </a:extLst>
          </p:cNvPr>
          <p:cNvSpPr>
            <a:spLocks noGrp="1"/>
          </p:cNvSpPr>
          <p:nvPr/>
        </p:nvSpPr>
        <p:spPr>
          <a:xfrm>
            <a:off x="775206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1" name="Stage1_sixpanel_10122">
            <a:extLst>
              <a:ext uri="{FF2B5EF4-FFF2-40B4-BE49-F238E27FC236}">
                <a16:creationId xmlns:a16="http://schemas.microsoft.com/office/drawing/2014/main" id="{61F9B60B-F0DE-456E-953D-13A7BF4CE389}"/>
              </a:ext>
            </a:extLst>
          </p:cNvPr>
          <p:cNvSpPr>
            <a:spLocks noGrp="1"/>
          </p:cNvSpPr>
          <p:nvPr/>
        </p:nvSpPr>
        <p:spPr>
          <a:xfrm>
            <a:off x="7660216" y="70000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2" name="Stage1_sixpanel_10123">
            <a:extLst>
              <a:ext uri="{FF2B5EF4-FFF2-40B4-BE49-F238E27FC236}">
                <a16:creationId xmlns:a16="http://schemas.microsoft.com/office/drawing/2014/main" id="{F73F26CC-8113-49ED-A8F2-DB7439507A85}"/>
              </a:ext>
            </a:extLst>
          </p:cNvPr>
          <p:cNvSpPr>
            <a:spLocks noGrp="1"/>
          </p:cNvSpPr>
          <p:nvPr/>
        </p:nvSpPr>
        <p:spPr>
          <a:xfrm>
            <a:off x="77659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3" name="Stage1_sixpanel_10124">
            <a:extLst>
              <a:ext uri="{FF2B5EF4-FFF2-40B4-BE49-F238E27FC236}">
                <a16:creationId xmlns:a16="http://schemas.microsoft.com/office/drawing/2014/main" id="{F4C47E6F-C10B-417F-9A7D-57CEF447E5E7}"/>
              </a:ext>
            </a:extLst>
          </p:cNvPr>
          <p:cNvSpPr>
            <a:spLocks noGrp="1"/>
          </p:cNvSpPr>
          <p:nvPr/>
        </p:nvSpPr>
        <p:spPr>
          <a:xfrm>
            <a:off x="769270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4" name="Stage1_sixpanel_10125">
            <a:extLst>
              <a:ext uri="{FF2B5EF4-FFF2-40B4-BE49-F238E27FC236}">
                <a16:creationId xmlns:a16="http://schemas.microsoft.com/office/drawing/2014/main" id="{3682F7F1-E111-4AE1-8A2F-DB64E2F1F821}"/>
              </a:ext>
            </a:extLst>
          </p:cNvPr>
          <p:cNvSpPr>
            <a:spLocks noGrp="1"/>
          </p:cNvSpPr>
          <p:nvPr/>
        </p:nvSpPr>
        <p:spPr>
          <a:xfrm>
            <a:off x="7697711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5" name="Stage1_sixpanel_10126">
            <a:extLst>
              <a:ext uri="{FF2B5EF4-FFF2-40B4-BE49-F238E27FC236}">
                <a16:creationId xmlns:a16="http://schemas.microsoft.com/office/drawing/2014/main" id="{1EB070CA-7B9D-4BFE-8F29-58AD9DCE6C7D}"/>
              </a:ext>
            </a:extLst>
          </p:cNvPr>
          <p:cNvSpPr>
            <a:spLocks noGrp="1"/>
          </p:cNvSpPr>
          <p:nvPr/>
        </p:nvSpPr>
        <p:spPr>
          <a:xfrm>
            <a:off x="7783722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6" name="Stage1_sixpanel_10127">
            <a:extLst>
              <a:ext uri="{FF2B5EF4-FFF2-40B4-BE49-F238E27FC236}">
                <a16:creationId xmlns:a16="http://schemas.microsoft.com/office/drawing/2014/main" id="{F50A7223-AD7C-4A64-88C1-D62DA081AA65}"/>
              </a:ext>
            </a:extLst>
          </p:cNvPr>
          <p:cNvSpPr>
            <a:spLocks noGrp="1"/>
          </p:cNvSpPr>
          <p:nvPr/>
        </p:nvSpPr>
        <p:spPr>
          <a:xfrm>
            <a:off x="776248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7" name="Stage1_sixpanel_10128">
            <a:extLst>
              <a:ext uri="{FF2B5EF4-FFF2-40B4-BE49-F238E27FC236}">
                <a16:creationId xmlns:a16="http://schemas.microsoft.com/office/drawing/2014/main" id="{66BEB559-CF44-4DE4-8FE8-4488F50D9C63}"/>
              </a:ext>
            </a:extLst>
          </p:cNvPr>
          <p:cNvSpPr>
            <a:spLocks noGrp="1"/>
          </p:cNvSpPr>
          <p:nvPr/>
        </p:nvSpPr>
        <p:spPr>
          <a:xfrm>
            <a:off x="773676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8" name="Stage1_sixpanel_10129">
            <a:extLst>
              <a:ext uri="{FF2B5EF4-FFF2-40B4-BE49-F238E27FC236}">
                <a16:creationId xmlns:a16="http://schemas.microsoft.com/office/drawing/2014/main" id="{E54EFCA3-3653-4400-806E-A0405837E4D7}"/>
              </a:ext>
            </a:extLst>
          </p:cNvPr>
          <p:cNvSpPr>
            <a:spLocks noGrp="1"/>
          </p:cNvSpPr>
          <p:nvPr/>
        </p:nvSpPr>
        <p:spPr>
          <a:xfrm>
            <a:off x="766755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9" name="Stage1_sixpanel_10130">
            <a:extLst>
              <a:ext uri="{FF2B5EF4-FFF2-40B4-BE49-F238E27FC236}">
                <a16:creationId xmlns:a16="http://schemas.microsoft.com/office/drawing/2014/main" id="{FC2D08CE-E051-4FA4-8ACA-3437EB217B8B}"/>
              </a:ext>
            </a:extLst>
          </p:cNvPr>
          <p:cNvSpPr>
            <a:spLocks noGrp="1"/>
          </p:cNvSpPr>
          <p:nvPr/>
        </p:nvSpPr>
        <p:spPr>
          <a:xfrm>
            <a:off x="7750625" y="787654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0" name="Stage1_sixpanel_10131">
            <a:extLst>
              <a:ext uri="{FF2B5EF4-FFF2-40B4-BE49-F238E27FC236}">
                <a16:creationId xmlns:a16="http://schemas.microsoft.com/office/drawing/2014/main" id="{67B5B096-2741-4ED7-8FE4-11EEC5C3D1AE}"/>
              </a:ext>
            </a:extLst>
          </p:cNvPr>
          <p:cNvSpPr>
            <a:spLocks noGrp="1"/>
          </p:cNvSpPr>
          <p:nvPr/>
        </p:nvSpPr>
        <p:spPr>
          <a:xfrm>
            <a:off x="7756127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1" name="Stage1_sixpanel_10132">
            <a:extLst>
              <a:ext uri="{FF2B5EF4-FFF2-40B4-BE49-F238E27FC236}">
                <a16:creationId xmlns:a16="http://schemas.microsoft.com/office/drawing/2014/main" id="{4BFE7C2E-26AB-4C15-B935-64E9EC7EEED7}"/>
              </a:ext>
            </a:extLst>
          </p:cNvPr>
          <p:cNvSpPr>
            <a:spLocks noGrp="1"/>
          </p:cNvSpPr>
          <p:nvPr/>
        </p:nvSpPr>
        <p:spPr>
          <a:xfrm>
            <a:off x="7676144" y="805332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2" name="Stage1_sixpanel_10133">
            <a:extLst>
              <a:ext uri="{FF2B5EF4-FFF2-40B4-BE49-F238E27FC236}">
                <a16:creationId xmlns:a16="http://schemas.microsoft.com/office/drawing/2014/main" id="{75CD1221-1A70-401F-BD87-CA4A2CB0392B}"/>
              </a:ext>
            </a:extLst>
          </p:cNvPr>
          <p:cNvSpPr>
            <a:spLocks noGrp="1"/>
          </p:cNvSpPr>
          <p:nvPr/>
        </p:nvSpPr>
        <p:spPr>
          <a:xfrm>
            <a:off x="759639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3" name="Stage1_sixpanel_10134">
            <a:extLst>
              <a:ext uri="{FF2B5EF4-FFF2-40B4-BE49-F238E27FC236}">
                <a16:creationId xmlns:a16="http://schemas.microsoft.com/office/drawing/2014/main" id="{255A975A-466E-4CF6-86B4-472386E45616}"/>
              </a:ext>
            </a:extLst>
          </p:cNvPr>
          <p:cNvSpPr>
            <a:spLocks noGrp="1"/>
          </p:cNvSpPr>
          <p:nvPr/>
        </p:nvSpPr>
        <p:spPr>
          <a:xfrm>
            <a:off x="765118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4" name="Stage1_sixpanel_10135">
            <a:extLst>
              <a:ext uri="{FF2B5EF4-FFF2-40B4-BE49-F238E27FC236}">
                <a16:creationId xmlns:a16="http://schemas.microsoft.com/office/drawing/2014/main" id="{EFE10B08-F932-47CA-8006-336E5ACBF6FE}"/>
              </a:ext>
            </a:extLst>
          </p:cNvPr>
          <p:cNvSpPr>
            <a:spLocks noGrp="1"/>
          </p:cNvSpPr>
          <p:nvPr/>
        </p:nvSpPr>
        <p:spPr>
          <a:xfrm>
            <a:off x="761719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5" name="Stage1_sixpanel_10136">
            <a:extLst>
              <a:ext uri="{FF2B5EF4-FFF2-40B4-BE49-F238E27FC236}">
                <a16:creationId xmlns:a16="http://schemas.microsoft.com/office/drawing/2014/main" id="{E1E6BB0C-1B8A-45B6-9A72-139C7B401EC5}"/>
              </a:ext>
            </a:extLst>
          </p:cNvPr>
          <p:cNvSpPr>
            <a:spLocks noGrp="1"/>
          </p:cNvSpPr>
          <p:nvPr/>
        </p:nvSpPr>
        <p:spPr>
          <a:xfrm>
            <a:off x="765256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6" name="Stage1_sixpanel_10137">
            <a:extLst>
              <a:ext uri="{FF2B5EF4-FFF2-40B4-BE49-F238E27FC236}">
                <a16:creationId xmlns:a16="http://schemas.microsoft.com/office/drawing/2014/main" id="{CD459BD8-269E-4117-B133-B5EDF2CEFAB7}"/>
              </a:ext>
            </a:extLst>
          </p:cNvPr>
          <p:cNvSpPr>
            <a:spLocks noGrp="1"/>
          </p:cNvSpPr>
          <p:nvPr/>
        </p:nvSpPr>
        <p:spPr>
          <a:xfrm>
            <a:off x="7599889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7" name="Stage1_sixpanel_10138">
            <a:extLst>
              <a:ext uri="{FF2B5EF4-FFF2-40B4-BE49-F238E27FC236}">
                <a16:creationId xmlns:a16="http://schemas.microsoft.com/office/drawing/2014/main" id="{3F807E9F-A364-4AA4-AA01-1F70196FF562}"/>
              </a:ext>
            </a:extLst>
          </p:cNvPr>
          <p:cNvSpPr>
            <a:spLocks noGrp="1"/>
          </p:cNvSpPr>
          <p:nvPr/>
        </p:nvSpPr>
        <p:spPr>
          <a:xfrm>
            <a:off x="777733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8" name="Stage1_sixpanel_10139">
            <a:extLst>
              <a:ext uri="{FF2B5EF4-FFF2-40B4-BE49-F238E27FC236}">
                <a16:creationId xmlns:a16="http://schemas.microsoft.com/office/drawing/2014/main" id="{5EB600E6-2C95-426A-93F4-162A4B8FB02F}"/>
              </a:ext>
            </a:extLst>
          </p:cNvPr>
          <p:cNvSpPr>
            <a:spLocks noGrp="1"/>
          </p:cNvSpPr>
          <p:nvPr/>
        </p:nvSpPr>
        <p:spPr>
          <a:xfrm>
            <a:off x="7735912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9" name="Stage1_sixpanel_10140">
            <a:extLst>
              <a:ext uri="{FF2B5EF4-FFF2-40B4-BE49-F238E27FC236}">
                <a16:creationId xmlns:a16="http://schemas.microsoft.com/office/drawing/2014/main" id="{2FE8AC65-1903-431E-A061-8626DBF1EF8F}"/>
              </a:ext>
            </a:extLst>
          </p:cNvPr>
          <p:cNvSpPr>
            <a:spLocks noGrp="1"/>
          </p:cNvSpPr>
          <p:nvPr/>
        </p:nvSpPr>
        <p:spPr>
          <a:xfrm>
            <a:off x="7774187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0" name="Stage1_sixpanel_10141">
            <a:extLst>
              <a:ext uri="{FF2B5EF4-FFF2-40B4-BE49-F238E27FC236}">
                <a16:creationId xmlns:a16="http://schemas.microsoft.com/office/drawing/2014/main" id="{EAE1B9C2-81BD-4DD5-A887-7BE70C9B2141}"/>
              </a:ext>
            </a:extLst>
          </p:cNvPr>
          <p:cNvSpPr>
            <a:spLocks noGrp="1"/>
          </p:cNvSpPr>
          <p:nvPr/>
        </p:nvSpPr>
        <p:spPr>
          <a:xfrm>
            <a:off x="759507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1" name="Stage1_sixpanel_10142">
            <a:extLst>
              <a:ext uri="{FF2B5EF4-FFF2-40B4-BE49-F238E27FC236}">
                <a16:creationId xmlns:a16="http://schemas.microsoft.com/office/drawing/2014/main" id="{8DAC24F4-5234-4B47-8D5C-C1FC7B2F3EDC}"/>
              </a:ext>
            </a:extLst>
          </p:cNvPr>
          <p:cNvSpPr>
            <a:spLocks noGrp="1"/>
          </p:cNvSpPr>
          <p:nvPr/>
        </p:nvSpPr>
        <p:spPr>
          <a:xfrm>
            <a:off x="775564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2" name="Stage1_sixpanel_10143">
            <a:extLst>
              <a:ext uri="{FF2B5EF4-FFF2-40B4-BE49-F238E27FC236}">
                <a16:creationId xmlns:a16="http://schemas.microsoft.com/office/drawing/2014/main" id="{1FE3739B-FF32-4A89-A979-7591E818193F}"/>
              </a:ext>
            </a:extLst>
          </p:cNvPr>
          <p:cNvSpPr>
            <a:spLocks noGrp="1"/>
          </p:cNvSpPr>
          <p:nvPr/>
        </p:nvSpPr>
        <p:spPr>
          <a:xfrm>
            <a:off x="776672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3" name="Stage1_sixpanel_10144">
            <a:extLst>
              <a:ext uri="{FF2B5EF4-FFF2-40B4-BE49-F238E27FC236}">
                <a16:creationId xmlns:a16="http://schemas.microsoft.com/office/drawing/2014/main" id="{1EFC3EA2-E351-4C1A-9EF0-68B3FE92AF04}"/>
              </a:ext>
            </a:extLst>
          </p:cNvPr>
          <p:cNvSpPr>
            <a:spLocks noGrp="1"/>
          </p:cNvSpPr>
          <p:nvPr/>
        </p:nvSpPr>
        <p:spPr>
          <a:xfrm>
            <a:off x="7590177" y="719890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4" name="Stage1_sixpanel_10145">
            <a:extLst>
              <a:ext uri="{FF2B5EF4-FFF2-40B4-BE49-F238E27FC236}">
                <a16:creationId xmlns:a16="http://schemas.microsoft.com/office/drawing/2014/main" id="{DB3BFE1E-C775-4A88-9AE0-7C6A67C5090E}"/>
              </a:ext>
            </a:extLst>
          </p:cNvPr>
          <p:cNvSpPr>
            <a:spLocks noGrp="1"/>
          </p:cNvSpPr>
          <p:nvPr/>
        </p:nvSpPr>
        <p:spPr>
          <a:xfrm>
            <a:off x="767851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5" name="Stage1_sixpanel_10146">
            <a:extLst>
              <a:ext uri="{FF2B5EF4-FFF2-40B4-BE49-F238E27FC236}">
                <a16:creationId xmlns:a16="http://schemas.microsoft.com/office/drawing/2014/main" id="{4F01DAA1-3E6C-413C-99E4-CB7E2A9E9466}"/>
              </a:ext>
            </a:extLst>
          </p:cNvPr>
          <p:cNvSpPr>
            <a:spLocks noGrp="1"/>
          </p:cNvSpPr>
          <p:nvPr/>
        </p:nvSpPr>
        <p:spPr>
          <a:xfrm>
            <a:off x="773294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6" name="Stage1_sixpanel_10147">
            <a:extLst>
              <a:ext uri="{FF2B5EF4-FFF2-40B4-BE49-F238E27FC236}">
                <a16:creationId xmlns:a16="http://schemas.microsoft.com/office/drawing/2014/main" id="{10341BA4-EB8D-4D55-BD60-FB3F90FD1F73}"/>
              </a:ext>
            </a:extLst>
          </p:cNvPr>
          <p:cNvSpPr>
            <a:spLocks noGrp="1"/>
          </p:cNvSpPr>
          <p:nvPr/>
        </p:nvSpPr>
        <p:spPr>
          <a:xfrm>
            <a:off x="7622894" y="798759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7" name="Stage1_sixpanel_10148">
            <a:extLst>
              <a:ext uri="{FF2B5EF4-FFF2-40B4-BE49-F238E27FC236}">
                <a16:creationId xmlns:a16="http://schemas.microsoft.com/office/drawing/2014/main" id="{EA8F9EE5-61A8-4A06-8AF4-37FD355B429E}"/>
              </a:ext>
            </a:extLst>
          </p:cNvPr>
          <p:cNvSpPr>
            <a:spLocks noGrp="1"/>
          </p:cNvSpPr>
          <p:nvPr/>
        </p:nvSpPr>
        <p:spPr>
          <a:xfrm>
            <a:off x="769245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8" name="Stage1_sixpanel_10149">
            <a:extLst>
              <a:ext uri="{FF2B5EF4-FFF2-40B4-BE49-F238E27FC236}">
                <a16:creationId xmlns:a16="http://schemas.microsoft.com/office/drawing/2014/main" id="{DDA007EA-DEB2-4018-9134-3ADEE60570BC}"/>
              </a:ext>
            </a:extLst>
          </p:cNvPr>
          <p:cNvSpPr>
            <a:spLocks noGrp="1"/>
          </p:cNvSpPr>
          <p:nvPr/>
        </p:nvSpPr>
        <p:spPr>
          <a:xfrm>
            <a:off x="7770111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9" name="Stage1_sixpanel_10150">
            <a:extLst>
              <a:ext uri="{FF2B5EF4-FFF2-40B4-BE49-F238E27FC236}">
                <a16:creationId xmlns:a16="http://schemas.microsoft.com/office/drawing/2014/main" id="{F97AB746-9D82-46CF-991E-F534CD17FDDB}"/>
              </a:ext>
            </a:extLst>
          </p:cNvPr>
          <p:cNvSpPr>
            <a:spLocks noGrp="1"/>
          </p:cNvSpPr>
          <p:nvPr/>
        </p:nvSpPr>
        <p:spPr>
          <a:xfrm>
            <a:off x="7668869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0" name="Stage1_sixpanel_10151">
            <a:extLst>
              <a:ext uri="{FF2B5EF4-FFF2-40B4-BE49-F238E27FC236}">
                <a16:creationId xmlns:a16="http://schemas.microsoft.com/office/drawing/2014/main" id="{97C28463-C9EE-489A-9F3D-10BA11A0E2BE}"/>
              </a:ext>
            </a:extLst>
          </p:cNvPr>
          <p:cNvSpPr>
            <a:spLocks noGrp="1"/>
          </p:cNvSpPr>
          <p:nvPr/>
        </p:nvSpPr>
        <p:spPr>
          <a:xfrm>
            <a:off x="7605061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1" name="Stage1_sixpanel_10152">
            <a:extLst>
              <a:ext uri="{FF2B5EF4-FFF2-40B4-BE49-F238E27FC236}">
                <a16:creationId xmlns:a16="http://schemas.microsoft.com/office/drawing/2014/main" id="{643B6B56-5667-4FFE-846D-3C45AD0966EA}"/>
              </a:ext>
            </a:extLst>
          </p:cNvPr>
          <p:cNvSpPr>
            <a:spLocks noGrp="1"/>
          </p:cNvSpPr>
          <p:nvPr/>
        </p:nvSpPr>
        <p:spPr>
          <a:xfrm>
            <a:off x="7758893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2" name="Stage1_sixpanel_10153">
            <a:extLst>
              <a:ext uri="{FF2B5EF4-FFF2-40B4-BE49-F238E27FC236}">
                <a16:creationId xmlns:a16="http://schemas.microsoft.com/office/drawing/2014/main" id="{9769D30B-77A9-48D0-A148-AB36C82B5BE3}"/>
              </a:ext>
            </a:extLst>
          </p:cNvPr>
          <p:cNvSpPr>
            <a:spLocks noGrp="1"/>
          </p:cNvSpPr>
          <p:nvPr/>
        </p:nvSpPr>
        <p:spPr>
          <a:xfrm>
            <a:off x="7632401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3" name="Stage1_sixpanel_10154">
            <a:extLst>
              <a:ext uri="{FF2B5EF4-FFF2-40B4-BE49-F238E27FC236}">
                <a16:creationId xmlns:a16="http://schemas.microsoft.com/office/drawing/2014/main" id="{D2BAACC4-9C78-4FA9-BAC8-734262BBDA2C}"/>
              </a:ext>
            </a:extLst>
          </p:cNvPr>
          <p:cNvSpPr>
            <a:spLocks noGrp="1"/>
          </p:cNvSpPr>
          <p:nvPr/>
        </p:nvSpPr>
        <p:spPr>
          <a:xfrm>
            <a:off x="7673038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4" name="Stage1_sixpanel_10155">
            <a:extLst>
              <a:ext uri="{FF2B5EF4-FFF2-40B4-BE49-F238E27FC236}">
                <a16:creationId xmlns:a16="http://schemas.microsoft.com/office/drawing/2014/main" id="{D33CF32A-91AA-4036-BEFA-81D028CE79E3}"/>
              </a:ext>
            </a:extLst>
          </p:cNvPr>
          <p:cNvSpPr>
            <a:spLocks noGrp="1"/>
          </p:cNvSpPr>
          <p:nvPr/>
        </p:nvSpPr>
        <p:spPr>
          <a:xfrm>
            <a:off x="769505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5" name="Stage1_sixpanel_10156">
            <a:extLst>
              <a:ext uri="{FF2B5EF4-FFF2-40B4-BE49-F238E27FC236}">
                <a16:creationId xmlns:a16="http://schemas.microsoft.com/office/drawing/2014/main" id="{0B850DF1-EF0C-4245-88D9-C3300D5AA5B3}"/>
              </a:ext>
            </a:extLst>
          </p:cNvPr>
          <p:cNvSpPr>
            <a:spLocks noGrp="1"/>
          </p:cNvSpPr>
          <p:nvPr/>
        </p:nvSpPr>
        <p:spPr>
          <a:xfrm>
            <a:off x="758116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6" name="Stage1_sixpanel_10157">
            <a:extLst>
              <a:ext uri="{FF2B5EF4-FFF2-40B4-BE49-F238E27FC236}">
                <a16:creationId xmlns:a16="http://schemas.microsoft.com/office/drawing/2014/main" id="{62AE18E8-F8E4-4455-A653-13A179FD8FE3}"/>
              </a:ext>
            </a:extLst>
          </p:cNvPr>
          <p:cNvSpPr>
            <a:spLocks noGrp="1"/>
          </p:cNvSpPr>
          <p:nvPr/>
        </p:nvSpPr>
        <p:spPr>
          <a:xfrm>
            <a:off x="776354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7" name="Stage1_sixpanel_10158">
            <a:extLst>
              <a:ext uri="{FF2B5EF4-FFF2-40B4-BE49-F238E27FC236}">
                <a16:creationId xmlns:a16="http://schemas.microsoft.com/office/drawing/2014/main" id="{FF8F28D7-F177-4DD7-B74A-862AAAC92548}"/>
              </a:ext>
            </a:extLst>
          </p:cNvPr>
          <p:cNvSpPr>
            <a:spLocks noGrp="1"/>
          </p:cNvSpPr>
          <p:nvPr/>
        </p:nvSpPr>
        <p:spPr>
          <a:xfrm>
            <a:off x="778630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8" name="Stage1_sixpanel_10159">
            <a:extLst>
              <a:ext uri="{FF2B5EF4-FFF2-40B4-BE49-F238E27FC236}">
                <a16:creationId xmlns:a16="http://schemas.microsoft.com/office/drawing/2014/main" id="{DA7A7D43-1C44-45AB-8C4D-E3E7D2D57224}"/>
              </a:ext>
            </a:extLst>
          </p:cNvPr>
          <p:cNvSpPr>
            <a:spLocks noGrp="1"/>
          </p:cNvSpPr>
          <p:nvPr/>
        </p:nvSpPr>
        <p:spPr>
          <a:xfrm>
            <a:off x="764221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9" name="Stage1_sixpanel_10160">
            <a:extLst>
              <a:ext uri="{FF2B5EF4-FFF2-40B4-BE49-F238E27FC236}">
                <a16:creationId xmlns:a16="http://schemas.microsoft.com/office/drawing/2014/main" id="{8A1E307C-D8CB-4172-8D10-E338CF957FEF}"/>
              </a:ext>
            </a:extLst>
          </p:cNvPr>
          <p:cNvSpPr>
            <a:spLocks noGrp="1"/>
          </p:cNvSpPr>
          <p:nvPr/>
        </p:nvSpPr>
        <p:spPr>
          <a:xfrm>
            <a:off x="7720029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0" name="Stage1_sixpanel_10161">
            <a:extLst>
              <a:ext uri="{FF2B5EF4-FFF2-40B4-BE49-F238E27FC236}">
                <a16:creationId xmlns:a16="http://schemas.microsoft.com/office/drawing/2014/main" id="{84844C92-66E8-4F62-95E7-0914482FE23B}"/>
              </a:ext>
            </a:extLst>
          </p:cNvPr>
          <p:cNvSpPr>
            <a:spLocks noGrp="1"/>
          </p:cNvSpPr>
          <p:nvPr/>
        </p:nvSpPr>
        <p:spPr>
          <a:xfrm>
            <a:off x="765432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1" name="Stage1_sixpanel_10162">
            <a:extLst>
              <a:ext uri="{FF2B5EF4-FFF2-40B4-BE49-F238E27FC236}">
                <a16:creationId xmlns:a16="http://schemas.microsoft.com/office/drawing/2014/main" id="{7D638B19-CB38-4521-8B8D-537CB43A0498}"/>
              </a:ext>
            </a:extLst>
          </p:cNvPr>
          <p:cNvSpPr>
            <a:spLocks noGrp="1"/>
          </p:cNvSpPr>
          <p:nvPr/>
        </p:nvSpPr>
        <p:spPr>
          <a:xfrm>
            <a:off x="767682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2" name="Stage1_sixpanel_10163">
            <a:extLst>
              <a:ext uri="{FF2B5EF4-FFF2-40B4-BE49-F238E27FC236}">
                <a16:creationId xmlns:a16="http://schemas.microsoft.com/office/drawing/2014/main" id="{22124068-1CB8-4524-9C47-C43D290EC5AC}"/>
              </a:ext>
            </a:extLst>
          </p:cNvPr>
          <p:cNvSpPr>
            <a:spLocks noGrp="1"/>
          </p:cNvSpPr>
          <p:nvPr/>
        </p:nvSpPr>
        <p:spPr>
          <a:xfrm>
            <a:off x="778884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3" name="Stage1_sixpanel_10164">
            <a:extLst>
              <a:ext uri="{FF2B5EF4-FFF2-40B4-BE49-F238E27FC236}">
                <a16:creationId xmlns:a16="http://schemas.microsoft.com/office/drawing/2014/main" id="{F8647080-35AB-4AFC-BD35-FE4BB5DF7C63}"/>
              </a:ext>
            </a:extLst>
          </p:cNvPr>
          <p:cNvSpPr>
            <a:spLocks noGrp="1"/>
          </p:cNvSpPr>
          <p:nvPr/>
        </p:nvSpPr>
        <p:spPr>
          <a:xfrm>
            <a:off x="768822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4" name="Stage1_sixpanel_10165">
            <a:extLst>
              <a:ext uri="{FF2B5EF4-FFF2-40B4-BE49-F238E27FC236}">
                <a16:creationId xmlns:a16="http://schemas.microsoft.com/office/drawing/2014/main" id="{26D8365C-BF9A-4758-8F83-10E94D190D27}"/>
              </a:ext>
            </a:extLst>
          </p:cNvPr>
          <p:cNvSpPr>
            <a:spLocks noGrp="1"/>
          </p:cNvSpPr>
          <p:nvPr/>
        </p:nvSpPr>
        <p:spPr>
          <a:xfrm>
            <a:off x="778583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5" name="Stage1_sixpanel_10166">
            <a:extLst>
              <a:ext uri="{FF2B5EF4-FFF2-40B4-BE49-F238E27FC236}">
                <a16:creationId xmlns:a16="http://schemas.microsoft.com/office/drawing/2014/main" id="{F7A6A196-CE7A-4366-B3F2-FF0653EFD9DF}"/>
              </a:ext>
            </a:extLst>
          </p:cNvPr>
          <p:cNvSpPr>
            <a:spLocks noGrp="1"/>
          </p:cNvSpPr>
          <p:nvPr/>
        </p:nvSpPr>
        <p:spPr>
          <a:xfrm>
            <a:off x="767432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6" name="Stage1_sixpanel_10167">
            <a:extLst>
              <a:ext uri="{FF2B5EF4-FFF2-40B4-BE49-F238E27FC236}">
                <a16:creationId xmlns:a16="http://schemas.microsoft.com/office/drawing/2014/main" id="{07F57F1F-7BC2-44E7-85F6-97ADA71EF1DC}"/>
              </a:ext>
            </a:extLst>
          </p:cNvPr>
          <p:cNvSpPr>
            <a:spLocks noGrp="1"/>
          </p:cNvSpPr>
          <p:nvPr/>
        </p:nvSpPr>
        <p:spPr>
          <a:xfrm>
            <a:off x="774810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7" name="Stage1_sixpanel_10168">
            <a:extLst>
              <a:ext uri="{FF2B5EF4-FFF2-40B4-BE49-F238E27FC236}">
                <a16:creationId xmlns:a16="http://schemas.microsoft.com/office/drawing/2014/main" id="{67F8F223-D173-441B-8EB6-2508EA2E0972}"/>
              </a:ext>
            </a:extLst>
          </p:cNvPr>
          <p:cNvSpPr>
            <a:spLocks noGrp="1"/>
          </p:cNvSpPr>
          <p:nvPr/>
        </p:nvSpPr>
        <p:spPr>
          <a:xfrm>
            <a:off x="771805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8" name="Stage1_sixpanel_10169">
            <a:extLst>
              <a:ext uri="{FF2B5EF4-FFF2-40B4-BE49-F238E27FC236}">
                <a16:creationId xmlns:a16="http://schemas.microsoft.com/office/drawing/2014/main" id="{904E5C92-F4EA-4AB2-83B7-38F5D6198A96}"/>
              </a:ext>
            </a:extLst>
          </p:cNvPr>
          <p:cNvSpPr>
            <a:spLocks noGrp="1"/>
          </p:cNvSpPr>
          <p:nvPr/>
        </p:nvSpPr>
        <p:spPr>
          <a:xfrm>
            <a:off x="770929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9" name="Stage1_sixpanel_10170">
            <a:extLst>
              <a:ext uri="{FF2B5EF4-FFF2-40B4-BE49-F238E27FC236}">
                <a16:creationId xmlns:a16="http://schemas.microsoft.com/office/drawing/2014/main" id="{0B786984-81A9-4165-A136-6EEABACB298B}"/>
              </a:ext>
            </a:extLst>
          </p:cNvPr>
          <p:cNvSpPr>
            <a:spLocks noGrp="1"/>
          </p:cNvSpPr>
          <p:nvPr/>
        </p:nvSpPr>
        <p:spPr>
          <a:xfrm>
            <a:off x="758873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0" name="Stage1_sixpanel_10171">
            <a:extLst>
              <a:ext uri="{FF2B5EF4-FFF2-40B4-BE49-F238E27FC236}">
                <a16:creationId xmlns:a16="http://schemas.microsoft.com/office/drawing/2014/main" id="{1FF6ECEB-0D67-4C6A-96EF-6420319B4F67}"/>
              </a:ext>
            </a:extLst>
          </p:cNvPr>
          <p:cNvSpPr>
            <a:spLocks noGrp="1"/>
          </p:cNvSpPr>
          <p:nvPr/>
        </p:nvSpPr>
        <p:spPr>
          <a:xfrm>
            <a:off x="762785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1" name="Stage1_sixpanel_10172">
            <a:extLst>
              <a:ext uri="{FF2B5EF4-FFF2-40B4-BE49-F238E27FC236}">
                <a16:creationId xmlns:a16="http://schemas.microsoft.com/office/drawing/2014/main" id="{ED51A0BE-8B49-4824-9436-EC5D1760058B}"/>
              </a:ext>
            </a:extLst>
          </p:cNvPr>
          <p:cNvSpPr>
            <a:spLocks noGrp="1"/>
          </p:cNvSpPr>
          <p:nvPr/>
        </p:nvSpPr>
        <p:spPr>
          <a:xfrm>
            <a:off x="779688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2" name="Stage1_sixpanel_10173">
            <a:extLst>
              <a:ext uri="{FF2B5EF4-FFF2-40B4-BE49-F238E27FC236}">
                <a16:creationId xmlns:a16="http://schemas.microsoft.com/office/drawing/2014/main" id="{ADDCDD94-2999-4390-A930-4EC398087A44}"/>
              </a:ext>
            </a:extLst>
          </p:cNvPr>
          <p:cNvSpPr>
            <a:spLocks noGrp="1"/>
          </p:cNvSpPr>
          <p:nvPr/>
        </p:nvSpPr>
        <p:spPr>
          <a:xfrm>
            <a:off x="774352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3" name="Stage1_sixpanel_10174">
            <a:extLst>
              <a:ext uri="{FF2B5EF4-FFF2-40B4-BE49-F238E27FC236}">
                <a16:creationId xmlns:a16="http://schemas.microsoft.com/office/drawing/2014/main" id="{C0203172-A34C-4946-BBD6-181F476C58B8}"/>
              </a:ext>
            </a:extLst>
          </p:cNvPr>
          <p:cNvSpPr>
            <a:spLocks noGrp="1"/>
          </p:cNvSpPr>
          <p:nvPr/>
        </p:nvSpPr>
        <p:spPr>
          <a:xfrm>
            <a:off x="7738332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4" name="Stage1_sixpanel_10175">
            <a:extLst>
              <a:ext uri="{FF2B5EF4-FFF2-40B4-BE49-F238E27FC236}">
                <a16:creationId xmlns:a16="http://schemas.microsoft.com/office/drawing/2014/main" id="{882EAF53-AA92-43DF-B348-95C1A2F199D7}"/>
              </a:ext>
            </a:extLst>
          </p:cNvPr>
          <p:cNvSpPr>
            <a:spLocks noGrp="1"/>
          </p:cNvSpPr>
          <p:nvPr/>
        </p:nvSpPr>
        <p:spPr>
          <a:xfrm>
            <a:off x="763576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5" name="Stage1_sixpanel_10176">
            <a:extLst>
              <a:ext uri="{FF2B5EF4-FFF2-40B4-BE49-F238E27FC236}">
                <a16:creationId xmlns:a16="http://schemas.microsoft.com/office/drawing/2014/main" id="{3ED7B22A-5679-45C0-8148-EFC0F6C33C2F}"/>
              </a:ext>
            </a:extLst>
          </p:cNvPr>
          <p:cNvSpPr>
            <a:spLocks noGrp="1"/>
          </p:cNvSpPr>
          <p:nvPr/>
        </p:nvSpPr>
        <p:spPr>
          <a:xfrm>
            <a:off x="772511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6" name="Stage1_sixpanel_10177">
            <a:extLst>
              <a:ext uri="{FF2B5EF4-FFF2-40B4-BE49-F238E27FC236}">
                <a16:creationId xmlns:a16="http://schemas.microsoft.com/office/drawing/2014/main" id="{A3B7890E-3A67-485B-BFBA-E7D36D58918C}"/>
              </a:ext>
            </a:extLst>
          </p:cNvPr>
          <p:cNvSpPr>
            <a:spLocks noGrp="1"/>
          </p:cNvSpPr>
          <p:nvPr/>
        </p:nvSpPr>
        <p:spPr>
          <a:xfrm>
            <a:off x="766435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7" name="Stage1_sixpanel_10178">
            <a:extLst>
              <a:ext uri="{FF2B5EF4-FFF2-40B4-BE49-F238E27FC236}">
                <a16:creationId xmlns:a16="http://schemas.microsoft.com/office/drawing/2014/main" id="{1E50609B-B776-4242-B7FA-0E32104AF56A}"/>
              </a:ext>
            </a:extLst>
          </p:cNvPr>
          <p:cNvSpPr>
            <a:spLocks noGrp="1"/>
          </p:cNvSpPr>
          <p:nvPr/>
        </p:nvSpPr>
        <p:spPr>
          <a:xfrm>
            <a:off x="758772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8" name="Stage1_sixpanel_10179">
            <a:extLst>
              <a:ext uri="{FF2B5EF4-FFF2-40B4-BE49-F238E27FC236}">
                <a16:creationId xmlns:a16="http://schemas.microsoft.com/office/drawing/2014/main" id="{C5EDD7C4-8DC4-46E5-B315-530E29BBE883}"/>
              </a:ext>
            </a:extLst>
          </p:cNvPr>
          <p:cNvSpPr>
            <a:spLocks noGrp="1"/>
          </p:cNvSpPr>
          <p:nvPr/>
        </p:nvSpPr>
        <p:spPr>
          <a:xfrm>
            <a:off x="761064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9" name="Stage1_sixpanel_10180">
            <a:extLst>
              <a:ext uri="{FF2B5EF4-FFF2-40B4-BE49-F238E27FC236}">
                <a16:creationId xmlns:a16="http://schemas.microsoft.com/office/drawing/2014/main" id="{77AFD764-C9CD-4BBD-992E-E3C7CB1AD13B}"/>
              </a:ext>
            </a:extLst>
          </p:cNvPr>
          <p:cNvSpPr>
            <a:spLocks noGrp="1"/>
          </p:cNvSpPr>
          <p:nvPr/>
        </p:nvSpPr>
        <p:spPr>
          <a:xfrm>
            <a:off x="774688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0" name="Stage1_sixpanel_10181">
            <a:extLst>
              <a:ext uri="{FF2B5EF4-FFF2-40B4-BE49-F238E27FC236}">
                <a16:creationId xmlns:a16="http://schemas.microsoft.com/office/drawing/2014/main" id="{F269853E-385E-4A2C-AAC0-80DCE3AA196A}"/>
              </a:ext>
            </a:extLst>
          </p:cNvPr>
          <p:cNvSpPr>
            <a:spLocks noGrp="1"/>
          </p:cNvSpPr>
          <p:nvPr/>
        </p:nvSpPr>
        <p:spPr>
          <a:xfrm>
            <a:off x="77777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1" name="Stage1_sixpanel_10182">
            <a:extLst>
              <a:ext uri="{FF2B5EF4-FFF2-40B4-BE49-F238E27FC236}">
                <a16:creationId xmlns:a16="http://schemas.microsoft.com/office/drawing/2014/main" id="{61EB6CBD-2373-43D9-A338-CA4C12F05ACF}"/>
              </a:ext>
            </a:extLst>
          </p:cNvPr>
          <p:cNvSpPr>
            <a:spLocks noGrp="1"/>
          </p:cNvSpPr>
          <p:nvPr/>
        </p:nvSpPr>
        <p:spPr>
          <a:xfrm>
            <a:off x="768948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2" name="Stage1_sixpanel_10183">
            <a:extLst>
              <a:ext uri="{FF2B5EF4-FFF2-40B4-BE49-F238E27FC236}">
                <a16:creationId xmlns:a16="http://schemas.microsoft.com/office/drawing/2014/main" id="{FC27EB19-4CE1-49B4-97DE-3D96045E042C}"/>
              </a:ext>
            </a:extLst>
          </p:cNvPr>
          <p:cNvSpPr>
            <a:spLocks noGrp="1"/>
          </p:cNvSpPr>
          <p:nvPr/>
        </p:nvSpPr>
        <p:spPr>
          <a:xfrm>
            <a:off x="7711566" y="794529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3" name="Stage1_sixpanel_10184">
            <a:extLst>
              <a:ext uri="{FF2B5EF4-FFF2-40B4-BE49-F238E27FC236}">
                <a16:creationId xmlns:a16="http://schemas.microsoft.com/office/drawing/2014/main" id="{8431D216-CA10-4C12-9D41-5DE70611D1B4}"/>
              </a:ext>
            </a:extLst>
          </p:cNvPr>
          <p:cNvSpPr>
            <a:spLocks noGrp="1"/>
          </p:cNvSpPr>
          <p:nvPr/>
        </p:nvSpPr>
        <p:spPr>
          <a:xfrm>
            <a:off x="765341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4" name="Stage1_sixpanel_10185">
            <a:extLst>
              <a:ext uri="{FF2B5EF4-FFF2-40B4-BE49-F238E27FC236}">
                <a16:creationId xmlns:a16="http://schemas.microsoft.com/office/drawing/2014/main" id="{5CBCBD96-0733-4E75-98AF-A50EB8D6129A}"/>
              </a:ext>
            </a:extLst>
          </p:cNvPr>
          <p:cNvSpPr>
            <a:spLocks noGrp="1"/>
          </p:cNvSpPr>
          <p:nvPr/>
        </p:nvSpPr>
        <p:spPr>
          <a:xfrm>
            <a:off x="760483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5" name="Stage1_sixpanel_10186">
            <a:extLst>
              <a:ext uri="{FF2B5EF4-FFF2-40B4-BE49-F238E27FC236}">
                <a16:creationId xmlns:a16="http://schemas.microsoft.com/office/drawing/2014/main" id="{F8655969-9E85-4F40-9513-50E10CA39DC1}"/>
              </a:ext>
            </a:extLst>
          </p:cNvPr>
          <p:cNvSpPr>
            <a:spLocks noGrp="1"/>
          </p:cNvSpPr>
          <p:nvPr/>
        </p:nvSpPr>
        <p:spPr>
          <a:xfrm>
            <a:off x="7627448" y="73403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6" name="Stage1_sixpanel_10187">
            <a:extLst>
              <a:ext uri="{FF2B5EF4-FFF2-40B4-BE49-F238E27FC236}">
                <a16:creationId xmlns:a16="http://schemas.microsoft.com/office/drawing/2014/main" id="{416DF4E3-F365-42D0-9DF1-4D8BFABD02E1}"/>
              </a:ext>
            </a:extLst>
          </p:cNvPr>
          <p:cNvSpPr>
            <a:spLocks noGrp="1"/>
          </p:cNvSpPr>
          <p:nvPr/>
        </p:nvSpPr>
        <p:spPr>
          <a:xfrm>
            <a:off x="759907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7" name="Stage1_sixpanel_10188">
            <a:extLst>
              <a:ext uri="{FF2B5EF4-FFF2-40B4-BE49-F238E27FC236}">
                <a16:creationId xmlns:a16="http://schemas.microsoft.com/office/drawing/2014/main" id="{CAF7B968-4D17-401B-8801-B5DE1F8EB2E6}"/>
              </a:ext>
            </a:extLst>
          </p:cNvPr>
          <p:cNvSpPr>
            <a:spLocks noGrp="1"/>
          </p:cNvSpPr>
          <p:nvPr/>
        </p:nvSpPr>
        <p:spPr>
          <a:xfrm>
            <a:off x="764254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8" name="Stage1_sixpanel_10189">
            <a:extLst>
              <a:ext uri="{FF2B5EF4-FFF2-40B4-BE49-F238E27FC236}">
                <a16:creationId xmlns:a16="http://schemas.microsoft.com/office/drawing/2014/main" id="{62354204-F59A-40E5-BA99-FF1E7AD163AD}"/>
              </a:ext>
            </a:extLst>
          </p:cNvPr>
          <p:cNvSpPr>
            <a:spLocks noGrp="1"/>
          </p:cNvSpPr>
          <p:nvPr/>
        </p:nvSpPr>
        <p:spPr>
          <a:xfrm>
            <a:off x="762197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9" name="Stage1_sixpanel_10190">
            <a:extLst>
              <a:ext uri="{FF2B5EF4-FFF2-40B4-BE49-F238E27FC236}">
                <a16:creationId xmlns:a16="http://schemas.microsoft.com/office/drawing/2014/main" id="{2E87C477-F16D-46FF-8F85-5C354424644E}"/>
              </a:ext>
            </a:extLst>
          </p:cNvPr>
          <p:cNvSpPr>
            <a:spLocks noGrp="1"/>
          </p:cNvSpPr>
          <p:nvPr/>
        </p:nvSpPr>
        <p:spPr>
          <a:xfrm>
            <a:off x="766195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0" name="Stage1_sixpanel_10191">
            <a:extLst>
              <a:ext uri="{FF2B5EF4-FFF2-40B4-BE49-F238E27FC236}">
                <a16:creationId xmlns:a16="http://schemas.microsoft.com/office/drawing/2014/main" id="{2BA5512A-92B1-461F-BBA7-AE47B4FEF680}"/>
              </a:ext>
            </a:extLst>
          </p:cNvPr>
          <p:cNvSpPr>
            <a:spLocks noGrp="1"/>
          </p:cNvSpPr>
          <p:nvPr/>
        </p:nvSpPr>
        <p:spPr>
          <a:xfrm>
            <a:off x="7743870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1" name="Stage1_sixpanel_10192">
            <a:extLst>
              <a:ext uri="{FF2B5EF4-FFF2-40B4-BE49-F238E27FC236}">
                <a16:creationId xmlns:a16="http://schemas.microsoft.com/office/drawing/2014/main" id="{11183C72-8EF9-42A9-B454-49812AEFB60A}"/>
              </a:ext>
            </a:extLst>
          </p:cNvPr>
          <p:cNvSpPr>
            <a:spLocks noGrp="1"/>
          </p:cNvSpPr>
          <p:nvPr/>
        </p:nvSpPr>
        <p:spPr>
          <a:xfrm>
            <a:off x="766202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2" name="Stage1_sixpanel_10193">
            <a:extLst>
              <a:ext uri="{FF2B5EF4-FFF2-40B4-BE49-F238E27FC236}">
                <a16:creationId xmlns:a16="http://schemas.microsoft.com/office/drawing/2014/main" id="{8FC295C8-BABA-4837-9575-FFA99A411F63}"/>
              </a:ext>
            </a:extLst>
          </p:cNvPr>
          <p:cNvSpPr>
            <a:spLocks noGrp="1"/>
          </p:cNvSpPr>
          <p:nvPr/>
        </p:nvSpPr>
        <p:spPr>
          <a:xfrm>
            <a:off x="776059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3" name="Stage1_sixpanel_10194">
            <a:extLst>
              <a:ext uri="{FF2B5EF4-FFF2-40B4-BE49-F238E27FC236}">
                <a16:creationId xmlns:a16="http://schemas.microsoft.com/office/drawing/2014/main" id="{1632E68D-5F6A-41C7-B72E-EC94D2F87756}"/>
              </a:ext>
            </a:extLst>
          </p:cNvPr>
          <p:cNvSpPr>
            <a:spLocks noGrp="1"/>
          </p:cNvSpPr>
          <p:nvPr/>
        </p:nvSpPr>
        <p:spPr>
          <a:xfrm>
            <a:off x="7959896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96927" y="1237437"/>
                </a:moveTo>
                <a:lnTo>
                  <a:pt x="42425" y="1237437"/>
                </a:lnTo>
                <a:lnTo>
                  <a:pt x="43794" y="1229703"/>
                </a:lnTo>
                <a:lnTo>
                  <a:pt x="47810" y="1221969"/>
                </a:lnTo>
                <a:lnTo>
                  <a:pt x="54213" y="1214235"/>
                </a:lnTo>
                <a:lnTo>
                  <a:pt x="62601" y="1206502"/>
                </a:lnTo>
                <a:lnTo>
                  <a:pt x="72471" y="1198768"/>
                </a:lnTo>
                <a:lnTo>
                  <a:pt x="83267" y="1191034"/>
                </a:lnTo>
                <a:lnTo>
                  <a:pt x="94431" y="1183300"/>
                </a:lnTo>
                <a:lnTo>
                  <a:pt x="105449" y="1175566"/>
                </a:lnTo>
                <a:lnTo>
                  <a:pt x="115886" y="1167832"/>
                </a:lnTo>
                <a:lnTo>
                  <a:pt x="125408" y="1160098"/>
                </a:lnTo>
                <a:lnTo>
                  <a:pt x="133795" y="1152364"/>
                </a:lnTo>
                <a:lnTo>
                  <a:pt x="140931" y="1144630"/>
                </a:lnTo>
                <a:lnTo>
                  <a:pt x="146798" y="1136896"/>
                </a:lnTo>
                <a:lnTo>
                  <a:pt x="151455" y="1129162"/>
                </a:lnTo>
                <a:lnTo>
                  <a:pt x="155016" y="1121428"/>
                </a:lnTo>
                <a:lnTo>
                  <a:pt x="157629" y="1113694"/>
                </a:lnTo>
                <a:lnTo>
                  <a:pt x="159458" y="1105960"/>
                </a:lnTo>
                <a:lnTo>
                  <a:pt x="160668" y="1098226"/>
                </a:lnTo>
                <a:lnTo>
                  <a:pt x="161412" y="1090492"/>
                </a:lnTo>
                <a:lnTo>
                  <a:pt x="161827" y="1082758"/>
                </a:lnTo>
                <a:lnTo>
                  <a:pt x="162026" y="1075024"/>
                </a:lnTo>
                <a:lnTo>
                  <a:pt x="162101" y="1067290"/>
                </a:lnTo>
                <a:lnTo>
                  <a:pt x="162123" y="1059556"/>
                </a:lnTo>
                <a:lnTo>
                  <a:pt x="162142" y="1051822"/>
                </a:lnTo>
                <a:lnTo>
                  <a:pt x="162191" y="1044088"/>
                </a:lnTo>
                <a:lnTo>
                  <a:pt x="162287" y="1036354"/>
                </a:lnTo>
                <a:lnTo>
                  <a:pt x="162438" y="1028620"/>
                </a:lnTo>
                <a:lnTo>
                  <a:pt x="162640" y="1020886"/>
                </a:lnTo>
                <a:lnTo>
                  <a:pt x="162883" y="1013152"/>
                </a:lnTo>
                <a:lnTo>
                  <a:pt x="163149" y="1005418"/>
                </a:lnTo>
                <a:lnTo>
                  <a:pt x="163418" y="997684"/>
                </a:lnTo>
                <a:lnTo>
                  <a:pt x="163666" y="989950"/>
                </a:lnTo>
                <a:lnTo>
                  <a:pt x="163869" y="982216"/>
                </a:lnTo>
                <a:lnTo>
                  <a:pt x="164000" y="974482"/>
                </a:lnTo>
                <a:lnTo>
                  <a:pt x="164034" y="966748"/>
                </a:lnTo>
                <a:lnTo>
                  <a:pt x="163950" y="959014"/>
                </a:lnTo>
                <a:lnTo>
                  <a:pt x="163727" y="951280"/>
                </a:lnTo>
                <a:lnTo>
                  <a:pt x="163351" y="943546"/>
                </a:lnTo>
                <a:lnTo>
                  <a:pt x="162813" y="935812"/>
                </a:lnTo>
                <a:lnTo>
                  <a:pt x="162112" y="928078"/>
                </a:lnTo>
                <a:lnTo>
                  <a:pt x="161254" y="920344"/>
                </a:lnTo>
                <a:lnTo>
                  <a:pt x="160253" y="912610"/>
                </a:lnTo>
                <a:lnTo>
                  <a:pt x="159133" y="904876"/>
                </a:lnTo>
                <a:lnTo>
                  <a:pt x="157926" y="897142"/>
                </a:lnTo>
                <a:lnTo>
                  <a:pt x="156672" y="889408"/>
                </a:lnTo>
                <a:lnTo>
                  <a:pt x="155418" y="881674"/>
                </a:lnTo>
                <a:lnTo>
                  <a:pt x="154215" y="873940"/>
                </a:lnTo>
                <a:lnTo>
                  <a:pt x="153119" y="866206"/>
                </a:lnTo>
                <a:lnTo>
                  <a:pt x="152182" y="858472"/>
                </a:lnTo>
                <a:lnTo>
                  <a:pt x="151454" y="850738"/>
                </a:lnTo>
                <a:lnTo>
                  <a:pt x="150978" y="843004"/>
                </a:lnTo>
                <a:lnTo>
                  <a:pt x="150783" y="835270"/>
                </a:lnTo>
                <a:lnTo>
                  <a:pt x="150886" y="827536"/>
                </a:lnTo>
                <a:lnTo>
                  <a:pt x="151289" y="819802"/>
                </a:lnTo>
                <a:lnTo>
                  <a:pt x="151976" y="812068"/>
                </a:lnTo>
                <a:lnTo>
                  <a:pt x="152915" y="804334"/>
                </a:lnTo>
                <a:lnTo>
                  <a:pt x="154065" y="796600"/>
                </a:lnTo>
                <a:lnTo>
                  <a:pt x="155370" y="788866"/>
                </a:lnTo>
                <a:lnTo>
                  <a:pt x="156774" y="781132"/>
                </a:lnTo>
                <a:lnTo>
                  <a:pt x="158214" y="773398"/>
                </a:lnTo>
                <a:lnTo>
                  <a:pt x="159633" y="765664"/>
                </a:lnTo>
                <a:lnTo>
                  <a:pt x="160977" y="757930"/>
                </a:lnTo>
                <a:lnTo>
                  <a:pt x="162202" y="750196"/>
                </a:lnTo>
                <a:lnTo>
                  <a:pt x="163269" y="742462"/>
                </a:lnTo>
                <a:lnTo>
                  <a:pt x="164150" y="734728"/>
                </a:lnTo>
                <a:lnTo>
                  <a:pt x="164827" y="726994"/>
                </a:lnTo>
                <a:lnTo>
                  <a:pt x="165289" y="719261"/>
                </a:lnTo>
                <a:lnTo>
                  <a:pt x="165534" y="711527"/>
                </a:lnTo>
                <a:lnTo>
                  <a:pt x="165568" y="703793"/>
                </a:lnTo>
                <a:lnTo>
                  <a:pt x="165405" y="696059"/>
                </a:lnTo>
                <a:lnTo>
                  <a:pt x="165068" y="688325"/>
                </a:lnTo>
                <a:lnTo>
                  <a:pt x="164586" y="680591"/>
                </a:lnTo>
                <a:lnTo>
                  <a:pt x="163997" y="672857"/>
                </a:lnTo>
                <a:lnTo>
                  <a:pt x="163345" y="665123"/>
                </a:lnTo>
                <a:lnTo>
                  <a:pt x="162678" y="657389"/>
                </a:lnTo>
                <a:lnTo>
                  <a:pt x="162046" y="649655"/>
                </a:lnTo>
                <a:lnTo>
                  <a:pt x="161496" y="641921"/>
                </a:lnTo>
                <a:lnTo>
                  <a:pt x="161072" y="634187"/>
                </a:lnTo>
                <a:lnTo>
                  <a:pt x="160808" y="626453"/>
                </a:lnTo>
                <a:lnTo>
                  <a:pt x="160726" y="618719"/>
                </a:lnTo>
                <a:lnTo>
                  <a:pt x="160836" y="610985"/>
                </a:lnTo>
                <a:lnTo>
                  <a:pt x="161133" y="603251"/>
                </a:lnTo>
                <a:lnTo>
                  <a:pt x="161599" y="595517"/>
                </a:lnTo>
                <a:lnTo>
                  <a:pt x="162206" y="587783"/>
                </a:lnTo>
                <a:lnTo>
                  <a:pt x="162917" y="580049"/>
                </a:lnTo>
                <a:lnTo>
                  <a:pt x="163690" y="572315"/>
                </a:lnTo>
                <a:lnTo>
                  <a:pt x="164486" y="564581"/>
                </a:lnTo>
                <a:lnTo>
                  <a:pt x="165266" y="556847"/>
                </a:lnTo>
                <a:lnTo>
                  <a:pt x="165997" y="549113"/>
                </a:lnTo>
                <a:lnTo>
                  <a:pt x="166654" y="541379"/>
                </a:lnTo>
                <a:lnTo>
                  <a:pt x="167219" y="533645"/>
                </a:lnTo>
                <a:lnTo>
                  <a:pt x="167680" y="525911"/>
                </a:lnTo>
                <a:lnTo>
                  <a:pt x="168033" y="518177"/>
                </a:lnTo>
                <a:lnTo>
                  <a:pt x="168280" y="510443"/>
                </a:lnTo>
                <a:lnTo>
                  <a:pt x="168425" y="502709"/>
                </a:lnTo>
                <a:lnTo>
                  <a:pt x="168476" y="494975"/>
                </a:lnTo>
                <a:lnTo>
                  <a:pt x="168440" y="487241"/>
                </a:lnTo>
                <a:lnTo>
                  <a:pt x="168328" y="479507"/>
                </a:lnTo>
                <a:lnTo>
                  <a:pt x="168149" y="471773"/>
                </a:lnTo>
                <a:lnTo>
                  <a:pt x="167912" y="464039"/>
                </a:lnTo>
                <a:lnTo>
                  <a:pt x="167624" y="456305"/>
                </a:lnTo>
                <a:lnTo>
                  <a:pt x="167294" y="448571"/>
                </a:lnTo>
                <a:lnTo>
                  <a:pt x="166929" y="440837"/>
                </a:lnTo>
                <a:lnTo>
                  <a:pt x="166532" y="433103"/>
                </a:lnTo>
                <a:lnTo>
                  <a:pt x="166107" y="425369"/>
                </a:lnTo>
                <a:lnTo>
                  <a:pt x="165658" y="417635"/>
                </a:lnTo>
                <a:lnTo>
                  <a:pt x="165184" y="409901"/>
                </a:lnTo>
                <a:lnTo>
                  <a:pt x="164688" y="402167"/>
                </a:lnTo>
                <a:lnTo>
                  <a:pt x="164171" y="394433"/>
                </a:lnTo>
                <a:lnTo>
                  <a:pt x="163636" y="386699"/>
                </a:lnTo>
                <a:lnTo>
                  <a:pt x="163087" y="378965"/>
                </a:lnTo>
                <a:lnTo>
                  <a:pt x="162533" y="371231"/>
                </a:lnTo>
                <a:lnTo>
                  <a:pt x="161985" y="363497"/>
                </a:lnTo>
                <a:lnTo>
                  <a:pt x="161458" y="355763"/>
                </a:lnTo>
                <a:lnTo>
                  <a:pt x="160968" y="348029"/>
                </a:lnTo>
                <a:lnTo>
                  <a:pt x="160532" y="340295"/>
                </a:lnTo>
                <a:lnTo>
                  <a:pt x="160167" y="332561"/>
                </a:lnTo>
                <a:lnTo>
                  <a:pt x="159886" y="324827"/>
                </a:lnTo>
                <a:lnTo>
                  <a:pt x="159698" y="317093"/>
                </a:lnTo>
                <a:lnTo>
                  <a:pt x="159607" y="309359"/>
                </a:lnTo>
                <a:lnTo>
                  <a:pt x="159609" y="301625"/>
                </a:lnTo>
                <a:lnTo>
                  <a:pt x="159695" y="293891"/>
                </a:lnTo>
                <a:lnTo>
                  <a:pt x="159851" y="286157"/>
                </a:lnTo>
                <a:lnTo>
                  <a:pt x="160061" y="278423"/>
                </a:lnTo>
                <a:lnTo>
                  <a:pt x="160306" y="270689"/>
                </a:lnTo>
                <a:lnTo>
                  <a:pt x="160569" y="262955"/>
                </a:lnTo>
                <a:lnTo>
                  <a:pt x="160837" y="255221"/>
                </a:lnTo>
                <a:lnTo>
                  <a:pt x="161098" y="247487"/>
                </a:lnTo>
                <a:lnTo>
                  <a:pt x="161349" y="239754"/>
                </a:lnTo>
                <a:lnTo>
                  <a:pt x="161586" y="232020"/>
                </a:lnTo>
                <a:lnTo>
                  <a:pt x="161813" y="224286"/>
                </a:lnTo>
                <a:lnTo>
                  <a:pt x="162031" y="216552"/>
                </a:lnTo>
                <a:lnTo>
                  <a:pt x="162244" y="208818"/>
                </a:lnTo>
                <a:lnTo>
                  <a:pt x="162450" y="201084"/>
                </a:lnTo>
                <a:lnTo>
                  <a:pt x="162642" y="193350"/>
                </a:lnTo>
                <a:lnTo>
                  <a:pt x="162804" y="185616"/>
                </a:lnTo>
                <a:lnTo>
                  <a:pt x="162909" y="177882"/>
                </a:lnTo>
                <a:lnTo>
                  <a:pt x="162915" y="170148"/>
                </a:lnTo>
                <a:lnTo>
                  <a:pt x="162762" y="162414"/>
                </a:lnTo>
                <a:lnTo>
                  <a:pt x="162369" y="154680"/>
                </a:lnTo>
                <a:lnTo>
                  <a:pt x="161631" y="146946"/>
                </a:lnTo>
                <a:lnTo>
                  <a:pt x="160415" y="139212"/>
                </a:lnTo>
                <a:lnTo>
                  <a:pt x="158561" y="131478"/>
                </a:lnTo>
                <a:lnTo>
                  <a:pt x="155883" y="123744"/>
                </a:lnTo>
                <a:lnTo>
                  <a:pt x="152179" y="116010"/>
                </a:lnTo>
                <a:lnTo>
                  <a:pt x="147241" y="108276"/>
                </a:lnTo>
                <a:lnTo>
                  <a:pt x="140874" y="100542"/>
                </a:lnTo>
                <a:lnTo>
                  <a:pt x="132923" y="92808"/>
                </a:lnTo>
                <a:lnTo>
                  <a:pt x="123300" y="85074"/>
                </a:lnTo>
                <a:lnTo>
                  <a:pt x="112018" y="77340"/>
                </a:lnTo>
                <a:lnTo>
                  <a:pt x="99215" y="69606"/>
                </a:lnTo>
                <a:lnTo>
                  <a:pt x="85175" y="61872"/>
                </a:lnTo>
                <a:lnTo>
                  <a:pt x="70337" y="54138"/>
                </a:lnTo>
                <a:lnTo>
                  <a:pt x="55280" y="46404"/>
                </a:lnTo>
                <a:lnTo>
                  <a:pt x="40698" y="38670"/>
                </a:lnTo>
                <a:lnTo>
                  <a:pt x="27347" y="30936"/>
                </a:lnTo>
                <a:lnTo>
                  <a:pt x="15986" y="23202"/>
                </a:lnTo>
                <a:lnTo>
                  <a:pt x="7305" y="15468"/>
                </a:lnTo>
                <a:lnTo>
                  <a:pt x="1857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95" y="7734"/>
                </a:lnTo>
                <a:lnTo>
                  <a:pt x="332047" y="15468"/>
                </a:lnTo>
                <a:lnTo>
                  <a:pt x="323366" y="23202"/>
                </a:lnTo>
                <a:lnTo>
                  <a:pt x="312005" y="30936"/>
                </a:lnTo>
                <a:lnTo>
                  <a:pt x="298654" y="38670"/>
                </a:lnTo>
                <a:lnTo>
                  <a:pt x="284071" y="46404"/>
                </a:lnTo>
                <a:lnTo>
                  <a:pt x="269015" y="54138"/>
                </a:lnTo>
                <a:lnTo>
                  <a:pt x="254177" y="61872"/>
                </a:lnTo>
                <a:lnTo>
                  <a:pt x="240137" y="69606"/>
                </a:lnTo>
                <a:lnTo>
                  <a:pt x="227334" y="77340"/>
                </a:lnTo>
                <a:lnTo>
                  <a:pt x="216052" y="85074"/>
                </a:lnTo>
                <a:lnTo>
                  <a:pt x="206429" y="92808"/>
                </a:lnTo>
                <a:lnTo>
                  <a:pt x="198478" y="100542"/>
                </a:lnTo>
                <a:lnTo>
                  <a:pt x="192111" y="108276"/>
                </a:lnTo>
                <a:lnTo>
                  <a:pt x="187173" y="116010"/>
                </a:lnTo>
                <a:lnTo>
                  <a:pt x="183469" y="123744"/>
                </a:lnTo>
                <a:lnTo>
                  <a:pt x="180791" y="131478"/>
                </a:lnTo>
                <a:lnTo>
                  <a:pt x="178937" y="139212"/>
                </a:lnTo>
                <a:lnTo>
                  <a:pt x="177721" y="146946"/>
                </a:lnTo>
                <a:lnTo>
                  <a:pt x="176983" y="154680"/>
                </a:lnTo>
                <a:lnTo>
                  <a:pt x="176590" y="162414"/>
                </a:lnTo>
                <a:lnTo>
                  <a:pt x="176437" y="170148"/>
                </a:lnTo>
                <a:lnTo>
                  <a:pt x="176443" y="177882"/>
                </a:lnTo>
                <a:lnTo>
                  <a:pt x="176548" y="185616"/>
                </a:lnTo>
                <a:lnTo>
                  <a:pt x="176710" y="193350"/>
                </a:lnTo>
                <a:lnTo>
                  <a:pt x="176902" y="201084"/>
                </a:lnTo>
                <a:lnTo>
                  <a:pt x="177108" y="208818"/>
                </a:lnTo>
                <a:lnTo>
                  <a:pt x="177321" y="216552"/>
                </a:lnTo>
                <a:lnTo>
                  <a:pt x="177539" y="224286"/>
                </a:lnTo>
                <a:lnTo>
                  <a:pt x="177766" y="232020"/>
                </a:lnTo>
                <a:lnTo>
                  <a:pt x="178003" y="239754"/>
                </a:lnTo>
                <a:lnTo>
                  <a:pt x="178254" y="247487"/>
                </a:lnTo>
                <a:lnTo>
                  <a:pt x="178515" y="255221"/>
                </a:lnTo>
                <a:lnTo>
                  <a:pt x="178783" y="262955"/>
                </a:lnTo>
                <a:lnTo>
                  <a:pt x="179046" y="270689"/>
                </a:lnTo>
                <a:lnTo>
                  <a:pt x="179291" y="278423"/>
                </a:lnTo>
                <a:lnTo>
                  <a:pt x="179501" y="286157"/>
                </a:lnTo>
                <a:lnTo>
                  <a:pt x="179657" y="293891"/>
                </a:lnTo>
                <a:lnTo>
                  <a:pt x="179743" y="301625"/>
                </a:lnTo>
                <a:lnTo>
                  <a:pt x="179745" y="309359"/>
                </a:lnTo>
                <a:lnTo>
                  <a:pt x="179653" y="317093"/>
                </a:lnTo>
                <a:lnTo>
                  <a:pt x="179466" y="324827"/>
                </a:lnTo>
                <a:lnTo>
                  <a:pt x="179185" y="332561"/>
                </a:lnTo>
                <a:lnTo>
                  <a:pt x="178820" y="340295"/>
                </a:lnTo>
                <a:lnTo>
                  <a:pt x="178384" y="348029"/>
                </a:lnTo>
                <a:lnTo>
                  <a:pt x="177894" y="355763"/>
                </a:lnTo>
                <a:lnTo>
                  <a:pt x="177367" y="363497"/>
                </a:lnTo>
                <a:lnTo>
                  <a:pt x="176819" y="371231"/>
                </a:lnTo>
                <a:lnTo>
                  <a:pt x="176265" y="378965"/>
                </a:lnTo>
                <a:lnTo>
                  <a:pt x="175716" y="386699"/>
                </a:lnTo>
                <a:lnTo>
                  <a:pt x="175181" y="394433"/>
                </a:lnTo>
                <a:lnTo>
                  <a:pt x="174663" y="402167"/>
                </a:lnTo>
                <a:lnTo>
                  <a:pt x="174167" y="409901"/>
                </a:lnTo>
                <a:lnTo>
                  <a:pt x="173694" y="417635"/>
                </a:lnTo>
                <a:lnTo>
                  <a:pt x="173245" y="425369"/>
                </a:lnTo>
                <a:lnTo>
                  <a:pt x="172820" y="433103"/>
                </a:lnTo>
                <a:lnTo>
                  <a:pt x="172423" y="440837"/>
                </a:lnTo>
                <a:lnTo>
                  <a:pt x="172057" y="448571"/>
                </a:lnTo>
                <a:lnTo>
                  <a:pt x="171728" y="456305"/>
                </a:lnTo>
                <a:lnTo>
                  <a:pt x="171440" y="464039"/>
                </a:lnTo>
                <a:lnTo>
                  <a:pt x="171203" y="471773"/>
                </a:lnTo>
                <a:lnTo>
                  <a:pt x="171023" y="479507"/>
                </a:lnTo>
                <a:lnTo>
                  <a:pt x="170911" y="487241"/>
                </a:lnTo>
                <a:lnTo>
                  <a:pt x="170876" y="494975"/>
                </a:lnTo>
                <a:lnTo>
                  <a:pt x="170927" y="502709"/>
                </a:lnTo>
                <a:lnTo>
                  <a:pt x="171072" y="510443"/>
                </a:lnTo>
                <a:lnTo>
                  <a:pt x="171319" y="518177"/>
                </a:lnTo>
                <a:lnTo>
                  <a:pt x="171672" y="525911"/>
                </a:lnTo>
                <a:lnTo>
                  <a:pt x="172133" y="533645"/>
                </a:lnTo>
                <a:lnTo>
                  <a:pt x="172698" y="541379"/>
                </a:lnTo>
                <a:lnTo>
                  <a:pt x="173354" y="549113"/>
                </a:lnTo>
                <a:lnTo>
                  <a:pt x="174086" y="556847"/>
                </a:lnTo>
                <a:lnTo>
                  <a:pt x="174866" y="564581"/>
                </a:lnTo>
                <a:lnTo>
                  <a:pt x="175662" y="572315"/>
                </a:lnTo>
                <a:lnTo>
                  <a:pt x="176435" y="580049"/>
                </a:lnTo>
                <a:lnTo>
                  <a:pt x="177146" y="587783"/>
                </a:lnTo>
                <a:lnTo>
                  <a:pt x="177752" y="595517"/>
                </a:lnTo>
                <a:lnTo>
                  <a:pt x="178219" y="603251"/>
                </a:lnTo>
                <a:lnTo>
                  <a:pt x="178516" y="610985"/>
                </a:lnTo>
                <a:lnTo>
                  <a:pt x="178626" y="618719"/>
                </a:lnTo>
                <a:lnTo>
                  <a:pt x="178544" y="626453"/>
                </a:lnTo>
                <a:lnTo>
                  <a:pt x="178280" y="634187"/>
                </a:lnTo>
                <a:lnTo>
                  <a:pt x="177856" y="641921"/>
                </a:lnTo>
                <a:lnTo>
                  <a:pt x="177306" y="649655"/>
                </a:lnTo>
                <a:lnTo>
                  <a:pt x="176674" y="657389"/>
                </a:lnTo>
                <a:lnTo>
                  <a:pt x="176007" y="665123"/>
                </a:lnTo>
                <a:lnTo>
                  <a:pt x="175355" y="672857"/>
                </a:lnTo>
                <a:lnTo>
                  <a:pt x="174766" y="680591"/>
                </a:lnTo>
                <a:lnTo>
                  <a:pt x="174284" y="688325"/>
                </a:lnTo>
                <a:lnTo>
                  <a:pt x="173947" y="696059"/>
                </a:lnTo>
                <a:lnTo>
                  <a:pt x="173784" y="703793"/>
                </a:lnTo>
                <a:lnTo>
                  <a:pt x="173818" y="711527"/>
                </a:lnTo>
                <a:lnTo>
                  <a:pt x="174063" y="719261"/>
                </a:lnTo>
                <a:lnTo>
                  <a:pt x="174525" y="726994"/>
                </a:lnTo>
                <a:lnTo>
                  <a:pt x="175202" y="734728"/>
                </a:lnTo>
                <a:lnTo>
                  <a:pt x="176083" y="742462"/>
                </a:lnTo>
                <a:lnTo>
                  <a:pt x="177150" y="750196"/>
                </a:lnTo>
                <a:lnTo>
                  <a:pt x="178375" y="757930"/>
                </a:lnTo>
                <a:lnTo>
                  <a:pt x="179719" y="765664"/>
                </a:lnTo>
                <a:lnTo>
                  <a:pt x="181138" y="773398"/>
                </a:lnTo>
                <a:lnTo>
                  <a:pt x="182578" y="781132"/>
                </a:lnTo>
                <a:lnTo>
                  <a:pt x="183981" y="788866"/>
                </a:lnTo>
                <a:lnTo>
                  <a:pt x="185287" y="796600"/>
                </a:lnTo>
                <a:lnTo>
                  <a:pt x="186436" y="804334"/>
                </a:lnTo>
                <a:lnTo>
                  <a:pt x="187376" y="812068"/>
                </a:lnTo>
                <a:lnTo>
                  <a:pt x="188063" y="819802"/>
                </a:lnTo>
                <a:lnTo>
                  <a:pt x="188465" y="827536"/>
                </a:lnTo>
                <a:lnTo>
                  <a:pt x="188569" y="835270"/>
                </a:lnTo>
                <a:lnTo>
                  <a:pt x="188374" y="843004"/>
                </a:lnTo>
                <a:lnTo>
                  <a:pt x="187898" y="850738"/>
                </a:lnTo>
                <a:lnTo>
                  <a:pt x="187170" y="858472"/>
                </a:lnTo>
                <a:lnTo>
                  <a:pt x="186233" y="866206"/>
                </a:lnTo>
                <a:lnTo>
                  <a:pt x="185137" y="873940"/>
                </a:lnTo>
                <a:lnTo>
                  <a:pt x="183934" y="881674"/>
                </a:lnTo>
                <a:lnTo>
                  <a:pt x="182680" y="889408"/>
                </a:lnTo>
                <a:lnTo>
                  <a:pt x="181426" y="897142"/>
                </a:lnTo>
                <a:lnTo>
                  <a:pt x="180219" y="904876"/>
                </a:lnTo>
                <a:lnTo>
                  <a:pt x="179099" y="912610"/>
                </a:lnTo>
                <a:lnTo>
                  <a:pt x="178098" y="920344"/>
                </a:lnTo>
                <a:lnTo>
                  <a:pt x="177240" y="928078"/>
                </a:lnTo>
                <a:lnTo>
                  <a:pt x="176539" y="935812"/>
                </a:lnTo>
                <a:lnTo>
                  <a:pt x="176001" y="943546"/>
                </a:lnTo>
                <a:lnTo>
                  <a:pt x="175625" y="951280"/>
                </a:lnTo>
                <a:lnTo>
                  <a:pt x="175402" y="959014"/>
                </a:lnTo>
                <a:lnTo>
                  <a:pt x="175318" y="966748"/>
                </a:lnTo>
                <a:lnTo>
                  <a:pt x="175352" y="974482"/>
                </a:lnTo>
                <a:lnTo>
                  <a:pt x="175483" y="982216"/>
                </a:lnTo>
                <a:lnTo>
                  <a:pt x="175686" y="989950"/>
                </a:lnTo>
                <a:lnTo>
                  <a:pt x="175934" y="997684"/>
                </a:lnTo>
                <a:lnTo>
                  <a:pt x="176203" y="1005418"/>
                </a:lnTo>
                <a:lnTo>
                  <a:pt x="176469" y="1013152"/>
                </a:lnTo>
                <a:lnTo>
                  <a:pt x="176711" y="1020886"/>
                </a:lnTo>
                <a:lnTo>
                  <a:pt x="176913" y="1028620"/>
                </a:lnTo>
                <a:lnTo>
                  <a:pt x="177064" y="1036354"/>
                </a:lnTo>
                <a:lnTo>
                  <a:pt x="177161" y="1044088"/>
                </a:lnTo>
                <a:lnTo>
                  <a:pt x="177210" y="1051822"/>
                </a:lnTo>
                <a:lnTo>
                  <a:pt x="177229" y="1059556"/>
                </a:lnTo>
                <a:lnTo>
                  <a:pt x="177251" y="1067290"/>
                </a:lnTo>
                <a:lnTo>
                  <a:pt x="177326" y="1075024"/>
                </a:lnTo>
                <a:lnTo>
                  <a:pt x="177525" y="1082758"/>
                </a:lnTo>
                <a:lnTo>
                  <a:pt x="177940" y="1090492"/>
                </a:lnTo>
                <a:lnTo>
                  <a:pt x="178684" y="1098226"/>
                </a:lnTo>
                <a:lnTo>
                  <a:pt x="179894" y="1105960"/>
                </a:lnTo>
                <a:lnTo>
                  <a:pt x="181723" y="1113694"/>
                </a:lnTo>
                <a:lnTo>
                  <a:pt x="184336" y="1121428"/>
                </a:lnTo>
                <a:lnTo>
                  <a:pt x="187897" y="1129162"/>
                </a:lnTo>
                <a:lnTo>
                  <a:pt x="192554" y="1136896"/>
                </a:lnTo>
                <a:lnTo>
                  <a:pt x="198421" y="1144630"/>
                </a:lnTo>
                <a:lnTo>
                  <a:pt x="205557" y="1152364"/>
                </a:lnTo>
                <a:lnTo>
                  <a:pt x="213943" y="1160098"/>
                </a:lnTo>
                <a:lnTo>
                  <a:pt x="223466" y="1167832"/>
                </a:lnTo>
                <a:lnTo>
                  <a:pt x="233903" y="1175566"/>
                </a:lnTo>
                <a:lnTo>
                  <a:pt x="244921" y="1183300"/>
                </a:lnTo>
                <a:lnTo>
                  <a:pt x="256085" y="1191034"/>
                </a:lnTo>
                <a:lnTo>
                  <a:pt x="266880" y="1198768"/>
                </a:lnTo>
                <a:lnTo>
                  <a:pt x="276750" y="1206502"/>
                </a:lnTo>
                <a:lnTo>
                  <a:pt x="285139" y="1214235"/>
                </a:lnTo>
                <a:lnTo>
                  <a:pt x="291542" y="1221969"/>
                </a:lnTo>
                <a:lnTo>
                  <a:pt x="295558" y="1229703"/>
                </a:lnTo>
                <a:lnTo>
                  <a:pt x="296927" y="1237437"/>
                </a:lnTo>
                <a:lnTo>
                  <a:pt x="296927" y="1237437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5024" name="Stage1_sixpanel_10195">
            <a:extLst>
              <a:ext uri="{FF2B5EF4-FFF2-40B4-BE49-F238E27FC236}">
                <a16:creationId xmlns:a16="http://schemas.microsoft.com/office/drawing/2014/main" id="{90342BC3-760A-4143-A7C9-2403ACAFF90D}"/>
              </a:ext>
            </a:extLst>
          </p:cNvPr>
          <p:cNvSpPr>
            <a:spLocks noGrp="1"/>
          </p:cNvSpPr>
          <p:nvPr/>
        </p:nvSpPr>
        <p:spPr>
          <a:xfrm>
            <a:off x="812269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5" name="Stage1_sixpanel_10196">
            <a:extLst>
              <a:ext uri="{FF2B5EF4-FFF2-40B4-BE49-F238E27FC236}">
                <a16:creationId xmlns:a16="http://schemas.microsoft.com/office/drawing/2014/main" id="{94AD5409-36F8-40C3-8266-99E2B86A90E1}"/>
              </a:ext>
            </a:extLst>
          </p:cNvPr>
          <p:cNvSpPr>
            <a:spLocks noGrp="1"/>
          </p:cNvSpPr>
          <p:nvPr/>
        </p:nvSpPr>
        <p:spPr>
          <a:xfrm>
            <a:off x="8181585" y="695784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6" name="Stage1_sixpanel_10197">
            <a:extLst>
              <a:ext uri="{FF2B5EF4-FFF2-40B4-BE49-F238E27FC236}">
                <a16:creationId xmlns:a16="http://schemas.microsoft.com/office/drawing/2014/main" id="{20CA9701-1AF9-4174-BB6D-7DD2200F74F4}"/>
              </a:ext>
            </a:extLst>
          </p:cNvPr>
          <p:cNvSpPr>
            <a:spLocks noGrp="1"/>
          </p:cNvSpPr>
          <p:nvPr/>
        </p:nvSpPr>
        <p:spPr>
          <a:xfrm>
            <a:off x="821254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7" name="Stage1_sixpanel_10198">
            <a:extLst>
              <a:ext uri="{FF2B5EF4-FFF2-40B4-BE49-F238E27FC236}">
                <a16:creationId xmlns:a16="http://schemas.microsoft.com/office/drawing/2014/main" id="{8BF7014A-395E-4790-B185-A8D5655472FF}"/>
              </a:ext>
            </a:extLst>
          </p:cNvPr>
          <p:cNvSpPr>
            <a:spLocks noGrp="1"/>
          </p:cNvSpPr>
          <p:nvPr/>
        </p:nvSpPr>
        <p:spPr>
          <a:xfrm>
            <a:off x="804345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8" name="Stage1_sixpanel_10199">
            <a:extLst>
              <a:ext uri="{FF2B5EF4-FFF2-40B4-BE49-F238E27FC236}">
                <a16:creationId xmlns:a16="http://schemas.microsoft.com/office/drawing/2014/main" id="{C6E275DF-4488-433C-B394-0EC2FB2FE1D5}"/>
              </a:ext>
            </a:extLst>
          </p:cNvPr>
          <p:cNvSpPr>
            <a:spLocks noGrp="1"/>
          </p:cNvSpPr>
          <p:nvPr/>
        </p:nvSpPr>
        <p:spPr>
          <a:xfrm>
            <a:off x="8147609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9" name="Stage1_sixpanel_10200">
            <a:extLst>
              <a:ext uri="{FF2B5EF4-FFF2-40B4-BE49-F238E27FC236}">
                <a16:creationId xmlns:a16="http://schemas.microsoft.com/office/drawing/2014/main" id="{D04C24AB-E2F4-4C3F-A78F-AF692F6FDCDC}"/>
              </a:ext>
            </a:extLst>
          </p:cNvPr>
          <p:cNvSpPr>
            <a:spLocks noGrp="1"/>
          </p:cNvSpPr>
          <p:nvPr/>
        </p:nvSpPr>
        <p:spPr>
          <a:xfrm>
            <a:off x="8203020" y="703096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0" name="Stage1_sixpanel_10201">
            <a:extLst>
              <a:ext uri="{FF2B5EF4-FFF2-40B4-BE49-F238E27FC236}">
                <a16:creationId xmlns:a16="http://schemas.microsoft.com/office/drawing/2014/main" id="{7D80CC9E-49EA-4C55-9A94-81EAF1107437}"/>
              </a:ext>
            </a:extLst>
          </p:cNvPr>
          <p:cNvSpPr>
            <a:spLocks noGrp="1"/>
          </p:cNvSpPr>
          <p:nvPr/>
        </p:nvSpPr>
        <p:spPr>
          <a:xfrm>
            <a:off x="8069975" y="705158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1" name="Stage1_sixpanel_10202">
            <a:extLst>
              <a:ext uri="{FF2B5EF4-FFF2-40B4-BE49-F238E27FC236}">
                <a16:creationId xmlns:a16="http://schemas.microsoft.com/office/drawing/2014/main" id="{E21A21EF-3F1B-4912-9E45-B6B6746271D5}"/>
              </a:ext>
            </a:extLst>
          </p:cNvPr>
          <p:cNvSpPr>
            <a:spLocks noGrp="1"/>
          </p:cNvSpPr>
          <p:nvPr/>
        </p:nvSpPr>
        <p:spPr>
          <a:xfrm>
            <a:off x="817195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2" name="Stage1_sixpanel_10203">
            <a:extLst>
              <a:ext uri="{FF2B5EF4-FFF2-40B4-BE49-F238E27FC236}">
                <a16:creationId xmlns:a16="http://schemas.microsoft.com/office/drawing/2014/main" id="{38D4C37E-7FCB-4B95-AC7F-49186A1869EB}"/>
              </a:ext>
            </a:extLst>
          </p:cNvPr>
          <p:cNvSpPr>
            <a:spLocks noGrp="1"/>
          </p:cNvSpPr>
          <p:nvPr/>
        </p:nvSpPr>
        <p:spPr>
          <a:xfrm>
            <a:off x="8021967" y="72578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3" name="Stage1_sixpanel_10204">
            <a:extLst>
              <a:ext uri="{FF2B5EF4-FFF2-40B4-BE49-F238E27FC236}">
                <a16:creationId xmlns:a16="http://schemas.microsoft.com/office/drawing/2014/main" id="{2ECF312E-246D-4FBF-B0B3-6A26D9E90A58}"/>
              </a:ext>
            </a:extLst>
          </p:cNvPr>
          <p:cNvSpPr>
            <a:spLocks noGrp="1"/>
          </p:cNvSpPr>
          <p:nvPr/>
        </p:nvSpPr>
        <p:spPr>
          <a:xfrm>
            <a:off x="8104985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4" name="Stage1_sixpanel_10205">
            <a:extLst>
              <a:ext uri="{FF2B5EF4-FFF2-40B4-BE49-F238E27FC236}">
                <a16:creationId xmlns:a16="http://schemas.microsoft.com/office/drawing/2014/main" id="{9B1F3C82-6AA1-4069-85F5-82B5EF7DBAFA}"/>
              </a:ext>
            </a:extLst>
          </p:cNvPr>
          <p:cNvSpPr>
            <a:spLocks noGrp="1"/>
          </p:cNvSpPr>
          <p:nvPr/>
        </p:nvSpPr>
        <p:spPr>
          <a:xfrm>
            <a:off x="8118129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5" name="Stage1_sixpanel_10206">
            <a:extLst>
              <a:ext uri="{FF2B5EF4-FFF2-40B4-BE49-F238E27FC236}">
                <a16:creationId xmlns:a16="http://schemas.microsoft.com/office/drawing/2014/main" id="{D74188EC-91BE-4FB1-AF54-6D1A60AC89FA}"/>
              </a:ext>
            </a:extLst>
          </p:cNvPr>
          <p:cNvSpPr>
            <a:spLocks noGrp="1"/>
          </p:cNvSpPr>
          <p:nvPr/>
        </p:nvSpPr>
        <p:spPr>
          <a:xfrm>
            <a:off x="8162637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6" name="Stage1_sixpanel_10207">
            <a:extLst>
              <a:ext uri="{FF2B5EF4-FFF2-40B4-BE49-F238E27FC236}">
                <a16:creationId xmlns:a16="http://schemas.microsoft.com/office/drawing/2014/main" id="{E71FEC9F-2FFA-423B-AB16-AE89AEA15B5D}"/>
              </a:ext>
            </a:extLst>
          </p:cNvPr>
          <p:cNvSpPr>
            <a:spLocks noGrp="1"/>
          </p:cNvSpPr>
          <p:nvPr/>
        </p:nvSpPr>
        <p:spPr>
          <a:xfrm>
            <a:off x="8130451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7" name="Stage1_sixpanel_10208">
            <a:extLst>
              <a:ext uri="{FF2B5EF4-FFF2-40B4-BE49-F238E27FC236}">
                <a16:creationId xmlns:a16="http://schemas.microsoft.com/office/drawing/2014/main" id="{24A3D889-E51D-409C-8D16-EE038044BAB3}"/>
              </a:ext>
            </a:extLst>
          </p:cNvPr>
          <p:cNvSpPr>
            <a:spLocks noGrp="1"/>
          </p:cNvSpPr>
          <p:nvPr/>
        </p:nvSpPr>
        <p:spPr>
          <a:xfrm>
            <a:off x="818184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8" name="Stage1_sixpanel_10209">
            <a:extLst>
              <a:ext uri="{FF2B5EF4-FFF2-40B4-BE49-F238E27FC236}">
                <a16:creationId xmlns:a16="http://schemas.microsoft.com/office/drawing/2014/main" id="{954456E2-756F-446C-AA1D-61E883DDC73F}"/>
              </a:ext>
            </a:extLst>
          </p:cNvPr>
          <p:cNvSpPr>
            <a:spLocks noGrp="1"/>
          </p:cNvSpPr>
          <p:nvPr/>
        </p:nvSpPr>
        <p:spPr>
          <a:xfrm>
            <a:off x="812978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9" name="Stage1_sixpanel_10210">
            <a:extLst>
              <a:ext uri="{FF2B5EF4-FFF2-40B4-BE49-F238E27FC236}">
                <a16:creationId xmlns:a16="http://schemas.microsoft.com/office/drawing/2014/main" id="{CC057815-6356-4354-ADDF-F472215DB393}"/>
              </a:ext>
            </a:extLst>
          </p:cNvPr>
          <p:cNvSpPr>
            <a:spLocks noGrp="1"/>
          </p:cNvSpPr>
          <p:nvPr/>
        </p:nvSpPr>
        <p:spPr>
          <a:xfrm>
            <a:off x="821309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0" name="Stage1_sixpanel_10211">
            <a:extLst>
              <a:ext uri="{FF2B5EF4-FFF2-40B4-BE49-F238E27FC236}">
                <a16:creationId xmlns:a16="http://schemas.microsoft.com/office/drawing/2014/main" id="{2BC82DCC-24F4-4892-A052-86F205792E91}"/>
              </a:ext>
            </a:extLst>
          </p:cNvPr>
          <p:cNvSpPr>
            <a:spLocks noGrp="1"/>
          </p:cNvSpPr>
          <p:nvPr/>
        </p:nvSpPr>
        <p:spPr>
          <a:xfrm>
            <a:off x="8124794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1" name="Stage1_sixpanel_10212">
            <a:extLst>
              <a:ext uri="{FF2B5EF4-FFF2-40B4-BE49-F238E27FC236}">
                <a16:creationId xmlns:a16="http://schemas.microsoft.com/office/drawing/2014/main" id="{65B614BD-9E1C-412B-B24D-EE13AE983892}"/>
              </a:ext>
            </a:extLst>
          </p:cNvPr>
          <p:cNvSpPr>
            <a:spLocks noGrp="1"/>
          </p:cNvSpPr>
          <p:nvPr/>
        </p:nvSpPr>
        <p:spPr>
          <a:xfrm>
            <a:off x="815630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2" name="Stage1_sixpanel_10213">
            <a:extLst>
              <a:ext uri="{FF2B5EF4-FFF2-40B4-BE49-F238E27FC236}">
                <a16:creationId xmlns:a16="http://schemas.microsoft.com/office/drawing/2014/main" id="{F398D364-FA41-4AC7-8FA3-FF1CCD60C898}"/>
              </a:ext>
            </a:extLst>
          </p:cNvPr>
          <p:cNvSpPr>
            <a:spLocks noGrp="1"/>
          </p:cNvSpPr>
          <p:nvPr/>
        </p:nvSpPr>
        <p:spPr>
          <a:xfrm>
            <a:off x="8051969" y="783529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3" name="Stage1_sixpanel_10214">
            <a:extLst>
              <a:ext uri="{FF2B5EF4-FFF2-40B4-BE49-F238E27FC236}">
                <a16:creationId xmlns:a16="http://schemas.microsoft.com/office/drawing/2014/main" id="{2F285BE1-7DE6-432B-BC17-5A64B3BFE9B3}"/>
              </a:ext>
            </a:extLst>
          </p:cNvPr>
          <p:cNvSpPr>
            <a:spLocks noGrp="1"/>
          </p:cNvSpPr>
          <p:nvPr/>
        </p:nvSpPr>
        <p:spPr>
          <a:xfrm>
            <a:off x="801264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4" name="Stage1_sixpanel_10215">
            <a:extLst>
              <a:ext uri="{FF2B5EF4-FFF2-40B4-BE49-F238E27FC236}">
                <a16:creationId xmlns:a16="http://schemas.microsoft.com/office/drawing/2014/main" id="{4950893D-1B87-4A76-87B3-200DFDCFF474}"/>
              </a:ext>
            </a:extLst>
          </p:cNvPr>
          <p:cNvSpPr>
            <a:spLocks noGrp="1"/>
          </p:cNvSpPr>
          <p:nvPr/>
        </p:nvSpPr>
        <p:spPr>
          <a:xfrm>
            <a:off x="8102957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5" name="Stage1_sixpanel_10216">
            <a:extLst>
              <a:ext uri="{FF2B5EF4-FFF2-40B4-BE49-F238E27FC236}">
                <a16:creationId xmlns:a16="http://schemas.microsoft.com/office/drawing/2014/main" id="{7FCC0D44-650E-4C39-A17B-4C8C594B1DEA}"/>
              </a:ext>
            </a:extLst>
          </p:cNvPr>
          <p:cNvSpPr>
            <a:spLocks noGrp="1"/>
          </p:cNvSpPr>
          <p:nvPr/>
        </p:nvSpPr>
        <p:spPr>
          <a:xfrm>
            <a:off x="816742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6" name="Stage1_sixpanel_10217">
            <a:extLst>
              <a:ext uri="{FF2B5EF4-FFF2-40B4-BE49-F238E27FC236}">
                <a16:creationId xmlns:a16="http://schemas.microsoft.com/office/drawing/2014/main" id="{1A9C2FDE-D3F5-4D62-88B0-7BADD8F4BBF4}"/>
              </a:ext>
            </a:extLst>
          </p:cNvPr>
          <p:cNvSpPr>
            <a:spLocks noGrp="1"/>
          </p:cNvSpPr>
          <p:nvPr/>
        </p:nvSpPr>
        <p:spPr>
          <a:xfrm>
            <a:off x="8177539" y="76187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7" name="Stage1_sixpanel_10218">
            <a:extLst>
              <a:ext uri="{FF2B5EF4-FFF2-40B4-BE49-F238E27FC236}">
                <a16:creationId xmlns:a16="http://schemas.microsoft.com/office/drawing/2014/main" id="{B7025F66-399D-4E0B-B281-1346307286C4}"/>
              </a:ext>
            </a:extLst>
          </p:cNvPr>
          <p:cNvSpPr>
            <a:spLocks noGrp="1"/>
          </p:cNvSpPr>
          <p:nvPr/>
        </p:nvSpPr>
        <p:spPr>
          <a:xfrm>
            <a:off x="8189031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8" name="Stage1_sixpanel_10219">
            <a:extLst>
              <a:ext uri="{FF2B5EF4-FFF2-40B4-BE49-F238E27FC236}">
                <a16:creationId xmlns:a16="http://schemas.microsoft.com/office/drawing/2014/main" id="{F4C1AF6F-748A-4E67-BE78-2086E5ADB0C4}"/>
              </a:ext>
            </a:extLst>
          </p:cNvPr>
          <p:cNvSpPr>
            <a:spLocks noGrp="1"/>
          </p:cNvSpPr>
          <p:nvPr/>
        </p:nvSpPr>
        <p:spPr>
          <a:xfrm>
            <a:off x="822243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9" name="Stage1_sixpanel_10220">
            <a:extLst>
              <a:ext uri="{FF2B5EF4-FFF2-40B4-BE49-F238E27FC236}">
                <a16:creationId xmlns:a16="http://schemas.microsoft.com/office/drawing/2014/main" id="{72FCB827-594E-4F52-8794-43298CCD60B7}"/>
              </a:ext>
            </a:extLst>
          </p:cNvPr>
          <p:cNvSpPr>
            <a:spLocks noGrp="1"/>
          </p:cNvSpPr>
          <p:nvPr/>
        </p:nvSpPr>
        <p:spPr>
          <a:xfrm>
            <a:off x="8029109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0" name="Stage1_sixpanel_10221">
            <a:extLst>
              <a:ext uri="{FF2B5EF4-FFF2-40B4-BE49-F238E27FC236}">
                <a16:creationId xmlns:a16="http://schemas.microsoft.com/office/drawing/2014/main" id="{08E708DF-521C-4F15-8064-A91EA7E03B2E}"/>
              </a:ext>
            </a:extLst>
          </p:cNvPr>
          <p:cNvSpPr>
            <a:spLocks noGrp="1"/>
          </p:cNvSpPr>
          <p:nvPr/>
        </p:nvSpPr>
        <p:spPr>
          <a:xfrm>
            <a:off x="815376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1" name="Stage1_sixpanel_10222">
            <a:extLst>
              <a:ext uri="{FF2B5EF4-FFF2-40B4-BE49-F238E27FC236}">
                <a16:creationId xmlns:a16="http://schemas.microsoft.com/office/drawing/2014/main" id="{01119D17-7E4A-4DF3-8F5A-D8E27AA4125B}"/>
              </a:ext>
            </a:extLst>
          </p:cNvPr>
          <p:cNvSpPr>
            <a:spLocks noGrp="1"/>
          </p:cNvSpPr>
          <p:nvPr/>
        </p:nvSpPr>
        <p:spPr>
          <a:xfrm>
            <a:off x="8208046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2" name="Stage1_sixpanel_10223">
            <a:extLst>
              <a:ext uri="{FF2B5EF4-FFF2-40B4-BE49-F238E27FC236}">
                <a16:creationId xmlns:a16="http://schemas.microsoft.com/office/drawing/2014/main" id="{AB5404E8-B523-4FA5-9751-48A3B83E29BC}"/>
              </a:ext>
            </a:extLst>
          </p:cNvPr>
          <p:cNvSpPr>
            <a:spLocks noGrp="1"/>
          </p:cNvSpPr>
          <p:nvPr/>
        </p:nvSpPr>
        <p:spPr>
          <a:xfrm>
            <a:off x="816798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3" name="Stage1_sixpanel_10224">
            <a:extLst>
              <a:ext uri="{FF2B5EF4-FFF2-40B4-BE49-F238E27FC236}">
                <a16:creationId xmlns:a16="http://schemas.microsoft.com/office/drawing/2014/main" id="{3E803B28-733C-434A-8FF4-93192FB0E959}"/>
              </a:ext>
            </a:extLst>
          </p:cNvPr>
          <p:cNvSpPr>
            <a:spLocks noGrp="1"/>
          </p:cNvSpPr>
          <p:nvPr/>
        </p:nvSpPr>
        <p:spPr>
          <a:xfrm>
            <a:off x="82110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4" name="Stage1_sixpanel_10225">
            <a:extLst>
              <a:ext uri="{FF2B5EF4-FFF2-40B4-BE49-F238E27FC236}">
                <a16:creationId xmlns:a16="http://schemas.microsoft.com/office/drawing/2014/main" id="{B4609775-3134-49A8-882E-432F047E8C7B}"/>
              </a:ext>
            </a:extLst>
          </p:cNvPr>
          <p:cNvSpPr>
            <a:spLocks noGrp="1"/>
          </p:cNvSpPr>
          <p:nvPr/>
        </p:nvSpPr>
        <p:spPr>
          <a:xfrm>
            <a:off x="820320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5" name="Stage1_sixpanel_10226">
            <a:extLst>
              <a:ext uri="{FF2B5EF4-FFF2-40B4-BE49-F238E27FC236}">
                <a16:creationId xmlns:a16="http://schemas.microsoft.com/office/drawing/2014/main" id="{BB6431D6-3330-4880-9A67-8E86617E68DF}"/>
              </a:ext>
            </a:extLst>
          </p:cNvPr>
          <p:cNvSpPr>
            <a:spLocks noGrp="1"/>
          </p:cNvSpPr>
          <p:nvPr/>
        </p:nvSpPr>
        <p:spPr>
          <a:xfrm>
            <a:off x="8021893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6" name="Stage1_sixpanel_10227">
            <a:extLst>
              <a:ext uri="{FF2B5EF4-FFF2-40B4-BE49-F238E27FC236}">
                <a16:creationId xmlns:a16="http://schemas.microsoft.com/office/drawing/2014/main" id="{8903665D-E317-4F83-88AB-14B1769194E3}"/>
              </a:ext>
            </a:extLst>
          </p:cNvPr>
          <p:cNvSpPr>
            <a:spLocks noGrp="1"/>
          </p:cNvSpPr>
          <p:nvPr/>
        </p:nvSpPr>
        <p:spPr>
          <a:xfrm>
            <a:off x="8093157" y="806068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7" name="Stage1_sixpanel_10228">
            <a:extLst>
              <a:ext uri="{FF2B5EF4-FFF2-40B4-BE49-F238E27FC236}">
                <a16:creationId xmlns:a16="http://schemas.microsoft.com/office/drawing/2014/main" id="{B9FCCA46-B2B4-4461-B3B9-A704CB7E2980}"/>
              </a:ext>
            </a:extLst>
          </p:cNvPr>
          <p:cNvSpPr>
            <a:spLocks noGrp="1"/>
          </p:cNvSpPr>
          <p:nvPr/>
        </p:nvSpPr>
        <p:spPr>
          <a:xfrm>
            <a:off x="808254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8" name="Stage1_sixpanel_10229">
            <a:extLst>
              <a:ext uri="{FF2B5EF4-FFF2-40B4-BE49-F238E27FC236}">
                <a16:creationId xmlns:a16="http://schemas.microsoft.com/office/drawing/2014/main" id="{D1820800-FA62-45DA-8E5E-5DD644A833D0}"/>
              </a:ext>
            </a:extLst>
          </p:cNvPr>
          <p:cNvSpPr>
            <a:spLocks noGrp="1"/>
          </p:cNvSpPr>
          <p:nvPr/>
        </p:nvSpPr>
        <p:spPr>
          <a:xfrm>
            <a:off x="8004609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9" name="Stage1_sixpanel_10230">
            <a:extLst>
              <a:ext uri="{FF2B5EF4-FFF2-40B4-BE49-F238E27FC236}">
                <a16:creationId xmlns:a16="http://schemas.microsoft.com/office/drawing/2014/main" id="{B35ED012-EFD1-409F-9B34-950E2E964A53}"/>
              </a:ext>
            </a:extLst>
          </p:cNvPr>
          <p:cNvSpPr>
            <a:spLocks noGrp="1"/>
          </p:cNvSpPr>
          <p:nvPr/>
        </p:nvSpPr>
        <p:spPr>
          <a:xfrm>
            <a:off x="816474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0" name="Stage1_sixpanel_10231">
            <a:extLst>
              <a:ext uri="{FF2B5EF4-FFF2-40B4-BE49-F238E27FC236}">
                <a16:creationId xmlns:a16="http://schemas.microsoft.com/office/drawing/2014/main" id="{D9D3A40E-350C-49BF-9750-CABCCB1276AA}"/>
              </a:ext>
            </a:extLst>
          </p:cNvPr>
          <p:cNvSpPr>
            <a:spLocks noGrp="1"/>
          </p:cNvSpPr>
          <p:nvPr/>
        </p:nvSpPr>
        <p:spPr>
          <a:xfrm>
            <a:off x="806284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1" name="Stage1_sixpanel_10232">
            <a:extLst>
              <a:ext uri="{FF2B5EF4-FFF2-40B4-BE49-F238E27FC236}">
                <a16:creationId xmlns:a16="http://schemas.microsoft.com/office/drawing/2014/main" id="{E38B3570-0A9A-4A78-9A87-3A3472D4C3D2}"/>
              </a:ext>
            </a:extLst>
          </p:cNvPr>
          <p:cNvSpPr>
            <a:spLocks noGrp="1"/>
          </p:cNvSpPr>
          <p:nvPr/>
        </p:nvSpPr>
        <p:spPr>
          <a:xfrm>
            <a:off x="8179302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2" name="Stage1_sixpanel_10233">
            <a:extLst>
              <a:ext uri="{FF2B5EF4-FFF2-40B4-BE49-F238E27FC236}">
                <a16:creationId xmlns:a16="http://schemas.microsoft.com/office/drawing/2014/main" id="{2A025F14-4A13-40BB-AF4D-21F7725E7180}"/>
              </a:ext>
            </a:extLst>
          </p:cNvPr>
          <p:cNvSpPr>
            <a:spLocks noGrp="1"/>
          </p:cNvSpPr>
          <p:nvPr/>
        </p:nvSpPr>
        <p:spPr>
          <a:xfrm>
            <a:off x="821557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3" name="Stage1_sixpanel_10234">
            <a:extLst>
              <a:ext uri="{FF2B5EF4-FFF2-40B4-BE49-F238E27FC236}">
                <a16:creationId xmlns:a16="http://schemas.microsoft.com/office/drawing/2014/main" id="{461296C5-5E4B-426D-90C6-2493A5CB5D0F}"/>
              </a:ext>
            </a:extLst>
          </p:cNvPr>
          <p:cNvSpPr>
            <a:spLocks noGrp="1"/>
          </p:cNvSpPr>
          <p:nvPr/>
        </p:nvSpPr>
        <p:spPr>
          <a:xfrm>
            <a:off x="800256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4" name="Stage1_sixpanel_10235">
            <a:extLst>
              <a:ext uri="{FF2B5EF4-FFF2-40B4-BE49-F238E27FC236}">
                <a16:creationId xmlns:a16="http://schemas.microsoft.com/office/drawing/2014/main" id="{D4631C18-CE41-42E1-9C1C-B6B6A22B0589}"/>
              </a:ext>
            </a:extLst>
          </p:cNvPr>
          <p:cNvSpPr>
            <a:spLocks noGrp="1"/>
          </p:cNvSpPr>
          <p:nvPr/>
        </p:nvSpPr>
        <p:spPr>
          <a:xfrm>
            <a:off x="8145473" y="78765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5" name="Stage1_sixpanel_10236">
            <a:extLst>
              <a:ext uri="{FF2B5EF4-FFF2-40B4-BE49-F238E27FC236}">
                <a16:creationId xmlns:a16="http://schemas.microsoft.com/office/drawing/2014/main" id="{51730FED-9EA4-4BCE-95B2-8EAC892E80F8}"/>
              </a:ext>
            </a:extLst>
          </p:cNvPr>
          <p:cNvSpPr>
            <a:spLocks noGrp="1"/>
          </p:cNvSpPr>
          <p:nvPr/>
        </p:nvSpPr>
        <p:spPr>
          <a:xfrm>
            <a:off x="813848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6" name="Stage1_sixpanel_10237">
            <a:extLst>
              <a:ext uri="{FF2B5EF4-FFF2-40B4-BE49-F238E27FC236}">
                <a16:creationId xmlns:a16="http://schemas.microsoft.com/office/drawing/2014/main" id="{D7BD1546-44C8-4C45-A0DE-63A88B42AB05}"/>
              </a:ext>
            </a:extLst>
          </p:cNvPr>
          <p:cNvSpPr>
            <a:spLocks noGrp="1"/>
          </p:cNvSpPr>
          <p:nvPr/>
        </p:nvSpPr>
        <p:spPr>
          <a:xfrm>
            <a:off x="802985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7" name="Stage1_sixpanel_10238">
            <a:extLst>
              <a:ext uri="{FF2B5EF4-FFF2-40B4-BE49-F238E27FC236}">
                <a16:creationId xmlns:a16="http://schemas.microsoft.com/office/drawing/2014/main" id="{B72127C4-0683-444E-AB9C-79F5428F50B8}"/>
              </a:ext>
            </a:extLst>
          </p:cNvPr>
          <p:cNvSpPr>
            <a:spLocks noGrp="1"/>
          </p:cNvSpPr>
          <p:nvPr/>
        </p:nvSpPr>
        <p:spPr>
          <a:xfrm>
            <a:off x="819705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8" name="Stage1_sixpanel_10239">
            <a:extLst>
              <a:ext uri="{FF2B5EF4-FFF2-40B4-BE49-F238E27FC236}">
                <a16:creationId xmlns:a16="http://schemas.microsoft.com/office/drawing/2014/main" id="{34D24F5A-9DEF-4D21-B4C1-0B63D6C013F9}"/>
              </a:ext>
            </a:extLst>
          </p:cNvPr>
          <p:cNvSpPr>
            <a:spLocks noGrp="1"/>
          </p:cNvSpPr>
          <p:nvPr/>
        </p:nvSpPr>
        <p:spPr>
          <a:xfrm>
            <a:off x="8175999" y="719890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9" name="Stage1_sixpanel_10240">
            <a:extLst>
              <a:ext uri="{FF2B5EF4-FFF2-40B4-BE49-F238E27FC236}">
                <a16:creationId xmlns:a16="http://schemas.microsoft.com/office/drawing/2014/main" id="{F3635446-4896-4517-8E64-43CC5E934D02}"/>
              </a:ext>
            </a:extLst>
          </p:cNvPr>
          <p:cNvSpPr>
            <a:spLocks noGrp="1"/>
          </p:cNvSpPr>
          <p:nvPr/>
        </p:nvSpPr>
        <p:spPr>
          <a:xfrm>
            <a:off x="808290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0" name="Stage1_sixpanel_10241">
            <a:extLst>
              <a:ext uri="{FF2B5EF4-FFF2-40B4-BE49-F238E27FC236}">
                <a16:creationId xmlns:a16="http://schemas.microsoft.com/office/drawing/2014/main" id="{35B9FDED-525D-4E76-8C69-ECDDF7FC66F9}"/>
              </a:ext>
            </a:extLst>
          </p:cNvPr>
          <p:cNvSpPr>
            <a:spLocks noGrp="1"/>
          </p:cNvSpPr>
          <p:nvPr/>
        </p:nvSpPr>
        <p:spPr>
          <a:xfrm>
            <a:off x="812707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1" name="Stage1_sixpanel_10242">
            <a:extLst>
              <a:ext uri="{FF2B5EF4-FFF2-40B4-BE49-F238E27FC236}">
                <a16:creationId xmlns:a16="http://schemas.microsoft.com/office/drawing/2014/main" id="{8AE72EB2-9178-4F04-BE1F-BA1FD426E0EF}"/>
              </a:ext>
            </a:extLst>
          </p:cNvPr>
          <p:cNvSpPr>
            <a:spLocks noGrp="1"/>
          </p:cNvSpPr>
          <p:nvPr/>
        </p:nvSpPr>
        <p:spPr>
          <a:xfrm>
            <a:off x="8099707" y="770203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2" name="Stage1_sixpanel_10243">
            <a:extLst>
              <a:ext uri="{FF2B5EF4-FFF2-40B4-BE49-F238E27FC236}">
                <a16:creationId xmlns:a16="http://schemas.microsoft.com/office/drawing/2014/main" id="{41AE05AF-D6BC-4976-A3EB-F442967300E5}"/>
              </a:ext>
            </a:extLst>
          </p:cNvPr>
          <p:cNvSpPr>
            <a:spLocks noGrp="1"/>
          </p:cNvSpPr>
          <p:nvPr/>
        </p:nvSpPr>
        <p:spPr>
          <a:xfrm>
            <a:off x="8080369" y="686121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3" name="Stage1_sixpanel_10244">
            <a:extLst>
              <a:ext uri="{FF2B5EF4-FFF2-40B4-BE49-F238E27FC236}">
                <a16:creationId xmlns:a16="http://schemas.microsoft.com/office/drawing/2014/main" id="{9FF4C4F0-9A80-454C-81AF-D89C27FAD027}"/>
              </a:ext>
            </a:extLst>
          </p:cNvPr>
          <p:cNvSpPr>
            <a:spLocks noGrp="1"/>
          </p:cNvSpPr>
          <p:nvPr/>
        </p:nvSpPr>
        <p:spPr>
          <a:xfrm>
            <a:off x="820435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4" name="Stage1_sixpanel_10245">
            <a:extLst>
              <a:ext uri="{FF2B5EF4-FFF2-40B4-BE49-F238E27FC236}">
                <a16:creationId xmlns:a16="http://schemas.microsoft.com/office/drawing/2014/main" id="{52982C43-23B0-4102-935D-C7F405D4278B}"/>
              </a:ext>
            </a:extLst>
          </p:cNvPr>
          <p:cNvSpPr>
            <a:spLocks noGrp="1"/>
          </p:cNvSpPr>
          <p:nvPr/>
        </p:nvSpPr>
        <p:spPr>
          <a:xfrm>
            <a:off x="8142111" y="803122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5" name="Stage1_sixpanel_10246">
            <a:extLst>
              <a:ext uri="{FF2B5EF4-FFF2-40B4-BE49-F238E27FC236}">
                <a16:creationId xmlns:a16="http://schemas.microsoft.com/office/drawing/2014/main" id="{394AC5DE-7B54-4019-B87E-CD3D79F06427}"/>
              </a:ext>
            </a:extLst>
          </p:cNvPr>
          <p:cNvSpPr>
            <a:spLocks noGrp="1"/>
          </p:cNvSpPr>
          <p:nvPr/>
        </p:nvSpPr>
        <p:spPr>
          <a:xfrm>
            <a:off x="8140038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6" name="Stage1_sixpanel_10247">
            <a:extLst>
              <a:ext uri="{FF2B5EF4-FFF2-40B4-BE49-F238E27FC236}">
                <a16:creationId xmlns:a16="http://schemas.microsoft.com/office/drawing/2014/main" id="{76918EEF-FCB2-4499-AAEC-7A5BF0E9FB9C}"/>
              </a:ext>
            </a:extLst>
          </p:cNvPr>
          <p:cNvSpPr>
            <a:spLocks noGrp="1"/>
          </p:cNvSpPr>
          <p:nvPr/>
        </p:nvSpPr>
        <p:spPr>
          <a:xfrm>
            <a:off x="8012821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7" name="Stage1_sixpanel_10248">
            <a:extLst>
              <a:ext uri="{FF2B5EF4-FFF2-40B4-BE49-F238E27FC236}">
                <a16:creationId xmlns:a16="http://schemas.microsoft.com/office/drawing/2014/main" id="{B29FA10B-4270-4D7E-B5B9-0E88D2CE938F}"/>
              </a:ext>
            </a:extLst>
          </p:cNvPr>
          <p:cNvSpPr>
            <a:spLocks noGrp="1"/>
          </p:cNvSpPr>
          <p:nvPr/>
        </p:nvSpPr>
        <p:spPr>
          <a:xfrm>
            <a:off x="814293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8" name="Stage1_sixpanel_10249">
            <a:extLst>
              <a:ext uri="{FF2B5EF4-FFF2-40B4-BE49-F238E27FC236}">
                <a16:creationId xmlns:a16="http://schemas.microsoft.com/office/drawing/2014/main" id="{14B0DE32-4E7D-4378-8D6E-4AD085AA3783}"/>
              </a:ext>
            </a:extLst>
          </p:cNvPr>
          <p:cNvSpPr>
            <a:spLocks noGrp="1"/>
          </p:cNvSpPr>
          <p:nvPr/>
        </p:nvSpPr>
        <p:spPr>
          <a:xfrm>
            <a:off x="8179899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9" name="Stage1_sixpanel_10250">
            <a:extLst>
              <a:ext uri="{FF2B5EF4-FFF2-40B4-BE49-F238E27FC236}">
                <a16:creationId xmlns:a16="http://schemas.microsoft.com/office/drawing/2014/main" id="{AEDE9ACE-1756-44AA-B5F3-0A1C3E06603B}"/>
              </a:ext>
            </a:extLst>
          </p:cNvPr>
          <p:cNvSpPr>
            <a:spLocks noGrp="1"/>
          </p:cNvSpPr>
          <p:nvPr/>
        </p:nvSpPr>
        <p:spPr>
          <a:xfrm>
            <a:off x="8207113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0" name="Stage1_sixpanel_10251">
            <a:extLst>
              <a:ext uri="{FF2B5EF4-FFF2-40B4-BE49-F238E27FC236}">
                <a16:creationId xmlns:a16="http://schemas.microsoft.com/office/drawing/2014/main" id="{B5F82AF1-0399-4125-A173-B56ECB17AA16}"/>
              </a:ext>
            </a:extLst>
          </p:cNvPr>
          <p:cNvSpPr>
            <a:spLocks noGrp="1"/>
          </p:cNvSpPr>
          <p:nvPr/>
        </p:nvSpPr>
        <p:spPr>
          <a:xfrm>
            <a:off x="8102546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1" name="Stage1_sixpanel_10252">
            <a:extLst>
              <a:ext uri="{FF2B5EF4-FFF2-40B4-BE49-F238E27FC236}">
                <a16:creationId xmlns:a16="http://schemas.microsoft.com/office/drawing/2014/main" id="{6926F6D1-5C95-4C30-B8D3-1F90B22EE66D}"/>
              </a:ext>
            </a:extLst>
          </p:cNvPr>
          <p:cNvSpPr>
            <a:spLocks noGrp="1"/>
          </p:cNvSpPr>
          <p:nvPr/>
        </p:nvSpPr>
        <p:spPr>
          <a:xfrm>
            <a:off x="8117567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2" name="Stage1_sixpanel_10253">
            <a:extLst>
              <a:ext uri="{FF2B5EF4-FFF2-40B4-BE49-F238E27FC236}">
                <a16:creationId xmlns:a16="http://schemas.microsoft.com/office/drawing/2014/main" id="{C8882A10-AE9C-44CA-B43A-34DED3549401}"/>
              </a:ext>
            </a:extLst>
          </p:cNvPr>
          <p:cNvSpPr>
            <a:spLocks noGrp="1"/>
          </p:cNvSpPr>
          <p:nvPr/>
        </p:nvSpPr>
        <p:spPr>
          <a:xfrm>
            <a:off x="8172925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3" name="Stage1_sixpanel_10254">
            <a:extLst>
              <a:ext uri="{FF2B5EF4-FFF2-40B4-BE49-F238E27FC236}">
                <a16:creationId xmlns:a16="http://schemas.microsoft.com/office/drawing/2014/main" id="{49D73576-7BF6-4021-965A-5C27621EC7C2}"/>
              </a:ext>
            </a:extLst>
          </p:cNvPr>
          <p:cNvSpPr>
            <a:spLocks noGrp="1"/>
          </p:cNvSpPr>
          <p:nvPr/>
        </p:nvSpPr>
        <p:spPr>
          <a:xfrm>
            <a:off x="800360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4" name="Stage1_sixpanel_10255">
            <a:extLst>
              <a:ext uri="{FF2B5EF4-FFF2-40B4-BE49-F238E27FC236}">
                <a16:creationId xmlns:a16="http://schemas.microsoft.com/office/drawing/2014/main" id="{115C206B-DCF0-4AA0-B916-96967E255734}"/>
              </a:ext>
            </a:extLst>
          </p:cNvPr>
          <p:cNvSpPr>
            <a:spLocks noGrp="1"/>
          </p:cNvSpPr>
          <p:nvPr/>
        </p:nvSpPr>
        <p:spPr>
          <a:xfrm>
            <a:off x="8126116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5" name="Stage1_sixpanel_10256">
            <a:extLst>
              <a:ext uri="{FF2B5EF4-FFF2-40B4-BE49-F238E27FC236}">
                <a16:creationId xmlns:a16="http://schemas.microsoft.com/office/drawing/2014/main" id="{DA10972C-D19F-4EDB-B9F5-082CD9EA8BB2}"/>
              </a:ext>
            </a:extLst>
          </p:cNvPr>
          <p:cNvSpPr>
            <a:spLocks noGrp="1"/>
          </p:cNvSpPr>
          <p:nvPr/>
        </p:nvSpPr>
        <p:spPr>
          <a:xfrm>
            <a:off x="821667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6" name="Stage1_sixpanel_10257">
            <a:extLst>
              <a:ext uri="{FF2B5EF4-FFF2-40B4-BE49-F238E27FC236}">
                <a16:creationId xmlns:a16="http://schemas.microsoft.com/office/drawing/2014/main" id="{9C99844C-C102-4124-B23C-F92F897CFAB7}"/>
              </a:ext>
            </a:extLst>
          </p:cNvPr>
          <p:cNvSpPr>
            <a:spLocks noGrp="1"/>
          </p:cNvSpPr>
          <p:nvPr/>
        </p:nvSpPr>
        <p:spPr>
          <a:xfrm>
            <a:off x="8169531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7" name="Stage1_sixpanel_10258">
            <a:extLst>
              <a:ext uri="{FF2B5EF4-FFF2-40B4-BE49-F238E27FC236}">
                <a16:creationId xmlns:a16="http://schemas.microsoft.com/office/drawing/2014/main" id="{71EFDBC4-E487-4058-AFC2-F57BB4E94344}"/>
              </a:ext>
            </a:extLst>
          </p:cNvPr>
          <p:cNvSpPr>
            <a:spLocks noGrp="1"/>
          </p:cNvSpPr>
          <p:nvPr/>
        </p:nvSpPr>
        <p:spPr>
          <a:xfrm>
            <a:off x="809818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8" name="Stage1_sixpanel_10259">
            <a:extLst>
              <a:ext uri="{FF2B5EF4-FFF2-40B4-BE49-F238E27FC236}">
                <a16:creationId xmlns:a16="http://schemas.microsoft.com/office/drawing/2014/main" id="{68C85BC4-B42D-4EF5-97CB-2EEDFA1DC193}"/>
              </a:ext>
            </a:extLst>
          </p:cNvPr>
          <p:cNvSpPr>
            <a:spLocks noGrp="1"/>
          </p:cNvSpPr>
          <p:nvPr/>
        </p:nvSpPr>
        <p:spPr>
          <a:xfrm>
            <a:off x="8105330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9" name="Stage1_sixpanel_10260">
            <a:extLst>
              <a:ext uri="{FF2B5EF4-FFF2-40B4-BE49-F238E27FC236}">
                <a16:creationId xmlns:a16="http://schemas.microsoft.com/office/drawing/2014/main" id="{39D15A6B-9872-45F7-9835-F907F9ADA9A3}"/>
              </a:ext>
            </a:extLst>
          </p:cNvPr>
          <p:cNvSpPr>
            <a:spLocks noGrp="1"/>
          </p:cNvSpPr>
          <p:nvPr/>
        </p:nvSpPr>
        <p:spPr>
          <a:xfrm>
            <a:off x="819833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0" name="Stage1_sixpanel_10261">
            <a:extLst>
              <a:ext uri="{FF2B5EF4-FFF2-40B4-BE49-F238E27FC236}">
                <a16:creationId xmlns:a16="http://schemas.microsoft.com/office/drawing/2014/main" id="{BA90E4E1-1355-491D-BD3A-E44D98FF0BFE}"/>
              </a:ext>
            </a:extLst>
          </p:cNvPr>
          <p:cNvSpPr>
            <a:spLocks noGrp="1"/>
          </p:cNvSpPr>
          <p:nvPr/>
        </p:nvSpPr>
        <p:spPr>
          <a:xfrm>
            <a:off x="8076595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1" name="Stage1_sixpanel_10262">
            <a:extLst>
              <a:ext uri="{FF2B5EF4-FFF2-40B4-BE49-F238E27FC236}">
                <a16:creationId xmlns:a16="http://schemas.microsoft.com/office/drawing/2014/main" id="{3AF03F37-2609-4CA5-9E35-B57FD33F3AD9}"/>
              </a:ext>
            </a:extLst>
          </p:cNvPr>
          <p:cNvSpPr>
            <a:spLocks noGrp="1"/>
          </p:cNvSpPr>
          <p:nvPr/>
        </p:nvSpPr>
        <p:spPr>
          <a:xfrm>
            <a:off x="809012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2" name="Stage1_sixpanel_10263">
            <a:extLst>
              <a:ext uri="{FF2B5EF4-FFF2-40B4-BE49-F238E27FC236}">
                <a16:creationId xmlns:a16="http://schemas.microsoft.com/office/drawing/2014/main" id="{76E1362F-F2BF-402E-ACFE-767A84C83BEE}"/>
              </a:ext>
            </a:extLst>
          </p:cNvPr>
          <p:cNvSpPr>
            <a:spLocks noGrp="1"/>
          </p:cNvSpPr>
          <p:nvPr/>
        </p:nvSpPr>
        <p:spPr>
          <a:xfrm>
            <a:off x="807040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3" name="Stage1_sixpanel_10264">
            <a:extLst>
              <a:ext uri="{FF2B5EF4-FFF2-40B4-BE49-F238E27FC236}">
                <a16:creationId xmlns:a16="http://schemas.microsoft.com/office/drawing/2014/main" id="{605820C6-707F-4BDD-B909-7DC76985DB78}"/>
              </a:ext>
            </a:extLst>
          </p:cNvPr>
          <p:cNvSpPr>
            <a:spLocks noGrp="1"/>
          </p:cNvSpPr>
          <p:nvPr/>
        </p:nvSpPr>
        <p:spPr>
          <a:xfrm>
            <a:off x="807729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4" name="Stage1_sixpanel_10265">
            <a:extLst>
              <a:ext uri="{FF2B5EF4-FFF2-40B4-BE49-F238E27FC236}">
                <a16:creationId xmlns:a16="http://schemas.microsoft.com/office/drawing/2014/main" id="{0A103D74-2DD8-4C15-AE7B-60615DC79374}"/>
              </a:ext>
            </a:extLst>
          </p:cNvPr>
          <p:cNvSpPr>
            <a:spLocks noGrp="1"/>
          </p:cNvSpPr>
          <p:nvPr/>
        </p:nvSpPr>
        <p:spPr>
          <a:xfrm>
            <a:off x="8127077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5" name="Stage1_sixpanel_10266">
            <a:extLst>
              <a:ext uri="{FF2B5EF4-FFF2-40B4-BE49-F238E27FC236}">
                <a16:creationId xmlns:a16="http://schemas.microsoft.com/office/drawing/2014/main" id="{9BE4A18A-8A6E-4446-824F-18618963EEED}"/>
              </a:ext>
            </a:extLst>
          </p:cNvPr>
          <p:cNvSpPr>
            <a:spLocks noGrp="1"/>
          </p:cNvSpPr>
          <p:nvPr/>
        </p:nvSpPr>
        <p:spPr>
          <a:xfrm>
            <a:off x="8088661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6" name="Stage1_sixpanel_10267">
            <a:extLst>
              <a:ext uri="{FF2B5EF4-FFF2-40B4-BE49-F238E27FC236}">
                <a16:creationId xmlns:a16="http://schemas.microsoft.com/office/drawing/2014/main" id="{6CB592F8-BA17-478B-A1E4-74EBDC8CBF37}"/>
              </a:ext>
            </a:extLst>
          </p:cNvPr>
          <p:cNvSpPr>
            <a:spLocks noGrp="1"/>
          </p:cNvSpPr>
          <p:nvPr/>
        </p:nvSpPr>
        <p:spPr>
          <a:xfrm>
            <a:off x="8219647" y="79281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7" name="Stage1_sixpanel_10268">
            <a:extLst>
              <a:ext uri="{FF2B5EF4-FFF2-40B4-BE49-F238E27FC236}">
                <a16:creationId xmlns:a16="http://schemas.microsoft.com/office/drawing/2014/main" id="{BB09E304-56EF-44E4-B6C3-F1AB21DE5EF7}"/>
              </a:ext>
            </a:extLst>
          </p:cNvPr>
          <p:cNvSpPr>
            <a:spLocks noGrp="1"/>
          </p:cNvSpPr>
          <p:nvPr/>
        </p:nvSpPr>
        <p:spPr>
          <a:xfrm>
            <a:off x="8188945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8" name="Stage1_sixpanel_10269">
            <a:extLst>
              <a:ext uri="{FF2B5EF4-FFF2-40B4-BE49-F238E27FC236}">
                <a16:creationId xmlns:a16="http://schemas.microsoft.com/office/drawing/2014/main" id="{7560F1FB-2133-4A33-9041-197F751BE720}"/>
              </a:ext>
            </a:extLst>
          </p:cNvPr>
          <p:cNvSpPr>
            <a:spLocks noGrp="1"/>
          </p:cNvSpPr>
          <p:nvPr/>
        </p:nvSpPr>
        <p:spPr>
          <a:xfrm>
            <a:off x="801971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9" name="Stage1_sixpanel_10270">
            <a:extLst>
              <a:ext uri="{FF2B5EF4-FFF2-40B4-BE49-F238E27FC236}">
                <a16:creationId xmlns:a16="http://schemas.microsoft.com/office/drawing/2014/main" id="{BFFF9C30-8021-4D1C-9164-8072F190A92E}"/>
              </a:ext>
            </a:extLst>
          </p:cNvPr>
          <p:cNvSpPr>
            <a:spLocks noGrp="1"/>
          </p:cNvSpPr>
          <p:nvPr/>
        </p:nvSpPr>
        <p:spPr>
          <a:xfrm>
            <a:off x="8116172" y="773905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0" name="Stage1_sixpanel_10271">
            <a:extLst>
              <a:ext uri="{FF2B5EF4-FFF2-40B4-BE49-F238E27FC236}">
                <a16:creationId xmlns:a16="http://schemas.microsoft.com/office/drawing/2014/main" id="{2908C22E-3720-4DCA-9F61-2DADEBB88847}"/>
              </a:ext>
            </a:extLst>
          </p:cNvPr>
          <p:cNvSpPr>
            <a:spLocks noGrp="1"/>
          </p:cNvSpPr>
          <p:nvPr/>
        </p:nvSpPr>
        <p:spPr>
          <a:xfrm>
            <a:off x="816220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1" name="Stage1_sixpanel_10272">
            <a:extLst>
              <a:ext uri="{FF2B5EF4-FFF2-40B4-BE49-F238E27FC236}">
                <a16:creationId xmlns:a16="http://schemas.microsoft.com/office/drawing/2014/main" id="{B2D3C57D-F37A-44D2-A11F-60F741318D45}"/>
              </a:ext>
            </a:extLst>
          </p:cNvPr>
          <p:cNvSpPr>
            <a:spLocks noGrp="1"/>
          </p:cNvSpPr>
          <p:nvPr/>
        </p:nvSpPr>
        <p:spPr>
          <a:xfrm>
            <a:off x="817880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2" name="Stage1_sixpanel_10273">
            <a:extLst>
              <a:ext uri="{FF2B5EF4-FFF2-40B4-BE49-F238E27FC236}">
                <a16:creationId xmlns:a16="http://schemas.microsoft.com/office/drawing/2014/main" id="{AFC1A2C5-2FD2-46AD-9B6D-F4416A4F7656}"/>
              </a:ext>
            </a:extLst>
          </p:cNvPr>
          <p:cNvSpPr>
            <a:spLocks noGrp="1"/>
          </p:cNvSpPr>
          <p:nvPr/>
        </p:nvSpPr>
        <p:spPr>
          <a:xfrm>
            <a:off x="8218652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3" name="Stage1_sixpanel_10274">
            <a:extLst>
              <a:ext uri="{FF2B5EF4-FFF2-40B4-BE49-F238E27FC236}">
                <a16:creationId xmlns:a16="http://schemas.microsoft.com/office/drawing/2014/main" id="{AF7E23C6-433A-465A-AAD9-7B01D5F39B8E}"/>
              </a:ext>
            </a:extLst>
          </p:cNvPr>
          <p:cNvSpPr>
            <a:spLocks noGrp="1"/>
          </p:cNvSpPr>
          <p:nvPr/>
        </p:nvSpPr>
        <p:spPr>
          <a:xfrm>
            <a:off x="8018666" y="772923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4" name="Stage1_sixpanel_10275">
            <a:extLst>
              <a:ext uri="{FF2B5EF4-FFF2-40B4-BE49-F238E27FC236}">
                <a16:creationId xmlns:a16="http://schemas.microsoft.com/office/drawing/2014/main" id="{AF0A2F91-9BE3-48F8-9E5E-2DD3706719DB}"/>
              </a:ext>
            </a:extLst>
          </p:cNvPr>
          <p:cNvSpPr>
            <a:spLocks noGrp="1"/>
          </p:cNvSpPr>
          <p:nvPr/>
        </p:nvSpPr>
        <p:spPr>
          <a:xfrm>
            <a:off x="814315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5" name="Stage1_sixpanel_10276">
            <a:extLst>
              <a:ext uri="{FF2B5EF4-FFF2-40B4-BE49-F238E27FC236}">
                <a16:creationId xmlns:a16="http://schemas.microsoft.com/office/drawing/2014/main" id="{1C77C0A9-5D33-49BA-83CB-E8BCC1765881}"/>
              </a:ext>
            </a:extLst>
          </p:cNvPr>
          <p:cNvSpPr>
            <a:spLocks noGrp="1"/>
          </p:cNvSpPr>
          <p:nvPr/>
        </p:nvSpPr>
        <p:spPr>
          <a:xfrm>
            <a:off x="801682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6" name="Stage1_sixpanel_10277">
            <a:extLst>
              <a:ext uri="{FF2B5EF4-FFF2-40B4-BE49-F238E27FC236}">
                <a16:creationId xmlns:a16="http://schemas.microsoft.com/office/drawing/2014/main" id="{16F40FC8-031C-472E-9D96-1865522827A9}"/>
              </a:ext>
            </a:extLst>
          </p:cNvPr>
          <p:cNvSpPr>
            <a:spLocks noGrp="1"/>
          </p:cNvSpPr>
          <p:nvPr/>
        </p:nvSpPr>
        <p:spPr>
          <a:xfrm>
            <a:off x="808803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7" name="Stage1_sixpanel_10278">
            <a:extLst>
              <a:ext uri="{FF2B5EF4-FFF2-40B4-BE49-F238E27FC236}">
                <a16:creationId xmlns:a16="http://schemas.microsoft.com/office/drawing/2014/main" id="{72E0024A-49A9-4CE2-A5E1-7BB7BD2E5FA8}"/>
              </a:ext>
            </a:extLst>
          </p:cNvPr>
          <p:cNvSpPr>
            <a:spLocks noGrp="1"/>
          </p:cNvSpPr>
          <p:nvPr/>
        </p:nvSpPr>
        <p:spPr>
          <a:xfrm>
            <a:off x="803486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8" name="Stage1_sixpanel_10279">
            <a:extLst>
              <a:ext uri="{FF2B5EF4-FFF2-40B4-BE49-F238E27FC236}">
                <a16:creationId xmlns:a16="http://schemas.microsoft.com/office/drawing/2014/main" id="{8E2C9708-2AEF-4AD5-BAFE-47B36F78DC1B}"/>
              </a:ext>
            </a:extLst>
          </p:cNvPr>
          <p:cNvSpPr>
            <a:spLocks noGrp="1"/>
          </p:cNvSpPr>
          <p:nvPr/>
        </p:nvSpPr>
        <p:spPr>
          <a:xfrm>
            <a:off x="812485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9" name="Stage1_sixpanel_10280">
            <a:extLst>
              <a:ext uri="{FF2B5EF4-FFF2-40B4-BE49-F238E27FC236}">
                <a16:creationId xmlns:a16="http://schemas.microsoft.com/office/drawing/2014/main" id="{7F7C6E3F-316F-47EF-9729-FFDA0B21A986}"/>
              </a:ext>
            </a:extLst>
          </p:cNvPr>
          <p:cNvSpPr>
            <a:spLocks noGrp="1"/>
          </p:cNvSpPr>
          <p:nvPr/>
        </p:nvSpPr>
        <p:spPr>
          <a:xfrm>
            <a:off x="8005247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0" name="Stage1_sixpanel_10281">
            <a:extLst>
              <a:ext uri="{FF2B5EF4-FFF2-40B4-BE49-F238E27FC236}">
                <a16:creationId xmlns:a16="http://schemas.microsoft.com/office/drawing/2014/main" id="{B3481B12-041F-43EB-9CB7-AD75BBA67906}"/>
              </a:ext>
            </a:extLst>
          </p:cNvPr>
          <p:cNvSpPr>
            <a:spLocks noGrp="1"/>
          </p:cNvSpPr>
          <p:nvPr/>
        </p:nvSpPr>
        <p:spPr>
          <a:xfrm>
            <a:off x="8067498" y="709283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1" name="Stage1_sixpanel_10282">
            <a:extLst>
              <a:ext uri="{FF2B5EF4-FFF2-40B4-BE49-F238E27FC236}">
                <a16:creationId xmlns:a16="http://schemas.microsoft.com/office/drawing/2014/main" id="{F50BD51C-3519-4D10-806B-55D81A960874}"/>
              </a:ext>
            </a:extLst>
          </p:cNvPr>
          <p:cNvSpPr>
            <a:spLocks noGrp="1"/>
          </p:cNvSpPr>
          <p:nvPr/>
        </p:nvSpPr>
        <p:spPr>
          <a:xfrm>
            <a:off x="815648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2" name="Stage1_sixpanel_10283">
            <a:extLst>
              <a:ext uri="{FF2B5EF4-FFF2-40B4-BE49-F238E27FC236}">
                <a16:creationId xmlns:a16="http://schemas.microsoft.com/office/drawing/2014/main" id="{43BF266A-FF18-4274-968E-5B4DACFFDFDA}"/>
              </a:ext>
            </a:extLst>
          </p:cNvPr>
          <p:cNvSpPr>
            <a:spLocks noGrp="1"/>
          </p:cNvSpPr>
          <p:nvPr/>
        </p:nvSpPr>
        <p:spPr>
          <a:xfrm>
            <a:off x="804011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3" name="Stage1_sixpanel_10284">
            <a:extLst>
              <a:ext uri="{FF2B5EF4-FFF2-40B4-BE49-F238E27FC236}">
                <a16:creationId xmlns:a16="http://schemas.microsoft.com/office/drawing/2014/main" id="{DD839708-483D-4DAF-8516-DAA3329A7201}"/>
              </a:ext>
            </a:extLst>
          </p:cNvPr>
          <p:cNvSpPr>
            <a:spLocks noGrp="1"/>
          </p:cNvSpPr>
          <p:nvPr/>
        </p:nvSpPr>
        <p:spPr>
          <a:xfrm>
            <a:off x="814460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4" name="Stage1_sixpanel_10285">
            <a:extLst>
              <a:ext uri="{FF2B5EF4-FFF2-40B4-BE49-F238E27FC236}">
                <a16:creationId xmlns:a16="http://schemas.microsoft.com/office/drawing/2014/main" id="{4FB1A8A5-3D83-4C1E-BF53-2C4945AF0E78}"/>
              </a:ext>
            </a:extLst>
          </p:cNvPr>
          <p:cNvSpPr>
            <a:spLocks noGrp="1"/>
          </p:cNvSpPr>
          <p:nvPr/>
        </p:nvSpPr>
        <p:spPr>
          <a:xfrm>
            <a:off x="8051842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5" name="Stage1_sixpanel_10286">
            <a:extLst>
              <a:ext uri="{FF2B5EF4-FFF2-40B4-BE49-F238E27FC236}">
                <a16:creationId xmlns:a16="http://schemas.microsoft.com/office/drawing/2014/main" id="{E9E46E57-E5CA-41E4-9517-C83CBF8F7690}"/>
              </a:ext>
            </a:extLst>
          </p:cNvPr>
          <p:cNvSpPr>
            <a:spLocks noGrp="1"/>
          </p:cNvSpPr>
          <p:nvPr/>
        </p:nvSpPr>
        <p:spPr>
          <a:xfrm>
            <a:off x="8206116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6" name="Stage1_sixpanel_10287">
            <a:extLst>
              <a:ext uri="{FF2B5EF4-FFF2-40B4-BE49-F238E27FC236}">
                <a16:creationId xmlns:a16="http://schemas.microsoft.com/office/drawing/2014/main" id="{F7C648AF-75A2-498D-9256-5CDC75150A06}"/>
              </a:ext>
            </a:extLst>
          </p:cNvPr>
          <p:cNvSpPr>
            <a:spLocks noGrp="1"/>
          </p:cNvSpPr>
          <p:nvPr/>
        </p:nvSpPr>
        <p:spPr>
          <a:xfrm>
            <a:off x="814591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7" name="Stage1_sixpanel_10288">
            <a:extLst>
              <a:ext uri="{FF2B5EF4-FFF2-40B4-BE49-F238E27FC236}">
                <a16:creationId xmlns:a16="http://schemas.microsoft.com/office/drawing/2014/main" id="{D5BBC8F8-84EA-4EAE-925B-1C3D3E2E900C}"/>
              </a:ext>
            </a:extLst>
          </p:cNvPr>
          <p:cNvSpPr>
            <a:spLocks noGrp="1"/>
          </p:cNvSpPr>
          <p:nvPr/>
        </p:nvSpPr>
        <p:spPr>
          <a:xfrm>
            <a:off x="8106428" y="790600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8" name="Stage1_sixpanel_10289">
            <a:extLst>
              <a:ext uri="{FF2B5EF4-FFF2-40B4-BE49-F238E27FC236}">
                <a16:creationId xmlns:a16="http://schemas.microsoft.com/office/drawing/2014/main" id="{D83C764A-0061-4964-B69A-23850C85CA05}"/>
              </a:ext>
            </a:extLst>
          </p:cNvPr>
          <p:cNvSpPr>
            <a:spLocks noGrp="1"/>
          </p:cNvSpPr>
          <p:nvPr/>
        </p:nvSpPr>
        <p:spPr>
          <a:xfrm>
            <a:off x="5266291" y="6825044"/>
            <a:ext cx="191" cy="1305496"/>
          </a:xfrm>
          <a:custGeom>
            <a:avLst/>
            <a:gdLst/>
            <a:ahLst/>
            <a:cxnLst/>
            <a:rect l="0" t="0" r="0" b="0"/>
            <a:pathLst>
              <a:path w="191" h="1305496">
                <a:moveTo>
                  <a:pt x="0" y="1305496"/>
                </a:moveTo>
                <a:lnTo>
                  <a:pt x="0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5119" name="Stage1_sixpanel_10290">
            <a:extLst>
              <a:ext uri="{FF2B5EF4-FFF2-40B4-BE49-F238E27FC236}">
                <a16:creationId xmlns:a16="http://schemas.microsoft.com/office/drawing/2014/main" id="{5B253EF8-669E-4CA6-B762-F1195598E60D}"/>
              </a:ext>
            </a:extLst>
          </p:cNvPr>
          <p:cNvSpPr>
            <a:spLocks noGrp="1"/>
          </p:cNvSpPr>
          <p:nvPr/>
        </p:nvSpPr>
        <p:spPr>
          <a:xfrm>
            <a:off x="5266291" y="8130540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5120" name="Stage1_sixpanel_10291">
            <a:extLst>
              <a:ext uri="{FF2B5EF4-FFF2-40B4-BE49-F238E27FC236}">
                <a16:creationId xmlns:a16="http://schemas.microsoft.com/office/drawing/2014/main" id="{4E27DA1D-A0A5-4EB9-BBD4-3D0BA7B51A4C}"/>
              </a:ext>
            </a:extLst>
          </p:cNvPr>
          <p:cNvSpPr>
            <a:spLocks noGrp="1"/>
          </p:cNvSpPr>
          <p:nvPr/>
        </p:nvSpPr>
        <p:spPr>
          <a:xfrm>
            <a:off x="5542014" y="6862167"/>
            <a:ext cx="191" cy="572763"/>
          </a:xfrm>
          <a:custGeom>
            <a:avLst/>
            <a:gdLst/>
            <a:ahLst/>
            <a:cxnLst/>
            <a:rect l="0" t="0" r="0" b="0"/>
            <a:pathLst>
              <a:path w="191" h="572763">
                <a:moveTo>
                  <a:pt x="0" y="572763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007C83"/>
            </a:solidFill>
            <a:prstDash val="solid"/>
          </a:ln>
        </p:spPr>
      </p:sp>
      <p:sp>
        <p:nvSpPr>
          <p:cNvPr id="5121" name="Stage1_sixpanel_10292">
            <a:extLst>
              <a:ext uri="{FF2B5EF4-FFF2-40B4-BE49-F238E27FC236}">
                <a16:creationId xmlns:a16="http://schemas.microsoft.com/office/drawing/2014/main" id="{CE5B1F6D-23AB-4D28-B5B7-E771BF303FEB}"/>
              </a:ext>
            </a:extLst>
          </p:cNvPr>
          <p:cNvSpPr>
            <a:spLocks noGrp="1"/>
          </p:cNvSpPr>
          <p:nvPr/>
        </p:nvSpPr>
        <p:spPr>
          <a:xfrm>
            <a:off x="5966204" y="6862167"/>
            <a:ext cx="191" cy="928078"/>
          </a:xfrm>
          <a:custGeom>
            <a:avLst/>
            <a:gdLst/>
            <a:ahLst/>
            <a:cxnLst/>
            <a:rect l="0" t="0" r="0" b="0"/>
            <a:pathLst>
              <a:path w="191" h="928078">
                <a:moveTo>
                  <a:pt x="0" y="928078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566AB4"/>
            </a:solidFill>
            <a:prstDash val="solid"/>
          </a:ln>
        </p:spPr>
      </p:sp>
      <p:sp>
        <p:nvSpPr>
          <p:cNvPr id="5122" name="Stage1_sixpanel_10293">
            <a:extLst>
              <a:ext uri="{FF2B5EF4-FFF2-40B4-BE49-F238E27FC236}">
                <a16:creationId xmlns:a16="http://schemas.microsoft.com/office/drawing/2014/main" id="{67DC2F4A-A39A-425B-A1AB-530DC4F346EA}"/>
              </a:ext>
            </a:extLst>
          </p:cNvPr>
          <p:cNvSpPr>
            <a:spLocks noGrp="1"/>
          </p:cNvSpPr>
          <p:nvPr/>
        </p:nvSpPr>
        <p:spPr>
          <a:xfrm>
            <a:off x="6390394" y="8071912"/>
            <a:ext cx="191" cy="27692"/>
          </a:xfrm>
          <a:custGeom>
            <a:avLst/>
            <a:gdLst/>
            <a:ahLst/>
            <a:cxnLst/>
            <a:rect l="0" t="0" r="0" b="0"/>
            <a:pathLst>
              <a:path w="191" h="27692">
                <a:moveTo>
                  <a:pt x="0" y="27692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8B9298"/>
            </a:solidFill>
            <a:prstDash val="solid"/>
          </a:ln>
        </p:spPr>
      </p:sp>
      <p:sp>
        <p:nvSpPr>
          <p:cNvPr id="5123" name="Stage1_sixpanel_10294">
            <a:extLst>
              <a:ext uri="{FF2B5EF4-FFF2-40B4-BE49-F238E27FC236}">
                <a16:creationId xmlns:a16="http://schemas.microsoft.com/office/drawing/2014/main" id="{19D34CB0-B5CE-46EF-AEF8-D54624345BAE}"/>
              </a:ext>
            </a:extLst>
          </p:cNvPr>
          <p:cNvSpPr>
            <a:spLocks noGrp="1"/>
          </p:cNvSpPr>
          <p:nvPr/>
        </p:nvSpPr>
        <p:spPr>
          <a:xfrm>
            <a:off x="7281192" y="6862167"/>
            <a:ext cx="191" cy="902298"/>
          </a:xfrm>
          <a:custGeom>
            <a:avLst/>
            <a:gdLst/>
            <a:ahLst/>
            <a:cxnLst/>
            <a:rect l="0" t="0" r="0" b="0"/>
            <a:pathLst>
              <a:path w="191" h="902298">
                <a:moveTo>
                  <a:pt x="0" y="902298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007C83"/>
            </a:solidFill>
            <a:prstDash val="solid"/>
          </a:ln>
        </p:spPr>
      </p:sp>
      <p:sp>
        <p:nvSpPr>
          <p:cNvPr id="5124" name="Stage1_sixpanel_10295">
            <a:extLst>
              <a:ext uri="{FF2B5EF4-FFF2-40B4-BE49-F238E27FC236}">
                <a16:creationId xmlns:a16="http://schemas.microsoft.com/office/drawing/2014/main" id="{B02168A5-959A-4918-ACE6-5D6D216868F6}"/>
              </a:ext>
            </a:extLst>
          </p:cNvPr>
          <p:cNvSpPr>
            <a:spLocks noGrp="1"/>
          </p:cNvSpPr>
          <p:nvPr/>
        </p:nvSpPr>
        <p:spPr>
          <a:xfrm>
            <a:off x="7705382" y="6862167"/>
            <a:ext cx="191" cy="1082758"/>
          </a:xfrm>
          <a:custGeom>
            <a:avLst/>
            <a:gdLst/>
            <a:ahLst/>
            <a:cxnLst/>
            <a:rect l="0" t="0" r="0" b="0"/>
            <a:pathLst>
              <a:path w="191" h="1082758">
                <a:moveTo>
                  <a:pt x="0" y="1082758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566AB4"/>
            </a:solidFill>
            <a:prstDash val="solid"/>
          </a:ln>
        </p:spPr>
      </p:sp>
      <p:sp>
        <p:nvSpPr>
          <p:cNvPr id="5125" name="Stage1_sixpanel_10296">
            <a:extLst>
              <a:ext uri="{FF2B5EF4-FFF2-40B4-BE49-F238E27FC236}">
                <a16:creationId xmlns:a16="http://schemas.microsoft.com/office/drawing/2014/main" id="{C31A3340-F4A7-43F3-AAB5-B00C752699D4}"/>
              </a:ext>
            </a:extLst>
          </p:cNvPr>
          <p:cNvSpPr>
            <a:spLocks noGrp="1"/>
          </p:cNvSpPr>
          <p:nvPr/>
        </p:nvSpPr>
        <p:spPr>
          <a:xfrm>
            <a:off x="8129572" y="6862167"/>
            <a:ext cx="191" cy="1237437"/>
          </a:xfrm>
          <a:custGeom>
            <a:avLst/>
            <a:gdLst/>
            <a:ahLst/>
            <a:cxnLst/>
            <a:rect l="0" t="0" r="0" b="0"/>
            <a:pathLst>
              <a:path w="191" h="1237437">
                <a:moveTo>
                  <a:pt x="0" y="1237437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8B9298"/>
            </a:solidFill>
            <a:prstDash val="solid"/>
          </a:ln>
        </p:spPr>
      </p:sp>
      <p:sp>
        <p:nvSpPr>
          <p:cNvPr id="5126" name="Stage1_sixpanel_10297">
            <a:extLst>
              <a:ext uri="{FF2B5EF4-FFF2-40B4-BE49-F238E27FC236}">
                <a16:creationId xmlns:a16="http://schemas.microsoft.com/office/drawing/2014/main" id="{8591AE9F-BAEF-4DB6-8E42-8216C8AEC9F7}"/>
              </a:ext>
            </a:extLst>
          </p:cNvPr>
          <p:cNvSpPr>
            <a:spLocks noGrp="1"/>
          </p:cNvSpPr>
          <p:nvPr/>
        </p:nvSpPr>
        <p:spPr>
          <a:xfrm>
            <a:off x="5511692" y="6831844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007C83"/>
            </a:solidFill>
            <a:prstDash val="solid"/>
          </a:ln>
        </p:spPr>
      </p:sp>
      <p:sp>
        <p:nvSpPr>
          <p:cNvPr id="5127" name="Stage1_sixpanel_10298">
            <a:extLst>
              <a:ext uri="{FF2B5EF4-FFF2-40B4-BE49-F238E27FC236}">
                <a16:creationId xmlns:a16="http://schemas.microsoft.com/office/drawing/2014/main" id="{59B7C7F2-D746-4F51-BEA7-636F4BDE40B2}"/>
              </a:ext>
            </a:extLst>
          </p:cNvPr>
          <p:cNvSpPr>
            <a:spLocks noGrp="1"/>
          </p:cNvSpPr>
          <p:nvPr/>
        </p:nvSpPr>
        <p:spPr>
          <a:xfrm>
            <a:off x="5935881" y="7244323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566AB4"/>
            </a:solidFill>
            <a:prstDash val="solid"/>
          </a:ln>
        </p:spPr>
      </p:sp>
      <p:sp>
        <p:nvSpPr>
          <p:cNvPr id="5128" name="Stage1_sixpanel_10299">
            <a:extLst>
              <a:ext uri="{FF2B5EF4-FFF2-40B4-BE49-F238E27FC236}">
                <a16:creationId xmlns:a16="http://schemas.microsoft.com/office/drawing/2014/main" id="{D01B4B15-864C-409C-81C4-B7F0E1CE6D8A}"/>
              </a:ext>
            </a:extLst>
          </p:cNvPr>
          <p:cNvSpPr>
            <a:spLocks noGrp="1"/>
          </p:cNvSpPr>
          <p:nvPr/>
        </p:nvSpPr>
        <p:spPr>
          <a:xfrm>
            <a:off x="6360071" y="8060703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8B9298"/>
            </a:solidFill>
            <a:prstDash val="solid"/>
          </a:ln>
        </p:spPr>
      </p:sp>
      <p:sp>
        <p:nvSpPr>
          <p:cNvPr id="5129" name="Stage1_sixpanel_10300">
            <a:extLst>
              <a:ext uri="{FF2B5EF4-FFF2-40B4-BE49-F238E27FC236}">
                <a16:creationId xmlns:a16="http://schemas.microsoft.com/office/drawing/2014/main" id="{50569CE8-B1E6-4A3E-B1A4-EAD31F955652}"/>
              </a:ext>
            </a:extLst>
          </p:cNvPr>
          <p:cNvSpPr>
            <a:spLocks noGrp="1"/>
          </p:cNvSpPr>
          <p:nvPr/>
        </p:nvSpPr>
        <p:spPr>
          <a:xfrm>
            <a:off x="7250870" y="6831844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007C83"/>
            </a:solidFill>
            <a:prstDash val="solid"/>
          </a:ln>
        </p:spPr>
      </p:sp>
      <p:sp>
        <p:nvSpPr>
          <p:cNvPr id="5130" name="Stage1_sixpanel_10301">
            <a:extLst>
              <a:ext uri="{FF2B5EF4-FFF2-40B4-BE49-F238E27FC236}">
                <a16:creationId xmlns:a16="http://schemas.microsoft.com/office/drawing/2014/main" id="{869CFDF2-CBCF-4834-A16D-B27C2E893A71}"/>
              </a:ext>
            </a:extLst>
          </p:cNvPr>
          <p:cNvSpPr>
            <a:spLocks noGrp="1"/>
          </p:cNvSpPr>
          <p:nvPr/>
        </p:nvSpPr>
        <p:spPr>
          <a:xfrm>
            <a:off x="7675060" y="7012304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566AB4"/>
            </a:solidFill>
            <a:prstDash val="solid"/>
          </a:ln>
        </p:spPr>
      </p:sp>
      <p:sp>
        <p:nvSpPr>
          <p:cNvPr id="5131" name="Stage1_sixpanel_10302">
            <a:extLst>
              <a:ext uri="{FF2B5EF4-FFF2-40B4-BE49-F238E27FC236}">
                <a16:creationId xmlns:a16="http://schemas.microsoft.com/office/drawing/2014/main" id="{779E9520-28C8-4945-A1D8-40748E1E5CBC}"/>
              </a:ext>
            </a:extLst>
          </p:cNvPr>
          <p:cNvSpPr>
            <a:spLocks noGrp="1"/>
          </p:cNvSpPr>
          <p:nvPr/>
        </p:nvSpPr>
        <p:spPr>
          <a:xfrm>
            <a:off x="8099249" y="7347443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8B9298"/>
            </a:solidFill>
            <a:prstDash val="solid"/>
          </a:ln>
        </p:spPr>
      </p:sp>
      <p:sp>
        <p:nvSpPr>
          <p:cNvPr id="5132" name="text_10303">
            <a:extLst>
              <a:ext uri="{FF2B5EF4-FFF2-40B4-BE49-F238E27FC236}">
                <a16:creationId xmlns:a16="http://schemas.microsoft.com/office/drawing/2014/main" id="{EC931083-BCC6-4F76-B966-FF7AAA5E91B3}"/>
              </a:ext>
            </a:extLst>
          </p:cNvPr>
          <p:cNvSpPr>
            <a:spLocks noGrp="1"/>
          </p:cNvSpPr>
          <p:nvPr/>
        </p:nvSpPr>
        <p:spPr>
          <a:xfrm>
            <a:off x="2686324" y="259646"/>
            <a:ext cx="858994" cy="2102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24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24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All ligands</a:t>
            </a:r>
          </a:p>
        </p:txBody>
      </p:sp>
      <p:sp>
        <p:nvSpPr>
          <p:cNvPr id="5133" name="text_10304">
            <a:extLst>
              <a:ext uri="{FF2B5EF4-FFF2-40B4-BE49-F238E27FC236}">
                <a16:creationId xmlns:a16="http://schemas.microsoft.com/office/drawing/2014/main" id="{5B8E6EE0-A2EB-402D-9889-CCB0404086EB}"/>
              </a:ext>
            </a:extLst>
          </p:cNvPr>
          <p:cNvSpPr>
            <a:spLocks noGrp="1"/>
          </p:cNvSpPr>
          <p:nvPr/>
        </p:nvSpPr>
        <p:spPr>
          <a:xfrm>
            <a:off x="1220463" y="818495"/>
            <a:ext cx="111281" cy="2312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5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57" b="1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5134" name="text_10305">
            <a:extLst>
              <a:ext uri="{FF2B5EF4-FFF2-40B4-BE49-F238E27FC236}">
                <a16:creationId xmlns:a16="http://schemas.microsoft.com/office/drawing/2014/main" id="{19110271-A818-489D-ACDC-546156FC0B83}"/>
              </a:ext>
            </a:extLst>
          </p:cNvPr>
          <p:cNvSpPr>
            <a:spLocks noGrp="1"/>
          </p:cNvSpPr>
          <p:nvPr/>
        </p:nvSpPr>
        <p:spPr>
          <a:xfrm>
            <a:off x="1623495" y="871453"/>
            <a:ext cx="846749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lang="en-US" altLang="zh-CN" sz="1033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Overall performance</a:t>
            </a:r>
          </a:p>
        </p:txBody>
      </p:sp>
      <p:sp>
        <p:nvSpPr>
          <p:cNvPr id="5135" name="text_10306">
            <a:extLst>
              <a:ext uri="{FF2B5EF4-FFF2-40B4-BE49-F238E27FC236}">
                <a16:creationId xmlns:a16="http://schemas.microsoft.com/office/drawing/2014/main" id="{ACAA1A18-D162-489D-BFC3-0DE67FE9626C}"/>
              </a:ext>
            </a:extLst>
          </p:cNvPr>
          <p:cNvSpPr>
            <a:spLocks noGrp="1"/>
          </p:cNvSpPr>
          <p:nvPr/>
        </p:nvSpPr>
        <p:spPr>
          <a:xfrm>
            <a:off x="1220463" y="3209080"/>
            <a:ext cx="111281" cy="2312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5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5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5136" name="text_10307">
            <a:extLst>
              <a:ext uri="{FF2B5EF4-FFF2-40B4-BE49-F238E27FC236}">
                <a16:creationId xmlns:a16="http://schemas.microsoft.com/office/drawing/2014/main" id="{F4E9B4B1-155B-4FD8-BC06-1CDBC7A36FAD}"/>
              </a:ext>
            </a:extLst>
          </p:cNvPr>
          <p:cNvSpPr>
            <a:spLocks noGrp="1"/>
          </p:cNvSpPr>
          <p:nvPr/>
        </p:nvSpPr>
        <p:spPr>
          <a:xfrm>
            <a:off x="1623495" y="3262038"/>
            <a:ext cx="166803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PRAUC</a:t>
            </a:r>
            <a:r>
              <a:rPr sz="723" b="0" baseline="-25000">
                <a:solidFill>
                  <a:srgbClr val="000000"/>
                </a:solidFill>
                <a:latin typeface="Arial"/>
                <a:ea typeface="Arial"/>
                <a:cs typeface="Arial"/>
              </a:rPr>
              <a:t>0.3</a:t>
            </a:r>
          </a:p>
        </p:txBody>
      </p:sp>
      <p:sp>
        <p:nvSpPr>
          <p:cNvPr id="5137" name="text_10308">
            <a:extLst>
              <a:ext uri="{FF2B5EF4-FFF2-40B4-BE49-F238E27FC236}">
                <a16:creationId xmlns:a16="http://schemas.microsoft.com/office/drawing/2014/main" id="{E5811A1F-5352-48EE-BBAE-15BA8795C64E}"/>
              </a:ext>
            </a:extLst>
          </p:cNvPr>
          <p:cNvSpPr>
            <a:spLocks noGrp="1"/>
          </p:cNvSpPr>
          <p:nvPr/>
        </p:nvSpPr>
        <p:spPr>
          <a:xfrm>
            <a:off x="1220463" y="6413480"/>
            <a:ext cx="111281" cy="2312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5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5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e</a:t>
            </a:r>
          </a:p>
        </p:txBody>
      </p:sp>
      <p:sp>
        <p:nvSpPr>
          <p:cNvPr id="5138" name="text_10309">
            <a:extLst>
              <a:ext uri="{FF2B5EF4-FFF2-40B4-BE49-F238E27FC236}">
                <a16:creationId xmlns:a16="http://schemas.microsoft.com/office/drawing/2014/main" id="{98EEED53-D480-4130-889B-982886B22C3A}"/>
              </a:ext>
            </a:extLst>
          </p:cNvPr>
          <p:cNvSpPr>
            <a:spLocks noGrp="1"/>
          </p:cNvSpPr>
          <p:nvPr/>
        </p:nvSpPr>
        <p:spPr>
          <a:xfrm>
            <a:off x="1623495" y="6466438"/>
            <a:ext cx="1741241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detection · τ = 0.3</a:t>
            </a:r>
          </a:p>
        </p:txBody>
      </p:sp>
      <p:sp>
        <p:nvSpPr>
          <p:cNvPr id="5139" name="text_10310">
            <a:extLst>
              <a:ext uri="{FF2B5EF4-FFF2-40B4-BE49-F238E27FC236}">
                <a16:creationId xmlns:a16="http://schemas.microsoft.com/office/drawing/2014/main" id="{A3C2E376-8711-49B7-98AD-7CE501D760E3}"/>
              </a:ext>
            </a:extLst>
          </p:cNvPr>
          <p:cNvSpPr>
            <a:spLocks noGrp="1"/>
          </p:cNvSpPr>
          <p:nvPr/>
        </p:nvSpPr>
        <p:spPr>
          <a:xfrm>
            <a:off x="6032950" y="261696"/>
            <a:ext cx="1719166" cy="2102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24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24" b="1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Small molecules</a:t>
            </a:r>
          </a:p>
        </p:txBody>
      </p:sp>
      <p:sp>
        <p:nvSpPr>
          <p:cNvPr id="5140" name="text_10311">
            <a:extLst>
              <a:ext uri="{FF2B5EF4-FFF2-40B4-BE49-F238E27FC236}">
                <a16:creationId xmlns:a16="http://schemas.microsoft.com/office/drawing/2014/main" id="{A0CCF81E-A572-41D0-849F-C3EB4290E8C3}"/>
              </a:ext>
            </a:extLst>
          </p:cNvPr>
          <p:cNvSpPr>
            <a:spLocks noGrp="1"/>
          </p:cNvSpPr>
          <p:nvPr/>
        </p:nvSpPr>
        <p:spPr>
          <a:xfrm>
            <a:off x="4863258" y="818495"/>
            <a:ext cx="121457" cy="2312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5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5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5141" name="text_10312">
            <a:extLst>
              <a:ext uri="{FF2B5EF4-FFF2-40B4-BE49-F238E27FC236}">
                <a16:creationId xmlns:a16="http://schemas.microsoft.com/office/drawing/2014/main" id="{F825ADC2-8344-4CD9-B5CF-BF0189F8E5CF}"/>
              </a:ext>
            </a:extLst>
          </p:cNvPr>
          <p:cNvSpPr>
            <a:spLocks noGrp="1"/>
          </p:cNvSpPr>
          <p:nvPr/>
        </p:nvSpPr>
        <p:spPr>
          <a:xfrm>
            <a:off x="5266291" y="871453"/>
            <a:ext cx="846749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Overall </a:t>
            </a:r>
            <a:r>
              <a:rPr lang="en-US" altLang="zh-CN" sz="1033" b="0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performance</a:t>
            </a:r>
            <a:endParaRPr sz="1033" b="0" dirty="0"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142" name="text_10313">
            <a:extLst>
              <a:ext uri="{FF2B5EF4-FFF2-40B4-BE49-F238E27FC236}">
                <a16:creationId xmlns:a16="http://schemas.microsoft.com/office/drawing/2014/main" id="{8D34CEE5-FFEA-44D3-8D5D-B7D7D88E16D1}"/>
              </a:ext>
            </a:extLst>
          </p:cNvPr>
          <p:cNvSpPr>
            <a:spLocks noGrp="1"/>
          </p:cNvSpPr>
          <p:nvPr/>
        </p:nvSpPr>
        <p:spPr>
          <a:xfrm>
            <a:off x="4863258" y="3209080"/>
            <a:ext cx="121457" cy="2312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5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5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d</a:t>
            </a:r>
          </a:p>
        </p:txBody>
      </p:sp>
      <p:sp>
        <p:nvSpPr>
          <p:cNvPr id="5143" name="text_10314">
            <a:extLst>
              <a:ext uri="{FF2B5EF4-FFF2-40B4-BE49-F238E27FC236}">
                <a16:creationId xmlns:a16="http://schemas.microsoft.com/office/drawing/2014/main" id="{43E98E29-1C29-46ED-B050-C0DCDEAEDBE6}"/>
              </a:ext>
            </a:extLst>
          </p:cNvPr>
          <p:cNvSpPr>
            <a:spLocks noGrp="1"/>
          </p:cNvSpPr>
          <p:nvPr/>
        </p:nvSpPr>
        <p:spPr>
          <a:xfrm>
            <a:off x="5266291" y="3262038"/>
            <a:ext cx="166803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PRAUC</a:t>
            </a:r>
            <a:r>
              <a:rPr sz="723" b="0" baseline="-25000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0.3</a:t>
            </a:r>
          </a:p>
        </p:txBody>
      </p:sp>
      <p:sp>
        <p:nvSpPr>
          <p:cNvPr id="5144" name="text_10315">
            <a:extLst>
              <a:ext uri="{FF2B5EF4-FFF2-40B4-BE49-F238E27FC236}">
                <a16:creationId xmlns:a16="http://schemas.microsoft.com/office/drawing/2014/main" id="{81B83B59-FF6E-4B45-B64B-976C05218FFF}"/>
              </a:ext>
            </a:extLst>
          </p:cNvPr>
          <p:cNvSpPr>
            <a:spLocks noGrp="1"/>
          </p:cNvSpPr>
          <p:nvPr/>
        </p:nvSpPr>
        <p:spPr>
          <a:xfrm>
            <a:off x="4863258" y="6413480"/>
            <a:ext cx="70021" cy="2312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5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5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f</a:t>
            </a:r>
          </a:p>
        </p:txBody>
      </p:sp>
      <p:sp>
        <p:nvSpPr>
          <p:cNvPr id="5145" name="text_10316">
            <a:extLst>
              <a:ext uri="{FF2B5EF4-FFF2-40B4-BE49-F238E27FC236}">
                <a16:creationId xmlns:a16="http://schemas.microsoft.com/office/drawing/2014/main" id="{68EEE477-CAB5-4C28-B6FA-3C0CD435C86F}"/>
              </a:ext>
            </a:extLst>
          </p:cNvPr>
          <p:cNvSpPr>
            <a:spLocks noGrp="1"/>
          </p:cNvSpPr>
          <p:nvPr/>
        </p:nvSpPr>
        <p:spPr>
          <a:xfrm>
            <a:off x="5266291" y="6466438"/>
            <a:ext cx="1741241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detection · τ = 0.3</a:t>
            </a:r>
          </a:p>
        </p:txBody>
      </p:sp>
      <p:sp>
        <p:nvSpPr>
          <p:cNvPr id="5146" name="Stage1_sixpanel_10317">
            <a:extLst>
              <a:ext uri="{FF2B5EF4-FFF2-40B4-BE49-F238E27FC236}">
                <a16:creationId xmlns:a16="http://schemas.microsoft.com/office/drawing/2014/main" id="{4C0CAD29-99AF-410C-A9EE-7E1F83E90FD6}"/>
              </a:ext>
            </a:extLst>
          </p:cNvPr>
          <p:cNvSpPr>
            <a:spLocks noGrp="1"/>
          </p:cNvSpPr>
          <p:nvPr/>
        </p:nvSpPr>
        <p:spPr>
          <a:xfrm>
            <a:off x="2001725" y="697023"/>
            <a:ext cx="124468" cy="87127"/>
          </a:xfrm>
          <a:custGeom>
            <a:avLst/>
            <a:gdLst/>
            <a:ahLst/>
            <a:cxnLst/>
            <a:rect l="0" t="0" r="0" b="0"/>
            <a:pathLst>
              <a:path w="124468" h="87127">
                <a:moveTo>
                  <a:pt x="0" y="87127"/>
                </a:moveTo>
                <a:lnTo>
                  <a:pt x="124468" y="87127"/>
                </a:lnTo>
                <a:lnTo>
                  <a:pt x="124468" y="0"/>
                </a:lnTo>
                <a:lnTo>
                  <a:pt x="0" y="0"/>
                </a:lnTo>
                <a:lnTo>
                  <a:pt x="0" y="87127"/>
                </a:lnTo>
                <a:close/>
              </a:path>
            </a:pathLst>
          </a:custGeom>
          <a:solidFill>
            <a:srgbClr val="007C83"/>
          </a:solidFill>
          <a:ln w="0">
            <a:noFill/>
            <a:prstDash val="solid"/>
          </a:ln>
        </p:spPr>
      </p:sp>
      <p:sp>
        <p:nvSpPr>
          <p:cNvPr id="5147" name="text_10318">
            <a:extLst>
              <a:ext uri="{FF2B5EF4-FFF2-40B4-BE49-F238E27FC236}">
                <a16:creationId xmlns:a16="http://schemas.microsoft.com/office/drawing/2014/main" id="{40E35367-151E-47F3-8DE8-C8452AFD64DB}"/>
              </a:ext>
            </a:extLst>
          </p:cNvPr>
          <p:cNvSpPr>
            <a:spLocks noGrp="1"/>
          </p:cNvSpPr>
          <p:nvPr/>
        </p:nvSpPr>
        <p:spPr>
          <a:xfrm>
            <a:off x="2166317" y="664656"/>
            <a:ext cx="2926080" cy="1555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8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80" b="0" dirty="0" err="1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</a:t>
            </a:r>
            <a:r>
              <a:rPr sz="980" b="0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-Find</a:t>
            </a:r>
            <a:r>
              <a:rPr lang="en-US" sz="980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(</a:t>
            </a:r>
            <a:r>
              <a:rPr sz="980" b="0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deposited receptor</a:t>
            </a:r>
            <a:r>
              <a:rPr lang="en-US" sz="980" b="0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)</a:t>
            </a:r>
            <a:endParaRPr sz="980" b="0" dirty="0"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148" name="Stage1_sixpanel_10319">
            <a:extLst>
              <a:ext uri="{FF2B5EF4-FFF2-40B4-BE49-F238E27FC236}">
                <a16:creationId xmlns:a16="http://schemas.microsoft.com/office/drawing/2014/main" id="{8CD0C08F-45FB-4ECB-8B53-42F2E2C82A38}"/>
              </a:ext>
            </a:extLst>
          </p:cNvPr>
          <p:cNvSpPr>
            <a:spLocks noGrp="1"/>
          </p:cNvSpPr>
          <p:nvPr/>
        </p:nvSpPr>
        <p:spPr>
          <a:xfrm>
            <a:off x="4346259" y="705489"/>
            <a:ext cx="124468" cy="87127"/>
          </a:xfrm>
          <a:custGeom>
            <a:avLst/>
            <a:gdLst/>
            <a:ahLst/>
            <a:cxnLst/>
            <a:rect l="0" t="0" r="0" b="0"/>
            <a:pathLst>
              <a:path w="124468" h="87127">
                <a:moveTo>
                  <a:pt x="0" y="87127"/>
                </a:moveTo>
                <a:lnTo>
                  <a:pt x="124468" y="87127"/>
                </a:lnTo>
                <a:lnTo>
                  <a:pt x="124468" y="0"/>
                </a:lnTo>
                <a:lnTo>
                  <a:pt x="0" y="0"/>
                </a:lnTo>
                <a:lnTo>
                  <a:pt x="0" y="87127"/>
                </a:lnTo>
                <a:close/>
              </a:path>
            </a:pathLst>
          </a:custGeom>
          <a:solidFill>
            <a:srgbClr val="566AB4"/>
          </a:solidFill>
          <a:ln w="0">
            <a:noFill/>
            <a:prstDash val="solid"/>
          </a:ln>
        </p:spPr>
      </p:sp>
      <p:sp>
        <p:nvSpPr>
          <p:cNvPr id="5149" name="text_10320">
            <a:extLst>
              <a:ext uri="{FF2B5EF4-FFF2-40B4-BE49-F238E27FC236}">
                <a16:creationId xmlns:a16="http://schemas.microsoft.com/office/drawing/2014/main" id="{5FAD71FD-5E0F-42C2-B6A7-F67C03DA5F84}"/>
              </a:ext>
            </a:extLst>
          </p:cNvPr>
          <p:cNvSpPr>
            <a:spLocks noGrp="1"/>
          </p:cNvSpPr>
          <p:nvPr/>
        </p:nvSpPr>
        <p:spPr>
          <a:xfrm>
            <a:off x="4529139" y="664656"/>
            <a:ext cx="3017520" cy="1555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8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80" b="0" dirty="0" err="1">
                <a:solidFill>
                  <a:srgbClr val="000000"/>
                </a:solidFill>
                <a:latin typeface="Arial"/>
                <a:ea typeface="Arial"/>
                <a:cs typeface="Arial"/>
              </a:rPr>
              <a:t>LigandSeek</a:t>
            </a:r>
            <a:r>
              <a:rPr sz="980" b="0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-Find</a:t>
            </a:r>
            <a:r>
              <a:rPr lang="en-US" sz="980" b="0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(</a:t>
            </a:r>
            <a:r>
              <a:rPr sz="980" b="0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CryoAtom2 receptor</a:t>
            </a:r>
            <a:r>
              <a:rPr lang="en-US" sz="980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)</a:t>
            </a:r>
            <a:endParaRPr sz="980" b="0" dirty="0"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150" name="Stage1_sixpanel_10321">
            <a:extLst>
              <a:ext uri="{FF2B5EF4-FFF2-40B4-BE49-F238E27FC236}">
                <a16:creationId xmlns:a16="http://schemas.microsoft.com/office/drawing/2014/main" id="{4A98CD9D-DA58-4298-857D-2EDE24815FC4}"/>
              </a:ext>
            </a:extLst>
          </p:cNvPr>
          <p:cNvSpPr>
            <a:spLocks noGrp="1"/>
          </p:cNvSpPr>
          <p:nvPr/>
        </p:nvSpPr>
        <p:spPr>
          <a:xfrm>
            <a:off x="6757522" y="701256"/>
            <a:ext cx="124468" cy="87127"/>
          </a:xfrm>
          <a:custGeom>
            <a:avLst/>
            <a:gdLst/>
            <a:ahLst/>
            <a:cxnLst/>
            <a:rect l="0" t="0" r="0" b="0"/>
            <a:pathLst>
              <a:path w="124468" h="87127">
                <a:moveTo>
                  <a:pt x="0" y="87127"/>
                </a:moveTo>
                <a:lnTo>
                  <a:pt x="124468" y="87127"/>
                </a:lnTo>
                <a:lnTo>
                  <a:pt x="124468" y="0"/>
                </a:lnTo>
                <a:lnTo>
                  <a:pt x="0" y="0"/>
                </a:lnTo>
                <a:lnTo>
                  <a:pt x="0" y="87127"/>
                </a:lnTo>
                <a:close/>
              </a:path>
            </a:pathLst>
          </a:custGeom>
          <a:solidFill>
            <a:srgbClr val="8B9298"/>
          </a:solidFill>
          <a:ln w="0">
            <a:noFill/>
            <a:prstDash val="solid"/>
          </a:ln>
        </p:spPr>
      </p:sp>
      <p:sp>
        <p:nvSpPr>
          <p:cNvPr id="5151" name="text_10322">
            <a:extLst>
              <a:ext uri="{FF2B5EF4-FFF2-40B4-BE49-F238E27FC236}">
                <a16:creationId xmlns:a16="http://schemas.microsoft.com/office/drawing/2014/main" id="{58D089E4-11D4-4E1D-AE16-A73AE0D7F1DA}"/>
              </a:ext>
            </a:extLst>
          </p:cNvPr>
          <p:cNvSpPr>
            <a:spLocks noGrp="1"/>
          </p:cNvSpPr>
          <p:nvPr/>
        </p:nvSpPr>
        <p:spPr>
          <a:xfrm>
            <a:off x="6948868" y="664656"/>
            <a:ext cx="1371600" cy="1555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8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80" b="0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Emap2lig-Find</a:t>
            </a:r>
          </a:p>
        </p:txBody>
      </p:sp>
    </p:spTree>
    <p:extLst>
      <p:ext uri="{BB962C8B-B14F-4D97-AF65-F5344CB8AC3E}">
        <p14:creationId xmlns:p14="http://schemas.microsoft.com/office/powerpoint/2010/main" val="1612456583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5" name="01_find_only_0">
            <a:extLst>
              <a:ext uri="{FF2B5EF4-FFF2-40B4-BE49-F238E27FC236}">
                <a16:creationId xmlns:a16="http://schemas.microsoft.com/office/drawing/2014/main" id="{0C29EC50-882D-4AD9-A72B-077BB64B1234}"/>
              </a:ext>
            </a:extLst>
          </p:cNvPr>
          <p:cNvSpPr>
            <a:spLocks noGrp="1"/>
          </p:cNvSpPr>
          <p:nvPr/>
        </p:nvSpPr>
        <p:spPr>
          <a:xfrm>
            <a:off x="1462290" y="1741731"/>
            <a:ext cx="6600243" cy="5316862"/>
          </a:xfrm>
          <a:custGeom>
            <a:avLst/>
            <a:gdLst/>
            <a:ahLst/>
            <a:cxnLst/>
            <a:rect l="0" t="0" r="0" b="0"/>
            <a:pathLst>
              <a:path w="6480000" h="5220000">
                <a:moveTo>
                  <a:pt x="0" y="5220000"/>
                </a:moveTo>
                <a:lnTo>
                  <a:pt x="6480000" y="5220000"/>
                </a:lnTo>
                <a:lnTo>
                  <a:pt x="6480000" y="0"/>
                </a:lnTo>
                <a:lnTo>
                  <a:pt x="0" y="0"/>
                </a:lnTo>
                <a:lnTo>
                  <a:pt x="0" y="522000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01_find_only_1">
            <a:extLst>
              <a:ext uri="{FF2B5EF4-FFF2-40B4-BE49-F238E27FC236}">
                <a16:creationId xmlns:a16="http://schemas.microsoft.com/office/drawing/2014/main" id="{FF72BC82-FEEB-4683-B9CC-A67E09C9CF2D}"/>
              </a:ext>
            </a:extLst>
          </p:cNvPr>
          <p:cNvSpPr>
            <a:spLocks noGrp="1"/>
          </p:cNvSpPr>
          <p:nvPr/>
        </p:nvSpPr>
        <p:spPr>
          <a:xfrm>
            <a:off x="2023311" y="2858272"/>
            <a:ext cx="1650061" cy="1420700"/>
          </a:xfrm>
          <a:custGeom>
            <a:avLst/>
            <a:gdLst/>
            <a:ahLst/>
            <a:cxnLst/>
            <a:rect l="0" t="0" r="0" b="0"/>
            <a:pathLst>
              <a:path w="1620000" h="1394818">
                <a:moveTo>
                  <a:pt x="0" y="1394818"/>
                </a:moveTo>
                <a:lnTo>
                  <a:pt x="1620000" y="1394818"/>
                </a:lnTo>
                <a:lnTo>
                  <a:pt x="1620000" y="0"/>
                </a:lnTo>
                <a:lnTo>
                  <a:pt x="0" y="0"/>
                </a:lnTo>
                <a:lnTo>
                  <a:pt x="0" y="1394818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01_find_only_2">
            <a:extLst>
              <a:ext uri="{FF2B5EF4-FFF2-40B4-BE49-F238E27FC236}">
                <a16:creationId xmlns:a16="http://schemas.microsoft.com/office/drawing/2014/main" id="{64FCD328-CB22-43B6-A764-6E8E6E896FD9}"/>
              </a:ext>
            </a:extLst>
          </p:cNvPr>
          <p:cNvSpPr>
            <a:spLocks noGrp="1"/>
          </p:cNvSpPr>
          <p:nvPr/>
        </p:nvSpPr>
        <p:spPr>
          <a:xfrm>
            <a:off x="2227022" y="2922850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30000" y="1268016"/>
                </a:moveTo>
                <a:lnTo>
                  <a:pt x="0" y="1268016"/>
                </a:lnTo>
                <a:lnTo>
                  <a:pt x="707" y="1257449"/>
                </a:lnTo>
                <a:lnTo>
                  <a:pt x="2780" y="1246883"/>
                </a:lnTo>
                <a:lnTo>
                  <a:pt x="6073" y="1236316"/>
                </a:lnTo>
                <a:lnTo>
                  <a:pt x="10367" y="1225749"/>
                </a:lnTo>
                <a:lnTo>
                  <a:pt x="15384" y="1215182"/>
                </a:lnTo>
                <a:lnTo>
                  <a:pt x="20823" y="1204615"/>
                </a:lnTo>
                <a:lnTo>
                  <a:pt x="26385" y="1194049"/>
                </a:lnTo>
                <a:lnTo>
                  <a:pt x="31798" y="1183482"/>
                </a:lnTo>
                <a:lnTo>
                  <a:pt x="36840" y="1172915"/>
                </a:lnTo>
                <a:lnTo>
                  <a:pt x="41344" y="1162348"/>
                </a:lnTo>
                <a:lnTo>
                  <a:pt x="45210" y="1151781"/>
                </a:lnTo>
                <a:lnTo>
                  <a:pt x="48393" y="1141215"/>
                </a:lnTo>
                <a:lnTo>
                  <a:pt x="50904" y="1130648"/>
                </a:lnTo>
                <a:lnTo>
                  <a:pt x="52786" y="1120081"/>
                </a:lnTo>
                <a:lnTo>
                  <a:pt x="54114" y="1109514"/>
                </a:lnTo>
                <a:lnTo>
                  <a:pt x="54970" y="1098947"/>
                </a:lnTo>
                <a:lnTo>
                  <a:pt x="55441" y="1088381"/>
                </a:lnTo>
                <a:lnTo>
                  <a:pt x="55608" y="1077814"/>
                </a:lnTo>
                <a:lnTo>
                  <a:pt x="55541" y="1067247"/>
                </a:lnTo>
                <a:lnTo>
                  <a:pt x="55295" y="1056680"/>
                </a:lnTo>
                <a:lnTo>
                  <a:pt x="54914" y="1046113"/>
                </a:lnTo>
                <a:lnTo>
                  <a:pt x="54429" y="1035547"/>
                </a:lnTo>
                <a:lnTo>
                  <a:pt x="53858" y="1024980"/>
                </a:lnTo>
                <a:lnTo>
                  <a:pt x="53213" y="1014413"/>
                </a:lnTo>
                <a:lnTo>
                  <a:pt x="52502" y="1003846"/>
                </a:lnTo>
                <a:lnTo>
                  <a:pt x="51725" y="993279"/>
                </a:lnTo>
                <a:lnTo>
                  <a:pt x="50884" y="982713"/>
                </a:lnTo>
                <a:lnTo>
                  <a:pt x="49978" y="972146"/>
                </a:lnTo>
                <a:lnTo>
                  <a:pt x="49007" y="961579"/>
                </a:lnTo>
                <a:lnTo>
                  <a:pt x="47975" y="951012"/>
                </a:lnTo>
                <a:lnTo>
                  <a:pt x="46889" y="940445"/>
                </a:lnTo>
                <a:lnTo>
                  <a:pt x="45759" y="929879"/>
                </a:lnTo>
                <a:lnTo>
                  <a:pt x="44603" y="919312"/>
                </a:lnTo>
                <a:lnTo>
                  <a:pt x="43443" y="908745"/>
                </a:lnTo>
                <a:lnTo>
                  <a:pt x="42306" y="898178"/>
                </a:lnTo>
                <a:lnTo>
                  <a:pt x="41222" y="887611"/>
                </a:lnTo>
                <a:lnTo>
                  <a:pt x="40217" y="877045"/>
                </a:lnTo>
                <a:lnTo>
                  <a:pt x="39316" y="866478"/>
                </a:lnTo>
                <a:lnTo>
                  <a:pt x="38530" y="855911"/>
                </a:lnTo>
                <a:lnTo>
                  <a:pt x="37860" y="845344"/>
                </a:lnTo>
                <a:lnTo>
                  <a:pt x="37287" y="834777"/>
                </a:lnTo>
                <a:lnTo>
                  <a:pt x="36777" y="824211"/>
                </a:lnTo>
                <a:lnTo>
                  <a:pt x="36277" y="813644"/>
                </a:lnTo>
                <a:lnTo>
                  <a:pt x="35718" y="803077"/>
                </a:lnTo>
                <a:lnTo>
                  <a:pt x="35024" y="792510"/>
                </a:lnTo>
                <a:lnTo>
                  <a:pt x="34113" y="781943"/>
                </a:lnTo>
                <a:lnTo>
                  <a:pt x="32908" y="771377"/>
                </a:lnTo>
                <a:lnTo>
                  <a:pt x="31348" y="760810"/>
                </a:lnTo>
                <a:lnTo>
                  <a:pt x="29393" y="750243"/>
                </a:lnTo>
                <a:lnTo>
                  <a:pt x="27037" y="739676"/>
                </a:lnTo>
                <a:lnTo>
                  <a:pt x="24313" y="729109"/>
                </a:lnTo>
                <a:lnTo>
                  <a:pt x="21296" y="718543"/>
                </a:lnTo>
                <a:lnTo>
                  <a:pt x="18111" y="707976"/>
                </a:lnTo>
                <a:lnTo>
                  <a:pt x="14918" y="697409"/>
                </a:lnTo>
                <a:lnTo>
                  <a:pt x="11914" y="686842"/>
                </a:lnTo>
                <a:lnTo>
                  <a:pt x="9308" y="676275"/>
                </a:lnTo>
                <a:lnTo>
                  <a:pt x="7311" y="665709"/>
                </a:lnTo>
                <a:lnTo>
                  <a:pt x="6111" y="655142"/>
                </a:lnTo>
                <a:lnTo>
                  <a:pt x="5854" y="644575"/>
                </a:lnTo>
                <a:lnTo>
                  <a:pt x="6629" y="634008"/>
                </a:lnTo>
                <a:lnTo>
                  <a:pt x="8454" y="623441"/>
                </a:lnTo>
                <a:lnTo>
                  <a:pt x="11275" y="612874"/>
                </a:lnTo>
                <a:lnTo>
                  <a:pt x="14969" y="602308"/>
                </a:lnTo>
                <a:lnTo>
                  <a:pt x="19361" y="591741"/>
                </a:lnTo>
                <a:lnTo>
                  <a:pt x="24233" y="581174"/>
                </a:lnTo>
                <a:lnTo>
                  <a:pt x="29357" y="570607"/>
                </a:lnTo>
                <a:lnTo>
                  <a:pt x="34504" y="560040"/>
                </a:lnTo>
                <a:lnTo>
                  <a:pt x="39473" y="549474"/>
                </a:lnTo>
                <a:lnTo>
                  <a:pt x="44099" y="538907"/>
                </a:lnTo>
                <a:lnTo>
                  <a:pt x="48263" y="528340"/>
                </a:lnTo>
                <a:lnTo>
                  <a:pt x="51894" y="517773"/>
                </a:lnTo>
                <a:lnTo>
                  <a:pt x="54965" y="507206"/>
                </a:lnTo>
                <a:lnTo>
                  <a:pt x="57487" y="496640"/>
                </a:lnTo>
                <a:lnTo>
                  <a:pt x="59501" y="486073"/>
                </a:lnTo>
                <a:lnTo>
                  <a:pt x="61066" y="475506"/>
                </a:lnTo>
                <a:lnTo>
                  <a:pt x="62248" y="464939"/>
                </a:lnTo>
                <a:lnTo>
                  <a:pt x="63118" y="454372"/>
                </a:lnTo>
                <a:lnTo>
                  <a:pt x="63743" y="443806"/>
                </a:lnTo>
                <a:lnTo>
                  <a:pt x="64179" y="433239"/>
                </a:lnTo>
                <a:lnTo>
                  <a:pt x="64475" y="422672"/>
                </a:lnTo>
                <a:lnTo>
                  <a:pt x="64673" y="412105"/>
                </a:lnTo>
                <a:lnTo>
                  <a:pt x="64800" y="401538"/>
                </a:lnTo>
                <a:lnTo>
                  <a:pt x="64881" y="390972"/>
                </a:lnTo>
                <a:lnTo>
                  <a:pt x="64931" y="380405"/>
                </a:lnTo>
                <a:lnTo>
                  <a:pt x="64960" y="369838"/>
                </a:lnTo>
                <a:lnTo>
                  <a:pt x="64978" y="359271"/>
                </a:lnTo>
                <a:lnTo>
                  <a:pt x="64988" y="348704"/>
                </a:lnTo>
                <a:lnTo>
                  <a:pt x="64994" y="338138"/>
                </a:lnTo>
                <a:lnTo>
                  <a:pt x="64997" y="327571"/>
                </a:lnTo>
                <a:lnTo>
                  <a:pt x="64998" y="317004"/>
                </a:lnTo>
                <a:lnTo>
                  <a:pt x="64999" y="306437"/>
                </a:lnTo>
                <a:lnTo>
                  <a:pt x="65000" y="295870"/>
                </a:lnTo>
                <a:lnTo>
                  <a:pt x="65000" y="285304"/>
                </a:lnTo>
                <a:lnTo>
                  <a:pt x="65000" y="274737"/>
                </a:lnTo>
                <a:lnTo>
                  <a:pt x="65000" y="264170"/>
                </a:lnTo>
                <a:lnTo>
                  <a:pt x="65000" y="253603"/>
                </a:lnTo>
                <a:lnTo>
                  <a:pt x="65000" y="243036"/>
                </a:lnTo>
                <a:lnTo>
                  <a:pt x="65000" y="232470"/>
                </a:lnTo>
                <a:lnTo>
                  <a:pt x="65000" y="221903"/>
                </a:lnTo>
                <a:lnTo>
                  <a:pt x="65000" y="211336"/>
                </a:lnTo>
                <a:lnTo>
                  <a:pt x="65000" y="200769"/>
                </a:lnTo>
                <a:lnTo>
                  <a:pt x="65000" y="190202"/>
                </a:lnTo>
                <a:lnTo>
                  <a:pt x="65000" y="179636"/>
                </a:lnTo>
                <a:lnTo>
                  <a:pt x="65000" y="169069"/>
                </a:lnTo>
                <a:lnTo>
                  <a:pt x="65000" y="158502"/>
                </a:lnTo>
                <a:lnTo>
                  <a:pt x="65000" y="147935"/>
                </a:lnTo>
                <a:lnTo>
                  <a:pt x="65000" y="137368"/>
                </a:lnTo>
                <a:lnTo>
                  <a:pt x="65000" y="126802"/>
                </a:lnTo>
                <a:lnTo>
                  <a:pt x="65000" y="116235"/>
                </a:lnTo>
                <a:lnTo>
                  <a:pt x="65000" y="105668"/>
                </a:lnTo>
                <a:lnTo>
                  <a:pt x="65000" y="95101"/>
                </a:lnTo>
                <a:lnTo>
                  <a:pt x="65000" y="84534"/>
                </a:lnTo>
                <a:lnTo>
                  <a:pt x="65000" y="73968"/>
                </a:lnTo>
                <a:lnTo>
                  <a:pt x="65000" y="63401"/>
                </a:lnTo>
                <a:lnTo>
                  <a:pt x="65000" y="52834"/>
                </a:lnTo>
                <a:lnTo>
                  <a:pt x="65000" y="42267"/>
                </a:lnTo>
                <a:lnTo>
                  <a:pt x="65000" y="31700"/>
                </a:lnTo>
                <a:lnTo>
                  <a:pt x="65000" y="21134"/>
                </a:lnTo>
                <a:lnTo>
                  <a:pt x="65000" y="10567"/>
                </a:lnTo>
                <a:lnTo>
                  <a:pt x="65000" y="0"/>
                </a:lnTo>
                <a:lnTo>
                  <a:pt x="65000" y="0"/>
                </a:lnTo>
                <a:lnTo>
                  <a:pt x="65000" y="0"/>
                </a:lnTo>
                <a:lnTo>
                  <a:pt x="65000" y="10567"/>
                </a:lnTo>
                <a:lnTo>
                  <a:pt x="65000" y="21134"/>
                </a:lnTo>
                <a:lnTo>
                  <a:pt x="65000" y="31700"/>
                </a:lnTo>
                <a:lnTo>
                  <a:pt x="65000" y="42267"/>
                </a:lnTo>
                <a:lnTo>
                  <a:pt x="65000" y="52834"/>
                </a:lnTo>
                <a:lnTo>
                  <a:pt x="65000" y="63401"/>
                </a:lnTo>
                <a:lnTo>
                  <a:pt x="65000" y="73968"/>
                </a:lnTo>
                <a:lnTo>
                  <a:pt x="65000" y="84534"/>
                </a:lnTo>
                <a:lnTo>
                  <a:pt x="65000" y="95101"/>
                </a:lnTo>
                <a:lnTo>
                  <a:pt x="65000" y="105668"/>
                </a:lnTo>
                <a:lnTo>
                  <a:pt x="65000" y="116235"/>
                </a:lnTo>
                <a:lnTo>
                  <a:pt x="65000" y="126802"/>
                </a:lnTo>
                <a:lnTo>
                  <a:pt x="65000" y="137368"/>
                </a:lnTo>
                <a:lnTo>
                  <a:pt x="65000" y="147935"/>
                </a:lnTo>
                <a:lnTo>
                  <a:pt x="65000" y="158502"/>
                </a:lnTo>
                <a:lnTo>
                  <a:pt x="65000" y="169069"/>
                </a:lnTo>
                <a:lnTo>
                  <a:pt x="65000" y="179636"/>
                </a:lnTo>
                <a:lnTo>
                  <a:pt x="65000" y="190202"/>
                </a:lnTo>
                <a:lnTo>
                  <a:pt x="65000" y="200769"/>
                </a:lnTo>
                <a:lnTo>
                  <a:pt x="65000" y="211336"/>
                </a:lnTo>
                <a:lnTo>
                  <a:pt x="65000" y="221903"/>
                </a:lnTo>
                <a:lnTo>
                  <a:pt x="65000" y="232470"/>
                </a:lnTo>
                <a:lnTo>
                  <a:pt x="65000" y="243036"/>
                </a:lnTo>
                <a:lnTo>
                  <a:pt x="65000" y="253603"/>
                </a:lnTo>
                <a:lnTo>
                  <a:pt x="65000" y="264170"/>
                </a:lnTo>
                <a:lnTo>
                  <a:pt x="65000" y="274737"/>
                </a:lnTo>
                <a:lnTo>
                  <a:pt x="65000" y="285304"/>
                </a:lnTo>
                <a:lnTo>
                  <a:pt x="65000" y="295870"/>
                </a:lnTo>
                <a:lnTo>
                  <a:pt x="65001" y="306437"/>
                </a:lnTo>
                <a:lnTo>
                  <a:pt x="65002" y="317004"/>
                </a:lnTo>
                <a:lnTo>
                  <a:pt x="65003" y="327571"/>
                </a:lnTo>
                <a:lnTo>
                  <a:pt x="65006" y="338138"/>
                </a:lnTo>
                <a:lnTo>
                  <a:pt x="65012" y="348704"/>
                </a:lnTo>
                <a:lnTo>
                  <a:pt x="65022" y="359271"/>
                </a:lnTo>
                <a:lnTo>
                  <a:pt x="65040" y="369838"/>
                </a:lnTo>
                <a:lnTo>
                  <a:pt x="65069" y="380405"/>
                </a:lnTo>
                <a:lnTo>
                  <a:pt x="65119" y="390972"/>
                </a:lnTo>
                <a:lnTo>
                  <a:pt x="65200" y="401538"/>
                </a:lnTo>
                <a:lnTo>
                  <a:pt x="65327" y="412105"/>
                </a:lnTo>
                <a:lnTo>
                  <a:pt x="65525" y="422672"/>
                </a:lnTo>
                <a:lnTo>
                  <a:pt x="65821" y="433239"/>
                </a:lnTo>
                <a:lnTo>
                  <a:pt x="66257" y="443806"/>
                </a:lnTo>
                <a:lnTo>
                  <a:pt x="66882" y="454372"/>
                </a:lnTo>
                <a:lnTo>
                  <a:pt x="67752" y="464939"/>
                </a:lnTo>
                <a:lnTo>
                  <a:pt x="68934" y="475506"/>
                </a:lnTo>
                <a:lnTo>
                  <a:pt x="70499" y="486073"/>
                </a:lnTo>
                <a:lnTo>
                  <a:pt x="72513" y="496640"/>
                </a:lnTo>
                <a:lnTo>
                  <a:pt x="75035" y="507206"/>
                </a:lnTo>
                <a:lnTo>
                  <a:pt x="78106" y="517773"/>
                </a:lnTo>
                <a:lnTo>
                  <a:pt x="81737" y="528340"/>
                </a:lnTo>
                <a:lnTo>
                  <a:pt x="85901" y="538907"/>
                </a:lnTo>
                <a:lnTo>
                  <a:pt x="90527" y="549474"/>
                </a:lnTo>
                <a:lnTo>
                  <a:pt x="95496" y="560040"/>
                </a:lnTo>
                <a:lnTo>
                  <a:pt x="100643" y="570607"/>
                </a:lnTo>
                <a:lnTo>
                  <a:pt x="105767" y="581174"/>
                </a:lnTo>
                <a:lnTo>
                  <a:pt x="110639" y="591741"/>
                </a:lnTo>
                <a:lnTo>
                  <a:pt x="115031" y="602308"/>
                </a:lnTo>
                <a:lnTo>
                  <a:pt x="118725" y="612874"/>
                </a:lnTo>
                <a:lnTo>
                  <a:pt x="121546" y="623441"/>
                </a:lnTo>
                <a:lnTo>
                  <a:pt x="123371" y="634008"/>
                </a:lnTo>
                <a:lnTo>
                  <a:pt x="124146" y="644575"/>
                </a:lnTo>
                <a:lnTo>
                  <a:pt x="123889" y="655142"/>
                </a:lnTo>
                <a:lnTo>
                  <a:pt x="122689" y="665709"/>
                </a:lnTo>
                <a:lnTo>
                  <a:pt x="120692" y="676275"/>
                </a:lnTo>
                <a:lnTo>
                  <a:pt x="118086" y="686842"/>
                </a:lnTo>
                <a:lnTo>
                  <a:pt x="115082" y="697409"/>
                </a:lnTo>
                <a:lnTo>
                  <a:pt x="111889" y="707976"/>
                </a:lnTo>
                <a:lnTo>
                  <a:pt x="108704" y="718543"/>
                </a:lnTo>
                <a:lnTo>
                  <a:pt x="105687" y="729109"/>
                </a:lnTo>
                <a:lnTo>
                  <a:pt x="102963" y="739676"/>
                </a:lnTo>
                <a:lnTo>
                  <a:pt x="100607" y="750243"/>
                </a:lnTo>
                <a:lnTo>
                  <a:pt x="98652" y="760810"/>
                </a:lnTo>
                <a:lnTo>
                  <a:pt x="97092" y="771377"/>
                </a:lnTo>
                <a:lnTo>
                  <a:pt x="95887" y="781943"/>
                </a:lnTo>
                <a:lnTo>
                  <a:pt x="94976" y="792510"/>
                </a:lnTo>
                <a:lnTo>
                  <a:pt x="94282" y="803077"/>
                </a:lnTo>
                <a:lnTo>
                  <a:pt x="93723" y="813644"/>
                </a:lnTo>
                <a:lnTo>
                  <a:pt x="93223" y="824211"/>
                </a:lnTo>
                <a:lnTo>
                  <a:pt x="92713" y="834777"/>
                </a:lnTo>
                <a:lnTo>
                  <a:pt x="92140" y="845344"/>
                </a:lnTo>
                <a:lnTo>
                  <a:pt x="91470" y="855911"/>
                </a:lnTo>
                <a:lnTo>
                  <a:pt x="90684" y="866478"/>
                </a:lnTo>
                <a:lnTo>
                  <a:pt x="89783" y="877045"/>
                </a:lnTo>
                <a:lnTo>
                  <a:pt x="88778" y="887611"/>
                </a:lnTo>
                <a:lnTo>
                  <a:pt x="87694" y="898178"/>
                </a:lnTo>
                <a:lnTo>
                  <a:pt x="86557" y="908745"/>
                </a:lnTo>
                <a:lnTo>
                  <a:pt x="85397" y="919312"/>
                </a:lnTo>
                <a:lnTo>
                  <a:pt x="84241" y="929879"/>
                </a:lnTo>
                <a:lnTo>
                  <a:pt x="83111" y="940445"/>
                </a:lnTo>
                <a:lnTo>
                  <a:pt x="82025" y="951012"/>
                </a:lnTo>
                <a:lnTo>
                  <a:pt x="80993" y="961579"/>
                </a:lnTo>
                <a:lnTo>
                  <a:pt x="80022" y="972146"/>
                </a:lnTo>
                <a:lnTo>
                  <a:pt x="79116" y="982713"/>
                </a:lnTo>
                <a:lnTo>
                  <a:pt x="78275" y="993279"/>
                </a:lnTo>
                <a:lnTo>
                  <a:pt x="77498" y="1003846"/>
                </a:lnTo>
                <a:lnTo>
                  <a:pt x="76787" y="1014413"/>
                </a:lnTo>
                <a:lnTo>
                  <a:pt x="76142" y="1024980"/>
                </a:lnTo>
                <a:lnTo>
                  <a:pt x="75571" y="1035547"/>
                </a:lnTo>
                <a:lnTo>
                  <a:pt x="75086" y="1046113"/>
                </a:lnTo>
                <a:lnTo>
                  <a:pt x="74705" y="1056680"/>
                </a:lnTo>
                <a:lnTo>
                  <a:pt x="74459" y="1067247"/>
                </a:lnTo>
                <a:lnTo>
                  <a:pt x="74392" y="1077814"/>
                </a:lnTo>
                <a:lnTo>
                  <a:pt x="74559" y="1088381"/>
                </a:lnTo>
                <a:lnTo>
                  <a:pt x="75030" y="1098947"/>
                </a:lnTo>
                <a:lnTo>
                  <a:pt x="75886" y="1109514"/>
                </a:lnTo>
                <a:lnTo>
                  <a:pt x="77214" y="1120081"/>
                </a:lnTo>
                <a:lnTo>
                  <a:pt x="79096" y="1130648"/>
                </a:lnTo>
                <a:lnTo>
                  <a:pt x="81607" y="1141215"/>
                </a:lnTo>
                <a:lnTo>
                  <a:pt x="84790" y="1151781"/>
                </a:lnTo>
                <a:lnTo>
                  <a:pt x="88656" y="1162348"/>
                </a:lnTo>
                <a:lnTo>
                  <a:pt x="93160" y="1172915"/>
                </a:lnTo>
                <a:lnTo>
                  <a:pt x="98202" y="1183482"/>
                </a:lnTo>
                <a:lnTo>
                  <a:pt x="103615" y="1194049"/>
                </a:lnTo>
                <a:lnTo>
                  <a:pt x="109177" y="1204615"/>
                </a:lnTo>
                <a:lnTo>
                  <a:pt x="114616" y="1215182"/>
                </a:lnTo>
                <a:lnTo>
                  <a:pt x="119634" y="1225749"/>
                </a:lnTo>
                <a:lnTo>
                  <a:pt x="123927" y="1236316"/>
                </a:lnTo>
                <a:lnTo>
                  <a:pt x="127220" y="1246883"/>
                </a:lnTo>
                <a:lnTo>
                  <a:pt x="129293" y="1257449"/>
                </a:lnTo>
                <a:lnTo>
                  <a:pt x="130000" y="1268016"/>
                </a:lnTo>
                <a:lnTo>
                  <a:pt x="130000" y="1268016"/>
                </a:lnTo>
                <a:close/>
              </a:path>
            </a:pathLst>
          </a:custGeom>
          <a:solidFill>
            <a:srgbClr val="00878B">
              <a:alpha val="12000"/>
            </a:srgbClr>
          </a:solidFill>
          <a:ln w="6985">
            <a:solidFill>
              <a:srgbClr val="00878B">
                <a:alpha val="12000"/>
              </a:srgbClr>
            </a:solidFill>
            <a:prstDash val="solid"/>
          </a:ln>
        </p:spPr>
      </p:sp>
      <p:sp>
        <p:nvSpPr>
          <p:cNvPr id="4" name="01_find_only_3">
            <a:extLst>
              <a:ext uri="{FF2B5EF4-FFF2-40B4-BE49-F238E27FC236}">
                <a16:creationId xmlns:a16="http://schemas.microsoft.com/office/drawing/2014/main" id="{E9820556-9F49-4819-9440-E56FD88A6FE4}"/>
              </a:ext>
            </a:extLst>
          </p:cNvPr>
          <p:cNvSpPr>
            <a:spLocks noGrp="1"/>
          </p:cNvSpPr>
          <p:nvPr/>
        </p:nvSpPr>
        <p:spPr>
          <a:xfrm>
            <a:off x="2481661" y="2922850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80964" y="1268016"/>
                </a:moveTo>
                <a:lnTo>
                  <a:pt x="49036" y="1268016"/>
                </a:lnTo>
                <a:lnTo>
                  <a:pt x="49199" y="1257449"/>
                </a:lnTo>
                <a:lnTo>
                  <a:pt x="49676" y="1246883"/>
                </a:lnTo>
                <a:lnTo>
                  <a:pt x="50434" y="1236316"/>
                </a:lnTo>
                <a:lnTo>
                  <a:pt x="51421" y="1225749"/>
                </a:lnTo>
                <a:lnTo>
                  <a:pt x="52572" y="1215182"/>
                </a:lnTo>
                <a:lnTo>
                  <a:pt x="53818" y="1204615"/>
                </a:lnTo>
                <a:lnTo>
                  <a:pt x="55089" y="1194049"/>
                </a:lnTo>
                <a:lnTo>
                  <a:pt x="56324" y="1183482"/>
                </a:lnTo>
                <a:lnTo>
                  <a:pt x="57472" y="1172915"/>
                </a:lnTo>
                <a:lnTo>
                  <a:pt x="58498" y="1162348"/>
                </a:lnTo>
                <a:lnTo>
                  <a:pt x="59379" y="1151781"/>
                </a:lnTo>
                <a:lnTo>
                  <a:pt x="60109" y="1141215"/>
                </a:lnTo>
                <a:lnTo>
                  <a:pt x="60693" y="1130648"/>
                </a:lnTo>
                <a:lnTo>
                  <a:pt x="61141" y="1120081"/>
                </a:lnTo>
                <a:lnTo>
                  <a:pt x="61473" y="1109514"/>
                </a:lnTo>
                <a:lnTo>
                  <a:pt x="61708" y="1098947"/>
                </a:lnTo>
                <a:lnTo>
                  <a:pt x="61863" y="1088381"/>
                </a:lnTo>
                <a:lnTo>
                  <a:pt x="61955" y="1077814"/>
                </a:lnTo>
                <a:lnTo>
                  <a:pt x="61998" y="1067247"/>
                </a:lnTo>
                <a:lnTo>
                  <a:pt x="61999" y="1056680"/>
                </a:lnTo>
                <a:lnTo>
                  <a:pt x="61965" y="1046113"/>
                </a:lnTo>
                <a:lnTo>
                  <a:pt x="61899" y="1035547"/>
                </a:lnTo>
                <a:lnTo>
                  <a:pt x="61803" y="1024980"/>
                </a:lnTo>
                <a:lnTo>
                  <a:pt x="61679" y="1014413"/>
                </a:lnTo>
                <a:lnTo>
                  <a:pt x="61527" y="1003846"/>
                </a:lnTo>
                <a:lnTo>
                  <a:pt x="61349" y="993279"/>
                </a:lnTo>
                <a:lnTo>
                  <a:pt x="61149" y="982713"/>
                </a:lnTo>
                <a:lnTo>
                  <a:pt x="60929" y="972146"/>
                </a:lnTo>
                <a:lnTo>
                  <a:pt x="60695" y="961579"/>
                </a:lnTo>
                <a:lnTo>
                  <a:pt x="60453" y="951012"/>
                </a:lnTo>
                <a:lnTo>
                  <a:pt x="60207" y="940445"/>
                </a:lnTo>
                <a:lnTo>
                  <a:pt x="59967" y="929879"/>
                </a:lnTo>
                <a:lnTo>
                  <a:pt x="59739" y="919312"/>
                </a:lnTo>
                <a:lnTo>
                  <a:pt x="59531" y="908745"/>
                </a:lnTo>
                <a:lnTo>
                  <a:pt x="59350" y="898178"/>
                </a:lnTo>
                <a:lnTo>
                  <a:pt x="59202" y="887611"/>
                </a:lnTo>
                <a:lnTo>
                  <a:pt x="59093" y="877045"/>
                </a:lnTo>
                <a:lnTo>
                  <a:pt x="59023" y="866478"/>
                </a:lnTo>
                <a:lnTo>
                  <a:pt x="58991" y="855911"/>
                </a:lnTo>
                <a:lnTo>
                  <a:pt x="58991" y="845344"/>
                </a:lnTo>
                <a:lnTo>
                  <a:pt x="59014" y="834777"/>
                </a:lnTo>
                <a:lnTo>
                  <a:pt x="59045" y="824211"/>
                </a:lnTo>
                <a:lnTo>
                  <a:pt x="59065" y="813644"/>
                </a:lnTo>
                <a:lnTo>
                  <a:pt x="59051" y="803077"/>
                </a:lnTo>
                <a:lnTo>
                  <a:pt x="58978" y="792510"/>
                </a:lnTo>
                <a:lnTo>
                  <a:pt x="58820" y="781943"/>
                </a:lnTo>
                <a:lnTo>
                  <a:pt x="58554" y="771377"/>
                </a:lnTo>
                <a:lnTo>
                  <a:pt x="58159" y="760810"/>
                </a:lnTo>
                <a:lnTo>
                  <a:pt x="57620" y="750243"/>
                </a:lnTo>
                <a:lnTo>
                  <a:pt x="56932" y="739676"/>
                </a:lnTo>
                <a:lnTo>
                  <a:pt x="56102" y="729109"/>
                </a:lnTo>
                <a:lnTo>
                  <a:pt x="55148" y="718543"/>
                </a:lnTo>
                <a:lnTo>
                  <a:pt x="54103" y="707976"/>
                </a:lnTo>
                <a:lnTo>
                  <a:pt x="53012" y="697409"/>
                </a:lnTo>
                <a:lnTo>
                  <a:pt x="51929" y="686842"/>
                </a:lnTo>
                <a:lnTo>
                  <a:pt x="50914" y="676275"/>
                </a:lnTo>
                <a:lnTo>
                  <a:pt x="50029" y="665709"/>
                </a:lnTo>
                <a:lnTo>
                  <a:pt x="49327" y="655142"/>
                </a:lnTo>
                <a:lnTo>
                  <a:pt x="48853" y="644575"/>
                </a:lnTo>
                <a:lnTo>
                  <a:pt x="48633" y="634008"/>
                </a:lnTo>
                <a:lnTo>
                  <a:pt x="48673" y="623441"/>
                </a:lnTo>
                <a:lnTo>
                  <a:pt x="48959" y="612874"/>
                </a:lnTo>
                <a:lnTo>
                  <a:pt x="49458" y="602308"/>
                </a:lnTo>
                <a:lnTo>
                  <a:pt x="50118" y="591741"/>
                </a:lnTo>
                <a:lnTo>
                  <a:pt x="50879" y="581174"/>
                </a:lnTo>
                <a:lnTo>
                  <a:pt x="51675" y="570607"/>
                </a:lnTo>
                <a:lnTo>
                  <a:pt x="52443" y="560040"/>
                </a:lnTo>
                <a:lnTo>
                  <a:pt x="53127" y="549474"/>
                </a:lnTo>
                <a:lnTo>
                  <a:pt x="53685" y="538907"/>
                </a:lnTo>
                <a:lnTo>
                  <a:pt x="54088" y="528340"/>
                </a:lnTo>
                <a:lnTo>
                  <a:pt x="54326" y="517773"/>
                </a:lnTo>
                <a:lnTo>
                  <a:pt x="54404" y="507206"/>
                </a:lnTo>
                <a:lnTo>
                  <a:pt x="54339" y="496640"/>
                </a:lnTo>
                <a:lnTo>
                  <a:pt x="54161" y="486073"/>
                </a:lnTo>
                <a:lnTo>
                  <a:pt x="53904" y="475506"/>
                </a:lnTo>
                <a:lnTo>
                  <a:pt x="53609" y="464939"/>
                </a:lnTo>
                <a:lnTo>
                  <a:pt x="53311" y="454372"/>
                </a:lnTo>
                <a:lnTo>
                  <a:pt x="53044" y="443806"/>
                </a:lnTo>
                <a:lnTo>
                  <a:pt x="52834" y="433239"/>
                </a:lnTo>
                <a:lnTo>
                  <a:pt x="52697" y="422672"/>
                </a:lnTo>
                <a:lnTo>
                  <a:pt x="52642" y="412105"/>
                </a:lnTo>
                <a:lnTo>
                  <a:pt x="52669" y="401538"/>
                </a:lnTo>
                <a:lnTo>
                  <a:pt x="52771" y="390972"/>
                </a:lnTo>
                <a:lnTo>
                  <a:pt x="52937" y="380405"/>
                </a:lnTo>
                <a:lnTo>
                  <a:pt x="53153" y="369838"/>
                </a:lnTo>
                <a:lnTo>
                  <a:pt x="53405" y="359271"/>
                </a:lnTo>
                <a:lnTo>
                  <a:pt x="53683" y="348704"/>
                </a:lnTo>
                <a:lnTo>
                  <a:pt x="53978" y="338138"/>
                </a:lnTo>
                <a:lnTo>
                  <a:pt x="54285" y="327571"/>
                </a:lnTo>
                <a:lnTo>
                  <a:pt x="54606" y="317004"/>
                </a:lnTo>
                <a:lnTo>
                  <a:pt x="54941" y="306437"/>
                </a:lnTo>
                <a:lnTo>
                  <a:pt x="55293" y="295870"/>
                </a:lnTo>
                <a:lnTo>
                  <a:pt x="55667" y="285304"/>
                </a:lnTo>
                <a:lnTo>
                  <a:pt x="56061" y="274737"/>
                </a:lnTo>
                <a:lnTo>
                  <a:pt x="56475" y="264170"/>
                </a:lnTo>
                <a:lnTo>
                  <a:pt x="56900" y="253603"/>
                </a:lnTo>
                <a:lnTo>
                  <a:pt x="57325" y="243036"/>
                </a:lnTo>
                <a:lnTo>
                  <a:pt x="57730" y="232470"/>
                </a:lnTo>
                <a:lnTo>
                  <a:pt x="58087" y="221903"/>
                </a:lnTo>
                <a:lnTo>
                  <a:pt x="58362" y="211336"/>
                </a:lnTo>
                <a:lnTo>
                  <a:pt x="58508" y="200769"/>
                </a:lnTo>
                <a:lnTo>
                  <a:pt x="58469" y="190202"/>
                </a:lnTo>
                <a:lnTo>
                  <a:pt x="58179" y="179636"/>
                </a:lnTo>
                <a:lnTo>
                  <a:pt x="57561" y="169069"/>
                </a:lnTo>
                <a:lnTo>
                  <a:pt x="56531" y="158502"/>
                </a:lnTo>
                <a:lnTo>
                  <a:pt x="55004" y="147935"/>
                </a:lnTo>
                <a:lnTo>
                  <a:pt x="52900" y="137368"/>
                </a:lnTo>
                <a:lnTo>
                  <a:pt x="50154" y="126802"/>
                </a:lnTo>
                <a:lnTo>
                  <a:pt x="46727" y="116235"/>
                </a:lnTo>
                <a:lnTo>
                  <a:pt x="42620" y="105668"/>
                </a:lnTo>
                <a:lnTo>
                  <a:pt x="37884" y="95101"/>
                </a:lnTo>
                <a:lnTo>
                  <a:pt x="32626" y="84534"/>
                </a:lnTo>
                <a:lnTo>
                  <a:pt x="27018" y="73968"/>
                </a:lnTo>
                <a:lnTo>
                  <a:pt x="21286" y="63401"/>
                </a:lnTo>
                <a:lnTo>
                  <a:pt x="15703" y="52834"/>
                </a:lnTo>
                <a:lnTo>
                  <a:pt x="10569" y="42267"/>
                </a:lnTo>
                <a:lnTo>
                  <a:pt x="6186" y="31700"/>
                </a:lnTo>
                <a:lnTo>
                  <a:pt x="2830" y="21134"/>
                </a:lnTo>
                <a:lnTo>
                  <a:pt x="720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280" y="10567"/>
                </a:lnTo>
                <a:lnTo>
                  <a:pt x="127170" y="21134"/>
                </a:lnTo>
                <a:lnTo>
                  <a:pt x="123814" y="31700"/>
                </a:lnTo>
                <a:lnTo>
                  <a:pt x="119431" y="42267"/>
                </a:lnTo>
                <a:lnTo>
                  <a:pt x="114297" y="52834"/>
                </a:lnTo>
                <a:lnTo>
                  <a:pt x="108714" y="63401"/>
                </a:lnTo>
                <a:lnTo>
                  <a:pt x="102982" y="73968"/>
                </a:lnTo>
                <a:lnTo>
                  <a:pt x="97374" y="84534"/>
                </a:lnTo>
                <a:lnTo>
                  <a:pt x="92116" y="95101"/>
                </a:lnTo>
                <a:lnTo>
                  <a:pt x="87380" y="105668"/>
                </a:lnTo>
                <a:lnTo>
                  <a:pt x="83273" y="116235"/>
                </a:lnTo>
                <a:lnTo>
                  <a:pt x="79846" y="126802"/>
                </a:lnTo>
                <a:lnTo>
                  <a:pt x="77100" y="137368"/>
                </a:lnTo>
                <a:lnTo>
                  <a:pt x="74996" y="147935"/>
                </a:lnTo>
                <a:lnTo>
                  <a:pt x="73469" y="158502"/>
                </a:lnTo>
                <a:lnTo>
                  <a:pt x="72439" y="169069"/>
                </a:lnTo>
                <a:lnTo>
                  <a:pt x="71821" y="179636"/>
                </a:lnTo>
                <a:lnTo>
                  <a:pt x="71531" y="190202"/>
                </a:lnTo>
                <a:lnTo>
                  <a:pt x="71492" y="200769"/>
                </a:lnTo>
                <a:lnTo>
                  <a:pt x="71638" y="211336"/>
                </a:lnTo>
                <a:lnTo>
                  <a:pt x="71913" y="221903"/>
                </a:lnTo>
                <a:lnTo>
                  <a:pt x="72270" y="232470"/>
                </a:lnTo>
                <a:lnTo>
                  <a:pt x="72675" y="243036"/>
                </a:lnTo>
                <a:lnTo>
                  <a:pt x="73100" y="253603"/>
                </a:lnTo>
                <a:lnTo>
                  <a:pt x="73525" y="264170"/>
                </a:lnTo>
                <a:lnTo>
                  <a:pt x="73939" y="274737"/>
                </a:lnTo>
                <a:lnTo>
                  <a:pt x="74333" y="285304"/>
                </a:lnTo>
                <a:lnTo>
                  <a:pt x="74707" y="295870"/>
                </a:lnTo>
                <a:lnTo>
                  <a:pt x="75059" y="306437"/>
                </a:lnTo>
                <a:lnTo>
                  <a:pt x="75394" y="317004"/>
                </a:lnTo>
                <a:lnTo>
                  <a:pt x="75715" y="327571"/>
                </a:lnTo>
                <a:lnTo>
                  <a:pt x="76022" y="338138"/>
                </a:lnTo>
                <a:lnTo>
                  <a:pt x="76317" y="348704"/>
                </a:lnTo>
                <a:lnTo>
                  <a:pt x="76595" y="359271"/>
                </a:lnTo>
                <a:lnTo>
                  <a:pt x="76847" y="369838"/>
                </a:lnTo>
                <a:lnTo>
                  <a:pt x="77063" y="380405"/>
                </a:lnTo>
                <a:lnTo>
                  <a:pt x="77229" y="390972"/>
                </a:lnTo>
                <a:lnTo>
                  <a:pt x="77331" y="401538"/>
                </a:lnTo>
                <a:lnTo>
                  <a:pt x="77358" y="412105"/>
                </a:lnTo>
                <a:lnTo>
                  <a:pt x="77303" y="422672"/>
                </a:lnTo>
                <a:lnTo>
                  <a:pt x="77166" y="433239"/>
                </a:lnTo>
                <a:lnTo>
                  <a:pt x="76956" y="443806"/>
                </a:lnTo>
                <a:lnTo>
                  <a:pt x="76689" y="454372"/>
                </a:lnTo>
                <a:lnTo>
                  <a:pt x="76391" y="464939"/>
                </a:lnTo>
                <a:lnTo>
                  <a:pt x="76096" y="475506"/>
                </a:lnTo>
                <a:lnTo>
                  <a:pt x="75839" y="486073"/>
                </a:lnTo>
                <a:lnTo>
                  <a:pt x="75661" y="496640"/>
                </a:lnTo>
                <a:lnTo>
                  <a:pt x="75596" y="507206"/>
                </a:lnTo>
                <a:lnTo>
                  <a:pt x="75674" y="517773"/>
                </a:lnTo>
                <a:lnTo>
                  <a:pt x="75912" y="528340"/>
                </a:lnTo>
                <a:lnTo>
                  <a:pt x="76315" y="538907"/>
                </a:lnTo>
                <a:lnTo>
                  <a:pt x="76873" y="549474"/>
                </a:lnTo>
                <a:lnTo>
                  <a:pt x="77557" y="560040"/>
                </a:lnTo>
                <a:lnTo>
                  <a:pt x="78325" y="570607"/>
                </a:lnTo>
                <a:lnTo>
                  <a:pt x="79121" y="581174"/>
                </a:lnTo>
                <a:lnTo>
                  <a:pt x="79882" y="591741"/>
                </a:lnTo>
                <a:lnTo>
                  <a:pt x="80542" y="602308"/>
                </a:lnTo>
                <a:lnTo>
                  <a:pt x="81041" y="612874"/>
                </a:lnTo>
                <a:lnTo>
                  <a:pt x="81327" y="623441"/>
                </a:lnTo>
                <a:lnTo>
                  <a:pt x="81367" y="634008"/>
                </a:lnTo>
                <a:lnTo>
                  <a:pt x="81147" y="644575"/>
                </a:lnTo>
                <a:lnTo>
                  <a:pt x="80673" y="655142"/>
                </a:lnTo>
                <a:lnTo>
                  <a:pt x="79971" y="665709"/>
                </a:lnTo>
                <a:lnTo>
                  <a:pt x="79086" y="676275"/>
                </a:lnTo>
                <a:lnTo>
                  <a:pt x="78071" y="686842"/>
                </a:lnTo>
                <a:lnTo>
                  <a:pt x="76988" y="697409"/>
                </a:lnTo>
                <a:lnTo>
                  <a:pt x="75897" y="707976"/>
                </a:lnTo>
                <a:lnTo>
                  <a:pt x="74852" y="718543"/>
                </a:lnTo>
                <a:lnTo>
                  <a:pt x="73898" y="729109"/>
                </a:lnTo>
                <a:lnTo>
                  <a:pt x="73068" y="739676"/>
                </a:lnTo>
                <a:lnTo>
                  <a:pt x="72380" y="750243"/>
                </a:lnTo>
                <a:lnTo>
                  <a:pt x="71841" y="760810"/>
                </a:lnTo>
                <a:lnTo>
                  <a:pt x="71446" y="771377"/>
                </a:lnTo>
                <a:lnTo>
                  <a:pt x="71180" y="781943"/>
                </a:lnTo>
                <a:lnTo>
                  <a:pt x="71022" y="792510"/>
                </a:lnTo>
                <a:lnTo>
                  <a:pt x="70949" y="803077"/>
                </a:lnTo>
                <a:lnTo>
                  <a:pt x="70935" y="813644"/>
                </a:lnTo>
                <a:lnTo>
                  <a:pt x="70955" y="824211"/>
                </a:lnTo>
                <a:lnTo>
                  <a:pt x="70986" y="834777"/>
                </a:lnTo>
                <a:lnTo>
                  <a:pt x="71009" y="845344"/>
                </a:lnTo>
                <a:lnTo>
                  <a:pt x="71009" y="855911"/>
                </a:lnTo>
                <a:lnTo>
                  <a:pt x="70977" y="866478"/>
                </a:lnTo>
                <a:lnTo>
                  <a:pt x="70907" y="877045"/>
                </a:lnTo>
                <a:lnTo>
                  <a:pt x="70798" y="887611"/>
                </a:lnTo>
                <a:lnTo>
                  <a:pt x="70650" y="898178"/>
                </a:lnTo>
                <a:lnTo>
                  <a:pt x="70469" y="908745"/>
                </a:lnTo>
                <a:lnTo>
                  <a:pt x="70261" y="919312"/>
                </a:lnTo>
                <a:lnTo>
                  <a:pt x="70033" y="929879"/>
                </a:lnTo>
                <a:lnTo>
                  <a:pt x="69793" y="940445"/>
                </a:lnTo>
                <a:lnTo>
                  <a:pt x="69547" y="951012"/>
                </a:lnTo>
                <a:lnTo>
                  <a:pt x="69305" y="961579"/>
                </a:lnTo>
                <a:lnTo>
                  <a:pt x="69071" y="972146"/>
                </a:lnTo>
                <a:lnTo>
                  <a:pt x="68851" y="982713"/>
                </a:lnTo>
                <a:lnTo>
                  <a:pt x="68651" y="993279"/>
                </a:lnTo>
                <a:lnTo>
                  <a:pt x="68473" y="1003846"/>
                </a:lnTo>
                <a:lnTo>
                  <a:pt x="68321" y="1014413"/>
                </a:lnTo>
                <a:lnTo>
                  <a:pt x="68197" y="1024980"/>
                </a:lnTo>
                <a:lnTo>
                  <a:pt x="68101" y="1035547"/>
                </a:lnTo>
                <a:lnTo>
                  <a:pt x="68035" y="1046113"/>
                </a:lnTo>
                <a:lnTo>
                  <a:pt x="68001" y="1056680"/>
                </a:lnTo>
                <a:lnTo>
                  <a:pt x="68002" y="1067247"/>
                </a:lnTo>
                <a:lnTo>
                  <a:pt x="68045" y="1077814"/>
                </a:lnTo>
                <a:lnTo>
                  <a:pt x="68137" y="1088381"/>
                </a:lnTo>
                <a:lnTo>
                  <a:pt x="68292" y="1098947"/>
                </a:lnTo>
                <a:lnTo>
                  <a:pt x="68527" y="1109514"/>
                </a:lnTo>
                <a:lnTo>
                  <a:pt x="68859" y="1120081"/>
                </a:lnTo>
                <a:lnTo>
                  <a:pt x="69307" y="1130648"/>
                </a:lnTo>
                <a:lnTo>
                  <a:pt x="69891" y="1141215"/>
                </a:lnTo>
                <a:lnTo>
                  <a:pt x="70621" y="1151781"/>
                </a:lnTo>
                <a:lnTo>
                  <a:pt x="71502" y="1162348"/>
                </a:lnTo>
                <a:lnTo>
                  <a:pt x="72528" y="1172915"/>
                </a:lnTo>
                <a:lnTo>
                  <a:pt x="73676" y="1183482"/>
                </a:lnTo>
                <a:lnTo>
                  <a:pt x="74911" y="1194049"/>
                </a:lnTo>
                <a:lnTo>
                  <a:pt x="76182" y="1204615"/>
                </a:lnTo>
                <a:lnTo>
                  <a:pt x="77428" y="1215182"/>
                </a:lnTo>
                <a:lnTo>
                  <a:pt x="78579" y="1225749"/>
                </a:lnTo>
                <a:lnTo>
                  <a:pt x="79566" y="1236316"/>
                </a:lnTo>
                <a:lnTo>
                  <a:pt x="80324" y="1246883"/>
                </a:lnTo>
                <a:lnTo>
                  <a:pt x="80801" y="1257449"/>
                </a:lnTo>
                <a:lnTo>
                  <a:pt x="80964" y="1268016"/>
                </a:lnTo>
                <a:lnTo>
                  <a:pt x="80964" y="1268016"/>
                </a:lnTo>
                <a:close/>
              </a:path>
            </a:pathLst>
          </a:custGeom>
          <a:solidFill>
            <a:srgbClr val="00878B">
              <a:alpha val="12000"/>
            </a:srgbClr>
          </a:solidFill>
          <a:ln w="6985">
            <a:solidFill>
              <a:srgbClr val="00878B">
                <a:alpha val="12000"/>
              </a:srgbClr>
            </a:solidFill>
            <a:prstDash val="solid"/>
          </a:ln>
        </p:spPr>
      </p:sp>
      <p:sp>
        <p:nvSpPr>
          <p:cNvPr id="5" name="01_find_only_4">
            <a:extLst>
              <a:ext uri="{FF2B5EF4-FFF2-40B4-BE49-F238E27FC236}">
                <a16:creationId xmlns:a16="http://schemas.microsoft.com/office/drawing/2014/main" id="{524AA670-F532-458B-9CF1-19432040B143}"/>
              </a:ext>
            </a:extLst>
          </p:cNvPr>
          <p:cNvSpPr>
            <a:spLocks noGrp="1"/>
          </p:cNvSpPr>
          <p:nvPr/>
        </p:nvSpPr>
        <p:spPr>
          <a:xfrm>
            <a:off x="2990939" y="2922850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76990" y="1268016"/>
                </a:moveTo>
                <a:lnTo>
                  <a:pt x="53010" y="1268016"/>
                </a:lnTo>
                <a:lnTo>
                  <a:pt x="53133" y="1257449"/>
                </a:lnTo>
                <a:lnTo>
                  <a:pt x="53495" y="1246883"/>
                </a:lnTo>
                <a:lnTo>
                  <a:pt x="54070" y="1236316"/>
                </a:lnTo>
                <a:lnTo>
                  <a:pt x="54820" y="1225749"/>
                </a:lnTo>
                <a:lnTo>
                  <a:pt x="55697" y="1215182"/>
                </a:lnTo>
                <a:lnTo>
                  <a:pt x="56648" y="1204615"/>
                </a:lnTo>
                <a:lnTo>
                  <a:pt x="57622" y="1194049"/>
                </a:lnTo>
                <a:lnTo>
                  <a:pt x="58571" y="1183482"/>
                </a:lnTo>
                <a:lnTo>
                  <a:pt x="59459" y="1172915"/>
                </a:lnTo>
                <a:lnTo>
                  <a:pt x="60256" y="1162348"/>
                </a:lnTo>
                <a:lnTo>
                  <a:pt x="60946" y="1151781"/>
                </a:lnTo>
                <a:lnTo>
                  <a:pt x="61522" y="1141215"/>
                </a:lnTo>
                <a:lnTo>
                  <a:pt x="61985" y="1130648"/>
                </a:lnTo>
                <a:lnTo>
                  <a:pt x="62343" y="1120081"/>
                </a:lnTo>
                <a:lnTo>
                  <a:pt x="62608" y="1109514"/>
                </a:lnTo>
                <a:lnTo>
                  <a:pt x="62793" y="1098947"/>
                </a:lnTo>
                <a:lnTo>
                  <a:pt x="62910" y="1088381"/>
                </a:lnTo>
                <a:lnTo>
                  <a:pt x="62972" y="1077814"/>
                </a:lnTo>
                <a:lnTo>
                  <a:pt x="62987" y="1067247"/>
                </a:lnTo>
                <a:lnTo>
                  <a:pt x="62963" y="1056680"/>
                </a:lnTo>
                <a:lnTo>
                  <a:pt x="62905" y="1046113"/>
                </a:lnTo>
                <a:lnTo>
                  <a:pt x="62819" y="1035547"/>
                </a:lnTo>
                <a:lnTo>
                  <a:pt x="62705" y="1024980"/>
                </a:lnTo>
                <a:lnTo>
                  <a:pt x="62568" y="1014413"/>
                </a:lnTo>
                <a:lnTo>
                  <a:pt x="62409" y="1003846"/>
                </a:lnTo>
                <a:lnTo>
                  <a:pt x="62232" y="993279"/>
                </a:lnTo>
                <a:lnTo>
                  <a:pt x="62039" y="982713"/>
                </a:lnTo>
                <a:lnTo>
                  <a:pt x="61835" y="972146"/>
                </a:lnTo>
                <a:lnTo>
                  <a:pt x="61623" y="961579"/>
                </a:lnTo>
                <a:lnTo>
                  <a:pt x="61409" y="951012"/>
                </a:lnTo>
                <a:lnTo>
                  <a:pt x="61196" y="940445"/>
                </a:lnTo>
                <a:lnTo>
                  <a:pt x="60991" y="929879"/>
                </a:lnTo>
                <a:lnTo>
                  <a:pt x="60799" y="919312"/>
                </a:lnTo>
                <a:lnTo>
                  <a:pt x="60626" y="908745"/>
                </a:lnTo>
                <a:lnTo>
                  <a:pt x="60477" y="898178"/>
                </a:lnTo>
                <a:lnTo>
                  <a:pt x="60358" y="887611"/>
                </a:lnTo>
                <a:lnTo>
                  <a:pt x="60271" y="877045"/>
                </a:lnTo>
                <a:lnTo>
                  <a:pt x="60220" y="866478"/>
                </a:lnTo>
                <a:lnTo>
                  <a:pt x="60204" y="855911"/>
                </a:lnTo>
                <a:lnTo>
                  <a:pt x="60221" y="845344"/>
                </a:lnTo>
                <a:lnTo>
                  <a:pt x="60264" y="834777"/>
                </a:lnTo>
                <a:lnTo>
                  <a:pt x="60326" y="824211"/>
                </a:lnTo>
                <a:lnTo>
                  <a:pt x="60394" y="813644"/>
                </a:lnTo>
                <a:lnTo>
                  <a:pt x="60456" y="803077"/>
                </a:lnTo>
                <a:lnTo>
                  <a:pt x="60496" y="792510"/>
                </a:lnTo>
                <a:lnTo>
                  <a:pt x="60501" y="781943"/>
                </a:lnTo>
                <a:lnTo>
                  <a:pt x="60455" y="771377"/>
                </a:lnTo>
                <a:lnTo>
                  <a:pt x="60346" y="760810"/>
                </a:lnTo>
                <a:lnTo>
                  <a:pt x="60166" y="750243"/>
                </a:lnTo>
                <a:lnTo>
                  <a:pt x="59910" y="739676"/>
                </a:lnTo>
                <a:lnTo>
                  <a:pt x="59579" y="729109"/>
                </a:lnTo>
                <a:lnTo>
                  <a:pt x="59181" y="718543"/>
                </a:lnTo>
                <a:lnTo>
                  <a:pt x="58730" y="707976"/>
                </a:lnTo>
                <a:lnTo>
                  <a:pt x="58246" y="697409"/>
                </a:lnTo>
                <a:lnTo>
                  <a:pt x="57753" y="686842"/>
                </a:lnTo>
                <a:lnTo>
                  <a:pt x="57279" y="676275"/>
                </a:lnTo>
                <a:lnTo>
                  <a:pt x="56851" y="665709"/>
                </a:lnTo>
                <a:lnTo>
                  <a:pt x="56494" y="655142"/>
                </a:lnTo>
                <a:lnTo>
                  <a:pt x="56229" y="644575"/>
                </a:lnTo>
                <a:lnTo>
                  <a:pt x="56068" y="634008"/>
                </a:lnTo>
                <a:lnTo>
                  <a:pt x="56014" y="623441"/>
                </a:lnTo>
                <a:lnTo>
                  <a:pt x="56062" y="612874"/>
                </a:lnTo>
                <a:lnTo>
                  <a:pt x="56195" y="602308"/>
                </a:lnTo>
                <a:lnTo>
                  <a:pt x="56392" y="591741"/>
                </a:lnTo>
                <a:lnTo>
                  <a:pt x="56626" y="581174"/>
                </a:lnTo>
                <a:lnTo>
                  <a:pt x="56867" y="570607"/>
                </a:lnTo>
                <a:lnTo>
                  <a:pt x="57088" y="560040"/>
                </a:lnTo>
                <a:lnTo>
                  <a:pt x="57263" y="549474"/>
                </a:lnTo>
                <a:lnTo>
                  <a:pt x="57374" y="538907"/>
                </a:lnTo>
                <a:lnTo>
                  <a:pt x="57411" y="528340"/>
                </a:lnTo>
                <a:lnTo>
                  <a:pt x="57369" y="517773"/>
                </a:lnTo>
                <a:lnTo>
                  <a:pt x="57255" y="507206"/>
                </a:lnTo>
                <a:lnTo>
                  <a:pt x="57081" y="496640"/>
                </a:lnTo>
                <a:lnTo>
                  <a:pt x="56864" y="486073"/>
                </a:lnTo>
                <a:lnTo>
                  <a:pt x="56628" y="475506"/>
                </a:lnTo>
                <a:lnTo>
                  <a:pt x="56395" y="464939"/>
                </a:lnTo>
                <a:lnTo>
                  <a:pt x="56191" y="454372"/>
                </a:lnTo>
                <a:lnTo>
                  <a:pt x="56034" y="443806"/>
                </a:lnTo>
                <a:lnTo>
                  <a:pt x="55942" y="433239"/>
                </a:lnTo>
                <a:lnTo>
                  <a:pt x="55923" y="422672"/>
                </a:lnTo>
                <a:lnTo>
                  <a:pt x="55981" y="412105"/>
                </a:lnTo>
                <a:lnTo>
                  <a:pt x="56110" y="401538"/>
                </a:lnTo>
                <a:lnTo>
                  <a:pt x="56303" y="390972"/>
                </a:lnTo>
                <a:lnTo>
                  <a:pt x="56544" y="380405"/>
                </a:lnTo>
                <a:lnTo>
                  <a:pt x="56818" y="369838"/>
                </a:lnTo>
                <a:lnTo>
                  <a:pt x="57108" y="359271"/>
                </a:lnTo>
                <a:lnTo>
                  <a:pt x="57399" y="348704"/>
                </a:lnTo>
                <a:lnTo>
                  <a:pt x="57680" y="338138"/>
                </a:lnTo>
                <a:lnTo>
                  <a:pt x="57943" y="327571"/>
                </a:lnTo>
                <a:lnTo>
                  <a:pt x="58185" y="317004"/>
                </a:lnTo>
                <a:lnTo>
                  <a:pt x="58405" y="306437"/>
                </a:lnTo>
                <a:lnTo>
                  <a:pt x="58606" y="295870"/>
                </a:lnTo>
                <a:lnTo>
                  <a:pt x="58792" y="285304"/>
                </a:lnTo>
                <a:lnTo>
                  <a:pt x="58968" y="274737"/>
                </a:lnTo>
                <a:lnTo>
                  <a:pt x="59136" y="264170"/>
                </a:lnTo>
                <a:lnTo>
                  <a:pt x="59295" y="253603"/>
                </a:lnTo>
                <a:lnTo>
                  <a:pt x="59443" y="243036"/>
                </a:lnTo>
                <a:lnTo>
                  <a:pt x="59568" y="232470"/>
                </a:lnTo>
                <a:lnTo>
                  <a:pt x="59654" y="221903"/>
                </a:lnTo>
                <a:lnTo>
                  <a:pt x="59674" y="211336"/>
                </a:lnTo>
                <a:lnTo>
                  <a:pt x="59590" y="200769"/>
                </a:lnTo>
                <a:lnTo>
                  <a:pt x="59352" y="190202"/>
                </a:lnTo>
                <a:lnTo>
                  <a:pt x="58898" y="179636"/>
                </a:lnTo>
                <a:lnTo>
                  <a:pt x="58150" y="169069"/>
                </a:lnTo>
                <a:lnTo>
                  <a:pt x="57025" y="158502"/>
                </a:lnTo>
                <a:lnTo>
                  <a:pt x="55433" y="147935"/>
                </a:lnTo>
                <a:lnTo>
                  <a:pt x="53289" y="137368"/>
                </a:lnTo>
                <a:lnTo>
                  <a:pt x="50519" y="126802"/>
                </a:lnTo>
                <a:lnTo>
                  <a:pt x="47078" y="116235"/>
                </a:lnTo>
                <a:lnTo>
                  <a:pt x="42959" y="105668"/>
                </a:lnTo>
                <a:lnTo>
                  <a:pt x="38207" y="95101"/>
                </a:lnTo>
                <a:lnTo>
                  <a:pt x="32925" y="84534"/>
                </a:lnTo>
                <a:lnTo>
                  <a:pt x="27283" y="73968"/>
                </a:lnTo>
                <a:lnTo>
                  <a:pt x="21508" y="63401"/>
                </a:lnTo>
                <a:lnTo>
                  <a:pt x="15876" y="52834"/>
                </a:lnTo>
                <a:lnTo>
                  <a:pt x="10691" y="42267"/>
                </a:lnTo>
                <a:lnTo>
                  <a:pt x="6260" y="31700"/>
                </a:lnTo>
                <a:lnTo>
                  <a:pt x="2864" y="21134"/>
                </a:lnTo>
                <a:lnTo>
                  <a:pt x="729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271" y="10567"/>
                </a:lnTo>
                <a:lnTo>
                  <a:pt x="127136" y="21134"/>
                </a:lnTo>
                <a:lnTo>
                  <a:pt x="123740" y="31700"/>
                </a:lnTo>
                <a:lnTo>
                  <a:pt x="119309" y="42267"/>
                </a:lnTo>
                <a:lnTo>
                  <a:pt x="114124" y="52834"/>
                </a:lnTo>
                <a:lnTo>
                  <a:pt x="108492" y="63401"/>
                </a:lnTo>
                <a:lnTo>
                  <a:pt x="102717" y="73968"/>
                </a:lnTo>
                <a:lnTo>
                  <a:pt x="97075" y="84534"/>
                </a:lnTo>
                <a:lnTo>
                  <a:pt x="91793" y="95101"/>
                </a:lnTo>
                <a:lnTo>
                  <a:pt x="87041" y="105668"/>
                </a:lnTo>
                <a:lnTo>
                  <a:pt x="82922" y="116235"/>
                </a:lnTo>
                <a:lnTo>
                  <a:pt x="79481" y="126802"/>
                </a:lnTo>
                <a:lnTo>
                  <a:pt x="76711" y="137368"/>
                </a:lnTo>
                <a:lnTo>
                  <a:pt x="74567" y="147935"/>
                </a:lnTo>
                <a:lnTo>
                  <a:pt x="72975" y="158502"/>
                </a:lnTo>
                <a:lnTo>
                  <a:pt x="71850" y="169069"/>
                </a:lnTo>
                <a:lnTo>
                  <a:pt x="71102" y="179636"/>
                </a:lnTo>
                <a:lnTo>
                  <a:pt x="70648" y="190202"/>
                </a:lnTo>
                <a:lnTo>
                  <a:pt x="70410" y="200769"/>
                </a:lnTo>
                <a:lnTo>
                  <a:pt x="70326" y="211336"/>
                </a:lnTo>
                <a:lnTo>
                  <a:pt x="70346" y="221903"/>
                </a:lnTo>
                <a:lnTo>
                  <a:pt x="70432" y="232470"/>
                </a:lnTo>
                <a:lnTo>
                  <a:pt x="70557" y="243036"/>
                </a:lnTo>
                <a:lnTo>
                  <a:pt x="70705" y="253603"/>
                </a:lnTo>
                <a:lnTo>
                  <a:pt x="70864" y="264170"/>
                </a:lnTo>
                <a:lnTo>
                  <a:pt x="71032" y="274737"/>
                </a:lnTo>
                <a:lnTo>
                  <a:pt x="71208" y="285304"/>
                </a:lnTo>
                <a:lnTo>
                  <a:pt x="71394" y="295870"/>
                </a:lnTo>
                <a:lnTo>
                  <a:pt x="71595" y="306437"/>
                </a:lnTo>
                <a:lnTo>
                  <a:pt x="71815" y="317004"/>
                </a:lnTo>
                <a:lnTo>
                  <a:pt x="72057" y="327571"/>
                </a:lnTo>
                <a:lnTo>
                  <a:pt x="72320" y="338138"/>
                </a:lnTo>
                <a:lnTo>
                  <a:pt x="72601" y="348704"/>
                </a:lnTo>
                <a:lnTo>
                  <a:pt x="72892" y="359271"/>
                </a:lnTo>
                <a:lnTo>
                  <a:pt x="73182" y="369838"/>
                </a:lnTo>
                <a:lnTo>
                  <a:pt x="73456" y="380405"/>
                </a:lnTo>
                <a:lnTo>
                  <a:pt x="73697" y="390972"/>
                </a:lnTo>
                <a:lnTo>
                  <a:pt x="73890" y="401538"/>
                </a:lnTo>
                <a:lnTo>
                  <a:pt x="74019" y="412105"/>
                </a:lnTo>
                <a:lnTo>
                  <a:pt x="74077" y="422672"/>
                </a:lnTo>
                <a:lnTo>
                  <a:pt x="74058" y="433239"/>
                </a:lnTo>
                <a:lnTo>
                  <a:pt x="73966" y="443806"/>
                </a:lnTo>
                <a:lnTo>
                  <a:pt x="73809" y="454372"/>
                </a:lnTo>
                <a:lnTo>
                  <a:pt x="73605" y="464939"/>
                </a:lnTo>
                <a:lnTo>
                  <a:pt x="73372" y="475506"/>
                </a:lnTo>
                <a:lnTo>
                  <a:pt x="73136" y="486073"/>
                </a:lnTo>
                <a:lnTo>
                  <a:pt x="72919" y="496640"/>
                </a:lnTo>
                <a:lnTo>
                  <a:pt x="72745" y="507206"/>
                </a:lnTo>
                <a:lnTo>
                  <a:pt x="72631" y="517773"/>
                </a:lnTo>
                <a:lnTo>
                  <a:pt x="72589" y="528340"/>
                </a:lnTo>
                <a:lnTo>
                  <a:pt x="72626" y="538907"/>
                </a:lnTo>
                <a:lnTo>
                  <a:pt x="72737" y="549474"/>
                </a:lnTo>
                <a:lnTo>
                  <a:pt x="72912" y="560040"/>
                </a:lnTo>
                <a:lnTo>
                  <a:pt x="73133" y="570607"/>
                </a:lnTo>
                <a:lnTo>
                  <a:pt x="73374" y="581174"/>
                </a:lnTo>
                <a:lnTo>
                  <a:pt x="73608" y="591741"/>
                </a:lnTo>
                <a:lnTo>
                  <a:pt x="73805" y="602308"/>
                </a:lnTo>
                <a:lnTo>
                  <a:pt x="73938" y="612874"/>
                </a:lnTo>
                <a:lnTo>
                  <a:pt x="73986" y="623441"/>
                </a:lnTo>
                <a:lnTo>
                  <a:pt x="73932" y="634008"/>
                </a:lnTo>
                <a:lnTo>
                  <a:pt x="73771" y="644575"/>
                </a:lnTo>
                <a:lnTo>
                  <a:pt x="73506" y="655142"/>
                </a:lnTo>
                <a:lnTo>
                  <a:pt x="73149" y="665709"/>
                </a:lnTo>
                <a:lnTo>
                  <a:pt x="72721" y="676275"/>
                </a:lnTo>
                <a:lnTo>
                  <a:pt x="72247" y="686842"/>
                </a:lnTo>
                <a:lnTo>
                  <a:pt x="71754" y="697409"/>
                </a:lnTo>
                <a:lnTo>
                  <a:pt x="71270" y="707976"/>
                </a:lnTo>
                <a:lnTo>
                  <a:pt x="70819" y="718543"/>
                </a:lnTo>
                <a:lnTo>
                  <a:pt x="70421" y="729109"/>
                </a:lnTo>
                <a:lnTo>
                  <a:pt x="70090" y="739676"/>
                </a:lnTo>
                <a:lnTo>
                  <a:pt x="69834" y="750243"/>
                </a:lnTo>
                <a:lnTo>
                  <a:pt x="69654" y="760810"/>
                </a:lnTo>
                <a:lnTo>
                  <a:pt x="69545" y="771377"/>
                </a:lnTo>
                <a:lnTo>
                  <a:pt x="69499" y="781943"/>
                </a:lnTo>
                <a:lnTo>
                  <a:pt x="69504" y="792510"/>
                </a:lnTo>
                <a:lnTo>
                  <a:pt x="69544" y="803077"/>
                </a:lnTo>
                <a:lnTo>
                  <a:pt x="69606" y="813644"/>
                </a:lnTo>
                <a:lnTo>
                  <a:pt x="69674" y="824211"/>
                </a:lnTo>
                <a:lnTo>
                  <a:pt x="69736" y="834777"/>
                </a:lnTo>
                <a:lnTo>
                  <a:pt x="69779" y="845344"/>
                </a:lnTo>
                <a:lnTo>
                  <a:pt x="69796" y="855911"/>
                </a:lnTo>
                <a:lnTo>
                  <a:pt x="69780" y="866478"/>
                </a:lnTo>
                <a:lnTo>
                  <a:pt x="69729" y="877045"/>
                </a:lnTo>
                <a:lnTo>
                  <a:pt x="69642" y="887611"/>
                </a:lnTo>
                <a:lnTo>
                  <a:pt x="69523" y="898178"/>
                </a:lnTo>
                <a:lnTo>
                  <a:pt x="69374" y="908745"/>
                </a:lnTo>
                <a:lnTo>
                  <a:pt x="69201" y="919312"/>
                </a:lnTo>
                <a:lnTo>
                  <a:pt x="69009" y="929879"/>
                </a:lnTo>
                <a:lnTo>
                  <a:pt x="68804" y="940445"/>
                </a:lnTo>
                <a:lnTo>
                  <a:pt x="68591" y="951012"/>
                </a:lnTo>
                <a:lnTo>
                  <a:pt x="68377" y="961579"/>
                </a:lnTo>
                <a:lnTo>
                  <a:pt x="68165" y="972146"/>
                </a:lnTo>
                <a:lnTo>
                  <a:pt x="67961" y="982713"/>
                </a:lnTo>
                <a:lnTo>
                  <a:pt x="67768" y="993279"/>
                </a:lnTo>
                <a:lnTo>
                  <a:pt x="67591" y="1003846"/>
                </a:lnTo>
                <a:lnTo>
                  <a:pt x="67432" y="1014413"/>
                </a:lnTo>
                <a:lnTo>
                  <a:pt x="67295" y="1024980"/>
                </a:lnTo>
                <a:lnTo>
                  <a:pt x="67181" y="1035547"/>
                </a:lnTo>
                <a:lnTo>
                  <a:pt x="67095" y="1046113"/>
                </a:lnTo>
                <a:lnTo>
                  <a:pt x="67037" y="1056680"/>
                </a:lnTo>
                <a:lnTo>
                  <a:pt x="67013" y="1067247"/>
                </a:lnTo>
                <a:lnTo>
                  <a:pt x="67028" y="1077814"/>
                </a:lnTo>
                <a:lnTo>
                  <a:pt x="67090" y="1088381"/>
                </a:lnTo>
                <a:lnTo>
                  <a:pt x="67207" y="1098947"/>
                </a:lnTo>
                <a:lnTo>
                  <a:pt x="67392" y="1109514"/>
                </a:lnTo>
                <a:lnTo>
                  <a:pt x="67657" y="1120081"/>
                </a:lnTo>
                <a:lnTo>
                  <a:pt x="68015" y="1130648"/>
                </a:lnTo>
                <a:lnTo>
                  <a:pt x="68478" y="1141215"/>
                </a:lnTo>
                <a:lnTo>
                  <a:pt x="69054" y="1151781"/>
                </a:lnTo>
                <a:lnTo>
                  <a:pt x="69744" y="1162348"/>
                </a:lnTo>
                <a:lnTo>
                  <a:pt x="70541" y="1172915"/>
                </a:lnTo>
                <a:lnTo>
                  <a:pt x="71429" y="1183482"/>
                </a:lnTo>
                <a:lnTo>
                  <a:pt x="72378" y="1194049"/>
                </a:lnTo>
                <a:lnTo>
                  <a:pt x="73352" y="1204615"/>
                </a:lnTo>
                <a:lnTo>
                  <a:pt x="74303" y="1215182"/>
                </a:lnTo>
                <a:lnTo>
                  <a:pt x="75180" y="1225749"/>
                </a:lnTo>
                <a:lnTo>
                  <a:pt x="75930" y="1236316"/>
                </a:lnTo>
                <a:lnTo>
                  <a:pt x="76505" y="1246883"/>
                </a:lnTo>
                <a:lnTo>
                  <a:pt x="76867" y="1257449"/>
                </a:lnTo>
                <a:lnTo>
                  <a:pt x="76990" y="1268016"/>
                </a:lnTo>
                <a:lnTo>
                  <a:pt x="76990" y="1268016"/>
                </a:lnTo>
                <a:close/>
              </a:path>
            </a:pathLst>
          </a:custGeom>
          <a:solidFill>
            <a:srgbClr val="00878B">
              <a:alpha val="12000"/>
            </a:srgbClr>
          </a:solidFill>
          <a:ln w="6985">
            <a:solidFill>
              <a:srgbClr val="00878B">
                <a:alpha val="12000"/>
              </a:srgbClr>
            </a:solidFill>
            <a:prstDash val="solid"/>
          </a:ln>
        </p:spPr>
      </p:sp>
      <p:sp>
        <p:nvSpPr>
          <p:cNvPr id="6" name="01_find_only_5">
            <a:extLst>
              <a:ext uri="{FF2B5EF4-FFF2-40B4-BE49-F238E27FC236}">
                <a16:creationId xmlns:a16="http://schemas.microsoft.com/office/drawing/2014/main" id="{D58FDCC6-37D2-40CA-ADBD-EBE3B5946E0F}"/>
              </a:ext>
            </a:extLst>
          </p:cNvPr>
          <p:cNvSpPr>
            <a:spLocks noGrp="1"/>
          </p:cNvSpPr>
          <p:nvPr/>
        </p:nvSpPr>
        <p:spPr>
          <a:xfrm>
            <a:off x="3500217" y="2922850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75202" y="1268016"/>
                </a:moveTo>
                <a:lnTo>
                  <a:pt x="54798" y="1268016"/>
                </a:lnTo>
                <a:lnTo>
                  <a:pt x="54898" y="1257449"/>
                </a:lnTo>
                <a:lnTo>
                  <a:pt x="55190" y="1246883"/>
                </a:lnTo>
                <a:lnTo>
                  <a:pt x="55655" y="1236316"/>
                </a:lnTo>
                <a:lnTo>
                  <a:pt x="56259" y="1225749"/>
                </a:lnTo>
                <a:lnTo>
                  <a:pt x="56963" y="1215182"/>
                </a:lnTo>
                <a:lnTo>
                  <a:pt x="57723" y="1204615"/>
                </a:lnTo>
                <a:lnTo>
                  <a:pt x="58498" y="1194049"/>
                </a:lnTo>
                <a:lnTo>
                  <a:pt x="59250" y="1183482"/>
                </a:lnTo>
                <a:lnTo>
                  <a:pt x="59948" y="1172915"/>
                </a:lnTo>
                <a:lnTo>
                  <a:pt x="60571" y="1162348"/>
                </a:lnTo>
                <a:lnTo>
                  <a:pt x="61107" y="1151781"/>
                </a:lnTo>
                <a:lnTo>
                  <a:pt x="61551" y="1141215"/>
                </a:lnTo>
                <a:lnTo>
                  <a:pt x="61908" y="1130648"/>
                </a:lnTo>
                <a:lnTo>
                  <a:pt x="62185" y="1120081"/>
                </a:lnTo>
                <a:lnTo>
                  <a:pt x="62393" y="1109514"/>
                </a:lnTo>
                <a:lnTo>
                  <a:pt x="62542" y="1098947"/>
                </a:lnTo>
                <a:lnTo>
                  <a:pt x="62643" y="1088381"/>
                </a:lnTo>
                <a:lnTo>
                  <a:pt x="62705" y="1077814"/>
                </a:lnTo>
                <a:lnTo>
                  <a:pt x="62734" y="1067247"/>
                </a:lnTo>
                <a:lnTo>
                  <a:pt x="62734" y="1056680"/>
                </a:lnTo>
                <a:lnTo>
                  <a:pt x="62707" y="1046113"/>
                </a:lnTo>
                <a:lnTo>
                  <a:pt x="62654" y="1035547"/>
                </a:lnTo>
                <a:lnTo>
                  <a:pt x="62576" y="1024980"/>
                </a:lnTo>
                <a:lnTo>
                  <a:pt x="62473" y="1014413"/>
                </a:lnTo>
                <a:lnTo>
                  <a:pt x="62348" y="1003846"/>
                </a:lnTo>
                <a:lnTo>
                  <a:pt x="62201" y="993279"/>
                </a:lnTo>
                <a:lnTo>
                  <a:pt x="62035" y="982713"/>
                </a:lnTo>
                <a:lnTo>
                  <a:pt x="61854" y="972146"/>
                </a:lnTo>
                <a:lnTo>
                  <a:pt x="61663" y="961579"/>
                </a:lnTo>
                <a:lnTo>
                  <a:pt x="61465" y="951012"/>
                </a:lnTo>
                <a:lnTo>
                  <a:pt x="61266" y="940445"/>
                </a:lnTo>
                <a:lnTo>
                  <a:pt x="61072" y="929879"/>
                </a:lnTo>
                <a:lnTo>
                  <a:pt x="60889" y="919312"/>
                </a:lnTo>
                <a:lnTo>
                  <a:pt x="60724" y="908745"/>
                </a:lnTo>
                <a:lnTo>
                  <a:pt x="60580" y="898178"/>
                </a:lnTo>
                <a:lnTo>
                  <a:pt x="60465" y="887611"/>
                </a:lnTo>
                <a:lnTo>
                  <a:pt x="60382" y="877045"/>
                </a:lnTo>
                <a:lnTo>
                  <a:pt x="60333" y="866478"/>
                </a:lnTo>
                <a:lnTo>
                  <a:pt x="60318" y="855911"/>
                </a:lnTo>
                <a:lnTo>
                  <a:pt x="60334" y="845344"/>
                </a:lnTo>
                <a:lnTo>
                  <a:pt x="60377" y="834777"/>
                </a:lnTo>
                <a:lnTo>
                  <a:pt x="60437" y="824211"/>
                </a:lnTo>
                <a:lnTo>
                  <a:pt x="60503" y="813644"/>
                </a:lnTo>
                <a:lnTo>
                  <a:pt x="60564" y="803077"/>
                </a:lnTo>
                <a:lnTo>
                  <a:pt x="60603" y="792510"/>
                </a:lnTo>
                <a:lnTo>
                  <a:pt x="60608" y="781943"/>
                </a:lnTo>
                <a:lnTo>
                  <a:pt x="60563" y="771377"/>
                </a:lnTo>
                <a:lnTo>
                  <a:pt x="60457" y="760810"/>
                </a:lnTo>
                <a:lnTo>
                  <a:pt x="60281" y="750243"/>
                </a:lnTo>
                <a:lnTo>
                  <a:pt x="60031" y="739676"/>
                </a:lnTo>
                <a:lnTo>
                  <a:pt x="59708" y="729109"/>
                </a:lnTo>
                <a:lnTo>
                  <a:pt x="59319" y="718543"/>
                </a:lnTo>
                <a:lnTo>
                  <a:pt x="58879" y="707976"/>
                </a:lnTo>
                <a:lnTo>
                  <a:pt x="58406" y="697409"/>
                </a:lnTo>
                <a:lnTo>
                  <a:pt x="57925" y="686842"/>
                </a:lnTo>
                <a:lnTo>
                  <a:pt x="57463" y="676275"/>
                </a:lnTo>
                <a:lnTo>
                  <a:pt x="57045" y="665709"/>
                </a:lnTo>
                <a:lnTo>
                  <a:pt x="56698" y="655142"/>
                </a:lnTo>
                <a:lnTo>
                  <a:pt x="56440" y="644575"/>
                </a:lnTo>
                <a:lnTo>
                  <a:pt x="56284" y="634008"/>
                </a:lnTo>
                <a:lnTo>
                  <a:pt x="56234" y="623441"/>
                </a:lnTo>
                <a:lnTo>
                  <a:pt x="56283" y="612874"/>
                </a:lnTo>
                <a:lnTo>
                  <a:pt x="56418" y="602308"/>
                </a:lnTo>
                <a:lnTo>
                  <a:pt x="56617" y="591741"/>
                </a:lnTo>
                <a:lnTo>
                  <a:pt x="56854" y="581174"/>
                </a:lnTo>
                <a:lnTo>
                  <a:pt x="57101" y="570607"/>
                </a:lnTo>
                <a:lnTo>
                  <a:pt x="57332" y="560040"/>
                </a:lnTo>
                <a:lnTo>
                  <a:pt x="57521" y="549474"/>
                </a:lnTo>
                <a:lnTo>
                  <a:pt x="57653" y="538907"/>
                </a:lnTo>
                <a:lnTo>
                  <a:pt x="57715" y="528340"/>
                </a:lnTo>
                <a:lnTo>
                  <a:pt x="57705" y="517773"/>
                </a:lnTo>
                <a:lnTo>
                  <a:pt x="57626" y="507206"/>
                </a:lnTo>
                <a:lnTo>
                  <a:pt x="57491" y="496640"/>
                </a:lnTo>
                <a:lnTo>
                  <a:pt x="57316" y="486073"/>
                </a:lnTo>
                <a:lnTo>
                  <a:pt x="57119" y="475506"/>
                </a:lnTo>
                <a:lnTo>
                  <a:pt x="56924" y="464939"/>
                </a:lnTo>
                <a:lnTo>
                  <a:pt x="56752" y="454372"/>
                </a:lnTo>
                <a:lnTo>
                  <a:pt x="56619" y="443806"/>
                </a:lnTo>
                <a:lnTo>
                  <a:pt x="56541" y="433239"/>
                </a:lnTo>
                <a:lnTo>
                  <a:pt x="56526" y="422672"/>
                </a:lnTo>
                <a:lnTo>
                  <a:pt x="56576" y="412105"/>
                </a:lnTo>
                <a:lnTo>
                  <a:pt x="56688" y="401538"/>
                </a:lnTo>
                <a:lnTo>
                  <a:pt x="56852" y="390972"/>
                </a:lnTo>
                <a:lnTo>
                  <a:pt x="57056" y="380405"/>
                </a:lnTo>
                <a:lnTo>
                  <a:pt x="57286" y="369838"/>
                </a:lnTo>
                <a:lnTo>
                  <a:pt x="57527" y="359271"/>
                </a:lnTo>
                <a:lnTo>
                  <a:pt x="57768" y="348704"/>
                </a:lnTo>
                <a:lnTo>
                  <a:pt x="57997" y="338138"/>
                </a:lnTo>
                <a:lnTo>
                  <a:pt x="58210" y="327571"/>
                </a:lnTo>
                <a:lnTo>
                  <a:pt x="58405" y="317004"/>
                </a:lnTo>
                <a:lnTo>
                  <a:pt x="58582" y="306437"/>
                </a:lnTo>
                <a:lnTo>
                  <a:pt x="58746" y="295870"/>
                </a:lnTo>
                <a:lnTo>
                  <a:pt x="58901" y="285304"/>
                </a:lnTo>
                <a:lnTo>
                  <a:pt x="59052" y="274737"/>
                </a:lnTo>
                <a:lnTo>
                  <a:pt x="59202" y="264170"/>
                </a:lnTo>
                <a:lnTo>
                  <a:pt x="59352" y="253603"/>
                </a:lnTo>
                <a:lnTo>
                  <a:pt x="59497" y="243036"/>
                </a:lnTo>
                <a:lnTo>
                  <a:pt x="59626" y="232470"/>
                </a:lnTo>
                <a:lnTo>
                  <a:pt x="59721" y="221903"/>
                </a:lnTo>
                <a:lnTo>
                  <a:pt x="59754" y="211336"/>
                </a:lnTo>
                <a:lnTo>
                  <a:pt x="59686" y="200769"/>
                </a:lnTo>
                <a:lnTo>
                  <a:pt x="59464" y="190202"/>
                </a:lnTo>
                <a:lnTo>
                  <a:pt x="59025" y="179636"/>
                </a:lnTo>
                <a:lnTo>
                  <a:pt x="58290" y="169069"/>
                </a:lnTo>
                <a:lnTo>
                  <a:pt x="57174" y="158502"/>
                </a:lnTo>
                <a:lnTo>
                  <a:pt x="55586" y="147935"/>
                </a:lnTo>
                <a:lnTo>
                  <a:pt x="53441" y="137368"/>
                </a:lnTo>
                <a:lnTo>
                  <a:pt x="50665" y="126802"/>
                </a:lnTo>
                <a:lnTo>
                  <a:pt x="47213" y="116235"/>
                </a:lnTo>
                <a:lnTo>
                  <a:pt x="43080" y="105668"/>
                </a:lnTo>
                <a:lnTo>
                  <a:pt x="38312" y="95101"/>
                </a:lnTo>
                <a:lnTo>
                  <a:pt x="33013" y="84534"/>
                </a:lnTo>
                <a:lnTo>
                  <a:pt x="27353" y="73968"/>
                </a:lnTo>
                <a:lnTo>
                  <a:pt x="21561" y="63401"/>
                </a:lnTo>
                <a:lnTo>
                  <a:pt x="15913" y="52834"/>
                </a:lnTo>
                <a:lnTo>
                  <a:pt x="10715" y="42267"/>
                </a:lnTo>
                <a:lnTo>
                  <a:pt x="6274" y="31700"/>
                </a:lnTo>
                <a:lnTo>
                  <a:pt x="2870" y="21134"/>
                </a:lnTo>
                <a:lnTo>
                  <a:pt x="730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270" y="10567"/>
                </a:lnTo>
                <a:lnTo>
                  <a:pt x="127130" y="21134"/>
                </a:lnTo>
                <a:lnTo>
                  <a:pt x="123726" y="31700"/>
                </a:lnTo>
                <a:lnTo>
                  <a:pt x="119285" y="42267"/>
                </a:lnTo>
                <a:lnTo>
                  <a:pt x="114087" y="52834"/>
                </a:lnTo>
                <a:lnTo>
                  <a:pt x="108439" y="63401"/>
                </a:lnTo>
                <a:lnTo>
                  <a:pt x="102647" y="73968"/>
                </a:lnTo>
                <a:lnTo>
                  <a:pt x="96987" y="84534"/>
                </a:lnTo>
                <a:lnTo>
                  <a:pt x="91688" y="95101"/>
                </a:lnTo>
                <a:lnTo>
                  <a:pt x="86920" y="105668"/>
                </a:lnTo>
                <a:lnTo>
                  <a:pt x="82787" y="116235"/>
                </a:lnTo>
                <a:lnTo>
                  <a:pt x="79335" y="126802"/>
                </a:lnTo>
                <a:lnTo>
                  <a:pt x="76559" y="137368"/>
                </a:lnTo>
                <a:lnTo>
                  <a:pt x="74414" y="147935"/>
                </a:lnTo>
                <a:lnTo>
                  <a:pt x="72826" y="158502"/>
                </a:lnTo>
                <a:lnTo>
                  <a:pt x="71710" y="169069"/>
                </a:lnTo>
                <a:lnTo>
                  <a:pt x="70975" y="179636"/>
                </a:lnTo>
                <a:lnTo>
                  <a:pt x="70536" y="190202"/>
                </a:lnTo>
                <a:lnTo>
                  <a:pt x="70314" y="200769"/>
                </a:lnTo>
                <a:lnTo>
                  <a:pt x="70246" y="211336"/>
                </a:lnTo>
                <a:lnTo>
                  <a:pt x="70279" y="221903"/>
                </a:lnTo>
                <a:lnTo>
                  <a:pt x="70374" y="232470"/>
                </a:lnTo>
                <a:lnTo>
                  <a:pt x="70503" y="243036"/>
                </a:lnTo>
                <a:lnTo>
                  <a:pt x="70648" y="253603"/>
                </a:lnTo>
                <a:lnTo>
                  <a:pt x="70798" y="264170"/>
                </a:lnTo>
                <a:lnTo>
                  <a:pt x="70948" y="274737"/>
                </a:lnTo>
                <a:lnTo>
                  <a:pt x="71099" y="285304"/>
                </a:lnTo>
                <a:lnTo>
                  <a:pt x="71254" y="295870"/>
                </a:lnTo>
                <a:lnTo>
                  <a:pt x="71418" y="306437"/>
                </a:lnTo>
                <a:lnTo>
                  <a:pt x="71595" y="317004"/>
                </a:lnTo>
                <a:lnTo>
                  <a:pt x="71790" y="327571"/>
                </a:lnTo>
                <a:lnTo>
                  <a:pt x="72003" y="338138"/>
                </a:lnTo>
                <a:lnTo>
                  <a:pt x="72232" y="348704"/>
                </a:lnTo>
                <a:lnTo>
                  <a:pt x="72473" y="359271"/>
                </a:lnTo>
                <a:lnTo>
                  <a:pt x="72714" y="369838"/>
                </a:lnTo>
                <a:lnTo>
                  <a:pt x="72944" y="380405"/>
                </a:lnTo>
                <a:lnTo>
                  <a:pt x="73148" y="390972"/>
                </a:lnTo>
                <a:lnTo>
                  <a:pt x="73312" y="401538"/>
                </a:lnTo>
                <a:lnTo>
                  <a:pt x="73424" y="412105"/>
                </a:lnTo>
                <a:lnTo>
                  <a:pt x="73474" y="422672"/>
                </a:lnTo>
                <a:lnTo>
                  <a:pt x="73459" y="433239"/>
                </a:lnTo>
                <a:lnTo>
                  <a:pt x="73381" y="443806"/>
                </a:lnTo>
                <a:lnTo>
                  <a:pt x="73248" y="454372"/>
                </a:lnTo>
                <a:lnTo>
                  <a:pt x="73076" y="464939"/>
                </a:lnTo>
                <a:lnTo>
                  <a:pt x="72881" y="475506"/>
                </a:lnTo>
                <a:lnTo>
                  <a:pt x="72684" y="486073"/>
                </a:lnTo>
                <a:lnTo>
                  <a:pt x="72509" y="496640"/>
                </a:lnTo>
                <a:lnTo>
                  <a:pt x="72374" y="507206"/>
                </a:lnTo>
                <a:lnTo>
                  <a:pt x="72295" y="517773"/>
                </a:lnTo>
                <a:lnTo>
                  <a:pt x="72285" y="528340"/>
                </a:lnTo>
                <a:lnTo>
                  <a:pt x="72347" y="538907"/>
                </a:lnTo>
                <a:lnTo>
                  <a:pt x="72479" y="549474"/>
                </a:lnTo>
                <a:lnTo>
                  <a:pt x="72668" y="560040"/>
                </a:lnTo>
                <a:lnTo>
                  <a:pt x="72899" y="570607"/>
                </a:lnTo>
                <a:lnTo>
                  <a:pt x="73146" y="581174"/>
                </a:lnTo>
                <a:lnTo>
                  <a:pt x="73383" y="591741"/>
                </a:lnTo>
                <a:lnTo>
                  <a:pt x="73582" y="602308"/>
                </a:lnTo>
                <a:lnTo>
                  <a:pt x="73717" y="612874"/>
                </a:lnTo>
                <a:lnTo>
                  <a:pt x="73766" y="623441"/>
                </a:lnTo>
                <a:lnTo>
                  <a:pt x="73716" y="634008"/>
                </a:lnTo>
                <a:lnTo>
                  <a:pt x="73560" y="644575"/>
                </a:lnTo>
                <a:lnTo>
                  <a:pt x="73302" y="655142"/>
                </a:lnTo>
                <a:lnTo>
                  <a:pt x="72955" y="665709"/>
                </a:lnTo>
                <a:lnTo>
                  <a:pt x="72537" y="676275"/>
                </a:lnTo>
                <a:lnTo>
                  <a:pt x="72075" y="686842"/>
                </a:lnTo>
                <a:lnTo>
                  <a:pt x="71594" y="697409"/>
                </a:lnTo>
                <a:lnTo>
                  <a:pt x="71121" y="707976"/>
                </a:lnTo>
                <a:lnTo>
                  <a:pt x="70681" y="718543"/>
                </a:lnTo>
                <a:lnTo>
                  <a:pt x="70292" y="729109"/>
                </a:lnTo>
                <a:lnTo>
                  <a:pt x="69969" y="739676"/>
                </a:lnTo>
                <a:lnTo>
                  <a:pt x="69719" y="750243"/>
                </a:lnTo>
                <a:lnTo>
                  <a:pt x="69543" y="760810"/>
                </a:lnTo>
                <a:lnTo>
                  <a:pt x="69437" y="771377"/>
                </a:lnTo>
                <a:lnTo>
                  <a:pt x="69392" y="781943"/>
                </a:lnTo>
                <a:lnTo>
                  <a:pt x="69397" y="792510"/>
                </a:lnTo>
                <a:lnTo>
                  <a:pt x="69436" y="803077"/>
                </a:lnTo>
                <a:lnTo>
                  <a:pt x="69497" y="813644"/>
                </a:lnTo>
                <a:lnTo>
                  <a:pt x="69563" y="824211"/>
                </a:lnTo>
                <a:lnTo>
                  <a:pt x="69623" y="834777"/>
                </a:lnTo>
                <a:lnTo>
                  <a:pt x="69666" y="845344"/>
                </a:lnTo>
                <a:lnTo>
                  <a:pt x="69682" y="855911"/>
                </a:lnTo>
                <a:lnTo>
                  <a:pt x="69667" y="866478"/>
                </a:lnTo>
                <a:lnTo>
                  <a:pt x="69618" y="877045"/>
                </a:lnTo>
                <a:lnTo>
                  <a:pt x="69535" y="887611"/>
                </a:lnTo>
                <a:lnTo>
                  <a:pt x="69420" y="898178"/>
                </a:lnTo>
                <a:lnTo>
                  <a:pt x="69276" y="908745"/>
                </a:lnTo>
                <a:lnTo>
                  <a:pt x="69111" y="919312"/>
                </a:lnTo>
                <a:lnTo>
                  <a:pt x="68928" y="929879"/>
                </a:lnTo>
                <a:lnTo>
                  <a:pt x="68734" y="940445"/>
                </a:lnTo>
                <a:lnTo>
                  <a:pt x="68535" y="951012"/>
                </a:lnTo>
                <a:lnTo>
                  <a:pt x="68337" y="961579"/>
                </a:lnTo>
                <a:lnTo>
                  <a:pt x="68146" y="972146"/>
                </a:lnTo>
                <a:lnTo>
                  <a:pt x="67965" y="982713"/>
                </a:lnTo>
                <a:lnTo>
                  <a:pt x="67799" y="993279"/>
                </a:lnTo>
                <a:lnTo>
                  <a:pt x="67652" y="1003846"/>
                </a:lnTo>
                <a:lnTo>
                  <a:pt x="67527" y="1014413"/>
                </a:lnTo>
                <a:lnTo>
                  <a:pt x="67424" y="1024980"/>
                </a:lnTo>
                <a:lnTo>
                  <a:pt x="67346" y="1035547"/>
                </a:lnTo>
                <a:lnTo>
                  <a:pt x="67293" y="1046113"/>
                </a:lnTo>
                <a:lnTo>
                  <a:pt x="67266" y="1056680"/>
                </a:lnTo>
                <a:lnTo>
                  <a:pt x="67266" y="1067247"/>
                </a:lnTo>
                <a:lnTo>
                  <a:pt x="67295" y="1077814"/>
                </a:lnTo>
                <a:lnTo>
                  <a:pt x="67357" y="1088381"/>
                </a:lnTo>
                <a:lnTo>
                  <a:pt x="67458" y="1098947"/>
                </a:lnTo>
                <a:lnTo>
                  <a:pt x="67607" y="1109514"/>
                </a:lnTo>
                <a:lnTo>
                  <a:pt x="67815" y="1120081"/>
                </a:lnTo>
                <a:lnTo>
                  <a:pt x="68092" y="1130648"/>
                </a:lnTo>
                <a:lnTo>
                  <a:pt x="68449" y="1141215"/>
                </a:lnTo>
                <a:lnTo>
                  <a:pt x="68893" y="1151781"/>
                </a:lnTo>
                <a:lnTo>
                  <a:pt x="69429" y="1162348"/>
                </a:lnTo>
                <a:lnTo>
                  <a:pt x="70052" y="1172915"/>
                </a:lnTo>
                <a:lnTo>
                  <a:pt x="70750" y="1183482"/>
                </a:lnTo>
                <a:lnTo>
                  <a:pt x="71502" y="1194049"/>
                </a:lnTo>
                <a:lnTo>
                  <a:pt x="72277" y="1204615"/>
                </a:lnTo>
                <a:lnTo>
                  <a:pt x="73037" y="1215182"/>
                </a:lnTo>
                <a:lnTo>
                  <a:pt x="73741" y="1225749"/>
                </a:lnTo>
                <a:lnTo>
                  <a:pt x="74345" y="1236316"/>
                </a:lnTo>
                <a:lnTo>
                  <a:pt x="74810" y="1246883"/>
                </a:lnTo>
                <a:lnTo>
                  <a:pt x="75102" y="1257449"/>
                </a:lnTo>
                <a:lnTo>
                  <a:pt x="75202" y="1268016"/>
                </a:lnTo>
                <a:lnTo>
                  <a:pt x="75202" y="1268016"/>
                </a:lnTo>
                <a:close/>
              </a:path>
            </a:pathLst>
          </a:custGeom>
          <a:solidFill>
            <a:srgbClr val="00878B">
              <a:alpha val="12000"/>
            </a:srgbClr>
          </a:solidFill>
          <a:ln w="6985">
            <a:solidFill>
              <a:srgbClr val="00878B">
                <a:alpha val="12000"/>
              </a:srgbClr>
            </a:solidFill>
            <a:prstDash val="solid"/>
          </a:ln>
        </p:spPr>
      </p:sp>
      <p:sp>
        <p:nvSpPr>
          <p:cNvPr id="7" name="01_find_only_6">
            <a:extLst>
              <a:ext uri="{FF2B5EF4-FFF2-40B4-BE49-F238E27FC236}">
                <a16:creationId xmlns:a16="http://schemas.microsoft.com/office/drawing/2014/main" id="{F3A34015-EFF7-43F2-A8E6-E4A2A6AE8601}"/>
              </a:ext>
            </a:extLst>
          </p:cNvPr>
          <p:cNvSpPr>
            <a:spLocks noGrp="1"/>
          </p:cNvSpPr>
          <p:nvPr/>
        </p:nvSpPr>
        <p:spPr>
          <a:xfrm>
            <a:off x="2038589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8" name="01_find_only_7">
            <a:extLst>
              <a:ext uri="{FF2B5EF4-FFF2-40B4-BE49-F238E27FC236}">
                <a16:creationId xmlns:a16="http://schemas.microsoft.com/office/drawing/2014/main" id="{A91C88A9-1906-4D74-9751-2CE49C0EB155}"/>
              </a:ext>
            </a:extLst>
          </p:cNvPr>
          <p:cNvSpPr>
            <a:spLocks noGrp="1"/>
          </p:cNvSpPr>
          <p:nvPr/>
        </p:nvSpPr>
        <p:spPr>
          <a:xfrm>
            <a:off x="2293228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9" name="01_find_only_8">
            <a:extLst>
              <a:ext uri="{FF2B5EF4-FFF2-40B4-BE49-F238E27FC236}">
                <a16:creationId xmlns:a16="http://schemas.microsoft.com/office/drawing/2014/main" id="{DA8CB5CB-56F8-40BE-B73A-CFC279E6C42D}"/>
              </a:ext>
            </a:extLst>
          </p:cNvPr>
          <p:cNvSpPr>
            <a:spLocks noGrp="1"/>
          </p:cNvSpPr>
          <p:nvPr/>
        </p:nvSpPr>
        <p:spPr>
          <a:xfrm>
            <a:off x="2547867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10" name="01_find_only_9">
            <a:extLst>
              <a:ext uri="{FF2B5EF4-FFF2-40B4-BE49-F238E27FC236}">
                <a16:creationId xmlns:a16="http://schemas.microsoft.com/office/drawing/2014/main" id="{8862EC4C-24E5-427C-8110-871FE66F44EF}"/>
              </a:ext>
            </a:extLst>
          </p:cNvPr>
          <p:cNvSpPr>
            <a:spLocks noGrp="1"/>
          </p:cNvSpPr>
          <p:nvPr/>
        </p:nvSpPr>
        <p:spPr>
          <a:xfrm>
            <a:off x="3057145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11" name="01_find_only_10">
            <a:extLst>
              <a:ext uri="{FF2B5EF4-FFF2-40B4-BE49-F238E27FC236}">
                <a16:creationId xmlns:a16="http://schemas.microsoft.com/office/drawing/2014/main" id="{63BD3064-5BDA-4EBA-9F80-9FB50E36D7B0}"/>
              </a:ext>
            </a:extLst>
          </p:cNvPr>
          <p:cNvSpPr>
            <a:spLocks noGrp="1"/>
          </p:cNvSpPr>
          <p:nvPr/>
        </p:nvSpPr>
        <p:spPr>
          <a:xfrm>
            <a:off x="3566423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12" name="01_find_only_11">
            <a:extLst>
              <a:ext uri="{FF2B5EF4-FFF2-40B4-BE49-F238E27FC236}">
                <a16:creationId xmlns:a16="http://schemas.microsoft.com/office/drawing/2014/main" id="{2C516DC2-B1A0-4AED-AC02-07F343A957E8}"/>
              </a:ext>
            </a:extLst>
          </p:cNvPr>
          <p:cNvSpPr>
            <a:spLocks noGrp="1"/>
          </p:cNvSpPr>
          <p:nvPr/>
        </p:nvSpPr>
        <p:spPr>
          <a:xfrm>
            <a:off x="2023311" y="4214395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13" name="01_find_only_12">
            <a:extLst>
              <a:ext uri="{FF2B5EF4-FFF2-40B4-BE49-F238E27FC236}">
                <a16:creationId xmlns:a16="http://schemas.microsoft.com/office/drawing/2014/main" id="{584D327D-7A50-4840-A0D6-BFB1DA0D433E}"/>
              </a:ext>
            </a:extLst>
          </p:cNvPr>
          <p:cNvSpPr>
            <a:spLocks noGrp="1"/>
          </p:cNvSpPr>
          <p:nvPr/>
        </p:nvSpPr>
        <p:spPr>
          <a:xfrm>
            <a:off x="1984504" y="4214395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14" name="text_13">
            <a:extLst>
              <a:ext uri="{FF2B5EF4-FFF2-40B4-BE49-F238E27FC236}">
                <a16:creationId xmlns:a16="http://schemas.microsoft.com/office/drawing/2014/main" id="{64E220D2-D924-4562-9A26-B5F9610B44A9}"/>
              </a:ext>
            </a:extLst>
          </p:cNvPr>
          <p:cNvSpPr>
            <a:spLocks noGrp="1"/>
          </p:cNvSpPr>
          <p:nvPr/>
        </p:nvSpPr>
        <p:spPr>
          <a:xfrm>
            <a:off x="1893194" y="4173590"/>
            <a:ext cx="65439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0</a:t>
            </a:r>
          </a:p>
        </p:txBody>
      </p:sp>
      <p:sp>
        <p:nvSpPr>
          <p:cNvPr id="15" name="01_find_only_14">
            <a:extLst>
              <a:ext uri="{FF2B5EF4-FFF2-40B4-BE49-F238E27FC236}">
                <a16:creationId xmlns:a16="http://schemas.microsoft.com/office/drawing/2014/main" id="{427D88C7-03BD-4ED5-ADFC-75DBC4E44C74}"/>
              </a:ext>
            </a:extLst>
          </p:cNvPr>
          <p:cNvSpPr>
            <a:spLocks noGrp="1"/>
          </p:cNvSpPr>
          <p:nvPr/>
        </p:nvSpPr>
        <p:spPr>
          <a:xfrm>
            <a:off x="2023311" y="3568622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16" name="01_find_only_15">
            <a:extLst>
              <a:ext uri="{FF2B5EF4-FFF2-40B4-BE49-F238E27FC236}">
                <a16:creationId xmlns:a16="http://schemas.microsoft.com/office/drawing/2014/main" id="{641C2C0A-B5CA-4BC7-8D47-DDC2C686C870}"/>
              </a:ext>
            </a:extLst>
          </p:cNvPr>
          <p:cNvSpPr>
            <a:spLocks noGrp="1"/>
          </p:cNvSpPr>
          <p:nvPr/>
        </p:nvSpPr>
        <p:spPr>
          <a:xfrm>
            <a:off x="1984504" y="3568622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17" name="text_16">
            <a:extLst>
              <a:ext uri="{FF2B5EF4-FFF2-40B4-BE49-F238E27FC236}">
                <a16:creationId xmlns:a16="http://schemas.microsoft.com/office/drawing/2014/main" id="{BE8A1AD3-659B-4089-A9AB-2A9A2FA6FD92}"/>
              </a:ext>
            </a:extLst>
          </p:cNvPr>
          <p:cNvSpPr>
            <a:spLocks noGrp="1"/>
          </p:cNvSpPr>
          <p:nvPr/>
        </p:nvSpPr>
        <p:spPr>
          <a:xfrm>
            <a:off x="1840690" y="3527818"/>
            <a:ext cx="117943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50</a:t>
            </a:r>
          </a:p>
        </p:txBody>
      </p:sp>
      <p:sp>
        <p:nvSpPr>
          <p:cNvPr id="18" name="01_find_only_17">
            <a:extLst>
              <a:ext uri="{FF2B5EF4-FFF2-40B4-BE49-F238E27FC236}">
                <a16:creationId xmlns:a16="http://schemas.microsoft.com/office/drawing/2014/main" id="{28AD2704-5E96-478E-ACFF-6F5275A12DA1}"/>
              </a:ext>
            </a:extLst>
          </p:cNvPr>
          <p:cNvSpPr>
            <a:spLocks noGrp="1"/>
          </p:cNvSpPr>
          <p:nvPr/>
        </p:nvSpPr>
        <p:spPr>
          <a:xfrm>
            <a:off x="2023311" y="2922850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19" name="01_find_only_18">
            <a:extLst>
              <a:ext uri="{FF2B5EF4-FFF2-40B4-BE49-F238E27FC236}">
                <a16:creationId xmlns:a16="http://schemas.microsoft.com/office/drawing/2014/main" id="{9A440BA2-2DA4-4850-97E2-769274F00BF2}"/>
              </a:ext>
            </a:extLst>
          </p:cNvPr>
          <p:cNvSpPr>
            <a:spLocks noGrp="1"/>
          </p:cNvSpPr>
          <p:nvPr/>
        </p:nvSpPr>
        <p:spPr>
          <a:xfrm>
            <a:off x="1984504" y="2922850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0" name="text_19">
            <a:extLst>
              <a:ext uri="{FF2B5EF4-FFF2-40B4-BE49-F238E27FC236}">
                <a16:creationId xmlns:a16="http://schemas.microsoft.com/office/drawing/2014/main" id="{1E13D22A-24CF-40EA-AE23-E54877FEE52D}"/>
              </a:ext>
            </a:extLst>
          </p:cNvPr>
          <p:cNvSpPr>
            <a:spLocks noGrp="1"/>
          </p:cNvSpPr>
          <p:nvPr/>
        </p:nvSpPr>
        <p:spPr>
          <a:xfrm>
            <a:off x="1788187" y="2882045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100</a:t>
            </a:r>
          </a:p>
        </p:txBody>
      </p:sp>
      <p:sp>
        <p:nvSpPr>
          <p:cNvPr id="21" name="text_20">
            <a:extLst>
              <a:ext uri="{FF2B5EF4-FFF2-40B4-BE49-F238E27FC236}">
                <a16:creationId xmlns:a16="http://schemas.microsoft.com/office/drawing/2014/main" id="{E0A0A5CC-F70F-479B-B799-29F60E25D016}"/>
              </a:ext>
            </a:extLst>
          </p:cNvPr>
          <p:cNvSpPr>
            <a:spLocks noGrp="1"/>
          </p:cNvSpPr>
          <p:nvPr/>
        </p:nvSpPr>
        <p:spPr>
          <a:xfrm rot="-5400000">
            <a:off x="1162699" y="3503944"/>
            <a:ext cx="1082663" cy="12935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815" dirty="0"/>
              <a:t>Detected instances (%)</a:t>
            </a:r>
          </a:p>
        </p:txBody>
      </p:sp>
      <p:sp>
        <p:nvSpPr>
          <p:cNvPr id="22" name="01_find_only_21">
            <a:extLst>
              <a:ext uri="{FF2B5EF4-FFF2-40B4-BE49-F238E27FC236}">
                <a16:creationId xmlns:a16="http://schemas.microsoft.com/office/drawing/2014/main" id="{F82F967A-9335-4EFE-81D4-5AAC2B0A8558}"/>
              </a:ext>
            </a:extLst>
          </p:cNvPr>
          <p:cNvSpPr>
            <a:spLocks noGrp="1"/>
          </p:cNvSpPr>
          <p:nvPr/>
        </p:nvSpPr>
        <p:spPr>
          <a:xfrm>
            <a:off x="2255157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" name="01_find_only_22">
            <a:extLst>
              <a:ext uri="{FF2B5EF4-FFF2-40B4-BE49-F238E27FC236}">
                <a16:creationId xmlns:a16="http://schemas.microsoft.com/office/drawing/2014/main" id="{EDD7B2C8-C05E-40D0-9E11-5171F007B4CE}"/>
              </a:ext>
            </a:extLst>
          </p:cNvPr>
          <p:cNvSpPr>
            <a:spLocks noGrp="1"/>
          </p:cNvSpPr>
          <p:nvPr/>
        </p:nvSpPr>
        <p:spPr>
          <a:xfrm>
            <a:off x="2236505" y="37156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" name="01_find_only_23">
            <a:extLst>
              <a:ext uri="{FF2B5EF4-FFF2-40B4-BE49-F238E27FC236}">
                <a16:creationId xmlns:a16="http://schemas.microsoft.com/office/drawing/2014/main" id="{1AAFE5C6-5C6F-4BD8-A385-F419206CF13C}"/>
              </a:ext>
            </a:extLst>
          </p:cNvPr>
          <p:cNvSpPr>
            <a:spLocks noGrp="1"/>
          </p:cNvSpPr>
          <p:nvPr/>
        </p:nvSpPr>
        <p:spPr>
          <a:xfrm>
            <a:off x="225166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" name="01_find_only_24">
            <a:extLst>
              <a:ext uri="{FF2B5EF4-FFF2-40B4-BE49-F238E27FC236}">
                <a16:creationId xmlns:a16="http://schemas.microsoft.com/office/drawing/2014/main" id="{7B8351E0-248E-4BDA-BDFA-55C2AD19F7AC}"/>
              </a:ext>
            </a:extLst>
          </p:cNvPr>
          <p:cNvSpPr>
            <a:spLocks noGrp="1"/>
          </p:cNvSpPr>
          <p:nvPr/>
        </p:nvSpPr>
        <p:spPr>
          <a:xfrm>
            <a:off x="225127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" name="01_find_only_25">
            <a:extLst>
              <a:ext uri="{FF2B5EF4-FFF2-40B4-BE49-F238E27FC236}">
                <a16:creationId xmlns:a16="http://schemas.microsoft.com/office/drawing/2014/main" id="{D75891A5-A4D9-4511-94ED-9A8B9AC3F89E}"/>
              </a:ext>
            </a:extLst>
          </p:cNvPr>
          <p:cNvSpPr>
            <a:spLocks noGrp="1"/>
          </p:cNvSpPr>
          <p:nvPr/>
        </p:nvSpPr>
        <p:spPr>
          <a:xfrm>
            <a:off x="2267788" y="36617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" name="01_find_only_26">
            <a:extLst>
              <a:ext uri="{FF2B5EF4-FFF2-40B4-BE49-F238E27FC236}">
                <a16:creationId xmlns:a16="http://schemas.microsoft.com/office/drawing/2014/main" id="{ED67A4BD-6619-48EB-AA33-42CD9E09BD1B}"/>
              </a:ext>
            </a:extLst>
          </p:cNvPr>
          <p:cNvSpPr>
            <a:spLocks noGrp="1"/>
          </p:cNvSpPr>
          <p:nvPr/>
        </p:nvSpPr>
        <p:spPr>
          <a:xfrm>
            <a:off x="229605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" name="01_find_only_27">
            <a:extLst>
              <a:ext uri="{FF2B5EF4-FFF2-40B4-BE49-F238E27FC236}">
                <a16:creationId xmlns:a16="http://schemas.microsoft.com/office/drawing/2014/main" id="{1E406E0A-F2BB-4060-983C-B130A4C80E69}"/>
              </a:ext>
            </a:extLst>
          </p:cNvPr>
          <p:cNvSpPr>
            <a:spLocks noGrp="1"/>
          </p:cNvSpPr>
          <p:nvPr/>
        </p:nvSpPr>
        <p:spPr>
          <a:xfrm>
            <a:off x="231383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" name="01_find_only_28">
            <a:extLst>
              <a:ext uri="{FF2B5EF4-FFF2-40B4-BE49-F238E27FC236}">
                <a16:creationId xmlns:a16="http://schemas.microsoft.com/office/drawing/2014/main" id="{B0C1AD3B-CB48-474F-90DA-3BE4FF0128D8}"/>
              </a:ext>
            </a:extLst>
          </p:cNvPr>
          <p:cNvSpPr>
            <a:spLocks noGrp="1"/>
          </p:cNvSpPr>
          <p:nvPr/>
        </p:nvSpPr>
        <p:spPr>
          <a:xfrm>
            <a:off x="2241653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" name="01_find_only_29">
            <a:extLst>
              <a:ext uri="{FF2B5EF4-FFF2-40B4-BE49-F238E27FC236}">
                <a16:creationId xmlns:a16="http://schemas.microsoft.com/office/drawing/2014/main" id="{8E742921-C6D9-4B2D-A13B-125586F75864}"/>
              </a:ext>
            </a:extLst>
          </p:cNvPr>
          <p:cNvSpPr>
            <a:spLocks noGrp="1"/>
          </p:cNvSpPr>
          <p:nvPr/>
        </p:nvSpPr>
        <p:spPr>
          <a:xfrm>
            <a:off x="228605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" name="01_find_only_30">
            <a:extLst>
              <a:ext uri="{FF2B5EF4-FFF2-40B4-BE49-F238E27FC236}">
                <a16:creationId xmlns:a16="http://schemas.microsoft.com/office/drawing/2014/main" id="{166DBB21-0F4E-43C1-827C-E32C5CDF66C4}"/>
              </a:ext>
            </a:extLst>
          </p:cNvPr>
          <p:cNvSpPr>
            <a:spLocks noGrp="1"/>
          </p:cNvSpPr>
          <p:nvPr/>
        </p:nvSpPr>
        <p:spPr>
          <a:xfrm>
            <a:off x="224194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" name="01_find_only_31">
            <a:extLst>
              <a:ext uri="{FF2B5EF4-FFF2-40B4-BE49-F238E27FC236}">
                <a16:creationId xmlns:a16="http://schemas.microsoft.com/office/drawing/2014/main" id="{55EADB7D-08D3-40BB-8BC1-311A1375A7BD}"/>
              </a:ext>
            </a:extLst>
          </p:cNvPr>
          <p:cNvSpPr>
            <a:spLocks noGrp="1"/>
          </p:cNvSpPr>
          <p:nvPr/>
        </p:nvSpPr>
        <p:spPr>
          <a:xfrm>
            <a:off x="223125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" name="01_find_only_32">
            <a:extLst>
              <a:ext uri="{FF2B5EF4-FFF2-40B4-BE49-F238E27FC236}">
                <a16:creationId xmlns:a16="http://schemas.microsoft.com/office/drawing/2014/main" id="{9AC40AC7-11F7-4E20-AC9A-325BC6E79703}"/>
              </a:ext>
            </a:extLst>
          </p:cNvPr>
          <p:cNvSpPr>
            <a:spLocks noGrp="1"/>
          </p:cNvSpPr>
          <p:nvPr/>
        </p:nvSpPr>
        <p:spPr>
          <a:xfrm>
            <a:off x="230606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" name="01_find_only_33">
            <a:extLst>
              <a:ext uri="{FF2B5EF4-FFF2-40B4-BE49-F238E27FC236}">
                <a16:creationId xmlns:a16="http://schemas.microsoft.com/office/drawing/2014/main" id="{B241028C-6063-46D9-B66E-29ED23E42149}"/>
              </a:ext>
            </a:extLst>
          </p:cNvPr>
          <p:cNvSpPr>
            <a:spLocks noGrp="1"/>
          </p:cNvSpPr>
          <p:nvPr/>
        </p:nvSpPr>
        <p:spPr>
          <a:xfrm>
            <a:off x="232598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5" name="01_find_only_34">
            <a:extLst>
              <a:ext uri="{FF2B5EF4-FFF2-40B4-BE49-F238E27FC236}">
                <a16:creationId xmlns:a16="http://schemas.microsoft.com/office/drawing/2014/main" id="{84AC9477-671E-4322-A922-41680FF46D7B}"/>
              </a:ext>
            </a:extLst>
          </p:cNvPr>
          <p:cNvSpPr>
            <a:spLocks noGrp="1"/>
          </p:cNvSpPr>
          <p:nvPr/>
        </p:nvSpPr>
        <p:spPr>
          <a:xfrm>
            <a:off x="226749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6" name="01_find_only_35">
            <a:extLst>
              <a:ext uri="{FF2B5EF4-FFF2-40B4-BE49-F238E27FC236}">
                <a16:creationId xmlns:a16="http://schemas.microsoft.com/office/drawing/2014/main" id="{A90FEBCC-3A8F-47A8-BB2E-E2CA066D7304}"/>
              </a:ext>
            </a:extLst>
          </p:cNvPr>
          <p:cNvSpPr>
            <a:spLocks noGrp="1"/>
          </p:cNvSpPr>
          <p:nvPr/>
        </p:nvSpPr>
        <p:spPr>
          <a:xfrm>
            <a:off x="232073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7" name="01_find_only_36">
            <a:extLst>
              <a:ext uri="{FF2B5EF4-FFF2-40B4-BE49-F238E27FC236}">
                <a16:creationId xmlns:a16="http://schemas.microsoft.com/office/drawing/2014/main" id="{F6BBA956-78C6-45D3-B8EC-2BDE591F1FE8}"/>
              </a:ext>
            </a:extLst>
          </p:cNvPr>
          <p:cNvSpPr>
            <a:spLocks noGrp="1"/>
          </p:cNvSpPr>
          <p:nvPr/>
        </p:nvSpPr>
        <p:spPr>
          <a:xfrm>
            <a:off x="2251563" y="369766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8" name="01_find_only_37">
            <a:extLst>
              <a:ext uri="{FF2B5EF4-FFF2-40B4-BE49-F238E27FC236}">
                <a16:creationId xmlns:a16="http://schemas.microsoft.com/office/drawing/2014/main" id="{CB9E3D73-0B35-49F0-9A27-E0E3BF974B5C}"/>
              </a:ext>
            </a:extLst>
          </p:cNvPr>
          <p:cNvSpPr>
            <a:spLocks noGrp="1"/>
          </p:cNvSpPr>
          <p:nvPr/>
        </p:nvSpPr>
        <p:spPr>
          <a:xfrm>
            <a:off x="2270022" y="366927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9" name="01_find_only_38">
            <a:extLst>
              <a:ext uri="{FF2B5EF4-FFF2-40B4-BE49-F238E27FC236}">
                <a16:creationId xmlns:a16="http://schemas.microsoft.com/office/drawing/2014/main" id="{35FCF9CA-AD63-4DF8-A4A0-E6522E13D7A1}"/>
              </a:ext>
            </a:extLst>
          </p:cNvPr>
          <p:cNvSpPr>
            <a:spLocks noGrp="1"/>
          </p:cNvSpPr>
          <p:nvPr/>
        </p:nvSpPr>
        <p:spPr>
          <a:xfrm>
            <a:off x="2298973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0" name="01_find_only_39">
            <a:extLst>
              <a:ext uri="{FF2B5EF4-FFF2-40B4-BE49-F238E27FC236}">
                <a16:creationId xmlns:a16="http://schemas.microsoft.com/office/drawing/2014/main" id="{59FCCFF7-3D12-4B5D-83F6-E4C7A8D32E1A}"/>
              </a:ext>
            </a:extLst>
          </p:cNvPr>
          <p:cNvSpPr>
            <a:spLocks noGrp="1"/>
          </p:cNvSpPr>
          <p:nvPr/>
        </p:nvSpPr>
        <p:spPr>
          <a:xfrm>
            <a:off x="231636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1" name="01_find_only_40">
            <a:extLst>
              <a:ext uri="{FF2B5EF4-FFF2-40B4-BE49-F238E27FC236}">
                <a16:creationId xmlns:a16="http://schemas.microsoft.com/office/drawing/2014/main" id="{1818E80E-A5B9-4A76-98D3-8FC5CA32D5CC}"/>
              </a:ext>
            </a:extLst>
          </p:cNvPr>
          <p:cNvSpPr>
            <a:spLocks noGrp="1"/>
          </p:cNvSpPr>
          <p:nvPr/>
        </p:nvSpPr>
        <p:spPr>
          <a:xfrm>
            <a:off x="2325787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2" name="01_find_only_41">
            <a:extLst>
              <a:ext uri="{FF2B5EF4-FFF2-40B4-BE49-F238E27FC236}">
                <a16:creationId xmlns:a16="http://schemas.microsoft.com/office/drawing/2014/main" id="{9784533F-86E7-479C-9843-F586B24F236A}"/>
              </a:ext>
            </a:extLst>
          </p:cNvPr>
          <p:cNvSpPr>
            <a:spLocks noGrp="1"/>
          </p:cNvSpPr>
          <p:nvPr/>
        </p:nvSpPr>
        <p:spPr>
          <a:xfrm>
            <a:off x="229227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3" name="01_find_only_42">
            <a:extLst>
              <a:ext uri="{FF2B5EF4-FFF2-40B4-BE49-F238E27FC236}">
                <a16:creationId xmlns:a16="http://schemas.microsoft.com/office/drawing/2014/main" id="{95FCC931-DD82-4ED8-BA73-612599BEB8FD}"/>
              </a:ext>
            </a:extLst>
          </p:cNvPr>
          <p:cNvSpPr>
            <a:spLocks noGrp="1"/>
          </p:cNvSpPr>
          <p:nvPr/>
        </p:nvSpPr>
        <p:spPr>
          <a:xfrm>
            <a:off x="2234659" y="35881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4" name="01_find_only_43">
            <a:extLst>
              <a:ext uri="{FF2B5EF4-FFF2-40B4-BE49-F238E27FC236}">
                <a16:creationId xmlns:a16="http://schemas.microsoft.com/office/drawing/2014/main" id="{CC9EC987-CBF8-489C-97F4-CD5F31D8365A}"/>
              </a:ext>
            </a:extLst>
          </p:cNvPr>
          <p:cNvSpPr>
            <a:spLocks noGrp="1"/>
          </p:cNvSpPr>
          <p:nvPr/>
        </p:nvSpPr>
        <p:spPr>
          <a:xfrm>
            <a:off x="224903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5" name="01_find_only_44">
            <a:extLst>
              <a:ext uri="{FF2B5EF4-FFF2-40B4-BE49-F238E27FC236}">
                <a16:creationId xmlns:a16="http://schemas.microsoft.com/office/drawing/2014/main" id="{A53DB29A-6C1C-4A7E-A5B2-87CB8C112695}"/>
              </a:ext>
            </a:extLst>
          </p:cNvPr>
          <p:cNvSpPr>
            <a:spLocks noGrp="1"/>
          </p:cNvSpPr>
          <p:nvPr/>
        </p:nvSpPr>
        <p:spPr>
          <a:xfrm>
            <a:off x="225535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6" name="01_find_only_45">
            <a:extLst>
              <a:ext uri="{FF2B5EF4-FFF2-40B4-BE49-F238E27FC236}">
                <a16:creationId xmlns:a16="http://schemas.microsoft.com/office/drawing/2014/main" id="{D02104A2-A066-48C1-9254-9DBD843D6051}"/>
              </a:ext>
            </a:extLst>
          </p:cNvPr>
          <p:cNvSpPr>
            <a:spLocks noGrp="1"/>
          </p:cNvSpPr>
          <p:nvPr/>
        </p:nvSpPr>
        <p:spPr>
          <a:xfrm>
            <a:off x="2234464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7" name="01_find_only_46">
            <a:extLst>
              <a:ext uri="{FF2B5EF4-FFF2-40B4-BE49-F238E27FC236}">
                <a16:creationId xmlns:a16="http://schemas.microsoft.com/office/drawing/2014/main" id="{CFE8C616-91D5-4119-B345-1247E37D4D3D}"/>
              </a:ext>
            </a:extLst>
          </p:cNvPr>
          <p:cNvSpPr>
            <a:spLocks noGrp="1"/>
          </p:cNvSpPr>
          <p:nvPr/>
        </p:nvSpPr>
        <p:spPr>
          <a:xfrm>
            <a:off x="2233882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8" name="01_find_only_47">
            <a:extLst>
              <a:ext uri="{FF2B5EF4-FFF2-40B4-BE49-F238E27FC236}">
                <a16:creationId xmlns:a16="http://schemas.microsoft.com/office/drawing/2014/main" id="{95E5CF35-1590-4493-A744-F437AF00E459}"/>
              </a:ext>
            </a:extLst>
          </p:cNvPr>
          <p:cNvSpPr>
            <a:spLocks noGrp="1"/>
          </p:cNvSpPr>
          <p:nvPr/>
        </p:nvSpPr>
        <p:spPr>
          <a:xfrm>
            <a:off x="225272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9" name="01_find_only_48">
            <a:extLst>
              <a:ext uri="{FF2B5EF4-FFF2-40B4-BE49-F238E27FC236}">
                <a16:creationId xmlns:a16="http://schemas.microsoft.com/office/drawing/2014/main" id="{0BF06AD6-5E05-49D4-8744-BD93E198C685}"/>
              </a:ext>
            </a:extLst>
          </p:cNvPr>
          <p:cNvSpPr>
            <a:spLocks noGrp="1"/>
          </p:cNvSpPr>
          <p:nvPr/>
        </p:nvSpPr>
        <p:spPr>
          <a:xfrm>
            <a:off x="228935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0" name="01_find_only_49">
            <a:extLst>
              <a:ext uri="{FF2B5EF4-FFF2-40B4-BE49-F238E27FC236}">
                <a16:creationId xmlns:a16="http://schemas.microsoft.com/office/drawing/2014/main" id="{94E88439-B41A-4C8D-92E1-6F89A37CC225}"/>
              </a:ext>
            </a:extLst>
          </p:cNvPr>
          <p:cNvSpPr>
            <a:spLocks noGrp="1"/>
          </p:cNvSpPr>
          <p:nvPr/>
        </p:nvSpPr>
        <p:spPr>
          <a:xfrm>
            <a:off x="224757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1" name="01_find_only_50">
            <a:extLst>
              <a:ext uri="{FF2B5EF4-FFF2-40B4-BE49-F238E27FC236}">
                <a16:creationId xmlns:a16="http://schemas.microsoft.com/office/drawing/2014/main" id="{C6EE425F-2EFB-4982-AE65-B8B069496E5E}"/>
              </a:ext>
            </a:extLst>
          </p:cNvPr>
          <p:cNvSpPr>
            <a:spLocks noGrp="1"/>
          </p:cNvSpPr>
          <p:nvPr/>
        </p:nvSpPr>
        <p:spPr>
          <a:xfrm>
            <a:off x="227672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2" name="01_find_only_51">
            <a:extLst>
              <a:ext uri="{FF2B5EF4-FFF2-40B4-BE49-F238E27FC236}">
                <a16:creationId xmlns:a16="http://schemas.microsoft.com/office/drawing/2014/main" id="{64716EED-0FA2-4DB1-AC6E-F693A875518A}"/>
              </a:ext>
            </a:extLst>
          </p:cNvPr>
          <p:cNvSpPr>
            <a:spLocks noGrp="1"/>
          </p:cNvSpPr>
          <p:nvPr/>
        </p:nvSpPr>
        <p:spPr>
          <a:xfrm>
            <a:off x="226642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3" name="01_find_only_52">
            <a:extLst>
              <a:ext uri="{FF2B5EF4-FFF2-40B4-BE49-F238E27FC236}">
                <a16:creationId xmlns:a16="http://schemas.microsoft.com/office/drawing/2014/main" id="{2C3609B2-37F6-415D-A43E-72AF6BAA06A5}"/>
              </a:ext>
            </a:extLst>
          </p:cNvPr>
          <p:cNvSpPr>
            <a:spLocks noGrp="1"/>
          </p:cNvSpPr>
          <p:nvPr/>
        </p:nvSpPr>
        <p:spPr>
          <a:xfrm>
            <a:off x="231461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4" name="01_find_only_53">
            <a:extLst>
              <a:ext uri="{FF2B5EF4-FFF2-40B4-BE49-F238E27FC236}">
                <a16:creationId xmlns:a16="http://schemas.microsoft.com/office/drawing/2014/main" id="{93AC4809-75D4-44A8-B786-3788FCE92812}"/>
              </a:ext>
            </a:extLst>
          </p:cNvPr>
          <p:cNvSpPr>
            <a:spLocks noGrp="1"/>
          </p:cNvSpPr>
          <p:nvPr/>
        </p:nvSpPr>
        <p:spPr>
          <a:xfrm>
            <a:off x="2256810" y="414785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5" name="01_find_only_54">
            <a:extLst>
              <a:ext uri="{FF2B5EF4-FFF2-40B4-BE49-F238E27FC236}">
                <a16:creationId xmlns:a16="http://schemas.microsoft.com/office/drawing/2014/main" id="{719B737D-6F18-44B4-BF1B-EB7F4499A01D}"/>
              </a:ext>
            </a:extLst>
          </p:cNvPr>
          <p:cNvSpPr>
            <a:spLocks noGrp="1"/>
          </p:cNvSpPr>
          <p:nvPr/>
        </p:nvSpPr>
        <p:spPr>
          <a:xfrm>
            <a:off x="2296739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6" name="01_find_only_55">
            <a:extLst>
              <a:ext uri="{FF2B5EF4-FFF2-40B4-BE49-F238E27FC236}">
                <a16:creationId xmlns:a16="http://schemas.microsoft.com/office/drawing/2014/main" id="{3D7D4CCE-457A-4CF1-8EFF-F72EB1622358}"/>
              </a:ext>
            </a:extLst>
          </p:cNvPr>
          <p:cNvSpPr>
            <a:spLocks noGrp="1"/>
          </p:cNvSpPr>
          <p:nvPr/>
        </p:nvSpPr>
        <p:spPr>
          <a:xfrm>
            <a:off x="229916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7" name="01_find_only_56">
            <a:extLst>
              <a:ext uri="{FF2B5EF4-FFF2-40B4-BE49-F238E27FC236}">
                <a16:creationId xmlns:a16="http://schemas.microsoft.com/office/drawing/2014/main" id="{48CDDBEE-46F7-4A8F-8B5B-4D065EFD5D25}"/>
              </a:ext>
            </a:extLst>
          </p:cNvPr>
          <p:cNvSpPr>
            <a:spLocks noGrp="1"/>
          </p:cNvSpPr>
          <p:nvPr/>
        </p:nvSpPr>
        <p:spPr>
          <a:xfrm>
            <a:off x="223417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8" name="01_find_only_57">
            <a:extLst>
              <a:ext uri="{FF2B5EF4-FFF2-40B4-BE49-F238E27FC236}">
                <a16:creationId xmlns:a16="http://schemas.microsoft.com/office/drawing/2014/main" id="{D044E784-A241-4B6F-A23A-30ADCBED39A8}"/>
              </a:ext>
            </a:extLst>
          </p:cNvPr>
          <p:cNvSpPr>
            <a:spLocks noGrp="1"/>
          </p:cNvSpPr>
          <p:nvPr/>
        </p:nvSpPr>
        <p:spPr>
          <a:xfrm>
            <a:off x="231335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9" name="01_find_only_58">
            <a:extLst>
              <a:ext uri="{FF2B5EF4-FFF2-40B4-BE49-F238E27FC236}">
                <a16:creationId xmlns:a16="http://schemas.microsoft.com/office/drawing/2014/main" id="{0BB71FE0-E335-4912-A18E-1BAB6492F9C8}"/>
              </a:ext>
            </a:extLst>
          </p:cNvPr>
          <p:cNvSpPr>
            <a:spLocks noGrp="1"/>
          </p:cNvSpPr>
          <p:nvPr/>
        </p:nvSpPr>
        <p:spPr>
          <a:xfrm>
            <a:off x="223184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0" name="01_find_only_59">
            <a:extLst>
              <a:ext uri="{FF2B5EF4-FFF2-40B4-BE49-F238E27FC236}">
                <a16:creationId xmlns:a16="http://schemas.microsoft.com/office/drawing/2014/main" id="{AFBA0733-F523-42FB-9C39-2F2BFC0FE76A}"/>
              </a:ext>
            </a:extLst>
          </p:cNvPr>
          <p:cNvSpPr>
            <a:spLocks noGrp="1"/>
          </p:cNvSpPr>
          <p:nvPr/>
        </p:nvSpPr>
        <p:spPr>
          <a:xfrm>
            <a:off x="231315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1" name="01_find_only_60">
            <a:extLst>
              <a:ext uri="{FF2B5EF4-FFF2-40B4-BE49-F238E27FC236}">
                <a16:creationId xmlns:a16="http://schemas.microsoft.com/office/drawing/2014/main" id="{6F9B22F7-A492-4721-94B4-A2054B5FA2A7}"/>
              </a:ext>
            </a:extLst>
          </p:cNvPr>
          <p:cNvSpPr>
            <a:spLocks noGrp="1"/>
          </p:cNvSpPr>
          <p:nvPr/>
        </p:nvSpPr>
        <p:spPr>
          <a:xfrm>
            <a:off x="232258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2" name="01_find_only_61">
            <a:extLst>
              <a:ext uri="{FF2B5EF4-FFF2-40B4-BE49-F238E27FC236}">
                <a16:creationId xmlns:a16="http://schemas.microsoft.com/office/drawing/2014/main" id="{51CF08E8-5D9B-4233-B37A-E31E9CB827FD}"/>
              </a:ext>
            </a:extLst>
          </p:cNvPr>
          <p:cNvSpPr>
            <a:spLocks noGrp="1"/>
          </p:cNvSpPr>
          <p:nvPr/>
        </p:nvSpPr>
        <p:spPr>
          <a:xfrm>
            <a:off x="228993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3" name="01_find_only_62">
            <a:extLst>
              <a:ext uri="{FF2B5EF4-FFF2-40B4-BE49-F238E27FC236}">
                <a16:creationId xmlns:a16="http://schemas.microsoft.com/office/drawing/2014/main" id="{5934E31D-D7D7-402E-BE2F-8E996DCD5A6B}"/>
              </a:ext>
            </a:extLst>
          </p:cNvPr>
          <p:cNvSpPr>
            <a:spLocks noGrp="1"/>
          </p:cNvSpPr>
          <p:nvPr/>
        </p:nvSpPr>
        <p:spPr>
          <a:xfrm>
            <a:off x="226079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4" name="01_find_only_63">
            <a:extLst>
              <a:ext uri="{FF2B5EF4-FFF2-40B4-BE49-F238E27FC236}">
                <a16:creationId xmlns:a16="http://schemas.microsoft.com/office/drawing/2014/main" id="{F3E6B4F1-ED0C-4B20-ABB1-8226FCA68175}"/>
              </a:ext>
            </a:extLst>
          </p:cNvPr>
          <p:cNvSpPr>
            <a:spLocks noGrp="1"/>
          </p:cNvSpPr>
          <p:nvPr/>
        </p:nvSpPr>
        <p:spPr>
          <a:xfrm>
            <a:off x="230149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5" name="01_find_only_64">
            <a:extLst>
              <a:ext uri="{FF2B5EF4-FFF2-40B4-BE49-F238E27FC236}">
                <a16:creationId xmlns:a16="http://schemas.microsoft.com/office/drawing/2014/main" id="{81E01F3A-6681-4C5F-969C-FB8459505680}"/>
              </a:ext>
            </a:extLst>
          </p:cNvPr>
          <p:cNvSpPr>
            <a:spLocks noGrp="1"/>
          </p:cNvSpPr>
          <p:nvPr/>
        </p:nvSpPr>
        <p:spPr>
          <a:xfrm>
            <a:off x="225204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6" name="01_find_only_65">
            <a:extLst>
              <a:ext uri="{FF2B5EF4-FFF2-40B4-BE49-F238E27FC236}">
                <a16:creationId xmlns:a16="http://schemas.microsoft.com/office/drawing/2014/main" id="{749DE3B5-B211-4C4D-80AB-14ECB3B5D73D}"/>
              </a:ext>
            </a:extLst>
          </p:cNvPr>
          <p:cNvSpPr>
            <a:spLocks noGrp="1"/>
          </p:cNvSpPr>
          <p:nvPr/>
        </p:nvSpPr>
        <p:spPr>
          <a:xfrm>
            <a:off x="2277017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7" name="01_find_only_66">
            <a:extLst>
              <a:ext uri="{FF2B5EF4-FFF2-40B4-BE49-F238E27FC236}">
                <a16:creationId xmlns:a16="http://schemas.microsoft.com/office/drawing/2014/main" id="{AA78EB54-F56E-44D6-8379-5A222513BC71}"/>
              </a:ext>
            </a:extLst>
          </p:cNvPr>
          <p:cNvSpPr>
            <a:spLocks noGrp="1"/>
          </p:cNvSpPr>
          <p:nvPr/>
        </p:nvSpPr>
        <p:spPr>
          <a:xfrm>
            <a:off x="227701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8" name="01_find_only_67">
            <a:extLst>
              <a:ext uri="{FF2B5EF4-FFF2-40B4-BE49-F238E27FC236}">
                <a16:creationId xmlns:a16="http://schemas.microsoft.com/office/drawing/2014/main" id="{F67264C7-3E69-47FB-92C4-3AE473407B9A}"/>
              </a:ext>
            </a:extLst>
          </p:cNvPr>
          <p:cNvSpPr>
            <a:spLocks noGrp="1"/>
          </p:cNvSpPr>
          <p:nvPr/>
        </p:nvSpPr>
        <p:spPr>
          <a:xfrm>
            <a:off x="2247872" y="38309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9" name="01_find_only_68">
            <a:extLst>
              <a:ext uri="{FF2B5EF4-FFF2-40B4-BE49-F238E27FC236}">
                <a16:creationId xmlns:a16="http://schemas.microsoft.com/office/drawing/2014/main" id="{C899F059-5CEC-4E12-BBB2-7AD676F2C8E9}"/>
              </a:ext>
            </a:extLst>
          </p:cNvPr>
          <p:cNvSpPr>
            <a:spLocks noGrp="1"/>
          </p:cNvSpPr>
          <p:nvPr/>
        </p:nvSpPr>
        <p:spPr>
          <a:xfrm>
            <a:off x="2315586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0" name="01_find_only_69">
            <a:extLst>
              <a:ext uri="{FF2B5EF4-FFF2-40B4-BE49-F238E27FC236}">
                <a16:creationId xmlns:a16="http://schemas.microsoft.com/office/drawing/2014/main" id="{56BF14AE-FD6A-4ECD-B50E-3CF9265842B3}"/>
              </a:ext>
            </a:extLst>
          </p:cNvPr>
          <p:cNvSpPr>
            <a:spLocks noGrp="1"/>
          </p:cNvSpPr>
          <p:nvPr/>
        </p:nvSpPr>
        <p:spPr>
          <a:xfrm>
            <a:off x="226244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1" name="01_find_only_70">
            <a:extLst>
              <a:ext uri="{FF2B5EF4-FFF2-40B4-BE49-F238E27FC236}">
                <a16:creationId xmlns:a16="http://schemas.microsoft.com/office/drawing/2014/main" id="{78D7C170-DF2F-4C8B-9B86-DEDFBD05EF32}"/>
              </a:ext>
            </a:extLst>
          </p:cNvPr>
          <p:cNvSpPr>
            <a:spLocks noGrp="1"/>
          </p:cNvSpPr>
          <p:nvPr/>
        </p:nvSpPr>
        <p:spPr>
          <a:xfrm>
            <a:off x="2271868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2" name="01_find_only_71">
            <a:extLst>
              <a:ext uri="{FF2B5EF4-FFF2-40B4-BE49-F238E27FC236}">
                <a16:creationId xmlns:a16="http://schemas.microsoft.com/office/drawing/2014/main" id="{AD9F5388-E8BC-409E-89D0-BAFB569803C9}"/>
              </a:ext>
            </a:extLst>
          </p:cNvPr>
          <p:cNvSpPr>
            <a:spLocks noGrp="1"/>
          </p:cNvSpPr>
          <p:nvPr/>
        </p:nvSpPr>
        <p:spPr>
          <a:xfrm>
            <a:off x="232491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3" name="01_find_only_72">
            <a:extLst>
              <a:ext uri="{FF2B5EF4-FFF2-40B4-BE49-F238E27FC236}">
                <a16:creationId xmlns:a16="http://schemas.microsoft.com/office/drawing/2014/main" id="{8274DF92-05C8-486C-B5C9-7CC1CEFFE2B5}"/>
              </a:ext>
            </a:extLst>
          </p:cNvPr>
          <p:cNvSpPr>
            <a:spLocks noGrp="1"/>
          </p:cNvSpPr>
          <p:nvPr/>
        </p:nvSpPr>
        <p:spPr>
          <a:xfrm>
            <a:off x="229576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4" name="01_find_only_73">
            <a:extLst>
              <a:ext uri="{FF2B5EF4-FFF2-40B4-BE49-F238E27FC236}">
                <a16:creationId xmlns:a16="http://schemas.microsoft.com/office/drawing/2014/main" id="{5AEE47ED-F255-42B4-A585-D7787D4E6B53}"/>
              </a:ext>
            </a:extLst>
          </p:cNvPr>
          <p:cNvSpPr>
            <a:spLocks noGrp="1"/>
          </p:cNvSpPr>
          <p:nvPr/>
        </p:nvSpPr>
        <p:spPr>
          <a:xfrm>
            <a:off x="2321415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5" name="01_find_only_74">
            <a:extLst>
              <a:ext uri="{FF2B5EF4-FFF2-40B4-BE49-F238E27FC236}">
                <a16:creationId xmlns:a16="http://schemas.microsoft.com/office/drawing/2014/main" id="{757A8673-F02E-4B44-B05B-139E6ECC9398}"/>
              </a:ext>
            </a:extLst>
          </p:cNvPr>
          <p:cNvSpPr>
            <a:spLocks noGrp="1"/>
          </p:cNvSpPr>
          <p:nvPr/>
        </p:nvSpPr>
        <p:spPr>
          <a:xfrm>
            <a:off x="223553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6" name="01_find_only_75">
            <a:extLst>
              <a:ext uri="{FF2B5EF4-FFF2-40B4-BE49-F238E27FC236}">
                <a16:creationId xmlns:a16="http://schemas.microsoft.com/office/drawing/2014/main" id="{3F4E5FF8-7922-4583-A87F-E2E6BBE5AB3A}"/>
              </a:ext>
            </a:extLst>
          </p:cNvPr>
          <p:cNvSpPr>
            <a:spLocks noGrp="1"/>
          </p:cNvSpPr>
          <p:nvPr/>
        </p:nvSpPr>
        <p:spPr>
          <a:xfrm>
            <a:off x="231422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7" name="01_find_only_76">
            <a:extLst>
              <a:ext uri="{FF2B5EF4-FFF2-40B4-BE49-F238E27FC236}">
                <a16:creationId xmlns:a16="http://schemas.microsoft.com/office/drawing/2014/main" id="{C9BA0266-2CF1-4254-AB4E-B77BDC83C3C2}"/>
              </a:ext>
            </a:extLst>
          </p:cNvPr>
          <p:cNvSpPr>
            <a:spLocks noGrp="1"/>
          </p:cNvSpPr>
          <p:nvPr/>
        </p:nvSpPr>
        <p:spPr>
          <a:xfrm>
            <a:off x="2301402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8" name="01_find_only_77">
            <a:extLst>
              <a:ext uri="{FF2B5EF4-FFF2-40B4-BE49-F238E27FC236}">
                <a16:creationId xmlns:a16="http://schemas.microsoft.com/office/drawing/2014/main" id="{D587FE57-5FED-4EA9-8203-E61C36615A2E}"/>
              </a:ext>
            </a:extLst>
          </p:cNvPr>
          <p:cNvSpPr>
            <a:spLocks noGrp="1"/>
          </p:cNvSpPr>
          <p:nvPr/>
        </p:nvSpPr>
        <p:spPr>
          <a:xfrm>
            <a:off x="226788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9" name="01_find_only_78">
            <a:extLst>
              <a:ext uri="{FF2B5EF4-FFF2-40B4-BE49-F238E27FC236}">
                <a16:creationId xmlns:a16="http://schemas.microsoft.com/office/drawing/2014/main" id="{732811F3-14FF-4B75-8424-08DFB340AE15}"/>
              </a:ext>
            </a:extLst>
          </p:cNvPr>
          <p:cNvSpPr>
            <a:spLocks noGrp="1"/>
          </p:cNvSpPr>
          <p:nvPr/>
        </p:nvSpPr>
        <p:spPr>
          <a:xfrm>
            <a:off x="2305191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0" name="01_find_only_79">
            <a:extLst>
              <a:ext uri="{FF2B5EF4-FFF2-40B4-BE49-F238E27FC236}">
                <a16:creationId xmlns:a16="http://schemas.microsoft.com/office/drawing/2014/main" id="{F6FFC0AC-FD8A-4504-B6DC-731A86FFE841}"/>
              </a:ext>
            </a:extLst>
          </p:cNvPr>
          <p:cNvSpPr>
            <a:spLocks noGrp="1"/>
          </p:cNvSpPr>
          <p:nvPr/>
        </p:nvSpPr>
        <p:spPr>
          <a:xfrm>
            <a:off x="232539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1" name="01_find_only_80">
            <a:extLst>
              <a:ext uri="{FF2B5EF4-FFF2-40B4-BE49-F238E27FC236}">
                <a16:creationId xmlns:a16="http://schemas.microsoft.com/office/drawing/2014/main" id="{A0BDD9A4-3B13-4B2A-9571-6B3EA966D333}"/>
              </a:ext>
            </a:extLst>
          </p:cNvPr>
          <p:cNvSpPr>
            <a:spLocks noGrp="1"/>
          </p:cNvSpPr>
          <p:nvPr/>
        </p:nvSpPr>
        <p:spPr>
          <a:xfrm>
            <a:off x="2294990" y="36259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2" name="01_find_only_81">
            <a:extLst>
              <a:ext uri="{FF2B5EF4-FFF2-40B4-BE49-F238E27FC236}">
                <a16:creationId xmlns:a16="http://schemas.microsoft.com/office/drawing/2014/main" id="{95F5AF6F-66E2-410E-8E42-4A0E91596B33}"/>
              </a:ext>
            </a:extLst>
          </p:cNvPr>
          <p:cNvSpPr>
            <a:spLocks noGrp="1"/>
          </p:cNvSpPr>
          <p:nvPr/>
        </p:nvSpPr>
        <p:spPr>
          <a:xfrm>
            <a:off x="2302470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3" name="01_find_only_82">
            <a:extLst>
              <a:ext uri="{FF2B5EF4-FFF2-40B4-BE49-F238E27FC236}">
                <a16:creationId xmlns:a16="http://schemas.microsoft.com/office/drawing/2014/main" id="{11701A4D-5E10-447F-9E64-9E2629818E8E}"/>
              </a:ext>
            </a:extLst>
          </p:cNvPr>
          <p:cNvSpPr>
            <a:spLocks noGrp="1"/>
          </p:cNvSpPr>
          <p:nvPr/>
        </p:nvSpPr>
        <p:spPr>
          <a:xfrm>
            <a:off x="2301596" y="391292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4" name="01_find_only_83">
            <a:extLst>
              <a:ext uri="{FF2B5EF4-FFF2-40B4-BE49-F238E27FC236}">
                <a16:creationId xmlns:a16="http://schemas.microsoft.com/office/drawing/2014/main" id="{ACBB1609-9650-4B2E-8605-0C214314F8BC}"/>
              </a:ext>
            </a:extLst>
          </p:cNvPr>
          <p:cNvSpPr>
            <a:spLocks noGrp="1"/>
          </p:cNvSpPr>
          <p:nvPr/>
        </p:nvSpPr>
        <p:spPr>
          <a:xfrm>
            <a:off x="228605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5" name="01_find_only_84">
            <a:extLst>
              <a:ext uri="{FF2B5EF4-FFF2-40B4-BE49-F238E27FC236}">
                <a16:creationId xmlns:a16="http://schemas.microsoft.com/office/drawing/2014/main" id="{DD8A61BC-8586-4244-9C36-908086FF57DD}"/>
              </a:ext>
            </a:extLst>
          </p:cNvPr>
          <p:cNvSpPr>
            <a:spLocks noGrp="1"/>
          </p:cNvSpPr>
          <p:nvPr/>
        </p:nvSpPr>
        <p:spPr>
          <a:xfrm>
            <a:off x="2258947" y="37478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6" name="01_find_only_85">
            <a:extLst>
              <a:ext uri="{FF2B5EF4-FFF2-40B4-BE49-F238E27FC236}">
                <a16:creationId xmlns:a16="http://schemas.microsoft.com/office/drawing/2014/main" id="{08794C4F-0F8F-49C8-A05C-10921E407609}"/>
              </a:ext>
            </a:extLst>
          </p:cNvPr>
          <p:cNvSpPr>
            <a:spLocks noGrp="1"/>
          </p:cNvSpPr>
          <p:nvPr/>
        </p:nvSpPr>
        <p:spPr>
          <a:xfrm>
            <a:off x="2318597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7" name="01_find_only_86">
            <a:extLst>
              <a:ext uri="{FF2B5EF4-FFF2-40B4-BE49-F238E27FC236}">
                <a16:creationId xmlns:a16="http://schemas.microsoft.com/office/drawing/2014/main" id="{509377C6-B7A3-4A89-A1AB-12143339E6A5}"/>
              </a:ext>
            </a:extLst>
          </p:cNvPr>
          <p:cNvSpPr>
            <a:spLocks noGrp="1"/>
          </p:cNvSpPr>
          <p:nvPr/>
        </p:nvSpPr>
        <p:spPr>
          <a:xfrm>
            <a:off x="2248649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8" name="01_find_only_87">
            <a:extLst>
              <a:ext uri="{FF2B5EF4-FFF2-40B4-BE49-F238E27FC236}">
                <a16:creationId xmlns:a16="http://schemas.microsoft.com/office/drawing/2014/main" id="{2E37F5A9-99AD-4244-B65F-C79507043683}"/>
              </a:ext>
            </a:extLst>
          </p:cNvPr>
          <p:cNvSpPr>
            <a:spLocks noGrp="1"/>
          </p:cNvSpPr>
          <p:nvPr/>
        </p:nvSpPr>
        <p:spPr>
          <a:xfrm>
            <a:off x="2247872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9" name="01_find_only_88">
            <a:extLst>
              <a:ext uri="{FF2B5EF4-FFF2-40B4-BE49-F238E27FC236}">
                <a16:creationId xmlns:a16="http://schemas.microsoft.com/office/drawing/2014/main" id="{4D34C9F1-2C87-4DE5-90C5-B70653D9A473}"/>
              </a:ext>
            </a:extLst>
          </p:cNvPr>
          <p:cNvSpPr>
            <a:spLocks noGrp="1"/>
          </p:cNvSpPr>
          <p:nvPr/>
        </p:nvSpPr>
        <p:spPr>
          <a:xfrm>
            <a:off x="2252243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0" name="01_find_only_89">
            <a:extLst>
              <a:ext uri="{FF2B5EF4-FFF2-40B4-BE49-F238E27FC236}">
                <a16:creationId xmlns:a16="http://schemas.microsoft.com/office/drawing/2014/main" id="{A61341CB-DB2F-4F6B-B492-D97EB66B580B}"/>
              </a:ext>
            </a:extLst>
          </p:cNvPr>
          <p:cNvSpPr>
            <a:spLocks noGrp="1"/>
          </p:cNvSpPr>
          <p:nvPr/>
        </p:nvSpPr>
        <p:spPr>
          <a:xfrm>
            <a:off x="2319958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1" name="01_find_only_90">
            <a:extLst>
              <a:ext uri="{FF2B5EF4-FFF2-40B4-BE49-F238E27FC236}">
                <a16:creationId xmlns:a16="http://schemas.microsoft.com/office/drawing/2014/main" id="{A0CF0886-AC17-4844-A288-3A21C7833427}"/>
              </a:ext>
            </a:extLst>
          </p:cNvPr>
          <p:cNvSpPr>
            <a:spLocks noGrp="1"/>
          </p:cNvSpPr>
          <p:nvPr/>
        </p:nvSpPr>
        <p:spPr>
          <a:xfrm>
            <a:off x="2309659" y="375285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2" name="01_find_only_91">
            <a:extLst>
              <a:ext uri="{FF2B5EF4-FFF2-40B4-BE49-F238E27FC236}">
                <a16:creationId xmlns:a16="http://schemas.microsoft.com/office/drawing/2014/main" id="{C8BD02F9-2D3C-473D-8590-1AE24480926A}"/>
              </a:ext>
            </a:extLst>
          </p:cNvPr>
          <p:cNvSpPr>
            <a:spLocks noGrp="1"/>
          </p:cNvSpPr>
          <p:nvPr/>
        </p:nvSpPr>
        <p:spPr>
          <a:xfrm>
            <a:off x="231383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3" name="01_find_only_92">
            <a:extLst>
              <a:ext uri="{FF2B5EF4-FFF2-40B4-BE49-F238E27FC236}">
                <a16:creationId xmlns:a16="http://schemas.microsoft.com/office/drawing/2014/main" id="{D97937FA-91B6-4E4D-94B6-0577A3DE2B28}"/>
              </a:ext>
            </a:extLst>
          </p:cNvPr>
          <p:cNvSpPr>
            <a:spLocks noGrp="1"/>
          </p:cNvSpPr>
          <p:nvPr/>
        </p:nvSpPr>
        <p:spPr>
          <a:xfrm>
            <a:off x="2301790" y="361286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4" name="01_find_only_93">
            <a:extLst>
              <a:ext uri="{FF2B5EF4-FFF2-40B4-BE49-F238E27FC236}">
                <a16:creationId xmlns:a16="http://schemas.microsoft.com/office/drawing/2014/main" id="{C09F58C0-C440-49B9-92C7-F33661610C18}"/>
              </a:ext>
            </a:extLst>
          </p:cNvPr>
          <p:cNvSpPr>
            <a:spLocks noGrp="1"/>
          </p:cNvSpPr>
          <p:nvPr/>
        </p:nvSpPr>
        <p:spPr>
          <a:xfrm>
            <a:off x="230927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5" name="01_find_only_94">
            <a:extLst>
              <a:ext uri="{FF2B5EF4-FFF2-40B4-BE49-F238E27FC236}">
                <a16:creationId xmlns:a16="http://schemas.microsoft.com/office/drawing/2014/main" id="{0E9D8887-7131-4538-977F-E448EB0A6E0F}"/>
              </a:ext>
            </a:extLst>
          </p:cNvPr>
          <p:cNvSpPr>
            <a:spLocks noGrp="1"/>
          </p:cNvSpPr>
          <p:nvPr/>
        </p:nvSpPr>
        <p:spPr>
          <a:xfrm>
            <a:off x="231762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6" name="01_find_only_95">
            <a:extLst>
              <a:ext uri="{FF2B5EF4-FFF2-40B4-BE49-F238E27FC236}">
                <a16:creationId xmlns:a16="http://schemas.microsoft.com/office/drawing/2014/main" id="{4B5AD29A-03B7-4503-885F-E8B1836732F8}"/>
              </a:ext>
            </a:extLst>
          </p:cNvPr>
          <p:cNvSpPr>
            <a:spLocks noGrp="1"/>
          </p:cNvSpPr>
          <p:nvPr/>
        </p:nvSpPr>
        <p:spPr>
          <a:xfrm>
            <a:off x="224631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7" name="01_find_only_96">
            <a:extLst>
              <a:ext uri="{FF2B5EF4-FFF2-40B4-BE49-F238E27FC236}">
                <a16:creationId xmlns:a16="http://schemas.microsoft.com/office/drawing/2014/main" id="{6A91F38F-32FC-4C24-B7BD-0454542ABBB0}"/>
              </a:ext>
            </a:extLst>
          </p:cNvPr>
          <p:cNvSpPr>
            <a:spLocks noGrp="1"/>
          </p:cNvSpPr>
          <p:nvPr/>
        </p:nvSpPr>
        <p:spPr>
          <a:xfrm>
            <a:off x="225399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8" name="01_find_only_97">
            <a:extLst>
              <a:ext uri="{FF2B5EF4-FFF2-40B4-BE49-F238E27FC236}">
                <a16:creationId xmlns:a16="http://schemas.microsoft.com/office/drawing/2014/main" id="{29F803AE-C4B1-4403-A8A6-8059BA746DC7}"/>
              </a:ext>
            </a:extLst>
          </p:cNvPr>
          <p:cNvSpPr>
            <a:spLocks noGrp="1"/>
          </p:cNvSpPr>
          <p:nvPr/>
        </p:nvSpPr>
        <p:spPr>
          <a:xfrm>
            <a:off x="2300139" y="365350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9" name="01_find_only_98">
            <a:extLst>
              <a:ext uri="{FF2B5EF4-FFF2-40B4-BE49-F238E27FC236}">
                <a16:creationId xmlns:a16="http://schemas.microsoft.com/office/drawing/2014/main" id="{6C1ED081-672B-4002-BA95-9B8C73859D31}"/>
              </a:ext>
            </a:extLst>
          </p:cNvPr>
          <p:cNvSpPr>
            <a:spLocks noGrp="1"/>
          </p:cNvSpPr>
          <p:nvPr/>
        </p:nvSpPr>
        <p:spPr>
          <a:xfrm>
            <a:off x="2251272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0" name="01_find_only_99">
            <a:extLst>
              <a:ext uri="{FF2B5EF4-FFF2-40B4-BE49-F238E27FC236}">
                <a16:creationId xmlns:a16="http://schemas.microsoft.com/office/drawing/2014/main" id="{CBBAD634-713B-4CB4-9894-73DC031F4B39}"/>
              </a:ext>
            </a:extLst>
          </p:cNvPr>
          <p:cNvSpPr>
            <a:spLocks noGrp="1"/>
          </p:cNvSpPr>
          <p:nvPr/>
        </p:nvSpPr>
        <p:spPr>
          <a:xfrm>
            <a:off x="2260695" y="36196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1" name="01_find_only_100">
            <a:extLst>
              <a:ext uri="{FF2B5EF4-FFF2-40B4-BE49-F238E27FC236}">
                <a16:creationId xmlns:a16="http://schemas.microsoft.com/office/drawing/2014/main" id="{093BAC22-8DA7-4CAA-BCE7-B79454A12F43}"/>
              </a:ext>
            </a:extLst>
          </p:cNvPr>
          <p:cNvSpPr>
            <a:spLocks noGrp="1"/>
          </p:cNvSpPr>
          <p:nvPr/>
        </p:nvSpPr>
        <p:spPr>
          <a:xfrm>
            <a:off x="224476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2" name="01_find_only_101">
            <a:extLst>
              <a:ext uri="{FF2B5EF4-FFF2-40B4-BE49-F238E27FC236}">
                <a16:creationId xmlns:a16="http://schemas.microsoft.com/office/drawing/2014/main" id="{B0633225-0E0B-4F88-8C95-0DA7C41B2F6B}"/>
              </a:ext>
            </a:extLst>
          </p:cNvPr>
          <p:cNvSpPr>
            <a:spLocks noGrp="1"/>
          </p:cNvSpPr>
          <p:nvPr/>
        </p:nvSpPr>
        <p:spPr>
          <a:xfrm>
            <a:off x="225506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3" name="01_find_only_102">
            <a:extLst>
              <a:ext uri="{FF2B5EF4-FFF2-40B4-BE49-F238E27FC236}">
                <a16:creationId xmlns:a16="http://schemas.microsoft.com/office/drawing/2014/main" id="{D91721DE-28CC-4E99-8E5E-57C3D930E70E}"/>
              </a:ext>
            </a:extLst>
          </p:cNvPr>
          <p:cNvSpPr>
            <a:spLocks noGrp="1"/>
          </p:cNvSpPr>
          <p:nvPr/>
        </p:nvSpPr>
        <p:spPr>
          <a:xfrm>
            <a:off x="2258850" y="38309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4" name="01_find_only_103">
            <a:extLst>
              <a:ext uri="{FF2B5EF4-FFF2-40B4-BE49-F238E27FC236}">
                <a16:creationId xmlns:a16="http://schemas.microsoft.com/office/drawing/2014/main" id="{72CE357B-266C-4E0B-9BE2-5FEC976242D4}"/>
              </a:ext>
            </a:extLst>
          </p:cNvPr>
          <p:cNvSpPr>
            <a:spLocks noGrp="1"/>
          </p:cNvSpPr>
          <p:nvPr/>
        </p:nvSpPr>
        <p:spPr>
          <a:xfrm>
            <a:off x="2319181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5" name="01_find_only_104">
            <a:extLst>
              <a:ext uri="{FF2B5EF4-FFF2-40B4-BE49-F238E27FC236}">
                <a16:creationId xmlns:a16="http://schemas.microsoft.com/office/drawing/2014/main" id="{0B120530-EF9F-45F3-AE62-C34F35E0DF54}"/>
              </a:ext>
            </a:extLst>
          </p:cNvPr>
          <p:cNvSpPr>
            <a:spLocks noGrp="1"/>
          </p:cNvSpPr>
          <p:nvPr/>
        </p:nvSpPr>
        <p:spPr>
          <a:xfrm>
            <a:off x="227798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6" name="01_find_only_105">
            <a:extLst>
              <a:ext uri="{FF2B5EF4-FFF2-40B4-BE49-F238E27FC236}">
                <a16:creationId xmlns:a16="http://schemas.microsoft.com/office/drawing/2014/main" id="{FBB26C85-5DFE-4551-88B7-9698D809D60C}"/>
              </a:ext>
            </a:extLst>
          </p:cNvPr>
          <p:cNvSpPr>
            <a:spLocks noGrp="1"/>
          </p:cNvSpPr>
          <p:nvPr/>
        </p:nvSpPr>
        <p:spPr>
          <a:xfrm>
            <a:off x="224631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7" name="01_find_only_106">
            <a:extLst>
              <a:ext uri="{FF2B5EF4-FFF2-40B4-BE49-F238E27FC236}">
                <a16:creationId xmlns:a16="http://schemas.microsoft.com/office/drawing/2014/main" id="{330FAB57-CB4B-4AC2-A352-AD4F638E9703}"/>
              </a:ext>
            </a:extLst>
          </p:cNvPr>
          <p:cNvSpPr>
            <a:spLocks noGrp="1"/>
          </p:cNvSpPr>
          <p:nvPr/>
        </p:nvSpPr>
        <p:spPr>
          <a:xfrm>
            <a:off x="226040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8" name="01_find_only_107">
            <a:extLst>
              <a:ext uri="{FF2B5EF4-FFF2-40B4-BE49-F238E27FC236}">
                <a16:creationId xmlns:a16="http://schemas.microsoft.com/office/drawing/2014/main" id="{622846F6-536E-4E13-B79C-8D2D8C7E3A27}"/>
              </a:ext>
            </a:extLst>
          </p:cNvPr>
          <p:cNvSpPr>
            <a:spLocks noGrp="1"/>
          </p:cNvSpPr>
          <p:nvPr/>
        </p:nvSpPr>
        <p:spPr>
          <a:xfrm>
            <a:off x="2314129" y="38124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9" name="01_find_only_108">
            <a:extLst>
              <a:ext uri="{FF2B5EF4-FFF2-40B4-BE49-F238E27FC236}">
                <a16:creationId xmlns:a16="http://schemas.microsoft.com/office/drawing/2014/main" id="{0E5DC43C-C060-4500-9124-A93AA9A6A371}"/>
              </a:ext>
            </a:extLst>
          </p:cNvPr>
          <p:cNvSpPr>
            <a:spLocks noGrp="1"/>
          </p:cNvSpPr>
          <p:nvPr/>
        </p:nvSpPr>
        <p:spPr>
          <a:xfrm>
            <a:off x="229576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0" name="01_find_only_109">
            <a:extLst>
              <a:ext uri="{FF2B5EF4-FFF2-40B4-BE49-F238E27FC236}">
                <a16:creationId xmlns:a16="http://schemas.microsoft.com/office/drawing/2014/main" id="{E9E1E4F8-E53F-4F65-B7B7-2BE639B528C6}"/>
              </a:ext>
            </a:extLst>
          </p:cNvPr>
          <p:cNvSpPr>
            <a:spLocks noGrp="1"/>
          </p:cNvSpPr>
          <p:nvPr/>
        </p:nvSpPr>
        <p:spPr>
          <a:xfrm>
            <a:off x="2313740" y="391292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1" name="01_find_only_110">
            <a:extLst>
              <a:ext uri="{FF2B5EF4-FFF2-40B4-BE49-F238E27FC236}">
                <a16:creationId xmlns:a16="http://schemas.microsoft.com/office/drawing/2014/main" id="{89E8CF04-3FA0-4E19-9970-C25CE5E6146F}"/>
              </a:ext>
            </a:extLst>
          </p:cNvPr>
          <p:cNvSpPr>
            <a:spLocks noGrp="1"/>
          </p:cNvSpPr>
          <p:nvPr/>
        </p:nvSpPr>
        <p:spPr>
          <a:xfrm>
            <a:off x="225224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2" name="01_find_only_111">
            <a:extLst>
              <a:ext uri="{FF2B5EF4-FFF2-40B4-BE49-F238E27FC236}">
                <a16:creationId xmlns:a16="http://schemas.microsoft.com/office/drawing/2014/main" id="{28D549B0-620C-4603-BB55-142BC83AB7F4}"/>
              </a:ext>
            </a:extLst>
          </p:cNvPr>
          <p:cNvSpPr>
            <a:spLocks noGrp="1"/>
          </p:cNvSpPr>
          <p:nvPr/>
        </p:nvSpPr>
        <p:spPr>
          <a:xfrm>
            <a:off x="2270508" y="36655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3" name="01_find_only_112">
            <a:extLst>
              <a:ext uri="{FF2B5EF4-FFF2-40B4-BE49-F238E27FC236}">
                <a16:creationId xmlns:a16="http://schemas.microsoft.com/office/drawing/2014/main" id="{360208C8-C364-4824-AC9C-831097E2ECA7}"/>
              </a:ext>
            </a:extLst>
          </p:cNvPr>
          <p:cNvSpPr>
            <a:spLocks noGrp="1"/>
          </p:cNvSpPr>
          <p:nvPr/>
        </p:nvSpPr>
        <p:spPr>
          <a:xfrm>
            <a:off x="2314420" y="392468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4" name="01_find_only_113">
            <a:extLst>
              <a:ext uri="{FF2B5EF4-FFF2-40B4-BE49-F238E27FC236}">
                <a16:creationId xmlns:a16="http://schemas.microsoft.com/office/drawing/2014/main" id="{43E25369-4B70-4E7A-B63D-DF85C2A11DD3}"/>
              </a:ext>
            </a:extLst>
          </p:cNvPr>
          <p:cNvSpPr>
            <a:spLocks noGrp="1"/>
          </p:cNvSpPr>
          <p:nvPr/>
        </p:nvSpPr>
        <p:spPr>
          <a:xfrm>
            <a:off x="231451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5" name="01_find_only_114">
            <a:extLst>
              <a:ext uri="{FF2B5EF4-FFF2-40B4-BE49-F238E27FC236}">
                <a16:creationId xmlns:a16="http://schemas.microsoft.com/office/drawing/2014/main" id="{8A29B7BA-B0F7-4E73-AA5F-0CF541D87FF2}"/>
              </a:ext>
            </a:extLst>
          </p:cNvPr>
          <p:cNvSpPr>
            <a:spLocks noGrp="1"/>
          </p:cNvSpPr>
          <p:nvPr/>
        </p:nvSpPr>
        <p:spPr>
          <a:xfrm>
            <a:off x="230849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6" name="01_find_only_115">
            <a:extLst>
              <a:ext uri="{FF2B5EF4-FFF2-40B4-BE49-F238E27FC236}">
                <a16:creationId xmlns:a16="http://schemas.microsoft.com/office/drawing/2014/main" id="{140F5D43-BAEF-4B5B-A55F-4C1F01087EFC}"/>
              </a:ext>
            </a:extLst>
          </p:cNvPr>
          <p:cNvSpPr>
            <a:spLocks noGrp="1"/>
          </p:cNvSpPr>
          <p:nvPr/>
        </p:nvSpPr>
        <p:spPr>
          <a:xfrm>
            <a:off x="231704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7" name="01_find_only_116">
            <a:extLst>
              <a:ext uri="{FF2B5EF4-FFF2-40B4-BE49-F238E27FC236}">
                <a16:creationId xmlns:a16="http://schemas.microsoft.com/office/drawing/2014/main" id="{9AA4170B-77C5-4084-9AAA-3DF80E15797B}"/>
              </a:ext>
            </a:extLst>
          </p:cNvPr>
          <p:cNvSpPr>
            <a:spLocks noGrp="1"/>
          </p:cNvSpPr>
          <p:nvPr/>
        </p:nvSpPr>
        <p:spPr>
          <a:xfrm>
            <a:off x="2261181" y="394162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8" name="01_find_only_117">
            <a:extLst>
              <a:ext uri="{FF2B5EF4-FFF2-40B4-BE49-F238E27FC236}">
                <a16:creationId xmlns:a16="http://schemas.microsoft.com/office/drawing/2014/main" id="{6B7B692C-069C-45BD-BFAD-BC59245D3E85}"/>
              </a:ext>
            </a:extLst>
          </p:cNvPr>
          <p:cNvSpPr>
            <a:spLocks noGrp="1"/>
          </p:cNvSpPr>
          <p:nvPr/>
        </p:nvSpPr>
        <p:spPr>
          <a:xfrm>
            <a:off x="224651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9" name="01_find_only_118">
            <a:extLst>
              <a:ext uri="{FF2B5EF4-FFF2-40B4-BE49-F238E27FC236}">
                <a16:creationId xmlns:a16="http://schemas.microsoft.com/office/drawing/2014/main" id="{52018E54-55DB-46D3-80A9-5C1477B376E5}"/>
              </a:ext>
            </a:extLst>
          </p:cNvPr>
          <p:cNvSpPr>
            <a:spLocks noGrp="1"/>
          </p:cNvSpPr>
          <p:nvPr/>
        </p:nvSpPr>
        <p:spPr>
          <a:xfrm>
            <a:off x="230305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0" name="01_find_only_119">
            <a:extLst>
              <a:ext uri="{FF2B5EF4-FFF2-40B4-BE49-F238E27FC236}">
                <a16:creationId xmlns:a16="http://schemas.microsoft.com/office/drawing/2014/main" id="{241834CF-748A-4EC5-9D53-2A7B4DB7CC09}"/>
              </a:ext>
            </a:extLst>
          </p:cNvPr>
          <p:cNvSpPr>
            <a:spLocks noGrp="1"/>
          </p:cNvSpPr>
          <p:nvPr/>
        </p:nvSpPr>
        <p:spPr>
          <a:xfrm>
            <a:off x="224194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1" name="01_find_only_120">
            <a:extLst>
              <a:ext uri="{FF2B5EF4-FFF2-40B4-BE49-F238E27FC236}">
                <a16:creationId xmlns:a16="http://schemas.microsoft.com/office/drawing/2014/main" id="{71D54AF1-78AC-40CD-BE36-CBBFACD340C4}"/>
              </a:ext>
            </a:extLst>
          </p:cNvPr>
          <p:cNvSpPr>
            <a:spLocks noGrp="1"/>
          </p:cNvSpPr>
          <p:nvPr/>
        </p:nvSpPr>
        <p:spPr>
          <a:xfrm>
            <a:off x="224806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2" name="01_find_only_121">
            <a:extLst>
              <a:ext uri="{FF2B5EF4-FFF2-40B4-BE49-F238E27FC236}">
                <a16:creationId xmlns:a16="http://schemas.microsoft.com/office/drawing/2014/main" id="{6E4E3BC7-CD90-4A7F-A67E-3C8A296DB875}"/>
              </a:ext>
            </a:extLst>
          </p:cNvPr>
          <p:cNvSpPr>
            <a:spLocks noGrp="1"/>
          </p:cNvSpPr>
          <p:nvPr/>
        </p:nvSpPr>
        <p:spPr>
          <a:xfrm>
            <a:off x="230548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3" name="01_find_only_122">
            <a:extLst>
              <a:ext uri="{FF2B5EF4-FFF2-40B4-BE49-F238E27FC236}">
                <a16:creationId xmlns:a16="http://schemas.microsoft.com/office/drawing/2014/main" id="{1B618FA2-7D60-4AF1-A99C-7AB649650219}"/>
              </a:ext>
            </a:extLst>
          </p:cNvPr>
          <p:cNvSpPr>
            <a:spLocks noGrp="1"/>
          </p:cNvSpPr>
          <p:nvPr/>
        </p:nvSpPr>
        <p:spPr>
          <a:xfrm>
            <a:off x="224282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4" name="01_find_only_123">
            <a:extLst>
              <a:ext uri="{FF2B5EF4-FFF2-40B4-BE49-F238E27FC236}">
                <a16:creationId xmlns:a16="http://schemas.microsoft.com/office/drawing/2014/main" id="{C4461B9C-5DF0-469F-9874-EA96E022E06B}"/>
              </a:ext>
            </a:extLst>
          </p:cNvPr>
          <p:cNvSpPr>
            <a:spLocks noGrp="1"/>
          </p:cNvSpPr>
          <p:nvPr/>
        </p:nvSpPr>
        <p:spPr>
          <a:xfrm>
            <a:off x="232413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5" name="01_find_only_124">
            <a:extLst>
              <a:ext uri="{FF2B5EF4-FFF2-40B4-BE49-F238E27FC236}">
                <a16:creationId xmlns:a16="http://schemas.microsoft.com/office/drawing/2014/main" id="{86A3E8C5-483E-49DE-BBCD-DC8D6DA966EA}"/>
              </a:ext>
            </a:extLst>
          </p:cNvPr>
          <p:cNvSpPr>
            <a:spLocks noGrp="1"/>
          </p:cNvSpPr>
          <p:nvPr/>
        </p:nvSpPr>
        <p:spPr>
          <a:xfrm>
            <a:off x="2309271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6" name="01_find_only_125">
            <a:extLst>
              <a:ext uri="{FF2B5EF4-FFF2-40B4-BE49-F238E27FC236}">
                <a16:creationId xmlns:a16="http://schemas.microsoft.com/office/drawing/2014/main" id="{806EFCA2-40F5-4988-8ED5-8997112866DE}"/>
              </a:ext>
            </a:extLst>
          </p:cNvPr>
          <p:cNvSpPr>
            <a:spLocks noGrp="1"/>
          </p:cNvSpPr>
          <p:nvPr/>
        </p:nvSpPr>
        <p:spPr>
          <a:xfrm>
            <a:off x="227410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7" name="01_find_only_126">
            <a:extLst>
              <a:ext uri="{FF2B5EF4-FFF2-40B4-BE49-F238E27FC236}">
                <a16:creationId xmlns:a16="http://schemas.microsoft.com/office/drawing/2014/main" id="{19EADA21-A634-4185-B178-465E539DBF30}"/>
              </a:ext>
            </a:extLst>
          </p:cNvPr>
          <p:cNvSpPr>
            <a:spLocks noGrp="1"/>
          </p:cNvSpPr>
          <p:nvPr/>
        </p:nvSpPr>
        <p:spPr>
          <a:xfrm>
            <a:off x="225768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8" name="01_find_only_127">
            <a:extLst>
              <a:ext uri="{FF2B5EF4-FFF2-40B4-BE49-F238E27FC236}">
                <a16:creationId xmlns:a16="http://schemas.microsoft.com/office/drawing/2014/main" id="{4561625E-8F19-4BB5-A0FB-CBD79064087D}"/>
              </a:ext>
            </a:extLst>
          </p:cNvPr>
          <p:cNvSpPr>
            <a:spLocks noGrp="1"/>
          </p:cNvSpPr>
          <p:nvPr/>
        </p:nvSpPr>
        <p:spPr>
          <a:xfrm>
            <a:off x="2322678" y="360276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9" name="01_find_only_128">
            <a:extLst>
              <a:ext uri="{FF2B5EF4-FFF2-40B4-BE49-F238E27FC236}">
                <a16:creationId xmlns:a16="http://schemas.microsoft.com/office/drawing/2014/main" id="{D5514286-8DB1-448B-8D17-C3547F14D978}"/>
              </a:ext>
            </a:extLst>
          </p:cNvPr>
          <p:cNvSpPr>
            <a:spLocks noGrp="1"/>
          </p:cNvSpPr>
          <p:nvPr/>
        </p:nvSpPr>
        <p:spPr>
          <a:xfrm>
            <a:off x="2326856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0" name="01_find_only_129">
            <a:extLst>
              <a:ext uri="{FF2B5EF4-FFF2-40B4-BE49-F238E27FC236}">
                <a16:creationId xmlns:a16="http://schemas.microsoft.com/office/drawing/2014/main" id="{E8301272-EAAC-424B-9756-EA96E9F7A74C}"/>
              </a:ext>
            </a:extLst>
          </p:cNvPr>
          <p:cNvSpPr>
            <a:spLocks noGrp="1"/>
          </p:cNvSpPr>
          <p:nvPr/>
        </p:nvSpPr>
        <p:spPr>
          <a:xfrm>
            <a:off x="229158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1" name="01_find_only_130">
            <a:extLst>
              <a:ext uri="{FF2B5EF4-FFF2-40B4-BE49-F238E27FC236}">
                <a16:creationId xmlns:a16="http://schemas.microsoft.com/office/drawing/2014/main" id="{84C7ECAD-53BF-4942-80BA-6173B6A5485E}"/>
              </a:ext>
            </a:extLst>
          </p:cNvPr>
          <p:cNvSpPr>
            <a:spLocks noGrp="1"/>
          </p:cNvSpPr>
          <p:nvPr/>
        </p:nvSpPr>
        <p:spPr>
          <a:xfrm>
            <a:off x="231374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2" name="01_find_only_131">
            <a:extLst>
              <a:ext uri="{FF2B5EF4-FFF2-40B4-BE49-F238E27FC236}">
                <a16:creationId xmlns:a16="http://schemas.microsoft.com/office/drawing/2014/main" id="{5D877337-F8CD-45A7-93A0-518B2B96CABA}"/>
              </a:ext>
            </a:extLst>
          </p:cNvPr>
          <p:cNvSpPr>
            <a:spLocks noGrp="1"/>
          </p:cNvSpPr>
          <p:nvPr/>
        </p:nvSpPr>
        <p:spPr>
          <a:xfrm>
            <a:off x="2245637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3" name="01_find_only_132">
            <a:extLst>
              <a:ext uri="{FF2B5EF4-FFF2-40B4-BE49-F238E27FC236}">
                <a16:creationId xmlns:a16="http://schemas.microsoft.com/office/drawing/2014/main" id="{F861FA86-F8A8-4EA5-B48E-B55B772A43FD}"/>
              </a:ext>
            </a:extLst>
          </p:cNvPr>
          <p:cNvSpPr>
            <a:spLocks noGrp="1"/>
          </p:cNvSpPr>
          <p:nvPr/>
        </p:nvSpPr>
        <p:spPr>
          <a:xfrm>
            <a:off x="227303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4" name="01_find_only_133">
            <a:extLst>
              <a:ext uri="{FF2B5EF4-FFF2-40B4-BE49-F238E27FC236}">
                <a16:creationId xmlns:a16="http://schemas.microsoft.com/office/drawing/2014/main" id="{0C8D8780-BDB4-4E69-BBA0-FC8D18865592}"/>
              </a:ext>
            </a:extLst>
          </p:cNvPr>
          <p:cNvSpPr>
            <a:spLocks noGrp="1"/>
          </p:cNvSpPr>
          <p:nvPr/>
        </p:nvSpPr>
        <p:spPr>
          <a:xfrm>
            <a:off x="2307717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5" name="01_find_only_134">
            <a:extLst>
              <a:ext uri="{FF2B5EF4-FFF2-40B4-BE49-F238E27FC236}">
                <a16:creationId xmlns:a16="http://schemas.microsoft.com/office/drawing/2014/main" id="{04EBA921-2BA6-4E46-B42C-1CD49E82641B}"/>
              </a:ext>
            </a:extLst>
          </p:cNvPr>
          <p:cNvSpPr>
            <a:spLocks noGrp="1"/>
          </p:cNvSpPr>
          <p:nvPr/>
        </p:nvSpPr>
        <p:spPr>
          <a:xfrm>
            <a:off x="223971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6" name="01_find_only_135">
            <a:extLst>
              <a:ext uri="{FF2B5EF4-FFF2-40B4-BE49-F238E27FC236}">
                <a16:creationId xmlns:a16="http://schemas.microsoft.com/office/drawing/2014/main" id="{AB40C941-2A6C-4059-BC2A-93E935899EF3}"/>
              </a:ext>
            </a:extLst>
          </p:cNvPr>
          <p:cNvSpPr>
            <a:spLocks noGrp="1"/>
          </p:cNvSpPr>
          <p:nvPr/>
        </p:nvSpPr>
        <p:spPr>
          <a:xfrm>
            <a:off x="223621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7" name="01_find_only_136">
            <a:extLst>
              <a:ext uri="{FF2B5EF4-FFF2-40B4-BE49-F238E27FC236}">
                <a16:creationId xmlns:a16="http://schemas.microsoft.com/office/drawing/2014/main" id="{7039ED06-78C5-401E-B02C-92534E93D76E}"/>
              </a:ext>
            </a:extLst>
          </p:cNvPr>
          <p:cNvSpPr>
            <a:spLocks noGrp="1"/>
          </p:cNvSpPr>
          <p:nvPr/>
        </p:nvSpPr>
        <p:spPr>
          <a:xfrm>
            <a:off x="229362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8" name="01_find_only_137">
            <a:extLst>
              <a:ext uri="{FF2B5EF4-FFF2-40B4-BE49-F238E27FC236}">
                <a16:creationId xmlns:a16="http://schemas.microsoft.com/office/drawing/2014/main" id="{80535FA2-D560-44B8-9E7C-1FB5607293A4}"/>
              </a:ext>
            </a:extLst>
          </p:cNvPr>
          <p:cNvSpPr>
            <a:spLocks noGrp="1"/>
          </p:cNvSpPr>
          <p:nvPr/>
        </p:nvSpPr>
        <p:spPr>
          <a:xfrm>
            <a:off x="2322095" y="364026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9" name="01_find_only_138">
            <a:extLst>
              <a:ext uri="{FF2B5EF4-FFF2-40B4-BE49-F238E27FC236}">
                <a16:creationId xmlns:a16="http://schemas.microsoft.com/office/drawing/2014/main" id="{C99A5C52-18F8-446B-ABA5-223FE3142A85}"/>
              </a:ext>
            </a:extLst>
          </p:cNvPr>
          <p:cNvSpPr>
            <a:spLocks noGrp="1"/>
          </p:cNvSpPr>
          <p:nvPr/>
        </p:nvSpPr>
        <p:spPr>
          <a:xfrm>
            <a:off x="223193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0" name="01_find_only_139">
            <a:extLst>
              <a:ext uri="{FF2B5EF4-FFF2-40B4-BE49-F238E27FC236}">
                <a16:creationId xmlns:a16="http://schemas.microsoft.com/office/drawing/2014/main" id="{CB75676F-645B-4018-916E-C8F3CBDD941A}"/>
              </a:ext>
            </a:extLst>
          </p:cNvPr>
          <p:cNvSpPr>
            <a:spLocks noGrp="1"/>
          </p:cNvSpPr>
          <p:nvPr/>
        </p:nvSpPr>
        <p:spPr>
          <a:xfrm>
            <a:off x="226992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1" name="01_find_only_140">
            <a:extLst>
              <a:ext uri="{FF2B5EF4-FFF2-40B4-BE49-F238E27FC236}">
                <a16:creationId xmlns:a16="http://schemas.microsoft.com/office/drawing/2014/main" id="{18C82EF1-3467-4A26-93F3-5ACE35FFE36F}"/>
              </a:ext>
            </a:extLst>
          </p:cNvPr>
          <p:cNvSpPr>
            <a:spLocks noGrp="1"/>
          </p:cNvSpPr>
          <p:nvPr/>
        </p:nvSpPr>
        <p:spPr>
          <a:xfrm>
            <a:off x="230111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2" name="01_find_only_141">
            <a:extLst>
              <a:ext uri="{FF2B5EF4-FFF2-40B4-BE49-F238E27FC236}">
                <a16:creationId xmlns:a16="http://schemas.microsoft.com/office/drawing/2014/main" id="{491924C5-1857-4572-8262-A68A45C1C4CD}"/>
              </a:ext>
            </a:extLst>
          </p:cNvPr>
          <p:cNvSpPr>
            <a:spLocks noGrp="1"/>
          </p:cNvSpPr>
          <p:nvPr/>
        </p:nvSpPr>
        <p:spPr>
          <a:xfrm>
            <a:off x="227196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3" name="01_find_only_142">
            <a:extLst>
              <a:ext uri="{FF2B5EF4-FFF2-40B4-BE49-F238E27FC236}">
                <a16:creationId xmlns:a16="http://schemas.microsoft.com/office/drawing/2014/main" id="{C878F255-937F-48CB-8194-174D433C39F3}"/>
              </a:ext>
            </a:extLst>
          </p:cNvPr>
          <p:cNvSpPr>
            <a:spLocks noGrp="1"/>
          </p:cNvSpPr>
          <p:nvPr/>
        </p:nvSpPr>
        <p:spPr>
          <a:xfrm>
            <a:off x="2255547" y="38555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4" name="01_find_only_143">
            <a:extLst>
              <a:ext uri="{FF2B5EF4-FFF2-40B4-BE49-F238E27FC236}">
                <a16:creationId xmlns:a16="http://schemas.microsoft.com/office/drawing/2014/main" id="{EEFC314D-D24E-4922-AF71-291377BBA8D4}"/>
              </a:ext>
            </a:extLst>
          </p:cNvPr>
          <p:cNvSpPr>
            <a:spLocks noGrp="1"/>
          </p:cNvSpPr>
          <p:nvPr/>
        </p:nvSpPr>
        <p:spPr>
          <a:xfrm>
            <a:off x="229324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5" name="01_find_only_144">
            <a:extLst>
              <a:ext uri="{FF2B5EF4-FFF2-40B4-BE49-F238E27FC236}">
                <a16:creationId xmlns:a16="http://schemas.microsoft.com/office/drawing/2014/main" id="{B5EF9D4C-1902-41D4-B3CD-179D3699A70A}"/>
              </a:ext>
            </a:extLst>
          </p:cNvPr>
          <p:cNvSpPr>
            <a:spLocks noGrp="1"/>
          </p:cNvSpPr>
          <p:nvPr/>
        </p:nvSpPr>
        <p:spPr>
          <a:xfrm>
            <a:off x="229013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6" name="01_find_only_145">
            <a:extLst>
              <a:ext uri="{FF2B5EF4-FFF2-40B4-BE49-F238E27FC236}">
                <a16:creationId xmlns:a16="http://schemas.microsoft.com/office/drawing/2014/main" id="{EE3731C6-0B46-4BDA-8C33-29FE75424E43}"/>
              </a:ext>
            </a:extLst>
          </p:cNvPr>
          <p:cNvSpPr>
            <a:spLocks noGrp="1"/>
          </p:cNvSpPr>
          <p:nvPr/>
        </p:nvSpPr>
        <p:spPr>
          <a:xfrm>
            <a:off x="227837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7" name="01_find_only_146">
            <a:extLst>
              <a:ext uri="{FF2B5EF4-FFF2-40B4-BE49-F238E27FC236}">
                <a16:creationId xmlns:a16="http://schemas.microsoft.com/office/drawing/2014/main" id="{DCA581CD-7E39-4F6C-86A6-ED400FBD48ED}"/>
              </a:ext>
            </a:extLst>
          </p:cNvPr>
          <p:cNvSpPr>
            <a:spLocks noGrp="1"/>
          </p:cNvSpPr>
          <p:nvPr/>
        </p:nvSpPr>
        <p:spPr>
          <a:xfrm>
            <a:off x="228780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8" name="01_find_only_147">
            <a:extLst>
              <a:ext uri="{FF2B5EF4-FFF2-40B4-BE49-F238E27FC236}">
                <a16:creationId xmlns:a16="http://schemas.microsoft.com/office/drawing/2014/main" id="{C1280D73-6207-4AFD-BAE6-F6F32BB27E7D}"/>
              </a:ext>
            </a:extLst>
          </p:cNvPr>
          <p:cNvSpPr>
            <a:spLocks noGrp="1"/>
          </p:cNvSpPr>
          <p:nvPr/>
        </p:nvSpPr>
        <p:spPr>
          <a:xfrm>
            <a:off x="225991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9" name="01_find_only_148">
            <a:extLst>
              <a:ext uri="{FF2B5EF4-FFF2-40B4-BE49-F238E27FC236}">
                <a16:creationId xmlns:a16="http://schemas.microsoft.com/office/drawing/2014/main" id="{8F37B63D-D9D0-40E0-B51B-22B4BA3DAAAD}"/>
              </a:ext>
            </a:extLst>
          </p:cNvPr>
          <p:cNvSpPr>
            <a:spLocks noGrp="1"/>
          </p:cNvSpPr>
          <p:nvPr/>
        </p:nvSpPr>
        <p:spPr>
          <a:xfrm>
            <a:off x="228168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0" name="01_find_only_149">
            <a:extLst>
              <a:ext uri="{FF2B5EF4-FFF2-40B4-BE49-F238E27FC236}">
                <a16:creationId xmlns:a16="http://schemas.microsoft.com/office/drawing/2014/main" id="{49CCB677-5C3A-4860-A35A-67877AA09B11}"/>
              </a:ext>
            </a:extLst>
          </p:cNvPr>
          <p:cNvSpPr>
            <a:spLocks noGrp="1"/>
          </p:cNvSpPr>
          <p:nvPr/>
        </p:nvSpPr>
        <p:spPr>
          <a:xfrm>
            <a:off x="2260890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1" name="01_find_only_150">
            <a:extLst>
              <a:ext uri="{FF2B5EF4-FFF2-40B4-BE49-F238E27FC236}">
                <a16:creationId xmlns:a16="http://schemas.microsoft.com/office/drawing/2014/main" id="{0AF31748-849D-4394-B709-3728AFD43CD1}"/>
              </a:ext>
            </a:extLst>
          </p:cNvPr>
          <p:cNvSpPr>
            <a:spLocks noGrp="1"/>
          </p:cNvSpPr>
          <p:nvPr/>
        </p:nvSpPr>
        <p:spPr>
          <a:xfrm>
            <a:off x="2269439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2" name="01_find_only_151">
            <a:extLst>
              <a:ext uri="{FF2B5EF4-FFF2-40B4-BE49-F238E27FC236}">
                <a16:creationId xmlns:a16="http://schemas.microsoft.com/office/drawing/2014/main" id="{7813219B-5991-4133-89F0-D31AE541F78D}"/>
              </a:ext>
            </a:extLst>
          </p:cNvPr>
          <p:cNvSpPr>
            <a:spLocks noGrp="1"/>
          </p:cNvSpPr>
          <p:nvPr/>
        </p:nvSpPr>
        <p:spPr>
          <a:xfrm>
            <a:off x="2311408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3" name="01_find_only_152">
            <a:extLst>
              <a:ext uri="{FF2B5EF4-FFF2-40B4-BE49-F238E27FC236}">
                <a16:creationId xmlns:a16="http://schemas.microsoft.com/office/drawing/2014/main" id="{23350C48-9312-4ABC-BEF6-87737AC33B3D}"/>
              </a:ext>
            </a:extLst>
          </p:cNvPr>
          <p:cNvSpPr>
            <a:spLocks noGrp="1"/>
          </p:cNvSpPr>
          <p:nvPr/>
        </p:nvSpPr>
        <p:spPr>
          <a:xfrm>
            <a:off x="224262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4" name="01_find_only_153">
            <a:extLst>
              <a:ext uri="{FF2B5EF4-FFF2-40B4-BE49-F238E27FC236}">
                <a16:creationId xmlns:a16="http://schemas.microsoft.com/office/drawing/2014/main" id="{BE24B214-8367-4DC5-94C8-C9F4F1A525A7}"/>
              </a:ext>
            </a:extLst>
          </p:cNvPr>
          <p:cNvSpPr>
            <a:spLocks noGrp="1"/>
          </p:cNvSpPr>
          <p:nvPr/>
        </p:nvSpPr>
        <p:spPr>
          <a:xfrm>
            <a:off x="2247095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5" name="01_find_only_154">
            <a:extLst>
              <a:ext uri="{FF2B5EF4-FFF2-40B4-BE49-F238E27FC236}">
                <a16:creationId xmlns:a16="http://schemas.microsoft.com/office/drawing/2014/main" id="{FDC25F31-9DA9-4F20-8D71-4CBF0F6CD320}"/>
              </a:ext>
            </a:extLst>
          </p:cNvPr>
          <p:cNvSpPr>
            <a:spLocks noGrp="1"/>
          </p:cNvSpPr>
          <p:nvPr/>
        </p:nvSpPr>
        <p:spPr>
          <a:xfrm>
            <a:off x="228750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6" name="01_find_only_155">
            <a:extLst>
              <a:ext uri="{FF2B5EF4-FFF2-40B4-BE49-F238E27FC236}">
                <a16:creationId xmlns:a16="http://schemas.microsoft.com/office/drawing/2014/main" id="{F94E9D75-8FEC-4E98-86D2-CA92F99FF4E8}"/>
              </a:ext>
            </a:extLst>
          </p:cNvPr>
          <p:cNvSpPr>
            <a:spLocks noGrp="1"/>
          </p:cNvSpPr>
          <p:nvPr/>
        </p:nvSpPr>
        <p:spPr>
          <a:xfrm>
            <a:off x="2286635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7" name="01_find_only_156">
            <a:extLst>
              <a:ext uri="{FF2B5EF4-FFF2-40B4-BE49-F238E27FC236}">
                <a16:creationId xmlns:a16="http://schemas.microsoft.com/office/drawing/2014/main" id="{6AE51B99-1A1D-4598-8C0D-73C02F333D7C}"/>
              </a:ext>
            </a:extLst>
          </p:cNvPr>
          <p:cNvSpPr>
            <a:spLocks noGrp="1"/>
          </p:cNvSpPr>
          <p:nvPr/>
        </p:nvSpPr>
        <p:spPr>
          <a:xfrm>
            <a:off x="231820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8" name="01_find_only_157">
            <a:extLst>
              <a:ext uri="{FF2B5EF4-FFF2-40B4-BE49-F238E27FC236}">
                <a16:creationId xmlns:a16="http://schemas.microsoft.com/office/drawing/2014/main" id="{7FBEFBD4-1764-4C00-BBA6-D32D149BC493}"/>
              </a:ext>
            </a:extLst>
          </p:cNvPr>
          <p:cNvSpPr>
            <a:spLocks noGrp="1"/>
          </p:cNvSpPr>
          <p:nvPr/>
        </p:nvSpPr>
        <p:spPr>
          <a:xfrm>
            <a:off x="2303539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9" name="01_find_only_158">
            <a:extLst>
              <a:ext uri="{FF2B5EF4-FFF2-40B4-BE49-F238E27FC236}">
                <a16:creationId xmlns:a16="http://schemas.microsoft.com/office/drawing/2014/main" id="{F7F6CD58-94CF-4A1A-8BB6-594B70EBF25B}"/>
              </a:ext>
            </a:extLst>
          </p:cNvPr>
          <p:cNvSpPr>
            <a:spLocks noGrp="1"/>
          </p:cNvSpPr>
          <p:nvPr/>
        </p:nvSpPr>
        <p:spPr>
          <a:xfrm>
            <a:off x="224359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0" name="01_find_only_159">
            <a:extLst>
              <a:ext uri="{FF2B5EF4-FFF2-40B4-BE49-F238E27FC236}">
                <a16:creationId xmlns:a16="http://schemas.microsoft.com/office/drawing/2014/main" id="{FE2D5CCF-1E3B-4F89-BCD0-846DF63F7059}"/>
              </a:ext>
            </a:extLst>
          </p:cNvPr>
          <p:cNvSpPr>
            <a:spLocks noGrp="1"/>
          </p:cNvSpPr>
          <p:nvPr/>
        </p:nvSpPr>
        <p:spPr>
          <a:xfrm>
            <a:off x="2257683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1" name="01_find_only_160">
            <a:extLst>
              <a:ext uri="{FF2B5EF4-FFF2-40B4-BE49-F238E27FC236}">
                <a16:creationId xmlns:a16="http://schemas.microsoft.com/office/drawing/2014/main" id="{1059F66E-90EF-4E19-9C32-9663693B6993}"/>
              </a:ext>
            </a:extLst>
          </p:cNvPr>
          <p:cNvSpPr>
            <a:spLocks noGrp="1"/>
          </p:cNvSpPr>
          <p:nvPr/>
        </p:nvSpPr>
        <p:spPr>
          <a:xfrm>
            <a:off x="2296253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2" name="01_find_only_161">
            <a:extLst>
              <a:ext uri="{FF2B5EF4-FFF2-40B4-BE49-F238E27FC236}">
                <a16:creationId xmlns:a16="http://schemas.microsoft.com/office/drawing/2014/main" id="{E16C2636-63FA-436D-B673-C36AF369ED83}"/>
              </a:ext>
            </a:extLst>
          </p:cNvPr>
          <p:cNvSpPr>
            <a:spLocks noGrp="1"/>
          </p:cNvSpPr>
          <p:nvPr/>
        </p:nvSpPr>
        <p:spPr>
          <a:xfrm>
            <a:off x="223796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3" name="01_find_only_162">
            <a:extLst>
              <a:ext uri="{FF2B5EF4-FFF2-40B4-BE49-F238E27FC236}">
                <a16:creationId xmlns:a16="http://schemas.microsoft.com/office/drawing/2014/main" id="{C6F998FE-DD8A-48CC-BBF7-F81D6EF4DB5A}"/>
              </a:ext>
            </a:extLst>
          </p:cNvPr>
          <p:cNvSpPr>
            <a:spLocks noGrp="1"/>
          </p:cNvSpPr>
          <p:nvPr/>
        </p:nvSpPr>
        <p:spPr>
          <a:xfrm>
            <a:off x="2305482" y="36259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4" name="01_find_only_163">
            <a:extLst>
              <a:ext uri="{FF2B5EF4-FFF2-40B4-BE49-F238E27FC236}">
                <a16:creationId xmlns:a16="http://schemas.microsoft.com/office/drawing/2014/main" id="{0C58344A-1AF6-4CF8-90A2-5F2B7135A6FD}"/>
              </a:ext>
            </a:extLst>
          </p:cNvPr>
          <p:cNvSpPr>
            <a:spLocks noGrp="1"/>
          </p:cNvSpPr>
          <p:nvPr/>
        </p:nvSpPr>
        <p:spPr>
          <a:xfrm>
            <a:off x="230878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5" name="01_find_only_164">
            <a:extLst>
              <a:ext uri="{FF2B5EF4-FFF2-40B4-BE49-F238E27FC236}">
                <a16:creationId xmlns:a16="http://schemas.microsoft.com/office/drawing/2014/main" id="{11A17A7B-035E-4144-95E4-A19B25648AA3}"/>
              </a:ext>
            </a:extLst>
          </p:cNvPr>
          <p:cNvSpPr>
            <a:spLocks noGrp="1"/>
          </p:cNvSpPr>
          <p:nvPr/>
        </p:nvSpPr>
        <p:spPr>
          <a:xfrm>
            <a:off x="229848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6" name="01_find_only_165">
            <a:extLst>
              <a:ext uri="{FF2B5EF4-FFF2-40B4-BE49-F238E27FC236}">
                <a16:creationId xmlns:a16="http://schemas.microsoft.com/office/drawing/2014/main" id="{4333A219-2A8A-404B-A149-C46F43D0042C}"/>
              </a:ext>
            </a:extLst>
          </p:cNvPr>
          <p:cNvSpPr>
            <a:spLocks noGrp="1"/>
          </p:cNvSpPr>
          <p:nvPr/>
        </p:nvSpPr>
        <p:spPr>
          <a:xfrm>
            <a:off x="229761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7" name="01_find_only_166">
            <a:extLst>
              <a:ext uri="{FF2B5EF4-FFF2-40B4-BE49-F238E27FC236}">
                <a16:creationId xmlns:a16="http://schemas.microsoft.com/office/drawing/2014/main" id="{6591BDA8-D6F0-4070-8C12-A8DBEAD394DD}"/>
              </a:ext>
            </a:extLst>
          </p:cNvPr>
          <p:cNvSpPr>
            <a:spLocks noGrp="1"/>
          </p:cNvSpPr>
          <p:nvPr/>
        </p:nvSpPr>
        <p:spPr>
          <a:xfrm>
            <a:off x="230179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8" name="01_find_only_167">
            <a:extLst>
              <a:ext uri="{FF2B5EF4-FFF2-40B4-BE49-F238E27FC236}">
                <a16:creationId xmlns:a16="http://schemas.microsoft.com/office/drawing/2014/main" id="{2983E531-9879-4D0A-9314-651D5E57DD42}"/>
              </a:ext>
            </a:extLst>
          </p:cNvPr>
          <p:cNvSpPr>
            <a:spLocks noGrp="1"/>
          </p:cNvSpPr>
          <p:nvPr/>
        </p:nvSpPr>
        <p:spPr>
          <a:xfrm>
            <a:off x="228342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9" name="01_find_only_168">
            <a:extLst>
              <a:ext uri="{FF2B5EF4-FFF2-40B4-BE49-F238E27FC236}">
                <a16:creationId xmlns:a16="http://schemas.microsoft.com/office/drawing/2014/main" id="{A2022623-5336-40AB-B8C4-CD8CA2C37CE5}"/>
              </a:ext>
            </a:extLst>
          </p:cNvPr>
          <p:cNvSpPr>
            <a:spLocks noGrp="1"/>
          </p:cNvSpPr>
          <p:nvPr/>
        </p:nvSpPr>
        <p:spPr>
          <a:xfrm>
            <a:off x="223300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0" name="01_find_only_169">
            <a:extLst>
              <a:ext uri="{FF2B5EF4-FFF2-40B4-BE49-F238E27FC236}">
                <a16:creationId xmlns:a16="http://schemas.microsoft.com/office/drawing/2014/main" id="{35115A67-D7A0-4FE8-B1C3-AB1C540EAAEF}"/>
              </a:ext>
            </a:extLst>
          </p:cNvPr>
          <p:cNvSpPr>
            <a:spLocks noGrp="1"/>
          </p:cNvSpPr>
          <p:nvPr/>
        </p:nvSpPr>
        <p:spPr>
          <a:xfrm>
            <a:off x="2283235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1" name="01_find_only_170">
            <a:extLst>
              <a:ext uri="{FF2B5EF4-FFF2-40B4-BE49-F238E27FC236}">
                <a16:creationId xmlns:a16="http://schemas.microsoft.com/office/drawing/2014/main" id="{F54D6058-055B-4FC8-8383-7C3476C7A12B}"/>
              </a:ext>
            </a:extLst>
          </p:cNvPr>
          <p:cNvSpPr>
            <a:spLocks noGrp="1"/>
          </p:cNvSpPr>
          <p:nvPr/>
        </p:nvSpPr>
        <p:spPr>
          <a:xfrm>
            <a:off x="224583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2" name="01_find_only_171">
            <a:extLst>
              <a:ext uri="{FF2B5EF4-FFF2-40B4-BE49-F238E27FC236}">
                <a16:creationId xmlns:a16="http://schemas.microsoft.com/office/drawing/2014/main" id="{867833C8-3415-49D0-9D46-5B377E9A3FE4}"/>
              </a:ext>
            </a:extLst>
          </p:cNvPr>
          <p:cNvSpPr>
            <a:spLocks noGrp="1"/>
          </p:cNvSpPr>
          <p:nvPr/>
        </p:nvSpPr>
        <p:spPr>
          <a:xfrm>
            <a:off x="2298002" y="375285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3" name="01_find_only_172">
            <a:extLst>
              <a:ext uri="{FF2B5EF4-FFF2-40B4-BE49-F238E27FC236}">
                <a16:creationId xmlns:a16="http://schemas.microsoft.com/office/drawing/2014/main" id="{B934D434-1DDF-4171-B55F-4554D797D442}"/>
              </a:ext>
            </a:extLst>
          </p:cNvPr>
          <p:cNvSpPr>
            <a:spLocks noGrp="1"/>
          </p:cNvSpPr>
          <p:nvPr/>
        </p:nvSpPr>
        <p:spPr>
          <a:xfrm>
            <a:off x="231082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4" name="01_find_only_173">
            <a:extLst>
              <a:ext uri="{FF2B5EF4-FFF2-40B4-BE49-F238E27FC236}">
                <a16:creationId xmlns:a16="http://schemas.microsoft.com/office/drawing/2014/main" id="{5DF914F5-FD57-4A40-BF19-20EC6B2CA70E}"/>
              </a:ext>
            </a:extLst>
          </p:cNvPr>
          <p:cNvSpPr>
            <a:spLocks noGrp="1"/>
          </p:cNvSpPr>
          <p:nvPr/>
        </p:nvSpPr>
        <p:spPr>
          <a:xfrm>
            <a:off x="2244277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5" name="01_find_only_174">
            <a:extLst>
              <a:ext uri="{FF2B5EF4-FFF2-40B4-BE49-F238E27FC236}">
                <a16:creationId xmlns:a16="http://schemas.microsoft.com/office/drawing/2014/main" id="{7CBAFB84-C07E-4DE0-B565-A1BB9556D212}"/>
              </a:ext>
            </a:extLst>
          </p:cNvPr>
          <p:cNvSpPr>
            <a:spLocks noGrp="1"/>
          </p:cNvSpPr>
          <p:nvPr/>
        </p:nvSpPr>
        <p:spPr>
          <a:xfrm>
            <a:off x="229887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6" name="01_find_only_175">
            <a:extLst>
              <a:ext uri="{FF2B5EF4-FFF2-40B4-BE49-F238E27FC236}">
                <a16:creationId xmlns:a16="http://schemas.microsoft.com/office/drawing/2014/main" id="{BE31A010-4354-400A-8CF4-E81FC599A91A}"/>
              </a:ext>
            </a:extLst>
          </p:cNvPr>
          <p:cNvSpPr>
            <a:spLocks noGrp="1"/>
          </p:cNvSpPr>
          <p:nvPr/>
        </p:nvSpPr>
        <p:spPr>
          <a:xfrm>
            <a:off x="224913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7" name="01_find_only_176">
            <a:extLst>
              <a:ext uri="{FF2B5EF4-FFF2-40B4-BE49-F238E27FC236}">
                <a16:creationId xmlns:a16="http://schemas.microsoft.com/office/drawing/2014/main" id="{4A6993FF-809A-4548-A07B-BA4EB8665837}"/>
              </a:ext>
            </a:extLst>
          </p:cNvPr>
          <p:cNvSpPr>
            <a:spLocks noGrp="1"/>
          </p:cNvSpPr>
          <p:nvPr/>
        </p:nvSpPr>
        <p:spPr>
          <a:xfrm>
            <a:off x="225340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8" name="01_find_only_177">
            <a:extLst>
              <a:ext uri="{FF2B5EF4-FFF2-40B4-BE49-F238E27FC236}">
                <a16:creationId xmlns:a16="http://schemas.microsoft.com/office/drawing/2014/main" id="{D38DFCE5-C65A-4009-B641-29ACC2546EE3}"/>
              </a:ext>
            </a:extLst>
          </p:cNvPr>
          <p:cNvSpPr>
            <a:spLocks noGrp="1"/>
          </p:cNvSpPr>
          <p:nvPr/>
        </p:nvSpPr>
        <p:spPr>
          <a:xfrm>
            <a:off x="224184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9" name="01_find_only_178">
            <a:extLst>
              <a:ext uri="{FF2B5EF4-FFF2-40B4-BE49-F238E27FC236}">
                <a16:creationId xmlns:a16="http://schemas.microsoft.com/office/drawing/2014/main" id="{06583E1E-664B-49AA-BA59-89F35AD9E928}"/>
              </a:ext>
            </a:extLst>
          </p:cNvPr>
          <p:cNvSpPr>
            <a:spLocks noGrp="1"/>
          </p:cNvSpPr>
          <p:nvPr/>
        </p:nvSpPr>
        <p:spPr>
          <a:xfrm>
            <a:off x="229780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0" name="01_find_only_179">
            <a:extLst>
              <a:ext uri="{FF2B5EF4-FFF2-40B4-BE49-F238E27FC236}">
                <a16:creationId xmlns:a16="http://schemas.microsoft.com/office/drawing/2014/main" id="{9E6DBF45-D101-4715-A50A-622F31F4C53C}"/>
              </a:ext>
            </a:extLst>
          </p:cNvPr>
          <p:cNvSpPr>
            <a:spLocks noGrp="1"/>
          </p:cNvSpPr>
          <p:nvPr/>
        </p:nvSpPr>
        <p:spPr>
          <a:xfrm>
            <a:off x="232287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1" name="01_find_only_180">
            <a:extLst>
              <a:ext uri="{FF2B5EF4-FFF2-40B4-BE49-F238E27FC236}">
                <a16:creationId xmlns:a16="http://schemas.microsoft.com/office/drawing/2014/main" id="{865B1C70-FEB9-450F-9FB0-3DE5E56469A0}"/>
              </a:ext>
            </a:extLst>
          </p:cNvPr>
          <p:cNvSpPr>
            <a:spLocks noGrp="1"/>
          </p:cNvSpPr>
          <p:nvPr/>
        </p:nvSpPr>
        <p:spPr>
          <a:xfrm>
            <a:off x="2327050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2" name="01_find_only_181">
            <a:extLst>
              <a:ext uri="{FF2B5EF4-FFF2-40B4-BE49-F238E27FC236}">
                <a16:creationId xmlns:a16="http://schemas.microsoft.com/office/drawing/2014/main" id="{FB65AA1D-02A8-4D27-85A9-F8D641546A49}"/>
              </a:ext>
            </a:extLst>
          </p:cNvPr>
          <p:cNvSpPr>
            <a:spLocks noGrp="1"/>
          </p:cNvSpPr>
          <p:nvPr/>
        </p:nvSpPr>
        <p:spPr>
          <a:xfrm>
            <a:off x="226701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3" name="01_find_only_182">
            <a:extLst>
              <a:ext uri="{FF2B5EF4-FFF2-40B4-BE49-F238E27FC236}">
                <a16:creationId xmlns:a16="http://schemas.microsoft.com/office/drawing/2014/main" id="{70C25487-84C7-413C-9184-779A4A68046E}"/>
              </a:ext>
            </a:extLst>
          </p:cNvPr>
          <p:cNvSpPr>
            <a:spLocks noGrp="1"/>
          </p:cNvSpPr>
          <p:nvPr/>
        </p:nvSpPr>
        <p:spPr>
          <a:xfrm>
            <a:off x="230266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4" name="01_find_only_183">
            <a:extLst>
              <a:ext uri="{FF2B5EF4-FFF2-40B4-BE49-F238E27FC236}">
                <a16:creationId xmlns:a16="http://schemas.microsoft.com/office/drawing/2014/main" id="{A1B73846-5386-4C5A-8D6C-25E594BF6A17}"/>
              </a:ext>
            </a:extLst>
          </p:cNvPr>
          <p:cNvSpPr>
            <a:spLocks noGrp="1"/>
          </p:cNvSpPr>
          <p:nvPr/>
        </p:nvSpPr>
        <p:spPr>
          <a:xfrm>
            <a:off x="232151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5" name="01_find_only_184">
            <a:extLst>
              <a:ext uri="{FF2B5EF4-FFF2-40B4-BE49-F238E27FC236}">
                <a16:creationId xmlns:a16="http://schemas.microsoft.com/office/drawing/2014/main" id="{B2FC3939-1E7E-487E-BF4D-8E2475B815FB}"/>
              </a:ext>
            </a:extLst>
          </p:cNvPr>
          <p:cNvSpPr>
            <a:spLocks noGrp="1"/>
          </p:cNvSpPr>
          <p:nvPr/>
        </p:nvSpPr>
        <p:spPr>
          <a:xfrm>
            <a:off x="2310048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6" name="01_find_only_185">
            <a:extLst>
              <a:ext uri="{FF2B5EF4-FFF2-40B4-BE49-F238E27FC236}">
                <a16:creationId xmlns:a16="http://schemas.microsoft.com/office/drawing/2014/main" id="{B14F5436-A77E-4E90-B845-659C49280466}"/>
              </a:ext>
            </a:extLst>
          </p:cNvPr>
          <p:cNvSpPr>
            <a:spLocks noGrp="1"/>
          </p:cNvSpPr>
          <p:nvPr/>
        </p:nvSpPr>
        <p:spPr>
          <a:xfrm>
            <a:off x="229975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7" name="01_find_only_186">
            <a:extLst>
              <a:ext uri="{FF2B5EF4-FFF2-40B4-BE49-F238E27FC236}">
                <a16:creationId xmlns:a16="http://schemas.microsoft.com/office/drawing/2014/main" id="{F72A74EF-B11B-4E98-9981-0C047A625CAA}"/>
              </a:ext>
            </a:extLst>
          </p:cNvPr>
          <p:cNvSpPr>
            <a:spLocks noGrp="1"/>
          </p:cNvSpPr>
          <p:nvPr/>
        </p:nvSpPr>
        <p:spPr>
          <a:xfrm>
            <a:off x="227594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8" name="01_find_only_187">
            <a:extLst>
              <a:ext uri="{FF2B5EF4-FFF2-40B4-BE49-F238E27FC236}">
                <a16:creationId xmlns:a16="http://schemas.microsoft.com/office/drawing/2014/main" id="{82DFAA31-41CC-4E7F-A216-85DC0AB6E979}"/>
              </a:ext>
            </a:extLst>
          </p:cNvPr>
          <p:cNvSpPr>
            <a:spLocks noGrp="1"/>
          </p:cNvSpPr>
          <p:nvPr/>
        </p:nvSpPr>
        <p:spPr>
          <a:xfrm>
            <a:off x="2273033" y="38756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9" name="01_find_only_188">
            <a:extLst>
              <a:ext uri="{FF2B5EF4-FFF2-40B4-BE49-F238E27FC236}">
                <a16:creationId xmlns:a16="http://schemas.microsoft.com/office/drawing/2014/main" id="{0407FFE7-0962-4BED-80C2-A8B4AA6E7128}"/>
              </a:ext>
            </a:extLst>
          </p:cNvPr>
          <p:cNvSpPr>
            <a:spLocks noGrp="1"/>
          </p:cNvSpPr>
          <p:nvPr/>
        </p:nvSpPr>
        <p:spPr>
          <a:xfrm>
            <a:off x="224068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0" name="01_find_only_189">
            <a:extLst>
              <a:ext uri="{FF2B5EF4-FFF2-40B4-BE49-F238E27FC236}">
                <a16:creationId xmlns:a16="http://schemas.microsoft.com/office/drawing/2014/main" id="{BC6B065C-F5E8-47F7-9B5C-6F63C6DDF72D}"/>
              </a:ext>
            </a:extLst>
          </p:cNvPr>
          <p:cNvSpPr>
            <a:spLocks noGrp="1"/>
          </p:cNvSpPr>
          <p:nvPr/>
        </p:nvSpPr>
        <p:spPr>
          <a:xfrm>
            <a:off x="232180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1" name="01_find_only_190">
            <a:extLst>
              <a:ext uri="{FF2B5EF4-FFF2-40B4-BE49-F238E27FC236}">
                <a16:creationId xmlns:a16="http://schemas.microsoft.com/office/drawing/2014/main" id="{D79B383B-564F-42C2-8110-9B89EBBB7A6F}"/>
              </a:ext>
            </a:extLst>
          </p:cNvPr>
          <p:cNvSpPr>
            <a:spLocks noGrp="1"/>
          </p:cNvSpPr>
          <p:nvPr/>
        </p:nvSpPr>
        <p:spPr>
          <a:xfrm>
            <a:off x="231150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2" name="01_find_only_191">
            <a:extLst>
              <a:ext uri="{FF2B5EF4-FFF2-40B4-BE49-F238E27FC236}">
                <a16:creationId xmlns:a16="http://schemas.microsoft.com/office/drawing/2014/main" id="{68AB32E5-A405-415A-922D-105DA1D39384}"/>
              </a:ext>
            </a:extLst>
          </p:cNvPr>
          <p:cNvSpPr>
            <a:spLocks noGrp="1"/>
          </p:cNvSpPr>
          <p:nvPr/>
        </p:nvSpPr>
        <p:spPr>
          <a:xfrm>
            <a:off x="229683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3" name="01_find_only_192">
            <a:extLst>
              <a:ext uri="{FF2B5EF4-FFF2-40B4-BE49-F238E27FC236}">
                <a16:creationId xmlns:a16="http://schemas.microsoft.com/office/drawing/2014/main" id="{2A74E260-0F58-4B3B-A7BB-FA68A34A4CA2}"/>
              </a:ext>
            </a:extLst>
          </p:cNvPr>
          <p:cNvSpPr>
            <a:spLocks noGrp="1"/>
          </p:cNvSpPr>
          <p:nvPr/>
        </p:nvSpPr>
        <p:spPr>
          <a:xfrm>
            <a:off x="223728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4" name="01_find_only_193">
            <a:extLst>
              <a:ext uri="{FF2B5EF4-FFF2-40B4-BE49-F238E27FC236}">
                <a16:creationId xmlns:a16="http://schemas.microsoft.com/office/drawing/2014/main" id="{16CE6AB9-BAD8-4CAD-98A3-BFC28BE3EE85}"/>
              </a:ext>
            </a:extLst>
          </p:cNvPr>
          <p:cNvSpPr>
            <a:spLocks noGrp="1"/>
          </p:cNvSpPr>
          <p:nvPr/>
        </p:nvSpPr>
        <p:spPr>
          <a:xfrm>
            <a:off x="2246706" y="38124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5" name="01_find_only_194">
            <a:extLst>
              <a:ext uri="{FF2B5EF4-FFF2-40B4-BE49-F238E27FC236}">
                <a16:creationId xmlns:a16="http://schemas.microsoft.com/office/drawing/2014/main" id="{D57236B7-7D84-4CBA-8443-CED5A114CEAC}"/>
              </a:ext>
            </a:extLst>
          </p:cNvPr>
          <p:cNvSpPr>
            <a:spLocks noGrp="1"/>
          </p:cNvSpPr>
          <p:nvPr/>
        </p:nvSpPr>
        <p:spPr>
          <a:xfrm>
            <a:off x="225612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6" name="01_find_only_195">
            <a:extLst>
              <a:ext uri="{FF2B5EF4-FFF2-40B4-BE49-F238E27FC236}">
                <a16:creationId xmlns:a16="http://schemas.microsoft.com/office/drawing/2014/main" id="{F05783F2-1B09-4B7C-BC23-0D89CC1ADE2E}"/>
              </a:ext>
            </a:extLst>
          </p:cNvPr>
          <p:cNvSpPr>
            <a:spLocks noGrp="1"/>
          </p:cNvSpPr>
          <p:nvPr/>
        </p:nvSpPr>
        <p:spPr>
          <a:xfrm>
            <a:off x="229780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7" name="01_find_only_196">
            <a:extLst>
              <a:ext uri="{FF2B5EF4-FFF2-40B4-BE49-F238E27FC236}">
                <a16:creationId xmlns:a16="http://schemas.microsoft.com/office/drawing/2014/main" id="{187DC3D5-8F56-45FB-93F1-33244BC53650}"/>
              </a:ext>
            </a:extLst>
          </p:cNvPr>
          <p:cNvSpPr>
            <a:spLocks noGrp="1"/>
          </p:cNvSpPr>
          <p:nvPr/>
        </p:nvSpPr>
        <p:spPr>
          <a:xfrm>
            <a:off x="228799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8" name="01_find_only_197">
            <a:extLst>
              <a:ext uri="{FF2B5EF4-FFF2-40B4-BE49-F238E27FC236}">
                <a16:creationId xmlns:a16="http://schemas.microsoft.com/office/drawing/2014/main" id="{B3726358-6BE4-41C2-9D06-7ADA6E1092DD}"/>
              </a:ext>
            </a:extLst>
          </p:cNvPr>
          <p:cNvSpPr>
            <a:spLocks noGrp="1"/>
          </p:cNvSpPr>
          <p:nvPr/>
        </p:nvSpPr>
        <p:spPr>
          <a:xfrm>
            <a:off x="2250786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9" name="01_find_only_198">
            <a:extLst>
              <a:ext uri="{FF2B5EF4-FFF2-40B4-BE49-F238E27FC236}">
                <a16:creationId xmlns:a16="http://schemas.microsoft.com/office/drawing/2014/main" id="{00FCF7B3-25E8-4653-9EFD-3EAD6183DEAB}"/>
              </a:ext>
            </a:extLst>
          </p:cNvPr>
          <p:cNvSpPr>
            <a:spLocks noGrp="1"/>
          </p:cNvSpPr>
          <p:nvPr/>
        </p:nvSpPr>
        <p:spPr>
          <a:xfrm>
            <a:off x="226837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0" name="01_find_only_199">
            <a:extLst>
              <a:ext uri="{FF2B5EF4-FFF2-40B4-BE49-F238E27FC236}">
                <a16:creationId xmlns:a16="http://schemas.microsoft.com/office/drawing/2014/main" id="{200627B2-2043-4F66-8225-894342AFE213}"/>
              </a:ext>
            </a:extLst>
          </p:cNvPr>
          <p:cNvSpPr>
            <a:spLocks noGrp="1"/>
          </p:cNvSpPr>
          <p:nvPr/>
        </p:nvSpPr>
        <p:spPr>
          <a:xfrm>
            <a:off x="2233979" y="406155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1" name="01_find_only_200">
            <a:extLst>
              <a:ext uri="{FF2B5EF4-FFF2-40B4-BE49-F238E27FC236}">
                <a16:creationId xmlns:a16="http://schemas.microsoft.com/office/drawing/2014/main" id="{3B8526E0-DE09-4A35-AA94-7A03F46EB063}"/>
              </a:ext>
            </a:extLst>
          </p:cNvPr>
          <p:cNvSpPr>
            <a:spLocks noGrp="1"/>
          </p:cNvSpPr>
          <p:nvPr/>
        </p:nvSpPr>
        <p:spPr>
          <a:xfrm>
            <a:off x="250979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2" name="01_find_only_201">
            <a:extLst>
              <a:ext uri="{FF2B5EF4-FFF2-40B4-BE49-F238E27FC236}">
                <a16:creationId xmlns:a16="http://schemas.microsoft.com/office/drawing/2014/main" id="{1E7711AF-7D8D-4A64-BD05-A149C686D8A0}"/>
              </a:ext>
            </a:extLst>
          </p:cNvPr>
          <p:cNvSpPr>
            <a:spLocks noGrp="1"/>
          </p:cNvSpPr>
          <p:nvPr/>
        </p:nvSpPr>
        <p:spPr>
          <a:xfrm>
            <a:off x="2491144" y="32850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3" name="01_find_only_202">
            <a:extLst>
              <a:ext uri="{FF2B5EF4-FFF2-40B4-BE49-F238E27FC236}">
                <a16:creationId xmlns:a16="http://schemas.microsoft.com/office/drawing/2014/main" id="{0487D04C-9E72-4B27-9021-9F8E316D4CA1}"/>
              </a:ext>
            </a:extLst>
          </p:cNvPr>
          <p:cNvSpPr>
            <a:spLocks noGrp="1"/>
          </p:cNvSpPr>
          <p:nvPr/>
        </p:nvSpPr>
        <p:spPr>
          <a:xfrm>
            <a:off x="250630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4" name="01_find_only_203">
            <a:extLst>
              <a:ext uri="{FF2B5EF4-FFF2-40B4-BE49-F238E27FC236}">
                <a16:creationId xmlns:a16="http://schemas.microsoft.com/office/drawing/2014/main" id="{118D69E5-1F87-4718-9741-F2EBD882C04C}"/>
              </a:ext>
            </a:extLst>
          </p:cNvPr>
          <p:cNvSpPr>
            <a:spLocks noGrp="1"/>
          </p:cNvSpPr>
          <p:nvPr/>
        </p:nvSpPr>
        <p:spPr>
          <a:xfrm>
            <a:off x="250591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5" name="01_find_only_204">
            <a:extLst>
              <a:ext uri="{FF2B5EF4-FFF2-40B4-BE49-F238E27FC236}">
                <a16:creationId xmlns:a16="http://schemas.microsoft.com/office/drawing/2014/main" id="{2AEF0D52-BDD7-4271-AFD4-8A8B4C2F1996}"/>
              </a:ext>
            </a:extLst>
          </p:cNvPr>
          <p:cNvSpPr>
            <a:spLocks noGrp="1"/>
          </p:cNvSpPr>
          <p:nvPr/>
        </p:nvSpPr>
        <p:spPr>
          <a:xfrm>
            <a:off x="2522427" y="30160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6" name="01_find_only_205">
            <a:extLst>
              <a:ext uri="{FF2B5EF4-FFF2-40B4-BE49-F238E27FC236}">
                <a16:creationId xmlns:a16="http://schemas.microsoft.com/office/drawing/2014/main" id="{EEC6A79F-5D7F-4DFF-AAD8-587B944BD158}"/>
              </a:ext>
            </a:extLst>
          </p:cNvPr>
          <p:cNvSpPr>
            <a:spLocks noGrp="1"/>
          </p:cNvSpPr>
          <p:nvPr/>
        </p:nvSpPr>
        <p:spPr>
          <a:xfrm>
            <a:off x="2550698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7" name="01_find_only_206">
            <a:extLst>
              <a:ext uri="{FF2B5EF4-FFF2-40B4-BE49-F238E27FC236}">
                <a16:creationId xmlns:a16="http://schemas.microsoft.com/office/drawing/2014/main" id="{9F6FA799-FDAD-444D-81AE-A4624EE65F2A}"/>
              </a:ext>
            </a:extLst>
          </p:cNvPr>
          <p:cNvSpPr>
            <a:spLocks noGrp="1"/>
          </p:cNvSpPr>
          <p:nvPr/>
        </p:nvSpPr>
        <p:spPr>
          <a:xfrm>
            <a:off x="256847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8" name="01_find_only_207">
            <a:extLst>
              <a:ext uri="{FF2B5EF4-FFF2-40B4-BE49-F238E27FC236}">
                <a16:creationId xmlns:a16="http://schemas.microsoft.com/office/drawing/2014/main" id="{374B73FE-7003-4D63-88E2-3310FC64B6F8}"/>
              </a:ext>
            </a:extLst>
          </p:cNvPr>
          <p:cNvSpPr>
            <a:spLocks noGrp="1"/>
          </p:cNvSpPr>
          <p:nvPr/>
        </p:nvSpPr>
        <p:spPr>
          <a:xfrm>
            <a:off x="2496292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9" name="01_find_only_208">
            <a:extLst>
              <a:ext uri="{FF2B5EF4-FFF2-40B4-BE49-F238E27FC236}">
                <a16:creationId xmlns:a16="http://schemas.microsoft.com/office/drawing/2014/main" id="{BA124EE5-9E38-4B15-82AD-5AFDD9CC9B10}"/>
              </a:ext>
            </a:extLst>
          </p:cNvPr>
          <p:cNvSpPr>
            <a:spLocks noGrp="1"/>
          </p:cNvSpPr>
          <p:nvPr/>
        </p:nvSpPr>
        <p:spPr>
          <a:xfrm>
            <a:off x="254069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0" name="01_find_only_209">
            <a:extLst>
              <a:ext uri="{FF2B5EF4-FFF2-40B4-BE49-F238E27FC236}">
                <a16:creationId xmlns:a16="http://schemas.microsoft.com/office/drawing/2014/main" id="{B765F48E-08BD-4657-AFB6-0EB0D838F664}"/>
              </a:ext>
            </a:extLst>
          </p:cNvPr>
          <p:cNvSpPr>
            <a:spLocks noGrp="1"/>
          </p:cNvSpPr>
          <p:nvPr/>
        </p:nvSpPr>
        <p:spPr>
          <a:xfrm>
            <a:off x="249658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1" name="01_find_only_210">
            <a:extLst>
              <a:ext uri="{FF2B5EF4-FFF2-40B4-BE49-F238E27FC236}">
                <a16:creationId xmlns:a16="http://schemas.microsoft.com/office/drawing/2014/main" id="{EF09B2F3-C93E-4E0A-A303-0CF6E0FA256A}"/>
              </a:ext>
            </a:extLst>
          </p:cNvPr>
          <p:cNvSpPr>
            <a:spLocks noGrp="1"/>
          </p:cNvSpPr>
          <p:nvPr/>
        </p:nvSpPr>
        <p:spPr>
          <a:xfrm>
            <a:off x="248589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2" name="01_find_only_211">
            <a:extLst>
              <a:ext uri="{FF2B5EF4-FFF2-40B4-BE49-F238E27FC236}">
                <a16:creationId xmlns:a16="http://schemas.microsoft.com/office/drawing/2014/main" id="{67899452-D54E-4C6F-B543-CA66539954F8}"/>
              </a:ext>
            </a:extLst>
          </p:cNvPr>
          <p:cNvSpPr>
            <a:spLocks noGrp="1"/>
          </p:cNvSpPr>
          <p:nvPr/>
        </p:nvSpPr>
        <p:spPr>
          <a:xfrm>
            <a:off x="2560704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3" name="01_find_only_212">
            <a:extLst>
              <a:ext uri="{FF2B5EF4-FFF2-40B4-BE49-F238E27FC236}">
                <a16:creationId xmlns:a16="http://schemas.microsoft.com/office/drawing/2014/main" id="{217110A6-D6FE-423E-B0A2-49D0286BE59E}"/>
              </a:ext>
            </a:extLst>
          </p:cNvPr>
          <p:cNvSpPr>
            <a:spLocks noGrp="1"/>
          </p:cNvSpPr>
          <p:nvPr/>
        </p:nvSpPr>
        <p:spPr>
          <a:xfrm>
            <a:off x="2580620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4" name="01_find_only_213">
            <a:extLst>
              <a:ext uri="{FF2B5EF4-FFF2-40B4-BE49-F238E27FC236}">
                <a16:creationId xmlns:a16="http://schemas.microsoft.com/office/drawing/2014/main" id="{8055B501-920E-42C1-B59F-85A0988C3067}"/>
              </a:ext>
            </a:extLst>
          </p:cNvPr>
          <p:cNvSpPr>
            <a:spLocks noGrp="1"/>
          </p:cNvSpPr>
          <p:nvPr/>
        </p:nvSpPr>
        <p:spPr>
          <a:xfrm>
            <a:off x="252213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5" name="01_find_only_214">
            <a:extLst>
              <a:ext uri="{FF2B5EF4-FFF2-40B4-BE49-F238E27FC236}">
                <a16:creationId xmlns:a16="http://schemas.microsoft.com/office/drawing/2014/main" id="{13030B5F-FB1C-47B1-8599-43FC9337CAA3}"/>
              </a:ext>
            </a:extLst>
          </p:cNvPr>
          <p:cNvSpPr>
            <a:spLocks noGrp="1"/>
          </p:cNvSpPr>
          <p:nvPr/>
        </p:nvSpPr>
        <p:spPr>
          <a:xfrm>
            <a:off x="257537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6" name="01_find_only_215">
            <a:extLst>
              <a:ext uri="{FF2B5EF4-FFF2-40B4-BE49-F238E27FC236}">
                <a16:creationId xmlns:a16="http://schemas.microsoft.com/office/drawing/2014/main" id="{2BAE706F-9180-4537-948E-92F8B608B3BB}"/>
              </a:ext>
            </a:extLst>
          </p:cNvPr>
          <p:cNvSpPr>
            <a:spLocks noGrp="1"/>
          </p:cNvSpPr>
          <p:nvPr/>
        </p:nvSpPr>
        <p:spPr>
          <a:xfrm>
            <a:off x="2506202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7" name="01_find_only_216">
            <a:extLst>
              <a:ext uri="{FF2B5EF4-FFF2-40B4-BE49-F238E27FC236}">
                <a16:creationId xmlns:a16="http://schemas.microsoft.com/office/drawing/2014/main" id="{396CDAAA-F06E-4632-90EE-09D3A0BB95FB}"/>
              </a:ext>
            </a:extLst>
          </p:cNvPr>
          <p:cNvSpPr>
            <a:spLocks noGrp="1"/>
          </p:cNvSpPr>
          <p:nvPr/>
        </p:nvSpPr>
        <p:spPr>
          <a:xfrm>
            <a:off x="2524661" y="33155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8" name="01_find_only_217">
            <a:extLst>
              <a:ext uri="{FF2B5EF4-FFF2-40B4-BE49-F238E27FC236}">
                <a16:creationId xmlns:a16="http://schemas.microsoft.com/office/drawing/2014/main" id="{DFA9BAD8-8C21-4A21-A92D-04C1967925D7}"/>
              </a:ext>
            </a:extLst>
          </p:cNvPr>
          <p:cNvSpPr>
            <a:spLocks noGrp="1"/>
          </p:cNvSpPr>
          <p:nvPr/>
        </p:nvSpPr>
        <p:spPr>
          <a:xfrm>
            <a:off x="2553612" y="348958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9" name="01_find_only_218">
            <a:extLst>
              <a:ext uri="{FF2B5EF4-FFF2-40B4-BE49-F238E27FC236}">
                <a16:creationId xmlns:a16="http://schemas.microsoft.com/office/drawing/2014/main" id="{FC4AACE4-B4BB-495E-A06F-A0BF28C9D74F}"/>
              </a:ext>
            </a:extLst>
          </p:cNvPr>
          <p:cNvSpPr>
            <a:spLocks noGrp="1"/>
          </p:cNvSpPr>
          <p:nvPr/>
        </p:nvSpPr>
        <p:spPr>
          <a:xfrm>
            <a:off x="257100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0" name="01_find_only_219">
            <a:extLst>
              <a:ext uri="{FF2B5EF4-FFF2-40B4-BE49-F238E27FC236}">
                <a16:creationId xmlns:a16="http://schemas.microsoft.com/office/drawing/2014/main" id="{9EB67C98-7115-412A-AA58-F9FCC6F726DB}"/>
              </a:ext>
            </a:extLst>
          </p:cNvPr>
          <p:cNvSpPr>
            <a:spLocks noGrp="1"/>
          </p:cNvSpPr>
          <p:nvPr/>
        </p:nvSpPr>
        <p:spPr>
          <a:xfrm>
            <a:off x="258042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1" name="01_find_only_220">
            <a:extLst>
              <a:ext uri="{FF2B5EF4-FFF2-40B4-BE49-F238E27FC236}">
                <a16:creationId xmlns:a16="http://schemas.microsoft.com/office/drawing/2014/main" id="{7CAAD9DE-80A3-4941-8787-79AD6C3F5C51}"/>
              </a:ext>
            </a:extLst>
          </p:cNvPr>
          <p:cNvSpPr>
            <a:spLocks noGrp="1"/>
          </p:cNvSpPr>
          <p:nvPr/>
        </p:nvSpPr>
        <p:spPr>
          <a:xfrm>
            <a:off x="254690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2" name="01_find_only_221">
            <a:extLst>
              <a:ext uri="{FF2B5EF4-FFF2-40B4-BE49-F238E27FC236}">
                <a16:creationId xmlns:a16="http://schemas.microsoft.com/office/drawing/2014/main" id="{B0F04234-6121-4778-B876-903D80B9822B}"/>
              </a:ext>
            </a:extLst>
          </p:cNvPr>
          <p:cNvSpPr>
            <a:spLocks noGrp="1"/>
          </p:cNvSpPr>
          <p:nvPr/>
        </p:nvSpPr>
        <p:spPr>
          <a:xfrm>
            <a:off x="2489298" y="345219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3" name="01_find_only_222">
            <a:extLst>
              <a:ext uri="{FF2B5EF4-FFF2-40B4-BE49-F238E27FC236}">
                <a16:creationId xmlns:a16="http://schemas.microsoft.com/office/drawing/2014/main" id="{8E258791-9671-4937-83F7-3F8CABD7DE30}"/>
              </a:ext>
            </a:extLst>
          </p:cNvPr>
          <p:cNvSpPr>
            <a:spLocks noGrp="1"/>
          </p:cNvSpPr>
          <p:nvPr/>
        </p:nvSpPr>
        <p:spPr>
          <a:xfrm>
            <a:off x="2503676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4" name="01_find_only_223">
            <a:extLst>
              <a:ext uri="{FF2B5EF4-FFF2-40B4-BE49-F238E27FC236}">
                <a16:creationId xmlns:a16="http://schemas.microsoft.com/office/drawing/2014/main" id="{A6B3AAFD-2BD1-43D9-9EB2-D2ABAA149574}"/>
              </a:ext>
            </a:extLst>
          </p:cNvPr>
          <p:cNvSpPr>
            <a:spLocks noGrp="1"/>
          </p:cNvSpPr>
          <p:nvPr/>
        </p:nvSpPr>
        <p:spPr>
          <a:xfrm>
            <a:off x="250999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5" name="01_find_only_224">
            <a:extLst>
              <a:ext uri="{FF2B5EF4-FFF2-40B4-BE49-F238E27FC236}">
                <a16:creationId xmlns:a16="http://schemas.microsoft.com/office/drawing/2014/main" id="{4E90B2C4-1CD5-4A7F-87F9-094930ACF8E4}"/>
              </a:ext>
            </a:extLst>
          </p:cNvPr>
          <p:cNvSpPr>
            <a:spLocks noGrp="1"/>
          </p:cNvSpPr>
          <p:nvPr/>
        </p:nvSpPr>
        <p:spPr>
          <a:xfrm>
            <a:off x="2489103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6" name="01_find_only_225">
            <a:extLst>
              <a:ext uri="{FF2B5EF4-FFF2-40B4-BE49-F238E27FC236}">
                <a16:creationId xmlns:a16="http://schemas.microsoft.com/office/drawing/2014/main" id="{BD0FED62-E108-4EE3-BFD9-A39ADE93E8F6}"/>
              </a:ext>
            </a:extLst>
          </p:cNvPr>
          <p:cNvSpPr>
            <a:spLocks noGrp="1"/>
          </p:cNvSpPr>
          <p:nvPr/>
        </p:nvSpPr>
        <p:spPr>
          <a:xfrm>
            <a:off x="2488521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7" name="01_find_only_226">
            <a:extLst>
              <a:ext uri="{FF2B5EF4-FFF2-40B4-BE49-F238E27FC236}">
                <a16:creationId xmlns:a16="http://schemas.microsoft.com/office/drawing/2014/main" id="{E3581317-854C-49A0-B01D-1AC08853E0D0}"/>
              </a:ext>
            </a:extLst>
          </p:cNvPr>
          <p:cNvSpPr>
            <a:spLocks noGrp="1"/>
          </p:cNvSpPr>
          <p:nvPr/>
        </p:nvSpPr>
        <p:spPr>
          <a:xfrm>
            <a:off x="250736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8" name="01_find_only_227">
            <a:extLst>
              <a:ext uri="{FF2B5EF4-FFF2-40B4-BE49-F238E27FC236}">
                <a16:creationId xmlns:a16="http://schemas.microsoft.com/office/drawing/2014/main" id="{2F0205BA-5F31-4CA5-B137-6978B7F36052}"/>
              </a:ext>
            </a:extLst>
          </p:cNvPr>
          <p:cNvSpPr>
            <a:spLocks noGrp="1"/>
          </p:cNvSpPr>
          <p:nvPr/>
        </p:nvSpPr>
        <p:spPr>
          <a:xfrm>
            <a:off x="254399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9" name="01_find_only_228">
            <a:extLst>
              <a:ext uri="{FF2B5EF4-FFF2-40B4-BE49-F238E27FC236}">
                <a16:creationId xmlns:a16="http://schemas.microsoft.com/office/drawing/2014/main" id="{0C1C1D34-FB1A-4016-ACC0-B206AE4FFA34}"/>
              </a:ext>
            </a:extLst>
          </p:cNvPr>
          <p:cNvSpPr>
            <a:spLocks noGrp="1"/>
          </p:cNvSpPr>
          <p:nvPr/>
        </p:nvSpPr>
        <p:spPr>
          <a:xfrm>
            <a:off x="2502218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0" name="01_find_only_229">
            <a:extLst>
              <a:ext uri="{FF2B5EF4-FFF2-40B4-BE49-F238E27FC236}">
                <a16:creationId xmlns:a16="http://schemas.microsoft.com/office/drawing/2014/main" id="{2A8717D3-B62A-4662-837D-51BB708DE1F0}"/>
              </a:ext>
            </a:extLst>
          </p:cNvPr>
          <p:cNvSpPr>
            <a:spLocks noGrp="1"/>
          </p:cNvSpPr>
          <p:nvPr/>
        </p:nvSpPr>
        <p:spPr>
          <a:xfrm>
            <a:off x="253136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1" name="01_find_only_230">
            <a:extLst>
              <a:ext uri="{FF2B5EF4-FFF2-40B4-BE49-F238E27FC236}">
                <a16:creationId xmlns:a16="http://schemas.microsoft.com/office/drawing/2014/main" id="{7E4CF7D4-A574-4D86-B895-DA221093FC13}"/>
              </a:ext>
            </a:extLst>
          </p:cNvPr>
          <p:cNvSpPr>
            <a:spLocks noGrp="1"/>
          </p:cNvSpPr>
          <p:nvPr/>
        </p:nvSpPr>
        <p:spPr>
          <a:xfrm>
            <a:off x="252106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2" name="01_find_only_231">
            <a:extLst>
              <a:ext uri="{FF2B5EF4-FFF2-40B4-BE49-F238E27FC236}">
                <a16:creationId xmlns:a16="http://schemas.microsoft.com/office/drawing/2014/main" id="{74BB854B-EAD6-485F-A1D3-F29E8080798C}"/>
              </a:ext>
            </a:extLst>
          </p:cNvPr>
          <p:cNvSpPr>
            <a:spLocks noGrp="1"/>
          </p:cNvSpPr>
          <p:nvPr/>
        </p:nvSpPr>
        <p:spPr>
          <a:xfrm>
            <a:off x="256925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3" name="01_find_only_232">
            <a:extLst>
              <a:ext uri="{FF2B5EF4-FFF2-40B4-BE49-F238E27FC236}">
                <a16:creationId xmlns:a16="http://schemas.microsoft.com/office/drawing/2014/main" id="{BB4A7EEF-C83F-4C42-9C93-D0021F4AC73C}"/>
              </a:ext>
            </a:extLst>
          </p:cNvPr>
          <p:cNvSpPr>
            <a:spLocks noGrp="1"/>
          </p:cNvSpPr>
          <p:nvPr/>
        </p:nvSpPr>
        <p:spPr>
          <a:xfrm>
            <a:off x="2511449" y="414785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4" name="01_find_only_233">
            <a:extLst>
              <a:ext uri="{FF2B5EF4-FFF2-40B4-BE49-F238E27FC236}">
                <a16:creationId xmlns:a16="http://schemas.microsoft.com/office/drawing/2014/main" id="{C7F6D6F6-DA24-4848-9B40-ACDA12796305}"/>
              </a:ext>
            </a:extLst>
          </p:cNvPr>
          <p:cNvSpPr>
            <a:spLocks noGrp="1"/>
          </p:cNvSpPr>
          <p:nvPr/>
        </p:nvSpPr>
        <p:spPr>
          <a:xfrm>
            <a:off x="2551378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5" name="01_find_only_234">
            <a:extLst>
              <a:ext uri="{FF2B5EF4-FFF2-40B4-BE49-F238E27FC236}">
                <a16:creationId xmlns:a16="http://schemas.microsoft.com/office/drawing/2014/main" id="{D590DA09-9C7F-45A1-B32E-430A7A8BE5F9}"/>
              </a:ext>
            </a:extLst>
          </p:cNvPr>
          <p:cNvSpPr>
            <a:spLocks noGrp="1"/>
          </p:cNvSpPr>
          <p:nvPr/>
        </p:nvSpPr>
        <p:spPr>
          <a:xfrm>
            <a:off x="255380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6" name="01_find_only_235">
            <a:extLst>
              <a:ext uri="{FF2B5EF4-FFF2-40B4-BE49-F238E27FC236}">
                <a16:creationId xmlns:a16="http://schemas.microsoft.com/office/drawing/2014/main" id="{19B8CA84-E532-478A-A57D-50CF500C0691}"/>
              </a:ext>
            </a:extLst>
          </p:cNvPr>
          <p:cNvSpPr>
            <a:spLocks noGrp="1"/>
          </p:cNvSpPr>
          <p:nvPr/>
        </p:nvSpPr>
        <p:spPr>
          <a:xfrm>
            <a:off x="2488812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7" name="01_find_only_236">
            <a:extLst>
              <a:ext uri="{FF2B5EF4-FFF2-40B4-BE49-F238E27FC236}">
                <a16:creationId xmlns:a16="http://schemas.microsoft.com/office/drawing/2014/main" id="{E340B9B1-6A95-4C8F-B8BA-04A827E0A9DD}"/>
              </a:ext>
            </a:extLst>
          </p:cNvPr>
          <p:cNvSpPr>
            <a:spLocks noGrp="1"/>
          </p:cNvSpPr>
          <p:nvPr/>
        </p:nvSpPr>
        <p:spPr>
          <a:xfrm>
            <a:off x="256799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8" name="01_find_only_237">
            <a:extLst>
              <a:ext uri="{FF2B5EF4-FFF2-40B4-BE49-F238E27FC236}">
                <a16:creationId xmlns:a16="http://schemas.microsoft.com/office/drawing/2014/main" id="{C120653D-BCB1-42D6-BFBE-CB48960E4AF2}"/>
              </a:ext>
            </a:extLst>
          </p:cNvPr>
          <p:cNvSpPr>
            <a:spLocks noGrp="1"/>
          </p:cNvSpPr>
          <p:nvPr/>
        </p:nvSpPr>
        <p:spPr>
          <a:xfrm>
            <a:off x="248648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9" name="01_find_only_238">
            <a:extLst>
              <a:ext uri="{FF2B5EF4-FFF2-40B4-BE49-F238E27FC236}">
                <a16:creationId xmlns:a16="http://schemas.microsoft.com/office/drawing/2014/main" id="{D2798A61-0701-48FD-8706-48A5B8D9CB94}"/>
              </a:ext>
            </a:extLst>
          </p:cNvPr>
          <p:cNvSpPr>
            <a:spLocks noGrp="1"/>
          </p:cNvSpPr>
          <p:nvPr/>
        </p:nvSpPr>
        <p:spPr>
          <a:xfrm>
            <a:off x="256779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0" name="01_find_only_239">
            <a:extLst>
              <a:ext uri="{FF2B5EF4-FFF2-40B4-BE49-F238E27FC236}">
                <a16:creationId xmlns:a16="http://schemas.microsoft.com/office/drawing/2014/main" id="{A6D4174E-C6C8-4E7C-951C-57AB1D817C80}"/>
              </a:ext>
            </a:extLst>
          </p:cNvPr>
          <p:cNvSpPr>
            <a:spLocks noGrp="1"/>
          </p:cNvSpPr>
          <p:nvPr/>
        </p:nvSpPr>
        <p:spPr>
          <a:xfrm>
            <a:off x="257722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1" name="01_find_only_240">
            <a:extLst>
              <a:ext uri="{FF2B5EF4-FFF2-40B4-BE49-F238E27FC236}">
                <a16:creationId xmlns:a16="http://schemas.microsoft.com/office/drawing/2014/main" id="{6881E1A7-E3DF-4A90-AC5F-65A4ED63F4BE}"/>
              </a:ext>
            </a:extLst>
          </p:cNvPr>
          <p:cNvSpPr>
            <a:spLocks noGrp="1"/>
          </p:cNvSpPr>
          <p:nvPr/>
        </p:nvSpPr>
        <p:spPr>
          <a:xfrm>
            <a:off x="254457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2" name="01_find_only_241">
            <a:extLst>
              <a:ext uri="{FF2B5EF4-FFF2-40B4-BE49-F238E27FC236}">
                <a16:creationId xmlns:a16="http://schemas.microsoft.com/office/drawing/2014/main" id="{8C875E10-73A4-458A-A6E0-2B6BAE64FC33}"/>
              </a:ext>
            </a:extLst>
          </p:cNvPr>
          <p:cNvSpPr>
            <a:spLocks noGrp="1"/>
          </p:cNvSpPr>
          <p:nvPr/>
        </p:nvSpPr>
        <p:spPr>
          <a:xfrm>
            <a:off x="251543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3" name="01_find_only_242">
            <a:extLst>
              <a:ext uri="{FF2B5EF4-FFF2-40B4-BE49-F238E27FC236}">
                <a16:creationId xmlns:a16="http://schemas.microsoft.com/office/drawing/2014/main" id="{7A5259FC-7DE8-4633-AB1A-F0BB29100DF8}"/>
              </a:ext>
            </a:extLst>
          </p:cNvPr>
          <p:cNvSpPr>
            <a:spLocks noGrp="1"/>
          </p:cNvSpPr>
          <p:nvPr/>
        </p:nvSpPr>
        <p:spPr>
          <a:xfrm>
            <a:off x="255613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4" name="01_find_only_243">
            <a:extLst>
              <a:ext uri="{FF2B5EF4-FFF2-40B4-BE49-F238E27FC236}">
                <a16:creationId xmlns:a16="http://schemas.microsoft.com/office/drawing/2014/main" id="{3F1D062E-562B-427F-9724-5D829BF8A0E0}"/>
              </a:ext>
            </a:extLst>
          </p:cNvPr>
          <p:cNvSpPr>
            <a:spLocks noGrp="1"/>
          </p:cNvSpPr>
          <p:nvPr/>
        </p:nvSpPr>
        <p:spPr>
          <a:xfrm>
            <a:off x="250668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5" name="01_find_only_244">
            <a:extLst>
              <a:ext uri="{FF2B5EF4-FFF2-40B4-BE49-F238E27FC236}">
                <a16:creationId xmlns:a16="http://schemas.microsoft.com/office/drawing/2014/main" id="{CAFAE271-F28C-495D-82E2-59432EF8CDA2}"/>
              </a:ext>
            </a:extLst>
          </p:cNvPr>
          <p:cNvSpPr>
            <a:spLocks noGrp="1"/>
          </p:cNvSpPr>
          <p:nvPr/>
        </p:nvSpPr>
        <p:spPr>
          <a:xfrm>
            <a:off x="253165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6" name="01_find_only_245">
            <a:extLst>
              <a:ext uri="{FF2B5EF4-FFF2-40B4-BE49-F238E27FC236}">
                <a16:creationId xmlns:a16="http://schemas.microsoft.com/office/drawing/2014/main" id="{04284F52-CCB3-4752-8632-11F89A1AA283}"/>
              </a:ext>
            </a:extLst>
          </p:cNvPr>
          <p:cNvSpPr>
            <a:spLocks noGrp="1"/>
          </p:cNvSpPr>
          <p:nvPr/>
        </p:nvSpPr>
        <p:spPr>
          <a:xfrm>
            <a:off x="253165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7" name="01_find_only_246">
            <a:extLst>
              <a:ext uri="{FF2B5EF4-FFF2-40B4-BE49-F238E27FC236}">
                <a16:creationId xmlns:a16="http://schemas.microsoft.com/office/drawing/2014/main" id="{F27BD651-2BDC-48A4-8090-CE830167A231}"/>
              </a:ext>
            </a:extLst>
          </p:cNvPr>
          <p:cNvSpPr>
            <a:spLocks noGrp="1"/>
          </p:cNvSpPr>
          <p:nvPr/>
        </p:nvSpPr>
        <p:spPr>
          <a:xfrm>
            <a:off x="2502511" y="32774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8" name="01_find_only_247">
            <a:extLst>
              <a:ext uri="{FF2B5EF4-FFF2-40B4-BE49-F238E27FC236}">
                <a16:creationId xmlns:a16="http://schemas.microsoft.com/office/drawing/2014/main" id="{E939F68D-7685-4750-9E10-DF2748E8B43F}"/>
              </a:ext>
            </a:extLst>
          </p:cNvPr>
          <p:cNvSpPr>
            <a:spLocks noGrp="1"/>
          </p:cNvSpPr>
          <p:nvPr/>
        </p:nvSpPr>
        <p:spPr>
          <a:xfrm>
            <a:off x="2570225" y="316669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9" name="01_find_only_248">
            <a:extLst>
              <a:ext uri="{FF2B5EF4-FFF2-40B4-BE49-F238E27FC236}">
                <a16:creationId xmlns:a16="http://schemas.microsoft.com/office/drawing/2014/main" id="{513B95B0-A78D-4A60-9256-56C9D8DB2DC6}"/>
              </a:ext>
            </a:extLst>
          </p:cNvPr>
          <p:cNvSpPr>
            <a:spLocks noGrp="1"/>
          </p:cNvSpPr>
          <p:nvPr/>
        </p:nvSpPr>
        <p:spPr>
          <a:xfrm>
            <a:off x="251708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0" name="01_find_only_249">
            <a:extLst>
              <a:ext uri="{FF2B5EF4-FFF2-40B4-BE49-F238E27FC236}">
                <a16:creationId xmlns:a16="http://schemas.microsoft.com/office/drawing/2014/main" id="{05555608-5CC2-4C63-9F2A-55CC5EFF5FF7}"/>
              </a:ext>
            </a:extLst>
          </p:cNvPr>
          <p:cNvSpPr>
            <a:spLocks noGrp="1"/>
          </p:cNvSpPr>
          <p:nvPr/>
        </p:nvSpPr>
        <p:spPr>
          <a:xfrm>
            <a:off x="252650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1" name="01_find_only_250">
            <a:extLst>
              <a:ext uri="{FF2B5EF4-FFF2-40B4-BE49-F238E27FC236}">
                <a16:creationId xmlns:a16="http://schemas.microsoft.com/office/drawing/2014/main" id="{25C31D97-7EE0-4D71-9E3A-9A7B93BB040B}"/>
              </a:ext>
            </a:extLst>
          </p:cNvPr>
          <p:cNvSpPr>
            <a:spLocks noGrp="1"/>
          </p:cNvSpPr>
          <p:nvPr/>
        </p:nvSpPr>
        <p:spPr>
          <a:xfrm>
            <a:off x="257955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2" name="01_find_only_251">
            <a:extLst>
              <a:ext uri="{FF2B5EF4-FFF2-40B4-BE49-F238E27FC236}">
                <a16:creationId xmlns:a16="http://schemas.microsoft.com/office/drawing/2014/main" id="{56089CCA-1E3F-49A8-A694-37B74B08C05E}"/>
              </a:ext>
            </a:extLst>
          </p:cNvPr>
          <p:cNvSpPr>
            <a:spLocks noGrp="1"/>
          </p:cNvSpPr>
          <p:nvPr/>
        </p:nvSpPr>
        <p:spPr>
          <a:xfrm>
            <a:off x="255040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3" name="01_find_only_252">
            <a:extLst>
              <a:ext uri="{FF2B5EF4-FFF2-40B4-BE49-F238E27FC236}">
                <a16:creationId xmlns:a16="http://schemas.microsoft.com/office/drawing/2014/main" id="{6DCAF212-ADB1-443B-B1FC-F114F65F001D}"/>
              </a:ext>
            </a:extLst>
          </p:cNvPr>
          <p:cNvSpPr>
            <a:spLocks noGrp="1"/>
          </p:cNvSpPr>
          <p:nvPr/>
        </p:nvSpPr>
        <p:spPr>
          <a:xfrm>
            <a:off x="2576054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4" name="01_find_only_253">
            <a:extLst>
              <a:ext uri="{FF2B5EF4-FFF2-40B4-BE49-F238E27FC236}">
                <a16:creationId xmlns:a16="http://schemas.microsoft.com/office/drawing/2014/main" id="{AFBDA1D8-7AED-4CA9-9A2E-85277C3FB09B}"/>
              </a:ext>
            </a:extLst>
          </p:cNvPr>
          <p:cNvSpPr>
            <a:spLocks noGrp="1"/>
          </p:cNvSpPr>
          <p:nvPr/>
        </p:nvSpPr>
        <p:spPr>
          <a:xfrm>
            <a:off x="249017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5" name="01_find_only_254">
            <a:extLst>
              <a:ext uri="{FF2B5EF4-FFF2-40B4-BE49-F238E27FC236}">
                <a16:creationId xmlns:a16="http://schemas.microsoft.com/office/drawing/2014/main" id="{5E476844-73BE-4B88-AEC8-3BE2C5E8CEA8}"/>
              </a:ext>
            </a:extLst>
          </p:cNvPr>
          <p:cNvSpPr>
            <a:spLocks noGrp="1"/>
          </p:cNvSpPr>
          <p:nvPr/>
        </p:nvSpPr>
        <p:spPr>
          <a:xfrm>
            <a:off x="256886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6" name="01_find_only_255">
            <a:extLst>
              <a:ext uri="{FF2B5EF4-FFF2-40B4-BE49-F238E27FC236}">
                <a16:creationId xmlns:a16="http://schemas.microsoft.com/office/drawing/2014/main" id="{BE9F3D27-448D-4B60-A31B-61670EF73F5C}"/>
              </a:ext>
            </a:extLst>
          </p:cNvPr>
          <p:cNvSpPr>
            <a:spLocks noGrp="1"/>
          </p:cNvSpPr>
          <p:nvPr/>
        </p:nvSpPr>
        <p:spPr>
          <a:xfrm>
            <a:off x="2556041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7" name="01_find_only_256">
            <a:extLst>
              <a:ext uri="{FF2B5EF4-FFF2-40B4-BE49-F238E27FC236}">
                <a16:creationId xmlns:a16="http://schemas.microsoft.com/office/drawing/2014/main" id="{E4EC82EC-B95A-4D68-B4C6-E569D1600A1F}"/>
              </a:ext>
            </a:extLst>
          </p:cNvPr>
          <p:cNvSpPr>
            <a:spLocks noGrp="1"/>
          </p:cNvSpPr>
          <p:nvPr/>
        </p:nvSpPr>
        <p:spPr>
          <a:xfrm>
            <a:off x="252252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8" name="01_find_only_257">
            <a:extLst>
              <a:ext uri="{FF2B5EF4-FFF2-40B4-BE49-F238E27FC236}">
                <a16:creationId xmlns:a16="http://schemas.microsoft.com/office/drawing/2014/main" id="{480C6F5A-9D7E-4D7D-BB21-2D038ADCCDEE}"/>
              </a:ext>
            </a:extLst>
          </p:cNvPr>
          <p:cNvSpPr>
            <a:spLocks noGrp="1"/>
          </p:cNvSpPr>
          <p:nvPr/>
        </p:nvSpPr>
        <p:spPr>
          <a:xfrm>
            <a:off x="2559830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9" name="01_find_only_258">
            <a:extLst>
              <a:ext uri="{FF2B5EF4-FFF2-40B4-BE49-F238E27FC236}">
                <a16:creationId xmlns:a16="http://schemas.microsoft.com/office/drawing/2014/main" id="{83F88375-BEBC-4D18-B010-A11E22D962A5}"/>
              </a:ext>
            </a:extLst>
          </p:cNvPr>
          <p:cNvSpPr>
            <a:spLocks noGrp="1"/>
          </p:cNvSpPr>
          <p:nvPr/>
        </p:nvSpPr>
        <p:spPr>
          <a:xfrm>
            <a:off x="2580037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0" name="01_find_only_259">
            <a:extLst>
              <a:ext uri="{FF2B5EF4-FFF2-40B4-BE49-F238E27FC236}">
                <a16:creationId xmlns:a16="http://schemas.microsoft.com/office/drawing/2014/main" id="{FFA4850F-3DE0-4903-AAD3-0FD074E129A0}"/>
              </a:ext>
            </a:extLst>
          </p:cNvPr>
          <p:cNvSpPr>
            <a:spLocks noGrp="1"/>
          </p:cNvSpPr>
          <p:nvPr/>
        </p:nvSpPr>
        <p:spPr>
          <a:xfrm>
            <a:off x="2549629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1" name="01_find_only_260">
            <a:extLst>
              <a:ext uri="{FF2B5EF4-FFF2-40B4-BE49-F238E27FC236}">
                <a16:creationId xmlns:a16="http://schemas.microsoft.com/office/drawing/2014/main" id="{951E6021-E82B-46F4-A8A6-2267E33B017F}"/>
              </a:ext>
            </a:extLst>
          </p:cNvPr>
          <p:cNvSpPr>
            <a:spLocks noGrp="1"/>
          </p:cNvSpPr>
          <p:nvPr/>
        </p:nvSpPr>
        <p:spPr>
          <a:xfrm>
            <a:off x="255710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2" name="01_find_only_261">
            <a:extLst>
              <a:ext uri="{FF2B5EF4-FFF2-40B4-BE49-F238E27FC236}">
                <a16:creationId xmlns:a16="http://schemas.microsoft.com/office/drawing/2014/main" id="{EB1C556D-FA95-44D0-B72E-CF24B55275C9}"/>
              </a:ext>
            </a:extLst>
          </p:cNvPr>
          <p:cNvSpPr>
            <a:spLocks noGrp="1"/>
          </p:cNvSpPr>
          <p:nvPr/>
        </p:nvSpPr>
        <p:spPr>
          <a:xfrm>
            <a:off x="2556235" y="391292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3" name="01_find_only_262">
            <a:extLst>
              <a:ext uri="{FF2B5EF4-FFF2-40B4-BE49-F238E27FC236}">
                <a16:creationId xmlns:a16="http://schemas.microsoft.com/office/drawing/2014/main" id="{CED0EF54-0066-41DE-A9AB-3BC61C5735FD}"/>
              </a:ext>
            </a:extLst>
          </p:cNvPr>
          <p:cNvSpPr>
            <a:spLocks noGrp="1"/>
          </p:cNvSpPr>
          <p:nvPr/>
        </p:nvSpPr>
        <p:spPr>
          <a:xfrm>
            <a:off x="254069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4" name="01_find_only_263">
            <a:extLst>
              <a:ext uri="{FF2B5EF4-FFF2-40B4-BE49-F238E27FC236}">
                <a16:creationId xmlns:a16="http://schemas.microsoft.com/office/drawing/2014/main" id="{7B88DFDB-0CB6-42F9-8484-CAFB0DFFD35F}"/>
              </a:ext>
            </a:extLst>
          </p:cNvPr>
          <p:cNvSpPr>
            <a:spLocks noGrp="1"/>
          </p:cNvSpPr>
          <p:nvPr/>
        </p:nvSpPr>
        <p:spPr>
          <a:xfrm>
            <a:off x="2513585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5" name="01_find_only_264">
            <a:extLst>
              <a:ext uri="{FF2B5EF4-FFF2-40B4-BE49-F238E27FC236}">
                <a16:creationId xmlns:a16="http://schemas.microsoft.com/office/drawing/2014/main" id="{E68EC438-1E8C-4156-9311-1376459A17DA}"/>
              </a:ext>
            </a:extLst>
          </p:cNvPr>
          <p:cNvSpPr>
            <a:spLocks noGrp="1"/>
          </p:cNvSpPr>
          <p:nvPr/>
        </p:nvSpPr>
        <p:spPr>
          <a:xfrm>
            <a:off x="257323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6" name="01_find_only_265">
            <a:extLst>
              <a:ext uri="{FF2B5EF4-FFF2-40B4-BE49-F238E27FC236}">
                <a16:creationId xmlns:a16="http://schemas.microsoft.com/office/drawing/2014/main" id="{8A61669A-59F5-41E7-AB96-54DB02E6CA72}"/>
              </a:ext>
            </a:extLst>
          </p:cNvPr>
          <p:cNvSpPr>
            <a:spLocks noGrp="1"/>
          </p:cNvSpPr>
          <p:nvPr/>
        </p:nvSpPr>
        <p:spPr>
          <a:xfrm>
            <a:off x="2503288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7" name="01_find_only_266">
            <a:extLst>
              <a:ext uri="{FF2B5EF4-FFF2-40B4-BE49-F238E27FC236}">
                <a16:creationId xmlns:a16="http://schemas.microsoft.com/office/drawing/2014/main" id="{F03CD282-92AE-4076-9321-769E851B9A83}"/>
              </a:ext>
            </a:extLst>
          </p:cNvPr>
          <p:cNvSpPr>
            <a:spLocks noGrp="1"/>
          </p:cNvSpPr>
          <p:nvPr/>
        </p:nvSpPr>
        <p:spPr>
          <a:xfrm>
            <a:off x="250251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8" name="01_find_only_267">
            <a:extLst>
              <a:ext uri="{FF2B5EF4-FFF2-40B4-BE49-F238E27FC236}">
                <a16:creationId xmlns:a16="http://schemas.microsoft.com/office/drawing/2014/main" id="{47D05FFD-C8C2-4333-B058-A57BF0288C46}"/>
              </a:ext>
            </a:extLst>
          </p:cNvPr>
          <p:cNvSpPr>
            <a:spLocks noGrp="1"/>
          </p:cNvSpPr>
          <p:nvPr/>
        </p:nvSpPr>
        <p:spPr>
          <a:xfrm>
            <a:off x="250688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9" name="01_find_only_268">
            <a:extLst>
              <a:ext uri="{FF2B5EF4-FFF2-40B4-BE49-F238E27FC236}">
                <a16:creationId xmlns:a16="http://schemas.microsoft.com/office/drawing/2014/main" id="{EFACA2AF-B3C4-41A1-B941-1C7E1E6C6CD6}"/>
              </a:ext>
            </a:extLst>
          </p:cNvPr>
          <p:cNvSpPr>
            <a:spLocks noGrp="1"/>
          </p:cNvSpPr>
          <p:nvPr/>
        </p:nvSpPr>
        <p:spPr>
          <a:xfrm>
            <a:off x="2574597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0" name="01_find_only_269">
            <a:extLst>
              <a:ext uri="{FF2B5EF4-FFF2-40B4-BE49-F238E27FC236}">
                <a16:creationId xmlns:a16="http://schemas.microsoft.com/office/drawing/2014/main" id="{588B86C1-D584-49DF-96F3-4474107749B2}"/>
              </a:ext>
            </a:extLst>
          </p:cNvPr>
          <p:cNvSpPr>
            <a:spLocks noGrp="1"/>
          </p:cNvSpPr>
          <p:nvPr/>
        </p:nvSpPr>
        <p:spPr>
          <a:xfrm>
            <a:off x="2564298" y="37031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1" name="01_find_only_270">
            <a:extLst>
              <a:ext uri="{FF2B5EF4-FFF2-40B4-BE49-F238E27FC236}">
                <a16:creationId xmlns:a16="http://schemas.microsoft.com/office/drawing/2014/main" id="{4EB5D8FD-20E6-46C1-9080-148BD27D8CFD}"/>
              </a:ext>
            </a:extLst>
          </p:cNvPr>
          <p:cNvSpPr>
            <a:spLocks noGrp="1"/>
          </p:cNvSpPr>
          <p:nvPr/>
        </p:nvSpPr>
        <p:spPr>
          <a:xfrm>
            <a:off x="2568476" y="319539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2" name="01_find_only_271">
            <a:extLst>
              <a:ext uri="{FF2B5EF4-FFF2-40B4-BE49-F238E27FC236}">
                <a16:creationId xmlns:a16="http://schemas.microsoft.com/office/drawing/2014/main" id="{01B83C18-3A25-4970-B5C9-3C30A6CC6E96}"/>
              </a:ext>
            </a:extLst>
          </p:cNvPr>
          <p:cNvSpPr>
            <a:spLocks noGrp="1"/>
          </p:cNvSpPr>
          <p:nvPr/>
        </p:nvSpPr>
        <p:spPr>
          <a:xfrm>
            <a:off x="255642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3" name="01_find_only_272">
            <a:extLst>
              <a:ext uri="{FF2B5EF4-FFF2-40B4-BE49-F238E27FC236}">
                <a16:creationId xmlns:a16="http://schemas.microsoft.com/office/drawing/2014/main" id="{4194CDF7-E087-4605-B719-2758B0D2D293}"/>
              </a:ext>
            </a:extLst>
          </p:cNvPr>
          <p:cNvSpPr>
            <a:spLocks noGrp="1"/>
          </p:cNvSpPr>
          <p:nvPr/>
        </p:nvSpPr>
        <p:spPr>
          <a:xfrm>
            <a:off x="256391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4" name="01_find_only_273">
            <a:extLst>
              <a:ext uri="{FF2B5EF4-FFF2-40B4-BE49-F238E27FC236}">
                <a16:creationId xmlns:a16="http://schemas.microsoft.com/office/drawing/2014/main" id="{1FD83A2A-7A4B-4759-95A2-D0B61E55FC79}"/>
              </a:ext>
            </a:extLst>
          </p:cNvPr>
          <p:cNvSpPr>
            <a:spLocks noGrp="1"/>
          </p:cNvSpPr>
          <p:nvPr/>
        </p:nvSpPr>
        <p:spPr>
          <a:xfrm>
            <a:off x="257226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5" name="01_find_only_274">
            <a:extLst>
              <a:ext uri="{FF2B5EF4-FFF2-40B4-BE49-F238E27FC236}">
                <a16:creationId xmlns:a16="http://schemas.microsoft.com/office/drawing/2014/main" id="{32350563-6963-417E-89AC-0D91B3098177}"/>
              </a:ext>
            </a:extLst>
          </p:cNvPr>
          <p:cNvSpPr>
            <a:spLocks noGrp="1"/>
          </p:cNvSpPr>
          <p:nvPr/>
        </p:nvSpPr>
        <p:spPr>
          <a:xfrm>
            <a:off x="250095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6" name="01_find_only_275">
            <a:extLst>
              <a:ext uri="{FF2B5EF4-FFF2-40B4-BE49-F238E27FC236}">
                <a16:creationId xmlns:a16="http://schemas.microsoft.com/office/drawing/2014/main" id="{85514523-D0F1-4F74-B70E-13B8C4E20D1C}"/>
              </a:ext>
            </a:extLst>
          </p:cNvPr>
          <p:cNvSpPr>
            <a:spLocks noGrp="1"/>
          </p:cNvSpPr>
          <p:nvPr/>
        </p:nvSpPr>
        <p:spPr>
          <a:xfrm>
            <a:off x="250863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7" name="01_find_only_276">
            <a:extLst>
              <a:ext uri="{FF2B5EF4-FFF2-40B4-BE49-F238E27FC236}">
                <a16:creationId xmlns:a16="http://schemas.microsoft.com/office/drawing/2014/main" id="{2F19290D-296E-47B3-BDE3-65BF4A47121A}"/>
              </a:ext>
            </a:extLst>
          </p:cNvPr>
          <p:cNvSpPr>
            <a:spLocks noGrp="1"/>
          </p:cNvSpPr>
          <p:nvPr/>
        </p:nvSpPr>
        <p:spPr>
          <a:xfrm>
            <a:off x="255477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8" name="01_find_only_277">
            <a:extLst>
              <a:ext uri="{FF2B5EF4-FFF2-40B4-BE49-F238E27FC236}">
                <a16:creationId xmlns:a16="http://schemas.microsoft.com/office/drawing/2014/main" id="{2098C7CD-7345-41A1-9507-47516C17B6FC}"/>
              </a:ext>
            </a:extLst>
          </p:cNvPr>
          <p:cNvSpPr>
            <a:spLocks noGrp="1"/>
          </p:cNvSpPr>
          <p:nvPr/>
        </p:nvSpPr>
        <p:spPr>
          <a:xfrm>
            <a:off x="250591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9" name="01_find_only_278">
            <a:extLst>
              <a:ext uri="{FF2B5EF4-FFF2-40B4-BE49-F238E27FC236}">
                <a16:creationId xmlns:a16="http://schemas.microsoft.com/office/drawing/2014/main" id="{3098C86F-28F0-4E9E-A67E-0E182BD4277F}"/>
              </a:ext>
            </a:extLst>
          </p:cNvPr>
          <p:cNvSpPr>
            <a:spLocks noGrp="1"/>
          </p:cNvSpPr>
          <p:nvPr/>
        </p:nvSpPr>
        <p:spPr>
          <a:xfrm>
            <a:off x="2515334" y="318915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0" name="01_find_only_279">
            <a:extLst>
              <a:ext uri="{FF2B5EF4-FFF2-40B4-BE49-F238E27FC236}">
                <a16:creationId xmlns:a16="http://schemas.microsoft.com/office/drawing/2014/main" id="{04B84ACF-E51B-47D5-824C-37E0AEF20242}"/>
              </a:ext>
            </a:extLst>
          </p:cNvPr>
          <p:cNvSpPr>
            <a:spLocks noGrp="1"/>
          </p:cNvSpPr>
          <p:nvPr/>
        </p:nvSpPr>
        <p:spPr>
          <a:xfrm>
            <a:off x="249940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1" name="01_find_only_280">
            <a:extLst>
              <a:ext uri="{FF2B5EF4-FFF2-40B4-BE49-F238E27FC236}">
                <a16:creationId xmlns:a16="http://schemas.microsoft.com/office/drawing/2014/main" id="{67560E67-38EA-4B18-B51D-B18BDCE9A195}"/>
              </a:ext>
            </a:extLst>
          </p:cNvPr>
          <p:cNvSpPr>
            <a:spLocks noGrp="1"/>
          </p:cNvSpPr>
          <p:nvPr/>
        </p:nvSpPr>
        <p:spPr>
          <a:xfrm>
            <a:off x="250970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2" name="01_find_only_281">
            <a:extLst>
              <a:ext uri="{FF2B5EF4-FFF2-40B4-BE49-F238E27FC236}">
                <a16:creationId xmlns:a16="http://schemas.microsoft.com/office/drawing/2014/main" id="{CF311F6D-6A39-4661-A59A-326F3B0E09AC}"/>
              </a:ext>
            </a:extLst>
          </p:cNvPr>
          <p:cNvSpPr>
            <a:spLocks noGrp="1"/>
          </p:cNvSpPr>
          <p:nvPr/>
        </p:nvSpPr>
        <p:spPr>
          <a:xfrm>
            <a:off x="2513489" y="38309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3" name="01_find_only_282">
            <a:extLst>
              <a:ext uri="{FF2B5EF4-FFF2-40B4-BE49-F238E27FC236}">
                <a16:creationId xmlns:a16="http://schemas.microsoft.com/office/drawing/2014/main" id="{EF7D747C-0DD9-4828-9CBA-735E0539C7FE}"/>
              </a:ext>
            </a:extLst>
          </p:cNvPr>
          <p:cNvSpPr>
            <a:spLocks noGrp="1"/>
          </p:cNvSpPr>
          <p:nvPr/>
        </p:nvSpPr>
        <p:spPr>
          <a:xfrm>
            <a:off x="2573820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4" name="01_find_only_283">
            <a:extLst>
              <a:ext uri="{FF2B5EF4-FFF2-40B4-BE49-F238E27FC236}">
                <a16:creationId xmlns:a16="http://schemas.microsoft.com/office/drawing/2014/main" id="{8090C95E-D218-44A3-8355-ADA2213855FF}"/>
              </a:ext>
            </a:extLst>
          </p:cNvPr>
          <p:cNvSpPr>
            <a:spLocks noGrp="1"/>
          </p:cNvSpPr>
          <p:nvPr/>
        </p:nvSpPr>
        <p:spPr>
          <a:xfrm>
            <a:off x="2532627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5" name="01_find_only_284">
            <a:extLst>
              <a:ext uri="{FF2B5EF4-FFF2-40B4-BE49-F238E27FC236}">
                <a16:creationId xmlns:a16="http://schemas.microsoft.com/office/drawing/2014/main" id="{3E937F1A-B11B-40DE-B79E-9177F784B342}"/>
              </a:ext>
            </a:extLst>
          </p:cNvPr>
          <p:cNvSpPr>
            <a:spLocks noGrp="1"/>
          </p:cNvSpPr>
          <p:nvPr/>
        </p:nvSpPr>
        <p:spPr>
          <a:xfrm>
            <a:off x="2500956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6" name="01_find_only_285">
            <a:extLst>
              <a:ext uri="{FF2B5EF4-FFF2-40B4-BE49-F238E27FC236}">
                <a16:creationId xmlns:a16="http://schemas.microsoft.com/office/drawing/2014/main" id="{4E1CB197-A6C2-4D8E-BDDF-BBBEA52FE36E}"/>
              </a:ext>
            </a:extLst>
          </p:cNvPr>
          <p:cNvSpPr>
            <a:spLocks noGrp="1"/>
          </p:cNvSpPr>
          <p:nvPr/>
        </p:nvSpPr>
        <p:spPr>
          <a:xfrm>
            <a:off x="2515043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7" name="01_find_only_286">
            <a:extLst>
              <a:ext uri="{FF2B5EF4-FFF2-40B4-BE49-F238E27FC236}">
                <a16:creationId xmlns:a16="http://schemas.microsoft.com/office/drawing/2014/main" id="{29325D3C-BD57-47F5-A7B7-766942E27AB6}"/>
              </a:ext>
            </a:extLst>
          </p:cNvPr>
          <p:cNvSpPr>
            <a:spLocks noGrp="1"/>
          </p:cNvSpPr>
          <p:nvPr/>
        </p:nvSpPr>
        <p:spPr>
          <a:xfrm>
            <a:off x="256876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8" name="01_find_only_287">
            <a:extLst>
              <a:ext uri="{FF2B5EF4-FFF2-40B4-BE49-F238E27FC236}">
                <a16:creationId xmlns:a16="http://schemas.microsoft.com/office/drawing/2014/main" id="{BBD2ABDF-86B4-4B4B-B8F4-14A1C445B016}"/>
              </a:ext>
            </a:extLst>
          </p:cNvPr>
          <p:cNvSpPr>
            <a:spLocks noGrp="1"/>
          </p:cNvSpPr>
          <p:nvPr/>
        </p:nvSpPr>
        <p:spPr>
          <a:xfrm>
            <a:off x="2550406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9" name="01_find_only_288">
            <a:extLst>
              <a:ext uri="{FF2B5EF4-FFF2-40B4-BE49-F238E27FC236}">
                <a16:creationId xmlns:a16="http://schemas.microsoft.com/office/drawing/2014/main" id="{0C88AE06-432C-4FE0-8ACA-8F88085CD851}"/>
              </a:ext>
            </a:extLst>
          </p:cNvPr>
          <p:cNvSpPr>
            <a:spLocks noGrp="1"/>
          </p:cNvSpPr>
          <p:nvPr/>
        </p:nvSpPr>
        <p:spPr>
          <a:xfrm>
            <a:off x="2568379" y="36259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0" name="01_find_only_289">
            <a:extLst>
              <a:ext uri="{FF2B5EF4-FFF2-40B4-BE49-F238E27FC236}">
                <a16:creationId xmlns:a16="http://schemas.microsoft.com/office/drawing/2014/main" id="{56BCB185-F147-4552-B04C-686569D86B2D}"/>
              </a:ext>
            </a:extLst>
          </p:cNvPr>
          <p:cNvSpPr>
            <a:spLocks noGrp="1"/>
          </p:cNvSpPr>
          <p:nvPr/>
        </p:nvSpPr>
        <p:spPr>
          <a:xfrm>
            <a:off x="2506882" y="320643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1" name="01_find_only_290">
            <a:extLst>
              <a:ext uri="{FF2B5EF4-FFF2-40B4-BE49-F238E27FC236}">
                <a16:creationId xmlns:a16="http://schemas.microsoft.com/office/drawing/2014/main" id="{50AB3662-4BC9-4DCD-B982-25E9D989C5FA}"/>
              </a:ext>
            </a:extLst>
          </p:cNvPr>
          <p:cNvSpPr>
            <a:spLocks noGrp="1"/>
          </p:cNvSpPr>
          <p:nvPr/>
        </p:nvSpPr>
        <p:spPr>
          <a:xfrm>
            <a:off x="2525147" y="322013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2" name="01_find_only_291">
            <a:extLst>
              <a:ext uri="{FF2B5EF4-FFF2-40B4-BE49-F238E27FC236}">
                <a16:creationId xmlns:a16="http://schemas.microsoft.com/office/drawing/2014/main" id="{17F1E9AE-2FB5-4C7C-AEBA-50DD07A1AB42}"/>
              </a:ext>
            </a:extLst>
          </p:cNvPr>
          <p:cNvSpPr>
            <a:spLocks noGrp="1"/>
          </p:cNvSpPr>
          <p:nvPr/>
        </p:nvSpPr>
        <p:spPr>
          <a:xfrm>
            <a:off x="2569059" y="392468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3" name="01_find_only_292">
            <a:extLst>
              <a:ext uri="{FF2B5EF4-FFF2-40B4-BE49-F238E27FC236}">
                <a16:creationId xmlns:a16="http://schemas.microsoft.com/office/drawing/2014/main" id="{FB929825-DAD6-4550-8E3E-4E1E6FFFDC31}"/>
              </a:ext>
            </a:extLst>
          </p:cNvPr>
          <p:cNvSpPr>
            <a:spLocks noGrp="1"/>
          </p:cNvSpPr>
          <p:nvPr/>
        </p:nvSpPr>
        <p:spPr>
          <a:xfrm>
            <a:off x="256915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4" name="01_find_only_293">
            <a:extLst>
              <a:ext uri="{FF2B5EF4-FFF2-40B4-BE49-F238E27FC236}">
                <a16:creationId xmlns:a16="http://schemas.microsoft.com/office/drawing/2014/main" id="{FF37C933-1966-4ABE-A4D3-38FC670F6823}"/>
              </a:ext>
            </a:extLst>
          </p:cNvPr>
          <p:cNvSpPr>
            <a:spLocks noGrp="1"/>
          </p:cNvSpPr>
          <p:nvPr/>
        </p:nvSpPr>
        <p:spPr>
          <a:xfrm>
            <a:off x="256313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5" name="01_find_only_294">
            <a:extLst>
              <a:ext uri="{FF2B5EF4-FFF2-40B4-BE49-F238E27FC236}">
                <a16:creationId xmlns:a16="http://schemas.microsoft.com/office/drawing/2014/main" id="{94B62BAD-F462-48D4-AC78-794FA734C06C}"/>
              </a:ext>
            </a:extLst>
          </p:cNvPr>
          <p:cNvSpPr>
            <a:spLocks noGrp="1"/>
          </p:cNvSpPr>
          <p:nvPr/>
        </p:nvSpPr>
        <p:spPr>
          <a:xfrm>
            <a:off x="257168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6" name="01_find_only_295">
            <a:extLst>
              <a:ext uri="{FF2B5EF4-FFF2-40B4-BE49-F238E27FC236}">
                <a16:creationId xmlns:a16="http://schemas.microsoft.com/office/drawing/2014/main" id="{A08E7D06-6E50-463A-9D10-EA24E56E7773}"/>
              </a:ext>
            </a:extLst>
          </p:cNvPr>
          <p:cNvSpPr>
            <a:spLocks noGrp="1"/>
          </p:cNvSpPr>
          <p:nvPr/>
        </p:nvSpPr>
        <p:spPr>
          <a:xfrm>
            <a:off x="2515820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7" name="01_find_only_296">
            <a:extLst>
              <a:ext uri="{FF2B5EF4-FFF2-40B4-BE49-F238E27FC236}">
                <a16:creationId xmlns:a16="http://schemas.microsoft.com/office/drawing/2014/main" id="{6B45A0D9-D47A-4102-AFD5-6A7588FD0CB3}"/>
              </a:ext>
            </a:extLst>
          </p:cNvPr>
          <p:cNvSpPr>
            <a:spLocks noGrp="1"/>
          </p:cNvSpPr>
          <p:nvPr/>
        </p:nvSpPr>
        <p:spPr>
          <a:xfrm>
            <a:off x="250115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8" name="01_find_only_297">
            <a:extLst>
              <a:ext uri="{FF2B5EF4-FFF2-40B4-BE49-F238E27FC236}">
                <a16:creationId xmlns:a16="http://schemas.microsoft.com/office/drawing/2014/main" id="{02776D56-B08D-4921-9F14-F416B37FA282}"/>
              </a:ext>
            </a:extLst>
          </p:cNvPr>
          <p:cNvSpPr>
            <a:spLocks noGrp="1"/>
          </p:cNvSpPr>
          <p:nvPr/>
        </p:nvSpPr>
        <p:spPr>
          <a:xfrm>
            <a:off x="255769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9" name="01_find_only_298">
            <a:extLst>
              <a:ext uri="{FF2B5EF4-FFF2-40B4-BE49-F238E27FC236}">
                <a16:creationId xmlns:a16="http://schemas.microsoft.com/office/drawing/2014/main" id="{B718DBFD-B5F3-4828-9D6F-5C4693E17669}"/>
              </a:ext>
            </a:extLst>
          </p:cNvPr>
          <p:cNvSpPr>
            <a:spLocks noGrp="1"/>
          </p:cNvSpPr>
          <p:nvPr/>
        </p:nvSpPr>
        <p:spPr>
          <a:xfrm>
            <a:off x="249658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0" name="01_find_only_299">
            <a:extLst>
              <a:ext uri="{FF2B5EF4-FFF2-40B4-BE49-F238E27FC236}">
                <a16:creationId xmlns:a16="http://schemas.microsoft.com/office/drawing/2014/main" id="{E4841614-CBA8-4C89-8DA1-18E5DF7DD534}"/>
              </a:ext>
            </a:extLst>
          </p:cNvPr>
          <p:cNvSpPr>
            <a:spLocks noGrp="1"/>
          </p:cNvSpPr>
          <p:nvPr/>
        </p:nvSpPr>
        <p:spPr>
          <a:xfrm>
            <a:off x="250270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1" name="01_find_only_300">
            <a:extLst>
              <a:ext uri="{FF2B5EF4-FFF2-40B4-BE49-F238E27FC236}">
                <a16:creationId xmlns:a16="http://schemas.microsoft.com/office/drawing/2014/main" id="{E52A4711-7E00-4400-9736-EAC9553B34BF}"/>
              </a:ext>
            </a:extLst>
          </p:cNvPr>
          <p:cNvSpPr>
            <a:spLocks noGrp="1"/>
          </p:cNvSpPr>
          <p:nvPr/>
        </p:nvSpPr>
        <p:spPr>
          <a:xfrm>
            <a:off x="2560121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2" name="01_find_only_301">
            <a:extLst>
              <a:ext uri="{FF2B5EF4-FFF2-40B4-BE49-F238E27FC236}">
                <a16:creationId xmlns:a16="http://schemas.microsoft.com/office/drawing/2014/main" id="{E3CE7857-A316-47ED-B543-D0E1EC0120CB}"/>
              </a:ext>
            </a:extLst>
          </p:cNvPr>
          <p:cNvSpPr>
            <a:spLocks noGrp="1"/>
          </p:cNvSpPr>
          <p:nvPr/>
        </p:nvSpPr>
        <p:spPr>
          <a:xfrm>
            <a:off x="249745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3" name="01_find_only_302">
            <a:extLst>
              <a:ext uri="{FF2B5EF4-FFF2-40B4-BE49-F238E27FC236}">
                <a16:creationId xmlns:a16="http://schemas.microsoft.com/office/drawing/2014/main" id="{3BFBFB8F-304A-4847-8527-4FC6B7BB20EC}"/>
              </a:ext>
            </a:extLst>
          </p:cNvPr>
          <p:cNvSpPr>
            <a:spLocks noGrp="1"/>
          </p:cNvSpPr>
          <p:nvPr/>
        </p:nvSpPr>
        <p:spPr>
          <a:xfrm>
            <a:off x="257877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4" name="01_find_only_303">
            <a:extLst>
              <a:ext uri="{FF2B5EF4-FFF2-40B4-BE49-F238E27FC236}">
                <a16:creationId xmlns:a16="http://schemas.microsoft.com/office/drawing/2014/main" id="{D27A70A2-86B9-4737-AC1A-45B4BA66F82E}"/>
              </a:ext>
            </a:extLst>
          </p:cNvPr>
          <p:cNvSpPr>
            <a:spLocks noGrp="1"/>
          </p:cNvSpPr>
          <p:nvPr/>
        </p:nvSpPr>
        <p:spPr>
          <a:xfrm>
            <a:off x="2563910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5" name="01_find_only_304">
            <a:extLst>
              <a:ext uri="{FF2B5EF4-FFF2-40B4-BE49-F238E27FC236}">
                <a16:creationId xmlns:a16="http://schemas.microsoft.com/office/drawing/2014/main" id="{73704B42-1A9C-4D16-A063-D2C3F782CB34}"/>
              </a:ext>
            </a:extLst>
          </p:cNvPr>
          <p:cNvSpPr>
            <a:spLocks noGrp="1"/>
          </p:cNvSpPr>
          <p:nvPr/>
        </p:nvSpPr>
        <p:spPr>
          <a:xfrm>
            <a:off x="252874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6" name="01_find_only_305">
            <a:extLst>
              <a:ext uri="{FF2B5EF4-FFF2-40B4-BE49-F238E27FC236}">
                <a16:creationId xmlns:a16="http://schemas.microsoft.com/office/drawing/2014/main" id="{4A2794F4-ECC0-43F2-99CE-24C5903DE5C3}"/>
              </a:ext>
            </a:extLst>
          </p:cNvPr>
          <p:cNvSpPr>
            <a:spLocks noGrp="1"/>
          </p:cNvSpPr>
          <p:nvPr/>
        </p:nvSpPr>
        <p:spPr>
          <a:xfrm>
            <a:off x="251232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7" name="01_find_only_306">
            <a:extLst>
              <a:ext uri="{FF2B5EF4-FFF2-40B4-BE49-F238E27FC236}">
                <a16:creationId xmlns:a16="http://schemas.microsoft.com/office/drawing/2014/main" id="{981D4B63-BA64-4539-BBF6-FA4BB8984BCD}"/>
              </a:ext>
            </a:extLst>
          </p:cNvPr>
          <p:cNvSpPr>
            <a:spLocks noGrp="1"/>
          </p:cNvSpPr>
          <p:nvPr/>
        </p:nvSpPr>
        <p:spPr>
          <a:xfrm>
            <a:off x="2577317" y="32000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8" name="01_find_only_307">
            <a:extLst>
              <a:ext uri="{FF2B5EF4-FFF2-40B4-BE49-F238E27FC236}">
                <a16:creationId xmlns:a16="http://schemas.microsoft.com/office/drawing/2014/main" id="{CD7A8287-21C9-4213-B38F-14863970FF0A}"/>
              </a:ext>
            </a:extLst>
          </p:cNvPr>
          <p:cNvSpPr>
            <a:spLocks noGrp="1"/>
          </p:cNvSpPr>
          <p:nvPr/>
        </p:nvSpPr>
        <p:spPr>
          <a:xfrm>
            <a:off x="2581495" y="32774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9" name="01_find_only_308">
            <a:extLst>
              <a:ext uri="{FF2B5EF4-FFF2-40B4-BE49-F238E27FC236}">
                <a16:creationId xmlns:a16="http://schemas.microsoft.com/office/drawing/2014/main" id="{966748EF-A223-4C16-A226-831D830F7E51}"/>
              </a:ext>
            </a:extLst>
          </p:cNvPr>
          <p:cNvSpPr>
            <a:spLocks noGrp="1"/>
          </p:cNvSpPr>
          <p:nvPr/>
        </p:nvSpPr>
        <p:spPr>
          <a:xfrm>
            <a:off x="254622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0" name="01_find_only_309">
            <a:extLst>
              <a:ext uri="{FF2B5EF4-FFF2-40B4-BE49-F238E27FC236}">
                <a16:creationId xmlns:a16="http://schemas.microsoft.com/office/drawing/2014/main" id="{55354DE5-B8A6-4D8A-8F3A-7040E3810E8E}"/>
              </a:ext>
            </a:extLst>
          </p:cNvPr>
          <p:cNvSpPr>
            <a:spLocks noGrp="1"/>
          </p:cNvSpPr>
          <p:nvPr/>
        </p:nvSpPr>
        <p:spPr>
          <a:xfrm>
            <a:off x="256837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1" name="01_find_only_310">
            <a:extLst>
              <a:ext uri="{FF2B5EF4-FFF2-40B4-BE49-F238E27FC236}">
                <a16:creationId xmlns:a16="http://schemas.microsoft.com/office/drawing/2014/main" id="{7808E1B3-8DE6-4BAC-97A6-DF017980B8C9}"/>
              </a:ext>
            </a:extLst>
          </p:cNvPr>
          <p:cNvSpPr>
            <a:spLocks noGrp="1"/>
          </p:cNvSpPr>
          <p:nvPr/>
        </p:nvSpPr>
        <p:spPr>
          <a:xfrm>
            <a:off x="250027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2" name="01_find_only_311">
            <a:extLst>
              <a:ext uri="{FF2B5EF4-FFF2-40B4-BE49-F238E27FC236}">
                <a16:creationId xmlns:a16="http://schemas.microsoft.com/office/drawing/2014/main" id="{264599A0-6B89-4535-A882-F83809FECE3B}"/>
              </a:ext>
            </a:extLst>
          </p:cNvPr>
          <p:cNvSpPr>
            <a:spLocks noGrp="1"/>
          </p:cNvSpPr>
          <p:nvPr/>
        </p:nvSpPr>
        <p:spPr>
          <a:xfrm>
            <a:off x="252767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3" name="01_find_only_312">
            <a:extLst>
              <a:ext uri="{FF2B5EF4-FFF2-40B4-BE49-F238E27FC236}">
                <a16:creationId xmlns:a16="http://schemas.microsoft.com/office/drawing/2014/main" id="{56A52CE2-B886-45BD-89EC-C417F0A3DEC7}"/>
              </a:ext>
            </a:extLst>
          </p:cNvPr>
          <p:cNvSpPr>
            <a:spLocks noGrp="1"/>
          </p:cNvSpPr>
          <p:nvPr/>
        </p:nvSpPr>
        <p:spPr>
          <a:xfrm>
            <a:off x="2562356" y="346190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4" name="01_find_only_313">
            <a:extLst>
              <a:ext uri="{FF2B5EF4-FFF2-40B4-BE49-F238E27FC236}">
                <a16:creationId xmlns:a16="http://schemas.microsoft.com/office/drawing/2014/main" id="{A2CDA613-21B6-415F-B734-4655293A69F9}"/>
              </a:ext>
            </a:extLst>
          </p:cNvPr>
          <p:cNvSpPr>
            <a:spLocks noGrp="1"/>
          </p:cNvSpPr>
          <p:nvPr/>
        </p:nvSpPr>
        <p:spPr>
          <a:xfrm>
            <a:off x="249435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5" name="01_find_only_314">
            <a:extLst>
              <a:ext uri="{FF2B5EF4-FFF2-40B4-BE49-F238E27FC236}">
                <a16:creationId xmlns:a16="http://schemas.microsoft.com/office/drawing/2014/main" id="{E01D2A73-ED8F-407B-AF51-558137E3D5B5}"/>
              </a:ext>
            </a:extLst>
          </p:cNvPr>
          <p:cNvSpPr>
            <a:spLocks noGrp="1"/>
          </p:cNvSpPr>
          <p:nvPr/>
        </p:nvSpPr>
        <p:spPr>
          <a:xfrm>
            <a:off x="249085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6" name="01_find_only_315">
            <a:extLst>
              <a:ext uri="{FF2B5EF4-FFF2-40B4-BE49-F238E27FC236}">
                <a16:creationId xmlns:a16="http://schemas.microsoft.com/office/drawing/2014/main" id="{8A5D4C9A-CE89-4F24-97F5-A9527584C9B3}"/>
              </a:ext>
            </a:extLst>
          </p:cNvPr>
          <p:cNvSpPr>
            <a:spLocks noGrp="1"/>
          </p:cNvSpPr>
          <p:nvPr/>
        </p:nvSpPr>
        <p:spPr>
          <a:xfrm>
            <a:off x="254826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7" name="01_find_only_316">
            <a:extLst>
              <a:ext uri="{FF2B5EF4-FFF2-40B4-BE49-F238E27FC236}">
                <a16:creationId xmlns:a16="http://schemas.microsoft.com/office/drawing/2014/main" id="{0520C904-829F-4CDA-8A63-187BBDA55762}"/>
              </a:ext>
            </a:extLst>
          </p:cNvPr>
          <p:cNvSpPr>
            <a:spLocks noGrp="1"/>
          </p:cNvSpPr>
          <p:nvPr/>
        </p:nvSpPr>
        <p:spPr>
          <a:xfrm>
            <a:off x="2576734" y="320974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8" name="01_find_only_317">
            <a:extLst>
              <a:ext uri="{FF2B5EF4-FFF2-40B4-BE49-F238E27FC236}">
                <a16:creationId xmlns:a16="http://schemas.microsoft.com/office/drawing/2014/main" id="{3E0B3570-0E0C-402E-9187-527039E5F05C}"/>
              </a:ext>
            </a:extLst>
          </p:cNvPr>
          <p:cNvSpPr>
            <a:spLocks noGrp="1"/>
          </p:cNvSpPr>
          <p:nvPr/>
        </p:nvSpPr>
        <p:spPr>
          <a:xfrm>
            <a:off x="248657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9" name="01_find_only_318">
            <a:extLst>
              <a:ext uri="{FF2B5EF4-FFF2-40B4-BE49-F238E27FC236}">
                <a16:creationId xmlns:a16="http://schemas.microsoft.com/office/drawing/2014/main" id="{87553954-AEA3-41DE-873C-8D221BBB95DA}"/>
              </a:ext>
            </a:extLst>
          </p:cNvPr>
          <p:cNvSpPr>
            <a:spLocks noGrp="1"/>
          </p:cNvSpPr>
          <p:nvPr/>
        </p:nvSpPr>
        <p:spPr>
          <a:xfrm>
            <a:off x="252456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0" name="01_find_only_319">
            <a:extLst>
              <a:ext uri="{FF2B5EF4-FFF2-40B4-BE49-F238E27FC236}">
                <a16:creationId xmlns:a16="http://schemas.microsoft.com/office/drawing/2014/main" id="{1587DD76-3397-490D-8F20-012C96B53643}"/>
              </a:ext>
            </a:extLst>
          </p:cNvPr>
          <p:cNvSpPr>
            <a:spLocks noGrp="1"/>
          </p:cNvSpPr>
          <p:nvPr/>
        </p:nvSpPr>
        <p:spPr>
          <a:xfrm>
            <a:off x="255575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1" name="01_find_only_320">
            <a:extLst>
              <a:ext uri="{FF2B5EF4-FFF2-40B4-BE49-F238E27FC236}">
                <a16:creationId xmlns:a16="http://schemas.microsoft.com/office/drawing/2014/main" id="{3669CDCF-430F-463E-9531-9D61541EE948}"/>
              </a:ext>
            </a:extLst>
          </p:cNvPr>
          <p:cNvSpPr>
            <a:spLocks noGrp="1"/>
          </p:cNvSpPr>
          <p:nvPr/>
        </p:nvSpPr>
        <p:spPr>
          <a:xfrm>
            <a:off x="252660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2" name="01_find_only_321">
            <a:extLst>
              <a:ext uri="{FF2B5EF4-FFF2-40B4-BE49-F238E27FC236}">
                <a16:creationId xmlns:a16="http://schemas.microsoft.com/office/drawing/2014/main" id="{57754C32-8B78-429B-90DA-CD8B70A07A6E}"/>
              </a:ext>
            </a:extLst>
          </p:cNvPr>
          <p:cNvSpPr>
            <a:spLocks noGrp="1"/>
          </p:cNvSpPr>
          <p:nvPr/>
        </p:nvSpPr>
        <p:spPr>
          <a:xfrm>
            <a:off x="2510186" y="38555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3" name="01_find_only_322">
            <a:extLst>
              <a:ext uri="{FF2B5EF4-FFF2-40B4-BE49-F238E27FC236}">
                <a16:creationId xmlns:a16="http://schemas.microsoft.com/office/drawing/2014/main" id="{B5BDF530-A0C1-40CC-8E2A-40AD3572941B}"/>
              </a:ext>
            </a:extLst>
          </p:cNvPr>
          <p:cNvSpPr>
            <a:spLocks noGrp="1"/>
          </p:cNvSpPr>
          <p:nvPr/>
        </p:nvSpPr>
        <p:spPr>
          <a:xfrm>
            <a:off x="254788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4" name="01_find_only_323">
            <a:extLst>
              <a:ext uri="{FF2B5EF4-FFF2-40B4-BE49-F238E27FC236}">
                <a16:creationId xmlns:a16="http://schemas.microsoft.com/office/drawing/2014/main" id="{5D07692F-AEF6-45E1-987B-48687665D6E2}"/>
              </a:ext>
            </a:extLst>
          </p:cNvPr>
          <p:cNvSpPr>
            <a:spLocks noGrp="1"/>
          </p:cNvSpPr>
          <p:nvPr/>
        </p:nvSpPr>
        <p:spPr>
          <a:xfrm>
            <a:off x="254477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5" name="01_find_only_324">
            <a:extLst>
              <a:ext uri="{FF2B5EF4-FFF2-40B4-BE49-F238E27FC236}">
                <a16:creationId xmlns:a16="http://schemas.microsoft.com/office/drawing/2014/main" id="{0D5295CB-FE5F-4D7A-86B4-DE68C53D2EE5}"/>
              </a:ext>
            </a:extLst>
          </p:cNvPr>
          <p:cNvSpPr>
            <a:spLocks noGrp="1"/>
          </p:cNvSpPr>
          <p:nvPr/>
        </p:nvSpPr>
        <p:spPr>
          <a:xfrm>
            <a:off x="253301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6" name="01_find_only_325">
            <a:extLst>
              <a:ext uri="{FF2B5EF4-FFF2-40B4-BE49-F238E27FC236}">
                <a16:creationId xmlns:a16="http://schemas.microsoft.com/office/drawing/2014/main" id="{7DA13CD3-D2A7-4E95-AE46-9B1D68C393F3}"/>
              </a:ext>
            </a:extLst>
          </p:cNvPr>
          <p:cNvSpPr>
            <a:spLocks noGrp="1"/>
          </p:cNvSpPr>
          <p:nvPr/>
        </p:nvSpPr>
        <p:spPr>
          <a:xfrm>
            <a:off x="254243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7" name="01_find_only_326">
            <a:extLst>
              <a:ext uri="{FF2B5EF4-FFF2-40B4-BE49-F238E27FC236}">
                <a16:creationId xmlns:a16="http://schemas.microsoft.com/office/drawing/2014/main" id="{F40385A0-465D-4E00-83F6-675319C63C40}"/>
              </a:ext>
            </a:extLst>
          </p:cNvPr>
          <p:cNvSpPr>
            <a:spLocks noGrp="1"/>
          </p:cNvSpPr>
          <p:nvPr/>
        </p:nvSpPr>
        <p:spPr>
          <a:xfrm>
            <a:off x="251455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8" name="01_find_only_327">
            <a:extLst>
              <a:ext uri="{FF2B5EF4-FFF2-40B4-BE49-F238E27FC236}">
                <a16:creationId xmlns:a16="http://schemas.microsoft.com/office/drawing/2014/main" id="{17C9A44C-C6BE-4F6B-BCCA-1032C16B17FD}"/>
              </a:ext>
            </a:extLst>
          </p:cNvPr>
          <p:cNvSpPr>
            <a:spLocks noGrp="1"/>
          </p:cNvSpPr>
          <p:nvPr/>
        </p:nvSpPr>
        <p:spPr>
          <a:xfrm>
            <a:off x="253631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9" name="01_find_only_328">
            <a:extLst>
              <a:ext uri="{FF2B5EF4-FFF2-40B4-BE49-F238E27FC236}">
                <a16:creationId xmlns:a16="http://schemas.microsoft.com/office/drawing/2014/main" id="{06DCF2ED-EB69-4677-9FE9-1E2E96530275}"/>
              </a:ext>
            </a:extLst>
          </p:cNvPr>
          <p:cNvSpPr>
            <a:spLocks noGrp="1"/>
          </p:cNvSpPr>
          <p:nvPr/>
        </p:nvSpPr>
        <p:spPr>
          <a:xfrm>
            <a:off x="2515529" y="316669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0" name="01_find_only_329">
            <a:extLst>
              <a:ext uri="{FF2B5EF4-FFF2-40B4-BE49-F238E27FC236}">
                <a16:creationId xmlns:a16="http://schemas.microsoft.com/office/drawing/2014/main" id="{B24C0970-D2E3-4EAA-8AF8-DA8FCA739C1B}"/>
              </a:ext>
            </a:extLst>
          </p:cNvPr>
          <p:cNvSpPr>
            <a:spLocks noGrp="1"/>
          </p:cNvSpPr>
          <p:nvPr/>
        </p:nvSpPr>
        <p:spPr>
          <a:xfrm>
            <a:off x="2524078" y="379632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1" name="01_find_only_330">
            <a:extLst>
              <a:ext uri="{FF2B5EF4-FFF2-40B4-BE49-F238E27FC236}">
                <a16:creationId xmlns:a16="http://schemas.microsoft.com/office/drawing/2014/main" id="{FEB37CC3-FED4-4052-A8E5-58FC1705755D}"/>
              </a:ext>
            </a:extLst>
          </p:cNvPr>
          <p:cNvSpPr>
            <a:spLocks noGrp="1"/>
          </p:cNvSpPr>
          <p:nvPr/>
        </p:nvSpPr>
        <p:spPr>
          <a:xfrm>
            <a:off x="2566047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2" name="01_find_only_331">
            <a:extLst>
              <a:ext uri="{FF2B5EF4-FFF2-40B4-BE49-F238E27FC236}">
                <a16:creationId xmlns:a16="http://schemas.microsoft.com/office/drawing/2014/main" id="{E2619A04-8EDB-495A-892C-57AB562F7071}"/>
              </a:ext>
            </a:extLst>
          </p:cNvPr>
          <p:cNvSpPr>
            <a:spLocks noGrp="1"/>
          </p:cNvSpPr>
          <p:nvPr/>
        </p:nvSpPr>
        <p:spPr>
          <a:xfrm>
            <a:off x="249726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3" name="01_find_only_332">
            <a:extLst>
              <a:ext uri="{FF2B5EF4-FFF2-40B4-BE49-F238E27FC236}">
                <a16:creationId xmlns:a16="http://schemas.microsoft.com/office/drawing/2014/main" id="{EE19CF8A-E811-4DB0-8F97-EE5314980B1F}"/>
              </a:ext>
            </a:extLst>
          </p:cNvPr>
          <p:cNvSpPr>
            <a:spLocks noGrp="1"/>
          </p:cNvSpPr>
          <p:nvPr/>
        </p:nvSpPr>
        <p:spPr>
          <a:xfrm>
            <a:off x="2501734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4" name="01_find_only_333">
            <a:extLst>
              <a:ext uri="{FF2B5EF4-FFF2-40B4-BE49-F238E27FC236}">
                <a16:creationId xmlns:a16="http://schemas.microsoft.com/office/drawing/2014/main" id="{C182ADA4-57AE-4ED2-82A0-E6EC2687AA97}"/>
              </a:ext>
            </a:extLst>
          </p:cNvPr>
          <p:cNvSpPr>
            <a:spLocks noGrp="1"/>
          </p:cNvSpPr>
          <p:nvPr/>
        </p:nvSpPr>
        <p:spPr>
          <a:xfrm>
            <a:off x="254214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5" name="01_find_only_334">
            <a:extLst>
              <a:ext uri="{FF2B5EF4-FFF2-40B4-BE49-F238E27FC236}">
                <a16:creationId xmlns:a16="http://schemas.microsoft.com/office/drawing/2014/main" id="{7574347E-EDA5-488E-BEC0-7F538871A7D3}"/>
              </a:ext>
            </a:extLst>
          </p:cNvPr>
          <p:cNvSpPr>
            <a:spLocks noGrp="1"/>
          </p:cNvSpPr>
          <p:nvPr/>
        </p:nvSpPr>
        <p:spPr>
          <a:xfrm>
            <a:off x="254127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6" name="01_find_only_335">
            <a:extLst>
              <a:ext uri="{FF2B5EF4-FFF2-40B4-BE49-F238E27FC236}">
                <a16:creationId xmlns:a16="http://schemas.microsoft.com/office/drawing/2014/main" id="{F0DF08E5-E85B-40E7-8206-3E8B7B1F7848}"/>
              </a:ext>
            </a:extLst>
          </p:cNvPr>
          <p:cNvSpPr>
            <a:spLocks noGrp="1"/>
          </p:cNvSpPr>
          <p:nvPr/>
        </p:nvSpPr>
        <p:spPr>
          <a:xfrm>
            <a:off x="257284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7" name="01_find_only_336">
            <a:extLst>
              <a:ext uri="{FF2B5EF4-FFF2-40B4-BE49-F238E27FC236}">
                <a16:creationId xmlns:a16="http://schemas.microsoft.com/office/drawing/2014/main" id="{8F749266-2D81-4A91-9E55-54E863B9E446}"/>
              </a:ext>
            </a:extLst>
          </p:cNvPr>
          <p:cNvSpPr>
            <a:spLocks noGrp="1"/>
          </p:cNvSpPr>
          <p:nvPr/>
        </p:nvSpPr>
        <p:spPr>
          <a:xfrm>
            <a:off x="2558178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8" name="01_find_only_337">
            <a:extLst>
              <a:ext uri="{FF2B5EF4-FFF2-40B4-BE49-F238E27FC236}">
                <a16:creationId xmlns:a16="http://schemas.microsoft.com/office/drawing/2014/main" id="{9368811E-D970-4F59-AACC-F9D55395F090}"/>
              </a:ext>
            </a:extLst>
          </p:cNvPr>
          <p:cNvSpPr>
            <a:spLocks noGrp="1"/>
          </p:cNvSpPr>
          <p:nvPr/>
        </p:nvSpPr>
        <p:spPr>
          <a:xfrm>
            <a:off x="249823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9" name="01_find_only_338">
            <a:extLst>
              <a:ext uri="{FF2B5EF4-FFF2-40B4-BE49-F238E27FC236}">
                <a16:creationId xmlns:a16="http://schemas.microsoft.com/office/drawing/2014/main" id="{0BE9D8B8-4DFE-47FD-A077-2826FDC72C54}"/>
              </a:ext>
            </a:extLst>
          </p:cNvPr>
          <p:cNvSpPr>
            <a:spLocks noGrp="1"/>
          </p:cNvSpPr>
          <p:nvPr/>
        </p:nvSpPr>
        <p:spPr>
          <a:xfrm>
            <a:off x="2512322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0" name="01_find_only_339">
            <a:extLst>
              <a:ext uri="{FF2B5EF4-FFF2-40B4-BE49-F238E27FC236}">
                <a16:creationId xmlns:a16="http://schemas.microsoft.com/office/drawing/2014/main" id="{7BBA6DC6-F663-43F8-A1C6-96067C806300}"/>
              </a:ext>
            </a:extLst>
          </p:cNvPr>
          <p:cNvSpPr>
            <a:spLocks noGrp="1"/>
          </p:cNvSpPr>
          <p:nvPr/>
        </p:nvSpPr>
        <p:spPr>
          <a:xfrm>
            <a:off x="255089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1" name="01_find_only_340">
            <a:extLst>
              <a:ext uri="{FF2B5EF4-FFF2-40B4-BE49-F238E27FC236}">
                <a16:creationId xmlns:a16="http://schemas.microsoft.com/office/drawing/2014/main" id="{196F4CA8-E030-46F3-A882-691B87279BE1}"/>
              </a:ext>
            </a:extLst>
          </p:cNvPr>
          <p:cNvSpPr>
            <a:spLocks noGrp="1"/>
          </p:cNvSpPr>
          <p:nvPr/>
        </p:nvSpPr>
        <p:spPr>
          <a:xfrm>
            <a:off x="249260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2" name="01_find_only_341">
            <a:extLst>
              <a:ext uri="{FF2B5EF4-FFF2-40B4-BE49-F238E27FC236}">
                <a16:creationId xmlns:a16="http://schemas.microsoft.com/office/drawing/2014/main" id="{9493F945-AC7F-4268-8177-701720EB5E5E}"/>
              </a:ext>
            </a:extLst>
          </p:cNvPr>
          <p:cNvSpPr>
            <a:spLocks noGrp="1"/>
          </p:cNvSpPr>
          <p:nvPr/>
        </p:nvSpPr>
        <p:spPr>
          <a:xfrm>
            <a:off x="2560121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3" name="01_find_only_342">
            <a:extLst>
              <a:ext uri="{FF2B5EF4-FFF2-40B4-BE49-F238E27FC236}">
                <a16:creationId xmlns:a16="http://schemas.microsoft.com/office/drawing/2014/main" id="{85C8BCB3-6625-4AC4-B717-6BD57E885DAB}"/>
              </a:ext>
            </a:extLst>
          </p:cNvPr>
          <p:cNvSpPr>
            <a:spLocks noGrp="1"/>
          </p:cNvSpPr>
          <p:nvPr/>
        </p:nvSpPr>
        <p:spPr>
          <a:xfrm>
            <a:off x="256342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4" name="01_find_only_343">
            <a:extLst>
              <a:ext uri="{FF2B5EF4-FFF2-40B4-BE49-F238E27FC236}">
                <a16:creationId xmlns:a16="http://schemas.microsoft.com/office/drawing/2014/main" id="{76300D56-0BD1-4EFA-8460-9F333B7DEBC1}"/>
              </a:ext>
            </a:extLst>
          </p:cNvPr>
          <p:cNvSpPr>
            <a:spLocks noGrp="1"/>
          </p:cNvSpPr>
          <p:nvPr/>
        </p:nvSpPr>
        <p:spPr>
          <a:xfrm>
            <a:off x="255312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5" name="01_find_only_344">
            <a:extLst>
              <a:ext uri="{FF2B5EF4-FFF2-40B4-BE49-F238E27FC236}">
                <a16:creationId xmlns:a16="http://schemas.microsoft.com/office/drawing/2014/main" id="{E348B200-6641-4B12-8A4C-128513D6D92C}"/>
              </a:ext>
            </a:extLst>
          </p:cNvPr>
          <p:cNvSpPr>
            <a:spLocks noGrp="1"/>
          </p:cNvSpPr>
          <p:nvPr/>
        </p:nvSpPr>
        <p:spPr>
          <a:xfrm>
            <a:off x="255225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6" name="01_find_only_345">
            <a:extLst>
              <a:ext uri="{FF2B5EF4-FFF2-40B4-BE49-F238E27FC236}">
                <a16:creationId xmlns:a16="http://schemas.microsoft.com/office/drawing/2014/main" id="{9D282BF8-40CC-4607-B150-8FC248174ADC}"/>
              </a:ext>
            </a:extLst>
          </p:cNvPr>
          <p:cNvSpPr>
            <a:spLocks noGrp="1"/>
          </p:cNvSpPr>
          <p:nvPr/>
        </p:nvSpPr>
        <p:spPr>
          <a:xfrm>
            <a:off x="255642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7" name="01_find_only_346">
            <a:extLst>
              <a:ext uri="{FF2B5EF4-FFF2-40B4-BE49-F238E27FC236}">
                <a16:creationId xmlns:a16="http://schemas.microsoft.com/office/drawing/2014/main" id="{D22B76FB-D94E-4AC4-95E7-DC968FD4C6AE}"/>
              </a:ext>
            </a:extLst>
          </p:cNvPr>
          <p:cNvSpPr>
            <a:spLocks noGrp="1"/>
          </p:cNvSpPr>
          <p:nvPr/>
        </p:nvSpPr>
        <p:spPr>
          <a:xfrm>
            <a:off x="2538068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8" name="01_find_only_347">
            <a:extLst>
              <a:ext uri="{FF2B5EF4-FFF2-40B4-BE49-F238E27FC236}">
                <a16:creationId xmlns:a16="http://schemas.microsoft.com/office/drawing/2014/main" id="{FC80AABF-F85E-488E-AD0C-57EB87784002}"/>
              </a:ext>
            </a:extLst>
          </p:cNvPr>
          <p:cNvSpPr>
            <a:spLocks noGrp="1"/>
          </p:cNvSpPr>
          <p:nvPr/>
        </p:nvSpPr>
        <p:spPr>
          <a:xfrm>
            <a:off x="248764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9" name="01_find_only_348">
            <a:extLst>
              <a:ext uri="{FF2B5EF4-FFF2-40B4-BE49-F238E27FC236}">
                <a16:creationId xmlns:a16="http://schemas.microsoft.com/office/drawing/2014/main" id="{30D1B07D-49F8-4F43-977B-A47129A80D68}"/>
              </a:ext>
            </a:extLst>
          </p:cNvPr>
          <p:cNvSpPr>
            <a:spLocks noGrp="1"/>
          </p:cNvSpPr>
          <p:nvPr/>
        </p:nvSpPr>
        <p:spPr>
          <a:xfrm>
            <a:off x="253787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50" name="01_find_only_349">
            <a:extLst>
              <a:ext uri="{FF2B5EF4-FFF2-40B4-BE49-F238E27FC236}">
                <a16:creationId xmlns:a16="http://schemas.microsoft.com/office/drawing/2014/main" id="{C3429362-CA58-4948-8458-F469F2E869A3}"/>
              </a:ext>
            </a:extLst>
          </p:cNvPr>
          <p:cNvSpPr>
            <a:spLocks noGrp="1"/>
          </p:cNvSpPr>
          <p:nvPr/>
        </p:nvSpPr>
        <p:spPr>
          <a:xfrm>
            <a:off x="250047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51" name="01_find_only_350">
            <a:extLst>
              <a:ext uri="{FF2B5EF4-FFF2-40B4-BE49-F238E27FC236}">
                <a16:creationId xmlns:a16="http://schemas.microsoft.com/office/drawing/2014/main" id="{7FD2F1A2-9679-4583-BA3A-88D318283F8A}"/>
              </a:ext>
            </a:extLst>
          </p:cNvPr>
          <p:cNvSpPr>
            <a:spLocks noGrp="1"/>
          </p:cNvSpPr>
          <p:nvPr/>
        </p:nvSpPr>
        <p:spPr>
          <a:xfrm>
            <a:off x="2552641" y="340513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52" name="01_find_only_351">
            <a:extLst>
              <a:ext uri="{FF2B5EF4-FFF2-40B4-BE49-F238E27FC236}">
                <a16:creationId xmlns:a16="http://schemas.microsoft.com/office/drawing/2014/main" id="{D519FD94-940A-428C-97A6-16AAB741DD42}"/>
              </a:ext>
            </a:extLst>
          </p:cNvPr>
          <p:cNvSpPr>
            <a:spLocks noGrp="1"/>
          </p:cNvSpPr>
          <p:nvPr/>
        </p:nvSpPr>
        <p:spPr>
          <a:xfrm>
            <a:off x="2565465" y="341065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53" name="01_find_only_352">
            <a:extLst>
              <a:ext uri="{FF2B5EF4-FFF2-40B4-BE49-F238E27FC236}">
                <a16:creationId xmlns:a16="http://schemas.microsoft.com/office/drawing/2014/main" id="{B7B7FD7B-A5C0-4E48-8AC3-BC5697FA138B}"/>
              </a:ext>
            </a:extLst>
          </p:cNvPr>
          <p:cNvSpPr>
            <a:spLocks noGrp="1"/>
          </p:cNvSpPr>
          <p:nvPr/>
        </p:nvSpPr>
        <p:spPr>
          <a:xfrm>
            <a:off x="249891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54" name="01_find_only_353">
            <a:extLst>
              <a:ext uri="{FF2B5EF4-FFF2-40B4-BE49-F238E27FC236}">
                <a16:creationId xmlns:a16="http://schemas.microsoft.com/office/drawing/2014/main" id="{8A59CE2B-B087-4C86-8DBF-1515E315217C}"/>
              </a:ext>
            </a:extLst>
          </p:cNvPr>
          <p:cNvSpPr>
            <a:spLocks noGrp="1"/>
          </p:cNvSpPr>
          <p:nvPr/>
        </p:nvSpPr>
        <p:spPr>
          <a:xfrm>
            <a:off x="2553515" y="295806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55" name="01_find_only_354">
            <a:extLst>
              <a:ext uri="{FF2B5EF4-FFF2-40B4-BE49-F238E27FC236}">
                <a16:creationId xmlns:a16="http://schemas.microsoft.com/office/drawing/2014/main" id="{CA9A7563-E148-4F90-A986-5CDBCBB4BFE2}"/>
              </a:ext>
            </a:extLst>
          </p:cNvPr>
          <p:cNvSpPr>
            <a:spLocks noGrp="1"/>
          </p:cNvSpPr>
          <p:nvPr/>
        </p:nvSpPr>
        <p:spPr>
          <a:xfrm>
            <a:off x="250377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56" name="01_find_only_355">
            <a:extLst>
              <a:ext uri="{FF2B5EF4-FFF2-40B4-BE49-F238E27FC236}">
                <a16:creationId xmlns:a16="http://schemas.microsoft.com/office/drawing/2014/main" id="{4EC4A727-54FC-4200-9B06-0186817CE2AB}"/>
              </a:ext>
            </a:extLst>
          </p:cNvPr>
          <p:cNvSpPr>
            <a:spLocks noGrp="1"/>
          </p:cNvSpPr>
          <p:nvPr/>
        </p:nvSpPr>
        <p:spPr>
          <a:xfrm>
            <a:off x="2508048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57" name="01_find_only_356">
            <a:extLst>
              <a:ext uri="{FF2B5EF4-FFF2-40B4-BE49-F238E27FC236}">
                <a16:creationId xmlns:a16="http://schemas.microsoft.com/office/drawing/2014/main" id="{4603344D-AB86-4187-9675-AE5F7BE8ABFA}"/>
              </a:ext>
            </a:extLst>
          </p:cNvPr>
          <p:cNvSpPr>
            <a:spLocks noGrp="1"/>
          </p:cNvSpPr>
          <p:nvPr/>
        </p:nvSpPr>
        <p:spPr>
          <a:xfrm>
            <a:off x="249648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58" name="01_find_only_357">
            <a:extLst>
              <a:ext uri="{FF2B5EF4-FFF2-40B4-BE49-F238E27FC236}">
                <a16:creationId xmlns:a16="http://schemas.microsoft.com/office/drawing/2014/main" id="{6F3D7C2A-0EDA-48B4-B56D-41CF1083D1FA}"/>
              </a:ext>
            </a:extLst>
          </p:cNvPr>
          <p:cNvSpPr>
            <a:spLocks noGrp="1"/>
          </p:cNvSpPr>
          <p:nvPr/>
        </p:nvSpPr>
        <p:spPr>
          <a:xfrm>
            <a:off x="2552446" y="306983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59" name="01_find_only_358">
            <a:extLst>
              <a:ext uri="{FF2B5EF4-FFF2-40B4-BE49-F238E27FC236}">
                <a16:creationId xmlns:a16="http://schemas.microsoft.com/office/drawing/2014/main" id="{627D1E50-BFD1-434B-B7FE-848B35313929}"/>
              </a:ext>
            </a:extLst>
          </p:cNvPr>
          <p:cNvSpPr>
            <a:spLocks noGrp="1"/>
          </p:cNvSpPr>
          <p:nvPr/>
        </p:nvSpPr>
        <p:spPr>
          <a:xfrm>
            <a:off x="257751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60" name="01_find_only_359">
            <a:extLst>
              <a:ext uri="{FF2B5EF4-FFF2-40B4-BE49-F238E27FC236}">
                <a16:creationId xmlns:a16="http://schemas.microsoft.com/office/drawing/2014/main" id="{DBD046AF-737E-4438-9B43-E0055C158927}"/>
              </a:ext>
            </a:extLst>
          </p:cNvPr>
          <p:cNvSpPr>
            <a:spLocks noGrp="1"/>
          </p:cNvSpPr>
          <p:nvPr/>
        </p:nvSpPr>
        <p:spPr>
          <a:xfrm>
            <a:off x="2581689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61" name="01_find_only_360">
            <a:extLst>
              <a:ext uri="{FF2B5EF4-FFF2-40B4-BE49-F238E27FC236}">
                <a16:creationId xmlns:a16="http://schemas.microsoft.com/office/drawing/2014/main" id="{4F6D4F4F-511C-4977-B86B-E14EB0E1444C}"/>
              </a:ext>
            </a:extLst>
          </p:cNvPr>
          <p:cNvSpPr>
            <a:spLocks noGrp="1"/>
          </p:cNvSpPr>
          <p:nvPr/>
        </p:nvSpPr>
        <p:spPr>
          <a:xfrm>
            <a:off x="252164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62" name="01_find_only_361">
            <a:extLst>
              <a:ext uri="{FF2B5EF4-FFF2-40B4-BE49-F238E27FC236}">
                <a16:creationId xmlns:a16="http://schemas.microsoft.com/office/drawing/2014/main" id="{069E069F-A127-4D22-A2AA-596E7C159C14}"/>
              </a:ext>
            </a:extLst>
          </p:cNvPr>
          <p:cNvSpPr>
            <a:spLocks noGrp="1"/>
          </p:cNvSpPr>
          <p:nvPr/>
        </p:nvSpPr>
        <p:spPr>
          <a:xfrm>
            <a:off x="255730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63" name="01_find_only_362">
            <a:extLst>
              <a:ext uri="{FF2B5EF4-FFF2-40B4-BE49-F238E27FC236}">
                <a16:creationId xmlns:a16="http://schemas.microsoft.com/office/drawing/2014/main" id="{3DAE0B96-0379-42CD-94E0-B5C495292EFC}"/>
              </a:ext>
            </a:extLst>
          </p:cNvPr>
          <p:cNvSpPr>
            <a:spLocks noGrp="1"/>
          </p:cNvSpPr>
          <p:nvPr/>
        </p:nvSpPr>
        <p:spPr>
          <a:xfrm>
            <a:off x="257615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64" name="01_find_only_363">
            <a:extLst>
              <a:ext uri="{FF2B5EF4-FFF2-40B4-BE49-F238E27FC236}">
                <a16:creationId xmlns:a16="http://schemas.microsoft.com/office/drawing/2014/main" id="{7544ADD5-A154-40A9-B30E-4D8B949947F9}"/>
              </a:ext>
            </a:extLst>
          </p:cNvPr>
          <p:cNvSpPr>
            <a:spLocks noGrp="1"/>
          </p:cNvSpPr>
          <p:nvPr/>
        </p:nvSpPr>
        <p:spPr>
          <a:xfrm>
            <a:off x="2564687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65" name="01_find_only_364">
            <a:extLst>
              <a:ext uri="{FF2B5EF4-FFF2-40B4-BE49-F238E27FC236}">
                <a16:creationId xmlns:a16="http://schemas.microsoft.com/office/drawing/2014/main" id="{37F34928-71F6-4990-8739-5E602C2F547E}"/>
              </a:ext>
            </a:extLst>
          </p:cNvPr>
          <p:cNvSpPr>
            <a:spLocks noGrp="1"/>
          </p:cNvSpPr>
          <p:nvPr/>
        </p:nvSpPr>
        <p:spPr>
          <a:xfrm>
            <a:off x="255438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66" name="01_find_only_365">
            <a:extLst>
              <a:ext uri="{FF2B5EF4-FFF2-40B4-BE49-F238E27FC236}">
                <a16:creationId xmlns:a16="http://schemas.microsoft.com/office/drawing/2014/main" id="{E20249BE-8643-474F-A7E7-D97F71B2118F}"/>
              </a:ext>
            </a:extLst>
          </p:cNvPr>
          <p:cNvSpPr>
            <a:spLocks noGrp="1"/>
          </p:cNvSpPr>
          <p:nvPr/>
        </p:nvSpPr>
        <p:spPr>
          <a:xfrm>
            <a:off x="253058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67" name="01_find_only_366">
            <a:extLst>
              <a:ext uri="{FF2B5EF4-FFF2-40B4-BE49-F238E27FC236}">
                <a16:creationId xmlns:a16="http://schemas.microsoft.com/office/drawing/2014/main" id="{7C3EE567-7997-4B1F-B114-03469C10772F}"/>
              </a:ext>
            </a:extLst>
          </p:cNvPr>
          <p:cNvSpPr>
            <a:spLocks noGrp="1"/>
          </p:cNvSpPr>
          <p:nvPr/>
        </p:nvSpPr>
        <p:spPr>
          <a:xfrm>
            <a:off x="2527672" y="38756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68" name="01_find_only_367">
            <a:extLst>
              <a:ext uri="{FF2B5EF4-FFF2-40B4-BE49-F238E27FC236}">
                <a16:creationId xmlns:a16="http://schemas.microsoft.com/office/drawing/2014/main" id="{529124F9-3EAA-413D-A73C-6943E693A7C2}"/>
              </a:ext>
            </a:extLst>
          </p:cNvPr>
          <p:cNvSpPr>
            <a:spLocks noGrp="1"/>
          </p:cNvSpPr>
          <p:nvPr/>
        </p:nvSpPr>
        <p:spPr>
          <a:xfrm>
            <a:off x="249532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69" name="01_find_only_368">
            <a:extLst>
              <a:ext uri="{FF2B5EF4-FFF2-40B4-BE49-F238E27FC236}">
                <a16:creationId xmlns:a16="http://schemas.microsoft.com/office/drawing/2014/main" id="{25A3B803-CBC4-4935-8E66-69B609B5F70D}"/>
              </a:ext>
            </a:extLst>
          </p:cNvPr>
          <p:cNvSpPr>
            <a:spLocks noGrp="1"/>
          </p:cNvSpPr>
          <p:nvPr/>
        </p:nvSpPr>
        <p:spPr>
          <a:xfrm>
            <a:off x="257644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70" name="01_find_only_369">
            <a:extLst>
              <a:ext uri="{FF2B5EF4-FFF2-40B4-BE49-F238E27FC236}">
                <a16:creationId xmlns:a16="http://schemas.microsoft.com/office/drawing/2014/main" id="{067C7887-8415-4C62-A6EB-CFE2EEA66307}"/>
              </a:ext>
            </a:extLst>
          </p:cNvPr>
          <p:cNvSpPr>
            <a:spLocks noGrp="1"/>
          </p:cNvSpPr>
          <p:nvPr/>
        </p:nvSpPr>
        <p:spPr>
          <a:xfrm>
            <a:off x="256614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71" name="01_find_only_370">
            <a:extLst>
              <a:ext uri="{FF2B5EF4-FFF2-40B4-BE49-F238E27FC236}">
                <a16:creationId xmlns:a16="http://schemas.microsoft.com/office/drawing/2014/main" id="{DC292025-8830-4192-9571-5C543D16FCF4}"/>
              </a:ext>
            </a:extLst>
          </p:cNvPr>
          <p:cNvSpPr>
            <a:spLocks noGrp="1"/>
          </p:cNvSpPr>
          <p:nvPr/>
        </p:nvSpPr>
        <p:spPr>
          <a:xfrm>
            <a:off x="255147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72" name="01_find_only_371">
            <a:extLst>
              <a:ext uri="{FF2B5EF4-FFF2-40B4-BE49-F238E27FC236}">
                <a16:creationId xmlns:a16="http://schemas.microsoft.com/office/drawing/2014/main" id="{D894F062-791D-4474-9652-F7D0A4964CE1}"/>
              </a:ext>
            </a:extLst>
          </p:cNvPr>
          <p:cNvSpPr>
            <a:spLocks noGrp="1"/>
          </p:cNvSpPr>
          <p:nvPr/>
        </p:nvSpPr>
        <p:spPr>
          <a:xfrm>
            <a:off x="249192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73" name="01_find_only_372">
            <a:extLst>
              <a:ext uri="{FF2B5EF4-FFF2-40B4-BE49-F238E27FC236}">
                <a16:creationId xmlns:a16="http://schemas.microsoft.com/office/drawing/2014/main" id="{EA256C66-56CA-4AB6-B81B-0472B9A1C5BE}"/>
              </a:ext>
            </a:extLst>
          </p:cNvPr>
          <p:cNvSpPr>
            <a:spLocks noGrp="1"/>
          </p:cNvSpPr>
          <p:nvPr/>
        </p:nvSpPr>
        <p:spPr>
          <a:xfrm>
            <a:off x="2501344" y="38124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74" name="01_find_only_373">
            <a:extLst>
              <a:ext uri="{FF2B5EF4-FFF2-40B4-BE49-F238E27FC236}">
                <a16:creationId xmlns:a16="http://schemas.microsoft.com/office/drawing/2014/main" id="{3609D104-96A1-4E48-9305-17A02B80E1BF}"/>
              </a:ext>
            </a:extLst>
          </p:cNvPr>
          <p:cNvSpPr>
            <a:spLocks noGrp="1"/>
          </p:cNvSpPr>
          <p:nvPr/>
        </p:nvSpPr>
        <p:spPr>
          <a:xfrm>
            <a:off x="251076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75" name="01_find_only_374">
            <a:extLst>
              <a:ext uri="{FF2B5EF4-FFF2-40B4-BE49-F238E27FC236}">
                <a16:creationId xmlns:a16="http://schemas.microsoft.com/office/drawing/2014/main" id="{DF3AFDC2-E670-41E7-9F5D-4952A1D4EBEF}"/>
              </a:ext>
            </a:extLst>
          </p:cNvPr>
          <p:cNvSpPr>
            <a:spLocks noGrp="1"/>
          </p:cNvSpPr>
          <p:nvPr/>
        </p:nvSpPr>
        <p:spPr>
          <a:xfrm>
            <a:off x="255244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76" name="01_find_only_375">
            <a:extLst>
              <a:ext uri="{FF2B5EF4-FFF2-40B4-BE49-F238E27FC236}">
                <a16:creationId xmlns:a16="http://schemas.microsoft.com/office/drawing/2014/main" id="{2F5C0AB9-D03F-4F2D-BD9D-A6824518F974}"/>
              </a:ext>
            </a:extLst>
          </p:cNvPr>
          <p:cNvSpPr>
            <a:spLocks noGrp="1"/>
          </p:cNvSpPr>
          <p:nvPr/>
        </p:nvSpPr>
        <p:spPr>
          <a:xfrm>
            <a:off x="254263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77" name="01_find_only_376">
            <a:extLst>
              <a:ext uri="{FF2B5EF4-FFF2-40B4-BE49-F238E27FC236}">
                <a16:creationId xmlns:a16="http://schemas.microsoft.com/office/drawing/2014/main" id="{3F87F125-793D-44DB-91D2-A9191E127156}"/>
              </a:ext>
            </a:extLst>
          </p:cNvPr>
          <p:cNvSpPr>
            <a:spLocks noGrp="1"/>
          </p:cNvSpPr>
          <p:nvPr/>
        </p:nvSpPr>
        <p:spPr>
          <a:xfrm>
            <a:off x="2505425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78" name="01_find_only_377">
            <a:extLst>
              <a:ext uri="{FF2B5EF4-FFF2-40B4-BE49-F238E27FC236}">
                <a16:creationId xmlns:a16="http://schemas.microsoft.com/office/drawing/2014/main" id="{89B8CBE1-B31A-4639-AA60-1D8C4F648D41}"/>
              </a:ext>
            </a:extLst>
          </p:cNvPr>
          <p:cNvSpPr>
            <a:spLocks noGrp="1"/>
          </p:cNvSpPr>
          <p:nvPr/>
        </p:nvSpPr>
        <p:spPr>
          <a:xfrm>
            <a:off x="252300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79" name="01_find_only_378">
            <a:extLst>
              <a:ext uri="{FF2B5EF4-FFF2-40B4-BE49-F238E27FC236}">
                <a16:creationId xmlns:a16="http://schemas.microsoft.com/office/drawing/2014/main" id="{D1088841-D673-4B4C-960D-4774D83FF839}"/>
              </a:ext>
            </a:extLst>
          </p:cNvPr>
          <p:cNvSpPr>
            <a:spLocks noGrp="1"/>
          </p:cNvSpPr>
          <p:nvPr/>
        </p:nvSpPr>
        <p:spPr>
          <a:xfrm>
            <a:off x="2488618" y="406155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80" name="01_find_only_379">
            <a:extLst>
              <a:ext uri="{FF2B5EF4-FFF2-40B4-BE49-F238E27FC236}">
                <a16:creationId xmlns:a16="http://schemas.microsoft.com/office/drawing/2014/main" id="{F6C81549-178A-4BFE-9974-438FCA3E014A}"/>
              </a:ext>
            </a:extLst>
          </p:cNvPr>
          <p:cNvSpPr>
            <a:spLocks noGrp="1"/>
          </p:cNvSpPr>
          <p:nvPr/>
        </p:nvSpPr>
        <p:spPr>
          <a:xfrm>
            <a:off x="301907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81" name="01_find_only_380">
            <a:extLst>
              <a:ext uri="{FF2B5EF4-FFF2-40B4-BE49-F238E27FC236}">
                <a16:creationId xmlns:a16="http://schemas.microsoft.com/office/drawing/2014/main" id="{32F39798-BDC4-4806-8856-2D9D3767EA75}"/>
              </a:ext>
            </a:extLst>
          </p:cNvPr>
          <p:cNvSpPr>
            <a:spLocks noGrp="1"/>
          </p:cNvSpPr>
          <p:nvPr/>
        </p:nvSpPr>
        <p:spPr>
          <a:xfrm>
            <a:off x="3000422" y="317745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82" name="01_find_only_381">
            <a:extLst>
              <a:ext uri="{FF2B5EF4-FFF2-40B4-BE49-F238E27FC236}">
                <a16:creationId xmlns:a16="http://schemas.microsoft.com/office/drawing/2014/main" id="{D0E66807-ECE9-408C-A168-7398E4940F04}"/>
              </a:ext>
            </a:extLst>
          </p:cNvPr>
          <p:cNvSpPr>
            <a:spLocks noGrp="1"/>
          </p:cNvSpPr>
          <p:nvPr/>
        </p:nvSpPr>
        <p:spPr>
          <a:xfrm>
            <a:off x="301557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83" name="01_find_only_382">
            <a:extLst>
              <a:ext uri="{FF2B5EF4-FFF2-40B4-BE49-F238E27FC236}">
                <a16:creationId xmlns:a16="http://schemas.microsoft.com/office/drawing/2014/main" id="{37F6F0D8-1409-416F-82E3-A847DD40EDE9}"/>
              </a:ext>
            </a:extLst>
          </p:cNvPr>
          <p:cNvSpPr>
            <a:spLocks noGrp="1"/>
          </p:cNvSpPr>
          <p:nvPr/>
        </p:nvSpPr>
        <p:spPr>
          <a:xfrm>
            <a:off x="301518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84" name="01_find_only_383">
            <a:extLst>
              <a:ext uri="{FF2B5EF4-FFF2-40B4-BE49-F238E27FC236}">
                <a16:creationId xmlns:a16="http://schemas.microsoft.com/office/drawing/2014/main" id="{89802846-F291-4150-BFF1-91A259873B8F}"/>
              </a:ext>
            </a:extLst>
          </p:cNvPr>
          <p:cNvSpPr>
            <a:spLocks noGrp="1"/>
          </p:cNvSpPr>
          <p:nvPr/>
        </p:nvSpPr>
        <p:spPr>
          <a:xfrm>
            <a:off x="303170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85" name="01_find_only_384">
            <a:extLst>
              <a:ext uri="{FF2B5EF4-FFF2-40B4-BE49-F238E27FC236}">
                <a16:creationId xmlns:a16="http://schemas.microsoft.com/office/drawing/2014/main" id="{875145CF-E6CF-48E6-9951-B1315C203899}"/>
              </a:ext>
            </a:extLst>
          </p:cNvPr>
          <p:cNvSpPr>
            <a:spLocks noGrp="1"/>
          </p:cNvSpPr>
          <p:nvPr/>
        </p:nvSpPr>
        <p:spPr>
          <a:xfrm>
            <a:off x="3059976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86" name="01_find_only_385">
            <a:extLst>
              <a:ext uri="{FF2B5EF4-FFF2-40B4-BE49-F238E27FC236}">
                <a16:creationId xmlns:a16="http://schemas.microsoft.com/office/drawing/2014/main" id="{4410B4EA-7CE9-4056-BC56-0E32257F792B}"/>
              </a:ext>
            </a:extLst>
          </p:cNvPr>
          <p:cNvSpPr>
            <a:spLocks noGrp="1"/>
          </p:cNvSpPr>
          <p:nvPr/>
        </p:nvSpPr>
        <p:spPr>
          <a:xfrm>
            <a:off x="307775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87" name="01_find_only_386">
            <a:extLst>
              <a:ext uri="{FF2B5EF4-FFF2-40B4-BE49-F238E27FC236}">
                <a16:creationId xmlns:a16="http://schemas.microsoft.com/office/drawing/2014/main" id="{8B24B70D-6054-4795-B3FA-496B729A7981}"/>
              </a:ext>
            </a:extLst>
          </p:cNvPr>
          <p:cNvSpPr>
            <a:spLocks noGrp="1"/>
          </p:cNvSpPr>
          <p:nvPr/>
        </p:nvSpPr>
        <p:spPr>
          <a:xfrm>
            <a:off x="300557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88" name="01_find_only_387">
            <a:extLst>
              <a:ext uri="{FF2B5EF4-FFF2-40B4-BE49-F238E27FC236}">
                <a16:creationId xmlns:a16="http://schemas.microsoft.com/office/drawing/2014/main" id="{C8336243-1A74-45A8-83C9-61DFBE05D973}"/>
              </a:ext>
            </a:extLst>
          </p:cNvPr>
          <p:cNvSpPr>
            <a:spLocks noGrp="1"/>
          </p:cNvSpPr>
          <p:nvPr/>
        </p:nvSpPr>
        <p:spPr>
          <a:xfrm>
            <a:off x="304996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89" name="01_find_only_388">
            <a:extLst>
              <a:ext uri="{FF2B5EF4-FFF2-40B4-BE49-F238E27FC236}">
                <a16:creationId xmlns:a16="http://schemas.microsoft.com/office/drawing/2014/main" id="{F14AAD93-9F5D-4E7F-BCC7-EDBA8FEFF5E2}"/>
              </a:ext>
            </a:extLst>
          </p:cNvPr>
          <p:cNvSpPr>
            <a:spLocks noGrp="1"/>
          </p:cNvSpPr>
          <p:nvPr/>
        </p:nvSpPr>
        <p:spPr>
          <a:xfrm>
            <a:off x="300586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90" name="01_find_only_389">
            <a:extLst>
              <a:ext uri="{FF2B5EF4-FFF2-40B4-BE49-F238E27FC236}">
                <a16:creationId xmlns:a16="http://schemas.microsoft.com/office/drawing/2014/main" id="{AC5BDFC5-0563-493A-B732-959C5C1017E8}"/>
              </a:ext>
            </a:extLst>
          </p:cNvPr>
          <p:cNvSpPr>
            <a:spLocks noGrp="1"/>
          </p:cNvSpPr>
          <p:nvPr/>
        </p:nvSpPr>
        <p:spPr>
          <a:xfrm>
            <a:off x="299517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91" name="01_find_only_390">
            <a:extLst>
              <a:ext uri="{FF2B5EF4-FFF2-40B4-BE49-F238E27FC236}">
                <a16:creationId xmlns:a16="http://schemas.microsoft.com/office/drawing/2014/main" id="{FFC4FB64-A08F-429A-9CB2-B5E3C42542CD}"/>
              </a:ext>
            </a:extLst>
          </p:cNvPr>
          <p:cNvSpPr>
            <a:spLocks noGrp="1"/>
          </p:cNvSpPr>
          <p:nvPr/>
        </p:nvSpPr>
        <p:spPr>
          <a:xfrm>
            <a:off x="3069982" y="306983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92" name="01_find_only_391">
            <a:extLst>
              <a:ext uri="{FF2B5EF4-FFF2-40B4-BE49-F238E27FC236}">
                <a16:creationId xmlns:a16="http://schemas.microsoft.com/office/drawing/2014/main" id="{60A9F4A0-B67C-4C7E-B568-3E8197CA0B23}"/>
              </a:ext>
            </a:extLst>
          </p:cNvPr>
          <p:cNvSpPr>
            <a:spLocks noGrp="1"/>
          </p:cNvSpPr>
          <p:nvPr/>
        </p:nvSpPr>
        <p:spPr>
          <a:xfrm>
            <a:off x="3089898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93" name="01_find_only_392">
            <a:extLst>
              <a:ext uri="{FF2B5EF4-FFF2-40B4-BE49-F238E27FC236}">
                <a16:creationId xmlns:a16="http://schemas.microsoft.com/office/drawing/2014/main" id="{FF1490FB-CB85-473C-9826-667F215879AA}"/>
              </a:ext>
            </a:extLst>
          </p:cNvPr>
          <p:cNvSpPr>
            <a:spLocks noGrp="1"/>
          </p:cNvSpPr>
          <p:nvPr/>
        </p:nvSpPr>
        <p:spPr>
          <a:xfrm>
            <a:off x="303141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94" name="01_find_only_393">
            <a:extLst>
              <a:ext uri="{FF2B5EF4-FFF2-40B4-BE49-F238E27FC236}">
                <a16:creationId xmlns:a16="http://schemas.microsoft.com/office/drawing/2014/main" id="{4FC60BD4-0496-40CA-92A4-727FFFDEEA4D}"/>
              </a:ext>
            </a:extLst>
          </p:cNvPr>
          <p:cNvSpPr>
            <a:spLocks noGrp="1"/>
          </p:cNvSpPr>
          <p:nvPr/>
        </p:nvSpPr>
        <p:spPr>
          <a:xfrm>
            <a:off x="308465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95" name="01_find_only_394">
            <a:extLst>
              <a:ext uri="{FF2B5EF4-FFF2-40B4-BE49-F238E27FC236}">
                <a16:creationId xmlns:a16="http://schemas.microsoft.com/office/drawing/2014/main" id="{3670B35F-4ADC-42E9-AF96-CD116D44155F}"/>
              </a:ext>
            </a:extLst>
          </p:cNvPr>
          <p:cNvSpPr>
            <a:spLocks noGrp="1"/>
          </p:cNvSpPr>
          <p:nvPr/>
        </p:nvSpPr>
        <p:spPr>
          <a:xfrm>
            <a:off x="3015480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96" name="01_find_only_395">
            <a:extLst>
              <a:ext uri="{FF2B5EF4-FFF2-40B4-BE49-F238E27FC236}">
                <a16:creationId xmlns:a16="http://schemas.microsoft.com/office/drawing/2014/main" id="{B67651EE-1CA1-4A09-BE7C-8F3D3893C8C5}"/>
              </a:ext>
            </a:extLst>
          </p:cNvPr>
          <p:cNvSpPr>
            <a:spLocks noGrp="1"/>
          </p:cNvSpPr>
          <p:nvPr/>
        </p:nvSpPr>
        <p:spPr>
          <a:xfrm>
            <a:off x="3033939" y="330708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97" name="01_find_only_396">
            <a:extLst>
              <a:ext uri="{FF2B5EF4-FFF2-40B4-BE49-F238E27FC236}">
                <a16:creationId xmlns:a16="http://schemas.microsoft.com/office/drawing/2014/main" id="{2DC68384-7020-448B-B72A-F85A0C90B55A}"/>
              </a:ext>
            </a:extLst>
          </p:cNvPr>
          <p:cNvSpPr>
            <a:spLocks noGrp="1"/>
          </p:cNvSpPr>
          <p:nvPr/>
        </p:nvSpPr>
        <p:spPr>
          <a:xfrm>
            <a:off x="3062890" y="348958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98" name="01_find_only_397">
            <a:extLst>
              <a:ext uri="{FF2B5EF4-FFF2-40B4-BE49-F238E27FC236}">
                <a16:creationId xmlns:a16="http://schemas.microsoft.com/office/drawing/2014/main" id="{A8266B92-1EFD-4781-91FE-C87D9AC43969}"/>
              </a:ext>
            </a:extLst>
          </p:cNvPr>
          <p:cNvSpPr>
            <a:spLocks noGrp="1"/>
          </p:cNvSpPr>
          <p:nvPr/>
        </p:nvSpPr>
        <p:spPr>
          <a:xfrm>
            <a:off x="308028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99" name="01_find_only_398">
            <a:extLst>
              <a:ext uri="{FF2B5EF4-FFF2-40B4-BE49-F238E27FC236}">
                <a16:creationId xmlns:a16="http://schemas.microsoft.com/office/drawing/2014/main" id="{A6D6FFD9-69AE-40D7-BD00-830E65F7A0EA}"/>
              </a:ext>
            </a:extLst>
          </p:cNvPr>
          <p:cNvSpPr>
            <a:spLocks noGrp="1"/>
          </p:cNvSpPr>
          <p:nvPr/>
        </p:nvSpPr>
        <p:spPr>
          <a:xfrm>
            <a:off x="3089704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00" name="01_find_only_399">
            <a:extLst>
              <a:ext uri="{FF2B5EF4-FFF2-40B4-BE49-F238E27FC236}">
                <a16:creationId xmlns:a16="http://schemas.microsoft.com/office/drawing/2014/main" id="{56986980-0F2A-4B65-8310-2E64CAD904CD}"/>
              </a:ext>
            </a:extLst>
          </p:cNvPr>
          <p:cNvSpPr>
            <a:spLocks noGrp="1"/>
          </p:cNvSpPr>
          <p:nvPr/>
        </p:nvSpPr>
        <p:spPr>
          <a:xfrm>
            <a:off x="305618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01" name="01_find_only_400">
            <a:extLst>
              <a:ext uri="{FF2B5EF4-FFF2-40B4-BE49-F238E27FC236}">
                <a16:creationId xmlns:a16="http://schemas.microsoft.com/office/drawing/2014/main" id="{5756B06E-9809-476F-9FA7-55121D2C2278}"/>
              </a:ext>
            </a:extLst>
          </p:cNvPr>
          <p:cNvSpPr>
            <a:spLocks noGrp="1"/>
          </p:cNvSpPr>
          <p:nvPr/>
        </p:nvSpPr>
        <p:spPr>
          <a:xfrm>
            <a:off x="2998576" y="345219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02" name="01_find_only_401">
            <a:extLst>
              <a:ext uri="{FF2B5EF4-FFF2-40B4-BE49-F238E27FC236}">
                <a16:creationId xmlns:a16="http://schemas.microsoft.com/office/drawing/2014/main" id="{AA16FA6A-42DE-46AB-8A65-3963B19EF96A}"/>
              </a:ext>
            </a:extLst>
          </p:cNvPr>
          <p:cNvSpPr>
            <a:spLocks noGrp="1"/>
          </p:cNvSpPr>
          <p:nvPr/>
        </p:nvSpPr>
        <p:spPr>
          <a:xfrm>
            <a:off x="3012954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03" name="01_find_only_402">
            <a:extLst>
              <a:ext uri="{FF2B5EF4-FFF2-40B4-BE49-F238E27FC236}">
                <a16:creationId xmlns:a16="http://schemas.microsoft.com/office/drawing/2014/main" id="{43923053-6072-4103-A31A-C119D0A74243}"/>
              </a:ext>
            </a:extLst>
          </p:cNvPr>
          <p:cNvSpPr>
            <a:spLocks noGrp="1"/>
          </p:cNvSpPr>
          <p:nvPr/>
        </p:nvSpPr>
        <p:spPr>
          <a:xfrm>
            <a:off x="301926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04" name="01_find_only_403">
            <a:extLst>
              <a:ext uri="{FF2B5EF4-FFF2-40B4-BE49-F238E27FC236}">
                <a16:creationId xmlns:a16="http://schemas.microsoft.com/office/drawing/2014/main" id="{11B69AAA-A4BA-4935-8CB0-7F2A2B2EF72F}"/>
              </a:ext>
            </a:extLst>
          </p:cNvPr>
          <p:cNvSpPr>
            <a:spLocks noGrp="1"/>
          </p:cNvSpPr>
          <p:nvPr/>
        </p:nvSpPr>
        <p:spPr>
          <a:xfrm>
            <a:off x="2998381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05" name="01_find_only_404">
            <a:extLst>
              <a:ext uri="{FF2B5EF4-FFF2-40B4-BE49-F238E27FC236}">
                <a16:creationId xmlns:a16="http://schemas.microsoft.com/office/drawing/2014/main" id="{D1C0E0AB-2626-4B87-9C86-176000CFFF94}"/>
              </a:ext>
            </a:extLst>
          </p:cNvPr>
          <p:cNvSpPr>
            <a:spLocks noGrp="1"/>
          </p:cNvSpPr>
          <p:nvPr/>
        </p:nvSpPr>
        <p:spPr>
          <a:xfrm>
            <a:off x="2997799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06" name="01_find_only_405">
            <a:extLst>
              <a:ext uri="{FF2B5EF4-FFF2-40B4-BE49-F238E27FC236}">
                <a16:creationId xmlns:a16="http://schemas.microsoft.com/office/drawing/2014/main" id="{573E291E-6264-44F3-87ED-170757D988D3}"/>
              </a:ext>
            </a:extLst>
          </p:cNvPr>
          <p:cNvSpPr>
            <a:spLocks noGrp="1"/>
          </p:cNvSpPr>
          <p:nvPr/>
        </p:nvSpPr>
        <p:spPr>
          <a:xfrm>
            <a:off x="301664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07" name="01_find_only_406">
            <a:extLst>
              <a:ext uri="{FF2B5EF4-FFF2-40B4-BE49-F238E27FC236}">
                <a16:creationId xmlns:a16="http://schemas.microsoft.com/office/drawing/2014/main" id="{0D680C20-4619-4AFC-B46D-AAB33ADF9392}"/>
              </a:ext>
            </a:extLst>
          </p:cNvPr>
          <p:cNvSpPr>
            <a:spLocks noGrp="1"/>
          </p:cNvSpPr>
          <p:nvPr/>
        </p:nvSpPr>
        <p:spPr>
          <a:xfrm>
            <a:off x="305327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08" name="01_find_only_407">
            <a:extLst>
              <a:ext uri="{FF2B5EF4-FFF2-40B4-BE49-F238E27FC236}">
                <a16:creationId xmlns:a16="http://schemas.microsoft.com/office/drawing/2014/main" id="{58959C87-5EC1-40FD-B6F0-83395147D547}"/>
              </a:ext>
            </a:extLst>
          </p:cNvPr>
          <p:cNvSpPr>
            <a:spLocks noGrp="1"/>
          </p:cNvSpPr>
          <p:nvPr/>
        </p:nvSpPr>
        <p:spPr>
          <a:xfrm>
            <a:off x="3011496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09" name="01_find_only_408">
            <a:extLst>
              <a:ext uri="{FF2B5EF4-FFF2-40B4-BE49-F238E27FC236}">
                <a16:creationId xmlns:a16="http://schemas.microsoft.com/office/drawing/2014/main" id="{A1D66A2F-26CE-466F-BEDF-EE219B9CF057}"/>
              </a:ext>
            </a:extLst>
          </p:cNvPr>
          <p:cNvSpPr>
            <a:spLocks noGrp="1"/>
          </p:cNvSpPr>
          <p:nvPr/>
        </p:nvSpPr>
        <p:spPr>
          <a:xfrm>
            <a:off x="304064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10" name="01_find_only_409">
            <a:extLst>
              <a:ext uri="{FF2B5EF4-FFF2-40B4-BE49-F238E27FC236}">
                <a16:creationId xmlns:a16="http://schemas.microsoft.com/office/drawing/2014/main" id="{6300B276-010C-4B5C-933B-6F7DABEFAF6C}"/>
              </a:ext>
            </a:extLst>
          </p:cNvPr>
          <p:cNvSpPr>
            <a:spLocks noGrp="1"/>
          </p:cNvSpPr>
          <p:nvPr/>
        </p:nvSpPr>
        <p:spPr>
          <a:xfrm>
            <a:off x="303034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11" name="01_find_only_410">
            <a:extLst>
              <a:ext uri="{FF2B5EF4-FFF2-40B4-BE49-F238E27FC236}">
                <a16:creationId xmlns:a16="http://schemas.microsoft.com/office/drawing/2014/main" id="{159F6A39-4BEF-48C8-863D-C820DE8E64E2}"/>
              </a:ext>
            </a:extLst>
          </p:cNvPr>
          <p:cNvSpPr>
            <a:spLocks noGrp="1"/>
          </p:cNvSpPr>
          <p:nvPr/>
        </p:nvSpPr>
        <p:spPr>
          <a:xfrm>
            <a:off x="307853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12" name="01_find_only_411">
            <a:extLst>
              <a:ext uri="{FF2B5EF4-FFF2-40B4-BE49-F238E27FC236}">
                <a16:creationId xmlns:a16="http://schemas.microsoft.com/office/drawing/2014/main" id="{1A28C0DE-F715-4EBD-BDED-4FC8A692EDD6}"/>
              </a:ext>
            </a:extLst>
          </p:cNvPr>
          <p:cNvSpPr>
            <a:spLocks noGrp="1"/>
          </p:cNvSpPr>
          <p:nvPr/>
        </p:nvSpPr>
        <p:spPr>
          <a:xfrm>
            <a:off x="3020727" y="414785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13" name="01_find_only_412">
            <a:extLst>
              <a:ext uri="{FF2B5EF4-FFF2-40B4-BE49-F238E27FC236}">
                <a16:creationId xmlns:a16="http://schemas.microsoft.com/office/drawing/2014/main" id="{C4D1B68D-3E54-4AE7-BCF6-813028C387A9}"/>
              </a:ext>
            </a:extLst>
          </p:cNvPr>
          <p:cNvSpPr>
            <a:spLocks noGrp="1"/>
          </p:cNvSpPr>
          <p:nvPr/>
        </p:nvSpPr>
        <p:spPr>
          <a:xfrm>
            <a:off x="3060656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14" name="01_find_only_413">
            <a:extLst>
              <a:ext uri="{FF2B5EF4-FFF2-40B4-BE49-F238E27FC236}">
                <a16:creationId xmlns:a16="http://schemas.microsoft.com/office/drawing/2014/main" id="{8DEC5A1C-4875-4688-8879-55BD8DA9ECA2}"/>
              </a:ext>
            </a:extLst>
          </p:cNvPr>
          <p:cNvSpPr>
            <a:spLocks noGrp="1"/>
          </p:cNvSpPr>
          <p:nvPr/>
        </p:nvSpPr>
        <p:spPr>
          <a:xfrm>
            <a:off x="306308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15" name="01_find_only_414">
            <a:extLst>
              <a:ext uri="{FF2B5EF4-FFF2-40B4-BE49-F238E27FC236}">
                <a16:creationId xmlns:a16="http://schemas.microsoft.com/office/drawing/2014/main" id="{430F8A8B-E3C5-4A36-AE4D-4A62DDD3D477}"/>
              </a:ext>
            </a:extLst>
          </p:cNvPr>
          <p:cNvSpPr>
            <a:spLocks noGrp="1"/>
          </p:cNvSpPr>
          <p:nvPr/>
        </p:nvSpPr>
        <p:spPr>
          <a:xfrm>
            <a:off x="2998090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16" name="01_find_only_415">
            <a:extLst>
              <a:ext uri="{FF2B5EF4-FFF2-40B4-BE49-F238E27FC236}">
                <a16:creationId xmlns:a16="http://schemas.microsoft.com/office/drawing/2014/main" id="{3AEF7D8A-E080-477D-BD69-24F6B09588BF}"/>
              </a:ext>
            </a:extLst>
          </p:cNvPr>
          <p:cNvSpPr>
            <a:spLocks noGrp="1"/>
          </p:cNvSpPr>
          <p:nvPr/>
        </p:nvSpPr>
        <p:spPr>
          <a:xfrm>
            <a:off x="307726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17" name="01_find_only_416">
            <a:extLst>
              <a:ext uri="{FF2B5EF4-FFF2-40B4-BE49-F238E27FC236}">
                <a16:creationId xmlns:a16="http://schemas.microsoft.com/office/drawing/2014/main" id="{A795F63A-E15D-421D-96F2-79DBD8DA9029}"/>
              </a:ext>
            </a:extLst>
          </p:cNvPr>
          <p:cNvSpPr>
            <a:spLocks noGrp="1"/>
          </p:cNvSpPr>
          <p:nvPr/>
        </p:nvSpPr>
        <p:spPr>
          <a:xfrm>
            <a:off x="299575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18" name="01_find_only_417">
            <a:extLst>
              <a:ext uri="{FF2B5EF4-FFF2-40B4-BE49-F238E27FC236}">
                <a16:creationId xmlns:a16="http://schemas.microsoft.com/office/drawing/2014/main" id="{11D569D3-F56C-4C24-BD6C-A029D6ED8DB1}"/>
              </a:ext>
            </a:extLst>
          </p:cNvPr>
          <p:cNvSpPr>
            <a:spLocks noGrp="1"/>
          </p:cNvSpPr>
          <p:nvPr/>
        </p:nvSpPr>
        <p:spPr>
          <a:xfrm>
            <a:off x="307707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19" name="01_find_only_418">
            <a:extLst>
              <a:ext uri="{FF2B5EF4-FFF2-40B4-BE49-F238E27FC236}">
                <a16:creationId xmlns:a16="http://schemas.microsoft.com/office/drawing/2014/main" id="{8E9CC6B2-ECC9-498F-B49B-932A1BBF88D3}"/>
              </a:ext>
            </a:extLst>
          </p:cNvPr>
          <p:cNvSpPr>
            <a:spLocks noGrp="1"/>
          </p:cNvSpPr>
          <p:nvPr/>
        </p:nvSpPr>
        <p:spPr>
          <a:xfrm>
            <a:off x="308649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20" name="01_find_only_419">
            <a:extLst>
              <a:ext uri="{FF2B5EF4-FFF2-40B4-BE49-F238E27FC236}">
                <a16:creationId xmlns:a16="http://schemas.microsoft.com/office/drawing/2014/main" id="{197A967D-1521-47CD-88AE-EE446943BA45}"/>
              </a:ext>
            </a:extLst>
          </p:cNvPr>
          <p:cNvSpPr>
            <a:spLocks noGrp="1"/>
          </p:cNvSpPr>
          <p:nvPr/>
        </p:nvSpPr>
        <p:spPr>
          <a:xfrm>
            <a:off x="305385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21" name="01_find_only_420">
            <a:extLst>
              <a:ext uri="{FF2B5EF4-FFF2-40B4-BE49-F238E27FC236}">
                <a16:creationId xmlns:a16="http://schemas.microsoft.com/office/drawing/2014/main" id="{EECD85F5-E6DB-48BA-9B31-34E9FA07B37F}"/>
              </a:ext>
            </a:extLst>
          </p:cNvPr>
          <p:cNvSpPr>
            <a:spLocks noGrp="1"/>
          </p:cNvSpPr>
          <p:nvPr/>
        </p:nvSpPr>
        <p:spPr>
          <a:xfrm>
            <a:off x="302470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22" name="01_find_only_421">
            <a:extLst>
              <a:ext uri="{FF2B5EF4-FFF2-40B4-BE49-F238E27FC236}">
                <a16:creationId xmlns:a16="http://schemas.microsoft.com/office/drawing/2014/main" id="{3DFC94F7-4EBC-4064-B324-A14F3DAD4A54}"/>
              </a:ext>
            </a:extLst>
          </p:cNvPr>
          <p:cNvSpPr>
            <a:spLocks noGrp="1"/>
          </p:cNvSpPr>
          <p:nvPr/>
        </p:nvSpPr>
        <p:spPr>
          <a:xfrm>
            <a:off x="306541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23" name="01_find_only_422">
            <a:extLst>
              <a:ext uri="{FF2B5EF4-FFF2-40B4-BE49-F238E27FC236}">
                <a16:creationId xmlns:a16="http://schemas.microsoft.com/office/drawing/2014/main" id="{23B80638-3621-4FA7-AF32-1513D5CE168E}"/>
              </a:ext>
            </a:extLst>
          </p:cNvPr>
          <p:cNvSpPr>
            <a:spLocks noGrp="1"/>
          </p:cNvSpPr>
          <p:nvPr/>
        </p:nvSpPr>
        <p:spPr>
          <a:xfrm>
            <a:off x="301596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24" name="01_find_only_423">
            <a:extLst>
              <a:ext uri="{FF2B5EF4-FFF2-40B4-BE49-F238E27FC236}">
                <a16:creationId xmlns:a16="http://schemas.microsoft.com/office/drawing/2014/main" id="{DECDA8A3-F0AE-4954-BB99-312A4264C47B}"/>
              </a:ext>
            </a:extLst>
          </p:cNvPr>
          <p:cNvSpPr>
            <a:spLocks noGrp="1"/>
          </p:cNvSpPr>
          <p:nvPr/>
        </p:nvSpPr>
        <p:spPr>
          <a:xfrm>
            <a:off x="304093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25" name="01_find_only_424">
            <a:extLst>
              <a:ext uri="{FF2B5EF4-FFF2-40B4-BE49-F238E27FC236}">
                <a16:creationId xmlns:a16="http://schemas.microsoft.com/office/drawing/2014/main" id="{3A98BC76-D652-4B3F-958C-40C9FE233A08}"/>
              </a:ext>
            </a:extLst>
          </p:cNvPr>
          <p:cNvSpPr>
            <a:spLocks noGrp="1"/>
          </p:cNvSpPr>
          <p:nvPr/>
        </p:nvSpPr>
        <p:spPr>
          <a:xfrm>
            <a:off x="304093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26" name="01_find_only_425">
            <a:extLst>
              <a:ext uri="{FF2B5EF4-FFF2-40B4-BE49-F238E27FC236}">
                <a16:creationId xmlns:a16="http://schemas.microsoft.com/office/drawing/2014/main" id="{6321E915-FBCB-49EF-BF91-A79CE93CF717}"/>
              </a:ext>
            </a:extLst>
          </p:cNvPr>
          <p:cNvSpPr>
            <a:spLocks noGrp="1"/>
          </p:cNvSpPr>
          <p:nvPr/>
        </p:nvSpPr>
        <p:spPr>
          <a:xfrm>
            <a:off x="3011789" y="309289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27" name="01_find_only_426">
            <a:extLst>
              <a:ext uri="{FF2B5EF4-FFF2-40B4-BE49-F238E27FC236}">
                <a16:creationId xmlns:a16="http://schemas.microsoft.com/office/drawing/2014/main" id="{AF56314A-1983-4685-9071-4955BAF5FA7A}"/>
              </a:ext>
            </a:extLst>
          </p:cNvPr>
          <p:cNvSpPr>
            <a:spLocks noGrp="1"/>
          </p:cNvSpPr>
          <p:nvPr/>
        </p:nvSpPr>
        <p:spPr>
          <a:xfrm>
            <a:off x="307950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28" name="01_find_only_427">
            <a:extLst>
              <a:ext uri="{FF2B5EF4-FFF2-40B4-BE49-F238E27FC236}">
                <a16:creationId xmlns:a16="http://schemas.microsoft.com/office/drawing/2014/main" id="{22C64427-5E8E-4FAA-9483-89F389676340}"/>
              </a:ext>
            </a:extLst>
          </p:cNvPr>
          <p:cNvSpPr>
            <a:spLocks noGrp="1"/>
          </p:cNvSpPr>
          <p:nvPr/>
        </p:nvSpPr>
        <p:spPr>
          <a:xfrm>
            <a:off x="3026361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29" name="01_find_only_428">
            <a:extLst>
              <a:ext uri="{FF2B5EF4-FFF2-40B4-BE49-F238E27FC236}">
                <a16:creationId xmlns:a16="http://schemas.microsoft.com/office/drawing/2014/main" id="{8108DB3A-FDD7-4C50-8B22-0E9D06419BC9}"/>
              </a:ext>
            </a:extLst>
          </p:cNvPr>
          <p:cNvSpPr>
            <a:spLocks noGrp="1"/>
          </p:cNvSpPr>
          <p:nvPr/>
        </p:nvSpPr>
        <p:spPr>
          <a:xfrm>
            <a:off x="303578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30" name="01_find_only_429">
            <a:extLst>
              <a:ext uri="{FF2B5EF4-FFF2-40B4-BE49-F238E27FC236}">
                <a16:creationId xmlns:a16="http://schemas.microsoft.com/office/drawing/2014/main" id="{3E24BB00-5092-4B17-A91F-24E0A13AD74B}"/>
              </a:ext>
            </a:extLst>
          </p:cNvPr>
          <p:cNvSpPr>
            <a:spLocks noGrp="1"/>
          </p:cNvSpPr>
          <p:nvPr/>
        </p:nvSpPr>
        <p:spPr>
          <a:xfrm>
            <a:off x="308882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31" name="01_find_only_430">
            <a:extLst>
              <a:ext uri="{FF2B5EF4-FFF2-40B4-BE49-F238E27FC236}">
                <a16:creationId xmlns:a16="http://schemas.microsoft.com/office/drawing/2014/main" id="{2232E1BA-1686-4889-8EDA-236C05ABB269}"/>
              </a:ext>
            </a:extLst>
          </p:cNvPr>
          <p:cNvSpPr>
            <a:spLocks noGrp="1"/>
          </p:cNvSpPr>
          <p:nvPr/>
        </p:nvSpPr>
        <p:spPr>
          <a:xfrm>
            <a:off x="305968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32" name="01_find_only_431">
            <a:extLst>
              <a:ext uri="{FF2B5EF4-FFF2-40B4-BE49-F238E27FC236}">
                <a16:creationId xmlns:a16="http://schemas.microsoft.com/office/drawing/2014/main" id="{5F12B768-3D1C-4726-A6D2-FA9308EE686C}"/>
              </a:ext>
            </a:extLst>
          </p:cNvPr>
          <p:cNvSpPr>
            <a:spLocks noGrp="1"/>
          </p:cNvSpPr>
          <p:nvPr/>
        </p:nvSpPr>
        <p:spPr>
          <a:xfrm>
            <a:off x="3085331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33" name="01_find_only_432">
            <a:extLst>
              <a:ext uri="{FF2B5EF4-FFF2-40B4-BE49-F238E27FC236}">
                <a16:creationId xmlns:a16="http://schemas.microsoft.com/office/drawing/2014/main" id="{E782A812-9598-4472-B983-BB3278044C99}"/>
              </a:ext>
            </a:extLst>
          </p:cNvPr>
          <p:cNvSpPr>
            <a:spLocks noGrp="1"/>
          </p:cNvSpPr>
          <p:nvPr/>
        </p:nvSpPr>
        <p:spPr>
          <a:xfrm>
            <a:off x="299945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34" name="01_find_only_433">
            <a:extLst>
              <a:ext uri="{FF2B5EF4-FFF2-40B4-BE49-F238E27FC236}">
                <a16:creationId xmlns:a16="http://schemas.microsoft.com/office/drawing/2014/main" id="{11F3DB5E-D99D-4143-8D60-C8EAD539F938}"/>
              </a:ext>
            </a:extLst>
          </p:cNvPr>
          <p:cNvSpPr>
            <a:spLocks noGrp="1"/>
          </p:cNvSpPr>
          <p:nvPr/>
        </p:nvSpPr>
        <p:spPr>
          <a:xfrm>
            <a:off x="307814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35" name="01_find_only_434">
            <a:extLst>
              <a:ext uri="{FF2B5EF4-FFF2-40B4-BE49-F238E27FC236}">
                <a16:creationId xmlns:a16="http://schemas.microsoft.com/office/drawing/2014/main" id="{FD553E94-86AB-4393-9752-5167306343D0}"/>
              </a:ext>
            </a:extLst>
          </p:cNvPr>
          <p:cNvSpPr>
            <a:spLocks noGrp="1"/>
          </p:cNvSpPr>
          <p:nvPr/>
        </p:nvSpPr>
        <p:spPr>
          <a:xfrm>
            <a:off x="3065319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36" name="01_find_only_435">
            <a:extLst>
              <a:ext uri="{FF2B5EF4-FFF2-40B4-BE49-F238E27FC236}">
                <a16:creationId xmlns:a16="http://schemas.microsoft.com/office/drawing/2014/main" id="{69213D3C-089A-45DE-8057-ED17D31E0898}"/>
              </a:ext>
            </a:extLst>
          </p:cNvPr>
          <p:cNvSpPr>
            <a:spLocks noGrp="1"/>
          </p:cNvSpPr>
          <p:nvPr/>
        </p:nvSpPr>
        <p:spPr>
          <a:xfrm>
            <a:off x="303180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37" name="01_find_only_436">
            <a:extLst>
              <a:ext uri="{FF2B5EF4-FFF2-40B4-BE49-F238E27FC236}">
                <a16:creationId xmlns:a16="http://schemas.microsoft.com/office/drawing/2014/main" id="{9115F582-E4C5-4062-BFDB-B98BBA611183}"/>
              </a:ext>
            </a:extLst>
          </p:cNvPr>
          <p:cNvSpPr>
            <a:spLocks noGrp="1"/>
          </p:cNvSpPr>
          <p:nvPr/>
        </p:nvSpPr>
        <p:spPr>
          <a:xfrm>
            <a:off x="3069108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38" name="01_find_only_437">
            <a:extLst>
              <a:ext uri="{FF2B5EF4-FFF2-40B4-BE49-F238E27FC236}">
                <a16:creationId xmlns:a16="http://schemas.microsoft.com/office/drawing/2014/main" id="{C1949342-2F30-4BC6-AA31-3750E6F8309A}"/>
              </a:ext>
            </a:extLst>
          </p:cNvPr>
          <p:cNvSpPr>
            <a:spLocks noGrp="1"/>
          </p:cNvSpPr>
          <p:nvPr/>
        </p:nvSpPr>
        <p:spPr>
          <a:xfrm>
            <a:off x="3089315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39" name="01_find_only_438">
            <a:extLst>
              <a:ext uri="{FF2B5EF4-FFF2-40B4-BE49-F238E27FC236}">
                <a16:creationId xmlns:a16="http://schemas.microsoft.com/office/drawing/2014/main" id="{CC3BDBC8-38F3-4BFA-9E02-3E886EADB4A2}"/>
              </a:ext>
            </a:extLst>
          </p:cNvPr>
          <p:cNvSpPr>
            <a:spLocks noGrp="1"/>
          </p:cNvSpPr>
          <p:nvPr/>
        </p:nvSpPr>
        <p:spPr>
          <a:xfrm>
            <a:off x="3058907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40" name="01_find_only_439">
            <a:extLst>
              <a:ext uri="{FF2B5EF4-FFF2-40B4-BE49-F238E27FC236}">
                <a16:creationId xmlns:a16="http://schemas.microsoft.com/office/drawing/2014/main" id="{36955E5F-91A1-44FF-83B9-8818C0B84033}"/>
              </a:ext>
            </a:extLst>
          </p:cNvPr>
          <p:cNvSpPr>
            <a:spLocks noGrp="1"/>
          </p:cNvSpPr>
          <p:nvPr/>
        </p:nvSpPr>
        <p:spPr>
          <a:xfrm>
            <a:off x="306638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41" name="01_find_only_440">
            <a:extLst>
              <a:ext uri="{FF2B5EF4-FFF2-40B4-BE49-F238E27FC236}">
                <a16:creationId xmlns:a16="http://schemas.microsoft.com/office/drawing/2014/main" id="{365A90F7-D9DE-4302-BDF5-503C6D4D2CD9}"/>
              </a:ext>
            </a:extLst>
          </p:cNvPr>
          <p:cNvSpPr>
            <a:spLocks noGrp="1"/>
          </p:cNvSpPr>
          <p:nvPr/>
        </p:nvSpPr>
        <p:spPr>
          <a:xfrm>
            <a:off x="3065513" y="391292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42" name="01_find_only_441">
            <a:extLst>
              <a:ext uri="{FF2B5EF4-FFF2-40B4-BE49-F238E27FC236}">
                <a16:creationId xmlns:a16="http://schemas.microsoft.com/office/drawing/2014/main" id="{125E1F69-F057-48F1-901E-C9E3A3190397}"/>
              </a:ext>
            </a:extLst>
          </p:cNvPr>
          <p:cNvSpPr>
            <a:spLocks noGrp="1"/>
          </p:cNvSpPr>
          <p:nvPr/>
        </p:nvSpPr>
        <p:spPr>
          <a:xfrm>
            <a:off x="304996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43" name="01_find_only_442">
            <a:extLst>
              <a:ext uri="{FF2B5EF4-FFF2-40B4-BE49-F238E27FC236}">
                <a16:creationId xmlns:a16="http://schemas.microsoft.com/office/drawing/2014/main" id="{6B2CA372-5779-471D-B309-3852735BB765}"/>
              </a:ext>
            </a:extLst>
          </p:cNvPr>
          <p:cNvSpPr>
            <a:spLocks noGrp="1"/>
          </p:cNvSpPr>
          <p:nvPr/>
        </p:nvSpPr>
        <p:spPr>
          <a:xfrm>
            <a:off x="3022863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44" name="01_find_only_443">
            <a:extLst>
              <a:ext uri="{FF2B5EF4-FFF2-40B4-BE49-F238E27FC236}">
                <a16:creationId xmlns:a16="http://schemas.microsoft.com/office/drawing/2014/main" id="{790CC7AF-ECD6-4193-A33D-9A83509D1AA0}"/>
              </a:ext>
            </a:extLst>
          </p:cNvPr>
          <p:cNvSpPr>
            <a:spLocks noGrp="1"/>
          </p:cNvSpPr>
          <p:nvPr/>
        </p:nvSpPr>
        <p:spPr>
          <a:xfrm>
            <a:off x="308251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45" name="01_find_only_444">
            <a:extLst>
              <a:ext uri="{FF2B5EF4-FFF2-40B4-BE49-F238E27FC236}">
                <a16:creationId xmlns:a16="http://schemas.microsoft.com/office/drawing/2014/main" id="{FC62771E-8775-414C-B400-39200CC8D4D5}"/>
              </a:ext>
            </a:extLst>
          </p:cNvPr>
          <p:cNvSpPr>
            <a:spLocks noGrp="1"/>
          </p:cNvSpPr>
          <p:nvPr/>
        </p:nvSpPr>
        <p:spPr>
          <a:xfrm>
            <a:off x="3012566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46" name="01_find_only_445">
            <a:extLst>
              <a:ext uri="{FF2B5EF4-FFF2-40B4-BE49-F238E27FC236}">
                <a16:creationId xmlns:a16="http://schemas.microsoft.com/office/drawing/2014/main" id="{B3151BF3-F2A9-4CDB-94A4-A0957331A6C9}"/>
              </a:ext>
            </a:extLst>
          </p:cNvPr>
          <p:cNvSpPr>
            <a:spLocks noGrp="1"/>
          </p:cNvSpPr>
          <p:nvPr/>
        </p:nvSpPr>
        <p:spPr>
          <a:xfrm>
            <a:off x="301178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47" name="01_find_only_446">
            <a:extLst>
              <a:ext uri="{FF2B5EF4-FFF2-40B4-BE49-F238E27FC236}">
                <a16:creationId xmlns:a16="http://schemas.microsoft.com/office/drawing/2014/main" id="{AFB0EC9E-5F8F-421D-9449-7D3264DAEA66}"/>
              </a:ext>
            </a:extLst>
          </p:cNvPr>
          <p:cNvSpPr>
            <a:spLocks noGrp="1"/>
          </p:cNvSpPr>
          <p:nvPr/>
        </p:nvSpPr>
        <p:spPr>
          <a:xfrm>
            <a:off x="301616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48" name="01_find_only_447">
            <a:extLst>
              <a:ext uri="{FF2B5EF4-FFF2-40B4-BE49-F238E27FC236}">
                <a16:creationId xmlns:a16="http://schemas.microsoft.com/office/drawing/2014/main" id="{783B73A3-FB86-4AAB-8ADC-C818FBA61A28}"/>
              </a:ext>
            </a:extLst>
          </p:cNvPr>
          <p:cNvSpPr>
            <a:spLocks noGrp="1"/>
          </p:cNvSpPr>
          <p:nvPr/>
        </p:nvSpPr>
        <p:spPr>
          <a:xfrm>
            <a:off x="3083875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49" name="01_find_only_448">
            <a:extLst>
              <a:ext uri="{FF2B5EF4-FFF2-40B4-BE49-F238E27FC236}">
                <a16:creationId xmlns:a16="http://schemas.microsoft.com/office/drawing/2014/main" id="{DB6B5618-B2FA-4E03-A66D-8FE040F907C4}"/>
              </a:ext>
            </a:extLst>
          </p:cNvPr>
          <p:cNvSpPr>
            <a:spLocks noGrp="1"/>
          </p:cNvSpPr>
          <p:nvPr/>
        </p:nvSpPr>
        <p:spPr>
          <a:xfrm>
            <a:off x="3073576" y="37031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50" name="01_find_only_449">
            <a:extLst>
              <a:ext uri="{FF2B5EF4-FFF2-40B4-BE49-F238E27FC236}">
                <a16:creationId xmlns:a16="http://schemas.microsoft.com/office/drawing/2014/main" id="{035BCC33-F82C-48C7-9969-ABEBF776982E}"/>
              </a:ext>
            </a:extLst>
          </p:cNvPr>
          <p:cNvSpPr>
            <a:spLocks noGrp="1"/>
          </p:cNvSpPr>
          <p:nvPr/>
        </p:nvSpPr>
        <p:spPr>
          <a:xfrm>
            <a:off x="307775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51" name="01_find_only_450">
            <a:extLst>
              <a:ext uri="{FF2B5EF4-FFF2-40B4-BE49-F238E27FC236}">
                <a16:creationId xmlns:a16="http://schemas.microsoft.com/office/drawing/2014/main" id="{4648E507-CB76-4DB4-B346-FDD6094DF6DE}"/>
              </a:ext>
            </a:extLst>
          </p:cNvPr>
          <p:cNvSpPr>
            <a:spLocks noGrp="1"/>
          </p:cNvSpPr>
          <p:nvPr/>
        </p:nvSpPr>
        <p:spPr>
          <a:xfrm>
            <a:off x="306570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52" name="01_find_only_451">
            <a:extLst>
              <a:ext uri="{FF2B5EF4-FFF2-40B4-BE49-F238E27FC236}">
                <a16:creationId xmlns:a16="http://schemas.microsoft.com/office/drawing/2014/main" id="{21A06D36-73A0-4D40-B41B-A78CF36A9DD6}"/>
              </a:ext>
            </a:extLst>
          </p:cNvPr>
          <p:cNvSpPr>
            <a:spLocks noGrp="1"/>
          </p:cNvSpPr>
          <p:nvPr/>
        </p:nvSpPr>
        <p:spPr>
          <a:xfrm>
            <a:off x="307318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53" name="01_find_only_452">
            <a:extLst>
              <a:ext uri="{FF2B5EF4-FFF2-40B4-BE49-F238E27FC236}">
                <a16:creationId xmlns:a16="http://schemas.microsoft.com/office/drawing/2014/main" id="{74E7F3CE-0A30-445A-9035-E0EA5A28E007}"/>
              </a:ext>
            </a:extLst>
          </p:cNvPr>
          <p:cNvSpPr>
            <a:spLocks noGrp="1"/>
          </p:cNvSpPr>
          <p:nvPr/>
        </p:nvSpPr>
        <p:spPr>
          <a:xfrm>
            <a:off x="308154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54" name="01_find_only_453">
            <a:extLst>
              <a:ext uri="{FF2B5EF4-FFF2-40B4-BE49-F238E27FC236}">
                <a16:creationId xmlns:a16="http://schemas.microsoft.com/office/drawing/2014/main" id="{C7E59709-B6C5-4245-B1F2-1B573D34DE72}"/>
              </a:ext>
            </a:extLst>
          </p:cNvPr>
          <p:cNvSpPr>
            <a:spLocks noGrp="1"/>
          </p:cNvSpPr>
          <p:nvPr/>
        </p:nvSpPr>
        <p:spPr>
          <a:xfrm>
            <a:off x="301023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55" name="01_find_only_454">
            <a:extLst>
              <a:ext uri="{FF2B5EF4-FFF2-40B4-BE49-F238E27FC236}">
                <a16:creationId xmlns:a16="http://schemas.microsoft.com/office/drawing/2014/main" id="{45648904-105E-4905-9ABA-F74FC3220491}"/>
              </a:ext>
            </a:extLst>
          </p:cNvPr>
          <p:cNvSpPr>
            <a:spLocks noGrp="1"/>
          </p:cNvSpPr>
          <p:nvPr/>
        </p:nvSpPr>
        <p:spPr>
          <a:xfrm>
            <a:off x="301790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56" name="01_find_only_455">
            <a:extLst>
              <a:ext uri="{FF2B5EF4-FFF2-40B4-BE49-F238E27FC236}">
                <a16:creationId xmlns:a16="http://schemas.microsoft.com/office/drawing/2014/main" id="{C444E411-3CE1-4AF4-A5F5-F7DF2AF2A5F7}"/>
              </a:ext>
            </a:extLst>
          </p:cNvPr>
          <p:cNvSpPr>
            <a:spLocks noGrp="1"/>
          </p:cNvSpPr>
          <p:nvPr/>
        </p:nvSpPr>
        <p:spPr>
          <a:xfrm>
            <a:off x="306405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57" name="01_find_only_456">
            <a:extLst>
              <a:ext uri="{FF2B5EF4-FFF2-40B4-BE49-F238E27FC236}">
                <a16:creationId xmlns:a16="http://schemas.microsoft.com/office/drawing/2014/main" id="{D704297D-2ABB-4004-A55B-FB65A3950BD6}"/>
              </a:ext>
            </a:extLst>
          </p:cNvPr>
          <p:cNvSpPr>
            <a:spLocks noGrp="1"/>
          </p:cNvSpPr>
          <p:nvPr/>
        </p:nvSpPr>
        <p:spPr>
          <a:xfrm>
            <a:off x="301518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58" name="01_find_only_457">
            <a:extLst>
              <a:ext uri="{FF2B5EF4-FFF2-40B4-BE49-F238E27FC236}">
                <a16:creationId xmlns:a16="http://schemas.microsoft.com/office/drawing/2014/main" id="{38018432-6C77-4734-B898-F5DF26379B65}"/>
              </a:ext>
            </a:extLst>
          </p:cNvPr>
          <p:cNvSpPr>
            <a:spLocks noGrp="1"/>
          </p:cNvSpPr>
          <p:nvPr/>
        </p:nvSpPr>
        <p:spPr>
          <a:xfrm>
            <a:off x="3024612" y="318915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59" name="01_find_only_458">
            <a:extLst>
              <a:ext uri="{FF2B5EF4-FFF2-40B4-BE49-F238E27FC236}">
                <a16:creationId xmlns:a16="http://schemas.microsoft.com/office/drawing/2014/main" id="{DC64F746-414D-44BF-8081-5571D7B4A6DE}"/>
              </a:ext>
            </a:extLst>
          </p:cNvPr>
          <p:cNvSpPr>
            <a:spLocks noGrp="1"/>
          </p:cNvSpPr>
          <p:nvPr/>
        </p:nvSpPr>
        <p:spPr>
          <a:xfrm>
            <a:off x="300867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60" name="01_find_only_459">
            <a:extLst>
              <a:ext uri="{FF2B5EF4-FFF2-40B4-BE49-F238E27FC236}">
                <a16:creationId xmlns:a16="http://schemas.microsoft.com/office/drawing/2014/main" id="{B31C57EA-1FF0-4E03-83E5-DC96253F2EA2}"/>
              </a:ext>
            </a:extLst>
          </p:cNvPr>
          <p:cNvSpPr>
            <a:spLocks noGrp="1"/>
          </p:cNvSpPr>
          <p:nvPr/>
        </p:nvSpPr>
        <p:spPr>
          <a:xfrm>
            <a:off x="301897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61" name="01_find_only_460">
            <a:extLst>
              <a:ext uri="{FF2B5EF4-FFF2-40B4-BE49-F238E27FC236}">
                <a16:creationId xmlns:a16="http://schemas.microsoft.com/office/drawing/2014/main" id="{9DFAA277-B9C1-4397-9F47-694A8A6265EC}"/>
              </a:ext>
            </a:extLst>
          </p:cNvPr>
          <p:cNvSpPr>
            <a:spLocks noGrp="1"/>
          </p:cNvSpPr>
          <p:nvPr/>
        </p:nvSpPr>
        <p:spPr>
          <a:xfrm>
            <a:off x="3022767" y="38309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62" name="01_find_only_461">
            <a:extLst>
              <a:ext uri="{FF2B5EF4-FFF2-40B4-BE49-F238E27FC236}">
                <a16:creationId xmlns:a16="http://schemas.microsoft.com/office/drawing/2014/main" id="{6EE84F2E-A584-422C-BC33-630AE1948CD9}"/>
              </a:ext>
            </a:extLst>
          </p:cNvPr>
          <p:cNvSpPr>
            <a:spLocks noGrp="1"/>
          </p:cNvSpPr>
          <p:nvPr/>
        </p:nvSpPr>
        <p:spPr>
          <a:xfrm>
            <a:off x="3083098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63" name="01_find_only_462">
            <a:extLst>
              <a:ext uri="{FF2B5EF4-FFF2-40B4-BE49-F238E27FC236}">
                <a16:creationId xmlns:a16="http://schemas.microsoft.com/office/drawing/2014/main" id="{E56D4225-93AA-4610-B74A-24825238CB55}"/>
              </a:ext>
            </a:extLst>
          </p:cNvPr>
          <p:cNvSpPr>
            <a:spLocks noGrp="1"/>
          </p:cNvSpPr>
          <p:nvPr/>
        </p:nvSpPr>
        <p:spPr>
          <a:xfrm>
            <a:off x="304190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64" name="01_find_only_463">
            <a:extLst>
              <a:ext uri="{FF2B5EF4-FFF2-40B4-BE49-F238E27FC236}">
                <a16:creationId xmlns:a16="http://schemas.microsoft.com/office/drawing/2014/main" id="{A2584FD5-3682-4159-8485-A63FAF39295A}"/>
              </a:ext>
            </a:extLst>
          </p:cNvPr>
          <p:cNvSpPr>
            <a:spLocks noGrp="1"/>
          </p:cNvSpPr>
          <p:nvPr/>
        </p:nvSpPr>
        <p:spPr>
          <a:xfrm>
            <a:off x="3010234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65" name="01_find_only_464">
            <a:extLst>
              <a:ext uri="{FF2B5EF4-FFF2-40B4-BE49-F238E27FC236}">
                <a16:creationId xmlns:a16="http://schemas.microsoft.com/office/drawing/2014/main" id="{3EE4CA57-7667-4714-9D9F-1905432733F7}"/>
              </a:ext>
            </a:extLst>
          </p:cNvPr>
          <p:cNvSpPr>
            <a:spLocks noGrp="1"/>
          </p:cNvSpPr>
          <p:nvPr/>
        </p:nvSpPr>
        <p:spPr>
          <a:xfrm>
            <a:off x="3024321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66" name="01_find_only_465">
            <a:extLst>
              <a:ext uri="{FF2B5EF4-FFF2-40B4-BE49-F238E27FC236}">
                <a16:creationId xmlns:a16="http://schemas.microsoft.com/office/drawing/2014/main" id="{B1928282-4E44-4233-98EE-56ACAAC30F56}"/>
              </a:ext>
            </a:extLst>
          </p:cNvPr>
          <p:cNvSpPr>
            <a:spLocks noGrp="1"/>
          </p:cNvSpPr>
          <p:nvPr/>
        </p:nvSpPr>
        <p:spPr>
          <a:xfrm>
            <a:off x="3078046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67" name="01_find_only_466">
            <a:extLst>
              <a:ext uri="{FF2B5EF4-FFF2-40B4-BE49-F238E27FC236}">
                <a16:creationId xmlns:a16="http://schemas.microsoft.com/office/drawing/2014/main" id="{3613D5A2-8935-40C0-9C0D-0C0F7332035F}"/>
              </a:ext>
            </a:extLst>
          </p:cNvPr>
          <p:cNvSpPr>
            <a:spLocks noGrp="1"/>
          </p:cNvSpPr>
          <p:nvPr/>
        </p:nvSpPr>
        <p:spPr>
          <a:xfrm>
            <a:off x="3059684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68" name="01_find_only_467">
            <a:extLst>
              <a:ext uri="{FF2B5EF4-FFF2-40B4-BE49-F238E27FC236}">
                <a16:creationId xmlns:a16="http://schemas.microsoft.com/office/drawing/2014/main" id="{328ECB98-0DE5-4B4F-87F8-F9D9C0BDB999}"/>
              </a:ext>
            </a:extLst>
          </p:cNvPr>
          <p:cNvSpPr>
            <a:spLocks noGrp="1"/>
          </p:cNvSpPr>
          <p:nvPr/>
        </p:nvSpPr>
        <p:spPr>
          <a:xfrm>
            <a:off x="3077657" y="36259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69" name="01_find_only_468">
            <a:extLst>
              <a:ext uri="{FF2B5EF4-FFF2-40B4-BE49-F238E27FC236}">
                <a16:creationId xmlns:a16="http://schemas.microsoft.com/office/drawing/2014/main" id="{4A5C2440-524D-4681-A94A-4BEDB16F57D6}"/>
              </a:ext>
            </a:extLst>
          </p:cNvPr>
          <p:cNvSpPr>
            <a:spLocks noGrp="1"/>
          </p:cNvSpPr>
          <p:nvPr/>
        </p:nvSpPr>
        <p:spPr>
          <a:xfrm>
            <a:off x="3016160" y="320643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70" name="01_find_only_469">
            <a:extLst>
              <a:ext uri="{FF2B5EF4-FFF2-40B4-BE49-F238E27FC236}">
                <a16:creationId xmlns:a16="http://schemas.microsoft.com/office/drawing/2014/main" id="{333986D1-123D-4706-BECD-56D2BBEDB674}"/>
              </a:ext>
            </a:extLst>
          </p:cNvPr>
          <p:cNvSpPr>
            <a:spLocks noGrp="1"/>
          </p:cNvSpPr>
          <p:nvPr/>
        </p:nvSpPr>
        <p:spPr>
          <a:xfrm>
            <a:off x="3034425" y="322013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71" name="01_find_only_470">
            <a:extLst>
              <a:ext uri="{FF2B5EF4-FFF2-40B4-BE49-F238E27FC236}">
                <a16:creationId xmlns:a16="http://schemas.microsoft.com/office/drawing/2014/main" id="{37F89752-62FC-4E46-B9F4-A4F1FD917145}"/>
              </a:ext>
            </a:extLst>
          </p:cNvPr>
          <p:cNvSpPr>
            <a:spLocks noGrp="1"/>
          </p:cNvSpPr>
          <p:nvPr/>
        </p:nvSpPr>
        <p:spPr>
          <a:xfrm>
            <a:off x="3078337" y="392468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72" name="01_find_only_471">
            <a:extLst>
              <a:ext uri="{FF2B5EF4-FFF2-40B4-BE49-F238E27FC236}">
                <a16:creationId xmlns:a16="http://schemas.microsoft.com/office/drawing/2014/main" id="{426FA80B-B44A-4EE7-875D-0C5081480221}"/>
              </a:ext>
            </a:extLst>
          </p:cNvPr>
          <p:cNvSpPr>
            <a:spLocks noGrp="1"/>
          </p:cNvSpPr>
          <p:nvPr/>
        </p:nvSpPr>
        <p:spPr>
          <a:xfrm>
            <a:off x="307843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73" name="01_find_only_472">
            <a:extLst>
              <a:ext uri="{FF2B5EF4-FFF2-40B4-BE49-F238E27FC236}">
                <a16:creationId xmlns:a16="http://schemas.microsoft.com/office/drawing/2014/main" id="{80F28C63-DD40-4BF4-BBE2-A99F2C182A48}"/>
              </a:ext>
            </a:extLst>
          </p:cNvPr>
          <p:cNvSpPr>
            <a:spLocks noGrp="1"/>
          </p:cNvSpPr>
          <p:nvPr/>
        </p:nvSpPr>
        <p:spPr>
          <a:xfrm>
            <a:off x="307241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74" name="01_find_only_473">
            <a:extLst>
              <a:ext uri="{FF2B5EF4-FFF2-40B4-BE49-F238E27FC236}">
                <a16:creationId xmlns:a16="http://schemas.microsoft.com/office/drawing/2014/main" id="{53568E27-0CD7-420A-A81B-E6FD652C888E}"/>
              </a:ext>
            </a:extLst>
          </p:cNvPr>
          <p:cNvSpPr>
            <a:spLocks noGrp="1"/>
          </p:cNvSpPr>
          <p:nvPr/>
        </p:nvSpPr>
        <p:spPr>
          <a:xfrm>
            <a:off x="308096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75" name="01_find_only_474">
            <a:extLst>
              <a:ext uri="{FF2B5EF4-FFF2-40B4-BE49-F238E27FC236}">
                <a16:creationId xmlns:a16="http://schemas.microsoft.com/office/drawing/2014/main" id="{6B1A46A4-E089-4F22-88EA-7852C7EFD042}"/>
              </a:ext>
            </a:extLst>
          </p:cNvPr>
          <p:cNvSpPr>
            <a:spLocks noGrp="1"/>
          </p:cNvSpPr>
          <p:nvPr/>
        </p:nvSpPr>
        <p:spPr>
          <a:xfrm>
            <a:off x="3025098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76" name="01_find_only_475">
            <a:extLst>
              <a:ext uri="{FF2B5EF4-FFF2-40B4-BE49-F238E27FC236}">
                <a16:creationId xmlns:a16="http://schemas.microsoft.com/office/drawing/2014/main" id="{C6AD498D-D082-477E-AE6C-07C13E95DD30}"/>
              </a:ext>
            </a:extLst>
          </p:cNvPr>
          <p:cNvSpPr>
            <a:spLocks noGrp="1"/>
          </p:cNvSpPr>
          <p:nvPr/>
        </p:nvSpPr>
        <p:spPr>
          <a:xfrm>
            <a:off x="301042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77" name="01_find_only_476">
            <a:extLst>
              <a:ext uri="{FF2B5EF4-FFF2-40B4-BE49-F238E27FC236}">
                <a16:creationId xmlns:a16="http://schemas.microsoft.com/office/drawing/2014/main" id="{3F8FEC9F-62B2-44D2-9CD7-B79CF8314EA1}"/>
              </a:ext>
            </a:extLst>
          </p:cNvPr>
          <p:cNvSpPr>
            <a:spLocks noGrp="1"/>
          </p:cNvSpPr>
          <p:nvPr/>
        </p:nvSpPr>
        <p:spPr>
          <a:xfrm>
            <a:off x="306697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78" name="01_find_only_477">
            <a:extLst>
              <a:ext uri="{FF2B5EF4-FFF2-40B4-BE49-F238E27FC236}">
                <a16:creationId xmlns:a16="http://schemas.microsoft.com/office/drawing/2014/main" id="{8F1A30B1-8C8F-4151-9F0F-9B2093C64056}"/>
              </a:ext>
            </a:extLst>
          </p:cNvPr>
          <p:cNvSpPr>
            <a:spLocks noGrp="1"/>
          </p:cNvSpPr>
          <p:nvPr/>
        </p:nvSpPr>
        <p:spPr>
          <a:xfrm>
            <a:off x="300586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79" name="01_find_only_478">
            <a:extLst>
              <a:ext uri="{FF2B5EF4-FFF2-40B4-BE49-F238E27FC236}">
                <a16:creationId xmlns:a16="http://schemas.microsoft.com/office/drawing/2014/main" id="{09CE5494-9525-4488-A1FD-2E485AFC3137}"/>
              </a:ext>
            </a:extLst>
          </p:cNvPr>
          <p:cNvSpPr>
            <a:spLocks noGrp="1"/>
          </p:cNvSpPr>
          <p:nvPr/>
        </p:nvSpPr>
        <p:spPr>
          <a:xfrm>
            <a:off x="301198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80" name="01_find_only_479">
            <a:extLst>
              <a:ext uri="{FF2B5EF4-FFF2-40B4-BE49-F238E27FC236}">
                <a16:creationId xmlns:a16="http://schemas.microsoft.com/office/drawing/2014/main" id="{5FF9633B-0DD9-47DF-B62C-7596D94372A4}"/>
              </a:ext>
            </a:extLst>
          </p:cNvPr>
          <p:cNvSpPr>
            <a:spLocks noGrp="1"/>
          </p:cNvSpPr>
          <p:nvPr/>
        </p:nvSpPr>
        <p:spPr>
          <a:xfrm>
            <a:off x="3069399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81" name="01_find_only_480">
            <a:extLst>
              <a:ext uri="{FF2B5EF4-FFF2-40B4-BE49-F238E27FC236}">
                <a16:creationId xmlns:a16="http://schemas.microsoft.com/office/drawing/2014/main" id="{DD502A3F-EA9C-4BE3-93B8-BDDD1EE4D443}"/>
              </a:ext>
            </a:extLst>
          </p:cNvPr>
          <p:cNvSpPr>
            <a:spLocks noGrp="1"/>
          </p:cNvSpPr>
          <p:nvPr/>
        </p:nvSpPr>
        <p:spPr>
          <a:xfrm>
            <a:off x="300673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82" name="01_find_only_481">
            <a:extLst>
              <a:ext uri="{FF2B5EF4-FFF2-40B4-BE49-F238E27FC236}">
                <a16:creationId xmlns:a16="http://schemas.microsoft.com/office/drawing/2014/main" id="{670DB1DB-551B-4DEC-B26D-6BBEB169C047}"/>
              </a:ext>
            </a:extLst>
          </p:cNvPr>
          <p:cNvSpPr>
            <a:spLocks noGrp="1"/>
          </p:cNvSpPr>
          <p:nvPr/>
        </p:nvSpPr>
        <p:spPr>
          <a:xfrm>
            <a:off x="308805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83" name="01_find_only_482">
            <a:extLst>
              <a:ext uri="{FF2B5EF4-FFF2-40B4-BE49-F238E27FC236}">
                <a16:creationId xmlns:a16="http://schemas.microsoft.com/office/drawing/2014/main" id="{FE7D2800-05B1-4F67-A695-DC92986714F8}"/>
              </a:ext>
            </a:extLst>
          </p:cNvPr>
          <p:cNvSpPr>
            <a:spLocks noGrp="1"/>
          </p:cNvSpPr>
          <p:nvPr/>
        </p:nvSpPr>
        <p:spPr>
          <a:xfrm>
            <a:off x="3073188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84" name="01_find_only_483">
            <a:extLst>
              <a:ext uri="{FF2B5EF4-FFF2-40B4-BE49-F238E27FC236}">
                <a16:creationId xmlns:a16="http://schemas.microsoft.com/office/drawing/2014/main" id="{396445E6-8A18-48CB-B78E-8EBC3913435A}"/>
              </a:ext>
            </a:extLst>
          </p:cNvPr>
          <p:cNvSpPr>
            <a:spLocks noGrp="1"/>
          </p:cNvSpPr>
          <p:nvPr/>
        </p:nvSpPr>
        <p:spPr>
          <a:xfrm>
            <a:off x="303802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85" name="01_find_only_484">
            <a:extLst>
              <a:ext uri="{FF2B5EF4-FFF2-40B4-BE49-F238E27FC236}">
                <a16:creationId xmlns:a16="http://schemas.microsoft.com/office/drawing/2014/main" id="{63911C5C-AAFA-4E9C-9548-8D3485E6E59E}"/>
              </a:ext>
            </a:extLst>
          </p:cNvPr>
          <p:cNvSpPr>
            <a:spLocks noGrp="1"/>
          </p:cNvSpPr>
          <p:nvPr/>
        </p:nvSpPr>
        <p:spPr>
          <a:xfrm>
            <a:off x="302160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86" name="01_find_only_485">
            <a:extLst>
              <a:ext uri="{FF2B5EF4-FFF2-40B4-BE49-F238E27FC236}">
                <a16:creationId xmlns:a16="http://schemas.microsoft.com/office/drawing/2014/main" id="{D9DE927A-C8F9-4004-9F9F-80A37E2C0A6E}"/>
              </a:ext>
            </a:extLst>
          </p:cNvPr>
          <p:cNvSpPr>
            <a:spLocks noGrp="1"/>
          </p:cNvSpPr>
          <p:nvPr/>
        </p:nvSpPr>
        <p:spPr>
          <a:xfrm>
            <a:off x="3086595" y="32000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87" name="01_find_only_486">
            <a:extLst>
              <a:ext uri="{FF2B5EF4-FFF2-40B4-BE49-F238E27FC236}">
                <a16:creationId xmlns:a16="http://schemas.microsoft.com/office/drawing/2014/main" id="{80EEAB57-5AAC-4B53-B766-20812B0CAD70}"/>
              </a:ext>
            </a:extLst>
          </p:cNvPr>
          <p:cNvSpPr>
            <a:spLocks noGrp="1"/>
          </p:cNvSpPr>
          <p:nvPr/>
        </p:nvSpPr>
        <p:spPr>
          <a:xfrm>
            <a:off x="3090773" y="32774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88" name="01_find_only_487">
            <a:extLst>
              <a:ext uri="{FF2B5EF4-FFF2-40B4-BE49-F238E27FC236}">
                <a16:creationId xmlns:a16="http://schemas.microsoft.com/office/drawing/2014/main" id="{0717CA02-027D-4AA0-9387-96CA7C1E5DE0}"/>
              </a:ext>
            </a:extLst>
          </p:cNvPr>
          <p:cNvSpPr>
            <a:spLocks noGrp="1"/>
          </p:cNvSpPr>
          <p:nvPr/>
        </p:nvSpPr>
        <p:spPr>
          <a:xfrm>
            <a:off x="305550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89" name="01_find_only_488">
            <a:extLst>
              <a:ext uri="{FF2B5EF4-FFF2-40B4-BE49-F238E27FC236}">
                <a16:creationId xmlns:a16="http://schemas.microsoft.com/office/drawing/2014/main" id="{0B4071DD-7DB8-4225-8A93-81959BB1D990}"/>
              </a:ext>
            </a:extLst>
          </p:cNvPr>
          <p:cNvSpPr>
            <a:spLocks noGrp="1"/>
          </p:cNvSpPr>
          <p:nvPr/>
        </p:nvSpPr>
        <p:spPr>
          <a:xfrm>
            <a:off x="307765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90" name="01_find_only_489">
            <a:extLst>
              <a:ext uri="{FF2B5EF4-FFF2-40B4-BE49-F238E27FC236}">
                <a16:creationId xmlns:a16="http://schemas.microsoft.com/office/drawing/2014/main" id="{052524E3-ED64-40ED-95F5-560337AC1211}"/>
              </a:ext>
            </a:extLst>
          </p:cNvPr>
          <p:cNvSpPr>
            <a:spLocks noGrp="1"/>
          </p:cNvSpPr>
          <p:nvPr/>
        </p:nvSpPr>
        <p:spPr>
          <a:xfrm>
            <a:off x="300955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91" name="01_find_only_490">
            <a:extLst>
              <a:ext uri="{FF2B5EF4-FFF2-40B4-BE49-F238E27FC236}">
                <a16:creationId xmlns:a16="http://schemas.microsoft.com/office/drawing/2014/main" id="{7A7D9A14-B4E6-457B-8199-DFC8F3A7615E}"/>
              </a:ext>
            </a:extLst>
          </p:cNvPr>
          <p:cNvSpPr>
            <a:spLocks noGrp="1"/>
          </p:cNvSpPr>
          <p:nvPr/>
        </p:nvSpPr>
        <p:spPr>
          <a:xfrm>
            <a:off x="303695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92" name="01_find_only_491">
            <a:extLst>
              <a:ext uri="{FF2B5EF4-FFF2-40B4-BE49-F238E27FC236}">
                <a16:creationId xmlns:a16="http://schemas.microsoft.com/office/drawing/2014/main" id="{B394EA8B-60F9-494D-9469-7434125AA70F}"/>
              </a:ext>
            </a:extLst>
          </p:cNvPr>
          <p:cNvSpPr>
            <a:spLocks noGrp="1"/>
          </p:cNvSpPr>
          <p:nvPr/>
        </p:nvSpPr>
        <p:spPr>
          <a:xfrm>
            <a:off x="3071634" y="346190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93" name="01_find_only_492">
            <a:extLst>
              <a:ext uri="{FF2B5EF4-FFF2-40B4-BE49-F238E27FC236}">
                <a16:creationId xmlns:a16="http://schemas.microsoft.com/office/drawing/2014/main" id="{2FCBFA3E-88C0-47F7-9AC0-A3C91F703194}"/>
              </a:ext>
            </a:extLst>
          </p:cNvPr>
          <p:cNvSpPr>
            <a:spLocks noGrp="1"/>
          </p:cNvSpPr>
          <p:nvPr/>
        </p:nvSpPr>
        <p:spPr>
          <a:xfrm>
            <a:off x="300362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94" name="01_find_only_493">
            <a:extLst>
              <a:ext uri="{FF2B5EF4-FFF2-40B4-BE49-F238E27FC236}">
                <a16:creationId xmlns:a16="http://schemas.microsoft.com/office/drawing/2014/main" id="{D026E91A-B319-44F8-BD0F-59287DBCC078}"/>
              </a:ext>
            </a:extLst>
          </p:cNvPr>
          <p:cNvSpPr>
            <a:spLocks noGrp="1"/>
          </p:cNvSpPr>
          <p:nvPr/>
        </p:nvSpPr>
        <p:spPr>
          <a:xfrm>
            <a:off x="300013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95" name="01_find_only_494">
            <a:extLst>
              <a:ext uri="{FF2B5EF4-FFF2-40B4-BE49-F238E27FC236}">
                <a16:creationId xmlns:a16="http://schemas.microsoft.com/office/drawing/2014/main" id="{D31CFFA8-2DBC-4F37-9E89-115DE00D7719}"/>
              </a:ext>
            </a:extLst>
          </p:cNvPr>
          <p:cNvSpPr>
            <a:spLocks noGrp="1"/>
          </p:cNvSpPr>
          <p:nvPr/>
        </p:nvSpPr>
        <p:spPr>
          <a:xfrm>
            <a:off x="305754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96" name="01_find_only_495">
            <a:extLst>
              <a:ext uri="{FF2B5EF4-FFF2-40B4-BE49-F238E27FC236}">
                <a16:creationId xmlns:a16="http://schemas.microsoft.com/office/drawing/2014/main" id="{234DD949-9FF0-4669-8748-96E91B8A4BB1}"/>
              </a:ext>
            </a:extLst>
          </p:cNvPr>
          <p:cNvSpPr>
            <a:spLocks noGrp="1"/>
          </p:cNvSpPr>
          <p:nvPr/>
        </p:nvSpPr>
        <p:spPr>
          <a:xfrm>
            <a:off x="308601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97" name="01_find_only_496">
            <a:extLst>
              <a:ext uri="{FF2B5EF4-FFF2-40B4-BE49-F238E27FC236}">
                <a16:creationId xmlns:a16="http://schemas.microsoft.com/office/drawing/2014/main" id="{D038E9D4-68CB-47CE-835C-35D9E88349CF}"/>
              </a:ext>
            </a:extLst>
          </p:cNvPr>
          <p:cNvSpPr>
            <a:spLocks noGrp="1"/>
          </p:cNvSpPr>
          <p:nvPr/>
        </p:nvSpPr>
        <p:spPr>
          <a:xfrm>
            <a:off x="299585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98" name="01_find_only_497">
            <a:extLst>
              <a:ext uri="{FF2B5EF4-FFF2-40B4-BE49-F238E27FC236}">
                <a16:creationId xmlns:a16="http://schemas.microsoft.com/office/drawing/2014/main" id="{3A740E67-F3A2-4ED5-9EBE-F35CBD58B78D}"/>
              </a:ext>
            </a:extLst>
          </p:cNvPr>
          <p:cNvSpPr>
            <a:spLocks noGrp="1"/>
          </p:cNvSpPr>
          <p:nvPr/>
        </p:nvSpPr>
        <p:spPr>
          <a:xfrm>
            <a:off x="303384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499" name="01_find_only_498">
            <a:extLst>
              <a:ext uri="{FF2B5EF4-FFF2-40B4-BE49-F238E27FC236}">
                <a16:creationId xmlns:a16="http://schemas.microsoft.com/office/drawing/2014/main" id="{E3A23A76-3633-47AE-BBCA-93DC77754FD3}"/>
              </a:ext>
            </a:extLst>
          </p:cNvPr>
          <p:cNvSpPr>
            <a:spLocks noGrp="1"/>
          </p:cNvSpPr>
          <p:nvPr/>
        </p:nvSpPr>
        <p:spPr>
          <a:xfrm>
            <a:off x="306502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00" name="01_find_only_499">
            <a:extLst>
              <a:ext uri="{FF2B5EF4-FFF2-40B4-BE49-F238E27FC236}">
                <a16:creationId xmlns:a16="http://schemas.microsoft.com/office/drawing/2014/main" id="{830AEB96-698D-4483-A2F2-7636ECDA1409}"/>
              </a:ext>
            </a:extLst>
          </p:cNvPr>
          <p:cNvSpPr>
            <a:spLocks noGrp="1"/>
          </p:cNvSpPr>
          <p:nvPr/>
        </p:nvSpPr>
        <p:spPr>
          <a:xfrm>
            <a:off x="303588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01" name="01_find_only_500">
            <a:extLst>
              <a:ext uri="{FF2B5EF4-FFF2-40B4-BE49-F238E27FC236}">
                <a16:creationId xmlns:a16="http://schemas.microsoft.com/office/drawing/2014/main" id="{A65B202D-8DE8-4558-A7FE-0C0B1BE51762}"/>
              </a:ext>
            </a:extLst>
          </p:cNvPr>
          <p:cNvSpPr>
            <a:spLocks noGrp="1"/>
          </p:cNvSpPr>
          <p:nvPr/>
        </p:nvSpPr>
        <p:spPr>
          <a:xfrm>
            <a:off x="3019464" y="38555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02" name="01_find_only_501">
            <a:extLst>
              <a:ext uri="{FF2B5EF4-FFF2-40B4-BE49-F238E27FC236}">
                <a16:creationId xmlns:a16="http://schemas.microsoft.com/office/drawing/2014/main" id="{4DE2F9E3-7985-4CB7-B619-06182D0FAAE8}"/>
              </a:ext>
            </a:extLst>
          </p:cNvPr>
          <p:cNvSpPr>
            <a:spLocks noGrp="1"/>
          </p:cNvSpPr>
          <p:nvPr/>
        </p:nvSpPr>
        <p:spPr>
          <a:xfrm>
            <a:off x="305715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03" name="01_find_only_502">
            <a:extLst>
              <a:ext uri="{FF2B5EF4-FFF2-40B4-BE49-F238E27FC236}">
                <a16:creationId xmlns:a16="http://schemas.microsoft.com/office/drawing/2014/main" id="{BA528F24-DB67-4A49-B047-D3759ED3CAD7}"/>
              </a:ext>
            </a:extLst>
          </p:cNvPr>
          <p:cNvSpPr>
            <a:spLocks noGrp="1"/>
          </p:cNvSpPr>
          <p:nvPr/>
        </p:nvSpPr>
        <p:spPr>
          <a:xfrm>
            <a:off x="305405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04" name="01_find_only_503">
            <a:extLst>
              <a:ext uri="{FF2B5EF4-FFF2-40B4-BE49-F238E27FC236}">
                <a16:creationId xmlns:a16="http://schemas.microsoft.com/office/drawing/2014/main" id="{D15511CF-139C-4A32-B034-279D40EF5BFD}"/>
              </a:ext>
            </a:extLst>
          </p:cNvPr>
          <p:cNvSpPr>
            <a:spLocks noGrp="1"/>
          </p:cNvSpPr>
          <p:nvPr/>
        </p:nvSpPr>
        <p:spPr>
          <a:xfrm>
            <a:off x="304229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05" name="01_find_only_504">
            <a:extLst>
              <a:ext uri="{FF2B5EF4-FFF2-40B4-BE49-F238E27FC236}">
                <a16:creationId xmlns:a16="http://schemas.microsoft.com/office/drawing/2014/main" id="{0142AA35-190E-486A-9D54-D65030908DBC}"/>
              </a:ext>
            </a:extLst>
          </p:cNvPr>
          <p:cNvSpPr>
            <a:spLocks noGrp="1"/>
          </p:cNvSpPr>
          <p:nvPr/>
        </p:nvSpPr>
        <p:spPr>
          <a:xfrm>
            <a:off x="305171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06" name="01_find_only_505">
            <a:extLst>
              <a:ext uri="{FF2B5EF4-FFF2-40B4-BE49-F238E27FC236}">
                <a16:creationId xmlns:a16="http://schemas.microsoft.com/office/drawing/2014/main" id="{A12566F3-E1A0-45F9-BB95-4CDBDEC24B7E}"/>
              </a:ext>
            </a:extLst>
          </p:cNvPr>
          <p:cNvSpPr>
            <a:spLocks noGrp="1"/>
          </p:cNvSpPr>
          <p:nvPr/>
        </p:nvSpPr>
        <p:spPr>
          <a:xfrm>
            <a:off x="302383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07" name="01_find_only_506">
            <a:extLst>
              <a:ext uri="{FF2B5EF4-FFF2-40B4-BE49-F238E27FC236}">
                <a16:creationId xmlns:a16="http://schemas.microsoft.com/office/drawing/2014/main" id="{D8E4CD7A-FA38-457F-82A9-79DADE06157B}"/>
              </a:ext>
            </a:extLst>
          </p:cNvPr>
          <p:cNvSpPr>
            <a:spLocks noGrp="1"/>
          </p:cNvSpPr>
          <p:nvPr/>
        </p:nvSpPr>
        <p:spPr>
          <a:xfrm>
            <a:off x="304559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08" name="01_find_only_507">
            <a:extLst>
              <a:ext uri="{FF2B5EF4-FFF2-40B4-BE49-F238E27FC236}">
                <a16:creationId xmlns:a16="http://schemas.microsoft.com/office/drawing/2014/main" id="{54C7FC6C-84A1-4405-B6AE-B6997DD9AA37}"/>
              </a:ext>
            </a:extLst>
          </p:cNvPr>
          <p:cNvSpPr>
            <a:spLocks noGrp="1"/>
          </p:cNvSpPr>
          <p:nvPr/>
        </p:nvSpPr>
        <p:spPr>
          <a:xfrm>
            <a:off x="3024807" y="316669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09" name="01_find_only_508">
            <a:extLst>
              <a:ext uri="{FF2B5EF4-FFF2-40B4-BE49-F238E27FC236}">
                <a16:creationId xmlns:a16="http://schemas.microsoft.com/office/drawing/2014/main" id="{6C181840-BE09-48FD-8305-2A14E2BA2452}"/>
              </a:ext>
            </a:extLst>
          </p:cNvPr>
          <p:cNvSpPr>
            <a:spLocks noGrp="1"/>
          </p:cNvSpPr>
          <p:nvPr/>
        </p:nvSpPr>
        <p:spPr>
          <a:xfrm>
            <a:off x="3033356" y="379632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10" name="01_find_only_509">
            <a:extLst>
              <a:ext uri="{FF2B5EF4-FFF2-40B4-BE49-F238E27FC236}">
                <a16:creationId xmlns:a16="http://schemas.microsoft.com/office/drawing/2014/main" id="{3A2BA744-9A29-4D57-B4A3-3D0A686F27D1}"/>
              </a:ext>
            </a:extLst>
          </p:cNvPr>
          <p:cNvSpPr>
            <a:spLocks noGrp="1"/>
          </p:cNvSpPr>
          <p:nvPr/>
        </p:nvSpPr>
        <p:spPr>
          <a:xfrm>
            <a:off x="3075325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11" name="01_find_only_510">
            <a:extLst>
              <a:ext uri="{FF2B5EF4-FFF2-40B4-BE49-F238E27FC236}">
                <a16:creationId xmlns:a16="http://schemas.microsoft.com/office/drawing/2014/main" id="{87F64C40-93EB-42B4-A9C7-9FAF7D687A1B}"/>
              </a:ext>
            </a:extLst>
          </p:cNvPr>
          <p:cNvSpPr>
            <a:spLocks noGrp="1"/>
          </p:cNvSpPr>
          <p:nvPr/>
        </p:nvSpPr>
        <p:spPr>
          <a:xfrm>
            <a:off x="300654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12" name="01_find_only_511">
            <a:extLst>
              <a:ext uri="{FF2B5EF4-FFF2-40B4-BE49-F238E27FC236}">
                <a16:creationId xmlns:a16="http://schemas.microsoft.com/office/drawing/2014/main" id="{F8BEDF89-FAAB-4F62-BE5E-D2A9ED3D9469}"/>
              </a:ext>
            </a:extLst>
          </p:cNvPr>
          <p:cNvSpPr>
            <a:spLocks noGrp="1"/>
          </p:cNvSpPr>
          <p:nvPr/>
        </p:nvSpPr>
        <p:spPr>
          <a:xfrm>
            <a:off x="3011012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13" name="01_find_only_512">
            <a:extLst>
              <a:ext uri="{FF2B5EF4-FFF2-40B4-BE49-F238E27FC236}">
                <a16:creationId xmlns:a16="http://schemas.microsoft.com/office/drawing/2014/main" id="{69AD8A8A-0E20-4C37-8CC4-D42F3A10BA63}"/>
              </a:ext>
            </a:extLst>
          </p:cNvPr>
          <p:cNvSpPr>
            <a:spLocks noGrp="1"/>
          </p:cNvSpPr>
          <p:nvPr/>
        </p:nvSpPr>
        <p:spPr>
          <a:xfrm>
            <a:off x="305142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14" name="01_find_only_513">
            <a:extLst>
              <a:ext uri="{FF2B5EF4-FFF2-40B4-BE49-F238E27FC236}">
                <a16:creationId xmlns:a16="http://schemas.microsoft.com/office/drawing/2014/main" id="{933FE0D2-C532-4844-9A06-B928F1E07862}"/>
              </a:ext>
            </a:extLst>
          </p:cNvPr>
          <p:cNvSpPr>
            <a:spLocks noGrp="1"/>
          </p:cNvSpPr>
          <p:nvPr/>
        </p:nvSpPr>
        <p:spPr>
          <a:xfrm>
            <a:off x="3050552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15" name="01_find_only_514">
            <a:extLst>
              <a:ext uri="{FF2B5EF4-FFF2-40B4-BE49-F238E27FC236}">
                <a16:creationId xmlns:a16="http://schemas.microsoft.com/office/drawing/2014/main" id="{63DCB763-52A8-4D91-A010-061FFD79302B}"/>
              </a:ext>
            </a:extLst>
          </p:cNvPr>
          <p:cNvSpPr>
            <a:spLocks noGrp="1"/>
          </p:cNvSpPr>
          <p:nvPr/>
        </p:nvSpPr>
        <p:spPr>
          <a:xfrm>
            <a:off x="308212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16" name="01_find_only_515">
            <a:extLst>
              <a:ext uri="{FF2B5EF4-FFF2-40B4-BE49-F238E27FC236}">
                <a16:creationId xmlns:a16="http://schemas.microsoft.com/office/drawing/2014/main" id="{CF9BF30D-F41E-412A-A693-BC5EF88830B2}"/>
              </a:ext>
            </a:extLst>
          </p:cNvPr>
          <p:cNvSpPr>
            <a:spLocks noGrp="1"/>
          </p:cNvSpPr>
          <p:nvPr/>
        </p:nvSpPr>
        <p:spPr>
          <a:xfrm>
            <a:off x="306745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17" name="01_find_only_516">
            <a:extLst>
              <a:ext uri="{FF2B5EF4-FFF2-40B4-BE49-F238E27FC236}">
                <a16:creationId xmlns:a16="http://schemas.microsoft.com/office/drawing/2014/main" id="{FF2B2D92-A50B-4562-A1B2-B234CA028297}"/>
              </a:ext>
            </a:extLst>
          </p:cNvPr>
          <p:cNvSpPr>
            <a:spLocks noGrp="1"/>
          </p:cNvSpPr>
          <p:nvPr/>
        </p:nvSpPr>
        <p:spPr>
          <a:xfrm>
            <a:off x="300751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18" name="01_find_only_517">
            <a:extLst>
              <a:ext uri="{FF2B5EF4-FFF2-40B4-BE49-F238E27FC236}">
                <a16:creationId xmlns:a16="http://schemas.microsoft.com/office/drawing/2014/main" id="{BEFD38B1-7EDF-4982-B545-6923942FCB4A}"/>
              </a:ext>
            </a:extLst>
          </p:cNvPr>
          <p:cNvSpPr>
            <a:spLocks noGrp="1"/>
          </p:cNvSpPr>
          <p:nvPr/>
        </p:nvSpPr>
        <p:spPr>
          <a:xfrm>
            <a:off x="3021600" y="346190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19" name="01_find_only_518">
            <a:extLst>
              <a:ext uri="{FF2B5EF4-FFF2-40B4-BE49-F238E27FC236}">
                <a16:creationId xmlns:a16="http://schemas.microsoft.com/office/drawing/2014/main" id="{DF164753-3474-4954-BD2B-4A4F58F10C6A}"/>
              </a:ext>
            </a:extLst>
          </p:cNvPr>
          <p:cNvSpPr>
            <a:spLocks noGrp="1"/>
          </p:cNvSpPr>
          <p:nvPr/>
        </p:nvSpPr>
        <p:spPr>
          <a:xfrm>
            <a:off x="3060170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20" name="01_find_only_519">
            <a:extLst>
              <a:ext uri="{FF2B5EF4-FFF2-40B4-BE49-F238E27FC236}">
                <a16:creationId xmlns:a16="http://schemas.microsoft.com/office/drawing/2014/main" id="{6DDC797C-4576-436D-9934-587033EDEEB6}"/>
              </a:ext>
            </a:extLst>
          </p:cNvPr>
          <p:cNvSpPr>
            <a:spLocks noGrp="1"/>
          </p:cNvSpPr>
          <p:nvPr/>
        </p:nvSpPr>
        <p:spPr>
          <a:xfrm>
            <a:off x="300187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21" name="01_find_only_520">
            <a:extLst>
              <a:ext uri="{FF2B5EF4-FFF2-40B4-BE49-F238E27FC236}">
                <a16:creationId xmlns:a16="http://schemas.microsoft.com/office/drawing/2014/main" id="{22F407E2-14BE-4426-9C4F-B839D81868C1}"/>
              </a:ext>
            </a:extLst>
          </p:cNvPr>
          <p:cNvSpPr>
            <a:spLocks noGrp="1"/>
          </p:cNvSpPr>
          <p:nvPr/>
        </p:nvSpPr>
        <p:spPr>
          <a:xfrm>
            <a:off x="3069399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22" name="01_find_only_521">
            <a:extLst>
              <a:ext uri="{FF2B5EF4-FFF2-40B4-BE49-F238E27FC236}">
                <a16:creationId xmlns:a16="http://schemas.microsoft.com/office/drawing/2014/main" id="{9747B6CF-BB0C-433D-91D9-560CC592C43D}"/>
              </a:ext>
            </a:extLst>
          </p:cNvPr>
          <p:cNvSpPr>
            <a:spLocks noGrp="1"/>
          </p:cNvSpPr>
          <p:nvPr/>
        </p:nvSpPr>
        <p:spPr>
          <a:xfrm>
            <a:off x="307270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23" name="01_find_only_522">
            <a:extLst>
              <a:ext uri="{FF2B5EF4-FFF2-40B4-BE49-F238E27FC236}">
                <a16:creationId xmlns:a16="http://schemas.microsoft.com/office/drawing/2014/main" id="{5817864B-D0C3-458B-89FF-1B831C8E3D08}"/>
              </a:ext>
            </a:extLst>
          </p:cNvPr>
          <p:cNvSpPr>
            <a:spLocks noGrp="1"/>
          </p:cNvSpPr>
          <p:nvPr/>
        </p:nvSpPr>
        <p:spPr>
          <a:xfrm>
            <a:off x="306240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24" name="01_find_only_523">
            <a:extLst>
              <a:ext uri="{FF2B5EF4-FFF2-40B4-BE49-F238E27FC236}">
                <a16:creationId xmlns:a16="http://schemas.microsoft.com/office/drawing/2014/main" id="{CBC021E3-727B-4AE5-999D-C206C73F1A25}"/>
              </a:ext>
            </a:extLst>
          </p:cNvPr>
          <p:cNvSpPr>
            <a:spLocks noGrp="1"/>
          </p:cNvSpPr>
          <p:nvPr/>
        </p:nvSpPr>
        <p:spPr>
          <a:xfrm>
            <a:off x="306153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25" name="01_find_only_524">
            <a:extLst>
              <a:ext uri="{FF2B5EF4-FFF2-40B4-BE49-F238E27FC236}">
                <a16:creationId xmlns:a16="http://schemas.microsoft.com/office/drawing/2014/main" id="{CF66BCF3-E853-4D09-832D-DCD216FB90FD}"/>
              </a:ext>
            </a:extLst>
          </p:cNvPr>
          <p:cNvSpPr>
            <a:spLocks noGrp="1"/>
          </p:cNvSpPr>
          <p:nvPr/>
        </p:nvSpPr>
        <p:spPr>
          <a:xfrm>
            <a:off x="306570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26" name="01_find_only_525">
            <a:extLst>
              <a:ext uri="{FF2B5EF4-FFF2-40B4-BE49-F238E27FC236}">
                <a16:creationId xmlns:a16="http://schemas.microsoft.com/office/drawing/2014/main" id="{E67E9125-378B-4B18-ADAE-D598BD986A48}"/>
              </a:ext>
            </a:extLst>
          </p:cNvPr>
          <p:cNvSpPr>
            <a:spLocks noGrp="1"/>
          </p:cNvSpPr>
          <p:nvPr/>
        </p:nvSpPr>
        <p:spPr>
          <a:xfrm>
            <a:off x="304734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27" name="01_find_only_526">
            <a:extLst>
              <a:ext uri="{FF2B5EF4-FFF2-40B4-BE49-F238E27FC236}">
                <a16:creationId xmlns:a16="http://schemas.microsoft.com/office/drawing/2014/main" id="{51DD91EC-B6DC-4A01-ABF9-8AA128E01BAA}"/>
              </a:ext>
            </a:extLst>
          </p:cNvPr>
          <p:cNvSpPr>
            <a:spLocks noGrp="1"/>
          </p:cNvSpPr>
          <p:nvPr/>
        </p:nvSpPr>
        <p:spPr>
          <a:xfrm>
            <a:off x="299692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28" name="01_find_only_527">
            <a:extLst>
              <a:ext uri="{FF2B5EF4-FFF2-40B4-BE49-F238E27FC236}">
                <a16:creationId xmlns:a16="http://schemas.microsoft.com/office/drawing/2014/main" id="{26C28B22-8DF1-4FC7-97B7-168F18F67AC0}"/>
              </a:ext>
            </a:extLst>
          </p:cNvPr>
          <p:cNvSpPr>
            <a:spLocks noGrp="1"/>
          </p:cNvSpPr>
          <p:nvPr/>
        </p:nvSpPr>
        <p:spPr>
          <a:xfrm>
            <a:off x="3047152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29" name="01_find_only_528">
            <a:extLst>
              <a:ext uri="{FF2B5EF4-FFF2-40B4-BE49-F238E27FC236}">
                <a16:creationId xmlns:a16="http://schemas.microsoft.com/office/drawing/2014/main" id="{95B58C0B-87C8-4935-B06E-260D45C79660}"/>
              </a:ext>
            </a:extLst>
          </p:cNvPr>
          <p:cNvSpPr>
            <a:spLocks noGrp="1"/>
          </p:cNvSpPr>
          <p:nvPr/>
        </p:nvSpPr>
        <p:spPr>
          <a:xfrm>
            <a:off x="300974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30" name="01_find_only_529">
            <a:extLst>
              <a:ext uri="{FF2B5EF4-FFF2-40B4-BE49-F238E27FC236}">
                <a16:creationId xmlns:a16="http://schemas.microsoft.com/office/drawing/2014/main" id="{F9699593-D166-4691-9A19-8F76C617FB6C}"/>
              </a:ext>
            </a:extLst>
          </p:cNvPr>
          <p:cNvSpPr>
            <a:spLocks noGrp="1"/>
          </p:cNvSpPr>
          <p:nvPr/>
        </p:nvSpPr>
        <p:spPr>
          <a:xfrm>
            <a:off x="3061919" y="340513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31" name="01_find_only_530">
            <a:extLst>
              <a:ext uri="{FF2B5EF4-FFF2-40B4-BE49-F238E27FC236}">
                <a16:creationId xmlns:a16="http://schemas.microsoft.com/office/drawing/2014/main" id="{4D351281-5C16-4FE7-8679-01F2A5C42B60}"/>
              </a:ext>
            </a:extLst>
          </p:cNvPr>
          <p:cNvSpPr>
            <a:spLocks noGrp="1"/>
          </p:cNvSpPr>
          <p:nvPr/>
        </p:nvSpPr>
        <p:spPr>
          <a:xfrm>
            <a:off x="3074743" y="341065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32" name="01_find_only_531">
            <a:extLst>
              <a:ext uri="{FF2B5EF4-FFF2-40B4-BE49-F238E27FC236}">
                <a16:creationId xmlns:a16="http://schemas.microsoft.com/office/drawing/2014/main" id="{3656E2B7-DCA8-494C-BA1B-9680138AB412}"/>
              </a:ext>
            </a:extLst>
          </p:cNvPr>
          <p:cNvSpPr>
            <a:spLocks noGrp="1"/>
          </p:cNvSpPr>
          <p:nvPr/>
        </p:nvSpPr>
        <p:spPr>
          <a:xfrm>
            <a:off x="300819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33" name="01_find_only_532">
            <a:extLst>
              <a:ext uri="{FF2B5EF4-FFF2-40B4-BE49-F238E27FC236}">
                <a16:creationId xmlns:a16="http://schemas.microsoft.com/office/drawing/2014/main" id="{70968130-DD59-4792-BDB7-F79C4E180BD4}"/>
              </a:ext>
            </a:extLst>
          </p:cNvPr>
          <p:cNvSpPr>
            <a:spLocks noGrp="1"/>
          </p:cNvSpPr>
          <p:nvPr/>
        </p:nvSpPr>
        <p:spPr>
          <a:xfrm>
            <a:off x="306279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34" name="01_find_only_533">
            <a:extLst>
              <a:ext uri="{FF2B5EF4-FFF2-40B4-BE49-F238E27FC236}">
                <a16:creationId xmlns:a16="http://schemas.microsoft.com/office/drawing/2014/main" id="{D1D6FCDB-7163-448A-ACFE-69E4B962F2B8}"/>
              </a:ext>
            </a:extLst>
          </p:cNvPr>
          <p:cNvSpPr>
            <a:spLocks noGrp="1"/>
          </p:cNvSpPr>
          <p:nvPr/>
        </p:nvSpPr>
        <p:spPr>
          <a:xfrm>
            <a:off x="301305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35" name="01_find_only_534">
            <a:extLst>
              <a:ext uri="{FF2B5EF4-FFF2-40B4-BE49-F238E27FC236}">
                <a16:creationId xmlns:a16="http://schemas.microsoft.com/office/drawing/2014/main" id="{EC8FF4F7-0DCE-46E8-8CA1-E1C2750A8899}"/>
              </a:ext>
            </a:extLst>
          </p:cNvPr>
          <p:cNvSpPr>
            <a:spLocks noGrp="1"/>
          </p:cNvSpPr>
          <p:nvPr/>
        </p:nvSpPr>
        <p:spPr>
          <a:xfrm>
            <a:off x="3017326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36" name="01_find_only_535">
            <a:extLst>
              <a:ext uri="{FF2B5EF4-FFF2-40B4-BE49-F238E27FC236}">
                <a16:creationId xmlns:a16="http://schemas.microsoft.com/office/drawing/2014/main" id="{C6716878-6AE3-4576-8B5F-3E221360FE7E}"/>
              </a:ext>
            </a:extLst>
          </p:cNvPr>
          <p:cNvSpPr>
            <a:spLocks noGrp="1"/>
          </p:cNvSpPr>
          <p:nvPr/>
        </p:nvSpPr>
        <p:spPr>
          <a:xfrm>
            <a:off x="300576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37" name="01_find_only_536">
            <a:extLst>
              <a:ext uri="{FF2B5EF4-FFF2-40B4-BE49-F238E27FC236}">
                <a16:creationId xmlns:a16="http://schemas.microsoft.com/office/drawing/2014/main" id="{D42730E8-E694-4A7F-BCCA-669C92178D4D}"/>
              </a:ext>
            </a:extLst>
          </p:cNvPr>
          <p:cNvSpPr>
            <a:spLocks noGrp="1"/>
          </p:cNvSpPr>
          <p:nvPr/>
        </p:nvSpPr>
        <p:spPr>
          <a:xfrm>
            <a:off x="3061724" y="306983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38" name="01_find_only_537">
            <a:extLst>
              <a:ext uri="{FF2B5EF4-FFF2-40B4-BE49-F238E27FC236}">
                <a16:creationId xmlns:a16="http://schemas.microsoft.com/office/drawing/2014/main" id="{DB0303FD-9FA9-4BB5-9A66-58A7835F9BE6}"/>
              </a:ext>
            </a:extLst>
          </p:cNvPr>
          <p:cNvSpPr>
            <a:spLocks noGrp="1"/>
          </p:cNvSpPr>
          <p:nvPr/>
        </p:nvSpPr>
        <p:spPr>
          <a:xfrm>
            <a:off x="308678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39" name="01_find_only_538">
            <a:extLst>
              <a:ext uri="{FF2B5EF4-FFF2-40B4-BE49-F238E27FC236}">
                <a16:creationId xmlns:a16="http://schemas.microsoft.com/office/drawing/2014/main" id="{C118CCBC-1D85-4097-B268-F4A40F4ABEE4}"/>
              </a:ext>
            </a:extLst>
          </p:cNvPr>
          <p:cNvSpPr>
            <a:spLocks noGrp="1"/>
          </p:cNvSpPr>
          <p:nvPr/>
        </p:nvSpPr>
        <p:spPr>
          <a:xfrm>
            <a:off x="3090967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40" name="01_find_only_539">
            <a:extLst>
              <a:ext uri="{FF2B5EF4-FFF2-40B4-BE49-F238E27FC236}">
                <a16:creationId xmlns:a16="http://schemas.microsoft.com/office/drawing/2014/main" id="{CEF03DF0-8C8B-46A1-BF1E-EC09C476848C}"/>
              </a:ext>
            </a:extLst>
          </p:cNvPr>
          <p:cNvSpPr>
            <a:spLocks noGrp="1"/>
          </p:cNvSpPr>
          <p:nvPr/>
        </p:nvSpPr>
        <p:spPr>
          <a:xfrm>
            <a:off x="303092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41" name="01_find_only_540">
            <a:extLst>
              <a:ext uri="{FF2B5EF4-FFF2-40B4-BE49-F238E27FC236}">
                <a16:creationId xmlns:a16="http://schemas.microsoft.com/office/drawing/2014/main" id="{E7BD03F6-857B-4A2A-B33C-A9861ECF74AE}"/>
              </a:ext>
            </a:extLst>
          </p:cNvPr>
          <p:cNvSpPr>
            <a:spLocks noGrp="1"/>
          </p:cNvSpPr>
          <p:nvPr/>
        </p:nvSpPr>
        <p:spPr>
          <a:xfrm>
            <a:off x="3066582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42" name="01_find_only_541">
            <a:extLst>
              <a:ext uri="{FF2B5EF4-FFF2-40B4-BE49-F238E27FC236}">
                <a16:creationId xmlns:a16="http://schemas.microsoft.com/office/drawing/2014/main" id="{A6DA21F5-F2D5-4F9A-87E6-3592C9F398CE}"/>
              </a:ext>
            </a:extLst>
          </p:cNvPr>
          <p:cNvSpPr>
            <a:spLocks noGrp="1"/>
          </p:cNvSpPr>
          <p:nvPr/>
        </p:nvSpPr>
        <p:spPr>
          <a:xfrm>
            <a:off x="308542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43" name="01_find_only_542">
            <a:extLst>
              <a:ext uri="{FF2B5EF4-FFF2-40B4-BE49-F238E27FC236}">
                <a16:creationId xmlns:a16="http://schemas.microsoft.com/office/drawing/2014/main" id="{B4E6EA9E-AA19-4ECD-A214-32D1430789DA}"/>
              </a:ext>
            </a:extLst>
          </p:cNvPr>
          <p:cNvSpPr>
            <a:spLocks noGrp="1"/>
          </p:cNvSpPr>
          <p:nvPr/>
        </p:nvSpPr>
        <p:spPr>
          <a:xfrm>
            <a:off x="3073965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44" name="01_find_only_543">
            <a:extLst>
              <a:ext uri="{FF2B5EF4-FFF2-40B4-BE49-F238E27FC236}">
                <a16:creationId xmlns:a16="http://schemas.microsoft.com/office/drawing/2014/main" id="{33E19E5A-275C-4CDD-A4EA-2D752D027679}"/>
              </a:ext>
            </a:extLst>
          </p:cNvPr>
          <p:cNvSpPr>
            <a:spLocks noGrp="1"/>
          </p:cNvSpPr>
          <p:nvPr/>
        </p:nvSpPr>
        <p:spPr>
          <a:xfrm>
            <a:off x="306366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45" name="01_find_only_544">
            <a:extLst>
              <a:ext uri="{FF2B5EF4-FFF2-40B4-BE49-F238E27FC236}">
                <a16:creationId xmlns:a16="http://schemas.microsoft.com/office/drawing/2014/main" id="{7388310C-100B-4E7D-B4D7-4E80E0664CFF}"/>
              </a:ext>
            </a:extLst>
          </p:cNvPr>
          <p:cNvSpPr>
            <a:spLocks noGrp="1"/>
          </p:cNvSpPr>
          <p:nvPr/>
        </p:nvSpPr>
        <p:spPr>
          <a:xfrm>
            <a:off x="303986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46" name="01_find_only_545">
            <a:extLst>
              <a:ext uri="{FF2B5EF4-FFF2-40B4-BE49-F238E27FC236}">
                <a16:creationId xmlns:a16="http://schemas.microsoft.com/office/drawing/2014/main" id="{3C2DB7A8-D1D9-4C8D-A6A8-6F01686FF325}"/>
              </a:ext>
            </a:extLst>
          </p:cNvPr>
          <p:cNvSpPr>
            <a:spLocks noGrp="1"/>
          </p:cNvSpPr>
          <p:nvPr/>
        </p:nvSpPr>
        <p:spPr>
          <a:xfrm>
            <a:off x="3036950" y="38756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47" name="01_find_only_546">
            <a:extLst>
              <a:ext uri="{FF2B5EF4-FFF2-40B4-BE49-F238E27FC236}">
                <a16:creationId xmlns:a16="http://schemas.microsoft.com/office/drawing/2014/main" id="{B517232D-9652-4BF2-B26A-30F139E5A46B}"/>
              </a:ext>
            </a:extLst>
          </p:cNvPr>
          <p:cNvSpPr>
            <a:spLocks noGrp="1"/>
          </p:cNvSpPr>
          <p:nvPr/>
        </p:nvSpPr>
        <p:spPr>
          <a:xfrm>
            <a:off x="300459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48" name="01_find_only_547">
            <a:extLst>
              <a:ext uri="{FF2B5EF4-FFF2-40B4-BE49-F238E27FC236}">
                <a16:creationId xmlns:a16="http://schemas.microsoft.com/office/drawing/2014/main" id="{8265D445-035A-48D8-AFF9-471C33B810F8}"/>
              </a:ext>
            </a:extLst>
          </p:cNvPr>
          <p:cNvSpPr>
            <a:spLocks noGrp="1"/>
          </p:cNvSpPr>
          <p:nvPr/>
        </p:nvSpPr>
        <p:spPr>
          <a:xfrm>
            <a:off x="308572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49" name="01_find_only_548">
            <a:extLst>
              <a:ext uri="{FF2B5EF4-FFF2-40B4-BE49-F238E27FC236}">
                <a16:creationId xmlns:a16="http://schemas.microsoft.com/office/drawing/2014/main" id="{246779E6-51C6-44F1-9B6A-0ED580061F64}"/>
              </a:ext>
            </a:extLst>
          </p:cNvPr>
          <p:cNvSpPr>
            <a:spLocks noGrp="1"/>
          </p:cNvSpPr>
          <p:nvPr/>
        </p:nvSpPr>
        <p:spPr>
          <a:xfrm>
            <a:off x="307542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50" name="01_find_only_549">
            <a:extLst>
              <a:ext uri="{FF2B5EF4-FFF2-40B4-BE49-F238E27FC236}">
                <a16:creationId xmlns:a16="http://schemas.microsoft.com/office/drawing/2014/main" id="{CFCFBF33-59EC-4DF5-A3CB-9A4345452C11}"/>
              </a:ext>
            </a:extLst>
          </p:cNvPr>
          <p:cNvSpPr>
            <a:spLocks noGrp="1"/>
          </p:cNvSpPr>
          <p:nvPr/>
        </p:nvSpPr>
        <p:spPr>
          <a:xfrm>
            <a:off x="306075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51" name="01_find_only_550">
            <a:extLst>
              <a:ext uri="{FF2B5EF4-FFF2-40B4-BE49-F238E27FC236}">
                <a16:creationId xmlns:a16="http://schemas.microsoft.com/office/drawing/2014/main" id="{A7A330DB-AECF-4BF3-9A7B-269BAFF14BF8}"/>
              </a:ext>
            </a:extLst>
          </p:cNvPr>
          <p:cNvSpPr>
            <a:spLocks noGrp="1"/>
          </p:cNvSpPr>
          <p:nvPr/>
        </p:nvSpPr>
        <p:spPr>
          <a:xfrm>
            <a:off x="300119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52" name="01_find_only_551">
            <a:extLst>
              <a:ext uri="{FF2B5EF4-FFF2-40B4-BE49-F238E27FC236}">
                <a16:creationId xmlns:a16="http://schemas.microsoft.com/office/drawing/2014/main" id="{FDB89EB7-D461-40A2-83AC-F34B336DE543}"/>
              </a:ext>
            </a:extLst>
          </p:cNvPr>
          <p:cNvSpPr>
            <a:spLocks noGrp="1"/>
          </p:cNvSpPr>
          <p:nvPr/>
        </p:nvSpPr>
        <p:spPr>
          <a:xfrm>
            <a:off x="3010622" y="38124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53" name="01_find_only_552">
            <a:extLst>
              <a:ext uri="{FF2B5EF4-FFF2-40B4-BE49-F238E27FC236}">
                <a16:creationId xmlns:a16="http://schemas.microsoft.com/office/drawing/2014/main" id="{661F0AE9-4635-4DD8-8487-CA922C3E6551}"/>
              </a:ext>
            </a:extLst>
          </p:cNvPr>
          <p:cNvSpPr>
            <a:spLocks noGrp="1"/>
          </p:cNvSpPr>
          <p:nvPr/>
        </p:nvSpPr>
        <p:spPr>
          <a:xfrm>
            <a:off x="302004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54" name="01_find_only_553">
            <a:extLst>
              <a:ext uri="{FF2B5EF4-FFF2-40B4-BE49-F238E27FC236}">
                <a16:creationId xmlns:a16="http://schemas.microsoft.com/office/drawing/2014/main" id="{6CBDCB2D-C70A-4152-AE7B-0C5A8AE94145}"/>
              </a:ext>
            </a:extLst>
          </p:cNvPr>
          <p:cNvSpPr>
            <a:spLocks noGrp="1"/>
          </p:cNvSpPr>
          <p:nvPr/>
        </p:nvSpPr>
        <p:spPr>
          <a:xfrm>
            <a:off x="306172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55" name="01_find_only_554">
            <a:extLst>
              <a:ext uri="{FF2B5EF4-FFF2-40B4-BE49-F238E27FC236}">
                <a16:creationId xmlns:a16="http://schemas.microsoft.com/office/drawing/2014/main" id="{18ED8FC6-7903-4C93-B3B2-FB81CC7CBD16}"/>
              </a:ext>
            </a:extLst>
          </p:cNvPr>
          <p:cNvSpPr>
            <a:spLocks noGrp="1"/>
          </p:cNvSpPr>
          <p:nvPr/>
        </p:nvSpPr>
        <p:spPr>
          <a:xfrm>
            <a:off x="305191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56" name="01_find_only_555">
            <a:extLst>
              <a:ext uri="{FF2B5EF4-FFF2-40B4-BE49-F238E27FC236}">
                <a16:creationId xmlns:a16="http://schemas.microsoft.com/office/drawing/2014/main" id="{F20E7E2E-6173-4E7C-85FA-2261071A564A}"/>
              </a:ext>
            </a:extLst>
          </p:cNvPr>
          <p:cNvSpPr>
            <a:spLocks noGrp="1"/>
          </p:cNvSpPr>
          <p:nvPr/>
        </p:nvSpPr>
        <p:spPr>
          <a:xfrm>
            <a:off x="3014703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57" name="01_find_only_556">
            <a:extLst>
              <a:ext uri="{FF2B5EF4-FFF2-40B4-BE49-F238E27FC236}">
                <a16:creationId xmlns:a16="http://schemas.microsoft.com/office/drawing/2014/main" id="{77F0AD10-A54F-431E-9A72-E9F4A674F254}"/>
              </a:ext>
            </a:extLst>
          </p:cNvPr>
          <p:cNvSpPr>
            <a:spLocks noGrp="1"/>
          </p:cNvSpPr>
          <p:nvPr/>
        </p:nvSpPr>
        <p:spPr>
          <a:xfrm>
            <a:off x="303228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58" name="01_find_only_557">
            <a:extLst>
              <a:ext uri="{FF2B5EF4-FFF2-40B4-BE49-F238E27FC236}">
                <a16:creationId xmlns:a16="http://schemas.microsoft.com/office/drawing/2014/main" id="{7E56258D-1306-476D-BDF6-D0F206BC4466}"/>
              </a:ext>
            </a:extLst>
          </p:cNvPr>
          <p:cNvSpPr>
            <a:spLocks noGrp="1"/>
          </p:cNvSpPr>
          <p:nvPr/>
        </p:nvSpPr>
        <p:spPr>
          <a:xfrm>
            <a:off x="2997896" y="406155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59" name="01_find_only_558">
            <a:extLst>
              <a:ext uri="{FF2B5EF4-FFF2-40B4-BE49-F238E27FC236}">
                <a16:creationId xmlns:a16="http://schemas.microsoft.com/office/drawing/2014/main" id="{348B2A9B-B0EF-471C-BE40-3EE5C2A04019}"/>
              </a:ext>
            </a:extLst>
          </p:cNvPr>
          <p:cNvSpPr>
            <a:spLocks noGrp="1"/>
          </p:cNvSpPr>
          <p:nvPr/>
        </p:nvSpPr>
        <p:spPr>
          <a:xfrm>
            <a:off x="352835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60" name="01_find_only_559">
            <a:extLst>
              <a:ext uri="{FF2B5EF4-FFF2-40B4-BE49-F238E27FC236}">
                <a16:creationId xmlns:a16="http://schemas.microsoft.com/office/drawing/2014/main" id="{9E88B4F3-A618-4F17-B044-14106931178D}"/>
              </a:ext>
            </a:extLst>
          </p:cNvPr>
          <p:cNvSpPr>
            <a:spLocks noGrp="1"/>
          </p:cNvSpPr>
          <p:nvPr/>
        </p:nvSpPr>
        <p:spPr>
          <a:xfrm>
            <a:off x="3509700" y="317745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61" name="01_find_only_560">
            <a:extLst>
              <a:ext uri="{FF2B5EF4-FFF2-40B4-BE49-F238E27FC236}">
                <a16:creationId xmlns:a16="http://schemas.microsoft.com/office/drawing/2014/main" id="{1803C01E-C78F-48E0-A8FD-85FD9FAF72EE}"/>
              </a:ext>
            </a:extLst>
          </p:cNvPr>
          <p:cNvSpPr>
            <a:spLocks noGrp="1"/>
          </p:cNvSpPr>
          <p:nvPr/>
        </p:nvSpPr>
        <p:spPr>
          <a:xfrm>
            <a:off x="352485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62" name="01_find_only_561">
            <a:extLst>
              <a:ext uri="{FF2B5EF4-FFF2-40B4-BE49-F238E27FC236}">
                <a16:creationId xmlns:a16="http://schemas.microsoft.com/office/drawing/2014/main" id="{98824672-6C13-4596-93D4-17BA5C0D019B}"/>
              </a:ext>
            </a:extLst>
          </p:cNvPr>
          <p:cNvSpPr>
            <a:spLocks noGrp="1"/>
          </p:cNvSpPr>
          <p:nvPr/>
        </p:nvSpPr>
        <p:spPr>
          <a:xfrm>
            <a:off x="352446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63" name="01_find_only_562">
            <a:extLst>
              <a:ext uri="{FF2B5EF4-FFF2-40B4-BE49-F238E27FC236}">
                <a16:creationId xmlns:a16="http://schemas.microsoft.com/office/drawing/2014/main" id="{251B5C6A-3602-40C5-A4F1-32EA286077FA}"/>
              </a:ext>
            </a:extLst>
          </p:cNvPr>
          <p:cNvSpPr>
            <a:spLocks noGrp="1"/>
          </p:cNvSpPr>
          <p:nvPr/>
        </p:nvSpPr>
        <p:spPr>
          <a:xfrm>
            <a:off x="354098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64" name="01_find_only_563">
            <a:extLst>
              <a:ext uri="{FF2B5EF4-FFF2-40B4-BE49-F238E27FC236}">
                <a16:creationId xmlns:a16="http://schemas.microsoft.com/office/drawing/2014/main" id="{7C16C3B0-46FB-421C-BAD1-81F14E33259F}"/>
              </a:ext>
            </a:extLst>
          </p:cNvPr>
          <p:cNvSpPr>
            <a:spLocks noGrp="1"/>
          </p:cNvSpPr>
          <p:nvPr/>
        </p:nvSpPr>
        <p:spPr>
          <a:xfrm>
            <a:off x="356925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65" name="01_find_only_564">
            <a:extLst>
              <a:ext uri="{FF2B5EF4-FFF2-40B4-BE49-F238E27FC236}">
                <a16:creationId xmlns:a16="http://schemas.microsoft.com/office/drawing/2014/main" id="{A932FDCE-A88F-4AE7-B9BB-F4B346D7B14A}"/>
              </a:ext>
            </a:extLst>
          </p:cNvPr>
          <p:cNvSpPr>
            <a:spLocks noGrp="1"/>
          </p:cNvSpPr>
          <p:nvPr/>
        </p:nvSpPr>
        <p:spPr>
          <a:xfrm>
            <a:off x="358703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66" name="01_find_only_565">
            <a:extLst>
              <a:ext uri="{FF2B5EF4-FFF2-40B4-BE49-F238E27FC236}">
                <a16:creationId xmlns:a16="http://schemas.microsoft.com/office/drawing/2014/main" id="{C48A06FC-97B6-49B1-8341-7C3309B4ECAD}"/>
              </a:ext>
            </a:extLst>
          </p:cNvPr>
          <p:cNvSpPr>
            <a:spLocks noGrp="1"/>
          </p:cNvSpPr>
          <p:nvPr/>
        </p:nvSpPr>
        <p:spPr>
          <a:xfrm>
            <a:off x="351484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67" name="01_find_only_566">
            <a:extLst>
              <a:ext uri="{FF2B5EF4-FFF2-40B4-BE49-F238E27FC236}">
                <a16:creationId xmlns:a16="http://schemas.microsoft.com/office/drawing/2014/main" id="{0B82A83B-6737-45F8-B31B-BBB1B87E5D07}"/>
              </a:ext>
            </a:extLst>
          </p:cNvPr>
          <p:cNvSpPr>
            <a:spLocks noGrp="1"/>
          </p:cNvSpPr>
          <p:nvPr/>
        </p:nvSpPr>
        <p:spPr>
          <a:xfrm>
            <a:off x="355924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68" name="01_find_only_567">
            <a:extLst>
              <a:ext uri="{FF2B5EF4-FFF2-40B4-BE49-F238E27FC236}">
                <a16:creationId xmlns:a16="http://schemas.microsoft.com/office/drawing/2014/main" id="{9D7A4B25-8330-4D20-83F8-9FAD148DAB58}"/>
              </a:ext>
            </a:extLst>
          </p:cNvPr>
          <p:cNvSpPr>
            <a:spLocks noGrp="1"/>
          </p:cNvSpPr>
          <p:nvPr/>
        </p:nvSpPr>
        <p:spPr>
          <a:xfrm>
            <a:off x="351514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69" name="01_find_only_568">
            <a:extLst>
              <a:ext uri="{FF2B5EF4-FFF2-40B4-BE49-F238E27FC236}">
                <a16:creationId xmlns:a16="http://schemas.microsoft.com/office/drawing/2014/main" id="{E516EFFA-DC9C-4F3D-9A54-38C852EFD207}"/>
              </a:ext>
            </a:extLst>
          </p:cNvPr>
          <p:cNvSpPr>
            <a:spLocks noGrp="1"/>
          </p:cNvSpPr>
          <p:nvPr/>
        </p:nvSpPr>
        <p:spPr>
          <a:xfrm>
            <a:off x="350445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70" name="01_find_only_569">
            <a:extLst>
              <a:ext uri="{FF2B5EF4-FFF2-40B4-BE49-F238E27FC236}">
                <a16:creationId xmlns:a16="http://schemas.microsoft.com/office/drawing/2014/main" id="{7CB0C842-3A57-42E1-9DCF-9C83AE66C8FD}"/>
              </a:ext>
            </a:extLst>
          </p:cNvPr>
          <p:cNvSpPr>
            <a:spLocks noGrp="1"/>
          </p:cNvSpPr>
          <p:nvPr/>
        </p:nvSpPr>
        <p:spPr>
          <a:xfrm>
            <a:off x="3579260" y="306983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71" name="01_find_only_570">
            <a:extLst>
              <a:ext uri="{FF2B5EF4-FFF2-40B4-BE49-F238E27FC236}">
                <a16:creationId xmlns:a16="http://schemas.microsoft.com/office/drawing/2014/main" id="{6B876EDB-8FA1-43D0-8144-7DC552CA3E2E}"/>
              </a:ext>
            </a:extLst>
          </p:cNvPr>
          <p:cNvSpPr>
            <a:spLocks noGrp="1"/>
          </p:cNvSpPr>
          <p:nvPr/>
        </p:nvSpPr>
        <p:spPr>
          <a:xfrm>
            <a:off x="3599176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72" name="01_find_only_571">
            <a:extLst>
              <a:ext uri="{FF2B5EF4-FFF2-40B4-BE49-F238E27FC236}">
                <a16:creationId xmlns:a16="http://schemas.microsoft.com/office/drawing/2014/main" id="{7E0758F7-29D8-411D-AE76-FEA64D5B9146}"/>
              </a:ext>
            </a:extLst>
          </p:cNvPr>
          <p:cNvSpPr>
            <a:spLocks noGrp="1"/>
          </p:cNvSpPr>
          <p:nvPr/>
        </p:nvSpPr>
        <p:spPr>
          <a:xfrm>
            <a:off x="354069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73" name="01_find_only_572">
            <a:extLst>
              <a:ext uri="{FF2B5EF4-FFF2-40B4-BE49-F238E27FC236}">
                <a16:creationId xmlns:a16="http://schemas.microsoft.com/office/drawing/2014/main" id="{D997CDC7-5FF4-4009-9AE3-DB1ADB1D4E9B}"/>
              </a:ext>
            </a:extLst>
          </p:cNvPr>
          <p:cNvSpPr>
            <a:spLocks noGrp="1"/>
          </p:cNvSpPr>
          <p:nvPr/>
        </p:nvSpPr>
        <p:spPr>
          <a:xfrm>
            <a:off x="359393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74" name="01_find_only_573">
            <a:extLst>
              <a:ext uri="{FF2B5EF4-FFF2-40B4-BE49-F238E27FC236}">
                <a16:creationId xmlns:a16="http://schemas.microsoft.com/office/drawing/2014/main" id="{689FFCFD-7DA7-4E12-B885-7457A39153F6}"/>
              </a:ext>
            </a:extLst>
          </p:cNvPr>
          <p:cNvSpPr>
            <a:spLocks noGrp="1"/>
          </p:cNvSpPr>
          <p:nvPr/>
        </p:nvSpPr>
        <p:spPr>
          <a:xfrm>
            <a:off x="3524758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75" name="01_find_only_574">
            <a:extLst>
              <a:ext uri="{FF2B5EF4-FFF2-40B4-BE49-F238E27FC236}">
                <a16:creationId xmlns:a16="http://schemas.microsoft.com/office/drawing/2014/main" id="{7C1EE36E-7F14-462E-8129-D1F248F953E1}"/>
              </a:ext>
            </a:extLst>
          </p:cNvPr>
          <p:cNvSpPr>
            <a:spLocks noGrp="1"/>
          </p:cNvSpPr>
          <p:nvPr/>
        </p:nvSpPr>
        <p:spPr>
          <a:xfrm>
            <a:off x="3543217" y="330708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76" name="01_find_only_575">
            <a:extLst>
              <a:ext uri="{FF2B5EF4-FFF2-40B4-BE49-F238E27FC236}">
                <a16:creationId xmlns:a16="http://schemas.microsoft.com/office/drawing/2014/main" id="{F3CD7F3D-6917-46C9-A637-F14B7D0C8E6D}"/>
              </a:ext>
            </a:extLst>
          </p:cNvPr>
          <p:cNvSpPr>
            <a:spLocks noGrp="1"/>
          </p:cNvSpPr>
          <p:nvPr/>
        </p:nvSpPr>
        <p:spPr>
          <a:xfrm>
            <a:off x="3572168" y="348958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77" name="01_find_only_576">
            <a:extLst>
              <a:ext uri="{FF2B5EF4-FFF2-40B4-BE49-F238E27FC236}">
                <a16:creationId xmlns:a16="http://schemas.microsoft.com/office/drawing/2014/main" id="{CEA7782E-75C2-4B2F-8106-17B286D72119}"/>
              </a:ext>
            </a:extLst>
          </p:cNvPr>
          <p:cNvSpPr>
            <a:spLocks noGrp="1"/>
          </p:cNvSpPr>
          <p:nvPr/>
        </p:nvSpPr>
        <p:spPr>
          <a:xfrm>
            <a:off x="358955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78" name="01_find_only_577">
            <a:extLst>
              <a:ext uri="{FF2B5EF4-FFF2-40B4-BE49-F238E27FC236}">
                <a16:creationId xmlns:a16="http://schemas.microsoft.com/office/drawing/2014/main" id="{A64C116D-01B4-4098-8BA7-524AB0334F75}"/>
              </a:ext>
            </a:extLst>
          </p:cNvPr>
          <p:cNvSpPr>
            <a:spLocks noGrp="1"/>
          </p:cNvSpPr>
          <p:nvPr/>
        </p:nvSpPr>
        <p:spPr>
          <a:xfrm>
            <a:off x="3598982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79" name="01_find_only_578">
            <a:extLst>
              <a:ext uri="{FF2B5EF4-FFF2-40B4-BE49-F238E27FC236}">
                <a16:creationId xmlns:a16="http://schemas.microsoft.com/office/drawing/2014/main" id="{4A63C133-F4C1-4310-88F4-A2AFAFEE739B}"/>
              </a:ext>
            </a:extLst>
          </p:cNvPr>
          <p:cNvSpPr>
            <a:spLocks noGrp="1"/>
          </p:cNvSpPr>
          <p:nvPr/>
        </p:nvSpPr>
        <p:spPr>
          <a:xfrm>
            <a:off x="356546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80" name="01_find_only_579">
            <a:extLst>
              <a:ext uri="{FF2B5EF4-FFF2-40B4-BE49-F238E27FC236}">
                <a16:creationId xmlns:a16="http://schemas.microsoft.com/office/drawing/2014/main" id="{BF1D8CEE-13DF-4D50-ABD0-2B459452E780}"/>
              </a:ext>
            </a:extLst>
          </p:cNvPr>
          <p:cNvSpPr>
            <a:spLocks noGrp="1"/>
          </p:cNvSpPr>
          <p:nvPr/>
        </p:nvSpPr>
        <p:spPr>
          <a:xfrm>
            <a:off x="3507854" y="345219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81" name="01_find_only_580">
            <a:extLst>
              <a:ext uri="{FF2B5EF4-FFF2-40B4-BE49-F238E27FC236}">
                <a16:creationId xmlns:a16="http://schemas.microsoft.com/office/drawing/2014/main" id="{487C75FD-FE23-4B33-A981-CF86AD139152}"/>
              </a:ext>
            </a:extLst>
          </p:cNvPr>
          <p:cNvSpPr>
            <a:spLocks noGrp="1"/>
          </p:cNvSpPr>
          <p:nvPr/>
        </p:nvSpPr>
        <p:spPr>
          <a:xfrm>
            <a:off x="3522232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82" name="01_find_only_581">
            <a:extLst>
              <a:ext uri="{FF2B5EF4-FFF2-40B4-BE49-F238E27FC236}">
                <a16:creationId xmlns:a16="http://schemas.microsoft.com/office/drawing/2014/main" id="{41C17961-5080-4873-BF2D-BFC91615EBFE}"/>
              </a:ext>
            </a:extLst>
          </p:cNvPr>
          <p:cNvSpPr>
            <a:spLocks noGrp="1"/>
          </p:cNvSpPr>
          <p:nvPr/>
        </p:nvSpPr>
        <p:spPr>
          <a:xfrm>
            <a:off x="352854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83" name="01_find_only_582">
            <a:extLst>
              <a:ext uri="{FF2B5EF4-FFF2-40B4-BE49-F238E27FC236}">
                <a16:creationId xmlns:a16="http://schemas.microsoft.com/office/drawing/2014/main" id="{0C6A3F28-C55C-4222-84F7-A8A955DFD8D7}"/>
              </a:ext>
            </a:extLst>
          </p:cNvPr>
          <p:cNvSpPr>
            <a:spLocks noGrp="1"/>
          </p:cNvSpPr>
          <p:nvPr/>
        </p:nvSpPr>
        <p:spPr>
          <a:xfrm>
            <a:off x="350765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84" name="01_find_only_583">
            <a:extLst>
              <a:ext uri="{FF2B5EF4-FFF2-40B4-BE49-F238E27FC236}">
                <a16:creationId xmlns:a16="http://schemas.microsoft.com/office/drawing/2014/main" id="{55E99381-985D-4E1E-A5C5-BDAD37946C7F}"/>
              </a:ext>
            </a:extLst>
          </p:cNvPr>
          <p:cNvSpPr>
            <a:spLocks noGrp="1"/>
          </p:cNvSpPr>
          <p:nvPr/>
        </p:nvSpPr>
        <p:spPr>
          <a:xfrm>
            <a:off x="3507077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85" name="01_find_only_584">
            <a:extLst>
              <a:ext uri="{FF2B5EF4-FFF2-40B4-BE49-F238E27FC236}">
                <a16:creationId xmlns:a16="http://schemas.microsoft.com/office/drawing/2014/main" id="{9900D3E7-3BCC-49FE-88A0-B2B47035F8B3}"/>
              </a:ext>
            </a:extLst>
          </p:cNvPr>
          <p:cNvSpPr>
            <a:spLocks noGrp="1"/>
          </p:cNvSpPr>
          <p:nvPr/>
        </p:nvSpPr>
        <p:spPr>
          <a:xfrm>
            <a:off x="352592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86" name="01_find_only_585">
            <a:extLst>
              <a:ext uri="{FF2B5EF4-FFF2-40B4-BE49-F238E27FC236}">
                <a16:creationId xmlns:a16="http://schemas.microsoft.com/office/drawing/2014/main" id="{D290F7EE-D94D-4B7B-9FEA-7CFDE4D0B852}"/>
              </a:ext>
            </a:extLst>
          </p:cNvPr>
          <p:cNvSpPr>
            <a:spLocks noGrp="1"/>
          </p:cNvSpPr>
          <p:nvPr/>
        </p:nvSpPr>
        <p:spPr>
          <a:xfrm>
            <a:off x="356255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87" name="01_find_only_586">
            <a:extLst>
              <a:ext uri="{FF2B5EF4-FFF2-40B4-BE49-F238E27FC236}">
                <a16:creationId xmlns:a16="http://schemas.microsoft.com/office/drawing/2014/main" id="{54DB583A-5FD1-491E-9488-335993DEE6AB}"/>
              </a:ext>
            </a:extLst>
          </p:cNvPr>
          <p:cNvSpPr>
            <a:spLocks noGrp="1"/>
          </p:cNvSpPr>
          <p:nvPr/>
        </p:nvSpPr>
        <p:spPr>
          <a:xfrm>
            <a:off x="352077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88" name="01_find_only_587">
            <a:extLst>
              <a:ext uri="{FF2B5EF4-FFF2-40B4-BE49-F238E27FC236}">
                <a16:creationId xmlns:a16="http://schemas.microsoft.com/office/drawing/2014/main" id="{031380E3-7C2B-4FA4-B63A-AB3869AAAB06}"/>
              </a:ext>
            </a:extLst>
          </p:cNvPr>
          <p:cNvSpPr>
            <a:spLocks noGrp="1"/>
          </p:cNvSpPr>
          <p:nvPr/>
        </p:nvSpPr>
        <p:spPr>
          <a:xfrm>
            <a:off x="354992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89" name="01_find_only_588">
            <a:extLst>
              <a:ext uri="{FF2B5EF4-FFF2-40B4-BE49-F238E27FC236}">
                <a16:creationId xmlns:a16="http://schemas.microsoft.com/office/drawing/2014/main" id="{9C85A31B-95A5-44E4-B133-3BED3ACDEC62}"/>
              </a:ext>
            </a:extLst>
          </p:cNvPr>
          <p:cNvSpPr>
            <a:spLocks noGrp="1"/>
          </p:cNvSpPr>
          <p:nvPr/>
        </p:nvSpPr>
        <p:spPr>
          <a:xfrm>
            <a:off x="353962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90" name="01_find_only_589">
            <a:extLst>
              <a:ext uri="{FF2B5EF4-FFF2-40B4-BE49-F238E27FC236}">
                <a16:creationId xmlns:a16="http://schemas.microsoft.com/office/drawing/2014/main" id="{E23595B3-9588-4479-B79F-6BED17D95906}"/>
              </a:ext>
            </a:extLst>
          </p:cNvPr>
          <p:cNvSpPr>
            <a:spLocks noGrp="1"/>
          </p:cNvSpPr>
          <p:nvPr/>
        </p:nvSpPr>
        <p:spPr>
          <a:xfrm>
            <a:off x="358781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91" name="01_find_only_590">
            <a:extLst>
              <a:ext uri="{FF2B5EF4-FFF2-40B4-BE49-F238E27FC236}">
                <a16:creationId xmlns:a16="http://schemas.microsoft.com/office/drawing/2014/main" id="{006F7107-2572-4A97-8B99-97447FD23415}"/>
              </a:ext>
            </a:extLst>
          </p:cNvPr>
          <p:cNvSpPr>
            <a:spLocks noGrp="1"/>
          </p:cNvSpPr>
          <p:nvPr/>
        </p:nvSpPr>
        <p:spPr>
          <a:xfrm>
            <a:off x="3530005" y="414785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92" name="01_find_only_591">
            <a:extLst>
              <a:ext uri="{FF2B5EF4-FFF2-40B4-BE49-F238E27FC236}">
                <a16:creationId xmlns:a16="http://schemas.microsoft.com/office/drawing/2014/main" id="{A448D0EC-5A50-4F11-B689-FF42E3E2F315}"/>
              </a:ext>
            </a:extLst>
          </p:cNvPr>
          <p:cNvSpPr>
            <a:spLocks noGrp="1"/>
          </p:cNvSpPr>
          <p:nvPr/>
        </p:nvSpPr>
        <p:spPr>
          <a:xfrm>
            <a:off x="356993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93" name="01_find_only_592">
            <a:extLst>
              <a:ext uri="{FF2B5EF4-FFF2-40B4-BE49-F238E27FC236}">
                <a16:creationId xmlns:a16="http://schemas.microsoft.com/office/drawing/2014/main" id="{F5AA103A-6A72-443B-A73D-E7BC02117404}"/>
              </a:ext>
            </a:extLst>
          </p:cNvPr>
          <p:cNvSpPr>
            <a:spLocks noGrp="1"/>
          </p:cNvSpPr>
          <p:nvPr/>
        </p:nvSpPr>
        <p:spPr>
          <a:xfrm>
            <a:off x="357236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94" name="01_find_only_593">
            <a:extLst>
              <a:ext uri="{FF2B5EF4-FFF2-40B4-BE49-F238E27FC236}">
                <a16:creationId xmlns:a16="http://schemas.microsoft.com/office/drawing/2014/main" id="{FE5E2BE9-70D4-4429-9CC8-A62C35BD8D94}"/>
              </a:ext>
            </a:extLst>
          </p:cNvPr>
          <p:cNvSpPr>
            <a:spLocks noGrp="1"/>
          </p:cNvSpPr>
          <p:nvPr/>
        </p:nvSpPr>
        <p:spPr>
          <a:xfrm>
            <a:off x="3507368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95" name="01_find_only_594">
            <a:extLst>
              <a:ext uri="{FF2B5EF4-FFF2-40B4-BE49-F238E27FC236}">
                <a16:creationId xmlns:a16="http://schemas.microsoft.com/office/drawing/2014/main" id="{8D2707CF-68B2-4D36-8D10-4E98BBF7E057}"/>
              </a:ext>
            </a:extLst>
          </p:cNvPr>
          <p:cNvSpPr>
            <a:spLocks noGrp="1"/>
          </p:cNvSpPr>
          <p:nvPr/>
        </p:nvSpPr>
        <p:spPr>
          <a:xfrm>
            <a:off x="358654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96" name="01_find_only_595">
            <a:extLst>
              <a:ext uri="{FF2B5EF4-FFF2-40B4-BE49-F238E27FC236}">
                <a16:creationId xmlns:a16="http://schemas.microsoft.com/office/drawing/2014/main" id="{5B1711EA-D2FA-43AD-BE6C-CC4470EAA7DD}"/>
              </a:ext>
            </a:extLst>
          </p:cNvPr>
          <p:cNvSpPr>
            <a:spLocks noGrp="1"/>
          </p:cNvSpPr>
          <p:nvPr/>
        </p:nvSpPr>
        <p:spPr>
          <a:xfrm>
            <a:off x="350503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97" name="01_find_only_596">
            <a:extLst>
              <a:ext uri="{FF2B5EF4-FFF2-40B4-BE49-F238E27FC236}">
                <a16:creationId xmlns:a16="http://schemas.microsoft.com/office/drawing/2014/main" id="{FBA5D376-4BFD-4CFF-85FE-AB057CEF80F7}"/>
              </a:ext>
            </a:extLst>
          </p:cNvPr>
          <p:cNvSpPr>
            <a:spLocks noGrp="1"/>
          </p:cNvSpPr>
          <p:nvPr/>
        </p:nvSpPr>
        <p:spPr>
          <a:xfrm>
            <a:off x="358635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98" name="01_find_only_597">
            <a:extLst>
              <a:ext uri="{FF2B5EF4-FFF2-40B4-BE49-F238E27FC236}">
                <a16:creationId xmlns:a16="http://schemas.microsoft.com/office/drawing/2014/main" id="{B06E4DFD-DF1D-42D7-8CC3-B9C9A5FB4C13}"/>
              </a:ext>
            </a:extLst>
          </p:cNvPr>
          <p:cNvSpPr>
            <a:spLocks noGrp="1"/>
          </p:cNvSpPr>
          <p:nvPr/>
        </p:nvSpPr>
        <p:spPr>
          <a:xfrm>
            <a:off x="359577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599" name="01_find_only_598">
            <a:extLst>
              <a:ext uri="{FF2B5EF4-FFF2-40B4-BE49-F238E27FC236}">
                <a16:creationId xmlns:a16="http://schemas.microsoft.com/office/drawing/2014/main" id="{9E9F4A7E-6CCE-423C-9E8B-4AA77B77362D}"/>
              </a:ext>
            </a:extLst>
          </p:cNvPr>
          <p:cNvSpPr>
            <a:spLocks noGrp="1"/>
          </p:cNvSpPr>
          <p:nvPr/>
        </p:nvSpPr>
        <p:spPr>
          <a:xfrm>
            <a:off x="356313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00" name="01_find_only_599">
            <a:extLst>
              <a:ext uri="{FF2B5EF4-FFF2-40B4-BE49-F238E27FC236}">
                <a16:creationId xmlns:a16="http://schemas.microsoft.com/office/drawing/2014/main" id="{F30D36C3-10FA-44D5-BF20-CF8CA57E8AA8}"/>
              </a:ext>
            </a:extLst>
          </p:cNvPr>
          <p:cNvSpPr>
            <a:spLocks noGrp="1"/>
          </p:cNvSpPr>
          <p:nvPr/>
        </p:nvSpPr>
        <p:spPr>
          <a:xfrm>
            <a:off x="353398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01" name="01_find_only_600">
            <a:extLst>
              <a:ext uri="{FF2B5EF4-FFF2-40B4-BE49-F238E27FC236}">
                <a16:creationId xmlns:a16="http://schemas.microsoft.com/office/drawing/2014/main" id="{9E395609-BB72-4D1A-9F7C-C50B278A7440}"/>
              </a:ext>
            </a:extLst>
          </p:cNvPr>
          <p:cNvSpPr>
            <a:spLocks noGrp="1"/>
          </p:cNvSpPr>
          <p:nvPr/>
        </p:nvSpPr>
        <p:spPr>
          <a:xfrm>
            <a:off x="357469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02" name="01_find_only_601">
            <a:extLst>
              <a:ext uri="{FF2B5EF4-FFF2-40B4-BE49-F238E27FC236}">
                <a16:creationId xmlns:a16="http://schemas.microsoft.com/office/drawing/2014/main" id="{E73CFA3E-28F2-48A3-962F-5E88A1389F98}"/>
              </a:ext>
            </a:extLst>
          </p:cNvPr>
          <p:cNvSpPr>
            <a:spLocks noGrp="1"/>
          </p:cNvSpPr>
          <p:nvPr/>
        </p:nvSpPr>
        <p:spPr>
          <a:xfrm>
            <a:off x="352524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03" name="01_find_only_602">
            <a:extLst>
              <a:ext uri="{FF2B5EF4-FFF2-40B4-BE49-F238E27FC236}">
                <a16:creationId xmlns:a16="http://schemas.microsoft.com/office/drawing/2014/main" id="{C93EA0C0-86AB-41CA-AA69-EB395CB85520}"/>
              </a:ext>
            </a:extLst>
          </p:cNvPr>
          <p:cNvSpPr>
            <a:spLocks noGrp="1"/>
          </p:cNvSpPr>
          <p:nvPr/>
        </p:nvSpPr>
        <p:spPr>
          <a:xfrm>
            <a:off x="355021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04" name="01_find_only_603">
            <a:extLst>
              <a:ext uri="{FF2B5EF4-FFF2-40B4-BE49-F238E27FC236}">
                <a16:creationId xmlns:a16="http://schemas.microsoft.com/office/drawing/2014/main" id="{4D75D0F4-F023-46C6-B097-2A282400EE54}"/>
              </a:ext>
            </a:extLst>
          </p:cNvPr>
          <p:cNvSpPr>
            <a:spLocks noGrp="1"/>
          </p:cNvSpPr>
          <p:nvPr/>
        </p:nvSpPr>
        <p:spPr>
          <a:xfrm>
            <a:off x="355021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05" name="01_find_only_604">
            <a:extLst>
              <a:ext uri="{FF2B5EF4-FFF2-40B4-BE49-F238E27FC236}">
                <a16:creationId xmlns:a16="http://schemas.microsoft.com/office/drawing/2014/main" id="{487C9F61-5609-4843-9C65-2DFF8BC56F1F}"/>
              </a:ext>
            </a:extLst>
          </p:cNvPr>
          <p:cNvSpPr>
            <a:spLocks noGrp="1"/>
          </p:cNvSpPr>
          <p:nvPr/>
        </p:nvSpPr>
        <p:spPr>
          <a:xfrm>
            <a:off x="352106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06" name="01_find_only_605">
            <a:extLst>
              <a:ext uri="{FF2B5EF4-FFF2-40B4-BE49-F238E27FC236}">
                <a16:creationId xmlns:a16="http://schemas.microsoft.com/office/drawing/2014/main" id="{3E59B504-7273-40D0-91D2-CCE7815A16BC}"/>
              </a:ext>
            </a:extLst>
          </p:cNvPr>
          <p:cNvSpPr>
            <a:spLocks noGrp="1"/>
          </p:cNvSpPr>
          <p:nvPr/>
        </p:nvSpPr>
        <p:spPr>
          <a:xfrm>
            <a:off x="358878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07" name="01_find_only_606">
            <a:extLst>
              <a:ext uri="{FF2B5EF4-FFF2-40B4-BE49-F238E27FC236}">
                <a16:creationId xmlns:a16="http://schemas.microsoft.com/office/drawing/2014/main" id="{8F734C9B-5AF5-424B-B282-C22E86673481}"/>
              </a:ext>
            </a:extLst>
          </p:cNvPr>
          <p:cNvSpPr>
            <a:spLocks noGrp="1"/>
          </p:cNvSpPr>
          <p:nvPr/>
        </p:nvSpPr>
        <p:spPr>
          <a:xfrm>
            <a:off x="353563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08" name="01_find_only_607">
            <a:extLst>
              <a:ext uri="{FF2B5EF4-FFF2-40B4-BE49-F238E27FC236}">
                <a16:creationId xmlns:a16="http://schemas.microsoft.com/office/drawing/2014/main" id="{EEDAA5D1-FA12-4233-A706-509D18E10A8B}"/>
              </a:ext>
            </a:extLst>
          </p:cNvPr>
          <p:cNvSpPr>
            <a:spLocks noGrp="1"/>
          </p:cNvSpPr>
          <p:nvPr/>
        </p:nvSpPr>
        <p:spPr>
          <a:xfrm>
            <a:off x="354506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09" name="01_find_only_608">
            <a:extLst>
              <a:ext uri="{FF2B5EF4-FFF2-40B4-BE49-F238E27FC236}">
                <a16:creationId xmlns:a16="http://schemas.microsoft.com/office/drawing/2014/main" id="{91C81AE4-B5CB-4E93-BC31-5243046FBCFD}"/>
              </a:ext>
            </a:extLst>
          </p:cNvPr>
          <p:cNvSpPr>
            <a:spLocks noGrp="1"/>
          </p:cNvSpPr>
          <p:nvPr/>
        </p:nvSpPr>
        <p:spPr>
          <a:xfrm>
            <a:off x="359810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10" name="01_find_only_609">
            <a:extLst>
              <a:ext uri="{FF2B5EF4-FFF2-40B4-BE49-F238E27FC236}">
                <a16:creationId xmlns:a16="http://schemas.microsoft.com/office/drawing/2014/main" id="{57B9119B-A666-4DBF-B1C3-02ADD9FD5EE4}"/>
              </a:ext>
            </a:extLst>
          </p:cNvPr>
          <p:cNvSpPr>
            <a:spLocks noGrp="1"/>
          </p:cNvSpPr>
          <p:nvPr/>
        </p:nvSpPr>
        <p:spPr>
          <a:xfrm>
            <a:off x="356896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11" name="01_find_only_610">
            <a:extLst>
              <a:ext uri="{FF2B5EF4-FFF2-40B4-BE49-F238E27FC236}">
                <a16:creationId xmlns:a16="http://schemas.microsoft.com/office/drawing/2014/main" id="{5BEEAE2F-BA3C-47B9-A9CB-A933512067A1}"/>
              </a:ext>
            </a:extLst>
          </p:cNvPr>
          <p:cNvSpPr>
            <a:spLocks noGrp="1"/>
          </p:cNvSpPr>
          <p:nvPr/>
        </p:nvSpPr>
        <p:spPr>
          <a:xfrm>
            <a:off x="3594609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12" name="01_find_only_611">
            <a:extLst>
              <a:ext uri="{FF2B5EF4-FFF2-40B4-BE49-F238E27FC236}">
                <a16:creationId xmlns:a16="http://schemas.microsoft.com/office/drawing/2014/main" id="{A04694F9-028F-49CD-B712-3C8BA9C6A6CB}"/>
              </a:ext>
            </a:extLst>
          </p:cNvPr>
          <p:cNvSpPr>
            <a:spLocks noGrp="1"/>
          </p:cNvSpPr>
          <p:nvPr/>
        </p:nvSpPr>
        <p:spPr>
          <a:xfrm>
            <a:off x="3508728" y="403848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13" name="01_find_only_612">
            <a:extLst>
              <a:ext uri="{FF2B5EF4-FFF2-40B4-BE49-F238E27FC236}">
                <a16:creationId xmlns:a16="http://schemas.microsoft.com/office/drawing/2014/main" id="{5D57599F-D737-4E16-AB20-DA5B1B35B3A6}"/>
              </a:ext>
            </a:extLst>
          </p:cNvPr>
          <p:cNvSpPr>
            <a:spLocks noGrp="1"/>
          </p:cNvSpPr>
          <p:nvPr/>
        </p:nvSpPr>
        <p:spPr>
          <a:xfrm>
            <a:off x="358742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14" name="01_find_only_613">
            <a:extLst>
              <a:ext uri="{FF2B5EF4-FFF2-40B4-BE49-F238E27FC236}">
                <a16:creationId xmlns:a16="http://schemas.microsoft.com/office/drawing/2014/main" id="{D2A1A0A5-33C3-434B-BF7E-9BBBA6A885FB}"/>
              </a:ext>
            </a:extLst>
          </p:cNvPr>
          <p:cNvSpPr>
            <a:spLocks noGrp="1"/>
          </p:cNvSpPr>
          <p:nvPr/>
        </p:nvSpPr>
        <p:spPr>
          <a:xfrm>
            <a:off x="3574597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15" name="01_find_only_614">
            <a:extLst>
              <a:ext uri="{FF2B5EF4-FFF2-40B4-BE49-F238E27FC236}">
                <a16:creationId xmlns:a16="http://schemas.microsoft.com/office/drawing/2014/main" id="{A72295BA-BB64-4F08-A690-86C4A766FE35}"/>
              </a:ext>
            </a:extLst>
          </p:cNvPr>
          <p:cNvSpPr>
            <a:spLocks noGrp="1"/>
          </p:cNvSpPr>
          <p:nvPr/>
        </p:nvSpPr>
        <p:spPr>
          <a:xfrm>
            <a:off x="354107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16" name="01_find_only_615">
            <a:extLst>
              <a:ext uri="{FF2B5EF4-FFF2-40B4-BE49-F238E27FC236}">
                <a16:creationId xmlns:a16="http://schemas.microsoft.com/office/drawing/2014/main" id="{16380848-FA26-4112-A457-395B53EACE80}"/>
              </a:ext>
            </a:extLst>
          </p:cNvPr>
          <p:cNvSpPr>
            <a:spLocks noGrp="1"/>
          </p:cNvSpPr>
          <p:nvPr/>
        </p:nvSpPr>
        <p:spPr>
          <a:xfrm>
            <a:off x="3578386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17" name="01_find_only_616">
            <a:extLst>
              <a:ext uri="{FF2B5EF4-FFF2-40B4-BE49-F238E27FC236}">
                <a16:creationId xmlns:a16="http://schemas.microsoft.com/office/drawing/2014/main" id="{FECFFAC4-9B88-4330-9862-7C9050E96AD5}"/>
              </a:ext>
            </a:extLst>
          </p:cNvPr>
          <p:cNvSpPr>
            <a:spLocks noGrp="1"/>
          </p:cNvSpPr>
          <p:nvPr/>
        </p:nvSpPr>
        <p:spPr>
          <a:xfrm>
            <a:off x="3598593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18" name="01_find_only_617">
            <a:extLst>
              <a:ext uri="{FF2B5EF4-FFF2-40B4-BE49-F238E27FC236}">
                <a16:creationId xmlns:a16="http://schemas.microsoft.com/office/drawing/2014/main" id="{54364450-1B26-4A95-BBD8-C8187E7FD357}"/>
              </a:ext>
            </a:extLst>
          </p:cNvPr>
          <p:cNvSpPr>
            <a:spLocks noGrp="1"/>
          </p:cNvSpPr>
          <p:nvPr/>
        </p:nvSpPr>
        <p:spPr>
          <a:xfrm>
            <a:off x="3568185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19" name="01_find_only_618">
            <a:extLst>
              <a:ext uri="{FF2B5EF4-FFF2-40B4-BE49-F238E27FC236}">
                <a16:creationId xmlns:a16="http://schemas.microsoft.com/office/drawing/2014/main" id="{34E489C0-4729-4340-B6C6-5EC8530B9C55}"/>
              </a:ext>
            </a:extLst>
          </p:cNvPr>
          <p:cNvSpPr>
            <a:spLocks noGrp="1"/>
          </p:cNvSpPr>
          <p:nvPr/>
        </p:nvSpPr>
        <p:spPr>
          <a:xfrm>
            <a:off x="357566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20" name="01_find_only_619">
            <a:extLst>
              <a:ext uri="{FF2B5EF4-FFF2-40B4-BE49-F238E27FC236}">
                <a16:creationId xmlns:a16="http://schemas.microsoft.com/office/drawing/2014/main" id="{F292B8DF-401B-415E-908A-A56C2DC06963}"/>
              </a:ext>
            </a:extLst>
          </p:cNvPr>
          <p:cNvSpPr>
            <a:spLocks noGrp="1"/>
          </p:cNvSpPr>
          <p:nvPr/>
        </p:nvSpPr>
        <p:spPr>
          <a:xfrm>
            <a:off x="3574791" y="391292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21" name="01_find_only_620">
            <a:extLst>
              <a:ext uri="{FF2B5EF4-FFF2-40B4-BE49-F238E27FC236}">
                <a16:creationId xmlns:a16="http://schemas.microsoft.com/office/drawing/2014/main" id="{7F47F44C-CB8E-4998-801B-0C3D4564A3C5}"/>
              </a:ext>
            </a:extLst>
          </p:cNvPr>
          <p:cNvSpPr>
            <a:spLocks noGrp="1"/>
          </p:cNvSpPr>
          <p:nvPr/>
        </p:nvSpPr>
        <p:spPr>
          <a:xfrm>
            <a:off x="355924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22" name="01_find_only_621">
            <a:extLst>
              <a:ext uri="{FF2B5EF4-FFF2-40B4-BE49-F238E27FC236}">
                <a16:creationId xmlns:a16="http://schemas.microsoft.com/office/drawing/2014/main" id="{85182346-57A2-429A-BA2D-4C2F503D84A2}"/>
              </a:ext>
            </a:extLst>
          </p:cNvPr>
          <p:cNvSpPr>
            <a:spLocks noGrp="1"/>
          </p:cNvSpPr>
          <p:nvPr/>
        </p:nvSpPr>
        <p:spPr>
          <a:xfrm>
            <a:off x="3532141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23" name="01_find_only_622">
            <a:extLst>
              <a:ext uri="{FF2B5EF4-FFF2-40B4-BE49-F238E27FC236}">
                <a16:creationId xmlns:a16="http://schemas.microsoft.com/office/drawing/2014/main" id="{F5230032-51D7-46D8-B1B1-6745B83F81E9}"/>
              </a:ext>
            </a:extLst>
          </p:cNvPr>
          <p:cNvSpPr>
            <a:spLocks noGrp="1"/>
          </p:cNvSpPr>
          <p:nvPr/>
        </p:nvSpPr>
        <p:spPr>
          <a:xfrm>
            <a:off x="359179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24" name="01_find_only_623">
            <a:extLst>
              <a:ext uri="{FF2B5EF4-FFF2-40B4-BE49-F238E27FC236}">
                <a16:creationId xmlns:a16="http://schemas.microsoft.com/office/drawing/2014/main" id="{8AB58B69-4F6E-49CF-96C9-9108430FEE68}"/>
              </a:ext>
            </a:extLst>
          </p:cNvPr>
          <p:cNvSpPr>
            <a:spLocks noGrp="1"/>
          </p:cNvSpPr>
          <p:nvPr/>
        </p:nvSpPr>
        <p:spPr>
          <a:xfrm>
            <a:off x="352184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25" name="01_find_only_624">
            <a:extLst>
              <a:ext uri="{FF2B5EF4-FFF2-40B4-BE49-F238E27FC236}">
                <a16:creationId xmlns:a16="http://schemas.microsoft.com/office/drawing/2014/main" id="{93FB3229-EFFA-4574-9848-D0EB9E47B104}"/>
              </a:ext>
            </a:extLst>
          </p:cNvPr>
          <p:cNvSpPr>
            <a:spLocks noGrp="1"/>
          </p:cNvSpPr>
          <p:nvPr/>
        </p:nvSpPr>
        <p:spPr>
          <a:xfrm>
            <a:off x="352106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26" name="01_find_only_625">
            <a:extLst>
              <a:ext uri="{FF2B5EF4-FFF2-40B4-BE49-F238E27FC236}">
                <a16:creationId xmlns:a16="http://schemas.microsoft.com/office/drawing/2014/main" id="{79A5C756-BEC2-4D99-B8C5-77EB3E77AE76}"/>
              </a:ext>
            </a:extLst>
          </p:cNvPr>
          <p:cNvSpPr>
            <a:spLocks noGrp="1"/>
          </p:cNvSpPr>
          <p:nvPr/>
        </p:nvSpPr>
        <p:spPr>
          <a:xfrm>
            <a:off x="352543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27" name="01_find_only_626">
            <a:extLst>
              <a:ext uri="{FF2B5EF4-FFF2-40B4-BE49-F238E27FC236}">
                <a16:creationId xmlns:a16="http://schemas.microsoft.com/office/drawing/2014/main" id="{F29CC810-1D0E-4949-8FA2-F89B08BF2BC1}"/>
              </a:ext>
            </a:extLst>
          </p:cNvPr>
          <p:cNvSpPr>
            <a:spLocks noGrp="1"/>
          </p:cNvSpPr>
          <p:nvPr/>
        </p:nvSpPr>
        <p:spPr>
          <a:xfrm>
            <a:off x="3593153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28" name="01_find_only_627">
            <a:extLst>
              <a:ext uri="{FF2B5EF4-FFF2-40B4-BE49-F238E27FC236}">
                <a16:creationId xmlns:a16="http://schemas.microsoft.com/office/drawing/2014/main" id="{37F6848C-867C-44D4-9994-8223C02E8231}"/>
              </a:ext>
            </a:extLst>
          </p:cNvPr>
          <p:cNvSpPr>
            <a:spLocks noGrp="1"/>
          </p:cNvSpPr>
          <p:nvPr/>
        </p:nvSpPr>
        <p:spPr>
          <a:xfrm>
            <a:off x="3582854" y="37031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29" name="01_find_only_628">
            <a:extLst>
              <a:ext uri="{FF2B5EF4-FFF2-40B4-BE49-F238E27FC236}">
                <a16:creationId xmlns:a16="http://schemas.microsoft.com/office/drawing/2014/main" id="{44C80C4D-1FF2-4EC8-8A42-4626681D2B2D}"/>
              </a:ext>
            </a:extLst>
          </p:cNvPr>
          <p:cNvSpPr>
            <a:spLocks noGrp="1"/>
          </p:cNvSpPr>
          <p:nvPr/>
        </p:nvSpPr>
        <p:spPr>
          <a:xfrm>
            <a:off x="358703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30" name="01_find_only_629">
            <a:extLst>
              <a:ext uri="{FF2B5EF4-FFF2-40B4-BE49-F238E27FC236}">
                <a16:creationId xmlns:a16="http://schemas.microsoft.com/office/drawing/2014/main" id="{8149CDE8-A8C1-4833-997E-DC0E668275B2}"/>
              </a:ext>
            </a:extLst>
          </p:cNvPr>
          <p:cNvSpPr>
            <a:spLocks noGrp="1"/>
          </p:cNvSpPr>
          <p:nvPr/>
        </p:nvSpPr>
        <p:spPr>
          <a:xfrm>
            <a:off x="357498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31" name="01_find_only_630">
            <a:extLst>
              <a:ext uri="{FF2B5EF4-FFF2-40B4-BE49-F238E27FC236}">
                <a16:creationId xmlns:a16="http://schemas.microsoft.com/office/drawing/2014/main" id="{1AC9FD92-DBAB-45EE-8849-C3CE1BC42D5F}"/>
              </a:ext>
            </a:extLst>
          </p:cNvPr>
          <p:cNvSpPr>
            <a:spLocks noGrp="1"/>
          </p:cNvSpPr>
          <p:nvPr/>
        </p:nvSpPr>
        <p:spPr>
          <a:xfrm>
            <a:off x="358246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32" name="01_find_only_631">
            <a:extLst>
              <a:ext uri="{FF2B5EF4-FFF2-40B4-BE49-F238E27FC236}">
                <a16:creationId xmlns:a16="http://schemas.microsoft.com/office/drawing/2014/main" id="{A1F4B928-9719-4449-BF88-A8057278CFA3}"/>
              </a:ext>
            </a:extLst>
          </p:cNvPr>
          <p:cNvSpPr>
            <a:spLocks noGrp="1"/>
          </p:cNvSpPr>
          <p:nvPr/>
        </p:nvSpPr>
        <p:spPr>
          <a:xfrm>
            <a:off x="359082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33" name="01_find_only_632">
            <a:extLst>
              <a:ext uri="{FF2B5EF4-FFF2-40B4-BE49-F238E27FC236}">
                <a16:creationId xmlns:a16="http://schemas.microsoft.com/office/drawing/2014/main" id="{528662C7-92F6-48A5-85CD-EE8760CBDCEA}"/>
              </a:ext>
            </a:extLst>
          </p:cNvPr>
          <p:cNvSpPr>
            <a:spLocks noGrp="1"/>
          </p:cNvSpPr>
          <p:nvPr/>
        </p:nvSpPr>
        <p:spPr>
          <a:xfrm>
            <a:off x="351951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34" name="01_find_only_633">
            <a:extLst>
              <a:ext uri="{FF2B5EF4-FFF2-40B4-BE49-F238E27FC236}">
                <a16:creationId xmlns:a16="http://schemas.microsoft.com/office/drawing/2014/main" id="{81C7EB4C-A69D-4024-BDE5-BE324DB0C99B}"/>
              </a:ext>
            </a:extLst>
          </p:cNvPr>
          <p:cNvSpPr>
            <a:spLocks noGrp="1"/>
          </p:cNvSpPr>
          <p:nvPr/>
        </p:nvSpPr>
        <p:spPr>
          <a:xfrm>
            <a:off x="352718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35" name="01_find_only_634">
            <a:extLst>
              <a:ext uri="{FF2B5EF4-FFF2-40B4-BE49-F238E27FC236}">
                <a16:creationId xmlns:a16="http://schemas.microsoft.com/office/drawing/2014/main" id="{EC135D46-B16B-4E71-BB3F-D1834ED3E12F}"/>
              </a:ext>
            </a:extLst>
          </p:cNvPr>
          <p:cNvSpPr>
            <a:spLocks noGrp="1"/>
          </p:cNvSpPr>
          <p:nvPr/>
        </p:nvSpPr>
        <p:spPr>
          <a:xfrm>
            <a:off x="357333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36" name="01_find_only_635">
            <a:extLst>
              <a:ext uri="{FF2B5EF4-FFF2-40B4-BE49-F238E27FC236}">
                <a16:creationId xmlns:a16="http://schemas.microsoft.com/office/drawing/2014/main" id="{80F3EA81-37C3-449B-8AFD-08ABAC830C97}"/>
              </a:ext>
            </a:extLst>
          </p:cNvPr>
          <p:cNvSpPr>
            <a:spLocks noGrp="1"/>
          </p:cNvSpPr>
          <p:nvPr/>
        </p:nvSpPr>
        <p:spPr>
          <a:xfrm>
            <a:off x="352446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37" name="01_find_only_636">
            <a:extLst>
              <a:ext uri="{FF2B5EF4-FFF2-40B4-BE49-F238E27FC236}">
                <a16:creationId xmlns:a16="http://schemas.microsoft.com/office/drawing/2014/main" id="{B3F31C65-12BD-4334-8B79-38948C7C5B4A}"/>
              </a:ext>
            </a:extLst>
          </p:cNvPr>
          <p:cNvSpPr>
            <a:spLocks noGrp="1"/>
          </p:cNvSpPr>
          <p:nvPr/>
        </p:nvSpPr>
        <p:spPr>
          <a:xfrm>
            <a:off x="3533890" y="318915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38" name="01_find_only_637">
            <a:extLst>
              <a:ext uri="{FF2B5EF4-FFF2-40B4-BE49-F238E27FC236}">
                <a16:creationId xmlns:a16="http://schemas.microsoft.com/office/drawing/2014/main" id="{D5C8B91B-4A0C-4977-882C-99B761539860}"/>
              </a:ext>
            </a:extLst>
          </p:cNvPr>
          <p:cNvSpPr>
            <a:spLocks noGrp="1"/>
          </p:cNvSpPr>
          <p:nvPr/>
        </p:nvSpPr>
        <p:spPr>
          <a:xfrm>
            <a:off x="351795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39" name="01_find_only_638">
            <a:extLst>
              <a:ext uri="{FF2B5EF4-FFF2-40B4-BE49-F238E27FC236}">
                <a16:creationId xmlns:a16="http://schemas.microsoft.com/office/drawing/2014/main" id="{56426A7D-3D64-46FB-8B83-1BFB43D346A3}"/>
              </a:ext>
            </a:extLst>
          </p:cNvPr>
          <p:cNvSpPr>
            <a:spLocks noGrp="1"/>
          </p:cNvSpPr>
          <p:nvPr/>
        </p:nvSpPr>
        <p:spPr>
          <a:xfrm>
            <a:off x="352825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40" name="01_find_only_639">
            <a:extLst>
              <a:ext uri="{FF2B5EF4-FFF2-40B4-BE49-F238E27FC236}">
                <a16:creationId xmlns:a16="http://schemas.microsoft.com/office/drawing/2014/main" id="{A18E76D3-7686-479D-9394-89C3A4FB46D2}"/>
              </a:ext>
            </a:extLst>
          </p:cNvPr>
          <p:cNvSpPr>
            <a:spLocks noGrp="1"/>
          </p:cNvSpPr>
          <p:nvPr/>
        </p:nvSpPr>
        <p:spPr>
          <a:xfrm>
            <a:off x="3532045" y="38309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41" name="01_find_only_640">
            <a:extLst>
              <a:ext uri="{FF2B5EF4-FFF2-40B4-BE49-F238E27FC236}">
                <a16:creationId xmlns:a16="http://schemas.microsoft.com/office/drawing/2014/main" id="{031BA341-216F-4774-AAEA-59DA6E9EECF0}"/>
              </a:ext>
            </a:extLst>
          </p:cNvPr>
          <p:cNvSpPr>
            <a:spLocks noGrp="1"/>
          </p:cNvSpPr>
          <p:nvPr/>
        </p:nvSpPr>
        <p:spPr>
          <a:xfrm>
            <a:off x="3592376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42" name="01_find_only_641">
            <a:extLst>
              <a:ext uri="{FF2B5EF4-FFF2-40B4-BE49-F238E27FC236}">
                <a16:creationId xmlns:a16="http://schemas.microsoft.com/office/drawing/2014/main" id="{B5AD8ABC-C989-475A-B0A9-69526D9026E6}"/>
              </a:ext>
            </a:extLst>
          </p:cNvPr>
          <p:cNvSpPr>
            <a:spLocks noGrp="1"/>
          </p:cNvSpPr>
          <p:nvPr/>
        </p:nvSpPr>
        <p:spPr>
          <a:xfrm>
            <a:off x="355118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43" name="01_find_only_642">
            <a:extLst>
              <a:ext uri="{FF2B5EF4-FFF2-40B4-BE49-F238E27FC236}">
                <a16:creationId xmlns:a16="http://schemas.microsoft.com/office/drawing/2014/main" id="{6AF2F2A3-1835-4889-8513-09C3A729AC0C}"/>
              </a:ext>
            </a:extLst>
          </p:cNvPr>
          <p:cNvSpPr>
            <a:spLocks noGrp="1"/>
          </p:cNvSpPr>
          <p:nvPr/>
        </p:nvSpPr>
        <p:spPr>
          <a:xfrm>
            <a:off x="3519512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44" name="01_find_only_643">
            <a:extLst>
              <a:ext uri="{FF2B5EF4-FFF2-40B4-BE49-F238E27FC236}">
                <a16:creationId xmlns:a16="http://schemas.microsoft.com/office/drawing/2014/main" id="{6D9909BE-D2D5-44DB-AB60-DFDAD0B5AAF9}"/>
              </a:ext>
            </a:extLst>
          </p:cNvPr>
          <p:cNvSpPr>
            <a:spLocks noGrp="1"/>
          </p:cNvSpPr>
          <p:nvPr/>
        </p:nvSpPr>
        <p:spPr>
          <a:xfrm>
            <a:off x="3533599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45" name="01_find_only_644">
            <a:extLst>
              <a:ext uri="{FF2B5EF4-FFF2-40B4-BE49-F238E27FC236}">
                <a16:creationId xmlns:a16="http://schemas.microsoft.com/office/drawing/2014/main" id="{9E65615D-BEFE-4037-9FBF-63B6A05ECA7C}"/>
              </a:ext>
            </a:extLst>
          </p:cNvPr>
          <p:cNvSpPr>
            <a:spLocks noGrp="1"/>
          </p:cNvSpPr>
          <p:nvPr/>
        </p:nvSpPr>
        <p:spPr>
          <a:xfrm>
            <a:off x="3587324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46" name="01_find_only_645">
            <a:extLst>
              <a:ext uri="{FF2B5EF4-FFF2-40B4-BE49-F238E27FC236}">
                <a16:creationId xmlns:a16="http://schemas.microsoft.com/office/drawing/2014/main" id="{0D2294EB-DE60-4390-AFF5-1347CF03AB16}"/>
              </a:ext>
            </a:extLst>
          </p:cNvPr>
          <p:cNvSpPr>
            <a:spLocks noGrp="1"/>
          </p:cNvSpPr>
          <p:nvPr/>
        </p:nvSpPr>
        <p:spPr>
          <a:xfrm>
            <a:off x="3568962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47" name="01_find_only_646">
            <a:extLst>
              <a:ext uri="{FF2B5EF4-FFF2-40B4-BE49-F238E27FC236}">
                <a16:creationId xmlns:a16="http://schemas.microsoft.com/office/drawing/2014/main" id="{F89D4C80-A418-4191-88B9-B06A2CDE813F}"/>
              </a:ext>
            </a:extLst>
          </p:cNvPr>
          <p:cNvSpPr>
            <a:spLocks noGrp="1"/>
          </p:cNvSpPr>
          <p:nvPr/>
        </p:nvSpPr>
        <p:spPr>
          <a:xfrm>
            <a:off x="3586935" y="36259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48" name="01_find_only_647">
            <a:extLst>
              <a:ext uri="{FF2B5EF4-FFF2-40B4-BE49-F238E27FC236}">
                <a16:creationId xmlns:a16="http://schemas.microsoft.com/office/drawing/2014/main" id="{224F5583-9829-46BA-A8AD-B483F3DDD3AC}"/>
              </a:ext>
            </a:extLst>
          </p:cNvPr>
          <p:cNvSpPr>
            <a:spLocks noGrp="1"/>
          </p:cNvSpPr>
          <p:nvPr/>
        </p:nvSpPr>
        <p:spPr>
          <a:xfrm>
            <a:off x="3525438" y="320643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49" name="01_find_only_648">
            <a:extLst>
              <a:ext uri="{FF2B5EF4-FFF2-40B4-BE49-F238E27FC236}">
                <a16:creationId xmlns:a16="http://schemas.microsoft.com/office/drawing/2014/main" id="{C7369C32-21D0-4951-A009-243A1A52D375}"/>
              </a:ext>
            </a:extLst>
          </p:cNvPr>
          <p:cNvSpPr>
            <a:spLocks noGrp="1"/>
          </p:cNvSpPr>
          <p:nvPr/>
        </p:nvSpPr>
        <p:spPr>
          <a:xfrm>
            <a:off x="3543703" y="322013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50" name="01_find_only_649">
            <a:extLst>
              <a:ext uri="{FF2B5EF4-FFF2-40B4-BE49-F238E27FC236}">
                <a16:creationId xmlns:a16="http://schemas.microsoft.com/office/drawing/2014/main" id="{EE5C4805-D17D-480A-9FBA-B5F2C83A141B}"/>
              </a:ext>
            </a:extLst>
          </p:cNvPr>
          <p:cNvSpPr>
            <a:spLocks noGrp="1"/>
          </p:cNvSpPr>
          <p:nvPr/>
        </p:nvSpPr>
        <p:spPr>
          <a:xfrm>
            <a:off x="3587615" y="392468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51" name="01_find_only_650">
            <a:extLst>
              <a:ext uri="{FF2B5EF4-FFF2-40B4-BE49-F238E27FC236}">
                <a16:creationId xmlns:a16="http://schemas.microsoft.com/office/drawing/2014/main" id="{6014070D-D68C-4E42-85DA-FF2A49F747B8}"/>
              </a:ext>
            </a:extLst>
          </p:cNvPr>
          <p:cNvSpPr>
            <a:spLocks noGrp="1"/>
          </p:cNvSpPr>
          <p:nvPr/>
        </p:nvSpPr>
        <p:spPr>
          <a:xfrm>
            <a:off x="358771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52" name="01_find_only_651">
            <a:extLst>
              <a:ext uri="{FF2B5EF4-FFF2-40B4-BE49-F238E27FC236}">
                <a16:creationId xmlns:a16="http://schemas.microsoft.com/office/drawing/2014/main" id="{F5870615-29DD-4C12-9662-D2763590D974}"/>
              </a:ext>
            </a:extLst>
          </p:cNvPr>
          <p:cNvSpPr>
            <a:spLocks noGrp="1"/>
          </p:cNvSpPr>
          <p:nvPr/>
        </p:nvSpPr>
        <p:spPr>
          <a:xfrm>
            <a:off x="358168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53" name="01_find_only_652">
            <a:extLst>
              <a:ext uri="{FF2B5EF4-FFF2-40B4-BE49-F238E27FC236}">
                <a16:creationId xmlns:a16="http://schemas.microsoft.com/office/drawing/2014/main" id="{828832DE-FF81-4DBC-A5B5-0A020E69A2BE}"/>
              </a:ext>
            </a:extLst>
          </p:cNvPr>
          <p:cNvSpPr>
            <a:spLocks noGrp="1"/>
          </p:cNvSpPr>
          <p:nvPr/>
        </p:nvSpPr>
        <p:spPr>
          <a:xfrm>
            <a:off x="359023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54" name="01_find_only_653">
            <a:extLst>
              <a:ext uri="{FF2B5EF4-FFF2-40B4-BE49-F238E27FC236}">
                <a16:creationId xmlns:a16="http://schemas.microsoft.com/office/drawing/2014/main" id="{585095B0-0348-483E-9C63-87FC3FD1B859}"/>
              </a:ext>
            </a:extLst>
          </p:cNvPr>
          <p:cNvSpPr>
            <a:spLocks noGrp="1"/>
          </p:cNvSpPr>
          <p:nvPr/>
        </p:nvSpPr>
        <p:spPr>
          <a:xfrm>
            <a:off x="3534376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55" name="01_find_only_654">
            <a:extLst>
              <a:ext uri="{FF2B5EF4-FFF2-40B4-BE49-F238E27FC236}">
                <a16:creationId xmlns:a16="http://schemas.microsoft.com/office/drawing/2014/main" id="{D3316D22-625A-4E7D-AC3A-E322A1603103}"/>
              </a:ext>
            </a:extLst>
          </p:cNvPr>
          <p:cNvSpPr>
            <a:spLocks noGrp="1"/>
          </p:cNvSpPr>
          <p:nvPr/>
        </p:nvSpPr>
        <p:spPr>
          <a:xfrm>
            <a:off x="351970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56" name="01_find_only_655">
            <a:extLst>
              <a:ext uri="{FF2B5EF4-FFF2-40B4-BE49-F238E27FC236}">
                <a16:creationId xmlns:a16="http://schemas.microsoft.com/office/drawing/2014/main" id="{36103783-011E-450B-9642-3E54982CDF74}"/>
              </a:ext>
            </a:extLst>
          </p:cNvPr>
          <p:cNvSpPr>
            <a:spLocks noGrp="1"/>
          </p:cNvSpPr>
          <p:nvPr/>
        </p:nvSpPr>
        <p:spPr>
          <a:xfrm>
            <a:off x="357624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57" name="01_find_only_656">
            <a:extLst>
              <a:ext uri="{FF2B5EF4-FFF2-40B4-BE49-F238E27FC236}">
                <a16:creationId xmlns:a16="http://schemas.microsoft.com/office/drawing/2014/main" id="{0A9757BB-0C0D-47EA-A897-8D242536E298}"/>
              </a:ext>
            </a:extLst>
          </p:cNvPr>
          <p:cNvSpPr>
            <a:spLocks noGrp="1"/>
          </p:cNvSpPr>
          <p:nvPr/>
        </p:nvSpPr>
        <p:spPr>
          <a:xfrm>
            <a:off x="351514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58" name="01_find_only_657">
            <a:extLst>
              <a:ext uri="{FF2B5EF4-FFF2-40B4-BE49-F238E27FC236}">
                <a16:creationId xmlns:a16="http://schemas.microsoft.com/office/drawing/2014/main" id="{F2907E2C-46BF-41A7-A957-4C8A7721231F}"/>
              </a:ext>
            </a:extLst>
          </p:cNvPr>
          <p:cNvSpPr>
            <a:spLocks noGrp="1"/>
          </p:cNvSpPr>
          <p:nvPr/>
        </p:nvSpPr>
        <p:spPr>
          <a:xfrm>
            <a:off x="352126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59" name="01_find_only_658">
            <a:extLst>
              <a:ext uri="{FF2B5EF4-FFF2-40B4-BE49-F238E27FC236}">
                <a16:creationId xmlns:a16="http://schemas.microsoft.com/office/drawing/2014/main" id="{D0D743B9-2E57-4852-9042-7941C018B11F}"/>
              </a:ext>
            </a:extLst>
          </p:cNvPr>
          <p:cNvSpPr>
            <a:spLocks noGrp="1"/>
          </p:cNvSpPr>
          <p:nvPr/>
        </p:nvSpPr>
        <p:spPr>
          <a:xfrm>
            <a:off x="3578677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60" name="01_find_only_659">
            <a:extLst>
              <a:ext uri="{FF2B5EF4-FFF2-40B4-BE49-F238E27FC236}">
                <a16:creationId xmlns:a16="http://schemas.microsoft.com/office/drawing/2014/main" id="{36E2C5C0-5CDA-4DA9-8859-0905BD81B886}"/>
              </a:ext>
            </a:extLst>
          </p:cNvPr>
          <p:cNvSpPr>
            <a:spLocks noGrp="1"/>
          </p:cNvSpPr>
          <p:nvPr/>
        </p:nvSpPr>
        <p:spPr>
          <a:xfrm>
            <a:off x="351601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61" name="01_find_only_660">
            <a:extLst>
              <a:ext uri="{FF2B5EF4-FFF2-40B4-BE49-F238E27FC236}">
                <a16:creationId xmlns:a16="http://schemas.microsoft.com/office/drawing/2014/main" id="{9FAC71FF-3694-45A7-B162-9A17AD121162}"/>
              </a:ext>
            </a:extLst>
          </p:cNvPr>
          <p:cNvSpPr>
            <a:spLocks noGrp="1"/>
          </p:cNvSpPr>
          <p:nvPr/>
        </p:nvSpPr>
        <p:spPr>
          <a:xfrm>
            <a:off x="359733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62" name="01_find_only_661">
            <a:extLst>
              <a:ext uri="{FF2B5EF4-FFF2-40B4-BE49-F238E27FC236}">
                <a16:creationId xmlns:a16="http://schemas.microsoft.com/office/drawing/2014/main" id="{A6354353-1565-4C34-B7EC-935F0AE301C4}"/>
              </a:ext>
            </a:extLst>
          </p:cNvPr>
          <p:cNvSpPr>
            <a:spLocks noGrp="1"/>
          </p:cNvSpPr>
          <p:nvPr/>
        </p:nvSpPr>
        <p:spPr>
          <a:xfrm>
            <a:off x="3582466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63" name="01_find_only_662">
            <a:extLst>
              <a:ext uri="{FF2B5EF4-FFF2-40B4-BE49-F238E27FC236}">
                <a16:creationId xmlns:a16="http://schemas.microsoft.com/office/drawing/2014/main" id="{115D751D-E764-4C1A-9B70-38C142D3CF15}"/>
              </a:ext>
            </a:extLst>
          </p:cNvPr>
          <p:cNvSpPr>
            <a:spLocks noGrp="1"/>
          </p:cNvSpPr>
          <p:nvPr/>
        </p:nvSpPr>
        <p:spPr>
          <a:xfrm>
            <a:off x="354729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64" name="01_find_only_663">
            <a:extLst>
              <a:ext uri="{FF2B5EF4-FFF2-40B4-BE49-F238E27FC236}">
                <a16:creationId xmlns:a16="http://schemas.microsoft.com/office/drawing/2014/main" id="{B2483092-C7DB-46DF-AE2D-0CA09FBA4DAA}"/>
              </a:ext>
            </a:extLst>
          </p:cNvPr>
          <p:cNvSpPr>
            <a:spLocks noGrp="1"/>
          </p:cNvSpPr>
          <p:nvPr/>
        </p:nvSpPr>
        <p:spPr>
          <a:xfrm>
            <a:off x="353087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65" name="01_find_only_664">
            <a:extLst>
              <a:ext uri="{FF2B5EF4-FFF2-40B4-BE49-F238E27FC236}">
                <a16:creationId xmlns:a16="http://schemas.microsoft.com/office/drawing/2014/main" id="{30D42FEA-233E-4A23-9D26-4DF7A85F849D}"/>
              </a:ext>
            </a:extLst>
          </p:cNvPr>
          <p:cNvSpPr>
            <a:spLocks noGrp="1"/>
          </p:cNvSpPr>
          <p:nvPr/>
        </p:nvSpPr>
        <p:spPr>
          <a:xfrm>
            <a:off x="3595872" y="32000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66" name="01_find_only_665">
            <a:extLst>
              <a:ext uri="{FF2B5EF4-FFF2-40B4-BE49-F238E27FC236}">
                <a16:creationId xmlns:a16="http://schemas.microsoft.com/office/drawing/2014/main" id="{26AE5293-CA34-4137-B5F4-17FECF5BA722}"/>
              </a:ext>
            </a:extLst>
          </p:cNvPr>
          <p:cNvSpPr>
            <a:spLocks noGrp="1"/>
          </p:cNvSpPr>
          <p:nvPr/>
        </p:nvSpPr>
        <p:spPr>
          <a:xfrm>
            <a:off x="3600051" y="32774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67" name="01_find_only_666">
            <a:extLst>
              <a:ext uri="{FF2B5EF4-FFF2-40B4-BE49-F238E27FC236}">
                <a16:creationId xmlns:a16="http://schemas.microsoft.com/office/drawing/2014/main" id="{3B5D349F-167B-4230-8E11-2219F9376474}"/>
              </a:ext>
            </a:extLst>
          </p:cNvPr>
          <p:cNvSpPr>
            <a:spLocks noGrp="1"/>
          </p:cNvSpPr>
          <p:nvPr/>
        </p:nvSpPr>
        <p:spPr>
          <a:xfrm>
            <a:off x="356478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68" name="01_find_only_667">
            <a:extLst>
              <a:ext uri="{FF2B5EF4-FFF2-40B4-BE49-F238E27FC236}">
                <a16:creationId xmlns:a16="http://schemas.microsoft.com/office/drawing/2014/main" id="{A18CA036-AE91-49E4-8BF2-6EB4FBE521A1}"/>
              </a:ext>
            </a:extLst>
          </p:cNvPr>
          <p:cNvSpPr>
            <a:spLocks noGrp="1"/>
          </p:cNvSpPr>
          <p:nvPr/>
        </p:nvSpPr>
        <p:spPr>
          <a:xfrm>
            <a:off x="358693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69" name="01_find_only_668">
            <a:extLst>
              <a:ext uri="{FF2B5EF4-FFF2-40B4-BE49-F238E27FC236}">
                <a16:creationId xmlns:a16="http://schemas.microsoft.com/office/drawing/2014/main" id="{B05537E7-BAC3-448A-956C-0C0B456915AD}"/>
              </a:ext>
            </a:extLst>
          </p:cNvPr>
          <p:cNvSpPr>
            <a:spLocks noGrp="1"/>
          </p:cNvSpPr>
          <p:nvPr/>
        </p:nvSpPr>
        <p:spPr>
          <a:xfrm>
            <a:off x="351883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70" name="01_find_only_669">
            <a:extLst>
              <a:ext uri="{FF2B5EF4-FFF2-40B4-BE49-F238E27FC236}">
                <a16:creationId xmlns:a16="http://schemas.microsoft.com/office/drawing/2014/main" id="{E5113611-9E67-4437-8357-3A1B6CFD747F}"/>
              </a:ext>
            </a:extLst>
          </p:cNvPr>
          <p:cNvSpPr>
            <a:spLocks noGrp="1"/>
          </p:cNvSpPr>
          <p:nvPr/>
        </p:nvSpPr>
        <p:spPr>
          <a:xfrm>
            <a:off x="354622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71" name="01_find_only_670">
            <a:extLst>
              <a:ext uri="{FF2B5EF4-FFF2-40B4-BE49-F238E27FC236}">
                <a16:creationId xmlns:a16="http://schemas.microsoft.com/office/drawing/2014/main" id="{9A56E6AB-FD6C-4D61-9F7B-EB2CBE2D6AD3}"/>
              </a:ext>
            </a:extLst>
          </p:cNvPr>
          <p:cNvSpPr>
            <a:spLocks noGrp="1"/>
          </p:cNvSpPr>
          <p:nvPr/>
        </p:nvSpPr>
        <p:spPr>
          <a:xfrm>
            <a:off x="3580912" y="346190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72" name="01_find_only_671">
            <a:extLst>
              <a:ext uri="{FF2B5EF4-FFF2-40B4-BE49-F238E27FC236}">
                <a16:creationId xmlns:a16="http://schemas.microsoft.com/office/drawing/2014/main" id="{10A9B5DE-76F2-403F-8960-63916F0051C7}"/>
              </a:ext>
            </a:extLst>
          </p:cNvPr>
          <p:cNvSpPr>
            <a:spLocks noGrp="1"/>
          </p:cNvSpPr>
          <p:nvPr/>
        </p:nvSpPr>
        <p:spPr>
          <a:xfrm>
            <a:off x="351290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73" name="01_find_only_672">
            <a:extLst>
              <a:ext uri="{FF2B5EF4-FFF2-40B4-BE49-F238E27FC236}">
                <a16:creationId xmlns:a16="http://schemas.microsoft.com/office/drawing/2014/main" id="{2929F62F-EFDF-44A7-B3E5-DAD85189CF18}"/>
              </a:ext>
            </a:extLst>
          </p:cNvPr>
          <p:cNvSpPr>
            <a:spLocks noGrp="1"/>
          </p:cNvSpPr>
          <p:nvPr/>
        </p:nvSpPr>
        <p:spPr>
          <a:xfrm>
            <a:off x="350940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74" name="01_find_only_673">
            <a:extLst>
              <a:ext uri="{FF2B5EF4-FFF2-40B4-BE49-F238E27FC236}">
                <a16:creationId xmlns:a16="http://schemas.microsoft.com/office/drawing/2014/main" id="{8277784A-2F9A-4AB4-8DAE-A88BF087907E}"/>
              </a:ext>
            </a:extLst>
          </p:cNvPr>
          <p:cNvSpPr>
            <a:spLocks noGrp="1"/>
          </p:cNvSpPr>
          <p:nvPr/>
        </p:nvSpPr>
        <p:spPr>
          <a:xfrm>
            <a:off x="356682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75" name="01_find_only_674">
            <a:extLst>
              <a:ext uri="{FF2B5EF4-FFF2-40B4-BE49-F238E27FC236}">
                <a16:creationId xmlns:a16="http://schemas.microsoft.com/office/drawing/2014/main" id="{BF067B65-5982-4D72-B7CC-81799AF40481}"/>
              </a:ext>
            </a:extLst>
          </p:cNvPr>
          <p:cNvSpPr>
            <a:spLocks noGrp="1"/>
          </p:cNvSpPr>
          <p:nvPr/>
        </p:nvSpPr>
        <p:spPr>
          <a:xfrm>
            <a:off x="359529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76" name="01_find_only_675">
            <a:extLst>
              <a:ext uri="{FF2B5EF4-FFF2-40B4-BE49-F238E27FC236}">
                <a16:creationId xmlns:a16="http://schemas.microsoft.com/office/drawing/2014/main" id="{9EF8009D-C250-495F-B1CE-9C6784242490}"/>
              </a:ext>
            </a:extLst>
          </p:cNvPr>
          <p:cNvSpPr>
            <a:spLocks noGrp="1"/>
          </p:cNvSpPr>
          <p:nvPr/>
        </p:nvSpPr>
        <p:spPr>
          <a:xfrm>
            <a:off x="350513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77" name="01_find_only_676">
            <a:extLst>
              <a:ext uri="{FF2B5EF4-FFF2-40B4-BE49-F238E27FC236}">
                <a16:creationId xmlns:a16="http://schemas.microsoft.com/office/drawing/2014/main" id="{38412AC5-199C-44D7-8E80-843EB5FA6EB5}"/>
              </a:ext>
            </a:extLst>
          </p:cNvPr>
          <p:cNvSpPr>
            <a:spLocks noGrp="1"/>
          </p:cNvSpPr>
          <p:nvPr/>
        </p:nvSpPr>
        <p:spPr>
          <a:xfrm>
            <a:off x="354311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78" name="01_find_only_677">
            <a:extLst>
              <a:ext uri="{FF2B5EF4-FFF2-40B4-BE49-F238E27FC236}">
                <a16:creationId xmlns:a16="http://schemas.microsoft.com/office/drawing/2014/main" id="{CF210988-68D1-4AC2-A4FF-F32373D4AF77}"/>
              </a:ext>
            </a:extLst>
          </p:cNvPr>
          <p:cNvSpPr>
            <a:spLocks noGrp="1"/>
          </p:cNvSpPr>
          <p:nvPr/>
        </p:nvSpPr>
        <p:spPr>
          <a:xfrm>
            <a:off x="357430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79" name="01_find_only_678">
            <a:extLst>
              <a:ext uri="{FF2B5EF4-FFF2-40B4-BE49-F238E27FC236}">
                <a16:creationId xmlns:a16="http://schemas.microsoft.com/office/drawing/2014/main" id="{86292359-E310-46B1-994E-5DF5A7BA497D}"/>
              </a:ext>
            </a:extLst>
          </p:cNvPr>
          <p:cNvSpPr>
            <a:spLocks noGrp="1"/>
          </p:cNvSpPr>
          <p:nvPr/>
        </p:nvSpPr>
        <p:spPr>
          <a:xfrm>
            <a:off x="354516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80" name="01_find_only_679">
            <a:extLst>
              <a:ext uri="{FF2B5EF4-FFF2-40B4-BE49-F238E27FC236}">
                <a16:creationId xmlns:a16="http://schemas.microsoft.com/office/drawing/2014/main" id="{453AD5AA-DA02-4110-95F0-3AF6DEE71A34}"/>
              </a:ext>
            </a:extLst>
          </p:cNvPr>
          <p:cNvSpPr>
            <a:spLocks noGrp="1"/>
          </p:cNvSpPr>
          <p:nvPr/>
        </p:nvSpPr>
        <p:spPr>
          <a:xfrm>
            <a:off x="3528741" y="38555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81" name="01_find_only_680">
            <a:extLst>
              <a:ext uri="{FF2B5EF4-FFF2-40B4-BE49-F238E27FC236}">
                <a16:creationId xmlns:a16="http://schemas.microsoft.com/office/drawing/2014/main" id="{C50B7354-765F-4D00-87CC-1CD6F77FD3A7}"/>
              </a:ext>
            </a:extLst>
          </p:cNvPr>
          <p:cNvSpPr>
            <a:spLocks noGrp="1"/>
          </p:cNvSpPr>
          <p:nvPr/>
        </p:nvSpPr>
        <p:spPr>
          <a:xfrm>
            <a:off x="356643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82" name="01_find_only_681">
            <a:extLst>
              <a:ext uri="{FF2B5EF4-FFF2-40B4-BE49-F238E27FC236}">
                <a16:creationId xmlns:a16="http://schemas.microsoft.com/office/drawing/2014/main" id="{351E9A2D-0B1D-41EA-B1E4-679E48442559}"/>
              </a:ext>
            </a:extLst>
          </p:cNvPr>
          <p:cNvSpPr>
            <a:spLocks noGrp="1"/>
          </p:cNvSpPr>
          <p:nvPr/>
        </p:nvSpPr>
        <p:spPr>
          <a:xfrm>
            <a:off x="356332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83" name="01_find_only_682">
            <a:extLst>
              <a:ext uri="{FF2B5EF4-FFF2-40B4-BE49-F238E27FC236}">
                <a16:creationId xmlns:a16="http://schemas.microsoft.com/office/drawing/2014/main" id="{319870A5-E577-40AE-9BD6-ADA554D2CBF3}"/>
              </a:ext>
            </a:extLst>
          </p:cNvPr>
          <p:cNvSpPr>
            <a:spLocks noGrp="1"/>
          </p:cNvSpPr>
          <p:nvPr/>
        </p:nvSpPr>
        <p:spPr>
          <a:xfrm>
            <a:off x="355157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84" name="01_find_only_683">
            <a:extLst>
              <a:ext uri="{FF2B5EF4-FFF2-40B4-BE49-F238E27FC236}">
                <a16:creationId xmlns:a16="http://schemas.microsoft.com/office/drawing/2014/main" id="{E4A4575C-325D-45E1-B0BC-260BE62DF9DE}"/>
              </a:ext>
            </a:extLst>
          </p:cNvPr>
          <p:cNvSpPr>
            <a:spLocks noGrp="1"/>
          </p:cNvSpPr>
          <p:nvPr/>
        </p:nvSpPr>
        <p:spPr>
          <a:xfrm>
            <a:off x="356099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85" name="01_find_only_684">
            <a:extLst>
              <a:ext uri="{FF2B5EF4-FFF2-40B4-BE49-F238E27FC236}">
                <a16:creationId xmlns:a16="http://schemas.microsoft.com/office/drawing/2014/main" id="{5FFA3650-15A2-4A40-B6EF-19F3FC3FAC80}"/>
              </a:ext>
            </a:extLst>
          </p:cNvPr>
          <p:cNvSpPr>
            <a:spLocks noGrp="1"/>
          </p:cNvSpPr>
          <p:nvPr/>
        </p:nvSpPr>
        <p:spPr>
          <a:xfrm>
            <a:off x="353311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86" name="01_find_only_685">
            <a:extLst>
              <a:ext uri="{FF2B5EF4-FFF2-40B4-BE49-F238E27FC236}">
                <a16:creationId xmlns:a16="http://schemas.microsoft.com/office/drawing/2014/main" id="{7ED79F7E-DBF7-4E75-A52A-0F0BB5B5F2AF}"/>
              </a:ext>
            </a:extLst>
          </p:cNvPr>
          <p:cNvSpPr>
            <a:spLocks noGrp="1"/>
          </p:cNvSpPr>
          <p:nvPr/>
        </p:nvSpPr>
        <p:spPr>
          <a:xfrm>
            <a:off x="355487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87" name="01_find_only_686">
            <a:extLst>
              <a:ext uri="{FF2B5EF4-FFF2-40B4-BE49-F238E27FC236}">
                <a16:creationId xmlns:a16="http://schemas.microsoft.com/office/drawing/2014/main" id="{E62D1E10-9EE7-41A5-B917-DEE945671445}"/>
              </a:ext>
            </a:extLst>
          </p:cNvPr>
          <p:cNvSpPr>
            <a:spLocks noGrp="1"/>
          </p:cNvSpPr>
          <p:nvPr/>
        </p:nvSpPr>
        <p:spPr>
          <a:xfrm>
            <a:off x="3534085" y="316669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88" name="01_find_only_687">
            <a:extLst>
              <a:ext uri="{FF2B5EF4-FFF2-40B4-BE49-F238E27FC236}">
                <a16:creationId xmlns:a16="http://schemas.microsoft.com/office/drawing/2014/main" id="{980094EA-C531-4BEA-8728-9FF95F221C81}"/>
              </a:ext>
            </a:extLst>
          </p:cNvPr>
          <p:cNvSpPr>
            <a:spLocks noGrp="1"/>
          </p:cNvSpPr>
          <p:nvPr/>
        </p:nvSpPr>
        <p:spPr>
          <a:xfrm>
            <a:off x="3542634" y="379632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89" name="01_find_only_688">
            <a:extLst>
              <a:ext uri="{FF2B5EF4-FFF2-40B4-BE49-F238E27FC236}">
                <a16:creationId xmlns:a16="http://schemas.microsoft.com/office/drawing/2014/main" id="{980A9B2B-9D08-4843-8AFA-B9733BE5CCE9}"/>
              </a:ext>
            </a:extLst>
          </p:cNvPr>
          <p:cNvSpPr>
            <a:spLocks noGrp="1"/>
          </p:cNvSpPr>
          <p:nvPr/>
        </p:nvSpPr>
        <p:spPr>
          <a:xfrm>
            <a:off x="3584603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90" name="01_find_only_689">
            <a:extLst>
              <a:ext uri="{FF2B5EF4-FFF2-40B4-BE49-F238E27FC236}">
                <a16:creationId xmlns:a16="http://schemas.microsoft.com/office/drawing/2014/main" id="{51E61EFA-030C-4499-B7B1-5E9F8E920471}"/>
              </a:ext>
            </a:extLst>
          </p:cNvPr>
          <p:cNvSpPr>
            <a:spLocks noGrp="1"/>
          </p:cNvSpPr>
          <p:nvPr/>
        </p:nvSpPr>
        <p:spPr>
          <a:xfrm>
            <a:off x="351582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91" name="01_find_only_690">
            <a:extLst>
              <a:ext uri="{FF2B5EF4-FFF2-40B4-BE49-F238E27FC236}">
                <a16:creationId xmlns:a16="http://schemas.microsoft.com/office/drawing/2014/main" id="{37E8D1EA-E12B-44EE-B703-CD23DD29CCE5}"/>
              </a:ext>
            </a:extLst>
          </p:cNvPr>
          <p:cNvSpPr>
            <a:spLocks noGrp="1"/>
          </p:cNvSpPr>
          <p:nvPr/>
        </p:nvSpPr>
        <p:spPr>
          <a:xfrm>
            <a:off x="3520290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92" name="01_find_only_691">
            <a:extLst>
              <a:ext uri="{FF2B5EF4-FFF2-40B4-BE49-F238E27FC236}">
                <a16:creationId xmlns:a16="http://schemas.microsoft.com/office/drawing/2014/main" id="{E0015032-6FE7-4FED-8C38-7A2208D2B181}"/>
              </a:ext>
            </a:extLst>
          </p:cNvPr>
          <p:cNvSpPr>
            <a:spLocks noGrp="1"/>
          </p:cNvSpPr>
          <p:nvPr/>
        </p:nvSpPr>
        <p:spPr>
          <a:xfrm>
            <a:off x="356070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93" name="01_find_only_692">
            <a:extLst>
              <a:ext uri="{FF2B5EF4-FFF2-40B4-BE49-F238E27FC236}">
                <a16:creationId xmlns:a16="http://schemas.microsoft.com/office/drawing/2014/main" id="{CFA7CF55-62DA-47ED-8371-CF15BD1FE1C1}"/>
              </a:ext>
            </a:extLst>
          </p:cNvPr>
          <p:cNvSpPr>
            <a:spLocks noGrp="1"/>
          </p:cNvSpPr>
          <p:nvPr/>
        </p:nvSpPr>
        <p:spPr>
          <a:xfrm>
            <a:off x="3559830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94" name="01_find_only_693">
            <a:extLst>
              <a:ext uri="{FF2B5EF4-FFF2-40B4-BE49-F238E27FC236}">
                <a16:creationId xmlns:a16="http://schemas.microsoft.com/office/drawing/2014/main" id="{D3D0AE43-1542-4807-9220-69A134A1A266}"/>
              </a:ext>
            </a:extLst>
          </p:cNvPr>
          <p:cNvSpPr>
            <a:spLocks noGrp="1"/>
          </p:cNvSpPr>
          <p:nvPr/>
        </p:nvSpPr>
        <p:spPr>
          <a:xfrm>
            <a:off x="359140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95" name="01_find_only_694">
            <a:extLst>
              <a:ext uri="{FF2B5EF4-FFF2-40B4-BE49-F238E27FC236}">
                <a16:creationId xmlns:a16="http://schemas.microsoft.com/office/drawing/2014/main" id="{317611D6-3634-4B7B-9555-4C8F21CA908C}"/>
              </a:ext>
            </a:extLst>
          </p:cNvPr>
          <p:cNvSpPr>
            <a:spLocks noGrp="1"/>
          </p:cNvSpPr>
          <p:nvPr/>
        </p:nvSpPr>
        <p:spPr>
          <a:xfrm>
            <a:off x="357673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96" name="01_find_only_695">
            <a:extLst>
              <a:ext uri="{FF2B5EF4-FFF2-40B4-BE49-F238E27FC236}">
                <a16:creationId xmlns:a16="http://schemas.microsoft.com/office/drawing/2014/main" id="{2D94FF41-AF19-4F41-BE3D-F7EE3A6C9279}"/>
              </a:ext>
            </a:extLst>
          </p:cNvPr>
          <p:cNvSpPr>
            <a:spLocks noGrp="1"/>
          </p:cNvSpPr>
          <p:nvPr/>
        </p:nvSpPr>
        <p:spPr>
          <a:xfrm>
            <a:off x="351679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97" name="01_find_only_696">
            <a:extLst>
              <a:ext uri="{FF2B5EF4-FFF2-40B4-BE49-F238E27FC236}">
                <a16:creationId xmlns:a16="http://schemas.microsoft.com/office/drawing/2014/main" id="{0DE3C0BC-A94C-456D-B255-9B9BB9A695B5}"/>
              </a:ext>
            </a:extLst>
          </p:cNvPr>
          <p:cNvSpPr>
            <a:spLocks noGrp="1"/>
          </p:cNvSpPr>
          <p:nvPr/>
        </p:nvSpPr>
        <p:spPr>
          <a:xfrm>
            <a:off x="3530878" y="346190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98" name="01_find_only_697">
            <a:extLst>
              <a:ext uri="{FF2B5EF4-FFF2-40B4-BE49-F238E27FC236}">
                <a16:creationId xmlns:a16="http://schemas.microsoft.com/office/drawing/2014/main" id="{39F49F5B-21B7-4840-ACBF-0820F119D800}"/>
              </a:ext>
            </a:extLst>
          </p:cNvPr>
          <p:cNvSpPr>
            <a:spLocks noGrp="1"/>
          </p:cNvSpPr>
          <p:nvPr/>
        </p:nvSpPr>
        <p:spPr>
          <a:xfrm>
            <a:off x="3569448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699" name="01_find_only_698">
            <a:extLst>
              <a:ext uri="{FF2B5EF4-FFF2-40B4-BE49-F238E27FC236}">
                <a16:creationId xmlns:a16="http://schemas.microsoft.com/office/drawing/2014/main" id="{AC5E3190-5DE5-4135-A3DF-E679D3F4D327}"/>
              </a:ext>
            </a:extLst>
          </p:cNvPr>
          <p:cNvSpPr>
            <a:spLocks noGrp="1"/>
          </p:cNvSpPr>
          <p:nvPr/>
        </p:nvSpPr>
        <p:spPr>
          <a:xfrm>
            <a:off x="351115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00" name="01_find_only_699">
            <a:extLst>
              <a:ext uri="{FF2B5EF4-FFF2-40B4-BE49-F238E27FC236}">
                <a16:creationId xmlns:a16="http://schemas.microsoft.com/office/drawing/2014/main" id="{ED538878-248A-4506-84B2-7A6ECFD8F6F2}"/>
              </a:ext>
            </a:extLst>
          </p:cNvPr>
          <p:cNvSpPr>
            <a:spLocks noGrp="1"/>
          </p:cNvSpPr>
          <p:nvPr/>
        </p:nvSpPr>
        <p:spPr>
          <a:xfrm>
            <a:off x="3578677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01" name="01_find_only_700">
            <a:extLst>
              <a:ext uri="{FF2B5EF4-FFF2-40B4-BE49-F238E27FC236}">
                <a16:creationId xmlns:a16="http://schemas.microsoft.com/office/drawing/2014/main" id="{614F4901-A795-4F29-82C5-6B24739F0C0F}"/>
              </a:ext>
            </a:extLst>
          </p:cNvPr>
          <p:cNvSpPr>
            <a:spLocks noGrp="1"/>
          </p:cNvSpPr>
          <p:nvPr/>
        </p:nvSpPr>
        <p:spPr>
          <a:xfrm>
            <a:off x="358198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02" name="01_find_only_701">
            <a:extLst>
              <a:ext uri="{FF2B5EF4-FFF2-40B4-BE49-F238E27FC236}">
                <a16:creationId xmlns:a16="http://schemas.microsoft.com/office/drawing/2014/main" id="{1CD8FD14-0555-42DE-AE4F-E7315E679209}"/>
              </a:ext>
            </a:extLst>
          </p:cNvPr>
          <p:cNvSpPr>
            <a:spLocks noGrp="1"/>
          </p:cNvSpPr>
          <p:nvPr/>
        </p:nvSpPr>
        <p:spPr>
          <a:xfrm>
            <a:off x="357168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03" name="01_find_only_702">
            <a:extLst>
              <a:ext uri="{FF2B5EF4-FFF2-40B4-BE49-F238E27FC236}">
                <a16:creationId xmlns:a16="http://schemas.microsoft.com/office/drawing/2014/main" id="{1C1E9496-ED92-4080-BFB3-BDD3E373FE17}"/>
              </a:ext>
            </a:extLst>
          </p:cNvPr>
          <p:cNvSpPr>
            <a:spLocks noGrp="1"/>
          </p:cNvSpPr>
          <p:nvPr/>
        </p:nvSpPr>
        <p:spPr>
          <a:xfrm>
            <a:off x="357080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04" name="01_find_only_703">
            <a:extLst>
              <a:ext uri="{FF2B5EF4-FFF2-40B4-BE49-F238E27FC236}">
                <a16:creationId xmlns:a16="http://schemas.microsoft.com/office/drawing/2014/main" id="{23FEFC27-EACC-4287-9526-4F5322FE6B6C}"/>
              </a:ext>
            </a:extLst>
          </p:cNvPr>
          <p:cNvSpPr>
            <a:spLocks noGrp="1"/>
          </p:cNvSpPr>
          <p:nvPr/>
        </p:nvSpPr>
        <p:spPr>
          <a:xfrm>
            <a:off x="357498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05" name="01_find_only_704">
            <a:extLst>
              <a:ext uri="{FF2B5EF4-FFF2-40B4-BE49-F238E27FC236}">
                <a16:creationId xmlns:a16="http://schemas.microsoft.com/office/drawing/2014/main" id="{0832F2F9-6FCE-48EE-95D1-AFF245D3D85F}"/>
              </a:ext>
            </a:extLst>
          </p:cNvPr>
          <p:cNvSpPr>
            <a:spLocks noGrp="1"/>
          </p:cNvSpPr>
          <p:nvPr/>
        </p:nvSpPr>
        <p:spPr>
          <a:xfrm>
            <a:off x="355662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06" name="01_find_only_705">
            <a:extLst>
              <a:ext uri="{FF2B5EF4-FFF2-40B4-BE49-F238E27FC236}">
                <a16:creationId xmlns:a16="http://schemas.microsoft.com/office/drawing/2014/main" id="{D87CDBC4-AC88-414B-8334-A648775FA601}"/>
              </a:ext>
            </a:extLst>
          </p:cNvPr>
          <p:cNvSpPr>
            <a:spLocks noGrp="1"/>
          </p:cNvSpPr>
          <p:nvPr/>
        </p:nvSpPr>
        <p:spPr>
          <a:xfrm>
            <a:off x="350620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07" name="01_find_only_706">
            <a:extLst>
              <a:ext uri="{FF2B5EF4-FFF2-40B4-BE49-F238E27FC236}">
                <a16:creationId xmlns:a16="http://schemas.microsoft.com/office/drawing/2014/main" id="{4B0B0635-EAA6-4020-9A7B-3448E18A0B67}"/>
              </a:ext>
            </a:extLst>
          </p:cNvPr>
          <p:cNvSpPr>
            <a:spLocks noGrp="1"/>
          </p:cNvSpPr>
          <p:nvPr/>
        </p:nvSpPr>
        <p:spPr>
          <a:xfrm>
            <a:off x="3556430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08" name="01_find_only_707">
            <a:extLst>
              <a:ext uri="{FF2B5EF4-FFF2-40B4-BE49-F238E27FC236}">
                <a16:creationId xmlns:a16="http://schemas.microsoft.com/office/drawing/2014/main" id="{9257CF74-D11E-4366-A846-33FA940F6EFF}"/>
              </a:ext>
            </a:extLst>
          </p:cNvPr>
          <p:cNvSpPr>
            <a:spLocks noGrp="1"/>
          </p:cNvSpPr>
          <p:nvPr/>
        </p:nvSpPr>
        <p:spPr>
          <a:xfrm>
            <a:off x="351902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09" name="01_find_only_708">
            <a:extLst>
              <a:ext uri="{FF2B5EF4-FFF2-40B4-BE49-F238E27FC236}">
                <a16:creationId xmlns:a16="http://schemas.microsoft.com/office/drawing/2014/main" id="{9ACB97A6-4405-471E-B274-194309C4A409}"/>
              </a:ext>
            </a:extLst>
          </p:cNvPr>
          <p:cNvSpPr>
            <a:spLocks noGrp="1"/>
          </p:cNvSpPr>
          <p:nvPr/>
        </p:nvSpPr>
        <p:spPr>
          <a:xfrm>
            <a:off x="3571197" y="340513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10" name="01_find_only_709">
            <a:extLst>
              <a:ext uri="{FF2B5EF4-FFF2-40B4-BE49-F238E27FC236}">
                <a16:creationId xmlns:a16="http://schemas.microsoft.com/office/drawing/2014/main" id="{31CAA8FD-AF6C-4275-B6BA-EA237DACFD05}"/>
              </a:ext>
            </a:extLst>
          </p:cNvPr>
          <p:cNvSpPr>
            <a:spLocks noGrp="1"/>
          </p:cNvSpPr>
          <p:nvPr/>
        </p:nvSpPr>
        <p:spPr>
          <a:xfrm>
            <a:off x="3584021" y="341065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11" name="01_find_only_710">
            <a:extLst>
              <a:ext uri="{FF2B5EF4-FFF2-40B4-BE49-F238E27FC236}">
                <a16:creationId xmlns:a16="http://schemas.microsoft.com/office/drawing/2014/main" id="{C9486BDC-995C-48E5-8718-E06BC3444200}"/>
              </a:ext>
            </a:extLst>
          </p:cNvPr>
          <p:cNvSpPr>
            <a:spLocks noGrp="1"/>
          </p:cNvSpPr>
          <p:nvPr/>
        </p:nvSpPr>
        <p:spPr>
          <a:xfrm>
            <a:off x="351747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12" name="01_find_only_711">
            <a:extLst>
              <a:ext uri="{FF2B5EF4-FFF2-40B4-BE49-F238E27FC236}">
                <a16:creationId xmlns:a16="http://schemas.microsoft.com/office/drawing/2014/main" id="{4979660D-C5DD-4B1B-8D80-B687509EA76C}"/>
              </a:ext>
            </a:extLst>
          </p:cNvPr>
          <p:cNvSpPr>
            <a:spLocks noGrp="1"/>
          </p:cNvSpPr>
          <p:nvPr/>
        </p:nvSpPr>
        <p:spPr>
          <a:xfrm>
            <a:off x="357207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13" name="01_find_only_712">
            <a:extLst>
              <a:ext uri="{FF2B5EF4-FFF2-40B4-BE49-F238E27FC236}">
                <a16:creationId xmlns:a16="http://schemas.microsoft.com/office/drawing/2014/main" id="{30F556A8-0288-4D90-B98B-A799947B869D}"/>
              </a:ext>
            </a:extLst>
          </p:cNvPr>
          <p:cNvSpPr>
            <a:spLocks noGrp="1"/>
          </p:cNvSpPr>
          <p:nvPr/>
        </p:nvSpPr>
        <p:spPr>
          <a:xfrm>
            <a:off x="352233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14" name="01_find_only_713">
            <a:extLst>
              <a:ext uri="{FF2B5EF4-FFF2-40B4-BE49-F238E27FC236}">
                <a16:creationId xmlns:a16="http://schemas.microsoft.com/office/drawing/2014/main" id="{AD0EFF97-EEA7-459E-9E50-C229FBC0B90D}"/>
              </a:ext>
            </a:extLst>
          </p:cNvPr>
          <p:cNvSpPr>
            <a:spLocks noGrp="1"/>
          </p:cNvSpPr>
          <p:nvPr/>
        </p:nvSpPr>
        <p:spPr>
          <a:xfrm>
            <a:off x="352660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15" name="01_find_only_714">
            <a:extLst>
              <a:ext uri="{FF2B5EF4-FFF2-40B4-BE49-F238E27FC236}">
                <a16:creationId xmlns:a16="http://schemas.microsoft.com/office/drawing/2014/main" id="{B20F92C7-AC8C-4B7F-8325-E777D6B2FCC6}"/>
              </a:ext>
            </a:extLst>
          </p:cNvPr>
          <p:cNvSpPr>
            <a:spLocks noGrp="1"/>
          </p:cNvSpPr>
          <p:nvPr/>
        </p:nvSpPr>
        <p:spPr>
          <a:xfrm>
            <a:off x="351504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16" name="01_find_only_715">
            <a:extLst>
              <a:ext uri="{FF2B5EF4-FFF2-40B4-BE49-F238E27FC236}">
                <a16:creationId xmlns:a16="http://schemas.microsoft.com/office/drawing/2014/main" id="{F695135C-6F6D-4A8A-B3E2-C33D040D9954}"/>
              </a:ext>
            </a:extLst>
          </p:cNvPr>
          <p:cNvSpPr>
            <a:spLocks noGrp="1"/>
          </p:cNvSpPr>
          <p:nvPr/>
        </p:nvSpPr>
        <p:spPr>
          <a:xfrm>
            <a:off x="3571002" y="306983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17" name="01_find_only_716">
            <a:extLst>
              <a:ext uri="{FF2B5EF4-FFF2-40B4-BE49-F238E27FC236}">
                <a16:creationId xmlns:a16="http://schemas.microsoft.com/office/drawing/2014/main" id="{3407BAD3-AA23-4CB7-961F-F874107DA56E}"/>
              </a:ext>
            </a:extLst>
          </p:cNvPr>
          <p:cNvSpPr>
            <a:spLocks noGrp="1"/>
          </p:cNvSpPr>
          <p:nvPr/>
        </p:nvSpPr>
        <p:spPr>
          <a:xfrm>
            <a:off x="359606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18" name="01_find_only_717">
            <a:extLst>
              <a:ext uri="{FF2B5EF4-FFF2-40B4-BE49-F238E27FC236}">
                <a16:creationId xmlns:a16="http://schemas.microsoft.com/office/drawing/2014/main" id="{70BF7971-2948-40F5-B005-82446B9C204B}"/>
              </a:ext>
            </a:extLst>
          </p:cNvPr>
          <p:cNvSpPr>
            <a:spLocks noGrp="1"/>
          </p:cNvSpPr>
          <p:nvPr/>
        </p:nvSpPr>
        <p:spPr>
          <a:xfrm>
            <a:off x="3600245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19" name="01_find_only_718">
            <a:extLst>
              <a:ext uri="{FF2B5EF4-FFF2-40B4-BE49-F238E27FC236}">
                <a16:creationId xmlns:a16="http://schemas.microsoft.com/office/drawing/2014/main" id="{4A6DC209-EDE0-40F0-BC3F-716D147C677A}"/>
              </a:ext>
            </a:extLst>
          </p:cNvPr>
          <p:cNvSpPr>
            <a:spLocks noGrp="1"/>
          </p:cNvSpPr>
          <p:nvPr/>
        </p:nvSpPr>
        <p:spPr>
          <a:xfrm>
            <a:off x="354020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20" name="01_find_only_719">
            <a:extLst>
              <a:ext uri="{FF2B5EF4-FFF2-40B4-BE49-F238E27FC236}">
                <a16:creationId xmlns:a16="http://schemas.microsoft.com/office/drawing/2014/main" id="{71CA8CD1-0385-486C-A7BB-CAAB2D2307D6}"/>
              </a:ext>
            </a:extLst>
          </p:cNvPr>
          <p:cNvSpPr>
            <a:spLocks noGrp="1"/>
          </p:cNvSpPr>
          <p:nvPr/>
        </p:nvSpPr>
        <p:spPr>
          <a:xfrm>
            <a:off x="3575860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21" name="01_find_only_720">
            <a:extLst>
              <a:ext uri="{FF2B5EF4-FFF2-40B4-BE49-F238E27FC236}">
                <a16:creationId xmlns:a16="http://schemas.microsoft.com/office/drawing/2014/main" id="{02B6ACFB-B254-4486-956F-14D22D88A0A5}"/>
              </a:ext>
            </a:extLst>
          </p:cNvPr>
          <p:cNvSpPr>
            <a:spLocks noGrp="1"/>
          </p:cNvSpPr>
          <p:nvPr/>
        </p:nvSpPr>
        <p:spPr>
          <a:xfrm>
            <a:off x="359470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22" name="01_find_only_721">
            <a:extLst>
              <a:ext uri="{FF2B5EF4-FFF2-40B4-BE49-F238E27FC236}">
                <a16:creationId xmlns:a16="http://schemas.microsoft.com/office/drawing/2014/main" id="{DA563FFA-ED3C-4396-AF19-8B2BA5FE7C6E}"/>
              </a:ext>
            </a:extLst>
          </p:cNvPr>
          <p:cNvSpPr>
            <a:spLocks noGrp="1"/>
          </p:cNvSpPr>
          <p:nvPr/>
        </p:nvSpPr>
        <p:spPr>
          <a:xfrm>
            <a:off x="3583243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23" name="01_find_only_722">
            <a:extLst>
              <a:ext uri="{FF2B5EF4-FFF2-40B4-BE49-F238E27FC236}">
                <a16:creationId xmlns:a16="http://schemas.microsoft.com/office/drawing/2014/main" id="{2A7AAF09-241D-41B9-B3A0-29A640483552}"/>
              </a:ext>
            </a:extLst>
          </p:cNvPr>
          <p:cNvSpPr>
            <a:spLocks noGrp="1"/>
          </p:cNvSpPr>
          <p:nvPr/>
        </p:nvSpPr>
        <p:spPr>
          <a:xfrm>
            <a:off x="357294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24" name="01_find_only_723">
            <a:extLst>
              <a:ext uri="{FF2B5EF4-FFF2-40B4-BE49-F238E27FC236}">
                <a16:creationId xmlns:a16="http://schemas.microsoft.com/office/drawing/2014/main" id="{D9761904-A242-4D8E-9FF7-5B86A47CAFC3}"/>
              </a:ext>
            </a:extLst>
          </p:cNvPr>
          <p:cNvSpPr>
            <a:spLocks noGrp="1"/>
          </p:cNvSpPr>
          <p:nvPr/>
        </p:nvSpPr>
        <p:spPr>
          <a:xfrm>
            <a:off x="354914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25" name="01_find_only_724">
            <a:extLst>
              <a:ext uri="{FF2B5EF4-FFF2-40B4-BE49-F238E27FC236}">
                <a16:creationId xmlns:a16="http://schemas.microsoft.com/office/drawing/2014/main" id="{E829F6A2-042F-44AD-B448-841929BDD6B0}"/>
              </a:ext>
            </a:extLst>
          </p:cNvPr>
          <p:cNvSpPr>
            <a:spLocks noGrp="1"/>
          </p:cNvSpPr>
          <p:nvPr/>
        </p:nvSpPr>
        <p:spPr>
          <a:xfrm>
            <a:off x="3546228" y="38756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26" name="01_find_only_725">
            <a:extLst>
              <a:ext uri="{FF2B5EF4-FFF2-40B4-BE49-F238E27FC236}">
                <a16:creationId xmlns:a16="http://schemas.microsoft.com/office/drawing/2014/main" id="{2E020D39-27BC-4C43-A5B3-C2B3472D4F5D}"/>
              </a:ext>
            </a:extLst>
          </p:cNvPr>
          <p:cNvSpPr>
            <a:spLocks noGrp="1"/>
          </p:cNvSpPr>
          <p:nvPr/>
        </p:nvSpPr>
        <p:spPr>
          <a:xfrm>
            <a:off x="351387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27" name="01_find_only_726">
            <a:extLst>
              <a:ext uri="{FF2B5EF4-FFF2-40B4-BE49-F238E27FC236}">
                <a16:creationId xmlns:a16="http://schemas.microsoft.com/office/drawing/2014/main" id="{B5186B82-33D6-4B25-86DE-19F62529B9ED}"/>
              </a:ext>
            </a:extLst>
          </p:cNvPr>
          <p:cNvSpPr>
            <a:spLocks noGrp="1"/>
          </p:cNvSpPr>
          <p:nvPr/>
        </p:nvSpPr>
        <p:spPr>
          <a:xfrm>
            <a:off x="359499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28" name="01_find_only_727">
            <a:extLst>
              <a:ext uri="{FF2B5EF4-FFF2-40B4-BE49-F238E27FC236}">
                <a16:creationId xmlns:a16="http://schemas.microsoft.com/office/drawing/2014/main" id="{60DE58A7-E5E2-497B-BE45-A335646A05C0}"/>
              </a:ext>
            </a:extLst>
          </p:cNvPr>
          <p:cNvSpPr>
            <a:spLocks noGrp="1"/>
          </p:cNvSpPr>
          <p:nvPr/>
        </p:nvSpPr>
        <p:spPr>
          <a:xfrm>
            <a:off x="358470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29" name="01_find_only_728">
            <a:extLst>
              <a:ext uri="{FF2B5EF4-FFF2-40B4-BE49-F238E27FC236}">
                <a16:creationId xmlns:a16="http://schemas.microsoft.com/office/drawing/2014/main" id="{73044635-F3FA-4EBB-95A9-CC16622C4131}"/>
              </a:ext>
            </a:extLst>
          </p:cNvPr>
          <p:cNvSpPr>
            <a:spLocks noGrp="1"/>
          </p:cNvSpPr>
          <p:nvPr/>
        </p:nvSpPr>
        <p:spPr>
          <a:xfrm>
            <a:off x="357003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30" name="01_find_only_729">
            <a:extLst>
              <a:ext uri="{FF2B5EF4-FFF2-40B4-BE49-F238E27FC236}">
                <a16:creationId xmlns:a16="http://schemas.microsoft.com/office/drawing/2014/main" id="{844B7E61-9980-477E-9F5A-78688E82A032}"/>
              </a:ext>
            </a:extLst>
          </p:cNvPr>
          <p:cNvSpPr>
            <a:spLocks noGrp="1"/>
          </p:cNvSpPr>
          <p:nvPr/>
        </p:nvSpPr>
        <p:spPr>
          <a:xfrm>
            <a:off x="351047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31" name="01_find_only_730">
            <a:extLst>
              <a:ext uri="{FF2B5EF4-FFF2-40B4-BE49-F238E27FC236}">
                <a16:creationId xmlns:a16="http://schemas.microsoft.com/office/drawing/2014/main" id="{756DA816-64A4-41EE-B6D1-6033D57848BA}"/>
              </a:ext>
            </a:extLst>
          </p:cNvPr>
          <p:cNvSpPr>
            <a:spLocks noGrp="1"/>
          </p:cNvSpPr>
          <p:nvPr/>
        </p:nvSpPr>
        <p:spPr>
          <a:xfrm>
            <a:off x="3519900" y="38124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32" name="01_find_only_731">
            <a:extLst>
              <a:ext uri="{FF2B5EF4-FFF2-40B4-BE49-F238E27FC236}">
                <a16:creationId xmlns:a16="http://schemas.microsoft.com/office/drawing/2014/main" id="{08301E52-1063-42F5-8810-C4CF2D0696F3}"/>
              </a:ext>
            </a:extLst>
          </p:cNvPr>
          <p:cNvSpPr>
            <a:spLocks noGrp="1"/>
          </p:cNvSpPr>
          <p:nvPr/>
        </p:nvSpPr>
        <p:spPr>
          <a:xfrm>
            <a:off x="352932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33" name="01_find_only_732">
            <a:extLst>
              <a:ext uri="{FF2B5EF4-FFF2-40B4-BE49-F238E27FC236}">
                <a16:creationId xmlns:a16="http://schemas.microsoft.com/office/drawing/2014/main" id="{4CF5CB80-9588-45FE-B83D-CA5EF2EF0E61}"/>
              </a:ext>
            </a:extLst>
          </p:cNvPr>
          <p:cNvSpPr>
            <a:spLocks noGrp="1"/>
          </p:cNvSpPr>
          <p:nvPr/>
        </p:nvSpPr>
        <p:spPr>
          <a:xfrm>
            <a:off x="357100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34" name="01_find_only_733">
            <a:extLst>
              <a:ext uri="{FF2B5EF4-FFF2-40B4-BE49-F238E27FC236}">
                <a16:creationId xmlns:a16="http://schemas.microsoft.com/office/drawing/2014/main" id="{54B432C9-45DE-4817-9069-5DEE9725120B}"/>
              </a:ext>
            </a:extLst>
          </p:cNvPr>
          <p:cNvSpPr>
            <a:spLocks noGrp="1"/>
          </p:cNvSpPr>
          <p:nvPr/>
        </p:nvSpPr>
        <p:spPr>
          <a:xfrm>
            <a:off x="356119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35" name="01_find_only_734">
            <a:extLst>
              <a:ext uri="{FF2B5EF4-FFF2-40B4-BE49-F238E27FC236}">
                <a16:creationId xmlns:a16="http://schemas.microsoft.com/office/drawing/2014/main" id="{5D6368F2-F3D7-4CF2-944E-2C4646AF3627}"/>
              </a:ext>
            </a:extLst>
          </p:cNvPr>
          <p:cNvSpPr>
            <a:spLocks noGrp="1"/>
          </p:cNvSpPr>
          <p:nvPr/>
        </p:nvSpPr>
        <p:spPr>
          <a:xfrm>
            <a:off x="3523981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36" name="01_find_only_735">
            <a:extLst>
              <a:ext uri="{FF2B5EF4-FFF2-40B4-BE49-F238E27FC236}">
                <a16:creationId xmlns:a16="http://schemas.microsoft.com/office/drawing/2014/main" id="{DB5C6AE6-A159-4D40-AD5D-2FD337B9D516}"/>
              </a:ext>
            </a:extLst>
          </p:cNvPr>
          <p:cNvSpPr>
            <a:spLocks noGrp="1"/>
          </p:cNvSpPr>
          <p:nvPr/>
        </p:nvSpPr>
        <p:spPr>
          <a:xfrm>
            <a:off x="354156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37" name="01_find_only_736">
            <a:extLst>
              <a:ext uri="{FF2B5EF4-FFF2-40B4-BE49-F238E27FC236}">
                <a16:creationId xmlns:a16="http://schemas.microsoft.com/office/drawing/2014/main" id="{ADFF3A4E-16AD-4AC2-A323-02060D62E187}"/>
              </a:ext>
            </a:extLst>
          </p:cNvPr>
          <p:cNvSpPr>
            <a:spLocks noGrp="1"/>
          </p:cNvSpPr>
          <p:nvPr/>
        </p:nvSpPr>
        <p:spPr>
          <a:xfrm>
            <a:off x="3507174" y="406155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38" name="01_find_only_737">
            <a:extLst>
              <a:ext uri="{FF2B5EF4-FFF2-40B4-BE49-F238E27FC236}">
                <a16:creationId xmlns:a16="http://schemas.microsoft.com/office/drawing/2014/main" id="{5C2E5265-C07C-4BF2-B9BC-97C7CFA61B99}"/>
              </a:ext>
            </a:extLst>
          </p:cNvPr>
          <p:cNvSpPr>
            <a:spLocks noGrp="1"/>
          </p:cNvSpPr>
          <p:nvPr/>
        </p:nvSpPr>
        <p:spPr>
          <a:xfrm>
            <a:off x="2023311" y="2858272"/>
            <a:ext cx="195" cy="1420700"/>
          </a:xfrm>
          <a:custGeom>
            <a:avLst/>
            <a:gdLst/>
            <a:ahLst/>
            <a:cxnLst/>
            <a:rect l="0" t="0" r="0" b="0"/>
            <a:pathLst>
              <a:path w="191" h="1394818">
                <a:moveTo>
                  <a:pt x="0" y="1394818"/>
                </a:moveTo>
                <a:lnTo>
                  <a:pt x="0" y="0"/>
                </a:lnTo>
              </a:path>
            </a:pathLst>
          </a:custGeom>
          <a:noFill/>
          <a:ln w="8890">
            <a:solidFill>
              <a:srgbClr val="000000"/>
            </a:solidFill>
            <a:prstDash val="solid"/>
          </a:ln>
        </p:spPr>
      </p:sp>
      <p:sp>
        <p:nvSpPr>
          <p:cNvPr id="739" name="01_find_only_738">
            <a:extLst>
              <a:ext uri="{FF2B5EF4-FFF2-40B4-BE49-F238E27FC236}">
                <a16:creationId xmlns:a16="http://schemas.microsoft.com/office/drawing/2014/main" id="{0F50577F-CE20-4CD6-9744-8BE0DEA263EF}"/>
              </a:ext>
            </a:extLst>
          </p:cNvPr>
          <p:cNvSpPr>
            <a:spLocks noGrp="1"/>
          </p:cNvSpPr>
          <p:nvPr/>
        </p:nvSpPr>
        <p:spPr>
          <a:xfrm>
            <a:off x="2023311" y="4278972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8890">
            <a:solidFill>
              <a:srgbClr val="000000"/>
            </a:solidFill>
            <a:prstDash val="solid"/>
          </a:ln>
        </p:spPr>
      </p:sp>
      <p:sp>
        <p:nvSpPr>
          <p:cNvPr id="740" name="text_739">
            <a:extLst>
              <a:ext uri="{FF2B5EF4-FFF2-40B4-BE49-F238E27FC236}">
                <a16:creationId xmlns:a16="http://schemas.microsoft.com/office/drawing/2014/main" id="{363337D4-484F-48AC-A863-F61FF69C3461}"/>
              </a:ext>
            </a:extLst>
          </p:cNvPr>
          <p:cNvSpPr>
            <a:spLocks noGrp="1"/>
          </p:cNvSpPr>
          <p:nvPr/>
        </p:nvSpPr>
        <p:spPr>
          <a:xfrm>
            <a:off x="1792302" y="2663980"/>
            <a:ext cx="84858" cy="1616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1019"/>
              <a:t>a</a:t>
            </a:r>
          </a:p>
        </p:txBody>
      </p:sp>
      <p:sp>
        <p:nvSpPr>
          <p:cNvPr id="741" name="text_740">
            <a:extLst>
              <a:ext uri="{FF2B5EF4-FFF2-40B4-BE49-F238E27FC236}">
                <a16:creationId xmlns:a16="http://schemas.microsoft.com/office/drawing/2014/main" id="{6254AAF0-4711-43CB-9093-60F48B86EDD9}"/>
              </a:ext>
            </a:extLst>
          </p:cNvPr>
          <p:cNvSpPr>
            <a:spLocks noGrp="1"/>
          </p:cNvSpPr>
          <p:nvPr/>
        </p:nvSpPr>
        <p:spPr>
          <a:xfrm>
            <a:off x="2023311" y="2654988"/>
            <a:ext cx="727851" cy="1374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866"/>
              <a:t>All ligands, GT</a:t>
            </a:r>
          </a:p>
        </p:txBody>
      </p:sp>
      <p:sp>
        <p:nvSpPr>
          <p:cNvPr id="742" name="01_find_only_741">
            <a:extLst>
              <a:ext uri="{FF2B5EF4-FFF2-40B4-BE49-F238E27FC236}">
                <a16:creationId xmlns:a16="http://schemas.microsoft.com/office/drawing/2014/main" id="{2EA30FE5-2718-4D4F-9E29-70FDCFA1F3EC}"/>
              </a:ext>
            </a:extLst>
          </p:cNvPr>
          <p:cNvSpPr>
            <a:spLocks noGrp="1"/>
          </p:cNvSpPr>
          <p:nvPr/>
        </p:nvSpPr>
        <p:spPr>
          <a:xfrm>
            <a:off x="2038589" y="3288146"/>
            <a:ext cx="1527834" cy="926249"/>
          </a:xfrm>
          <a:custGeom>
            <a:avLst/>
            <a:gdLst/>
            <a:ahLst/>
            <a:cxnLst/>
            <a:rect l="0" t="0" r="0" b="0"/>
            <a:pathLst>
              <a:path w="1500000" h="909375">
                <a:moveTo>
                  <a:pt x="0" y="909375"/>
                </a:moveTo>
                <a:lnTo>
                  <a:pt x="14493" y="907968"/>
                </a:lnTo>
                <a:lnTo>
                  <a:pt x="15217" y="907819"/>
                </a:lnTo>
                <a:lnTo>
                  <a:pt x="19231" y="906685"/>
                </a:lnTo>
                <a:lnTo>
                  <a:pt x="20161" y="905157"/>
                </a:lnTo>
                <a:lnTo>
                  <a:pt x="25000" y="904094"/>
                </a:lnTo>
                <a:lnTo>
                  <a:pt x="26316" y="902388"/>
                </a:lnTo>
                <a:lnTo>
                  <a:pt x="27778" y="902296"/>
                </a:lnTo>
                <a:lnTo>
                  <a:pt x="28986" y="899983"/>
                </a:lnTo>
                <a:lnTo>
                  <a:pt x="33333" y="898663"/>
                </a:lnTo>
                <a:lnTo>
                  <a:pt x="34632" y="897546"/>
                </a:lnTo>
                <a:lnTo>
                  <a:pt x="35714" y="897531"/>
                </a:lnTo>
                <a:lnTo>
                  <a:pt x="36797" y="894852"/>
                </a:lnTo>
                <a:lnTo>
                  <a:pt x="40984" y="893518"/>
                </a:lnTo>
                <a:lnTo>
                  <a:pt x="41667" y="889204"/>
                </a:lnTo>
                <a:lnTo>
                  <a:pt x="47826" y="887800"/>
                </a:lnTo>
                <a:lnTo>
                  <a:pt x="49180" y="887577"/>
                </a:lnTo>
                <a:lnTo>
                  <a:pt x="50000" y="887546"/>
                </a:lnTo>
                <a:lnTo>
                  <a:pt x="51282" y="885905"/>
                </a:lnTo>
                <a:lnTo>
                  <a:pt x="55556" y="884583"/>
                </a:lnTo>
                <a:lnTo>
                  <a:pt x="56522" y="881191"/>
                </a:lnTo>
                <a:lnTo>
                  <a:pt x="62500" y="880020"/>
                </a:lnTo>
                <a:lnTo>
                  <a:pt x="62771" y="870396"/>
                </a:lnTo>
                <a:lnTo>
                  <a:pt x="68966" y="869137"/>
                </a:lnTo>
                <a:lnTo>
                  <a:pt x="69444" y="868666"/>
                </a:lnTo>
                <a:lnTo>
                  <a:pt x="71429" y="868559"/>
                </a:lnTo>
                <a:lnTo>
                  <a:pt x="72826" y="863251"/>
                </a:lnTo>
                <a:lnTo>
                  <a:pt x="76923" y="862140"/>
                </a:lnTo>
                <a:lnTo>
                  <a:pt x="78261" y="860626"/>
                </a:lnTo>
                <a:lnTo>
                  <a:pt x="83333" y="859835"/>
                </a:lnTo>
                <a:lnTo>
                  <a:pt x="84416" y="841339"/>
                </a:lnTo>
                <a:lnTo>
                  <a:pt x="90909" y="840348"/>
                </a:lnTo>
                <a:lnTo>
                  <a:pt x="91667" y="839479"/>
                </a:lnTo>
                <a:lnTo>
                  <a:pt x="95652" y="838077"/>
                </a:lnTo>
                <a:lnTo>
                  <a:pt x="96774" y="836517"/>
                </a:lnTo>
                <a:lnTo>
                  <a:pt x="100000" y="836127"/>
                </a:lnTo>
                <a:lnTo>
                  <a:pt x="101087" y="827478"/>
                </a:lnTo>
                <a:lnTo>
                  <a:pt x="107143" y="826270"/>
                </a:lnTo>
                <a:lnTo>
                  <a:pt x="108333" y="823784"/>
                </a:lnTo>
                <a:lnTo>
                  <a:pt x="111111" y="823544"/>
                </a:lnTo>
                <a:lnTo>
                  <a:pt x="111957" y="820184"/>
                </a:lnTo>
                <a:lnTo>
                  <a:pt x="115385" y="820015"/>
                </a:lnTo>
                <a:lnTo>
                  <a:pt x="116667" y="818090"/>
                </a:lnTo>
                <a:lnTo>
                  <a:pt x="125000" y="816994"/>
                </a:lnTo>
                <a:lnTo>
                  <a:pt x="126087" y="773019"/>
                </a:lnTo>
                <a:lnTo>
                  <a:pt x="133333" y="772223"/>
                </a:lnTo>
                <a:lnTo>
                  <a:pt x="134615" y="769851"/>
                </a:lnTo>
                <a:lnTo>
                  <a:pt x="138889" y="768784"/>
                </a:lnTo>
                <a:lnTo>
                  <a:pt x="140217" y="766982"/>
                </a:lnTo>
                <a:lnTo>
                  <a:pt x="142857" y="766742"/>
                </a:lnTo>
                <a:lnTo>
                  <a:pt x="143478" y="761583"/>
                </a:lnTo>
                <a:lnTo>
                  <a:pt x="150000" y="760941"/>
                </a:lnTo>
                <a:lnTo>
                  <a:pt x="151087" y="758709"/>
                </a:lnTo>
                <a:lnTo>
                  <a:pt x="155172" y="757424"/>
                </a:lnTo>
                <a:lnTo>
                  <a:pt x="156522" y="755745"/>
                </a:lnTo>
                <a:lnTo>
                  <a:pt x="166667" y="754892"/>
                </a:lnTo>
                <a:lnTo>
                  <a:pt x="167391" y="700943"/>
                </a:lnTo>
                <a:lnTo>
                  <a:pt x="173077" y="700546"/>
                </a:lnTo>
                <a:lnTo>
                  <a:pt x="173913" y="698990"/>
                </a:lnTo>
                <a:lnTo>
                  <a:pt x="178571" y="697687"/>
                </a:lnTo>
                <a:lnTo>
                  <a:pt x="179487" y="696078"/>
                </a:lnTo>
                <a:lnTo>
                  <a:pt x="187500" y="694848"/>
                </a:lnTo>
                <a:lnTo>
                  <a:pt x="188406" y="685356"/>
                </a:lnTo>
                <a:lnTo>
                  <a:pt x="192308" y="684729"/>
                </a:lnTo>
                <a:lnTo>
                  <a:pt x="193548" y="683714"/>
                </a:lnTo>
                <a:lnTo>
                  <a:pt x="194444" y="683714"/>
                </a:lnTo>
                <a:lnTo>
                  <a:pt x="195652" y="682006"/>
                </a:lnTo>
                <a:lnTo>
                  <a:pt x="200000" y="681808"/>
                </a:lnTo>
                <a:lnTo>
                  <a:pt x="201087" y="671742"/>
                </a:lnTo>
                <a:lnTo>
                  <a:pt x="208333" y="671135"/>
                </a:lnTo>
                <a:lnTo>
                  <a:pt x="209677" y="667089"/>
                </a:lnTo>
                <a:lnTo>
                  <a:pt x="211538" y="666582"/>
                </a:lnTo>
                <a:lnTo>
                  <a:pt x="211957" y="665386"/>
                </a:lnTo>
                <a:lnTo>
                  <a:pt x="214286" y="665356"/>
                </a:lnTo>
                <a:lnTo>
                  <a:pt x="215217" y="659361"/>
                </a:lnTo>
                <a:lnTo>
                  <a:pt x="222222" y="658041"/>
                </a:lnTo>
                <a:lnTo>
                  <a:pt x="222222" y="655286"/>
                </a:lnTo>
                <a:lnTo>
                  <a:pt x="227273" y="653893"/>
                </a:lnTo>
                <a:lnTo>
                  <a:pt x="228261" y="653233"/>
                </a:lnTo>
                <a:lnTo>
                  <a:pt x="233696" y="651828"/>
                </a:lnTo>
                <a:lnTo>
                  <a:pt x="234783" y="651797"/>
                </a:lnTo>
                <a:lnTo>
                  <a:pt x="247826" y="650395"/>
                </a:lnTo>
                <a:lnTo>
                  <a:pt x="247826" y="650379"/>
                </a:lnTo>
                <a:lnTo>
                  <a:pt x="250000" y="650379"/>
                </a:lnTo>
                <a:lnTo>
                  <a:pt x="251087" y="511223"/>
                </a:lnTo>
                <a:lnTo>
                  <a:pt x="263158" y="509861"/>
                </a:lnTo>
                <a:lnTo>
                  <a:pt x="264130" y="509397"/>
                </a:lnTo>
                <a:lnTo>
                  <a:pt x="269231" y="509054"/>
                </a:lnTo>
                <a:lnTo>
                  <a:pt x="269565" y="507585"/>
                </a:lnTo>
                <a:lnTo>
                  <a:pt x="275862" y="506197"/>
                </a:lnTo>
                <a:lnTo>
                  <a:pt x="277174" y="505922"/>
                </a:lnTo>
                <a:lnTo>
                  <a:pt x="277778" y="505922"/>
                </a:lnTo>
                <a:lnTo>
                  <a:pt x="278261" y="503151"/>
                </a:lnTo>
                <a:lnTo>
                  <a:pt x="285714" y="502168"/>
                </a:lnTo>
                <a:lnTo>
                  <a:pt x="286957" y="498764"/>
                </a:lnTo>
                <a:lnTo>
                  <a:pt x="289855" y="497452"/>
                </a:lnTo>
                <a:lnTo>
                  <a:pt x="290323" y="497258"/>
                </a:lnTo>
                <a:lnTo>
                  <a:pt x="291667" y="497242"/>
                </a:lnTo>
                <a:lnTo>
                  <a:pt x="292391" y="494748"/>
                </a:lnTo>
                <a:lnTo>
                  <a:pt x="300000" y="494401"/>
                </a:lnTo>
                <a:lnTo>
                  <a:pt x="301282" y="485954"/>
                </a:lnTo>
                <a:lnTo>
                  <a:pt x="307692" y="484579"/>
                </a:lnTo>
                <a:lnTo>
                  <a:pt x="308696" y="483383"/>
                </a:lnTo>
                <a:lnTo>
                  <a:pt x="312500" y="482592"/>
                </a:lnTo>
                <a:lnTo>
                  <a:pt x="313043" y="477854"/>
                </a:lnTo>
                <a:lnTo>
                  <a:pt x="321429" y="476623"/>
                </a:lnTo>
                <a:lnTo>
                  <a:pt x="322581" y="475520"/>
                </a:lnTo>
                <a:lnTo>
                  <a:pt x="333333" y="474169"/>
                </a:lnTo>
                <a:lnTo>
                  <a:pt x="333333" y="425726"/>
                </a:lnTo>
                <a:lnTo>
                  <a:pt x="346154" y="424925"/>
                </a:lnTo>
                <a:lnTo>
                  <a:pt x="346739" y="424002"/>
                </a:lnTo>
                <a:lnTo>
                  <a:pt x="354167" y="422829"/>
                </a:lnTo>
                <a:lnTo>
                  <a:pt x="355435" y="422324"/>
                </a:lnTo>
                <a:lnTo>
                  <a:pt x="357143" y="422324"/>
                </a:lnTo>
                <a:lnTo>
                  <a:pt x="358333" y="418817"/>
                </a:lnTo>
                <a:lnTo>
                  <a:pt x="362069" y="417454"/>
                </a:lnTo>
                <a:lnTo>
                  <a:pt x="363043" y="417092"/>
                </a:lnTo>
                <a:lnTo>
                  <a:pt x="365385" y="416432"/>
                </a:lnTo>
                <a:lnTo>
                  <a:pt x="366667" y="415315"/>
                </a:lnTo>
                <a:lnTo>
                  <a:pt x="375000" y="414999"/>
                </a:lnTo>
                <a:lnTo>
                  <a:pt x="376344" y="393095"/>
                </a:lnTo>
                <a:lnTo>
                  <a:pt x="389130" y="391689"/>
                </a:lnTo>
                <a:lnTo>
                  <a:pt x="390217" y="391658"/>
                </a:lnTo>
                <a:lnTo>
                  <a:pt x="392857" y="391240"/>
                </a:lnTo>
                <a:lnTo>
                  <a:pt x="393478" y="390212"/>
                </a:lnTo>
                <a:lnTo>
                  <a:pt x="400000" y="389601"/>
                </a:lnTo>
                <a:lnTo>
                  <a:pt x="401087" y="383077"/>
                </a:lnTo>
                <a:lnTo>
                  <a:pt x="409091" y="382186"/>
                </a:lnTo>
                <a:lnTo>
                  <a:pt x="410256" y="381451"/>
                </a:lnTo>
                <a:lnTo>
                  <a:pt x="416667" y="381088"/>
                </a:lnTo>
                <a:lnTo>
                  <a:pt x="417391" y="364945"/>
                </a:lnTo>
                <a:lnTo>
                  <a:pt x="428571" y="364459"/>
                </a:lnTo>
                <a:lnTo>
                  <a:pt x="429487" y="362328"/>
                </a:lnTo>
                <a:lnTo>
                  <a:pt x="437500" y="361860"/>
                </a:lnTo>
                <a:lnTo>
                  <a:pt x="438043" y="358893"/>
                </a:lnTo>
                <a:lnTo>
                  <a:pt x="444444" y="358483"/>
                </a:lnTo>
                <a:lnTo>
                  <a:pt x="444444" y="357303"/>
                </a:lnTo>
                <a:lnTo>
                  <a:pt x="458333" y="356084"/>
                </a:lnTo>
                <a:lnTo>
                  <a:pt x="458696" y="353589"/>
                </a:lnTo>
                <a:lnTo>
                  <a:pt x="464286" y="352938"/>
                </a:lnTo>
                <a:lnTo>
                  <a:pt x="464286" y="351926"/>
                </a:lnTo>
                <a:lnTo>
                  <a:pt x="500000" y="350611"/>
                </a:lnTo>
                <a:lnTo>
                  <a:pt x="500000" y="67402"/>
                </a:lnTo>
                <a:lnTo>
                  <a:pt x="541667" y="66404"/>
                </a:lnTo>
                <a:lnTo>
                  <a:pt x="541667" y="65814"/>
                </a:lnTo>
                <a:lnTo>
                  <a:pt x="562500" y="65106"/>
                </a:lnTo>
                <a:lnTo>
                  <a:pt x="562500" y="63925"/>
                </a:lnTo>
                <a:lnTo>
                  <a:pt x="583333" y="62913"/>
                </a:lnTo>
                <a:lnTo>
                  <a:pt x="583333" y="57797"/>
                </a:lnTo>
                <a:lnTo>
                  <a:pt x="600000" y="57797"/>
                </a:lnTo>
                <a:lnTo>
                  <a:pt x="600000" y="56380"/>
                </a:lnTo>
                <a:lnTo>
                  <a:pt x="625000" y="55691"/>
                </a:lnTo>
                <a:lnTo>
                  <a:pt x="625000" y="53478"/>
                </a:lnTo>
                <a:lnTo>
                  <a:pt x="642857" y="53478"/>
                </a:lnTo>
                <a:lnTo>
                  <a:pt x="642857" y="51454"/>
                </a:lnTo>
                <a:lnTo>
                  <a:pt x="666667" y="51011"/>
                </a:lnTo>
                <a:lnTo>
                  <a:pt x="666667" y="47076"/>
                </a:lnTo>
                <a:lnTo>
                  <a:pt x="694444" y="45747"/>
                </a:lnTo>
                <a:lnTo>
                  <a:pt x="694444" y="45354"/>
                </a:lnTo>
                <a:lnTo>
                  <a:pt x="750000" y="44911"/>
                </a:lnTo>
                <a:lnTo>
                  <a:pt x="750000" y="19675"/>
                </a:lnTo>
                <a:lnTo>
                  <a:pt x="833333" y="18848"/>
                </a:lnTo>
                <a:lnTo>
                  <a:pt x="833333" y="16487"/>
                </a:lnTo>
                <a:lnTo>
                  <a:pt x="875000" y="16251"/>
                </a:lnTo>
                <a:lnTo>
                  <a:pt x="875000" y="12709"/>
                </a:lnTo>
                <a:lnTo>
                  <a:pt x="1000000" y="12473"/>
                </a:lnTo>
                <a:lnTo>
                  <a:pt x="1000000" y="10162"/>
                </a:lnTo>
                <a:lnTo>
                  <a:pt x="1312500" y="8981"/>
                </a:lnTo>
                <a:lnTo>
                  <a:pt x="1312500" y="8096"/>
                </a:lnTo>
                <a:lnTo>
                  <a:pt x="1500000" y="7084"/>
                </a:lnTo>
                <a:lnTo>
                  <a:pt x="1500000" y="0"/>
                </a:lnTo>
                <a:lnTo>
                  <a:pt x="1500000" y="0"/>
                </a:lnTo>
              </a:path>
            </a:pathLst>
          </a:custGeom>
          <a:noFill/>
          <a:ln w="22860">
            <a:solidFill>
              <a:srgbClr val="00878B"/>
            </a:solidFill>
            <a:prstDash val="solid"/>
          </a:ln>
        </p:spPr>
      </p:sp>
      <p:sp>
        <p:nvSpPr>
          <p:cNvPr id="743" name="01_find_only_742">
            <a:extLst>
              <a:ext uri="{FF2B5EF4-FFF2-40B4-BE49-F238E27FC236}">
                <a16:creationId xmlns:a16="http://schemas.microsoft.com/office/drawing/2014/main" id="{AC833347-B655-4403-B9DC-24E56A5291B0}"/>
              </a:ext>
            </a:extLst>
          </p:cNvPr>
          <p:cNvSpPr>
            <a:spLocks noGrp="1"/>
          </p:cNvSpPr>
          <p:nvPr/>
        </p:nvSpPr>
        <p:spPr>
          <a:xfrm>
            <a:off x="2038589" y="3138107"/>
            <a:ext cx="1527834" cy="1076288"/>
          </a:xfrm>
          <a:custGeom>
            <a:avLst/>
            <a:gdLst/>
            <a:ahLst/>
            <a:cxnLst/>
            <a:rect l="0" t="0" r="0" b="0"/>
            <a:pathLst>
              <a:path w="1500000" h="1056680">
                <a:moveTo>
                  <a:pt x="0" y="1056680"/>
                </a:moveTo>
                <a:lnTo>
                  <a:pt x="125000" y="1056680"/>
                </a:lnTo>
                <a:lnTo>
                  <a:pt x="125000" y="1005550"/>
                </a:lnTo>
                <a:lnTo>
                  <a:pt x="126087" y="1005550"/>
                </a:lnTo>
                <a:lnTo>
                  <a:pt x="142857" y="1005550"/>
                </a:lnTo>
                <a:lnTo>
                  <a:pt x="142857" y="920821"/>
                </a:lnTo>
                <a:lnTo>
                  <a:pt x="143478" y="920821"/>
                </a:lnTo>
                <a:lnTo>
                  <a:pt x="166667" y="920821"/>
                </a:lnTo>
                <a:lnTo>
                  <a:pt x="166667" y="786447"/>
                </a:lnTo>
                <a:lnTo>
                  <a:pt x="167391" y="786447"/>
                </a:lnTo>
                <a:lnTo>
                  <a:pt x="173077" y="786447"/>
                </a:lnTo>
                <a:lnTo>
                  <a:pt x="173913" y="774899"/>
                </a:lnTo>
                <a:lnTo>
                  <a:pt x="173913" y="774899"/>
                </a:lnTo>
                <a:lnTo>
                  <a:pt x="187500" y="774899"/>
                </a:lnTo>
                <a:lnTo>
                  <a:pt x="187500" y="764061"/>
                </a:lnTo>
                <a:lnTo>
                  <a:pt x="188406" y="764061"/>
                </a:lnTo>
                <a:lnTo>
                  <a:pt x="194444" y="764061"/>
                </a:lnTo>
                <a:lnTo>
                  <a:pt x="194444" y="739676"/>
                </a:lnTo>
                <a:lnTo>
                  <a:pt x="195652" y="739676"/>
                </a:lnTo>
                <a:lnTo>
                  <a:pt x="250000" y="739676"/>
                </a:lnTo>
                <a:lnTo>
                  <a:pt x="250000" y="563563"/>
                </a:lnTo>
                <a:lnTo>
                  <a:pt x="251087" y="563563"/>
                </a:lnTo>
                <a:lnTo>
                  <a:pt x="270833" y="563563"/>
                </a:lnTo>
                <a:lnTo>
                  <a:pt x="270833" y="549474"/>
                </a:lnTo>
                <a:lnTo>
                  <a:pt x="271739" y="549474"/>
                </a:lnTo>
                <a:lnTo>
                  <a:pt x="300000" y="549474"/>
                </a:lnTo>
                <a:lnTo>
                  <a:pt x="300000" y="520212"/>
                </a:lnTo>
                <a:lnTo>
                  <a:pt x="301282" y="520212"/>
                </a:lnTo>
                <a:lnTo>
                  <a:pt x="307692" y="520212"/>
                </a:lnTo>
                <a:lnTo>
                  <a:pt x="307692" y="513245"/>
                </a:lnTo>
                <a:lnTo>
                  <a:pt x="308696" y="513245"/>
                </a:lnTo>
                <a:lnTo>
                  <a:pt x="312500" y="513245"/>
                </a:lnTo>
                <a:lnTo>
                  <a:pt x="312500" y="486073"/>
                </a:lnTo>
                <a:lnTo>
                  <a:pt x="313043" y="486073"/>
                </a:lnTo>
                <a:lnTo>
                  <a:pt x="325000" y="486073"/>
                </a:lnTo>
                <a:lnTo>
                  <a:pt x="325000" y="475506"/>
                </a:lnTo>
                <a:lnTo>
                  <a:pt x="326087" y="475506"/>
                </a:lnTo>
                <a:lnTo>
                  <a:pt x="333333" y="475506"/>
                </a:lnTo>
                <a:lnTo>
                  <a:pt x="333333" y="422672"/>
                </a:lnTo>
                <a:lnTo>
                  <a:pt x="500000" y="422672"/>
                </a:lnTo>
                <a:lnTo>
                  <a:pt x="500000" y="211336"/>
                </a:lnTo>
                <a:lnTo>
                  <a:pt x="562500" y="211336"/>
                </a:lnTo>
                <a:lnTo>
                  <a:pt x="562500" y="184919"/>
                </a:lnTo>
                <a:lnTo>
                  <a:pt x="583333" y="184919"/>
                </a:lnTo>
                <a:lnTo>
                  <a:pt x="583333" y="180095"/>
                </a:lnTo>
                <a:lnTo>
                  <a:pt x="625000" y="180095"/>
                </a:lnTo>
                <a:lnTo>
                  <a:pt x="625000" y="150954"/>
                </a:lnTo>
                <a:lnTo>
                  <a:pt x="642857" y="150954"/>
                </a:lnTo>
                <a:lnTo>
                  <a:pt x="642857" y="105668"/>
                </a:lnTo>
                <a:lnTo>
                  <a:pt x="750000" y="105668"/>
                </a:lnTo>
                <a:lnTo>
                  <a:pt x="750000" y="74990"/>
                </a:lnTo>
                <a:lnTo>
                  <a:pt x="875000" y="74990"/>
                </a:lnTo>
                <a:lnTo>
                  <a:pt x="875000" y="52834"/>
                </a:lnTo>
                <a:lnTo>
                  <a:pt x="1250000" y="52834"/>
                </a:lnTo>
                <a:lnTo>
                  <a:pt x="1250000" y="42267"/>
                </a:lnTo>
                <a:lnTo>
                  <a:pt x="1500000" y="42267"/>
                </a:lnTo>
                <a:lnTo>
                  <a:pt x="1500000" y="0"/>
                </a:lnTo>
                <a:lnTo>
                  <a:pt x="1500000" y="0"/>
                </a:lnTo>
              </a:path>
            </a:pathLst>
          </a:custGeom>
          <a:noFill/>
          <a:ln w="13335">
            <a:solidFill>
              <a:srgbClr val="3A64C8"/>
            </a:solidFill>
            <a:prstDash val="solid"/>
          </a:ln>
        </p:spPr>
      </p:sp>
      <p:sp>
        <p:nvSpPr>
          <p:cNvPr id="744" name="01_find_only_743">
            <a:extLst>
              <a:ext uri="{FF2B5EF4-FFF2-40B4-BE49-F238E27FC236}">
                <a16:creationId xmlns:a16="http://schemas.microsoft.com/office/drawing/2014/main" id="{6CA53177-6B02-45EC-AEEA-D7D9D07EAFEA}"/>
              </a:ext>
            </a:extLst>
          </p:cNvPr>
          <p:cNvSpPr>
            <a:spLocks noGrp="1"/>
          </p:cNvSpPr>
          <p:nvPr/>
        </p:nvSpPr>
        <p:spPr>
          <a:xfrm>
            <a:off x="2271238" y="3786880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745" name="01_find_only_744">
            <a:extLst>
              <a:ext uri="{FF2B5EF4-FFF2-40B4-BE49-F238E27FC236}">
                <a16:creationId xmlns:a16="http://schemas.microsoft.com/office/drawing/2014/main" id="{84589AEF-7579-42B8-948B-7322B7A20C26}"/>
              </a:ext>
            </a:extLst>
          </p:cNvPr>
          <p:cNvSpPr>
            <a:spLocks noGrp="1"/>
          </p:cNvSpPr>
          <p:nvPr/>
        </p:nvSpPr>
        <p:spPr>
          <a:xfrm>
            <a:off x="2525877" y="3334808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746" name="01_find_only_745">
            <a:extLst>
              <a:ext uri="{FF2B5EF4-FFF2-40B4-BE49-F238E27FC236}">
                <a16:creationId xmlns:a16="http://schemas.microsoft.com/office/drawing/2014/main" id="{E5DAC7B3-E0CA-4991-9C23-8FCA4030FDF0}"/>
              </a:ext>
            </a:extLst>
          </p:cNvPr>
          <p:cNvSpPr>
            <a:spLocks noGrp="1"/>
          </p:cNvSpPr>
          <p:nvPr/>
        </p:nvSpPr>
        <p:spPr>
          <a:xfrm>
            <a:off x="3035155" y="3276505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747" name="01_find_only_746">
            <a:extLst>
              <a:ext uri="{FF2B5EF4-FFF2-40B4-BE49-F238E27FC236}">
                <a16:creationId xmlns:a16="http://schemas.microsoft.com/office/drawing/2014/main" id="{77CBD04C-DB0E-459A-BE42-902FDD5EC56C}"/>
              </a:ext>
            </a:extLst>
          </p:cNvPr>
          <p:cNvSpPr>
            <a:spLocks noGrp="1"/>
          </p:cNvSpPr>
          <p:nvPr/>
        </p:nvSpPr>
        <p:spPr>
          <a:xfrm>
            <a:off x="3544432" y="3266155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748" name="01_find_only_747">
            <a:extLst>
              <a:ext uri="{FF2B5EF4-FFF2-40B4-BE49-F238E27FC236}">
                <a16:creationId xmlns:a16="http://schemas.microsoft.com/office/drawing/2014/main" id="{6986E5B9-3D4C-4528-8B19-6DC71B7FE4E5}"/>
              </a:ext>
            </a:extLst>
          </p:cNvPr>
          <p:cNvSpPr>
            <a:spLocks noGrp="1"/>
          </p:cNvSpPr>
          <p:nvPr/>
        </p:nvSpPr>
        <p:spPr>
          <a:xfrm>
            <a:off x="2256641" y="3675540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749" name="01_find_only_748">
            <a:extLst>
              <a:ext uri="{FF2B5EF4-FFF2-40B4-BE49-F238E27FC236}">
                <a16:creationId xmlns:a16="http://schemas.microsoft.com/office/drawing/2014/main" id="{694DA40C-0834-49B0-A996-B47A621A8FEE}"/>
              </a:ext>
            </a:extLst>
          </p:cNvPr>
          <p:cNvSpPr>
            <a:spLocks noGrp="1"/>
          </p:cNvSpPr>
          <p:nvPr/>
        </p:nvSpPr>
        <p:spPr>
          <a:xfrm>
            <a:off x="2511280" y="3316777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750" name="01_find_only_749">
            <a:extLst>
              <a:ext uri="{FF2B5EF4-FFF2-40B4-BE49-F238E27FC236}">
                <a16:creationId xmlns:a16="http://schemas.microsoft.com/office/drawing/2014/main" id="{F6A678CC-F83D-4DC0-A2B3-4E968D2332C2}"/>
              </a:ext>
            </a:extLst>
          </p:cNvPr>
          <p:cNvSpPr>
            <a:spLocks noGrp="1"/>
          </p:cNvSpPr>
          <p:nvPr/>
        </p:nvSpPr>
        <p:spPr>
          <a:xfrm>
            <a:off x="3020558" y="3155334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751" name="01_find_only_750">
            <a:extLst>
              <a:ext uri="{FF2B5EF4-FFF2-40B4-BE49-F238E27FC236}">
                <a16:creationId xmlns:a16="http://schemas.microsoft.com/office/drawing/2014/main" id="{2ABC3EE0-B449-481A-A21C-73529D8314E7}"/>
              </a:ext>
            </a:extLst>
          </p:cNvPr>
          <p:cNvSpPr>
            <a:spLocks noGrp="1"/>
          </p:cNvSpPr>
          <p:nvPr/>
        </p:nvSpPr>
        <p:spPr>
          <a:xfrm>
            <a:off x="3529835" y="3101519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752" name="01_find_only_751">
            <a:extLst>
              <a:ext uri="{FF2B5EF4-FFF2-40B4-BE49-F238E27FC236}">
                <a16:creationId xmlns:a16="http://schemas.microsoft.com/office/drawing/2014/main" id="{278C4736-CA00-4EE2-B407-2713E97554F9}"/>
              </a:ext>
            </a:extLst>
          </p:cNvPr>
          <p:cNvSpPr>
            <a:spLocks noGrp="1"/>
          </p:cNvSpPr>
          <p:nvPr/>
        </p:nvSpPr>
        <p:spPr>
          <a:xfrm>
            <a:off x="4184890" y="2858272"/>
            <a:ext cx="1650061" cy="1420700"/>
          </a:xfrm>
          <a:custGeom>
            <a:avLst/>
            <a:gdLst/>
            <a:ahLst/>
            <a:cxnLst/>
            <a:rect l="0" t="0" r="0" b="0"/>
            <a:pathLst>
              <a:path w="1620000" h="1394818">
                <a:moveTo>
                  <a:pt x="0" y="1394818"/>
                </a:moveTo>
                <a:lnTo>
                  <a:pt x="1620000" y="1394818"/>
                </a:lnTo>
                <a:lnTo>
                  <a:pt x="1620000" y="0"/>
                </a:lnTo>
                <a:lnTo>
                  <a:pt x="0" y="0"/>
                </a:lnTo>
                <a:lnTo>
                  <a:pt x="0" y="1394818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753" name="01_find_only_752">
            <a:extLst>
              <a:ext uri="{FF2B5EF4-FFF2-40B4-BE49-F238E27FC236}">
                <a16:creationId xmlns:a16="http://schemas.microsoft.com/office/drawing/2014/main" id="{5E33967C-2C0A-44AC-8C5F-5F6D98851AF3}"/>
              </a:ext>
            </a:extLst>
          </p:cNvPr>
          <p:cNvSpPr>
            <a:spLocks noGrp="1"/>
          </p:cNvSpPr>
          <p:nvPr/>
        </p:nvSpPr>
        <p:spPr>
          <a:xfrm>
            <a:off x="4388601" y="2922850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30000" y="1268016"/>
                </a:moveTo>
                <a:lnTo>
                  <a:pt x="0" y="1268016"/>
                </a:lnTo>
                <a:lnTo>
                  <a:pt x="697" y="1257449"/>
                </a:lnTo>
                <a:lnTo>
                  <a:pt x="2740" y="1246883"/>
                </a:lnTo>
                <a:lnTo>
                  <a:pt x="5991" y="1236316"/>
                </a:lnTo>
                <a:lnTo>
                  <a:pt x="10236" y="1225749"/>
                </a:lnTo>
                <a:lnTo>
                  <a:pt x="15209" y="1215182"/>
                </a:lnTo>
                <a:lnTo>
                  <a:pt x="20619" y="1204615"/>
                </a:lnTo>
                <a:lnTo>
                  <a:pt x="26177" y="1194049"/>
                </a:lnTo>
                <a:lnTo>
                  <a:pt x="31617" y="1183482"/>
                </a:lnTo>
                <a:lnTo>
                  <a:pt x="36723" y="1172915"/>
                </a:lnTo>
                <a:lnTo>
                  <a:pt x="41329" y="1162348"/>
                </a:lnTo>
                <a:lnTo>
                  <a:pt x="45332" y="1151781"/>
                </a:lnTo>
                <a:lnTo>
                  <a:pt x="48685" y="1141215"/>
                </a:lnTo>
                <a:lnTo>
                  <a:pt x="51387" y="1130648"/>
                </a:lnTo>
                <a:lnTo>
                  <a:pt x="53478" y="1120081"/>
                </a:lnTo>
                <a:lnTo>
                  <a:pt x="55020" y="1109514"/>
                </a:lnTo>
                <a:lnTo>
                  <a:pt x="56088" y="1098947"/>
                </a:lnTo>
                <a:lnTo>
                  <a:pt x="56762" y="1088381"/>
                </a:lnTo>
                <a:lnTo>
                  <a:pt x="57115" y="1077814"/>
                </a:lnTo>
                <a:lnTo>
                  <a:pt x="57215" y="1067247"/>
                </a:lnTo>
                <a:lnTo>
                  <a:pt x="57115" y="1056680"/>
                </a:lnTo>
                <a:lnTo>
                  <a:pt x="56858" y="1046113"/>
                </a:lnTo>
                <a:lnTo>
                  <a:pt x="56478" y="1035547"/>
                </a:lnTo>
                <a:lnTo>
                  <a:pt x="55996" y="1024980"/>
                </a:lnTo>
                <a:lnTo>
                  <a:pt x="55431" y="1014413"/>
                </a:lnTo>
                <a:lnTo>
                  <a:pt x="54794" y="1003846"/>
                </a:lnTo>
                <a:lnTo>
                  <a:pt x="54095" y="993279"/>
                </a:lnTo>
                <a:lnTo>
                  <a:pt x="53341" y="982713"/>
                </a:lnTo>
                <a:lnTo>
                  <a:pt x="52538" y="972146"/>
                </a:lnTo>
                <a:lnTo>
                  <a:pt x="51692" y="961579"/>
                </a:lnTo>
                <a:lnTo>
                  <a:pt x="50810" y="951012"/>
                </a:lnTo>
                <a:lnTo>
                  <a:pt x="49901" y="940445"/>
                </a:lnTo>
                <a:lnTo>
                  <a:pt x="48975" y="929879"/>
                </a:lnTo>
                <a:lnTo>
                  <a:pt x="48047" y="919312"/>
                </a:lnTo>
                <a:lnTo>
                  <a:pt x="47131" y="908745"/>
                </a:lnTo>
                <a:lnTo>
                  <a:pt x="46248" y="898178"/>
                </a:lnTo>
                <a:lnTo>
                  <a:pt x="45416" y="887611"/>
                </a:lnTo>
                <a:lnTo>
                  <a:pt x="44654" y="877045"/>
                </a:lnTo>
                <a:lnTo>
                  <a:pt x="43980" y="866478"/>
                </a:lnTo>
                <a:lnTo>
                  <a:pt x="43401" y="855911"/>
                </a:lnTo>
                <a:lnTo>
                  <a:pt x="42919" y="845344"/>
                </a:lnTo>
                <a:lnTo>
                  <a:pt x="42525" y="834777"/>
                </a:lnTo>
                <a:lnTo>
                  <a:pt x="42197" y="824211"/>
                </a:lnTo>
                <a:lnTo>
                  <a:pt x="41901" y="813644"/>
                </a:lnTo>
                <a:lnTo>
                  <a:pt x="41593" y="803077"/>
                </a:lnTo>
                <a:lnTo>
                  <a:pt x="41224" y="792510"/>
                </a:lnTo>
                <a:lnTo>
                  <a:pt x="40737" y="781943"/>
                </a:lnTo>
                <a:lnTo>
                  <a:pt x="40082" y="771377"/>
                </a:lnTo>
                <a:lnTo>
                  <a:pt x="39214" y="760810"/>
                </a:lnTo>
                <a:lnTo>
                  <a:pt x="38104" y="750243"/>
                </a:lnTo>
                <a:lnTo>
                  <a:pt x="36744" y="739676"/>
                </a:lnTo>
                <a:lnTo>
                  <a:pt x="35150" y="729109"/>
                </a:lnTo>
                <a:lnTo>
                  <a:pt x="33370" y="718543"/>
                </a:lnTo>
                <a:lnTo>
                  <a:pt x="31479" y="707976"/>
                </a:lnTo>
                <a:lnTo>
                  <a:pt x="29582" y="697409"/>
                </a:lnTo>
                <a:lnTo>
                  <a:pt x="27806" y="686842"/>
                </a:lnTo>
                <a:lnTo>
                  <a:pt x="26287" y="676275"/>
                </a:lnTo>
                <a:lnTo>
                  <a:pt x="25163" y="665709"/>
                </a:lnTo>
                <a:lnTo>
                  <a:pt x="24558" y="655142"/>
                </a:lnTo>
                <a:lnTo>
                  <a:pt x="24567" y="644575"/>
                </a:lnTo>
                <a:lnTo>
                  <a:pt x="25248" y="634008"/>
                </a:lnTo>
                <a:lnTo>
                  <a:pt x="26613" y="623441"/>
                </a:lnTo>
                <a:lnTo>
                  <a:pt x="28625" y="612874"/>
                </a:lnTo>
                <a:lnTo>
                  <a:pt x="31203" y="602308"/>
                </a:lnTo>
                <a:lnTo>
                  <a:pt x="34229" y="591741"/>
                </a:lnTo>
                <a:lnTo>
                  <a:pt x="37560" y="581174"/>
                </a:lnTo>
                <a:lnTo>
                  <a:pt x="41043" y="570607"/>
                </a:lnTo>
                <a:lnTo>
                  <a:pt x="44528" y="560040"/>
                </a:lnTo>
                <a:lnTo>
                  <a:pt x="47883" y="549474"/>
                </a:lnTo>
                <a:lnTo>
                  <a:pt x="50998" y="538907"/>
                </a:lnTo>
                <a:lnTo>
                  <a:pt x="53798" y="528340"/>
                </a:lnTo>
                <a:lnTo>
                  <a:pt x="56234" y="517773"/>
                </a:lnTo>
                <a:lnTo>
                  <a:pt x="58293" y="507206"/>
                </a:lnTo>
                <a:lnTo>
                  <a:pt x="59982" y="496640"/>
                </a:lnTo>
                <a:lnTo>
                  <a:pt x="61330" y="486073"/>
                </a:lnTo>
                <a:lnTo>
                  <a:pt x="62375" y="475506"/>
                </a:lnTo>
                <a:lnTo>
                  <a:pt x="63165" y="464939"/>
                </a:lnTo>
                <a:lnTo>
                  <a:pt x="63746" y="454372"/>
                </a:lnTo>
                <a:lnTo>
                  <a:pt x="64162" y="443806"/>
                </a:lnTo>
                <a:lnTo>
                  <a:pt x="64453" y="433239"/>
                </a:lnTo>
                <a:lnTo>
                  <a:pt x="64651" y="422672"/>
                </a:lnTo>
                <a:lnTo>
                  <a:pt x="64782" y="412105"/>
                </a:lnTo>
                <a:lnTo>
                  <a:pt x="64867" y="401538"/>
                </a:lnTo>
                <a:lnTo>
                  <a:pt x="64921" y="390972"/>
                </a:lnTo>
                <a:lnTo>
                  <a:pt x="64954" y="380405"/>
                </a:lnTo>
                <a:lnTo>
                  <a:pt x="64974" y="369838"/>
                </a:lnTo>
                <a:lnTo>
                  <a:pt x="64985" y="359271"/>
                </a:lnTo>
                <a:lnTo>
                  <a:pt x="64992" y="348704"/>
                </a:lnTo>
                <a:lnTo>
                  <a:pt x="64996" y="338138"/>
                </a:lnTo>
                <a:lnTo>
                  <a:pt x="64998" y="327571"/>
                </a:lnTo>
                <a:lnTo>
                  <a:pt x="64999" y="317004"/>
                </a:lnTo>
                <a:lnTo>
                  <a:pt x="64999" y="306437"/>
                </a:lnTo>
                <a:lnTo>
                  <a:pt x="65000" y="295870"/>
                </a:lnTo>
                <a:lnTo>
                  <a:pt x="65000" y="285304"/>
                </a:lnTo>
                <a:lnTo>
                  <a:pt x="65000" y="274737"/>
                </a:lnTo>
                <a:lnTo>
                  <a:pt x="65000" y="264170"/>
                </a:lnTo>
                <a:lnTo>
                  <a:pt x="65000" y="253603"/>
                </a:lnTo>
                <a:lnTo>
                  <a:pt x="65000" y="243036"/>
                </a:lnTo>
                <a:lnTo>
                  <a:pt x="65000" y="232470"/>
                </a:lnTo>
                <a:lnTo>
                  <a:pt x="65000" y="221903"/>
                </a:lnTo>
                <a:lnTo>
                  <a:pt x="65000" y="211336"/>
                </a:lnTo>
                <a:lnTo>
                  <a:pt x="65000" y="200769"/>
                </a:lnTo>
                <a:lnTo>
                  <a:pt x="65000" y="190202"/>
                </a:lnTo>
                <a:lnTo>
                  <a:pt x="65000" y="179636"/>
                </a:lnTo>
                <a:lnTo>
                  <a:pt x="65000" y="169069"/>
                </a:lnTo>
                <a:lnTo>
                  <a:pt x="65000" y="158502"/>
                </a:lnTo>
                <a:lnTo>
                  <a:pt x="65000" y="147935"/>
                </a:lnTo>
                <a:lnTo>
                  <a:pt x="65000" y="137368"/>
                </a:lnTo>
                <a:lnTo>
                  <a:pt x="65000" y="126802"/>
                </a:lnTo>
                <a:lnTo>
                  <a:pt x="65000" y="116235"/>
                </a:lnTo>
                <a:lnTo>
                  <a:pt x="65000" y="105668"/>
                </a:lnTo>
                <a:lnTo>
                  <a:pt x="65000" y="95101"/>
                </a:lnTo>
                <a:lnTo>
                  <a:pt x="65000" y="84534"/>
                </a:lnTo>
                <a:lnTo>
                  <a:pt x="65000" y="73968"/>
                </a:lnTo>
                <a:lnTo>
                  <a:pt x="65000" y="63401"/>
                </a:lnTo>
                <a:lnTo>
                  <a:pt x="65000" y="52834"/>
                </a:lnTo>
                <a:lnTo>
                  <a:pt x="65000" y="42267"/>
                </a:lnTo>
                <a:lnTo>
                  <a:pt x="65000" y="31700"/>
                </a:lnTo>
                <a:lnTo>
                  <a:pt x="65000" y="21134"/>
                </a:lnTo>
                <a:lnTo>
                  <a:pt x="65000" y="10567"/>
                </a:lnTo>
                <a:lnTo>
                  <a:pt x="65000" y="0"/>
                </a:lnTo>
                <a:lnTo>
                  <a:pt x="65000" y="0"/>
                </a:lnTo>
                <a:lnTo>
                  <a:pt x="65000" y="0"/>
                </a:lnTo>
                <a:lnTo>
                  <a:pt x="65000" y="10567"/>
                </a:lnTo>
                <a:lnTo>
                  <a:pt x="65000" y="21134"/>
                </a:lnTo>
                <a:lnTo>
                  <a:pt x="65000" y="31700"/>
                </a:lnTo>
                <a:lnTo>
                  <a:pt x="65000" y="42267"/>
                </a:lnTo>
                <a:lnTo>
                  <a:pt x="65000" y="52834"/>
                </a:lnTo>
                <a:lnTo>
                  <a:pt x="65000" y="63401"/>
                </a:lnTo>
                <a:lnTo>
                  <a:pt x="65000" y="73968"/>
                </a:lnTo>
                <a:lnTo>
                  <a:pt x="65000" y="84534"/>
                </a:lnTo>
                <a:lnTo>
                  <a:pt x="65000" y="95101"/>
                </a:lnTo>
                <a:lnTo>
                  <a:pt x="65000" y="105668"/>
                </a:lnTo>
                <a:lnTo>
                  <a:pt x="65000" y="116235"/>
                </a:lnTo>
                <a:lnTo>
                  <a:pt x="65000" y="126802"/>
                </a:lnTo>
                <a:lnTo>
                  <a:pt x="65000" y="137368"/>
                </a:lnTo>
                <a:lnTo>
                  <a:pt x="65000" y="147935"/>
                </a:lnTo>
                <a:lnTo>
                  <a:pt x="65000" y="158502"/>
                </a:lnTo>
                <a:lnTo>
                  <a:pt x="65000" y="169069"/>
                </a:lnTo>
                <a:lnTo>
                  <a:pt x="65000" y="179636"/>
                </a:lnTo>
                <a:lnTo>
                  <a:pt x="65000" y="190202"/>
                </a:lnTo>
                <a:lnTo>
                  <a:pt x="65000" y="200769"/>
                </a:lnTo>
                <a:lnTo>
                  <a:pt x="65000" y="211336"/>
                </a:lnTo>
                <a:lnTo>
                  <a:pt x="65000" y="221903"/>
                </a:lnTo>
                <a:lnTo>
                  <a:pt x="65000" y="232470"/>
                </a:lnTo>
                <a:lnTo>
                  <a:pt x="65000" y="243036"/>
                </a:lnTo>
                <a:lnTo>
                  <a:pt x="65000" y="253603"/>
                </a:lnTo>
                <a:lnTo>
                  <a:pt x="65000" y="264170"/>
                </a:lnTo>
                <a:lnTo>
                  <a:pt x="65000" y="274737"/>
                </a:lnTo>
                <a:lnTo>
                  <a:pt x="65000" y="285304"/>
                </a:lnTo>
                <a:lnTo>
                  <a:pt x="65000" y="295870"/>
                </a:lnTo>
                <a:lnTo>
                  <a:pt x="65001" y="306437"/>
                </a:lnTo>
                <a:lnTo>
                  <a:pt x="65001" y="317004"/>
                </a:lnTo>
                <a:lnTo>
                  <a:pt x="65002" y="327571"/>
                </a:lnTo>
                <a:lnTo>
                  <a:pt x="65004" y="338138"/>
                </a:lnTo>
                <a:lnTo>
                  <a:pt x="65008" y="348704"/>
                </a:lnTo>
                <a:lnTo>
                  <a:pt x="65015" y="359271"/>
                </a:lnTo>
                <a:lnTo>
                  <a:pt x="65026" y="369838"/>
                </a:lnTo>
                <a:lnTo>
                  <a:pt x="65046" y="380405"/>
                </a:lnTo>
                <a:lnTo>
                  <a:pt x="65079" y="390972"/>
                </a:lnTo>
                <a:lnTo>
                  <a:pt x="65133" y="401538"/>
                </a:lnTo>
                <a:lnTo>
                  <a:pt x="65218" y="412105"/>
                </a:lnTo>
                <a:lnTo>
                  <a:pt x="65349" y="422672"/>
                </a:lnTo>
                <a:lnTo>
                  <a:pt x="65547" y="433239"/>
                </a:lnTo>
                <a:lnTo>
                  <a:pt x="65838" y="443806"/>
                </a:lnTo>
                <a:lnTo>
                  <a:pt x="66254" y="454372"/>
                </a:lnTo>
                <a:lnTo>
                  <a:pt x="66835" y="464939"/>
                </a:lnTo>
                <a:lnTo>
                  <a:pt x="67625" y="475506"/>
                </a:lnTo>
                <a:lnTo>
                  <a:pt x="68670" y="486073"/>
                </a:lnTo>
                <a:lnTo>
                  <a:pt x="70018" y="496640"/>
                </a:lnTo>
                <a:lnTo>
                  <a:pt x="71707" y="507206"/>
                </a:lnTo>
                <a:lnTo>
                  <a:pt x="73766" y="517773"/>
                </a:lnTo>
                <a:lnTo>
                  <a:pt x="76202" y="528340"/>
                </a:lnTo>
                <a:lnTo>
                  <a:pt x="79002" y="538907"/>
                </a:lnTo>
                <a:lnTo>
                  <a:pt x="82117" y="549474"/>
                </a:lnTo>
                <a:lnTo>
                  <a:pt x="85472" y="560040"/>
                </a:lnTo>
                <a:lnTo>
                  <a:pt x="88958" y="570607"/>
                </a:lnTo>
                <a:lnTo>
                  <a:pt x="92440" y="581174"/>
                </a:lnTo>
                <a:lnTo>
                  <a:pt x="95771" y="591741"/>
                </a:lnTo>
                <a:lnTo>
                  <a:pt x="98797" y="602308"/>
                </a:lnTo>
                <a:lnTo>
                  <a:pt x="101375" y="612874"/>
                </a:lnTo>
                <a:lnTo>
                  <a:pt x="103387" y="623441"/>
                </a:lnTo>
                <a:lnTo>
                  <a:pt x="104752" y="634008"/>
                </a:lnTo>
                <a:lnTo>
                  <a:pt x="105433" y="644575"/>
                </a:lnTo>
                <a:lnTo>
                  <a:pt x="105442" y="655142"/>
                </a:lnTo>
                <a:lnTo>
                  <a:pt x="104837" y="665709"/>
                </a:lnTo>
                <a:lnTo>
                  <a:pt x="103713" y="676275"/>
                </a:lnTo>
                <a:lnTo>
                  <a:pt x="102194" y="686842"/>
                </a:lnTo>
                <a:lnTo>
                  <a:pt x="100418" y="697409"/>
                </a:lnTo>
                <a:lnTo>
                  <a:pt x="98521" y="707976"/>
                </a:lnTo>
                <a:lnTo>
                  <a:pt x="96630" y="718543"/>
                </a:lnTo>
                <a:lnTo>
                  <a:pt x="94850" y="729109"/>
                </a:lnTo>
                <a:lnTo>
                  <a:pt x="93256" y="739676"/>
                </a:lnTo>
                <a:lnTo>
                  <a:pt x="91896" y="750243"/>
                </a:lnTo>
                <a:lnTo>
                  <a:pt x="90786" y="760810"/>
                </a:lnTo>
                <a:lnTo>
                  <a:pt x="89918" y="771377"/>
                </a:lnTo>
                <a:lnTo>
                  <a:pt x="89263" y="781943"/>
                </a:lnTo>
                <a:lnTo>
                  <a:pt x="88776" y="792510"/>
                </a:lnTo>
                <a:lnTo>
                  <a:pt x="88407" y="803077"/>
                </a:lnTo>
                <a:lnTo>
                  <a:pt x="88099" y="813644"/>
                </a:lnTo>
                <a:lnTo>
                  <a:pt x="87803" y="824211"/>
                </a:lnTo>
                <a:lnTo>
                  <a:pt x="87475" y="834777"/>
                </a:lnTo>
                <a:lnTo>
                  <a:pt x="87081" y="845344"/>
                </a:lnTo>
                <a:lnTo>
                  <a:pt x="86599" y="855911"/>
                </a:lnTo>
                <a:lnTo>
                  <a:pt x="86020" y="866478"/>
                </a:lnTo>
                <a:lnTo>
                  <a:pt x="85346" y="877045"/>
                </a:lnTo>
                <a:lnTo>
                  <a:pt x="84584" y="887611"/>
                </a:lnTo>
                <a:lnTo>
                  <a:pt x="83752" y="898178"/>
                </a:lnTo>
                <a:lnTo>
                  <a:pt x="82869" y="908745"/>
                </a:lnTo>
                <a:lnTo>
                  <a:pt x="81953" y="919312"/>
                </a:lnTo>
                <a:lnTo>
                  <a:pt x="81025" y="929879"/>
                </a:lnTo>
                <a:lnTo>
                  <a:pt x="80099" y="940445"/>
                </a:lnTo>
                <a:lnTo>
                  <a:pt x="79190" y="951012"/>
                </a:lnTo>
                <a:lnTo>
                  <a:pt x="78308" y="961579"/>
                </a:lnTo>
                <a:lnTo>
                  <a:pt x="77462" y="972146"/>
                </a:lnTo>
                <a:lnTo>
                  <a:pt x="76659" y="982713"/>
                </a:lnTo>
                <a:lnTo>
                  <a:pt x="75905" y="993279"/>
                </a:lnTo>
                <a:lnTo>
                  <a:pt x="75206" y="1003846"/>
                </a:lnTo>
                <a:lnTo>
                  <a:pt x="74569" y="1014413"/>
                </a:lnTo>
                <a:lnTo>
                  <a:pt x="74004" y="1024980"/>
                </a:lnTo>
                <a:lnTo>
                  <a:pt x="73522" y="1035547"/>
                </a:lnTo>
                <a:lnTo>
                  <a:pt x="73142" y="1046113"/>
                </a:lnTo>
                <a:lnTo>
                  <a:pt x="72885" y="1056680"/>
                </a:lnTo>
                <a:lnTo>
                  <a:pt x="72785" y="1067247"/>
                </a:lnTo>
                <a:lnTo>
                  <a:pt x="72885" y="1077814"/>
                </a:lnTo>
                <a:lnTo>
                  <a:pt x="73238" y="1088381"/>
                </a:lnTo>
                <a:lnTo>
                  <a:pt x="73912" y="1098947"/>
                </a:lnTo>
                <a:lnTo>
                  <a:pt x="74980" y="1109514"/>
                </a:lnTo>
                <a:lnTo>
                  <a:pt x="76522" y="1120081"/>
                </a:lnTo>
                <a:lnTo>
                  <a:pt x="78613" y="1130648"/>
                </a:lnTo>
                <a:lnTo>
                  <a:pt x="81315" y="1141215"/>
                </a:lnTo>
                <a:lnTo>
                  <a:pt x="84668" y="1151781"/>
                </a:lnTo>
                <a:lnTo>
                  <a:pt x="88671" y="1162348"/>
                </a:lnTo>
                <a:lnTo>
                  <a:pt x="93277" y="1172915"/>
                </a:lnTo>
                <a:lnTo>
                  <a:pt x="98383" y="1183482"/>
                </a:lnTo>
                <a:lnTo>
                  <a:pt x="103823" y="1194049"/>
                </a:lnTo>
                <a:lnTo>
                  <a:pt x="109381" y="1204615"/>
                </a:lnTo>
                <a:lnTo>
                  <a:pt x="114791" y="1215182"/>
                </a:lnTo>
                <a:lnTo>
                  <a:pt x="119764" y="1225749"/>
                </a:lnTo>
                <a:lnTo>
                  <a:pt x="124009" y="1236316"/>
                </a:lnTo>
                <a:lnTo>
                  <a:pt x="127260" y="1246883"/>
                </a:lnTo>
                <a:lnTo>
                  <a:pt x="129303" y="1257449"/>
                </a:lnTo>
                <a:lnTo>
                  <a:pt x="130000" y="1268016"/>
                </a:lnTo>
                <a:lnTo>
                  <a:pt x="130000" y="1268016"/>
                </a:lnTo>
                <a:close/>
              </a:path>
            </a:pathLst>
          </a:custGeom>
          <a:solidFill>
            <a:srgbClr val="596BC0">
              <a:alpha val="12000"/>
            </a:srgbClr>
          </a:solidFill>
          <a:ln w="6985">
            <a:solidFill>
              <a:srgbClr val="596BC0">
                <a:alpha val="12000"/>
              </a:srgbClr>
            </a:solidFill>
            <a:prstDash val="solid"/>
          </a:ln>
        </p:spPr>
      </p:sp>
      <p:sp>
        <p:nvSpPr>
          <p:cNvPr id="754" name="01_find_only_753">
            <a:extLst>
              <a:ext uri="{FF2B5EF4-FFF2-40B4-BE49-F238E27FC236}">
                <a16:creationId xmlns:a16="http://schemas.microsoft.com/office/drawing/2014/main" id="{0EDA5066-0F85-4659-98BC-11D3AE998F5E}"/>
              </a:ext>
            </a:extLst>
          </p:cNvPr>
          <p:cNvSpPr>
            <a:spLocks noGrp="1"/>
          </p:cNvSpPr>
          <p:nvPr/>
        </p:nvSpPr>
        <p:spPr>
          <a:xfrm>
            <a:off x="4643240" y="2922850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06859" y="1268016"/>
                </a:moveTo>
                <a:lnTo>
                  <a:pt x="23141" y="1268016"/>
                </a:lnTo>
                <a:lnTo>
                  <a:pt x="23581" y="1257449"/>
                </a:lnTo>
                <a:lnTo>
                  <a:pt x="24871" y="1246883"/>
                </a:lnTo>
                <a:lnTo>
                  <a:pt x="26925" y="1236316"/>
                </a:lnTo>
                <a:lnTo>
                  <a:pt x="29609" y="1225749"/>
                </a:lnTo>
                <a:lnTo>
                  <a:pt x="32758" y="1215182"/>
                </a:lnTo>
                <a:lnTo>
                  <a:pt x="36188" y="1204615"/>
                </a:lnTo>
                <a:lnTo>
                  <a:pt x="39719" y="1194049"/>
                </a:lnTo>
                <a:lnTo>
                  <a:pt x="43183" y="1183482"/>
                </a:lnTo>
                <a:lnTo>
                  <a:pt x="46443" y="1172915"/>
                </a:lnTo>
                <a:lnTo>
                  <a:pt x="49393" y="1162348"/>
                </a:lnTo>
                <a:lnTo>
                  <a:pt x="51967" y="1151781"/>
                </a:lnTo>
                <a:lnTo>
                  <a:pt x="54130" y="1141215"/>
                </a:lnTo>
                <a:lnTo>
                  <a:pt x="55882" y="1130648"/>
                </a:lnTo>
                <a:lnTo>
                  <a:pt x="57241" y="1120081"/>
                </a:lnTo>
                <a:lnTo>
                  <a:pt x="58243" y="1109514"/>
                </a:lnTo>
                <a:lnTo>
                  <a:pt x="58933" y="1098947"/>
                </a:lnTo>
                <a:lnTo>
                  <a:pt x="59357" y="1088381"/>
                </a:lnTo>
                <a:lnTo>
                  <a:pt x="59557" y="1077814"/>
                </a:lnTo>
                <a:lnTo>
                  <a:pt x="59573" y="1067247"/>
                </a:lnTo>
                <a:lnTo>
                  <a:pt x="59438" y="1056680"/>
                </a:lnTo>
                <a:lnTo>
                  <a:pt x="59177" y="1046113"/>
                </a:lnTo>
                <a:lnTo>
                  <a:pt x="58811" y="1035547"/>
                </a:lnTo>
                <a:lnTo>
                  <a:pt x="58357" y="1024980"/>
                </a:lnTo>
                <a:lnTo>
                  <a:pt x="57829" y="1014413"/>
                </a:lnTo>
                <a:lnTo>
                  <a:pt x="57241" y="1003846"/>
                </a:lnTo>
                <a:lnTo>
                  <a:pt x="56602" y="993279"/>
                </a:lnTo>
                <a:lnTo>
                  <a:pt x="55923" y="982713"/>
                </a:lnTo>
                <a:lnTo>
                  <a:pt x="55216" y="972146"/>
                </a:lnTo>
                <a:lnTo>
                  <a:pt x="54491" y="961579"/>
                </a:lnTo>
                <a:lnTo>
                  <a:pt x="53758" y="951012"/>
                </a:lnTo>
                <a:lnTo>
                  <a:pt x="53030" y="940445"/>
                </a:lnTo>
                <a:lnTo>
                  <a:pt x="52319" y="929879"/>
                </a:lnTo>
                <a:lnTo>
                  <a:pt x="51639" y="919312"/>
                </a:lnTo>
                <a:lnTo>
                  <a:pt x="51008" y="908745"/>
                </a:lnTo>
                <a:lnTo>
                  <a:pt x="50442" y="898178"/>
                </a:lnTo>
                <a:lnTo>
                  <a:pt x="49960" y="887611"/>
                </a:lnTo>
                <a:lnTo>
                  <a:pt x="49576" y="877045"/>
                </a:lnTo>
                <a:lnTo>
                  <a:pt x="49302" y="866478"/>
                </a:lnTo>
                <a:lnTo>
                  <a:pt x="49145" y="855911"/>
                </a:lnTo>
                <a:lnTo>
                  <a:pt x="49099" y="845344"/>
                </a:lnTo>
                <a:lnTo>
                  <a:pt x="49152" y="834777"/>
                </a:lnTo>
                <a:lnTo>
                  <a:pt x="49277" y="824211"/>
                </a:lnTo>
                <a:lnTo>
                  <a:pt x="49438" y="813644"/>
                </a:lnTo>
                <a:lnTo>
                  <a:pt x="49590" y="803077"/>
                </a:lnTo>
                <a:lnTo>
                  <a:pt x="49682" y="792510"/>
                </a:lnTo>
                <a:lnTo>
                  <a:pt x="49657" y="781943"/>
                </a:lnTo>
                <a:lnTo>
                  <a:pt x="49466" y="771377"/>
                </a:lnTo>
                <a:lnTo>
                  <a:pt x="49064" y="760810"/>
                </a:lnTo>
                <a:lnTo>
                  <a:pt x="48418" y="750243"/>
                </a:lnTo>
                <a:lnTo>
                  <a:pt x="47514" y="739676"/>
                </a:lnTo>
                <a:lnTo>
                  <a:pt x="46358" y="729109"/>
                </a:lnTo>
                <a:lnTo>
                  <a:pt x="44979" y="718543"/>
                </a:lnTo>
                <a:lnTo>
                  <a:pt x="43429" y="707976"/>
                </a:lnTo>
                <a:lnTo>
                  <a:pt x="41784" y="697409"/>
                </a:lnTo>
                <a:lnTo>
                  <a:pt x="40132" y="686842"/>
                </a:lnTo>
                <a:lnTo>
                  <a:pt x="38577" y="676275"/>
                </a:lnTo>
                <a:lnTo>
                  <a:pt x="37220" y="665709"/>
                </a:lnTo>
                <a:lnTo>
                  <a:pt x="36156" y="655142"/>
                </a:lnTo>
                <a:lnTo>
                  <a:pt x="35460" y="644575"/>
                </a:lnTo>
                <a:lnTo>
                  <a:pt x="35182" y="634008"/>
                </a:lnTo>
                <a:lnTo>
                  <a:pt x="35339" y="623441"/>
                </a:lnTo>
                <a:lnTo>
                  <a:pt x="35916" y="612874"/>
                </a:lnTo>
                <a:lnTo>
                  <a:pt x="36862" y="602308"/>
                </a:lnTo>
                <a:lnTo>
                  <a:pt x="38099" y="591741"/>
                </a:lnTo>
                <a:lnTo>
                  <a:pt x="39530" y="581174"/>
                </a:lnTo>
                <a:lnTo>
                  <a:pt x="41046" y="570607"/>
                </a:lnTo>
                <a:lnTo>
                  <a:pt x="42538" y="560040"/>
                </a:lnTo>
                <a:lnTo>
                  <a:pt x="43908" y="549474"/>
                </a:lnTo>
                <a:lnTo>
                  <a:pt x="45074" y="538907"/>
                </a:lnTo>
                <a:lnTo>
                  <a:pt x="45977" y="528340"/>
                </a:lnTo>
                <a:lnTo>
                  <a:pt x="46588" y="517773"/>
                </a:lnTo>
                <a:lnTo>
                  <a:pt x="46904" y="507206"/>
                </a:lnTo>
                <a:lnTo>
                  <a:pt x="46947" y="496640"/>
                </a:lnTo>
                <a:lnTo>
                  <a:pt x="46763" y="486073"/>
                </a:lnTo>
                <a:lnTo>
                  <a:pt x="46413" y="475506"/>
                </a:lnTo>
                <a:lnTo>
                  <a:pt x="45969" y="464939"/>
                </a:lnTo>
                <a:lnTo>
                  <a:pt x="45503" y="454372"/>
                </a:lnTo>
                <a:lnTo>
                  <a:pt x="45085" y="443806"/>
                </a:lnTo>
                <a:lnTo>
                  <a:pt x="44772" y="433239"/>
                </a:lnTo>
                <a:lnTo>
                  <a:pt x="44606" y="422672"/>
                </a:lnTo>
                <a:lnTo>
                  <a:pt x="44613" y="412105"/>
                </a:lnTo>
                <a:lnTo>
                  <a:pt x="44799" y="401538"/>
                </a:lnTo>
                <a:lnTo>
                  <a:pt x="45154" y="390972"/>
                </a:lnTo>
                <a:lnTo>
                  <a:pt x="45657" y="380405"/>
                </a:lnTo>
                <a:lnTo>
                  <a:pt x="46277" y="369838"/>
                </a:lnTo>
                <a:lnTo>
                  <a:pt x="46981" y="359271"/>
                </a:lnTo>
                <a:lnTo>
                  <a:pt x="47736" y="348704"/>
                </a:lnTo>
                <a:lnTo>
                  <a:pt x="48514" y="338138"/>
                </a:lnTo>
                <a:lnTo>
                  <a:pt x="49293" y="327571"/>
                </a:lnTo>
                <a:lnTo>
                  <a:pt x="50057" y="317004"/>
                </a:lnTo>
                <a:lnTo>
                  <a:pt x="50798" y="306437"/>
                </a:lnTo>
                <a:lnTo>
                  <a:pt x="51511" y="295870"/>
                </a:lnTo>
                <a:lnTo>
                  <a:pt x="52195" y="285304"/>
                </a:lnTo>
                <a:lnTo>
                  <a:pt x="52848" y="274737"/>
                </a:lnTo>
                <a:lnTo>
                  <a:pt x="53468" y="264170"/>
                </a:lnTo>
                <a:lnTo>
                  <a:pt x="54051" y="253603"/>
                </a:lnTo>
                <a:lnTo>
                  <a:pt x="54586" y="243036"/>
                </a:lnTo>
                <a:lnTo>
                  <a:pt x="55060" y="232470"/>
                </a:lnTo>
                <a:lnTo>
                  <a:pt x="55453" y="221903"/>
                </a:lnTo>
                <a:lnTo>
                  <a:pt x="55735" y="211336"/>
                </a:lnTo>
                <a:lnTo>
                  <a:pt x="55870" y="200769"/>
                </a:lnTo>
                <a:lnTo>
                  <a:pt x="55811" y="190202"/>
                </a:lnTo>
                <a:lnTo>
                  <a:pt x="55501" y="179636"/>
                </a:lnTo>
                <a:lnTo>
                  <a:pt x="54873" y="169069"/>
                </a:lnTo>
                <a:lnTo>
                  <a:pt x="53854" y="158502"/>
                </a:lnTo>
                <a:lnTo>
                  <a:pt x="52367" y="147935"/>
                </a:lnTo>
                <a:lnTo>
                  <a:pt x="50338" y="137368"/>
                </a:lnTo>
                <a:lnTo>
                  <a:pt x="47707" y="126802"/>
                </a:lnTo>
                <a:lnTo>
                  <a:pt x="44438" y="116235"/>
                </a:lnTo>
                <a:lnTo>
                  <a:pt x="40529" y="105668"/>
                </a:lnTo>
                <a:lnTo>
                  <a:pt x="36027" y="95101"/>
                </a:lnTo>
                <a:lnTo>
                  <a:pt x="31032" y="84534"/>
                </a:lnTo>
                <a:lnTo>
                  <a:pt x="25703" y="73968"/>
                </a:lnTo>
                <a:lnTo>
                  <a:pt x="20255" y="63401"/>
                </a:lnTo>
                <a:lnTo>
                  <a:pt x="14947" y="52834"/>
                </a:lnTo>
                <a:lnTo>
                  <a:pt x="10063" y="42267"/>
                </a:lnTo>
                <a:lnTo>
                  <a:pt x="5891" y="31700"/>
                </a:lnTo>
                <a:lnTo>
                  <a:pt x="2695" y="21134"/>
                </a:lnTo>
                <a:lnTo>
                  <a:pt x="686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314" y="10567"/>
                </a:lnTo>
                <a:lnTo>
                  <a:pt x="127305" y="21134"/>
                </a:lnTo>
                <a:lnTo>
                  <a:pt x="124109" y="31700"/>
                </a:lnTo>
                <a:lnTo>
                  <a:pt x="119937" y="42267"/>
                </a:lnTo>
                <a:lnTo>
                  <a:pt x="115053" y="52834"/>
                </a:lnTo>
                <a:lnTo>
                  <a:pt x="109745" y="63401"/>
                </a:lnTo>
                <a:lnTo>
                  <a:pt x="104297" y="73968"/>
                </a:lnTo>
                <a:lnTo>
                  <a:pt x="98968" y="84534"/>
                </a:lnTo>
                <a:lnTo>
                  <a:pt x="93973" y="95101"/>
                </a:lnTo>
                <a:lnTo>
                  <a:pt x="89471" y="105668"/>
                </a:lnTo>
                <a:lnTo>
                  <a:pt x="85562" y="116235"/>
                </a:lnTo>
                <a:lnTo>
                  <a:pt x="82293" y="126802"/>
                </a:lnTo>
                <a:lnTo>
                  <a:pt x="79662" y="137368"/>
                </a:lnTo>
                <a:lnTo>
                  <a:pt x="77633" y="147935"/>
                </a:lnTo>
                <a:lnTo>
                  <a:pt x="76146" y="158502"/>
                </a:lnTo>
                <a:lnTo>
                  <a:pt x="75127" y="169069"/>
                </a:lnTo>
                <a:lnTo>
                  <a:pt x="74499" y="179636"/>
                </a:lnTo>
                <a:lnTo>
                  <a:pt x="74189" y="190202"/>
                </a:lnTo>
                <a:lnTo>
                  <a:pt x="74130" y="200769"/>
                </a:lnTo>
                <a:lnTo>
                  <a:pt x="74265" y="211336"/>
                </a:lnTo>
                <a:lnTo>
                  <a:pt x="74547" y="221903"/>
                </a:lnTo>
                <a:lnTo>
                  <a:pt x="74940" y="232470"/>
                </a:lnTo>
                <a:lnTo>
                  <a:pt x="75414" y="243036"/>
                </a:lnTo>
                <a:lnTo>
                  <a:pt x="75949" y="253603"/>
                </a:lnTo>
                <a:lnTo>
                  <a:pt x="76532" y="264170"/>
                </a:lnTo>
                <a:lnTo>
                  <a:pt x="77152" y="274737"/>
                </a:lnTo>
                <a:lnTo>
                  <a:pt x="77805" y="285304"/>
                </a:lnTo>
                <a:lnTo>
                  <a:pt x="78489" y="295870"/>
                </a:lnTo>
                <a:lnTo>
                  <a:pt x="79202" y="306437"/>
                </a:lnTo>
                <a:lnTo>
                  <a:pt x="79943" y="317004"/>
                </a:lnTo>
                <a:lnTo>
                  <a:pt x="80707" y="327571"/>
                </a:lnTo>
                <a:lnTo>
                  <a:pt x="81486" y="338138"/>
                </a:lnTo>
                <a:lnTo>
                  <a:pt x="82264" y="348704"/>
                </a:lnTo>
                <a:lnTo>
                  <a:pt x="83019" y="359271"/>
                </a:lnTo>
                <a:lnTo>
                  <a:pt x="83723" y="369838"/>
                </a:lnTo>
                <a:lnTo>
                  <a:pt x="84343" y="380405"/>
                </a:lnTo>
                <a:lnTo>
                  <a:pt x="84846" y="390972"/>
                </a:lnTo>
                <a:lnTo>
                  <a:pt x="85201" y="401538"/>
                </a:lnTo>
                <a:lnTo>
                  <a:pt x="85387" y="412105"/>
                </a:lnTo>
                <a:lnTo>
                  <a:pt x="85394" y="422672"/>
                </a:lnTo>
                <a:lnTo>
                  <a:pt x="85228" y="433239"/>
                </a:lnTo>
                <a:lnTo>
                  <a:pt x="84915" y="443806"/>
                </a:lnTo>
                <a:lnTo>
                  <a:pt x="84497" y="454372"/>
                </a:lnTo>
                <a:lnTo>
                  <a:pt x="84031" y="464939"/>
                </a:lnTo>
                <a:lnTo>
                  <a:pt x="83587" y="475506"/>
                </a:lnTo>
                <a:lnTo>
                  <a:pt x="83237" y="486073"/>
                </a:lnTo>
                <a:lnTo>
                  <a:pt x="83053" y="496640"/>
                </a:lnTo>
                <a:lnTo>
                  <a:pt x="83096" y="507206"/>
                </a:lnTo>
                <a:lnTo>
                  <a:pt x="83412" y="517773"/>
                </a:lnTo>
                <a:lnTo>
                  <a:pt x="84023" y="528340"/>
                </a:lnTo>
                <a:lnTo>
                  <a:pt x="84926" y="538907"/>
                </a:lnTo>
                <a:lnTo>
                  <a:pt x="86092" y="549474"/>
                </a:lnTo>
                <a:lnTo>
                  <a:pt x="87462" y="560040"/>
                </a:lnTo>
                <a:lnTo>
                  <a:pt x="88954" y="570607"/>
                </a:lnTo>
                <a:lnTo>
                  <a:pt x="90470" y="581174"/>
                </a:lnTo>
                <a:lnTo>
                  <a:pt x="91901" y="591741"/>
                </a:lnTo>
                <a:lnTo>
                  <a:pt x="93138" y="602308"/>
                </a:lnTo>
                <a:lnTo>
                  <a:pt x="94084" y="612874"/>
                </a:lnTo>
                <a:lnTo>
                  <a:pt x="94661" y="623441"/>
                </a:lnTo>
                <a:lnTo>
                  <a:pt x="94818" y="634008"/>
                </a:lnTo>
                <a:lnTo>
                  <a:pt x="94540" y="644575"/>
                </a:lnTo>
                <a:lnTo>
                  <a:pt x="93844" y="655142"/>
                </a:lnTo>
                <a:lnTo>
                  <a:pt x="92780" y="665709"/>
                </a:lnTo>
                <a:lnTo>
                  <a:pt x="91423" y="676275"/>
                </a:lnTo>
                <a:lnTo>
                  <a:pt x="89868" y="686842"/>
                </a:lnTo>
                <a:lnTo>
                  <a:pt x="88216" y="697409"/>
                </a:lnTo>
                <a:lnTo>
                  <a:pt x="86571" y="707976"/>
                </a:lnTo>
                <a:lnTo>
                  <a:pt x="85021" y="718543"/>
                </a:lnTo>
                <a:lnTo>
                  <a:pt x="83642" y="729109"/>
                </a:lnTo>
                <a:lnTo>
                  <a:pt x="82486" y="739676"/>
                </a:lnTo>
                <a:lnTo>
                  <a:pt x="81582" y="750243"/>
                </a:lnTo>
                <a:lnTo>
                  <a:pt x="80936" y="760810"/>
                </a:lnTo>
                <a:lnTo>
                  <a:pt x="80534" y="771377"/>
                </a:lnTo>
                <a:lnTo>
                  <a:pt x="80343" y="781943"/>
                </a:lnTo>
                <a:lnTo>
                  <a:pt x="80318" y="792510"/>
                </a:lnTo>
                <a:lnTo>
                  <a:pt x="80410" y="803077"/>
                </a:lnTo>
                <a:lnTo>
                  <a:pt x="80562" y="813644"/>
                </a:lnTo>
                <a:lnTo>
                  <a:pt x="80723" y="824211"/>
                </a:lnTo>
                <a:lnTo>
                  <a:pt x="80848" y="834777"/>
                </a:lnTo>
                <a:lnTo>
                  <a:pt x="80901" y="845344"/>
                </a:lnTo>
                <a:lnTo>
                  <a:pt x="80855" y="855911"/>
                </a:lnTo>
                <a:lnTo>
                  <a:pt x="80698" y="866478"/>
                </a:lnTo>
                <a:lnTo>
                  <a:pt x="80424" y="877045"/>
                </a:lnTo>
                <a:lnTo>
                  <a:pt x="80040" y="887611"/>
                </a:lnTo>
                <a:lnTo>
                  <a:pt x="79558" y="898178"/>
                </a:lnTo>
                <a:lnTo>
                  <a:pt x="78992" y="908745"/>
                </a:lnTo>
                <a:lnTo>
                  <a:pt x="78361" y="919312"/>
                </a:lnTo>
                <a:lnTo>
                  <a:pt x="77681" y="929879"/>
                </a:lnTo>
                <a:lnTo>
                  <a:pt x="76970" y="940445"/>
                </a:lnTo>
                <a:lnTo>
                  <a:pt x="76242" y="951012"/>
                </a:lnTo>
                <a:lnTo>
                  <a:pt x="75509" y="961579"/>
                </a:lnTo>
                <a:lnTo>
                  <a:pt x="74784" y="972146"/>
                </a:lnTo>
                <a:lnTo>
                  <a:pt x="74077" y="982713"/>
                </a:lnTo>
                <a:lnTo>
                  <a:pt x="73398" y="993279"/>
                </a:lnTo>
                <a:lnTo>
                  <a:pt x="72759" y="1003846"/>
                </a:lnTo>
                <a:lnTo>
                  <a:pt x="72171" y="1014413"/>
                </a:lnTo>
                <a:lnTo>
                  <a:pt x="71643" y="1024980"/>
                </a:lnTo>
                <a:lnTo>
                  <a:pt x="71189" y="1035547"/>
                </a:lnTo>
                <a:lnTo>
                  <a:pt x="70823" y="1046113"/>
                </a:lnTo>
                <a:lnTo>
                  <a:pt x="70562" y="1056680"/>
                </a:lnTo>
                <a:lnTo>
                  <a:pt x="70427" y="1067247"/>
                </a:lnTo>
                <a:lnTo>
                  <a:pt x="70443" y="1077814"/>
                </a:lnTo>
                <a:lnTo>
                  <a:pt x="70643" y="1088381"/>
                </a:lnTo>
                <a:lnTo>
                  <a:pt x="71067" y="1098947"/>
                </a:lnTo>
                <a:lnTo>
                  <a:pt x="71757" y="1109514"/>
                </a:lnTo>
                <a:lnTo>
                  <a:pt x="72759" y="1120081"/>
                </a:lnTo>
                <a:lnTo>
                  <a:pt x="74118" y="1130648"/>
                </a:lnTo>
                <a:lnTo>
                  <a:pt x="75870" y="1141215"/>
                </a:lnTo>
                <a:lnTo>
                  <a:pt x="78033" y="1151781"/>
                </a:lnTo>
                <a:lnTo>
                  <a:pt x="80607" y="1162348"/>
                </a:lnTo>
                <a:lnTo>
                  <a:pt x="83557" y="1172915"/>
                </a:lnTo>
                <a:lnTo>
                  <a:pt x="86817" y="1183482"/>
                </a:lnTo>
                <a:lnTo>
                  <a:pt x="90281" y="1194049"/>
                </a:lnTo>
                <a:lnTo>
                  <a:pt x="93812" y="1204615"/>
                </a:lnTo>
                <a:lnTo>
                  <a:pt x="97242" y="1215182"/>
                </a:lnTo>
                <a:lnTo>
                  <a:pt x="100391" y="1225749"/>
                </a:lnTo>
                <a:lnTo>
                  <a:pt x="103075" y="1236316"/>
                </a:lnTo>
                <a:lnTo>
                  <a:pt x="105129" y="1246883"/>
                </a:lnTo>
                <a:lnTo>
                  <a:pt x="106419" y="1257449"/>
                </a:lnTo>
                <a:lnTo>
                  <a:pt x="106859" y="1268016"/>
                </a:lnTo>
                <a:lnTo>
                  <a:pt x="106859" y="1268016"/>
                </a:lnTo>
                <a:close/>
              </a:path>
            </a:pathLst>
          </a:custGeom>
          <a:solidFill>
            <a:srgbClr val="596BC0">
              <a:alpha val="12000"/>
            </a:srgbClr>
          </a:solidFill>
          <a:ln w="6985">
            <a:solidFill>
              <a:srgbClr val="596BC0">
                <a:alpha val="12000"/>
              </a:srgbClr>
            </a:solidFill>
            <a:prstDash val="solid"/>
          </a:ln>
        </p:spPr>
      </p:sp>
      <p:sp>
        <p:nvSpPr>
          <p:cNvPr id="755" name="01_find_only_754">
            <a:extLst>
              <a:ext uri="{FF2B5EF4-FFF2-40B4-BE49-F238E27FC236}">
                <a16:creationId xmlns:a16="http://schemas.microsoft.com/office/drawing/2014/main" id="{54CEFB34-FC64-4083-A397-71CEC19E6C17}"/>
              </a:ext>
            </a:extLst>
          </p:cNvPr>
          <p:cNvSpPr>
            <a:spLocks noGrp="1"/>
          </p:cNvSpPr>
          <p:nvPr/>
        </p:nvSpPr>
        <p:spPr>
          <a:xfrm>
            <a:off x="5152518" y="2922850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90067" y="1268016"/>
                </a:moveTo>
                <a:lnTo>
                  <a:pt x="39933" y="1268016"/>
                </a:lnTo>
                <a:lnTo>
                  <a:pt x="40194" y="1257449"/>
                </a:lnTo>
                <a:lnTo>
                  <a:pt x="40958" y="1246883"/>
                </a:lnTo>
                <a:lnTo>
                  <a:pt x="42174" y="1236316"/>
                </a:lnTo>
                <a:lnTo>
                  <a:pt x="43763" y="1225749"/>
                </a:lnTo>
                <a:lnTo>
                  <a:pt x="45628" y="1215182"/>
                </a:lnTo>
                <a:lnTo>
                  <a:pt x="47660" y="1204615"/>
                </a:lnTo>
                <a:lnTo>
                  <a:pt x="49751" y="1194049"/>
                </a:lnTo>
                <a:lnTo>
                  <a:pt x="51802" y="1183482"/>
                </a:lnTo>
                <a:lnTo>
                  <a:pt x="53733" y="1172915"/>
                </a:lnTo>
                <a:lnTo>
                  <a:pt x="55479" y="1162348"/>
                </a:lnTo>
                <a:lnTo>
                  <a:pt x="57002" y="1151781"/>
                </a:lnTo>
                <a:lnTo>
                  <a:pt x="58283" y="1141215"/>
                </a:lnTo>
                <a:lnTo>
                  <a:pt x="59319" y="1130648"/>
                </a:lnTo>
                <a:lnTo>
                  <a:pt x="60123" y="1120081"/>
                </a:lnTo>
                <a:lnTo>
                  <a:pt x="60718" y="1109514"/>
                </a:lnTo>
                <a:lnTo>
                  <a:pt x="61129" y="1098947"/>
                </a:lnTo>
                <a:lnTo>
                  <a:pt x="61384" y="1088381"/>
                </a:lnTo>
                <a:lnTo>
                  <a:pt x="61511" y="1077814"/>
                </a:lnTo>
                <a:lnTo>
                  <a:pt x="61533" y="1067247"/>
                </a:lnTo>
                <a:lnTo>
                  <a:pt x="61470" y="1056680"/>
                </a:lnTo>
                <a:lnTo>
                  <a:pt x="61338" y="1046113"/>
                </a:lnTo>
                <a:lnTo>
                  <a:pt x="61151" y="1035547"/>
                </a:lnTo>
                <a:lnTo>
                  <a:pt x="60920" y="1024980"/>
                </a:lnTo>
                <a:lnTo>
                  <a:pt x="60655" y="1014413"/>
                </a:lnTo>
                <a:lnTo>
                  <a:pt x="60365" y="1003846"/>
                </a:lnTo>
                <a:lnTo>
                  <a:pt x="60057" y="993279"/>
                </a:lnTo>
                <a:lnTo>
                  <a:pt x="59739" y="982713"/>
                </a:lnTo>
                <a:lnTo>
                  <a:pt x="59419" y="972146"/>
                </a:lnTo>
                <a:lnTo>
                  <a:pt x="59104" y="961579"/>
                </a:lnTo>
                <a:lnTo>
                  <a:pt x="58799" y="951012"/>
                </a:lnTo>
                <a:lnTo>
                  <a:pt x="58511" y="940445"/>
                </a:lnTo>
                <a:lnTo>
                  <a:pt x="58245" y="929879"/>
                </a:lnTo>
                <a:lnTo>
                  <a:pt x="58005" y="919312"/>
                </a:lnTo>
                <a:lnTo>
                  <a:pt x="57795" y="908745"/>
                </a:lnTo>
                <a:lnTo>
                  <a:pt x="57618" y="898178"/>
                </a:lnTo>
                <a:lnTo>
                  <a:pt x="57477" y="887611"/>
                </a:lnTo>
                <a:lnTo>
                  <a:pt x="57374" y="877045"/>
                </a:lnTo>
                <a:lnTo>
                  <a:pt x="57308" y="866478"/>
                </a:lnTo>
                <a:lnTo>
                  <a:pt x="57278" y="855911"/>
                </a:lnTo>
                <a:lnTo>
                  <a:pt x="57277" y="845344"/>
                </a:lnTo>
                <a:lnTo>
                  <a:pt x="57298" y="834777"/>
                </a:lnTo>
                <a:lnTo>
                  <a:pt x="57328" y="824211"/>
                </a:lnTo>
                <a:lnTo>
                  <a:pt x="57351" y="813644"/>
                </a:lnTo>
                <a:lnTo>
                  <a:pt x="57347" y="803077"/>
                </a:lnTo>
                <a:lnTo>
                  <a:pt x="57295" y="792510"/>
                </a:lnTo>
                <a:lnTo>
                  <a:pt x="57172" y="781943"/>
                </a:lnTo>
                <a:lnTo>
                  <a:pt x="56958" y="771377"/>
                </a:lnTo>
                <a:lnTo>
                  <a:pt x="56633" y="760810"/>
                </a:lnTo>
                <a:lnTo>
                  <a:pt x="56186" y="750243"/>
                </a:lnTo>
                <a:lnTo>
                  <a:pt x="55610" y="739676"/>
                </a:lnTo>
                <a:lnTo>
                  <a:pt x="54911" y="729109"/>
                </a:lnTo>
                <a:lnTo>
                  <a:pt x="54104" y="718543"/>
                </a:lnTo>
                <a:lnTo>
                  <a:pt x="53217" y="707976"/>
                </a:lnTo>
                <a:lnTo>
                  <a:pt x="52286" y="697409"/>
                </a:lnTo>
                <a:lnTo>
                  <a:pt x="51360" y="686842"/>
                </a:lnTo>
                <a:lnTo>
                  <a:pt x="50490" y="676275"/>
                </a:lnTo>
                <a:lnTo>
                  <a:pt x="49728" y="665709"/>
                </a:lnTo>
                <a:lnTo>
                  <a:pt x="49122" y="655142"/>
                </a:lnTo>
                <a:lnTo>
                  <a:pt x="48711" y="644575"/>
                </a:lnTo>
                <a:lnTo>
                  <a:pt x="48518" y="634008"/>
                </a:lnTo>
                <a:lnTo>
                  <a:pt x="48549" y="623441"/>
                </a:lnTo>
                <a:lnTo>
                  <a:pt x="48794" y="612874"/>
                </a:lnTo>
                <a:lnTo>
                  <a:pt x="49222" y="602308"/>
                </a:lnTo>
                <a:lnTo>
                  <a:pt x="49790" y="591741"/>
                </a:lnTo>
                <a:lnTo>
                  <a:pt x="50441" y="581174"/>
                </a:lnTo>
                <a:lnTo>
                  <a:pt x="51118" y="570607"/>
                </a:lnTo>
                <a:lnTo>
                  <a:pt x="51760" y="560040"/>
                </a:lnTo>
                <a:lnTo>
                  <a:pt x="52315" y="549474"/>
                </a:lnTo>
                <a:lnTo>
                  <a:pt x="52741" y="538907"/>
                </a:lnTo>
                <a:lnTo>
                  <a:pt x="53011" y="528340"/>
                </a:lnTo>
                <a:lnTo>
                  <a:pt x="53114" y="517773"/>
                </a:lnTo>
                <a:lnTo>
                  <a:pt x="53055" y="507206"/>
                </a:lnTo>
                <a:lnTo>
                  <a:pt x="52857" y="496640"/>
                </a:lnTo>
                <a:lnTo>
                  <a:pt x="52553" y="486073"/>
                </a:lnTo>
                <a:lnTo>
                  <a:pt x="52187" y="475506"/>
                </a:lnTo>
                <a:lnTo>
                  <a:pt x="51809" y="464939"/>
                </a:lnTo>
                <a:lnTo>
                  <a:pt x="51470" y="454372"/>
                </a:lnTo>
                <a:lnTo>
                  <a:pt x="51214" y="443806"/>
                </a:lnTo>
                <a:lnTo>
                  <a:pt x="51080" y="433239"/>
                </a:lnTo>
                <a:lnTo>
                  <a:pt x="51093" y="422672"/>
                </a:lnTo>
                <a:lnTo>
                  <a:pt x="51267" y="412105"/>
                </a:lnTo>
                <a:lnTo>
                  <a:pt x="51600" y="401538"/>
                </a:lnTo>
                <a:lnTo>
                  <a:pt x="52080" y="390972"/>
                </a:lnTo>
                <a:lnTo>
                  <a:pt x="52682" y="380405"/>
                </a:lnTo>
                <a:lnTo>
                  <a:pt x="53376" y="369838"/>
                </a:lnTo>
                <a:lnTo>
                  <a:pt x="54128" y="359271"/>
                </a:lnTo>
                <a:lnTo>
                  <a:pt x="54906" y="348704"/>
                </a:lnTo>
                <a:lnTo>
                  <a:pt x="55677" y="338138"/>
                </a:lnTo>
                <a:lnTo>
                  <a:pt x="56416" y="327571"/>
                </a:lnTo>
                <a:lnTo>
                  <a:pt x="57104" y="317004"/>
                </a:lnTo>
                <a:lnTo>
                  <a:pt x="57726" y="306437"/>
                </a:lnTo>
                <a:lnTo>
                  <a:pt x="58274" y="295870"/>
                </a:lnTo>
                <a:lnTo>
                  <a:pt x="58742" y="285304"/>
                </a:lnTo>
                <a:lnTo>
                  <a:pt x="59131" y="274737"/>
                </a:lnTo>
                <a:lnTo>
                  <a:pt x="59440" y="264170"/>
                </a:lnTo>
                <a:lnTo>
                  <a:pt x="59669" y="253603"/>
                </a:lnTo>
                <a:lnTo>
                  <a:pt x="59817" y="243036"/>
                </a:lnTo>
                <a:lnTo>
                  <a:pt x="59880" y="232470"/>
                </a:lnTo>
                <a:lnTo>
                  <a:pt x="59848" y="221903"/>
                </a:lnTo>
                <a:lnTo>
                  <a:pt x="59704" y="211336"/>
                </a:lnTo>
                <a:lnTo>
                  <a:pt x="59422" y="200769"/>
                </a:lnTo>
                <a:lnTo>
                  <a:pt x="58965" y="190202"/>
                </a:lnTo>
                <a:lnTo>
                  <a:pt x="58283" y="179636"/>
                </a:lnTo>
                <a:lnTo>
                  <a:pt x="57314" y="169069"/>
                </a:lnTo>
                <a:lnTo>
                  <a:pt x="55987" y="158502"/>
                </a:lnTo>
                <a:lnTo>
                  <a:pt x="54225" y="147935"/>
                </a:lnTo>
                <a:lnTo>
                  <a:pt x="51951" y="137368"/>
                </a:lnTo>
                <a:lnTo>
                  <a:pt x="49102" y="126802"/>
                </a:lnTo>
                <a:lnTo>
                  <a:pt x="45637" y="116235"/>
                </a:lnTo>
                <a:lnTo>
                  <a:pt x="41549" y="105668"/>
                </a:lnTo>
                <a:lnTo>
                  <a:pt x="36882" y="95101"/>
                </a:lnTo>
                <a:lnTo>
                  <a:pt x="31733" y="84534"/>
                </a:lnTo>
                <a:lnTo>
                  <a:pt x="26261" y="73968"/>
                </a:lnTo>
                <a:lnTo>
                  <a:pt x="20681" y="63401"/>
                </a:lnTo>
                <a:lnTo>
                  <a:pt x="15253" y="52834"/>
                </a:lnTo>
                <a:lnTo>
                  <a:pt x="10265" y="42267"/>
                </a:lnTo>
                <a:lnTo>
                  <a:pt x="6008" y="31700"/>
                </a:lnTo>
                <a:lnTo>
                  <a:pt x="2748" y="21134"/>
                </a:lnTo>
                <a:lnTo>
                  <a:pt x="699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301" y="10567"/>
                </a:lnTo>
                <a:lnTo>
                  <a:pt x="127252" y="21134"/>
                </a:lnTo>
                <a:lnTo>
                  <a:pt x="123992" y="31700"/>
                </a:lnTo>
                <a:lnTo>
                  <a:pt x="119735" y="42267"/>
                </a:lnTo>
                <a:lnTo>
                  <a:pt x="114747" y="52834"/>
                </a:lnTo>
                <a:lnTo>
                  <a:pt x="109319" y="63401"/>
                </a:lnTo>
                <a:lnTo>
                  <a:pt x="103739" y="73968"/>
                </a:lnTo>
                <a:lnTo>
                  <a:pt x="98267" y="84534"/>
                </a:lnTo>
                <a:lnTo>
                  <a:pt x="93118" y="95101"/>
                </a:lnTo>
                <a:lnTo>
                  <a:pt x="88451" y="105668"/>
                </a:lnTo>
                <a:lnTo>
                  <a:pt x="84363" y="116235"/>
                </a:lnTo>
                <a:lnTo>
                  <a:pt x="80898" y="126802"/>
                </a:lnTo>
                <a:lnTo>
                  <a:pt x="78048" y="137368"/>
                </a:lnTo>
                <a:lnTo>
                  <a:pt x="75775" y="147935"/>
                </a:lnTo>
                <a:lnTo>
                  <a:pt x="74013" y="158502"/>
                </a:lnTo>
                <a:lnTo>
                  <a:pt x="72686" y="169069"/>
                </a:lnTo>
                <a:lnTo>
                  <a:pt x="71717" y="179636"/>
                </a:lnTo>
                <a:lnTo>
                  <a:pt x="71035" y="190202"/>
                </a:lnTo>
                <a:lnTo>
                  <a:pt x="70578" y="200769"/>
                </a:lnTo>
                <a:lnTo>
                  <a:pt x="70296" y="211336"/>
                </a:lnTo>
                <a:lnTo>
                  <a:pt x="70152" y="221903"/>
                </a:lnTo>
                <a:lnTo>
                  <a:pt x="70120" y="232470"/>
                </a:lnTo>
                <a:lnTo>
                  <a:pt x="70183" y="243036"/>
                </a:lnTo>
                <a:lnTo>
                  <a:pt x="70331" y="253603"/>
                </a:lnTo>
                <a:lnTo>
                  <a:pt x="70560" y="264170"/>
                </a:lnTo>
                <a:lnTo>
                  <a:pt x="70869" y="274737"/>
                </a:lnTo>
                <a:lnTo>
                  <a:pt x="71258" y="285304"/>
                </a:lnTo>
                <a:lnTo>
                  <a:pt x="71726" y="295870"/>
                </a:lnTo>
                <a:lnTo>
                  <a:pt x="72274" y="306437"/>
                </a:lnTo>
                <a:lnTo>
                  <a:pt x="72896" y="317004"/>
                </a:lnTo>
                <a:lnTo>
                  <a:pt x="73584" y="327571"/>
                </a:lnTo>
                <a:lnTo>
                  <a:pt x="74323" y="338138"/>
                </a:lnTo>
                <a:lnTo>
                  <a:pt x="75094" y="348704"/>
                </a:lnTo>
                <a:lnTo>
                  <a:pt x="75872" y="359271"/>
                </a:lnTo>
                <a:lnTo>
                  <a:pt x="76624" y="369838"/>
                </a:lnTo>
                <a:lnTo>
                  <a:pt x="77318" y="380405"/>
                </a:lnTo>
                <a:lnTo>
                  <a:pt x="77920" y="390972"/>
                </a:lnTo>
                <a:lnTo>
                  <a:pt x="78400" y="401538"/>
                </a:lnTo>
                <a:lnTo>
                  <a:pt x="78733" y="412105"/>
                </a:lnTo>
                <a:lnTo>
                  <a:pt x="78907" y="422672"/>
                </a:lnTo>
                <a:lnTo>
                  <a:pt x="78920" y="433239"/>
                </a:lnTo>
                <a:lnTo>
                  <a:pt x="78786" y="443806"/>
                </a:lnTo>
                <a:lnTo>
                  <a:pt x="78530" y="454372"/>
                </a:lnTo>
                <a:lnTo>
                  <a:pt x="78191" y="464939"/>
                </a:lnTo>
                <a:lnTo>
                  <a:pt x="77813" y="475506"/>
                </a:lnTo>
                <a:lnTo>
                  <a:pt x="77447" y="486073"/>
                </a:lnTo>
                <a:lnTo>
                  <a:pt x="77143" y="496640"/>
                </a:lnTo>
                <a:lnTo>
                  <a:pt x="76944" y="507206"/>
                </a:lnTo>
                <a:lnTo>
                  <a:pt x="76886" y="517773"/>
                </a:lnTo>
                <a:lnTo>
                  <a:pt x="76989" y="528340"/>
                </a:lnTo>
                <a:lnTo>
                  <a:pt x="77259" y="538907"/>
                </a:lnTo>
                <a:lnTo>
                  <a:pt x="77685" y="549474"/>
                </a:lnTo>
                <a:lnTo>
                  <a:pt x="78240" y="560040"/>
                </a:lnTo>
                <a:lnTo>
                  <a:pt x="78882" y="570607"/>
                </a:lnTo>
                <a:lnTo>
                  <a:pt x="79559" y="581174"/>
                </a:lnTo>
                <a:lnTo>
                  <a:pt x="80210" y="591741"/>
                </a:lnTo>
                <a:lnTo>
                  <a:pt x="80778" y="602308"/>
                </a:lnTo>
                <a:lnTo>
                  <a:pt x="81206" y="612874"/>
                </a:lnTo>
                <a:lnTo>
                  <a:pt x="81451" y="623441"/>
                </a:lnTo>
                <a:lnTo>
                  <a:pt x="81482" y="634008"/>
                </a:lnTo>
                <a:lnTo>
                  <a:pt x="81289" y="644575"/>
                </a:lnTo>
                <a:lnTo>
                  <a:pt x="80878" y="655142"/>
                </a:lnTo>
                <a:lnTo>
                  <a:pt x="80272" y="665709"/>
                </a:lnTo>
                <a:lnTo>
                  <a:pt x="79510" y="676275"/>
                </a:lnTo>
                <a:lnTo>
                  <a:pt x="78640" y="686842"/>
                </a:lnTo>
                <a:lnTo>
                  <a:pt x="77714" y="697409"/>
                </a:lnTo>
                <a:lnTo>
                  <a:pt x="76783" y="707976"/>
                </a:lnTo>
                <a:lnTo>
                  <a:pt x="75896" y="718543"/>
                </a:lnTo>
                <a:lnTo>
                  <a:pt x="75089" y="729109"/>
                </a:lnTo>
                <a:lnTo>
                  <a:pt x="74390" y="739676"/>
                </a:lnTo>
                <a:lnTo>
                  <a:pt x="73814" y="750243"/>
                </a:lnTo>
                <a:lnTo>
                  <a:pt x="73367" y="760810"/>
                </a:lnTo>
                <a:lnTo>
                  <a:pt x="73042" y="771377"/>
                </a:lnTo>
                <a:lnTo>
                  <a:pt x="72828" y="781943"/>
                </a:lnTo>
                <a:lnTo>
                  <a:pt x="72705" y="792510"/>
                </a:lnTo>
                <a:lnTo>
                  <a:pt x="72653" y="803077"/>
                </a:lnTo>
                <a:lnTo>
                  <a:pt x="72649" y="813644"/>
                </a:lnTo>
                <a:lnTo>
                  <a:pt x="72672" y="824211"/>
                </a:lnTo>
                <a:lnTo>
                  <a:pt x="72702" y="834777"/>
                </a:lnTo>
                <a:lnTo>
                  <a:pt x="72723" y="845344"/>
                </a:lnTo>
                <a:lnTo>
                  <a:pt x="72722" y="855911"/>
                </a:lnTo>
                <a:lnTo>
                  <a:pt x="72692" y="866478"/>
                </a:lnTo>
                <a:lnTo>
                  <a:pt x="72626" y="877045"/>
                </a:lnTo>
                <a:lnTo>
                  <a:pt x="72523" y="887611"/>
                </a:lnTo>
                <a:lnTo>
                  <a:pt x="72382" y="898178"/>
                </a:lnTo>
                <a:lnTo>
                  <a:pt x="72205" y="908745"/>
                </a:lnTo>
                <a:lnTo>
                  <a:pt x="71995" y="919312"/>
                </a:lnTo>
                <a:lnTo>
                  <a:pt x="71755" y="929879"/>
                </a:lnTo>
                <a:lnTo>
                  <a:pt x="71489" y="940445"/>
                </a:lnTo>
                <a:lnTo>
                  <a:pt x="71201" y="951012"/>
                </a:lnTo>
                <a:lnTo>
                  <a:pt x="70896" y="961579"/>
                </a:lnTo>
                <a:lnTo>
                  <a:pt x="70581" y="972146"/>
                </a:lnTo>
                <a:lnTo>
                  <a:pt x="70261" y="982713"/>
                </a:lnTo>
                <a:lnTo>
                  <a:pt x="69943" y="993279"/>
                </a:lnTo>
                <a:lnTo>
                  <a:pt x="69635" y="1003846"/>
                </a:lnTo>
                <a:lnTo>
                  <a:pt x="69345" y="1014413"/>
                </a:lnTo>
                <a:lnTo>
                  <a:pt x="69080" y="1024980"/>
                </a:lnTo>
                <a:lnTo>
                  <a:pt x="68849" y="1035547"/>
                </a:lnTo>
                <a:lnTo>
                  <a:pt x="68662" y="1046113"/>
                </a:lnTo>
                <a:lnTo>
                  <a:pt x="68530" y="1056680"/>
                </a:lnTo>
                <a:lnTo>
                  <a:pt x="68467" y="1067247"/>
                </a:lnTo>
                <a:lnTo>
                  <a:pt x="68489" y="1077814"/>
                </a:lnTo>
                <a:lnTo>
                  <a:pt x="68616" y="1088381"/>
                </a:lnTo>
                <a:lnTo>
                  <a:pt x="68871" y="1098947"/>
                </a:lnTo>
                <a:lnTo>
                  <a:pt x="69282" y="1109514"/>
                </a:lnTo>
                <a:lnTo>
                  <a:pt x="69877" y="1120081"/>
                </a:lnTo>
                <a:lnTo>
                  <a:pt x="70681" y="1130648"/>
                </a:lnTo>
                <a:lnTo>
                  <a:pt x="71717" y="1141215"/>
                </a:lnTo>
                <a:lnTo>
                  <a:pt x="72998" y="1151781"/>
                </a:lnTo>
                <a:lnTo>
                  <a:pt x="74521" y="1162348"/>
                </a:lnTo>
                <a:lnTo>
                  <a:pt x="76267" y="1172915"/>
                </a:lnTo>
                <a:lnTo>
                  <a:pt x="78198" y="1183482"/>
                </a:lnTo>
                <a:lnTo>
                  <a:pt x="80249" y="1194049"/>
                </a:lnTo>
                <a:lnTo>
                  <a:pt x="82340" y="1204615"/>
                </a:lnTo>
                <a:lnTo>
                  <a:pt x="84372" y="1215182"/>
                </a:lnTo>
                <a:lnTo>
                  <a:pt x="86237" y="1225749"/>
                </a:lnTo>
                <a:lnTo>
                  <a:pt x="87826" y="1236316"/>
                </a:lnTo>
                <a:lnTo>
                  <a:pt x="89042" y="1246883"/>
                </a:lnTo>
                <a:lnTo>
                  <a:pt x="89806" y="1257449"/>
                </a:lnTo>
                <a:lnTo>
                  <a:pt x="90067" y="1268016"/>
                </a:lnTo>
                <a:lnTo>
                  <a:pt x="90067" y="1268016"/>
                </a:lnTo>
                <a:close/>
              </a:path>
            </a:pathLst>
          </a:custGeom>
          <a:solidFill>
            <a:srgbClr val="596BC0">
              <a:alpha val="12000"/>
            </a:srgbClr>
          </a:solidFill>
          <a:ln w="6985">
            <a:solidFill>
              <a:srgbClr val="596BC0">
                <a:alpha val="12000"/>
              </a:srgbClr>
            </a:solidFill>
            <a:prstDash val="solid"/>
          </a:ln>
        </p:spPr>
      </p:sp>
      <p:sp>
        <p:nvSpPr>
          <p:cNvPr id="756" name="01_find_only_755">
            <a:extLst>
              <a:ext uri="{FF2B5EF4-FFF2-40B4-BE49-F238E27FC236}">
                <a16:creationId xmlns:a16="http://schemas.microsoft.com/office/drawing/2014/main" id="{EC327409-9CF6-4987-9360-F7EC21011014}"/>
              </a:ext>
            </a:extLst>
          </p:cNvPr>
          <p:cNvSpPr>
            <a:spLocks noGrp="1"/>
          </p:cNvSpPr>
          <p:nvPr/>
        </p:nvSpPr>
        <p:spPr>
          <a:xfrm>
            <a:off x="5661796" y="2922850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87607" y="1268016"/>
                </a:moveTo>
                <a:lnTo>
                  <a:pt x="42393" y="1268016"/>
                </a:lnTo>
                <a:lnTo>
                  <a:pt x="42627" y="1257449"/>
                </a:lnTo>
                <a:lnTo>
                  <a:pt x="43312" y="1246883"/>
                </a:lnTo>
                <a:lnTo>
                  <a:pt x="44404" y="1236316"/>
                </a:lnTo>
                <a:lnTo>
                  <a:pt x="45832" y="1225749"/>
                </a:lnTo>
                <a:lnTo>
                  <a:pt x="47506" y="1215182"/>
                </a:lnTo>
                <a:lnTo>
                  <a:pt x="49330" y="1204615"/>
                </a:lnTo>
                <a:lnTo>
                  <a:pt x="51208" y="1194049"/>
                </a:lnTo>
                <a:lnTo>
                  <a:pt x="53050" y="1183482"/>
                </a:lnTo>
                <a:lnTo>
                  <a:pt x="54782" y="1172915"/>
                </a:lnTo>
                <a:lnTo>
                  <a:pt x="56350" y="1162348"/>
                </a:lnTo>
                <a:lnTo>
                  <a:pt x="57716" y="1151781"/>
                </a:lnTo>
                <a:lnTo>
                  <a:pt x="58864" y="1141215"/>
                </a:lnTo>
                <a:lnTo>
                  <a:pt x="59792" y="1130648"/>
                </a:lnTo>
                <a:lnTo>
                  <a:pt x="60511" y="1120081"/>
                </a:lnTo>
                <a:lnTo>
                  <a:pt x="61041" y="1109514"/>
                </a:lnTo>
                <a:lnTo>
                  <a:pt x="61405" y="1098947"/>
                </a:lnTo>
                <a:lnTo>
                  <a:pt x="61629" y="1088381"/>
                </a:lnTo>
                <a:lnTo>
                  <a:pt x="61736" y="1077814"/>
                </a:lnTo>
                <a:lnTo>
                  <a:pt x="61748" y="1067247"/>
                </a:lnTo>
                <a:lnTo>
                  <a:pt x="61683" y="1056680"/>
                </a:lnTo>
                <a:lnTo>
                  <a:pt x="61554" y="1046113"/>
                </a:lnTo>
                <a:lnTo>
                  <a:pt x="61376" y="1035547"/>
                </a:lnTo>
                <a:lnTo>
                  <a:pt x="61157" y="1024980"/>
                </a:lnTo>
                <a:lnTo>
                  <a:pt x="60906" y="1014413"/>
                </a:lnTo>
                <a:lnTo>
                  <a:pt x="60632" y="1003846"/>
                </a:lnTo>
                <a:lnTo>
                  <a:pt x="60341" y="993279"/>
                </a:lnTo>
                <a:lnTo>
                  <a:pt x="60041" y="982713"/>
                </a:lnTo>
                <a:lnTo>
                  <a:pt x="59739" y="972146"/>
                </a:lnTo>
                <a:lnTo>
                  <a:pt x="59442" y="961579"/>
                </a:lnTo>
                <a:lnTo>
                  <a:pt x="59155" y="951012"/>
                </a:lnTo>
                <a:lnTo>
                  <a:pt x="58884" y="940445"/>
                </a:lnTo>
                <a:lnTo>
                  <a:pt x="58633" y="929879"/>
                </a:lnTo>
                <a:lnTo>
                  <a:pt x="58407" y="919312"/>
                </a:lnTo>
                <a:lnTo>
                  <a:pt x="58209" y="908745"/>
                </a:lnTo>
                <a:lnTo>
                  <a:pt x="58042" y="898178"/>
                </a:lnTo>
                <a:lnTo>
                  <a:pt x="57910" y="887611"/>
                </a:lnTo>
                <a:lnTo>
                  <a:pt x="57814" y="877045"/>
                </a:lnTo>
                <a:lnTo>
                  <a:pt x="57753" y="866478"/>
                </a:lnTo>
                <a:lnTo>
                  <a:pt x="57727" y="855911"/>
                </a:lnTo>
                <a:lnTo>
                  <a:pt x="57731" y="845344"/>
                </a:lnTo>
                <a:lnTo>
                  <a:pt x="57757" y="834777"/>
                </a:lnTo>
                <a:lnTo>
                  <a:pt x="57793" y="824211"/>
                </a:lnTo>
                <a:lnTo>
                  <a:pt x="57827" y="813644"/>
                </a:lnTo>
                <a:lnTo>
                  <a:pt x="57841" y="803077"/>
                </a:lnTo>
                <a:lnTo>
                  <a:pt x="57815" y="792510"/>
                </a:lnTo>
                <a:lnTo>
                  <a:pt x="57731" y="781943"/>
                </a:lnTo>
                <a:lnTo>
                  <a:pt x="57569" y="771377"/>
                </a:lnTo>
                <a:lnTo>
                  <a:pt x="57313" y="760810"/>
                </a:lnTo>
                <a:lnTo>
                  <a:pt x="56953" y="750243"/>
                </a:lnTo>
                <a:lnTo>
                  <a:pt x="56483" y="739676"/>
                </a:lnTo>
                <a:lnTo>
                  <a:pt x="55908" y="729109"/>
                </a:lnTo>
                <a:lnTo>
                  <a:pt x="55241" y="718543"/>
                </a:lnTo>
                <a:lnTo>
                  <a:pt x="54506" y="707976"/>
                </a:lnTo>
                <a:lnTo>
                  <a:pt x="53736" y="697409"/>
                </a:lnTo>
                <a:lnTo>
                  <a:pt x="52971" y="686842"/>
                </a:lnTo>
                <a:lnTo>
                  <a:pt x="52256" y="676275"/>
                </a:lnTo>
                <a:lnTo>
                  <a:pt x="51636" y="665709"/>
                </a:lnTo>
                <a:lnTo>
                  <a:pt x="51152" y="655142"/>
                </a:lnTo>
                <a:lnTo>
                  <a:pt x="50836" y="644575"/>
                </a:lnTo>
                <a:lnTo>
                  <a:pt x="50709" y="634008"/>
                </a:lnTo>
                <a:lnTo>
                  <a:pt x="50775" y="623441"/>
                </a:lnTo>
                <a:lnTo>
                  <a:pt x="51022" y="612874"/>
                </a:lnTo>
                <a:lnTo>
                  <a:pt x="51423" y="602308"/>
                </a:lnTo>
                <a:lnTo>
                  <a:pt x="51939" y="591741"/>
                </a:lnTo>
                <a:lnTo>
                  <a:pt x="52519" y="581174"/>
                </a:lnTo>
                <a:lnTo>
                  <a:pt x="53111" y="570607"/>
                </a:lnTo>
                <a:lnTo>
                  <a:pt x="53662" y="560040"/>
                </a:lnTo>
                <a:lnTo>
                  <a:pt x="54125" y="549474"/>
                </a:lnTo>
                <a:lnTo>
                  <a:pt x="54464" y="538907"/>
                </a:lnTo>
                <a:lnTo>
                  <a:pt x="54654" y="528340"/>
                </a:lnTo>
                <a:lnTo>
                  <a:pt x="54687" y="517773"/>
                </a:lnTo>
                <a:lnTo>
                  <a:pt x="54568" y="507206"/>
                </a:lnTo>
                <a:lnTo>
                  <a:pt x="54319" y="496640"/>
                </a:lnTo>
                <a:lnTo>
                  <a:pt x="53970" y="486073"/>
                </a:lnTo>
                <a:lnTo>
                  <a:pt x="53563" y="475506"/>
                </a:lnTo>
                <a:lnTo>
                  <a:pt x="53143" y="464939"/>
                </a:lnTo>
                <a:lnTo>
                  <a:pt x="52755" y="454372"/>
                </a:lnTo>
                <a:lnTo>
                  <a:pt x="52442" y="443806"/>
                </a:lnTo>
                <a:lnTo>
                  <a:pt x="52239" y="433239"/>
                </a:lnTo>
                <a:lnTo>
                  <a:pt x="52170" y="422672"/>
                </a:lnTo>
                <a:lnTo>
                  <a:pt x="52249" y="412105"/>
                </a:lnTo>
                <a:lnTo>
                  <a:pt x="52477" y="401538"/>
                </a:lnTo>
                <a:lnTo>
                  <a:pt x="52843" y="390972"/>
                </a:lnTo>
                <a:lnTo>
                  <a:pt x="53328" y="380405"/>
                </a:lnTo>
                <a:lnTo>
                  <a:pt x="53904" y="369838"/>
                </a:lnTo>
                <a:lnTo>
                  <a:pt x="54542" y="359271"/>
                </a:lnTo>
                <a:lnTo>
                  <a:pt x="55212" y="348704"/>
                </a:lnTo>
                <a:lnTo>
                  <a:pt x="55886" y="338138"/>
                </a:lnTo>
                <a:lnTo>
                  <a:pt x="56538" y="327571"/>
                </a:lnTo>
                <a:lnTo>
                  <a:pt x="57148" y="317004"/>
                </a:lnTo>
                <a:lnTo>
                  <a:pt x="57703" y="306437"/>
                </a:lnTo>
                <a:lnTo>
                  <a:pt x="58193" y="295870"/>
                </a:lnTo>
                <a:lnTo>
                  <a:pt x="58613" y="285304"/>
                </a:lnTo>
                <a:lnTo>
                  <a:pt x="58962" y="274737"/>
                </a:lnTo>
                <a:lnTo>
                  <a:pt x="59239" y="264170"/>
                </a:lnTo>
                <a:lnTo>
                  <a:pt x="59446" y="253603"/>
                </a:lnTo>
                <a:lnTo>
                  <a:pt x="59583" y="243036"/>
                </a:lnTo>
                <a:lnTo>
                  <a:pt x="59647" y="232470"/>
                </a:lnTo>
                <a:lnTo>
                  <a:pt x="59629" y="221903"/>
                </a:lnTo>
                <a:lnTo>
                  <a:pt x="59514" y="211336"/>
                </a:lnTo>
                <a:lnTo>
                  <a:pt x="59276" y="200769"/>
                </a:lnTo>
                <a:lnTo>
                  <a:pt x="58877" y="190202"/>
                </a:lnTo>
                <a:lnTo>
                  <a:pt x="58266" y="179636"/>
                </a:lnTo>
                <a:lnTo>
                  <a:pt x="57376" y="169069"/>
                </a:lnTo>
                <a:lnTo>
                  <a:pt x="56133" y="158502"/>
                </a:lnTo>
                <a:lnTo>
                  <a:pt x="54454" y="147935"/>
                </a:lnTo>
                <a:lnTo>
                  <a:pt x="52258" y="137368"/>
                </a:lnTo>
                <a:lnTo>
                  <a:pt x="49474" y="126802"/>
                </a:lnTo>
                <a:lnTo>
                  <a:pt x="46056" y="116235"/>
                </a:lnTo>
                <a:lnTo>
                  <a:pt x="41994" y="105668"/>
                </a:lnTo>
                <a:lnTo>
                  <a:pt x="37329" y="95101"/>
                </a:lnTo>
                <a:lnTo>
                  <a:pt x="32159" y="84534"/>
                </a:lnTo>
                <a:lnTo>
                  <a:pt x="26644" y="73968"/>
                </a:lnTo>
                <a:lnTo>
                  <a:pt x="21003" y="63401"/>
                </a:lnTo>
                <a:lnTo>
                  <a:pt x="15503" y="52834"/>
                </a:lnTo>
                <a:lnTo>
                  <a:pt x="10441" y="42267"/>
                </a:lnTo>
                <a:lnTo>
                  <a:pt x="6114" y="31700"/>
                </a:lnTo>
                <a:lnTo>
                  <a:pt x="2797" y="21134"/>
                </a:lnTo>
                <a:lnTo>
                  <a:pt x="712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288" y="10567"/>
                </a:lnTo>
                <a:lnTo>
                  <a:pt x="127203" y="21134"/>
                </a:lnTo>
                <a:lnTo>
                  <a:pt x="123886" y="31700"/>
                </a:lnTo>
                <a:lnTo>
                  <a:pt x="119560" y="42267"/>
                </a:lnTo>
                <a:lnTo>
                  <a:pt x="114497" y="52834"/>
                </a:lnTo>
                <a:lnTo>
                  <a:pt x="108997" y="63401"/>
                </a:lnTo>
                <a:lnTo>
                  <a:pt x="103356" y="73968"/>
                </a:lnTo>
                <a:lnTo>
                  <a:pt x="97841" y="84534"/>
                </a:lnTo>
                <a:lnTo>
                  <a:pt x="92671" y="95101"/>
                </a:lnTo>
                <a:lnTo>
                  <a:pt x="88006" y="105668"/>
                </a:lnTo>
                <a:lnTo>
                  <a:pt x="83944" y="116235"/>
                </a:lnTo>
                <a:lnTo>
                  <a:pt x="80526" y="126802"/>
                </a:lnTo>
                <a:lnTo>
                  <a:pt x="77742" y="137368"/>
                </a:lnTo>
                <a:lnTo>
                  <a:pt x="75546" y="147935"/>
                </a:lnTo>
                <a:lnTo>
                  <a:pt x="73867" y="158502"/>
                </a:lnTo>
                <a:lnTo>
                  <a:pt x="72624" y="169069"/>
                </a:lnTo>
                <a:lnTo>
                  <a:pt x="71734" y="179636"/>
                </a:lnTo>
                <a:lnTo>
                  <a:pt x="71123" y="190202"/>
                </a:lnTo>
                <a:lnTo>
                  <a:pt x="70724" y="200769"/>
                </a:lnTo>
                <a:lnTo>
                  <a:pt x="70486" y="211336"/>
                </a:lnTo>
                <a:lnTo>
                  <a:pt x="70371" y="221903"/>
                </a:lnTo>
                <a:lnTo>
                  <a:pt x="70353" y="232470"/>
                </a:lnTo>
                <a:lnTo>
                  <a:pt x="70417" y="243036"/>
                </a:lnTo>
                <a:lnTo>
                  <a:pt x="70554" y="253603"/>
                </a:lnTo>
                <a:lnTo>
                  <a:pt x="70761" y="264170"/>
                </a:lnTo>
                <a:lnTo>
                  <a:pt x="71038" y="274737"/>
                </a:lnTo>
                <a:lnTo>
                  <a:pt x="71387" y="285304"/>
                </a:lnTo>
                <a:lnTo>
                  <a:pt x="71807" y="295870"/>
                </a:lnTo>
                <a:lnTo>
                  <a:pt x="72297" y="306437"/>
                </a:lnTo>
                <a:lnTo>
                  <a:pt x="72852" y="317004"/>
                </a:lnTo>
                <a:lnTo>
                  <a:pt x="73463" y="327571"/>
                </a:lnTo>
                <a:lnTo>
                  <a:pt x="74114" y="338138"/>
                </a:lnTo>
                <a:lnTo>
                  <a:pt x="74788" y="348704"/>
                </a:lnTo>
                <a:lnTo>
                  <a:pt x="75458" y="359271"/>
                </a:lnTo>
                <a:lnTo>
                  <a:pt x="76096" y="369838"/>
                </a:lnTo>
                <a:lnTo>
                  <a:pt x="76672" y="380405"/>
                </a:lnTo>
                <a:lnTo>
                  <a:pt x="77157" y="390972"/>
                </a:lnTo>
                <a:lnTo>
                  <a:pt x="77523" y="401538"/>
                </a:lnTo>
                <a:lnTo>
                  <a:pt x="77751" y="412105"/>
                </a:lnTo>
                <a:lnTo>
                  <a:pt x="77830" y="422672"/>
                </a:lnTo>
                <a:lnTo>
                  <a:pt x="77761" y="433239"/>
                </a:lnTo>
                <a:lnTo>
                  <a:pt x="77558" y="443806"/>
                </a:lnTo>
                <a:lnTo>
                  <a:pt x="77245" y="454372"/>
                </a:lnTo>
                <a:lnTo>
                  <a:pt x="76857" y="464939"/>
                </a:lnTo>
                <a:lnTo>
                  <a:pt x="76437" y="475506"/>
                </a:lnTo>
                <a:lnTo>
                  <a:pt x="76030" y="486073"/>
                </a:lnTo>
                <a:lnTo>
                  <a:pt x="75681" y="496640"/>
                </a:lnTo>
                <a:lnTo>
                  <a:pt x="75432" y="507206"/>
                </a:lnTo>
                <a:lnTo>
                  <a:pt x="75313" y="517773"/>
                </a:lnTo>
                <a:lnTo>
                  <a:pt x="75346" y="528340"/>
                </a:lnTo>
                <a:lnTo>
                  <a:pt x="75536" y="538907"/>
                </a:lnTo>
                <a:lnTo>
                  <a:pt x="75875" y="549474"/>
                </a:lnTo>
                <a:lnTo>
                  <a:pt x="76338" y="560040"/>
                </a:lnTo>
                <a:lnTo>
                  <a:pt x="76889" y="570607"/>
                </a:lnTo>
                <a:lnTo>
                  <a:pt x="77481" y="581174"/>
                </a:lnTo>
                <a:lnTo>
                  <a:pt x="78061" y="591741"/>
                </a:lnTo>
                <a:lnTo>
                  <a:pt x="78577" y="602308"/>
                </a:lnTo>
                <a:lnTo>
                  <a:pt x="78978" y="612874"/>
                </a:lnTo>
                <a:lnTo>
                  <a:pt x="79225" y="623441"/>
                </a:lnTo>
                <a:lnTo>
                  <a:pt x="79291" y="634008"/>
                </a:lnTo>
                <a:lnTo>
                  <a:pt x="79164" y="644575"/>
                </a:lnTo>
                <a:lnTo>
                  <a:pt x="78848" y="655142"/>
                </a:lnTo>
                <a:lnTo>
                  <a:pt x="78364" y="665709"/>
                </a:lnTo>
                <a:lnTo>
                  <a:pt x="77744" y="676275"/>
                </a:lnTo>
                <a:lnTo>
                  <a:pt x="77029" y="686842"/>
                </a:lnTo>
                <a:lnTo>
                  <a:pt x="76264" y="697409"/>
                </a:lnTo>
                <a:lnTo>
                  <a:pt x="75494" y="707976"/>
                </a:lnTo>
                <a:lnTo>
                  <a:pt x="74759" y="718543"/>
                </a:lnTo>
                <a:lnTo>
                  <a:pt x="74092" y="729109"/>
                </a:lnTo>
                <a:lnTo>
                  <a:pt x="73517" y="739676"/>
                </a:lnTo>
                <a:lnTo>
                  <a:pt x="73047" y="750243"/>
                </a:lnTo>
                <a:lnTo>
                  <a:pt x="72687" y="760810"/>
                </a:lnTo>
                <a:lnTo>
                  <a:pt x="72431" y="771377"/>
                </a:lnTo>
                <a:lnTo>
                  <a:pt x="72269" y="781943"/>
                </a:lnTo>
                <a:lnTo>
                  <a:pt x="72185" y="792510"/>
                </a:lnTo>
                <a:lnTo>
                  <a:pt x="72159" y="803077"/>
                </a:lnTo>
                <a:lnTo>
                  <a:pt x="72173" y="813644"/>
                </a:lnTo>
                <a:lnTo>
                  <a:pt x="72207" y="824211"/>
                </a:lnTo>
                <a:lnTo>
                  <a:pt x="72243" y="834777"/>
                </a:lnTo>
                <a:lnTo>
                  <a:pt x="72269" y="845344"/>
                </a:lnTo>
                <a:lnTo>
                  <a:pt x="72273" y="855911"/>
                </a:lnTo>
                <a:lnTo>
                  <a:pt x="72247" y="866478"/>
                </a:lnTo>
                <a:lnTo>
                  <a:pt x="72186" y="877045"/>
                </a:lnTo>
                <a:lnTo>
                  <a:pt x="72090" y="887611"/>
                </a:lnTo>
                <a:lnTo>
                  <a:pt x="71958" y="898178"/>
                </a:lnTo>
                <a:lnTo>
                  <a:pt x="71791" y="908745"/>
                </a:lnTo>
                <a:lnTo>
                  <a:pt x="71593" y="919312"/>
                </a:lnTo>
                <a:lnTo>
                  <a:pt x="71367" y="929879"/>
                </a:lnTo>
                <a:lnTo>
                  <a:pt x="71116" y="940445"/>
                </a:lnTo>
                <a:lnTo>
                  <a:pt x="70845" y="951012"/>
                </a:lnTo>
                <a:lnTo>
                  <a:pt x="70558" y="961579"/>
                </a:lnTo>
                <a:lnTo>
                  <a:pt x="70261" y="972146"/>
                </a:lnTo>
                <a:lnTo>
                  <a:pt x="69959" y="982713"/>
                </a:lnTo>
                <a:lnTo>
                  <a:pt x="69659" y="993279"/>
                </a:lnTo>
                <a:lnTo>
                  <a:pt x="69368" y="1003846"/>
                </a:lnTo>
                <a:lnTo>
                  <a:pt x="69094" y="1014413"/>
                </a:lnTo>
                <a:lnTo>
                  <a:pt x="68843" y="1024980"/>
                </a:lnTo>
                <a:lnTo>
                  <a:pt x="68624" y="1035547"/>
                </a:lnTo>
                <a:lnTo>
                  <a:pt x="68446" y="1046113"/>
                </a:lnTo>
                <a:lnTo>
                  <a:pt x="68317" y="1056680"/>
                </a:lnTo>
                <a:lnTo>
                  <a:pt x="68252" y="1067247"/>
                </a:lnTo>
                <a:lnTo>
                  <a:pt x="68264" y="1077814"/>
                </a:lnTo>
                <a:lnTo>
                  <a:pt x="68371" y="1088381"/>
                </a:lnTo>
                <a:lnTo>
                  <a:pt x="68595" y="1098947"/>
                </a:lnTo>
                <a:lnTo>
                  <a:pt x="68959" y="1109514"/>
                </a:lnTo>
                <a:lnTo>
                  <a:pt x="69489" y="1120081"/>
                </a:lnTo>
                <a:lnTo>
                  <a:pt x="70208" y="1130648"/>
                </a:lnTo>
                <a:lnTo>
                  <a:pt x="71136" y="1141215"/>
                </a:lnTo>
                <a:lnTo>
                  <a:pt x="72284" y="1151781"/>
                </a:lnTo>
                <a:lnTo>
                  <a:pt x="73650" y="1162348"/>
                </a:lnTo>
                <a:lnTo>
                  <a:pt x="75218" y="1172915"/>
                </a:lnTo>
                <a:lnTo>
                  <a:pt x="76950" y="1183482"/>
                </a:lnTo>
                <a:lnTo>
                  <a:pt x="78792" y="1194049"/>
                </a:lnTo>
                <a:lnTo>
                  <a:pt x="80670" y="1204615"/>
                </a:lnTo>
                <a:lnTo>
                  <a:pt x="82494" y="1215182"/>
                </a:lnTo>
                <a:lnTo>
                  <a:pt x="84168" y="1225749"/>
                </a:lnTo>
                <a:lnTo>
                  <a:pt x="85596" y="1236316"/>
                </a:lnTo>
                <a:lnTo>
                  <a:pt x="86688" y="1246883"/>
                </a:lnTo>
                <a:lnTo>
                  <a:pt x="87373" y="1257449"/>
                </a:lnTo>
                <a:lnTo>
                  <a:pt x="87607" y="1268016"/>
                </a:lnTo>
                <a:lnTo>
                  <a:pt x="87607" y="1268016"/>
                </a:lnTo>
                <a:close/>
              </a:path>
            </a:pathLst>
          </a:custGeom>
          <a:solidFill>
            <a:srgbClr val="596BC0">
              <a:alpha val="12000"/>
            </a:srgbClr>
          </a:solidFill>
          <a:ln w="6985">
            <a:solidFill>
              <a:srgbClr val="596BC0">
                <a:alpha val="12000"/>
              </a:srgbClr>
            </a:solidFill>
            <a:prstDash val="solid"/>
          </a:ln>
        </p:spPr>
      </p:sp>
      <p:sp>
        <p:nvSpPr>
          <p:cNvPr id="757" name="01_find_only_756">
            <a:extLst>
              <a:ext uri="{FF2B5EF4-FFF2-40B4-BE49-F238E27FC236}">
                <a16:creationId xmlns:a16="http://schemas.microsoft.com/office/drawing/2014/main" id="{291BE996-CC40-4D74-B11C-BBBCA01B72ED}"/>
              </a:ext>
            </a:extLst>
          </p:cNvPr>
          <p:cNvSpPr>
            <a:spLocks noGrp="1"/>
          </p:cNvSpPr>
          <p:nvPr/>
        </p:nvSpPr>
        <p:spPr>
          <a:xfrm>
            <a:off x="4200169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758" name="01_find_only_757">
            <a:extLst>
              <a:ext uri="{FF2B5EF4-FFF2-40B4-BE49-F238E27FC236}">
                <a16:creationId xmlns:a16="http://schemas.microsoft.com/office/drawing/2014/main" id="{F852CB9F-5E47-43CE-998C-375A02BD05EB}"/>
              </a:ext>
            </a:extLst>
          </p:cNvPr>
          <p:cNvSpPr>
            <a:spLocks noGrp="1"/>
          </p:cNvSpPr>
          <p:nvPr/>
        </p:nvSpPr>
        <p:spPr>
          <a:xfrm>
            <a:off x="4454808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759" name="01_find_only_758">
            <a:extLst>
              <a:ext uri="{FF2B5EF4-FFF2-40B4-BE49-F238E27FC236}">
                <a16:creationId xmlns:a16="http://schemas.microsoft.com/office/drawing/2014/main" id="{26BA8DE7-E9D3-488E-855C-619A6E36C693}"/>
              </a:ext>
            </a:extLst>
          </p:cNvPr>
          <p:cNvSpPr>
            <a:spLocks noGrp="1"/>
          </p:cNvSpPr>
          <p:nvPr/>
        </p:nvSpPr>
        <p:spPr>
          <a:xfrm>
            <a:off x="4709447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760" name="01_find_only_759">
            <a:extLst>
              <a:ext uri="{FF2B5EF4-FFF2-40B4-BE49-F238E27FC236}">
                <a16:creationId xmlns:a16="http://schemas.microsoft.com/office/drawing/2014/main" id="{21810CE2-9C69-45AE-A81C-FEB0FB85A5F4}"/>
              </a:ext>
            </a:extLst>
          </p:cNvPr>
          <p:cNvSpPr>
            <a:spLocks noGrp="1"/>
          </p:cNvSpPr>
          <p:nvPr/>
        </p:nvSpPr>
        <p:spPr>
          <a:xfrm>
            <a:off x="5218725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761" name="01_find_only_760">
            <a:extLst>
              <a:ext uri="{FF2B5EF4-FFF2-40B4-BE49-F238E27FC236}">
                <a16:creationId xmlns:a16="http://schemas.microsoft.com/office/drawing/2014/main" id="{0EED7357-32F9-4A0E-892B-A54AF486F6C3}"/>
              </a:ext>
            </a:extLst>
          </p:cNvPr>
          <p:cNvSpPr>
            <a:spLocks noGrp="1"/>
          </p:cNvSpPr>
          <p:nvPr/>
        </p:nvSpPr>
        <p:spPr>
          <a:xfrm>
            <a:off x="5728003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762" name="01_find_only_761">
            <a:extLst>
              <a:ext uri="{FF2B5EF4-FFF2-40B4-BE49-F238E27FC236}">
                <a16:creationId xmlns:a16="http://schemas.microsoft.com/office/drawing/2014/main" id="{02D2E821-7F2A-4739-AC31-2CC0BF9832E0}"/>
              </a:ext>
            </a:extLst>
          </p:cNvPr>
          <p:cNvSpPr>
            <a:spLocks noGrp="1"/>
          </p:cNvSpPr>
          <p:nvPr/>
        </p:nvSpPr>
        <p:spPr>
          <a:xfrm>
            <a:off x="4184890" y="4214395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763" name="01_find_only_762">
            <a:extLst>
              <a:ext uri="{FF2B5EF4-FFF2-40B4-BE49-F238E27FC236}">
                <a16:creationId xmlns:a16="http://schemas.microsoft.com/office/drawing/2014/main" id="{5B213607-8C05-41F1-95BC-96777535C1D5}"/>
              </a:ext>
            </a:extLst>
          </p:cNvPr>
          <p:cNvSpPr>
            <a:spLocks noGrp="1"/>
          </p:cNvSpPr>
          <p:nvPr/>
        </p:nvSpPr>
        <p:spPr>
          <a:xfrm>
            <a:off x="4146083" y="4214395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764" name="text_763">
            <a:extLst>
              <a:ext uri="{FF2B5EF4-FFF2-40B4-BE49-F238E27FC236}">
                <a16:creationId xmlns:a16="http://schemas.microsoft.com/office/drawing/2014/main" id="{3743A05C-D051-42A4-8AAE-B3787DB7DF02}"/>
              </a:ext>
            </a:extLst>
          </p:cNvPr>
          <p:cNvSpPr>
            <a:spLocks noGrp="1"/>
          </p:cNvSpPr>
          <p:nvPr/>
        </p:nvSpPr>
        <p:spPr>
          <a:xfrm>
            <a:off x="4054773" y="4173590"/>
            <a:ext cx="65439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0</a:t>
            </a:r>
          </a:p>
        </p:txBody>
      </p:sp>
      <p:sp>
        <p:nvSpPr>
          <p:cNvPr id="765" name="01_find_only_764">
            <a:extLst>
              <a:ext uri="{FF2B5EF4-FFF2-40B4-BE49-F238E27FC236}">
                <a16:creationId xmlns:a16="http://schemas.microsoft.com/office/drawing/2014/main" id="{5B31F991-42F8-4BBA-AB69-A642AF96CF6C}"/>
              </a:ext>
            </a:extLst>
          </p:cNvPr>
          <p:cNvSpPr>
            <a:spLocks noGrp="1"/>
          </p:cNvSpPr>
          <p:nvPr/>
        </p:nvSpPr>
        <p:spPr>
          <a:xfrm>
            <a:off x="4184890" y="3568622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766" name="01_find_only_765">
            <a:extLst>
              <a:ext uri="{FF2B5EF4-FFF2-40B4-BE49-F238E27FC236}">
                <a16:creationId xmlns:a16="http://schemas.microsoft.com/office/drawing/2014/main" id="{107DBC53-50F1-4CC6-817B-A6057CC9926B}"/>
              </a:ext>
            </a:extLst>
          </p:cNvPr>
          <p:cNvSpPr>
            <a:spLocks noGrp="1"/>
          </p:cNvSpPr>
          <p:nvPr/>
        </p:nvSpPr>
        <p:spPr>
          <a:xfrm>
            <a:off x="4146083" y="3568622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767" name="text_766">
            <a:extLst>
              <a:ext uri="{FF2B5EF4-FFF2-40B4-BE49-F238E27FC236}">
                <a16:creationId xmlns:a16="http://schemas.microsoft.com/office/drawing/2014/main" id="{15682E56-2A2E-4E2F-85F7-16BF9B1EA7B2}"/>
              </a:ext>
            </a:extLst>
          </p:cNvPr>
          <p:cNvSpPr>
            <a:spLocks noGrp="1"/>
          </p:cNvSpPr>
          <p:nvPr/>
        </p:nvSpPr>
        <p:spPr>
          <a:xfrm>
            <a:off x="4002269" y="3527818"/>
            <a:ext cx="117943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50</a:t>
            </a:r>
          </a:p>
        </p:txBody>
      </p:sp>
      <p:sp>
        <p:nvSpPr>
          <p:cNvPr id="768" name="01_find_only_767">
            <a:extLst>
              <a:ext uri="{FF2B5EF4-FFF2-40B4-BE49-F238E27FC236}">
                <a16:creationId xmlns:a16="http://schemas.microsoft.com/office/drawing/2014/main" id="{EEB2C4ED-A190-401F-9DD3-481F4C63CCB8}"/>
              </a:ext>
            </a:extLst>
          </p:cNvPr>
          <p:cNvSpPr>
            <a:spLocks noGrp="1"/>
          </p:cNvSpPr>
          <p:nvPr/>
        </p:nvSpPr>
        <p:spPr>
          <a:xfrm>
            <a:off x="4184890" y="2922850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769" name="01_find_only_768">
            <a:extLst>
              <a:ext uri="{FF2B5EF4-FFF2-40B4-BE49-F238E27FC236}">
                <a16:creationId xmlns:a16="http://schemas.microsoft.com/office/drawing/2014/main" id="{92F86A8A-5B6D-4C07-A924-FD925D7C94A1}"/>
              </a:ext>
            </a:extLst>
          </p:cNvPr>
          <p:cNvSpPr>
            <a:spLocks noGrp="1"/>
          </p:cNvSpPr>
          <p:nvPr/>
        </p:nvSpPr>
        <p:spPr>
          <a:xfrm>
            <a:off x="4146083" y="2922850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770" name="text_769">
            <a:extLst>
              <a:ext uri="{FF2B5EF4-FFF2-40B4-BE49-F238E27FC236}">
                <a16:creationId xmlns:a16="http://schemas.microsoft.com/office/drawing/2014/main" id="{84020FA2-D8B4-43BC-8E5F-810F7A51A778}"/>
              </a:ext>
            </a:extLst>
          </p:cNvPr>
          <p:cNvSpPr>
            <a:spLocks noGrp="1"/>
          </p:cNvSpPr>
          <p:nvPr/>
        </p:nvSpPr>
        <p:spPr>
          <a:xfrm>
            <a:off x="3949767" y="2882045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100</a:t>
            </a:r>
          </a:p>
        </p:txBody>
      </p:sp>
      <p:sp>
        <p:nvSpPr>
          <p:cNvPr id="771" name="01_find_only_770">
            <a:extLst>
              <a:ext uri="{FF2B5EF4-FFF2-40B4-BE49-F238E27FC236}">
                <a16:creationId xmlns:a16="http://schemas.microsoft.com/office/drawing/2014/main" id="{6FED5938-B4C9-472F-B22F-F20D17906826}"/>
              </a:ext>
            </a:extLst>
          </p:cNvPr>
          <p:cNvSpPr>
            <a:spLocks noGrp="1"/>
          </p:cNvSpPr>
          <p:nvPr/>
        </p:nvSpPr>
        <p:spPr>
          <a:xfrm>
            <a:off x="4416737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72" name="01_find_only_771">
            <a:extLst>
              <a:ext uri="{FF2B5EF4-FFF2-40B4-BE49-F238E27FC236}">
                <a16:creationId xmlns:a16="http://schemas.microsoft.com/office/drawing/2014/main" id="{FD2DED29-A2FA-434C-9584-55411A7FE497}"/>
              </a:ext>
            </a:extLst>
          </p:cNvPr>
          <p:cNvSpPr>
            <a:spLocks noGrp="1"/>
          </p:cNvSpPr>
          <p:nvPr/>
        </p:nvSpPr>
        <p:spPr>
          <a:xfrm>
            <a:off x="4398084" y="36617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73" name="01_find_only_772">
            <a:extLst>
              <a:ext uri="{FF2B5EF4-FFF2-40B4-BE49-F238E27FC236}">
                <a16:creationId xmlns:a16="http://schemas.microsoft.com/office/drawing/2014/main" id="{A8B70907-D8F3-4769-91DA-57F76F549778}"/>
              </a:ext>
            </a:extLst>
          </p:cNvPr>
          <p:cNvSpPr>
            <a:spLocks noGrp="1"/>
          </p:cNvSpPr>
          <p:nvPr/>
        </p:nvSpPr>
        <p:spPr>
          <a:xfrm>
            <a:off x="441324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74" name="01_find_only_773">
            <a:extLst>
              <a:ext uri="{FF2B5EF4-FFF2-40B4-BE49-F238E27FC236}">
                <a16:creationId xmlns:a16="http://schemas.microsoft.com/office/drawing/2014/main" id="{6E09C504-7264-4F57-869E-F7ED3C26F21E}"/>
              </a:ext>
            </a:extLst>
          </p:cNvPr>
          <p:cNvSpPr>
            <a:spLocks noGrp="1"/>
          </p:cNvSpPr>
          <p:nvPr/>
        </p:nvSpPr>
        <p:spPr>
          <a:xfrm>
            <a:off x="441285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75" name="01_find_only_774">
            <a:extLst>
              <a:ext uri="{FF2B5EF4-FFF2-40B4-BE49-F238E27FC236}">
                <a16:creationId xmlns:a16="http://schemas.microsoft.com/office/drawing/2014/main" id="{AE266A26-A611-4EBD-B8A9-7D7873E56B70}"/>
              </a:ext>
            </a:extLst>
          </p:cNvPr>
          <p:cNvSpPr>
            <a:spLocks noGrp="1"/>
          </p:cNvSpPr>
          <p:nvPr/>
        </p:nvSpPr>
        <p:spPr>
          <a:xfrm>
            <a:off x="442936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76" name="01_find_only_775">
            <a:extLst>
              <a:ext uri="{FF2B5EF4-FFF2-40B4-BE49-F238E27FC236}">
                <a16:creationId xmlns:a16="http://schemas.microsoft.com/office/drawing/2014/main" id="{EF96A642-B7C2-40B0-A931-BAAA85F16DF1}"/>
              </a:ext>
            </a:extLst>
          </p:cNvPr>
          <p:cNvSpPr>
            <a:spLocks noGrp="1"/>
          </p:cNvSpPr>
          <p:nvPr/>
        </p:nvSpPr>
        <p:spPr>
          <a:xfrm>
            <a:off x="445763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77" name="01_find_only_776">
            <a:extLst>
              <a:ext uri="{FF2B5EF4-FFF2-40B4-BE49-F238E27FC236}">
                <a16:creationId xmlns:a16="http://schemas.microsoft.com/office/drawing/2014/main" id="{9A02D74F-DAD8-4D4B-81BD-EEE1B841EC43}"/>
              </a:ext>
            </a:extLst>
          </p:cNvPr>
          <p:cNvSpPr>
            <a:spLocks noGrp="1"/>
          </p:cNvSpPr>
          <p:nvPr/>
        </p:nvSpPr>
        <p:spPr>
          <a:xfrm>
            <a:off x="447541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78" name="01_find_only_777">
            <a:extLst>
              <a:ext uri="{FF2B5EF4-FFF2-40B4-BE49-F238E27FC236}">
                <a16:creationId xmlns:a16="http://schemas.microsoft.com/office/drawing/2014/main" id="{B79305FD-7A56-4954-BA4B-A8BACFBD6739}"/>
              </a:ext>
            </a:extLst>
          </p:cNvPr>
          <p:cNvSpPr>
            <a:spLocks noGrp="1"/>
          </p:cNvSpPr>
          <p:nvPr/>
        </p:nvSpPr>
        <p:spPr>
          <a:xfrm>
            <a:off x="4403233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79" name="01_find_only_778">
            <a:extLst>
              <a:ext uri="{FF2B5EF4-FFF2-40B4-BE49-F238E27FC236}">
                <a16:creationId xmlns:a16="http://schemas.microsoft.com/office/drawing/2014/main" id="{32CBD20D-C7D7-4555-BAEB-8E4EC49512A9}"/>
              </a:ext>
            </a:extLst>
          </p:cNvPr>
          <p:cNvSpPr>
            <a:spLocks noGrp="1"/>
          </p:cNvSpPr>
          <p:nvPr/>
        </p:nvSpPr>
        <p:spPr>
          <a:xfrm>
            <a:off x="444763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80" name="01_find_only_779">
            <a:extLst>
              <a:ext uri="{FF2B5EF4-FFF2-40B4-BE49-F238E27FC236}">
                <a16:creationId xmlns:a16="http://schemas.microsoft.com/office/drawing/2014/main" id="{44015680-4E07-47B7-B060-50EC5FC9D18E}"/>
              </a:ext>
            </a:extLst>
          </p:cNvPr>
          <p:cNvSpPr>
            <a:spLocks noGrp="1"/>
          </p:cNvSpPr>
          <p:nvPr/>
        </p:nvSpPr>
        <p:spPr>
          <a:xfrm>
            <a:off x="440352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81" name="01_find_only_780">
            <a:extLst>
              <a:ext uri="{FF2B5EF4-FFF2-40B4-BE49-F238E27FC236}">
                <a16:creationId xmlns:a16="http://schemas.microsoft.com/office/drawing/2014/main" id="{BAD5C4FA-9E9D-4288-A430-F6B7E22DF4F3}"/>
              </a:ext>
            </a:extLst>
          </p:cNvPr>
          <p:cNvSpPr>
            <a:spLocks noGrp="1"/>
          </p:cNvSpPr>
          <p:nvPr/>
        </p:nvSpPr>
        <p:spPr>
          <a:xfrm>
            <a:off x="439283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82" name="01_find_only_781">
            <a:extLst>
              <a:ext uri="{FF2B5EF4-FFF2-40B4-BE49-F238E27FC236}">
                <a16:creationId xmlns:a16="http://schemas.microsoft.com/office/drawing/2014/main" id="{EC411FC7-83EB-4B52-BBD4-9547FB69CD0B}"/>
              </a:ext>
            </a:extLst>
          </p:cNvPr>
          <p:cNvSpPr>
            <a:spLocks noGrp="1"/>
          </p:cNvSpPr>
          <p:nvPr/>
        </p:nvSpPr>
        <p:spPr>
          <a:xfrm>
            <a:off x="4467644" y="37156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83" name="01_find_only_782">
            <a:extLst>
              <a:ext uri="{FF2B5EF4-FFF2-40B4-BE49-F238E27FC236}">
                <a16:creationId xmlns:a16="http://schemas.microsoft.com/office/drawing/2014/main" id="{EA8B2E31-CDC8-4D6E-9106-41D233069A16}"/>
              </a:ext>
            </a:extLst>
          </p:cNvPr>
          <p:cNvSpPr>
            <a:spLocks noGrp="1"/>
          </p:cNvSpPr>
          <p:nvPr/>
        </p:nvSpPr>
        <p:spPr>
          <a:xfrm>
            <a:off x="448756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84" name="01_find_only_783">
            <a:extLst>
              <a:ext uri="{FF2B5EF4-FFF2-40B4-BE49-F238E27FC236}">
                <a16:creationId xmlns:a16="http://schemas.microsoft.com/office/drawing/2014/main" id="{36D0457F-75A0-4ADF-8079-0BF57EB8F02A}"/>
              </a:ext>
            </a:extLst>
          </p:cNvPr>
          <p:cNvSpPr>
            <a:spLocks noGrp="1"/>
          </p:cNvSpPr>
          <p:nvPr/>
        </p:nvSpPr>
        <p:spPr>
          <a:xfrm>
            <a:off x="442907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85" name="01_find_only_784">
            <a:extLst>
              <a:ext uri="{FF2B5EF4-FFF2-40B4-BE49-F238E27FC236}">
                <a16:creationId xmlns:a16="http://schemas.microsoft.com/office/drawing/2014/main" id="{EBECE399-B601-4F13-9421-BD1CCA5DAC64}"/>
              </a:ext>
            </a:extLst>
          </p:cNvPr>
          <p:cNvSpPr>
            <a:spLocks noGrp="1"/>
          </p:cNvSpPr>
          <p:nvPr/>
        </p:nvSpPr>
        <p:spPr>
          <a:xfrm>
            <a:off x="448231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86" name="01_find_only_785">
            <a:extLst>
              <a:ext uri="{FF2B5EF4-FFF2-40B4-BE49-F238E27FC236}">
                <a16:creationId xmlns:a16="http://schemas.microsoft.com/office/drawing/2014/main" id="{0AE81050-6B25-4F42-9E65-B7AE03FB7489}"/>
              </a:ext>
            </a:extLst>
          </p:cNvPr>
          <p:cNvSpPr>
            <a:spLocks noGrp="1"/>
          </p:cNvSpPr>
          <p:nvPr/>
        </p:nvSpPr>
        <p:spPr>
          <a:xfrm>
            <a:off x="4413142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87" name="01_find_only_786">
            <a:extLst>
              <a:ext uri="{FF2B5EF4-FFF2-40B4-BE49-F238E27FC236}">
                <a16:creationId xmlns:a16="http://schemas.microsoft.com/office/drawing/2014/main" id="{2AFF90FA-B7FD-42FC-975F-D083FDC81612}"/>
              </a:ext>
            </a:extLst>
          </p:cNvPr>
          <p:cNvSpPr>
            <a:spLocks noGrp="1"/>
          </p:cNvSpPr>
          <p:nvPr/>
        </p:nvSpPr>
        <p:spPr>
          <a:xfrm>
            <a:off x="4431602" y="366085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88" name="01_find_only_787">
            <a:extLst>
              <a:ext uri="{FF2B5EF4-FFF2-40B4-BE49-F238E27FC236}">
                <a16:creationId xmlns:a16="http://schemas.microsoft.com/office/drawing/2014/main" id="{4EA09CEA-9BC1-46B6-A696-3EFAE38051E0}"/>
              </a:ext>
            </a:extLst>
          </p:cNvPr>
          <p:cNvSpPr>
            <a:spLocks noGrp="1"/>
          </p:cNvSpPr>
          <p:nvPr/>
        </p:nvSpPr>
        <p:spPr>
          <a:xfrm>
            <a:off x="4460552" y="37478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89" name="01_find_only_788">
            <a:extLst>
              <a:ext uri="{FF2B5EF4-FFF2-40B4-BE49-F238E27FC236}">
                <a16:creationId xmlns:a16="http://schemas.microsoft.com/office/drawing/2014/main" id="{E193F6FA-4E4A-4AE6-8747-230C8764B486}"/>
              </a:ext>
            </a:extLst>
          </p:cNvPr>
          <p:cNvSpPr>
            <a:spLocks noGrp="1"/>
          </p:cNvSpPr>
          <p:nvPr/>
        </p:nvSpPr>
        <p:spPr>
          <a:xfrm>
            <a:off x="447794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90" name="01_find_only_789">
            <a:extLst>
              <a:ext uri="{FF2B5EF4-FFF2-40B4-BE49-F238E27FC236}">
                <a16:creationId xmlns:a16="http://schemas.microsoft.com/office/drawing/2014/main" id="{4C9773A9-544C-4E6D-8F44-B596FCC14798}"/>
              </a:ext>
            </a:extLst>
          </p:cNvPr>
          <p:cNvSpPr>
            <a:spLocks noGrp="1"/>
          </p:cNvSpPr>
          <p:nvPr/>
        </p:nvSpPr>
        <p:spPr>
          <a:xfrm>
            <a:off x="448736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91" name="01_find_only_790">
            <a:extLst>
              <a:ext uri="{FF2B5EF4-FFF2-40B4-BE49-F238E27FC236}">
                <a16:creationId xmlns:a16="http://schemas.microsoft.com/office/drawing/2014/main" id="{4B76AE34-0668-4B20-AF91-06F41468F9CF}"/>
              </a:ext>
            </a:extLst>
          </p:cNvPr>
          <p:cNvSpPr>
            <a:spLocks noGrp="1"/>
          </p:cNvSpPr>
          <p:nvPr/>
        </p:nvSpPr>
        <p:spPr>
          <a:xfrm>
            <a:off x="4453849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92" name="01_find_only_791">
            <a:extLst>
              <a:ext uri="{FF2B5EF4-FFF2-40B4-BE49-F238E27FC236}">
                <a16:creationId xmlns:a16="http://schemas.microsoft.com/office/drawing/2014/main" id="{38961AC0-527B-40A6-BAA7-6E4A0D672082}"/>
              </a:ext>
            </a:extLst>
          </p:cNvPr>
          <p:cNvSpPr>
            <a:spLocks noGrp="1"/>
          </p:cNvSpPr>
          <p:nvPr/>
        </p:nvSpPr>
        <p:spPr>
          <a:xfrm>
            <a:off x="4396238" y="35881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93" name="01_find_only_792">
            <a:extLst>
              <a:ext uri="{FF2B5EF4-FFF2-40B4-BE49-F238E27FC236}">
                <a16:creationId xmlns:a16="http://schemas.microsoft.com/office/drawing/2014/main" id="{9180226D-1302-4E54-9299-318D6CF91690}"/>
              </a:ext>
            </a:extLst>
          </p:cNvPr>
          <p:cNvSpPr>
            <a:spLocks noGrp="1"/>
          </p:cNvSpPr>
          <p:nvPr/>
        </p:nvSpPr>
        <p:spPr>
          <a:xfrm>
            <a:off x="441061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94" name="01_find_only_793">
            <a:extLst>
              <a:ext uri="{FF2B5EF4-FFF2-40B4-BE49-F238E27FC236}">
                <a16:creationId xmlns:a16="http://schemas.microsoft.com/office/drawing/2014/main" id="{2A55E869-B816-41A5-BA83-93D3F23FA8DD}"/>
              </a:ext>
            </a:extLst>
          </p:cNvPr>
          <p:cNvSpPr>
            <a:spLocks noGrp="1"/>
          </p:cNvSpPr>
          <p:nvPr/>
        </p:nvSpPr>
        <p:spPr>
          <a:xfrm>
            <a:off x="441693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95" name="01_find_only_794">
            <a:extLst>
              <a:ext uri="{FF2B5EF4-FFF2-40B4-BE49-F238E27FC236}">
                <a16:creationId xmlns:a16="http://schemas.microsoft.com/office/drawing/2014/main" id="{492D2C0B-E1A4-4DA5-A77E-7805081A7D8B}"/>
              </a:ext>
            </a:extLst>
          </p:cNvPr>
          <p:cNvSpPr>
            <a:spLocks noGrp="1"/>
          </p:cNvSpPr>
          <p:nvPr/>
        </p:nvSpPr>
        <p:spPr>
          <a:xfrm>
            <a:off x="4396044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96" name="01_find_only_795">
            <a:extLst>
              <a:ext uri="{FF2B5EF4-FFF2-40B4-BE49-F238E27FC236}">
                <a16:creationId xmlns:a16="http://schemas.microsoft.com/office/drawing/2014/main" id="{5CB41849-A216-465F-AE03-988949C02E71}"/>
              </a:ext>
            </a:extLst>
          </p:cNvPr>
          <p:cNvSpPr>
            <a:spLocks noGrp="1"/>
          </p:cNvSpPr>
          <p:nvPr/>
        </p:nvSpPr>
        <p:spPr>
          <a:xfrm>
            <a:off x="4395461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97" name="01_find_only_796">
            <a:extLst>
              <a:ext uri="{FF2B5EF4-FFF2-40B4-BE49-F238E27FC236}">
                <a16:creationId xmlns:a16="http://schemas.microsoft.com/office/drawing/2014/main" id="{9712F0E6-4517-4277-9326-C9F4D929B61D}"/>
              </a:ext>
            </a:extLst>
          </p:cNvPr>
          <p:cNvSpPr>
            <a:spLocks noGrp="1"/>
          </p:cNvSpPr>
          <p:nvPr/>
        </p:nvSpPr>
        <p:spPr>
          <a:xfrm>
            <a:off x="441430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98" name="01_find_only_797">
            <a:extLst>
              <a:ext uri="{FF2B5EF4-FFF2-40B4-BE49-F238E27FC236}">
                <a16:creationId xmlns:a16="http://schemas.microsoft.com/office/drawing/2014/main" id="{25772F25-1185-49FE-A41D-9223A303AE7C}"/>
              </a:ext>
            </a:extLst>
          </p:cNvPr>
          <p:cNvSpPr>
            <a:spLocks noGrp="1"/>
          </p:cNvSpPr>
          <p:nvPr/>
        </p:nvSpPr>
        <p:spPr>
          <a:xfrm>
            <a:off x="445093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799" name="01_find_only_798">
            <a:extLst>
              <a:ext uri="{FF2B5EF4-FFF2-40B4-BE49-F238E27FC236}">
                <a16:creationId xmlns:a16="http://schemas.microsoft.com/office/drawing/2014/main" id="{135C8474-CCAA-4A52-A97D-4281A5ACBF38}"/>
              </a:ext>
            </a:extLst>
          </p:cNvPr>
          <p:cNvSpPr>
            <a:spLocks noGrp="1"/>
          </p:cNvSpPr>
          <p:nvPr/>
        </p:nvSpPr>
        <p:spPr>
          <a:xfrm>
            <a:off x="440915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00" name="01_find_only_799">
            <a:extLst>
              <a:ext uri="{FF2B5EF4-FFF2-40B4-BE49-F238E27FC236}">
                <a16:creationId xmlns:a16="http://schemas.microsoft.com/office/drawing/2014/main" id="{211A018C-B8A1-4D74-BC3B-C646D731265D}"/>
              </a:ext>
            </a:extLst>
          </p:cNvPr>
          <p:cNvSpPr>
            <a:spLocks noGrp="1"/>
          </p:cNvSpPr>
          <p:nvPr/>
        </p:nvSpPr>
        <p:spPr>
          <a:xfrm>
            <a:off x="443830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01" name="01_find_only_800">
            <a:extLst>
              <a:ext uri="{FF2B5EF4-FFF2-40B4-BE49-F238E27FC236}">
                <a16:creationId xmlns:a16="http://schemas.microsoft.com/office/drawing/2014/main" id="{5EC77C9F-ADEB-49CA-B339-87AF0335D8A9}"/>
              </a:ext>
            </a:extLst>
          </p:cNvPr>
          <p:cNvSpPr>
            <a:spLocks noGrp="1"/>
          </p:cNvSpPr>
          <p:nvPr/>
        </p:nvSpPr>
        <p:spPr>
          <a:xfrm>
            <a:off x="442800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02" name="01_find_only_801">
            <a:extLst>
              <a:ext uri="{FF2B5EF4-FFF2-40B4-BE49-F238E27FC236}">
                <a16:creationId xmlns:a16="http://schemas.microsoft.com/office/drawing/2014/main" id="{83BD3DA1-61A4-41A0-948C-F200F9405712}"/>
              </a:ext>
            </a:extLst>
          </p:cNvPr>
          <p:cNvSpPr>
            <a:spLocks noGrp="1"/>
          </p:cNvSpPr>
          <p:nvPr/>
        </p:nvSpPr>
        <p:spPr>
          <a:xfrm>
            <a:off x="447619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03" name="01_find_only_802">
            <a:extLst>
              <a:ext uri="{FF2B5EF4-FFF2-40B4-BE49-F238E27FC236}">
                <a16:creationId xmlns:a16="http://schemas.microsoft.com/office/drawing/2014/main" id="{F408006B-D06D-444E-995D-F416C12BC227}"/>
              </a:ext>
            </a:extLst>
          </p:cNvPr>
          <p:cNvSpPr>
            <a:spLocks noGrp="1"/>
          </p:cNvSpPr>
          <p:nvPr/>
        </p:nvSpPr>
        <p:spPr>
          <a:xfrm>
            <a:off x="4418389" y="41530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04" name="01_find_only_803">
            <a:extLst>
              <a:ext uri="{FF2B5EF4-FFF2-40B4-BE49-F238E27FC236}">
                <a16:creationId xmlns:a16="http://schemas.microsoft.com/office/drawing/2014/main" id="{90967391-484E-480F-9AF2-92574EDD405D}"/>
              </a:ext>
            </a:extLst>
          </p:cNvPr>
          <p:cNvSpPr>
            <a:spLocks noGrp="1"/>
          </p:cNvSpPr>
          <p:nvPr/>
        </p:nvSpPr>
        <p:spPr>
          <a:xfrm>
            <a:off x="4458318" y="358491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05" name="01_find_only_804">
            <a:extLst>
              <a:ext uri="{FF2B5EF4-FFF2-40B4-BE49-F238E27FC236}">
                <a16:creationId xmlns:a16="http://schemas.microsoft.com/office/drawing/2014/main" id="{12A30212-A6D1-4540-9C45-4301713BF9E8}"/>
              </a:ext>
            </a:extLst>
          </p:cNvPr>
          <p:cNvSpPr>
            <a:spLocks noGrp="1"/>
          </p:cNvSpPr>
          <p:nvPr/>
        </p:nvSpPr>
        <p:spPr>
          <a:xfrm>
            <a:off x="446074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06" name="01_find_only_805">
            <a:extLst>
              <a:ext uri="{FF2B5EF4-FFF2-40B4-BE49-F238E27FC236}">
                <a16:creationId xmlns:a16="http://schemas.microsoft.com/office/drawing/2014/main" id="{DD305404-8C56-4D32-AC30-C6D5A762F6E0}"/>
              </a:ext>
            </a:extLst>
          </p:cNvPr>
          <p:cNvSpPr>
            <a:spLocks noGrp="1"/>
          </p:cNvSpPr>
          <p:nvPr/>
        </p:nvSpPr>
        <p:spPr>
          <a:xfrm>
            <a:off x="439575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07" name="01_find_only_806">
            <a:extLst>
              <a:ext uri="{FF2B5EF4-FFF2-40B4-BE49-F238E27FC236}">
                <a16:creationId xmlns:a16="http://schemas.microsoft.com/office/drawing/2014/main" id="{933BCC99-589F-4AA0-A85C-F0362B4DBEBA}"/>
              </a:ext>
            </a:extLst>
          </p:cNvPr>
          <p:cNvSpPr>
            <a:spLocks noGrp="1"/>
          </p:cNvSpPr>
          <p:nvPr/>
        </p:nvSpPr>
        <p:spPr>
          <a:xfrm>
            <a:off x="447493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08" name="01_find_only_807">
            <a:extLst>
              <a:ext uri="{FF2B5EF4-FFF2-40B4-BE49-F238E27FC236}">
                <a16:creationId xmlns:a16="http://schemas.microsoft.com/office/drawing/2014/main" id="{6C195288-E5DB-417C-9FBD-464B2D8293A3}"/>
              </a:ext>
            </a:extLst>
          </p:cNvPr>
          <p:cNvSpPr>
            <a:spLocks noGrp="1"/>
          </p:cNvSpPr>
          <p:nvPr/>
        </p:nvSpPr>
        <p:spPr>
          <a:xfrm>
            <a:off x="439342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09" name="01_find_only_808">
            <a:extLst>
              <a:ext uri="{FF2B5EF4-FFF2-40B4-BE49-F238E27FC236}">
                <a16:creationId xmlns:a16="http://schemas.microsoft.com/office/drawing/2014/main" id="{0C301780-657A-4021-B966-B5BC92AFCD26}"/>
              </a:ext>
            </a:extLst>
          </p:cNvPr>
          <p:cNvSpPr>
            <a:spLocks noGrp="1"/>
          </p:cNvSpPr>
          <p:nvPr/>
        </p:nvSpPr>
        <p:spPr>
          <a:xfrm>
            <a:off x="4474737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10" name="01_find_only_809">
            <a:extLst>
              <a:ext uri="{FF2B5EF4-FFF2-40B4-BE49-F238E27FC236}">
                <a16:creationId xmlns:a16="http://schemas.microsoft.com/office/drawing/2014/main" id="{A440C08D-60DD-4787-AEE3-7AE2759525B3}"/>
              </a:ext>
            </a:extLst>
          </p:cNvPr>
          <p:cNvSpPr>
            <a:spLocks noGrp="1"/>
          </p:cNvSpPr>
          <p:nvPr/>
        </p:nvSpPr>
        <p:spPr>
          <a:xfrm>
            <a:off x="448416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11" name="01_find_only_810">
            <a:extLst>
              <a:ext uri="{FF2B5EF4-FFF2-40B4-BE49-F238E27FC236}">
                <a16:creationId xmlns:a16="http://schemas.microsoft.com/office/drawing/2014/main" id="{637A7F70-5337-4E85-949B-B76D7E058A9F}"/>
              </a:ext>
            </a:extLst>
          </p:cNvPr>
          <p:cNvSpPr>
            <a:spLocks noGrp="1"/>
          </p:cNvSpPr>
          <p:nvPr/>
        </p:nvSpPr>
        <p:spPr>
          <a:xfrm>
            <a:off x="445151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12" name="01_find_only_811">
            <a:extLst>
              <a:ext uri="{FF2B5EF4-FFF2-40B4-BE49-F238E27FC236}">
                <a16:creationId xmlns:a16="http://schemas.microsoft.com/office/drawing/2014/main" id="{66EF84D4-CA63-4BAB-8ADD-1A03570F41FA}"/>
              </a:ext>
            </a:extLst>
          </p:cNvPr>
          <p:cNvSpPr>
            <a:spLocks noGrp="1"/>
          </p:cNvSpPr>
          <p:nvPr/>
        </p:nvSpPr>
        <p:spPr>
          <a:xfrm>
            <a:off x="442237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13" name="01_find_only_812">
            <a:extLst>
              <a:ext uri="{FF2B5EF4-FFF2-40B4-BE49-F238E27FC236}">
                <a16:creationId xmlns:a16="http://schemas.microsoft.com/office/drawing/2014/main" id="{3A536C5B-122A-48A9-AAC5-6806B07BB8A1}"/>
              </a:ext>
            </a:extLst>
          </p:cNvPr>
          <p:cNvSpPr>
            <a:spLocks noGrp="1"/>
          </p:cNvSpPr>
          <p:nvPr/>
        </p:nvSpPr>
        <p:spPr>
          <a:xfrm>
            <a:off x="446307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14" name="01_find_only_813">
            <a:extLst>
              <a:ext uri="{FF2B5EF4-FFF2-40B4-BE49-F238E27FC236}">
                <a16:creationId xmlns:a16="http://schemas.microsoft.com/office/drawing/2014/main" id="{2149C08A-9D93-44C8-BB91-C8E1B3605EE1}"/>
              </a:ext>
            </a:extLst>
          </p:cNvPr>
          <p:cNvSpPr>
            <a:spLocks noGrp="1"/>
          </p:cNvSpPr>
          <p:nvPr/>
        </p:nvSpPr>
        <p:spPr>
          <a:xfrm>
            <a:off x="441362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15" name="01_find_only_814">
            <a:extLst>
              <a:ext uri="{FF2B5EF4-FFF2-40B4-BE49-F238E27FC236}">
                <a16:creationId xmlns:a16="http://schemas.microsoft.com/office/drawing/2014/main" id="{2D8BEE4F-E042-402D-AB90-515DC92FB194}"/>
              </a:ext>
            </a:extLst>
          </p:cNvPr>
          <p:cNvSpPr>
            <a:spLocks noGrp="1"/>
          </p:cNvSpPr>
          <p:nvPr/>
        </p:nvSpPr>
        <p:spPr>
          <a:xfrm>
            <a:off x="4438596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16" name="01_find_only_815">
            <a:extLst>
              <a:ext uri="{FF2B5EF4-FFF2-40B4-BE49-F238E27FC236}">
                <a16:creationId xmlns:a16="http://schemas.microsoft.com/office/drawing/2014/main" id="{32D6BB99-5B62-49DE-ABF5-4EB6BE181F73}"/>
              </a:ext>
            </a:extLst>
          </p:cNvPr>
          <p:cNvSpPr>
            <a:spLocks noGrp="1"/>
          </p:cNvSpPr>
          <p:nvPr/>
        </p:nvSpPr>
        <p:spPr>
          <a:xfrm>
            <a:off x="443859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17" name="01_find_only_816">
            <a:extLst>
              <a:ext uri="{FF2B5EF4-FFF2-40B4-BE49-F238E27FC236}">
                <a16:creationId xmlns:a16="http://schemas.microsoft.com/office/drawing/2014/main" id="{D69E0EE7-3C4E-4177-8879-F565A948A223}"/>
              </a:ext>
            </a:extLst>
          </p:cNvPr>
          <p:cNvSpPr>
            <a:spLocks noGrp="1"/>
          </p:cNvSpPr>
          <p:nvPr/>
        </p:nvSpPr>
        <p:spPr>
          <a:xfrm>
            <a:off x="4409451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18" name="01_find_only_817">
            <a:extLst>
              <a:ext uri="{FF2B5EF4-FFF2-40B4-BE49-F238E27FC236}">
                <a16:creationId xmlns:a16="http://schemas.microsoft.com/office/drawing/2014/main" id="{F432B513-90E4-4E99-9983-F45E3A71134A}"/>
              </a:ext>
            </a:extLst>
          </p:cNvPr>
          <p:cNvSpPr>
            <a:spLocks noGrp="1"/>
          </p:cNvSpPr>
          <p:nvPr/>
        </p:nvSpPr>
        <p:spPr>
          <a:xfrm>
            <a:off x="4477166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19" name="01_find_only_818">
            <a:extLst>
              <a:ext uri="{FF2B5EF4-FFF2-40B4-BE49-F238E27FC236}">
                <a16:creationId xmlns:a16="http://schemas.microsoft.com/office/drawing/2014/main" id="{DE716A6B-9D1A-4A2D-9775-6FCA9B832205}"/>
              </a:ext>
            </a:extLst>
          </p:cNvPr>
          <p:cNvSpPr>
            <a:spLocks noGrp="1"/>
          </p:cNvSpPr>
          <p:nvPr/>
        </p:nvSpPr>
        <p:spPr>
          <a:xfrm>
            <a:off x="442402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20" name="01_find_only_819">
            <a:extLst>
              <a:ext uri="{FF2B5EF4-FFF2-40B4-BE49-F238E27FC236}">
                <a16:creationId xmlns:a16="http://schemas.microsoft.com/office/drawing/2014/main" id="{8DA7BA5F-7570-441C-8054-8D1E9A8BDDDE}"/>
              </a:ext>
            </a:extLst>
          </p:cNvPr>
          <p:cNvSpPr>
            <a:spLocks noGrp="1"/>
          </p:cNvSpPr>
          <p:nvPr/>
        </p:nvSpPr>
        <p:spPr>
          <a:xfrm>
            <a:off x="443344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21" name="01_find_only_820">
            <a:extLst>
              <a:ext uri="{FF2B5EF4-FFF2-40B4-BE49-F238E27FC236}">
                <a16:creationId xmlns:a16="http://schemas.microsoft.com/office/drawing/2014/main" id="{34FD6B8B-180E-424F-A94E-2935648D8946}"/>
              </a:ext>
            </a:extLst>
          </p:cNvPr>
          <p:cNvSpPr>
            <a:spLocks noGrp="1"/>
          </p:cNvSpPr>
          <p:nvPr/>
        </p:nvSpPr>
        <p:spPr>
          <a:xfrm>
            <a:off x="448649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22" name="01_find_only_821">
            <a:extLst>
              <a:ext uri="{FF2B5EF4-FFF2-40B4-BE49-F238E27FC236}">
                <a16:creationId xmlns:a16="http://schemas.microsoft.com/office/drawing/2014/main" id="{27AF203F-511B-41EB-A123-2D745F897A7D}"/>
              </a:ext>
            </a:extLst>
          </p:cNvPr>
          <p:cNvSpPr>
            <a:spLocks noGrp="1"/>
          </p:cNvSpPr>
          <p:nvPr/>
        </p:nvSpPr>
        <p:spPr>
          <a:xfrm>
            <a:off x="445734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23" name="01_find_only_822">
            <a:extLst>
              <a:ext uri="{FF2B5EF4-FFF2-40B4-BE49-F238E27FC236}">
                <a16:creationId xmlns:a16="http://schemas.microsoft.com/office/drawing/2014/main" id="{24196C49-C6DC-4B0B-9CE4-C129ED89AABB}"/>
              </a:ext>
            </a:extLst>
          </p:cNvPr>
          <p:cNvSpPr>
            <a:spLocks noGrp="1"/>
          </p:cNvSpPr>
          <p:nvPr/>
        </p:nvSpPr>
        <p:spPr>
          <a:xfrm>
            <a:off x="4482994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24" name="01_find_only_823">
            <a:extLst>
              <a:ext uri="{FF2B5EF4-FFF2-40B4-BE49-F238E27FC236}">
                <a16:creationId xmlns:a16="http://schemas.microsoft.com/office/drawing/2014/main" id="{33F838C8-6803-42AE-9466-53B2BD5CB114}"/>
              </a:ext>
            </a:extLst>
          </p:cNvPr>
          <p:cNvSpPr>
            <a:spLocks noGrp="1"/>
          </p:cNvSpPr>
          <p:nvPr/>
        </p:nvSpPr>
        <p:spPr>
          <a:xfrm>
            <a:off x="439711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25" name="01_find_only_824">
            <a:extLst>
              <a:ext uri="{FF2B5EF4-FFF2-40B4-BE49-F238E27FC236}">
                <a16:creationId xmlns:a16="http://schemas.microsoft.com/office/drawing/2014/main" id="{60201D5C-5C0A-4D5D-A176-55A3E7300E19}"/>
              </a:ext>
            </a:extLst>
          </p:cNvPr>
          <p:cNvSpPr>
            <a:spLocks noGrp="1"/>
          </p:cNvSpPr>
          <p:nvPr/>
        </p:nvSpPr>
        <p:spPr>
          <a:xfrm>
            <a:off x="447580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26" name="01_find_only_825">
            <a:extLst>
              <a:ext uri="{FF2B5EF4-FFF2-40B4-BE49-F238E27FC236}">
                <a16:creationId xmlns:a16="http://schemas.microsoft.com/office/drawing/2014/main" id="{304A5BFD-1D24-4DA9-A952-C19C9D048320}"/>
              </a:ext>
            </a:extLst>
          </p:cNvPr>
          <p:cNvSpPr>
            <a:spLocks noGrp="1"/>
          </p:cNvSpPr>
          <p:nvPr/>
        </p:nvSpPr>
        <p:spPr>
          <a:xfrm>
            <a:off x="4462981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27" name="01_find_only_826">
            <a:extLst>
              <a:ext uri="{FF2B5EF4-FFF2-40B4-BE49-F238E27FC236}">
                <a16:creationId xmlns:a16="http://schemas.microsoft.com/office/drawing/2014/main" id="{35FEAB9F-19AF-44D5-B1C0-89317D24FFEC}"/>
              </a:ext>
            </a:extLst>
          </p:cNvPr>
          <p:cNvSpPr>
            <a:spLocks noGrp="1"/>
          </p:cNvSpPr>
          <p:nvPr/>
        </p:nvSpPr>
        <p:spPr>
          <a:xfrm>
            <a:off x="442946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28" name="01_find_only_827">
            <a:extLst>
              <a:ext uri="{FF2B5EF4-FFF2-40B4-BE49-F238E27FC236}">
                <a16:creationId xmlns:a16="http://schemas.microsoft.com/office/drawing/2014/main" id="{16FCB37A-F2B9-4D71-8555-C0E0B586788C}"/>
              </a:ext>
            </a:extLst>
          </p:cNvPr>
          <p:cNvSpPr>
            <a:spLocks noGrp="1"/>
          </p:cNvSpPr>
          <p:nvPr/>
        </p:nvSpPr>
        <p:spPr>
          <a:xfrm>
            <a:off x="4466770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29" name="01_find_only_828">
            <a:extLst>
              <a:ext uri="{FF2B5EF4-FFF2-40B4-BE49-F238E27FC236}">
                <a16:creationId xmlns:a16="http://schemas.microsoft.com/office/drawing/2014/main" id="{F4EAB19B-65F7-4776-9831-2FD911E0FE81}"/>
              </a:ext>
            </a:extLst>
          </p:cNvPr>
          <p:cNvSpPr>
            <a:spLocks noGrp="1"/>
          </p:cNvSpPr>
          <p:nvPr/>
        </p:nvSpPr>
        <p:spPr>
          <a:xfrm>
            <a:off x="448697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30" name="01_find_only_829">
            <a:extLst>
              <a:ext uri="{FF2B5EF4-FFF2-40B4-BE49-F238E27FC236}">
                <a16:creationId xmlns:a16="http://schemas.microsoft.com/office/drawing/2014/main" id="{71D3AC49-2B2F-42DD-AD88-D2AF1DA9B054}"/>
              </a:ext>
            </a:extLst>
          </p:cNvPr>
          <p:cNvSpPr>
            <a:spLocks noGrp="1"/>
          </p:cNvSpPr>
          <p:nvPr/>
        </p:nvSpPr>
        <p:spPr>
          <a:xfrm>
            <a:off x="4456570" y="36259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31" name="01_find_only_830">
            <a:extLst>
              <a:ext uri="{FF2B5EF4-FFF2-40B4-BE49-F238E27FC236}">
                <a16:creationId xmlns:a16="http://schemas.microsoft.com/office/drawing/2014/main" id="{B1C4BD61-4B69-4CA3-A0E6-00857DD9BFAF}"/>
              </a:ext>
            </a:extLst>
          </p:cNvPr>
          <p:cNvSpPr>
            <a:spLocks noGrp="1"/>
          </p:cNvSpPr>
          <p:nvPr/>
        </p:nvSpPr>
        <p:spPr>
          <a:xfrm>
            <a:off x="4464050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32" name="01_find_only_831">
            <a:extLst>
              <a:ext uri="{FF2B5EF4-FFF2-40B4-BE49-F238E27FC236}">
                <a16:creationId xmlns:a16="http://schemas.microsoft.com/office/drawing/2014/main" id="{95347DFB-A9F8-4071-97C8-2841D18BC4B4}"/>
              </a:ext>
            </a:extLst>
          </p:cNvPr>
          <p:cNvSpPr>
            <a:spLocks noGrp="1"/>
          </p:cNvSpPr>
          <p:nvPr/>
        </p:nvSpPr>
        <p:spPr>
          <a:xfrm>
            <a:off x="4463176" y="391292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33" name="01_find_only_832">
            <a:extLst>
              <a:ext uri="{FF2B5EF4-FFF2-40B4-BE49-F238E27FC236}">
                <a16:creationId xmlns:a16="http://schemas.microsoft.com/office/drawing/2014/main" id="{13FC3BC7-D975-4D2A-97AC-D27D57A2EEF1}"/>
              </a:ext>
            </a:extLst>
          </p:cNvPr>
          <p:cNvSpPr>
            <a:spLocks noGrp="1"/>
          </p:cNvSpPr>
          <p:nvPr/>
        </p:nvSpPr>
        <p:spPr>
          <a:xfrm>
            <a:off x="4447632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34" name="01_find_only_833">
            <a:extLst>
              <a:ext uri="{FF2B5EF4-FFF2-40B4-BE49-F238E27FC236}">
                <a16:creationId xmlns:a16="http://schemas.microsoft.com/office/drawing/2014/main" id="{96F6C4E0-53B9-4E67-8DE7-7B80378A9D25}"/>
              </a:ext>
            </a:extLst>
          </p:cNvPr>
          <p:cNvSpPr>
            <a:spLocks noGrp="1"/>
          </p:cNvSpPr>
          <p:nvPr/>
        </p:nvSpPr>
        <p:spPr>
          <a:xfrm>
            <a:off x="4420526" y="38124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35" name="01_find_only_834">
            <a:extLst>
              <a:ext uri="{FF2B5EF4-FFF2-40B4-BE49-F238E27FC236}">
                <a16:creationId xmlns:a16="http://schemas.microsoft.com/office/drawing/2014/main" id="{66D3A814-DF35-446F-B4D0-6F5C4448FDFA}"/>
              </a:ext>
            </a:extLst>
          </p:cNvPr>
          <p:cNvSpPr>
            <a:spLocks noGrp="1"/>
          </p:cNvSpPr>
          <p:nvPr/>
        </p:nvSpPr>
        <p:spPr>
          <a:xfrm>
            <a:off x="448017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36" name="01_find_only_835">
            <a:extLst>
              <a:ext uri="{FF2B5EF4-FFF2-40B4-BE49-F238E27FC236}">
                <a16:creationId xmlns:a16="http://schemas.microsoft.com/office/drawing/2014/main" id="{8EA3A474-888B-455B-B734-2FFC65182104}"/>
              </a:ext>
            </a:extLst>
          </p:cNvPr>
          <p:cNvSpPr>
            <a:spLocks noGrp="1"/>
          </p:cNvSpPr>
          <p:nvPr/>
        </p:nvSpPr>
        <p:spPr>
          <a:xfrm>
            <a:off x="4410228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37" name="01_find_only_836">
            <a:extLst>
              <a:ext uri="{FF2B5EF4-FFF2-40B4-BE49-F238E27FC236}">
                <a16:creationId xmlns:a16="http://schemas.microsoft.com/office/drawing/2014/main" id="{613E28F4-8CB0-4F1F-B81A-97B0C1C0F9CE}"/>
              </a:ext>
            </a:extLst>
          </p:cNvPr>
          <p:cNvSpPr>
            <a:spLocks noGrp="1"/>
          </p:cNvSpPr>
          <p:nvPr/>
        </p:nvSpPr>
        <p:spPr>
          <a:xfrm>
            <a:off x="440945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38" name="01_find_only_837">
            <a:extLst>
              <a:ext uri="{FF2B5EF4-FFF2-40B4-BE49-F238E27FC236}">
                <a16:creationId xmlns:a16="http://schemas.microsoft.com/office/drawing/2014/main" id="{3215BA19-11A7-4A95-9B91-5202FFDC5813}"/>
              </a:ext>
            </a:extLst>
          </p:cNvPr>
          <p:cNvSpPr>
            <a:spLocks noGrp="1"/>
          </p:cNvSpPr>
          <p:nvPr/>
        </p:nvSpPr>
        <p:spPr>
          <a:xfrm>
            <a:off x="441382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39" name="01_find_only_838">
            <a:extLst>
              <a:ext uri="{FF2B5EF4-FFF2-40B4-BE49-F238E27FC236}">
                <a16:creationId xmlns:a16="http://schemas.microsoft.com/office/drawing/2014/main" id="{F0281E39-AC02-48B1-87BF-D420765E8A68}"/>
              </a:ext>
            </a:extLst>
          </p:cNvPr>
          <p:cNvSpPr>
            <a:spLocks noGrp="1"/>
          </p:cNvSpPr>
          <p:nvPr/>
        </p:nvSpPr>
        <p:spPr>
          <a:xfrm>
            <a:off x="4481537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40" name="01_find_only_839">
            <a:extLst>
              <a:ext uri="{FF2B5EF4-FFF2-40B4-BE49-F238E27FC236}">
                <a16:creationId xmlns:a16="http://schemas.microsoft.com/office/drawing/2014/main" id="{D8B0A5D4-37F5-4360-8CA4-EDCE4E486FC1}"/>
              </a:ext>
            </a:extLst>
          </p:cNvPr>
          <p:cNvSpPr>
            <a:spLocks noGrp="1"/>
          </p:cNvSpPr>
          <p:nvPr/>
        </p:nvSpPr>
        <p:spPr>
          <a:xfrm>
            <a:off x="4471239" y="375285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41" name="01_find_only_840">
            <a:extLst>
              <a:ext uri="{FF2B5EF4-FFF2-40B4-BE49-F238E27FC236}">
                <a16:creationId xmlns:a16="http://schemas.microsoft.com/office/drawing/2014/main" id="{B07C5898-67A5-464D-AE0E-19BF0A2A41A4}"/>
              </a:ext>
            </a:extLst>
          </p:cNvPr>
          <p:cNvSpPr>
            <a:spLocks noGrp="1"/>
          </p:cNvSpPr>
          <p:nvPr/>
        </p:nvSpPr>
        <p:spPr>
          <a:xfrm>
            <a:off x="447541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42" name="01_find_only_841">
            <a:extLst>
              <a:ext uri="{FF2B5EF4-FFF2-40B4-BE49-F238E27FC236}">
                <a16:creationId xmlns:a16="http://schemas.microsoft.com/office/drawing/2014/main" id="{2E259DC8-E37D-499B-A6FA-F0F4DFAA8662}"/>
              </a:ext>
            </a:extLst>
          </p:cNvPr>
          <p:cNvSpPr>
            <a:spLocks noGrp="1"/>
          </p:cNvSpPr>
          <p:nvPr/>
        </p:nvSpPr>
        <p:spPr>
          <a:xfrm>
            <a:off x="4463369" y="373027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43" name="01_find_only_842">
            <a:extLst>
              <a:ext uri="{FF2B5EF4-FFF2-40B4-BE49-F238E27FC236}">
                <a16:creationId xmlns:a16="http://schemas.microsoft.com/office/drawing/2014/main" id="{CC6BBBBF-DA06-4148-8EC1-B94ECA71A329}"/>
              </a:ext>
            </a:extLst>
          </p:cNvPr>
          <p:cNvSpPr>
            <a:spLocks noGrp="1"/>
          </p:cNvSpPr>
          <p:nvPr/>
        </p:nvSpPr>
        <p:spPr>
          <a:xfrm>
            <a:off x="447085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44" name="01_find_only_843">
            <a:extLst>
              <a:ext uri="{FF2B5EF4-FFF2-40B4-BE49-F238E27FC236}">
                <a16:creationId xmlns:a16="http://schemas.microsoft.com/office/drawing/2014/main" id="{7B4E8EC0-3DA2-4E57-B1AC-9B3BEC79AE20}"/>
              </a:ext>
            </a:extLst>
          </p:cNvPr>
          <p:cNvSpPr>
            <a:spLocks noGrp="1"/>
          </p:cNvSpPr>
          <p:nvPr/>
        </p:nvSpPr>
        <p:spPr>
          <a:xfrm>
            <a:off x="447920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45" name="01_find_only_844">
            <a:extLst>
              <a:ext uri="{FF2B5EF4-FFF2-40B4-BE49-F238E27FC236}">
                <a16:creationId xmlns:a16="http://schemas.microsoft.com/office/drawing/2014/main" id="{680FB0A9-7B22-4EA5-9D3B-4F0B82132B8D}"/>
              </a:ext>
            </a:extLst>
          </p:cNvPr>
          <p:cNvSpPr>
            <a:spLocks noGrp="1"/>
          </p:cNvSpPr>
          <p:nvPr/>
        </p:nvSpPr>
        <p:spPr>
          <a:xfrm>
            <a:off x="440789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46" name="01_find_only_845">
            <a:extLst>
              <a:ext uri="{FF2B5EF4-FFF2-40B4-BE49-F238E27FC236}">
                <a16:creationId xmlns:a16="http://schemas.microsoft.com/office/drawing/2014/main" id="{16A50A6F-96E6-477F-9AC0-89AED6B87CA3}"/>
              </a:ext>
            </a:extLst>
          </p:cNvPr>
          <p:cNvSpPr>
            <a:spLocks noGrp="1"/>
          </p:cNvSpPr>
          <p:nvPr/>
        </p:nvSpPr>
        <p:spPr>
          <a:xfrm>
            <a:off x="441557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47" name="01_find_only_846">
            <a:extLst>
              <a:ext uri="{FF2B5EF4-FFF2-40B4-BE49-F238E27FC236}">
                <a16:creationId xmlns:a16="http://schemas.microsoft.com/office/drawing/2014/main" id="{C7654264-2688-4F9D-84D9-EFFA85D1315D}"/>
              </a:ext>
            </a:extLst>
          </p:cNvPr>
          <p:cNvSpPr>
            <a:spLocks noGrp="1"/>
          </p:cNvSpPr>
          <p:nvPr/>
        </p:nvSpPr>
        <p:spPr>
          <a:xfrm>
            <a:off x="4461718" y="38025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48" name="01_find_only_847">
            <a:extLst>
              <a:ext uri="{FF2B5EF4-FFF2-40B4-BE49-F238E27FC236}">
                <a16:creationId xmlns:a16="http://schemas.microsoft.com/office/drawing/2014/main" id="{A6AFD3B9-37C1-4F49-991C-6604560D0D51}"/>
              </a:ext>
            </a:extLst>
          </p:cNvPr>
          <p:cNvSpPr>
            <a:spLocks noGrp="1"/>
          </p:cNvSpPr>
          <p:nvPr/>
        </p:nvSpPr>
        <p:spPr>
          <a:xfrm>
            <a:off x="4412851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49" name="01_find_only_848">
            <a:extLst>
              <a:ext uri="{FF2B5EF4-FFF2-40B4-BE49-F238E27FC236}">
                <a16:creationId xmlns:a16="http://schemas.microsoft.com/office/drawing/2014/main" id="{1735DA44-DAAC-4049-97A3-1161CB63B525}"/>
              </a:ext>
            </a:extLst>
          </p:cNvPr>
          <p:cNvSpPr>
            <a:spLocks noGrp="1"/>
          </p:cNvSpPr>
          <p:nvPr/>
        </p:nvSpPr>
        <p:spPr>
          <a:xfrm>
            <a:off x="4422275" y="36196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50" name="01_find_only_849">
            <a:extLst>
              <a:ext uri="{FF2B5EF4-FFF2-40B4-BE49-F238E27FC236}">
                <a16:creationId xmlns:a16="http://schemas.microsoft.com/office/drawing/2014/main" id="{3515918C-133C-4E2C-A85B-4FD340BA824F}"/>
              </a:ext>
            </a:extLst>
          </p:cNvPr>
          <p:cNvSpPr>
            <a:spLocks noGrp="1"/>
          </p:cNvSpPr>
          <p:nvPr/>
        </p:nvSpPr>
        <p:spPr>
          <a:xfrm>
            <a:off x="440634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51" name="01_find_only_850">
            <a:extLst>
              <a:ext uri="{FF2B5EF4-FFF2-40B4-BE49-F238E27FC236}">
                <a16:creationId xmlns:a16="http://schemas.microsoft.com/office/drawing/2014/main" id="{8AE18145-2379-4F8A-9D94-03AACDDB052F}"/>
              </a:ext>
            </a:extLst>
          </p:cNvPr>
          <p:cNvSpPr>
            <a:spLocks noGrp="1"/>
          </p:cNvSpPr>
          <p:nvPr/>
        </p:nvSpPr>
        <p:spPr>
          <a:xfrm>
            <a:off x="4416640" y="379632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52" name="01_find_only_851">
            <a:extLst>
              <a:ext uri="{FF2B5EF4-FFF2-40B4-BE49-F238E27FC236}">
                <a16:creationId xmlns:a16="http://schemas.microsoft.com/office/drawing/2014/main" id="{EE710A54-B8E7-40D4-B389-75C2E70C5BCE}"/>
              </a:ext>
            </a:extLst>
          </p:cNvPr>
          <p:cNvSpPr>
            <a:spLocks noGrp="1"/>
          </p:cNvSpPr>
          <p:nvPr/>
        </p:nvSpPr>
        <p:spPr>
          <a:xfrm>
            <a:off x="4420429" y="38309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53" name="01_find_only_852">
            <a:extLst>
              <a:ext uri="{FF2B5EF4-FFF2-40B4-BE49-F238E27FC236}">
                <a16:creationId xmlns:a16="http://schemas.microsoft.com/office/drawing/2014/main" id="{82110621-EAD4-41D2-910D-6D95BA55D713}"/>
              </a:ext>
            </a:extLst>
          </p:cNvPr>
          <p:cNvSpPr>
            <a:spLocks noGrp="1"/>
          </p:cNvSpPr>
          <p:nvPr/>
        </p:nvSpPr>
        <p:spPr>
          <a:xfrm>
            <a:off x="4480760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54" name="01_find_only_853">
            <a:extLst>
              <a:ext uri="{FF2B5EF4-FFF2-40B4-BE49-F238E27FC236}">
                <a16:creationId xmlns:a16="http://schemas.microsoft.com/office/drawing/2014/main" id="{27EF750E-D0C6-442D-9AC1-181E79DE76C0}"/>
              </a:ext>
            </a:extLst>
          </p:cNvPr>
          <p:cNvSpPr>
            <a:spLocks noGrp="1"/>
          </p:cNvSpPr>
          <p:nvPr/>
        </p:nvSpPr>
        <p:spPr>
          <a:xfrm>
            <a:off x="443956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55" name="01_find_only_854">
            <a:extLst>
              <a:ext uri="{FF2B5EF4-FFF2-40B4-BE49-F238E27FC236}">
                <a16:creationId xmlns:a16="http://schemas.microsoft.com/office/drawing/2014/main" id="{13A00C21-AF24-4BC7-89B3-7407F9BE04B1}"/>
              </a:ext>
            </a:extLst>
          </p:cNvPr>
          <p:cNvSpPr>
            <a:spLocks noGrp="1"/>
          </p:cNvSpPr>
          <p:nvPr/>
        </p:nvSpPr>
        <p:spPr>
          <a:xfrm>
            <a:off x="4407897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56" name="01_find_only_855">
            <a:extLst>
              <a:ext uri="{FF2B5EF4-FFF2-40B4-BE49-F238E27FC236}">
                <a16:creationId xmlns:a16="http://schemas.microsoft.com/office/drawing/2014/main" id="{5D206756-2127-4C44-8D2D-E3207AC9C101}"/>
              </a:ext>
            </a:extLst>
          </p:cNvPr>
          <p:cNvSpPr>
            <a:spLocks noGrp="1"/>
          </p:cNvSpPr>
          <p:nvPr/>
        </p:nvSpPr>
        <p:spPr>
          <a:xfrm>
            <a:off x="442198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57" name="01_find_only_856">
            <a:extLst>
              <a:ext uri="{FF2B5EF4-FFF2-40B4-BE49-F238E27FC236}">
                <a16:creationId xmlns:a16="http://schemas.microsoft.com/office/drawing/2014/main" id="{5515507F-DE42-4AC8-9306-98D68D49E32C}"/>
              </a:ext>
            </a:extLst>
          </p:cNvPr>
          <p:cNvSpPr>
            <a:spLocks noGrp="1"/>
          </p:cNvSpPr>
          <p:nvPr/>
        </p:nvSpPr>
        <p:spPr>
          <a:xfrm>
            <a:off x="4475708" y="394162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58" name="01_find_only_857">
            <a:extLst>
              <a:ext uri="{FF2B5EF4-FFF2-40B4-BE49-F238E27FC236}">
                <a16:creationId xmlns:a16="http://schemas.microsoft.com/office/drawing/2014/main" id="{39ED6E60-084E-4078-96CA-3203E74556A3}"/>
              </a:ext>
            </a:extLst>
          </p:cNvPr>
          <p:cNvSpPr>
            <a:spLocks noGrp="1"/>
          </p:cNvSpPr>
          <p:nvPr/>
        </p:nvSpPr>
        <p:spPr>
          <a:xfrm>
            <a:off x="445734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59" name="01_find_only_858">
            <a:extLst>
              <a:ext uri="{FF2B5EF4-FFF2-40B4-BE49-F238E27FC236}">
                <a16:creationId xmlns:a16="http://schemas.microsoft.com/office/drawing/2014/main" id="{4C0C4A23-AD58-489A-B6AD-65DA897823F1}"/>
              </a:ext>
            </a:extLst>
          </p:cNvPr>
          <p:cNvSpPr>
            <a:spLocks noGrp="1"/>
          </p:cNvSpPr>
          <p:nvPr/>
        </p:nvSpPr>
        <p:spPr>
          <a:xfrm>
            <a:off x="447531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60" name="01_find_only_859">
            <a:extLst>
              <a:ext uri="{FF2B5EF4-FFF2-40B4-BE49-F238E27FC236}">
                <a16:creationId xmlns:a16="http://schemas.microsoft.com/office/drawing/2014/main" id="{99318F77-C7ED-40AF-8150-A4380984D064}"/>
              </a:ext>
            </a:extLst>
          </p:cNvPr>
          <p:cNvSpPr>
            <a:spLocks noGrp="1"/>
          </p:cNvSpPr>
          <p:nvPr/>
        </p:nvSpPr>
        <p:spPr>
          <a:xfrm>
            <a:off x="441382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61" name="01_find_only_860">
            <a:extLst>
              <a:ext uri="{FF2B5EF4-FFF2-40B4-BE49-F238E27FC236}">
                <a16:creationId xmlns:a16="http://schemas.microsoft.com/office/drawing/2014/main" id="{B3EFDF31-9135-45D7-9F73-F22B60216CE7}"/>
              </a:ext>
            </a:extLst>
          </p:cNvPr>
          <p:cNvSpPr>
            <a:spLocks noGrp="1"/>
          </p:cNvSpPr>
          <p:nvPr/>
        </p:nvSpPr>
        <p:spPr>
          <a:xfrm>
            <a:off x="4432088" y="36655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62" name="01_find_only_861">
            <a:extLst>
              <a:ext uri="{FF2B5EF4-FFF2-40B4-BE49-F238E27FC236}">
                <a16:creationId xmlns:a16="http://schemas.microsoft.com/office/drawing/2014/main" id="{56987106-4BF0-4997-A03E-643FEDDCF45A}"/>
              </a:ext>
            </a:extLst>
          </p:cNvPr>
          <p:cNvSpPr>
            <a:spLocks noGrp="1"/>
          </p:cNvSpPr>
          <p:nvPr/>
        </p:nvSpPr>
        <p:spPr>
          <a:xfrm>
            <a:off x="4476000" y="392468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63" name="01_find_only_862">
            <a:extLst>
              <a:ext uri="{FF2B5EF4-FFF2-40B4-BE49-F238E27FC236}">
                <a16:creationId xmlns:a16="http://schemas.microsoft.com/office/drawing/2014/main" id="{3792F8A6-1381-45C9-A88F-65B618833539}"/>
              </a:ext>
            </a:extLst>
          </p:cNvPr>
          <p:cNvSpPr>
            <a:spLocks noGrp="1"/>
          </p:cNvSpPr>
          <p:nvPr/>
        </p:nvSpPr>
        <p:spPr>
          <a:xfrm>
            <a:off x="447609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64" name="01_find_only_863">
            <a:extLst>
              <a:ext uri="{FF2B5EF4-FFF2-40B4-BE49-F238E27FC236}">
                <a16:creationId xmlns:a16="http://schemas.microsoft.com/office/drawing/2014/main" id="{1359CED6-5679-4338-ADD1-009812A8DC85}"/>
              </a:ext>
            </a:extLst>
          </p:cNvPr>
          <p:cNvSpPr>
            <a:spLocks noGrp="1"/>
          </p:cNvSpPr>
          <p:nvPr/>
        </p:nvSpPr>
        <p:spPr>
          <a:xfrm>
            <a:off x="447007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65" name="01_find_only_864">
            <a:extLst>
              <a:ext uri="{FF2B5EF4-FFF2-40B4-BE49-F238E27FC236}">
                <a16:creationId xmlns:a16="http://schemas.microsoft.com/office/drawing/2014/main" id="{1FCD5C57-D502-4FBA-B209-C5CC9F9DC847}"/>
              </a:ext>
            </a:extLst>
          </p:cNvPr>
          <p:cNvSpPr>
            <a:spLocks noGrp="1"/>
          </p:cNvSpPr>
          <p:nvPr/>
        </p:nvSpPr>
        <p:spPr>
          <a:xfrm>
            <a:off x="447862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66" name="01_find_only_865">
            <a:extLst>
              <a:ext uri="{FF2B5EF4-FFF2-40B4-BE49-F238E27FC236}">
                <a16:creationId xmlns:a16="http://schemas.microsoft.com/office/drawing/2014/main" id="{E6411D36-96B2-4269-8227-8B293061D79B}"/>
              </a:ext>
            </a:extLst>
          </p:cNvPr>
          <p:cNvSpPr>
            <a:spLocks noGrp="1"/>
          </p:cNvSpPr>
          <p:nvPr/>
        </p:nvSpPr>
        <p:spPr>
          <a:xfrm>
            <a:off x="4422761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67" name="01_find_only_866">
            <a:extLst>
              <a:ext uri="{FF2B5EF4-FFF2-40B4-BE49-F238E27FC236}">
                <a16:creationId xmlns:a16="http://schemas.microsoft.com/office/drawing/2014/main" id="{FBC748B0-1D1D-400E-A839-FA992A193ED7}"/>
              </a:ext>
            </a:extLst>
          </p:cNvPr>
          <p:cNvSpPr>
            <a:spLocks noGrp="1"/>
          </p:cNvSpPr>
          <p:nvPr/>
        </p:nvSpPr>
        <p:spPr>
          <a:xfrm>
            <a:off x="440809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68" name="01_find_only_867">
            <a:extLst>
              <a:ext uri="{FF2B5EF4-FFF2-40B4-BE49-F238E27FC236}">
                <a16:creationId xmlns:a16="http://schemas.microsoft.com/office/drawing/2014/main" id="{64FBB218-FF49-4A42-A50B-0FE83F899A20}"/>
              </a:ext>
            </a:extLst>
          </p:cNvPr>
          <p:cNvSpPr>
            <a:spLocks noGrp="1"/>
          </p:cNvSpPr>
          <p:nvPr/>
        </p:nvSpPr>
        <p:spPr>
          <a:xfrm>
            <a:off x="446463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69" name="01_find_only_868">
            <a:extLst>
              <a:ext uri="{FF2B5EF4-FFF2-40B4-BE49-F238E27FC236}">
                <a16:creationId xmlns:a16="http://schemas.microsoft.com/office/drawing/2014/main" id="{B90B9BD6-95BC-4AA4-BC09-F4C838B1949E}"/>
              </a:ext>
            </a:extLst>
          </p:cNvPr>
          <p:cNvSpPr>
            <a:spLocks noGrp="1"/>
          </p:cNvSpPr>
          <p:nvPr/>
        </p:nvSpPr>
        <p:spPr>
          <a:xfrm>
            <a:off x="440352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70" name="01_find_only_869">
            <a:extLst>
              <a:ext uri="{FF2B5EF4-FFF2-40B4-BE49-F238E27FC236}">
                <a16:creationId xmlns:a16="http://schemas.microsoft.com/office/drawing/2014/main" id="{B6F73CA2-FF82-4036-87F6-E6F6C2EBCE83}"/>
              </a:ext>
            </a:extLst>
          </p:cNvPr>
          <p:cNvSpPr>
            <a:spLocks noGrp="1"/>
          </p:cNvSpPr>
          <p:nvPr/>
        </p:nvSpPr>
        <p:spPr>
          <a:xfrm>
            <a:off x="440964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71" name="01_find_only_870">
            <a:extLst>
              <a:ext uri="{FF2B5EF4-FFF2-40B4-BE49-F238E27FC236}">
                <a16:creationId xmlns:a16="http://schemas.microsoft.com/office/drawing/2014/main" id="{7ACCDCB3-3DEC-43F6-8E96-1D90CFEC2878}"/>
              </a:ext>
            </a:extLst>
          </p:cNvPr>
          <p:cNvSpPr>
            <a:spLocks noGrp="1"/>
          </p:cNvSpPr>
          <p:nvPr/>
        </p:nvSpPr>
        <p:spPr>
          <a:xfrm>
            <a:off x="446706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72" name="01_find_only_871">
            <a:extLst>
              <a:ext uri="{FF2B5EF4-FFF2-40B4-BE49-F238E27FC236}">
                <a16:creationId xmlns:a16="http://schemas.microsoft.com/office/drawing/2014/main" id="{824B6C9A-9B8C-42DE-B147-DCED1C2D2788}"/>
              </a:ext>
            </a:extLst>
          </p:cNvPr>
          <p:cNvSpPr>
            <a:spLocks noGrp="1"/>
          </p:cNvSpPr>
          <p:nvPr/>
        </p:nvSpPr>
        <p:spPr>
          <a:xfrm>
            <a:off x="440439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73" name="01_find_only_872">
            <a:extLst>
              <a:ext uri="{FF2B5EF4-FFF2-40B4-BE49-F238E27FC236}">
                <a16:creationId xmlns:a16="http://schemas.microsoft.com/office/drawing/2014/main" id="{82602FC5-5526-4E98-97B4-3F9EB1CC19B2}"/>
              </a:ext>
            </a:extLst>
          </p:cNvPr>
          <p:cNvSpPr>
            <a:spLocks noGrp="1"/>
          </p:cNvSpPr>
          <p:nvPr/>
        </p:nvSpPr>
        <p:spPr>
          <a:xfrm>
            <a:off x="448571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74" name="01_find_only_873">
            <a:extLst>
              <a:ext uri="{FF2B5EF4-FFF2-40B4-BE49-F238E27FC236}">
                <a16:creationId xmlns:a16="http://schemas.microsoft.com/office/drawing/2014/main" id="{E75AB5C5-A7F4-4549-9800-D910633F5E3D}"/>
              </a:ext>
            </a:extLst>
          </p:cNvPr>
          <p:cNvSpPr>
            <a:spLocks noGrp="1"/>
          </p:cNvSpPr>
          <p:nvPr/>
        </p:nvSpPr>
        <p:spPr>
          <a:xfrm>
            <a:off x="4470851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75" name="01_find_only_874">
            <a:extLst>
              <a:ext uri="{FF2B5EF4-FFF2-40B4-BE49-F238E27FC236}">
                <a16:creationId xmlns:a16="http://schemas.microsoft.com/office/drawing/2014/main" id="{3393A193-ACB1-4847-B97A-35405F500CB5}"/>
              </a:ext>
            </a:extLst>
          </p:cNvPr>
          <p:cNvSpPr>
            <a:spLocks noGrp="1"/>
          </p:cNvSpPr>
          <p:nvPr/>
        </p:nvSpPr>
        <p:spPr>
          <a:xfrm>
            <a:off x="4435682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76" name="01_find_only_875">
            <a:extLst>
              <a:ext uri="{FF2B5EF4-FFF2-40B4-BE49-F238E27FC236}">
                <a16:creationId xmlns:a16="http://schemas.microsoft.com/office/drawing/2014/main" id="{DF1871FB-0BC3-4D7D-B840-F08CD5333EFF}"/>
              </a:ext>
            </a:extLst>
          </p:cNvPr>
          <p:cNvSpPr>
            <a:spLocks noGrp="1"/>
          </p:cNvSpPr>
          <p:nvPr/>
        </p:nvSpPr>
        <p:spPr>
          <a:xfrm>
            <a:off x="441926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77" name="01_find_only_876">
            <a:extLst>
              <a:ext uri="{FF2B5EF4-FFF2-40B4-BE49-F238E27FC236}">
                <a16:creationId xmlns:a16="http://schemas.microsoft.com/office/drawing/2014/main" id="{D269EDD1-1B57-4CB3-BA68-910F43B6EE58}"/>
              </a:ext>
            </a:extLst>
          </p:cNvPr>
          <p:cNvSpPr>
            <a:spLocks noGrp="1"/>
          </p:cNvSpPr>
          <p:nvPr/>
        </p:nvSpPr>
        <p:spPr>
          <a:xfrm>
            <a:off x="4484257" y="363054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78" name="01_find_only_877">
            <a:extLst>
              <a:ext uri="{FF2B5EF4-FFF2-40B4-BE49-F238E27FC236}">
                <a16:creationId xmlns:a16="http://schemas.microsoft.com/office/drawing/2014/main" id="{13680451-5C2A-44ED-85AF-6CBAC9A357E1}"/>
              </a:ext>
            </a:extLst>
          </p:cNvPr>
          <p:cNvSpPr>
            <a:spLocks noGrp="1"/>
          </p:cNvSpPr>
          <p:nvPr/>
        </p:nvSpPr>
        <p:spPr>
          <a:xfrm>
            <a:off x="4488435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79" name="01_find_only_878">
            <a:extLst>
              <a:ext uri="{FF2B5EF4-FFF2-40B4-BE49-F238E27FC236}">
                <a16:creationId xmlns:a16="http://schemas.microsoft.com/office/drawing/2014/main" id="{E0AD4837-2640-4003-A197-655854AA414C}"/>
              </a:ext>
            </a:extLst>
          </p:cNvPr>
          <p:cNvSpPr>
            <a:spLocks noGrp="1"/>
          </p:cNvSpPr>
          <p:nvPr/>
        </p:nvSpPr>
        <p:spPr>
          <a:xfrm>
            <a:off x="445316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80" name="01_find_only_879">
            <a:extLst>
              <a:ext uri="{FF2B5EF4-FFF2-40B4-BE49-F238E27FC236}">
                <a16:creationId xmlns:a16="http://schemas.microsoft.com/office/drawing/2014/main" id="{054AC38E-A351-4EAD-93F5-F79EB27402C7}"/>
              </a:ext>
            </a:extLst>
          </p:cNvPr>
          <p:cNvSpPr>
            <a:spLocks noGrp="1"/>
          </p:cNvSpPr>
          <p:nvPr/>
        </p:nvSpPr>
        <p:spPr>
          <a:xfrm>
            <a:off x="447531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81" name="01_find_only_880">
            <a:extLst>
              <a:ext uri="{FF2B5EF4-FFF2-40B4-BE49-F238E27FC236}">
                <a16:creationId xmlns:a16="http://schemas.microsoft.com/office/drawing/2014/main" id="{DC4FCE1A-884E-46B5-BD17-07FB7A9124F9}"/>
              </a:ext>
            </a:extLst>
          </p:cNvPr>
          <p:cNvSpPr>
            <a:spLocks noGrp="1"/>
          </p:cNvSpPr>
          <p:nvPr/>
        </p:nvSpPr>
        <p:spPr>
          <a:xfrm>
            <a:off x="4407216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82" name="01_find_only_881">
            <a:extLst>
              <a:ext uri="{FF2B5EF4-FFF2-40B4-BE49-F238E27FC236}">
                <a16:creationId xmlns:a16="http://schemas.microsoft.com/office/drawing/2014/main" id="{11DFF823-E67A-46CE-8C71-DE223C3AA6C2}"/>
              </a:ext>
            </a:extLst>
          </p:cNvPr>
          <p:cNvSpPr>
            <a:spLocks noGrp="1"/>
          </p:cNvSpPr>
          <p:nvPr/>
        </p:nvSpPr>
        <p:spPr>
          <a:xfrm>
            <a:off x="443461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83" name="01_find_only_882">
            <a:extLst>
              <a:ext uri="{FF2B5EF4-FFF2-40B4-BE49-F238E27FC236}">
                <a16:creationId xmlns:a16="http://schemas.microsoft.com/office/drawing/2014/main" id="{0FBD5C5B-0C8A-44F8-A568-11463FA2CF29}"/>
              </a:ext>
            </a:extLst>
          </p:cNvPr>
          <p:cNvSpPr>
            <a:spLocks noGrp="1"/>
          </p:cNvSpPr>
          <p:nvPr/>
        </p:nvSpPr>
        <p:spPr>
          <a:xfrm>
            <a:off x="4469296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84" name="01_find_only_883">
            <a:extLst>
              <a:ext uri="{FF2B5EF4-FFF2-40B4-BE49-F238E27FC236}">
                <a16:creationId xmlns:a16="http://schemas.microsoft.com/office/drawing/2014/main" id="{0A1A2E1C-CE59-4644-AAA4-23B5EB101D97}"/>
              </a:ext>
            </a:extLst>
          </p:cNvPr>
          <p:cNvSpPr>
            <a:spLocks noGrp="1"/>
          </p:cNvSpPr>
          <p:nvPr/>
        </p:nvSpPr>
        <p:spPr>
          <a:xfrm>
            <a:off x="440129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85" name="01_find_only_884">
            <a:extLst>
              <a:ext uri="{FF2B5EF4-FFF2-40B4-BE49-F238E27FC236}">
                <a16:creationId xmlns:a16="http://schemas.microsoft.com/office/drawing/2014/main" id="{0F03A1BE-71BA-4F09-B9D8-71AB580E0366}"/>
              </a:ext>
            </a:extLst>
          </p:cNvPr>
          <p:cNvSpPr>
            <a:spLocks noGrp="1"/>
          </p:cNvSpPr>
          <p:nvPr/>
        </p:nvSpPr>
        <p:spPr>
          <a:xfrm>
            <a:off x="439779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86" name="01_find_only_885">
            <a:extLst>
              <a:ext uri="{FF2B5EF4-FFF2-40B4-BE49-F238E27FC236}">
                <a16:creationId xmlns:a16="http://schemas.microsoft.com/office/drawing/2014/main" id="{9E0B6896-90C7-41AA-8BAD-D04F26795337}"/>
              </a:ext>
            </a:extLst>
          </p:cNvPr>
          <p:cNvSpPr>
            <a:spLocks noGrp="1"/>
          </p:cNvSpPr>
          <p:nvPr/>
        </p:nvSpPr>
        <p:spPr>
          <a:xfrm>
            <a:off x="445520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87" name="01_find_only_886">
            <a:extLst>
              <a:ext uri="{FF2B5EF4-FFF2-40B4-BE49-F238E27FC236}">
                <a16:creationId xmlns:a16="http://schemas.microsoft.com/office/drawing/2014/main" id="{B86B66E0-7D4E-4961-AE63-AB436BE8AA22}"/>
              </a:ext>
            </a:extLst>
          </p:cNvPr>
          <p:cNvSpPr>
            <a:spLocks noGrp="1"/>
          </p:cNvSpPr>
          <p:nvPr/>
        </p:nvSpPr>
        <p:spPr>
          <a:xfrm>
            <a:off x="4483674" y="370484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88" name="01_find_only_887">
            <a:extLst>
              <a:ext uri="{FF2B5EF4-FFF2-40B4-BE49-F238E27FC236}">
                <a16:creationId xmlns:a16="http://schemas.microsoft.com/office/drawing/2014/main" id="{7A88E9C1-E890-46D5-8B4E-57587C475330}"/>
              </a:ext>
            </a:extLst>
          </p:cNvPr>
          <p:cNvSpPr>
            <a:spLocks noGrp="1"/>
          </p:cNvSpPr>
          <p:nvPr/>
        </p:nvSpPr>
        <p:spPr>
          <a:xfrm>
            <a:off x="439351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89" name="01_find_only_888">
            <a:extLst>
              <a:ext uri="{FF2B5EF4-FFF2-40B4-BE49-F238E27FC236}">
                <a16:creationId xmlns:a16="http://schemas.microsoft.com/office/drawing/2014/main" id="{349FE75D-FF89-4E8C-B3C7-252CF3AC74B6}"/>
              </a:ext>
            </a:extLst>
          </p:cNvPr>
          <p:cNvSpPr>
            <a:spLocks noGrp="1"/>
          </p:cNvSpPr>
          <p:nvPr/>
        </p:nvSpPr>
        <p:spPr>
          <a:xfrm>
            <a:off x="443150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90" name="01_find_only_889">
            <a:extLst>
              <a:ext uri="{FF2B5EF4-FFF2-40B4-BE49-F238E27FC236}">
                <a16:creationId xmlns:a16="http://schemas.microsoft.com/office/drawing/2014/main" id="{440567D2-69F1-4AEC-A322-C9CC0A866919}"/>
              </a:ext>
            </a:extLst>
          </p:cNvPr>
          <p:cNvSpPr>
            <a:spLocks noGrp="1"/>
          </p:cNvSpPr>
          <p:nvPr/>
        </p:nvSpPr>
        <p:spPr>
          <a:xfrm>
            <a:off x="446269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91" name="01_find_only_890">
            <a:extLst>
              <a:ext uri="{FF2B5EF4-FFF2-40B4-BE49-F238E27FC236}">
                <a16:creationId xmlns:a16="http://schemas.microsoft.com/office/drawing/2014/main" id="{5B3B4D85-DBB0-49AF-97AB-7AD8204A4A73}"/>
              </a:ext>
            </a:extLst>
          </p:cNvPr>
          <p:cNvSpPr>
            <a:spLocks noGrp="1"/>
          </p:cNvSpPr>
          <p:nvPr/>
        </p:nvSpPr>
        <p:spPr>
          <a:xfrm>
            <a:off x="443354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92" name="01_find_only_891">
            <a:extLst>
              <a:ext uri="{FF2B5EF4-FFF2-40B4-BE49-F238E27FC236}">
                <a16:creationId xmlns:a16="http://schemas.microsoft.com/office/drawing/2014/main" id="{0C9B0678-34A6-44C6-9738-D5EA3B8AD67D}"/>
              </a:ext>
            </a:extLst>
          </p:cNvPr>
          <p:cNvSpPr>
            <a:spLocks noGrp="1"/>
          </p:cNvSpPr>
          <p:nvPr/>
        </p:nvSpPr>
        <p:spPr>
          <a:xfrm>
            <a:off x="4417126" y="38555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93" name="01_find_only_892">
            <a:extLst>
              <a:ext uri="{FF2B5EF4-FFF2-40B4-BE49-F238E27FC236}">
                <a16:creationId xmlns:a16="http://schemas.microsoft.com/office/drawing/2014/main" id="{01246DC1-1E08-41D6-9F1D-65A0E5ADCFCA}"/>
              </a:ext>
            </a:extLst>
          </p:cNvPr>
          <p:cNvSpPr>
            <a:spLocks noGrp="1"/>
          </p:cNvSpPr>
          <p:nvPr/>
        </p:nvSpPr>
        <p:spPr>
          <a:xfrm>
            <a:off x="4454821" y="40923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94" name="01_find_only_893">
            <a:extLst>
              <a:ext uri="{FF2B5EF4-FFF2-40B4-BE49-F238E27FC236}">
                <a16:creationId xmlns:a16="http://schemas.microsoft.com/office/drawing/2014/main" id="{BA967164-77EE-481D-91C9-685DA066EDA8}"/>
              </a:ext>
            </a:extLst>
          </p:cNvPr>
          <p:cNvSpPr>
            <a:spLocks noGrp="1"/>
          </p:cNvSpPr>
          <p:nvPr/>
        </p:nvSpPr>
        <p:spPr>
          <a:xfrm>
            <a:off x="445171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95" name="01_find_only_894">
            <a:extLst>
              <a:ext uri="{FF2B5EF4-FFF2-40B4-BE49-F238E27FC236}">
                <a16:creationId xmlns:a16="http://schemas.microsoft.com/office/drawing/2014/main" id="{4622DC55-ABE7-44F0-A436-C0F5F64275D4}"/>
              </a:ext>
            </a:extLst>
          </p:cNvPr>
          <p:cNvSpPr>
            <a:spLocks noGrp="1"/>
          </p:cNvSpPr>
          <p:nvPr/>
        </p:nvSpPr>
        <p:spPr>
          <a:xfrm>
            <a:off x="443995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96" name="01_find_only_895">
            <a:extLst>
              <a:ext uri="{FF2B5EF4-FFF2-40B4-BE49-F238E27FC236}">
                <a16:creationId xmlns:a16="http://schemas.microsoft.com/office/drawing/2014/main" id="{116506BE-95CF-4C58-992D-DEADC1BF4CB2}"/>
              </a:ext>
            </a:extLst>
          </p:cNvPr>
          <p:cNvSpPr>
            <a:spLocks noGrp="1"/>
          </p:cNvSpPr>
          <p:nvPr/>
        </p:nvSpPr>
        <p:spPr>
          <a:xfrm>
            <a:off x="444938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97" name="01_find_only_896">
            <a:extLst>
              <a:ext uri="{FF2B5EF4-FFF2-40B4-BE49-F238E27FC236}">
                <a16:creationId xmlns:a16="http://schemas.microsoft.com/office/drawing/2014/main" id="{D7332931-9ADA-4352-9703-5F02EE8E67E9}"/>
              </a:ext>
            </a:extLst>
          </p:cNvPr>
          <p:cNvSpPr>
            <a:spLocks noGrp="1"/>
          </p:cNvSpPr>
          <p:nvPr/>
        </p:nvSpPr>
        <p:spPr>
          <a:xfrm>
            <a:off x="442149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98" name="01_find_only_897">
            <a:extLst>
              <a:ext uri="{FF2B5EF4-FFF2-40B4-BE49-F238E27FC236}">
                <a16:creationId xmlns:a16="http://schemas.microsoft.com/office/drawing/2014/main" id="{60786664-F5C3-45EB-8CE8-B585F934C9D9}"/>
              </a:ext>
            </a:extLst>
          </p:cNvPr>
          <p:cNvSpPr>
            <a:spLocks noGrp="1"/>
          </p:cNvSpPr>
          <p:nvPr/>
        </p:nvSpPr>
        <p:spPr>
          <a:xfrm>
            <a:off x="444325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899" name="01_find_only_898">
            <a:extLst>
              <a:ext uri="{FF2B5EF4-FFF2-40B4-BE49-F238E27FC236}">
                <a16:creationId xmlns:a16="http://schemas.microsoft.com/office/drawing/2014/main" id="{F0E20B95-DCFD-42C9-88C7-0BAF6C722B96}"/>
              </a:ext>
            </a:extLst>
          </p:cNvPr>
          <p:cNvSpPr>
            <a:spLocks noGrp="1"/>
          </p:cNvSpPr>
          <p:nvPr/>
        </p:nvSpPr>
        <p:spPr>
          <a:xfrm>
            <a:off x="4422469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00" name="01_find_only_899">
            <a:extLst>
              <a:ext uri="{FF2B5EF4-FFF2-40B4-BE49-F238E27FC236}">
                <a16:creationId xmlns:a16="http://schemas.microsoft.com/office/drawing/2014/main" id="{ACA37BF6-0D48-451D-9BD0-1DC70CB2DDD4}"/>
              </a:ext>
            </a:extLst>
          </p:cNvPr>
          <p:cNvSpPr>
            <a:spLocks noGrp="1"/>
          </p:cNvSpPr>
          <p:nvPr/>
        </p:nvSpPr>
        <p:spPr>
          <a:xfrm>
            <a:off x="4431018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01" name="01_find_only_900">
            <a:extLst>
              <a:ext uri="{FF2B5EF4-FFF2-40B4-BE49-F238E27FC236}">
                <a16:creationId xmlns:a16="http://schemas.microsoft.com/office/drawing/2014/main" id="{499B2B31-D825-4306-BC63-B201D954F1BB}"/>
              </a:ext>
            </a:extLst>
          </p:cNvPr>
          <p:cNvSpPr>
            <a:spLocks noGrp="1"/>
          </p:cNvSpPr>
          <p:nvPr/>
        </p:nvSpPr>
        <p:spPr>
          <a:xfrm>
            <a:off x="4472988" y="410767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02" name="01_find_only_901">
            <a:extLst>
              <a:ext uri="{FF2B5EF4-FFF2-40B4-BE49-F238E27FC236}">
                <a16:creationId xmlns:a16="http://schemas.microsoft.com/office/drawing/2014/main" id="{445C05EA-9C13-48A9-8D7E-50F1A4DB9C9A}"/>
              </a:ext>
            </a:extLst>
          </p:cNvPr>
          <p:cNvSpPr>
            <a:spLocks noGrp="1"/>
          </p:cNvSpPr>
          <p:nvPr/>
        </p:nvSpPr>
        <p:spPr>
          <a:xfrm>
            <a:off x="440420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03" name="01_find_only_902">
            <a:extLst>
              <a:ext uri="{FF2B5EF4-FFF2-40B4-BE49-F238E27FC236}">
                <a16:creationId xmlns:a16="http://schemas.microsoft.com/office/drawing/2014/main" id="{048C8252-8B42-4053-A949-94D67F563FAF}"/>
              </a:ext>
            </a:extLst>
          </p:cNvPr>
          <p:cNvSpPr>
            <a:spLocks noGrp="1"/>
          </p:cNvSpPr>
          <p:nvPr/>
        </p:nvSpPr>
        <p:spPr>
          <a:xfrm>
            <a:off x="440867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04" name="01_find_only_903">
            <a:extLst>
              <a:ext uri="{FF2B5EF4-FFF2-40B4-BE49-F238E27FC236}">
                <a16:creationId xmlns:a16="http://schemas.microsoft.com/office/drawing/2014/main" id="{295AD25F-ED74-4DE2-A350-0ECCC0C60AAA}"/>
              </a:ext>
            </a:extLst>
          </p:cNvPr>
          <p:cNvSpPr>
            <a:spLocks noGrp="1"/>
          </p:cNvSpPr>
          <p:nvPr/>
        </p:nvSpPr>
        <p:spPr>
          <a:xfrm>
            <a:off x="444908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05" name="01_find_only_904">
            <a:extLst>
              <a:ext uri="{FF2B5EF4-FFF2-40B4-BE49-F238E27FC236}">
                <a16:creationId xmlns:a16="http://schemas.microsoft.com/office/drawing/2014/main" id="{E7D09A05-E934-4F7F-870F-235C30768D77}"/>
              </a:ext>
            </a:extLst>
          </p:cNvPr>
          <p:cNvSpPr>
            <a:spLocks noGrp="1"/>
          </p:cNvSpPr>
          <p:nvPr/>
        </p:nvSpPr>
        <p:spPr>
          <a:xfrm>
            <a:off x="4448214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06" name="01_find_only_905">
            <a:extLst>
              <a:ext uri="{FF2B5EF4-FFF2-40B4-BE49-F238E27FC236}">
                <a16:creationId xmlns:a16="http://schemas.microsoft.com/office/drawing/2014/main" id="{C40B9236-FE8A-4A4B-97C3-82C986A2604C}"/>
              </a:ext>
            </a:extLst>
          </p:cNvPr>
          <p:cNvSpPr>
            <a:spLocks noGrp="1"/>
          </p:cNvSpPr>
          <p:nvPr/>
        </p:nvSpPr>
        <p:spPr>
          <a:xfrm>
            <a:off x="447978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07" name="01_find_only_906">
            <a:extLst>
              <a:ext uri="{FF2B5EF4-FFF2-40B4-BE49-F238E27FC236}">
                <a16:creationId xmlns:a16="http://schemas.microsoft.com/office/drawing/2014/main" id="{2A306585-E458-40FE-AADA-7168BB316CA4}"/>
              </a:ext>
            </a:extLst>
          </p:cNvPr>
          <p:cNvSpPr>
            <a:spLocks noGrp="1"/>
          </p:cNvSpPr>
          <p:nvPr/>
        </p:nvSpPr>
        <p:spPr>
          <a:xfrm>
            <a:off x="446511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08" name="01_find_only_907">
            <a:extLst>
              <a:ext uri="{FF2B5EF4-FFF2-40B4-BE49-F238E27FC236}">
                <a16:creationId xmlns:a16="http://schemas.microsoft.com/office/drawing/2014/main" id="{92A6AE4A-991A-436F-ABB4-12684CB2254A}"/>
              </a:ext>
            </a:extLst>
          </p:cNvPr>
          <p:cNvSpPr>
            <a:spLocks noGrp="1"/>
          </p:cNvSpPr>
          <p:nvPr/>
        </p:nvSpPr>
        <p:spPr>
          <a:xfrm>
            <a:off x="440517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09" name="01_find_only_908">
            <a:extLst>
              <a:ext uri="{FF2B5EF4-FFF2-40B4-BE49-F238E27FC236}">
                <a16:creationId xmlns:a16="http://schemas.microsoft.com/office/drawing/2014/main" id="{1064AB5E-54A5-474C-B319-9DFE1E4D3A91}"/>
              </a:ext>
            </a:extLst>
          </p:cNvPr>
          <p:cNvSpPr>
            <a:spLocks noGrp="1"/>
          </p:cNvSpPr>
          <p:nvPr/>
        </p:nvSpPr>
        <p:spPr>
          <a:xfrm>
            <a:off x="4419263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10" name="01_find_only_909">
            <a:extLst>
              <a:ext uri="{FF2B5EF4-FFF2-40B4-BE49-F238E27FC236}">
                <a16:creationId xmlns:a16="http://schemas.microsoft.com/office/drawing/2014/main" id="{16CDDD9E-4910-473D-ABD0-CABFCF859FEC}"/>
              </a:ext>
            </a:extLst>
          </p:cNvPr>
          <p:cNvSpPr>
            <a:spLocks noGrp="1"/>
          </p:cNvSpPr>
          <p:nvPr/>
        </p:nvSpPr>
        <p:spPr>
          <a:xfrm>
            <a:off x="4457833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11" name="01_find_only_910">
            <a:extLst>
              <a:ext uri="{FF2B5EF4-FFF2-40B4-BE49-F238E27FC236}">
                <a16:creationId xmlns:a16="http://schemas.microsoft.com/office/drawing/2014/main" id="{A793658F-BC55-43C2-A11E-2824BB172D59}"/>
              </a:ext>
            </a:extLst>
          </p:cNvPr>
          <p:cNvSpPr>
            <a:spLocks noGrp="1"/>
          </p:cNvSpPr>
          <p:nvPr/>
        </p:nvSpPr>
        <p:spPr>
          <a:xfrm>
            <a:off x="439954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12" name="01_find_only_911">
            <a:extLst>
              <a:ext uri="{FF2B5EF4-FFF2-40B4-BE49-F238E27FC236}">
                <a16:creationId xmlns:a16="http://schemas.microsoft.com/office/drawing/2014/main" id="{8B929719-9533-4C59-BDAB-15E4562C7693}"/>
              </a:ext>
            </a:extLst>
          </p:cNvPr>
          <p:cNvSpPr>
            <a:spLocks noGrp="1"/>
          </p:cNvSpPr>
          <p:nvPr/>
        </p:nvSpPr>
        <p:spPr>
          <a:xfrm>
            <a:off x="4467062" y="36259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13" name="01_find_only_912">
            <a:extLst>
              <a:ext uri="{FF2B5EF4-FFF2-40B4-BE49-F238E27FC236}">
                <a16:creationId xmlns:a16="http://schemas.microsoft.com/office/drawing/2014/main" id="{626B63CE-E2E2-4E8E-80A7-EF8AE7A61231}"/>
              </a:ext>
            </a:extLst>
          </p:cNvPr>
          <p:cNvSpPr>
            <a:spLocks noGrp="1"/>
          </p:cNvSpPr>
          <p:nvPr/>
        </p:nvSpPr>
        <p:spPr>
          <a:xfrm>
            <a:off x="447036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14" name="01_find_only_913">
            <a:extLst>
              <a:ext uri="{FF2B5EF4-FFF2-40B4-BE49-F238E27FC236}">
                <a16:creationId xmlns:a16="http://schemas.microsoft.com/office/drawing/2014/main" id="{88EA2452-E55E-40B3-9FFF-7D487BC9128D}"/>
              </a:ext>
            </a:extLst>
          </p:cNvPr>
          <p:cNvSpPr>
            <a:spLocks noGrp="1"/>
          </p:cNvSpPr>
          <p:nvPr/>
        </p:nvSpPr>
        <p:spPr>
          <a:xfrm>
            <a:off x="446006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15" name="01_find_only_914">
            <a:extLst>
              <a:ext uri="{FF2B5EF4-FFF2-40B4-BE49-F238E27FC236}">
                <a16:creationId xmlns:a16="http://schemas.microsoft.com/office/drawing/2014/main" id="{1580E612-0429-499B-B5F0-99855AC91DC4}"/>
              </a:ext>
            </a:extLst>
          </p:cNvPr>
          <p:cNvSpPr>
            <a:spLocks noGrp="1"/>
          </p:cNvSpPr>
          <p:nvPr/>
        </p:nvSpPr>
        <p:spPr>
          <a:xfrm>
            <a:off x="445919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16" name="01_find_only_915">
            <a:extLst>
              <a:ext uri="{FF2B5EF4-FFF2-40B4-BE49-F238E27FC236}">
                <a16:creationId xmlns:a16="http://schemas.microsoft.com/office/drawing/2014/main" id="{60EA7462-A65B-4641-9819-4B37998FF1E0}"/>
              </a:ext>
            </a:extLst>
          </p:cNvPr>
          <p:cNvSpPr>
            <a:spLocks noGrp="1"/>
          </p:cNvSpPr>
          <p:nvPr/>
        </p:nvSpPr>
        <p:spPr>
          <a:xfrm>
            <a:off x="446336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17" name="01_find_only_916">
            <a:extLst>
              <a:ext uri="{FF2B5EF4-FFF2-40B4-BE49-F238E27FC236}">
                <a16:creationId xmlns:a16="http://schemas.microsoft.com/office/drawing/2014/main" id="{98C1D935-20FF-47AB-B019-7F13E87CF0B7}"/>
              </a:ext>
            </a:extLst>
          </p:cNvPr>
          <p:cNvSpPr>
            <a:spLocks noGrp="1"/>
          </p:cNvSpPr>
          <p:nvPr/>
        </p:nvSpPr>
        <p:spPr>
          <a:xfrm>
            <a:off x="4445008" y="37156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18" name="01_find_only_917">
            <a:extLst>
              <a:ext uri="{FF2B5EF4-FFF2-40B4-BE49-F238E27FC236}">
                <a16:creationId xmlns:a16="http://schemas.microsoft.com/office/drawing/2014/main" id="{41AC5026-322F-4F14-8EE4-C7852C7461CA}"/>
              </a:ext>
            </a:extLst>
          </p:cNvPr>
          <p:cNvSpPr>
            <a:spLocks noGrp="1"/>
          </p:cNvSpPr>
          <p:nvPr/>
        </p:nvSpPr>
        <p:spPr>
          <a:xfrm>
            <a:off x="439458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19" name="01_find_only_918">
            <a:extLst>
              <a:ext uri="{FF2B5EF4-FFF2-40B4-BE49-F238E27FC236}">
                <a16:creationId xmlns:a16="http://schemas.microsoft.com/office/drawing/2014/main" id="{66AE5AB1-EB61-4B24-B3AB-D865BCEEDF0B}"/>
              </a:ext>
            </a:extLst>
          </p:cNvPr>
          <p:cNvSpPr>
            <a:spLocks noGrp="1"/>
          </p:cNvSpPr>
          <p:nvPr/>
        </p:nvSpPr>
        <p:spPr>
          <a:xfrm>
            <a:off x="4444814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20" name="01_find_only_919">
            <a:extLst>
              <a:ext uri="{FF2B5EF4-FFF2-40B4-BE49-F238E27FC236}">
                <a16:creationId xmlns:a16="http://schemas.microsoft.com/office/drawing/2014/main" id="{4D1E15AD-444D-4EF1-94CF-29AAB408F836}"/>
              </a:ext>
            </a:extLst>
          </p:cNvPr>
          <p:cNvSpPr>
            <a:spLocks noGrp="1"/>
          </p:cNvSpPr>
          <p:nvPr/>
        </p:nvSpPr>
        <p:spPr>
          <a:xfrm>
            <a:off x="440741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21" name="01_find_only_920">
            <a:extLst>
              <a:ext uri="{FF2B5EF4-FFF2-40B4-BE49-F238E27FC236}">
                <a16:creationId xmlns:a16="http://schemas.microsoft.com/office/drawing/2014/main" id="{F07936A3-A379-4EBA-8A80-D558D66C8FE8}"/>
              </a:ext>
            </a:extLst>
          </p:cNvPr>
          <p:cNvSpPr>
            <a:spLocks noGrp="1"/>
          </p:cNvSpPr>
          <p:nvPr/>
        </p:nvSpPr>
        <p:spPr>
          <a:xfrm>
            <a:off x="4459581" y="38025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22" name="01_find_only_921">
            <a:extLst>
              <a:ext uri="{FF2B5EF4-FFF2-40B4-BE49-F238E27FC236}">
                <a16:creationId xmlns:a16="http://schemas.microsoft.com/office/drawing/2014/main" id="{8EC2FAFA-6FCB-464B-AA14-25C4C00EAD0A}"/>
              </a:ext>
            </a:extLst>
          </p:cNvPr>
          <p:cNvSpPr>
            <a:spLocks noGrp="1"/>
          </p:cNvSpPr>
          <p:nvPr/>
        </p:nvSpPr>
        <p:spPr>
          <a:xfrm>
            <a:off x="4472405" y="369766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23" name="01_find_only_922">
            <a:extLst>
              <a:ext uri="{FF2B5EF4-FFF2-40B4-BE49-F238E27FC236}">
                <a16:creationId xmlns:a16="http://schemas.microsoft.com/office/drawing/2014/main" id="{5989EE9B-90FB-49F0-B5B0-09070A68F689}"/>
              </a:ext>
            </a:extLst>
          </p:cNvPr>
          <p:cNvSpPr>
            <a:spLocks noGrp="1"/>
          </p:cNvSpPr>
          <p:nvPr/>
        </p:nvSpPr>
        <p:spPr>
          <a:xfrm>
            <a:off x="4405857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24" name="01_find_only_923">
            <a:extLst>
              <a:ext uri="{FF2B5EF4-FFF2-40B4-BE49-F238E27FC236}">
                <a16:creationId xmlns:a16="http://schemas.microsoft.com/office/drawing/2014/main" id="{CB691D21-1FD9-434D-8062-614E893AC7FD}"/>
              </a:ext>
            </a:extLst>
          </p:cNvPr>
          <p:cNvSpPr>
            <a:spLocks noGrp="1"/>
          </p:cNvSpPr>
          <p:nvPr/>
        </p:nvSpPr>
        <p:spPr>
          <a:xfrm>
            <a:off x="4460455" y="360383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25" name="01_find_only_924">
            <a:extLst>
              <a:ext uri="{FF2B5EF4-FFF2-40B4-BE49-F238E27FC236}">
                <a16:creationId xmlns:a16="http://schemas.microsoft.com/office/drawing/2014/main" id="{BE3A9113-5D8C-4C9E-A703-C11592462081}"/>
              </a:ext>
            </a:extLst>
          </p:cNvPr>
          <p:cNvSpPr>
            <a:spLocks noGrp="1"/>
          </p:cNvSpPr>
          <p:nvPr/>
        </p:nvSpPr>
        <p:spPr>
          <a:xfrm>
            <a:off x="441071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26" name="01_find_only_925">
            <a:extLst>
              <a:ext uri="{FF2B5EF4-FFF2-40B4-BE49-F238E27FC236}">
                <a16:creationId xmlns:a16="http://schemas.microsoft.com/office/drawing/2014/main" id="{4A951265-BB32-46A1-9E51-40CD45EEB60E}"/>
              </a:ext>
            </a:extLst>
          </p:cNvPr>
          <p:cNvSpPr>
            <a:spLocks noGrp="1"/>
          </p:cNvSpPr>
          <p:nvPr/>
        </p:nvSpPr>
        <p:spPr>
          <a:xfrm>
            <a:off x="4414988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27" name="01_find_only_926">
            <a:extLst>
              <a:ext uri="{FF2B5EF4-FFF2-40B4-BE49-F238E27FC236}">
                <a16:creationId xmlns:a16="http://schemas.microsoft.com/office/drawing/2014/main" id="{B0F423CD-290A-457F-9ACD-3777DA149939}"/>
              </a:ext>
            </a:extLst>
          </p:cNvPr>
          <p:cNvSpPr>
            <a:spLocks noGrp="1"/>
          </p:cNvSpPr>
          <p:nvPr/>
        </p:nvSpPr>
        <p:spPr>
          <a:xfrm>
            <a:off x="4403427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28" name="01_find_only_927">
            <a:extLst>
              <a:ext uri="{FF2B5EF4-FFF2-40B4-BE49-F238E27FC236}">
                <a16:creationId xmlns:a16="http://schemas.microsoft.com/office/drawing/2014/main" id="{8D1D7E89-342B-419F-934E-3276E1915D5C}"/>
              </a:ext>
            </a:extLst>
          </p:cNvPr>
          <p:cNvSpPr>
            <a:spLocks noGrp="1"/>
          </p:cNvSpPr>
          <p:nvPr/>
        </p:nvSpPr>
        <p:spPr>
          <a:xfrm>
            <a:off x="445938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29" name="01_find_only_928">
            <a:extLst>
              <a:ext uri="{FF2B5EF4-FFF2-40B4-BE49-F238E27FC236}">
                <a16:creationId xmlns:a16="http://schemas.microsoft.com/office/drawing/2014/main" id="{290DCE7B-1CA0-42F5-A268-08333769DACE}"/>
              </a:ext>
            </a:extLst>
          </p:cNvPr>
          <p:cNvSpPr>
            <a:spLocks noGrp="1"/>
          </p:cNvSpPr>
          <p:nvPr/>
        </p:nvSpPr>
        <p:spPr>
          <a:xfrm>
            <a:off x="448445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30" name="01_find_only_929">
            <a:extLst>
              <a:ext uri="{FF2B5EF4-FFF2-40B4-BE49-F238E27FC236}">
                <a16:creationId xmlns:a16="http://schemas.microsoft.com/office/drawing/2014/main" id="{E71B7BA0-0D7A-46E4-8CCC-0175C35782A6}"/>
              </a:ext>
            </a:extLst>
          </p:cNvPr>
          <p:cNvSpPr>
            <a:spLocks noGrp="1"/>
          </p:cNvSpPr>
          <p:nvPr/>
        </p:nvSpPr>
        <p:spPr>
          <a:xfrm>
            <a:off x="4488630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31" name="01_find_only_930">
            <a:extLst>
              <a:ext uri="{FF2B5EF4-FFF2-40B4-BE49-F238E27FC236}">
                <a16:creationId xmlns:a16="http://schemas.microsoft.com/office/drawing/2014/main" id="{5121921B-491B-4F97-A53E-24AF5887B915}"/>
              </a:ext>
            </a:extLst>
          </p:cNvPr>
          <p:cNvSpPr>
            <a:spLocks noGrp="1"/>
          </p:cNvSpPr>
          <p:nvPr/>
        </p:nvSpPr>
        <p:spPr>
          <a:xfrm>
            <a:off x="442859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32" name="01_find_only_931">
            <a:extLst>
              <a:ext uri="{FF2B5EF4-FFF2-40B4-BE49-F238E27FC236}">
                <a16:creationId xmlns:a16="http://schemas.microsoft.com/office/drawing/2014/main" id="{1BD667D0-13A5-4FBD-9A5F-CE3B0CDE9DA7}"/>
              </a:ext>
            </a:extLst>
          </p:cNvPr>
          <p:cNvSpPr>
            <a:spLocks noGrp="1"/>
          </p:cNvSpPr>
          <p:nvPr/>
        </p:nvSpPr>
        <p:spPr>
          <a:xfrm>
            <a:off x="446424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33" name="01_find_only_932">
            <a:extLst>
              <a:ext uri="{FF2B5EF4-FFF2-40B4-BE49-F238E27FC236}">
                <a16:creationId xmlns:a16="http://schemas.microsoft.com/office/drawing/2014/main" id="{168B6FEA-D370-482F-84E7-80ED7BAB4148}"/>
              </a:ext>
            </a:extLst>
          </p:cNvPr>
          <p:cNvSpPr>
            <a:spLocks noGrp="1"/>
          </p:cNvSpPr>
          <p:nvPr/>
        </p:nvSpPr>
        <p:spPr>
          <a:xfrm>
            <a:off x="448309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34" name="01_find_only_933">
            <a:extLst>
              <a:ext uri="{FF2B5EF4-FFF2-40B4-BE49-F238E27FC236}">
                <a16:creationId xmlns:a16="http://schemas.microsoft.com/office/drawing/2014/main" id="{E6DFA11F-77F7-483E-8B94-A0C956056E94}"/>
              </a:ext>
            </a:extLst>
          </p:cNvPr>
          <p:cNvSpPr>
            <a:spLocks noGrp="1"/>
          </p:cNvSpPr>
          <p:nvPr/>
        </p:nvSpPr>
        <p:spPr>
          <a:xfrm>
            <a:off x="4471628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35" name="01_find_only_934">
            <a:extLst>
              <a:ext uri="{FF2B5EF4-FFF2-40B4-BE49-F238E27FC236}">
                <a16:creationId xmlns:a16="http://schemas.microsoft.com/office/drawing/2014/main" id="{B1D936B8-5C33-4322-8280-380CFBAD89C7}"/>
              </a:ext>
            </a:extLst>
          </p:cNvPr>
          <p:cNvSpPr>
            <a:spLocks noGrp="1"/>
          </p:cNvSpPr>
          <p:nvPr/>
        </p:nvSpPr>
        <p:spPr>
          <a:xfrm>
            <a:off x="446132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36" name="01_find_only_935">
            <a:extLst>
              <a:ext uri="{FF2B5EF4-FFF2-40B4-BE49-F238E27FC236}">
                <a16:creationId xmlns:a16="http://schemas.microsoft.com/office/drawing/2014/main" id="{82D14969-01F0-4E66-9A07-D1708D3D412D}"/>
              </a:ext>
            </a:extLst>
          </p:cNvPr>
          <p:cNvSpPr>
            <a:spLocks noGrp="1"/>
          </p:cNvSpPr>
          <p:nvPr/>
        </p:nvSpPr>
        <p:spPr>
          <a:xfrm>
            <a:off x="443752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37" name="01_find_only_936">
            <a:extLst>
              <a:ext uri="{FF2B5EF4-FFF2-40B4-BE49-F238E27FC236}">
                <a16:creationId xmlns:a16="http://schemas.microsoft.com/office/drawing/2014/main" id="{FA37AC13-7EB8-43E4-A701-7F20365E3B7D}"/>
              </a:ext>
            </a:extLst>
          </p:cNvPr>
          <p:cNvSpPr>
            <a:spLocks noGrp="1"/>
          </p:cNvSpPr>
          <p:nvPr/>
        </p:nvSpPr>
        <p:spPr>
          <a:xfrm>
            <a:off x="4434613" y="379178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38" name="01_find_only_937">
            <a:extLst>
              <a:ext uri="{FF2B5EF4-FFF2-40B4-BE49-F238E27FC236}">
                <a16:creationId xmlns:a16="http://schemas.microsoft.com/office/drawing/2014/main" id="{4EC14785-138E-4271-A2F2-B1FF7CC5D6E2}"/>
              </a:ext>
            </a:extLst>
          </p:cNvPr>
          <p:cNvSpPr>
            <a:spLocks noGrp="1"/>
          </p:cNvSpPr>
          <p:nvPr/>
        </p:nvSpPr>
        <p:spPr>
          <a:xfrm>
            <a:off x="440226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39" name="01_find_only_938">
            <a:extLst>
              <a:ext uri="{FF2B5EF4-FFF2-40B4-BE49-F238E27FC236}">
                <a16:creationId xmlns:a16="http://schemas.microsoft.com/office/drawing/2014/main" id="{F7EB1AB0-EA19-47A6-B1ED-BEF58B9CCABD}"/>
              </a:ext>
            </a:extLst>
          </p:cNvPr>
          <p:cNvSpPr>
            <a:spLocks noGrp="1"/>
          </p:cNvSpPr>
          <p:nvPr/>
        </p:nvSpPr>
        <p:spPr>
          <a:xfrm>
            <a:off x="448338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40" name="01_find_only_939">
            <a:extLst>
              <a:ext uri="{FF2B5EF4-FFF2-40B4-BE49-F238E27FC236}">
                <a16:creationId xmlns:a16="http://schemas.microsoft.com/office/drawing/2014/main" id="{9CCFE265-F679-4B70-8936-AA45333776C8}"/>
              </a:ext>
            </a:extLst>
          </p:cNvPr>
          <p:cNvSpPr>
            <a:spLocks noGrp="1"/>
          </p:cNvSpPr>
          <p:nvPr/>
        </p:nvSpPr>
        <p:spPr>
          <a:xfrm>
            <a:off x="447308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41" name="01_find_only_940">
            <a:extLst>
              <a:ext uri="{FF2B5EF4-FFF2-40B4-BE49-F238E27FC236}">
                <a16:creationId xmlns:a16="http://schemas.microsoft.com/office/drawing/2014/main" id="{B9248EE1-B0FE-4041-B8D9-5FB790FD3201}"/>
              </a:ext>
            </a:extLst>
          </p:cNvPr>
          <p:cNvSpPr>
            <a:spLocks noGrp="1"/>
          </p:cNvSpPr>
          <p:nvPr/>
        </p:nvSpPr>
        <p:spPr>
          <a:xfrm>
            <a:off x="445841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42" name="01_find_only_941">
            <a:extLst>
              <a:ext uri="{FF2B5EF4-FFF2-40B4-BE49-F238E27FC236}">
                <a16:creationId xmlns:a16="http://schemas.microsoft.com/office/drawing/2014/main" id="{48FBCB86-A379-4A46-89E0-7C92852666C1}"/>
              </a:ext>
            </a:extLst>
          </p:cNvPr>
          <p:cNvSpPr>
            <a:spLocks noGrp="1"/>
          </p:cNvSpPr>
          <p:nvPr/>
        </p:nvSpPr>
        <p:spPr>
          <a:xfrm>
            <a:off x="439886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43" name="01_find_only_942">
            <a:extLst>
              <a:ext uri="{FF2B5EF4-FFF2-40B4-BE49-F238E27FC236}">
                <a16:creationId xmlns:a16="http://schemas.microsoft.com/office/drawing/2014/main" id="{EE011411-9FC5-49F4-914C-B23C73E4629D}"/>
              </a:ext>
            </a:extLst>
          </p:cNvPr>
          <p:cNvSpPr>
            <a:spLocks noGrp="1"/>
          </p:cNvSpPr>
          <p:nvPr/>
        </p:nvSpPr>
        <p:spPr>
          <a:xfrm>
            <a:off x="4408285" y="40277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44" name="01_find_only_943">
            <a:extLst>
              <a:ext uri="{FF2B5EF4-FFF2-40B4-BE49-F238E27FC236}">
                <a16:creationId xmlns:a16="http://schemas.microsoft.com/office/drawing/2014/main" id="{43ECB1FE-33DC-4C22-9595-4989682A3145}"/>
              </a:ext>
            </a:extLst>
          </p:cNvPr>
          <p:cNvSpPr>
            <a:spLocks noGrp="1"/>
          </p:cNvSpPr>
          <p:nvPr/>
        </p:nvSpPr>
        <p:spPr>
          <a:xfrm>
            <a:off x="441770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45" name="01_find_only_944">
            <a:extLst>
              <a:ext uri="{FF2B5EF4-FFF2-40B4-BE49-F238E27FC236}">
                <a16:creationId xmlns:a16="http://schemas.microsoft.com/office/drawing/2014/main" id="{06F0B6F3-C3BF-4B20-9DBA-E4598838E49F}"/>
              </a:ext>
            </a:extLst>
          </p:cNvPr>
          <p:cNvSpPr>
            <a:spLocks noGrp="1"/>
          </p:cNvSpPr>
          <p:nvPr/>
        </p:nvSpPr>
        <p:spPr>
          <a:xfrm>
            <a:off x="445938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46" name="01_find_only_945">
            <a:extLst>
              <a:ext uri="{FF2B5EF4-FFF2-40B4-BE49-F238E27FC236}">
                <a16:creationId xmlns:a16="http://schemas.microsoft.com/office/drawing/2014/main" id="{504AB01F-9AC4-4BA3-A3D1-D936AAFCB173}"/>
              </a:ext>
            </a:extLst>
          </p:cNvPr>
          <p:cNvSpPr>
            <a:spLocks noGrp="1"/>
          </p:cNvSpPr>
          <p:nvPr/>
        </p:nvSpPr>
        <p:spPr>
          <a:xfrm>
            <a:off x="444957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47" name="01_find_only_946">
            <a:extLst>
              <a:ext uri="{FF2B5EF4-FFF2-40B4-BE49-F238E27FC236}">
                <a16:creationId xmlns:a16="http://schemas.microsoft.com/office/drawing/2014/main" id="{86D41DB0-2746-4522-B54C-F64C974004BE}"/>
              </a:ext>
            </a:extLst>
          </p:cNvPr>
          <p:cNvSpPr>
            <a:spLocks noGrp="1"/>
          </p:cNvSpPr>
          <p:nvPr/>
        </p:nvSpPr>
        <p:spPr>
          <a:xfrm>
            <a:off x="4412365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48" name="01_find_only_947">
            <a:extLst>
              <a:ext uri="{FF2B5EF4-FFF2-40B4-BE49-F238E27FC236}">
                <a16:creationId xmlns:a16="http://schemas.microsoft.com/office/drawing/2014/main" id="{BF962D5E-8DA0-41DB-BA80-FB2B9E62B667}"/>
              </a:ext>
            </a:extLst>
          </p:cNvPr>
          <p:cNvSpPr>
            <a:spLocks noGrp="1"/>
          </p:cNvSpPr>
          <p:nvPr/>
        </p:nvSpPr>
        <p:spPr>
          <a:xfrm>
            <a:off x="442995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49" name="01_find_only_948">
            <a:extLst>
              <a:ext uri="{FF2B5EF4-FFF2-40B4-BE49-F238E27FC236}">
                <a16:creationId xmlns:a16="http://schemas.microsoft.com/office/drawing/2014/main" id="{546AE752-A9A6-49C3-8CC7-3D1AEFF88A7A}"/>
              </a:ext>
            </a:extLst>
          </p:cNvPr>
          <p:cNvSpPr>
            <a:spLocks noGrp="1"/>
          </p:cNvSpPr>
          <p:nvPr/>
        </p:nvSpPr>
        <p:spPr>
          <a:xfrm>
            <a:off x="4395558" y="415380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50" name="01_find_only_949">
            <a:extLst>
              <a:ext uri="{FF2B5EF4-FFF2-40B4-BE49-F238E27FC236}">
                <a16:creationId xmlns:a16="http://schemas.microsoft.com/office/drawing/2014/main" id="{621BD9D6-F634-4BCD-BBAB-A472ABFF618D}"/>
              </a:ext>
            </a:extLst>
          </p:cNvPr>
          <p:cNvSpPr>
            <a:spLocks noGrp="1"/>
          </p:cNvSpPr>
          <p:nvPr/>
        </p:nvSpPr>
        <p:spPr>
          <a:xfrm>
            <a:off x="4671376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51" name="01_find_only_950">
            <a:extLst>
              <a:ext uri="{FF2B5EF4-FFF2-40B4-BE49-F238E27FC236}">
                <a16:creationId xmlns:a16="http://schemas.microsoft.com/office/drawing/2014/main" id="{ED42D65B-83CA-4F26-95A3-89974354512D}"/>
              </a:ext>
            </a:extLst>
          </p:cNvPr>
          <p:cNvSpPr>
            <a:spLocks noGrp="1"/>
          </p:cNvSpPr>
          <p:nvPr/>
        </p:nvSpPr>
        <p:spPr>
          <a:xfrm>
            <a:off x="465272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52" name="01_find_only_951">
            <a:extLst>
              <a:ext uri="{FF2B5EF4-FFF2-40B4-BE49-F238E27FC236}">
                <a16:creationId xmlns:a16="http://schemas.microsoft.com/office/drawing/2014/main" id="{1BDEAD0F-C5AF-4AB6-948E-5D88C3C46645}"/>
              </a:ext>
            </a:extLst>
          </p:cNvPr>
          <p:cNvSpPr>
            <a:spLocks noGrp="1"/>
          </p:cNvSpPr>
          <p:nvPr/>
        </p:nvSpPr>
        <p:spPr>
          <a:xfrm>
            <a:off x="466787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53" name="01_find_only_952">
            <a:extLst>
              <a:ext uri="{FF2B5EF4-FFF2-40B4-BE49-F238E27FC236}">
                <a16:creationId xmlns:a16="http://schemas.microsoft.com/office/drawing/2014/main" id="{6727C1AB-2A18-4E74-B632-E0892CAA0313}"/>
              </a:ext>
            </a:extLst>
          </p:cNvPr>
          <p:cNvSpPr>
            <a:spLocks noGrp="1"/>
          </p:cNvSpPr>
          <p:nvPr/>
        </p:nvSpPr>
        <p:spPr>
          <a:xfrm>
            <a:off x="4667490" y="30160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54" name="01_find_only_953">
            <a:extLst>
              <a:ext uri="{FF2B5EF4-FFF2-40B4-BE49-F238E27FC236}">
                <a16:creationId xmlns:a16="http://schemas.microsoft.com/office/drawing/2014/main" id="{8CE07DF1-CB60-452E-BE12-C1DD4D6A02B4}"/>
              </a:ext>
            </a:extLst>
          </p:cNvPr>
          <p:cNvSpPr>
            <a:spLocks noGrp="1"/>
          </p:cNvSpPr>
          <p:nvPr/>
        </p:nvSpPr>
        <p:spPr>
          <a:xfrm>
            <a:off x="468400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55" name="01_find_only_954">
            <a:extLst>
              <a:ext uri="{FF2B5EF4-FFF2-40B4-BE49-F238E27FC236}">
                <a16:creationId xmlns:a16="http://schemas.microsoft.com/office/drawing/2014/main" id="{723A02D5-E40F-491A-AF43-04186306E499}"/>
              </a:ext>
            </a:extLst>
          </p:cNvPr>
          <p:cNvSpPr>
            <a:spLocks noGrp="1"/>
          </p:cNvSpPr>
          <p:nvPr/>
        </p:nvSpPr>
        <p:spPr>
          <a:xfrm>
            <a:off x="4712277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56" name="01_find_only_955">
            <a:extLst>
              <a:ext uri="{FF2B5EF4-FFF2-40B4-BE49-F238E27FC236}">
                <a16:creationId xmlns:a16="http://schemas.microsoft.com/office/drawing/2014/main" id="{8F36C275-3B5D-4CCE-B3C6-23D397CC4435}"/>
              </a:ext>
            </a:extLst>
          </p:cNvPr>
          <p:cNvSpPr>
            <a:spLocks noGrp="1"/>
          </p:cNvSpPr>
          <p:nvPr/>
        </p:nvSpPr>
        <p:spPr>
          <a:xfrm>
            <a:off x="473005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57" name="01_find_only_956">
            <a:extLst>
              <a:ext uri="{FF2B5EF4-FFF2-40B4-BE49-F238E27FC236}">
                <a16:creationId xmlns:a16="http://schemas.microsoft.com/office/drawing/2014/main" id="{9BA2FE49-96E9-4649-80BC-5B0D3DE5645C}"/>
              </a:ext>
            </a:extLst>
          </p:cNvPr>
          <p:cNvSpPr>
            <a:spLocks noGrp="1"/>
          </p:cNvSpPr>
          <p:nvPr/>
        </p:nvSpPr>
        <p:spPr>
          <a:xfrm>
            <a:off x="4657872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58" name="01_find_only_957">
            <a:extLst>
              <a:ext uri="{FF2B5EF4-FFF2-40B4-BE49-F238E27FC236}">
                <a16:creationId xmlns:a16="http://schemas.microsoft.com/office/drawing/2014/main" id="{6B6AD308-9E31-4D79-88C4-94FB2D41019F}"/>
              </a:ext>
            </a:extLst>
          </p:cNvPr>
          <p:cNvSpPr>
            <a:spLocks noGrp="1"/>
          </p:cNvSpPr>
          <p:nvPr/>
        </p:nvSpPr>
        <p:spPr>
          <a:xfrm>
            <a:off x="470227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59" name="01_find_only_958">
            <a:extLst>
              <a:ext uri="{FF2B5EF4-FFF2-40B4-BE49-F238E27FC236}">
                <a16:creationId xmlns:a16="http://schemas.microsoft.com/office/drawing/2014/main" id="{6A6A6FE3-907D-4769-A321-9C6CC3C4D318}"/>
              </a:ext>
            </a:extLst>
          </p:cNvPr>
          <p:cNvSpPr>
            <a:spLocks noGrp="1"/>
          </p:cNvSpPr>
          <p:nvPr/>
        </p:nvSpPr>
        <p:spPr>
          <a:xfrm>
            <a:off x="465816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60" name="01_find_only_959">
            <a:extLst>
              <a:ext uri="{FF2B5EF4-FFF2-40B4-BE49-F238E27FC236}">
                <a16:creationId xmlns:a16="http://schemas.microsoft.com/office/drawing/2014/main" id="{233B4B1D-4B56-46F0-986C-2B4D0B2E290A}"/>
              </a:ext>
            </a:extLst>
          </p:cNvPr>
          <p:cNvSpPr>
            <a:spLocks noGrp="1"/>
          </p:cNvSpPr>
          <p:nvPr/>
        </p:nvSpPr>
        <p:spPr>
          <a:xfrm>
            <a:off x="464747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61" name="01_find_only_960">
            <a:extLst>
              <a:ext uri="{FF2B5EF4-FFF2-40B4-BE49-F238E27FC236}">
                <a16:creationId xmlns:a16="http://schemas.microsoft.com/office/drawing/2014/main" id="{D6B6ECAD-0182-4AC0-9A4C-4B29094C861B}"/>
              </a:ext>
            </a:extLst>
          </p:cNvPr>
          <p:cNvSpPr>
            <a:spLocks noGrp="1"/>
          </p:cNvSpPr>
          <p:nvPr/>
        </p:nvSpPr>
        <p:spPr>
          <a:xfrm>
            <a:off x="4722283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62" name="01_find_only_961">
            <a:extLst>
              <a:ext uri="{FF2B5EF4-FFF2-40B4-BE49-F238E27FC236}">
                <a16:creationId xmlns:a16="http://schemas.microsoft.com/office/drawing/2014/main" id="{BCB8D3CB-418F-40FB-BD67-253CF9582283}"/>
              </a:ext>
            </a:extLst>
          </p:cNvPr>
          <p:cNvSpPr>
            <a:spLocks noGrp="1"/>
          </p:cNvSpPr>
          <p:nvPr/>
        </p:nvSpPr>
        <p:spPr>
          <a:xfrm>
            <a:off x="474219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63" name="01_find_only_962">
            <a:extLst>
              <a:ext uri="{FF2B5EF4-FFF2-40B4-BE49-F238E27FC236}">
                <a16:creationId xmlns:a16="http://schemas.microsoft.com/office/drawing/2014/main" id="{B32C40BF-6218-43F8-B419-7E57B22E46D9}"/>
              </a:ext>
            </a:extLst>
          </p:cNvPr>
          <p:cNvSpPr>
            <a:spLocks noGrp="1"/>
          </p:cNvSpPr>
          <p:nvPr/>
        </p:nvSpPr>
        <p:spPr>
          <a:xfrm>
            <a:off x="468371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64" name="01_find_only_963">
            <a:extLst>
              <a:ext uri="{FF2B5EF4-FFF2-40B4-BE49-F238E27FC236}">
                <a16:creationId xmlns:a16="http://schemas.microsoft.com/office/drawing/2014/main" id="{CAE7BE4E-D177-4A0E-9CED-FB99D3D6F776}"/>
              </a:ext>
            </a:extLst>
          </p:cNvPr>
          <p:cNvSpPr>
            <a:spLocks noGrp="1"/>
          </p:cNvSpPr>
          <p:nvPr/>
        </p:nvSpPr>
        <p:spPr>
          <a:xfrm>
            <a:off x="473695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65" name="01_find_only_964">
            <a:extLst>
              <a:ext uri="{FF2B5EF4-FFF2-40B4-BE49-F238E27FC236}">
                <a16:creationId xmlns:a16="http://schemas.microsoft.com/office/drawing/2014/main" id="{2031DFD0-106E-4F75-94C2-5CE51DB506D1}"/>
              </a:ext>
            </a:extLst>
          </p:cNvPr>
          <p:cNvSpPr>
            <a:spLocks noGrp="1"/>
          </p:cNvSpPr>
          <p:nvPr/>
        </p:nvSpPr>
        <p:spPr>
          <a:xfrm>
            <a:off x="4667781" y="326715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66" name="01_find_only_965">
            <a:extLst>
              <a:ext uri="{FF2B5EF4-FFF2-40B4-BE49-F238E27FC236}">
                <a16:creationId xmlns:a16="http://schemas.microsoft.com/office/drawing/2014/main" id="{44D489DE-729F-4EA3-BA2A-5128C5B2D34A}"/>
              </a:ext>
            </a:extLst>
          </p:cNvPr>
          <p:cNvSpPr>
            <a:spLocks noGrp="1"/>
          </p:cNvSpPr>
          <p:nvPr/>
        </p:nvSpPr>
        <p:spPr>
          <a:xfrm>
            <a:off x="4686241" y="334077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67" name="01_find_only_966">
            <a:extLst>
              <a:ext uri="{FF2B5EF4-FFF2-40B4-BE49-F238E27FC236}">
                <a16:creationId xmlns:a16="http://schemas.microsoft.com/office/drawing/2014/main" id="{322F6911-1AA2-4C04-9F42-BF8B35FE832E}"/>
              </a:ext>
            </a:extLst>
          </p:cNvPr>
          <p:cNvSpPr>
            <a:spLocks noGrp="1"/>
          </p:cNvSpPr>
          <p:nvPr/>
        </p:nvSpPr>
        <p:spPr>
          <a:xfrm>
            <a:off x="4715191" y="348958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68" name="01_find_only_967">
            <a:extLst>
              <a:ext uri="{FF2B5EF4-FFF2-40B4-BE49-F238E27FC236}">
                <a16:creationId xmlns:a16="http://schemas.microsoft.com/office/drawing/2014/main" id="{80458CD4-D958-4962-A8D3-2C6CD311F984}"/>
              </a:ext>
            </a:extLst>
          </p:cNvPr>
          <p:cNvSpPr>
            <a:spLocks noGrp="1"/>
          </p:cNvSpPr>
          <p:nvPr/>
        </p:nvSpPr>
        <p:spPr>
          <a:xfrm>
            <a:off x="473258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69" name="01_find_only_968">
            <a:extLst>
              <a:ext uri="{FF2B5EF4-FFF2-40B4-BE49-F238E27FC236}">
                <a16:creationId xmlns:a16="http://schemas.microsoft.com/office/drawing/2014/main" id="{4D6B26DF-9649-46C8-BE39-BC8807E62546}"/>
              </a:ext>
            </a:extLst>
          </p:cNvPr>
          <p:cNvSpPr>
            <a:spLocks noGrp="1"/>
          </p:cNvSpPr>
          <p:nvPr/>
        </p:nvSpPr>
        <p:spPr>
          <a:xfrm>
            <a:off x="474200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70" name="01_find_only_969">
            <a:extLst>
              <a:ext uri="{FF2B5EF4-FFF2-40B4-BE49-F238E27FC236}">
                <a16:creationId xmlns:a16="http://schemas.microsoft.com/office/drawing/2014/main" id="{5E49342E-007E-4803-BDA5-3FEEC0D64A33}"/>
              </a:ext>
            </a:extLst>
          </p:cNvPr>
          <p:cNvSpPr>
            <a:spLocks noGrp="1"/>
          </p:cNvSpPr>
          <p:nvPr/>
        </p:nvSpPr>
        <p:spPr>
          <a:xfrm>
            <a:off x="4708488" y="34465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71" name="01_find_only_970">
            <a:extLst>
              <a:ext uri="{FF2B5EF4-FFF2-40B4-BE49-F238E27FC236}">
                <a16:creationId xmlns:a16="http://schemas.microsoft.com/office/drawing/2014/main" id="{7D02946F-7ECC-4A2E-A336-540833F6AB1D}"/>
              </a:ext>
            </a:extLst>
          </p:cNvPr>
          <p:cNvSpPr>
            <a:spLocks noGrp="1"/>
          </p:cNvSpPr>
          <p:nvPr/>
        </p:nvSpPr>
        <p:spPr>
          <a:xfrm>
            <a:off x="4650877" y="345219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72" name="01_find_only_971">
            <a:extLst>
              <a:ext uri="{FF2B5EF4-FFF2-40B4-BE49-F238E27FC236}">
                <a16:creationId xmlns:a16="http://schemas.microsoft.com/office/drawing/2014/main" id="{D3C7485C-C12E-4F4B-8EE8-A741070A97ED}"/>
              </a:ext>
            </a:extLst>
          </p:cNvPr>
          <p:cNvSpPr>
            <a:spLocks noGrp="1"/>
          </p:cNvSpPr>
          <p:nvPr/>
        </p:nvSpPr>
        <p:spPr>
          <a:xfrm>
            <a:off x="4665255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73" name="01_find_only_972">
            <a:extLst>
              <a:ext uri="{FF2B5EF4-FFF2-40B4-BE49-F238E27FC236}">
                <a16:creationId xmlns:a16="http://schemas.microsoft.com/office/drawing/2014/main" id="{0A79760B-B3B9-4F8C-8156-990A922ECAE1}"/>
              </a:ext>
            </a:extLst>
          </p:cNvPr>
          <p:cNvSpPr>
            <a:spLocks noGrp="1"/>
          </p:cNvSpPr>
          <p:nvPr/>
        </p:nvSpPr>
        <p:spPr>
          <a:xfrm>
            <a:off x="467157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74" name="01_find_only_973">
            <a:extLst>
              <a:ext uri="{FF2B5EF4-FFF2-40B4-BE49-F238E27FC236}">
                <a16:creationId xmlns:a16="http://schemas.microsoft.com/office/drawing/2014/main" id="{D1079F78-017D-4030-9297-2D3BF78822FE}"/>
              </a:ext>
            </a:extLst>
          </p:cNvPr>
          <p:cNvSpPr>
            <a:spLocks noGrp="1"/>
          </p:cNvSpPr>
          <p:nvPr/>
        </p:nvSpPr>
        <p:spPr>
          <a:xfrm>
            <a:off x="4650683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75" name="01_find_only_974">
            <a:extLst>
              <a:ext uri="{FF2B5EF4-FFF2-40B4-BE49-F238E27FC236}">
                <a16:creationId xmlns:a16="http://schemas.microsoft.com/office/drawing/2014/main" id="{8FAFD2E1-81EA-47D1-A7CD-0796BC66FFC5}"/>
              </a:ext>
            </a:extLst>
          </p:cNvPr>
          <p:cNvSpPr>
            <a:spLocks noGrp="1"/>
          </p:cNvSpPr>
          <p:nvPr/>
        </p:nvSpPr>
        <p:spPr>
          <a:xfrm>
            <a:off x="4650100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76" name="01_find_only_975">
            <a:extLst>
              <a:ext uri="{FF2B5EF4-FFF2-40B4-BE49-F238E27FC236}">
                <a16:creationId xmlns:a16="http://schemas.microsoft.com/office/drawing/2014/main" id="{F5917130-4E2B-4A50-844C-D5E51615FB13}"/>
              </a:ext>
            </a:extLst>
          </p:cNvPr>
          <p:cNvSpPr>
            <a:spLocks noGrp="1"/>
          </p:cNvSpPr>
          <p:nvPr/>
        </p:nvSpPr>
        <p:spPr>
          <a:xfrm>
            <a:off x="466894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77" name="01_find_only_976">
            <a:extLst>
              <a:ext uri="{FF2B5EF4-FFF2-40B4-BE49-F238E27FC236}">
                <a16:creationId xmlns:a16="http://schemas.microsoft.com/office/drawing/2014/main" id="{1ED1C2CD-29B2-4163-84CE-D3AFCAA49E62}"/>
              </a:ext>
            </a:extLst>
          </p:cNvPr>
          <p:cNvSpPr>
            <a:spLocks noGrp="1"/>
          </p:cNvSpPr>
          <p:nvPr/>
        </p:nvSpPr>
        <p:spPr>
          <a:xfrm>
            <a:off x="470557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78" name="01_find_only_977">
            <a:extLst>
              <a:ext uri="{FF2B5EF4-FFF2-40B4-BE49-F238E27FC236}">
                <a16:creationId xmlns:a16="http://schemas.microsoft.com/office/drawing/2014/main" id="{BD3FD589-1903-4E37-BE01-CD5B206A6D02}"/>
              </a:ext>
            </a:extLst>
          </p:cNvPr>
          <p:cNvSpPr>
            <a:spLocks noGrp="1"/>
          </p:cNvSpPr>
          <p:nvPr/>
        </p:nvSpPr>
        <p:spPr>
          <a:xfrm>
            <a:off x="4663799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79" name="01_find_only_978">
            <a:extLst>
              <a:ext uri="{FF2B5EF4-FFF2-40B4-BE49-F238E27FC236}">
                <a16:creationId xmlns:a16="http://schemas.microsoft.com/office/drawing/2014/main" id="{EB7A93DB-53CF-4222-A7FF-BF1DBEC880D9}"/>
              </a:ext>
            </a:extLst>
          </p:cNvPr>
          <p:cNvSpPr>
            <a:spLocks noGrp="1"/>
          </p:cNvSpPr>
          <p:nvPr/>
        </p:nvSpPr>
        <p:spPr>
          <a:xfrm>
            <a:off x="469294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80" name="01_find_only_979">
            <a:extLst>
              <a:ext uri="{FF2B5EF4-FFF2-40B4-BE49-F238E27FC236}">
                <a16:creationId xmlns:a16="http://schemas.microsoft.com/office/drawing/2014/main" id="{A9CB87EF-91CE-48C7-AA56-9EA294F3A29D}"/>
              </a:ext>
            </a:extLst>
          </p:cNvPr>
          <p:cNvSpPr>
            <a:spLocks noGrp="1"/>
          </p:cNvSpPr>
          <p:nvPr/>
        </p:nvSpPr>
        <p:spPr>
          <a:xfrm>
            <a:off x="468264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81" name="01_find_only_980">
            <a:extLst>
              <a:ext uri="{FF2B5EF4-FFF2-40B4-BE49-F238E27FC236}">
                <a16:creationId xmlns:a16="http://schemas.microsoft.com/office/drawing/2014/main" id="{36DBAE76-CA3C-487A-8602-00FBF8DB7355}"/>
              </a:ext>
            </a:extLst>
          </p:cNvPr>
          <p:cNvSpPr>
            <a:spLocks noGrp="1"/>
          </p:cNvSpPr>
          <p:nvPr/>
        </p:nvSpPr>
        <p:spPr>
          <a:xfrm>
            <a:off x="473083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82" name="01_find_only_981">
            <a:extLst>
              <a:ext uri="{FF2B5EF4-FFF2-40B4-BE49-F238E27FC236}">
                <a16:creationId xmlns:a16="http://schemas.microsoft.com/office/drawing/2014/main" id="{6D934F7F-1657-41F0-8C30-8C200939AA9A}"/>
              </a:ext>
            </a:extLst>
          </p:cNvPr>
          <p:cNvSpPr>
            <a:spLocks noGrp="1"/>
          </p:cNvSpPr>
          <p:nvPr/>
        </p:nvSpPr>
        <p:spPr>
          <a:xfrm>
            <a:off x="4673028" y="41530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83" name="01_find_only_982">
            <a:extLst>
              <a:ext uri="{FF2B5EF4-FFF2-40B4-BE49-F238E27FC236}">
                <a16:creationId xmlns:a16="http://schemas.microsoft.com/office/drawing/2014/main" id="{3825054D-850F-4CEA-872A-7AAE3C6C06E0}"/>
              </a:ext>
            </a:extLst>
          </p:cNvPr>
          <p:cNvSpPr>
            <a:spLocks noGrp="1"/>
          </p:cNvSpPr>
          <p:nvPr/>
        </p:nvSpPr>
        <p:spPr>
          <a:xfrm>
            <a:off x="4712957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84" name="01_find_only_983">
            <a:extLst>
              <a:ext uri="{FF2B5EF4-FFF2-40B4-BE49-F238E27FC236}">
                <a16:creationId xmlns:a16="http://schemas.microsoft.com/office/drawing/2014/main" id="{682F361A-A68E-4C0E-A117-4B13A06B1EC9}"/>
              </a:ext>
            </a:extLst>
          </p:cNvPr>
          <p:cNvSpPr>
            <a:spLocks noGrp="1"/>
          </p:cNvSpPr>
          <p:nvPr/>
        </p:nvSpPr>
        <p:spPr>
          <a:xfrm>
            <a:off x="471538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85" name="01_find_only_984">
            <a:extLst>
              <a:ext uri="{FF2B5EF4-FFF2-40B4-BE49-F238E27FC236}">
                <a16:creationId xmlns:a16="http://schemas.microsoft.com/office/drawing/2014/main" id="{D5DB9465-BBB8-4732-81D3-48155F98D0D4}"/>
              </a:ext>
            </a:extLst>
          </p:cNvPr>
          <p:cNvSpPr>
            <a:spLocks noGrp="1"/>
          </p:cNvSpPr>
          <p:nvPr/>
        </p:nvSpPr>
        <p:spPr>
          <a:xfrm>
            <a:off x="4650392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86" name="01_find_only_985">
            <a:extLst>
              <a:ext uri="{FF2B5EF4-FFF2-40B4-BE49-F238E27FC236}">
                <a16:creationId xmlns:a16="http://schemas.microsoft.com/office/drawing/2014/main" id="{9DE5FA11-90A1-4DC1-9BCE-9604895F647C}"/>
              </a:ext>
            </a:extLst>
          </p:cNvPr>
          <p:cNvSpPr>
            <a:spLocks noGrp="1"/>
          </p:cNvSpPr>
          <p:nvPr/>
        </p:nvSpPr>
        <p:spPr>
          <a:xfrm>
            <a:off x="472957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87" name="01_find_only_986">
            <a:extLst>
              <a:ext uri="{FF2B5EF4-FFF2-40B4-BE49-F238E27FC236}">
                <a16:creationId xmlns:a16="http://schemas.microsoft.com/office/drawing/2014/main" id="{CBF0E98B-CDBF-4C58-9063-FCAC0F5B258E}"/>
              </a:ext>
            </a:extLst>
          </p:cNvPr>
          <p:cNvSpPr>
            <a:spLocks noGrp="1"/>
          </p:cNvSpPr>
          <p:nvPr/>
        </p:nvSpPr>
        <p:spPr>
          <a:xfrm>
            <a:off x="464806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88" name="01_find_only_987">
            <a:extLst>
              <a:ext uri="{FF2B5EF4-FFF2-40B4-BE49-F238E27FC236}">
                <a16:creationId xmlns:a16="http://schemas.microsoft.com/office/drawing/2014/main" id="{376C4EB1-2EDB-4BE0-83C8-9698B10D9D8D}"/>
              </a:ext>
            </a:extLst>
          </p:cNvPr>
          <p:cNvSpPr>
            <a:spLocks noGrp="1"/>
          </p:cNvSpPr>
          <p:nvPr/>
        </p:nvSpPr>
        <p:spPr>
          <a:xfrm>
            <a:off x="4729376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89" name="01_find_only_988">
            <a:extLst>
              <a:ext uri="{FF2B5EF4-FFF2-40B4-BE49-F238E27FC236}">
                <a16:creationId xmlns:a16="http://schemas.microsoft.com/office/drawing/2014/main" id="{AF4C4555-77DF-4518-8896-DEB062BA7A05}"/>
              </a:ext>
            </a:extLst>
          </p:cNvPr>
          <p:cNvSpPr>
            <a:spLocks noGrp="1"/>
          </p:cNvSpPr>
          <p:nvPr/>
        </p:nvSpPr>
        <p:spPr>
          <a:xfrm>
            <a:off x="473879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90" name="01_find_only_989">
            <a:extLst>
              <a:ext uri="{FF2B5EF4-FFF2-40B4-BE49-F238E27FC236}">
                <a16:creationId xmlns:a16="http://schemas.microsoft.com/office/drawing/2014/main" id="{3CF49011-13BA-4D42-A0C3-7DB45BB0FA4F}"/>
              </a:ext>
            </a:extLst>
          </p:cNvPr>
          <p:cNvSpPr>
            <a:spLocks noGrp="1"/>
          </p:cNvSpPr>
          <p:nvPr/>
        </p:nvSpPr>
        <p:spPr>
          <a:xfrm>
            <a:off x="470615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91" name="01_find_only_990">
            <a:extLst>
              <a:ext uri="{FF2B5EF4-FFF2-40B4-BE49-F238E27FC236}">
                <a16:creationId xmlns:a16="http://schemas.microsoft.com/office/drawing/2014/main" id="{1534A6FD-B899-447C-8A80-6BC202FD5B51}"/>
              </a:ext>
            </a:extLst>
          </p:cNvPr>
          <p:cNvSpPr>
            <a:spLocks noGrp="1"/>
          </p:cNvSpPr>
          <p:nvPr/>
        </p:nvSpPr>
        <p:spPr>
          <a:xfrm>
            <a:off x="467701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92" name="01_find_only_991">
            <a:extLst>
              <a:ext uri="{FF2B5EF4-FFF2-40B4-BE49-F238E27FC236}">
                <a16:creationId xmlns:a16="http://schemas.microsoft.com/office/drawing/2014/main" id="{B934E15D-1AF0-4AF1-B0E1-B77207520944}"/>
              </a:ext>
            </a:extLst>
          </p:cNvPr>
          <p:cNvSpPr>
            <a:spLocks noGrp="1"/>
          </p:cNvSpPr>
          <p:nvPr/>
        </p:nvSpPr>
        <p:spPr>
          <a:xfrm>
            <a:off x="471771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93" name="01_find_only_992">
            <a:extLst>
              <a:ext uri="{FF2B5EF4-FFF2-40B4-BE49-F238E27FC236}">
                <a16:creationId xmlns:a16="http://schemas.microsoft.com/office/drawing/2014/main" id="{823F041E-5199-4ACF-9CD0-EE87415C1A59}"/>
              </a:ext>
            </a:extLst>
          </p:cNvPr>
          <p:cNvSpPr>
            <a:spLocks noGrp="1"/>
          </p:cNvSpPr>
          <p:nvPr/>
        </p:nvSpPr>
        <p:spPr>
          <a:xfrm>
            <a:off x="466826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94" name="01_find_only_993">
            <a:extLst>
              <a:ext uri="{FF2B5EF4-FFF2-40B4-BE49-F238E27FC236}">
                <a16:creationId xmlns:a16="http://schemas.microsoft.com/office/drawing/2014/main" id="{D08984F9-62CE-4A92-A2CC-2595DE7978D6}"/>
              </a:ext>
            </a:extLst>
          </p:cNvPr>
          <p:cNvSpPr>
            <a:spLocks noGrp="1"/>
          </p:cNvSpPr>
          <p:nvPr/>
        </p:nvSpPr>
        <p:spPr>
          <a:xfrm>
            <a:off x="4693235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95" name="01_find_only_994">
            <a:extLst>
              <a:ext uri="{FF2B5EF4-FFF2-40B4-BE49-F238E27FC236}">
                <a16:creationId xmlns:a16="http://schemas.microsoft.com/office/drawing/2014/main" id="{2311F126-EDEF-4C3A-A106-68D3D94D862C}"/>
              </a:ext>
            </a:extLst>
          </p:cNvPr>
          <p:cNvSpPr>
            <a:spLocks noGrp="1"/>
          </p:cNvSpPr>
          <p:nvPr/>
        </p:nvSpPr>
        <p:spPr>
          <a:xfrm>
            <a:off x="469323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96" name="01_find_only_995">
            <a:extLst>
              <a:ext uri="{FF2B5EF4-FFF2-40B4-BE49-F238E27FC236}">
                <a16:creationId xmlns:a16="http://schemas.microsoft.com/office/drawing/2014/main" id="{6A0350C5-38F9-4D47-AD6D-237E432ED4D4}"/>
              </a:ext>
            </a:extLst>
          </p:cNvPr>
          <p:cNvSpPr>
            <a:spLocks noGrp="1"/>
          </p:cNvSpPr>
          <p:nvPr/>
        </p:nvSpPr>
        <p:spPr>
          <a:xfrm>
            <a:off x="4664090" y="346190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97" name="01_find_only_996">
            <a:extLst>
              <a:ext uri="{FF2B5EF4-FFF2-40B4-BE49-F238E27FC236}">
                <a16:creationId xmlns:a16="http://schemas.microsoft.com/office/drawing/2014/main" id="{F00E28F2-B521-458F-8458-6CCE325BA1DB}"/>
              </a:ext>
            </a:extLst>
          </p:cNvPr>
          <p:cNvSpPr>
            <a:spLocks noGrp="1"/>
          </p:cNvSpPr>
          <p:nvPr/>
        </p:nvSpPr>
        <p:spPr>
          <a:xfrm>
            <a:off x="4731805" y="316669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98" name="01_find_only_997">
            <a:extLst>
              <a:ext uri="{FF2B5EF4-FFF2-40B4-BE49-F238E27FC236}">
                <a16:creationId xmlns:a16="http://schemas.microsoft.com/office/drawing/2014/main" id="{3300F388-2DA1-47DC-BCBE-D9B678D348BB}"/>
              </a:ext>
            </a:extLst>
          </p:cNvPr>
          <p:cNvSpPr>
            <a:spLocks noGrp="1"/>
          </p:cNvSpPr>
          <p:nvPr/>
        </p:nvSpPr>
        <p:spPr>
          <a:xfrm>
            <a:off x="4678663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999" name="01_find_only_998">
            <a:extLst>
              <a:ext uri="{FF2B5EF4-FFF2-40B4-BE49-F238E27FC236}">
                <a16:creationId xmlns:a16="http://schemas.microsoft.com/office/drawing/2014/main" id="{2BD5E910-592C-418D-8DE6-67FFA3A2C85C}"/>
              </a:ext>
            </a:extLst>
          </p:cNvPr>
          <p:cNvSpPr>
            <a:spLocks noGrp="1"/>
          </p:cNvSpPr>
          <p:nvPr/>
        </p:nvSpPr>
        <p:spPr>
          <a:xfrm>
            <a:off x="4688086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00" name="01_find_only_999">
            <a:extLst>
              <a:ext uri="{FF2B5EF4-FFF2-40B4-BE49-F238E27FC236}">
                <a16:creationId xmlns:a16="http://schemas.microsoft.com/office/drawing/2014/main" id="{4A11D42F-A876-46F3-929F-AE68A42EDDF0}"/>
              </a:ext>
            </a:extLst>
          </p:cNvPr>
          <p:cNvSpPr>
            <a:spLocks noGrp="1"/>
          </p:cNvSpPr>
          <p:nvPr/>
        </p:nvSpPr>
        <p:spPr>
          <a:xfrm>
            <a:off x="474113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01" name="01_find_only_1000">
            <a:extLst>
              <a:ext uri="{FF2B5EF4-FFF2-40B4-BE49-F238E27FC236}">
                <a16:creationId xmlns:a16="http://schemas.microsoft.com/office/drawing/2014/main" id="{0F061288-D4D3-4C10-AC17-EE1B8DFE94D1}"/>
              </a:ext>
            </a:extLst>
          </p:cNvPr>
          <p:cNvSpPr>
            <a:spLocks noGrp="1"/>
          </p:cNvSpPr>
          <p:nvPr/>
        </p:nvSpPr>
        <p:spPr>
          <a:xfrm>
            <a:off x="471198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02" name="01_find_only_1001">
            <a:extLst>
              <a:ext uri="{FF2B5EF4-FFF2-40B4-BE49-F238E27FC236}">
                <a16:creationId xmlns:a16="http://schemas.microsoft.com/office/drawing/2014/main" id="{3A7D2C46-2AF0-4366-BD00-9670795D222C}"/>
              </a:ext>
            </a:extLst>
          </p:cNvPr>
          <p:cNvSpPr>
            <a:spLocks noGrp="1"/>
          </p:cNvSpPr>
          <p:nvPr/>
        </p:nvSpPr>
        <p:spPr>
          <a:xfrm>
            <a:off x="4737633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03" name="01_find_only_1002">
            <a:extLst>
              <a:ext uri="{FF2B5EF4-FFF2-40B4-BE49-F238E27FC236}">
                <a16:creationId xmlns:a16="http://schemas.microsoft.com/office/drawing/2014/main" id="{50282A16-A494-440F-BFD8-29F39CCDE07B}"/>
              </a:ext>
            </a:extLst>
          </p:cNvPr>
          <p:cNvSpPr>
            <a:spLocks noGrp="1"/>
          </p:cNvSpPr>
          <p:nvPr/>
        </p:nvSpPr>
        <p:spPr>
          <a:xfrm>
            <a:off x="465175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04" name="01_find_only_1003">
            <a:extLst>
              <a:ext uri="{FF2B5EF4-FFF2-40B4-BE49-F238E27FC236}">
                <a16:creationId xmlns:a16="http://schemas.microsoft.com/office/drawing/2014/main" id="{7EB82CDA-5FDE-48E0-8848-E80DD7646D88}"/>
              </a:ext>
            </a:extLst>
          </p:cNvPr>
          <p:cNvSpPr>
            <a:spLocks noGrp="1"/>
          </p:cNvSpPr>
          <p:nvPr/>
        </p:nvSpPr>
        <p:spPr>
          <a:xfrm>
            <a:off x="473044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05" name="01_find_only_1004">
            <a:extLst>
              <a:ext uri="{FF2B5EF4-FFF2-40B4-BE49-F238E27FC236}">
                <a16:creationId xmlns:a16="http://schemas.microsoft.com/office/drawing/2014/main" id="{4415607C-F5B3-4BD9-AA96-38774CB3EADF}"/>
              </a:ext>
            </a:extLst>
          </p:cNvPr>
          <p:cNvSpPr>
            <a:spLocks noGrp="1"/>
          </p:cNvSpPr>
          <p:nvPr/>
        </p:nvSpPr>
        <p:spPr>
          <a:xfrm>
            <a:off x="4717620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06" name="01_find_only_1005">
            <a:extLst>
              <a:ext uri="{FF2B5EF4-FFF2-40B4-BE49-F238E27FC236}">
                <a16:creationId xmlns:a16="http://schemas.microsoft.com/office/drawing/2014/main" id="{E5F77351-6479-49CC-B56D-3081669F72E8}"/>
              </a:ext>
            </a:extLst>
          </p:cNvPr>
          <p:cNvSpPr>
            <a:spLocks noGrp="1"/>
          </p:cNvSpPr>
          <p:nvPr/>
        </p:nvSpPr>
        <p:spPr>
          <a:xfrm>
            <a:off x="468410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07" name="01_find_only_1006">
            <a:extLst>
              <a:ext uri="{FF2B5EF4-FFF2-40B4-BE49-F238E27FC236}">
                <a16:creationId xmlns:a16="http://schemas.microsoft.com/office/drawing/2014/main" id="{9B44D1D8-3C7E-414C-B233-C49B6C6F98C2}"/>
              </a:ext>
            </a:extLst>
          </p:cNvPr>
          <p:cNvSpPr>
            <a:spLocks noGrp="1"/>
          </p:cNvSpPr>
          <p:nvPr/>
        </p:nvSpPr>
        <p:spPr>
          <a:xfrm>
            <a:off x="4721409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08" name="01_find_only_1007">
            <a:extLst>
              <a:ext uri="{FF2B5EF4-FFF2-40B4-BE49-F238E27FC236}">
                <a16:creationId xmlns:a16="http://schemas.microsoft.com/office/drawing/2014/main" id="{3AA38532-6BAE-4089-8DE9-96675E4677C6}"/>
              </a:ext>
            </a:extLst>
          </p:cNvPr>
          <p:cNvSpPr>
            <a:spLocks noGrp="1"/>
          </p:cNvSpPr>
          <p:nvPr/>
        </p:nvSpPr>
        <p:spPr>
          <a:xfrm>
            <a:off x="474161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09" name="01_find_only_1008">
            <a:extLst>
              <a:ext uri="{FF2B5EF4-FFF2-40B4-BE49-F238E27FC236}">
                <a16:creationId xmlns:a16="http://schemas.microsoft.com/office/drawing/2014/main" id="{B9E04E84-2F22-4BD3-8381-6F0B573ECDD0}"/>
              </a:ext>
            </a:extLst>
          </p:cNvPr>
          <p:cNvSpPr>
            <a:spLocks noGrp="1"/>
          </p:cNvSpPr>
          <p:nvPr/>
        </p:nvSpPr>
        <p:spPr>
          <a:xfrm>
            <a:off x="4711209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10" name="01_find_only_1009">
            <a:extLst>
              <a:ext uri="{FF2B5EF4-FFF2-40B4-BE49-F238E27FC236}">
                <a16:creationId xmlns:a16="http://schemas.microsoft.com/office/drawing/2014/main" id="{4886D9DD-4410-4C8C-9C87-CC9ED16BA377}"/>
              </a:ext>
            </a:extLst>
          </p:cNvPr>
          <p:cNvSpPr>
            <a:spLocks noGrp="1"/>
          </p:cNvSpPr>
          <p:nvPr/>
        </p:nvSpPr>
        <p:spPr>
          <a:xfrm>
            <a:off x="471868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11" name="01_find_only_1010">
            <a:extLst>
              <a:ext uri="{FF2B5EF4-FFF2-40B4-BE49-F238E27FC236}">
                <a16:creationId xmlns:a16="http://schemas.microsoft.com/office/drawing/2014/main" id="{8AFB7F69-67FA-4436-9A01-F6B04167C33C}"/>
              </a:ext>
            </a:extLst>
          </p:cNvPr>
          <p:cNvSpPr>
            <a:spLocks noGrp="1"/>
          </p:cNvSpPr>
          <p:nvPr/>
        </p:nvSpPr>
        <p:spPr>
          <a:xfrm>
            <a:off x="4717815" y="391292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12" name="01_find_only_1011">
            <a:extLst>
              <a:ext uri="{FF2B5EF4-FFF2-40B4-BE49-F238E27FC236}">
                <a16:creationId xmlns:a16="http://schemas.microsoft.com/office/drawing/2014/main" id="{0DEB80B2-5980-4FA8-9E01-CAC487B89218}"/>
              </a:ext>
            </a:extLst>
          </p:cNvPr>
          <p:cNvSpPr>
            <a:spLocks noGrp="1"/>
          </p:cNvSpPr>
          <p:nvPr/>
        </p:nvSpPr>
        <p:spPr>
          <a:xfrm>
            <a:off x="4702271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13" name="01_find_only_1012">
            <a:extLst>
              <a:ext uri="{FF2B5EF4-FFF2-40B4-BE49-F238E27FC236}">
                <a16:creationId xmlns:a16="http://schemas.microsoft.com/office/drawing/2014/main" id="{0AD985B9-D7E7-4A55-B8EF-29401E150576}"/>
              </a:ext>
            </a:extLst>
          </p:cNvPr>
          <p:cNvSpPr>
            <a:spLocks noGrp="1"/>
          </p:cNvSpPr>
          <p:nvPr/>
        </p:nvSpPr>
        <p:spPr>
          <a:xfrm>
            <a:off x="4675165" y="37478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14" name="01_find_only_1013">
            <a:extLst>
              <a:ext uri="{FF2B5EF4-FFF2-40B4-BE49-F238E27FC236}">
                <a16:creationId xmlns:a16="http://schemas.microsoft.com/office/drawing/2014/main" id="{CB2D2E4A-94A3-462E-9F0E-732760628688}"/>
              </a:ext>
            </a:extLst>
          </p:cNvPr>
          <p:cNvSpPr>
            <a:spLocks noGrp="1"/>
          </p:cNvSpPr>
          <p:nvPr/>
        </p:nvSpPr>
        <p:spPr>
          <a:xfrm>
            <a:off x="4734816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15" name="01_find_only_1014">
            <a:extLst>
              <a:ext uri="{FF2B5EF4-FFF2-40B4-BE49-F238E27FC236}">
                <a16:creationId xmlns:a16="http://schemas.microsoft.com/office/drawing/2014/main" id="{E50E37A1-4604-4278-99A2-19D7D72173FE}"/>
              </a:ext>
            </a:extLst>
          </p:cNvPr>
          <p:cNvSpPr>
            <a:spLocks noGrp="1"/>
          </p:cNvSpPr>
          <p:nvPr/>
        </p:nvSpPr>
        <p:spPr>
          <a:xfrm>
            <a:off x="4664867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16" name="01_find_only_1015">
            <a:extLst>
              <a:ext uri="{FF2B5EF4-FFF2-40B4-BE49-F238E27FC236}">
                <a16:creationId xmlns:a16="http://schemas.microsoft.com/office/drawing/2014/main" id="{66618620-4702-4D44-939F-E1D72CC07D9A}"/>
              </a:ext>
            </a:extLst>
          </p:cNvPr>
          <p:cNvSpPr>
            <a:spLocks noGrp="1"/>
          </p:cNvSpPr>
          <p:nvPr/>
        </p:nvSpPr>
        <p:spPr>
          <a:xfrm>
            <a:off x="466409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17" name="01_find_only_1016">
            <a:extLst>
              <a:ext uri="{FF2B5EF4-FFF2-40B4-BE49-F238E27FC236}">
                <a16:creationId xmlns:a16="http://schemas.microsoft.com/office/drawing/2014/main" id="{C84C8719-501C-4F66-B207-A3A2CA759656}"/>
              </a:ext>
            </a:extLst>
          </p:cNvPr>
          <p:cNvSpPr>
            <a:spLocks noGrp="1"/>
          </p:cNvSpPr>
          <p:nvPr/>
        </p:nvSpPr>
        <p:spPr>
          <a:xfrm>
            <a:off x="466846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18" name="01_find_only_1017">
            <a:extLst>
              <a:ext uri="{FF2B5EF4-FFF2-40B4-BE49-F238E27FC236}">
                <a16:creationId xmlns:a16="http://schemas.microsoft.com/office/drawing/2014/main" id="{2D1E6E79-2127-40DE-85AF-01B9EB55AFDE}"/>
              </a:ext>
            </a:extLst>
          </p:cNvPr>
          <p:cNvSpPr>
            <a:spLocks noGrp="1"/>
          </p:cNvSpPr>
          <p:nvPr/>
        </p:nvSpPr>
        <p:spPr>
          <a:xfrm>
            <a:off x="4736176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19" name="01_find_only_1018">
            <a:extLst>
              <a:ext uri="{FF2B5EF4-FFF2-40B4-BE49-F238E27FC236}">
                <a16:creationId xmlns:a16="http://schemas.microsoft.com/office/drawing/2014/main" id="{1A7FB321-7ED6-4A13-8737-0739D07D576D}"/>
              </a:ext>
            </a:extLst>
          </p:cNvPr>
          <p:cNvSpPr>
            <a:spLocks noGrp="1"/>
          </p:cNvSpPr>
          <p:nvPr/>
        </p:nvSpPr>
        <p:spPr>
          <a:xfrm>
            <a:off x="4725878" y="37031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20" name="01_find_only_1019">
            <a:extLst>
              <a:ext uri="{FF2B5EF4-FFF2-40B4-BE49-F238E27FC236}">
                <a16:creationId xmlns:a16="http://schemas.microsoft.com/office/drawing/2014/main" id="{A5AF4AAC-5796-40D5-8139-0D9F682BD923}"/>
              </a:ext>
            </a:extLst>
          </p:cNvPr>
          <p:cNvSpPr>
            <a:spLocks noGrp="1"/>
          </p:cNvSpPr>
          <p:nvPr/>
        </p:nvSpPr>
        <p:spPr>
          <a:xfrm>
            <a:off x="4730056" y="30518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21" name="01_find_only_1020">
            <a:extLst>
              <a:ext uri="{FF2B5EF4-FFF2-40B4-BE49-F238E27FC236}">
                <a16:creationId xmlns:a16="http://schemas.microsoft.com/office/drawing/2014/main" id="{6A415713-5E94-4839-85FF-7F840EB9FFE5}"/>
              </a:ext>
            </a:extLst>
          </p:cNvPr>
          <p:cNvSpPr>
            <a:spLocks noGrp="1"/>
          </p:cNvSpPr>
          <p:nvPr/>
        </p:nvSpPr>
        <p:spPr>
          <a:xfrm>
            <a:off x="4718008" y="30258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22" name="01_find_only_1021">
            <a:extLst>
              <a:ext uri="{FF2B5EF4-FFF2-40B4-BE49-F238E27FC236}">
                <a16:creationId xmlns:a16="http://schemas.microsoft.com/office/drawing/2014/main" id="{FCF47A4D-09C1-40B7-AB6B-A201C61458DF}"/>
              </a:ext>
            </a:extLst>
          </p:cNvPr>
          <p:cNvSpPr>
            <a:spLocks noGrp="1"/>
          </p:cNvSpPr>
          <p:nvPr/>
        </p:nvSpPr>
        <p:spPr>
          <a:xfrm>
            <a:off x="472549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23" name="01_find_only_1022">
            <a:extLst>
              <a:ext uri="{FF2B5EF4-FFF2-40B4-BE49-F238E27FC236}">
                <a16:creationId xmlns:a16="http://schemas.microsoft.com/office/drawing/2014/main" id="{3EA44EF4-EC83-4354-B13F-E053BAB6F2BD}"/>
              </a:ext>
            </a:extLst>
          </p:cNvPr>
          <p:cNvSpPr>
            <a:spLocks noGrp="1"/>
          </p:cNvSpPr>
          <p:nvPr/>
        </p:nvSpPr>
        <p:spPr>
          <a:xfrm>
            <a:off x="473384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24" name="01_find_only_1023">
            <a:extLst>
              <a:ext uri="{FF2B5EF4-FFF2-40B4-BE49-F238E27FC236}">
                <a16:creationId xmlns:a16="http://schemas.microsoft.com/office/drawing/2014/main" id="{ED70816A-48BF-4455-A6F8-8BF11262611F}"/>
              </a:ext>
            </a:extLst>
          </p:cNvPr>
          <p:cNvSpPr>
            <a:spLocks noGrp="1"/>
          </p:cNvSpPr>
          <p:nvPr/>
        </p:nvSpPr>
        <p:spPr>
          <a:xfrm>
            <a:off x="466253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25" name="01_find_only_1024">
            <a:extLst>
              <a:ext uri="{FF2B5EF4-FFF2-40B4-BE49-F238E27FC236}">
                <a16:creationId xmlns:a16="http://schemas.microsoft.com/office/drawing/2014/main" id="{D8EE44FD-1B02-4309-896A-3BC53D56954E}"/>
              </a:ext>
            </a:extLst>
          </p:cNvPr>
          <p:cNvSpPr>
            <a:spLocks noGrp="1"/>
          </p:cNvSpPr>
          <p:nvPr/>
        </p:nvSpPr>
        <p:spPr>
          <a:xfrm>
            <a:off x="467021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26" name="01_find_only_1025">
            <a:extLst>
              <a:ext uri="{FF2B5EF4-FFF2-40B4-BE49-F238E27FC236}">
                <a16:creationId xmlns:a16="http://schemas.microsoft.com/office/drawing/2014/main" id="{E121104C-4614-4274-BBFF-010C1FBF46B9}"/>
              </a:ext>
            </a:extLst>
          </p:cNvPr>
          <p:cNvSpPr>
            <a:spLocks noGrp="1"/>
          </p:cNvSpPr>
          <p:nvPr/>
        </p:nvSpPr>
        <p:spPr>
          <a:xfrm>
            <a:off x="4716357" y="365350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27" name="01_find_only_1026">
            <a:extLst>
              <a:ext uri="{FF2B5EF4-FFF2-40B4-BE49-F238E27FC236}">
                <a16:creationId xmlns:a16="http://schemas.microsoft.com/office/drawing/2014/main" id="{E87A40A6-07B5-4F1B-9065-8F746FB35799}"/>
              </a:ext>
            </a:extLst>
          </p:cNvPr>
          <p:cNvSpPr>
            <a:spLocks noGrp="1"/>
          </p:cNvSpPr>
          <p:nvPr/>
        </p:nvSpPr>
        <p:spPr>
          <a:xfrm>
            <a:off x="466749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28" name="01_find_only_1027">
            <a:extLst>
              <a:ext uri="{FF2B5EF4-FFF2-40B4-BE49-F238E27FC236}">
                <a16:creationId xmlns:a16="http://schemas.microsoft.com/office/drawing/2014/main" id="{1B2AC527-C231-4020-AE0B-45D454FC4691}"/>
              </a:ext>
            </a:extLst>
          </p:cNvPr>
          <p:cNvSpPr>
            <a:spLocks noGrp="1"/>
          </p:cNvSpPr>
          <p:nvPr/>
        </p:nvSpPr>
        <p:spPr>
          <a:xfrm>
            <a:off x="4676914" y="337633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29" name="01_find_only_1028">
            <a:extLst>
              <a:ext uri="{FF2B5EF4-FFF2-40B4-BE49-F238E27FC236}">
                <a16:creationId xmlns:a16="http://schemas.microsoft.com/office/drawing/2014/main" id="{9A35F644-EEF2-4A13-9310-E1B6880E5BE4}"/>
              </a:ext>
            </a:extLst>
          </p:cNvPr>
          <p:cNvSpPr>
            <a:spLocks noGrp="1"/>
          </p:cNvSpPr>
          <p:nvPr/>
        </p:nvSpPr>
        <p:spPr>
          <a:xfrm>
            <a:off x="466098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30" name="01_find_only_1029">
            <a:extLst>
              <a:ext uri="{FF2B5EF4-FFF2-40B4-BE49-F238E27FC236}">
                <a16:creationId xmlns:a16="http://schemas.microsoft.com/office/drawing/2014/main" id="{B8567344-96B8-45A9-B7E6-7F043A62FF8E}"/>
              </a:ext>
            </a:extLst>
          </p:cNvPr>
          <p:cNvSpPr>
            <a:spLocks noGrp="1"/>
          </p:cNvSpPr>
          <p:nvPr/>
        </p:nvSpPr>
        <p:spPr>
          <a:xfrm>
            <a:off x="4671279" y="379632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31" name="01_find_only_1030">
            <a:extLst>
              <a:ext uri="{FF2B5EF4-FFF2-40B4-BE49-F238E27FC236}">
                <a16:creationId xmlns:a16="http://schemas.microsoft.com/office/drawing/2014/main" id="{366ADC85-B7B0-4147-AE0A-D5DE086CE5A8}"/>
              </a:ext>
            </a:extLst>
          </p:cNvPr>
          <p:cNvSpPr>
            <a:spLocks noGrp="1"/>
          </p:cNvSpPr>
          <p:nvPr/>
        </p:nvSpPr>
        <p:spPr>
          <a:xfrm>
            <a:off x="4675068" y="38309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32" name="01_find_only_1031">
            <a:extLst>
              <a:ext uri="{FF2B5EF4-FFF2-40B4-BE49-F238E27FC236}">
                <a16:creationId xmlns:a16="http://schemas.microsoft.com/office/drawing/2014/main" id="{26595BF2-1837-4A4C-977A-60566AD1025C}"/>
              </a:ext>
            </a:extLst>
          </p:cNvPr>
          <p:cNvSpPr>
            <a:spLocks noGrp="1"/>
          </p:cNvSpPr>
          <p:nvPr/>
        </p:nvSpPr>
        <p:spPr>
          <a:xfrm>
            <a:off x="4735399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33" name="01_find_only_1032">
            <a:extLst>
              <a:ext uri="{FF2B5EF4-FFF2-40B4-BE49-F238E27FC236}">
                <a16:creationId xmlns:a16="http://schemas.microsoft.com/office/drawing/2014/main" id="{EDBF355C-C3CA-4548-A820-41074895A521}"/>
              </a:ext>
            </a:extLst>
          </p:cNvPr>
          <p:cNvSpPr>
            <a:spLocks noGrp="1"/>
          </p:cNvSpPr>
          <p:nvPr/>
        </p:nvSpPr>
        <p:spPr>
          <a:xfrm>
            <a:off x="4694207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34" name="01_find_only_1033">
            <a:extLst>
              <a:ext uri="{FF2B5EF4-FFF2-40B4-BE49-F238E27FC236}">
                <a16:creationId xmlns:a16="http://schemas.microsoft.com/office/drawing/2014/main" id="{BF0666A9-0967-4738-969B-BD60B4375C39}"/>
              </a:ext>
            </a:extLst>
          </p:cNvPr>
          <p:cNvSpPr>
            <a:spLocks noGrp="1"/>
          </p:cNvSpPr>
          <p:nvPr/>
        </p:nvSpPr>
        <p:spPr>
          <a:xfrm>
            <a:off x="4662536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35" name="01_find_only_1034">
            <a:extLst>
              <a:ext uri="{FF2B5EF4-FFF2-40B4-BE49-F238E27FC236}">
                <a16:creationId xmlns:a16="http://schemas.microsoft.com/office/drawing/2014/main" id="{22EC62D3-07D4-4AF8-BE70-9F66EBCF3E21}"/>
              </a:ext>
            </a:extLst>
          </p:cNvPr>
          <p:cNvSpPr>
            <a:spLocks noGrp="1"/>
          </p:cNvSpPr>
          <p:nvPr/>
        </p:nvSpPr>
        <p:spPr>
          <a:xfrm>
            <a:off x="4676622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36" name="01_find_only_1035">
            <a:extLst>
              <a:ext uri="{FF2B5EF4-FFF2-40B4-BE49-F238E27FC236}">
                <a16:creationId xmlns:a16="http://schemas.microsoft.com/office/drawing/2014/main" id="{B8423B5C-E21B-4C88-AD23-BF6853599FBE}"/>
              </a:ext>
            </a:extLst>
          </p:cNvPr>
          <p:cNvSpPr>
            <a:spLocks noGrp="1"/>
          </p:cNvSpPr>
          <p:nvPr/>
        </p:nvSpPr>
        <p:spPr>
          <a:xfrm>
            <a:off x="4730347" y="38124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37" name="01_find_only_1036">
            <a:extLst>
              <a:ext uri="{FF2B5EF4-FFF2-40B4-BE49-F238E27FC236}">
                <a16:creationId xmlns:a16="http://schemas.microsoft.com/office/drawing/2014/main" id="{663B896F-9C3D-4A38-B938-60D44CB3BF8A}"/>
              </a:ext>
            </a:extLst>
          </p:cNvPr>
          <p:cNvSpPr>
            <a:spLocks noGrp="1"/>
          </p:cNvSpPr>
          <p:nvPr/>
        </p:nvSpPr>
        <p:spPr>
          <a:xfrm>
            <a:off x="4711986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38" name="01_find_only_1037">
            <a:extLst>
              <a:ext uri="{FF2B5EF4-FFF2-40B4-BE49-F238E27FC236}">
                <a16:creationId xmlns:a16="http://schemas.microsoft.com/office/drawing/2014/main" id="{AC49BA27-CC99-42B6-9ED0-81633F24CEA4}"/>
              </a:ext>
            </a:extLst>
          </p:cNvPr>
          <p:cNvSpPr>
            <a:spLocks noGrp="1"/>
          </p:cNvSpPr>
          <p:nvPr/>
        </p:nvSpPr>
        <p:spPr>
          <a:xfrm>
            <a:off x="4729958" y="36259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39" name="01_find_only_1038">
            <a:extLst>
              <a:ext uri="{FF2B5EF4-FFF2-40B4-BE49-F238E27FC236}">
                <a16:creationId xmlns:a16="http://schemas.microsoft.com/office/drawing/2014/main" id="{B51A8485-DB1E-4FD8-9166-677A22AD121D}"/>
              </a:ext>
            </a:extLst>
          </p:cNvPr>
          <p:cNvSpPr>
            <a:spLocks noGrp="1"/>
          </p:cNvSpPr>
          <p:nvPr/>
        </p:nvSpPr>
        <p:spPr>
          <a:xfrm>
            <a:off x="4668462" y="320643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40" name="01_find_only_1039">
            <a:extLst>
              <a:ext uri="{FF2B5EF4-FFF2-40B4-BE49-F238E27FC236}">
                <a16:creationId xmlns:a16="http://schemas.microsoft.com/office/drawing/2014/main" id="{F3073B04-43EC-4ACA-8340-CCB438763F9E}"/>
              </a:ext>
            </a:extLst>
          </p:cNvPr>
          <p:cNvSpPr>
            <a:spLocks noGrp="1"/>
          </p:cNvSpPr>
          <p:nvPr/>
        </p:nvSpPr>
        <p:spPr>
          <a:xfrm>
            <a:off x="4686727" y="34873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41" name="01_find_only_1040">
            <a:extLst>
              <a:ext uri="{FF2B5EF4-FFF2-40B4-BE49-F238E27FC236}">
                <a16:creationId xmlns:a16="http://schemas.microsoft.com/office/drawing/2014/main" id="{E8A3E5B2-9C72-4D87-9CB1-4367AE1CFB7F}"/>
              </a:ext>
            </a:extLst>
          </p:cNvPr>
          <p:cNvSpPr>
            <a:spLocks noGrp="1"/>
          </p:cNvSpPr>
          <p:nvPr/>
        </p:nvSpPr>
        <p:spPr>
          <a:xfrm>
            <a:off x="4730639" y="392468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42" name="01_find_only_1041">
            <a:extLst>
              <a:ext uri="{FF2B5EF4-FFF2-40B4-BE49-F238E27FC236}">
                <a16:creationId xmlns:a16="http://schemas.microsoft.com/office/drawing/2014/main" id="{2DBCE5C4-F154-400F-9E07-DBC872CEC934}"/>
              </a:ext>
            </a:extLst>
          </p:cNvPr>
          <p:cNvSpPr>
            <a:spLocks noGrp="1"/>
          </p:cNvSpPr>
          <p:nvPr/>
        </p:nvSpPr>
        <p:spPr>
          <a:xfrm>
            <a:off x="473073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43" name="01_find_only_1042">
            <a:extLst>
              <a:ext uri="{FF2B5EF4-FFF2-40B4-BE49-F238E27FC236}">
                <a16:creationId xmlns:a16="http://schemas.microsoft.com/office/drawing/2014/main" id="{A1C0DEB9-A495-4343-AE1C-5002927797FB}"/>
              </a:ext>
            </a:extLst>
          </p:cNvPr>
          <p:cNvSpPr>
            <a:spLocks noGrp="1"/>
          </p:cNvSpPr>
          <p:nvPr/>
        </p:nvSpPr>
        <p:spPr>
          <a:xfrm>
            <a:off x="472471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44" name="01_find_only_1043">
            <a:extLst>
              <a:ext uri="{FF2B5EF4-FFF2-40B4-BE49-F238E27FC236}">
                <a16:creationId xmlns:a16="http://schemas.microsoft.com/office/drawing/2014/main" id="{B5A5C2F0-BB95-47DE-8A6C-3306AD11FAB0}"/>
              </a:ext>
            </a:extLst>
          </p:cNvPr>
          <p:cNvSpPr>
            <a:spLocks noGrp="1"/>
          </p:cNvSpPr>
          <p:nvPr/>
        </p:nvSpPr>
        <p:spPr>
          <a:xfrm>
            <a:off x="473326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45" name="01_find_only_1044">
            <a:extLst>
              <a:ext uri="{FF2B5EF4-FFF2-40B4-BE49-F238E27FC236}">
                <a16:creationId xmlns:a16="http://schemas.microsoft.com/office/drawing/2014/main" id="{5417F565-F6F2-4174-9A39-FA975E06DA09}"/>
              </a:ext>
            </a:extLst>
          </p:cNvPr>
          <p:cNvSpPr>
            <a:spLocks noGrp="1"/>
          </p:cNvSpPr>
          <p:nvPr/>
        </p:nvSpPr>
        <p:spPr>
          <a:xfrm>
            <a:off x="4677400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46" name="01_find_only_1045">
            <a:extLst>
              <a:ext uri="{FF2B5EF4-FFF2-40B4-BE49-F238E27FC236}">
                <a16:creationId xmlns:a16="http://schemas.microsoft.com/office/drawing/2014/main" id="{30682A0B-231B-4E42-A862-C48FF1A7F0BB}"/>
              </a:ext>
            </a:extLst>
          </p:cNvPr>
          <p:cNvSpPr>
            <a:spLocks noGrp="1"/>
          </p:cNvSpPr>
          <p:nvPr/>
        </p:nvSpPr>
        <p:spPr>
          <a:xfrm>
            <a:off x="466272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47" name="01_find_only_1046">
            <a:extLst>
              <a:ext uri="{FF2B5EF4-FFF2-40B4-BE49-F238E27FC236}">
                <a16:creationId xmlns:a16="http://schemas.microsoft.com/office/drawing/2014/main" id="{1F9F2B29-B4E9-4CBC-86B6-0AA9FC601246}"/>
              </a:ext>
            </a:extLst>
          </p:cNvPr>
          <p:cNvSpPr>
            <a:spLocks noGrp="1"/>
          </p:cNvSpPr>
          <p:nvPr/>
        </p:nvSpPr>
        <p:spPr>
          <a:xfrm>
            <a:off x="471927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48" name="01_find_only_1047">
            <a:extLst>
              <a:ext uri="{FF2B5EF4-FFF2-40B4-BE49-F238E27FC236}">
                <a16:creationId xmlns:a16="http://schemas.microsoft.com/office/drawing/2014/main" id="{F038B7C9-6BCE-4223-AC7C-6730FC6F71AC}"/>
              </a:ext>
            </a:extLst>
          </p:cNvPr>
          <p:cNvSpPr>
            <a:spLocks noGrp="1"/>
          </p:cNvSpPr>
          <p:nvPr/>
        </p:nvSpPr>
        <p:spPr>
          <a:xfrm>
            <a:off x="465816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49" name="01_find_only_1048">
            <a:extLst>
              <a:ext uri="{FF2B5EF4-FFF2-40B4-BE49-F238E27FC236}">
                <a16:creationId xmlns:a16="http://schemas.microsoft.com/office/drawing/2014/main" id="{390CED8A-1603-4CD9-9E49-6597533797BD}"/>
              </a:ext>
            </a:extLst>
          </p:cNvPr>
          <p:cNvSpPr>
            <a:spLocks noGrp="1"/>
          </p:cNvSpPr>
          <p:nvPr/>
        </p:nvSpPr>
        <p:spPr>
          <a:xfrm>
            <a:off x="466428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50" name="01_find_only_1049">
            <a:extLst>
              <a:ext uri="{FF2B5EF4-FFF2-40B4-BE49-F238E27FC236}">
                <a16:creationId xmlns:a16="http://schemas.microsoft.com/office/drawing/2014/main" id="{58F4A363-474D-4859-8AA9-E1695B089555}"/>
              </a:ext>
            </a:extLst>
          </p:cNvPr>
          <p:cNvSpPr>
            <a:spLocks noGrp="1"/>
          </p:cNvSpPr>
          <p:nvPr/>
        </p:nvSpPr>
        <p:spPr>
          <a:xfrm>
            <a:off x="4721701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51" name="01_find_only_1050">
            <a:extLst>
              <a:ext uri="{FF2B5EF4-FFF2-40B4-BE49-F238E27FC236}">
                <a16:creationId xmlns:a16="http://schemas.microsoft.com/office/drawing/2014/main" id="{534984EE-C940-4A5D-BC18-0334FE1C017F}"/>
              </a:ext>
            </a:extLst>
          </p:cNvPr>
          <p:cNvSpPr>
            <a:spLocks noGrp="1"/>
          </p:cNvSpPr>
          <p:nvPr/>
        </p:nvSpPr>
        <p:spPr>
          <a:xfrm>
            <a:off x="465903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52" name="01_find_only_1051">
            <a:extLst>
              <a:ext uri="{FF2B5EF4-FFF2-40B4-BE49-F238E27FC236}">
                <a16:creationId xmlns:a16="http://schemas.microsoft.com/office/drawing/2014/main" id="{A0BCA4A0-4895-4AA3-9643-00623DF647B7}"/>
              </a:ext>
            </a:extLst>
          </p:cNvPr>
          <p:cNvSpPr>
            <a:spLocks noGrp="1"/>
          </p:cNvSpPr>
          <p:nvPr/>
        </p:nvSpPr>
        <p:spPr>
          <a:xfrm>
            <a:off x="474035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53" name="01_find_only_1052">
            <a:extLst>
              <a:ext uri="{FF2B5EF4-FFF2-40B4-BE49-F238E27FC236}">
                <a16:creationId xmlns:a16="http://schemas.microsoft.com/office/drawing/2014/main" id="{671FC14E-4A5E-41FC-B4D2-46AC28A97E84}"/>
              </a:ext>
            </a:extLst>
          </p:cNvPr>
          <p:cNvSpPr>
            <a:spLocks noGrp="1"/>
          </p:cNvSpPr>
          <p:nvPr/>
        </p:nvSpPr>
        <p:spPr>
          <a:xfrm>
            <a:off x="4725490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54" name="01_find_only_1053">
            <a:extLst>
              <a:ext uri="{FF2B5EF4-FFF2-40B4-BE49-F238E27FC236}">
                <a16:creationId xmlns:a16="http://schemas.microsoft.com/office/drawing/2014/main" id="{468DF765-5C80-40B4-9DAE-DABCCB1CA347}"/>
              </a:ext>
            </a:extLst>
          </p:cNvPr>
          <p:cNvSpPr>
            <a:spLocks noGrp="1"/>
          </p:cNvSpPr>
          <p:nvPr/>
        </p:nvSpPr>
        <p:spPr>
          <a:xfrm>
            <a:off x="469032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55" name="01_find_only_1054">
            <a:extLst>
              <a:ext uri="{FF2B5EF4-FFF2-40B4-BE49-F238E27FC236}">
                <a16:creationId xmlns:a16="http://schemas.microsoft.com/office/drawing/2014/main" id="{841BF906-BB26-4C85-A955-F521682CE975}"/>
              </a:ext>
            </a:extLst>
          </p:cNvPr>
          <p:cNvSpPr>
            <a:spLocks noGrp="1"/>
          </p:cNvSpPr>
          <p:nvPr/>
        </p:nvSpPr>
        <p:spPr>
          <a:xfrm>
            <a:off x="467390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56" name="01_find_only_1055">
            <a:extLst>
              <a:ext uri="{FF2B5EF4-FFF2-40B4-BE49-F238E27FC236}">
                <a16:creationId xmlns:a16="http://schemas.microsoft.com/office/drawing/2014/main" id="{D7F52177-BA69-4ED5-A18F-54D97E129C31}"/>
              </a:ext>
            </a:extLst>
          </p:cNvPr>
          <p:cNvSpPr>
            <a:spLocks noGrp="1"/>
          </p:cNvSpPr>
          <p:nvPr/>
        </p:nvSpPr>
        <p:spPr>
          <a:xfrm>
            <a:off x="4738896" y="322780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57" name="01_find_only_1056">
            <a:extLst>
              <a:ext uri="{FF2B5EF4-FFF2-40B4-BE49-F238E27FC236}">
                <a16:creationId xmlns:a16="http://schemas.microsoft.com/office/drawing/2014/main" id="{F7A8B031-144E-48C1-B8FD-32B5318AAA9D}"/>
              </a:ext>
            </a:extLst>
          </p:cNvPr>
          <p:cNvSpPr>
            <a:spLocks noGrp="1"/>
          </p:cNvSpPr>
          <p:nvPr/>
        </p:nvSpPr>
        <p:spPr>
          <a:xfrm>
            <a:off x="4743074" y="32774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58" name="01_find_only_1057">
            <a:extLst>
              <a:ext uri="{FF2B5EF4-FFF2-40B4-BE49-F238E27FC236}">
                <a16:creationId xmlns:a16="http://schemas.microsoft.com/office/drawing/2014/main" id="{9965F1F5-FC64-406F-A068-EF0A1294194C}"/>
              </a:ext>
            </a:extLst>
          </p:cNvPr>
          <p:cNvSpPr>
            <a:spLocks noGrp="1"/>
          </p:cNvSpPr>
          <p:nvPr/>
        </p:nvSpPr>
        <p:spPr>
          <a:xfrm>
            <a:off x="470780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59" name="01_find_only_1058">
            <a:extLst>
              <a:ext uri="{FF2B5EF4-FFF2-40B4-BE49-F238E27FC236}">
                <a16:creationId xmlns:a16="http://schemas.microsoft.com/office/drawing/2014/main" id="{33878A90-96CA-426B-A3E1-33BBBDA8E0F5}"/>
              </a:ext>
            </a:extLst>
          </p:cNvPr>
          <p:cNvSpPr>
            <a:spLocks noGrp="1"/>
          </p:cNvSpPr>
          <p:nvPr/>
        </p:nvSpPr>
        <p:spPr>
          <a:xfrm>
            <a:off x="472995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60" name="01_find_only_1059">
            <a:extLst>
              <a:ext uri="{FF2B5EF4-FFF2-40B4-BE49-F238E27FC236}">
                <a16:creationId xmlns:a16="http://schemas.microsoft.com/office/drawing/2014/main" id="{DCDA06DB-63FD-45BD-8FE7-237F77A56428}"/>
              </a:ext>
            </a:extLst>
          </p:cNvPr>
          <p:cNvSpPr>
            <a:spLocks noGrp="1"/>
          </p:cNvSpPr>
          <p:nvPr/>
        </p:nvSpPr>
        <p:spPr>
          <a:xfrm>
            <a:off x="4661855" y="316669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61" name="01_find_only_1060">
            <a:extLst>
              <a:ext uri="{FF2B5EF4-FFF2-40B4-BE49-F238E27FC236}">
                <a16:creationId xmlns:a16="http://schemas.microsoft.com/office/drawing/2014/main" id="{192B33B8-DBD0-4872-B30B-31DCF0FE157A}"/>
              </a:ext>
            </a:extLst>
          </p:cNvPr>
          <p:cNvSpPr>
            <a:spLocks noGrp="1"/>
          </p:cNvSpPr>
          <p:nvPr/>
        </p:nvSpPr>
        <p:spPr>
          <a:xfrm>
            <a:off x="468925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62" name="01_find_only_1061">
            <a:extLst>
              <a:ext uri="{FF2B5EF4-FFF2-40B4-BE49-F238E27FC236}">
                <a16:creationId xmlns:a16="http://schemas.microsoft.com/office/drawing/2014/main" id="{72F4F59C-15EF-4E91-9952-A25C6D88E357}"/>
              </a:ext>
            </a:extLst>
          </p:cNvPr>
          <p:cNvSpPr>
            <a:spLocks noGrp="1"/>
          </p:cNvSpPr>
          <p:nvPr/>
        </p:nvSpPr>
        <p:spPr>
          <a:xfrm>
            <a:off x="4723935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63" name="01_find_only_1062">
            <a:extLst>
              <a:ext uri="{FF2B5EF4-FFF2-40B4-BE49-F238E27FC236}">
                <a16:creationId xmlns:a16="http://schemas.microsoft.com/office/drawing/2014/main" id="{A9390857-50D3-4D98-91B9-05F87E7AF8ED}"/>
              </a:ext>
            </a:extLst>
          </p:cNvPr>
          <p:cNvSpPr>
            <a:spLocks noGrp="1"/>
          </p:cNvSpPr>
          <p:nvPr/>
        </p:nvSpPr>
        <p:spPr>
          <a:xfrm>
            <a:off x="465592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64" name="01_find_only_1063">
            <a:extLst>
              <a:ext uri="{FF2B5EF4-FFF2-40B4-BE49-F238E27FC236}">
                <a16:creationId xmlns:a16="http://schemas.microsoft.com/office/drawing/2014/main" id="{F0876C2B-9D1D-40C8-8EEA-AD0FFBA22C51}"/>
              </a:ext>
            </a:extLst>
          </p:cNvPr>
          <p:cNvSpPr>
            <a:spLocks noGrp="1"/>
          </p:cNvSpPr>
          <p:nvPr/>
        </p:nvSpPr>
        <p:spPr>
          <a:xfrm>
            <a:off x="465243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65" name="01_find_only_1064">
            <a:extLst>
              <a:ext uri="{FF2B5EF4-FFF2-40B4-BE49-F238E27FC236}">
                <a16:creationId xmlns:a16="http://schemas.microsoft.com/office/drawing/2014/main" id="{BD92F2C8-9EF4-455C-8951-B5856E806629}"/>
              </a:ext>
            </a:extLst>
          </p:cNvPr>
          <p:cNvSpPr>
            <a:spLocks noGrp="1"/>
          </p:cNvSpPr>
          <p:nvPr/>
        </p:nvSpPr>
        <p:spPr>
          <a:xfrm>
            <a:off x="4709848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66" name="01_find_only_1065">
            <a:extLst>
              <a:ext uri="{FF2B5EF4-FFF2-40B4-BE49-F238E27FC236}">
                <a16:creationId xmlns:a16="http://schemas.microsoft.com/office/drawing/2014/main" id="{1E1B262E-8067-4019-B79B-999D4E2FA57D}"/>
              </a:ext>
            </a:extLst>
          </p:cNvPr>
          <p:cNvSpPr>
            <a:spLocks noGrp="1"/>
          </p:cNvSpPr>
          <p:nvPr/>
        </p:nvSpPr>
        <p:spPr>
          <a:xfrm>
            <a:off x="4738313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67" name="01_find_only_1066">
            <a:extLst>
              <a:ext uri="{FF2B5EF4-FFF2-40B4-BE49-F238E27FC236}">
                <a16:creationId xmlns:a16="http://schemas.microsoft.com/office/drawing/2014/main" id="{F836731B-0E09-4233-934C-BEBE73B75691}"/>
              </a:ext>
            </a:extLst>
          </p:cNvPr>
          <p:cNvSpPr>
            <a:spLocks noGrp="1"/>
          </p:cNvSpPr>
          <p:nvPr/>
        </p:nvSpPr>
        <p:spPr>
          <a:xfrm>
            <a:off x="464815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68" name="01_find_only_1067">
            <a:extLst>
              <a:ext uri="{FF2B5EF4-FFF2-40B4-BE49-F238E27FC236}">
                <a16:creationId xmlns:a16="http://schemas.microsoft.com/office/drawing/2014/main" id="{42E5130A-F3A8-4C7A-A158-E11C0F4FBC9E}"/>
              </a:ext>
            </a:extLst>
          </p:cNvPr>
          <p:cNvSpPr>
            <a:spLocks noGrp="1"/>
          </p:cNvSpPr>
          <p:nvPr/>
        </p:nvSpPr>
        <p:spPr>
          <a:xfrm>
            <a:off x="468614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69" name="01_find_only_1068">
            <a:extLst>
              <a:ext uri="{FF2B5EF4-FFF2-40B4-BE49-F238E27FC236}">
                <a16:creationId xmlns:a16="http://schemas.microsoft.com/office/drawing/2014/main" id="{0B42ABCD-8E51-487D-94DE-47195DD292F7}"/>
              </a:ext>
            </a:extLst>
          </p:cNvPr>
          <p:cNvSpPr>
            <a:spLocks noGrp="1"/>
          </p:cNvSpPr>
          <p:nvPr/>
        </p:nvSpPr>
        <p:spPr>
          <a:xfrm>
            <a:off x="471732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70" name="01_find_only_1069">
            <a:extLst>
              <a:ext uri="{FF2B5EF4-FFF2-40B4-BE49-F238E27FC236}">
                <a16:creationId xmlns:a16="http://schemas.microsoft.com/office/drawing/2014/main" id="{3812386B-FC32-4191-8F3E-C8447F0F90B9}"/>
              </a:ext>
            </a:extLst>
          </p:cNvPr>
          <p:cNvSpPr>
            <a:spLocks noGrp="1"/>
          </p:cNvSpPr>
          <p:nvPr/>
        </p:nvSpPr>
        <p:spPr>
          <a:xfrm>
            <a:off x="468818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71" name="01_find_only_1070">
            <a:extLst>
              <a:ext uri="{FF2B5EF4-FFF2-40B4-BE49-F238E27FC236}">
                <a16:creationId xmlns:a16="http://schemas.microsoft.com/office/drawing/2014/main" id="{C21C812E-9191-4ECA-847C-9CC6D951B82B}"/>
              </a:ext>
            </a:extLst>
          </p:cNvPr>
          <p:cNvSpPr>
            <a:spLocks noGrp="1"/>
          </p:cNvSpPr>
          <p:nvPr/>
        </p:nvSpPr>
        <p:spPr>
          <a:xfrm>
            <a:off x="4671765" y="38555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72" name="01_find_only_1071">
            <a:extLst>
              <a:ext uri="{FF2B5EF4-FFF2-40B4-BE49-F238E27FC236}">
                <a16:creationId xmlns:a16="http://schemas.microsoft.com/office/drawing/2014/main" id="{B26EDBAF-67AE-49E4-9402-25EC2A0C4266}"/>
              </a:ext>
            </a:extLst>
          </p:cNvPr>
          <p:cNvSpPr>
            <a:spLocks noGrp="1"/>
          </p:cNvSpPr>
          <p:nvPr/>
        </p:nvSpPr>
        <p:spPr>
          <a:xfrm>
            <a:off x="4709460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73" name="01_find_only_1072">
            <a:extLst>
              <a:ext uri="{FF2B5EF4-FFF2-40B4-BE49-F238E27FC236}">
                <a16:creationId xmlns:a16="http://schemas.microsoft.com/office/drawing/2014/main" id="{88442AC9-10E1-42A9-AF3B-018BD8840FAB}"/>
              </a:ext>
            </a:extLst>
          </p:cNvPr>
          <p:cNvSpPr>
            <a:spLocks noGrp="1"/>
          </p:cNvSpPr>
          <p:nvPr/>
        </p:nvSpPr>
        <p:spPr>
          <a:xfrm>
            <a:off x="470635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74" name="01_find_only_1073">
            <a:extLst>
              <a:ext uri="{FF2B5EF4-FFF2-40B4-BE49-F238E27FC236}">
                <a16:creationId xmlns:a16="http://schemas.microsoft.com/office/drawing/2014/main" id="{0F7FA416-7C38-465C-BACA-5D1EC8BF9DE4}"/>
              </a:ext>
            </a:extLst>
          </p:cNvPr>
          <p:cNvSpPr>
            <a:spLocks noGrp="1"/>
          </p:cNvSpPr>
          <p:nvPr/>
        </p:nvSpPr>
        <p:spPr>
          <a:xfrm>
            <a:off x="469459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75" name="01_find_only_1074">
            <a:extLst>
              <a:ext uri="{FF2B5EF4-FFF2-40B4-BE49-F238E27FC236}">
                <a16:creationId xmlns:a16="http://schemas.microsoft.com/office/drawing/2014/main" id="{AAE37275-B7C0-4CF2-B81E-8E4C8450796F}"/>
              </a:ext>
            </a:extLst>
          </p:cNvPr>
          <p:cNvSpPr>
            <a:spLocks noGrp="1"/>
          </p:cNvSpPr>
          <p:nvPr/>
        </p:nvSpPr>
        <p:spPr>
          <a:xfrm>
            <a:off x="470401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76" name="01_find_only_1075">
            <a:extLst>
              <a:ext uri="{FF2B5EF4-FFF2-40B4-BE49-F238E27FC236}">
                <a16:creationId xmlns:a16="http://schemas.microsoft.com/office/drawing/2014/main" id="{6E6DCC54-61DB-4055-B459-404BCCF0BE8F}"/>
              </a:ext>
            </a:extLst>
          </p:cNvPr>
          <p:cNvSpPr>
            <a:spLocks noGrp="1"/>
          </p:cNvSpPr>
          <p:nvPr/>
        </p:nvSpPr>
        <p:spPr>
          <a:xfrm>
            <a:off x="467613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77" name="01_find_only_1076">
            <a:extLst>
              <a:ext uri="{FF2B5EF4-FFF2-40B4-BE49-F238E27FC236}">
                <a16:creationId xmlns:a16="http://schemas.microsoft.com/office/drawing/2014/main" id="{351A0482-6D37-43AB-BF01-28E5D465D8B9}"/>
              </a:ext>
            </a:extLst>
          </p:cNvPr>
          <p:cNvSpPr>
            <a:spLocks noGrp="1"/>
          </p:cNvSpPr>
          <p:nvPr/>
        </p:nvSpPr>
        <p:spPr>
          <a:xfrm>
            <a:off x="469789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78" name="01_find_only_1077">
            <a:extLst>
              <a:ext uri="{FF2B5EF4-FFF2-40B4-BE49-F238E27FC236}">
                <a16:creationId xmlns:a16="http://schemas.microsoft.com/office/drawing/2014/main" id="{550FF756-1AD2-4088-A7CC-C17CAFFDA85D}"/>
              </a:ext>
            </a:extLst>
          </p:cNvPr>
          <p:cNvSpPr>
            <a:spLocks noGrp="1"/>
          </p:cNvSpPr>
          <p:nvPr/>
        </p:nvSpPr>
        <p:spPr>
          <a:xfrm>
            <a:off x="4677108" y="316669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79" name="01_find_only_1078">
            <a:extLst>
              <a:ext uri="{FF2B5EF4-FFF2-40B4-BE49-F238E27FC236}">
                <a16:creationId xmlns:a16="http://schemas.microsoft.com/office/drawing/2014/main" id="{D015106F-244E-472D-AB14-01D53681FE71}"/>
              </a:ext>
            </a:extLst>
          </p:cNvPr>
          <p:cNvSpPr>
            <a:spLocks noGrp="1"/>
          </p:cNvSpPr>
          <p:nvPr/>
        </p:nvSpPr>
        <p:spPr>
          <a:xfrm>
            <a:off x="4685657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80" name="01_find_only_1079">
            <a:extLst>
              <a:ext uri="{FF2B5EF4-FFF2-40B4-BE49-F238E27FC236}">
                <a16:creationId xmlns:a16="http://schemas.microsoft.com/office/drawing/2014/main" id="{4A48EEC6-2157-4945-88DA-2E6B106B533E}"/>
              </a:ext>
            </a:extLst>
          </p:cNvPr>
          <p:cNvSpPr>
            <a:spLocks noGrp="1"/>
          </p:cNvSpPr>
          <p:nvPr/>
        </p:nvSpPr>
        <p:spPr>
          <a:xfrm>
            <a:off x="4727627" y="410767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81" name="01_find_only_1080">
            <a:extLst>
              <a:ext uri="{FF2B5EF4-FFF2-40B4-BE49-F238E27FC236}">
                <a16:creationId xmlns:a16="http://schemas.microsoft.com/office/drawing/2014/main" id="{D42FDAE9-5EAE-4E62-AB52-65186B0C8A7C}"/>
              </a:ext>
            </a:extLst>
          </p:cNvPr>
          <p:cNvSpPr>
            <a:spLocks noGrp="1"/>
          </p:cNvSpPr>
          <p:nvPr/>
        </p:nvSpPr>
        <p:spPr>
          <a:xfrm>
            <a:off x="465884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82" name="01_find_only_1081">
            <a:extLst>
              <a:ext uri="{FF2B5EF4-FFF2-40B4-BE49-F238E27FC236}">
                <a16:creationId xmlns:a16="http://schemas.microsoft.com/office/drawing/2014/main" id="{26273B81-3122-416C-BCD9-601A212DB508}"/>
              </a:ext>
            </a:extLst>
          </p:cNvPr>
          <p:cNvSpPr>
            <a:spLocks noGrp="1"/>
          </p:cNvSpPr>
          <p:nvPr/>
        </p:nvSpPr>
        <p:spPr>
          <a:xfrm>
            <a:off x="4663313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83" name="01_find_only_1082">
            <a:extLst>
              <a:ext uri="{FF2B5EF4-FFF2-40B4-BE49-F238E27FC236}">
                <a16:creationId xmlns:a16="http://schemas.microsoft.com/office/drawing/2014/main" id="{6EF4B5B0-893D-4046-B4DD-DB4E48550B87}"/>
              </a:ext>
            </a:extLst>
          </p:cNvPr>
          <p:cNvSpPr>
            <a:spLocks noGrp="1"/>
          </p:cNvSpPr>
          <p:nvPr/>
        </p:nvSpPr>
        <p:spPr>
          <a:xfrm>
            <a:off x="470372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84" name="01_find_only_1083">
            <a:extLst>
              <a:ext uri="{FF2B5EF4-FFF2-40B4-BE49-F238E27FC236}">
                <a16:creationId xmlns:a16="http://schemas.microsoft.com/office/drawing/2014/main" id="{265E2C89-D552-4A11-A914-C35A3D496BBB}"/>
              </a:ext>
            </a:extLst>
          </p:cNvPr>
          <p:cNvSpPr>
            <a:spLocks noGrp="1"/>
          </p:cNvSpPr>
          <p:nvPr/>
        </p:nvSpPr>
        <p:spPr>
          <a:xfrm>
            <a:off x="4702853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85" name="01_find_only_1084">
            <a:extLst>
              <a:ext uri="{FF2B5EF4-FFF2-40B4-BE49-F238E27FC236}">
                <a16:creationId xmlns:a16="http://schemas.microsoft.com/office/drawing/2014/main" id="{BB9B41B8-316D-41FC-9CCA-A0BB4E83E0B1}"/>
              </a:ext>
            </a:extLst>
          </p:cNvPr>
          <p:cNvSpPr>
            <a:spLocks noGrp="1"/>
          </p:cNvSpPr>
          <p:nvPr/>
        </p:nvSpPr>
        <p:spPr>
          <a:xfrm>
            <a:off x="473442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86" name="01_find_only_1085">
            <a:extLst>
              <a:ext uri="{FF2B5EF4-FFF2-40B4-BE49-F238E27FC236}">
                <a16:creationId xmlns:a16="http://schemas.microsoft.com/office/drawing/2014/main" id="{D5CCEC74-6C2B-44A6-A4FB-F484352C1372}"/>
              </a:ext>
            </a:extLst>
          </p:cNvPr>
          <p:cNvSpPr>
            <a:spLocks noGrp="1"/>
          </p:cNvSpPr>
          <p:nvPr/>
        </p:nvSpPr>
        <p:spPr>
          <a:xfrm>
            <a:off x="471975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87" name="01_find_only_1086">
            <a:extLst>
              <a:ext uri="{FF2B5EF4-FFF2-40B4-BE49-F238E27FC236}">
                <a16:creationId xmlns:a16="http://schemas.microsoft.com/office/drawing/2014/main" id="{B485F006-8544-4650-800E-376E0B1D5CE1}"/>
              </a:ext>
            </a:extLst>
          </p:cNvPr>
          <p:cNvSpPr>
            <a:spLocks noGrp="1"/>
          </p:cNvSpPr>
          <p:nvPr/>
        </p:nvSpPr>
        <p:spPr>
          <a:xfrm>
            <a:off x="465981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88" name="01_find_only_1087">
            <a:extLst>
              <a:ext uri="{FF2B5EF4-FFF2-40B4-BE49-F238E27FC236}">
                <a16:creationId xmlns:a16="http://schemas.microsoft.com/office/drawing/2014/main" id="{F0FAE3F4-343F-466A-917D-93932CA6BBCB}"/>
              </a:ext>
            </a:extLst>
          </p:cNvPr>
          <p:cNvSpPr>
            <a:spLocks noGrp="1"/>
          </p:cNvSpPr>
          <p:nvPr/>
        </p:nvSpPr>
        <p:spPr>
          <a:xfrm>
            <a:off x="4673902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89" name="01_find_only_1088">
            <a:extLst>
              <a:ext uri="{FF2B5EF4-FFF2-40B4-BE49-F238E27FC236}">
                <a16:creationId xmlns:a16="http://schemas.microsoft.com/office/drawing/2014/main" id="{763D83A7-F25B-49F4-8438-3B4019025675}"/>
              </a:ext>
            </a:extLst>
          </p:cNvPr>
          <p:cNvSpPr>
            <a:spLocks noGrp="1"/>
          </p:cNvSpPr>
          <p:nvPr/>
        </p:nvSpPr>
        <p:spPr>
          <a:xfrm>
            <a:off x="471247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90" name="01_find_only_1089">
            <a:extLst>
              <a:ext uri="{FF2B5EF4-FFF2-40B4-BE49-F238E27FC236}">
                <a16:creationId xmlns:a16="http://schemas.microsoft.com/office/drawing/2014/main" id="{CA4C1234-EA56-4462-9244-1C7CF896AB69}"/>
              </a:ext>
            </a:extLst>
          </p:cNvPr>
          <p:cNvSpPr>
            <a:spLocks noGrp="1"/>
          </p:cNvSpPr>
          <p:nvPr/>
        </p:nvSpPr>
        <p:spPr>
          <a:xfrm>
            <a:off x="465418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91" name="01_find_only_1090">
            <a:extLst>
              <a:ext uri="{FF2B5EF4-FFF2-40B4-BE49-F238E27FC236}">
                <a16:creationId xmlns:a16="http://schemas.microsoft.com/office/drawing/2014/main" id="{ABEDDF5B-B2E9-460E-AB27-7C2A07376F8B}"/>
              </a:ext>
            </a:extLst>
          </p:cNvPr>
          <p:cNvSpPr>
            <a:spLocks noGrp="1"/>
          </p:cNvSpPr>
          <p:nvPr/>
        </p:nvSpPr>
        <p:spPr>
          <a:xfrm>
            <a:off x="4721701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92" name="01_find_only_1091">
            <a:extLst>
              <a:ext uri="{FF2B5EF4-FFF2-40B4-BE49-F238E27FC236}">
                <a16:creationId xmlns:a16="http://schemas.microsoft.com/office/drawing/2014/main" id="{8446E2FB-ACDF-438B-B782-74A693D792C9}"/>
              </a:ext>
            </a:extLst>
          </p:cNvPr>
          <p:cNvSpPr>
            <a:spLocks noGrp="1"/>
          </p:cNvSpPr>
          <p:nvPr/>
        </p:nvSpPr>
        <p:spPr>
          <a:xfrm>
            <a:off x="472500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93" name="01_find_only_1092">
            <a:extLst>
              <a:ext uri="{FF2B5EF4-FFF2-40B4-BE49-F238E27FC236}">
                <a16:creationId xmlns:a16="http://schemas.microsoft.com/office/drawing/2014/main" id="{7F1BCE23-6D2D-4CD6-83BE-978CAF801349}"/>
              </a:ext>
            </a:extLst>
          </p:cNvPr>
          <p:cNvSpPr>
            <a:spLocks noGrp="1"/>
          </p:cNvSpPr>
          <p:nvPr/>
        </p:nvSpPr>
        <p:spPr>
          <a:xfrm>
            <a:off x="4714705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94" name="01_find_only_1093">
            <a:extLst>
              <a:ext uri="{FF2B5EF4-FFF2-40B4-BE49-F238E27FC236}">
                <a16:creationId xmlns:a16="http://schemas.microsoft.com/office/drawing/2014/main" id="{AB53E035-EB87-4CA9-AA24-AE372C47F535}"/>
              </a:ext>
            </a:extLst>
          </p:cNvPr>
          <p:cNvSpPr>
            <a:spLocks noGrp="1"/>
          </p:cNvSpPr>
          <p:nvPr/>
        </p:nvSpPr>
        <p:spPr>
          <a:xfrm>
            <a:off x="4713831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95" name="01_find_only_1094">
            <a:extLst>
              <a:ext uri="{FF2B5EF4-FFF2-40B4-BE49-F238E27FC236}">
                <a16:creationId xmlns:a16="http://schemas.microsoft.com/office/drawing/2014/main" id="{04020494-D95D-4196-9401-D211D84726A1}"/>
              </a:ext>
            </a:extLst>
          </p:cNvPr>
          <p:cNvSpPr>
            <a:spLocks noGrp="1"/>
          </p:cNvSpPr>
          <p:nvPr/>
        </p:nvSpPr>
        <p:spPr>
          <a:xfrm>
            <a:off x="471800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96" name="01_find_only_1095">
            <a:extLst>
              <a:ext uri="{FF2B5EF4-FFF2-40B4-BE49-F238E27FC236}">
                <a16:creationId xmlns:a16="http://schemas.microsoft.com/office/drawing/2014/main" id="{7332588C-3D6B-4310-B193-1FA5847AFC5E}"/>
              </a:ext>
            </a:extLst>
          </p:cNvPr>
          <p:cNvSpPr>
            <a:spLocks noGrp="1"/>
          </p:cNvSpPr>
          <p:nvPr/>
        </p:nvSpPr>
        <p:spPr>
          <a:xfrm>
            <a:off x="469964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97" name="01_find_only_1096">
            <a:extLst>
              <a:ext uri="{FF2B5EF4-FFF2-40B4-BE49-F238E27FC236}">
                <a16:creationId xmlns:a16="http://schemas.microsoft.com/office/drawing/2014/main" id="{31776D0E-38BB-4400-8125-7A7B1BD9460C}"/>
              </a:ext>
            </a:extLst>
          </p:cNvPr>
          <p:cNvSpPr>
            <a:spLocks noGrp="1"/>
          </p:cNvSpPr>
          <p:nvPr/>
        </p:nvSpPr>
        <p:spPr>
          <a:xfrm>
            <a:off x="464922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98" name="01_find_only_1097">
            <a:extLst>
              <a:ext uri="{FF2B5EF4-FFF2-40B4-BE49-F238E27FC236}">
                <a16:creationId xmlns:a16="http://schemas.microsoft.com/office/drawing/2014/main" id="{E646629C-6E39-44C9-A50A-FEEDB78268EF}"/>
              </a:ext>
            </a:extLst>
          </p:cNvPr>
          <p:cNvSpPr>
            <a:spLocks noGrp="1"/>
          </p:cNvSpPr>
          <p:nvPr/>
        </p:nvSpPr>
        <p:spPr>
          <a:xfrm>
            <a:off x="4699453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099" name="01_find_only_1098">
            <a:extLst>
              <a:ext uri="{FF2B5EF4-FFF2-40B4-BE49-F238E27FC236}">
                <a16:creationId xmlns:a16="http://schemas.microsoft.com/office/drawing/2014/main" id="{2491655E-8986-476E-A2F5-08200EFC0A3F}"/>
              </a:ext>
            </a:extLst>
          </p:cNvPr>
          <p:cNvSpPr>
            <a:spLocks noGrp="1"/>
          </p:cNvSpPr>
          <p:nvPr/>
        </p:nvSpPr>
        <p:spPr>
          <a:xfrm>
            <a:off x="466205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00" name="01_find_only_1099">
            <a:extLst>
              <a:ext uri="{FF2B5EF4-FFF2-40B4-BE49-F238E27FC236}">
                <a16:creationId xmlns:a16="http://schemas.microsoft.com/office/drawing/2014/main" id="{DD38BAF7-C3AE-4B1B-9C75-8F2AC34F084F}"/>
              </a:ext>
            </a:extLst>
          </p:cNvPr>
          <p:cNvSpPr>
            <a:spLocks noGrp="1"/>
          </p:cNvSpPr>
          <p:nvPr/>
        </p:nvSpPr>
        <p:spPr>
          <a:xfrm>
            <a:off x="4714220" y="37031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01" name="01_find_only_1100">
            <a:extLst>
              <a:ext uri="{FF2B5EF4-FFF2-40B4-BE49-F238E27FC236}">
                <a16:creationId xmlns:a16="http://schemas.microsoft.com/office/drawing/2014/main" id="{88F413F1-3C50-4CC8-8593-7556F4292492}"/>
              </a:ext>
            </a:extLst>
          </p:cNvPr>
          <p:cNvSpPr>
            <a:spLocks noGrp="1"/>
          </p:cNvSpPr>
          <p:nvPr/>
        </p:nvSpPr>
        <p:spPr>
          <a:xfrm>
            <a:off x="472704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02" name="01_find_only_1101">
            <a:extLst>
              <a:ext uri="{FF2B5EF4-FFF2-40B4-BE49-F238E27FC236}">
                <a16:creationId xmlns:a16="http://schemas.microsoft.com/office/drawing/2014/main" id="{D5A95C5F-68F2-4262-8B94-21DE7472C84E}"/>
              </a:ext>
            </a:extLst>
          </p:cNvPr>
          <p:cNvSpPr>
            <a:spLocks noGrp="1"/>
          </p:cNvSpPr>
          <p:nvPr/>
        </p:nvSpPr>
        <p:spPr>
          <a:xfrm>
            <a:off x="466049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03" name="01_find_only_1102">
            <a:extLst>
              <a:ext uri="{FF2B5EF4-FFF2-40B4-BE49-F238E27FC236}">
                <a16:creationId xmlns:a16="http://schemas.microsoft.com/office/drawing/2014/main" id="{0486AC41-5C6D-4242-91EF-C59710B429D9}"/>
              </a:ext>
            </a:extLst>
          </p:cNvPr>
          <p:cNvSpPr>
            <a:spLocks noGrp="1"/>
          </p:cNvSpPr>
          <p:nvPr/>
        </p:nvSpPr>
        <p:spPr>
          <a:xfrm>
            <a:off x="4715094" y="295806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04" name="01_find_only_1103">
            <a:extLst>
              <a:ext uri="{FF2B5EF4-FFF2-40B4-BE49-F238E27FC236}">
                <a16:creationId xmlns:a16="http://schemas.microsoft.com/office/drawing/2014/main" id="{B9360AE9-2739-4BA2-AAE2-C4B29A434382}"/>
              </a:ext>
            </a:extLst>
          </p:cNvPr>
          <p:cNvSpPr>
            <a:spLocks noGrp="1"/>
          </p:cNvSpPr>
          <p:nvPr/>
        </p:nvSpPr>
        <p:spPr>
          <a:xfrm>
            <a:off x="466535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05" name="01_find_only_1104">
            <a:extLst>
              <a:ext uri="{FF2B5EF4-FFF2-40B4-BE49-F238E27FC236}">
                <a16:creationId xmlns:a16="http://schemas.microsoft.com/office/drawing/2014/main" id="{0EC02F43-5A10-4C7F-839B-9216E4BB8EE7}"/>
              </a:ext>
            </a:extLst>
          </p:cNvPr>
          <p:cNvSpPr>
            <a:spLocks noGrp="1"/>
          </p:cNvSpPr>
          <p:nvPr/>
        </p:nvSpPr>
        <p:spPr>
          <a:xfrm>
            <a:off x="4669627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06" name="01_find_only_1105">
            <a:extLst>
              <a:ext uri="{FF2B5EF4-FFF2-40B4-BE49-F238E27FC236}">
                <a16:creationId xmlns:a16="http://schemas.microsoft.com/office/drawing/2014/main" id="{EB39137C-AB96-4F08-9BC8-64B5DBB650FB}"/>
              </a:ext>
            </a:extLst>
          </p:cNvPr>
          <p:cNvSpPr>
            <a:spLocks noGrp="1"/>
          </p:cNvSpPr>
          <p:nvPr/>
        </p:nvSpPr>
        <p:spPr>
          <a:xfrm>
            <a:off x="4658066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07" name="01_find_only_1106">
            <a:extLst>
              <a:ext uri="{FF2B5EF4-FFF2-40B4-BE49-F238E27FC236}">
                <a16:creationId xmlns:a16="http://schemas.microsoft.com/office/drawing/2014/main" id="{167A716D-7493-4FEF-9F56-521458B09842}"/>
              </a:ext>
            </a:extLst>
          </p:cNvPr>
          <p:cNvSpPr>
            <a:spLocks noGrp="1"/>
          </p:cNvSpPr>
          <p:nvPr/>
        </p:nvSpPr>
        <p:spPr>
          <a:xfrm>
            <a:off x="4714026" y="306983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08" name="01_find_only_1107">
            <a:extLst>
              <a:ext uri="{FF2B5EF4-FFF2-40B4-BE49-F238E27FC236}">
                <a16:creationId xmlns:a16="http://schemas.microsoft.com/office/drawing/2014/main" id="{189584DC-7429-4C9D-8D5C-4546BD3F9253}"/>
              </a:ext>
            </a:extLst>
          </p:cNvPr>
          <p:cNvSpPr>
            <a:spLocks noGrp="1"/>
          </p:cNvSpPr>
          <p:nvPr/>
        </p:nvSpPr>
        <p:spPr>
          <a:xfrm>
            <a:off x="473909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09" name="01_find_only_1108">
            <a:extLst>
              <a:ext uri="{FF2B5EF4-FFF2-40B4-BE49-F238E27FC236}">
                <a16:creationId xmlns:a16="http://schemas.microsoft.com/office/drawing/2014/main" id="{1E35BB8A-E215-4282-B5BC-4AEAED1CFEAE}"/>
              </a:ext>
            </a:extLst>
          </p:cNvPr>
          <p:cNvSpPr>
            <a:spLocks noGrp="1"/>
          </p:cNvSpPr>
          <p:nvPr/>
        </p:nvSpPr>
        <p:spPr>
          <a:xfrm>
            <a:off x="4743269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10" name="01_find_only_1109">
            <a:extLst>
              <a:ext uri="{FF2B5EF4-FFF2-40B4-BE49-F238E27FC236}">
                <a16:creationId xmlns:a16="http://schemas.microsoft.com/office/drawing/2014/main" id="{AD0D3E51-9112-4340-91FA-92BAC0D0A318}"/>
              </a:ext>
            </a:extLst>
          </p:cNvPr>
          <p:cNvSpPr>
            <a:spLocks noGrp="1"/>
          </p:cNvSpPr>
          <p:nvPr/>
        </p:nvSpPr>
        <p:spPr>
          <a:xfrm>
            <a:off x="468322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11" name="01_find_only_1110">
            <a:extLst>
              <a:ext uri="{FF2B5EF4-FFF2-40B4-BE49-F238E27FC236}">
                <a16:creationId xmlns:a16="http://schemas.microsoft.com/office/drawing/2014/main" id="{3C166DAE-7AE4-4829-99DA-FC93EB158B91}"/>
              </a:ext>
            </a:extLst>
          </p:cNvPr>
          <p:cNvSpPr>
            <a:spLocks noGrp="1"/>
          </p:cNvSpPr>
          <p:nvPr/>
        </p:nvSpPr>
        <p:spPr>
          <a:xfrm>
            <a:off x="4718883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12" name="01_find_only_1111">
            <a:extLst>
              <a:ext uri="{FF2B5EF4-FFF2-40B4-BE49-F238E27FC236}">
                <a16:creationId xmlns:a16="http://schemas.microsoft.com/office/drawing/2014/main" id="{FFB85862-4338-47F2-9848-86D59404A496}"/>
              </a:ext>
            </a:extLst>
          </p:cNvPr>
          <p:cNvSpPr>
            <a:spLocks noGrp="1"/>
          </p:cNvSpPr>
          <p:nvPr/>
        </p:nvSpPr>
        <p:spPr>
          <a:xfrm>
            <a:off x="473773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13" name="01_find_only_1112">
            <a:extLst>
              <a:ext uri="{FF2B5EF4-FFF2-40B4-BE49-F238E27FC236}">
                <a16:creationId xmlns:a16="http://schemas.microsoft.com/office/drawing/2014/main" id="{A34D54C9-BA4D-4FC2-8D89-75A90D7AB496}"/>
              </a:ext>
            </a:extLst>
          </p:cNvPr>
          <p:cNvSpPr>
            <a:spLocks noGrp="1"/>
          </p:cNvSpPr>
          <p:nvPr/>
        </p:nvSpPr>
        <p:spPr>
          <a:xfrm>
            <a:off x="4726267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14" name="01_find_only_1113">
            <a:extLst>
              <a:ext uri="{FF2B5EF4-FFF2-40B4-BE49-F238E27FC236}">
                <a16:creationId xmlns:a16="http://schemas.microsoft.com/office/drawing/2014/main" id="{8BE1451B-FF45-423B-A525-D492FEDE3F3F}"/>
              </a:ext>
            </a:extLst>
          </p:cNvPr>
          <p:cNvSpPr>
            <a:spLocks noGrp="1"/>
          </p:cNvSpPr>
          <p:nvPr/>
        </p:nvSpPr>
        <p:spPr>
          <a:xfrm>
            <a:off x="471596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15" name="01_find_only_1114">
            <a:extLst>
              <a:ext uri="{FF2B5EF4-FFF2-40B4-BE49-F238E27FC236}">
                <a16:creationId xmlns:a16="http://schemas.microsoft.com/office/drawing/2014/main" id="{C3D157B3-7440-4A5C-9674-2DD86DC28CE2}"/>
              </a:ext>
            </a:extLst>
          </p:cNvPr>
          <p:cNvSpPr>
            <a:spLocks noGrp="1"/>
          </p:cNvSpPr>
          <p:nvPr/>
        </p:nvSpPr>
        <p:spPr>
          <a:xfrm>
            <a:off x="469216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16" name="01_find_only_1115">
            <a:extLst>
              <a:ext uri="{FF2B5EF4-FFF2-40B4-BE49-F238E27FC236}">
                <a16:creationId xmlns:a16="http://schemas.microsoft.com/office/drawing/2014/main" id="{22651E26-6395-4949-97F4-56768A0D0B96}"/>
              </a:ext>
            </a:extLst>
          </p:cNvPr>
          <p:cNvSpPr>
            <a:spLocks noGrp="1"/>
          </p:cNvSpPr>
          <p:nvPr/>
        </p:nvSpPr>
        <p:spPr>
          <a:xfrm>
            <a:off x="4689252" y="347308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17" name="01_find_only_1116">
            <a:extLst>
              <a:ext uri="{FF2B5EF4-FFF2-40B4-BE49-F238E27FC236}">
                <a16:creationId xmlns:a16="http://schemas.microsoft.com/office/drawing/2014/main" id="{5ABD7DB3-3047-47EB-A606-E5640C50F0A7}"/>
              </a:ext>
            </a:extLst>
          </p:cNvPr>
          <p:cNvSpPr>
            <a:spLocks noGrp="1"/>
          </p:cNvSpPr>
          <p:nvPr/>
        </p:nvSpPr>
        <p:spPr>
          <a:xfrm>
            <a:off x="465690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18" name="01_find_only_1117">
            <a:extLst>
              <a:ext uri="{FF2B5EF4-FFF2-40B4-BE49-F238E27FC236}">
                <a16:creationId xmlns:a16="http://schemas.microsoft.com/office/drawing/2014/main" id="{D5A33166-149D-4992-B925-6BF33B718D3A}"/>
              </a:ext>
            </a:extLst>
          </p:cNvPr>
          <p:cNvSpPr>
            <a:spLocks noGrp="1"/>
          </p:cNvSpPr>
          <p:nvPr/>
        </p:nvSpPr>
        <p:spPr>
          <a:xfrm>
            <a:off x="473802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19" name="01_find_only_1118">
            <a:extLst>
              <a:ext uri="{FF2B5EF4-FFF2-40B4-BE49-F238E27FC236}">
                <a16:creationId xmlns:a16="http://schemas.microsoft.com/office/drawing/2014/main" id="{FC70C4BE-925D-4F9F-A94A-DD90D5730A7F}"/>
              </a:ext>
            </a:extLst>
          </p:cNvPr>
          <p:cNvSpPr>
            <a:spLocks noGrp="1"/>
          </p:cNvSpPr>
          <p:nvPr/>
        </p:nvSpPr>
        <p:spPr>
          <a:xfrm>
            <a:off x="472772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20" name="01_find_only_1119">
            <a:extLst>
              <a:ext uri="{FF2B5EF4-FFF2-40B4-BE49-F238E27FC236}">
                <a16:creationId xmlns:a16="http://schemas.microsoft.com/office/drawing/2014/main" id="{B967A8D1-DA6B-4004-9B64-0011AF98EAE3}"/>
              </a:ext>
            </a:extLst>
          </p:cNvPr>
          <p:cNvSpPr>
            <a:spLocks noGrp="1"/>
          </p:cNvSpPr>
          <p:nvPr/>
        </p:nvSpPr>
        <p:spPr>
          <a:xfrm>
            <a:off x="471305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21" name="01_find_only_1120">
            <a:extLst>
              <a:ext uri="{FF2B5EF4-FFF2-40B4-BE49-F238E27FC236}">
                <a16:creationId xmlns:a16="http://schemas.microsoft.com/office/drawing/2014/main" id="{1F0C7C7B-FA02-43C4-8633-B3461F2DECA1}"/>
              </a:ext>
            </a:extLst>
          </p:cNvPr>
          <p:cNvSpPr>
            <a:spLocks noGrp="1"/>
          </p:cNvSpPr>
          <p:nvPr/>
        </p:nvSpPr>
        <p:spPr>
          <a:xfrm>
            <a:off x="465350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22" name="01_find_only_1121">
            <a:extLst>
              <a:ext uri="{FF2B5EF4-FFF2-40B4-BE49-F238E27FC236}">
                <a16:creationId xmlns:a16="http://schemas.microsoft.com/office/drawing/2014/main" id="{07991CB0-473B-4A2A-AB71-B4D5BCCD07E3}"/>
              </a:ext>
            </a:extLst>
          </p:cNvPr>
          <p:cNvSpPr>
            <a:spLocks noGrp="1"/>
          </p:cNvSpPr>
          <p:nvPr/>
        </p:nvSpPr>
        <p:spPr>
          <a:xfrm>
            <a:off x="4662924" y="40277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23" name="01_find_only_1122">
            <a:extLst>
              <a:ext uri="{FF2B5EF4-FFF2-40B4-BE49-F238E27FC236}">
                <a16:creationId xmlns:a16="http://schemas.microsoft.com/office/drawing/2014/main" id="{811F896E-6A54-4438-B0B5-BD80172C3F03}"/>
              </a:ext>
            </a:extLst>
          </p:cNvPr>
          <p:cNvSpPr>
            <a:spLocks noGrp="1"/>
          </p:cNvSpPr>
          <p:nvPr/>
        </p:nvSpPr>
        <p:spPr>
          <a:xfrm>
            <a:off x="4672348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24" name="01_find_only_1123">
            <a:extLst>
              <a:ext uri="{FF2B5EF4-FFF2-40B4-BE49-F238E27FC236}">
                <a16:creationId xmlns:a16="http://schemas.microsoft.com/office/drawing/2014/main" id="{87CA167E-1038-42BA-AFBD-C7B12C8EBCC6}"/>
              </a:ext>
            </a:extLst>
          </p:cNvPr>
          <p:cNvSpPr>
            <a:spLocks noGrp="1"/>
          </p:cNvSpPr>
          <p:nvPr/>
        </p:nvSpPr>
        <p:spPr>
          <a:xfrm>
            <a:off x="471402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25" name="01_find_only_1124">
            <a:extLst>
              <a:ext uri="{FF2B5EF4-FFF2-40B4-BE49-F238E27FC236}">
                <a16:creationId xmlns:a16="http://schemas.microsoft.com/office/drawing/2014/main" id="{1DCA939D-BA93-4D6F-B7D7-231EA5504C38}"/>
              </a:ext>
            </a:extLst>
          </p:cNvPr>
          <p:cNvSpPr>
            <a:spLocks noGrp="1"/>
          </p:cNvSpPr>
          <p:nvPr/>
        </p:nvSpPr>
        <p:spPr>
          <a:xfrm>
            <a:off x="470421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26" name="01_find_only_1125">
            <a:extLst>
              <a:ext uri="{FF2B5EF4-FFF2-40B4-BE49-F238E27FC236}">
                <a16:creationId xmlns:a16="http://schemas.microsoft.com/office/drawing/2014/main" id="{D737EF48-6654-4F91-8F67-F9D665D93B2F}"/>
              </a:ext>
            </a:extLst>
          </p:cNvPr>
          <p:cNvSpPr>
            <a:spLocks noGrp="1"/>
          </p:cNvSpPr>
          <p:nvPr/>
        </p:nvSpPr>
        <p:spPr>
          <a:xfrm>
            <a:off x="466700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27" name="01_find_only_1126">
            <a:extLst>
              <a:ext uri="{FF2B5EF4-FFF2-40B4-BE49-F238E27FC236}">
                <a16:creationId xmlns:a16="http://schemas.microsoft.com/office/drawing/2014/main" id="{52F386EA-EFA7-43C5-9FAC-9D3AC707B670}"/>
              </a:ext>
            </a:extLst>
          </p:cNvPr>
          <p:cNvSpPr>
            <a:spLocks noGrp="1"/>
          </p:cNvSpPr>
          <p:nvPr/>
        </p:nvSpPr>
        <p:spPr>
          <a:xfrm>
            <a:off x="468458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28" name="01_find_only_1127">
            <a:extLst>
              <a:ext uri="{FF2B5EF4-FFF2-40B4-BE49-F238E27FC236}">
                <a16:creationId xmlns:a16="http://schemas.microsoft.com/office/drawing/2014/main" id="{927FC731-46F5-47B3-A088-FBA26240CDD0}"/>
              </a:ext>
            </a:extLst>
          </p:cNvPr>
          <p:cNvSpPr>
            <a:spLocks noGrp="1"/>
          </p:cNvSpPr>
          <p:nvPr/>
        </p:nvSpPr>
        <p:spPr>
          <a:xfrm>
            <a:off x="4650197" y="415380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29" name="01_find_only_1128">
            <a:extLst>
              <a:ext uri="{FF2B5EF4-FFF2-40B4-BE49-F238E27FC236}">
                <a16:creationId xmlns:a16="http://schemas.microsoft.com/office/drawing/2014/main" id="{C14C794F-49F1-4742-AFA3-BAF119C06C80}"/>
              </a:ext>
            </a:extLst>
          </p:cNvPr>
          <p:cNvSpPr>
            <a:spLocks noGrp="1"/>
          </p:cNvSpPr>
          <p:nvPr/>
        </p:nvSpPr>
        <p:spPr>
          <a:xfrm>
            <a:off x="518065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30" name="01_find_only_1129">
            <a:extLst>
              <a:ext uri="{FF2B5EF4-FFF2-40B4-BE49-F238E27FC236}">
                <a16:creationId xmlns:a16="http://schemas.microsoft.com/office/drawing/2014/main" id="{FE21B94B-6401-406C-A00A-327D87EC8914}"/>
              </a:ext>
            </a:extLst>
          </p:cNvPr>
          <p:cNvSpPr>
            <a:spLocks noGrp="1"/>
          </p:cNvSpPr>
          <p:nvPr/>
        </p:nvSpPr>
        <p:spPr>
          <a:xfrm>
            <a:off x="516200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31" name="01_find_only_1130">
            <a:extLst>
              <a:ext uri="{FF2B5EF4-FFF2-40B4-BE49-F238E27FC236}">
                <a16:creationId xmlns:a16="http://schemas.microsoft.com/office/drawing/2014/main" id="{BAC08835-E8CA-4D86-93DF-F1A718C9403F}"/>
              </a:ext>
            </a:extLst>
          </p:cNvPr>
          <p:cNvSpPr>
            <a:spLocks noGrp="1"/>
          </p:cNvSpPr>
          <p:nvPr/>
        </p:nvSpPr>
        <p:spPr>
          <a:xfrm>
            <a:off x="517715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32" name="01_find_only_1131">
            <a:extLst>
              <a:ext uri="{FF2B5EF4-FFF2-40B4-BE49-F238E27FC236}">
                <a16:creationId xmlns:a16="http://schemas.microsoft.com/office/drawing/2014/main" id="{51188A4A-CB3A-414A-BD10-14F7F7468C72}"/>
              </a:ext>
            </a:extLst>
          </p:cNvPr>
          <p:cNvSpPr>
            <a:spLocks noGrp="1"/>
          </p:cNvSpPr>
          <p:nvPr/>
        </p:nvSpPr>
        <p:spPr>
          <a:xfrm>
            <a:off x="5176768" y="30160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33" name="01_find_only_1132">
            <a:extLst>
              <a:ext uri="{FF2B5EF4-FFF2-40B4-BE49-F238E27FC236}">
                <a16:creationId xmlns:a16="http://schemas.microsoft.com/office/drawing/2014/main" id="{9CFC3C68-F37C-4981-9E00-89D72164F33E}"/>
              </a:ext>
            </a:extLst>
          </p:cNvPr>
          <p:cNvSpPr>
            <a:spLocks noGrp="1"/>
          </p:cNvSpPr>
          <p:nvPr/>
        </p:nvSpPr>
        <p:spPr>
          <a:xfrm>
            <a:off x="519328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34" name="01_find_only_1133">
            <a:extLst>
              <a:ext uri="{FF2B5EF4-FFF2-40B4-BE49-F238E27FC236}">
                <a16:creationId xmlns:a16="http://schemas.microsoft.com/office/drawing/2014/main" id="{67FD86C8-260E-4940-950E-5381F1C83016}"/>
              </a:ext>
            </a:extLst>
          </p:cNvPr>
          <p:cNvSpPr>
            <a:spLocks noGrp="1"/>
          </p:cNvSpPr>
          <p:nvPr/>
        </p:nvSpPr>
        <p:spPr>
          <a:xfrm>
            <a:off x="5221555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35" name="01_find_only_1134">
            <a:extLst>
              <a:ext uri="{FF2B5EF4-FFF2-40B4-BE49-F238E27FC236}">
                <a16:creationId xmlns:a16="http://schemas.microsoft.com/office/drawing/2014/main" id="{EF2D8ACE-EF37-48CC-ABEF-937D4BBC4028}"/>
              </a:ext>
            </a:extLst>
          </p:cNvPr>
          <p:cNvSpPr>
            <a:spLocks noGrp="1"/>
          </p:cNvSpPr>
          <p:nvPr/>
        </p:nvSpPr>
        <p:spPr>
          <a:xfrm>
            <a:off x="523933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36" name="01_find_only_1135">
            <a:extLst>
              <a:ext uri="{FF2B5EF4-FFF2-40B4-BE49-F238E27FC236}">
                <a16:creationId xmlns:a16="http://schemas.microsoft.com/office/drawing/2014/main" id="{8ADC0F03-0103-4A05-844B-732E1D2CF372}"/>
              </a:ext>
            </a:extLst>
          </p:cNvPr>
          <p:cNvSpPr>
            <a:spLocks noGrp="1"/>
          </p:cNvSpPr>
          <p:nvPr/>
        </p:nvSpPr>
        <p:spPr>
          <a:xfrm>
            <a:off x="516715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37" name="01_find_only_1136">
            <a:extLst>
              <a:ext uri="{FF2B5EF4-FFF2-40B4-BE49-F238E27FC236}">
                <a16:creationId xmlns:a16="http://schemas.microsoft.com/office/drawing/2014/main" id="{4E2A4B01-AD56-41FB-A979-5F79A23754A7}"/>
              </a:ext>
            </a:extLst>
          </p:cNvPr>
          <p:cNvSpPr>
            <a:spLocks noGrp="1"/>
          </p:cNvSpPr>
          <p:nvPr/>
        </p:nvSpPr>
        <p:spPr>
          <a:xfrm>
            <a:off x="521154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38" name="01_find_only_1137">
            <a:extLst>
              <a:ext uri="{FF2B5EF4-FFF2-40B4-BE49-F238E27FC236}">
                <a16:creationId xmlns:a16="http://schemas.microsoft.com/office/drawing/2014/main" id="{BEC28523-C13D-44B7-8146-FC8ACA5F8EB0}"/>
              </a:ext>
            </a:extLst>
          </p:cNvPr>
          <p:cNvSpPr>
            <a:spLocks noGrp="1"/>
          </p:cNvSpPr>
          <p:nvPr/>
        </p:nvSpPr>
        <p:spPr>
          <a:xfrm>
            <a:off x="516744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39" name="01_find_only_1138">
            <a:extLst>
              <a:ext uri="{FF2B5EF4-FFF2-40B4-BE49-F238E27FC236}">
                <a16:creationId xmlns:a16="http://schemas.microsoft.com/office/drawing/2014/main" id="{546FC062-614D-49F2-ACE5-830BC7CC5350}"/>
              </a:ext>
            </a:extLst>
          </p:cNvPr>
          <p:cNvSpPr>
            <a:spLocks noGrp="1"/>
          </p:cNvSpPr>
          <p:nvPr/>
        </p:nvSpPr>
        <p:spPr>
          <a:xfrm>
            <a:off x="515675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40" name="01_find_only_1139">
            <a:extLst>
              <a:ext uri="{FF2B5EF4-FFF2-40B4-BE49-F238E27FC236}">
                <a16:creationId xmlns:a16="http://schemas.microsoft.com/office/drawing/2014/main" id="{E65854CC-1B6F-42DC-9424-7EBBE4D17478}"/>
              </a:ext>
            </a:extLst>
          </p:cNvPr>
          <p:cNvSpPr>
            <a:spLocks noGrp="1"/>
          </p:cNvSpPr>
          <p:nvPr/>
        </p:nvSpPr>
        <p:spPr>
          <a:xfrm>
            <a:off x="5231561" y="306983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41" name="01_find_only_1140">
            <a:extLst>
              <a:ext uri="{FF2B5EF4-FFF2-40B4-BE49-F238E27FC236}">
                <a16:creationId xmlns:a16="http://schemas.microsoft.com/office/drawing/2014/main" id="{295DBF99-5275-42DB-8668-51C6A995CCEF}"/>
              </a:ext>
            </a:extLst>
          </p:cNvPr>
          <p:cNvSpPr>
            <a:spLocks noGrp="1"/>
          </p:cNvSpPr>
          <p:nvPr/>
        </p:nvSpPr>
        <p:spPr>
          <a:xfrm>
            <a:off x="5251477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42" name="01_find_only_1141">
            <a:extLst>
              <a:ext uri="{FF2B5EF4-FFF2-40B4-BE49-F238E27FC236}">
                <a16:creationId xmlns:a16="http://schemas.microsoft.com/office/drawing/2014/main" id="{DB64C877-FBC6-45CD-B5F9-013B23F181B5}"/>
              </a:ext>
            </a:extLst>
          </p:cNvPr>
          <p:cNvSpPr>
            <a:spLocks noGrp="1"/>
          </p:cNvSpPr>
          <p:nvPr/>
        </p:nvSpPr>
        <p:spPr>
          <a:xfrm>
            <a:off x="519299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43" name="01_find_only_1142">
            <a:extLst>
              <a:ext uri="{FF2B5EF4-FFF2-40B4-BE49-F238E27FC236}">
                <a16:creationId xmlns:a16="http://schemas.microsoft.com/office/drawing/2014/main" id="{11A390B2-8A24-4AFD-8337-F390EEA0CA08}"/>
              </a:ext>
            </a:extLst>
          </p:cNvPr>
          <p:cNvSpPr>
            <a:spLocks noGrp="1"/>
          </p:cNvSpPr>
          <p:nvPr/>
        </p:nvSpPr>
        <p:spPr>
          <a:xfrm>
            <a:off x="524623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44" name="01_find_only_1143">
            <a:extLst>
              <a:ext uri="{FF2B5EF4-FFF2-40B4-BE49-F238E27FC236}">
                <a16:creationId xmlns:a16="http://schemas.microsoft.com/office/drawing/2014/main" id="{AE683825-FB38-43DF-B823-B84FF102543E}"/>
              </a:ext>
            </a:extLst>
          </p:cNvPr>
          <p:cNvSpPr>
            <a:spLocks noGrp="1"/>
          </p:cNvSpPr>
          <p:nvPr/>
        </p:nvSpPr>
        <p:spPr>
          <a:xfrm>
            <a:off x="5177059" y="326715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45" name="01_find_only_1144">
            <a:extLst>
              <a:ext uri="{FF2B5EF4-FFF2-40B4-BE49-F238E27FC236}">
                <a16:creationId xmlns:a16="http://schemas.microsoft.com/office/drawing/2014/main" id="{6A33ACDF-BBB1-4D3C-824A-8CD33123232E}"/>
              </a:ext>
            </a:extLst>
          </p:cNvPr>
          <p:cNvSpPr>
            <a:spLocks noGrp="1"/>
          </p:cNvSpPr>
          <p:nvPr/>
        </p:nvSpPr>
        <p:spPr>
          <a:xfrm>
            <a:off x="5195519" y="334077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46" name="01_find_only_1145">
            <a:extLst>
              <a:ext uri="{FF2B5EF4-FFF2-40B4-BE49-F238E27FC236}">
                <a16:creationId xmlns:a16="http://schemas.microsoft.com/office/drawing/2014/main" id="{374CE679-B79A-4CCA-B4C0-9D0C35B43066}"/>
              </a:ext>
            </a:extLst>
          </p:cNvPr>
          <p:cNvSpPr>
            <a:spLocks noGrp="1"/>
          </p:cNvSpPr>
          <p:nvPr/>
        </p:nvSpPr>
        <p:spPr>
          <a:xfrm>
            <a:off x="5224469" y="348958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47" name="01_find_only_1146">
            <a:extLst>
              <a:ext uri="{FF2B5EF4-FFF2-40B4-BE49-F238E27FC236}">
                <a16:creationId xmlns:a16="http://schemas.microsoft.com/office/drawing/2014/main" id="{73453101-7440-49D2-9423-E11FA080CEA1}"/>
              </a:ext>
            </a:extLst>
          </p:cNvPr>
          <p:cNvSpPr>
            <a:spLocks noGrp="1"/>
          </p:cNvSpPr>
          <p:nvPr/>
        </p:nvSpPr>
        <p:spPr>
          <a:xfrm>
            <a:off x="524186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48" name="01_find_only_1147">
            <a:extLst>
              <a:ext uri="{FF2B5EF4-FFF2-40B4-BE49-F238E27FC236}">
                <a16:creationId xmlns:a16="http://schemas.microsoft.com/office/drawing/2014/main" id="{75C1F1B1-30B5-4449-90C0-431DD2A1371D}"/>
              </a:ext>
            </a:extLst>
          </p:cNvPr>
          <p:cNvSpPr>
            <a:spLocks noGrp="1"/>
          </p:cNvSpPr>
          <p:nvPr/>
        </p:nvSpPr>
        <p:spPr>
          <a:xfrm>
            <a:off x="5251284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49" name="01_find_only_1148">
            <a:extLst>
              <a:ext uri="{FF2B5EF4-FFF2-40B4-BE49-F238E27FC236}">
                <a16:creationId xmlns:a16="http://schemas.microsoft.com/office/drawing/2014/main" id="{7F4B9088-45FC-48AA-88F9-FCEA477B05F8}"/>
              </a:ext>
            </a:extLst>
          </p:cNvPr>
          <p:cNvSpPr>
            <a:spLocks noGrp="1"/>
          </p:cNvSpPr>
          <p:nvPr/>
        </p:nvSpPr>
        <p:spPr>
          <a:xfrm>
            <a:off x="521776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50" name="01_find_only_1149">
            <a:extLst>
              <a:ext uri="{FF2B5EF4-FFF2-40B4-BE49-F238E27FC236}">
                <a16:creationId xmlns:a16="http://schemas.microsoft.com/office/drawing/2014/main" id="{3817BC47-D69B-4797-B90A-DF566766A661}"/>
              </a:ext>
            </a:extLst>
          </p:cNvPr>
          <p:cNvSpPr>
            <a:spLocks noGrp="1"/>
          </p:cNvSpPr>
          <p:nvPr/>
        </p:nvSpPr>
        <p:spPr>
          <a:xfrm>
            <a:off x="5160155" y="345219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51" name="01_find_only_1150">
            <a:extLst>
              <a:ext uri="{FF2B5EF4-FFF2-40B4-BE49-F238E27FC236}">
                <a16:creationId xmlns:a16="http://schemas.microsoft.com/office/drawing/2014/main" id="{CF8CBD25-C5C6-4699-A750-7FF5C0F9EFE5}"/>
              </a:ext>
            </a:extLst>
          </p:cNvPr>
          <p:cNvSpPr>
            <a:spLocks noGrp="1"/>
          </p:cNvSpPr>
          <p:nvPr/>
        </p:nvSpPr>
        <p:spPr>
          <a:xfrm>
            <a:off x="5174533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52" name="01_find_only_1151">
            <a:extLst>
              <a:ext uri="{FF2B5EF4-FFF2-40B4-BE49-F238E27FC236}">
                <a16:creationId xmlns:a16="http://schemas.microsoft.com/office/drawing/2014/main" id="{B71C1212-D4B7-4941-AB73-BE26D5E88001}"/>
              </a:ext>
            </a:extLst>
          </p:cNvPr>
          <p:cNvSpPr>
            <a:spLocks noGrp="1"/>
          </p:cNvSpPr>
          <p:nvPr/>
        </p:nvSpPr>
        <p:spPr>
          <a:xfrm>
            <a:off x="518084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53" name="01_find_only_1152">
            <a:extLst>
              <a:ext uri="{FF2B5EF4-FFF2-40B4-BE49-F238E27FC236}">
                <a16:creationId xmlns:a16="http://schemas.microsoft.com/office/drawing/2014/main" id="{EAC806A4-2FE5-4A88-9991-92755B6B962E}"/>
              </a:ext>
            </a:extLst>
          </p:cNvPr>
          <p:cNvSpPr>
            <a:spLocks noGrp="1"/>
          </p:cNvSpPr>
          <p:nvPr/>
        </p:nvSpPr>
        <p:spPr>
          <a:xfrm>
            <a:off x="5159961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54" name="01_find_only_1153">
            <a:extLst>
              <a:ext uri="{FF2B5EF4-FFF2-40B4-BE49-F238E27FC236}">
                <a16:creationId xmlns:a16="http://schemas.microsoft.com/office/drawing/2014/main" id="{E406C5BB-68F5-435F-B240-A856DED0ECA4}"/>
              </a:ext>
            </a:extLst>
          </p:cNvPr>
          <p:cNvSpPr>
            <a:spLocks noGrp="1"/>
          </p:cNvSpPr>
          <p:nvPr/>
        </p:nvSpPr>
        <p:spPr>
          <a:xfrm>
            <a:off x="5159378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55" name="01_find_only_1154">
            <a:extLst>
              <a:ext uri="{FF2B5EF4-FFF2-40B4-BE49-F238E27FC236}">
                <a16:creationId xmlns:a16="http://schemas.microsoft.com/office/drawing/2014/main" id="{4756446C-EF96-4CE9-AA62-C1403CCF47C8}"/>
              </a:ext>
            </a:extLst>
          </p:cNvPr>
          <p:cNvSpPr>
            <a:spLocks noGrp="1"/>
          </p:cNvSpPr>
          <p:nvPr/>
        </p:nvSpPr>
        <p:spPr>
          <a:xfrm>
            <a:off x="517822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56" name="01_find_only_1155">
            <a:extLst>
              <a:ext uri="{FF2B5EF4-FFF2-40B4-BE49-F238E27FC236}">
                <a16:creationId xmlns:a16="http://schemas.microsoft.com/office/drawing/2014/main" id="{7C6F535D-7116-4949-BBDE-9A23FB5CAE1F}"/>
              </a:ext>
            </a:extLst>
          </p:cNvPr>
          <p:cNvSpPr>
            <a:spLocks noGrp="1"/>
          </p:cNvSpPr>
          <p:nvPr/>
        </p:nvSpPr>
        <p:spPr>
          <a:xfrm>
            <a:off x="521485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57" name="01_find_only_1156">
            <a:extLst>
              <a:ext uri="{FF2B5EF4-FFF2-40B4-BE49-F238E27FC236}">
                <a16:creationId xmlns:a16="http://schemas.microsoft.com/office/drawing/2014/main" id="{51FDB4BC-2179-4E7B-96CF-8EC54F1F15B5}"/>
              </a:ext>
            </a:extLst>
          </p:cNvPr>
          <p:cNvSpPr>
            <a:spLocks noGrp="1"/>
          </p:cNvSpPr>
          <p:nvPr/>
        </p:nvSpPr>
        <p:spPr>
          <a:xfrm>
            <a:off x="5173076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58" name="01_find_only_1157">
            <a:extLst>
              <a:ext uri="{FF2B5EF4-FFF2-40B4-BE49-F238E27FC236}">
                <a16:creationId xmlns:a16="http://schemas.microsoft.com/office/drawing/2014/main" id="{6C9EA615-6A4D-42FE-8AF3-8D9017CA5EE0}"/>
              </a:ext>
            </a:extLst>
          </p:cNvPr>
          <p:cNvSpPr>
            <a:spLocks noGrp="1"/>
          </p:cNvSpPr>
          <p:nvPr/>
        </p:nvSpPr>
        <p:spPr>
          <a:xfrm>
            <a:off x="520222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59" name="01_find_only_1158">
            <a:extLst>
              <a:ext uri="{FF2B5EF4-FFF2-40B4-BE49-F238E27FC236}">
                <a16:creationId xmlns:a16="http://schemas.microsoft.com/office/drawing/2014/main" id="{99D0914B-0D70-467D-943F-D66B034E5194}"/>
              </a:ext>
            </a:extLst>
          </p:cNvPr>
          <p:cNvSpPr>
            <a:spLocks noGrp="1"/>
          </p:cNvSpPr>
          <p:nvPr/>
        </p:nvSpPr>
        <p:spPr>
          <a:xfrm>
            <a:off x="519192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60" name="01_find_only_1159">
            <a:extLst>
              <a:ext uri="{FF2B5EF4-FFF2-40B4-BE49-F238E27FC236}">
                <a16:creationId xmlns:a16="http://schemas.microsoft.com/office/drawing/2014/main" id="{657EB740-ADDC-4261-AE22-0A784275645B}"/>
              </a:ext>
            </a:extLst>
          </p:cNvPr>
          <p:cNvSpPr>
            <a:spLocks noGrp="1"/>
          </p:cNvSpPr>
          <p:nvPr/>
        </p:nvSpPr>
        <p:spPr>
          <a:xfrm>
            <a:off x="524011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61" name="01_find_only_1160">
            <a:extLst>
              <a:ext uri="{FF2B5EF4-FFF2-40B4-BE49-F238E27FC236}">
                <a16:creationId xmlns:a16="http://schemas.microsoft.com/office/drawing/2014/main" id="{365B85A5-D2DB-4415-BC79-442E621A6C00}"/>
              </a:ext>
            </a:extLst>
          </p:cNvPr>
          <p:cNvSpPr>
            <a:spLocks noGrp="1"/>
          </p:cNvSpPr>
          <p:nvPr/>
        </p:nvSpPr>
        <p:spPr>
          <a:xfrm>
            <a:off x="5182306" y="41530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62" name="01_find_only_1161">
            <a:extLst>
              <a:ext uri="{FF2B5EF4-FFF2-40B4-BE49-F238E27FC236}">
                <a16:creationId xmlns:a16="http://schemas.microsoft.com/office/drawing/2014/main" id="{AC601FA7-F788-46B7-973F-4D94ABA7F14C}"/>
              </a:ext>
            </a:extLst>
          </p:cNvPr>
          <p:cNvSpPr>
            <a:spLocks noGrp="1"/>
          </p:cNvSpPr>
          <p:nvPr/>
        </p:nvSpPr>
        <p:spPr>
          <a:xfrm>
            <a:off x="5222235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63" name="01_find_only_1162">
            <a:extLst>
              <a:ext uri="{FF2B5EF4-FFF2-40B4-BE49-F238E27FC236}">
                <a16:creationId xmlns:a16="http://schemas.microsoft.com/office/drawing/2014/main" id="{4A57EFB4-8254-4E54-9888-EFB246EF8265}"/>
              </a:ext>
            </a:extLst>
          </p:cNvPr>
          <p:cNvSpPr>
            <a:spLocks noGrp="1"/>
          </p:cNvSpPr>
          <p:nvPr/>
        </p:nvSpPr>
        <p:spPr>
          <a:xfrm>
            <a:off x="522466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64" name="01_find_only_1163">
            <a:extLst>
              <a:ext uri="{FF2B5EF4-FFF2-40B4-BE49-F238E27FC236}">
                <a16:creationId xmlns:a16="http://schemas.microsoft.com/office/drawing/2014/main" id="{36739264-BA35-44E3-8735-B9608C94A5B0}"/>
              </a:ext>
            </a:extLst>
          </p:cNvPr>
          <p:cNvSpPr>
            <a:spLocks noGrp="1"/>
          </p:cNvSpPr>
          <p:nvPr/>
        </p:nvSpPr>
        <p:spPr>
          <a:xfrm>
            <a:off x="5159670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65" name="01_find_only_1164">
            <a:extLst>
              <a:ext uri="{FF2B5EF4-FFF2-40B4-BE49-F238E27FC236}">
                <a16:creationId xmlns:a16="http://schemas.microsoft.com/office/drawing/2014/main" id="{9CE32CD0-551E-4471-B997-59F39416D7B2}"/>
              </a:ext>
            </a:extLst>
          </p:cNvPr>
          <p:cNvSpPr>
            <a:spLocks noGrp="1"/>
          </p:cNvSpPr>
          <p:nvPr/>
        </p:nvSpPr>
        <p:spPr>
          <a:xfrm>
            <a:off x="523884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66" name="01_find_only_1165">
            <a:extLst>
              <a:ext uri="{FF2B5EF4-FFF2-40B4-BE49-F238E27FC236}">
                <a16:creationId xmlns:a16="http://schemas.microsoft.com/office/drawing/2014/main" id="{B267B2F5-362B-4350-99F8-1A646F8AC37E}"/>
              </a:ext>
            </a:extLst>
          </p:cNvPr>
          <p:cNvSpPr>
            <a:spLocks noGrp="1"/>
          </p:cNvSpPr>
          <p:nvPr/>
        </p:nvSpPr>
        <p:spPr>
          <a:xfrm>
            <a:off x="515733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67" name="01_find_only_1166">
            <a:extLst>
              <a:ext uri="{FF2B5EF4-FFF2-40B4-BE49-F238E27FC236}">
                <a16:creationId xmlns:a16="http://schemas.microsoft.com/office/drawing/2014/main" id="{4C1F4AD4-D1D2-47CA-B6F5-7F67EB2A0FB0}"/>
              </a:ext>
            </a:extLst>
          </p:cNvPr>
          <p:cNvSpPr>
            <a:spLocks noGrp="1"/>
          </p:cNvSpPr>
          <p:nvPr/>
        </p:nvSpPr>
        <p:spPr>
          <a:xfrm>
            <a:off x="5238653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68" name="01_find_only_1167">
            <a:extLst>
              <a:ext uri="{FF2B5EF4-FFF2-40B4-BE49-F238E27FC236}">
                <a16:creationId xmlns:a16="http://schemas.microsoft.com/office/drawing/2014/main" id="{5F3710E7-78F5-442C-BD13-D8650D11BC8F}"/>
              </a:ext>
            </a:extLst>
          </p:cNvPr>
          <p:cNvSpPr>
            <a:spLocks noGrp="1"/>
          </p:cNvSpPr>
          <p:nvPr/>
        </p:nvSpPr>
        <p:spPr>
          <a:xfrm>
            <a:off x="524807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69" name="01_find_only_1168">
            <a:extLst>
              <a:ext uri="{FF2B5EF4-FFF2-40B4-BE49-F238E27FC236}">
                <a16:creationId xmlns:a16="http://schemas.microsoft.com/office/drawing/2014/main" id="{BFB099BE-8E58-4DD9-A052-E54DA7161CB6}"/>
              </a:ext>
            </a:extLst>
          </p:cNvPr>
          <p:cNvSpPr>
            <a:spLocks noGrp="1"/>
          </p:cNvSpPr>
          <p:nvPr/>
        </p:nvSpPr>
        <p:spPr>
          <a:xfrm>
            <a:off x="521543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70" name="01_find_only_1169">
            <a:extLst>
              <a:ext uri="{FF2B5EF4-FFF2-40B4-BE49-F238E27FC236}">
                <a16:creationId xmlns:a16="http://schemas.microsoft.com/office/drawing/2014/main" id="{E382683A-9849-4876-9561-C6A5BD7C2D24}"/>
              </a:ext>
            </a:extLst>
          </p:cNvPr>
          <p:cNvSpPr>
            <a:spLocks noGrp="1"/>
          </p:cNvSpPr>
          <p:nvPr/>
        </p:nvSpPr>
        <p:spPr>
          <a:xfrm>
            <a:off x="518628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71" name="01_find_only_1170">
            <a:extLst>
              <a:ext uri="{FF2B5EF4-FFF2-40B4-BE49-F238E27FC236}">
                <a16:creationId xmlns:a16="http://schemas.microsoft.com/office/drawing/2014/main" id="{F50F2580-17DE-45E1-8C1B-80366CA42130}"/>
              </a:ext>
            </a:extLst>
          </p:cNvPr>
          <p:cNvSpPr>
            <a:spLocks noGrp="1"/>
          </p:cNvSpPr>
          <p:nvPr/>
        </p:nvSpPr>
        <p:spPr>
          <a:xfrm>
            <a:off x="522699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72" name="01_find_only_1171">
            <a:extLst>
              <a:ext uri="{FF2B5EF4-FFF2-40B4-BE49-F238E27FC236}">
                <a16:creationId xmlns:a16="http://schemas.microsoft.com/office/drawing/2014/main" id="{EF96423A-F656-4002-B4AC-76CCB0BD3946}"/>
              </a:ext>
            </a:extLst>
          </p:cNvPr>
          <p:cNvSpPr>
            <a:spLocks noGrp="1"/>
          </p:cNvSpPr>
          <p:nvPr/>
        </p:nvSpPr>
        <p:spPr>
          <a:xfrm>
            <a:off x="517754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73" name="01_find_only_1172">
            <a:extLst>
              <a:ext uri="{FF2B5EF4-FFF2-40B4-BE49-F238E27FC236}">
                <a16:creationId xmlns:a16="http://schemas.microsoft.com/office/drawing/2014/main" id="{5E82C6DD-205C-4222-9512-EE61D738183F}"/>
              </a:ext>
            </a:extLst>
          </p:cNvPr>
          <p:cNvSpPr>
            <a:spLocks noGrp="1"/>
          </p:cNvSpPr>
          <p:nvPr/>
        </p:nvSpPr>
        <p:spPr>
          <a:xfrm>
            <a:off x="520251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74" name="01_find_only_1173">
            <a:extLst>
              <a:ext uri="{FF2B5EF4-FFF2-40B4-BE49-F238E27FC236}">
                <a16:creationId xmlns:a16="http://schemas.microsoft.com/office/drawing/2014/main" id="{0E6BB4D3-CA89-4F52-94E1-A23D6B7B10C4}"/>
              </a:ext>
            </a:extLst>
          </p:cNvPr>
          <p:cNvSpPr>
            <a:spLocks noGrp="1"/>
          </p:cNvSpPr>
          <p:nvPr/>
        </p:nvSpPr>
        <p:spPr>
          <a:xfrm>
            <a:off x="520251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75" name="01_find_only_1174">
            <a:extLst>
              <a:ext uri="{FF2B5EF4-FFF2-40B4-BE49-F238E27FC236}">
                <a16:creationId xmlns:a16="http://schemas.microsoft.com/office/drawing/2014/main" id="{A7FB8342-CE40-4F73-BD7A-98507696413C}"/>
              </a:ext>
            </a:extLst>
          </p:cNvPr>
          <p:cNvSpPr>
            <a:spLocks noGrp="1"/>
          </p:cNvSpPr>
          <p:nvPr/>
        </p:nvSpPr>
        <p:spPr>
          <a:xfrm>
            <a:off x="5173368" y="309289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76" name="01_find_only_1175">
            <a:extLst>
              <a:ext uri="{FF2B5EF4-FFF2-40B4-BE49-F238E27FC236}">
                <a16:creationId xmlns:a16="http://schemas.microsoft.com/office/drawing/2014/main" id="{DA345CED-997A-43E0-A85F-14CA61558240}"/>
              </a:ext>
            </a:extLst>
          </p:cNvPr>
          <p:cNvSpPr>
            <a:spLocks noGrp="1"/>
          </p:cNvSpPr>
          <p:nvPr/>
        </p:nvSpPr>
        <p:spPr>
          <a:xfrm>
            <a:off x="524108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77" name="01_find_only_1176">
            <a:extLst>
              <a:ext uri="{FF2B5EF4-FFF2-40B4-BE49-F238E27FC236}">
                <a16:creationId xmlns:a16="http://schemas.microsoft.com/office/drawing/2014/main" id="{5DF16DA6-0C77-41B1-BA8C-257F628FC852}"/>
              </a:ext>
            </a:extLst>
          </p:cNvPr>
          <p:cNvSpPr>
            <a:spLocks noGrp="1"/>
          </p:cNvSpPr>
          <p:nvPr/>
        </p:nvSpPr>
        <p:spPr>
          <a:xfrm>
            <a:off x="5187941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78" name="01_find_only_1177">
            <a:extLst>
              <a:ext uri="{FF2B5EF4-FFF2-40B4-BE49-F238E27FC236}">
                <a16:creationId xmlns:a16="http://schemas.microsoft.com/office/drawing/2014/main" id="{20E3227E-C297-473F-82B3-6B23A8613359}"/>
              </a:ext>
            </a:extLst>
          </p:cNvPr>
          <p:cNvSpPr>
            <a:spLocks noGrp="1"/>
          </p:cNvSpPr>
          <p:nvPr/>
        </p:nvSpPr>
        <p:spPr>
          <a:xfrm>
            <a:off x="519736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79" name="01_find_only_1178">
            <a:extLst>
              <a:ext uri="{FF2B5EF4-FFF2-40B4-BE49-F238E27FC236}">
                <a16:creationId xmlns:a16="http://schemas.microsoft.com/office/drawing/2014/main" id="{4C8149AE-AC3E-4B50-AC6C-D5D8A62EBF32}"/>
              </a:ext>
            </a:extLst>
          </p:cNvPr>
          <p:cNvSpPr>
            <a:spLocks noGrp="1"/>
          </p:cNvSpPr>
          <p:nvPr/>
        </p:nvSpPr>
        <p:spPr>
          <a:xfrm>
            <a:off x="525040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80" name="01_find_only_1179">
            <a:extLst>
              <a:ext uri="{FF2B5EF4-FFF2-40B4-BE49-F238E27FC236}">
                <a16:creationId xmlns:a16="http://schemas.microsoft.com/office/drawing/2014/main" id="{63582FC4-09BE-4EE2-904C-2E6F779EA0C1}"/>
              </a:ext>
            </a:extLst>
          </p:cNvPr>
          <p:cNvSpPr>
            <a:spLocks noGrp="1"/>
          </p:cNvSpPr>
          <p:nvPr/>
        </p:nvSpPr>
        <p:spPr>
          <a:xfrm>
            <a:off x="522126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81" name="01_find_only_1180">
            <a:extLst>
              <a:ext uri="{FF2B5EF4-FFF2-40B4-BE49-F238E27FC236}">
                <a16:creationId xmlns:a16="http://schemas.microsoft.com/office/drawing/2014/main" id="{0AA56CC2-0460-4E86-BDAA-D4B1A32F898D}"/>
              </a:ext>
            </a:extLst>
          </p:cNvPr>
          <p:cNvSpPr>
            <a:spLocks noGrp="1"/>
          </p:cNvSpPr>
          <p:nvPr/>
        </p:nvSpPr>
        <p:spPr>
          <a:xfrm>
            <a:off x="5246911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82" name="01_find_only_1181">
            <a:extLst>
              <a:ext uri="{FF2B5EF4-FFF2-40B4-BE49-F238E27FC236}">
                <a16:creationId xmlns:a16="http://schemas.microsoft.com/office/drawing/2014/main" id="{6BDAC259-0561-407B-B5AB-49728D0918EF}"/>
              </a:ext>
            </a:extLst>
          </p:cNvPr>
          <p:cNvSpPr>
            <a:spLocks noGrp="1"/>
          </p:cNvSpPr>
          <p:nvPr/>
        </p:nvSpPr>
        <p:spPr>
          <a:xfrm>
            <a:off x="516102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83" name="01_find_only_1182">
            <a:extLst>
              <a:ext uri="{FF2B5EF4-FFF2-40B4-BE49-F238E27FC236}">
                <a16:creationId xmlns:a16="http://schemas.microsoft.com/office/drawing/2014/main" id="{6CF92A79-7FF0-4E8F-8BC2-C15B36EDF4C8}"/>
              </a:ext>
            </a:extLst>
          </p:cNvPr>
          <p:cNvSpPr>
            <a:spLocks noGrp="1"/>
          </p:cNvSpPr>
          <p:nvPr/>
        </p:nvSpPr>
        <p:spPr>
          <a:xfrm>
            <a:off x="523972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84" name="01_find_only_1183">
            <a:extLst>
              <a:ext uri="{FF2B5EF4-FFF2-40B4-BE49-F238E27FC236}">
                <a16:creationId xmlns:a16="http://schemas.microsoft.com/office/drawing/2014/main" id="{38A44FB3-D6C4-4F5F-80DC-2D7F1B26F4B5}"/>
              </a:ext>
            </a:extLst>
          </p:cNvPr>
          <p:cNvSpPr>
            <a:spLocks noGrp="1"/>
          </p:cNvSpPr>
          <p:nvPr/>
        </p:nvSpPr>
        <p:spPr>
          <a:xfrm>
            <a:off x="5226898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85" name="01_find_only_1184">
            <a:extLst>
              <a:ext uri="{FF2B5EF4-FFF2-40B4-BE49-F238E27FC236}">
                <a16:creationId xmlns:a16="http://schemas.microsoft.com/office/drawing/2014/main" id="{EC88FE19-0A31-4884-8E00-3C456D81C8F6}"/>
              </a:ext>
            </a:extLst>
          </p:cNvPr>
          <p:cNvSpPr>
            <a:spLocks noGrp="1"/>
          </p:cNvSpPr>
          <p:nvPr/>
        </p:nvSpPr>
        <p:spPr>
          <a:xfrm>
            <a:off x="519338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86" name="01_find_only_1185">
            <a:extLst>
              <a:ext uri="{FF2B5EF4-FFF2-40B4-BE49-F238E27FC236}">
                <a16:creationId xmlns:a16="http://schemas.microsoft.com/office/drawing/2014/main" id="{F31C6655-AE1D-4B62-AF42-ECAFDF4EB42E}"/>
              </a:ext>
            </a:extLst>
          </p:cNvPr>
          <p:cNvSpPr>
            <a:spLocks noGrp="1"/>
          </p:cNvSpPr>
          <p:nvPr/>
        </p:nvSpPr>
        <p:spPr>
          <a:xfrm>
            <a:off x="5230687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87" name="01_find_only_1186">
            <a:extLst>
              <a:ext uri="{FF2B5EF4-FFF2-40B4-BE49-F238E27FC236}">
                <a16:creationId xmlns:a16="http://schemas.microsoft.com/office/drawing/2014/main" id="{68D7C537-BF19-4451-AC58-B3A26BF23B85}"/>
              </a:ext>
            </a:extLst>
          </p:cNvPr>
          <p:cNvSpPr>
            <a:spLocks noGrp="1"/>
          </p:cNvSpPr>
          <p:nvPr/>
        </p:nvSpPr>
        <p:spPr>
          <a:xfrm>
            <a:off x="525089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88" name="01_find_only_1187">
            <a:extLst>
              <a:ext uri="{FF2B5EF4-FFF2-40B4-BE49-F238E27FC236}">
                <a16:creationId xmlns:a16="http://schemas.microsoft.com/office/drawing/2014/main" id="{964D8D1B-4CD5-46C8-B5EE-4BF1AF46ED37}"/>
              </a:ext>
            </a:extLst>
          </p:cNvPr>
          <p:cNvSpPr>
            <a:spLocks noGrp="1"/>
          </p:cNvSpPr>
          <p:nvPr/>
        </p:nvSpPr>
        <p:spPr>
          <a:xfrm>
            <a:off x="5220487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89" name="01_find_only_1188">
            <a:extLst>
              <a:ext uri="{FF2B5EF4-FFF2-40B4-BE49-F238E27FC236}">
                <a16:creationId xmlns:a16="http://schemas.microsoft.com/office/drawing/2014/main" id="{73B534BA-D494-4756-84B3-B61D5CA22EDE}"/>
              </a:ext>
            </a:extLst>
          </p:cNvPr>
          <p:cNvSpPr>
            <a:spLocks noGrp="1"/>
          </p:cNvSpPr>
          <p:nvPr/>
        </p:nvSpPr>
        <p:spPr>
          <a:xfrm>
            <a:off x="522796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90" name="01_find_only_1189">
            <a:extLst>
              <a:ext uri="{FF2B5EF4-FFF2-40B4-BE49-F238E27FC236}">
                <a16:creationId xmlns:a16="http://schemas.microsoft.com/office/drawing/2014/main" id="{5B27CBB2-F291-4645-A886-05094919D955}"/>
              </a:ext>
            </a:extLst>
          </p:cNvPr>
          <p:cNvSpPr>
            <a:spLocks noGrp="1"/>
          </p:cNvSpPr>
          <p:nvPr/>
        </p:nvSpPr>
        <p:spPr>
          <a:xfrm>
            <a:off x="5227093" y="391292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91" name="01_find_only_1190">
            <a:extLst>
              <a:ext uri="{FF2B5EF4-FFF2-40B4-BE49-F238E27FC236}">
                <a16:creationId xmlns:a16="http://schemas.microsoft.com/office/drawing/2014/main" id="{E1DFC827-9783-4878-882B-793F77C3D493}"/>
              </a:ext>
            </a:extLst>
          </p:cNvPr>
          <p:cNvSpPr>
            <a:spLocks noGrp="1"/>
          </p:cNvSpPr>
          <p:nvPr/>
        </p:nvSpPr>
        <p:spPr>
          <a:xfrm>
            <a:off x="5211549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92" name="01_find_only_1191">
            <a:extLst>
              <a:ext uri="{FF2B5EF4-FFF2-40B4-BE49-F238E27FC236}">
                <a16:creationId xmlns:a16="http://schemas.microsoft.com/office/drawing/2014/main" id="{E1978932-E42A-45C1-B315-565C1797A3AE}"/>
              </a:ext>
            </a:extLst>
          </p:cNvPr>
          <p:cNvSpPr>
            <a:spLocks noGrp="1"/>
          </p:cNvSpPr>
          <p:nvPr/>
        </p:nvSpPr>
        <p:spPr>
          <a:xfrm>
            <a:off x="5184443" y="37478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93" name="01_find_only_1192">
            <a:extLst>
              <a:ext uri="{FF2B5EF4-FFF2-40B4-BE49-F238E27FC236}">
                <a16:creationId xmlns:a16="http://schemas.microsoft.com/office/drawing/2014/main" id="{AFEA4B5D-9938-415D-B199-5A1B301D1A3A}"/>
              </a:ext>
            </a:extLst>
          </p:cNvPr>
          <p:cNvSpPr>
            <a:spLocks noGrp="1"/>
          </p:cNvSpPr>
          <p:nvPr/>
        </p:nvSpPr>
        <p:spPr>
          <a:xfrm>
            <a:off x="524409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94" name="01_find_only_1193">
            <a:extLst>
              <a:ext uri="{FF2B5EF4-FFF2-40B4-BE49-F238E27FC236}">
                <a16:creationId xmlns:a16="http://schemas.microsoft.com/office/drawing/2014/main" id="{FEF614D4-C947-4B83-AF43-ED4C9A2D1C88}"/>
              </a:ext>
            </a:extLst>
          </p:cNvPr>
          <p:cNvSpPr>
            <a:spLocks noGrp="1"/>
          </p:cNvSpPr>
          <p:nvPr/>
        </p:nvSpPr>
        <p:spPr>
          <a:xfrm>
            <a:off x="517414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95" name="01_find_only_1194">
            <a:extLst>
              <a:ext uri="{FF2B5EF4-FFF2-40B4-BE49-F238E27FC236}">
                <a16:creationId xmlns:a16="http://schemas.microsoft.com/office/drawing/2014/main" id="{335F410A-61DB-48A8-8CA6-A24D9F15F831}"/>
              </a:ext>
            </a:extLst>
          </p:cNvPr>
          <p:cNvSpPr>
            <a:spLocks noGrp="1"/>
          </p:cNvSpPr>
          <p:nvPr/>
        </p:nvSpPr>
        <p:spPr>
          <a:xfrm>
            <a:off x="517336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96" name="01_find_only_1195">
            <a:extLst>
              <a:ext uri="{FF2B5EF4-FFF2-40B4-BE49-F238E27FC236}">
                <a16:creationId xmlns:a16="http://schemas.microsoft.com/office/drawing/2014/main" id="{7C78E3DA-DE91-4F64-AE31-99155F61967A}"/>
              </a:ext>
            </a:extLst>
          </p:cNvPr>
          <p:cNvSpPr>
            <a:spLocks noGrp="1"/>
          </p:cNvSpPr>
          <p:nvPr/>
        </p:nvSpPr>
        <p:spPr>
          <a:xfrm>
            <a:off x="517774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97" name="01_find_only_1196">
            <a:extLst>
              <a:ext uri="{FF2B5EF4-FFF2-40B4-BE49-F238E27FC236}">
                <a16:creationId xmlns:a16="http://schemas.microsoft.com/office/drawing/2014/main" id="{72A75D54-DFCE-401D-8A64-7794E8358622}"/>
              </a:ext>
            </a:extLst>
          </p:cNvPr>
          <p:cNvSpPr>
            <a:spLocks noGrp="1"/>
          </p:cNvSpPr>
          <p:nvPr/>
        </p:nvSpPr>
        <p:spPr>
          <a:xfrm>
            <a:off x="5245454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98" name="01_find_only_1197">
            <a:extLst>
              <a:ext uri="{FF2B5EF4-FFF2-40B4-BE49-F238E27FC236}">
                <a16:creationId xmlns:a16="http://schemas.microsoft.com/office/drawing/2014/main" id="{75BFB1C7-55A0-4946-A026-D075AD0E6564}"/>
              </a:ext>
            </a:extLst>
          </p:cNvPr>
          <p:cNvSpPr>
            <a:spLocks noGrp="1"/>
          </p:cNvSpPr>
          <p:nvPr/>
        </p:nvSpPr>
        <p:spPr>
          <a:xfrm>
            <a:off x="5235156" y="37031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199" name="01_find_only_1198">
            <a:extLst>
              <a:ext uri="{FF2B5EF4-FFF2-40B4-BE49-F238E27FC236}">
                <a16:creationId xmlns:a16="http://schemas.microsoft.com/office/drawing/2014/main" id="{D13D0232-D6E4-4176-A8BE-CB83070D6DA5}"/>
              </a:ext>
            </a:extLst>
          </p:cNvPr>
          <p:cNvSpPr>
            <a:spLocks noGrp="1"/>
          </p:cNvSpPr>
          <p:nvPr/>
        </p:nvSpPr>
        <p:spPr>
          <a:xfrm>
            <a:off x="5239334" y="30518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00" name="01_find_only_1199">
            <a:extLst>
              <a:ext uri="{FF2B5EF4-FFF2-40B4-BE49-F238E27FC236}">
                <a16:creationId xmlns:a16="http://schemas.microsoft.com/office/drawing/2014/main" id="{3EEA78B2-F429-4D20-B725-313A817F9326}"/>
              </a:ext>
            </a:extLst>
          </p:cNvPr>
          <p:cNvSpPr>
            <a:spLocks noGrp="1"/>
          </p:cNvSpPr>
          <p:nvPr/>
        </p:nvSpPr>
        <p:spPr>
          <a:xfrm>
            <a:off x="522728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01" name="01_find_only_1200">
            <a:extLst>
              <a:ext uri="{FF2B5EF4-FFF2-40B4-BE49-F238E27FC236}">
                <a16:creationId xmlns:a16="http://schemas.microsoft.com/office/drawing/2014/main" id="{FFFAEB7B-5F37-4229-A5C1-C5E227F62442}"/>
              </a:ext>
            </a:extLst>
          </p:cNvPr>
          <p:cNvSpPr>
            <a:spLocks noGrp="1"/>
          </p:cNvSpPr>
          <p:nvPr/>
        </p:nvSpPr>
        <p:spPr>
          <a:xfrm>
            <a:off x="523476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02" name="01_find_only_1201">
            <a:extLst>
              <a:ext uri="{FF2B5EF4-FFF2-40B4-BE49-F238E27FC236}">
                <a16:creationId xmlns:a16="http://schemas.microsoft.com/office/drawing/2014/main" id="{76C20C6E-08B6-4C9E-9BB0-FB84BC898368}"/>
              </a:ext>
            </a:extLst>
          </p:cNvPr>
          <p:cNvSpPr>
            <a:spLocks noGrp="1"/>
          </p:cNvSpPr>
          <p:nvPr/>
        </p:nvSpPr>
        <p:spPr>
          <a:xfrm>
            <a:off x="524312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03" name="01_find_only_1202">
            <a:extLst>
              <a:ext uri="{FF2B5EF4-FFF2-40B4-BE49-F238E27FC236}">
                <a16:creationId xmlns:a16="http://schemas.microsoft.com/office/drawing/2014/main" id="{0B283C5D-507B-402A-B00F-891FF370B262}"/>
              </a:ext>
            </a:extLst>
          </p:cNvPr>
          <p:cNvSpPr>
            <a:spLocks noGrp="1"/>
          </p:cNvSpPr>
          <p:nvPr/>
        </p:nvSpPr>
        <p:spPr>
          <a:xfrm>
            <a:off x="517181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04" name="01_find_only_1203">
            <a:extLst>
              <a:ext uri="{FF2B5EF4-FFF2-40B4-BE49-F238E27FC236}">
                <a16:creationId xmlns:a16="http://schemas.microsoft.com/office/drawing/2014/main" id="{3574E9DB-8354-4F34-BD86-0064C9C9FBF0}"/>
              </a:ext>
            </a:extLst>
          </p:cNvPr>
          <p:cNvSpPr>
            <a:spLocks noGrp="1"/>
          </p:cNvSpPr>
          <p:nvPr/>
        </p:nvSpPr>
        <p:spPr>
          <a:xfrm>
            <a:off x="517948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05" name="01_find_only_1204">
            <a:extLst>
              <a:ext uri="{FF2B5EF4-FFF2-40B4-BE49-F238E27FC236}">
                <a16:creationId xmlns:a16="http://schemas.microsoft.com/office/drawing/2014/main" id="{66637C13-599B-4BDC-AD18-86BB4BA2E4C6}"/>
              </a:ext>
            </a:extLst>
          </p:cNvPr>
          <p:cNvSpPr>
            <a:spLocks noGrp="1"/>
          </p:cNvSpPr>
          <p:nvPr/>
        </p:nvSpPr>
        <p:spPr>
          <a:xfrm>
            <a:off x="5225635" y="365350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06" name="01_find_only_1205">
            <a:extLst>
              <a:ext uri="{FF2B5EF4-FFF2-40B4-BE49-F238E27FC236}">
                <a16:creationId xmlns:a16="http://schemas.microsoft.com/office/drawing/2014/main" id="{A25103F9-F756-4041-824D-CAD4E9ED5891}"/>
              </a:ext>
            </a:extLst>
          </p:cNvPr>
          <p:cNvSpPr>
            <a:spLocks noGrp="1"/>
          </p:cNvSpPr>
          <p:nvPr/>
        </p:nvSpPr>
        <p:spPr>
          <a:xfrm>
            <a:off x="517676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07" name="01_find_only_1206">
            <a:extLst>
              <a:ext uri="{FF2B5EF4-FFF2-40B4-BE49-F238E27FC236}">
                <a16:creationId xmlns:a16="http://schemas.microsoft.com/office/drawing/2014/main" id="{111AAE25-0778-4827-8C29-0C328001FD9E}"/>
              </a:ext>
            </a:extLst>
          </p:cNvPr>
          <p:cNvSpPr>
            <a:spLocks noGrp="1"/>
          </p:cNvSpPr>
          <p:nvPr/>
        </p:nvSpPr>
        <p:spPr>
          <a:xfrm>
            <a:off x="5186192" y="337633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08" name="01_find_only_1207">
            <a:extLst>
              <a:ext uri="{FF2B5EF4-FFF2-40B4-BE49-F238E27FC236}">
                <a16:creationId xmlns:a16="http://schemas.microsoft.com/office/drawing/2014/main" id="{2957991F-7A78-4539-A702-6FA3BB544850}"/>
              </a:ext>
            </a:extLst>
          </p:cNvPr>
          <p:cNvSpPr>
            <a:spLocks noGrp="1"/>
          </p:cNvSpPr>
          <p:nvPr/>
        </p:nvSpPr>
        <p:spPr>
          <a:xfrm>
            <a:off x="517025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09" name="01_find_only_1208">
            <a:extLst>
              <a:ext uri="{FF2B5EF4-FFF2-40B4-BE49-F238E27FC236}">
                <a16:creationId xmlns:a16="http://schemas.microsoft.com/office/drawing/2014/main" id="{4C37B5C5-BF5D-4692-BBA2-F1B6BC67FD74}"/>
              </a:ext>
            </a:extLst>
          </p:cNvPr>
          <p:cNvSpPr>
            <a:spLocks noGrp="1"/>
          </p:cNvSpPr>
          <p:nvPr/>
        </p:nvSpPr>
        <p:spPr>
          <a:xfrm>
            <a:off x="5180557" y="379632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10" name="01_find_only_1209">
            <a:extLst>
              <a:ext uri="{FF2B5EF4-FFF2-40B4-BE49-F238E27FC236}">
                <a16:creationId xmlns:a16="http://schemas.microsoft.com/office/drawing/2014/main" id="{0281BA5E-C607-483F-9CE5-1B064C046A0C}"/>
              </a:ext>
            </a:extLst>
          </p:cNvPr>
          <p:cNvSpPr>
            <a:spLocks noGrp="1"/>
          </p:cNvSpPr>
          <p:nvPr/>
        </p:nvSpPr>
        <p:spPr>
          <a:xfrm>
            <a:off x="5184346" y="38309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11" name="01_find_only_1210">
            <a:extLst>
              <a:ext uri="{FF2B5EF4-FFF2-40B4-BE49-F238E27FC236}">
                <a16:creationId xmlns:a16="http://schemas.microsoft.com/office/drawing/2014/main" id="{7A15CB1A-3425-4242-A19A-F0CDE4D8EAAA}"/>
              </a:ext>
            </a:extLst>
          </p:cNvPr>
          <p:cNvSpPr>
            <a:spLocks noGrp="1"/>
          </p:cNvSpPr>
          <p:nvPr/>
        </p:nvSpPr>
        <p:spPr>
          <a:xfrm>
            <a:off x="5244677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12" name="01_find_only_1211">
            <a:extLst>
              <a:ext uri="{FF2B5EF4-FFF2-40B4-BE49-F238E27FC236}">
                <a16:creationId xmlns:a16="http://schemas.microsoft.com/office/drawing/2014/main" id="{7A65103E-78D7-4A6D-BAFB-1CC3DD1DAD63}"/>
              </a:ext>
            </a:extLst>
          </p:cNvPr>
          <p:cNvSpPr>
            <a:spLocks noGrp="1"/>
          </p:cNvSpPr>
          <p:nvPr/>
        </p:nvSpPr>
        <p:spPr>
          <a:xfrm>
            <a:off x="520348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13" name="01_find_only_1212">
            <a:extLst>
              <a:ext uri="{FF2B5EF4-FFF2-40B4-BE49-F238E27FC236}">
                <a16:creationId xmlns:a16="http://schemas.microsoft.com/office/drawing/2014/main" id="{74985E60-2FFD-4B56-BA48-F67C012A570C}"/>
              </a:ext>
            </a:extLst>
          </p:cNvPr>
          <p:cNvSpPr>
            <a:spLocks noGrp="1"/>
          </p:cNvSpPr>
          <p:nvPr/>
        </p:nvSpPr>
        <p:spPr>
          <a:xfrm>
            <a:off x="5171814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14" name="01_find_only_1213">
            <a:extLst>
              <a:ext uri="{FF2B5EF4-FFF2-40B4-BE49-F238E27FC236}">
                <a16:creationId xmlns:a16="http://schemas.microsoft.com/office/drawing/2014/main" id="{1DA9913C-58E6-44E1-88FB-798ABEFC4B88}"/>
              </a:ext>
            </a:extLst>
          </p:cNvPr>
          <p:cNvSpPr>
            <a:spLocks noGrp="1"/>
          </p:cNvSpPr>
          <p:nvPr/>
        </p:nvSpPr>
        <p:spPr>
          <a:xfrm>
            <a:off x="5185900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15" name="01_find_only_1214">
            <a:extLst>
              <a:ext uri="{FF2B5EF4-FFF2-40B4-BE49-F238E27FC236}">
                <a16:creationId xmlns:a16="http://schemas.microsoft.com/office/drawing/2014/main" id="{19C8D582-A0E5-417B-B7FD-653CE33F0BA6}"/>
              </a:ext>
            </a:extLst>
          </p:cNvPr>
          <p:cNvSpPr>
            <a:spLocks noGrp="1"/>
          </p:cNvSpPr>
          <p:nvPr/>
        </p:nvSpPr>
        <p:spPr>
          <a:xfrm>
            <a:off x="5239625" y="38124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16" name="01_find_only_1215">
            <a:extLst>
              <a:ext uri="{FF2B5EF4-FFF2-40B4-BE49-F238E27FC236}">
                <a16:creationId xmlns:a16="http://schemas.microsoft.com/office/drawing/2014/main" id="{C26A162A-4D5D-4DAC-B62E-E013871B7450}"/>
              </a:ext>
            </a:extLst>
          </p:cNvPr>
          <p:cNvSpPr>
            <a:spLocks noGrp="1"/>
          </p:cNvSpPr>
          <p:nvPr/>
        </p:nvSpPr>
        <p:spPr>
          <a:xfrm>
            <a:off x="522126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17" name="01_find_only_1216">
            <a:extLst>
              <a:ext uri="{FF2B5EF4-FFF2-40B4-BE49-F238E27FC236}">
                <a16:creationId xmlns:a16="http://schemas.microsoft.com/office/drawing/2014/main" id="{1AAC8AEE-113B-4F95-B905-672C5F7F360B}"/>
              </a:ext>
            </a:extLst>
          </p:cNvPr>
          <p:cNvSpPr>
            <a:spLocks noGrp="1"/>
          </p:cNvSpPr>
          <p:nvPr/>
        </p:nvSpPr>
        <p:spPr>
          <a:xfrm>
            <a:off x="5239236" y="36259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18" name="01_find_only_1217">
            <a:extLst>
              <a:ext uri="{FF2B5EF4-FFF2-40B4-BE49-F238E27FC236}">
                <a16:creationId xmlns:a16="http://schemas.microsoft.com/office/drawing/2014/main" id="{0A68A0A7-88F0-457C-8005-0F22E32C6464}"/>
              </a:ext>
            </a:extLst>
          </p:cNvPr>
          <p:cNvSpPr>
            <a:spLocks noGrp="1"/>
          </p:cNvSpPr>
          <p:nvPr/>
        </p:nvSpPr>
        <p:spPr>
          <a:xfrm>
            <a:off x="5177740" y="320643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19" name="01_find_only_1218">
            <a:extLst>
              <a:ext uri="{FF2B5EF4-FFF2-40B4-BE49-F238E27FC236}">
                <a16:creationId xmlns:a16="http://schemas.microsoft.com/office/drawing/2014/main" id="{3B16FBBE-62D6-43C0-81C3-2E8C668FF7B4}"/>
              </a:ext>
            </a:extLst>
          </p:cNvPr>
          <p:cNvSpPr>
            <a:spLocks noGrp="1"/>
          </p:cNvSpPr>
          <p:nvPr/>
        </p:nvSpPr>
        <p:spPr>
          <a:xfrm>
            <a:off x="5196005" y="34873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20" name="01_find_only_1219">
            <a:extLst>
              <a:ext uri="{FF2B5EF4-FFF2-40B4-BE49-F238E27FC236}">
                <a16:creationId xmlns:a16="http://schemas.microsoft.com/office/drawing/2014/main" id="{10D7EE3F-E6EB-4B77-99E7-34E36F85770F}"/>
              </a:ext>
            </a:extLst>
          </p:cNvPr>
          <p:cNvSpPr>
            <a:spLocks noGrp="1"/>
          </p:cNvSpPr>
          <p:nvPr/>
        </p:nvSpPr>
        <p:spPr>
          <a:xfrm>
            <a:off x="5239916" y="392468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21" name="01_find_only_1220">
            <a:extLst>
              <a:ext uri="{FF2B5EF4-FFF2-40B4-BE49-F238E27FC236}">
                <a16:creationId xmlns:a16="http://schemas.microsoft.com/office/drawing/2014/main" id="{4520A63D-2365-48A3-B4BC-1A4BF1E23E1D}"/>
              </a:ext>
            </a:extLst>
          </p:cNvPr>
          <p:cNvSpPr>
            <a:spLocks noGrp="1"/>
          </p:cNvSpPr>
          <p:nvPr/>
        </p:nvSpPr>
        <p:spPr>
          <a:xfrm>
            <a:off x="524001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22" name="01_find_only_1221">
            <a:extLst>
              <a:ext uri="{FF2B5EF4-FFF2-40B4-BE49-F238E27FC236}">
                <a16:creationId xmlns:a16="http://schemas.microsoft.com/office/drawing/2014/main" id="{CA38C8F6-76E8-4CA1-8917-DCFAA4BCAB2A}"/>
              </a:ext>
            </a:extLst>
          </p:cNvPr>
          <p:cNvSpPr>
            <a:spLocks noGrp="1"/>
          </p:cNvSpPr>
          <p:nvPr/>
        </p:nvSpPr>
        <p:spPr>
          <a:xfrm>
            <a:off x="523399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23" name="01_find_only_1222">
            <a:extLst>
              <a:ext uri="{FF2B5EF4-FFF2-40B4-BE49-F238E27FC236}">
                <a16:creationId xmlns:a16="http://schemas.microsoft.com/office/drawing/2014/main" id="{84947922-D1A3-472A-8FB4-77C798BAEFAA}"/>
              </a:ext>
            </a:extLst>
          </p:cNvPr>
          <p:cNvSpPr>
            <a:spLocks noGrp="1"/>
          </p:cNvSpPr>
          <p:nvPr/>
        </p:nvSpPr>
        <p:spPr>
          <a:xfrm>
            <a:off x="524253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24" name="01_find_only_1223">
            <a:extLst>
              <a:ext uri="{FF2B5EF4-FFF2-40B4-BE49-F238E27FC236}">
                <a16:creationId xmlns:a16="http://schemas.microsoft.com/office/drawing/2014/main" id="{070A232B-FAEB-432A-8B83-232C86FC1A4A}"/>
              </a:ext>
            </a:extLst>
          </p:cNvPr>
          <p:cNvSpPr>
            <a:spLocks noGrp="1"/>
          </p:cNvSpPr>
          <p:nvPr/>
        </p:nvSpPr>
        <p:spPr>
          <a:xfrm>
            <a:off x="5186678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25" name="01_find_only_1224">
            <a:extLst>
              <a:ext uri="{FF2B5EF4-FFF2-40B4-BE49-F238E27FC236}">
                <a16:creationId xmlns:a16="http://schemas.microsoft.com/office/drawing/2014/main" id="{DD5ACF9D-19CF-4BEC-81CD-0D046D93417F}"/>
              </a:ext>
            </a:extLst>
          </p:cNvPr>
          <p:cNvSpPr>
            <a:spLocks noGrp="1"/>
          </p:cNvSpPr>
          <p:nvPr/>
        </p:nvSpPr>
        <p:spPr>
          <a:xfrm>
            <a:off x="517200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26" name="01_find_only_1225">
            <a:extLst>
              <a:ext uri="{FF2B5EF4-FFF2-40B4-BE49-F238E27FC236}">
                <a16:creationId xmlns:a16="http://schemas.microsoft.com/office/drawing/2014/main" id="{8C3CAAEF-FB17-4FDC-874D-91BDB0B3447F}"/>
              </a:ext>
            </a:extLst>
          </p:cNvPr>
          <p:cNvSpPr>
            <a:spLocks noGrp="1"/>
          </p:cNvSpPr>
          <p:nvPr/>
        </p:nvSpPr>
        <p:spPr>
          <a:xfrm>
            <a:off x="522854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27" name="01_find_only_1226">
            <a:extLst>
              <a:ext uri="{FF2B5EF4-FFF2-40B4-BE49-F238E27FC236}">
                <a16:creationId xmlns:a16="http://schemas.microsoft.com/office/drawing/2014/main" id="{D24F90D6-519E-4AFE-92A5-1E347936BD76}"/>
              </a:ext>
            </a:extLst>
          </p:cNvPr>
          <p:cNvSpPr>
            <a:spLocks noGrp="1"/>
          </p:cNvSpPr>
          <p:nvPr/>
        </p:nvSpPr>
        <p:spPr>
          <a:xfrm>
            <a:off x="516744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28" name="01_find_only_1227">
            <a:extLst>
              <a:ext uri="{FF2B5EF4-FFF2-40B4-BE49-F238E27FC236}">
                <a16:creationId xmlns:a16="http://schemas.microsoft.com/office/drawing/2014/main" id="{28BB9B48-7A33-4051-89A6-3335289A2F54}"/>
              </a:ext>
            </a:extLst>
          </p:cNvPr>
          <p:cNvSpPr>
            <a:spLocks noGrp="1"/>
          </p:cNvSpPr>
          <p:nvPr/>
        </p:nvSpPr>
        <p:spPr>
          <a:xfrm>
            <a:off x="517356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29" name="01_find_only_1228">
            <a:extLst>
              <a:ext uri="{FF2B5EF4-FFF2-40B4-BE49-F238E27FC236}">
                <a16:creationId xmlns:a16="http://schemas.microsoft.com/office/drawing/2014/main" id="{D238397B-539F-4325-986C-95D6E3D87A43}"/>
              </a:ext>
            </a:extLst>
          </p:cNvPr>
          <p:cNvSpPr>
            <a:spLocks noGrp="1"/>
          </p:cNvSpPr>
          <p:nvPr/>
        </p:nvSpPr>
        <p:spPr>
          <a:xfrm>
            <a:off x="5230979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30" name="01_find_only_1229">
            <a:extLst>
              <a:ext uri="{FF2B5EF4-FFF2-40B4-BE49-F238E27FC236}">
                <a16:creationId xmlns:a16="http://schemas.microsoft.com/office/drawing/2014/main" id="{2554B3BC-C50A-4589-B535-A6AC1B99543E}"/>
              </a:ext>
            </a:extLst>
          </p:cNvPr>
          <p:cNvSpPr>
            <a:spLocks noGrp="1"/>
          </p:cNvSpPr>
          <p:nvPr/>
        </p:nvSpPr>
        <p:spPr>
          <a:xfrm>
            <a:off x="516831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31" name="01_find_only_1230">
            <a:extLst>
              <a:ext uri="{FF2B5EF4-FFF2-40B4-BE49-F238E27FC236}">
                <a16:creationId xmlns:a16="http://schemas.microsoft.com/office/drawing/2014/main" id="{263A48E0-4FEA-4351-A7D9-61CC94AE9612}"/>
              </a:ext>
            </a:extLst>
          </p:cNvPr>
          <p:cNvSpPr>
            <a:spLocks noGrp="1"/>
          </p:cNvSpPr>
          <p:nvPr/>
        </p:nvSpPr>
        <p:spPr>
          <a:xfrm>
            <a:off x="524963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32" name="01_find_only_1231">
            <a:extLst>
              <a:ext uri="{FF2B5EF4-FFF2-40B4-BE49-F238E27FC236}">
                <a16:creationId xmlns:a16="http://schemas.microsoft.com/office/drawing/2014/main" id="{E248BCF1-ECC5-4611-822D-0C8780CC27AE}"/>
              </a:ext>
            </a:extLst>
          </p:cNvPr>
          <p:cNvSpPr>
            <a:spLocks noGrp="1"/>
          </p:cNvSpPr>
          <p:nvPr/>
        </p:nvSpPr>
        <p:spPr>
          <a:xfrm>
            <a:off x="5234768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33" name="01_find_only_1232">
            <a:extLst>
              <a:ext uri="{FF2B5EF4-FFF2-40B4-BE49-F238E27FC236}">
                <a16:creationId xmlns:a16="http://schemas.microsoft.com/office/drawing/2014/main" id="{DC2498BD-55E0-402A-9144-EE2216DB9F3A}"/>
              </a:ext>
            </a:extLst>
          </p:cNvPr>
          <p:cNvSpPr>
            <a:spLocks noGrp="1"/>
          </p:cNvSpPr>
          <p:nvPr/>
        </p:nvSpPr>
        <p:spPr>
          <a:xfrm>
            <a:off x="519959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34" name="01_find_only_1233">
            <a:extLst>
              <a:ext uri="{FF2B5EF4-FFF2-40B4-BE49-F238E27FC236}">
                <a16:creationId xmlns:a16="http://schemas.microsoft.com/office/drawing/2014/main" id="{0FFA30A9-9A59-414A-B0D4-AEED0F98CDE3}"/>
              </a:ext>
            </a:extLst>
          </p:cNvPr>
          <p:cNvSpPr>
            <a:spLocks noGrp="1"/>
          </p:cNvSpPr>
          <p:nvPr/>
        </p:nvSpPr>
        <p:spPr>
          <a:xfrm>
            <a:off x="518318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35" name="01_find_only_1234">
            <a:extLst>
              <a:ext uri="{FF2B5EF4-FFF2-40B4-BE49-F238E27FC236}">
                <a16:creationId xmlns:a16="http://schemas.microsoft.com/office/drawing/2014/main" id="{54C33186-F05F-4F47-A997-CF93E46B5A05}"/>
              </a:ext>
            </a:extLst>
          </p:cNvPr>
          <p:cNvSpPr>
            <a:spLocks noGrp="1"/>
          </p:cNvSpPr>
          <p:nvPr/>
        </p:nvSpPr>
        <p:spPr>
          <a:xfrm>
            <a:off x="5248174" y="322780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36" name="01_find_only_1235">
            <a:extLst>
              <a:ext uri="{FF2B5EF4-FFF2-40B4-BE49-F238E27FC236}">
                <a16:creationId xmlns:a16="http://schemas.microsoft.com/office/drawing/2014/main" id="{09D6D423-17B5-4DF0-A69B-62F4364BEFCA}"/>
              </a:ext>
            </a:extLst>
          </p:cNvPr>
          <p:cNvSpPr>
            <a:spLocks noGrp="1"/>
          </p:cNvSpPr>
          <p:nvPr/>
        </p:nvSpPr>
        <p:spPr>
          <a:xfrm>
            <a:off x="5252352" y="32774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37" name="01_find_only_1236">
            <a:extLst>
              <a:ext uri="{FF2B5EF4-FFF2-40B4-BE49-F238E27FC236}">
                <a16:creationId xmlns:a16="http://schemas.microsoft.com/office/drawing/2014/main" id="{9C4C759E-E2FB-42D1-88C2-B1FEBF2C55F8}"/>
              </a:ext>
            </a:extLst>
          </p:cNvPr>
          <p:cNvSpPr>
            <a:spLocks noGrp="1"/>
          </p:cNvSpPr>
          <p:nvPr/>
        </p:nvSpPr>
        <p:spPr>
          <a:xfrm>
            <a:off x="521708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38" name="01_find_only_1237">
            <a:extLst>
              <a:ext uri="{FF2B5EF4-FFF2-40B4-BE49-F238E27FC236}">
                <a16:creationId xmlns:a16="http://schemas.microsoft.com/office/drawing/2014/main" id="{D6407AC3-4366-46EA-AE7D-5AE9F3755BE1}"/>
              </a:ext>
            </a:extLst>
          </p:cNvPr>
          <p:cNvSpPr>
            <a:spLocks noGrp="1"/>
          </p:cNvSpPr>
          <p:nvPr/>
        </p:nvSpPr>
        <p:spPr>
          <a:xfrm>
            <a:off x="523923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39" name="01_find_only_1238">
            <a:extLst>
              <a:ext uri="{FF2B5EF4-FFF2-40B4-BE49-F238E27FC236}">
                <a16:creationId xmlns:a16="http://schemas.microsoft.com/office/drawing/2014/main" id="{1BA23E23-AC63-47A4-B2B7-09043B4AD76B}"/>
              </a:ext>
            </a:extLst>
          </p:cNvPr>
          <p:cNvSpPr>
            <a:spLocks noGrp="1"/>
          </p:cNvSpPr>
          <p:nvPr/>
        </p:nvSpPr>
        <p:spPr>
          <a:xfrm>
            <a:off x="517113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40" name="01_find_only_1239">
            <a:extLst>
              <a:ext uri="{FF2B5EF4-FFF2-40B4-BE49-F238E27FC236}">
                <a16:creationId xmlns:a16="http://schemas.microsoft.com/office/drawing/2014/main" id="{96E7163E-0BAF-4E69-AC70-2F982CCA087E}"/>
              </a:ext>
            </a:extLst>
          </p:cNvPr>
          <p:cNvSpPr>
            <a:spLocks noGrp="1"/>
          </p:cNvSpPr>
          <p:nvPr/>
        </p:nvSpPr>
        <p:spPr>
          <a:xfrm>
            <a:off x="519853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41" name="01_find_only_1240">
            <a:extLst>
              <a:ext uri="{FF2B5EF4-FFF2-40B4-BE49-F238E27FC236}">
                <a16:creationId xmlns:a16="http://schemas.microsoft.com/office/drawing/2014/main" id="{9349D9C5-7B90-4C2A-9307-1342B4578C2D}"/>
              </a:ext>
            </a:extLst>
          </p:cNvPr>
          <p:cNvSpPr>
            <a:spLocks noGrp="1"/>
          </p:cNvSpPr>
          <p:nvPr/>
        </p:nvSpPr>
        <p:spPr>
          <a:xfrm>
            <a:off x="5233213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42" name="01_find_only_1241">
            <a:extLst>
              <a:ext uri="{FF2B5EF4-FFF2-40B4-BE49-F238E27FC236}">
                <a16:creationId xmlns:a16="http://schemas.microsoft.com/office/drawing/2014/main" id="{F44BD1BB-2C9C-44F9-82B5-93CDB134C541}"/>
              </a:ext>
            </a:extLst>
          </p:cNvPr>
          <p:cNvSpPr>
            <a:spLocks noGrp="1"/>
          </p:cNvSpPr>
          <p:nvPr/>
        </p:nvSpPr>
        <p:spPr>
          <a:xfrm>
            <a:off x="516520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43" name="01_find_only_1242">
            <a:extLst>
              <a:ext uri="{FF2B5EF4-FFF2-40B4-BE49-F238E27FC236}">
                <a16:creationId xmlns:a16="http://schemas.microsoft.com/office/drawing/2014/main" id="{6A97892D-B336-4374-BDDA-B8486C36424A}"/>
              </a:ext>
            </a:extLst>
          </p:cNvPr>
          <p:cNvSpPr>
            <a:spLocks noGrp="1"/>
          </p:cNvSpPr>
          <p:nvPr/>
        </p:nvSpPr>
        <p:spPr>
          <a:xfrm>
            <a:off x="516171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44" name="01_find_only_1243">
            <a:extLst>
              <a:ext uri="{FF2B5EF4-FFF2-40B4-BE49-F238E27FC236}">
                <a16:creationId xmlns:a16="http://schemas.microsoft.com/office/drawing/2014/main" id="{74DBD69A-F1F7-4A10-8B52-F64B4F29C92B}"/>
              </a:ext>
            </a:extLst>
          </p:cNvPr>
          <p:cNvSpPr>
            <a:spLocks noGrp="1"/>
          </p:cNvSpPr>
          <p:nvPr/>
        </p:nvSpPr>
        <p:spPr>
          <a:xfrm>
            <a:off x="5219126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45" name="01_find_only_1244">
            <a:extLst>
              <a:ext uri="{FF2B5EF4-FFF2-40B4-BE49-F238E27FC236}">
                <a16:creationId xmlns:a16="http://schemas.microsoft.com/office/drawing/2014/main" id="{F9EC7E91-BF79-4F2B-8DAE-E02998B3EA13}"/>
              </a:ext>
            </a:extLst>
          </p:cNvPr>
          <p:cNvSpPr>
            <a:spLocks noGrp="1"/>
          </p:cNvSpPr>
          <p:nvPr/>
        </p:nvSpPr>
        <p:spPr>
          <a:xfrm>
            <a:off x="5247591" y="295143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46" name="01_find_only_1245">
            <a:extLst>
              <a:ext uri="{FF2B5EF4-FFF2-40B4-BE49-F238E27FC236}">
                <a16:creationId xmlns:a16="http://schemas.microsoft.com/office/drawing/2014/main" id="{D227056B-C97E-455F-9E29-212885DADD96}"/>
              </a:ext>
            </a:extLst>
          </p:cNvPr>
          <p:cNvSpPr>
            <a:spLocks noGrp="1"/>
          </p:cNvSpPr>
          <p:nvPr/>
        </p:nvSpPr>
        <p:spPr>
          <a:xfrm>
            <a:off x="515743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47" name="01_find_only_1246">
            <a:extLst>
              <a:ext uri="{FF2B5EF4-FFF2-40B4-BE49-F238E27FC236}">
                <a16:creationId xmlns:a16="http://schemas.microsoft.com/office/drawing/2014/main" id="{A9B26296-43FD-4558-9B93-8C643CCB9D2E}"/>
              </a:ext>
            </a:extLst>
          </p:cNvPr>
          <p:cNvSpPr>
            <a:spLocks noGrp="1"/>
          </p:cNvSpPr>
          <p:nvPr/>
        </p:nvSpPr>
        <p:spPr>
          <a:xfrm>
            <a:off x="519542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48" name="01_find_only_1247">
            <a:extLst>
              <a:ext uri="{FF2B5EF4-FFF2-40B4-BE49-F238E27FC236}">
                <a16:creationId xmlns:a16="http://schemas.microsoft.com/office/drawing/2014/main" id="{F627716B-C357-4EE1-A917-521BEFC50C7A}"/>
              </a:ext>
            </a:extLst>
          </p:cNvPr>
          <p:cNvSpPr>
            <a:spLocks noGrp="1"/>
          </p:cNvSpPr>
          <p:nvPr/>
        </p:nvSpPr>
        <p:spPr>
          <a:xfrm>
            <a:off x="522660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49" name="01_find_only_1248">
            <a:extLst>
              <a:ext uri="{FF2B5EF4-FFF2-40B4-BE49-F238E27FC236}">
                <a16:creationId xmlns:a16="http://schemas.microsoft.com/office/drawing/2014/main" id="{20BC2972-72D8-4CBC-8CE4-78B9478A421E}"/>
              </a:ext>
            </a:extLst>
          </p:cNvPr>
          <p:cNvSpPr>
            <a:spLocks noGrp="1"/>
          </p:cNvSpPr>
          <p:nvPr/>
        </p:nvSpPr>
        <p:spPr>
          <a:xfrm>
            <a:off x="519746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50" name="01_find_only_1249">
            <a:extLst>
              <a:ext uri="{FF2B5EF4-FFF2-40B4-BE49-F238E27FC236}">
                <a16:creationId xmlns:a16="http://schemas.microsoft.com/office/drawing/2014/main" id="{B9F068AB-F492-4CFD-B44B-B3D29C8C5881}"/>
              </a:ext>
            </a:extLst>
          </p:cNvPr>
          <p:cNvSpPr>
            <a:spLocks noGrp="1"/>
          </p:cNvSpPr>
          <p:nvPr/>
        </p:nvSpPr>
        <p:spPr>
          <a:xfrm>
            <a:off x="5181043" y="38555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51" name="01_find_only_1250">
            <a:extLst>
              <a:ext uri="{FF2B5EF4-FFF2-40B4-BE49-F238E27FC236}">
                <a16:creationId xmlns:a16="http://schemas.microsoft.com/office/drawing/2014/main" id="{46645D76-D4F1-4688-AADF-419A31B917F1}"/>
              </a:ext>
            </a:extLst>
          </p:cNvPr>
          <p:cNvSpPr>
            <a:spLocks noGrp="1"/>
          </p:cNvSpPr>
          <p:nvPr/>
        </p:nvSpPr>
        <p:spPr>
          <a:xfrm>
            <a:off x="5218738" y="34465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52" name="01_find_only_1251">
            <a:extLst>
              <a:ext uri="{FF2B5EF4-FFF2-40B4-BE49-F238E27FC236}">
                <a16:creationId xmlns:a16="http://schemas.microsoft.com/office/drawing/2014/main" id="{7388E9A7-67C0-4850-B8C1-B6149F899BEB}"/>
              </a:ext>
            </a:extLst>
          </p:cNvPr>
          <p:cNvSpPr>
            <a:spLocks noGrp="1"/>
          </p:cNvSpPr>
          <p:nvPr/>
        </p:nvSpPr>
        <p:spPr>
          <a:xfrm>
            <a:off x="521562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53" name="01_find_only_1252">
            <a:extLst>
              <a:ext uri="{FF2B5EF4-FFF2-40B4-BE49-F238E27FC236}">
                <a16:creationId xmlns:a16="http://schemas.microsoft.com/office/drawing/2014/main" id="{4AED7634-5A06-406E-AB26-944C7FBCBDBB}"/>
              </a:ext>
            </a:extLst>
          </p:cNvPr>
          <p:cNvSpPr>
            <a:spLocks noGrp="1"/>
          </p:cNvSpPr>
          <p:nvPr/>
        </p:nvSpPr>
        <p:spPr>
          <a:xfrm>
            <a:off x="520387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54" name="01_find_only_1253">
            <a:extLst>
              <a:ext uri="{FF2B5EF4-FFF2-40B4-BE49-F238E27FC236}">
                <a16:creationId xmlns:a16="http://schemas.microsoft.com/office/drawing/2014/main" id="{5E482121-0823-49F5-92AF-F71DB69E6C49}"/>
              </a:ext>
            </a:extLst>
          </p:cNvPr>
          <p:cNvSpPr>
            <a:spLocks noGrp="1"/>
          </p:cNvSpPr>
          <p:nvPr/>
        </p:nvSpPr>
        <p:spPr>
          <a:xfrm>
            <a:off x="521329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55" name="01_find_only_1254">
            <a:extLst>
              <a:ext uri="{FF2B5EF4-FFF2-40B4-BE49-F238E27FC236}">
                <a16:creationId xmlns:a16="http://schemas.microsoft.com/office/drawing/2014/main" id="{40E75442-889E-4E19-BFD7-CC3B8E241657}"/>
              </a:ext>
            </a:extLst>
          </p:cNvPr>
          <p:cNvSpPr>
            <a:spLocks noGrp="1"/>
          </p:cNvSpPr>
          <p:nvPr/>
        </p:nvSpPr>
        <p:spPr>
          <a:xfrm>
            <a:off x="518541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56" name="01_find_only_1255">
            <a:extLst>
              <a:ext uri="{FF2B5EF4-FFF2-40B4-BE49-F238E27FC236}">
                <a16:creationId xmlns:a16="http://schemas.microsoft.com/office/drawing/2014/main" id="{12F2A8DC-145E-4F8C-A4C8-1E1EF382C336}"/>
              </a:ext>
            </a:extLst>
          </p:cNvPr>
          <p:cNvSpPr>
            <a:spLocks noGrp="1"/>
          </p:cNvSpPr>
          <p:nvPr/>
        </p:nvSpPr>
        <p:spPr>
          <a:xfrm>
            <a:off x="520717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57" name="01_find_only_1256">
            <a:extLst>
              <a:ext uri="{FF2B5EF4-FFF2-40B4-BE49-F238E27FC236}">
                <a16:creationId xmlns:a16="http://schemas.microsoft.com/office/drawing/2014/main" id="{655639EB-2D31-45D4-B1E7-881EEDCBA664}"/>
              </a:ext>
            </a:extLst>
          </p:cNvPr>
          <p:cNvSpPr>
            <a:spLocks noGrp="1"/>
          </p:cNvSpPr>
          <p:nvPr/>
        </p:nvSpPr>
        <p:spPr>
          <a:xfrm>
            <a:off x="5186386" y="316669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58" name="01_find_only_1257">
            <a:extLst>
              <a:ext uri="{FF2B5EF4-FFF2-40B4-BE49-F238E27FC236}">
                <a16:creationId xmlns:a16="http://schemas.microsoft.com/office/drawing/2014/main" id="{7684D068-C386-4098-A8E9-FE2DAF0CAC6B}"/>
              </a:ext>
            </a:extLst>
          </p:cNvPr>
          <p:cNvSpPr>
            <a:spLocks noGrp="1"/>
          </p:cNvSpPr>
          <p:nvPr/>
        </p:nvSpPr>
        <p:spPr>
          <a:xfrm>
            <a:off x="5194935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59" name="01_find_only_1258">
            <a:extLst>
              <a:ext uri="{FF2B5EF4-FFF2-40B4-BE49-F238E27FC236}">
                <a16:creationId xmlns:a16="http://schemas.microsoft.com/office/drawing/2014/main" id="{8F8ACEB0-6013-4D48-BD69-61860828C8B3}"/>
              </a:ext>
            </a:extLst>
          </p:cNvPr>
          <p:cNvSpPr>
            <a:spLocks noGrp="1"/>
          </p:cNvSpPr>
          <p:nvPr/>
        </p:nvSpPr>
        <p:spPr>
          <a:xfrm>
            <a:off x="5236905" y="410767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60" name="01_find_only_1259">
            <a:extLst>
              <a:ext uri="{FF2B5EF4-FFF2-40B4-BE49-F238E27FC236}">
                <a16:creationId xmlns:a16="http://schemas.microsoft.com/office/drawing/2014/main" id="{C33C68B6-0D45-45E5-B723-AFFF63541F71}"/>
              </a:ext>
            </a:extLst>
          </p:cNvPr>
          <p:cNvSpPr>
            <a:spLocks noGrp="1"/>
          </p:cNvSpPr>
          <p:nvPr/>
        </p:nvSpPr>
        <p:spPr>
          <a:xfrm>
            <a:off x="516812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61" name="01_find_only_1260">
            <a:extLst>
              <a:ext uri="{FF2B5EF4-FFF2-40B4-BE49-F238E27FC236}">
                <a16:creationId xmlns:a16="http://schemas.microsoft.com/office/drawing/2014/main" id="{90A3F83F-BB35-4F85-B0FD-38D3341B999C}"/>
              </a:ext>
            </a:extLst>
          </p:cNvPr>
          <p:cNvSpPr>
            <a:spLocks noGrp="1"/>
          </p:cNvSpPr>
          <p:nvPr/>
        </p:nvSpPr>
        <p:spPr>
          <a:xfrm>
            <a:off x="5172591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62" name="01_find_only_1261">
            <a:extLst>
              <a:ext uri="{FF2B5EF4-FFF2-40B4-BE49-F238E27FC236}">
                <a16:creationId xmlns:a16="http://schemas.microsoft.com/office/drawing/2014/main" id="{EF5A1C3D-E840-46B6-81CD-4AA173FBA243}"/>
              </a:ext>
            </a:extLst>
          </p:cNvPr>
          <p:cNvSpPr>
            <a:spLocks noGrp="1"/>
          </p:cNvSpPr>
          <p:nvPr/>
        </p:nvSpPr>
        <p:spPr>
          <a:xfrm>
            <a:off x="521300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63" name="01_find_only_1262">
            <a:extLst>
              <a:ext uri="{FF2B5EF4-FFF2-40B4-BE49-F238E27FC236}">
                <a16:creationId xmlns:a16="http://schemas.microsoft.com/office/drawing/2014/main" id="{5B15677C-6FBB-46C0-A6C9-0BC12DAD918D}"/>
              </a:ext>
            </a:extLst>
          </p:cNvPr>
          <p:cNvSpPr>
            <a:spLocks noGrp="1"/>
          </p:cNvSpPr>
          <p:nvPr/>
        </p:nvSpPr>
        <p:spPr>
          <a:xfrm>
            <a:off x="5212131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64" name="01_find_only_1263">
            <a:extLst>
              <a:ext uri="{FF2B5EF4-FFF2-40B4-BE49-F238E27FC236}">
                <a16:creationId xmlns:a16="http://schemas.microsoft.com/office/drawing/2014/main" id="{ACD29539-2EC1-4BB7-95C3-984138A8CDA0}"/>
              </a:ext>
            </a:extLst>
          </p:cNvPr>
          <p:cNvSpPr>
            <a:spLocks noGrp="1"/>
          </p:cNvSpPr>
          <p:nvPr/>
        </p:nvSpPr>
        <p:spPr>
          <a:xfrm>
            <a:off x="524370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65" name="01_find_only_1264">
            <a:extLst>
              <a:ext uri="{FF2B5EF4-FFF2-40B4-BE49-F238E27FC236}">
                <a16:creationId xmlns:a16="http://schemas.microsoft.com/office/drawing/2014/main" id="{16EC27FC-6C44-40E6-8783-7C157D24C991}"/>
              </a:ext>
            </a:extLst>
          </p:cNvPr>
          <p:cNvSpPr>
            <a:spLocks noGrp="1"/>
          </p:cNvSpPr>
          <p:nvPr/>
        </p:nvSpPr>
        <p:spPr>
          <a:xfrm>
            <a:off x="522903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66" name="01_find_only_1265">
            <a:extLst>
              <a:ext uri="{FF2B5EF4-FFF2-40B4-BE49-F238E27FC236}">
                <a16:creationId xmlns:a16="http://schemas.microsoft.com/office/drawing/2014/main" id="{40BB62B9-D2CF-4312-9596-B11FBA11205D}"/>
              </a:ext>
            </a:extLst>
          </p:cNvPr>
          <p:cNvSpPr>
            <a:spLocks noGrp="1"/>
          </p:cNvSpPr>
          <p:nvPr/>
        </p:nvSpPr>
        <p:spPr>
          <a:xfrm>
            <a:off x="516909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67" name="01_find_only_1266">
            <a:extLst>
              <a:ext uri="{FF2B5EF4-FFF2-40B4-BE49-F238E27FC236}">
                <a16:creationId xmlns:a16="http://schemas.microsoft.com/office/drawing/2014/main" id="{9E94DEA1-A690-4635-BE38-1DD8D7FBE11A}"/>
              </a:ext>
            </a:extLst>
          </p:cNvPr>
          <p:cNvSpPr>
            <a:spLocks noGrp="1"/>
          </p:cNvSpPr>
          <p:nvPr/>
        </p:nvSpPr>
        <p:spPr>
          <a:xfrm>
            <a:off x="5183180" y="346190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68" name="01_find_only_1267">
            <a:extLst>
              <a:ext uri="{FF2B5EF4-FFF2-40B4-BE49-F238E27FC236}">
                <a16:creationId xmlns:a16="http://schemas.microsoft.com/office/drawing/2014/main" id="{D33DEDA8-8357-4C1B-9F0B-AF9A19E8255E}"/>
              </a:ext>
            </a:extLst>
          </p:cNvPr>
          <p:cNvSpPr>
            <a:spLocks noGrp="1"/>
          </p:cNvSpPr>
          <p:nvPr/>
        </p:nvSpPr>
        <p:spPr>
          <a:xfrm>
            <a:off x="5221750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69" name="01_find_only_1268">
            <a:extLst>
              <a:ext uri="{FF2B5EF4-FFF2-40B4-BE49-F238E27FC236}">
                <a16:creationId xmlns:a16="http://schemas.microsoft.com/office/drawing/2014/main" id="{55F9944E-CCCA-4658-A52C-85C00CD85303}"/>
              </a:ext>
            </a:extLst>
          </p:cNvPr>
          <p:cNvSpPr>
            <a:spLocks noGrp="1"/>
          </p:cNvSpPr>
          <p:nvPr/>
        </p:nvSpPr>
        <p:spPr>
          <a:xfrm>
            <a:off x="516345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70" name="01_find_only_1269">
            <a:extLst>
              <a:ext uri="{FF2B5EF4-FFF2-40B4-BE49-F238E27FC236}">
                <a16:creationId xmlns:a16="http://schemas.microsoft.com/office/drawing/2014/main" id="{2EFD71D3-70EA-4277-83A7-6A5F38FD39CF}"/>
              </a:ext>
            </a:extLst>
          </p:cNvPr>
          <p:cNvSpPr>
            <a:spLocks noGrp="1"/>
          </p:cNvSpPr>
          <p:nvPr/>
        </p:nvSpPr>
        <p:spPr>
          <a:xfrm>
            <a:off x="5230979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71" name="01_find_only_1270">
            <a:extLst>
              <a:ext uri="{FF2B5EF4-FFF2-40B4-BE49-F238E27FC236}">
                <a16:creationId xmlns:a16="http://schemas.microsoft.com/office/drawing/2014/main" id="{3F5AE31B-A99B-4AF8-BFE9-5A1DF8A8968F}"/>
              </a:ext>
            </a:extLst>
          </p:cNvPr>
          <p:cNvSpPr>
            <a:spLocks noGrp="1"/>
          </p:cNvSpPr>
          <p:nvPr/>
        </p:nvSpPr>
        <p:spPr>
          <a:xfrm>
            <a:off x="523428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72" name="01_find_only_1271">
            <a:extLst>
              <a:ext uri="{FF2B5EF4-FFF2-40B4-BE49-F238E27FC236}">
                <a16:creationId xmlns:a16="http://schemas.microsoft.com/office/drawing/2014/main" id="{3CEBE938-E5EC-4483-8EF9-0BBFA045C095}"/>
              </a:ext>
            </a:extLst>
          </p:cNvPr>
          <p:cNvSpPr>
            <a:spLocks noGrp="1"/>
          </p:cNvSpPr>
          <p:nvPr/>
        </p:nvSpPr>
        <p:spPr>
          <a:xfrm>
            <a:off x="5223983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73" name="01_find_only_1272">
            <a:extLst>
              <a:ext uri="{FF2B5EF4-FFF2-40B4-BE49-F238E27FC236}">
                <a16:creationId xmlns:a16="http://schemas.microsoft.com/office/drawing/2014/main" id="{902AC863-CCA7-411F-872D-ED8CFF161550}"/>
              </a:ext>
            </a:extLst>
          </p:cNvPr>
          <p:cNvSpPr>
            <a:spLocks noGrp="1"/>
          </p:cNvSpPr>
          <p:nvPr/>
        </p:nvSpPr>
        <p:spPr>
          <a:xfrm>
            <a:off x="522310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74" name="01_find_only_1273">
            <a:extLst>
              <a:ext uri="{FF2B5EF4-FFF2-40B4-BE49-F238E27FC236}">
                <a16:creationId xmlns:a16="http://schemas.microsoft.com/office/drawing/2014/main" id="{306DA2A9-8240-467F-B6C8-993CD1461709}"/>
              </a:ext>
            </a:extLst>
          </p:cNvPr>
          <p:cNvSpPr>
            <a:spLocks noGrp="1"/>
          </p:cNvSpPr>
          <p:nvPr/>
        </p:nvSpPr>
        <p:spPr>
          <a:xfrm>
            <a:off x="522728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75" name="01_find_only_1274">
            <a:extLst>
              <a:ext uri="{FF2B5EF4-FFF2-40B4-BE49-F238E27FC236}">
                <a16:creationId xmlns:a16="http://schemas.microsoft.com/office/drawing/2014/main" id="{D5904AC4-EA02-4D55-803A-3E7CF45B901D}"/>
              </a:ext>
            </a:extLst>
          </p:cNvPr>
          <p:cNvSpPr>
            <a:spLocks noGrp="1"/>
          </p:cNvSpPr>
          <p:nvPr/>
        </p:nvSpPr>
        <p:spPr>
          <a:xfrm>
            <a:off x="5208925" y="298910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76" name="01_find_only_1275">
            <a:extLst>
              <a:ext uri="{FF2B5EF4-FFF2-40B4-BE49-F238E27FC236}">
                <a16:creationId xmlns:a16="http://schemas.microsoft.com/office/drawing/2014/main" id="{391C850B-6C12-4572-B64F-B913875CADF0}"/>
              </a:ext>
            </a:extLst>
          </p:cNvPr>
          <p:cNvSpPr>
            <a:spLocks noGrp="1"/>
          </p:cNvSpPr>
          <p:nvPr/>
        </p:nvSpPr>
        <p:spPr>
          <a:xfrm>
            <a:off x="515850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77" name="01_find_only_1276">
            <a:extLst>
              <a:ext uri="{FF2B5EF4-FFF2-40B4-BE49-F238E27FC236}">
                <a16:creationId xmlns:a16="http://schemas.microsoft.com/office/drawing/2014/main" id="{45CCB8EE-A4CE-4109-A0A1-5F973AF30DEF}"/>
              </a:ext>
            </a:extLst>
          </p:cNvPr>
          <p:cNvSpPr>
            <a:spLocks noGrp="1"/>
          </p:cNvSpPr>
          <p:nvPr/>
        </p:nvSpPr>
        <p:spPr>
          <a:xfrm>
            <a:off x="5208731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78" name="01_find_only_1277">
            <a:extLst>
              <a:ext uri="{FF2B5EF4-FFF2-40B4-BE49-F238E27FC236}">
                <a16:creationId xmlns:a16="http://schemas.microsoft.com/office/drawing/2014/main" id="{19BA5539-A056-4F8B-9426-099BD54AAE86}"/>
              </a:ext>
            </a:extLst>
          </p:cNvPr>
          <p:cNvSpPr>
            <a:spLocks noGrp="1"/>
          </p:cNvSpPr>
          <p:nvPr/>
        </p:nvSpPr>
        <p:spPr>
          <a:xfrm>
            <a:off x="517132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79" name="01_find_only_1278">
            <a:extLst>
              <a:ext uri="{FF2B5EF4-FFF2-40B4-BE49-F238E27FC236}">
                <a16:creationId xmlns:a16="http://schemas.microsoft.com/office/drawing/2014/main" id="{D239EDEE-8556-41A0-88AA-13EF4AA4EB0E}"/>
              </a:ext>
            </a:extLst>
          </p:cNvPr>
          <p:cNvSpPr>
            <a:spLocks noGrp="1"/>
          </p:cNvSpPr>
          <p:nvPr/>
        </p:nvSpPr>
        <p:spPr>
          <a:xfrm>
            <a:off x="5223498" y="37031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80" name="01_find_only_1279">
            <a:extLst>
              <a:ext uri="{FF2B5EF4-FFF2-40B4-BE49-F238E27FC236}">
                <a16:creationId xmlns:a16="http://schemas.microsoft.com/office/drawing/2014/main" id="{BA71D564-4CE3-401A-B794-B8A550196C82}"/>
              </a:ext>
            </a:extLst>
          </p:cNvPr>
          <p:cNvSpPr>
            <a:spLocks noGrp="1"/>
          </p:cNvSpPr>
          <p:nvPr/>
        </p:nvSpPr>
        <p:spPr>
          <a:xfrm>
            <a:off x="523632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81" name="01_find_only_1280">
            <a:extLst>
              <a:ext uri="{FF2B5EF4-FFF2-40B4-BE49-F238E27FC236}">
                <a16:creationId xmlns:a16="http://schemas.microsoft.com/office/drawing/2014/main" id="{F81D6F26-6B21-4708-99B3-659D5BA5F585}"/>
              </a:ext>
            </a:extLst>
          </p:cNvPr>
          <p:cNvSpPr>
            <a:spLocks noGrp="1"/>
          </p:cNvSpPr>
          <p:nvPr/>
        </p:nvSpPr>
        <p:spPr>
          <a:xfrm>
            <a:off x="516977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82" name="01_find_only_1281">
            <a:extLst>
              <a:ext uri="{FF2B5EF4-FFF2-40B4-BE49-F238E27FC236}">
                <a16:creationId xmlns:a16="http://schemas.microsoft.com/office/drawing/2014/main" id="{EE56F2E4-4062-47F8-A2C3-36942E52B3DA}"/>
              </a:ext>
            </a:extLst>
          </p:cNvPr>
          <p:cNvSpPr>
            <a:spLocks noGrp="1"/>
          </p:cNvSpPr>
          <p:nvPr/>
        </p:nvSpPr>
        <p:spPr>
          <a:xfrm>
            <a:off x="522437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83" name="01_find_only_1282">
            <a:extLst>
              <a:ext uri="{FF2B5EF4-FFF2-40B4-BE49-F238E27FC236}">
                <a16:creationId xmlns:a16="http://schemas.microsoft.com/office/drawing/2014/main" id="{E3C6B18E-E256-49DA-888E-93E5EEE5B868}"/>
              </a:ext>
            </a:extLst>
          </p:cNvPr>
          <p:cNvSpPr>
            <a:spLocks noGrp="1"/>
          </p:cNvSpPr>
          <p:nvPr/>
        </p:nvSpPr>
        <p:spPr>
          <a:xfrm>
            <a:off x="517463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84" name="01_find_only_1283">
            <a:extLst>
              <a:ext uri="{FF2B5EF4-FFF2-40B4-BE49-F238E27FC236}">
                <a16:creationId xmlns:a16="http://schemas.microsoft.com/office/drawing/2014/main" id="{37AD86E4-66F0-4066-A337-F2EC051A2688}"/>
              </a:ext>
            </a:extLst>
          </p:cNvPr>
          <p:cNvSpPr>
            <a:spLocks noGrp="1"/>
          </p:cNvSpPr>
          <p:nvPr/>
        </p:nvSpPr>
        <p:spPr>
          <a:xfrm>
            <a:off x="5178905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85" name="01_find_only_1284">
            <a:extLst>
              <a:ext uri="{FF2B5EF4-FFF2-40B4-BE49-F238E27FC236}">
                <a16:creationId xmlns:a16="http://schemas.microsoft.com/office/drawing/2014/main" id="{C474A213-21E1-4727-A3D3-0280A4C76BA5}"/>
              </a:ext>
            </a:extLst>
          </p:cNvPr>
          <p:cNvSpPr>
            <a:spLocks noGrp="1"/>
          </p:cNvSpPr>
          <p:nvPr/>
        </p:nvSpPr>
        <p:spPr>
          <a:xfrm>
            <a:off x="516734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86" name="01_find_only_1285">
            <a:extLst>
              <a:ext uri="{FF2B5EF4-FFF2-40B4-BE49-F238E27FC236}">
                <a16:creationId xmlns:a16="http://schemas.microsoft.com/office/drawing/2014/main" id="{FF645DE3-7878-4DCA-9ED6-6A854AF5E21F}"/>
              </a:ext>
            </a:extLst>
          </p:cNvPr>
          <p:cNvSpPr>
            <a:spLocks noGrp="1"/>
          </p:cNvSpPr>
          <p:nvPr/>
        </p:nvSpPr>
        <p:spPr>
          <a:xfrm>
            <a:off x="5223304" y="306983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87" name="01_find_only_1286">
            <a:extLst>
              <a:ext uri="{FF2B5EF4-FFF2-40B4-BE49-F238E27FC236}">
                <a16:creationId xmlns:a16="http://schemas.microsoft.com/office/drawing/2014/main" id="{D57F8BBA-9BC4-4C42-9091-20D2B7FBE511}"/>
              </a:ext>
            </a:extLst>
          </p:cNvPr>
          <p:cNvSpPr>
            <a:spLocks noGrp="1"/>
          </p:cNvSpPr>
          <p:nvPr/>
        </p:nvSpPr>
        <p:spPr>
          <a:xfrm>
            <a:off x="524836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88" name="01_find_only_1287">
            <a:extLst>
              <a:ext uri="{FF2B5EF4-FFF2-40B4-BE49-F238E27FC236}">
                <a16:creationId xmlns:a16="http://schemas.microsoft.com/office/drawing/2014/main" id="{D9C8B837-5B0D-45E9-B30D-072479132B09}"/>
              </a:ext>
            </a:extLst>
          </p:cNvPr>
          <p:cNvSpPr>
            <a:spLocks noGrp="1"/>
          </p:cNvSpPr>
          <p:nvPr/>
        </p:nvSpPr>
        <p:spPr>
          <a:xfrm>
            <a:off x="5252547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89" name="01_find_only_1288">
            <a:extLst>
              <a:ext uri="{FF2B5EF4-FFF2-40B4-BE49-F238E27FC236}">
                <a16:creationId xmlns:a16="http://schemas.microsoft.com/office/drawing/2014/main" id="{F543F85C-4366-4F43-816E-78DBDF093098}"/>
              </a:ext>
            </a:extLst>
          </p:cNvPr>
          <p:cNvSpPr>
            <a:spLocks noGrp="1"/>
          </p:cNvSpPr>
          <p:nvPr/>
        </p:nvSpPr>
        <p:spPr>
          <a:xfrm>
            <a:off x="519250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90" name="01_find_only_1289">
            <a:extLst>
              <a:ext uri="{FF2B5EF4-FFF2-40B4-BE49-F238E27FC236}">
                <a16:creationId xmlns:a16="http://schemas.microsoft.com/office/drawing/2014/main" id="{3D254881-B3AB-4C15-85B3-3B53A0F7FCD4}"/>
              </a:ext>
            </a:extLst>
          </p:cNvPr>
          <p:cNvSpPr>
            <a:spLocks noGrp="1"/>
          </p:cNvSpPr>
          <p:nvPr/>
        </p:nvSpPr>
        <p:spPr>
          <a:xfrm>
            <a:off x="5228161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91" name="01_find_only_1290">
            <a:extLst>
              <a:ext uri="{FF2B5EF4-FFF2-40B4-BE49-F238E27FC236}">
                <a16:creationId xmlns:a16="http://schemas.microsoft.com/office/drawing/2014/main" id="{A5C0BC99-4430-4C8A-B577-1F7B94BE6D5F}"/>
              </a:ext>
            </a:extLst>
          </p:cNvPr>
          <p:cNvSpPr>
            <a:spLocks noGrp="1"/>
          </p:cNvSpPr>
          <p:nvPr/>
        </p:nvSpPr>
        <p:spPr>
          <a:xfrm>
            <a:off x="524700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92" name="01_find_only_1291">
            <a:extLst>
              <a:ext uri="{FF2B5EF4-FFF2-40B4-BE49-F238E27FC236}">
                <a16:creationId xmlns:a16="http://schemas.microsoft.com/office/drawing/2014/main" id="{17704B6C-7AC5-4CC1-BAE3-31BCE0E05304}"/>
              </a:ext>
            </a:extLst>
          </p:cNvPr>
          <p:cNvSpPr>
            <a:spLocks noGrp="1"/>
          </p:cNvSpPr>
          <p:nvPr/>
        </p:nvSpPr>
        <p:spPr>
          <a:xfrm>
            <a:off x="5235545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93" name="01_find_only_1292">
            <a:extLst>
              <a:ext uri="{FF2B5EF4-FFF2-40B4-BE49-F238E27FC236}">
                <a16:creationId xmlns:a16="http://schemas.microsoft.com/office/drawing/2014/main" id="{78D466C0-2929-48D9-B353-569156D36F43}"/>
              </a:ext>
            </a:extLst>
          </p:cNvPr>
          <p:cNvSpPr>
            <a:spLocks noGrp="1"/>
          </p:cNvSpPr>
          <p:nvPr/>
        </p:nvSpPr>
        <p:spPr>
          <a:xfrm>
            <a:off x="522524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94" name="01_find_only_1293">
            <a:extLst>
              <a:ext uri="{FF2B5EF4-FFF2-40B4-BE49-F238E27FC236}">
                <a16:creationId xmlns:a16="http://schemas.microsoft.com/office/drawing/2014/main" id="{8F38F7F4-FD63-43D6-9EE4-E2E4A9BF8693}"/>
              </a:ext>
            </a:extLst>
          </p:cNvPr>
          <p:cNvSpPr>
            <a:spLocks noGrp="1"/>
          </p:cNvSpPr>
          <p:nvPr/>
        </p:nvSpPr>
        <p:spPr>
          <a:xfrm>
            <a:off x="520144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95" name="01_find_only_1294">
            <a:extLst>
              <a:ext uri="{FF2B5EF4-FFF2-40B4-BE49-F238E27FC236}">
                <a16:creationId xmlns:a16="http://schemas.microsoft.com/office/drawing/2014/main" id="{83C9E5B0-3611-41A0-AA51-9FC215A1BD80}"/>
              </a:ext>
            </a:extLst>
          </p:cNvPr>
          <p:cNvSpPr>
            <a:spLocks noGrp="1"/>
          </p:cNvSpPr>
          <p:nvPr/>
        </p:nvSpPr>
        <p:spPr>
          <a:xfrm>
            <a:off x="5198530" y="342276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96" name="01_find_only_1295">
            <a:extLst>
              <a:ext uri="{FF2B5EF4-FFF2-40B4-BE49-F238E27FC236}">
                <a16:creationId xmlns:a16="http://schemas.microsoft.com/office/drawing/2014/main" id="{95C98CAB-F298-4E73-BE83-66274ABF8297}"/>
              </a:ext>
            </a:extLst>
          </p:cNvPr>
          <p:cNvSpPr>
            <a:spLocks noGrp="1"/>
          </p:cNvSpPr>
          <p:nvPr/>
        </p:nvSpPr>
        <p:spPr>
          <a:xfrm>
            <a:off x="516617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97" name="01_find_only_1296">
            <a:extLst>
              <a:ext uri="{FF2B5EF4-FFF2-40B4-BE49-F238E27FC236}">
                <a16:creationId xmlns:a16="http://schemas.microsoft.com/office/drawing/2014/main" id="{2A12DF97-6763-475F-B1FE-4EB2C3836F37}"/>
              </a:ext>
            </a:extLst>
          </p:cNvPr>
          <p:cNvSpPr>
            <a:spLocks noGrp="1"/>
          </p:cNvSpPr>
          <p:nvPr/>
        </p:nvSpPr>
        <p:spPr>
          <a:xfrm>
            <a:off x="524730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98" name="01_find_only_1297">
            <a:extLst>
              <a:ext uri="{FF2B5EF4-FFF2-40B4-BE49-F238E27FC236}">
                <a16:creationId xmlns:a16="http://schemas.microsoft.com/office/drawing/2014/main" id="{43364ED7-7FA4-4B82-941A-DEA09AEE5AF7}"/>
              </a:ext>
            </a:extLst>
          </p:cNvPr>
          <p:cNvSpPr>
            <a:spLocks noGrp="1"/>
          </p:cNvSpPr>
          <p:nvPr/>
        </p:nvSpPr>
        <p:spPr>
          <a:xfrm>
            <a:off x="523700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299" name="01_find_only_1298">
            <a:extLst>
              <a:ext uri="{FF2B5EF4-FFF2-40B4-BE49-F238E27FC236}">
                <a16:creationId xmlns:a16="http://schemas.microsoft.com/office/drawing/2014/main" id="{ED1C5C4D-89D9-4024-9C3F-A0369B2CED9D}"/>
              </a:ext>
            </a:extLst>
          </p:cNvPr>
          <p:cNvSpPr>
            <a:spLocks noGrp="1"/>
          </p:cNvSpPr>
          <p:nvPr/>
        </p:nvSpPr>
        <p:spPr>
          <a:xfrm>
            <a:off x="522233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00" name="01_find_only_1299">
            <a:extLst>
              <a:ext uri="{FF2B5EF4-FFF2-40B4-BE49-F238E27FC236}">
                <a16:creationId xmlns:a16="http://schemas.microsoft.com/office/drawing/2014/main" id="{0749B6C0-96FB-4809-BA10-1532DE0AD4FF}"/>
              </a:ext>
            </a:extLst>
          </p:cNvPr>
          <p:cNvSpPr>
            <a:spLocks noGrp="1"/>
          </p:cNvSpPr>
          <p:nvPr/>
        </p:nvSpPr>
        <p:spPr>
          <a:xfrm>
            <a:off x="516277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01" name="01_find_only_1300">
            <a:extLst>
              <a:ext uri="{FF2B5EF4-FFF2-40B4-BE49-F238E27FC236}">
                <a16:creationId xmlns:a16="http://schemas.microsoft.com/office/drawing/2014/main" id="{980BCFBE-E136-4C04-AE19-19D74A5D1B48}"/>
              </a:ext>
            </a:extLst>
          </p:cNvPr>
          <p:cNvSpPr>
            <a:spLocks noGrp="1"/>
          </p:cNvSpPr>
          <p:nvPr/>
        </p:nvSpPr>
        <p:spPr>
          <a:xfrm>
            <a:off x="5172202" y="40277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02" name="01_find_only_1301">
            <a:extLst>
              <a:ext uri="{FF2B5EF4-FFF2-40B4-BE49-F238E27FC236}">
                <a16:creationId xmlns:a16="http://schemas.microsoft.com/office/drawing/2014/main" id="{C4483E7D-6BB1-435B-A75A-F2978EB9A572}"/>
              </a:ext>
            </a:extLst>
          </p:cNvPr>
          <p:cNvSpPr>
            <a:spLocks noGrp="1"/>
          </p:cNvSpPr>
          <p:nvPr/>
        </p:nvSpPr>
        <p:spPr>
          <a:xfrm>
            <a:off x="518162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03" name="01_find_only_1302">
            <a:extLst>
              <a:ext uri="{FF2B5EF4-FFF2-40B4-BE49-F238E27FC236}">
                <a16:creationId xmlns:a16="http://schemas.microsoft.com/office/drawing/2014/main" id="{8618C236-9CD7-4757-A6AA-7C6CB7A40686}"/>
              </a:ext>
            </a:extLst>
          </p:cNvPr>
          <p:cNvSpPr>
            <a:spLocks noGrp="1"/>
          </p:cNvSpPr>
          <p:nvPr/>
        </p:nvSpPr>
        <p:spPr>
          <a:xfrm>
            <a:off x="522330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04" name="01_find_only_1303">
            <a:extLst>
              <a:ext uri="{FF2B5EF4-FFF2-40B4-BE49-F238E27FC236}">
                <a16:creationId xmlns:a16="http://schemas.microsoft.com/office/drawing/2014/main" id="{290BA35F-D3AE-47C3-9730-E7F0C4942CAE}"/>
              </a:ext>
            </a:extLst>
          </p:cNvPr>
          <p:cNvSpPr>
            <a:spLocks noGrp="1"/>
          </p:cNvSpPr>
          <p:nvPr/>
        </p:nvSpPr>
        <p:spPr>
          <a:xfrm>
            <a:off x="521349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05" name="01_find_only_1304">
            <a:extLst>
              <a:ext uri="{FF2B5EF4-FFF2-40B4-BE49-F238E27FC236}">
                <a16:creationId xmlns:a16="http://schemas.microsoft.com/office/drawing/2014/main" id="{F2581C4E-50EB-41AF-A0D0-5C10501B7221}"/>
              </a:ext>
            </a:extLst>
          </p:cNvPr>
          <p:cNvSpPr>
            <a:spLocks noGrp="1"/>
          </p:cNvSpPr>
          <p:nvPr/>
        </p:nvSpPr>
        <p:spPr>
          <a:xfrm>
            <a:off x="5176282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06" name="01_find_only_1305">
            <a:extLst>
              <a:ext uri="{FF2B5EF4-FFF2-40B4-BE49-F238E27FC236}">
                <a16:creationId xmlns:a16="http://schemas.microsoft.com/office/drawing/2014/main" id="{2F9DC535-5CA3-441D-84C7-E065D7484C47}"/>
              </a:ext>
            </a:extLst>
          </p:cNvPr>
          <p:cNvSpPr>
            <a:spLocks noGrp="1"/>
          </p:cNvSpPr>
          <p:nvPr/>
        </p:nvSpPr>
        <p:spPr>
          <a:xfrm>
            <a:off x="519386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07" name="01_find_only_1306">
            <a:extLst>
              <a:ext uri="{FF2B5EF4-FFF2-40B4-BE49-F238E27FC236}">
                <a16:creationId xmlns:a16="http://schemas.microsoft.com/office/drawing/2014/main" id="{7A9457E5-02FE-43CC-AC34-C85A1198107E}"/>
              </a:ext>
            </a:extLst>
          </p:cNvPr>
          <p:cNvSpPr>
            <a:spLocks noGrp="1"/>
          </p:cNvSpPr>
          <p:nvPr/>
        </p:nvSpPr>
        <p:spPr>
          <a:xfrm>
            <a:off x="5159475" y="415380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08" name="01_find_only_1307">
            <a:extLst>
              <a:ext uri="{FF2B5EF4-FFF2-40B4-BE49-F238E27FC236}">
                <a16:creationId xmlns:a16="http://schemas.microsoft.com/office/drawing/2014/main" id="{897005BE-99C4-42A1-9C73-9FA94571ACED}"/>
              </a:ext>
            </a:extLst>
          </p:cNvPr>
          <p:cNvSpPr>
            <a:spLocks noGrp="1"/>
          </p:cNvSpPr>
          <p:nvPr/>
        </p:nvSpPr>
        <p:spPr>
          <a:xfrm>
            <a:off x="568993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09" name="01_find_only_1308">
            <a:extLst>
              <a:ext uri="{FF2B5EF4-FFF2-40B4-BE49-F238E27FC236}">
                <a16:creationId xmlns:a16="http://schemas.microsoft.com/office/drawing/2014/main" id="{AD452880-0A8B-4F10-A712-5C333F43E3DC}"/>
              </a:ext>
            </a:extLst>
          </p:cNvPr>
          <p:cNvSpPr>
            <a:spLocks noGrp="1"/>
          </p:cNvSpPr>
          <p:nvPr/>
        </p:nvSpPr>
        <p:spPr>
          <a:xfrm>
            <a:off x="567127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10" name="01_find_only_1309">
            <a:extLst>
              <a:ext uri="{FF2B5EF4-FFF2-40B4-BE49-F238E27FC236}">
                <a16:creationId xmlns:a16="http://schemas.microsoft.com/office/drawing/2014/main" id="{17889EEB-91DA-46FA-92CD-7BFAE6CAD5B5}"/>
              </a:ext>
            </a:extLst>
          </p:cNvPr>
          <p:cNvSpPr>
            <a:spLocks noGrp="1"/>
          </p:cNvSpPr>
          <p:nvPr/>
        </p:nvSpPr>
        <p:spPr>
          <a:xfrm>
            <a:off x="568643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11" name="01_find_only_1310">
            <a:extLst>
              <a:ext uri="{FF2B5EF4-FFF2-40B4-BE49-F238E27FC236}">
                <a16:creationId xmlns:a16="http://schemas.microsoft.com/office/drawing/2014/main" id="{9E966056-4B29-48CE-9794-94EB48F4B8CD}"/>
              </a:ext>
            </a:extLst>
          </p:cNvPr>
          <p:cNvSpPr>
            <a:spLocks noGrp="1"/>
          </p:cNvSpPr>
          <p:nvPr/>
        </p:nvSpPr>
        <p:spPr>
          <a:xfrm>
            <a:off x="5686046" y="30160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12" name="01_find_only_1311">
            <a:extLst>
              <a:ext uri="{FF2B5EF4-FFF2-40B4-BE49-F238E27FC236}">
                <a16:creationId xmlns:a16="http://schemas.microsoft.com/office/drawing/2014/main" id="{6BD7B9C4-687D-471F-BCE3-D1FB9CC140FD}"/>
              </a:ext>
            </a:extLst>
          </p:cNvPr>
          <p:cNvSpPr>
            <a:spLocks noGrp="1"/>
          </p:cNvSpPr>
          <p:nvPr/>
        </p:nvSpPr>
        <p:spPr>
          <a:xfrm>
            <a:off x="570256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13" name="01_find_only_1312">
            <a:extLst>
              <a:ext uri="{FF2B5EF4-FFF2-40B4-BE49-F238E27FC236}">
                <a16:creationId xmlns:a16="http://schemas.microsoft.com/office/drawing/2014/main" id="{CF5DBDDF-1CB2-4E4B-BF25-527271360BF0}"/>
              </a:ext>
            </a:extLst>
          </p:cNvPr>
          <p:cNvSpPr>
            <a:spLocks noGrp="1"/>
          </p:cNvSpPr>
          <p:nvPr/>
        </p:nvSpPr>
        <p:spPr>
          <a:xfrm>
            <a:off x="5730833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14" name="01_find_only_1313">
            <a:extLst>
              <a:ext uri="{FF2B5EF4-FFF2-40B4-BE49-F238E27FC236}">
                <a16:creationId xmlns:a16="http://schemas.microsoft.com/office/drawing/2014/main" id="{228B8E77-868B-4A07-B3A4-6FDEDE1BB095}"/>
              </a:ext>
            </a:extLst>
          </p:cNvPr>
          <p:cNvSpPr>
            <a:spLocks noGrp="1"/>
          </p:cNvSpPr>
          <p:nvPr/>
        </p:nvSpPr>
        <p:spPr>
          <a:xfrm>
            <a:off x="574861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15" name="01_find_only_1314">
            <a:extLst>
              <a:ext uri="{FF2B5EF4-FFF2-40B4-BE49-F238E27FC236}">
                <a16:creationId xmlns:a16="http://schemas.microsoft.com/office/drawing/2014/main" id="{71F0C87C-D1D6-4888-80C6-32FD0BA05A62}"/>
              </a:ext>
            </a:extLst>
          </p:cNvPr>
          <p:cNvSpPr>
            <a:spLocks noGrp="1"/>
          </p:cNvSpPr>
          <p:nvPr/>
        </p:nvSpPr>
        <p:spPr>
          <a:xfrm>
            <a:off x="567642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16" name="01_find_only_1315">
            <a:extLst>
              <a:ext uri="{FF2B5EF4-FFF2-40B4-BE49-F238E27FC236}">
                <a16:creationId xmlns:a16="http://schemas.microsoft.com/office/drawing/2014/main" id="{F947E25D-2302-4B83-BD16-DDAB5FC7275D}"/>
              </a:ext>
            </a:extLst>
          </p:cNvPr>
          <p:cNvSpPr>
            <a:spLocks noGrp="1"/>
          </p:cNvSpPr>
          <p:nvPr/>
        </p:nvSpPr>
        <p:spPr>
          <a:xfrm>
            <a:off x="572082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17" name="01_find_only_1316">
            <a:extLst>
              <a:ext uri="{FF2B5EF4-FFF2-40B4-BE49-F238E27FC236}">
                <a16:creationId xmlns:a16="http://schemas.microsoft.com/office/drawing/2014/main" id="{4929F2A0-42F5-429B-BBF4-460BE4ADF38B}"/>
              </a:ext>
            </a:extLst>
          </p:cNvPr>
          <p:cNvSpPr>
            <a:spLocks noGrp="1"/>
          </p:cNvSpPr>
          <p:nvPr/>
        </p:nvSpPr>
        <p:spPr>
          <a:xfrm>
            <a:off x="567671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18" name="01_find_only_1317">
            <a:extLst>
              <a:ext uri="{FF2B5EF4-FFF2-40B4-BE49-F238E27FC236}">
                <a16:creationId xmlns:a16="http://schemas.microsoft.com/office/drawing/2014/main" id="{BA992096-62C7-47BF-8C3C-BA6D1C93EEED}"/>
              </a:ext>
            </a:extLst>
          </p:cNvPr>
          <p:cNvSpPr>
            <a:spLocks noGrp="1"/>
          </p:cNvSpPr>
          <p:nvPr/>
        </p:nvSpPr>
        <p:spPr>
          <a:xfrm>
            <a:off x="566603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19" name="01_find_only_1318">
            <a:extLst>
              <a:ext uri="{FF2B5EF4-FFF2-40B4-BE49-F238E27FC236}">
                <a16:creationId xmlns:a16="http://schemas.microsoft.com/office/drawing/2014/main" id="{5CD17590-767E-49D3-BC36-CF9A9316AB95}"/>
              </a:ext>
            </a:extLst>
          </p:cNvPr>
          <p:cNvSpPr>
            <a:spLocks noGrp="1"/>
          </p:cNvSpPr>
          <p:nvPr/>
        </p:nvSpPr>
        <p:spPr>
          <a:xfrm>
            <a:off x="5740839" y="306983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20" name="01_find_only_1319">
            <a:extLst>
              <a:ext uri="{FF2B5EF4-FFF2-40B4-BE49-F238E27FC236}">
                <a16:creationId xmlns:a16="http://schemas.microsoft.com/office/drawing/2014/main" id="{F4095572-27EC-4329-9F95-94BE94A1DAD1}"/>
              </a:ext>
            </a:extLst>
          </p:cNvPr>
          <p:cNvSpPr>
            <a:spLocks noGrp="1"/>
          </p:cNvSpPr>
          <p:nvPr/>
        </p:nvSpPr>
        <p:spPr>
          <a:xfrm>
            <a:off x="5760755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21" name="01_find_only_1320">
            <a:extLst>
              <a:ext uri="{FF2B5EF4-FFF2-40B4-BE49-F238E27FC236}">
                <a16:creationId xmlns:a16="http://schemas.microsoft.com/office/drawing/2014/main" id="{FC10FE9D-AF8D-49F7-A0F3-D550B02C55A3}"/>
              </a:ext>
            </a:extLst>
          </p:cNvPr>
          <p:cNvSpPr>
            <a:spLocks noGrp="1"/>
          </p:cNvSpPr>
          <p:nvPr/>
        </p:nvSpPr>
        <p:spPr>
          <a:xfrm>
            <a:off x="570227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22" name="01_find_only_1321">
            <a:extLst>
              <a:ext uri="{FF2B5EF4-FFF2-40B4-BE49-F238E27FC236}">
                <a16:creationId xmlns:a16="http://schemas.microsoft.com/office/drawing/2014/main" id="{7F9C3031-D4A5-47B6-BC7C-C102FD83508C}"/>
              </a:ext>
            </a:extLst>
          </p:cNvPr>
          <p:cNvSpPr>
            <a:spLocks noGrp="1"/>
          </p:cNvSpPr>
          <p:nvPr/>
        </p:nvSpPr>
        <p:spPr>
          <a:xfrm>
            <a:off x="575551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23" name="01_find_only_1322">
            <a:extLst>
              <a:ext uri="{FF2B5EF4-FFF2-40B4-BE49-F238E27FC236}">
                <a16:creationId xmlns:a16="http://schemas.microsoft.com/office/drawing/2014/main" id="{6E924DA8-4C40-4F2E-9E72-57E6D945D803}"/>
              </a:ext>
            </a:extLst>
          </p:cNvPr>
          <p:cNvSpPr>
            <a:spLocks noGrp="1"/>
          </p:cNvSpPr>
          <p:nvPr/>
        </p:nvSpPr>
        <p:spPr>
          <a:xfrm>
            <a:off x="5686337" y="326715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24" name="01_find_only_1323">
            <a:extLst>
              <a:ext uri="{FF2B5EF4-FFF2-40B4-BE49-F238E27FC236}">
                <a16:creationId xmlns:a16="http://schemas.microsoft.com/office/drawing/2014/main" id="{A7729632-9777-4AE6-B571-F7A9C624D118}"/>
              </a:ext>
            </a:extLst>
          </p:cNvPr>
          <p:cNvSpPr>
            <a:spLocks noGrp="1"/>
          </p:cNvSpPr>
          <p:nvPr/>
        </p:nvSpPr>
        <p:spPr>
          <a:xfrm>
            <a:off x="5704797" y="334077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25" name="01_find_only_1324">
            <a:extLst>
              <a:ext uri="{FF2B5EF4-FFF2-40B4-BE49-F238E27FC236}">
                <a16:creationId xmlns:a16="http://schemas.microsoft.com/office/drawing/2014/main" id="{D951C918-68C6-4CFB-8F95-EFD009F1154A}"/>
              </a:ext>
            </a:extLst>
          </p:cNvPr>
          <p:cNvSpPr>
            <a:spLocks noGrp="1"/>
          </p:cNvSpPr>
          <p:nvPr/>
        </p:nvSpPr>
        <p:spPr>
          <a:xfrm>
            <a:off x="5733747" y="348958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26" name="01_find_only_1325">
            <a:extLst>
              <a:ext uri="{FF2B5EF4-FFF2-40B4-BE49-F238E27FC236}">
                <a16:creationId xmlns:a16="http://schemas.microsoft.com/office/drawing/2014/main" id="{D3B378C6-24A4-4C33-A195-F64FCF17F18B}"/>
              </a:ext>
            </a:extLst>
          </p:cNvPr>
          <p:cNvSpPr>
            <a:spLocks noGrp="1"/>
          </p:cNvSpPr>
          <p:nvPr/>
        </p:nvSpPr>
        <p:spPr>
          <a:xfrm>
            <a:off x="575113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27" name="01_find_only_1326">
            <a:extLst>
              <a:ext uri="{FF2B5EF4-FFF2-40B4-BE49-F238E27FC236}">
                <a16:creationId xmlns:a16="http://schemas.microsoft.com/office/drawing/2014/main" id="{57DBDF7A-D0B4-406B-B630-8C2C2192F194}"/>
              </a:ext>
            </a:extLst>
          </p:cNvPr>
          <p:cNvSpPr>
            <a:spLocks noGrp="1"/>
          </p:cNvSpPr>
          <p:nvPr/>
        </p:nvSpPr>
        <p:spPr>
          <a:xfrm>
            <a:off x="5760562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28" name="01_find_only_1327">
            <a:extLst>
              <a:ext uri="{FF2B5EF4-FFF2-40B4-BE49-F238E27FC236}">
                <a16:creationId xmlns:a16="http://schemas.microsoft.com/office/drawing/2014/main" id="{70D48603-F143-4C01-8E25-08ED19E8BA33}"/>
              </a:ext>
            </a:extLst>
          </p:cNvPr>
          <p:cNvSpPr>
            <a:spLocks noGrp="1"/>
          </p:cNvSpPr>
          <p:nvPr/>
        </p:nvSpPr>
        <p:spPr>
          <a:xfrm>
            <a:off x="572704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29" name="01_find_only_1328">
            <a:extLst>
              <a:ext uri="{FF2B5EF4-FFF2-40B4-BE49-F238E27FC236}">
                <a16:creationId xmlns:a16="http://schemas.microsoft.com/office/drawing/2014/main" id="{B71BAEC6-AEF6-48FF-A9EC-526EB8E4DE88}"/>
              </a:ext>
            </a:extLst>
          </p:cNvPr>
          <p:cNvSpPr>
            <a:spLocks noGrp="1"/>
          </p:cNvSpPr>
          <p:nvPr/>
        </p:nvSpPr>
        <p:spPr>
          <a:xfrm>
            <a:off x="5669433" y="345219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30" name="01_find_only_1329">
            <a:extLst>
              <a:ext uri="{FF2B5EF4-FFF2-40B4-BE49-F238E27FC236}">
                <a16:creationId xmlns:a16="http://schemas.microsoft.com/office/drawing/2014/main" id="{EAE1E3CE-15AF-4570-B050-168EB29D9882}"/>
              </a:ext>
            </a:extLst>
          </p:cNvPr>
          <p:cNvSpPr>
            <a:spLocks noGrp="1"/>
          </p:cNvSpPr>
          <p:nvPr/>
        </p:nvSpPr>
        <p:spPr>
          <a:xfrm>
            <a:off x="5683811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31" name="01_find_only_1330">
            <a:extLst>
              <a:ext uri="{FF2B5EF4-FFF2-40B4-BE49-F238E27FC236}">
                <a16:creationId xmlns:a16="http://schemas.microsoft.com/office/drawing/2014/main" id="{3B884AA3-70A0-4247-B6E1-10EC45CA4496}"/>
              </a:ext>
            </a:extLst>
          </p:cNvPr>
          <p:cNvSpPr>
            <a:spLocks noGrp="1"/>
          </p:cNvSpPr>
          <p:nvPr/>
        </p:nvSpPr>
        <p:spPr>
          <a:xfrm>
            <a:off x="569012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32" name="01_find_only_1331">
            <a:extLst>
              <a:ext uri="{FF2B5EF4-FFF2-40B4-BE49-F238E27FC236}">
                <a16:creationId xmlns:a16="http://schemas.microsoft.com/office/drawing/2014/main" id="{4897DC53-2AE0-4400-894F-B8AD684B69DD}"/>
              </a:ext>
            </a:extLst>
          </p:cNvPr>
          <p:cNvSpPr>
            <a:spLocks noGrp="1"/>
          </p:cNvSpPr>
          <p:nvPr/>
        </p:nvSpPr>
        <p:spPr>
          <a:xfrm>
            <a:off x="566923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33" name="01_find_only_1332">
            <a:extLst>
              <a:ext uri="{FF2B5EF4-FFF2-40B4-BE49-F238E27FC236}">
                <a16:creationId xmlns:a16="http://schemas.microsoft.com/office/drawing/2014/main" id="{5437D693-2826-40DE-9D1D-4D15FDFCF6AA}"/>
              </a:ext>
            </a:extLst>
          </p:cNvPr>
          <p:cNvSpPr>
            <a:spLocks noGrp="1"/>
          </p:cNvSpPr>
          <p:nvPr/>
        </p:nvSpPr>
        <p:spPr>
          <a:xfrm>
            <a:off x="5668656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34" name="01_find_only_1333">
            <a:extLst>
              <a:ext uri="{FF2B5EF4-FFF2-40B4-BE49-F238E27FC236}">
                <a16:creationId xmlns:a16="http://schemas.microsoft.com/office/drawing/2014/main" id="{A8611F20-6B10-4270-A14A-B68076D94FD8}"/>
              </a:ext>
            </a:extLst>
          </p:cNvPr>
          <p:cNvSpPr>
            <a:spLocks noGrp="1"/>
          </p:cNvSpPr>
          <p:nvPr/>
        </p:nvSpPr>
        <p:spPr>
          <a:xfrm>
            <a:off x="568750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35" name="01_find_only_1334">
            <a:extLst>
              <a:ext uri="{FF2B5EF4-FFF2-40B4-BE49-F238E27FC236}">
                <a16:creationId xmlns:a16="http://schemas.microsoft.com/office/drawing/2014/main" id="{B07E03AE-B3B1-4F64-8EF8-C8DE20DE703E}"/>
              </a:ext>
            </a:extLst>
          </p:cNvPr>
          <p:cNvSpPr>
            <a:spLocks noGrp="1"/>
          </p:cNvSpPr>
          <p:nvPr/>
        </p:nvSpPr>
        <p:spPr>
          <a:xfrm>
            <a:off x="572413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36" name="01_find_only_1335">
            <a:extLst>
              <a:ext uri="{FF2B5EF4-FFF2-40B4-BE49-F238E27FC236}">
                <a16:creationId xmlns:a16="http://schemas.microsoft.com/office/drawing/2014/main" id="{FF831C73-661B-413F-A0BE-7A416275D32C}"/>
              </a:ext>
            </a:extLst>
          </p:cNvPr>
          <p:cNvSpPr>
            <a:spLocks noGrp="1"/>
          </p:cNvSpPr>
          <p:nvPr/>
        </p:nvSpPr>
        <p:spPr>
          <a:xfrm>
            <a:off x="568235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37" name="01_find_only_1336">
            <a:extLst>
              <a:ext uri="{FF2B5EF4-FFF2-40B4-BE49-F238E27FC236}">
                <a16:creationId xmlns:a16="http://schemas.microsoft.com/office/drawing/2014/main" id="{244DE95B-DE46-4E93-8EEF-0E10103B83E1}"/>
              </a:ext>
            </a:extLst>
          </p:cNvPr>
          <p:cNvSpPr>
            <a:spLocks noGrp="1"/>
          </p:cNvSpPr>
          <p:nvPr/>
        </p:nvSpPr>
        <p:spPr>
          <a:xfrm>
            <a:off x="571150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38" name="01_find_only_1337">
            <a:extLst>
              <a:ext uri="{FF2B5EF4-FFF2-40B4-BE49-F238E27FC236}">
                <a16:creationId xmlns:a16="http://schemas.microsoft.com/office/drawing/2014/main" id="{BFAD0DD3-EB05-4C8F-B722-4EF71B80F040}"/>
              </a:ext>
            </a:extLst>
          </p:cNvPr>
          <p:cNvSpPr>
            <a:spLocks noGrp="1"/>
          </p:cNvSpPr>
          <p:nvPr/>
        </p:nvSpPr>
        <p:spPr>
          <a:xfrm>
            <a:off x="570120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39" name="01_find_only_1338">
            <a:extLst>
              <a:ext uri="{FF2B5EF4-FFF2-40B4-BE49-F238E27FC236}">
                <a16:creationId xmlns:a16="http://schemas.microsoft.com/office/drawing/2014/main" id="{31B2A378-E539-4D60-AB96-DB669045DC55}"/>
              </a:ext>
            </a:extLst>
          </p:cNvPr>
          <p:cNvSpPr>
            <a:spLocks noGrp="1"/>
          </p:cNvSpPr>
          <p:nvPr/>
        </p:nvSpPr>
        <p:spPr>
          <a:xfrm>
            <a:off x="574938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40" name="01_find_only_1339">
            <a:extLst>
              <a:ext uri="{FF2B5EF4-FFF2-40B4-BE49-F238E27FC236}">
                <a16:creationId xmlns:a16="http://schemas.microsoft.com/office/drawing/2014/main" id="{341BA005-4E49-42AB-B5F7-E3FEA29134C1}"/>
              </a:ext>
            </a:extLst>
          </p:cNvPr>
          <p:cNvSpPr>
            <a:spLocks noGrp="1"/>
          </p:cNvSpPr>
          <p:nvPr/>
        </p:nvSpPr>
        <p:spPr>
          <a:xfrm>
            <a:off x="5691584" y="41530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41" name="01_find_only_1340">
            <a:extLst>
              <a:ext uri="{FF2B5EF4-FFF2-40B4-BE49-F238E27FC236}">
                <a16:creationId xmlns:a16="http://schemas.microsoft.com/office/drawing/2014/main" id="{16AB33F2-51C2-4B1C-BE9E-93DCEB4A4C70}"/>
              </a:ext>
            </a:extLst>
          </p:cNvPr>
          <p:cNvSpPr>
            <a:spLocks noGrp="1"/>
          </p:cNvSpPr>
          <p:nvPr/>
        </p:nvSpPr>
        <p:spPr>
          <a:xfrm>
            <a:off x="5731513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42" name="01_find_only_1341">
            <a:extLst>
              <a:ext uri="{FF2B5EF4-FFF2-40B4-BE49-F238E27FC236}">
                <a16:creationId xmlns:a16="http://schemas.microsoft.com/office/drawing/2014/main" id="{C265FC63-EF53-422F-BEEF-EA2F32600834}"/>
              </a:ext>
            </a:extLst>
          </p:cNvPr>
          <p:cNvSpPr>
            <a:spLocks noGrp="1"/>
          </p:cNvSpPr>
          <p:nvPr/>
        </p:nvSpPr>
        <p:spPr>
          <a:xfrm>
            <a:off x="573394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43" name="01_find_only_1342">
            <a:extLst>
              <a:ext uri="{FF2B5EF4-FFF2-40B4-BE49-F238E27FC236}">
                <a16:creationId xmlns:a16="http://schemas.microsoft.com/office/drawing/2014/main" id="{280373C9-7A35-4EEE-BA90-01A802D2EF5D}"/>
              </a:ext>
            </a:extLst>
          </p:cNvPr>
          <p:cNvSpPr>
            <a:spLocks noGrp="1"/>
          </p:cNvSpPr>
          <p:nvPr/>
        </p:nvSpPr>
        <p:spPr>
          <a:xfrm>
            <a:off x="5668948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44" name="01_find_only_1343">
            <a:extLst>
              <a:ext uri="{FF2B5EF4-FFF2-40B4-BE49-F238E27FC236}">
                <a16:creationId xmlns:a16="http://schemas.microsoft.com/office/drawing/2014/main" id="{E28D1952-F929-41AB-AAD7-8425A52218E6}"/>
              </a:ext>
            </a:extLst>
          </p:cNvPr>
          <p:cNvSpPr>
            <a:spLocks noGrp="1"/>
          </p:cNvSpPr>
          <p:nvPr/>
        </p:nvSpPr>
        <p:spPr>
          <a:xfrm>
            <a:off x="574812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45" name="01_find_only_1344">
            <a:extLst>
              <a:ext uri="{FF2B5EF4-FFF2-40B4-BE49-F238E27FC236}">
                <a16:creationId xmlns:a16="http://schemas.microsoft.com/office/drawing/2014/main" id="{C40F18B3-F07D-4EB8-945F-5305DAEDF919}"/>
              </a:ext>
            </a:extLst>
          </p:cNvPr>
          <p:cNvSpPr>
            <a:spLocks noGrp="1"/>
          </p:cNvSpPr>
          <p:nvPr/>
        </p:nvSpPr>
        <p:spPr>
          <a:xfrm>
            <a:off x="566661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46" name="01_find_only_1345">
            <a:extLst>
              <a:ext uri="{FF2B5EF4-FFF2-40B4-BE49-F238E27FC236}">
                <a16:creationId xmlns:a16="http://schemas.microsoft.com/office/drawing/2014/main" id="{BF3078B3-ACD8-45A7-A9A8-E3AE8EC6F309}"/>
              </a:ext>
            </a:extLst>
          </p:cNvPr>
          <p:cNvSpPr>
            <a:spLocks noGrp="1"/>
          </p:cNvSpPr>
          <p:nvPr/>
        </p:nvSpPr>
        <p:spPr>
          <a:xfrm>
            <a:off x="5747931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47" name="01_find_only_1346">
            <a:extLst>
              <a:ext uri="{FF2B5EF4-FFF2-40B4-BE49-F238E27FC236}">
                <a16:creationId xmlns:a16="http://schemas.microsoft.com/office/drawing/2014/main" id="{0BA55F54-9D59-4072-86EA-B98F0F1B22D2}"/>
              </a:ext>
            </a:extLst>
          </p:cNvPr>
          <p:cNvSpPr>
            <a:spLocks noGrp="1"/>
          </p:cNvSpPr>
          <p:nvPr/>
        </p:nvSpPr>
        <p:spPr>
          <a:xfrm>
            <a:off x="575735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48" name="01_find_only_1347">
            <a:extLst>
              <a:ext uri="{FF2B5EF4-FFF2-40B4-BE49-F238E27FC236}">
                <a16:creationId xmlns:a16="http://schemas.microsoft.com/office/drawing/2014/main" id="{A1C1954B-E6AD-4BEA-8605-49A908BD74DB}"/>
              </a:ext>
            </a:extLst>
          </p:cNvPr>
          <p:cNvSpPr>
            <a:spLocks noGrp="1"/>
          </p:cNvSpPr>
          <p:nvPr/>
        </p:nvSpPr>
        <p:spPr>
          <a:xfrm>
            <a:off x="572471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49" name="01_find_only_1348">
            <a:extLst>
              <a:ext uri="{FF2B5EF4-FFF2-40B4-BE49-F238E27FC236}">
                <a16:creationId xmlns:a16="http://schemas.microsoft.com/office/drawing/2014/main" id="{77F2E192-75C5-40CF-B657-699216EA2AEF}"/>
              </a:ext>
            </a:extLst>
          </p:cNvPr>
          <p:cNvSpPr>
            <a:spLocks noGrp="1"/>
          </p:cNvSpPr>
          <p:nvPr/>
        </p:nvSpPr>
        <p:spPr>
          <a:xfrm>
            <a:off x="569556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50" name="01_find_only_1349">
            <a:extLst>
              <a:ext uri="{FF2B5EF4-FFF2-40B4-BE49-F238E27FC236}">
                <a16:creationId xmlns:a16="http://schemas.microsoft.com/office/drawing/2014/main" id="{1E7402CA-BC04-475F-8A78-F8D8ED621400}"/>
              </a:ext>
            </a:extLst>
          </p:cNvPr>
          <p:cNvSpPr>
            <a:spLocks noGrp="1"/>
          </p:cNvSpPr>
          <p:nvPr/>
        </p:nvSpPr>
        <p:spPr>
          <a:xfrm>
            <a:off x="573627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51" name="01_find_only_1350">
            <a:extLst>
              <a:ext uri="{FF2B5EF4-FFF2-40B4-BE49-F238E27FC236}">
                <a16:creationId xmlns:a16="http://schemas.microsoft.com/office/drawing/2014/main" id="{236D1476-2ECD-455C-BDFB-E390863AE97D}"/>
              </a:ext>
            </a:extLst>
          </p:cNvPr>
          <p:cNvSpPr>
            <a:spLocks noGrp="1"/>
          </p:cNvSpPr>
          <p:nvPr/>
        </p:nvSpPr>
        <p:spPr>
          <a:xfrm>
            <a:off x="568682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52" name="01_find_only_1351">
            <a:extLst>
              <a:ext uri="{FF2B5EF4-FFF2-40B4-BE49-F238E27FC236}">
                <a16:creationId xmlns:a16="http://schemas.microsoft.com/office/drawing/2014/main" id="{7DB31407-85CC-47EC-98AF-BADE99245AB9}"/>
              </a:ext>
            </a:extLst>
          </p:cNvPr>
          <p:cNvSpPr>
            <a:spLocks noGrp="1"/>
          </p:cNvSpPr>
          <p:nvPr/>
        </p:nvSpPr>
        <p:spPr>
          <a:xfrm>
            <a:off x="571179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53" name="01_find_only_1352">
            <a:extLst>
              <a:ext uri="{FF2B5EF4-FFF2-40B4-BE49-F238E27FC236}">
                <a16:creationId xmlns:a16="http://schemas.microsoft.com/office/drawing/2014/main" id="{0D590ED9-BE00-4D96-B6F0-6E5AB9C8F8B4}"/>
              </a:ext>
            </a:extLst>
          </p:cNvPr>
          <p:cNvSpPr>
            <a:spLocks noGrp="1"/>
          </p:cNvSpPr>
          <p:nvPr/>
        </p:nvSpPr>
        <p:spPr>
          <a:xfrm>
            <a:off x="571179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54" name="01_find_only_1353">
            <a:extLst>
              <a:ext uri="{FF2B5EF4-FFF2-40B4-BE49-F238E27FC236}">
                <a16:creationId xmlns:a16="http://schemas.microsoft.com/office/drawing/2014/main" id="{AED96A5E-6597-4702-B94D-6B6F32D95FFF}"/>
              </a:ext>
            </a:extLst>
          </p:cNvPr>
          <p:cNvSpPr>
            <a:spLocks noGrp="1"/>
          </p:cNvSpPr>
          <p:nvPr/>
        </p:nvSpPr>
        <p:spPr>
          <a:xfrm>
            <a:off x="5682646" y="309289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55" name="01_find_only_1354">
            <a:extLst>
              <a:ext uri="{FF2B5EF4-FFF2-40B4-BE49-F238E27FC236}">
                <a16:creationId xmlns:a16="http://schemas.microsoft.com/office/drawing/2014/main" id="{B9D85F62-D461-4ED4-852A-0DDC9F51EEC7}"/>
              </a:ext>
            </a:extLst>
          </p:cNvPr>
          <p:cNvSpPr>
            <a:spLocks noGrp="1"/>
          </p:cNvSpPr>
          <p:nvPr/>
        </p:nvSpPr>
        <p:spPr>
          <a:xfrm>
            <a:off x="575036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56" name="01_find_only_1355">
            <a:extLst>
              <a:ext uri="{FF2B5EF4-FFF2-40B4-BE49-F238E27FC236}">
                <a16:creationId xmlns:a16="http://schemas.microsoft.com/office/drawing/2014/main" id="{6BCAF62E-8A99-4AF8-AB92-B4A42C679744}"/>
              </a:ext>
            </a:extLst>
          </p:cNvPr>
          <p:cNvSpPr>
            <a:spLocks noGrp="1"/>
          </p:cNvSpPr>
          <p:nvPr/>
        </p:nvSpPr>
        <p:spPr>
          <a:xfrm>
            <a:off x="569721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57" name="01_find_only_1356">
            <a:extLst>
              <a:ext uri="{FF2B5EF4-FFF2-40B4-BE49-F238E27FC236}">
                <a16:creationId xmlns:a16="http://schemas.microsoft.com/office/drawing/2014/main" id="{4E0EB5D1-F6E6-4E18-B7C8-BA20BCC58538}"/>
              </a:ext>
            </a:extLst>
          </p:cNvPr>
          <p:cNvSpPr>
            <a:spLocks noGrp="1"/>
          </p:cNvSpPr>
          <p:nvPr/>
        </p:nvSpPr>
        <p:spPr>
          <a:xfrm>
            <a:off x="5706642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58" name="01_find_only_1357">
            <a:extLst>
              <a:ext uri="{FF2B5EF4-FFF2-40B4-BE49-F238E27FC236}">
                <a16:creationId xmlns:a16="http://schemas.microsoft.com/office/drawing/2014/main" id="{FB1A0D81-EC23-4429-B75D-B34AA48A034F}"/>
              </a:ext>
            </a:extLst>
          </p:cNvPr>
          <p:cNvSpPr>
            <a:spLocks noGrp="1"/>
          </p:cNvSpPr>
          <p:nvPr/>
        </p:nvSpPr>
        <p:spPr>
          <a:xfrm>
            <a:off x="575968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59" name="01_find_only_1358">
            <a:extLst>
              <a:ext uri="{FF2B5EF4-FFF2-40B4-BE49-F238E27FC236}">
                <a16:creationId xmlns:a16="http://schemas.microsoft.com/office/drawing/2014/main" id="{ECB1577B-0629-4A33-BA8C-2932C14DBDD9}"/>
              </a:ext>
            </a:extLst>
          </p:cNvPr>
          <p:cNvSpPr>
            <a:spLocks noGrp="1"/>
          </p:cNvSpPr>
          <p:nvPr/>
        </p:nvSpPr>
        <p:spPr>
          <a:xfrm>
            <a:off x="573054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60" name="01_find_only_1359">
            <a:extLst>
              <a:ext uri="{FF2B5EF4-FFF2-40B4-BE49-F238E27FC236}">
                <a16:creationId xmlns:a16="http://schemas.microsoft.com/office/drawing/2014/main" id="{B97F5889-589B-40CB-AC29-214D7E3B22AD}"/>
              </a:ext>
            </a:extLst>
          </p:cNvPr>
          <p:cNvSpPr>
            <a:spLocks noGrp="1"/>
          </p:cNvSpPr>
          <p:nvPr/>
        </p:nvSpPr>
        <p:spPr>
          <a:xfrm>
            <a:off x="5756189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61" name="01_find_only_1360">
            <a:extLst>
              <a:ext uri="{FF2B5EF4-FFF2-40B4-BE49-F238E27FC236}">
                <a16:creationId xmlns:a16="http://schemas.microsoft.com/office/drawing/2014/main" id="{B4EA57A9-DDF1-4C6D-95DF-B02AEDCE49F6}"/>
              </a:ext>
            </a:extLst>
          </p:cNvPr>
          <p:cNvSpPr>
            <a:spLocks noGrp="1"/>
          </p:cNvSpPr>
          <p:nvPr/>
        </p:nvSpPr>
        <p:spPr>
          <a:xfrm>
            <a:off x="567030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62" name="01_find_only_1361">
            <a:extLst>
              <a:ext uri="{FF2B5EF4-FFF2-40B4-BE49-F238E27FC236}">
                <a16:creationId xmlns:a16="http://schemas.microsoft.com/office/drawing/2014/main" id="{C943739C-4994-4EF8-9F00-74520B9B5397}"/>
              </a:ext>
            </a:extLst>
          </p:cNvPr>
          <p:cNvSpPr>
            <a:spLocks noGrp="1"/>
          </p:cNvSpPr>
          <p:nvPr/>
        </p:nvSpPr>
        <p:spPr>
          <a:xfrm>
            <a:off x="574900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63" name="01_find_only_1362">
            <a:extLst>
              <a:ext uri="{FF2B5EF4-FFF2-40B4-BE49-F238E27FC236}">
                <a16:creationId xmlns:a16="http://schemas.microsoft.com/office/drawing/2014/main" id="{029A4C5E-7384-4490-9F5A-FDA7CE156B72}"/>
              </a:ext>
            </a:extLst>
          </p:cNvPr>
          <p:cNvSpPr>
            <a:spLocks noGrp="1"/>
          </p:cNvSpPr>
          <p:nvPr/>
        </p:nvSpPr>
        <p:spPr>
          <a:xfrm>
            <a:off x="5736176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64" name="01_find_only_1363">
            <a:extLst>
              <a:ext uri="{FF2B5EF4-FFF2-40B4-BE49-F238E27FC236}">
                <a16:creationId xmlns:a16="http://schemas.microsoft.com/office/drawing/2014/main" id="{B232E04A-BE7C-43E6-916F-88F2C91A846E}"/>
              </a:ext>
            </a:extLst>
          </p:cNvPr>
          <p:cNvSpPr>
            <a:spLocks noGrp="1"/>
          </p:cNvSpPr>
          <p:nvPr/>
        </p:nvSpPr>
        <p:spPr>
          <a:xfrm>
            <a:off x="570265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65" name="01_find_only_1364">
            <a:extLst>
              <a:ext uri="{FF2B5EF4-FFF2-40B4-BE49-F238E27FC236}">
                <a16:creationId xmlns:a16="http://schemas.microsoft.com/office/drawing/2014/main" id="{CAF158DB-9313-4A73-BCAD-1FA8E24E8557}"/>
              </a:ext>
            </a:extLst>
          </p:cNvPr>
          <p:cNvSpPr>
            <a:spLocks noGrp="1"/>
          </p:cNvSpPr>
          <p:nvPr/>
        </p:nvSpPr>
        <p:spPr>
          <a:xfrm>
            <a:off x="5739965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66" name="01_find_only_1365">
            <a:extLst>
              <a:ext uri="{FF2B5EF4-FFF2-40B4-BE49-F238E27FC236}">
                <a16:creationId xmlns:a16="http://schemas.microsoft.com/office/drawing/2014/main" id="{241394CC-8146-4178-9441-19F2B56DD3CA}"/>
              </a:ext>
            </a:extLst>
          </p:cNvPr>
          <p:cNvSpPr>
            <a:spLocks noGrp="1"/>
          </p:cNvSpPr>
          <p:nvPr/>
        </p:nvSpPr>
        <p:spPr>
          <a:xfrm>
            <a:off x="576017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67" name="01_find_only_1366">
            <a:extLst>
              <a:ext uri="{FF2B5EF4-FFF2-40B4-BE49-F238E27FC236}">
                <a16:creationId xmlns:a16="http://schemas.microsoft.com/office/drawing/2014/main" id="{AD8DDF93-8DA5-43FD-9B65-529F98707ADA}"/>
              </a:ext>
            </a:extLst>
          </p:cNvPr>
          <p:cNvSpPr>
            <a:spLocks noGrp="1"/>
          </p:cNvSpPr>
          <p:nvPr/>
        </p:nvSpPr>
        <p:spPr>
          <a:xfrm>
            <a:off x="572976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68" name="01_find_only_1367">
            <a:extLst>
              <a:ext uri="{FF2B5EF4-FFF2-40B4-BE49-F238E27FC236}">
                <a16:creationId xmlns:a16="http://schemas.microsoft.com/office/drawing/2014/main" id="{35896856-7E17-4ED8-8245-1B3A60C7437F}"/>
              </a:ext>
            </a:extLst>
          </p:cNvPr>
          <p:cNvSpPr>
            <a:spLocks noGrp="1"/>
          </p:cNvSpPr>
          <p:nvPr/>
        </p:nvSpPr>
        <p:spPr>
          <a:xfrm>
            <a:off x="573724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69" name="01_find_only_1368">
            <a:extLst>
              <a:ext uri="{FF2B5EF4-FFF2-40B4-BE49-F238E27FC236}">
                <a16:creationId xmlns:a16="http://schemas.microsoft.com/office/drawing/2014/main" id="{43E8FC3C-0BAE-41AD-8E29-047CCEFD5B8A}"/>
              </a:ext>
            </a:extLst>
          </p:cNvPr>
          <p:cNvSpPr>
            <a:spLocks noGrp="1"/>
          </p:cNvSpPr>
          <p:nvPr/>
        </p:nvSpPr>
        <p:spPr>
          <a:xfrm>
            <a:off x="5736371" y="391292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70" name="01_find_only_1369">
            <a:extLst>
              <a:ext uri="{FF2B5EF4-FFF2-40B4-BE49-F238E27FC236}">
                <a16:creationId xmlns:a16="http://schemas.microsoft.com/office/drawing/2014/main" id="{2D6B7B06-5844-4E68-9A28-57EE8035E486}"/>
              </a:ext>
            </a:extLst>
          </p:cNvPr>
          <p:cNvSpPr>
            <a:spLocks noGrp="1"/>
          </p:cNvSpPr>
          <p:nvPr/>
        </p:nvSpPr>
        <p:spPr>
          <a:xfrm>
            <a:off x="5720827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71" name="01_find_only_1370">
            <a:extLst>
              <a:ext uri="{FF2B5EF4-FFF2-40B4-BE49-F238E27FC236}">
                <a16:creationId xmlns:a16="http://schemas.microsoft.com/office/drawing/2014/main" id="{A64136C3-11EE-4529-A7FC-58D3128DA31F}"/>
              </a:ext>
            </a:extLst>
          </p:cNvPr>
          <p:cNvSpPr>
            <a:spLocks noGrp="1"/>
          </p:cNvSpPr>
          <p:nvPr/>
        </p:nvSpPr>
        <p:spPr>
          <a:xfrm>
            <a:off x="5693721" y="37478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72" name="01_find_only_1371">
            <a:extLst>
              <a:ext uri="{FF2B5EF4-FFF2-40B4-BE49-F238E27FC236}">
                <a16:creationId xmlns:a16="http://schemas.microsoft.com/office/drawing/2014/main" id="{3AFC42DD-BF98-479D-99B0-35A2E16DDA2D}"/>
              </a:ext>
            </a:extLst>
          </p:cNvPr>
          <p:cNvSpPr>
            <a:spLocks noGrp="1"/>
          </p:cNvSpPr>
          <p:nvPr/>
        </p:nvSpPr>
        <p:spPr>
          <a:xfrm>
            <a:off x="5753372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73" name="01_find_only_1372">
            <a:extLst>
              <a:ext uri="{FF2B5EF4-FFF2-40B4-BE49-F238E27FC236}">
                <a16:creationId xmlns:a16="http://schemas.microsoft.com/office/drawing/2014/main" id="{EB3AD9D4-BAE2-4EB0-A7A0-E1CB18B9A871}"/>
              </a:ext>
            </a:extLst>
          </p:cNvPr>
          <p:cNvSpPr>
            <a:spLocks noGrp="1"/>
          </p:cNvSpPr>
          <p:nvPr/>
        </p:nvSpPr>
        <p:spPr>
          <a:xfrm>
            <a:off x="568342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74" name="01_find_only_1373">
            <a:extLst>
              <a:ext uri="{FF2B5EF4-FFF2-40B4-BE49-F238E27FC236}">
                <a16:creationId xmlns:a16="http://schemas.microsoft.com/office/drawing/2014/main" id="{DD8332EB-6158-46BE-A7C7-1188C80570F1}"/>
              </a:ext>
            </a:extLst>
          </p:cNvPr>
          <p:cNvSpPr>
            <a:spLocks noGrp="1"/>
          </p:cNvSpPr>
          <p:nvPr/>
        </p:nvSpPr>
        <p:spPr>
          <a:xfrm>
            <a:off x="568264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75" name="01_find_only_1374">
            <a:extLst>
              <a:ext uri="{FF2B5EF4-FFF2-40B4-BE49-F238E27FC236}">
                <a16:creationId xmlns:a16="http://schemas.microsoft.com/office/drawing/2014/main" id="{D6CA5030-6634-4465-A39E-04E872BA6299}"/>
              </a:ext>
            </a:extLst>
          </p:cNvPr>
          <p:cNvSpPr>
            <a:spLocks noGrp="1"/>
          </p:cNvSpPr>
          <p:nvPr/>
        </p:nvSpPr>
        <p:spPr>
          <a:xfrm>
            <a:off x="568701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76" name="01_find_only_1375">
            <a:extLst>
              <a:ext uri="{FF2B5EF4-FFF2-40B4-BE49-F238E27FC236}">
                <a16:creationId xmlns:a16="http://schemas.microsoft.com/office/drawing/2014/main" id="{A578992C-00B2-4C78-AB65-6C4C88D18465}"/>
              </a:ext>
            </a:extLst>
          </p:cNvPr>
          <p:cNvSpPr>
            <a:spLocks noGrp="1"/>
          </p:cNvSpPr>
          <p:nvPr/>
        </p:nvSpPr>
        <p:spPr>
          <a:xfrm>
            <a:off x="5754732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77" name="01_find_only_1376">
            <a:extLst>
              <a:ext uri="{FF2B5EF4-FFF2-40B4-BE49-F238E27FC236}">
                <a16:creationId xmlns:a16="http://schemas.microsoft.com/office/drawing/2014/main" id="{889FAF86-774F-4212-B23B-646D5DE3F2DB}"/>
              </a:ext>
            </a:extLst>
          </p:cNvPr>
          <p:cNvSpPr>
            <a:spLocks noGrp="1"/>
          </p:cNvSpPr>
          <p:nvPr/>
        </p:nvSpPr>
        <p:spPr>
          <a:xfrm>
            <a:off x="5744434" y="37031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78" name="01_find_only_1377">
            <a:extLst>
              <a:ext uri="{FF2B5EF4-FFF2-40B4-BE49-F238E27FC236}">
                <a16:creationId xmlns:a16="http://schemas.microsoft.com/office/drawing/2014/main" id="{265DF77A-EA8D-4938-8E2E-B93B3C4FC636}"/>
              </a:ext>
            </a:extLst>
          </p:cNvPr>
          <p:cNvSpPr>
            <a:spLocks noGrp="1"/>
          </p:cNvSpPr>
          <p:nvPr/>
        </p:nvSpPr>
        <p:spPr>
          <a:xfrm>
            <a:off x="5748612" y="30518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79" name="01_find_only_1378">
            <a:extLst>
              <a:ext uri="{FF2B5EF4-FFF2-40B4-BE49-F238E27FC236}">
                <a16:creationId xmlns:a16="http://schemas.microsoft.com/office/drawing/2014/main" id="{924EB11E-56A8-4FC7-9A46-25BD7349FDFA}"/>
              </a:ext>
            </a:extLst>
          </p:cNvPr>
          <p:cNvSpPr>
            <a:spLocks noGrp="1"/>
          </p:cNvSpPr>
          <p:nvPr/>
        </p:nvSpPr>
        <p:spPr>
          <a:xfrm>
            <a:off x="573656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80" name="01_find_only_1379">
            <a:extLst>
              <a:ext uri="{FF2B5EF4-FFF2-40B4-BE49-F238E27FC236}">
                <a16:creationId xmlns:a16="http://schemas.microsoft.com/office/drawing/2014/main" id="{D598D318-E9EA-415A-9CEF-15A1AF96436F}"/>
              </a:ext>
            </a:extLst>
          </p:cNvPr>
          <p:cNvSpPr>
            <a:spLocks noGrp="1"/>
          </p:cNvSpPr>
          <p:nvPr/>
        </p:nvSpPr>
        <p:spPr>
          <a:xfrm>
            <a:off x="574404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81" name="01_find_only_1380">
            <a:extLst>
              <a:ext uri="{FF2B5EF4-FFF2-40B4-BE49-F238E27FC236}">
                <a16:creationId xmlns:a16="http://schemas.microsoft.com/office/drawing/2014/main" id="{E6765037-1BA6-4986-82CB-7DEFE3993A7C}"/>
              </a:ext>
            </a:extLst>
          </p:cNvPr>
          <p:cNvSpPr>
            <a:spLocks noGrp="1"/>
          </p:cNvSpPr>
          <p:nvPr/>
        </p:nvSpPr>
        <p:spPr>
          <a:xfrm>
            <a:off x="575240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82" name="01_find_only_1381">
            <a:extLst>
              <a:ext uri="{FF2B5EF4-FFF2-40B4-BE49-F238E27FC236}">
                <a16:creationId xmlns:a16="http://schemas.microsoft.com/office/drawing/2014/main" id="{04E25B89-A662-4F88-A5EB-625B8805E02E}"/>
              </a:ext>
            </a:extLst>
          </p:cNvPr>
          <p:cNvSpPr>
            <a:spLocks noGrp="1"/>
          </p:cNvSpPr>
          <p:nvPr/>
        </p:nvSpPr>
        <p:spPr>
          <a:xfrm>
            <a:off x="568109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83" name="01_find_only_1382">
            <a:extLst>
              <a:ext uri="{FF2B5EF4-FFF2-40B4-BE49-F238E27FC236}">
                <a16:creationId xmlns:a16="http://schemas.microsoft.com/office/drawing/2014/main" id="{0D16BDD9-48EB-492C-9401-43B06D8D2793}"/>
              </a:ext>
            </a:extLst>
          </p:cNvPr>
          <p:cNvSpPr>
            <a:spLocks noGrp="1"/>
          </p:cNvSpPr>
          <p:nvPr/>
        </p:nvSpPr>
        <p:spPr>
          <a:xfrm>
            <a:off x="568876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84" name="01_find_only_1383">
            <a:extLst>
              <a:ext uri="{FF2B5EF4-FFF2-40B4-BE49-F238E27FC236}">
                <a16:creationId xmlns:a16="http://schemas.microsoft.com/office/drawing/2014/main" id="{E7F3866F-1D93-4DC8-9341-C0F0E3D7C71A}"/>
              </a:ext>
            </a:extLst>
          </p:cNvPr>
          <p:cNvSpPr>
            <a:spLocks noGrp="1"/>
          </p:cNvSpPr>
          <p:nvPr/>
        </p:nvSpPr>
        <p:spPr>
          <a:xfrm>
            <a:off x="5734913" y="365350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85" name="01_find_only_1384">
            <a:extLst>
              <a:ext uri="{FF2B5EF4-FFF2-40B4-BE49-F238E27FC236}">
                <a16:creationId xmlns:a16="http://schemas.microsoft.com/office/drawing/2014/main" id="{32C78615-4CF0-401B-84C4-5D3165427F65}"/>
              </a:ext>
            </a:extLst>
          </p:cNvPr>
          <p:cNvSpPr>
            <a:spLocks noGrp="1"/>
          </p:cNvSpPr>
          <p:nvPr/>
        </p:nvSpPr>
        <p:spPr>
          <a:xfrm>
            <a:off x="568604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86" name="01_find_only_1385">
            <a:extLst>
              <a:ext uri="{FF2B5EF4-FFF2-40B4-BE49-F238E27FC236}">
                <a16:creationId xmlns:a16="http://schemas.microsoft.com/office/drawing/2014/main" id="{0F38565E-5B8D-43AD-A74E-3E2C2D0712BB}"/>
              </a:ext>
            </a:extLst>
          </p:cNvPr>
          <p:cNvSpPr>
            <a:spLocks noGrp="1"/>
          </p:cNvSpPr>
          <p:nvPr/>
        </p:nvSpPr>
        <p:spPr>
          <a:xfrm>
            <a:off x="5695470" y="337633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87" name="01_find_only_1386">
            <a:extLst>
              <a:ext uri="{FF2B5EF4-FFF2-40B4-BE49-F238E27FC236}">
                <a16:creationId xmlns:a16="http://schemas.microsoft.com/office/drawing/2014/main" id="{930FFD39-0AC5-46B2-A0C4-F04D40691E91}"/>
              </a:ext>
            </a:extLst>
          </p:cNvPr>
          <p:cNvSpPr>
            <a:spLocks noGrp="1"/>
          </p:cNvSpPr>
          <p:nvPr/>
        </p:nvSpPr>
        <p:spPr>
          <a:xfrm>
            <a:off x="567953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88" name="01_find_only_1387">
            <a:extLst>
              <a:ext uri="{FF2B5EF4-FFF2-40B4-BE49-F238E27FC236}">
                <a16:creationId xmlns:a16="http://schemas.microsoft.com/office/drawing/2014/main" id="{7C923442-CBF2-47AF-BE72-48EF126D1DD9}"/>
              </a:ext>
            </a:extLst>
          </p:cNvPr>
          <p:cNvSpPr>
            <a:spLocks noGrp="1"/>
          </p:cNvSpPr>
          <p:nvPr/>
        </p:nvSpPr>
        <p:spPr>
          <a:xfrm>
            <a:off x="5689835" y="379632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89" name="01_find_only_1388">
            <a:extLst>
              <a:ext uri="{FF2B5EF4-FFF2-40B4-BE49-F238E27FC236}">
                <a16:creationId xmlns:a16="http://schemas.microsoft.com/office/drawing/2014/main" id="{822583FE-29F3-43AE-BA6D-C5629A69B02C}"/>
              </a:ext>
            </a:extLst>
          </p:cNvPr>
          <p:cNvSpPr>
            <a:spLocks noGrp="1"/>
          </p:cNvSpPr>
          <p:nvPr/>
        </p:nvSpPr>
        <p:spPr>
          <a:xfrm>
            <a:off x="5693624" y="38309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90" name="01_find_only_1389">
            <a:extLst>
              <a:ext uri="{FF2B5EF4-FFF2-40B4-BE49-F238E27FC236}">
                <a16:creationId xmlns:a16="http://schemas.microsoft.com/office/drawing/2014/main" id="{F91E993D-62BD-4492-B915-1C2FA44E5413}"/>
              </a:ext>
            </a:extLst>
          </p:cNvPr>
          <p:cNvSpPr>
            <a:spLocks noGrp="1"/>
          </p:cNvSpPr>
          <p:nvPr/>
        </p:nvSpPr>
        <p:spPr>
          <a:xfrm>
            <a:off x="5753955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91" name="01_find_only_1390">
            <a:extLst>
              <a:ext uri="{FF2B5EF4-FFF2-40B4-BE49-F238E27FC236}">
                <a16:creationId xmlns:a16="http://schemas.microsoft.com/office/drawing/2014/main" id="{F4406F7A-CA30-4724-AC9B-8918BD3458D9}"/>
              </a:ext>
            </a:extLst>
          </p:cNvPr>
          <p:cNvSpPr>
            <a:spLocks noGrp="1"/>
          </p:cNvSpPr>
          <p:nvPr/>
        </p:nvSpPr>
        <p:spPr>
          <a:xfrm>
            <a:off x="571276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92" name="01_find_only_1391">
            <a:extLst>
              <a:ext uri="{FF2B5EF4-FFF2-40B4-BE49-F238E27FC236}">
                <a16:creationId xmlns:a16="http://schemas.microsoft.com/office/drawing/2014/main" id="{493C250A-7375-4366-B3CA-ED6E593AD9EF}"/>
              </a:ext>
            </a:extLst>
          </p:cNvPr>
          <p:cNvSpPr>
            <a:spLocks noGrp="1"/>
          </p:cNvSpPr>
          <p:nvPr/>
        </p:nvSpPr>
        <p:spPr>
          <a:xfrm>
            <a:off x="5681092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93" name="01_find_only_1392">
            <a:extLst>
              <a:ext uri="{FF2B5EF4-FFF2-40B4-BE49-F238E27FC236}">
                <a16:creationId xmlns:a16="http://schemas.microsoft.com/office/drawing/2014/main" id="{494A5D99-1565-476D-AB99-A3E1FA33595B}"/>
              </a:ext>
            </a:extLst>
          </p:cNvPr>
          <p:cNvSpPr>
            <a:spLocks noGrp="1"/>
          </p:cNvSpPr>
          <p:nvPr/>
        </p:nvSpPr>
        <p:spPr>
          <a:xfrm>
            <a:off x="5695178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94" name="01_find_only_1393">
            <a:extLst>
              <a:ext uri="{FF2B5EF4-FFF2-40B4-BE49-F238E27FC236}">
                <a16:creationId xmlns:a16="http://schemas.microsoft.com/office/drawing/2014/main" id="{360AC5B3-CA43-4CCD-BD6C-57186DEA998C}"/>
              </a:ext>
            </a:extLst>
          </p:cNvPr>
          <p:cNvSpPr>
            <a:spLocks noGrp="1"/>
          </p:cNvSpPr>
          <p:nvPr/>
        </p:nvSpPr>
        <p:spPr>
          <a:xfrm>
            <a:off x="5748903" y="38124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95" name="01_find_only_1394">
            <a:extLst>
              <a:ext uri="{FF2B5EF4-FFF2-40B4-BE49-F238E27FC236}">
                <a16:creationId xmlns:a16="http://schemas.microsoft.com/office/drawing/2014/main" id="{C15B4A72-9F60-43FA-A2B9-2DD66B566BD4}"/>
              </a:ext>
            </a:extLst>
          </p:cNvPr>
          <p:cNvSpPr>
            <a:spLocks noGrp="1"/>
          </p:cNvSpPr>
          <p:nvPr/>
        </p:nvSpPr>
        <p:spPr>
          <a:xfrm>
            <a:off x="5730542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96" name="01_find_only_1395">
            <a:extLst>
              <a:ext uri="{FF2B5EF4-FFF2-40B4-BE49-F238E27FC236}">
                <a16:creationId xmlns:a16="http://schemas.microsoft.com/office/drawing/2014/main" id="{A9B78432-7155-466D-BBD3-A49042374437}"/>
              </a:ext>
            </a:extLst>
          </p:cNvPr>
          <p:cNvSpPr>
            <a:spLocks noGrp="1"/>
          </p:cNvSpPr>
          <p:nvPr/>
        </p:nvSpPr>
        <p:spPr>
          <a:xfrm>
            <a:off x="5748514" y="36259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97" name="01_find_only_1396">
            <a:extLst>
              <a:ext uri="{FF2B5EF4-FFF2-40B4-BE49-F238E27FC236}">
                <a16:creationId xmlns:a16="http://schemas.microsoft.com/office/drawing/2014/main" id="{A365EA64-6E2C-414B-BD5D-DC9B64D50D56}"/>
              </a:ext>
            </a:extLst>
          </p:cNvPr>
          <p:cNvSpPr>
            <a:spLocks noGrp="1"/>
          </p:cNvSpPr>
          <p:nvPr/>
        </p:nvSpPr>
        <p:spPr>
          <a:xfrm>
            <a:off x="5687018" y="320643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98" name="01_find_only_1397">
            <a:extLst>
              <a:ext uri="{FF2B5EF4-FFF2-40B4-BE49-F238E27FC236}">
                <a16:creationId xmlns:a16="http://schemas.microsoft.com/office/drawing/2014/main" id="{5F7F9516-8778-4E9B-922F-1E12E7A82EF4}"/>
              </a:ext>
            </a:extLst>
          </p:cNvPr>
          <p:cNvSpPr>
            <a:spLocks noGrp="1"/>
          </p:cNvSpPr>
          <p:nvPr/>
        </p:nvSpPr>
        <p:spPr>
          <a:xfrm>
            <a:off x="5705282" y="34873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399" name="01_find_only_1398">
            <a:extLst>
              <a:ext uri="{FF2B5EF4-FFF2-40B4-BE49-F238E27FC236}">
                <a16:creationId xmlns:a16="http://schemas.microsoft.com/office/drawing/2014/main" id="{6A242B45-F2C4-4671-99F0-186968331515}"/>
              </a:ext>
            </a:extLst>
          </p:cNvPr>
          <p:cNvSpPr>
            <a:spLocks noGrp="1"/>
          </p:cNvSpPr>
          <p:nvPr/>
        </p:nvSpPr>
        <p:spPr>
          <a:xfrm>
            <a:off x="5749194" y="392468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00" name="01_find_only_1399">
            <a:extLst>
              <a:ext uri="{FF2B5EF4-FFF2-40B4-BE49-F238E27FC236}">
                <a16:creationId xmlns:a16="http://schemas.microsoft.com/office/drawing/2014/main" id="{4194D5AB-F2F4-4A1D-8919-45FFEF2473E0}"/>
              </a:ext>
            </a:extLst>
          </p:cNvPr>
          <p:cNvSpPr>
            <a:spLocks noGrp="1"/>
          </p:cNvSpPr>
          <p:nvPr/>
        </p:nvSpPr>
        <p:spPr>
          <a:xfrm>
            <a:off x="574929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01" name="01_find_only_1400">
            <a:extLst>
              <a:ext uri="{FF2B5EF4-FFF2-40B4-BE49-F238E27FC236}">
                <a16:creationId xmlns:a16="http://schemas.microsoft.com/office/drawing/2014/main" id="{5E3DC014-CE45-40F4-A5DC-9279F10E6B76}"/>
              </a:ext>
            </a:extLst>
          </p:cNvPr>
          <p:cNvSpPr>
            <a:spLocks noGrp="1"/>
          </p:cNvSpPr>
          <p:nvPr/>
        </p:nvSpPr>
        <p:spPr>
          <a:xfrm>
            <a:off x="574326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02" name="01_find_only_1401">
            <a:extLst>
              <a:ext uri="{FF2B5EF4-FFF2-40B4-BE49-F238E27FC236}">
                <a16:creationId xmlns:a16="http://schemas.microsoft.com/office/drawing/2014/main" id="{3D05DD76-EE3E-4485-96D9-6678AA0B4D14}"/>
              </a:ext>
            </a:extLst>
          </p:cNvPr>
          <p:cNvSpPr>
            <a:spLocks noGrp="1"/>
          </p:cNvSpPr>
          <p:nvPr/>
        </p:nvSpPr>
        <p:spPr>
          <a:xfrm>
            <a:off x="575181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03" name="01_find_only_1402">
            <a:extLst>
              <a:ext uri="{FF2B5EF4-FFF2-40B4-BE49-F238E27FC236}">
                <a16:creationId xmlns:a16="http://schemas.microsoft.com/office/drawing/2014/main" id="{36476626-121C-44C8-B2BF-37A3414A7C06}"/>
              </a:ext>
            </a:extLst>
          </p:cNvPr>
          <p:cNvSpPr>
            <a:spLocks noGrp="1"/>
          </p:cNvSpPr>
          <p:nvPr/>
        </p:nvSpPr>
        <p:spPr>
          <a:xfrm>
            <a:off x="5695956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04" name="01_find_only_1403">
            <a:extLst>
              <a:ext uri="{FF2B5EF4-FFF2-40B4-BE49-F238E27FC236}">
                <a16:creationId xmlns:a16="http://schemas.microsoft.com/office/drawing/2014/main" id="{D00EE22E-5A7B-4635-9CD2-1AB3E86FC69D}"/>
              </a:ext>
            </a:extLst>
          </p:cNvPr>
          <p:cNvSpPr>
            <a:spLocks noGrp="1"/>
          </p:cNvSpPr>
          <p:nvPr/>
        </p:nvSpPr>
        <p:spPr>
          <a:xfrm>
            <a:off x="568128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05" name="01_find_only_1404">
            <a:extLst>
              <a:ext uri="{FF2B5EF4-FFF2-40B4-BE49-F238E27FC236}">
                <a16:creationId xmlns:a16="http://schemas.microsoft.com/office/drawing/2014/main" id="{61701392-42C9-45CE-B89B-D77D40C92AF8}"/>
              </a:ext>
            </a:extLst>
          </p:cNvPr>
          <p:cNvSpPr>
            <a:spLocks noGrp="1"/>
          </p:cNvSpPr>
          <p:nvPr/>
        </p:nvSpPr>
        <p:spPr>
          <a:xfrm>
            <a:off x="573782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06" name="01_find_only_1405">
            <a:extLst>
              <a:ext uri="{FF2B5EF4-FFF2-40B4-BE49-F238E27FC236}">
                <a16:creationId xmlns:a16="http://schemas.microsoft.com/office/drawing/2014/main" id="{AEC3B0C7-025C-4B2B-95C6-E45C870BFCEF}"/>
              </a:ext>
            </a:extLst>
          </p:cNvPr>
          <p:cNvSpPr>
            <a:spLocks noGrp="1"/>
          </p:cNvSpPr>
          <p:nvPr/>
        </p:nvSpPr>
        <p:spPr>
          <a:xfrm>
            <a:off x="567671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07" name="01_find_only_1406">
            <a:extLst>
              <a:ext uri="{FF2B5EF4-FFF2-40B4-BE49-F238E27FC236}">
                <a16:creationId xmlns:a16="http://schemas.microsoft.com/office/drawing/2014/main" id="{391AABCD-EF5D-445D-B105-DF9E32E9EE4D}"/>
              </a:ext>
            </a:extLst>
          </p:cNvPr>
          <p:cNvSpPr>
            <a:spLocks noGrp="1"/>
          </p:cNvSpPr>
          <p:nvPr/>
        </p:nvSpPr>
        <p:spPr>
          <a:xfrm>
            <a:off x="568284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08" name="01_find_only_1407">
            <a:extLst>
              <a:ext uri="{FF2B5EF4-FFF2-40B4-BE49-F238E27FC236}">
                <a16:creationId xmlns:a16="http://schemas.microsoft.com/office/drawing/2014/main" id="{51DBF055-72AC-4781-9E6E-6B2B59ABB1C9}"/>
              </a:ext>
            </a:extLst>
          </p:cNvPr>
          <p:cNvSpPr>
            <a:spLocks noGrp="1"/>
          </p:cNvSpPr>
          <p:nvPr/>
        </p:nvSpPr>
        <p:spPr>
          <a:xfrm>
            <a:off x="5740257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09" name="01_find_only_1408">
            <a:extLst>
              <a:ext uri="{FF2B5EF4-FFF2-40B4-BE49-F238E27FC236}">
                <a16:creationId xmlns:a16="http://schemas.microsoft.com/office/drawing/2014/main" id="{5E6821FF-E4C7-4764-A0E4-069731044184}"/>
              </a:ext>
            </a:extLst>
          </p:cNvPr>
          <p:cNvSpPr>
            <a:spLocks noGrp="1"/>
          </p:cNvSpPr>
          <p:nvPr/>
        </p:nvSpPr>
        <p:spPr>
          <a:xfrm>
            <a:off x="567759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10" name="01_find_only_1409">
            <a:extLst>
              <a:ext uri="{FF2B5EF4-FFF2-40B4-BE49-F238E27FC236}">
                <a16:creationId xmlns:a16="http://schemas.microsoft.com/office/drawing/2014/main" id="{4934BDD0-2EFC-44FD-B544-F8229850A3DB}"/>
              </a:ext>
            </a:extLst>
          </p:cNvPr>
          <p:cNvSpPr>
            <a:spLocks noGrp="1"/>
          </p:cNvSpPr>
          <p:nvPr/>
        </p:nvSpPr>
        <p:spPr>
          <a:xfrm>
            <a:off x="575890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11" name="01_find_only_1410">
            <a:extLst>
              <a:ext uri="{FF2B5EF4-FFF2-40B4-BE49-F238E27FC236}">
                <a16:creationId xmlns:a16="http://schemas.microsoft.com/office/drawing/2014/main" id="{C5DBE8AF-B9B6-4DCF-88D5-FB441C2B780B}"/>
              </a:ext>
            </a:extLst>
          </p:cNvPr>
          <p:cNvSpPr>
            <a:spLocks noGrp="1"/>
          </p:cNvSpPr>
          <p:nvPr/>
        </p:nvSpPr>
        <p:spPr>
          <a:xfrm>
            <a:off x="5744046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12" name="01_find_only_1411">
            <a:extLst>
              <a:ext uri="{FF2B5EF4-FFF2-40B4-BE49-F238E27FC236}">
                <a16:creationId xmlns:a16="http://schemas.microsoft.com/office/drawing/2014/main" id="{EF1748D4-A881-49C1-8E28-0F7D6435452B}"/>
              </a:ext>
            </a:extLst>
          </p:cNvPr>
          <p:cNvSpPr>
            <a:spLocks noGrp="1"/>
          </p:cNvSpPr>
          <p:nvPr/>
        </p:nvSpPr>
        <p:spPr>
          <a:xfrm>
            <a:off x="570887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13" name="01_find_only_1412">
            <a:extLst>
              <a:ext uri="{FF2B5EF4-FFF2-40B4-BE49-F238E27FC236}">
                <a16:creationId xmlns:a16="http://schemas.microsoft.com/office/drawing/2014/main" id="{E6608C8C-3DB6-4EE6-93BD-E6F2F5538A7A}"/>
              </a:ext>
            </a:extLst>
          </p:cNvPr>
          <p:cNvSpPr>
            <a:spLocks noGrp="1"/>
          </p:cNvSpPr>
          <p:nvPr/>
        </p:nvSpPr>
        <p:spPr>
          <a:xfrm>
            <a:off x="569245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14" name="01_find_only_1413">
            <a:extLst>
              <a:ext uri="{FF2B5EF4-FFF2-40B4-BE49-F238E27FC236}">
                <a16:creationId xmlns:a16="http://schemas.microsoft.com/office/drawing/2014/main" id="{96F63A57-06F3-46CD-8B61-EE5E73F3CFCA}"/>
              </a:ext>
            </a:extLst>
          </p:cNvPr>
          <p:cNvSpPr>
            <a:spLocks noGrp="1"/>
          </p:cNvSpPr>
          <p:nvPr/>
        </p:nvSpPr>
        <p:spPr>
          <a:xfrm>
            <a:off x="5757452" y="322780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15" name="01_find_only_1414">
            <a:extLst>
              <a:ext uri="{FF2B5EF4-FFF2-40B4-BE49-F238E27FC236}">
                <a16:creationId xmlns:a16="http://schemas.microsoft.com/office/drawing/2014/main" id="{F8B3E4A4-2583-4BCB-BB98-B9ADC4FD20CC}"/>
              </a:ext>
            </a:extLst>
          </p:cNvPr>
          <p:cNvSpPr>
            <a:spLocks noGrp="1"/>
          </p:cNvSpPr>
          <p:nvPr/>
        </p:nvSpPr>
        <p:spPr>
          <a:xfrm>
            <a:off x="5761630" y="32774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16" name="01_find_only_1415">
            <a:extLst>
              <a:ext uri="{FF2B5EF4-FFF2-40B4-BE49-F238E27FC236}">
                <a16:creationId xmlns:a16="http://schemas.microsoft.com/office/drawing/2014/main" id="{B00A10CE-1FD1-4F07-81D2-168249BD0C31}"/>
              </a:ext>
            </a:extLst>
          </p:cNvPr>
          <p:cNvSpPr>
            <a:spLocks noGrp="1"/>
          </p:cNvSpPr>
          <p:nvPr/>
        </p:nvSpPr>
        <p:spPr>
          <a:xfrm>
            <a:off x="572636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17" name="01_find_only_1416">
            <a:extLst>
              <a:ext uri="{FF2B5EF4-FFF2-40B4-BE49-F238E27FC236}">
                <a16:creationId xmlns:a16="http://schemas.microsoft.com/office/drawing/2014/main" id="{0BDB444D-C24F-47CA-BCF7-0A863EED8F88}"/>
              </a:ext>
            </a:extLst>
          </p:cNvPr>
          <p:cNvSpPr>
            <a:spLocks noGrp="1"/>
          </p:cNvSpPr>
          <p:nvPr/>
        </p:nvSpPr>
        <p:spPr>
          <a:xfrm>
            <a:off x="574851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18" name="01_find_only_1417">
            <a:extLst>
              <a:ext uri="{FF2B5EF4-FFF2-40B4-BE49-F238E27FC236}">
                <a16:creationId xmlns:a16="http://schemas.microsoft.com/office/drawing/2014/main" id="{90452EB2-08F0-4A22-92AD-4A744C55F69A}"/>
              </a:ext>
            </a:extLst>
          </p:cNvPr>
          <p:cNvSpPr>
            <a:spLocks noGrp="1"/>
          </p:cNvSpPr>
          <p:nvPr/>
        </p:nvSpPr>
        <p:spPr>
          <a:xfrm>
            <a:off x="568041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19" name="01_find_only_1418">
            <a:extLst>
              <a:ext uri="{FF2B5EF4-FFF2-40B4-BE49-F238E27FC236}">
                <a16:creationId xmlns:a16="http://schemas.microsoft.com/office/drawing/2014/main" id="{9D97109C-E715-4E66-BF92-639BA3822E00}"/>
              </a:ext>
            </a:extLst>
          </p:cNvPr>
          <p:cNvSpPr>
            <a:spLocks noGrp="1"/>
          </p:cNvSpPr>
          <p:nvPr/>
        </p:nvSpPr>
        <p:spPr>
          <a:xfrm>
            <a:off x="570780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20" name="01_find_only_1419">
            <a:extLst>
              <a:ext uri="{FF2B5EF4-FFF2-40B4-BE49-F238E27FC236}">
                <a16:creationId xmlns:a16="http://schemas.microsoft.com/office/drawing/2014/main" id="{60D4A873-4A5F-478B-954F-95B339FDB2CA}"/>
              </a:ext>
            </a:extLst>
          </p:cNvPr>
          <p:cNvSpPr>
            <a:spLocks noGrp="1"/>
          </p:cNvSpPr>
          <p:nvPr/>
        </p:nvSpPr>
        <p:spPr>
          <a:xfrm>
            <a:off x="5742491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21" name="01_find_only_1420">
            <a:extLst>
              <a:ext uri="{FF2B5EF4-FFF2-40B4-BE49-F238E27FC236}">
                <a16:creationId xmlns:a16="http://schemas.microsoft.com/office/drawing/2014/main" id="{11112DC7-93DD-402F-B40B-9A0FC1CDF002}"/>
              </a:ext>
            </a:extLst>
          </p:cNvPr>
          <p:cNvSpPr>
            <a:spLocks noGrp="1"/>
          </p:cNvSpPr>
          <p:nvPr/>
        </p:nvSpPr>
        <p:spPr>
          <a:xfrm>
            <a:off x="567448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22" name="01_find_only_1421">
            <a:extLst>
              <a:ext uri="{FF2B5EF4-FFF2-40B4-BE49-F238E27FC236}">
                <a16:creationId xmlns:a16="http://schemas.microsoft.com/office/drawing/2014/main" id="{54E42D27-3DBA-41DA-A348-F96E497282AD}"/>
              </a:ext>
            </a:extLst>
          </p:cNvPr>
          <p:cNvSpPr>
            <a:spLocks noGrp="1"/>
          </p:cNvSpPr>
          <p:nvPr/>
        </p:nvSpPr>
        <p:spPr>
          <a:xfrm>
            <a:off x="567098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23" name="01_find_only_1422">
            <a:extLst>
              <a:ext uri="{FF2B5EF4-FFF2-40B4-BE49-F238E27FC236}">
                <a16:creationId xmlns:a16="http://schemas.microsoft.com/office/drawing/2014/main" id="{3565DDB4-059B-4BC1-9ECC-A91A2F72EE5E}"/>
              </a:ext>
            </a:extLst>
          </p:cNvPr>
          <p:cNvSpPr>
            <a:spLocks noGrp="1"/>
          </p:cNvSpPr>
          <p:nvPr/>
        </p:nvSpPr>
        <p:spPr>
          <a:xfrm>
            <a:off x="5728404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24" name="01_find_only_1423">
            <a:extLst>
              <a:ext uri="{FF2B5EF4-FFF2-40B4-BE49-F238E27FC236}">
                <a16:creationId xmlns:a16="http://schemas.microsoft.com/office/drawing/2014/main" id="{A2876AED-46B0-43B3-9DBC-AE8ECE24A055}"/>
              </a:ext>
            </a:extLst>
          </p:cNvPr>
          <p:cNvSpPr>
            <a:spLocks noGrp="1"/>
          </p:cNvSpPr>
          <p:nvPr/>
        </p:nvSpPr>
        <p:spPr>
          <a:xfrm>
            <a:off x="575686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25" name="01_find_only_1424">
            <a:extLst>
              <a:ext uri="{FF2B5EF4-FFF2-40B4-BE49-F238E27FC236}">
                <a16:creationId xmlns:a16="http://schemas.microsoft.com/office/drawing/2014/main" id="{57BB15A3-8AF9-464D-8953-372008A6BC44}"/>
              </a:ext>
            </a:extLst>
          </p:cNvPr>
          <p:cNvSpPr>
            <a:spLocks noGrp="1"/>
          </p:cNvSpPr>
          <p:nvPr/>
        </p:nvSpPr>
        <p:spPr>
          <a:xfrm>
            <a:off x="566671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26" name="01_find_only_1425">
            <a:extLst>
              <a:ext uri="{FF2B5EF4-FFF2-40B4-BE49-F238E27FC236}">
                <a16:creationId xmlns:a16="http://schemas.microsoft.com/office/drawing/2014/main" id="{24C9EB03-15A8-4C1A-9B27-15CED16274A4}"/>
              </a:ext>
            </a:extLst>
          </p:cNvPr>
          <p:cNvSpPr>
            <a:spLocks noGrp="1"/>
          </p:cNvSpPr>
          <p:nvPr/>
        </p:nvSpPr>
        <p:spPr>
          <a:xfrm>
            <a:off x="570469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27" name="01_find_only_1426">
            <a:extLst>
              <a:ext uri="{FF2B5EF4-FFF2-40B4-BE49-F238E27FC236}">
                <a16:creationId xmlns:a16="http://schemas.microsoft.com/office/drawing/2014/main" id="{C3967B54-64DC-4555-82A3-73B38DFEBF01}"/>
              </a:ext>
            </a:extLst>
          </p:cNvPr>
          <p:cNvSpPr>
            <a:spLocks noGrp="1"/>
          </p:cNvSpPr>
          <p:nvPr/>
        </p:nvSpPr>
        <p:spPr>
          <a:xfrm>
            <a:off x="573588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28" name="01_find_only_1427">
            <a:extLst>
              <a:ext uri="{FF2B5EF4-FFF2-40B4-BE49-F238E27FC236}">
                <a16:creationId xmlns:a16="http://schemas.microsoft.com/office/drawing/2014/main" id="{DC3A954A-D286-4F45-BD48-27E9BC22C4CC}"/>
              </a:ext>
            </a:extLst>
          </p:cNvPr>
          <p:cNvSpPr>
            <a:spLocks noGrp="1"/>
          </p:cNvSpPr>
          <p:nvPr/>
        </p:nvSpPr>
        <p:spPr>
          <a:xfrm>
            <a:off x="570673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29" name="01_find_only_1428">
            <a:extLst>
              <a:ext uri="{FF2B5EF4-FFF2-40B4-BE49-F238E27FC236}">
                <a16:creationId xmlns:a16="http://schemas.microsoft.com/office/drawing/2014/main" id="{9A6C300B-E07E-400B-85C5-7B75E4253AD1}"/>
              </a:ext>
            </a:extLst>
          </p:cNvPr>
          <p:cNvSpPr>
            <a:spLocks noGrp="1"/>
          </p:cNvSpPr>
          <p:nvPr/>
        </p:nvSpPr>
        <p:spPr>
          <a:xfrm>
            <a:off x="5690321" y="38555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30" name="01_find_only_1429">
            <a:extLst>
              <a:ext uri="{FF2B5EF4-FFF2-40B4-BE49-F238E27FC236}">
                <a16:creationId xmlns:a16="http://schemas.microsoft.com/office/drawing/2014/main" id="{BCD4B461-132B-4B0C-89D1-FC66C73CE15E}"/>
              </a:ext>
            </a:extLst>
          </p:cNvPr>
          <p:cNvSpPr>
            <a:spLocks noGrp="1"/>
          </p:cNvSpPr>
          <p:nvPr/>
        </p:nvSpPr>
        <p:spPr>
          <a:xfrm>
            <a:off x="5728016" y="34465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31" name="01_find_only_1430">
            <a:extLst>
              <a:ext uri="{FF2B5EF4-FFF2-40B4-BE49-F238E27FC236}">
                <a16:creationId xmlns:a16="http://schemas.microsoft.com/office/drawing/2014/main" id="{478E6A5A-0CF8-48DE-BB59-239B56770662}"/>
              </a:ext>
            </a:extLst>
          </p:cNvPr>
          <p:cNvSpPr>
            <a:spLocks noGrp="1"/>
          </p:cNvSpPr>
          <p:nvPr/>
        </p:nvSpPr>
        <p:spPr>
          <a:xfrm>
            <a:off x="572490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32" name="01_find_only_1431">
            <a:extLst>
              <a:ext uri="{FF2B5EF4-FFF2-40B4-BE49-F238E27FC236}">
                <a16:creationId xmlns:a16="http://schemas.microsoft.com/office/drawing/2014/main" id="{BDAE67CD-9A14-4050-BA01-55996A240621}"/>
              </a:ext>
            </a:extLst>
          </p:cNvPr>
          <p:cNvSpPr>
            <a:spLocks noGrp="1"/>
          </p:cNvSpPr>
          <p:nvPr/>
        </p:nvSpPr>
        <p:spPr>
          <a:xfrm>
            <a:off x="571315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33" name="01_find_only_1432">
            <a:extLst>
              <a:ext uri="{FF2B5EF4-FFF2-40B4-BE49-F238E27FC236}">
                <a16:creationId xmlns:a16="http://schemas.microsoft.com/office/drawing/2014/main" id="{76B954C0-B4A7-4B7E-9B39-89A11B52E853}"/>
              </a:ext>
            </a:extLst>
          </p:cNvPr>
          <p:cNvSpPr>
            <a:spLocks noGrp="1"/>
          </p:cNvSpPr>
          <p:nvPr/>
        </p:nvSpPr>
        <p:spPr>
          <a:xfrm>
            <a:off x="572257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34" name="01_find_only_1433">
            <a:extLst>
              <a:ext uri="{FF2B5EF4-FFF2-40B4-BE49-F238E27FC236}">
                <a16:creationId xmlns:a16="http://schemas.microsoft.com/office/drawing/2014/main" id="{2FE78D98-9B36-43DF-ACDA-530E22F5AEC6}"/>
              </a:ext>
            </a:extLst>
          </p:cNvPr>
          <p:cNvSpPr>
            <a:spLocks noGrp="1"/>
          </p:cNvSpPr>
          <p:nvPr/>
        </p:nvSpPr>
        <p:spPr>
          <a:xfrm>
            <a:off x="569469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35" name="01_find_only_1434">
            <a:extLst>
              <a:ext uri="{FF2B5EF4-FFF2-40B4-BE49-F238E27FC236}">
                <a16:creationId xmlns:a16="http://schemas.microsoft.com/office/drawing/2014/main" id="{5C47EC54-CBB2-42AB-97E3-8EA7035B17BB}"/>
              </a:ext>
            </a:extLst>
          </p:cNvPr>
          <p:cNvSpPr>
            <a:spLocks noGrp="1"/>
          </p:cNvSpPr>
          <p:nvPr/>
        </p:nvSpPr>
        <p:spPr>
          <a:xfrm>
            <a:off x="571645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36" name="01_find_only_1435">
            <a:extLst>
              <a:ext uri="{FF2B5EF4-FFF2-40B4-BE49-F238E27FC236}">
                <a16:creationId xmlns:a16="http://schemas.microsoft.com/office/drawing/2014/main" id="{22EBFADC-014A-47E2-9709-BE8C53257FCA}"/>
              </a:ext>
            </a:extLst>
          </p:cNvPr>
          <p:cNvSpPr>
            <a:spLocks noGrp="1"/>
          </p:cNvSpPr>
          <p:nvPr/>
        </p:nvSpPr>
        <p:spPr>
          <a:xfrm>
            <a:off x="5695664" y="316669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37" name="01_find_only_1436">
            <a:extLst>
              <a:ext uri="{FF2B5EF4-FFF2-40B4-BE49-F238E27FC236}">
                <a16:creationId xmlns:a16="http://schemas.microsoft.com/office/drawing/2014/main" id="{98BB2ACD-B99E-47BA-8FDF-EA88BE1E5696}"/>
              </a:ext>
            </a:extLst>
          </p:cNvPr>
          <p:cNvSpPr>
            <a:spLocks noGrp="1"/>
          </p:cNvSpPr>
          <p:nvPr/>
        </p:nvSpPr>
        <p:spPr>
          <a:xfrm>
            <a:off x="5704213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38" name="01_find_only_1437">
            <a:extLst>
              <a:ext uri="{FF2B5EF4-FFF2-40B4-BE49-F238E27FC236}">
                <a16:creationId xmlns:a16="http://schemas.microsoft.com/office/drawing/2014/main" id="{BA5890CB-87D0-484B-B414-AF6ECA0B509D}"/>
              </a:ext>
            </a:extLst>
          </p:cNvPr>
          <p:cNvSpPr>
            <a:spLocks noGrp="1"/>
          </p:cNvSpPr>
          <p:nvPr/>
        </p:nvSpPr>
        <p:spPr>
          <a:xfrm>
            <a:off x="5746183" y="410767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39" name="01_find_only_1438">
            <a:extLst>
              <a:ext uri="{FF2B5EF4-FFF2-40B4-BE49-F238E27FC236}">
                <a16:creationId xmlns:a16="http://schemas.microsoft.com/office/drawing/2014/main" id="{2D36E780-54E7-4A76-882C-B40C122121F3}"/>
              </a:ext>
            </a:extLst>
          </p:cNvPr>
          <p:cNvSpPr>
            <a:spLocks noGrp="1"/>
          </p:cNvSpPr>
          <p:nvPr/>
        </p:nvSpPr>
        <p:spPr>
          <a:xfrm>
            <a:off x="567740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40" name="01_find_only_1439">
            <a:extLst>
              <a:ext uri="{FF2B5EF4-FFF2-40B4-BE49-F238E27FC236}">
                <a16:creationId xmlns:a16="http://schemas.microsoft.com/office/drawing/2014/main" id="{40E8F97E-F086-401A-BADC-BF903CC612B1}"/>
              </a:ext>
            </a:extLst>
          </p:cNvPr>
          <p:cNvSpPr>
            <a:spLocks noGrp="1"/>
          </p:cNvSpPr>
          <p:nvPr/>
        </p:nvSpPr>
        <p:spPr>
          <a:xfrm>
            <a:off x="568186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41" name="01_find_only_1440">
            <a:extLst>
              <a:ext uri="{FF2B5EF4-FFF2-40B4-BE49-F238E27FC236}">
                <a16:creationId xmlns:a16="http://schemas.microsoft.com/office/drawing/2014/main" id="{7353241F-D6A9-4906-836F-F6769C90A1BB}"/>
              </a:ext>
            </a:extLst>
          </p:cNvPr>
          <p:cNvSpPr>
            <a:spLocks noGrp="1"/>
          </p:cNvSpPr>
          <p:nvPr/>
        </p:nvSpPr>
        <p:spPr>
          <a:xfrm>
            <a:off x="572228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42" name="01_find_only_1441">
            <a:extLst>
              <a:ext uri="{FF2B5EF4-FFF2-40B4-BE49-F238E27FC236}">
                <a16:creationId xmlns:a16="http://schemas.microsoft.com/office/drawing/2014/main" id="{2CC2F39D-9BF3-4D17-B9ED-0168E7EC7D4D}"/>
              </a:ext>
            </a:extLst>
          </p:cNvPr>
          <p:cNvSpPr>
            <a:spLocks noGrp="1"/>
          </p:cNvSpPr>
          <p:nvPr/>
        </p:nvSpPr>
        <p:spPr>
          <a:xfrm>
            <a:off x="5721409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43" name="01_find_only_1442">
            <a:extLst>
              <a:ext uri="{FF2B5EF4-FFF2-40B4-BE49-F238E27FC236}">
                <a16:creationId xmlns:a16="http://schemas.microsoft.com/office/drawing/2014/main" id="{CAA11967-0A4F-4B41-B8A2-C50A8CFAE14D}"/>
              </a:ext>
            </a:extLst>
          </p:cNvPr>
          <p:cNvSpPr>
            <a:spLocks noGrp="1"/>
          </p:cNvSpPr>
          <p:nvPr/>
        </p:nvSpPr>
        <p:spPr>
          <a:xfrm>
            <a:off x="575298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44" name="01_find_only_1443">
            <a:extLst>
              <a:ext uri="{FF2B5EF4-FFF2-40B4-BE49-F238E27FC236}">
                <a16:creationId xmlns:a16="http://schemas.microsoft.com/office/drawing/2014/main" id="{6B95027A-5E69-47BC-B7A6-B111789D474A}"/>
              </a:ext>
            </a:extLst>
          </p:cNvPr>
          <p:cNvSpPr>
            <a:spLocks noGrp="1"/>
          </p:cNvSpPr>
          <p:nvPr/>
        </p:nvSpPr>
        <p:spPr>
          <a:xfrm>
            <a:off x="573831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45" name="01_find_only_1444">
            <a:extLst>
              <a:ext uri="{FF2B5EF4-FFF2-40B4-BE49-F238E27FC236}">
                <a16:creationId xmlns:a16="http://schemas.microsoft.com/office/drawing/2014/main" id="{45A3445D-61B7-4BA2-A544-25A6E2B589A0}"/>
              </a:ext>
            </a:extLst>
          </p:cNvPr>
          <p:cNvSpPr>
            <a:spLocks noGrp="1"/>
          </p:cNvSpPr>
          <p:nvPr/>
        </p:nvSpPr>
        <p:spPr>
          <a:xfrm>
            <a:off x="567837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46" name="01_find_only_1445">
            <a:extLst>
              <a:ext uri="{FF2B5EF4-FFF2-40B4-BE49-F238E27FC236}">
                <a16:creationId xmlns:a16="http://schemas.microsoft.com/office/drawing/2014/main" id="{F1A0E0A7-2687-45A5-8E1C-93EE66A21D13}"/>
              </a:ext>
            </a:extLst>
          </p:cNvPr>
          <p:cNvSpPr>
            <a:spLocks noGrp="1"/>
          </p:cNvSpPr>
          <p:nvPr/>
        </p:nvSpPr>
        <p:spPr>
          <a:xfrm>
            <a:off x="5692458" y="32774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47" name="01_find_only_1446">
            <a:extLst>
              <a:ext uri="{FF2B5EF4-FFF2-40B4-BE49-F238E27FC236}">
                <a16:creationId xmlns:a16="http://schemas.microsoft.com/office/drawing/2014/main" id="{AB0DD939-DC15-481B-A946-FBABD98326CB}"/>
              </a:ext>
            </a:extLst>
          </p:cNvPr>
          <p:cNvSpPr>
            <a:spLocks noGrp="1"/>
          </p:cNvSpPr>
          <p:nvPr/>
        </p:nvSpPr>
        <p:spPr>
          <a:xfrm>
            <a:off x="5731028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48" name="01_find_only_1447">
            <a:extLst>
              <a:ext uri="{FF2B5EF4-FFF2-40B4-BE49-F238E27FC236}">
                <a16:creationId xmlns:a16="http://schemas.microsoft.com/office/drawing/2014/main" id="{4061ADFE-20EE-4A86-9D78-C6AA57E3916E}"/>
              </a:ext>
            </a:extLst>
          </p:cNvPr>
          <p:cNvSpPr>
            <a:spLocks noGrp="1"/>
          </p:cNvSpPr>
          <p:nvPr/>
        </p:nvSpPr>
        <p:spPr>
          <a:xfrm>
            <a:off x="567273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49" name="01_find_only_1448">
            <a:extLst>
              <a:ext uri="{FF2B5EF4-FFF2-40B4-BE49-F238E27FC236}">
                <a16:creationId xmlns:a16="http://schemas.microsoft.com/office/drawing/2014/main" id="{26D4CD1F-D3CC-484B-A7FD-C74796C66DF2}"/>
              </a:ext>
            </a:extLst>
          </p:cNvPr>
          <p:cNvSpPr>
            <a:spLocks noGrp="1"/>
          </p:cNvSpPr>
          <p:nvPr/>
        </p:nvSpPr>
        <p:spPr>
          <a:xfrm>
            <a:off x="5740257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50" name="01_find_only_1449">
            <a:extLst>
              <a:ext uri="{FF2B5EF4-FFF2-40B4-BE49-F238E27FC236}">
                <a16:creationId xmlns:a16="http://schemas.microsoft.com/office/drawing/2014/main" id="{13BB352F-5254-4F32-9458-72E168D618F7}"/>
              </a:ext>
            </a:extLst>
          </p:cNvPr>
          <p:cNvSpPr>
            <a:spLocks noGrp="1"/>
          </p:cNvSpPr>
          <p:nvPr/>
        </p:nvSpPr>
        <p:spPr>
          <a:xfrm>
            <a:off x="574356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51" name="01_find_only_1450">
            <a:extLst>
              <a:ext uri="{FF2B5EF4-FFF2-40B4-BE49-F238E27FC236}">
                <a16:creationId xmlns:a16="http://schemas.microsoft.com/office/drawing/2014/main" id="{5E62E3D8-CC95-4719-9B64-1F4D4BCD7CB7}"/>
              </a:ext>
            </a:extLst>
          </p:cNvPr>
          <p:cNvSpPr>
            <a:spLocks noGrp="1"/>
          </p:cNvSpPr>
          <p:nvPr/>
        </p:nvSpPr>
        <p:spPr>
          <a:xfrm>
            <a:off x="5733261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52" name="01_find_only_1451">
            <a:extLst>
              <a:ext uri="{FF2B5EF4-FFF2-40B4-BE49-F238E27FC236}">
                <a16:creationId xmlns:a16="http://schemas.microsoft.com/office/drawing/2014/main" id="{46DAF2F3-724A-4CFA-AB37-BEB262DBDFBC}"/>
              </a:ext>
            </a:extLst>
          </p:cNvPr>
          <p:cNvSpPr>
            <a:spLocks noGrp="1"/>
          </p:cNvSpPr>
          <p:nvPr/>
        </p:nvSpPr>
        <p:spPr>
          <a:xfrm>
            <a:off x="573238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53" name="01_find_only_1452">
            <a:extLst>
              <a:ext uri="{FF2B5EF4-FFF2-40B4-BE49-F238E27FC236}">
                <a16:creationId xmlns:a16="http://schemas.microsoft.com/office/drawing/2014/main" id="{65882875-E9AF-4153-B4FE-F0B24F8D66B7}"/>
              </a:ext>
            </a:extLst>
          </p:cNvPr>
          <p:cNvSpPr>
            <a:spLocks noGrp="1"/>
          </p:cNvSpPr>
          <p:nvPr/>
        </p:nvSpPr>
        <p:spPr>
          <a:xfrm>
            <a:off x="573656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54" name="01_find_only_1453">
            <a:extLst>
              <a:ext uri="{FF2B5EF4-FFF2-40B4-BE49-F238E27FC236}">
                <a16:creationId xmlns:a16="http://schemas.microsoft.com/office/drawing/2014/main" id="{F8A918AB-0FD8-439B-BDDF-9D36C6AB4048}"/>
              </a:ext>
            </a:extLst>
          </p:cNvPr>
          <p:cNvSpPr>
            <a:spLocks noGrp="1"/>
          </p:cNvSpPr>
          <p:nvPr/>
        </p:nvSpPr>
        <p:spPr>
          <a:xfrm>
            <a:off x="571820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55" name="01_find_only_1454">
            <a:extLst>
              <a:ext uri="{FF2B5EF4-FFF2-40B4-BE49-F238E27FC236}">
                <a16:creationId xmlns:a16="http://schemas.microsoft.com/office/drawing/2014/main" id="{DC23E70D-D281-43D0-B1C0-CBFD1BBDD17C}"/>
              </a:ext>
            </a:extLst>
          </p:cNvPr>
          <p:cNvSpPr>
            <a:spLocks noGrp="1"/>
          </p:cNvSpPr>
          <p:nvPr/>
        </p:nvSpPr>
        <p:spPr>
          <a:xfrm>
            <a:off x="566778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56" name="01_find_only_1455">
            <a:extLst>
              <a:ext uri="{FF2B5EF4-FFF2-40B4-BE49-F238E27FC236}">
                <a16:creationId xmlns:a16="http://schemas.microsoft.com/office/drawing/2014/main" id="{AFA8F0EB-65C4-4F37-8C8D-D72F7308F1CF}"/>
              </a:ext>
            </a:extLst>
          </p:cNvPr>
          <p:cNvSpPr>
            <a:spLocks noGrp="1"/>
          </p:cNvSpPr>
          <p:nvPr/>
        </p:nvSpPr>
        <p:spPr>
          <a:xfrm>
            <a:off x="5718009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57" name="01_find_only_1456">
            <a:extLst>
              <a:ext uri="{FF2B5EF4-FFF2-40B4-BE49-F238E27FC236}">
                <a16:creationId xmlns:a16="http://schemas.microsoft.com/office/drawing/2014/main" id="{B05F5AE6-6453-4629-8182-925D60D6B494}"/>
              </a:ext>
            </a:extLst>
          </p:cNvPr>
          <p:cNvSpPr>
            <a:spLocks noGrp="1"/>
          </p:cNvSpPr>
          <p:nvPr/>
        </p:nvSpPr>
        <p:spPr>
          <a:xfrm>
            <a:off x="568060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58" name="01_find_only_1457">
            <a:extLst>
              <a:ext uri="{FF2B5EF4-FFF2-40B4-BE49-F238E27FC236}">
                <a16:creationId xmlns:a16="http://schemas.microsoft.com/office/drawing/2014/main" id="{3C432365-C629-46DC-8B08-486707652A03}"/>
              </a:ext>
            </a:extLst>
          </p:cNvPr>
          <p:cNvSpPr>
            <a:spLocks noGrp="1"/>
          </p:cNvSpPr>
          <p:nvPr/>
        </p:nvSpPr>
        <p:spPr>
          <a:xfrm>
            <a:off x="5732776" y="37031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59" name="01_find_only_1458">
            <a:extLst>
              <a:ext uri="{FF2B5EF4-FFF2-40B4-BE49-F238E27FC236}">
                <a16:creationId xmlns:a16="http://schemas.microsoft.com/office/drawing/2014/main" id="{157844C2-71E7-4E2E-80F0-11AEBCA0F2BE}"/>
              </a:ext>
            </a:extLst>
          </p:cNvPr>
          <p:cNvSpPr>
            <a:spLocks noGrp="1"/>
          </p:cNvSpPr>
          <p:nvPr/>
        </p:nvSpPr>
        <p:spPr>
          <a:xfrm>
            <a:off x="574560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60" name="01_find_only_1459">
            <a:extLst>
              <a:ext uri="{FF2B5EF4-FFF2-40B4-BE49-F238E27FC236}">
                <a16:creationId xmlns:a16="http://schemas.microsoft.com/office/drawing/2014/main" id="{F7361622-0AD2-4E41-A8B4-B6C6CAA7372A}"/>
              </a:ext>
            </a:extLst>
          </p:cNvPr>
          <p:cNvSpPr>
            <a:spLocks noGrp="1"/>
          </p:cNvSpPr>
          <p:nvPr/>
        </p:nvSpPr>
        <p:spPr>
          <a:xfrm>
            <a:off x="567905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61" name="01_find_only_1460">
            <a:extLst>
              <a:ext uri="{FF2B5EF4-FFF2-40B4-BE49-F238E27FC236}">
                <a16:creationId xmlns:a16="http://schemas.microsoft.com/office/drawing/2014/main" id="{F09CEE74-8C69-4C68-9030-79DF491E0DCA}"/>
              </a:ext>
            </a:extLst>
          </p:cNvPr>
          <p:cNvSpPr>
            <a:spLocks noGrp="1"/>
          </p:cNvSpPr>
          <p:nvPr/>
        </p:nvSpPr>
        <p:spPr>
          <a:xfrm>
            <a:off x="573365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62" name="01_find_only_1461">
            <a:extLst>
              <a:ext uri="{FF2B5EF4-FFF2-40B4-BE49-F238E27FC236}">
                <a16:creationId xmlns:a16="http://schemas.microsoft.com/office/drawing/2014/main" id="{A80EC69B-A7E8-4F68-B942-70FDAD1537CA}"/>
              </a:ext>
            </a:extLst>
          </p:cNvPr>
          <p:cNvSpPr>
            <a:spLocks noGrp="1"/>
          </p:cNvSpPr>
          <p:nvPr/>
        </p:nvSpPr>
        <p:spPr>
          <a:xfrm>
            <a:off x="568390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63" name="01_find_only_1462">
            <a:extLst>
              <a:ext uri="{FF2B5EF4-FFF2-40B4-BE49-F238E27FC236}">
                <a16:creationId xmlns:a16="http://schemas.microsoft.com/office/drawing/2014/main" id="{07B2EE98-8131-4103-BF9C-83D3D03C07C9}"/>
              </a:ext>
            </a:extLst>
          </p:cNvPr>
          <p:cNvSpPr>
            <a:spLocks noGrp="1"/>
          </p:cNvSpPr>
          <p:nvPr/>
        </p:nvSpPr>
        <p:spPr>
          <a:xfrm>
            <a:off x="5688183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64" name="01_find_only_1463">
            <a:extLst>
              <a:ext uri="{FF2B5EF4-FFF2-40B4-BE49-F238E27FC236}">
                <a16:creationId xmlns:a16="http://schemas.microsoft.com/office/drawing/2014/main" id="{BF13527D-0EA6-4AAD-A6D8-5B99D14E2312}"/>
              </a:ext>
            </a:extLst>
          </p:cNvPr>
          <p:cNvSpPr>
            <a:spLocks noGrp="1"/>
          </p:cNvSpPr>
          <p:nvPr/>
        </p:nvSpPr>
        <p:spPr>
          <a:xfrm>
            <a:off x="567662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65" name="01_find_only_1464">
            <a:extLst>
              <a:ext uri="{FF2B5EF4-FFF2-40B4-BE49-F238E27FC236}">
                <a16:creationId xmlns:a16="http://schemas.microsoft.com/office/drawing/2014/main" id="{0830EE26-B0D5-45A2-A517-8EE29122F78C}"/>
              </a:ext>
            </a:extLst>
          </p:cNvPr>
          <p:cNvSpPr>
            <a:spLocks noGrp="1"/>
          </p:cNvSpPr>
          <p:nvPr/>
        </p:nvSpPr>
        <p:spPr>
          <a:xfrm>
            <a:off x="5732582" y="306983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66" name="01_find_only_1465">
            <a:extLst>
              <a:ext uri="{FF2B5EF4-FFF2-40B4-BE49-F238E27FC236}">
                <a16:creationId xmlns:a16="http://schemas.microsoft.com/office/drawing/2014/main" id="{0B463FC6-8A03-442A-B17F-C5313B3822F3}"/>
              </a:ext>
            </a:extLst>
          </p:cNvPr>
          <p:cNvSpPr>
            <a:spLocks noGrp="1"/>
          </p:cNvSpPr>
          <p:nvPr/>
        </p:nvSpPr>
        <p:spPr>
          <a:xfrm>
            <a:off x="575764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67" name="01_find_only_1466">
            <a:extLst>
              <a:ext uri="{FF2B5EF4-FFF2-40B4-BE49-F238E27FC236}">
                <a16:creationId xmlns:a16="http://schemas.microsoft.com/office/drawing/2014/main" id="{816C8E1E-30DD-46A8-8361-2472244F5A6D}"/>
              </a:ext>
            </a:extLst>
          </p:cNvPr>
          <p:cNvSpPr>
            <a:spLocks noGrp="1"/>
          </p:cNvSpPr>
          <p:nvPr/>
        </p:nvSpPr>
        <p:spPr>
          <a:xfrm>
            <a:off x="5761825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68" name="01_find_only_1467">
            <a:extLst>
              <a:ext uri="{FF2B5EF4-FFF2-40B4-BE49-F238E27FC236}">
                <a16:creationId xmlns:a16="http://schemas.microsoft.com/office/drawing/2014/main" id="{51130641-F632-4F8E-893C-0540623AF132}"/>
              </a:ext>
            </a:extLst>
          </p:cNvPr>
          <p:cNvSpPr>
            <a:spLocks noGrp="1"/>
          </p:cNvSpPr>
          <p:nvPr/>
        </p:nvSpPr>
        <p:spPr>
          <a:xfrm>
            <a:off x="570178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69" name="01_find_only_1468">
            <a:extLst>
              <a:ext uri="{FF2B5EF4-FFF2-40B4-BE49-F238E27FC236}">
                <a16:creationId xmlns:a16="http://schemas.microsoft.com/office/drawing/2014/main" id="{36C3C6DB-109A-4E96-8CFA-6D10364B396D}"/>
              </a:ext>
            </a:extLst>
          </p:cNvPr>
          <p:cNvSpPr>
            <a:spLocks noGrp="1"/>
          </p:cNvSpPr>
          <p:nvPr/>
        </p:nvSpPr>
        <p:spPr>
          <a:xfrm>
            <a:off x="5737439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70" name="01_find_only_1469">
            <a:extLst>
              <a:ext uri="{FF2B5EF4-FFF2-40B4-BE49-F238E27FC236}">
                <a16:creationId xmlns:a16="http://schemas.microsoft.com/office/drawing/2014/main" id="{8CB8B2A6-A8AE-42D1-BF74-7BC409BDD13B}"/>
              </a:ext>
            </a:extLst>
          </p:cNvPr>
          <p:cNvSpPr>
            <a:spLocks noGrp="1"/>
          </p:cNvSpPr>
          <p:nvPr/>
        </p:nvSpPr>
        <p:spPr>
          <a:xfrm>
            <a:off x="575628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71" name="01_find_only_1470">
            <a:extLst>
              <a:ext uri="{FF2B5EF4-FFF2-40B4-BE49-F238E27FC236}">
                <a16:creationId xmlns:a16="http://schemas.microsoft.com/office/drawing/2014/main" id="{19408ED2-EA7D-4512-B088-D7CA5F44DBAD}"/>
              </a:ext>
            </a:extLst>
          </p:cNvPr>
          <p:cNvSpPr>
            <a:spLocks noGrp="1"/>
          </p:cNvSpPr>
          <p:nvPr/>
        </p:nvSpPr>
        <p:spPr>
          <a:xfrm>
            <a:off x="5744823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72" name="01_find_only_1471">
            <a:extLst>
              <a:ext uri="{FF2B5EF4-FFF2-40B4-BE49-F238E27FC236}">
                <a16:creationId xmlns:a16="http://schemas.microsoft.com/office/drawing/2014/main" id="{F87A9FB6-1734-486B-A73D-9084641FF512}"/>
              </a:ext>
            </a:extLst>
          </p:cNvPr>
          <p:cNvSpPr>
            <a:spLocks noGrp="1"/>
          </p:cNvSpPr>
          <p:nvPr/>
        </p:nvSpPr>
        <p:spPr>
          <a:xfrm>
            <a:off x="573452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73" name="01_find_only_1472">
            <a:extLst>
              <a:ext uri="{FF2B5EF4-FFF2-40B4-BE49-F238E27FC236}">
                <a16:creationId xmlns:a16="http://schemas.microsoft.com/office/drawing/2014/main" id="{E9F90CEF-C2F0-4BC1-A3AD-93EFF4D3FB44}"/>
              </a:ext>
            </a:extLst>
          </p:cNvPr>
          <p:cNvSpPr>
            <a:spLocks noGrp="1"/>
          </p:cNvSpPr>
          <p:nvPr/>
        </p:nvSpPr>
        <p:spPr>
          <a:xfrm>
            <a:off x="571072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74" name="01_find_only_1473">
            <a:extLst>
              <a:ext uri="{FF2B5EF4-FFF2-40B4-BE49-F238E27FC236}">
                <a16:creationId xmlns:a16="http://schemas.microsoft.com/office/drawing/2014/main" id="{9B123927-833A-4339-A0D6-FE61B87F761C}"/>
              </a:ext>
            </a:extLst>
          </p:cNvPr>
          <p:cNvSpPr>
            <a:spLocks noGrp="1"/>
          </p:cNvSpPr>
          <p:nvPr/>
        </p:nvSpPr>
        <p:spPr>
          <a:xfrm>
            <a:off x="5707807" y="342276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75" name="01_find_only_1474">
            <a:extLst>
              <a:ext uri="{FF2B5EF4-FFF2-40B4-BE49-F238E27FC236}">
                <a16:creationId xmlns:a16="http://schemas.microsoft.com/office/drawing/2014/main" id="{C38DAB1F-18BE-4A34-9AA0-81AA34D2BFEE}"/>
              </a:ext>
            </a:extLst>
          </p:cNvPr>
          <p:cNvSpPr>
            <a:spLocks noGrp="1"/>
          </p:cNvSpPr>
          <p:nvPr/>
        </p:nvSpPr>
        <p:spPr>
          <a:xfrm>
            <a:off x="567545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76" name="01_find_only_1475">
            <a:extLst>
              <a:ext uri="{FF2B5EF4-FFF2-40B4-BE49-F238E27FC236}">
                <a16:creationId xmlns:a16="http://schemas.microsoft.com/office/drawing/2014/main" id="{C1D29A15-2F88-4602-A0E7-6222B4EE0DBF}"/>
              </a:ext>
            </a:extLst>
          </p:cNvPr>
          <p:cNvSpPr>
            <a:spLocks noGrp="1"/>
          </p:cNvSpPr>
          <p:nvPr/>
        </p:nvSpPr>
        <p:spPr>
          <a:xfrm>
            <a:off x="575657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77" name="01_find_only_1476">
            <a:extLst>
              <a:ext uri="{FF2B5EF4-FFF2-40B4-BE49-F238E27FC236}">
                <a16:creationId xmlns:a16="http://schemas.microsoft.com/office/drawing/2014/main" id="{2033AF56-FC7C-4247-8FBB-6990AFB8877B}"/>
              </a:ext>
            </a:extLst>
          </p:cNvPr>
          <p:cNvSpPr>
            <a:spLocks noGrp="1"/>
          </p:cNvSpPr>
          <p:nvPr/>
        </p:nvSpPr>
        <p:spPr>
          <a:xfrm>
            <a:off x="574628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78" name="01_find_only_1477">
            <a:extLst>
              <a:ext uri="{FF2B5EF4-FFF2-40B4-BE49-F238E27FC236}">
                <a16:creationId xmlns:a16="http://schemas.microsoft.com/office/drawing/2014/main" id="{D5662078-684A-4846-9A42-386A4D5443AF}"/>
              </a:ext>
            </a:extLst>
          </p:cNvPr>
          <p:cNvSpPr>
            <a:spLocks noGrp="1"/>
          </p:cNvSpPr>
          <p:nvPr/>
        </p:nvSpPr>
        <p:spPr>
          <a:xfrm>
            <a:off x="573161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79" name="01_find_only_1478">
            <a:extLst>
              <a:ext uri="{FF2B5EF4-FFF2-40B4-BE49-F238E27FC236}">
                <a16:creationId xmlns:a16="http://schemas.microsoft.com/office/drawing/2014/main" id="{EF4F83D7-F18D-4EB3-9B86-D3F44085E966}"/>
              </a:ext>
            </a:extLst>
          </p:cNvPr>
          <p:cNvSpPr>
            <a:spLocks noGrp="1"/>
          </p:cNvSpPr>
          <p:nvPr/>
        </p:nvSpPr>
        <p:spPr>
          <a:xfrm>
            <a:off x="567205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80" name="01_find_only_1479">
            <a:extLst>
              <a:ext uri="{FF2B5EF4-FFF2-40B4-BE49-F238E27FC236}">
                <a16:creationId xmlns:a16="http://schemas.microsoft.com/office/drawing/2014/main" id="{E224C98E-1358-4EDC-84EB-F742430C1AEC}"/>
              </a:ext>
            </a:extLst>
          </p:cNvPr>
          <p:cNvSpPr>
            <a:spLocks noGrp="1"/>
          </p:cNvSpPr>
          <p:nvPr/>
        </p:nvSpPr>
        <p:spPr>
          <a:xfrm>
            <a:off x="5681480" y="40277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81" name="01_find_only_1480">
            <a:extLst>
              <a:ext uri="{FF2B5EF4-FFF2-40B4-BE49-F238E27FC236}">
                <a16:creationId xmlns:a16="http://schemas.microsoft.com/office/drawing/2014/main" id="{75A9B149-9EA7-448B-8744-0518A0DB7087}"/>
              </a:ext>
            </a:extLst>
          </p:cNvPr>
          <p:cNvSpPr>
            <a:spLocks noGrp="1"/>
          </p:cNvSpPr>
          <p:nvPr/>
        </p:nvSpPr>
        <p:spPr>
          <a:xfrm>
            <a:off x="569090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82" name="01_find_only_1481">
            <a:extLst>
              <a:ext uri="{FF2B5EF4-FFF2-40B4-BE49-F238E27FC236}">
                <a16:creationId xmlns:a16="http://schemas.microsoft.com/office/drawing/2014/main" id="{A85CF83D-A661-4EFC-A3C7-783AA39DCC6A}"/>
              </a:ext>
            </a:extLst>
          </p:cNvPr>
          <p:cNvSpPr>
            <a:spLocks noGrp="1"/>
          </p:cNvSpPr>
          <p:nvPr/>
        </p:nvSpPr>
        <p:spPr>
          <a:xfrm>
            <a:off x="573258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83" name="01_find_only_1482">
            <a:extLst>
              <a:ext uri="{FF2B5EF4-FFF2-40B4-BE49-F238E27FC236}">
                <a16:creationId xmlns:a16="http://schemas.microsoft.com/office/drawing/2014/main" id="{E7A12FD6-EC15-4D86-A481-7579EE5C6BBE}"/>
              </a:ext>
            </a:extLst>
          </p:cNvPr>
          <p:cNvSpPr>
            <a:spLocks noGrp="1"/>
          </p:cNvSpPr>
          <p:nvPr/>
        </p:nvSpPr>
        <p:spPr>
          <a:xfrm>
            <a:off x="572276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84" name="01_find_only_1483">
            <a:extLst>
              <a:ext uri="{FF2B5EF4-FFF2-40B4-BE49-F238E27FC236}">
                <a16:creationId xmlns:a16="http://schemas.microsoft.com/office/drawing/2014/main" id="{B9FBD070-7584-43AE-8F73-EAFB3CD2968F}"/>
              </a:ext>
            </a:extLst>
          </p:cNvPr>
          <p:cNvSpPr>
            <a:spLocks noGrp="1"/>
          </p:cNvSpPr>
          <p:nvPr/>
        </p:nvSpPr>
        <p:spPr>
          <a:xfrm>
            <a:off x="5685560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85" name="01_find_only_1484">
            <a:extLst>
              <a:ext uri="{FF2B5EF4-FFF2-40B4-BE49-F238E27FC236}">
                <a16:creationId xmlns:a16="http://schemas.microsoft.com/office/drawing/2014/main" id="{8EF0EAD6-DF6B-418E-9644-82C4BC1AC975}"/>
              </a:ext>
            </a:extLst>
          </p:cNvPr>
          <p:cNvSpPr>
            <a:spLocks noGrp="1"/>
          </p:cNvSpPr>
          <p:nvPr/>
        </p:nvSpPr>
        <p:spPr>
          <a:xfrm>
            <a:off x="570314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86" name="01_find_only_1485">
            <a:extLst>
              <a:ext uri="{FF2B5EF4-FFF2-40B4-BE49-F238E27FC236}">
                <a16:creationId xmlns:a16="http://schemas.microsoft.com/office/drawing/2014/main" id="{93BB951C-C484-4A36-99AD-C251BA82EBF4}"/>
              </a:ext>
            </a:extLst>
          </p:cNvPr>
          <p:cNvSpPr>
            <a:spLocks noGrp="1"/>
          </p:cNvSpPr>
          <p:nvPr/>
        </p:nvSpPr>
        <p:spPr>
          <a:xfrm>
            <a:off x="5668753" y="415380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487" name="01_find_only_1486">
            <a:extLst>
              <a:ext uri="{FF2B5EF4-FFF2-40B4-BE49-F238E27FC236}">
                <a16:creationId xmlns:a16="http://schemas.microsoft.com/office/drawing/2014/main" id="{DBFB5DA9-D914-42A9-A273-383E6473FA03}"/>
              </a:ext>
            </a:extLst>
          </p:cNvPr>
          <p:cNvSpPr>
            <a:spLocks noGrp="1"/>
          </p:cNvSpPr>
          <p:nvPr/>
        </p:nvSpPr>
        <p:spPr>
          <a:xfrm>
            <a:off x="4184890" y="2858272"/>
            <a:ext cx="195" cy="1420700"/>
          </a:xfrm>
          <a:custGeom>
            <a:avLst/>
            <a:gdLst/>
            <a:ahLst/>
            <a:cxnLst/>
            <a:rect l="0" t="0" r="0" b="0"/>
            <a:pathLst>
              <a:path w="191" h="1394818">
                <a:moveTo>
                  <a:pt x="0" y="1394818"/>
                </a:moveTo>
                <a:lnTo>
                  <a:pt x="0" y="0"/>
                </a:lnTo>
              </a:path>
            </a:pathLst>
          </a:custGeom>
          <a:noFill/>
          <a:ln w="8890">
            <a:solidFill>
              <a:srgbClr val="000000"/>
            </a:solidFill>
            <a:prstDash val="solid"/>
          </a:ln>
        </p:spPr>
      </p:sp>
      <p:sp>
        <p:nvSpPr>
          <p:cNvPr id="1488" name="01_find_only_1487">
            <a:extLst>
              <a:ext uri="{FF2B5EF4-FFF2-40B4-BE49-F238E27FC236}">
                <a16:creationId xmlns:a16="http://schemas.microsoft.com/office/drawing/2014/main" id="{3EDD909C-F9A9-4560-9FBF-C7BBAAE19722}"/>
              </a:ext>
            </a:extLst>
          </p:cNvPr>
          <p:cNvSpPr>
            <a:spLocks noGrp="1"/>
          </p:cNvSpPr>
          <p:nvPr/>
        </p:nvSpPr>
        <p:spPr>
          <a:xfrm>
            <a:off x="4184890" y="4278972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8890">
            <a:solidFill>
              <a:srgbClr val="000000"/>
            </a:solidFill>
            <a:prstDash val="solid"/>
          </a:ln>
        </p:spPr>
      </p:sp>
      <p:sp>
        <p:nvSpPr>
          <p:cNvPr id="1489" name="text_1488">
            <a:extLst>
              <a:ext uri="{FF2B5EF4-FFF2-40B4-BE49-F238E27FC236}">
                <a16:creationId xmlns:a16="http://schemas.microsoft.com/office/drawing/2014/main" id="{144595BB-D138-4DA9-A1D1-26CDC12F7A9A}"/>
              </a:ext>
            </a:extLst>
          </p:cNvPr>
          <p:cNvSpPr>
            <a:spLocks noGrp="1"/>
          </p:cNvSpPr>
          <p:nvPr/>
        </p:nvSpPr>
        <p:spPr>
          <a:xfrm>
            <a:off x="3953882" y="2663980"/>
            <a:ext cx="91973" cy="1616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1019"/>
              <a:t>b</a:t>
            </a:r>
          </a:p>
        </p:txBody>
      </p:sp>
      <p:sp>
        <p:nvSpPr>
          <p:cNvPr id="1490" name="text_1489">
            <a:extLst>
              <a:ext uri="{FF2B5EF4-FFF2-40B4-BE49-F238E27FC236}">
                <a16:creationId xmlns:a16="http://schemas.microsoft.com/office/drawing/2014/main" id="{9D5DAE44-14C9-4E32-BA43-42616A0F18C4}"/>
              </a:ext>
            </a:extLst>
          </p:cNvPr>
          <p:cNvSpPr>
            <a:spLocks noGrp="1"/>
          </p:cNvSpPr>
          <p:nvPr/>
        </p:nvSpPr>
        <p:spPr>
          <a:xfrm>
            <a:off x="4184890" y="2654988"/>
            <a:ext cx="788985" cy="1374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866"/>
              <a:t>All ligands, CA2</a:t>
            </a:r>
          </a:p>
        </p:txBody>
      </p:sp>
      <p:sp>
        <p:nvSpPr>
          <p:cNvPr id="1491" name="01_find_only_1490">
            <a:extLst>
              <a:ext uri="{FF2B5EF4-FFF2-40B4-BE49-F238E27FC236}">
                <a16:creationId xmlns:a16="http://schemas.microsoft.com/office/drawing/2014/main" id="{0BCA3B29-D190-4C19-B37B-BA3D0B46EEAE}"/>
              </a:ext>
            </a:extLst>
          </p:cNvPr>
          <p:cNvSpPr>
            <a:spLocks noGrp="1"/>
          </p:cNvSpPr>
          <p:nvPr/>
        </p:nvSpPr>
        <p:spPr>
          <a:xfrm>
            <a:off x="4200168" y="3396949"/>
            <a:ext cx="1527834" cy="817446"/>
          </a:xfrm>
          <a:custGeom>
            <a:avLst/>
            <a:gdLst/>
            <a:ahLst/>
            <a:cxnLst/>
            <a:rect l="0" t="0" r="0" b="0"/>
            <a:pathLst>
              <a:path w="1500000" h="802554">
                <a:moveTo>
                  <a:pt x="0" y="802554"/>
                </a:moveTo>
                <a:lnTo>
                  <a:pt x="14493" y="801176"/>
                </a:lnTo>
                <a:lnTo>
                  <a:pt x="15217" y="801028"/>
                </a:lnTo>
                <a:lnTo>
                  <a:pt x="19231" y="800233"/>
                </a:lnTo>
                <a:lnTo>
                  <a:pt x="19565" y="798734"/>
                </a:lnTo>
                <a:lnTo>
                  <a:pt x="25000" y="797701"/>
                </a:lnTo>
                <a:lnTo>
                  <a:pt x="26316" y="796349"/>
                </a:lnTo>
                <a:lnTo>
                  <a:pt x="27778" y="796257"/>
                </a:lnTo>
                <a:lnTo>
                  <a:pt x="28986" y="793916"/>
                </a:lnTo>
                <a:lnTo>
                  <a:pt x="32051" y="792511"/>
                </a:lnTo>
                <a:lnTo>
                  <a:pt x="33333" y="791355"/>
                </a:lnTo>
                <a:lnTo>
                  <a:pt x="35714" y="791324"/>
                </a:lnTo>
                <a:lnTo>
                  <a:pt x="36957" y="788883"/>
                </a:lnTo>
                <a:lnTo>
                  <a:pt x="40984" y="787549"/>
                </a:lnTo>
                <a:lnTo>
                  <a:pt x="42391" y="782676"/>
                </a:lnTo>
                <a:lnTo>
                  <a:pt x="48387" y="781286"/>
                </a:lnTo>
                <a:lnTo>
                  <a:pt x="49180" y="781079"/>
                </a:lnTo>
                <a:lnTo>
                  <a:pt x="50000" y="781079"/>
                </a:lnTo>
                <a:lnTo>
                  <a:pt x="51282" y="779453"/>
                </a:lnTo>
                <a:lnTo>
                  <a:pt x="55556" y="778430"/>
                </a:lnTo>
                <a:lnTo>
                  <a:pt x="56522" y="775069"/>
                </a:lnTo>
                <a:lnTo>
                  <a:pt x="62500" y="774170"/>
                </a:lnTo>
                <a:lnTo>
                  <a:pt x="63043" y="764531"/>
                </a:lnTo>
                <a:lnTo>
                  <a:pt x="68966" y="763211"/>
                </a:lnTo>
                <a:lnTo>
                  <a:pt x="69565" y="762755"/>
                </a:lnTo>
                <a:lnTo>
                  <a:pt x="71429" y="762649"/>
                </a:lnTo>
                <a:lnTo>
                  <a:pt x="72826" y="756328"/>
                </a:lnTo>
                <a:lnTo>
                  <a:pt x="76923" y="754939"/>
                </a:lnTo>
                <a:lnTo>
                  <a:pt x="78261" y="753455"/>
                </a:lnTo>
                <a:lnTo>
                  <a:pt x="83333" y="752771"/>
                </a:lnTo>
                <a:lnTo>
                  <a:pt x="83696" y="734149"/>
                </a:lnTo>
                <a:lnTo>
                  <a:pt x="90909" y="733261"/>
                </a:lnTo>
                <a:lnTo>
                  <a:pt x="91667" y="732376"/>
                </a:lnTo>
                <a:lnTo>
                  <a:pt x="96154" y="731401"/>
                </a:lnTo>
                <a:lnTo>
                  <a:pt x="97222" y="730205"/>
                </a:lnTo>
                <a:lnTo>
                  <a:pt x="100000" y="730027"/>
                </a:lnTo>
                <a:lnTo>
                  <a:pt x="101087" y="719725"/>
                </a:lnTo>
                <a:lnTo>
                  <a:pt x="107143" y="718395"/>
                </a:lnTo>
                <a:lnTo>
                  <a:pt x="108333" y="716162"/>
                </a:lnTo>
                <a:lnTo>
                  <a:pt x="111111" y="715938"/>
                </a:lnTo>
                <a:lnTo>
                  <a:pt x="111111" y="712592"/>
                </a:lnTo>
                <a:lnTo>
                  <a:pt x="115385" y="712439"/>
                </a:lnTo>
                <a:lnTo>
                  <a:pt x="116304" y="710868"/>
                </a:lnTo>
                <a:lnTo>
                  <a:pt x="125000" y="710047"/>
                </a:lnTo>
                <a:lnTo>
                  <a:pt x="126087" y="674736"/>
                </a:lnTo>
                <a:lnTo>
                  <a:pt x="134409" y="673334"/>
                </a:lnTo>
                <a:lnTo>
                  <a:pt x="134615" y="671805"/>
                </a:lnTo>
                <a:lnTo>
                  <a:pt x="138889" y="670809"/>
                </a:lnTo>
                <a:lnTo>
                  <a:pt x="140217" y="668947"/>
                </a:lnTo>
                <a:lnTo>
                  <a:pt x="142857" y="668676"/>
                </a:lnTo>
                <a:lnTo>
                  <a:pt x="143478" y="662474"/>
                </a:lnTo>
                <a:lnTo>
                  <a:pt x="150000" y="661771"/>
                </a:lnTo>
                <a:lnTo>
                  <a:pt x="151087" y="660837"/>
                </a:lnTo>
                <a:lnTo>
                  <a:pt x="153846" y="660579"/>
                </a:lnTo>
                <a:lnTo>
                  <a:pt x="155172" y="659139"/>
                </a:lnTo>
                <a:lnTo>
                  <a:pt x="156250" y="659017"/>
                </a:lnTo>
                <a:lnTo>
                  <a:pt x="157609" y="657657"/>
                </a:lnTo>
                <a:lnTo>
                  <a:pt x="166667" y="656815"/>
                </a:lnTo>
                <a:lnTo>
                  <a:pt x="167391" y="618983"/>
                </a:lnTo>
                <a:lnTo>
                  <a:pt x="173077" y="618555"/>
                </a:lnTo>
                <a:lnTo>
                  <a:pt x="173913" y="617225"/>
                </a:lnTo>
                <a:lnTo>
                  <a:pt x="178571" y="616246"/>
                </a:lnTo>
                <a:lnTo>
                  <a:pt x="179487" y="614622"/>
                </a:lnTo>
                <a:lnTo>
                  <a:pt x="187500" y="613825"/>
                </a:lnTo>
                <a:lnTo>
                  <a:pt x="188406" y="605336"/>
                </a:lnTo>
                <a:lnTo>
                  <a:pt x="192308" y="604559"/>
                </a:lnTo>
                <a:lnTo>
                  <a:pt x="193478" y="603636"/>
                </a:lnTo>
                <a:lnTo>
                  <a:pt x="200000" y="602441"/>
                </a:lnTo>
                <a:lnTo>
                  <a:pt x="201299" y="591990"/>
                </a:lnTo>
                <a:lnTo>
                  <a:pt x="208333" y="591322"/>
                </a:lnTo>
                <a:lnTo>
                  <a:pt x="209677" y="587098"/>
                </a:lnTo>
                <a:lnTo>
                  <a:pt x="211538" y="586577"/>
                </a:lnTo>
                <a:lnTo>
                  <a:pt x="212121" y="585093"/>
                </a:lnTo>
                <a:lnTo>
                  <a:pt x="214286" y="585078"/>
                </a:lnTo>
                <a:lnTo>
                  <a:pt x="215217" y="580095"/>
                </a:lnTo>
                <a:lnTo>
                  <a:pt x="222222" y="579630"/>
                </a:lnTo>
                <a:lnTo>
                  <a:pt x="222222" y="577269"/>
                </a:lnTo>
                <a:lnTo>
                  <a:pt x="227174" y="575867"/>
                </a:lnTo>
                <a:lnTo>
                  <a:pt x="228261" y="575192"/>
                </a:lnTo>
                <a:lnTo>
                  <a:pt x="231884" y="573866"/>
                </a:lnTo>
                <a:lnTo>
                  <a:pt x="231884" y="573764"/>
                </a:lnTo>
                <a:lnTo>
                  <a:pt x="241379" y="572481"/>
                </a:lnTo>
                <a:lnTo>
                  <a:pt x="242424" y="571997"/>
                </a:lnTo>
                <a:lnTo>
                  <a:pt x="250000" y="571619"/>
                </a:lnTo>
                <a:lnTo>
                  <a:pt x="251087" y="444126"/>
                </a:lnTo>
                <a:lnTo>
                  <a:pt x="262821" y="442717"/>
                </a:lnTo>
                <a:lnTo>
                  <a:pt x="264130" y="442146"/>
                </a:lnTo>
                <a:lnTo>
                  <a:pt x="269231" y="441757"/>
                </a:lnTo>
                <a:lnTo>
                  <a:pt x="269565" y="440289"/>
                </a:lnTo>
                <a:lnTo>
                  <a:pt x="275000" y="439227"/>
                </a:lnTo>
                <a:lnTo>
                  <a:pt x="275862" y="438066"/>
                </a:lnTo>
                <a:lnTo>
                  <a:pt x="277778" y="438050"/>
                </a:lnTo>
                <a:lnTo>
                  <a:pt x="277778" y="435295"/>
                </a:lnTo>
                <a:lnTo>
                  <a:pt x="285714" y="434445"/>
                </a:lnTo>
                <a:lnTo>
                  <a:pt x="286957" y="432053"/>
                </a:lnTo>
                <a:lnTo>
                  <a:pt x="291667" y="430889"/>
                </a:lnTo>
                <a:lnTo>
                  <a:pt x="292391" y="427596"/>
                </a:lnTo>
                <a:lnTo>
                  <a:pt x="300000" y="426929"/>
                </a:lnTo>
                <a:lnTo>
                  <a:pt x="301282" y="421095"/>
                </a:lnTo>
                <a:lnTo>
                  <a:pt x="306452" y="419688"/>
                </a:lnTo>
                <a:lnTo>
                  <a:pt x="307692" y="418915"/>
                </a:lnTo>
                <a:lnTo>
                  <a:pt x="312500" y="418235"/>
                </a:lnTo>
                <a:lnTo>
                  <a:pt x="313853" y="413761"/>
                </a:lnTo>
                <a:lnTo>
                  <a:pt x="321429" y="412516"/>
                </a:lnTo>
                <a:lnTo>
                  <a:pt x="322826" y="411366"/>
                </a:lnTo>
                <a:lnTo>
                  <a:pt x="327586" y="410197"/>
                </a:lnTo>
                <a:lnTo>
                  <a:pt x="327957" y="409876"/>
                </a:lnTo>
                <a:lnTo>
                  <a:pt x="333333" y="409769"/>
                </a:lnTo>
                <a:lnTo>
                  <a:pt x="333333" y="366556"/>
                </a:lnTo>
                <a:lnTo>
                  <a:pt x="346154" y="365566"/>
                </a:lnTo>
                <a:lnTo>
                  <a:pt x="346739" y="364914"/>
                </a:lnTo>
                <a:lnTo>
                  <a:pt x="357143" y="364343"/>
                </a:lnTo>
                <a:lnTo>
                  <a:pt x="358333" y="359794"/>
                </a:lnTo>
                <a:lnTo>
                  <a:pt x="363636" y="358675"/>
                </a:lnTo>
                <a:lnTo>
                  <a:pt x="364130" y="357985"/>
                </a:lnTo>
                <a:lnTo>
                  <a:pt x="375000" y="357153"/>
                </a:lnTo>
                <a:lnTo>
                  <a:pt x="376344" y="340119"/>
                </a:lnTo>
                <a:lnTo>
                  <a:pt x="388889" y="339071"/>
                </a:lnTo>
                <a:lnTo>
                  <a:pt x="390217" y="338253"/>
                </a:lnTo>
                <a:lnTo>
                  <a:pt x="397436" y="336848"/>
                </a:lnTo>
                <a:lnTo>
                  <a:pt x="398268" y="336635"/>
                </a:lnTo>
                <a:lnTo>
                  <a:pt x="400000" y="336635"/>
                </a:lnTo>
                <a:lnTo>
                  <a:pt x="401087" y="331173"/>
                </a:lnTo>
                <a:lnTo>
                  <a:pt x="409091" y="330369"/>
                </a:lnTo>
                <a:lnTo>
                  <a:pt x="410256" y="329634"/>
                </a:lnTo>
                <a:lnTo>
                  <a:pt x="416667" y="329512"/>
                </a:lnTo>
                <a:lnTo>
                  <a:pt x="417749" y="318962"/>
                </a:lnTo>
                <a:lnTo>
                  <a:pt x="428571" y="317685"/>
                </a:lnTo>
                <a:lnTo>
                  <a:pt x="429487" y="316582"/>
                </a:lnTo>
                <a:lnTo>
                  <a:pt x="437500" y="316327"/>
                </a:lnTo>
                <a:lnTo>
                  <a:pt x="437500" y="314556"/>
                </a:lnTo>
                <a:lnTo>
                  <a:pt x="454545" y="313675"/>
                </a:lnTo>
                <a:lnTo>
                  <a:pt x="455128" y="312910"/>
                </a:lnTo>
                <a:lnTo>
                  <a:pt x="458333" y="312910"/>
                </a:lnTo>
                <a:lnTo>
                  <a:pt x="458874" y="310400"/>
                </a:lnTo>
                <a:lnTo>
                  <a:pt x="464286" y="309975"/>
                </a:lnTo>
                <a:lnTo>
                  <a:pt x="465368" y="308933"/>
                </a:lnTo>
                <a:lnTo>
                  <a:pt x="480769" y="307692"/>
                </a:lnTo>
                <a:lnTo>
                  <a:pt x="480769" y="307329"/>
                </a:lnTo>
                <a:lnTo>
                  <a:pt x="500000" y="307025"/>
                </a:lnTo>
                <a:lnTo>
                  <a:pt x="500000" y="98098"/>
                </a:lnTo>
                <a:lnTo>
                  <a:pt x="541667" y="97107"/>
                </a:lnTo>
                <a:lnTo>
                  <a:pt x="541667" y="96517"/>
                </a:lnTo>
                <a:lnTo>
                  <a:pt x="583333" y="95430"/>
                </a:lnTo>
                <a:lnTo>
                  <a:pt x="583333" y="87048"/>
                </a:lnTo>
                <a:lnTo>
                  <a:pt x="600000" y="86487"/>
                </a:lnTo>
                <a:lnTo>
                  <a:pt x="600000" y="83535"/>
                </a:lnTo>
                <a:lnTo>
                  <a:pt x="625000" y="83417"/>
                </a:lnTo>
                <a:lnTo>
                  <a:pt x="625000" y="76481"/>
                </a:lnTo>
                <a:lnTo>
                  <a:pt x="666667" y="75684"/>
                </a:lnTo>
                <a:lnTo>
                  <a:pt x="666667" y="66711"/>
                </a:lnTo>
                <a:lnTo>
                  <a:pt x="700000" y="65383"/>
                </a:lnTo>
                <a:lnTo>
                  <a:pt x="700000" y="65265"/>
                </a:lnTo>
                <a:lnTo>
                  <a:pt x="714286" y="64674"/>
                </a:lnTo>
                <a:lnTo>
                  <a:pt x="714286" y="63662"/>
                </a:lnTo>
                <a:lnTo>
                  <a:pt x="750000" y="63101"/>
                </a:lnTo>
                <a:lnTo>
                  <a:pt x="750000" y="38898"/>
                </a:lnTo>
                <a:lnTo>
                  <a:pt x="785714" y="38780"/>
                </a:lnTo>
                <a:lnTo>
                  <a:pt x="785714" y="36756"/>
                </a:lnTo>
                <a:lnTo>
                  <a:pt x="875000" y="36284"/>
                </a:lnTo>
                <a:lnTo>
                  <a:pt x="875000" y="33923"/>
                </a:lnTo>
                <a:lnTo>
                  <a:pt x="958333" y="32624"/>
                </a:lnTo>
                <a:lnTo>
                  <a:pt x="958333" y="32506"/>
                </a:lnTo>
                <a:lnTo>
                  <a:pt x="1000000" y="32388"/>
                </a:lnTo>
                <a:lnTo>
                  <a:pt x="1000000" y="17039"/>
                </a:lnTo>
                <a:lnTo>
                  <a:pt x="1083333" y="15791"/>
                </a:lnTo>
                <a:lnTo>
                  <a:pt x="1083333" y="14611"/>
                </a:lnTo>
                <a:lnTo>
                  <a:pt x="1125000" y="14611"/>
                </a:lnTo>
                <a:lnTo>
                  <a:pt x="1125000" y="12840"/>
                </a:lnTo>
                <a:lnTo>
                  <a:pt x="1500000" y="12397"/>
                </a:lnTo>
                <a:lnTo>
                  <a:pt x="1500000" y="0"/>
                </a:lnTo>
                <a:lnTo>
                  <a:pt x="1500000" y="0"/>
                </a:lnTo>
              </a:path>
            </a:pathLst>
          </a:custGeom>
          <a:noFill/>
          <a:ln w="22860">
            <a:solidFill>
              <a:srgbClr val="00878B"/>
            </a:solidFill>
            <a:prstDash val="solid"/>
          </a:ln>
        </p:spPr>
      </p:sp>
      <p:sp>
        <p:nvSpPr>
          <p:cNvPr id="1492" name="01_find_only_1491">
            <a:extLst>
              <a:ext uri="{FF2B5EF4-FFF2-40B4-BE49-F238E27FC236}">
                <a16:creationId xmlns:a16="http://schemas.microsoft.com/office/drawing/2014/main" id="{77A2C8A2-EB33-49B6-B95F-DB5809818EFE}"/>
              </a:ext>
            </a:extLst>
          </p:cNvPr>
          <p:cNvSpPr>
            <a:spLocks noGrp="1"/>
          </p:cNvSpPr>
          <p:nvPr/>
        </p:nvSpPr>
        <p:spPr>
          <a:xfrm>
            <a:off x="4200168" y="3353365"/>
            <a:ext cx="1527834" cy="861030"/>
          </a:xfrm>
          <a:custGeom>
            <a:avLst/>
            <a:gdLst/>
            <a:ahLst/>
            <a:cxnLst/>
            <a:rect l="0" t="0" r="0" b="0"/>
            <a:pathLst>
              <a:path w="1500000" h="845344">
                <a:moveTo>
                  <a:pt x="0" y="845344"/>
                </a:moveTo>
                <a:lnTo>
                  <a:pt x="142857" y="845344"/>
                </a:lnTo>
                <a:lnTo>
                  <a:pt x="142857" y="800058"/>
                </a:lnTo>
                <a:lnTo>
                  <a:pt x="143478" y="800058"/>
                </a:lnTo>
                <a:lnTo>
                  <a:pt x="166667" y="800058"/>
                </a:lnTo>
                <a:lnTo>
                  <a:pt x="166667" y="634008"/>
                </a:lnTo>
                <a:lnTo>
                  <a:pt x="167391" y="634008"/>
                </a:lnTo>
                <a:lnTo>
                  <a:pt x="250000" y="634008"/>
                </a:lnTo>
                <a:lnTo>
                  <a:pt x="250000" y="422672"/>
                </a:lnTo>
                <a:lnTo>
                  <a:pt x="251087" y="422672"/>
                </a:lnTo>
                <a:lnTo>
                  <a:pt x="333333" y="422672"/>
                </a:lnTo>
                <a:lnTo>
                  <a:pt x="333333" y="301909"/>
                </a:lnTo>
                <a:lnTo>
                  <a:pt x="375000" y="301909"/>
                </a:lnTo>
                <a:lnTo>
                  <a:pt x="375000" y="268973"/>
                </a:lnTo>
                <a:lnTo>
                  <a:pt x="376344" y="268973"/>
                </a:lnTo>
                <a:lnTo>
                  <a:pt x="378788" y="268973"/>
                </a:lnTo>
                <a:lnTo>
                  <a:pt x="378788" y="263484"/>
                </a:lnTo>
                <a:lnTo>
                  <a:pt x="385281" y="263484"/>
                </a:lnTo>
                <a:lnTo>
                  <a:pt x="385281" y="257995"/>
                </a:lnTo>
                <a:lnTo>
                  <a:pt x="391775" y="257995"/>
                </a:lnTo>
                <a:lnTo>
                  <a:pt x="391775" y="252505"/>
                </a:lnTo>
                <a:lnTo>
                  <a:pt x="392857" y="252505"/>
                </a:lnTo>
                <a:lnTo>
                  <a:pt x="393939" y="252505"/>
                </a:lnTo>
                <a:lnTo>
                  <a:pt x="393939" y="247016"/>
                </a:lnTo>
                <a:lnTo>
                  <a:pt x="394565" y="247016"/>
                </a:lnTo>
                <a:lnTo>
                  <a:pt x="398268" y="247016"/>
                </a:lnTo>
                <a:lnTo>
                  <a:pt x="398268" y="241527"/>
                </a:lnTo>
                <a:lnTo>
                  <a:pt x="400000" y="241527"/>
                </a:lnTo>
                <a:lnTo>
                  <a:pt x="400000" y="211336"/>
                </a:lnTo>
                <a:lnTo>
                  <a:pt x="401087" y="211336"/>
                </a:lnTo>
                <a:lnTo>
                  <a:pt x="666667" y="211336"/>
                </a:lnTo>
                <a:lnTo>
                  <a:pt x="666667" y="145749"/>
                </a:lnTo>
                <a:lnTo>
                  <a:pt x="750000" y="145749"/>
                </a:lnTo>
                <a:lnTo>
                  <a:pt x="750000" y="1838"/>
                </a:lnTo>
                <a:lnTo>
                  <a:pt x="916667" y="1838"/>
                </a:lnTo>
                <a:lnTo>
                  <a:pt x="916667" y="0"/>
                </a:lnTo>
                <a:lnTo>
                  <a:pt x="1500000" y="0"/>
                </a:lnTo>
                <a:lnTo>
                  <a:pt x="1500000" y="0"/>
                </a:lnTo>
              </a:path>
            </a:pathLst>
          </a:custGeom>
          <a:noFill/>
          <a:ln w="13335">
            <a:solidFill>
              <a:srgbClr val="3A64C8"/>
            </a:solidFill>
            <a:prstDash val="solid"/>
          </a:ln>
        </p:spPr>
      </p:sp>
      <p:sp>
        <p:nvSpPr>
          <p:cNvPr id="1493" name="01_find_only_1492">
            <a:extLst>
              <a:ext uri="{FF2B5EF4-FFF2-40B4-BE49-F238E27FC236}">
                <a16:creationId xmlns:a16="http://schemas.microsoft.com/office/drawing/2014/main" id="{78FC753B-F586-4503-849F-BC1C52A84448}"/>
              </a:ext>
            </a:extLst>
          </p:cNvPr>
          <p:cNvSpPr>
            <a:spLocks noGrp="1"/>
          </p:cNvSpPr>
          <p:nvPr/>
        </p:nvSpPr>
        <p:spPr>
          <a:xfrm>
            <a:off x="4432817" y="3827341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1494" name="01_find_only_1493">
            <a:extLst>
              <a:ext uri="{FF2B5EF4-FFF2-40B4-BE49-F238E27FC236}">
                <a16:creationId xmlns:a16="http://schemas.microsoft.com/office/drawing/2014/main" id="{95C9F7DB-D243-4099-A016-21E12EB110D0}"/>
              </a:ext>
            </a:extLst>
          </p:cNvPr>
          <p:cNvSpPr>
            <a:spLocks noGrp="1"/>
          </p:cNvSpPr>
          <p:nvPr/>
        </p:nvSpPr>
        <p:spPr>
          <a:xfrm>
            <a:off x="4687456" y="3474877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1495" name="01_find_only_1494">
            <a:extLst>
              <a:ext uri="{FF2B5EF4-FFF2-40B4-BE49-F238E27FC236}">
                <a16:creationId xmlns:a16="http://schemas.microsoft.com/office/drawing/2014/main" id="{21CECF89-85F5-4C28-ADFF-C5D4413EDC12}"/>
              </a:ext>
            </a:extLst>
          </p:cNvPr>
          <p:cNvSpPr>
            <a:spLocks noGrp="1"/>
          </p:cNvSpPr>
          <p:nvPr/>
        </p:nvSpPr>
        <p:spPr>
          <a:xfrm>
            <a:off x="5196734" y="3392314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1496" name="01_find_only_1495">
            <a:extLst>
              <a:ext uri="{FF2B5EF4-FFF2-40B4-BE49-F238E27FC236}">
                <a16:creationId xmlns:a16="http://schemas.microsoft.com/office/drawing/2014/main" id="{C8A32DAC-5234-44E9-8C67-E4A9D9B62490}"/>
              </a:ext>
            </a:extLst>
          </p:cNvPr>
          <p:cNvSpPr>
            <a:spLocks noGrp="1"/>
          </p:cNvSpPr>
          <p:nvPr/>
        </p:nvSpPr>
        <p:spPr>
          <a:xfrm>
            <a:off x="5706012" y="3374958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1497" name="01_find_only_1496">
            <a:extLst>
              <a:ext uri="{FF2B5EF4-FFF2-40B4-BE49-F238E27FC236}">
                <a16:creationId xmlns:a16="http://schemas.microsoft.com/office/drawing/2014/main" id="{2EFA459F-A47C-47E9-BF43-3D1391FAC56E}"/>
              </a:ext>
            </a:extLst>
          </p:cNvPr>
          <p:cNvSpPr>
            <a:spLocks noGrp="1"/>
          </p:cNvSpPr>
          <p:nvPr/>
        </p:nvSpPr>
        <p:spPr>
          <a:xfrm>
            <a:off x="4418220" y="3747292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1498" name="01_find_only_1497">
            <a:extLst>
              <a:ext uri="{FF2B5EF4-FFF2-40B4-BE49-F238E27FC236}">
                <a16:creationId xmlns:a16="http://schemas.microsoft.com/office/drawing/2014/main" id="{3A52A5EF-6E0C-4330-9CA5-289FA468ECCE}"/>
              </a:ext>
            </a:extLst>
          </p:cNvPr>
          <p:cNvSpPr>
            <a:spLocks noGrp="1"/>
          </p:cNvSpPr>
          <p:nvPr/>
        </p:nvSpPr>
        <p:spPr>
          <a:xfrm>
            <a:off x="4672859" y="3532035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1499" name="01_find_only_1498">
            <a:extLst>
              <a:ext uri="{FF2B5EF4-FFF2-40B4-BE49-F238E27FC236}">
                <a16:creationId xmlns:a16="http://schemas.microsoft.com/office/drawing/2014/main" id="{6007867A-F565-4E03-B689-BD80E3B3FFE3}"/>
              </a:ext>
            </a:extLst>
          </p:cNvPr>
          <p:cNvSpPr>
            <a:spLocks noGrp="1"/>
          </p:cNvSpPr>
          <p:nvPr/>
        </p:nvSpPr>
        <p:spPr>
          <a:xfrm>
            <a:off x="5182137" y="3316777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1500" name="01_find_only_1499">
            <a:extLst>
              <a:ext uri="{FF2B5EF4-FFF2-40B4-BE49-F238E27FC236}">
                <a16:creationId xmlns:a16="http://schemas.microsoft.com/office/drawing/2014/main" id="{9BF91A9F-BDFD-4C93-AB7A-99DB33E58803}"/>
              </a:ext>
            </a:extLst>
          </p:cNvPr>
          <p:cNvSpPr>
            <a:spLocks noGrp="1"/>
          </p:cNvSpPr>
          <p:nvPr/>
        </p:nvSpPr>
        <p:spPr>
          <a:xfrm>
            <a:off x="5691415" y="3316777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1501" name="01_find_only_1500">
            <a:extLst>
              <a:ext uri="{FF2B5EF4-FFF2-40B4-BE49-F238E27FC236}">
                <a16:creationId xmlns:a16="http://schemas.microsoft.com/office/drawing/2014/main" id="{A1BF0658-55C8-4D5D-AB74-D2FA28B982CC}"/>
              </a:ext>
            </a:extLst>
          </p:cNvPr>
          <p:cNvSpPr>
            <a:spLocks noGrp="1"/>
          </p:cNvSpPr>
          <p:nvPr/>
        </p:nvSpPr>
        <p:spPr>
          <a:xfrm>
            <a:off x="6346469" y="2858272"/>
            <a:ext cx="1650061" cy="1420700"/>
          </a:xfrm>
          <a:custGeom>
            <a:avLst/>
            <a:gdLst/>
            <a:ahLst/>
            <a:cxnLst/>
            <a:rect l="0" t="0" r="0" b="0"/>
            <a:pathLst>
              <a:path w="1620000" h="1394818">
                <a:moveTo>
                  <a:pt x="0" y="1394818"/>
                </a:moveTo>
                <a:lnTo>
                  <a:pt x="1620000" y="1394818"/>
                </a:lnTo>
                <a:lnTo>
                  <a:pt x="1620000" y="0"/>
                </a:lnTo>
                <a:lnTo>
                  <a:pt x="0" y="0"/>
                </a:lnTo>
                <a:lnTo>
                  <a:pt x="0" y="1394818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1502" name="01_find_only_1501">
            <a:extLst>
              <a:ext uri="{FF2B5EF4-FFF2-40B4-BE49-F238E27FC236}">
                <a16:creationId xmlns:a16="http://schemas.microsoft.com/office/drawing/2014/main" id="{779A701F-2B45-4A45-AF4C-CB87DB732750}"/>
              </a:ext>
            </a:extLst>
          </p:cNvPr>
          <p:cNvSpPr>
            <a:spLocks noGrp="1"/>
          </p:cNvSpPr>
          <p:nvPr/>
        </p:nvSpPr>
        <p:spPr>
          <a:xfrm>
            <a:off x="6550181" y="2922850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30000" y="1268016"/>
                </a:moveTo>
                <a:lnTo>
                  <a:pt x="0" y="1268016"/>
                </a:lnTo>
                <a:lnTo>
                  <a:pt x="721" y="1257449"/>
                </a:lnTo>
                <a:lnTo>
                  <a:pt x="2836" y="1246883"/>
                </a:lnTo>
                <a:lnTo>
                  <a:pt x="6201" y="1236316"/>
                </a:lnTo>
                <a:lnTo>
                  <a:pt x="10594" y="1225749"/>
                </a:lnTo>
                <a:lnTo>
                  <a:pt x="15741" y="1215182"/>
                </a:lnTo>
                <a:lnTo>
                  <a:pt x="21340" y="1204615"/>
                </a:lnTo>
                <a:lnTo>
                  <a:pt x="27093" y="1194049"/>
                </a:lnTo>
                <a:lnTo>
                  <a:pt x="32730" y="1183482"/>
                </a:lnTo>
                <a:lnTo>
                  <a:pt x="38026" y="1172915"/>
                </a:lnTo>
                <a:lnTo>
                  <a:pt x="42818" y="1162348"/>
                </a:lnTo>
                <a:lnTo>
                  <a:pt x="47003" y="1151781"/>
                </a:lnTo>
                <a:lnTo>
                  <a:pt x="50537" y="1141215"/>
                </a:lnTo>
                <a:lnTo>
                  <a:pt x="53427" y="1130648"/>
                </a:lnTo>
                <a:lnTo>
                  <a:pt x="55717" y="1120081"/>
                </a:lnTo>
                <a:lnTo>
                  <a:pt x="57477" y="1109514"/>
                </a:lnTo>
                <a:lnTo>
                  <a:pt x="58790" y="1098947"/>
                </a:lnTo>
                <a:lnTo>
                  <a:pt x="59742" y="1088381"/>
                </a:lnTo>
                <a:lnTo>
                  <a:pt x="60413" y="1077814"/>
                </a:lnTo>
                <a:lnTo>
                  <a:pt x="60873" y="1067247"/>
                </a:lnTo>
                <a:lnTo>
                  <a:pt x="61180" y="1056680"/>
                </a:lnTo>
                <a:lnTo>
                  <a:pt x="61378" y="1046113"/>
                </a:lnTo>
                <a:lnTo>
                  <a:pt x="61499" y="1035547"/>
                </a:lnTo>
                <a:lnTo>
                  <a:pt x="61562" y="1024980"/>
                </a:lnTo>
                <a:lnTo>
                  <a:pt x="61582" y="1014413"/>
                </a:lnTo>
                <a:lnTo>
                  <a:pt x="61565" y="1003846"/>
                </a:lnTo>
                <a:lnTo>
                  <a:pt x="61514" y="993279"/>
                </a:lnTo>
                <a:lnTo>
                  <a:pt x="61429" y="982713"/>
                </a:lnTo>
                <a:lnTo>
                  <a:pt x="61311" y="972146"/>
                </a:lnTo>
                <a:lnTo>
                  <a:pt x="61159" y="961579"/>
                </a:lnTo>
                <a:lnTo>
                  <a:pt x="60973" y="951012"/>
                </a:lnTo>
                <a:lnTo>
                  <a:pt x="60758" y="940445"/>
                </a:lnTo>
                <a:lnTo>
                  <a:pt x="60516" y="929879"/>
                </a:lnTo>
                <a:lnTo>
                  <a:pt x="60253" y="919312"/>
                </a:lnTo>
                <a:lnTo>
                  <a:pt x="59977" y="908745"/>
                </a:lnTo>
                <a:lnTo>
                  <a:pt x="59694" y="898178"/>
                </a:lnTo>
                <a:lnTo>
                  <a:pt x="59414" y="887611"/>
                </a:lnTo>
                <a:lnTo>
                  <a:pt x="59145" y="877045"/>
                </a:lnTo>
                <a:lnTo>
                  <a:pt x="58893" y="866478"/>
                </a:lnTo>
                <a:lnTo>
                  <a:pt x="58664" y="855911"/>
                </a:lnTo>
                <a:lnTo>
                  <a:pt x="58460" y="845344"/>
                </a:lnTo>
                <a:lnTo>
                  <a:pt x="58281" y="834777"/>
                </a:lnTo>
                <a:lnTo>
                  <a:pt x="58122" y="824211"/>
                </a:lnTo>
                <a:lnTo>
                  <a:pt x="57978" y="813644"/>
                </a:lnTo>
                <a:lnTo>
                  <a:pt x="57837" y="803077"/>
                </a:lnTo>
                <a:lnTo>
                  <a:pt x="57690" y="792510"/>
                </a:lnTo>
                <a:lnTo>
                  <a:pt x="57524" y="781943"/>
                </a:lnTo>
                <a:lnTo>
                  <a:pt x="57328" y="771377"/>
                </a:lnTo>
                <a:lnTo>
                  <a:pt x="57093" y="760810"/>
                </a:lnTo>
                <a:lnTo>
                  <a:pt x="56813" y="750243"/>
                </a:lnTo>
                <a:lnTo>
                  <a:pt x="56487" y="739676"/>
                </a:lnTo>
                <a:lnTo>
                  <a:pt x="56120" y="729109"/>
                </a:lnTo>
                <a:lnTo>
                  <a:pt x="55722" y="718543"/>
                </a:lnTo>
                <a:lnTo>
                  <a:pt x="55314" y="707976"/>
                </a:lnTo>
                <a:lnTo>
                  <a:pt x="54918" y="697409"/>
                </a:lnTo>
                <a:lnTo>
                  <a:pt x="54565" y="686842"/>
                </a:lnTo>
                <a:lnTo>
                  <a:pt x="54285" y="676275"/>
                </a:lnTo>
                <a:lnTo>
                  <a:pt x="54110" y="665709"/>
                </a:lnTo>
                <a:lnTo>
                  <a:pt x="54067" y="655142"/>
                </a:lnTo>
                <a:lnTo>
                  <a:pt x="54178" y="644575"/>
                </a:lnTo>
                <a:lnTo>
                  <a:pt x="54453" y="634008"/>
                </a:lnTo>
                <a:lnTo>
                  <a:pt x="54892" y="623441"/>
                </a:lnTo>
                <a:lnTo>
                  <a:pt x="55486" y="612874"/>
                </a:lnTo>
                <a:lnTo>
                  <a:pt x="56212" y="602308"/>
                </a:lnTo>
                <a:lnTo>
                  <a:pt x="57039" y="591741"/>
                </a:lnTo>
                <a:lnTo>
                  <a:pt x="57932" y="581174"/>
                </a:lnTo>
                <a:lnTo>
                  <a:pt x="58854" y="570607"/>
                </a:lnTo>
                <a:lnTo>
                  <a:pt x="59766" y="560040"/>
                </a:lnTo>
                <a:lnTo>
                  <a:pt x="60637" y="549474"/>
                </a:lnTo>
                <a:lnTo>
                  <a:pt x="61441" y="538907"/>
                </a:lnTo>
                <a:lnTo>
                  <a:pt x="62159" y="528340"/>
                </a:lnTo>
                <a:lnTo>
                  <a:pt x="62782" y="517773"/>
                </a:lnTo>
                <a:lnTo>
                  <a:pt x="63306" y="507206"/>
                </a:lnTo>
                <a:lnTo>
                  <a:pt x="63735" y="496640"/>
                </a:lnTo>
                <a:lnTo>
                  <a:pt x="64076" y="486073"/>
                </a:lnTo>
                <a:lnTo>
                  <a:pt x="64341" y="475506"/>
                </a:lnTo>
                <a:lnTo>
                  <a:pt x="64540" y="464939"/>
                </a:lnTo>
                <a:lnTo>
                  <a:pt x="64686" y="454372"/>
                </a:lnTo>
                <a:lnTo>
                  <a:pt x="64790" y="443806"/>
                </a:lnTo>
                <a:lnTo>
                  <a:pt x="64863" y="433239"/>
                </a:lnTo>
                <a:lnTo>
                  <a:pt x="64913" y="422672"/>
                </a:lnTo>
                <a:lnTo>
                  <a:pt x="64946" y="412105"/>
                </a:lnTo>
                <a:lnTo>
                  <a:pt x="64967" y="401538"/>
                </a:lnTo>
                <a:lnTo>
                  <a:pt x="64980" y="390972"/>
                </a:lnTo>
                <a:lnTo>
                  <a:pt x="64989" y="380405"/>
                </a:lnTo>
                <a:lnTo>
                  <a:pt x="64993" y="369838"/>
                </a:lnTo>
                <a:lnTo>
                  <a:pt x="64996" y="359271"/>
                </a:lnTo>
                <a:lnTo>
                  <a:pt x="64998" y="348704"/>
                </a:lnTo>
                <a:lnTo>
                  <a:pt x="64999" y="338138"/>
                </a:lnTo>
                <a:lnTo>
                  <a:pt x="64999" y="327571"/>
                </a:lnTo>
                <a:lnTo>
                  <a:pt x="65000" y="317004"/>
                </a:lnTo>
                <a:lnTo>
                  <a:pt x="65000" y="306437"/>
                </a:lnTo>
                <a:lnTo>
                  <a:pt x="65000" y="295870"/>
                </a:lnTo>
                <a:lnTo>
                  <a:pt x="65000" y="285304"/>
                </a:lnTo>
                <a:lnTo>
                  <a:pt x="65000" y="274737"/>
                </a:lnTo>
                <a:lnTo>
                  <a:pt x="65000" y="264170"/>
                </a:lnTo>
                <a:lnTo>
                  <a:pt x="65000" y="253603"/>
                </a:lnTo>
                <a:lnTo>
                  <a:pt x="65000" y="243036"/>
                </a:lnTo>
                <a:lnTo>
                  <a:pt x="65000" y="232470"/>
                </a:lnTo>
                <a:lnTo>
                  <a:pt x="65000" y="221903"/>
                </a:lnTo>
                <a:lnTo>
                  <a:pt x="65000" y="211336"/>
                </a:lnTo>
                <a:lnTo>
                  <a:pt x="65000" y="200769"/>
                </a:lnTo>
                <a:lnTo>
                  <a:pt x="65000" y="190202"/>
                </a:lnTo>
                <a:lnTo>
                  <a:pt x="65000" y="179636"/>
                </a:lnTo>
                <a:lnTo>
                  <a:pt x="65000" y="169069"/>
                </a:lnTo>
                <a:lnTo>
                  <a:pt x="65000" y="158502"/>
                </a:lnTo>
                <a:lnTo>
                  <a:pt x="65000" y="147935"/>
                </a:lnTo>
                <a:lnTo>
                  <a:pt x="65000" y="137368"/>
                </a:lnTo>
                <a:lnTo>
                  <a:pt x="65000" y="126802"/>
                </a:lnTo>
                <a:lnTo>
                  <a:pt x="65000" y="116235"/>
                </a:lnTo>
                <a:lnTo>
                  <a:pt x="65000" y="105668"/>
                </a:lnTo>
                <a:lnTo>
                  <a:pt x="65000" y="95101"/>
                </a:lnTo>
                <a:lnTo>
                  <a:pt x="65000" y="84534"/>
                </a:lnTo>
                <a:lnTo>
                  <a:pt x="65000" y="73968"/>
                </a:lnTo>
                <a:lnTo>
                  <a:pt x="65000" y="63401"/>
                </a:lnTo>
                <a:lnTo>
                  <a:pt x="65000" y="52834"/>
                </a:lnTo>
                <a:lnTo>
                  <a:pt x="65000" y="42267"/>
                </a:lnTo>
                <a:lnTo>
                  <a:pt x="65000" y="31700"/>
                </a:lnTo>
                <a:lnTo>
                  <a:pt x="65000" y="21134"/>
                </a:lnTo>
                <a:lnTo>
                  <a:pt x="65000" y="10567"/>
                </a:lnTo>
                <a:lnTo>
                  <a:pt x="65000" y="0"/>
                </a:lnTo>
                <a:lnTo>
                  <a:pt x="65000" y="0"/>
                </a:lnTo>
                <a:lnTo>
                  <a:pt x="65000" y="0"/>
                </a:lnTo>
                <a:lnTo>
                  <a:pt x="65000" y="10567"/>
                </a:lnTo>
                <a:lnTo>
                  <a:pt x="65000" y="21134"/>
                </a:lnTo>
                <a:lnTo>
                  <a:pt x="65000" y="31700"/>
                </a:lnTo>
                <a:lnTo>
                  <a:pt x="65000" y="42267"/>
                </a:lnTo>
                <a:lnTo>
                  <a:pt x="65000" y="52834"/>
                </a:lnTo>
                <a:lnTo>
                  <a:pt x="65000" y="63401"/>
                </a:lnTo>
                <a:lnTo>
                  <a:pt x="65000" y="73968"/>
                </a:lnTo>
                <a:lnTo>
                  <a:pt x="65000" y="84534"/>
                </a:lnTo>
                <a:lnTo>
                  <a:pt x="65000" y="95101"/>
                </a:lnTo>
                <a:lnTo>
                  <a:pt x="65000" y="105668"/>
                </a:lnTo>
                <a:lnTo>
                  <a:pt x="65000" y="116235"/>
                </a:lnTo>
                <a:lnTo>
                  <a:pt x="65000" y="126802"/>
                </a:lnTo>
                <a:lnTo>
                  <a:pt x="65000" y="137368"/>
                </a:lnTo>
                <a:lnTo>
                  <a:pt x="65000" y="147935"/>
                </a:lnTo>
                <a:lnTo>
                  <a:pt x="65000" y="158502"/>
                </a:lnTo>
                <a:lnTo>
                  <a:pt x="65000" y="169069"/>
                </a:lnTo>
                <a:lnTo>
                  <a:pt x="65000" y="179636"/>
                </a:lnTo>
                <a:lnTo>
                  <a:pt x="65000" y="190202"/>
                </a:lnTo>
                <a:lnTo>
                  <a:pt x="65000" y="200769"/>
                </a:lnTo>
                <a:lnTo>
                  <a:pt x="65000" y="211336"/>
                </a:lnTo>
                <a:lnTo>
                  <a:pt x="65000" y="221903"/>
                </a:lnTo>
                <a:lnTo>
                  <a:pt x="65000" y="232470"/>
                </a:lnTo>
                <a:lnTo>
                  <a:pt x="65000" y="243036"/>
                </a:lnTo>
                <a:lnTo>
                  <a:pt x="65000" y="253603"/>
                </a:lnTo>
                <a:lnTo>
                  <a:pt x="65000" y="264170"/>
                </a:lnTo>
                <a:lnTo>
                  <a:pt x="65000" y="274737"/>
                </a:lnTo>
                <a:lnTo>
                  <a:pt x="65000" y="285304"/>
                </a:lnTo>
                <a:lnTo>
                  <a:pt x="65000" y="295870"/>
                </a:lnTo>
                <a:lnTo>
                  <a:pt x="65000" y="306437"/>
                </a:lnTo>
                <a:lnTo>
                  <a:pt x="65000" y="317004"/>
                </a:lnTo>
                <a:lnTo>
                  <a:pt x="65001" y="327571"/>
                </a:lnTo>
                <a:lnTo>
                  <a:pt x="65001" y="338138"/>
                </a:lnTo>
                <a:lnTo>
                  <a:pt x="65002" y="348704"/>
                </a:lnTo>
                <a:lnTo>
                  <a:pt x="65004" y="359271"/>
                </a:lnTo>
                <a:lnTo>
                  <a:pt x="65007" y="369838"/>
                </a:lnTo>
                <a:lnTo>
                  <a:pt x="65011" y="380405"/>
                </a:lnTo>
                <a:lnTo>
                  <a:pt x="65020" y="390972"/>
                </a:lnTo>
                <a:lnTo>
                  <a:pt x="65033" y="401538"/>
                </a:lnTo>
                <a:lnTo>
                  <a:pt x="65054" y="412105"/>
                </a:lnTo>
                <a:lnTo>
                  <a:pt x="65087" y="422672"/>
                </a:lnTo>
                <a:lnTo>
                  <a:pt x="65137" y="433239"/>
                </a:lnTo>
                <a:lnTo>
                  <a:pt x="65210" y="443806"/>
                </a:lnTo>
                <a:lnTo>
                  <a:pt x="65314" y="454372"/>
                </a:lnTo>
                <a:lnTo>
                  <a:pt x="65460" y="464939"/>
                </a:lnTo>
                <a:lnTo>
                  <a:pt x="65659" y="475506"/>
                </a:lnTo>
                <a:lnTo>
                  <a:pt x="65924" y="486073"/>
                </a:lnTo>
                <a:lnTo>
                  <a:pt x="66265" y="496640"/>
                </a:lnTo>
                <a:lnTo>
                  <a:pt x="66694" y="507206"/>
                </a:lnTo>
                <a:lnTo>
                  <a:pt x="67218" y="517773"/>
                </a:lnTo>
                <a:lnTo>
                  <a:pt x="67841" y="528340"/>
                </a:lnTo>
                <a:lnTo>
                  <a:pt x="68559" y="538907"/>
                </a:lnTo>
                <a:lnTo>
                  <a:pt x="69363" y="549474"/>
                </a:lnTo>
                <a:lnTo>
                  <a:pt x="70234" y="560040"/>
                </a:lnTo>
                <a:lnTo>
                  <a:pt x="71146" y="570607"/>
                </a:lnTo>
                <a:lnTo>
                  <a:pt x="72068" y="581174"/>
                </a:lnTo>
                <a:lnTo>
                  <a:pt x="72961" y="591741"/>
                </a:lnTo>
                <a:lnTo>
                  <a:pt x="73788" y="602308"/>
                </a:lnTo>
                <a:lnTo>
                  <a:pt x="74514" y="612874"/>
                </a:lnTo>
                <a:lnTo>
                  <a:pt x="75108" y="623441"/>
                </a:lnTo>
                <a:lnTo>
                  <a:pt x="75547" y="634008"/>
                </a:lnTo>
                <a:lnTo>
                  <a:pt x="75822" y="644575"/>
                </a:lnTo>
                <a:lnTo>
                  <a:pt x="75933" y="655142"/>
                </a:lnTo>
                <a:lnTo>
                  <a:pt x="75890" y="665709"/>
                </a:lnTo>
                <a:lnTo>
                  <a:pt x="75715" y="676275"/>
                </a:lnTo>
                <a:lnTo>
                  <a:pt x="75435" y="686842"/>
                </a:lnTo>
                <a:lnTo>
                  <a:pt x="75082" y="697409"/>
                </a:lnTo>
                <a:lnTo>
                  <a:pt x="74686" y="707976"/>
                </a:lnTo>
                <a:lnTo>
                  <a:pt x="74277" y="718543"/>
                </a:lnTo>
                <a:lnTo>
                  <a:pt x="73880" y="729109"/>
                </a:lnTo>
                <a:lnTo>
                  <a:pt x="73513" y="739676"/>
                </a:lnTo>
                <a:lnTo>
                  <a:pt x="73187" y="750243"/>
                </a:lnTo>
                <a:lnTo>
                  <a:pt x="72907" y="760810"/>
                </a:lnTo>
                <a:lnTo>
                  <a:pt x="72672" y="771377"/>
                </a:lnTo>
                <a:lnTo>
                  <a:pt x="72476" y="781943"/>
                </a:lnTo>
                <a:lnTo>
                  <a:pt x="72310" y="792510"/>
                </a:lnTo>
                <a:lnTo>
                  <a:pt x="72163" y="803077"/>
                </a:lnTo>
                <a:lnTo>
                  <a:pt x="72022" y="813644"/>
                </a:lnTo>
                <a:lnTo>
                  <a:pt x="71878" y="824211"/>
                </a:lnTo>
                <a:lnTo>
                  <a:pt x="71719" y="834777"/>
                </a:lnTo>
                <a:lnTo>
                  <a:pt x="71540" y="845344"/>
                </a:lnTo>
                <a:lnTo>
                  <a:pt x="71336" y="855911"/>
                </a:lnTo>
                <a:lnTo>
                  <a:pt x="71107" y="866478"/>
                </a:lnTo>
                <a:lnTo>
                  <a:pt x="70855" y="877045"/>
                </a:lnTo>
                <a:lnTo>
                  <a:pt x="70586" y="887611"/>
                </a:lnTo>
                <a:lnTo>
                  <a:pt x="70306" y="898178"/>
                </a:lnTo>
                <a:lnTo>
                  <a:pt x="70023" y="908745"/>
                </a:lnTo>
                <a:lnTo>
                  <a:pt x="69747" y="919312"/>
                </a:lnTo>
                <a:lnTo>
                  <a:pt x="69484" y="929879"/>
                </a:lnTo>
                <a:lnTo>
                  <a:pt x="69242" y="940445"/>
                </a:lnTo>
                <a:lnTo>
                  <a:pt x="69027" y="951012"/>
                </a:lnTo>
                <a:lnTo>
                  <a:pt x="68841" y="961579"/>
                </a:lnTo>
                <a:lnTo>
                  <a:pt x="68689" y="972146"/>
                </a:lnTo>
                <a:lnTo>
                  <a:pt x="68571" y="982713"/>
                </a:lnTo>
                <a:lnTo>
                  <a:pt x="68486" y="993279"/>
                </a:lnTo>
                <a:lnTo>
                  <a:pt x="68434" y="1003846"/>
                </a:lnTo>
                <a:lnTo>
                  <a:pt x="68418" y="1014413"/>
                </a:lnTo>
                <a:lnTo>
                  <a:pt x="68438" y="1024980"/>
                </a:lnTo>
                <a:lnTo>
                  <a:pt x="68501" y="1035547"/>
                </a:lnTo>
                <a:lnTo>
                  <a:pt x="68622" y="1046113"/>
                </a:lnTo>
                <a:lnTo>
                  <a:pt x="68820" y="1056680"/>
                </a:lnTo>
                <a:lnTo>
                  <a:pt x="69127" y="1067247"/>
                </a:lnTo>
                <a:lnTo>
                  <a:pt x="69587" y="1077814"/>
                </a:lnTo>
                <a:lnTo>
                  <a:pt x="70258" y="1088381"/>
                </a:lnTo>
                <a:lnTo>
                  <a:pt x="71210" y="1098947"/>
                </a:lnTo>
                <a:lnTo>
                  <a:pt x="72523" y="1109514"/>
                </a:lnTo>
                <a:lnTo>
                  <a:pt x="74283" y="1120081"/>
                </a:lnTo>
                <a:lnTo>
                  <a:pt x="76573" y="1130648"/>
                </a:lnTo>
                <a:lnTo>
                  <a:pt x="79463" y="1141215"/>
                </a:lnTo>
                <a:lnTo>
                  <a:pt x="82997" y="1151781"/>
                </a:lnTo>
                <a:lnTo>
                  <a:pt x="87182" y="1162348"/>
                </a:lnTo>
                <a:lnTo>
                  <a:pt x="91974" y="1172915"/>
                </a:lnTo>
                <a:lnTo>
                  <a:pt x="97270" y="1183482"/>
                </a:lnTo>
                <a:lnTo>
                  <a:pt x="102907" y="1194049"/>
                </a:lnTo>
                <a:lnTo>
                  <a:pt x="108660" y="1204615"/>
                </a:lnTo>
                <a:lnTo>
                  <a:pt x="114259" y="1215182"/>
                </a:lnTo>
                <a:lnTo>
                  <a:pt x="119406" y="1225749"/>
                </a:lnTo>
                <a:lnTo>
                  <a:pt x="123799" y="1236316"/>
                </a:lnTo>
                <a:lnTo>
                  <a:pt x="127164" y="1246883"/>
                </a:lnTo>
                <a:lnTo>
                  <a:pt x="129279" y="1257449"/>
                </a:lnTo>
                <a:lnTo>
                  <a:pt x="130000" y="1268016"/>
                </a:lnTo>
                <a:lnTo>
                  <a:pt x="130000" y="1268016"/>
                </a:lnTo>
                <a:close/>
              </a:path>
            </a:pathLst>
          </a:custGeom>
          <a:solidFill>
            <a:srgbClr val="A57948">
              <a:alpha val="12000"/>
            </a:srgbClr>
          </a:solidFill>
          <a:ln w="6985">
            <a:solidFill>
              <a:srgbClr val="A57948">
                <a:alpha val="12000"/>
              </a:srgbClr>
            </a:solidFill>
            <a:prstDash val="solid"/>
          </a:ln>
        </p:spPr>
      </p:sp>
      <p:sp>
        <p:nvSpPr>
          <p:cNvPr id="1503" name="01_find_only_1502">
            <a:extLst>
              <a:ext uri="{FF2B5EF4-FFF2-40B4-BE49-F238E27FC236}">
                <a16:creationId xmlns:a16="http://schemas.microsoft.com/office/drawing/2014/main" id="{96CEB1DB-330C-41EC-B437-B3C5315E190B}"/>
              </a:ext>
            </a:extLst>
          </p:cNvPr>
          <p:cNvSpPr>
            <a:spLocks noGrp="1"/>
          </p:cNvSpPr>
          <p:nvPr/>
        </p:nvSpPr>
        <p:spPr>
          <a:xfrm>
            <a:off x="6804820" y="2922850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30000" y="1268016"/>
                </a:moveTo>
                <a:lnTo>
                  <a:pt x="0" y="1268016"/>
                </a:lnTo>
                <a:lnTo>
                  <a:pt x="724" y="1257449"/>
                </a:lnTo>
                <a:lnTo>
                  <a:pt x="2846" y="1246883"/>
                </a:lnTo>
                <a:lnTo>
                  <a:pt x="6222" y="1236316"/>
                </a:lnTo>
                <a:lnTo>
                  <a:pt x="10630" y="1225749"/>
                </a:lnTo>
                <a:lnTo>
                  <a:pt x="15792" y="1215182"/>
                </a:lnTo>
                <a:lnTo>
                  <a:pt x="21405" y="1204615"/>
                </a:lnTo>
                <a:lnTo>
                  <a:pt x="27169" y="1194049"/>
                </a:lnTo>
                <a:lnTo>
                  <a:pt x="32812" y="1183482"/>
                </a:lnTo>
                <a:lnTo>
                  <a:pt x="38109" y="1172915"/>
                </a:lnTo>
                <a:lnTo>
                  <a:pt x="42896" y="1162348"/>
                </a:lnTo>
                <a:lnTo>
                  <a:pt x="47069" y="1151781"/>
                </a:lnTo>
                <a:lnTo>
                  <a:pt x="50585" y="1141215"/>
                </a:lnTo>
                <a:lnTo>
                  <a:pt x="53451" y="1130648"/>
                </a:lnTo>
                <a:lnTo>
                  <a:pt x="55715" y="1120081"/>
                </a:lnTo>
                <a:lnTo>
                  <a:pt x="57447" y="1109514"/>
                </a:lnTo>
                <a:lnTo>
                  <a:pt x="58733" y="1098947"/>
                </a:lnTo>
                <a:lnTo>
                  <a:pt x="59660" y="1088381"/>
                </a:lnTo>
                <a:lnTo>
                  <a:pt x="60310" y="1077814"/>
                </a:lnTo>
                <a:lnTo>
                  <a:pt x="60755" y="1067247"/>
                </a:lnTo>
                <a:lnTo>
                  <a:pt x="61052" y="1056680"/>
                </a:lnTo>
                <a:lnTo>
                  <a:pt x="61247" y="1046113"/>
                </a:lnTo>
                <a:lnTo>
                  <a:pt x="61370" y="1035547"/>
                </a:lnTo>
                <a:lnTo>
                  <a:pt x="61441" y="1024980"/>
                </a:lnTo>
                <a:lnTo>
                  <a:pt x="61473" y="1014413"/>
                </a:lnTo>
                <a:lnTo>
                  <a:pt x="61470" y="1003846"/>
                </a:lnTo>
                <a:lnTo>
                  <a:pt x="61436" y="993279"/>
                </a:lnTo>
                <a:lnTo>
                  <a:pt x="61369" y="982713"/>
                </a:lnTo>
                <a:lnTo>
                  <a:pt x="61269" y="972146"/>
                </a:lnTo>
                <a:lnTo>
                  <a:pt x="61136" y="961579"/>
                </a:lnTo>
                <a:lnTo>
                  <a:pt x="60972" y="951012"/>
                </a:lnTo>
                <a:lnTo>
                  <a:pt x="60780" y="940445"/>
                </a:lnTo>
                <a:lnTo>
                  <a:pt x="60564" y="929879"/>
                </a:lnTo>
                <a:lnTo>
                  <a:pt x="60333" y="919312"/>
                </a:lnTo>
                <a:lnTo>
                  <a:pt x="60094" y="908745"/>
                </a:lnTo>
                <a:lnTo>
                  <a:pt x="59859" y="898178"/>
                </a:lnTo>
                <a:lnTo>
                  <a:pt x="59639" y="887611"/>
                </a:lnTo>
                <a:lnTo>
                  <a:pt x="59445" y="877045"/>
                </a:lnTo>
                <a:lnTo>
                  <a:pt x="59287" y="866478"/>
                </a:lnTo>
                <a:lnTo>
                  <a:pt x="59173" y="855911"/>
                </a:lnTo>
                <a:lnTo>
                  <a:pt x="59108" y="845344"/>
                </a:lnTo>
                <a:lnTo>
                  <a:pt x="59091" y="834777"/>
                </a:lnTo>
                <a:lnTo>
                  <a:pt x="59119" y="824211"/>
                </a:lnTo>
                <a:lnTo>
                  <a:pt x="59181" y="813644"/>
                </a:lnTo>
                <a:lnTo>
                  <a:pt x="59263" y="803077"/>
                </a:lnTo>
                <a:lnTo>
                  <a:pt x="59348" y="792510"/>
                </a:lnTo>
                <a:lnTo>
                  <a:pt x="59415" y="781943"/>
                </a:lnTo>
                <a:lnTo>
                  <a:pt x="59443" y="771377"/>
                </a:lnTo>
                <a:lnTo>
                  <a:pt x="59414" y="760810"/>
                </a:lnTo>
                <a:lnTo>
                  <a:pt x="59312" y="750243"/>
                </a:lnTo>
                <a:lnTo>
                  <a:pt x="59128" y="739676"/>
                </a:lnTo>
                <a:lnTo>
                  <a:pt x="58858" y="729109"/>
                </a:lnTo>
                <a:lnTo>
                  <a:pt x="58508" y="718543"/>
                </a:lnTo>
                <a:lnTo>
                  <a:pt x="58094" y="707976"/>
                </a:lnTo>
                <a:lnTo>
                  <a:pt x="57637" y="697409"/>
                </a:lnTo>
                <a:lnTo>
                  <a:pt x="57166" y="686842"/>
                </a:lnTo>
                <a:lnTo>
                  <a:pt x="56716" y="676275"/>
                </a:lnTo>
                <a:lnTo>
                  <a:pt x="56321" y="665709"/>
                </a:lnTo>
                <a:lnTo>
                  <a:pt x="56012" y="655142"/>
                </a:lnTo>
                <a:lnTo>
                  <a:pt x="55816" y="644575"/>
                </a:lnTo>
                <a:lnTo>
                  <a:pt x="55751" y="634008"/>
                </a:lnTo>
                <a:lnTo>
                  <a:pt x="55824" y="623441"/>
                </a:lnTo>
                <a:lnTo>
                  <a:pt x="56032" y="612874"/>
                </a:lnTo>
                <a:lnTo>
                  <a:pt x="56361" y="602308"/>
                </a:lnTo>
                <a:lnTo>
                  <a:pt x="56787" y="591741"/>
                </a:lnTo>
                <a:lnTo>
                  <a:pt x="57283" y="581174"/>
                </a:lnTo>
                <a:lnTo>
                  <a:pt x="57817" y="570607"/>
                </a:lnTo>
                <a:lnTo>
                  <a:pt x="58359" y="560040"/>
                </a:lnTo>
                <a:lnTo>
                  <a:pt x="58883" y="549474"/>
                </a:lnTo>
                <a:lnTo>
                  <a:pt x="59367" y="538907"/>
                </a:lnTo>
                <a:lnTo>
                  <a:pt x="59797" y="528340"/>
                </a:lnTo>
                <a:lnTo>
                  <a:pt x="60166" y="517773"/>
                </a:lnTo>
                <a:lnTo>
                  <a:pt x="60471" y="507206"/>
                </a:lnTo>
                <a:lnTo>
                  <a:pt x="60717" y="496640"/>
                </a:lnTo>
                <a:lnTo>
                  <a:pt x="60910" y="486073"/>
                </a:lnTo>
                <a:lnTo>
                  <a:pt x="61059" y="475506"/>
                </a:lnTo>
                <a:lnTo>
                  <a:pt x="61173" y="464939"/>
                </a:lnTo>
                <a:lnTo>
                  <a:pt x="61261" y="454372"/>
                </a:lnTo>
                <a:lnTo>
                  <a:pt x="61329" y="443806"/>
                </a:lnTo>
                <a:lnTo>
                  <a:pt x="61384" y="433239"/>
                </a:lnTo>
                <a:lnTo>
                  <a:pt x="61428" y="422672"/>
                </a:lnTo>
                <a:lnTo>
                  <a:pt x="61466" y="412105"/>
                </a:lnTo>
                <a:lnTo>
                  <a:pt x="61499" y="401538"/>
                </a:lnTo>
                <a:lnTo>
                  <a:pt x="61531" y="390972"/>
                </a:lnTo>
                <a:lnTo>
                  <a:pt x="61563" y="380405"/>
                </a:lnTo>
                <a:lnTo>
                  <a:pt x="61599" y="369838"/>
                </a:lnTo>
                <a:lnTo>
                  <a:pt x="61643" y="359271"/>
                </a:lnTo>
                <a:lnTo>
                  <a:pt x="61698" y="348704"/>
                </a:lnTo>
                <a:lnTo>
                  <a:pt x="61768" y="338138"/>
                </a:lnTo>
                <a:lnTo>
                  <a:pt x="61857" y="327571"/>
                </a:lnTo>
                <a:lnTo>
                  <a:pt x="61967" y="317004"/>
                </a:lnTo>
                <a:lnTo>
                  <a:pt x="62100" y="306437"/>
                </a:lnTo>
                <a:lnTo>
                  <a:pt x="62254" y="295870"/>
                </a:lnTo>
                <a:lnTo>
                  <a:pt x="62430" y="285304"/>
                </a:lnTo>
                <a:lnTo>
                  <a:pt x="62622" y="274737"/>
                </a:lnTo>
                <a:lnTo>
                  <a:pt x="62827" y="264170"/>
                </a:lnTo>
                <a:lnTo>
                  <a:pt x="63039" y="253603"/>
                </a:lnTo>
                <a:lnTo>
                  <a:pt x="63250" y="243036"/>
                </a:lnTo>
                <a:lnTo>
                  <a:pt x="63453" y="232470"/>
                </a:lnTo>
                <a:lnTo>
                  <a:pt x="63640" y="221903"/>
                </a:lnTo>
                <a:lnTo>
                  <a:pt x="63803" y="211336"/>
                </a:lnTo>
                <a:lnTo>
                  <a:pt x="63933" y="200769"/>
                </a:lnTo>
                <a:lnTo>
                  <a:pt x="64021" y="190202"/>
                </a:lnTo>
                <a:lnTo>
                  <a:pt x="64057" y="179636"/>
                </a:lnTo>
                <a:lnTo>
                  <a:pt x="64030" y="169069"/>
                </a:lnTo>
                <a:lnTo>
                  <a:pt x="63929" y="158502"/>
                </a:lnTo>
                <a:lnTo>
                  <a:pt x="63744" y="147935"/>
                </a:lnTo>
                <a:lnTo>
                  <a:pt x="63466" y="137368"/>
                </a:lnTo>
                <a:lnTo>
                  <a:pt x="63086" y="126802"/>
                </a:lnTo>
                <a:lnTo>
                  <a:pt x="62601" y="116235"/>
                </a:lnTo>
                <a:lnTo>
                  <a:pt x="62014" y="105668"/>
                </a:lnTo>
                <a:lnTo>
                  <a:pt x="61333" y="95101"/>
                </a:lnTo>
                <a:lnTo>
                  <a:pt x="60574" y="84534"/>
                </a:lnTo>
                <a:lnTo>
                  <a:pt x="59763" y="73968"/>
                </a:lnTo>
                <a:lnTo>
                  <a:pt x="58934" y="63401"/>
                </a:lnTo>
                <a:lnTo>
                  <a:pt x="58127" y="52834"/>
                </a:lnTo>
                <a:lnTo>
                  <a:pt x="57384" y="42267"/>
                </a:lnTo>
                <a:lnTo>
                  <a:pt x="56750" y="31700"/>
                </a:lnTo>
                <a:lnTo>
                  <a:pt x="56265" y="21134"/>
                </a:lnTo>
                <a:lnTo>
                  <a:pt x="55960" y="10567"/>
                </a:lnTo>
                <a:lnTo>
                  <a:pt x="55856" y="0"/>
                </a:lnTo>
                <a:lnTo>
                  <a:pt x="74144" y="0"/>
                </a:lnTo>
                <a:lnTo>
                  <a:pt x="74144" y="0"/>
                </a:lnTo>
                <a:lnTo>
                  <a:pt x="74040" y="10567"/>
                </a:lnTo>
                <a:lnTo>
                  <a:pt x="73735" y="21134"/>
                </a:lnTo>
                <a:lnTo>
                  <a:pt x="73250" y="31700"/>
                </a:lnTo>
                <a:lnTo>
                  <a:pt x="72616" y="42267"/>
                </a:lnTo>
                <a:lnTo>
                  <a:pt x="71873" y="52834"/>
                </a:lnTo>
                <a:lnTo>
                  <a:pt x="71066" y="63401"/>
                </a:lnTo>
                <a:lnTo>
                  <a:pt x="70237" y="73968"/>
                </a:lnTo>
                <a:lnTo>
                  <a:pt x="69426" y="84534"/>
                </a:lnTo>
                <a:lnTo>
                  <a:pt x="68667" y="95101"/>
                </a:lnTo>
                <a:lnTo>
                  <a:pt x="67986" y="105668"/>
                </a:lnTo>
                <a:lnTo>
                  <a:pt x="67399" y="116235"/>
                </a:lnTo>
                <a:lnTo>
                  <a:pt x="66914" y="126802"/>
                </a:lnTo>
                <a:lnTo>
                  <a:pt x="66534" y="137368"/>
                </a:lnTo>
                <a:lnTo>
                  <a:pt x="66256" y="147935"/>
                </a:lnTo>
                <a:lnTo>
                  <a:pt x="66071" y="158502"/>
                </a:lnTo>
                <a:lnTo>
                  <a:pt x="65970" y="169069"/>
                </a:lnTo>
                <a:lnTo>
                  <a:pt x="65943" y="179636"/>
                </a:lnTo>
                <a:lnTo>
                  <a:pt x="65979" y="190202"/>
                </a:lnTo>
                <a:lnTo>
                  <a:pt x="66067" y="200769"/>
                </a:lnTo>
                <a:lnTo>
                  <a:pt x="66197" y="211336"/>
                </a:lnTo>
                <a:lnTo>
                  <a:pt x="66360" y="221903"/>
                </a:lnTo>
                <a:lnTo>
                  <a:pt x="66547" y="232470"/>
                </a:lnTo>
                <a:lnTo>
                  <a:pt x="66750" y="243036"/>
                </a:lnTo>
                <a:lnTo>
                  <a:pt x="66961" y="253603"/>
                </a:lnTo>
                <a:lnTo>
                  <a:pt x="67173" y="264170"/>
                </a:lnTo>
                <a:lnTo>
                  <a:pt x="67378" y="274737"/>
                </a:lnTo>
                <a:lnTo>
                  <a:pt x="67570" y="285304"/>
                </a:lnTo>
                <a:lnTo>
                  <a:pt x="67746" y="295870"/>
                </a:lnTo>
                <a:lnTo>
                  <a:pt x="67900" y="306437"/>
                </a:lnTo>
                <a:lnTo>
                  <a:pt x="68033" y="317004"/>
                </a:lnTo>
                <a:lnTo>
                  <a:pt x="68143" y="327571"/>
                </a:lnTo>
                <a:lnTo>
                  <a:pt x="68232" y="338138"/>
                </a:lnTo>
                <a:lnTo>
                  <a:pt x="68302" y="348704"/>
                </a:lnTo>
                <a:lnTo>
                  <a:pt x="68357" y="359271"/>
                </a:lnTo>
                <a:lnTo>
                  <a:pt x="68401" y="369838"/>
                </a:lnTo>
                <a:lnTo>
                  <a:pt x="68437" y="380405"/>
                </a:lnTo>
                <a:lnTo>
                  <a:pt x="68469" y="390972"/>
                </a:lnTo>
                <a:lnTo>
                  <a:pt x="68501" y="401538"/>
                </a:lnTo>
                <a:lnTo>
                  <a:pt x="68534" y="412105"/>
                </a:lnTo>
                <a:lnTo>
                  <a:pt x="68572" y="422672"/>
                </a:lnTo>
                <a:lnTo>
                  <a:pt x="68616" y="433239"/>
                </a:lnTo>
                <a:lnTo>
                  <a:pt x="68671" y="443806"/>
                </a:lnTo>
                <a:lnTo>
                  <a:pt x="68739" y="454372"/>
                </a:lnTo>
                <a:lnTo>
                  <a:pt x="68826" y="464939"/>
                </a:lnTo>
                <a:lnTo>
                  <a:pt x="68941" y="475506"/>
                </a:lnTo>
                <a:lnTo>
                  <a:pt x="69090" y="486073"/>
                </a:lnTo>
                <a:lnTo>
                  <a:pt x="69283" y="496640"/>
                </a:lnTo>
                <a:lnTo>
                  <a:pt x="69529" y="507206"/>
                </a:lnTo>
                <a:lnTo>
                  <a:pt x="69834" y="517773"/>
                </a:lnTo>
                <a:lnTo>
                  <a:pt x="70203" y="528340"/>
                </a:lnTo>
                <a:lnTo>
                  <a:pt x="70633" y="538907"/>
                </a:lnTo>
                <a:lnTo>
                  <a:pt x="71117" y="549474"/>
                </a:lnTo>
                <a:lnTo>
                  <a:pt x="71641" y="560040"/>
                </a:lnTo>
                <a:lnTo>
                  <a:pt x="72183" y="570607"/>
                </a:lnTo>
                <a:lnTo>
                  <a:pt x="72717" y="581174"/>
                </a:lnTo>
                <a:lnTo>
                  <a:pt x="73213" y="591741"/>
                </a:lnTo>
                <a:lnTo>
                  <a:pt x="73639" y="602308"/>
                </a:lnTo>
                <a:lnTo>
                  <a:pt x="73968" y="612874"/>
                </a:lnTo>
                <a:lnTo>
                  <a:pt x="74176" y="623441"/>
                </a:lnTo>
                <a:lnTo>
                  <a:pt x="74249" y="634008"/>
                </a:lnTo>
                <a:lnTo>
                  <a:pt x="74184" y="644575"/>
                </a:lnTo>
                <a:lnTo>
                  <a:pt x="73988" y="655142"/>
                </a:lnTo>
                <a:lnTo>
                  <a:pt x="73679" y="665709"/>
                </a:lnTo>
                <a:lnTo>
                  <a:pt x="73284" y="676275"/>
                </a:lnTo>
                <a:lnTo>
                  <a:pt x="72834" y="686842"/>
                </a:lnTo>
                <a:lnTo>
                  <a:pt x="72363" y="697409"/>
                </a:lnTo>
                <a:lnTo>
                  <a:pt x="71906" y="707976"/>
                </a:lnTo>
                <a:lnTo>
                  <a:pt x="71492" y="718543"/>
                </a:lnTo>
                <a:lnTo>
                  <a:pt x="71142" y="729109"/>
                </a:lnTo>
                <a:lnTo>
                  <a:pt x="70872" y="739676"/>
                </a:lnTo>
                <a:lnTo>
                  <a:pt x="70688" y="750243"/>
                </a:lnTo>
                <a:lnTo>
                  <a:pt x="70586" y="760810"/>
                </a:lnTo>
                <a:lnTo>
                  <a:pt x="70557" y="771377"/>
                </a:lnTo>
                <a:lnTo>
                  <a:pt x="70585" y="781943"/>
                </a:lnTo>
                <a:lnTo>
                  <a:pt x="70652" y="792510"/>
                </a:lnTo>
                <a:lnTo>
                  <a:pt x="70737" y="803077"/>
                </a:lnTo>
                <a:lnTo>
                  <a:pt x="70819" y="813644"/>
                </a:lnTo>
                <a:lnTo>
                  <a:pt x="70881" y="824211"/>
                </a:lnTo>
                <a:lnTo>
                  <a:pt x="70909" y="834777"/>
                </a:lnTo>
                <a:lnTo>
                  <a:pt x="70892" y="845344"/>
                </a:lnTo>
                <a:lnTo>
                  <a:pt x="70827" y="855911"/>
                </a:lnTo>
                <a:lnTo>
                  <a:pt x="70713" y="866478"/>
                </a:lnTo>
                <a:lnTo>
                  <a:pt x="70555" y="877045"/>
                </a:lnTo>
                <a:lnTo>
                  <a:pt x="70361" y="887611"/>
                </a:lnTo>
                <a:lnTo>
                  <a:pt x="70141" y="898178"/>
                </a:lnTo>
                <a:lnTo>
                  <a:pt x="69906" y="908745"/>
                </a:lnTo>
                <a:lnTo>
                  <a:pt x="69667" y="919312"/>
                </a:lnTo>
                <a:lnTo>
                  <a:pt x="69436" y="929879"/>
                </a:lnTo>
                <a:lnTo>
                  <a:pt x="69220" y="940445"/>
                </a:lnTo>
                <a:lnTo>
                  <a:pt x="69028" y="951012"/>
                </a:lnTo>
                <a:lnTo>
                  <a:pt x="68864" y="961579"/>
                </a:lnTo>
                <a:lnTo>
                  <a:pt x="68731" y="972146"/>
                </a:lnTo>
                <a:lnTo>
                  <a:pt x="68631" y="982713"/>
                </a:lnTo>
                <a:lnTo>
                  <a:pt x="68564" y="993279"/>
                </a:lnTo>
                <a:lnTo>
                  <a:pt x="68530" y="1003846"/>
                </a:lnTo>
                <a:lnTo>
                  <a:pt x="68527" y="1014413"/>
                </a:lnTo>
                <a:lnTo>
                  <a:pt x="68559" y="1024980"/>
                </a:lnTo>
                <a:lnTo>
                  <a:pt x="68630" y="1035547"/>
                </a:lnTo>
                <a:lnTo>
                  <a:pt x="68753" y="1046113"/>
                </a:lnTo>
                <a:lnTo>
                  <a:pt x="68948" y="1056680"/>
                </a:lnTo>
                <a:lnTo>
                  <a:pt x="69245" y="1067247"/>
                </a:lnTo>
                <a:lnTo>
                  <a:pt x="69690" y="1077814"/>
                </a:lnTo>
                <a:lnTo>
                  <a:pt x="70340" y="1088381"/>
                </a:lnTo>
                <a:lnTo>
                  <a:pt x="71267" y="1098947"/>
                </a:lnTo>
                <a:lnTo>
                  <a:pt x="72553" y="1109514"/>
                </a:lnTo>
                <a:lnTo>
                  <a:pt x="74285" y="1120081"/>
                </a:lnTo>
                <a:lnTo>
                  <a:pt x="76549" y="1130648"/>
                </a:lnTo>
                <a:lnTo>
                  <a:pt x="79415" y="1141215"/>
                </a:lnTo>
                <a:lnTo>
                  <a:pt x="82931" y="1151781"/>
                </a:lnTo>
                <a:lnTo>
                  <a:pt x="87104" y="1162348"/>
                </a:lnTo>
                <a:lnTo>
                  <a:pt x="91891" y="1172915"/>
                </a:lnTo>
                <a:lnTo>
                  <a:pt x="97188" y="1183482"/>
                </a:lnTo>
                <a:lnTo>
                  <a:pt x="102831" y="1194049"/>
                </a:lnTo>
                <a:lnTo>
                  <a:pt x="108595" y="1204615"/>
                </a:lnTo>
                <a:lnTo>
                  <a:pt x="114208" y="1215182"/>
                </a:lnTo>
                <a:lnTo>
                  <a:pt x="119370" y="1225749"/>
                </a:lnTo>
                <a:lnTo>
                  <a:pt x="123778" y="1236316"/>
                </a:lnTo>
                <a:lnTo>
                  <a:pt x="127154" y="1246883"/>
                </a:lnTo>
                <a:lnTo>
                  <a:pt x="129276" y="1257449"/>
                </a:lnTo>
                <a:lnTo>
                  <a:pt x="130000" y="1268016"/>
                </a:lnTo>
                <a:lnTo>
                  <a:pt x="130000" y="1268016"/>
                </a:lnTo>
                <a:close/>
              </a:path>
            </a:pathLst>
          </a:custGeom>
          <a:solidFill>
            <a:srgbClr val="A57948">
              <a:alpha val="12000"/>
            </a:srgbClr>
          </a:solidFill>
          <a:ln w="6985">
            <a:solidFill>
              <a:srgbClr val="A57948">
                <a:alpha val="12000"/>
              </a:srgbClr>
            </a:solidFill>
            <a:prstDash val="solid"/>
          </a:ln>
        </p:spPr>
      </p:sp>
      <p:sp>
        <p:nvSpPr>
          <p:cNvPr id="1504" name="01_find_only_1503">
            <a:extLst>
              <a:ext uri="{FF2B5EF4-FFF2-40B4-BE49-F238E27FC236}">
                <a16:creationId xmlns:a16="http://schemas.microsoft.com/office/drawing/2014/main" id="{1621B154-3DDF-4D27-84F0-CA200FB11A4C}"/>
              </a:ext>
            </a:extLst>
          </p:cNvPr>
          <p:cNvSpPr>
            <a:spLocks noGrp="1"/>
          </p:cNvSpPr>
          <p:nvPr/>
        </p:nvSpPr>
        <p:spPr>
          <a:xfrm>
            <a:off x="7314098" y="2922850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30000" y="1268016"/>
                </a:moveTo>
                <a:lnTo>
                  <a:pt x="0" y="1268016"/>
                </a:lnTo>
                <a:lnTo>
                  <a:pt x="722" y="1257449"/>
                </a:lnTo>
                <a:lnTo>
                  <a:pt x="2840" y="1246883"/>
                </a:lnTo>
                <a:lnTo>
                  <a:pt x="6208" y="1236316"/>
                </a:lnTo>
                <a:lnTo>
                  <a:pt x="10608" y="1225749"/>
                </a:lnTo>
                <a:lnTo>
                  <a:pt x="15762" y="1215182"/>
                </a:lnTo>
                <a:lnTo>
                  <a:pt x="21370" y="1204615"/>
                </a:lnTo>
                <a:lnTo>
                  <a:pt x="27133" y="1194049"/>
                </a:lnTo>
                <a:lnTo>
                  <a:pt x="32780" y="1183482"/>
                </a:lnTo>
                <a:lnTo>
                  <a:pt x="38088" y="1172915"/>
                </a:lnTo>
                <a:lnTo>
                  <a:pt x="42890" y="1162348"/>
                </a:lnTo>
                <a:lnTo>
                  <a:pt x="47084" y="1151781"/>
                </a:lnTo>
                <a:lnTo>
                  <a:pt x="50626" y="1141215"/>
                </a:lnTo>
                <a:lnTo>
                  <a:pt x="53521" y="1130648"/>
                </a:lnTo>
                <a:lnTo>
                  <a:pt x="55813" y="1120081"/>
                </a:lnTo>
                <a:lnTo>
                  <a:pt x="57572" y="1109514"/>
                </a:lnTo>
                <a:lnTo>
                  <a:pt x="58879" y="1098947"/>
                </a:lnTo>
                <a:lnTo>
                  <a:pt x="59820" y="1088381"/>
                </a:lnTo>
                <a:lnTo>
                  <a:pt x="60475" y="1077814"/>
                </a:lnTo>
                <a:lnTo>
                  <a:pt x="60915" y="1067247"/>
                </a:lnTo>
                <a:lnTo>
                  <a:pt x="61197" y="1056680"/>
                </a:lnTo>
                <a:lnTo>
                  <a:pt x="61366" y="1046113"/>
                </a:lnTo>
                <a:lnTo>
                  <a:pt x="61456" y="1035547"/>
                </a:lnTo>
                <a:lnTo>
                  <a:pt x="61487" y="1024980"/>
                </a:lnTo>
                <a:lnTo>
                  <a:pt x="61477" y="1014413"/>
                </a:lnTo>
                <a:lnTo>
                  <a:pt x="61432" y="1003846"/>
                </a:lnTo>
                <a:lnTo>
                  <a:pt x="61359" y="993279"/>
                </a:lnTo>
                <a:lnTo>
                  <a:pt x="61259" y="982713"/>
                </a:lnTo>
                <a:lnTo>
                  <a:pt x="61133" y="972146"/>
                </a:lnTo>
                <a:lnTo>
                  <a:pt x="60981" y="961579"/>
                </a:lnTo>
                <a:lnTo>
                  <a:pt x="60806" y="951012"/>
                </a:lnTo>
                <a:lnTo>
                  <a:pt x="60609" y="940445"/>
                </a:lnTo>
                <a:lnTo>
                  <a:pt x="60394" y="929879"/>
                </a:lnTo>
                <a:lnTo>
                  <a:pt x="60167" y="919312"/>
                </a:lnTo>
                <a:lnTo>
                  <a:pt x="59937" y="908745"/>
                </a:lnTo>
                <a:lnTo>
                  <a:pt x="59714" y="898178"/>
                </a:lnTo>
                <a:lnTo>
                  <a:pt x="59509" y="887611"/>
                </a:lnTo>
                <a:lnTo>
                  <a:pt x="59335" y="877045"/>
                </a:lnTo>
                <a:lnTo>
                  <a:pt x="59201" y="866478"/>
                </a:lnTo>
                <a:lnTo>
                  <a:pt x="59116" y="855911"/>
                </a:lnTo>
                <a:lnTo>
                  <a:pt x="59085" y="845344"/>
                </a:lnTo>
                <a:lnTo>
                  <a:pt x="59107" y="834777"/>
                </a:lnTo>
                <a:lnTo>
                  <a:pt x="59177" y="824211"/>
                </a:lnTo>
                <a:lnTo>
                  <a:pt x="59283" y="813644"/>
                </a:lnTo>
                <a:lnTo>
                  <a:pt x="59410" y="803077"/>
                </a:lnTo>
                <a:lnTo>
                  <a:pt x="59540" y="792510"/>
                </a:lnTo>
                <a:lnTo>
                  <a:pt x="59650" y="781943"/>
                </a:lnTo>
                <a:lnTo>
                  <a:pt x="59721" y="771377"/>
                </a:lnTo>
                <a:lnTo>
                  <a:pt x="59735" y="760810"/>
                </a:lnTo>
                <a:lnTo>
                  <a:pt x="59680" y="750243"/>
                </a:lnTo>
                <a:lnTo>
                  <a:pt x="59548" y="739676"/>
                </a:lnTo>
                <a:lnTo>
                  <a:pt x="59339" y="729109"/>
                </a:lnTo>
                <a:lnTo>
                  <a:pt x="59063" y="718543"/>
                </a:lnTo>
                <a:lnTo>
                  <a:pt x="58734" y="707976"/>
                </a:lnTo>
                <a:lnTo>
                  <a:pt x="58376" y="697409"/>
                </a:lnTo>
                <a:lnTo>
                  <a:pt x="58014" y="686842"/>
                </a:lnTo>
                <a:lnTo>
                  <a:pt x="57679" y="676275"/>
                </a:lnTo>
                <a:lnTo>
                  <a:pt x="57400" y="665709"/>
                </a:lnTo>
                <a:lnTo>
                  <a:pt x="57200" y="655142"/>
                </a:lnTo>
                <a:lnTo>
                  <a:pt x="57101" y="644575"/>
                </a:lnTo>
                <a:lnTo>
                  <a:pt x="57112" y="634008"/>
                </a:lnTo>
                <a:lnTo>
                  <a:pt x="57236" y="623441"/>
                </a:lnTo>
                <a:lnTo>
                  <a:pt x="57464" y="612874"/>
                </a:lnTo>
                <a:lnTo>
                  <a:pt x="57781" y="602308"/>
                </a:lnTo>
                <a:lnTo>
                  <a:pt x="58164" y="591741"/>
                </a:lnTo>
                <a:lnTo>
                  <a:pt x="58585" y="581174"/>
                </a:lnTo>
                <a:lnTo>
                  <a:pt x="59019" y="570607"/>
                </a:lnTo>
                <a:lnTo>
                  <a:pt x="59438" y="560040"/>
                </a:lnTo>
                <a:lnTo>
                  <a:pt x="59822" y="549474"/>
                </a:lnTo>
                <a:lnTo>
                  <a:pt x="60156" y="538907"/>
                </a:lnTo>
                <a:lnTo>
                  <a:pt x="60429" y="528340"/>
                </a:lnTo>
                <a:lnTo>
                  <a:pt x="60639" y="517773"/>
                </a:lnTo>
                <a:lnTo>
                  <a:pt x="60788" y="507206"/>
                </a:lnTo>
                <a:lnTo>
                  <a:pt x="60884" y="496640"/>
                </a:lnTo>
                <a:lnTo>
                  <a:pt x="60934" y="486073"/>
                </a:lnTo>
                <a:lnTo>
                  <a:pt x="60950" y="475506"/>
                </a:lnTo>
                <a:lnTo>
                  <a:pt x="60940" y="464939"/>
                </a:lnTo>
                <a:lnTo>
                  <a:pt x="60915" y="454372"/>
                </a:lnTo>
                <a:lnTo>
                  <a:pt x="60880" y="443806"/>
                </a:lnTo>
                <a:lnTo>
                  <a:pt x="60842" y="433239"/>
                </a:lnTo>
                <a:lnTo>
                  <a:pt x="60805" y="422672"/>
                </a:lnTo>
                <a:lnTo>
                  <a:pt x="60770" y="412105"/>
                </a:lnTo>
                <a:lnTo>
                  <a:pt x="60742" y="401538"/>
                </a:lnTo>
                <a:lnTo>
                  <a:pt x="60722" y="390972"/>
                </a:lnTo>
                <a:lnTo>
                  <a:pt x="60713" y="380405"/>
                </a:lnTo>
                <a:lnTo>
                  <a:pt x="60718" y="369838"/>
                </a:lnTo>
                <a:lnTo>
                  <a:pt x="60739" y="359271"/>
                </a:lnTo>
                <a:lnTo>
                  <a:pt x="60781" y="348704"/>
                </a:lnTo>
                <a:lnTo>
                  <a:pt x="60845" y="338138"/>
                </a:lnTo>
                <a:lnTo>
                  <a:pt x="60934" y="327571"/>
                </a:lnTo>
                <a:lnTo>
                  <a:pt x="61049" y="317004"/>
                </a:lnTo>
                <a:lnTo>
                  <a:pt x="61189" y="306437"/>
                </a:lnTo>
                <a:lnTo>
                  <a:pt x="61353" y="295870"/>
                </a:lnTo>
                <a:lnTo>
                  <a:pt x="61536" y="285304"/>
                </a:lnTo>
                <a:lnTo>
                  <a:pt x="61735" y="274737"/>
                </a:lnTo>
                <a:lnTo>
                  <a:pt x="61945" y="264170"/>
                </a:lnTo>
                <a:lnTo>
                  <a:pt x="62158" y="253603"/>
                </a:lnTo>
                <a:lnTo>
                  <a:pt x="62369" y="243036"/>
                </a:lnTo>
                <a:lnTo>
                  <a:pt x="62570" y="232470"/>
                </a:lnTo>
                <a:lnTo>
                  <a:pt x="62755" y="221903"/>
                </a:lnTo>
                <a:lnTo>
                  <a:pt x="62916" y="211336"/>
                </a:lnTo>
                <a:lnTo>
                  <a:pt x="63043" y="200769"/>
                </a:lnTo>
                <a:lnTo>
                  <a:pt x="63126" y="190202"/>
                </a:lnTo>
                <a:lnTo>
                  <a:pt x="63152" y="179636"/>
                </a:lnTo>
                <a:lnTo>
                  <a:pt x="63106" y="169069"/>
                </a:lnTo>
                <a:lnTo>
                  <a:pt x="62971" y="158502"/>
                </a:lnTo>
                <a:lnTo>
                  <a:pt x="62730" y="147935"/>
                </a:lnTo>
                <a:lnTo>
                  <a:pt x="62367" y="137368"/>
                </a:lnTo>
                <a:lnTo>
                  <a:pt x="61866" y="126802"/>
                </a:lnTo>
                <a:lnTo>
                  <a:pt x="61221" y="116235"/>
                </a:lnTo>
                <a:lnTo>
                  <a:pt x="60429" y="105668"/>
                </a:lnTo>
                <a:lnTo>
                  <a:pt x="59501" y="95101"/>
                </a:lnTo>
                <a:lnTo>
                  <a:pt x="58460" y="84534"/>
                </a:lnTo>
                <a:lnTo>
                  <a:pt x="57339" y="73968"/>
                </a:lnTo>
                <a:lnTo>
                  <a:pt x="56186" y="63401"/>
                </a:lnTo>
                <a:lnTo>
                  <a:pt x="55058" y="52834"/>
                </a:lnTo>
                <a:lnTo>
                  <a:pt x="54017" y="42267"/>
                </a:lnTo>
                <a:lnTo>
                  <a:pt x="53126" y="31700"/>
                </a:lnTo>
                <a:lnTo>
                  <a:pt x="52442" y="21134"/>
                </a:lnTo>
                <a:lnTo>
                  <a:pt x="52012" y="10567"/>
                </a:lnTo>
                <a:lnTo>
                  <a:pt x="51865" y="0"/>
                </a:lnTo>
                <a:lnTo>
                  <a:pt x="78135" y="0"/>
                </a:lnTo>
                <a:lnTo>
                  <a:pt x="78135" y="0"/>
                </a:lnTo>
                <a:lnTo>
                  <a:pt x="77988" y="10567"/>
                </a:lnTo>
                <a:lnTo>
                  <a:pt x="77558" y="21134"/>
                </a:lnTo>
                <a:lnTo>
                  <a:pt x="76874" y="31700"/>
                </a:lnTo>
                <a:lnTo>
                  <a:pt x="75983" y="42267"/>
                </a:lnTo>
                <a:lnTo>
                  <a:pt x="74942" y="52834"/>
                </a:lnTo>
                <a:lnTo>
                  <a:pt x="73814" y="63401"/>
                </a:lnTo>
                <a:lnTo>
                  <a:pt x="72661" y="73968"/>
                </a:lnTo>
                <a:lnTo>
                  <a:pt x="71540" y="84534"/>
                </a:lnTo>
                <a:lnTo>
                  <a:pt x="70499" y="95101"/>
                </a:lnTo>
                <a:lnTo>
                  <a:pt x="69571" y="105668"/>
                </a:lnTo>
                <a:lnTo>
                  <a:pt x="68779" y="116235"/>
                </a:lnTo>
                <a:lnTo>
                  <a:pt x="68134" y="126802"/>
                </a:lnTo>
                <a:lnTo>
                  <a:pt x="67633" y="137368"/>
                </a:lnTo>
                <a:lnTo>
                  <a:pt x="67270" y="147935"/>
                </a:lnTo>
                <a:lnTo>
                  <a:pt x="67029" y="158502"/>
                </a:lnTo>
                <a:lnTo>
                  <a:pt x="66894" y="169069"/>
                </a:lnTo>
                <a:lnTo>
                  <a:pt x="66848" y="179636"/>
                </a:lnTo>
                <a:lnTo>
                  <a:pt x="66874" y="190202"/>
                </a:lnTo>
                <a:lnTo>
                  <a:pt x="66957" y="200769"/>
                </a:lnTo>
                <a:lnTo>
                  <a:pt x="67084" y="211336"/>
                </a:lnTo>
                <a:lnTo>
                  <a:pt x="67245" y="221903"/>
                </a:lnTo>
                <a:lnTo>
                  <a:pt x="67430" y="232470"/>
                </a:lnTo>
                <a:lnTo>
                  <a:pt x="67631" y="243036"/>
                </a:lnTo>
                <a:lnTo>
                  <a:pt x="67842" y="253603"/>
                </a:lnTo>
                <a:lnTo>
                  <a:pt x="68055" y="264170"/>
                </a:lnTo>
                <a:lnTo>
                  <a:pt x="68265" y="274737"/>
                </a:lnTo>
                <a:lnTo>
                  <a:pt x="68464" y="285304"/>
                </a:lnTo>
                <a:lnTo>
                  <a:pt x="68647" y="295870"/>
                </a:lnTo>
                <a:lnTo>
                  <a:pt x="68811" y="306437"/>
                </a:lnTo>
                <a:lnTo>
                  <a:pt x="68951" y="317004"/>
                </a:lnTo>
                <a:lnTo>
                  <a:pt x="69066" y="327571"/>
                </a:lnTo>
                <a:lnTo>
                  <a:pt x="69155" y="338138"/>
                </a:lnTo>
                <a:lnTo>
                  <a:pt x="69219" y="348704"/>
                </a:lnTo>
                <a:lnTo>
                  <a:pt x="69261" y="359271"/>
                </a:lnTo>
                <a:lnTo>
                  <a:pt x="69282" y="369838"/>
                </a:lnTo>
                <a:lnTo>
                  <a:pt x="69287" y="380405"/>
                </a:lnTo>
                <a:lnTo>
                  <a:pt x="69278" y="390972"/>
                </a:lnTo>
                <a:lnTo>
                  <a:pt x="69258" y="401538"/>
                </a:lnTo>
                <a:lnTo>
                  <a:pt x="69230" y="412105"/>
                </a:lnTo>
                <a:lnTo>
                  <a:pt x="69195" y="422672"/>
                </a:lnTo>
                <a:lnTo>
                  <a:pt x="69158" y="433239"/>
                </a:lnTo>
                <a:lnTo>
                  <a:pt x="69120" y="443806"/>
                </a:lnTo>
                <a:lnTo>
                  <a:pt x="69085" y="454372"/>
                </a:lnTo>
                <a:lnTo>
                  <a:pt x="69060" y="464939"/>
                </a:lnTo>
                <a:lnTo>
                  <a:pt x="69050" y="475506"/>
                </a:lnTo>
                <a:lnTo>
                  <a:pt x="69066" y="486073"/>
                </a:lnTo>
                <a:lnTo>
                  <a:pt x="69116" y="496640"/>
                </a:lnTo>
                <a:lnTo>
                  <a:pt x="69212" y="507206"/>
                </a:lnTo>
                <a:lnTo>
                  <a:pt x="69361" y="517773"/>
                </a:lnTo>
                <a:lnTo>
                  <a:pt x="69571" y="528340"/>
                </a:lnTo>
                <a:lnTo>
                  <a:pt x="69844" y="538907"/>
                </a:lnTo>
                <a:lnTo>
                  <a:pt x="70178" y="549474"/>
                </a:lnTo>
                <a:lnTo>
                  <a:pt x="70562" y="560040"/>
                </a:lnTo>
                <a:lnTo>
                  <a:pt x="70981" y="570607"/>
                </a:lnTo>
                <a:lnTo>
                  <a:pt x="71415" y="581174"/>
                </a:lnTo>
                <a:lnTo>
                  <a:pt x="71836" y="591741"/>
                </a:lnTo>
                <a:lnTo>
                  <a:pt x="72219" y="602308"/>
                </a:lnTo>
                <a:lnTo>
                  <a:pt x="72536" y="612874"/>
                </a:lnTo>
                <a:lnTo>
                  <a:pt x="72764" y="623441"/>
                </a:lnTo>
                <a:lnTo>
                  <a:pt x="72888" y="634008"/>
                </a:lnTo>
                <a:lnTo>
                  <a:pt x="72899" y="644575"/>
                </a:lnTo>
                <a:lnTo>
                  <a:pt x="72800" y="655142"/>
                </a:lnTo>
                <a:lnTo>
                  <a:pt x="72600" y="665709"/>
                </a:lnTo>
                <a:lnTo>
                  <a:pt x="72321" y="676275"/>
                </a:lnTo>
                <a:lnTo>
                  <a:pt x="71986" y="686842"/>
                </a:lnTo>
                <a:lnTo>
                  <a:pt x="71624" y="697409"/>
                </a:lnTo>
                <a:lnTo>
                  <a:pt x="71266" y="707976"/>
                </a:lnTo>
                <a:lnTo>
                  <a:pt x="70937" y="718543"/>
                </a:lnTo>
                <a:lnTo>
                  <a:pt x="70661" y="729109"/>
                </a:lnTo>
                <a:lnTo>
                  <a:pt x="70452" y="739676"/>
                </a:lnTo>
                <a:lnTo>
                  <a:pt x="70320" y="750243"/>
                </a:lnTo>
                <a:lnTo>
                  <a:pt x="70265" y="760810"/>
                </a:lnTo>
                <a:lnTo>
                  <a:pt x="70279" y="771377"/>
                </a:lnTo>
                <a:lnTo>
                  <a:pt x="70350" y="781943"/>
                </a:lnTo>
                <a:lnTo>
                  <a:pt x="70460" y="792510"/>
                </a:lnTo>
                <a:lnTo>
                  <a:pt x="70590" y="803077"/>
                </a:lnTo>
                <a:lnTo>
                  <a:pt x="70717" y="813644"/>
                </a:lnTo>
                <a:lnTo>
                  <a:pt x="70823" y="824211"/>
                </a:lnTo>
                <a:lnTo>
                  <a:pt x="70893" y="834777"/>
                </a:lnTo>
                <a:lnTo>
                  <a:pt x="70915" y="845344"/>
                </a:lnTo>
                <a:lnTo>
                  <a:pt x="70884" y="855911"/>
                </a:lnTo>
                <a:lnTo>
                  <a:pt x="70799" y="866478"/>
                </a:lnTo>
                <a:lnTo>
                  <a:pt x="70665" y="877045"/>
                </a:lnTo>
                <a:lnTo>
                  <a:pt x="70491" y="887611"/>
                </a:lnTo>
                <a:lnTo>
                  <a:pt x="70286" y="898178"/>
                </a:lnTo>
                <a:lnTo>
                  <a:pt x="70063" y="908745"/>
                </a:lnTo>
                <a:lnTo>
                  <a:pt x="69833" y="919312"/>
                </a:lnTo>
                <a:lnTo>
                  <a:pt x="69606" y="929879"/>
                </a:lnTo>
                <a:lnTo>
                  <a:pt x="69391" y="940445"/>
                </a:lnTo>
                <a:lnTo>
                  <a:pt x="69194" y="951012"/>
                </a:lnTo>
                <a:lnTo>
                  <a:pt x="69019" y="961579"/>
                </a:lnTo>
                <a:lnTo>
                  <a:pt x="68867" y="972146"/>
                </a:lnTo>
                <a:lnTo>
                  <a:pt x="68741" y="982713"/>
                </a:lnTo>
                <a:lnTo>
                  <a:pt x="68641" y="993279"/>
                </a:lnTo>
                <a:lnTo>
                  <a:pt x="68568" y="1003846"/>
                </a:lnTo>
                <a:lnTo>
                  <a:pt x="68523" y="1014413"/>
                </a:lnTo>
                <a:lnTo>
                  <a:pt x="68513" y="1024980"/>
                </a:lnTo>
                <a:lnTo>
                  <a:pt x="68544" y="1035547"/>
                </a:lnTo>
                <a:lnTo>
                  <a:pt x="68634" y="1046113"/>
                </a:lnTo>
                <a:lnTo>
                  <a:pt x="68803" y="1056680"/>
                </a:lnTo>
                <a:lnTo>
                  <a:pt x="69085" y="1067247"/>
                </a:lnTo>
                <a:lnTo>
                  <a:pt x="69525" y="1077814"/>
                </a:lnTo>
                <a:lnTo>
                  <a:pt x="70180" y="1088381"/>
                </a:lnTo>
                <a:lnTo>
                  <a:pt x="71121" y="1098947"/>
                </a:lnTo>
                <a:lnTo>
                  <a:pt x="72428" y="1109514"/>
                </a:lnTo>
                <a:lnTo>
                  <a:pt x="74187" y="1120081"/>
                </a:lnTo>
                <a:lnTo>
                  <a:pt x="76479" y="1130648"/>
                </a:lnTo>
                <a:lnTo>
                  <a:pt x="79374" y="1141215"/>
                </a:lnTo>
                <a:lnTo>
                  <a:pt x="82916" y="1151781"/>
                </a:lnTo>
                <a:lnTo>
                  <a:pt x="87110" y="1162348"/>
                </a:lnTo>
                <a:lnTo>
                  <a:pt x="91912" y="1172915"/>
                </a:lnTo>
                <a:lnTo>
                  <a:pt x="97220" y="1183482"/>
                </a:lnTo>
                <a:lnTo>
                  <a:pt x="102867" y="1194049"/>
                </a:lnTo>
                <a:lnTo>
                  <a:pt x="108630" y="1204615"/>
                </a:lnTo>
                <a:lnTo>
                  <a:pt x="114238" y="1215182"/>
                </a:lnTo>
                <a:lnTo>
                  <a:pt x="119392" y="1225749"/>
                </a:lnTo>
                <a:lnTo>
                  <a:pt x="123792" y="1236316"/>
                </a:lnTo>
                <a:lnTo>
                  <a:pt x="127160" y="1246883"/>
                </a:lnTo>
                <a:lnTo>
                  <a:pt x="129278" y="1257449"/>
                </a:lnTo>
                <a:lnTo>
                  <a:pt x="130000" y="1268016"/>
                </a:lnTo>
                <a:lnTo>
                  <a:pt x="130000" y="1268016"/>
                </a:lnTo>
                <a:close/>
              </a:path>
            </a:pathLst>
          </a:custGeom>
          <a:solidFill>
            <a:srgbClr val="A57948">
              <a:alpha val="12000"/>
            </a:srgbClr>
          </a:solidFill>
          <a:ln w="6985">
            <a:solidFill>
              <a:srgbClr val="A57948">
                <a:alpha val="12000"/>
              </a:srgbClr>
            </a:solidFill>
            <a:prstDash val="solid"/>
          </a:ln>
        </p:spPr>
      </p:sp>
      <p:sp>
        <p:nvSpPr>
          <p:cNvPr id="1505" name="01_find_only_1504">
            <a:extLst>
              <a:ext uri="{FF2B5EF4-FFF2-40B4-BE49-F238E27FC236}">
                <a16:creationId xmlns:a16="http://schemas.microsoft.com/office/drawing/2014/main" id="{AED729A6-8332-4FA8-8438-ED474DF23D5E}"/>
              </a:ext>
            </a:extLst>
          </p:cNvPr>
          <p:cNvSpPr>
            <a:spLocks noGrp="1"/>
          </p:cNvSpPr>
          <p:nvPr/>
        </p:nvSpPr>
        <p:spPr>
          <a:xfrm>
            <a:off x="7823376" y="2922850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30000" y="1268016"/>
                </a:moveTo>
                <a:lnTo>
                  <a:pt x="0" y="1268016"/>
                </a:lnTo>
                <a:lnTo>
                  <a:pt x="722" y="1257449"/>
                </a:lnTo>
                <a:lnTo>
                  <a:pt x="2839" y="1246883"/>
                </a:lnTo>
                <a:lnTo>
                  <a:pt x="6207" y="1236316"/>
                </a:lnTo>
                <a:lnTo>
                  <a:pt x="10604" y="1225749"/>
                </a:lnTo>
                <a:lnTo>
                  <a:pt x="15757" y="1215182"/>
                </a:lnTo>
                <a:lnTo>
                  <a:pt x="21363" y="1204615"/>
                </a:lnTo>
                <a:lnTo>
                  <a:pt x="27124" y="1194049"/>
                </a:lnTo>
                <a:lnTo>
                  <a:pt x="32770" y="1183482"/>
                </a:lnTo>
                <a:lnTo>
                  <a:pt x="38076" y="1172915"/>
                </a:lnTo>
                <a:lnTo>
                  <a:pt x="42877" y="1162348"/>
                </a:lnTo>
                <a:lnTo>
                  <a:pt x="47071" y="1151781"/>
                </a:lnTo>
                <a:lnTo>
                  <a:pt x="50613" y="1141215"/>
                </a:lnTo>
                <a:lnTo>
                  <a:pt x="53510" y="1130648"/>
                </a:lnTo>
                <a:lnTo>
                  <a:pt x="55806" y="1120081"/>
                </a:lnTo>
                <a:lnTo>
                  <a:pt x="57571" y="1109514"/>
                </a:lnTo>
                <a:lnTo>
                  <a:pt x="58888" y="1098947"/>
                </a:lnTo>
                <a:lnTo>
                  <a:pt x="59842" y="1088381"/>
                </a:lnTo>
                <a:lnTo>
                  <a:pt x="60514" y="1077814"/>
                </a:lnTo>
                <a:lnTo>
                  <a:pt x="60975" y="1067247"/>
                </a:lnTo>
                <a:lnTo>
                  <a:pt x="61282" y="1056680"/>
                </a:lnTo>
                <a:lnTo>
                  <a:pt x="61481" y="1046113"/>
                </a:lnTo>
                <a:lnTo>
                  <a:pt x="61604" y="1035547"/>
                </a:lnTo>
                <a:lnTo>
                  <a:pt x="61672" y="1024980"/>
                </a:lnTo>
                <a:lnTo>
                  <a:pt x="61701" y="1014413"/>
                </a:lnTo>
                <a:lnTo>
                  <a:pt x="61697" y="1003846"/>
                </a:lnTo>
                <a:lnTo>
                  <a:pt x="61663" y="993279"/>
                </a:lnTo>
                <a:lnTo>
                  <a:pt x="61601" y="982713"/>
                </a:lnTo>
                <a:lnTo>
                  <a:pt x="61511" y="972146"/>
                </a:lnTo>
                <a:lnTo>
                  <a:pt x="61391" y="961579"/>
                </a:lnTo>
                <a:lnTo>
                  <a:pt x="61243" y="951012"/>
                </a:lnTo>
                <a:lnTo>
                  <a:pt x="61068" y="940445"/>
                </a:lnTo>
                <a:lnTo>
                  <a:pt x="60869" y="929879"/>
                </a:lnTo>
                <a:lnTo>
                  <a:pt x="60654" y="919312"/>
                </a:lnTo>
                <a:lnTo>
                  <a:pt x="60429" y="908745"/>
                </a:lnTo>
                <a:lnTo>
                  <a:pt x="60206" y="898178"/>
                </a:lnTo>
                <a:lnTo>
                  <a:pt x="59996" y="887611"/>
                </a:lnTo>
                <a:lnTo>
                  <a:pt x="59811" y="877045"/>
                </a:lnTo>
                <a:lnTo>
                  <a:pt x="59662" y="866478"/>
                </a:lnTo>
                <a:lnTo>
                  <a:pt x="59556" y="855911"/>
                </a:lnTo>
                <a:lnTo>
                  <a:pt x="59499" y="845344"/>
                </a:lnTo>
                <a:lnTo>
                  <a:pt x="59490" y="834777"/>
                </a:lnTo>
                <a:lnTo>
                  <a:pt x="59524" y="824211"/>
                </a:lnTo>
                <a:lnTo>
                  <a:pt x="59590" y="813644"/>
                </a:lnTo>
                <a:lnTo>
                  <a:pt x="59673" y="803077"/>
                </a:lnTo>
                <a:lnTo>
                  <a:pt x="59754" y="792510"/>
                </a:lnTo>
                <a:lnTo>
                  <a:pt x="59813" y="781943"/>
                </a:lnTo>
                <a:lnTo>
                  <a:pt x="59831" y="771377"/>
                </a:lnTo>
                <a:lnTo>
                  <a:pt x="59791" y="760810"/>
                </a:lnTo>
                <a:lnTo>
                  <a:pt x="59679" y="750243"/>
                </a:lnTo>
                <a:lnTo>
                  <a:pt x="59490" y="739676"/>
                </a:lnTo>
                <a:lnTo>
                  <a:pt x="59224" y="729109"/>
                </a:lnTo>
                <a:lnTo>
                  <a:pt x="58891" y="718543"/>
                </a:lnTo>
                <a:lnTo>
                  <a:pt x="58508" y="707976"/>
                </a:lnTo>
                <a:lnTo>
                  <a:pt x="58098" y="697409"/>
                </a:lnTo>
                <a:lnTo>
                  <a:pt x="57690" y="686842"/>
                </a:lnTo>
                <a:lnTo>
                  <a:pt x="57314" y="676275"/>
                </a:lnTo>
                <a:lnTo>
                  <a:pt x="57001" y="665709"/>
                </a:lnTo>
                <a:lnTo>
                  <a:pt x="56779" y="655142"/>
                </a:lnTo>
                <a:lnTo>
                  <a:pt x="56667" y="644575"/>
                </a:lnTo>
                <a:lnTo>
                  <a:pt x="56678" y="634008"/>
                </a:lnTo>
                <a:lnTo>
                  <a:pt x="56814" y="623441"/>
                </a:lnTo>
                <a:lnTo>
                  <a:pt x="57067" y="612874"/>
                </a:lnTo>
                <a:lnTo>
                  <a:pt x="57419" y="602308"/>
                </a:lnTo>
                <a:lnTo>
                  <a:pt x="57847" y="591741"/>
                </a:lnTo>
                <a:lnTo>
                  <a:pt x="58323" y="581174"/>
                </a:lnTo>
                <a:lnTo>
                  <a:pt x="58817" y="570607"/>
                </a:lnTo>
                <a:lnTo>
                  <a:pt x="59301" y="560040"/>
                </a:lnTo>
                <a:lnTo>
                  <a:pt x="59753" y="549474"/>
                </a:lnTo>
                <a:lnTo>
                  <a:pt x="60154" y="538907"/>
                </a:lnTo>
                <a:lnTo>
                  <a:pt x="60495" y="528340"/>
                </a:lnTo>
                <a:lnTo>
                  <a:pt x="60770" y="517773"/>
                </a:lnTo>
                <a:lnTo>
                  <a:pt x="60982" y="507206"/>
                </a:lnTo>
                <a:lnTo>
                  <a:pt x="61137" y="496640"/>
                </a:lnTo>
                <a:lnTo>
                  <a:pt x="61242" y="486073"/>
                </a:lnTo>
                <a:lnTo>
                  <a:pt x="61307" y="475506"/>
                </a:lnTo>
                <a:lnTo>
                  <a:pt x="61341" y="464939"/>
                </a:lnTo>
                <a:lnTo>
                  <a:pt x="61353" y="454372"/>
                </a:lnTo>
                <a:lnTo>
                  <a:pt x="61348" y="443806"/>
                </a:lnTo>
                <a:lnTo>
                  <a:pt x="61329" y="433239"/>
                </a:lnTo>
                <a:lnTo>
                  <a:pt x="61301" y="422672"/>
                </a:lnTo>
                <a:lnTo>
                  <a:pt x="61263" y="412105"/>
                </a:lnTo>
                <a:lnTo>
                  <a:pt x="61218" y="401538"/>
                </a:lnTo>
                <a:lnTo>
                  <a:pt x="61166" y="390972"/>
                </a:lnTo>
                <a:lnTo>
                  <a:pt x="61109" y="380405"/>
                </a:lnTo>
                <a:lnTo>
                  <a:pt x="61050" y="369838"/>
                </a:lnTo>
                <a:lnTo>
                  <a:pt x="60994" y="359271"/>
                </a:lnTo>
                <a:lnTo>
                  <a:pt x="60945" y="348704"/>
                </a:lnTo>
                <a:lnTo>
                  <a:pt x="60908" y="338138"/>
                </a:lnTo>
                <a:lnTo>
                  <a:pt x="60889" y="327571"/>
                </a:lnTo>
                <a:lnTo>
                  <a:pt x="60891" y="317004"/>
                </a:lnTo>
                <a:lnTo>
                  <a:pt x="60919" y="306437"/>
                </a:lnTo>
                <a:lnTo>
                  <a:pt x="60972" y="295870"/>
                </a:lnTo>
                <a:lnTo>
                  <a:pt x="61052" y="285304"/>
                </a:lnTo>
                <a:lnTo>
                  <a:pt x="61156" y="274737"/>
                </a:lnTo>
                <a:lnTo>
                  <a:pt x="61280" y="264170"/>
                </a:lnTo>
                <a:lnTo>
                  <a:pt x="61421" y="253603"/>
                </a:lnTo>
                <a:lnTo>
                  <a:pt x="61573" y="243036"/>
                </a:lnTo>
                <a:lnTo>
                  <a:pt x="61730" y="232470"/>
                </a:lnTo>
                <a:lnTo>
                  <a:pt x="61885" y="221903"/>
                </a:lnTo>
                <a:lnTo>
                  <a:pt x="62029" y="211336"/>
                </a:lnTo>
                <a:lnTo>
                  <a:pt x="62153" y="200769"/>
                </a:lnTo>
                <a:lnTo>
                  <a:pt x="62245" y="190202"/>
                </a:lnTo>
                <a:lnTo>
                  <a:pt x="62288" y="179636"/>
                </a:lnTo>
                <a:lnTo>
                  <a:pt x="62268" y="169069"/>
                </a:lnTo>
                <a:lnTo>
                  <a:pt x="62163" y="158502"/>
                </a:lnTo>
                <a:lnTo>
                  <a:pt x="61954" y="147935"/>
                </a:lnTo>
                <a:lnTo>
                  <a:pt x="61620" y="137368"/>
                </a:lnTo>
                <a:lnTo>
                  <a:pt x="61145" y="126802"/>
                </a:lnTo>
                <a:lnTo>
                  <a:pt x="60517" y="116235"/>
                </a:lnTo>
                <a:lnTo>
                  <a:pt x="59732" y="105668"/>
                </a:lnTo>
                <a:lnTo>
                  <a:pt x="58800" y="95101"/>
                </a:lnTo>
                <a:lnTo>
                  <a:pt x="57743" y="84534"/>
                </a:lnTo>
                <a:lnTo>
                  <a:pt x="56596" y="73968"/>
                </a:lnTo>
                <a:lnTo>
                  <a:pt x="55409" y="63401"/>
                </a:lnTo>
                <a:lnTo>
                  <a:pt x="54242" y="52834"/>
                </a:lnTo>
                <a:lnTo>
                  <a:pt x="53161" y="42267"/>
                </a:lnTo>
                <a:lnTo>
                  <a:pt x="52233" y="31700"/>
                </a:lnTo>
                <a:lnTo>
                  <a:pt x="51520" y="21134"/>
                </a:lnTo>
                <a:lnTo>
                  <a:pt x="51070" y="10567"/>
                </a:lnTo>
                <a:lnTo>
                  <a:pt x="50917" y="0"/>
                </a:lnTo>
                <a:lnTo>
                  <a:pt x="79083" y="0"/>
                </a:lnTo>
                <a:lnTo>
                  <a:pt x="79083" y="0"/>
                </a:lnTo>
                <a:lnTo>
                  <a:pt x="78930" y="10567"/>
                </a:lnTo>
                <a:lnTo>
                  <a:pt x="78480" y="21134"/>
                </a:lnTo>
                <a:lnTo>
                  <a:pt x="77767" y="31700"/>
                </a:lnTo>
                <a:lnTo>
                  <a:pt x="76839" y="42267"/>
                </a:lnTo>
                <a:lnTo>
                  <a:pt x="75758" y="52834"/>
                </a:lnTo>
                <a:lnTo>
                  <a:pt x="74591" y="63401"/>
                </a:lnTo>
                <a:lnTo>
                  <a:pt x="73404" y="73968"/>
                </a:lnTo>
                <a:lnTo>
                  <a:pt x="72257" y="84534"/>
                </a:lnTo>
                <a:lnTo>
                  <a:pt x="71200" y="95101"/>
                </a:lnTo>
                <a:lnTo>
                  <a:pt x="70268" y="105668"/>
                </a:lnTo>
                <a:lnTo>
                  <a:pt x="69483" y="116235"/>
                </a:lnTo>
                <a:lnTo>
                  <a:pt x="68855" y="126802"/>
                </a:lnTo>
                <a:lnTo>
                  <a:pt x="68380" y="137368"/>
                </a:lnTo>
                <a:lnTo>
                  <a:pt x="68046" y="147935"/>
                </a:lnTo>
                <a:lnTo>
                  <a:pt x="67837" y="158502"/>
                </a:lnTo>
                <a:lnTo>
                  <a:pt x="67732" y="169069"/>
                </a:lnTo>
                <a:lnTo>
                  <a:pt x="67712" y="179636"/>
                </a:lnTo>
                <a:lnTo>
                  <a:pt x="67755" y="190202"/>
                </a:lnTo>
                <a:lnTo>
                  <a:pt x="67847" y="200769"/>
                </a:lnTo>
                <a:lnTo>
                  <a:pt x="67971" y="211336"/>
                </a:lnTo>
                <a:lnTo>
                  <a:pt x="68115" y="221903"/>
                </a:lnTo>
                <a:lnTo>
                  <a:pt x="68270" y="232470"/>
                </a:lnTo>
                <a:lnTo>
                  <a:pt x="68427" y="243036"/>
                </a:lnTo>
                <a:lnTo>
                  <a:pt x="68579" y="253603"/>
                </a:lnTo>
                <a:lnTo>
                  <a:pt x="68720" y="264170"/>
                </a:lnTo>
                <a:lnTo>
                  <a:pt x="68845" y="274737"/>
                </a:lnTo>
                <a:lnTo>
                  <a:pt x="68948" y="285304"/>
                </a:lnTo>
                <a:lnTo>
                  <a:pt x="69028" y="295870"/>
                </a:lnTo>
                <a:lnTo>
                  <a:pt x="69081" y="306437"/>
                </a:lnTo>
                <a:lnTo>
                  <a:pt x="69109" y="317004"/>
                </a:lnTo>
                <a:lnTo>
                  <a:pt x="69111" y="327571"/>
                </a:lnTo>
                <a:lnTo>
                  <a:pt x="69092" y="338138"/>
                </a:lnTo>
                <a:lnTo>
                  <a:pt x="69056" y="348704"/>
                </a:lnTo>
                <a:lnTo>
                  <a:pt x="69006" y="359271"/>
                </a:lnTo>
                <a:lnTo>
                  <a:pt x="68950" y="369838"/>
                </a:lnTo>
                <a:lnTo>
                  <a:pt x="68891" y="380405"/>
                </a:lnTo>
                <a:lnTo>
                  <a:pt x="68834" y="390972"/>
                </a:lnTo>
                <a:lnTo>
                  <a:pt x="68782" y="401538"/>
                </a:lnTo>
                <a:lnTo>
                  <a:pt x="68737" y="412105"/>
                </a:lnTo>
                <a:lnTo>
                  <a:pt x="68699" y="422672"/>
                </a:lnTo>
                <a:lnTo>
                  <a:pt x="68671" y="433239"/>
                </a:lnTo>
                <a:lnTo>
                  <a:pt x="68652" y="443806"/>
                </a:lnTo>
                <a:lnTo>
                  <a:pt x="68647" y="454372"/>
                </a:lnTo>
                <a:lnTo>
                  <a:pt x="68659" y="464939"/>
                </a:lnTo>
                <a:lnTo>
                  <a:pt x="68693" y="475506"/>
                </a:lnTo>
                <a:lnTo>
                  <a:pt x="68758" y="486073"/>
                </a:lnTo>
                <a:lnTo>
                  <a:pt x="68863" y="496640"/>
                </a:lnTo>
                <a:lnTo>
                  <a:pt x="69018" y="507206"/>
                </a:lnTo>
                <a:lnTo>
                  <a:pt x="69230" y="517773"/>
                </a:lnTo>
                <a:lnTo>
                  <a:pt x="69505" y="528340"/>
                </a:lnTo>
                <a:lnTo>
                  <a:pt x="69846" y="538907"/>
                </a:lnTo>
                <a:lnTo>
                  <a:pt x="70247" y="549474"/>
                </a:lnTo>
                <a:lnTo>
                  <a:pt x="70699" y="560040"/>
                </a:lnTo>
                <a:lnTo>
                  <a:pt x="71183" y="570607"/>
                </a:lnTo>
                <a:lnTo>
                  <a:pt x="71677" y="581174"/>
                </a:lnTo>
                <a:lnTo>
                  <a:pt x="72153" y="591741"/>
                </a:lnTo>
                <a:lnTo>
                  <a:pt x="72581" y="602308"/>
                </a:lnTo>
                <a:lnTo>
                  <a:pt x="72933" y="612874"/>
                </a:lnTo>
                <a:lnTo>
                  <a:pt x="73186" y="623441"/>
                </a:lnTo>
                <a:lnTo>
                  <a:pt x="73322" y="634008"/>
                </a:lnTo>
                <a:lnTo>
                  <a:pt x="73333" y="644575"/>
                </a:lnTo>
                <a:lnTo>
                  <a:pt x="73221" y="655142"/>
                </a:lnTo>
                <a:lnTo>
                  <a:pt x="72999" y="665709"/>
                </a:lnTo>
                <a:lnTo>
                  <a:pt x="72686" y="676275"/>
                </a:lnTo>
                <a:lnTo>
                  <a:pt x="72310" y="686842"/>
                </a:lnTo>
                <a:lnTo>
                  <a:pt x="71902" y="697409"/>
                </a:lnTo>
                <a:lnTo>
                  <a:pt x="71492" y="707976"/>
                </a:lnTo>
                <a:lnTo>
                  <a:pt x="71109" y="718543"/>
                </a:lnTo>
                <a:lnTo>
                  <a:pt x="70776" y="729109"/>
                </a:lnTo>
                <a:lnTo>
                  <a:pt x="70510" y="739676"/>
                </a:lnTo>
                <a:lnTo>
                  <a:pt x="70321" y="750243"/>
                </a:lnTo>
                <a:lnTo>
                  <a:pt x="70209" y="760810"/>
                </a:lnTo>
                <a:lnTo>
                  <a:pt x="70169" y="771377"/>
                </a:lnTo>
                <a:lnTo>
                  <a:pt x="70187" y="781943"/>
                </a:lnTo>
                <a:lnTo>
                  <a:pt x="70246" y="792510"/>
                </a:lnTo>
                <a:lnTo>
                  <a:pt x="70327" y="803077"/>
                </a:lnTo>
                <a:lnTo>
                  <a:pt x="70410" y="813644"/>
                </a:lnTo>
                <a:lnTo>
                  <a:pt x="70476" y="824211"/>
                </a:lnTo>
                <a:lnTo>
                  <a:pt x="70510" y="834777"/>
                </a:lnTo>
                <a:lnTo>
                  <a:pt x="70501" y="845344"/>
                </a:lnTo>
                <a:lnTo>
                  <a:pt x="70444" y="855911"/>
                </a:lnTo>
                <a:lnTo>
                  <a:pt x="70338" y="866478"/>
                </a:lnTo>
                <a:lnTo>
                  <a:pt x="70189" y="877045"/>
                </a:lnTo>
                <a:lnTo>
                  <a:pt x="70004" y="887611"/>
                </a:lnTo>
                <a:lnTo>
                  <a:pt x="69794" y="898178"/>
                </a:lnTo>
                <a:lnTo>
                  <a:pt x="69571" y="908745"/>
                </a:lnTo>
                <a:lnTo>
                  <a:pt x="69346" y="919312"/>
                </a:lnTo>
                <a:lnTo>
                  <a:pt x="69131" y="929879"/>
                </a:lnTo>
                <a:lnTo>
                  <a:pt x="68932" y="940445"/>
                </a:lnTo>
                <a:lnTo>
                  <a:pt x="68757" y="951012"/>
                </a:lnTo>
                <a:lnTo>
                  <a:pt x="68609" y="961579"/>
                </a:lnTo>
                <a:lnTo>
                  <a:pt x="68489" y="972146"/>
                </a:lnTo>
                <a:lnTo>
                  <a:pt x="68399" y="982713"/>
                </a:lnTo>
                <a:lnTo>
                  <a:pt x="68337" y="993279"/>
                </a:lnTo>
                <a:lnTo>
                  <a:pt x="68303" y="1003846"/>
                </a:lnTo>
                <a:lnTo>
                  <a:pt x="68299" y="1014413"/>
                </a:lnTo>
                <a:lnTo>
                  <a:pt x="68328" y="1024980"/>
                </a:lnTo>
                <a:lnTo>
                  <a:pt x="68396" y="1035547"/>
                </a:lnTo>
                <a:lnTo>
                  <a:pt x="68519" y="1046113"/>
                </a:lnTo>
                <a:lnTo>
                  <a:pt x="68718" y="1056680"/>
                </a:lnTo>
                <a:lnTo>
                  <a:pt x="69025" y="1067247"/>
                </a:lnTo>
                <a:lnTo>
                  <a:pt x="69486" y="1077814"/>
                </a:lnTo>
                <a:lnTo>
                  <a:pt x="70158" y="1088381"/>
                </a:lnTo>
                <a:lnTo>
                  <a:pt x="71112" y="1098947"/>
                </a:lnTo>
                <a:lnTo>
                  <a:pt x="72429" y="1109514"/>
                </a:lnTo>
                <a:lnTo>
                  <a:pt x="74194" y="1120081"/>
                </a:lnTo>
                <a:lnTo>
                  <a:pt x="76490" y="1130648"/>
                </a:lnTo>
                <a:lnTo>
                  <a:pt x="79387" y="1141215"/>
                </a:lnTo>
                <a:lnTo>
                  <a:pt x="82929" y="1151781"/>
                </a:lnTo>
                <a:lnTo>
                  <a:pt x="87123" y="1162348"/>
                </a:lnTo>
                <a:lnTo>
                  <a:pt x="91924" y="1172915"/>
                </a:lnTo>
                <a:lnTo>
                  <a:pt x="97230" y="1183482"/>
                </a:lnTo>
                <a:lnTo>
                  <a:pt x="102876" y="1194049"/>
                </a:lnTo>
                <a:lnTo>
                  <a:pt x="108637" y="1204615"/>
                </a:lnTo>
                <a:lnTo>
                  <a:pt x="114243" y="1215182"/>
                </a:lnTo>
                <a:lnTo>
                  <a:pt x="119396" y="1225749"/>
                </a:lnTo>
                <a:lnTo>
                  <a:pt x="123793" y="1236316"/>
                </a:lnTo>
                <a:lnTo>
                  <a:pt x="127161" y="1246883"/>
                </a:lnTo>
                <a:lnTo>
                  <a:pt x="129278" y="1257449"/>
                </a:lnTo>
                <a:lnTo>
                  <a:pt x="130000" y="1268016"/>
                </a:lnTo>
                <a:lnTo>
                  <a:pt x="130000" y="1268016"/>
                </a:lnTo>
                <a:close/>
              </a:path>
            </a:pathLst>
          </a:custGeom>
          <a:solidFill>
            <a:srgbClr val="A57948">
              <a:alpha val="12000"/>
            </a:srgbClr>
          </a:solidFill>
          <a:ln w="6985">
            <a:solidFill>
              <a:srgbClr val="A57948">
                <a:alpha val="12000"/>
              </a:srgbClr>
            </a:solidFill>
            <a:prstDash val="solid"/>
          </a:ln>
        </p:spPr>
      </p:sp>
      <p:sp>
        <p:nvSpPr>
          <p:cNvPr id="1506" name="01_find_only_1505">
            <a:extLst>
              <a:ext uri="{FF2B5EF4-FFF2-40B4-BE49-F238E27FC236}">
                <a16:creationId xmlns:a16="http://schemas.microsoft.com/office/drawing/2014/main" id="{02579330-B994-4CEE-9033-7C25D8CA46DC}"/>
              </a:ext>
            </a:extLst>
          </p:cNvPr>
          <p:cNvSpPr>
            <a:spLocks noGrp="1"/>
          </p:cNvSpPr>
          <p:nvPr/>
        </p:nvSpPr>
        <p:spPr>
          <a:xfrm>
            <a:off x="6361748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1507" name="01_find_only_1506">
            <a:extLst>
              <a:ext uri="{FF2B5EF4-FFF2-40B4-BE49-F238E27FC236}">
                <a16:creationId xmlns:a16="http://schemas.microsoft.com/office/drawing/2014/main" id="{9A30C598-4CB8-4D01-9279-3EA9427F8D52}"/>
              </a:ext>
            </a:extLst>
          </p:cNvPr>
          <p:cNvSpPr>
            <a:spLocks noGrp="1"/>
          </p:cNvSpPr>
          <p:nvPr/>
        </p:nvSpPr>
        <p:spPr>
          <a:xfrm>
            <a:off x="6616387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1508" name="01_find_only_1507">
            <a:extLst>
              <a:ext uri="{FF2B5EF4-FFF2-40B4-BE49-F238E27FC236}">
                <a16:creationId xmlns:a16="http://schemas.microsoft.com/office/drawing/2014/main" id="{0A0C02B3-83D3-4D24-8D44-A1F25C5F7EAA}"/>
              </a:ext>
            </a:extLst>
          </p:cNvPr>
          <p:cNvSpPr>
            <a:spLocks noGrp="1"/>
          </p:cNvSpPr>
          <p:nvPr/>
        </p:nvSpPr>
        <p:spPr>
          <a:xfrm>
            <a:off x="6871026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1509" name="01_find_only_1508">
            <a:extLst>
              <a:ext uri="{FF2B5EF4-FFF2-40B4-BE49-F238E27FC236}">
                <a16:creationId xmlns:a16="http://schemas.microsoft.com/office/drawing/2014/main" id="{A5F4D421-C325-46E0-94CA-FC2EBCE7482A}"/>
              </a:ext>
            </a:extLst>
          </p:cNvPr>
          <p:cNvSpPr>
            <a:spLocks noGrp="1"/>
          </p:cNvSpPr>
          <p:nvPr/>
        </p:nvSpPr>
        <p:spPr>
          <a:xfrm>
            <a:off x="7380304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1510" name="01_find_only_1509">
            <a:extLst>
              <a:ext uri="{FF2B5EF4-FFF2-40B4-BE49-F238E27FC236}">
                <a16:creationId xmlns:a16="http://schemas.microsoft.com/office/drawing/2014/main" id="{92951ED4-EAF0-4B47-8933-98DCEB8EF18D}"/>
              </a:ext>
            </a:extLst>
          </p:cNvPr>
          <p:cNvSpPr>
            <a:spLocks noGrp="1"/>
          </p:cNvSpPr>
          <p:nvPr/>
        </p:nvSpPr>
        <p:spPr>
          <a:xfrm>
            <a:off x="7889582" y="4278972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1511" name="01_find_only_1510">
            <a:extLst>
              <a:ext uri="{FF2B5EF4-FFF2-40B4-BE49-F238E27FC236}">
                <a16:creationId xmlns:a16="http://schemas.microsoft.com/office/drawing/2014/main" id="{FDB3F3F5-5266-44A4-9564-EC475DD9FF9F}"/>
              </a:ext>
            </a:extLst>
          </p:cNvPr>
          <p:cNvSpPr>
            <a:spLocks noGrp="1"/>
          </p:cNvSpPr>
          <p:nvPr/>
        </p:nvSpPr>
        <p:spPr>
          <a:xfrm>
            <a:off x="6346469" y="4214395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1512" name="01_find_only_1511">
            <a:extLst>
              <a:ext uri="{FF2B5EF4-FFF2-40B4-BE49-F238E27FC236}">
                <a16:creationId xmlns:a16="http://schemas.microsoft.com/office/drawing/2014/main" id="{CBFE8E6F-2D34-4B69-A66F-2CD100F582D6}"/>
              </a:ext>
            </a:extLst>
          </p:cNvPr>
          <p:cNvSpPr>
            <a:spLocks noGrp="1"/>
          </p:cNvSpPr>
          <p:nvPr/>
        </p:nvSpPr>
        <p:spPr>
          <a:xfrm>
            <a:off x="6307663" y="4214395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1513" name="text_1512">
            <a:extLst>
              <a:ext uri="{FF2B5EF4-FFF2-40B4-BE49-F238E27FC236}">
                <a16:creationId xmlns:a16="http://schemas.microsoft.com/office/drawing/2014/main" id="{3DC7B16A-3614-43C6-9827-3BAD7B0D1FFF}"/>
              </a:ext>
            </a:extLst>
          </p:cNvPr>
          <p:cNvSpPr>
            <a:spLocks noGrp="1"/>
          </p:cNvSpPr>
          <p:nvPr/>
        </p:nvSpPr>
        <p:spPr>
          <a:xfrm>
            <a:off x="6216353" y="4173590"/>
            <a:ext cx="65439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0</a:t>
            </a:r>
          </a:p>
        </p:txBody>
      </p:sp>
      <p:sp>
        <p:nvSpPr>
          <p:cNvPr id="1514" name="01_find_only_1513">
            <a:extLst>
              <a:ext uri="{FF2B5EF4-FFF2-40B4-BE49-F238E27FC236}">
                <a16:creationId xmlns:a16="http://schemas.microsoft.com/office/drawing/2014/main" id="{AF0849E8-CEB4-43DE-9A76-D9C69C52B398}"/>
              </a:ext>
            </a:extLst>
          </p:cNvPr>
          <p:cNvSpPr>
            <a:spLocks noGrp="1"/>
          </p:cNvSpPr>
          <p:nvPr/>
        </p:nvSpPr>
        <p:spPr>
          <a:xfrm>
            <a:off x="6346469" y="3568622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1515" name="01_find_only_1514">
            <a:extLst>
              <a:ext uri="{FF2B5EF4-FFF2-40B4-BE49-F238E27FC236}">
                <a16:creationId xmlns:a16="http://schemas.microsoft.com/office/drawing/2014/main" id="{FA723A30-2C69-4287-9383-0616651A39BA}"/>
              </a:ext>
            </a:extLst>
          </p:cNvPr>
          <p:cNvSpPr>
            <a:spLocks noGrp="1"/>
          </p:cNvSpPr>
          <p:nvPr/>
        </p:nvSpPr>
        <p:spPr>
          <a:xfrm>
            <a:off x="6307663" y="3568622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1516" name="text_1515">
            <a:extLst>
              <a:ext uri="{FF2B5EF4-FFF2-40B4-BE49-F238E27FC236}">
                <a16:creationId xmlns:a16="http://schemas.microsoft.com/office/drawing/2014/main" id="{13E36258-0A30-4FA3-8278-02E635233650}"/>
              </a:ext>
            </a:extLst>
          </p:cNvPr>
          <p:cNvSpPr>
            <a:spLocks noGrp="1"/>
          </p:cNvSpPr>
          <p:nvPr/>
        </p:nvSpPr>
        <p:spPr>
          <a:xfrm>
            <a:off x="6163848" y="3527818"/>
            <a:ext cx="117943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50</a:t>
            </a:r>
          </a:p>
        </p:txBody>
      </p:sp>
      <p:sp>
        <p:nvSpPr>
          <p:cNvPr id="1517" name="01_find_only_1516">
            <a:extLst>
              <a:ext uri="{FF2B5EF4-FFF2-40B4-BE49-F238E27FC236}">
                <a16:creationId xmlns:a16="http://schemas.microsoft.com/office/drawing/2014/main" id="{05177BB5-723C-49E2-9E51-6C6F527A1BD4}"/>
              </a:ext>
            </a:extLst>
          </p:cNvPr>
          <p:cNvSpPr>
            <a:spLocks noGrp="1"/>
          </p:cNvSpPr>
          <p:nvPr/>
        </p:nvSpPr>
        <p:spPr>
          <a:xfrm>
            <a:off x="6346469" y="2922850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1518" name="01_find_only_1517">
            <a:extLst>
              <a:ext uri="{FF2B5EF4-FFF2-40B4-BE49-F238E27FC236}">
                <a16:creationId xmlns:a16="http://schemas.microsoft.com/office/drawing/2014/main" id="{28FCF425-B92A-482C-BEF2-D8855DCA1688}"/>
              </a:ext>
            </a:extLst>
          </p:cNvPr>
          <p:cNvSpPr>
            <a:spLocks noGrp="1"/>
          </p:cNvSpPr>
          <p:nvPr/>
        </p:nvSpPr>
        <p:spPr>
          <a:xfrm>
            <a:off x="6307663" y="2922850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1519" name="text_1518">
            <a:extLst>
              <a:ext uri="{FF2B5EF4-FFF2-40B4-BE49-F238E27FC236}">
                <a16:creationId xmlns:a16="http://schemas.microsoft.com/office/drawing/2014/main" id="{7EB53064-6D2E-4687-8466-7D20E9FBAC6A}"/>
              </a:ext>
            </a:extLst>
          </p:cNvPr>
          <p:cNvSpPr>
            <a:spLocks noGrp="1"/>
          </p:cNvSpPr>
          <p:nvPr/>
        </p:nvSpPr>
        <p:spPr>
          <a:xfrm>
            <a:off x="6111346" y="2882045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100</a:t>
            </a:r>
          </a:p>
        </p:txBody>
      </p:sp>
      <p:sp>
        <p:nvSpPr>
          <p:cNvPr id="1520" name="01_find_only_1519">
            <a:extLst>
              <a:ext uri="{FF2B5EF4-FFF2-40B4-BE49-F238E27FC236}">
                <a16:creationId xmlns:a16="http://schemas.microsoft.com/office/drawing/2014/main" id="{CD7BBAD4-8F1A-4CB3-8B12-AAFC4ECAA560}"/>
              </a:ext>
            </a:extLst>
          </p:cNvPr>
          <p:cNvSpPr>
            <a:spLocks noGrp="1"/>
          </p:cNvSpPr>
          <p:nvPr/>
        </p:nvSpPr>
        <p:spPr>
          <a:xfrm>
            <a:off x="6578316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21" name="01_find_only_1520">
            <a:extLst>
              <a:ext uri="{FF2B5EF4-FFF2-40B4-BE49-F238E27FC236}">
                <a16:creationId xmlns:a16="http://schemas.microsoft.com/office/drawing/2014/main" id="{2F6E4D76-A2A4-493A-B2D1-7790BD167AB5}"/>
              </a:ext>
            </a:extLst>
          </p:cNvPr>
          <p:cNvSpPr>
            <a:spLocks noGrp="1"/>
          </p:cNvSpPr>
          <p:nvPr/>
        </p:nvSpPr>
        <p:spPr>
          <a:xfrm>
            <a:off x="6559664" y="40923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22" name="01_find_only_1521">
            <a:extLst>
              <a:ext uri="{FF2B5EF4-FFF2-40B4-BE49-F238E27FC236}">
                <a16:creationId xmlns:a16="http://schemas.microsoft.com/office/drawing/2014/main" id="{CC609F71-4970-4906-9C62-B3A5F758AD57}"/>
              </a:ext>
            </a:extLst>
          </p:cNvPr>
          <p:cNvSpPr>
            <a:spLocks noGrp="1"/>
          </p:cNvSpPr>
          <p:nvPr/>
        </p:nvSpPr>
        <p:spPr>
          <a:xfrm>
            <a:off x="657482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23" name="01_find_only_1522">
            <a:extLst>
              <a:ext uri="{FF2B5EF4-FFF2-40B4-BE49-F238E27FC236}">
                <a16:creationId xmlns:a16="http://schemas.microsoft.com/office/drawing/2014/main" id="{5466C486-DFDF-4EA6-B7CC-8384D23DB680}"/>
              </a:ext>
            </a:extLst>
          </p:cNvPr>
          <p:cNvSpPr>
            <a:spLocks noGrp="1"/>
          </p:cNvSpPr>
          <p:nvPr/>
        </p:nvSpPr>
        <p:spPr>
          <a:xfrm>
            <a:off x="6574431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24" name="01_find_only_1523">
            <a:extLst>
              <a:ext uri="{FF2B5EF4-FFF2-40B4-BE49-F238E27FC236}">
                <a16:creationId xmlns:a16="http://schemas.microsoft.com/office/drawing/2014/main" id="{C883A4F4-E44D-43EF-A140-9382BE24C2F5}"/>
              </a:ext>
            </a:extLst>
          </p:cNvPr>
          <p:cNvSpPr>
            <a:spLocks noGrp="1"/>
          </p:cNvSpPr>
          <p:nvPr/>
        </p:nvSpPr>
        <p:spPr>
          <a:xfrm>
            <a:off x="6590946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25" name="01_find_only_1524">
            <a:extLst>
              <a:ext uri="{FF2B5EF4-FFF2-40B4-BE49-F238E27FC236}">
                <a16:creationId xmlns:a16="http://schemas.microsoft.com/office/drawing/2014/main" id="{F33CC3E1-5E01-4F25-AF5F-6E211B769758}"/>
              </a:ext>
            </a:extLst>
          </p:cNvPr>
          <p:cNvSpPr>
            <a:spLocks noGrp="1"/>
          </p:cNvSpPr>
          <p:nvPr/>
        </p:nvSpPr>
        <p:spPr>
          <a:xfrm>
            <a:off x="661921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26" name="01_find_only_1525">
            <a:extLst>
              <a:ext uri="{FF2B5EF4-FFF2-40B4-BE49-F238E27FC236}">
                <a16:creationId xmlns:a16="http://schemas.microsoft.com/office/drawing/2014/main" id="{6CFDEA4D-530D-44F3-B238-0B52E3EE8B08}"/>
              </a:ext>
            </a:extLst>
          </p:cNvPr>
          <p:cNvSpPr>
            <a:spLocks noGrp="1"/>
          </p:cNvSpPr>
          <p:nvPr/>
        </p:nvSpPr>
        <p:spPr>
          <a:xfrm>
            <a:off x="6636996" y="367006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27" name="01_find_only_1526">
            <a:extLst>
              <a:ext uri="{FF2B5EF4-FFF2-40B4-BE49-F238E27FC236}">
                <a16:creationId xmlns:a16="http://schemas.microsoft.com/office/drawing/2014/main" id="{3786CAEE-B6E7-4CDD-BF37-ACFD8F7C1927}"/>
              </a:ext>
            </a:extLst>
          </p:cNvPr>
          <p:cNvSpPr>
            <a:spLocks noGrp="1"/>
          </p:cNvSpPr>
          <p:nvPr/>
        </p:nvSpPr>
        <p:spPr>
          <a:xfrm>
            <a:off x="656481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28" name="01_find_only_1527">
            <a:extLst>
              <a:ext uri="{FF2B5EF4-FFF2-40B4-BE49-F238E27FC236}">
                <a16:creationId xmlns:a16="http://schemas.microsoft.com/office/drawing/2014/main" id="{A3AFE284-3877-42CC-AAD2-9344AA332E2C}"/>
              </a:ext>
            </a:extLst>
          </p:cNvPr>
          <p:cNvSpPr>
            <a:spLocks noGrp="1"/>
          </p:cNvSpPr>
          <p:nvPr/>
        </p:nvSpPr>
        <p:spPr>
          <a:xfrm>
            <a:off x="660921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29" name="01_find_only_1528">
            <a:extLst>
              <a:ext uri="{FF2B5EF4-FFF2-40B4-BE49-F238E27FC236}">
                <a16:creationId xmlns:a16="http://schemas.microsoft.com/office/drawing/2014/main" id="{1908E2F0-86C7-42FE-B4EB-DD7202397A8A}"/>
              </a:ext>
            </a:extLst>
          </p:cNvPr>
          <p:cNvSpPr>
            <a:spLocks noGrp="1"/>
          </p:cNvSpPr>
          <p:nvPr/>
        </p:nvSpPr>
        <p:spPr>
          <a:xfrm>
            <a:off x="656510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30" name="01_find_only_1529">
            <a:extLst>
              <a:ext uri="{FF2B5EF4-FFF2-40B4-BE49-F238E27FC236}">
                <a16:creationId xmlns:a16="http://schemas.microsoft.com/office/drawing/2014/main" id="{5ED163A9-CD7C-4D79-99E0-D0202FC5680B}"/>
              </a:ext>
            </a:extLst>
          </p:cNvPr>
          <p:cNvSpPr>
            <a:spLocks noGrp="1"/>
          </p:cNvSpPr>
          <p:nvPr/>
        </p:nvSpPr>
        <p:spPr>
          <a:xfrm>
            <a:off x="655441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31" name="01_find_only_1530">
            <a:extLst>
              <a:ext uri="{FF2B5EF4-FFF2-40B4-BE49-F238E27FC236}">
                <a16:creationId xmlns:a16="http://schemas.microsoft.com/office/drawing/2014/main" id="{D4D2D40F-A54A-41EB-ACEC-3287013908BF}"/>
              </a:ext>
            </a:extLst>
          </p:cNvPr>
          <p:cNvSpPr>
            <a:spLocks noGrp="1"/>
          </p:cNvSpPr>
          <p:nvPr/>
        </p:nvSpPr>
        <p:spPr>
          <a:xfrm>
            <a:off x="6629224" y="37156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32" name="01_find_only_1531">
            <a:extLst>
              <a:ext uri="{FF2B5EF4-FFF2-40B4-BE49-F238E27FC236}">
                <a16:creationId xmlns:a16="http://schemas.microsoft.com/office/drawing/2014/main" id="{3204F205-CB5E-405D-B550-7E115EF57D0A}"/>
              </a:ext>
            </a:extLst>
          </p:cNvPr>
          <p:cNvSpPr>
            <a:spLocks noGrp="1"/>
          </p:cNvSpPr>
          <p:nvPr/>
        </p:nvSpPr>
        <p:spPr>
          <a:xfrm>
            <a:off x="664914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33" name="01_find_only_1532">
            <a:extLst>
              <a:ext uri="{FF2B5EF4-FFF2-40B4-BE49-F238E27FC236}">
                <a16:creationId xmlns:a16="http://schemas.microsoft.com/office/drawing/2014/main" id="{0D3561FE-1A7E-4FB1-91E0-50CAD757BE01}"/>
              </a:ext>
            </a:extLst>
          </p:cNvPr>
          <p:cNvSpPr>
            <a:spLocks noGrp="1"/>
          </p:cNvSpPr>
          <p:nvPr/>
        </p:nvSpPr>
        <p:spPr>
          <a:xfrm>
            <a:off x="659065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34" name="01_find_only_1533">
            <a:extLst>
              <a:ext uri="{FF2B5EF4-FFF2-40B4-BE49-F238E27FC236}">
                <a16:creationId xmlns:a16="http://schemas.microsoft.com/office/drawing/2014/main" id="{7A8F1E10-B84F-492B-BBE1-653FD98E5BB2}"/>
              </a:ext>
            </a:extLst>
          </p:cNvPr>
          <p:cNvSpPr>
            <a:spLocks noGrp="1"/>
          </p:cNvSpPr>
          <p:nvPr/>
        </p:nvSpPr>
        <p:spPr>
          <a:xfrm>
            <a:off x="664389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35" name="01_find_only_1534">
            <a:extLst>
              <a:ext uri="{FF2B5EF4-FFF2-40B4-BE49-F238E27FC236}">
                <a16:creationId xmlns:a16="http://schemas.microsoft.com/office/drawing/2014/main" id="{8C9C8C65-17D4-403B-9A0F-3812504F0E37}"/>
              </a:ext>
            </a:extLst>
          </p:cNvPr>
          <p:cNvSpPr>
            <a:spLocks noGrp="1"/>
          </p:cNvSpPr>
          <p:nvPr/>
        </p:nvSpPr>
        <p:spPr>
          <a:xfrm>
            <a:off x="6574722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36" name="01_find_only_1535">
            <a:extLst>
              <a:ext uri="{FF2B5EF4-FFF2-40B4-BE49-F238E27FC236}">
                <a16:creationId xmlns:a16="http://schemas.microsoft.com/office/drawing/2014/main" id="{FB2FC725-7E9D-4739-A240-3F76CAF451C9}"/>
              </a:ext>
            </a:extLst>
          </p:cNvPr>
          <p:cNvSpPr>
            <a:spLocks noGrp="1"/>
          </p:cNvSpPr>
          <p:nvPr/>
        </p:nvSpPr>
        <p:spPr>
          <a:xfrm>
            <a:off x="659318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37" name="01_find_only_1536">
            <a:extLst>
              <a:ext uri="{FF2B5EF4-FFF2-40B4-BE49-F238E27FC236}">
                <a16:creationId xmlns:a16="http://schemas.microsoft.com/office/drawing/2014/main" id="{C1875097-95CA-48C0-B496-C56FD0715C44}"/>
              </a:ext>
            </a:extLst>
          </p:cNvPr>
          <p:cNvSpPr>
            <a:spLocks noGrp="1"/>
          </p:cNvSpPr>
          <p:nvPr/>
        </p:nvSpPr>
        <p:spPr>
          <a:xfrm>
            <a:off x="6622132" y="37478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38" name="01_find_only_1537">
            <a:extLst>
              <a:ext uri="{FF2B5EF4-FFF2-40B4-BE49-F238E27FC236}">
                <a16:creationId xmlns:a16="http://schemas.microsoft.com/office/drawing/2014/main" id="{22F6BA22-BFF1-492D-8642-E994FB0D58AB}"/>
              </a:ext>
            </a:extLst>
          </p:cNvPr>
          <p:cNvSpPr>
            <a:spLocks noGrp="1"/>
          </p:cNvSpPr>
          <p:nvPr/>
        </p:nvSpPr>
        <p:spPr>
          <a:xfrm>
            <a:off x="663952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39" name="01_find_only_1538">
            <a:extLst>
              <a:ext uri="{FF2B5EF4-FFF2-40B4-BE49-F238E27FC236}">
                <a16:creationId xmlns:a16="http://schemas.microsoft.com/office/drawing/2014/main" id="{ED38E62F-E7ED-4CAF-94F4-566BA806B9D9}"/>
              </a:ext>
            </a:extLst>
          </p:cNvPr>
          <p:cNvSpPr>
            <a:spLocks noGrp="1"/>
          </p:cNvSpPr>
          <p:nvPr/>
        </p:nvSpPr>
        <p:spPr>
          <a:xfrm>
            <a:off x="664894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40" name="01_find_only_1539">
            <a:extLst>
              <a:ext uri="{FF2B5EF4-FFF2-40B4-BE49-F238E27FC236}">
                <a16:creationId xmlns:a16="http://schemas.microsoft.com/office/drawing/2014/main" id="{873BD3CD-33C7-42A7-B662-7A7C3E45267D}"/>
              </a:ext>
            </a:extLst>
          </p:cNvPr>
          <p:cNvSpPr>
            <a:spLocks noGrp="1"/>
          </p:cNvSpPr>
          <p:nvPr/>
        </p:nvSpPr>
        <p:spPr>
          <a:xfrm>
            <a:off x="661542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41" name="01_find_only_1540">
            <a:extLst>
              <a:ext uri="{FF2B5EF4-FFF2-40B4-BE49-F238E27FC236}">
                <a16:creationId xmlns:a16="http://schemas.microsoft.com/office/drawing/2014/main" id="{A560A109-B010-4581-A720-3236A58314C6}"/>
              </a:ext>
            </a:extLst>
          </p:cNvPr>
          <p:cNvSpPr>
            <a:spLocks noGrp="1"/>
          </p:cNvSpPr>
          <p:nvPr/>
        </p:nvSpPr>
        <p:spPr>
          <a:xfrm>
            <a:off x="6557818" y="365612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42" name="01_find_only_1541">
            <a:extLst>
              <a:ext uri="{FF2B5EF4-FFF2-40B4-BE49-F238E27FC236}">
                <a16:creationId xmlns:a16="http://schemas.microsoft.com/office/drawing/2014/main" id="{FEA8A4B1-C93A-46B0-884A-BE60E0E391C4}"/>
              </a:ext>
            </a:extLst>
          </p:cNvPr>
          <p:cNvSpPr>
            <a:spLocks noGrp="1"/>
          </p:cNvSpPr>
          <p:nvPr/>
        </p:nvSpPr>
        <p:spPr>
          <a:xfrm>
            <a:off x="657219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43" name="01_find_only_1542">
            <a:extLst>
              <a:ext uri="{FF2B5EF4-FFF2-40B4-BE49-F238E27FC236}">
                <a16:creationId xmlns:a16="http://schemas.microsoft.com/office/drawing/2014/main" id="{A986AB60-6566-48D2-8CAE-A8C3C4AC562A}"/>
              </a:ext>
            </a:extLst>
          </p:cNvPr>
          <p:cNvSpPr>
            <a:spLocks noGrp="1"/>
          </p:cNvSpPr>
          <p:nvPr/>
        </p:nvSpPr>
        <p:spPr>
          <a:xfrm>
            <a:off x="657851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44" name="01_find_only_1543">
            <a:extLst>
              <a:ext uri="{FF2B5EF4-FFF2-40B4-BE49-F238E27FC236}">
                <a16:creationId xmlns:a16="http://schemas.microsoft.com/office/drawing/2014/main" id="{8D82852E-8334-4890-B377-76EAE881552B}"/>
              </a:ext>
            </a:extLst>
          </p:cNvPr>
          <p:cNvSpPr>
            <a:spLocks noGrp="1"/>
          </p:cNvSpPr>
          <p:nvPr/>
        </p:nvSpPr>
        <p:spPr>
          <a:xfrm>
            <a:off x="655762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45" name="01_find_only_1544">
            <a:extLst>
              <a:ext uri="{FF2B5EF4-FFF2-40B4-BE49-F238E27FC236}">
                <a16:creationId xmlns:a16="http://schemas.microsoft.com/office/drawing/2014/main" id="{020352ED-A7D5-4A99-A811-21E8D79BCFAC}"/>
              </a:ext>
            </a:extLst>
          </p:cNvPr>
          <p:cNvSpPr>
            <a:spLocks noGrp="1"/>
          </p:cNvSpPr>
          <p:nvPr/>
        </p:nvSpPr>
        <p:spPr>
          <a:xfrm>
            <a:off x="6557041" y="394162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46" name="01_find_only_1545">
            <a:extLst>
              <a:ext uri="{FF2B5EF4-FFF2-40B4-BE49-F238E27FC236}">
                <a16:creationId xmlns:a16="http://schemas.microsoft.com/office/drawing/2014/main" id="{C481C1CC-6BC4-40C2-87F2-B721205C539A}"/>
              </a:ext>
            </a:extLst>
          </p:cNvPr>
          <p:cNvSpPr>
            <a:spLocks noGrp="1"/>
          </p:cNvSpPr>
          <p:nvPr/>
        </p:nvSpPr>
        <p:spPr>
          <a:xfrm>
            <a:off x="657588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47" name="01_find_only_1546">
            <a:extLst>
              <a:ext uri="{FF2B5EF4-FFF2-40B4-BE49-F238E27FC236}">
                <a16:creationId xmlns:a16="http://schemas.microsoft.com/office/drawing/2014/main" id="{AB1B2CFC-8CCD-434C-AE33-637EEA231117}"/>
              </a:ext>
            </a:extLst>
          </p:cNvPr>
          <p:cNvSpPr>
            <a:spLocks noGrp="1"/>
          </p:cNvSpPr>
          <p:nvPr/>
        </p:nvSpPr>
        <p:spPr>
          <a:xfrm>
            <a:off x="661251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48" name="01_find_only_1547">
            <a:extLst>
              <a:ext uri="{FF2B5EF4-FFF2-40B4-BE49-F238E27FC236}">
                <a16:creationId xmlns:a16="http://schemas.microsoft.com/office/drawing/2014/main" id="{BE6DAB3E-8F94-4680-AC51-9F64C39D226A}"/>
              </a:ext>
            </a:extLst>
          </p:cNvPr>
          <p:cNvSpPr>
            <a:spLocks noGrp="1"/>
          </p:cNvSpPr>
          <p:nvPr/>
        </p:nvSpPr>
        <p:spPr>
          <a:xfrm>
            <a:off x="657073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49" name="01_find_only_1548">
            <a:extLst>
              <a:ext uri="{FF2B5EF4-FFF2-40B4-BE49-F238E27FC236}">
                <a16:creationId xmlns:a16="http://schemas.microsoft.com/office/drawing/2014/main" id="{2B2D1E64-BFFB-49E9-9481-5450AC69F523}"/>
              </a:ext>
            </a:extLst>
          </p:cNvPr>
          <p:cNvSpPr>
            <a:spLocks noGrp="1"/>
          </p:cNvSpPr>
          <p:nvPr/>
        </p:nvSpPr>
        <p:spPr>
          <a:xfrm>
            <a:off x="659988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50" name="01_find_only_1549">
            <a:extLst>
              <a:ext uri="{FF2B5EF4-FFF2-40B4-BE49-F238E27FC236}">
                <a16:creationId xmlns:a16="http://schemas.microsoft.com/office/drawing/2014/main" id="{FA8EC274-4A59-46EA-8E1D-7CE3A9DF7275}"/>
              </a:ext>
            </a:extLst>
          </p:cNvPr>
          <p:cNvSpPr>
            <a:spLocks noGrp="1"/>
          </p:cNvSpPr>
          <p:nvPr/>
        </p:nvSpPr>
        <p:spPr>
          <a:xfrm>
            <a:off x="658958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51" name="01_find_only_1550">
            <a:extLst>
              <a:ext uri="{FF2B5EF4-FFF2-40B4-BE49-F238E27FC236}">
                <a16:creationId xmlns:a16="http://schemas.microsoft.com/office/drawing/2014/main" id="{D7EF2052-B368-4A58-8543-7B80276BF006}"/>
              </a:ext>
            </a:extLst>
          </p:cNvPr>
          <p:cNvSpPr>
            <a:spLocks noGrp="1"/>
          </p:cNvSpPr>
          <p:nvPr/>
        </p:nvSpPr>
        <p:spPr>
          <a:xfrm>
            <a:off x="663777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52" name="01_find_only_1551">
            <a:extLst>
              <a:ext uri="{FF2B5EF4-FFF2-40B4-BE49-F238E27FC236}">
                <a16:creationId xmlns:a16="http://schemas.microsoft.com/office/drawing/2014/main" id="{4ACAC366-C26E-49DC-861E-F4C34A7A68DA}"/>
              </a:ext>
            </a:extLst>
          </p:cNvPr>
          <p:cNvSpPr>
            <a:spLocks noGrp="1"/>
          </p:cNvSpPr>
          <p:nvPr/>
        </p:nvSpPr>
        <p:spPr>
          <a:xfrm>
            <a:off x="6579968" y="416868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53" name="01_find_only_1552">
            <a:extLst>
              <a:ext uri="{FF2B5EF4-FFF2-40B4-BE49-F238E27FC236}">
                <a16:creationId xmlns:a16="http://schemas.microsoft.com/office/drawing/2014/main" id="{37FC003F-531D-4703-AF85-8B10CE5C55EF}"/>
              </a:ext>
            </a:extLst>
          </p:cNvPr>
          <p:cNvSpPr>
            <a:spLocks noGrp="1"/>
          </p:cNvSpPr>
          <p:nvPr/>
        </p:nvSpPr>
        <p:spPr>
          <a:xfrm>
            <a:off x="661989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54" name="01_find_only_1553">
            <a:extLst>
              <a:ext uri="{FF2B5EF4-FFF2-40B4-BE49-F238E27FC236}">
                <a16:creationId xmlns:a16="http://schemas.microsoft.com/office/drawing/2014/main" id="{E8A4E70B-0C42-41DA-B2FB-B1AFD4A1830B}"/>
              </a:ext>
            </a:extLst>
          </p:cNvPr>
          <p:cNvSpPr>
            <a:spLocks noGrp="1"/>
          </p:cNvSpPr>
          <p:nvPr/>
        </p:nvSpPr>
        <p:spPr>
          <a:xfrm>
            <a:off x="662232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55" name="01_find_only_1554">
            <a:extLst>
              <a:ext uri="{FF2B5EF4-FFF2-40B4-BE49-F238E27FC236}">
                <a16:creationId xmlns:a16="http://schemas.microsoft.com/office/drawing/2014/main" id="{E7380294-B2C6-4B25-AAAB-4D05FFC76FFC}"/>
              </a:ext>
            </a:extLst>
          </p:cNvPr>
          <p:cNvSpPr>
            <a:spLocks noGrp="1"/>
          </p:cNvSpPr>
          <p:nvPr/>
        </p:nvSpPr>
        <p:spPr>
          <a:xfrm>
            <a:off x="6557332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56" name="01_find_only_1555">
            <a:extLst>
              <a:ext uri="{FF2B5EF4-FFF2-40B4-BE49-F238E27FC236}">
                <a16:creationId xmlns:a16="http://schemas.microsoft.com/office/drawing/2014/main" id="{3BFF4073-0260-41B4-A78C-254B5359E77F}"/>
              </a:ext>
            </a:extLst>
          </p:cNvPr>
          <p:cNvSpPr>
            <a:spLocks noGrp="1"/>
          </p:cNvSpPr>
          <p:nvPr/>
        </p:nvSpPr>
        <p:spPr>
          <a:xfrm>
            <a:off x="663651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57" name="01_find_only_1556">
            <a:extLst>
              <a:ext uri="{FF2B5EF4-FFF2-40B4-BE49-F238E27FC236}">
                <a16:creationId xmlns:a16="http://schemas.microsoft.com/office/drawing/2014/main" id="{6637560E-5984-49D3-88A3-852626CAB0A9}"/>
              </a:ext>
            </a:extLst>
          </p:cNvPr>
          <p:cNvSpPr>
            <a:spLocks noGrp="1"/>
          </p:cNvSpPr>
          <p:nvPr/>
        </p:nvSpPr>
        <p:spPr>
          <a:xfrm>
            <a:off x="655500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58" name="01_find_only_1557">
            <a:extLst>
              <a:ext uri="{FF2B5EF4-FFF2-40B4-BE49-F238E27FC236}">
                <a16:creationId xmlns:a16="http://schemas.microsoft.com/office/drawing/2014/main" id="{A74D8028-DFC3-4F67-9013-4B32DFB705C1}"/>
              </a:ext>
            </a:extLst>
          </p:cNvPr>
          <p:cNvSpPr>
            <a:spLocks noGrp="1"/>
          </p:cNvSpPr>
          <p:nvPr/>
        </p:nvSpPr>
        <p:spPr>
          <a:xfrm>
            <a:off x="663631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59" name="01_find_only_1558">
            <a:extLst>
              <a:ext uri="{FF2B5EF4-FFF2-40B4-BE49-F238E27FC236}">
                <a16:creationId xmlns:a16="http://schemas.microsoft.com/office/drawing/2014/main" id="{3AEBB5E2-FB39-4782-A742-58997E985EC7}"/>
              </a:ext>
            </a:extLst>
          </p:cNvPr>
          <p:cNvSpPr>
            <a:spLocks noGrp="1"/>
          </p:cNvSpPr>
          <p:nvPr/>
        </p:nvSpPr>
        <p:spPr>
          <a:xfrm>
            <a:off x="664574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60" name="01_find_only_1559">
            <a:extLst>
              <a:ext uri="{FF2B5EF4-FFF2-40B4-BE49-F238E27FC236}">
                <a16:creationId xmlns:a16="http://schemas.microsoft.com/office/drawing/2014/main" id="{B7D216B8-E47D-418F-8233-BC25BEFC303A}"/>
              </a:ext>
            </a:extLst>
          </p:cNvPr>
          <p:cNvSpPr>
            <a:spLocks noGrp="1"/>
          </p:cNvSpPr>
          <p:nvPr/>
        </p:nvSpPr>
        <p:spPr>
          <a:xfrm>
            <a:off x="661309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61" name="01_find_only_1560">
            <a:extLst>
              <a:ext uri="{FF2B5EF4-FFF2-40B4-BE49-F238E27FC236}">
                <a16:creationId xmlns:a16="http://schemas.microsoft.com/office/drawing/2014/main" id="{2114FDBC-AAF5-4CDF-B9B6-979F9EE85AEE}"/>
              </a:ext>
            </a:extLst>
          </p:cNvPr>
          <p:cNvSpPr>
            <a:spLocks noGrp="1"/>
          </p:cNvSpPr>
          <p:nvPr/>
        </p:nvSpPr>
        <p:spPr>
          <a:xfrm>
            <a:off x="658395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62" name="01_find_only_1561">
            <a:extLst>
              <a:ext uri="{FF2B5EF4-FFF2-40B4-BE49-F238E27FC236}">
                <a16:creationId xmlns:a16="http://schemas.microsoft.com/office/drawing/2014/main" id="{F312ECD0-E620-4B62-9DCF-75EE22E24FFB}"/>
              </a:ext>
            </a:extLst>
          </p:cNvPr>
          <p:cNvSpPr>
            <a:spLocks noGrp="1"/>
          </p:cNvSpPr>
          <p:nvPr/>
        </p:nvSpPr>
        <p:spPr>
          <a:xfrm>
            <a:off x="662465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63" name="01_find_only_1562">
            <a:extLst>
              <a:ext uri="{FF2B5EF4-FFF2-40B4-BE49-F238E27FC236}">
                <a16:creationId xmlns:a16="http://schemas.microsoft.com/office/drawing/2014/main" id="{E5FA5484-BE3B-4D39-AB87-93EC6CFC92DE}"/>
              </a:ext>
            </a:extLst>
          </p:cNvPr>
          <p:cNvSpPr>
            <a:spLocks noGrp="1"/>
          </p:cNvSpPr>
          <p:nvPr/>
        </p:nvSpPr>
        <p:spPr>
          <a:xfrm>
            <a:off x="657520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64" name="01_find_only_1563">
            <a:extLst>
              <a:ext uri="{FF2B5EF4-FFF2-40B4-BE49-F238E27FC236}">
                <a16:creationId xmlns:a16="http://schemas.microsoft.com/office/drawing/2014/main" id="{AE5F9175-27BA-4DB6-9A8D-9252A5C3F6D2}"/>
              </a:ext>
            </a:extLst>
          </p:cNvPr>
          <p:cNvSpPr>
            <a:spLocks noGrp="1"/>
          </p:cNvSpPr>
          <p:nvPr/>
        </p:nvSpPr>
        <p:spPr>
          <a:xfrm>
            <a:off x="660017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65" name="01_find_only_1564">
            <a:extLst>
              <a:ext uri="{FF2B5EF4-FFF2-40B4-BE49-F238E27FC236}">
                <a16:creationId xmlns:a16="http://schemas.microsoft.com/office/drawing/2014/main" id="{072E8CF9-4F49-440C-A755-F4CBE1A4A04D}"/>
              </a:ext>
            </a:extLst>
          </p:cNvPr>
          <p:cNvSpPr>
            <a:spLocks noGrp="1"/>
          </p:cNvSpPr>
          <p:nvPr/>
        </p:nvSpPr>
        <p:spPr>
          <a:xfrm>
            <a:off x="660017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66" name="01_find_only_1565">
            <a:extLst>
              <a:ext uri="{FF2B5EF4-FFF2-40B4-BE49-F238E27FC236}">
                <a16:creationId xmlns:a16="http://schemas.microsoft.com/office/drawing/2014/main" id="{0BE2F6D3-95CD-432F-84F8-AFF7DDC37A8B}"/>
              </a:ext>
            </a:extLst>
          </p:cNvPr>
          <p:cNvSpPr>
            <a:spLocks noGrp="1"/>
          </p:cNvSpPr>
          <p:nvPr/>
        </p:nvSpPr>
        <p:spPr>
          <a:xfrm>
            <a:off x="657103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67" name="01_find_only_1566">
            <a:extLst>
              <a:ext uri="{FF2B5EF4-FFF2-40B4-BE49-F238E27FC236}">
                <a16:creationId xmlns:a16="http://schemas.microsoft.com/office/drawing/2014/main" id="{505138F3-D935-4821-BE1E-C3B524B3D70A}"/>
              </a:ext>
            </a:extLst>
          </p:cNvPr>
          <p:cNvSpPr>
            <a:spLocks noGrp="1"/>
          </p:cNvSpPr>
          <p:nvPr/>
        </p:nvSpPr>
        <p:spPr>
          <a:xfrm>
            <a:off x="663874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68" name="01_find_only_1567">
            <a:extLst>
              <a:ext uri="{FF2B5EF4-FFF2-40B4-BE49-F238E27FC236}">
                <a16:creationId xmlns:a16="http://schemas.microsoft.com/office/drawing/2014/main" id="{E579A8E7-BC2D-436D-8530-988BD728E501}"/>
              </a:ext>
            </a:extLst>
          </p:cNvPr>
          <p:cNvSpPr>
            <a:spLocks noGrp="1"/>
          </p:cNvSpPr>
          <p:nvPr/>
        </p:nvSpPr>
        <p:spPr>
          <a:xfrm>
            <a:off x="658560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69" name="01_find_only_1568">
            <a:extLst>
              <a:ext uri="{FF2B5EF4-FFF2-40B4-BE49-F238E27FC236}">
                <a16:creationId xmlns:a16="http://schemas.microsoft.com/office/drawing/2014/main" id="{03482C76-FCB8-4FE3-BBC2-929FB6A6DC0E}"/>
              </a:ext>
            </a:extLst>
          </p:cNvPr>
          <p:cNvSpPr>
            <a:spLocks noGrp="1"/>
          </p:cNvSpPr>
          <p:nvPr/>
        </p:nvSpPr>
        <p:spPr>
          <a:xfrm>
            <a:off x="659502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70" name="01_find_only_1569">
            <a:extLst>
              <a:ext uri="{FF2B5EF4-FFF2-40B4-BE49-F238E27FC236}">
                <a16:creationId xmlns:a16="http://schemas.microsoft.com/office/drawing/2014/main" id="{A7552A18-69CE-4DDD-AED0-96FEB2102FB8}"/>
              </a:ext>
            </a:extLst>
          </p:cNvPr>
          <p:cNvSpPr>
            <a:spLocks noGrp="1"/>
          </p:cNvSpPr>
          <p:nvPr/>
        </p:nvSpPr>
        <p:spPr>
          <a:xfrm>
            <a:off x="664807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71" name="01_find_only_1570">
            <a:extLst>
              <a:ext uri="{FF2B5EF4-FFF2-40B4-BE49-F238E27FC236}">
                <a16:creationId xmlns:a16="http://schemas.microsoft.com/office/drawing/2014/main" id="{3C5BE689-FE1A-4E1E-B882-A0B825CA92E8}"/>
              </a:ext>
            </a:extLst>
          </p:cNvPr>
          <p:cNvSpPr>
            <a:spLocks noGrp="1"/>
          </p:cNvSpPr>
          <p:nvPr/>
        </p:nvSpPr>
        <p:spPr>
          <a:xfrm>
            <a:off x="661892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72" name="01_find_only_1571">
            <a:extLst>
              <a:ext uri="{FF2B5EF4-FFF2-40B4-BE49-F238E27FC236}">
                <a16:creationId xmlns:a16="http://schemas.microsoft.com/office/drawing/2014/main" id="{DD9462BD-06BA-44C3-987A-E3E52DBEF49D}"/>
              </a:ext>
            </a:extLst>
          </p:cNvPr>
          <p:cNvSpPr>
            <a:spLocks noGrp="1"/>
          </p:cNvSpPr>
          <p:nvPr/>
        </p:nvSpPr>
        <p:spPr>
          <a:xfrm>
            <a:off x="664457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73" name="01_find_only_1572">
            <a:extLst>
              <a:ext uri="{FF2B5EF4-FFF2-40B4-BE49-F238E27FC236}">
                <a16:creationId xmlns:a16="http://schemas.microsoft.com/office/drawing/2014/main" id="{C4634DE8-E67A-42D2-9770-70635F25A027}"/>
              </a:ext>
            </a:extLst>
          </p:cNvPr>
          <p:cNvSpPr>
            <a:spLocks noGrp="1"/>
          </p:cNvSpPr>
          <p:nvPr/>
        </p:nvSpPr>
        <p:spPr>
          <a:xfrm>
            <a:off x="655869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74" name="01_find_only_1573">
            <a:extLst>
              <a:ext uri="{FF2B5EF4-FFF2-40B4-BE49-F238E27FC236}">
                <a16:creationId xmlns:a16="http://schemas.microsoft.com/office/drawing/2014/main" id="{40936605-A8E2-4C70-A2B1-B1F02BA19583}"/>
              </a:ext>
            </a:extLst>
          </p:cNvPr>
          <p:cNvSpPr>
            <a:spLocks noGrp="1"/>
          </p:cNvSpPr>
          <p:nvPr/>
        </p:nvSpPr>
        <p:spPr>
          <a:xfrm>
            <a:off x="663738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75" name="01_find_only_1574">
            <a:extLst>
              <a:ext uri="{FF2B5EF4-FFF2-40B4-BE49-F238E27FC236}">
                <a16:creationId xmlns:a16="http://schemas.microsoft.com/office/drawing/2014/main" id="{DE977B93-1F96-4775-916B-70FB519C3FB7}"/>
              </a:ext>
            </a:extLst>
          </p:cNvPr>
          <p:cNvSpPr>
            <a:spLocks noGrp="1"/>
          </p:cNvSpPr>
          <p:nvPr/>
        </p:nvSpPr>
        <p:spPr>
          <a:xfrm>
            <a:off x="662456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76" name="01_find_only_1575">
            <a:extLst>
              <a:ext uri="{FF2B5EF4-FFF2-40B4-BE49-F238E27FC236}">
                <a16:creationId xmlns:a16="http://schemas.microsoft.com/office/drawing/2014/main" id="{CD33D72C-1EE0-4A8B-BB50-DBF28935730A}"/>
              </a:ext>
            </a:extLst>
          </p:cNvPr>
          <p:cNvSpPr>
            <a:spLocks noGrp="1"/>
          </p:cNvSpPr>
          <p:nvPr/>
        </p:nvSpPr>
        <p:spPr>
          <a:xfrm>
            <a:off x="659104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77" name="01_find_only_1576">
            <a:extLst>
              <a:ext uri="{FF2B5EF4-FFF2-40B4-BE49-F238E27FC236}">
                <a16:creationId xmlns:a16="http://schemas.microsoft.com/office/drawing/2014/main" id="{5CC83F4F-94D6-4F3E-B8C4-E457A6F30EC1}"/>
              </a:ext>
            </a:extLst>
          </p:cNvPr>
          <p:cNvSpPr>
            <a:spLocks noGrp="1"/>
          </p:cNvSpPr>
          <p:nvPr/>
        </p:nvSpPr>
        <p:spPr>
          <a:xfrm>
            <a:off x="662835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78" name="01_find_only_1577">
            <a:extLst>
              <a:ext uri="{FF2B5EF4-FFF2-40B4-BE49-F238E27FC236}">
                <a16:creationId xmlns:a16="http://schemas.microsoft.com/office/drawing/2014/main" id="{02D1B69D-4C5C-491D-819B-4C0FF8E7206F}"/>
              </a:ext>
            </a:extLst>
          </p:cNvPr>
          <p:cNvSpPr>
            <a:spLocks noGrp="1"/>
          </p:cNvSpPr>
          <p:nvPr/>
        </p:nvSpPr>
        <p:spPr>
          <a:xfrm>
            <a:off x="664855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79" name="01_find_only_1578">
            <a:extLst>
              <a:ext uri="{FF2B5EF4-FFF2-40B4-BE49-F238E27FC236}">
                <a16:creationId xmlns:a16="http://schemas.microsoft.com/office/drawing/2014/main" id="{8B87B8AB-1238-4EEF-899C-D6CF37070E19}"/>
              </a:ext>
            </a:extLst>
          </p:cNvPr>
          <p:cNvSpPr>
            <a:spLocks noGrp="1"/>
          </p:cNvSpPr>
          <p:nvPr/>
        </p:nvSpPr>
        <p:spPr>
          <a:xfrm>
            <a:off x="661814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80" name="01_find_only_1579">
            <a:extLst>
              <a:ext uri="{FF2B5EF4-FFF2-40B4-BE49-F238E27FC236}">
                <a16:creationId xmlns:a16="http://schemas.microsoft.com/office/drawing/2014/main" id="{03B33D5C-B09A-410B-A776-52212F16E9EA}"/>
              </a:ext>
            </a:extLst>
          </p:cNvPr>
          <p:cNvSpPr>
            <a:spLocks noGrp="1"/>
          </p:cNvSpPr>
          <p:nvPr/>
        </p:nvSpPr>
        <p:spPr>
          <a:xfrm>
            <a:off x="662562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81" name="01_find_only_1580">
            <a:extLst>
              <a:ext uri="{FF2B5EF4-FFF2-40B4-BE49-F238E27FC236}">
                <a16:creationId xmlns:a16="http://schemas.microsoft.com/office/drawing/2014/main" id="{688F0669-3964-461F-A181-C7417F7CD77C}"/>
              </a:ext>
            </a:extLst>
          </p:cNvPr>
          <p:cNvSpPr>
            <a:spLocks noGrp="1"/>
          </p:cNvSpPr>
          <p:nvPr/>
        </p:nvSpPr>
        <p:spPr>
          <a:xfrm>
            <a:off x="662475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82" name="01_find_only_1581">
            <a:extLst>
              <a:ext uri="{FF2B5EF4-FFF2-40B4-BE49-F238E27FC236}">
                <a16:creationId xmlns:a16="http://schemas.microsoft.com/office/drawing/2014/main" id="{CF0374F6-EE76-4DCB-A4EB-37D03D496EBD}"/>
              </a:ext>
            </a:extLst>
          </p:cNvPr>
          <p:cNvSpPr>
            <a:spLocks noGrp="1"/>
          </p:cNvSpPr>
          <p:nvPr/>
        </p:nvSpPr>
        <p:spPr>
          <a:xfrm>
            <a:off x="660921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83" name="01_find_only_1582">
            <a:extLst>
              <a:ext uri="{FF2B5EF4-FFF2-40B4-BE49-F238E27FC236}">
                <a16:creationId xmlns:a16="http://schemas.microsoft.com/office/drawing/2014/main" id="{7BF42223-5E98-4616-B959-0181DB1D51E5}"/>
              </a:ext>
            </a:extLst>
          </p:cNvPr>
          <p:cNvSpPr>
            <a:spLocks noGrp="1"/>
          </p:cNvSpPr>
          <p:nvPr/>
        </p:nvSpPr>
        <p:spPr>
          <a:xfrm>
            <a:off x="6582105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84" name="01_find_only_1583">
            <a:extLst>
              <a:ext uri="{FF2B5EF4-FFF2-40B4-BE49-F238E27FC236}">
                <a16:creationId xmlns:a16="http://schemas.microsoft.com/office/drawing/2014/main" id="{D2769C27-60F1-40A4-A030-98049FC74EAB}"/>
              </a:ext>
            </a:extLst>
          </p:cNvPr>
          <p:cNvSpPr>
            <a:spLocks noGrp="1"/>
          </p:cNvSpPr>
          <p:nvPr/>
        </p:nvSpPr>
        <p:spPr>
          <a:xfrm>
            <a:off x="664175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85" name="01_find_only_1584">
            <a:extLst>
              <a:ext uri="{FF2B5EF4-FFF2-40B4-BE49-F238E27FC236}">
                <a16:creationId xmlns:a16="http://schemas.microsoft.com/office/drawing/2014/main" id="{9BD40047-972D-4C84-A56E-49D36886401A}"/>
              </a:ext>
            </a:extLst>
          </p:cNvPr>
          <p:cNvSpPr>
            <a:spLocks noGrp="1"/>
          </p:cNvSpPr>
          <p:nvPr/>
        </p:nvSpPr>
        <p:spPr>
          <a:xfrm>
            <a:off x="6571808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86" name="01_find_only_1585">
            <a:extLst>
              <a:ext uri="{FF2B5EF4-FFF2-40B4-BE49-F238E27FC236}">
                <a16:creationId xmlns:a16="http://schemas.microsoft.com/office/drawing/2014/main" id="{6BC055DA-F971-4481-B487-F9389A34F284}"/>
              </a:ext>
            </a:extLst>
          </p:cNvPr>
          <p:cNvSpPr>
            <a:spLocks noGrp="1"/>
          </p:cNvSpPr>
          <p:nvPr/>
        </p:nvSpPr>
        <p:spPr>
          <a:xfrm>
            <a:off x="657103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87" name="01_find_only_1586">
            <a:extLst>
              <a:ext uri="{FF2B5EF4-FFF2-40B4-BE49-F238E27FC236}">
                <a16:creationId xmlns:a16="http://schemas.microsoft.com/office/drawing/2014/main" id="{EB03B157-630B-42F8-B87F-4C462EDAA9BF}"/>
              </a:ext>
            </a:extLst>
          </p:cNvPr>
          <p:cNvSpPr>
            <a:spLocks noGrp="1"/>
          </p:cNvSpPr>
          <p:nvPr/>
        </p:nvSpPr>
        <p:spPr>
          <a:xfrm>
            <a:off x="657540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88" name="01_find_only_1587">
            <a:extLst>
              <a:ext uri="{FF2B5EF4-FFF2-40B4-BE49-F238E27FC236}">
                <a16:creationId xmlns:a16="http://schemas.microsoft.com/office/drawing/2014/main" id="{144B2901-1F3B-4FA4-A250-30C0DDCD57FD}"/>
              </a:ext>
            </a:extLst>
          </p:cNvPr>
          <p:cNvSpPr>
            <a:spLocks noGrp="1"/>
          </p:cNvSpPr>
          <p:nvPr/>
        </p:nvSpPr>
        <p:spPr>
          <a:xfrm>
            <a:off x="6643117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89" name="01_find_only_1588">
            <a:extLst>
              <a:ext uri="{FF2B5EF4-FFF2-40B4-BE49-F238E27FC236}">
                <a16:creationId xmlns:a16="http://schemas.microsoft.com/office/drawing/2014/main" id="{B44287A5-D44B-4E9F-8506-D69EA4801D6C}"/>
              </a:ext>
            </a:extLst>
          </p:cNvPr>
          <p:cNvSpPr>
            <a:spLocks noGrp="1"/>
          </p:cNvSpPr>
          <p:nvPr/>
        </p:nvSpPr>
        <p:spPr>
          <a:xfrm>
            <a:off x="663281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90" name="01_find_only_1589">
            <a:extLst>
              <a:ext uri="{FF2B5EF4-FFF2-40B4-BE49-F238E27FC236}">
                <a16:creationId xmlns:a16="http://schemas.microsoft.com/office/drawing/2014/main" id="{CCAD33FC-0522-4598-B6CD-DA507F6367FC}"/>
              </a:ext>
            </a:extLst>
          </p:cNvPr>
          <p:cNvSpPr>
            <a:spLocks noGrp="1"/>
          </p:cNvSpPr>
          <p:nvPr/>
        </p:nvSpPr>
        <p:spPr>
          <a:xfrm>
            <a:off x="663699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91" name="01_find_only_1590">
            <a:extLst>
              <a:ext uri="{FF2B5EF4-FFF2-40B4-BE49-F238E27FC236}">
                <a16:creationId xmlns:a16="http://schemas.microsoft.com/office/drawing/2014/main" id="{30B75EE0-B938-4103-9E82-4EB61E15F244}"/>
              </a:ext>
            </a:extLst>
          </p:cNvPr>
          <p:cNvSpPr>
            <a:spLocks noGrp="1"/>
          </p:cNvSpPr>
          <p:nvPr/>
        </p:nvSpPr>
        <p:spPr>
          <a:xfrm>
            <a:off x="6624949" y="373027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92" name="01_find_only_1591">
            <a:extLst>
              <a:ext uri="{FF2B5EF4-FFF2-40B4-BE49-F238E27FC236}">
                <a16:creationId xmlns:a16="http://schemas.microsoft.com/office/drawing/2014/main" id="{4B6229EF-5AF2-418E-8691-2D5C568C109D}"/>
              </a:ext>
            </a:extLst>
          </p:cNvPr>
          <p:cNvSpPr>
            <a:spLocks noGrp="1"/>
          </p:cNvSpPr>
          <p:nvPr/>
        </p:nvSpPr>
        <p:spPr>
          <a:xfrm>
            <a:off x="663243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93" name="01_find_only_1592">
            <a:extLst>
              <a:ext uri="{FF2B5EF4-FFF2-40B4-BE49-F238E27FC236}">
                <a16:creationId xmlns:a16="http://schemas.microsoft.com/office/drawing/2014/main" id="{FBAE1D83-B4AE-448E-BE77-3E4D711E89AA}"/>
              </a:ext>
            </a:extLst>
          </p:cNvPr>
          <p:cNvSpPr>
            <a:spLocks noGrp="1"/>
          </p:cNvSpPr>
          <p:nvPr/>
        </p:nvSpPr>
        <p:spPr>
          <a:xfrm>
            <a:off x="664078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94" name="01_find_only_1593">
            <a:extLst>
              <a:ext uri="{FF2B5EF4-FFF2-40B4-BE49-F238E27FC236}">
                <a16:creationId xmlns:a16="http://schemas.microsoft.com/office/drawing/2014/main" id="{BAF27644-B825-4F84-AD0B-432E882E98C9}"/>
              </a:ext>
            </a:extLst>
          </p:cNvPr>
          <p:cNvSpPr>
            <a:spLocks noGrp="1"/>
          </p:cNvSpPr>
          <p:nvPr/>
        </p:nvSpPr>
        <p:spPr>
          <a:xfrm>
            <a:off x="656947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95" name="01_find_only_1594">
            <a:extLst>
              <a:ext uri="{FF2B5EF4-FFF2-40B4-BE49-F238E27FC236}">
                <a16:creationId xmlns:a16="http://schemas.microsoft.com/office/drawing/2014/main" id="{C3AFE72F-F723-44FD-821A-D5EA82F30DE7}"/>
              </a:ext>
            </a:extLst>
          </p:cNvPr>
          <p:cNvSpPr>
            <a:spLocks noGrp="1"/>
          </p:cNvSpPr>
          <p:nvPr/>
        </p:nvSpPr>
        <p:spPr>
          <a:xfrm>
            <a:off x="657715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96" name="01_find_only_1595">
            <a:extLst>
              <a:ext uri="{FF2B5EF4-FFF2-40B4-BE49-F238E27FC236}">
                <a16:creationId xmlns:a16="http://schemas.microsoft.com/office/drawing/2014/main" id="{DB93FE92-483E-4BAD-8E8E-28E1D01995E9}"/>
              </a:ext>
            </a:extLst>
          </p:cNvPr>
          <p:cNvSpPr>
            <a:spLocks noGrp="1"/>
          </p:cNvSpPr>
          <p:nvPr/>
        </p:nvSpPr>
        <p:spPr>
          <a:xfrm>
            <a:off x="6623298" y="40012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97" name="01_find_only_1596">
            <a:extLst>
              <a:ext uri="{FF2B5EF4-FFF2-40B4-BE49-F238E27FC236}">
                <a16:creationId xmlns:a16="http://schemas.microsoft.com/office/drawing/2014/main" id="{404C5293-AE10-4352-870F-08479DCDFCF9}"/>
              </a:ext>
            </a:extLst>
          </p:cNvPr>
          <p:cNvSpPr>
            <a:spLocks noGrp="1"/>
          </p:cNvSpPr>
          <p:nvPr/>
        </p:nvSpPr>
        <p:spPr>
          <a:xfrm>
            <a:off x="657443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98" name="01_find_only_1597">
            <a:extLst>
              <a:ext uri="{FF2B5EF4-FFF2-40B4-BE49-F238E27FC236}">
                <a16:creationId xmlns:a16="http://schemas.microsoft.com/office/drawing/2014/main" id="{2D5AD165-2ABF-4F27-90CD-6E5F74D3E64B}"/>
              </a:ext>
            </a:extLst>
          </p:cNvPr>
          <p:cNvSpPr>
            <a:spLocks noGrp="1"/>
          </p:cNvSpPr>
          <p:nvPr/>
        </p:nvSpPr>
        <p:spPr>
          <a:xfrm>
            <a:off x="6583854" y="367582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599" name="01_find_only_1598">
            <a:extLst>
              <a:ext uri="{FF2B5EF4-FFF2-40B4-BE49-F238E27FC236}">
                <a16:creationId xmlns:a16="http://schemas.microsoft.com/office/drawing/2014/main" id="{FA1F7A90-504C-4FDD-8BD2-D7BF05FC0953}"/>
              </a:ext>
            </a:extLst>
          </p:cNvPr>
          <p:cNvSpPr>
            <a:spLocks noGrp="1"/>
          </p:cNvSpPr>
          <p:nvPr/>
        </p:nvSpPr>
        <p:spPr>
          <a:xfrm>
            <a:off x="656792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00" name="01_find_only_1599">
            <a:extLst>
              <a:ext uri="{FF2B5EF4-FFF2-40B4-BE49-F238E27FC236}">
                <a16:creationId xmlns:a16="http://schemas.microsoft.com/office/drawing/2014/main" id="{AB1863BA-B029-474B-9815-51F152FF66C6}"/>
              </a:ext>
            </a:extLst>
          </p:cNvPr>
          <p:cNvSpPr>
            <a:spLocks noGrp="1"/>
          </p:cNvSpPr>
          <p:nvPr/>
        </p:nvSpPr>
        <p:spPr>
          <a:xfrm>
            <a:off x="657822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01" name="01_find_only_1600">
            <a:extLst>
              <a:ext uri="{FF2B5EF4-FFF2-40B4-BE49-F238E27FC236}">
                <a16:creationId xmlns:a16="http://schemas.microsoft.com/office/drawing/2014/main" id="{80F6B3EA-206C-4FD8-B863-30FBB49A3AEC}"/>
              </a:ext>
            </a:extLst>
          </p:cNvPr>
          <p:cNvSpPr>
            <a:spLocks noGrp="1"/>
          </p:cNvSpPr>
          <p:nvPr/>
        </p:nvSpPr>
        <p:spPr>
          <a:xfrm>
            <a:off x="6582009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02" name="01_find_only_1601">
            <a:extLst>
              <a:ext uri="{FF2B5EF4-FFF2-40B4-BE49-F238E27FC236}">
                <a16:creationId xmlns:a16="http://schemas.microsoft.com/office/drawing/2014/main" id="{D163C168-9478-478A-96F5-78C1A86E2A3D}"/>
              </a:ext>
            </a:extLst>
          </p:cNvPr>
          <p:cNvSpPr>
            <a:spLocks noGrp="1"/>
          </p:cNvSpPr>
          <p:nvPr/>
        </p:nvSpPr>
        <p:spPr>
          <a:xfrm>
            <a:off x="664234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03" name="01_find_only_1602">
            <a:extLst>
              <a:ext uri="{FF2B5EF4-FFF2-40B4-BE49-F238E27FC236}">
                <a16:creationId xmlns:a16="http://schemas.microsoft.com/office/drawing/2014/main" id="{ECF6547C-3032-4A3F-8057-15778B6F7275}"/>
              </a:ext>
            </a:extLst>
          </p:cNvPr>
          <p:cNvSpPr>
            <a:spLocks noGrp="1"/>
          </p:cNvSpPr>
          <p:nvPr/>
        </p:nvSpPr>
        <p:spPr>
          <a:xfrm>
            <a:off x="660114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04" name="01_find_only_1603">
            <a:extLst>
              <a:ext uri="{FF2B5EF4-FFF2-40B4-BE49-F238E27FC236}">
                <a16:creationId xmlns:a16="http://schemas.microsoft.com/office/drawing/2014/main" id="{976E0442-D38F-4821-B316-044F98A16B8D}"/>
              </a:ext>
            </a:extLst>
          </p:cNvPr>
          <p:cNvSpPr>
            <a:spLocks noGrp="1"/>
          </p:cNvSpPr>
          <p:nvPr/>
        </p:nvSpPr>
        <p:spPr>
          <a:xfrm>
            <a:off x="656947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05" name="01_find_only_1604">
            <a:extLst>
              <a:ext uri="{FF2B5EF4-FFF2-40B4-BE49-F238E27FC236}">
                <a16:creationId xmlns:a16="http://schemas.microsoft.com/office/drawing/2014/main" id="{CBE488C9-37FB-40D9-982F-0FFC3FCA1EBD}"/>
              </a:ext>
            </a:extLst>
          </p:cNvPr>
          <p:cNvSpPr>
            <a:spLocks noGrp="1"/>
          </p:cNvSpPr>
          <p:nvPr/>
        </p:nvSpPr>
        <p:spPr>
          <a:xfrm>
            <a:off x="6583563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06" name="01_find_only_1605">
            <a:extLst>
              <a:ext uri="{FF2B5EF4-FFF2-40B4-BE49-F238E27FC236}">
                <a16:creationId xmlns:a16="http://schemas.microsoft.com/office/drawing/2014/main" id="{A45522B2-7455-4D9C-8B48-3F67EAF048B6}"/>
              </a:ext>
            </a:extLst>
          </p:cNvPr>
          <p:cNvSpPr>
            <a:spLocks noGrp="1"/>
          </p:cNvSpPr>
          <p:nvPr/>
        </p:nvSpPr>
        <p:spPr>
          <a:xfrm>
            <a:off x="6637288" y="38124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07" name="01_find_only_1606">
            <a:extLst>
              <a:ext uri="{FF2B5EF4-FFF2-40B4-BE49-F238E27FC236}">
                <a16:creationId xmlns:a16="http://schemas.microsoft.com/office/drawing/2014/main" id="{E23431F4-2F8E-485D-B4DA-DB40B3357323}"/>
              </a:ext>
            </a:extLst>
          </p:cNvPr>
          <p:cNvSpPr>
            <a:spLocks noGrp="1"/>
          </p:cNvSpPr>
          <p:nvPr/>
        </p:nvSpPr>
        <p:spPr>
          <a:xfrm>
            <a:off x="661892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08" name="01_find_only_1607">
            <a:extLst>
              <a:ext uri="{FF2B5EF4-FFF2-40B4-BE49-F238E27FC236}">
                <a16:creationId xmlns:a16="http://schemas.microsoft.com/office/drawing/2014/main" id="{06063970-F447-4616-8138-D5B078AE1735}"/>
              </a:ext>
            </a:extLst>
          </p:cNvPr>
          <p:cNvSpPr>
            <a:spLocks noGrp="1"/>
          </p:cNvSpPr>
          <p:nvPr/>
        </p:nvSpPr>
        <p:spPr>
          <a:xfrm>
            <a:off x="663689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09" name="01_find_only_1608">
            <a:extLst>
              <a:ext uri="{FF2B5EF4-FFF2-40B4-BE49-F238E27FC236}">
                <a16:creationId xmlns:a16="http://schemas.microsoft.com/office/drawing/2014/main" id="{B252C730-D04B-4661-BF21-9B72B09A8DC4}"/>
              </a:ext>
            </a:extLst>
          </p:cNvPr>
          <p:cNvSpPr>
            <a:spLocks noGrp="1"/>
          </p:cNvSpPr>
          <p:nvPr/>
        </p:nvSpPr>
        <p:spPr>
          <a:xfrm>
            <a:off x="657540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10" name="01_find_only_1609">
            <a:extLst>
              <a:ext uri="{FF2B5EF4-FFF2-40B4-BE49-F238E27FC236}">
                <a16:creationId xmlns:a16="http://schemas.microsoft.com/office/drawing/2014/main" id="{AE1FFEE4-36DF-4ACD-B3BC-6C0CAFC9C78A}"/>
              </a:ext>
            </a:extLst>
          </p:cNvPr>
          <p:cNvSpPr>
            <a:spLocks noGrp="1"/>
          </p:cNvSpPr>
          <p:nvPr/>
        </p:nvSpPr>
        <p:spPr>
          <a:xfrm>
            <a:off x="6593667" y="40217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11" name="01_find_only_1610">
            <a:extLst>
              <a:ext uri="{FF2B5EF4-FFF2-40B4-BE49-F238E27FC236}">
                <a16:creationId xmlns:a16="http://schemas.microsoft.com/office/drawing/2014/main" id="{E7D64FA3-068B-4F51-A22A-1FE15451B26F}"/>
              </a:ext>
            </a:extLst>
          </p:cNvPr>
          <p:cNvSpPr>
            <a:spLocks noGrp="1"/>
          </p:cNvSpPr>
          <p:nvPr/>
        </p:nvSpPr>
        <p:spPr>
          <a:xfrm>
            <a:off x="6637579" y="40940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12" name="01_find_only_1611">
            <a:extLst>
              <a:ext uri="{FF2B5EF4-FFF2-40B4-BE49-F238E27FC236}">
                <a16:creationId xmlns:a16="http://schemas.microsoft.com/office/drawing/2014/main" id="{5699C4CB-B798-4A5E-A2D8-7BAC12CC3E06}"/>
              </a:ext>
            </a:extLst>
          </p:cNvPr>
          <p:cNvSpPr>
            <a:spLocks noGrp="1"/>
          </p:cNvSpPr>
          <p:nvPr/>
        </p:nvSpPr>
        <p:spPr>
          <a:xfrm>
            <a:off x="663767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13" name="01_find_only_1612">
            <a:extLst>
              <a:ext uri="{FF2B5EF4-FFF2-40B4-BE49-F238E27FC236}">
                <a16:creationId xmlns:a16="http://schemas.microsoft.com/office/drawing/2014/main" id="{B9ABD39F-5A2B-40FD-8F40-009B82EAF95C}"/>
              </a:ext>
            </a:extLst>
          </p:cNvPr>
          <p:cNvSpPr>
            <a:spLocks noGrp="1"/>
          </p:cNvSpPr>
          <p:nvPr/>
        </p:nvSpPr>
        <p:spPr>
          <a:xfrm>
            <a:off x="663165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14" name="01_find_only_1613">
            <a:extLst>
              <a:ext uri="{FF2B5EF4-FFF2-40B4-BE49-F238E27FC236}">
                <a16:creationId xmlns:a16="http://schemas.microsoft.com/office/drawing/2014/main" id="{8A20AA94-5F6D-4F4A-BFD3-46CFFD1D8A82}"/>
              </a:ext>
            </a:extLst>
          </p:cNvPr>
          <p:cNvSpPr>
            <a:spLocks noGrp="1"/>
          </p:cNvSpPr>
          <p:nvPr/>
        </p:nvSpPr>
        <p:spPr>
          <a:xfrm>
            <a:off x="6640202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15" name="01_find_only_1614">
            <a:extLst>
              <a:ext uri="{FF2B5EF4-FFF2-40B4-BE49-F238E27FC236}">
                <a16:creationId xmlns:a16="http://schemas.microsoft.com/office/drawing/2014/main" id="{92EEFD37-70C5-4430-A6C0-CABFF773E94E}"/>
              </a:ext>
            </a:extLst>
          </p:cNvPr>
          <p:cNvSpPr>
            <a:spLocks noGrp="1"/>
          </p:cNvSpPr>
          <p:nvPr/>
        </p:nvSpPr>
        <p:spPr>
          <a:xfrm>
            <a:off x="6584340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16" name="01_find_only_1615">
            <a:extLst>
              <a:ext uri="{FF2B5EF4-FFF2-40B4-BE49-F238E27FC236}">
                <a16:creationId xmlns:a16="http://schemas.microsoft.com/office/drawing/2014/main" id="{9EB14FBA-D7EF-4C2B-850C-7CA683AA296B}"/>
              </a:ext>
            </a:extLst>
          </p:cNvPr>
          <p:cNvSpPr>
            <a:spLocks noGrp="1"/>
          </p:cNvSpPr>
          <p:nvPr/>
        </p:nvSpPr>
        <p:spPr>
          <a:xfrm>
            <a:off x="656967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17" name="01_find_only_1616">
            <a:extLst>
              <a:ext uri="{FF2B5EF4-FFF2-40B4-BE49-F238E27FC236}">
                <a16:creationId xmlns:a16="http://schemas.microsoft.com/office/drawing/2014/main" id="{491E29C1-F12E-4C6E-B541-892165344A27}"/>
              </a:ext>
            </a:extLst>
          </p:cNvPr>
          <p:cNvSpPr>
            <a:spLocks noGrp="1"/>
          </p:cNvSpPr>
          <p:nvPr/>
        </p:nvSpPr>
        <p:spPr>
          <a:xfrm>
            <a:off x="662621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18" name="01_find_only_1617">
            <a:extLst>
              <a:ext uri="{FF2B5EF4-FFF2-40B4-BE49-F238E27FC236}">
                <a16:creationId xmlns:a16="http://schemas.microsoft.com/office/drawing/2014/main" id="{5CADC7DA-BF2F-4398-A442-97E69E3A88E5}"/>
              </a:ext>
            </a:extLst>
          </p:cNvPr>
          <p:cNvSpPr>
            <a:spLocks noGrp="1"/>
          </p:cNvSpPr>
          <p:nvPr/>
        </p:nvSpPr>
        <p:spPr>
          <a:xfrm>
            <a:off x="656510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19" name="01_find_only_1618">
            <a:extLst>
              <a:ext uri="{FF2B5EF4-FFF2-40B4-BE49-F238E27FC236}">
                <a16:creationId xmlns:a16="http://schemas.microsoft.com/office/drawing/2014/main" id="{0E9BB555-24AA-4F17-A6EA-F4ADF65E7FC2}"/>
              </a:ext>
            </a:extLst>
          </p:cNvPr>
          <p:cNvSpPr>
            <a:spLocks noGrp="1"/>
          </p:cNvSpPr>
          <p:nvPr/>
        </p:nvSpPr>
        <p:spPr>
          <a:xfrm>
            <a:off x="657122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20" name="01_find_only_1619">
            <a:extLst>
              <a:ext uri="{FF2B5EF4-FFF2-40B4-BE49-F238E27FC236}">
                <a16:creationId xmlns:a16="http://schemas.microsoft.com/office/drawing/2014/main" id="{265A79AF-A33A-40F3-A818-CCD95D829572}"/>
              </a:ext>
            </a:extLst>
          </p:cNvPr>
          <p:cNvSpPr>
            <a:spLocks noGrp="1"/>
          </p:cNvSpPr>
          <p:nvPr/>
        </p:nvSpPr>
        <p:spPr>
          <a:xfrm>
            <a:off x="662864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21" name="01_find_only_1620">
            <a:extLst>
              <a:ext uri="{FF2B5EF4-FFF2-40B4-BE49-F238E27FC236}">
                <a16:creationId xmlns:a16="http://schemas.microsoft.com/office/drawing/2014/main" id="{05A84546-FCA4-4A1D-AF20-3CF9D76C186D}"/>
              </a:ext>
            </a:extLst>
          </p:cNvPr>
          <p:cNvSpPr>
            <a:spLocks noGrp="1"/>
          </p:cNvSpPr>
          <p:nvPr/>
        </p:nvSpPr>
        <p:spPr>
          <a:xfrm>
            <a:off x="656597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22" name="01_find_only_1621">
            <a:extLst>
              <a:ext uri="{FF2B5EF4-FFF2-40B4-BE49-F238E27FC236}">
                <a16:creationId xmlns:a16="http://schemas.microsoft.com/office/drawing/2014/main" id="{B2DCBEC1-586F-4155-8AAF-672A55DEDB19}"/>
              </a:ext>
            </a:extLst>
          </p:cNvPr>
          <p:cNvSpPr>
            <a:spLocks noGrp="1"/>
          </p:cNvSpPr>
          <p:nvPr/>
        </p:nvSpPr>
        <p:spPr>
          <a:xfrm>
            <a:off x="664729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23" name="01_find_only_1622">
            <a:extLst>
              <a:ext uri="{FF2B5EF4-FFF2-40B4-BE49-F238E27FC236}">
                <a16:creationId xmlns:a16="http://schemas.microsoft.com/office/drawing/2014/main" id="{AFDA986B-1DAA-446F-8614-0239A2B340D0}"/>
              </a:ext>
            </a:extLst>
          </p:cNvPr>
          <p:cNvSpPr>
            <a:spLocks noGrp="1"/>
          </p:cNvSpPr>
          <p:nvPr/>
        </p:nvSpPr>
        <p:spPr>
          <a:xfrm>
            <a:off x="6632430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24" name="01_find_only_1623">
            <a:extLst>
              <a:ext uri="{FF2B5EF4-FFF2-40B4-BE49-F238E27FC236}">
                <a16:creationId xmlns:a16="http://schemas.microsoft.com/office/drawing/2014/main" id="{9377F567-0986-4D96-8792-45736423E229}"/>
              </a:ext>
            </a:extLst>
          </p:cNvPr>
          <p:cNvSpPr>
            <a:spLocks noGrp="1"/>
          </p:cNvSpPr>
          <p:nvPr/>
        </p:nvSpPr>
        <p:spPr>
          <a:xfrm>
            <a:off x="659726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25" name="01_find_only_1624">
            <a:extLst>
              <a:ext uri="{FF2B5EF4-FFF2-40B4-BE49-F238E27FC236}">
                <a16:creationId xmlns:a16="http://schemas.microsoft.com/office/drawing/2014/main" id="{050FA39B-F4BA-4BFA-9D2A-40A9E735D0D3}"/>
              </a:ext>
            </a:extLst>
          </p:cNvPr>
          <p:cNvSpPr>
            <a:spLocks noGrp="1"/>
          </p:cNvSpPr>
          <p:nvPr/>
        </p:nvSpPr>
        <p:spPr>
          <a:xfrm>
            <a:off x="658084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26" name="01_find_only_1625">
            <a:extLst>
              <a:ext uri="{FF2B5EF4-FFF2-40B4-BE49-F238E27FC236}">
                <a16:creationId xmlns:a16="http://schemas.microsoft.com/office/drawing/2014/main" id="{1F51D3BF-A9CE-4412-9241-3EB4AD8A9117}"/>
              </a:ext>
            </a:extLst>
          </p:cNvPr>
          <p:cNvSpPr>
            <a:spLocks noGrp="1"/>
          </p:cNvSpPr>
          <p:nvPr/>
        </p:nvSpPr>
        <p:spPr>
          <a:xfrm>
            <a:off x="6645836" y="35749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27" name="01_find_only_1626">
            <a:extLst>
              <a:ext uri="{FF2B5EF4-FFF2-40B4-BE49-F238E27FC236}">
                <a16:creationId xmlns:a16="http://schemas.microsoft.com/office/drawing/2014/main" id="{ED356846-ED86-441F-A802-CF8C665A4CC3}"/>
              </a:ext>
            </a:extLst>
          </p:cNvPr>
          <p:cNvSpPr>
            <a:spLocks noGrp="1"/>
          </p:cNvSpPr>
          <p:nvPr/>
        </p:nvSpPr>
        <p:spPr>
          <a:xfrm>
            <a:off x="6650015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28" name="01_find_only_1627">
            <a:extLst>
              <a:ext uri="{FF2B5EF4-FFF2-40B4-BE49-F238E27FC236}">
                <a16:creationId xmlns:a16="http://schemas.microsoft.com/office/drawing/2014/main" id="{599808F7-678E-40E9-97F4-4E238C12EC34}"/>
              </a:ext>
            </a:extLst>
          </p:cNvPr>
          <p:cNvSpPr>
            <a:spLocks noGrp="1"/>
          </p:cNvSpPr>
          <p:nvPr/>
        </p:nvSpPr>
        <p:spPr>
          <a:xfrm>
            <a:off x="661474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29" name="01_find_only_1628">
            <a:extLst>
              <a:ext uri="{FF2B5EF4-FFF2-40B4-BE49-F238E27FC236}">
                <a16:creationId xmlns:a16="http://schemas.microsoft.com/office/drawing/2014/main" id="{F52EE82E-C41D-4AFE-9575-A0CBF7CB33AE}"/>
              </a:ext>
            </a:extLst>
          </p:cNvPr>
          <p:cNvSpPr>
            <a:spLocks noGrp="1"/>
          </p:cNvSpPr>
          <p:nvPr/>
        </p:nvSpPr>
        <p:spPr>
          <a:xfrm>
            <a:off x="663689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30" name="01_find_only_1629">
            <a:extLst>
              <a:ext uri="{FF2B5EF4-FFF2-40B4-BE49-F238E27FC236}">
                <a16:creationId xmlns:a16="http://schemas.microsoft.com/office/drawing/2014/main" id="{D490122F-2425-4BE1-B0CE-477BCAAFC862}"/>
              </a:ext>
            </a:extLst>
          </p:cNvPr>
          <p:cNvSpPr>
            <a:spLocks noGrp="1"/>
          </p:cNvSpPr>
          <p:nvPr/>
        </p:nvSpPr>
        <p:spPr>
          <a:xfrm>
            <a:off x="6568796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31" name="01_find_only_1630">
            <a:extLst>
              <a:ext uri="{FF2B5EF4-FFF2-40B4-BE49-F238E27FC236}">
                <a16:creationId xmlns:a16="http://schemas.microsoft.com/office/drawing/2014/main" id="{A16D29B3-AC09-4CB4-B7F7-441C95D40F79}"/>
              </a:ext>
            </a:extLst>
          </p:cNvPr>
          <p:cNvSpPr>
            <a:spLocks noGrp="1"/>
          </p:cNvSpPr>
          <p:nvPr/>
        </p:nvSpPr>
        <p:spPr>
          <a:xfrm>
            <a:off x="659619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32" name="01_find_only_1631">
            <a:extLst>
              <a:ext uri="{FF2B5EF4-FFF2-40B4-BE49-F238E27FC236}">
                <a16:creationId xmlns:a16="http://schemas.microsoft.com/office/drawing/2014/main" id="{6E846E20-8916-40E2-966B-22AC70C5CE57}"/>
              </a:ext>
            </a:extLst>
          </p:cNvPr>
          <p:cNvSpPr>
            <a:spLocks noGrp="1"/>
          </p:cNvSpPr>
          <p:nvPr/>
        </p:nvSpPr>
        <p:spPr>
          <a:xfrm>
            <a:off x="663087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33" name="01_find_only_1632">
            <a:extLst>
              <a:ext uri="{FF2B5EF4-FFF2-40B4-BE49-F238E27FC236}">
                <a16:creationId xmlns:a16="http://schemas.microsoft.com/office/drawing/2014/main" id="{617B0CBC-EF66-4313-8592-CDD6DAB6F7CC}"/>
              </a:ext>
            </a:extLst>
          </p:cNvPr>
          <p:cNvSpPr>
            <a:spLocks noGrp="1"/>
          </p:cNvSpPr>
          <p:nvPr/>
        </p:nvSpPr>
        <p:spPr>
          <a:xfrm>
            <a:off x="6562870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34" name="01_find_only_1633">
            <a:extLst>
              <a:ext uri="{FF2B5EF4-FFF2-40B4-BE49-F238E27FC236}">
                <a16:creationId xmlns:a16="http://schemas.microsoft.com/office/drawing/2014/main" id="{60BCDE7E-B725-42A3-9733-ACA84D9D87A3}"/>
              </a:ext>
            </a:extLst>
          </p:cNvPr>
          <p:cNvSpPr>
            <a:spLocks noGrp="1"/>
          </p:cNvSpPr>
          <p:nvPr/>
        </p:nvSpPr>
        <p:spPr>
          <a:xfrm>
            <a:off x="655937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35" name="01_find_only_1634">
            <a:extLst>
              <a:ext uri="{FF2B5EF4-FFF2-40B4-BE49-F238E27FC236}">
                <a16:creationId xmlns:a16="http://schemas.microsoft.com/office/drawing/2014/main" id="{42C057AB-7990-49EF-920A-04413AA336C3}"/>
              </a:ext>
            </a:extLst>
          </p:cNvPr>
          <p:cNvSpPr>
            <a:spLocks noGrp="1"/>
          </p:cNvSpPr>
          <p:nvPr/>
        </p:nvSpPr>
        <p:spPr>
          <a:xfrm>
            <a:off x="661678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36" name="01_find_only_1635">
            <a:extLst>
              <a:ext uri="{FF2B5EF4-FFF2-40B4-BE49-F238E27FC236}">
                <a16:creationId xmlns:a16="http://schemas.microsoft.com/office/drawing/2014/main" id="{77218052-FAD7-4B63-A661-68E4BD733DF3}"/>
              </a:ext>
            </a:extLst>
          </p:cNvPr>
          <p:cNvSpPr>
            <a:spLocks noGrp="1"/>
          </p:cNvSpPr>
          <p:nvPr/>
        </p:nvSpPr>
        <p:spPr>
          <a:xfrm>
            <a:off x="6645254" y="357568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37" name="01_find_only_1636">
            <a:extLst>
              <a:ext uri="{FF2B5EF4-FFF2-40B4-BE49-F238E27FC236}">
                <a16:creationId xmlns:a16="http://schemas.microsoft.com/office/drawing/2014/main" id="{F3FB349D-C89B-41E6-9F98-F1C323DD6FDC}"/>
              </a:ext>
            </a:extLst>
          </p:cNvPr>
          <p:cNvSpPr>
            <a:spLocks noGrp="1"/>
          </p:cNvSpPr>
          <p:nvPr/>
        </p:nvSpPr>
        <p:spPr>
          <a:xfrm>
            <a:off x="655509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38" name="01_find_only_1637">
            <a:extLst>
              <a:ext uri="{FF2B5EF4-FFF2-40B4-BE49-F238E27FC236}">
                <a16:creationId xmlns:a16="http://schemas.microsoft.com/office/drawing/2014/main" id="{7189E5F3-8AA5-4BC4-B7CC-02393D1288AE}"/>
              </a:ext>
            </a:extLst>
          </p:cNvPr>
          <p:cNvSpPr>
            <a:spLocks noGrp="1"/>
          </p:cNvSpPr>
          <p:nvPr/>
        </p:nvSpPr>
        <p:spPr>
          <a:xfrm>
            <a:off x="659308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39" name="01_find_only_1638">
            <a:extLst>
              <a:ext uri="{FF2B5EF4-FFF2-40B4-BE49-F238E27FC236}">
                <a16:creationId xmlns:a16="http://schemas.microsoft.com/office/drawing/2014/main" id="{E8E47EB0-4F07-47B5-88A8-B03F7AEF1E3C}"/>
              </a:ext>
            </a:extLst>
          </p:cNvPr>
          <p:cNvSpPr>
            <a:spLocks noGrp="1"/>
          </p:cNvSpPr>
          <p:nvPr/>
        </p:nvSpPr>
        <p:spPr>
          <a:xfrm>
            <a:off x="662426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40" name="01_find_only_1639">
            <a:extLst>
              <a:ext uri="{FF2B5EF4-FFF2-40B4-BE49-F238E27FC236}">
                <a16:creationId xmlns:a16="http://schemas.microsoft.com/office/drawing/2014/main" id="{77EC6303-29DE-4E18-BF84-1BA8689E3958}"/>
              </a:ext>
            </a:extLst>
          </p:cNvPr>
          <p:cNvSpPr>
            <a:spLocks noGrp="1"/>
          </p:cNvSpPr>
          <p:nvPr/>
        </p:nvSpPr>
        <p:spPr>
          <a:xfrm>
            <a:off x="659512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41" name="01_find_only_1640">
            <a:extLst>
              <a:ext uri="{FF2B5EF4-FFF2-40B4-BE49-F238E27FC236}">
                <a16:creationId xmlns:a16="http://schemas.microsoft.com/office/drawing/2014/main" id="{E8300E6C-FD04-4508-B475-7553CAC42F4B}"/>
              </a:ext>
            </a:extLst>
          </p:cNvPr>
          <p:cNvSpPr>
            <a:spLocks noGrp="1"/>
          </p:cNvSpPr>
          <p:nvPr/>
        </p:nvSpPr>
        <p:spPr>
          <a:xfrm>
            <a:off x="657870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42" name="01_find_only_1641">
            <a:extLst>
              <a:ext uri="{FF2B5EF4-FFF2-40B4-BE49-F238E27FC236}">
                <a16:creationId xmlns:a16="http://schemas.microsoft.com/office/drawing/2014/main" id="{53222E32-1A3D-482D-A006-63BF7A60F5F8}"/>
              </a:ext>
            </a:extLst>
          </p:cNvPr>
          <p:cNvSpPr>
            <a:spLocks noGrp="1"/>
          </p:cNvSpPr>
          <p:nvPr/>
        </p:nvSpPr>
        <p:spPr>
          <a:xfrm>
            <a:off x="661640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43" name="01_find_only_1642">
            <a:extLst>
              <a:ext uri="{FF2B5EF4-FFF2-40B4-BE49-F238E27FC236}">
                <a16:creationId xmlns:a16="http://schemas.microsoft.com/office/drawing/2014/main" id="{FF561817-CE0F-455A-8156-24F7CC46B18E}"/>
              </a:ext>
            </a:extLst>
          </p:cNvPr>
          <p:cNvSpPr>
            <a:spLocks noGrp="1"/>
          </p:cNvSpPr>
          <p:nvPr/>
        </p:nvSpPr>
        <p:spPr>
          <a:xfrm>
            <a:off x="661329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44" name="01_find_only_1643">
            <a:extLst>
              <a:ext uri="{FF2B5EF4-FFF2-40B4-BE49-F238E27FC236}">
                <a16:creationId xmlns:a16="http://schemas.microsoft.com/office/drawing/2014/main" id="{2471AAAD-2BD3-480F-9827-4BF6410B87CA}"/>
              </a:ext>
            </a:extLst>
          </p:cNvPr>
          <p:cNvSpPr>
            <a:spLocks noGrp="1"/>
          </p:cNvSpPr>
          <p:nvPr/>
        </p:nvSpPr>
        <p:spPr>
          <a:xfrm>
            <a:off x="660153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45" name="01_find_only_1644">
            <a:extLst>
              <a:ext uri="{FF2B5EF4-FFF2-40B4-BE49-F238E27FC236}">
                <a16:creationId xmlns:a16="http://schemas.microsoft.com/office/drawing/2014/main" id="{15EFE4D7-665E-4967-A8F1-D94751064DC3}"/>
              </a:ext>
            </a:extLst>
          </p:cNvPr>
          <p:cNvSpPr>
            <a:spLocks noGrp="1"/>
          </p:cNvSpPr>
          <p:nvPr/>
        </p:nvSpPr>
        <p:spPr>
          <a:xfrm>
            <a:off x="661095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46" name="01_find_only_1645">
            <a:extLst>
              <a:ext uri="{FF2B5EF4-FFF2-40B4-BE49-F238E27FC236}">
                <a16:creationId xmlns:a16="http://schemas.microsoft.com/office/drawing/2014/main" id="{F2AD9532-6DBC-4729-91BF-30131AF65109}"/>
              </a:ext>
            </a:extLst>
          </p:cNvPr>
          <p:cNvSpPr>
            <a:spLocks noGrp="1"/>
          </p:cNvSpPr>
          <p:nvPr/>
        </p:nvSpPr>
        <p:spPr>
          <a:xfrm>
            <a:off x="658307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47" name="01_find_only_1646">
            <a:extLst>
              <a:ext uri="{FF2B5EF4-FFF2-40B4-BE49-F238E27FC236}">
                <a16:creationId xmlns:a16="http://schemas.microsoft.com/office/drawing/2014/main" id="{4899CB66-BF7F-49E0-A028-6594EC911B54}"/>
              </a:ext>
            </a:extLst>
          </p:cNvPr>
          <p:cNvSpPr>
            <a:spLocks noGrp="1"/>
          </p:cNvSpPr>
          <p:nvPr/>
        </p:nvSpPr>
        <p:spPr>
          <a:xfrm>
            <a:off x="6604839" y="36617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48" name="01_find_only_1647">
            <a:extLst>
              <a:ext uri="{FF2B5EF4-FFF2-40B4-BE49-F238E27FC236}">
                <a16:creationId xmlns:a16="http://schemas.microsoft.com/office/drawing/2014/main" id="{CEB9349E-2E9A-42F4-A487-01D9036C373C}"/>
              </a:ext>
            </a:extLst>
          </p:cNvPr>
          <p:cNvSpPr>
            <a:spLocks noGrp="1"/>
          </p:cNvSpPr>
          <p:nvPr/>
        </p:nvSpPr>
        <p:spPr>
          <a:xfrm>
            <a:off x="6584049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49" name="01_find_only_1648">
            <a:extLst>
              <a:ext uri="{FF2B5EF4-FFF2-40B4-BE49-F238E27FC236}">
                <a16:creationId xmlns:a16="http://schemas.microsoft.com/office/drawing/2014/main" id="{AF387625-CDB6-4EB6-AE9B-C4901E209D6E}"/>
              </a:ext>
            </a:extLst>
          </p:cNvPr>
          <p:cNvSpPr>
            <a:spLocks noGrp="1"/>
          </p:cNvSpPr>
          <p:nvPr/>
        </p:nvSpPr>
        <p:spPr>
          <a:xfrm>
            <a:off x="6592597" y="379632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50" name="01_find_only_1649">
            <a:extLst>
              <a:ext uri="{FF2B5EF4-FFF2-40B4-BE49-F238E27FC236}">
                <a16:creationId xmlns:a16="http://schemas.microsoft.com/office/drawing/2014/main" id="{90AE57FA-C1DE-4133-8996-E0641E03A975}"/>
              </a:ext>
            </a:extLst>
          </p:cNvPr>
          <p:cNvSpPr>
            <a:spLocks noGrp="1"/>
          </p:cNvSpPr>
          <p:nvPr/>
        </p:nvSpPr>
        <p:spPr>
          <a:xfrm>
            <a:off x="6634567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51" name="01_find_only_1650">
            <a:extLst>
              <a:ext uri="{FF2B5EF4-FFF2-40B4-BE49-F238E27FC236}">
                <a16:creationId xmlns:a16="http://schemas.microsoft.com/office/drawing/2014/main" id="{E68F1450-3599-47DB-AEB0-AB3BD32F0BEC}"/>
              </a:ext>
            </a:extLst>
          </p:cNvPr>
          <p:cNvSpPr>
            <a:spLocks noGrp="1"/>
          </p:cNvSpPr>
          <p:nvPr/>
        </p:nvSpPr>
        <p:spPr>
          <a:xfrm>
            <a:off x="6565784" y="361873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52" name="01_find_only_1651">
            <a:extLst>
              <a:ext uri="{FF2B5EF4-FFF2-40B4-BE49-F238E27FC236}">
                <a16:creationId xmlns:a16="http://schemas.microsoft.com/office/drawing/2014/main" id="{B55AE275-66A9-4CC6-84BA-3651C53DE8D8}"/>
              </a:ext>
            </a:extLst>
          </p:cNvPr>
          <p:cNvSpPr>
            <a:spLocks noGrp="1"/>
          </p:cNvSpPr>
          <p:nvPr/>
        </p:nvSpPr>
        <p:spPr>
          <a:xfrm>
            <a:off x="657025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53" name="01_find_only_1652">
            <a:extLst>
              <a:ext uri="{FF2B5EF4-FFF2-40B4-BE49-F238E27FC236}">
                <a16:creationId xmlns:a16="http://schemas.microsoft.com/office/drawing/2014/main" id="{AB1F5F03-BBF9-4CA2-8B4D-EBE30980175E}"/>
              </a:ext>
            </a:extLst>
          </p:cNvPr>
          <p:cNvSpPr>
            <a:spLocks noGrp="1"/>
          </p:cNvSpPr>
          <p:nvPr/>
        </p:nvSpPr>
        <p:spPr>
          <a:xfrm>
            <a:off x="661066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54" name="01_find_only_1653">
            <a:extLst>
              <a:ext uri="{FF2B5EF4-FFF2-40B4-BE49-F238E27FC236}">
                <a16:creationId xmlns:a16="http://schemas.microsoft.com/office/drawing/2014/main" id="{E8512390-BF6E-4941-9891-FF8597B748D6}"/>
              </a:ext>
            </a:extLst>
          </p:cNvPr>
          <p:cNvSpPr>
            <a:spLocks noGrp="1"/>
          </p:cNvSpPr>
          <p:nvPr/>
        </p:nvSpPr>
        <p:spPr>
          <a:xfrm>
            <a:off x="6609794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55" name="01_find_only_1654">
            <a:extLst>
              <a:ext uri="{FF2B5EF4-FFF2-40B4-BE49-F238E27FC236}">
                <a16:creationId xmlns:a16="http://schemas.microsoft.com/office/drawing/2014/main" id="{5B83A8CA-1FAD-45EA-9942-83A1FD914EB7}"/>
              </a:ext>
            </a:extLst>
          </p:cNvPr>
          <p:cNvSpPr>
            <a:spLocks noGrp="1"/>
          </p:cNvSpPr>
          <p:nvPr/>
        </p:nvSpPr>
        <p:spPr>
          <a:xfrm>
            <a:off x="664136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56" name="01_find_only_1655">
            <a:extLst>
              <a:ext uri="{FF2B5EF4-FFF2-40B4-BE49-F238E27FC236}">
                <a16:creationId xmlns:a16="http://schemas.microsoft.com/office/drawing/2014/main" id="{FFCCE06E-8A3D-4399-A24A-78CBB3930713}"/>
              </a:ext>
            </a:extLst>
          </p:cNvPr>
          <p:cNvSpPr>
            <a:spLocks noGrp="1"/>
          </p:cNvSpPr>
          <p:nvPr/>
        </p:nvSpPr>
        <p:spPr>
          <a:xfrm>
            <a:off x="662669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57" name="01_find_only_1656">
            <a:extLst>
              <a:ext uri="{FF2B5EF4-FFF2-40B4-BE49-F238E27FC236}">
                <a16:creationId xmlns:a16="http://schemas.microsoft.com/office/drawing/2014/main" id="{13C06B3A-4D99-4721-9E11-7FE330B8E669}"/>
              </a:ext>
            </a:extLst>
          </p:cNvPr>
          <p:cNvSpPr>
            <a:spLocks noGrp="1"/>
          </p:cNvSpPr>
          <p:nvPr/>
        </p:nvSpPr>
        <p:spPr>
          <a:xfrm>
            <a:off x="656675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58" name="01_find_only_1657">
            <a:extLst>
              <a:ext uri="{FF2B5EF4-FFF2-40B4-BE49-F238E27FC236}">
                <a16:creationId xmlns:a16="http://schemas.microsoft.com/office/drawing/2014/main" id="{0727AD34-9D1E-491D-9A37-B0B6AD0D15A6}"/>
              </a:ext>
            </a:extLst>
          </p:cNvPr>
          <p:cNvSpPr>
            <a:spLocks noGrp="1"/>
          </p:cNvSpPr>
          <p:nvPr/>
        </p:nvSpPr>
        <p:spPr>
          <a:xfrm>
            <a:off x="658084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59" name="01_find_only_1658">
            <a:extLst>
              <a:ext uri="{FF2B5EF4-FFF2-40B4-BE49-F238E27FC236}">
                <a16:creationId xmlns:a16="http://schemas.microsoft.com/office/drawing/2014/main" id="{468CB652-36EC-4789-A26E-3AAB7EE20348}"/>
              </a:ext>
            </a:extLst>
          </p:cNvPr>
          <p:cNvSpPr>
            <a:spLocks noGrp="1"/>
          </p:cNvSpPr>
          <p:nvPr/>
        </p:nvSpPr>
        <p:spPr>
          <a:xfrm>
            <a:off x="661941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60" name="01_find_only_1659">
            <a:extLst>
              <a:ext uri="{FF2B5EF4-FFF2-40B4-BE49-F238E27FC236}">
                <a16:creationId xmlns:a16="http://schemas.microsoft.com/office/drawing/2014/main" id="{9634112C-3C46-44FB-8F72-AB00A61769E5}"/>
              </a:ext>
            </a:extLst>
          </p:cNvPr>
          <p:cNvSpPr>
            <a:spLocks noGrp="1"/>
          </p:cNvSpPr>
          <p:nvPr/>
        </p:nvSpPr>
        <p:spPr>
          <a:xfrm>
            <a:off x="656112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61" name="01_find_only_1660">
            <a:extLst>
              <a:ext uri="{FF2B5EF4-FFF2-40B4-BE49-F238E27FC236}">
                <a16:creationId xmlns:a16="http://schemas.microsoft.com/office/drawing/2014/main" id="{1597CA66-1FA8-4C97-B411-4EC3BCCBE6D3}"/>
              </a:ext>
            </a:extLst>
          </p:cNvPr>
          <p:cNvSpPr>
            <a:spLocks noGrp="1"/>
          </p:cNvSpPr>
          <p:nvPr/>
        </p:nvSpPr>
        <p:spPr>
          <a:xfrm>
            <a:off x="6628641" y="36259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62" name="01_find_only_1661">
            <a:extLst>
              <a:ext uri="{FF2B5EF4-FFF2-40B4-BE49-F238E27FC236}">
                <a16:creationId xmlns:a16="http://schemas.microsoft.com/office/drawing/2014/main" id="{3BFF2D5D-840C-434F-AE3D-A4F36286FD2F}"/>
              </a:ext>
            </a:extLst>
          </p:cNvPr>
          <p:cNvSpPr>
            <a:spLocks noGrp="1"/>
          </p:cNvSpPr>
          <p:nvPr/>
        </p:nvSpPr>
        <p:spPr>
          <a:xfrm>
            <a:off x="663194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63" name="01_find_only_1662">
            <a:extLst>
              <a:ext uri="{FF2B5EF4-FFF2-40B4-BE49-F238E27FC236}">
                <a16:creationId xmlns:a16="http://schemas.microsoft.com/office/drawing/2014/main" id="{AACB64F0-08C8-4A70-93A7-53D2484F9E71}"/>
              </a:ext>
            </a:extLst>
          </p:cNvPr>
          <p:cNvSpPr>
            <a:spLocks noGrp="1"/>
          </p:cNvSpPr>
          <p:nvPr/>
        </p:nvSpPr>
        <p:spPr>
          <a:xfrm>
            <a:off x="662164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64" name="01_find_only_1663">
            <a:extLst>
              <a:ext uri="{FF2B5EF4-FFF2-40B4-BE49-F238E27FC236}">
                <a16:creationId xmlns:a16="http://schemas.microsoft.com/office/drawing/2014/main" id="{7F24E813-FA41-4C93-BED6-808B6CBEA9EB}"/>
              </a:ext>
            </a:extLst>
          </p:cNvPr>
          <p:cNvSpPr>
            <a:spLocks noGrp="1"/>
          </p:cNvSpPr>
          <p:nvPr/>
        </p:nvSpPr>
        <p:spPr>
          <a:xfrm>
            <a:off x="662077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65" name="01_find_only_1664">
            <a:extLst>
              <a:ext uri="{FF2B5EF4-FFF2-40B4-BE49-F238E27FC236}">
                <a16:creationId xmlns:a16="http://schemas.microsoft.com/office/drawing/2014/main" id="{8E11AE71-8F19-4647-BB4C-FE533A412693}"/>
              </a:ext>
            </a:extLst>
          </p:cNvPr>
          <p:cNvSpPr>
            <a:spLocks noGrp="1"/>
          </p:cNvSpPr>
          <p:nvPr/>
        </p:nvSpPr>
        <p:spPr>
          <a:xfrm>
            <a:off x="662494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66" name="01_find_only_1665">
            <a:extLst>
              <a:ext uri="{FF2B5EF4-FFF2-40B4-BE49-F238E27FC236}">
                <a16:creationId xmlns:a16="http://schemas.microsoft.com/office/drawing/2014/main" id="{00540144-0B9A-45B4-984A-644551DCCCDA}"/>
              </a:ext>
            </a:extLst>
          </p:cNvPr>
          <p:cNvSpPr>
            <a:spLocks noGrp="1"/>
          </p:cNvSpPr>
          <p:nvPr/>
        </p:nvSpPr>
        <p:spPr>
          <a:xfrm>
            <a:off x="660658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67" name="01_find_only_1666">
            <a:extLst>
              <a:ext uri="{FF2B5EF4-FFF2-40B4-BE49-F238E27FC236}">
                <a16:creationId xmlns:a16="http://schemas.microsoft.com/office/drawing/2014/main" id="{2D5B5BE3-AB10-4A9C-BF3C-6C8B38BE03D5}"/>
              </a:ext>
            </a:extLst>
          </p:cNvPr>
          <p:cNvSpPr>
            <a:spLocks noGrp="1"/>
          </p:cNvSpPr>
          <p:nvPr/>
        </p:nvSpPr>
        <p:spPr>
          <a:xfrm>
            <a:off x="655616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68" name="01_find_only_1667">
            <a:extLst>
              <a:ext uri="{FF2B5EF4-FFF2-40B4-BE49-F238E27FC236}">
                <a16:creationId xmlns:a16="http://schemas.microsoft.com/office/drawing/2014/main" id="{4501905F-3A12-4FE2-B724-CA3A9B47EFB9}"/>
              </a:ext>
            </a:extLst>
          </p:cNvPr>
          <p:cNvSpPr>
            <a:spLocks noGrp="1"/>
          </p:cNvSpPr>
          <p:nvPr/>
        </p:nvSpPr>
        <p:spPr>
          <a:xfrm>
            <a:off x="660639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69" name="01_find_only_1668">
            <a:extLst>
              <a:ext uri="{FF2B5EF4-FFF2-40B4-BE49-F238E27FC236}">
                <a16:creationId xmlns:a16="http://schemas.microsoft.com/office/drawing/2014/main" id="{6CE875EF-0656-4FBF-9A46-07FBADB78C85}"/>
              </a:ext>
            </a:extLst>
          </p:cNvPr>
          <p:cNvSpPr>
            <a:spLocks noGrp="1"/>
          </p:cNvSpPr>
          <p:nvPr/>
        </p:nvSpPr>
        <p:spPr>
          <a:xfrm>
            <a:off x="656899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70" name="01_find_only_1669">
            <a:extLst>
              <a:ext uri="{FF2B5EF4-FFF2-40B4-BE49-F238E27FC236}">
                <a16:creationId xmlns:a16="http://schemas.microsoft.com/office/drawing/2014/main" id="{1F44DE09-C799-4AE6-B86C-7A3BBE24B959}"/>
              </a:ext>
            </a:extLst>
          </p:cNvPr>
          <p:cNvSpPr>
            <a:spLocks noGrp="1"/>
          </p:cNvSpPr>
          <p:nvPr/>
        </p:nvSpPr>
        <p:spPr>
          <a:xfrm>
            <a:off x="6621161" y="40012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71" name="01_find_only_1670">
            <a:extLst>
              <a:ext uri="{FF2B5EF4-FFF2-40B4-BE49-F238E27FC236}">
                <a16:creationId xmlns:a16="http://schemas.microsoft.com/office/drawing/2014/main" id="{81E56336-2503-409F-A3BA-F3C2CF22A9D4}"/>
              </a:ext>
            </a:extLst>
          </p:cNvPr>
          <p:cNvSpPr>
            <a:spLocks noGrp="1"/>
          </p:cNvSpPr>
          <p:nvPr/>
        </p:nvSpPr>
        <p:spPr>
          <a:xfrm>
            <a:off x="6633984" y="391292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72" name="01_find_only_1671">
            <a:extLst>
              <a:ext uri="{FF2B5EF4-FFF2-40B4-BE49-F238E27FC236}">
                <a16:creationId xmlns:a16="http://schemas.microsoft.com/office/drawing/2014/main" id="{925B3DB2-F079-4C4C-B0E5-38442782552A}"/>
              </a:ext>
            </a:extLst>
          </p:cNvPr>
          <p:cNvSpPr>
            <a:spLocks noGrp="1"/>
          </p:cNvSpPr>
          <p:nvPr/>
        </p:nvSpPr>
        <p:spPr>
          <a:xfrm>
            <a:off x="656743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73" name="01_find_only_1672">
            <a:extLst>
              <a:ext uri="{FF2B5EF4-FFF2-40B4-BE49-F238E27FC236}">
                <a16:creationId xmlns:a16="http://schemas.microsoft.com/office/drawing/2014/main" id="{D056B5DE-7270-4CD5-8CD0-4405F10A187F}"/>
              </a:ext>
            </a:extLst>
          </p:cNvPr>
          <p:cNvSpPr>
            <a:spLocks noGrp="1"/>
          </p:cNvSpPr>
          <p:nvPr/>
        </p:nvSpPr>
        <p:spPr>
          <a:xfrm>
            <a:off x="6622035" y="360383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74" name="01_find_only_1673">
            <a:extLst>
              <a:ext uri="{FF2B5EF4-FFF2-40B4-BE49-F238E27FC236}">
                <a16:creationId xmlns:a16="http://schemas.microsoft.com/office/drawing/2014/main" id="{BBB0BED2-8EAC-40AD-B9C7-A43770FD902F}"/>
              </a:ext>
            </a:extLst>
          </p:cNvPr>
          <p:cNvSpPr>
            <a:spLocks noGrp="1"/>
          </p:cNvSpPr>
          <p:nvPr/>
        </p:nvSpPr>
        <p:spPr>
          <a:xfrm>
            <a:off x="657229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75" name="01_find_only_1674">
            <a:extLst>
              <a:ext uri="{FF2B5EF4-FFF2-40B4-BE49-F238E27FC236}">
                <a16:creationId xmlns:a16="http://schemas.microsoft.com/office/drawing/2014/main" id="{2999CB63-966E-4B90-8D51-2B7153F58FA8}"/>
              </a:ext>
            </a:extLst>
          </p:cNvPr>
          <p:cNvSpPr>
            <a:spLocks noGrp="1"/>
          </p:cNvSpPr>
          <p:nvPr/>
        </p:nvSpPr>
        <p:spPr>
          <a:xfrm>
            <a:off x="657656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76" name="01_find_only_1675">
            <a:extLst>
              <a:ext uri="{FF2B5EF4-FFF2-40B4-BE49-F238E27FC236}">
                <a16:creationId xmlns:a16="http://schemas.microsoft.com/office/drawing/2014/main" id="{B0E0C1FF-0BA3-45B0-8F7C-768D906E17F0}"/>
              </a:ext>
            </a:extLst>
          </p:cNvPr>
          <p:cNvSpPr>
            <a:spLocks noGrp="1"/>
          </p:cNvSpPr>
          <p:nvPr/>
        </p:nvSpPr>
        <p:spPr>
          <a:xfrm>
            <a:off x="656500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77" name="01_find_only_1676">
            <a:extLst>
              <a:ext uri="{FF2B5EF4-FFF2-40B4-BE49-F238E27FC236}">
                <a16:creationId xmlns:a16="http://schemas.microsoft.com/office/drawing/2014/main" id="{9D77B387-F20A-44CC-9D1D-DEE490894EF3}"/>
              </a:ext>
            </a:extLst>
          </p:cNvPr>
          <p:cNvSpPr>
            <a:spLocks noGrp="1"/>
          </p:cNvSpPr>
          <p:nvPr/>
        </p:nvSpPr>
        <p:spPr>
          <a:xfrm>
            <a:off x="6620966" y="37156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78" name="01_find_only_1677">
            <a:extLst>
              <a:ext uri="{FF2B5EF4-FFF2-40B4-BE49-F238E27FC236}">
                <a16:creationId xmlns:a16="http://schemas.microsoft.com/office/drawing/2014/main" id="{E08DA3A6-400A-4FE5-BE0F-28D991B683DD}"/>
              </a:ext>
            </a:extLst>
          </p:cNvPr>
          <p:cNvSpPr>
            <a:spLocks noGrp="1"/>
          </p:cNvSpPr>
          <p:nvPr/>
        </p:nvSpPr>
        <p:spPr>
          <a:xfrm>
            <a:off x="6646031" y="38309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79" name="01_find_only_1678">
            <a:extLst>
              <a:ext uri="{FF2B5EF4-FFF2-40B4-BE49-F238E27FC236}">
                <a16:creationId xmlns:a16="http://schemas.microsoft.com/office/drawing/2014/main" id="{FA808F16-9147-4FF4-BC6E-71BFAB68193C}"/>
              </a:ext>
            </a:extLst>
          </p:cNvPr>
          <p:cNvSpPr>
            <a:spLocks noGrp="1"/>
          </p:cNvSpPr>
          <p:nvPr/>
        </p:nvSpPr>
        <p:spPr>
          <a:xfrm>
            <a:off x="6650209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80" name="01_find_only_1679">
            <a:extLst>
              <a:ext uri="{FF2B5EF4-FFF2-40B4-BE49-F238E27FC236}">
                <a16:creationId xmlns:a16="http://schemas.microsoft.com/office/drawing/2014/main" id="{372966AA-3337-4C67-B7EA-F0A2AEA99BC2}"/>
              </a:ext>
            </a:extLst>
          </p:cNvPr>
          <p:cNvSpPr>
            <a:spLocks noGrp="1"/>
          </p:cNvSpPr>
          <p:nvPr/>
        </p:nvSpPr>
        <p:spPr>
          <a:xfrm>
            <a:off x="659016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81" name="01_find_only_1680">
            <a:extLst>
              <a:ext uri="{FF2B5EF4-FFF2-40B4-BE49-F238E27FC236}">
                <a16:creationId xmlns:a16="http://schemas.microsoft.com/office/drawing/2014/main" id="{C1E65863-99D9-4110-B47C-A0028DB6895B}"/>
              </a:ext>
            </a:extLst>
          </p:cNvPr>
          <p:cNvSpPr>
            <a:spLocks noGrp="1"/>
          </p:cNvSpPr>
          <p:nvPr/>
        </p:nvSpPr>
        <p:spPr>
          <a:xfrm>
            <a:off x="662582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82" name="01_find_only_1681">
            <a:extLst>
              <a:ext uri="{FF2B5EF4-FFF2-40B4-BE49-F238E27FC236}">
                <a16:creationId xmlns:a16="http://schemas.microsoft.com/office/drawing/2014/main" id="{0971D461-1E30-4CF9-B489-44AAEDF18637}"/>
              </a:ext>
            </a:extLst>
          </p:cNvPr>
          <p:cNvSpPr>
            <a:spLocks noGrp="1"/>
          </p:cNvSpPr>
          <p:nvPr/>
        </p:nvSpPr>
        <p:spPr>
          <a:xfrm>
            <a:off x="664467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83" name="01_find_only_1682">
            <a:extLst>
              <a:ext uri="{FF2B5EF4-FFF2-40B4-BE49-F238E27FC236}">
                <a16:creationId xmlns:a16="http://schemas.microsoft.com/office/drawing/2014/main" id="{86CCD656-08BC-4BD1-AE38-C8213E1DD4C6}"/>
              </a:ext>
            </a:extLst>
          </p:cNvPr>
          <p:cNvSpPr>
            <a:spLocks noGrp="1"/>
          </p:cNvSpPr>
          <p:nvPr/>
        </p:nvSpPr>
        <p:spPr>
          <a:xfrm>
            <a:off x="6633207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84" name="01_find_only_1683">
            <a:extLst>
              <a:ext uri="{FF2B5EF4-FFF2-40B4-BE49-F238E27FC236}">
                <a16:creationId xmlns:a16="http://schemas.microsoft.com/office/drawing/2014/main" id="{8297E631-3EC5-440F-9F38-291D7474FEF7}"/>
              </a:ext>
            </a:extLst>
          </p:cNvPr>
          <p:cNvSpPr>
            <a:spLocks noGrp="1"/>
          </p:cNvSpPr>
          <p:nvPr/>
        </p:nvSpPr>
        <p:spPr>
          <a:xfrm>
            <a:off x="662290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85" name="01_find_only_1684">
            <a:extLst>
              <a:ext uri="{FF2B5EF4-FFF2-40B4-BE49-F238E27FC236}">
                <a16:creationId xmlns:a16="http://schemas.microsoft.com/office/drawing/2014/main" id="{8830580E-F32D-46AB-96CD-C5554CBCF8A9}"/>
              </a:ext>
            </a:extLst>
          </p:cNvPr>
          <p:cNvSpPr>
            <a:spLocks noGrp="1"/>
          </p:cNvSpPr>
          <p:nvPr/>
        </p:nvSpPr>
        <p:spPr>
          <a:xfrm>
            <a:off x="659910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86" name="01_find_only_1685">
            <a:extLst>
              <a:ext uri="{FF2B5EF4-FFF2-40B4-BE49-F238E27FC236}">
                <a16:creationId xmlns:a16="http://schemas.microsoft.com/office/drawing/2014/main" id="{3230B464-FB82-4261-82BB-373B1329A5F9}"/>
              </a:ext>
            </a:extLst>
          </p:cNvPr>
          <p:cNvSpPr>
            <a:spLocks noGrp="1"/>
          </p:cNvSpPr>
          <p:nvPr/>
        </p:nvSpPr>
        <p:spPr>
          <a:xfrm>
            <a:off x="6596192" y="380296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87" name="01_find_only_1686">
            <a:extLst>
              <a:ext uri="{FF2B5EF4-FFF2-40B4-BE49-F238E27FC236}">
                <a16:creationId xmlns:a16="http://schemas.microsoft.com/office/drawing/2014/main" id="{B9D308B1-F0F1-4744-B9DA-E72430DB967C}"/>
              </a:ext>
            </a:extLst>
          </p:cNvPr>
          <p:cNvSpPr>
            <a:spLocks noGrp="1"/>
          </p:cNvSpPr>
          <p:nvPr/>
        </p:nvSpPr>
        <p:spPr>
          <a:xfrm>
            <a:off x="656384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88" name="01_find_only_1687">
            <a:extLst>
              <a:ext uri="{FF2B5EF4-FFF2-40B4-BE49-F238E27FC236}">
                <a16:creationId xmlns:a16="http://schemas.microsoft.com/office/drawing/2014/main" id="{C85CF9A2-1F34-44E9-B3DB-9574DAB36F75}"/>
              </a:ext>
            </a:extLst>
          </p:cNvPr>
          <p:cNvSpPr>
            <a:spLocks noGrp="1"/>
          </p:cNvSpPr>
          <p:nvPr/>
        </p:nvSpPr>
        <p:spPr>
          <a:xfrm>
            <a:off x="664496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89" name="01_find_only_1688">
            <a:extLst>
              <a:ext uri="{FF2B5EF4-FFF2-40B4-BE49-F238E27FC236}">
                <a16:creationId xmlns:a16="http://schemas.microsoft.com/office/drawing/2014/main" id="{56BD83B9-343B-4226-857F-C8D63F2DB4B9}"/>
              </a:ext>
            </a:extLst>
          </p:cNvPr>
          <p:cNvSpPr>
            <a:spLocks noGrp="1"/>
          </p:cNvSpPr>
          <p:nvPr/>
        </p:nvSpPr>
        <p:spPr>
          <a:xfrm>
            <a:off x="663466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90" name="01_find_only_1689">
            <a:extLst>
              <a:ext uri="{FF2B5EF4-FFF2-40B4-BE49-F238E27FC236}">
                <a16:creationId xmlns:a16="http://schemas.microsoft.com/office/drawing/2014/main" id="{28AA4877-606B-4DEC-8679-700C5CF31FA0}"/>
              </a:ext>
            </a:extLst>
          </p:cNvPr>
          <p:cNvSpPr>
            <a:spLocks noGrp="1"/>
          </p:cNvSpPr>
          <p:nvPr/>
        </p:nvSpPr>
        <p:spPr>
          <a:xfrm>
            <a:off x="661999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91" name="01_find_only_1690">
            <a:extLst>
              <a:ext uri="{FF2B5EF4-FFF2-40B4-BE49-F238E27FC236}">
                <a16:creationId xmlns:a16="http://schemas.microsoft.com/office/drawing/2014/main" id="{9A8FA164-7B4A-4686-AFB3-24E6082638DF}"/>
              </a:ext>
            </a:extLst>
          </p:cNvPr>
          <p:cNvSpPr>
            <a:spLocks noGrp="1"/>
          </p:cNvSpPr>
          <p:nvPr/>
        </p:nvSpPr>
        <p:spPr>
          <a:xfrm>
            <a:off x="656044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92" name="01_find_only_1691">
            <a:extLst>
              <a:ext uri="{FF2B5EF4-FFF2-40B4-BE49-F238E27FC236}">
                <a16:creationId xmlns:a16="http://schemas.microsoft.com/office/drawing/2014/main" id="{D9477C5C-84D3-4567-A433-10447B435517}"/>
              </a:ext>
            </a:extLst>
          </p:cNvPr>
          <p:cNvSpPr>
            <a:spLocks noGrp="1"/>
          </p:cNvSpPr>
          <p:nvPr/>
        </p:nvSpPr>
        <p:spPr>
          <a:xfrm>
            <a:off x="656986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93" name="01_find_only_1692">
            <a:extLst>
              <a:ext uri="{FF2B5EF4-FFF2-40B4-BE49-F238E27FC236}">
                <a16:creationId xmlns:a16="http://schemas.microsoft.com/office/drawing/2014/main" id="{C0095359-D1FA-4FB9-8FC2-4CE5E72FFE47}"/>
              </a:ext>
            </a:extLst>
          </p:cNvPr>
          <p:cNvSpPr>
            <a:spLocks noGrp="1"/>
          </p:cNvSpPr>
          <p:nvPr/>
        </p:nvSpPr>
        <p:spPr>
          <a:xfrm>
            <a:off x="657928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94" name="01_find_only_1693">
            <a:extLst>
              <a:ext uri="{FF2B5EF4-FFF2-40B4-BE49-F238E27FC236}">
                <a16:creationId xmlns:a16="http://schemas.microsoft.com/office/drawing/2014/main" id="{E0DD29AB-861F-47D5-9E1D-90E6EAA11597}"/>
              </a:ext>
            </a:extLst>
          </p:cNvPr>
          <p:cNvSpPr>
            <a:spLocks noGrp="1"/>
          </p:cNvSpPr>
          <p:nvPr/>
        </p:nvSpPr>
        <p:spPr>
          <a:xfrm>
            <a:off x="662096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95" name="01_find_only_1694">
            <a:extLst>
              <a:ext uri="{FF2B5EF4-FFF2-40B4-BE49-F238E27FC236}">
                <a16:creationId xmlns:a16="http://schemas.microsoft.com/office/drawing/2014/main" id="{F1022F3E-4E7B-461D-A7B1-82D8926A2C8A}"/>
              </a:ext>
            </a:extLst>
          </p:cNvPr>
          <p:cNvSpPr>
            <a:spLocks noGrp="1"/>
          </p:cNvSpPr>
          <p:nvPr/>
        </p:nvSpPr>
        <p:spPr>
          <a:xfrm>
            <a:off x="661115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96" name="01_find_only_1695">
            <a:extLst>
              <a:ext uri="{FF2B5EF4-FFF2-40B4-BE49-F238E27FC236}">
                <a16:creationId xmlns:a16="http://schemas.microsoft.com/office/drawing/2014/main" id="{BD0D80D7-F14C-498F-A4D5-D1CC95861D03}"/>
              </a:ext>
            </a:extLst>
          </p:cNvPr>
          <p:cNvSpPr>
            <a:spLocks noGrp="1"/>
          </p:cNvSpPr>
          <p:nvPr/>
        </p:nvSpPr>
        <p:spPr>
          <a:xfrm>
            <a:off x="6573945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97" name="01_find_only_1696">
            <a:extLst>
              <a:ext uri="{FF2B5EF4-FFF2-40B4-BE49-F238E27FC236}">
                <a16:creationId xmlns:a16="http://schemas.microsoft.com/office/drawing/2014/main" id="{0C856F4D-F9EB-4C76-9575-A76D7FBE18CB}"/>
              </a:ext>
            </a:extLst>
          </p:cNvPr>
          <p:cNvSpPr>
            <a:spLocks noGrp="1"/>
          </p:cNvSpPr>
          <p:nvPr/>
        </p:nvSpPr>
        <p:spPr>
          <a:xfrm>
            <a:off x="659152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98" name="01_find_only_1697">
            <a:extLst>
              <a:ext uri="{FF2B5EF4-FFF2-40B4-BE49-F238E27FC236}">
                <a16:creationId xmlns:a16="http://schemas.microsoft.com/office/drawing/2014/main" id="{0FBD531B-7835-4F3E-9BB5-E342FDB03263}"/>
              </a:ext>
            </a:extLst>
          </p:cNvPr>
          <p:cNvSpPr>
            <a:spLocks noGrp="1"/>
          </p:cNvSpPr>
          <p:nvPr/>
        </p:nvSpPr>
        <p:spPr>
          <a:xfrm>
            <a:off x="655713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699" name="01_find_only_1698">
            <a:extLst>
              <a:ext uri="{FF2B5EF4-FFF2-40B4-BE49-F238E27FC236}">
                <a16:creationId xmlns:a16="http://schemas.microsoft.com/office/drawing/2014/main" id="{2B905854-0A4C-41CD-BD33-82A5CEF07758}"/>
              </a:ext>
            </a:extLst>
          </p:cNvPr>
          <p:cNvSpPr>
            <a:spLocks noGrp="1"/>
          </p:cNvSpPr>
          <p:nvPr/>
        </p:nvSpPr>
        <p:spPr>
          <a:xfrm>
            <a:off x="683295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00" name="01_find_only_1699">
            <a:extLst>
              <a:ext uri="{FF2B5EF4-FFF2-40B4-BE49-F238E27FC236}">
                <a16:creationId xmlns:a16="http://schemas.microsoft.com/office/drawing/2014/main" id="{9821ECFA-E439-454A-9366-82EA8E2EE594}"/>
              </a:ext>
            </a:extLst>
          </p:cNvPr>
          <p:cNvSpPr>
            <a:spLocks noGrp="1"/>
          </p:cNvSpPr>
          <p:nvPr/>
        </p:nvSpPr>
        <p:spPr>
          <a:xfrm>
            <a:off x="6814302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01" name="01_find_only_1700">
            <a:extLst>
              <a:ext uri="{FF2B5EF4-FFF2-40B4-BE49-F238E27FC236}">
                <a16:creationId xmlns:a16="http://schemas.microsoft.com/office/drawing/2014/main" id="{2B694F16-2B67-4134-AB51-C31FEA45255D}"/>
              </a:ext>
            </a:extLst>
          </p:cNvPr>
          <p:cNvSpPr>
            <a:spLocks noGrp="1"/>
          </p:cNvSpPr>
          <p:nvPr/>
        </p:nvSpPr>
        <p:spPr>
          <a:xfrm>
            <a:off x="682945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02" name="01_find_only_1701">
            <a:extLst>
              <a:ext uri="{FF2B5EF4-FFF2-40B4-BE49-F238E27FC236}">
                <a16:creationId xmlns:a16="http://schemas.microsoft.com/office/drawing/2014/main" id="{46EB3829-1BFF-4CEA-9A75-FD0AE5924A1F}"/>
              </a:ext>
            </a:extLst>
          </p:cNvPr>
          <p:cNvSpPr>
            <a:spLocks noGrp="1"/>
          </p:cNvSpPr>
          <p:nvPr/>
        </p:nvSpPr>
        <p:spPr>
          <a:xfrm>
            <a:off x="6829070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03" name="01_find_only_1702">
            <a:extLst>
              <a:ext uri="{FF2B5EF4-FFF2-40B4-BE49-F238E27FC236}">
                <a16:creationId xmlns:a16="http://schemas.microsoft.com/office/drawing/2014/main" id="{DC82F9D0-A0BA-4E53-9EA2-A5CAEAB4C7A9}"/>
              </a:ext>
            </a:extLst>
          </p:cNvPr>
          <p:cNvSpPr>
            <a:spLocks noGrp="1"/>
          </p:cNvSpPr>
          <p:nvPr/>
        </p:nvSpPr>
        <p:spPr>
          <a:xfrm>
            <a:off x="6845585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04" name="01_find_only_1703">
            <a:extLst>
              <a:ext uri="{FF2B5EF4-FFF2-40B4-BE49-F238E27FC236}">
                <a16:creationId xmlns:a16="http://schemas.microsoft.com/office/drawing/2014/main" id="{55D0E5D0-2945-4E5F-AC5C-A1BE0C4A5D58}"/>
              </a:ext>
            </a:extLst>
          </p:cNvPr>
          <p:cNvSpPr>
            <a:spLocks noGrp="1"/>
          </p:cNvSpPr>
          <p:nvPr/>
        </p:nvSpPr>
        <p:spPr>
          <a:xfrm>
            <a:off x="6873856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05" name="01_find_only_1704">
            <a:extLst>
              <a:ext uri="{FF2B5EF4-FFF2-40B4-BE49-F238E27FC236}">
                <a16:creationId xmlns:a16="http://schemas.microsoft.com/office/drawing/2014/main" id="{0E151563-5C77-4A99-8817-6AB2C1F9415B}"/>
              </a:ext>
            </a:extLst>
          </p:cNvPr>
          <p:cNvSpPr>
            <a:spLocks noGrp="1"/>
          </p:cNvSpPr>
          <p:nvPr/>
        </p:nvSpPr>
        <p:spPr>
          <a:xfrm>
            <a:off x="6891635" y="35210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06" name="01_find_only_1705">
            <a:extLst>
              <a:ext uri="{FF2B5EF4-FFF2-40B4-BE49-F238E27FC236}">
                <a16:creationId xmlns:a16="http://schemas.microsoft.com/office/drawing/2014/main" id="{9CF59FBD-12B0-49D2-B5F2-ACFCCA2EA226}"/>
              </a:ext>
            </a:extLst>
          </p:cNvPr>
          <p:cNvSpPr>
            <a:spLocks noGrp="1"/>
          </p:cNvSpPr>
          <p:nvPr/>
        </p:nvSpPr>
        <p:spPr>
          <a:xfrm>
            <a:off x="6819451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07" name="01_find_only_1706">
            <a:extLst>
              <a:ext uri="{FF2B5EF4-FFF2-40B4-BE49-F238E27FC236}">
                <a16:creationId xmlns:a16="http://schemas.microsoft.com/office/drawing/2014/main" id="{F21BA5D4-CB8E-4657-9CAD-0EDD685BA3F5}"/>
              </a:ext>
            </a:extLst>
          </p:cNvPr>
          <p:cNvSpPr>
            <a:spLocks noGrp="1"/>
          </p:cNvSpPr>
          <p:nvPr/>
        </p:nvSpPr>
        <p:spPr>
          <a:xfrm>
            <a:off x="686385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08" name="01_find_only_1707">
            <a:extLst>
              <a:ext uri="{FF2B5EF4-FFF2-40B4-BE49-F238E27FC236}">
                <a16:creationId xmlns:a16="http://schemas.microsoft.com/office/drawing/2014/main" id="{7E938EF8-FDE8-4860-A8DB-6C0D3760DE96}"/>
              </a:ext>
            </a:extLst>
          </p:cNvPr>
          <p:cNvSpPr>
            <a:spLocks noGrp="1"/>
          </p:cNvSpPr>
          <p:nvPr/>
        </p:nvSpPr>
        <p:spPr>
          <a:xfrm>
            <a:off x="681974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09" name="01_find_only_1708">
            <a:extLst>
              <a:ext uri="{FF2B5EF4-FFF2-40B4-BE49-F238E27FC236}">
                <a16:creationId xmlns:a16="http://schemas.microsoft.com/office/drawing/2014/main" id="{285EBF08-2D6A-4297-9613-E1C8065F00A4}"/>
              </a:ext>
            </a:extLst>
          </p:cNvPr>
          <p:cNvSpPr>
            <a:spLocks noGrp="1"/>
          </p:cNvSpPr>
          <p:nvPr/>
        </p:nvSpPr>
        <p:spPr>
          <a:xfrm>
            <a:off x="680905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10" name="01_find_only_1709">
            <a:extLst>
              <a:ext uri="{FF2B5EF4-FFF2-40B4-BE49-F238E27FC236}">
                <a16:creationId xmlns:a16="http://schemas.microsoft.com/office/drawing/2014/main" id="{3DCDE989-DE1A-4BC4-8AC0-C28AEE5C52D3}"/>
              </a:ext>
            </a:extLst>
          </p:cNvPr>
          <p:cNvSpPr>
            <a:spLocks noGrp="1"/>
          </p:cNvSpPr>
          <p:nvPr/>
        </p:nvSpPr>
        <p:spPr>
          <a:xfrm>
            <a:off x="688386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11" name="01_find_only_1710">
            <a:extLst>
              <a:ext uri="{FF2B5EF4-FFF2-40B4-BE49-F238E27FC236}">
                <a16:creationId xmlns:a16="http://schemas.microsoft.com/office/drawing/2014/main" id="{72C572AE-9D13-4145-B286-CC555020CABC}"/>
              </a:ext>
            </a:extLst>
          </p:cNvPr>
          <p:cNvSpPr>
            <a:spLocks noGrp="1"/>
          </p:cNvSpPr>
          <p:nvPr/>
        </p:nvSpPr>
        <p:spPr>
          <a:xfrm>
            <a:off x="690377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12" name="01_find_only_1711">
            <a:extLst>
              <a:ext uri="{FF2B5EF4-FFF2-40B4-BE49-F238E27FC236}">
                <a16:creationId xmlns:a16="http://schemas.microsoft.com/office/drawing/2014/main" id="{BBA7D447-18AA-4C6F-9697-C5A123CFAE64}"/>
              </a:ext>
            </a:extLst>
          </p:cNvPr>
          <p:cNvSpPr>
            <a:spLocks noGrp="1"/>
          </p:cNvSpPr>
          <p:nvPr/>
        </p:nvSpPr>
        <p:spPr>
          <a:xfrm>
            <a:off x="684529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13" name="01_find_only_1712">
            <a:extLst>
              <a:ext uri="{FF2B5EF4-FFF2-40B4-BE49-F238E27FC236}">
                <a16:creationId xmlns:a16="http://schemas.microsoft.com/office/drawing/2014/main" id="{C9C673A6-3C79-423E-88B8-2148DB44C779}"/>
              </a:ext>
            </a:extLst>
          </p:cNvPr>
          <p:cNvSpPr>
            <a:spLocks noGrp="1"/>
          </p:cNvSpPr>
          <p:nvPr/>
        </p:nvSpPr>
        <p:spPr>
          <a:xfrm>
            <a:off x="689853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14" name="01_find_only_1713">
            <a:extLst>
              <a:ext uri="{FF2B5EF4-FFF2-40B4-BE49-F238E27FC236}">
                <a16:creationId xmlns:a16="http://schemas.microsoft.com/office/drawing/2014/main" id="{753855F2-46A4-477A-8587-464DC062CB73}"/>
              </a:ext>
            </a:extLst>
          </p:cNvPr>
          <p:cNvSpPr>
            <a:spLocks noGrp="1"/>
          </p:cNvSpPr>
          <p:nvPr/>
        </p:nvSpPr>
        <p:spPr>
          <a:xfrm>
            <a:off x="6829361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15" name="01_find_only_1714">
            <a:extLst>
              <a:ext uri="{FF2B5EF4-FFF2-40B4-BE49-F238E27FC236}">
                <a16:creationId xmlns:a16="http://schemas.microsoft.com/office/drawing/2014/main" id="{78EF2034-CF78-4EBF-B128-59B57D4B0ECA}"/>
              </a:ext>
            </a:extLst>
          </p:cNvPr>
          <p:cNvSpPr>
            <a:spLocks noGrp="1"/>
          </p:cNvSpPr>
          <p:nvPr/>
        </p:nvSpPr>
        <p:spPr>
          <a:xfrm>
            <a:off x="684782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16" name="01_find_only_1715">
            <a:extLst>
              <a:ext uri="{FF2B5EF4-FFF2-40B4-BE49-F238E27FC236}">
                <a16:creationId xmlns:a16="http://schemas.microsoft.com/office/drawing/2014/main" id="{DCD38102-5AA7-467F-BA74-202B15D5C9D1}"/>
              </a:ext>
            </a:extLst>
          </p:cNvPr>
          <p:cNvSpPr>
            <a:spLocks noGrp="1"/>
          </p:cNvSpPr>
          <p:nvPr/>
        </p:nvSpPr>
        <p:spPr>
          <a:xfrm>
            <a:off x="6876771" y="37478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17" name="01_find_only_1716">
            <a:extLst>
              <a:ext uri="{FF2B5EF4-FFF2-40B4-BE49-F238E27FC236}">
                <a16:creationId xmlns:a16="http://schemas.microsoft.com/office/drawing/2014/main" id="{2529C073-D7DE-468D-B9D6-A4EBB70EC10A}"/>
              </a:ext>
            </a:extLst>
          </p:cNvPr>
          <p:cNvSpPr>
            <a:spLocks noGrp="1"/>
          </p:cNvSpPr>
          <p:nvPr/>
        </p:nvSpPr>
        <p:spPr>
          <a:xfrm>
            <a:off x="689416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18" name="01_find_only_1717">
            <a:extLst>
              <a:ext uri="{FF2B5EF4-FFF2-40B4-BE49-F238E27FC236}">
                <a16:creationId xmlns:a16="http://schemas.microsoft.com/office/drawing/2014/main" id="{5CF559A4-0A68-4F13-B1E9-CE491CF5E8A6}"/>
              </a:ext>
            </a:extLst>
          </p:cNvPr>
          <p:cNvSpPr>
            <a:spLocks noGrp="1"/>
          </p:cNvSpPr>
          <p:nvPr/>
        </p:nvSpPr>
        <p:spPr>
          <a:xfrm>
            <a:off x="690358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19" name="01_find_only_1718">
            <a:extLst>
              <a:ext uri="{FF2B5EF4-FFF2-40B4-BE49-F238E27FC236}">
                <a16:creationId xmlns:a16="http://schemas.microsoft.com/office/drawing/2014/main" id="{DD48732A-340D-492E-9680-D245DD8FD0B2}"/>
              </a:ext>
            </a:extLst>
          </p:cNvPr>
          <p:cNvSpPr>
            <a:spLocks noGrp="1"/>
          </p:cNvSpPr>
          <p:nvPr/>
        </p:nvSpPr>
        <p:spPr>
          <a:xfrm>
            <a:off x="687006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20" name="01_find_only_1719">
            <a:extLst>
              <a:ext uri="{FF2B5EF4-FFF2-40B4-BE49-F238E27FC236}">
                <a16:creationId xmlns:a16="http://schemas.microsoft.com/office/drawing/2014/main" id="{31DF6E45-E96F-414D-AD3D-A23E8AB2E948}"/>
              </a:ext>
            </a:extLst>
          </p:cNvPr>
          <p:cNvSpPr>
            <a:spLocks noGrp="1"/>
          </p:cNvSpPr>
          <p:nvPr/>
        </p:nvSpPr>
        <p:spPr>
          <a:xfrm>
            <a:off x="6812457" y="35881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21" name="01_find_only_1720">
            <a:extLst>
              <a:ext uri="{FF2B5EF4-FFF2-40B4-BE49-F238E27FC236}">
                <a16:creationId xmlns:a16="http://schemas.microsoft.com/office/drawing/2014/main" id="{4020DE52-3786-49BB-9040-9225C6C60E20}"/>
              </a:ext>
            </a:extLst>
          </p:cNvPr>
          <p:cNvSpPr>
            <a:spLocks noGrp="1"/>
          </p:cNvSpPr>
          <p:nvPr/>
        </p:nvSpPr>
        <p:spPr>
          <a:xfrm>
            <a:off x="682683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22" name="01_find_only_1721">
            <a:extLst>
              <a:ext uri="{FF2B5EF4-FFF2-40B4-BE49-F238E27FC236}">
                <a16:creationId xmlns:a16="http://schemas.microsoft.com/office/drawing/2014/main" id="{AEB33458-F22A-4DAC-A182-449CF8C4D45E}"/>
              </a:ext>
            </a:extLst>
          </p:cNvPr>
          <p:cNvSpPr>
            <a:spLocks noGrp="1"/>
          </p:cNvSpPr>
          <p:nvPr/>
        </p:nvSpPr>
        <p:spPr>
          <a:xfrm>
            <a:off x="683315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23" name="01_find_only_1722">
            <a:extLst>
              <a:ext uri="{FF2B5EF4-FFF2-40B4-BE49-F238E27FC236}">
                <a16:creationId xmlns:a16="http://schemas.microsoft.com/office/drawing/2014/main" id="{335C9EC7-5800-4F84-AC41-9BF21F179E28}"/>
              </a:ext>
            </a:extLst>
          </p:cNvPr>
          <p:cNvSpPr>
            <a:spLocks noGrp="1"/>
          </p:cNvSpPr>
          <p:nvPr/>
        </p:nvSpPr>
        <p:spPr>
          <a:xfrm>
            <a:off x="681226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24" name="01_find_only_1723">
            <a:extLst>
              <a:ext uri="{FF2B5EF4-FFF2-40B4-BE49-F238E27FC236}">
                <a16:creationId xmlns:a16="http://schemas.microsoft.com/office/drawing/2014/main" id="{507EA1A9-212B-47EC-86D2-69266821543D}"/>
              </a:ext>
            </a:extLst>
          </p:cNvPr>
          <p:cNvSpPr>
            <a:spLocks noGrp="1"/>
          </p:cNvSpPr>
          <p:nvPr/>
        </p:nvSpPr>
        <p:spPr>
          <a:xfrm>
            <a:off x="6811680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25" name="01_find_only_1724">
            <a:extLst>
              <a:ext uri="{FF2B5EF4-FFF2-40B4-BE49-F238E27FC236}">
                <a16:creationId xmlns:a16="http://schemas.microsoft.com/office/drawing/2014/main" id="{94F79DA1-A8CD-4F7F-B926-AC12D9A6F945}"/>
              </a:ext>
            </a:extLst>
          </p:cNvPr>
          <p:cNvSpPr>
            <a:spLocks noGrp="1"/>
          </p:cNvSpPr>
          <p:nvPr/>
        </p:nvSpPr>
        <p:spPr>
          <a:xfrm>
            <a:off x="683052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26" name="01_find_only_1725">
            <a:extLst>
              <a:ext uri="{FF2B5EF4-FFF2-40B4-BE49-F238E27FC236}">
                <a16:creationId xmlns:a16="http://schemas.microsoft.com/office/drawing/2014/main" id="{47DCDB21-465D-4594-AE53-42349105145B}"/>
              </a:ext>
            </a:extLst>
          </p:cNvPr>
          <p:cNvSpPr>
            <a:spLocks noGrp="1"/>
          </p:cNvSpPr>
          <p:nvPr/>
        </p:nvSpPr>
        <p:spPr>
          <a:xfrm>
            <a:off x="6867153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27" name="01_find_only_1726">
            <a:extLst>
              <a:ext uri="{FF2B5EF4-FFF2-40B4-BE49-F238E27FC236}">
                <a16:creationId xmlns:a16="http://schemas.microsoft.com/office/drawing/2014/main" id="{0967F6FC-491E-43F6-9201-BCDC4BB56381}"/>
              </a:ext>
            </a:extLst>
          </p:cNvPr>
          <p:cNvSpPr>
            <a:spLocks noGrp="1"/>
          </p:cNvSpPr>
          <p:nvPr/>
        </p:nvSpPr>
        <p:spPr>
          <a:xfrm>
            <a:off x="682537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28" name="01_find_only_1727">
            <a:extLst>
              <a:ext uri="{FF2B5EF4-FFF2-40B4-BE49-F238E27FC236}">
                <a16:creationId xmlns:a16="http://schemas.microsoft.com/office/drawing/2014/main" id="{CB88FA6B-A3E7-4011-95F2-ADD472D5FE57}"/>
              </a:ext>
            </a:extLst>
          </p:cNvPr>
          <p:cNvSpPr>
            <a:spLocks noGrp="1"/>
          </p:cNvSpPr>
          <p:nvPr/>
        </p:nvSpPr>
        <p:spPr>
          <a:xfrm>
            <a:off x="685452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29" name="01_find_only_1728">
            <a:extLst>
              <a:ext uri="{FF2B5EF4-FFF2-40B4-BE49-F238E27FC236}">
                <a16:creationId xmlns:a16="http://schemas.microsoft.com/office/drawing/2014/main" id="{C0322D73-C2D2-44A1-9C68-0182CC11BB15}"/>
              </a:ext>
            </a:extLst>
          </p:cNvPr>
          <p:cNvSpPr>
            <a:spLocks noGrp="1"/>
          </p:cNvSpPr>
          <p:nvPr/>
        </p:nvSpPr>
        <p:spPr>
          <a:xfrm>
            <a:off x="684422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30" name="01_find_only_1729">
            <a:extLst>
              <a:ext uri="{FF2B5EF4-FFF2-40B4-BE49-F238E27FC236}">
                <a16:creationId xmlns:a16="http://schemas.microsoft.com/office/drawing/2014/main" id="{892FD432-D998-4991-8CEC-923D17477692}"/>
              </a:ext>
            </a:extLst>
          </p:cNvPr>
          <p:cNvSpPr>
            <a:spLocks noGrp="1"/>
          </p:cNvSpPr>
          <p:nvPr/>
        </p:nvSpPr>
        <p:spPr>
          <a:xfrm>
            <a:off x="689241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31" name="01_find_only_1730">
            <a:extLst>
              <a:ext uri="{FF2B5EF4-FFF2-40B4-BE49-F238E27FC236}">
                <a16:creationId xmlns:a16="http://schemas.microsoft.com/office/drawing/2014/main" id="{6F16FEB4-BECF-4591-8FDC-2B5036C7067E}"/>
              </a:ext>
            </a:extLst>
          </p:cNvPr>
          <p:cNvSpPr>
            <a:spLocks noGrp="1"/>
          </p:cNvSpPr>
          <p:nvPr/>
        </p:nvSpPr>
        <p:spPr>
          <a:xfrm>
            <a:off x="6834607" y="416868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32" name="01_find_only_1731">
            <a:extLst>
              <a:ext uri="{FF2B5EF4-FFF2-40B4-BE49-F238E27FC236}">
                <a16:creationId xmlns:a16="http://schemas.microsoft.com/office/drawing/2014/main" id="{4E4EF58F-BB60-4548-A490-20AA779E77A8}"/>
              </a:ext>
            </a:extLst>
          </p:cNvPr>
          <p:cNvSpPr>
            <a:spLocks noGrp="1"/>
          </p:cNvSpPr>
          <p:nvPr/>
        </p:nvSpPr>
        <p:spPr>
          <a:xfrm>
            <a:off x="687453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33" name="01_find_only_1732">
            <a:extLst>
              <a:ext uri="{FF2B5EF4-FFF2-40B4-BE49-F238E27FC236}">
                <a16:creationId xmlns:a16="http://schemas.microsoft.com/office/drawing/2014/main" id="{6C7339FB-3EA7-4211-ABA9-A3C435CD1C1C}"/>
              </a:ext>
            </a:extLst>
          </p:cNvPr>
          <p:cNvSpPr>
            <a:spLocks noGrp="1"/>
          </p:cNvSpPr>
          <p:nvPr/>
        </p:nvSpPr>
        <p:spPr>
          <a:xfrm>
            <a:off x="687696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34" name="01_find_only_1733">
            <a:extLst>
              <a:ext uri="{FF2B5EF4-FFF2-40B4-BE49-F238E27FC236}">
                <a16:creationId xmlns:a16="http://schemas.microsoft.com/office/drawing/2014/main" id="{5DAA3EE4-3018-46A4-8A9D-C6D3903C8FC9}"/>
              </a:ext>
            </a:extLst>
          </p:cNvPr>
          <p:cNvSpPr>
            <a:spLocks noGrp="1"/>
          </p:cNvSpPr>
          <p:nvPr/>
        </p:nvSpPr>
        <p:spPr>
          <a:xfrm>
            <a:off x="6811971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35" name="01_find_only_1734">
            <a:extLst>
              <a:ext uri="{FF2B5EF4-FFF2-40B4-BE49-F238E27FC236}">
                <a16:creationId xmlns:a16="http://schemas.microsoft.com/office/drawing/2014/main" id="{66061713-77E1-4DB8-B6C3-B5EF92589700}"/>
              </a:ext>
            </a:extLst>
          </p:cNvPr>
          <p:cNvSpPr>
            <a:spLocks noGrp="1"/>
          </p:cNvSpPr>
          <p:nvPr/>
        </p:nvSpPr>
        <p:spPr>
          <a:xfrm>
            <a:off x="689114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36" name="01_find_only_1735">
            <a:extLst>
              <a:ext uri="{FF2B5EF4-FFF2-40B4-BE49-F238E27FC236}">
                <a16:creationId xmlns:a16="http://schemas.microsoft.com/office/drawing/2014/main" id="{E321701E-F5CE-4F32-BB38-CA55CCEA3825}"/>
              </a:ext>
            </a:extLst>
          </p:cNvPr>
          <p:cNvSpPr>
            <a:spLocks noGrp="1"/>
          </p:cNvSpPr>
          <p:nvPr/>
        </p:nvSpPr>
        <p:spPr>
          <a:xfrm>
            <a:off x="680964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37" name="01_find_only_1736">
            <a:extLst>
              <a:ext uri="{FF2B5EF4-FFF2-40B4-BE49-F238E27FC236}">
                <a16:creationId xmlns:a16="http://schemas.microsoft.com/office/drawing/2014/main" id="{C3FAD381-D4CC-4EC3-A53D-A317D1B2A303}"/>
              </a:ext>
            </a:extLst>
          </p:cNvPr>
          <p:cNvSpPr>
            <a:spLocks noGrp="1"/>
          </p:cNvSpPr>
          <p:nvPr/>
        </p:nvSpPr>
        <p:spPr>
          <a:xfrm>
            <a:off x="689095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38" name="01_find_only_1737">
            <a:extLst>
              <a:ext uri="{FF2B5EF4-FFF2-40B4-BE49-F238E27FC236}">
                <a16:creationId xmlns:a16="http://schemas.microsoft.com/office/drawing/2014/main" id="{BC83A925-E2FA-4951-9716-4B442A289765}"/>
              </a:ext>
            </a:extLst>
          </p:cNvPr>
          <p:cNvSpPr>
            <a:spLocks noGrp="1"/>
          </p:cNvSpPr>
          <p:nvPr/>
        </p:nvSpPr>
        <p:spPr>
          <a:xfrm>
            <a:off x="690037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39" name="01_find_only_1738">
            <a:extLst>
              <a:ext uri="{FF2B5EF4-FFF2-40B4-BE49-F238E27FC236}">
                <a16:creationId xmlns:a16="http://schemas.microsoft.com/office/drawing/2014/main" id="{D9F20D67-7447-47AA-9ADE-83EF66780613}"/>
              </a:ext>
            </a:extLst>
          </p:cNvPr>
          <p:cNvSpPr>
            <a:spLocks noGrp="1"/>
          </p:cNvSpPr>
          <p:nvPr/>
        </p:nvSpPr>
        <p:spPr>
          <a:xfrm>
            <a:off x="686773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40" name="01_find_only_1739">
            <a:extLst>
              <a:ext uri="{FF2B5EF4-FFF2-40B4-BE49-F238E27FC236}">
                <a16:creationId xmlns:a16="http://schemas.microsoft.com/office/drawing/2014/main" id="{B0F4E55D-71E8-48A6-A650-9FAE98CB8995}"/>
              </a:ext>
            </a:extLst>
          </p:cNvPr>
          <p:cNvSpPr>
            <a:spLocks noGrp="1"/>
          </p:cNvSpPr>
          <p:nvPr/>
        </p:nvSpPr>
        <p:spPr>
          <a:xfrm>
            <a:off x="683859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41" name="01_find_only_1740">
            <a:extLst>
              <a:ext uri="{FF2B5EF4-FFF2-40B4-BE49-F238E27FC236}">
                <a16:creationId xmlns:a16="http://schemas.microsoft.com/office/drawing/2014/main" id="{F6F9BFED-1102-4F84-BDD7-BD552F3E6FDC}"/>
              </a:ext>
            </a:extLst>
          </p:cNvPr>
          <p:cNvSpPr>
            <a:spLocks noGrp="1"/>
          </p:cNvSpPr>
          <p:nvPr/>
        </p:nvSpPr>
        <p:spPr>
          <a:xfrm>
            <a:off x="687929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42" name="01_find_only_1741">
            <a:extLst>
              <a:ext uri="{FF2B5EF4-FFF2-40B4-BE49-F238E27FC236}">
                <a16:creationId xmlns:a16="http://schemas.microsoft.com/office/drawing/2014/main" id="{AFCE2325-24BD-4F19-8D82-6A98C2B0615D}"/>
              </a:ext>
            </a:extLst>
          </p:cNvPr>
          <p:cNvSpPr>
            <a:spLocks noGrp="1"/>
          </p:cNvSpPr>
          <p:nvPr/>
        </p:nvSpPr>
        <p:spPr>
          <a:xfrm>
            <a:off x="682984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43" name="01_find_only_1742">
            <a:extLst>
              <a:ext uri="{FF2B5EF4-FFF2-40B4-BE49-F238E27FC236}">
                <a16:creationId xmlns:a16="http://schemas.microsoft.com/office/drawing/2014/main" id="{90FB2A74-32B2-4791-937F-941AF2D34BB3}"/>
              </a:ext>
            </a:extLst>
          </p:cNvPr>
          <p:cNvSpPr>
            <a:spLocks noGrp="1"/>
          </p:cNvSpPr>
          <p:nvPr/>
        </p:nvSpPr>
        <p:spPr>
          <a:xfrm>
            <a:off x="685481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44" name="01_find_only_1743">
            <a:extLst>
              <a:ext uri="{FF2B5EF4-FFF2-40B4-BE49-F238E27FC236}">
                <a16:creationId xmlns:a16="http://schemas.microsoft.com/office/drawing/2014/main" id="{86153B10-A4BC-409B-9A62-E170C81D0D3E}"/>
              </a:ext>
            </a:extLst>
          </p:cNvPr>
          <p:cNvSpPr>
            <a:spLocks noGrp="1"/>
          </p:cNvSpPr>
          <p:nvPr/>
        </p:nvSpPr>
        <p:spPr>
          <a:xfrm>
            <a:off x="685481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45" name="01_find_only_1744">
            <a:extLst>
              <a:ext uri="{FF2B5EF4-FFF2-40B4-BE49-F238E27FC236}">
                <a16:creationId xmlns:a16="http://schemas.microsoft.com/office/drawing/2014/main" id="{CA668C80-9514-42CD-8AF6-AB8CB97CB666}"/>
              </a:ext>
            </a:extLst>
          </p:cNvPr>
          <p:cNvSpPr>
            <a:spLocks noGrp="1"/>
          </p:cNvSpPr>
          <p:nvPr/>
        </p:nvSpPr>
        <p:spPr>
          <a:xfrm>
            <a:off x="682567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46" name="01_find_only_1745">
            <a:extLst>
              <a:ext uri="{FF2B5EF4-FFF2-40B4-BE49-F238E27FC236}">
                <a16:creationId xmlns:a16="http://schemas.microsoft.com/office/drawing/2014/main" id="{047889E7-FEA2-4F13-8038-17531499CC16}"/>
              </a:ext>
            </a:extLst>
          </p:cNvPr>
          <p:cNvSpPr>
            <a:spLocks noGrp="1"/>
          </p:cNvSpPr>
          <p:nvPr/>
        </p:nvSpPr>
        <p:spPr>
          <a:xfrm>
            <a:off x="689338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47" name="01_find_only_1746">
            <a:extLst>
              <a:ext uri="{FF2B5EF4-FFF2-40B4-BE49-F238E27FC236}">
                <a16:creationId xmlns:a16="http://schemas.microsoft.com/office/drawing/2014/main" id="{D1048904-2A0D-4F53-BE75-4075F312374E}"/>
              </a:ext>
            </a:extLst>
          </p:cNvPr>
          <p:cNvSpPr>
            <a:spLocks noGrp="1"/>
          </p:cNvSpPr>
          <p:nvPr/>
        </p:nvSpPr>
        <p:spPr>
          <a:xfrm>
            <a:off x="684024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48" name="01_find_only_1747">
            <a:extLst>
              <a:ext uri="{FF2B5EF4-FFF2-40B4-BE49-F238E27FC236}">
                <a16:creationId xmlns:a16="http://schemas.microsoft.com/office/drawing/2014/main" id="{6EF24DEB-4A0F-4B7C-9C84-C8A48CF62162}"/>
              </a:ext>
            </a:extLst>
          </p:cNvPr>
          <p:cNvSpPr>
            <a:spLocks noGrp="1"/>
          </p:cNvSpPr>
          <p:nvPr/>
        </p:nvSpPr>
        <p:spPr>
          <a:xfrm>
            <a:off x="684966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49" name="01_find_only_1748">
            <a:extLst>
              <a:ext uri="{FF2B5EF4-FFF2-40B4-BE49-F238E27FC236}">
                <a16:creationId xmlns:a16="http://schemas.microsoft.com/office/drawing/2014/main" id="{7A9A4D83-4B30-4BB8-B0B2-33F3DEA27098}"/>
              </a:ext>
            </a:extLst>
          </p:cNvPr>
          <p:cNvSpPr>
            <a:spLocks noGrp="1"/>
          </p:cNvSpPr>
          <p:nvPr/>
        </p:nvSpPr>
        <p:spPr>
          <a:xfrm>
            <a:off x="690271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50" name="01_find_only_1749">
            <a:extLst>
              <a:ext uri="{FF2B5EF4-FFF2-40B4-BE49-F238E27FC236}">
                <a16:creationId xmlns:a16="http://schemas.microsoft.com/office/drawing/2014/main" id="{965CD55A-F760-45A3-9B94-410406F67FE1}"/>
              </a:ext>
            </a:extLst>
          </p:cNvPr>
          <p:cNvSpPr>
            <a:spLocks noGrp="1"/>
          </p:cNvSpPr>
          <p:nvPr/>
        </p:nvSpPr>
        <p:spPr>
          <a:xfrm>
            <a:off x="687356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51" name="01_find_only_1750">
            <a:extLst>
              <a:ext uri="{FF2B5EF4-FFF2-40B4-BE49-F238E27FC236}">
                <a16:creationId xmlns:a16="http://schemas.microsoft.com/office/drawing/2014/main" id="{AB6BA385-ECDE-4EF7-B377-FE9E9985B104}"/>
              </a:ext>
            </a:extLst>
          </p:cNvPr>
          <p:cNvSpPr>
            <a:spLocks noGrp="1"/>
          </p:cNvSpPr>
          <p:nvPr/>
        </p:nvSpPr>
        <p:spPr>
          <a:xfrm>
            <a:off x="689921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52" name="01_find_only_1751">
            <a:extLst>
              <a:ext uri="{FF2B5EF4-FFF2-40B4-BE49-F238E27FC236}">
                <a16:creationId xmlns:a16="http://schemas.microsoft.com/office/drawing/2014/main" id="{F81FBD6B-0239-475B-B9EF-AAA8554E05CA}"/>
              </a:ext>
            </a:extLst>
          </p:cNvPr>
          <p:cNvSpPr>
            <a:spLocks noGrp="1"/>
          </p:cNvSpPr>
          <p:nvPr/>
        </p:nvSpPr>
        <p:spPr>
          <a:xfrm>
            <a:off x="6813331" y="403848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53" name="01_find_only_1752">
            <a:extLst>
              <a:ext uri="{FF2B5EF4-FFF2-40B4-BE49-F238E27FC236}">
                <a16:creationId xmlns:a16="http://schemas.microsoft.com/office/drawing/2014/main" id="{23074B81-CBBA-42B8-AF9D-31F604FE00BC}"/>
              </a:ext>
            </a:extLst>
          </p:cNvPr>
          <p:cNvSpPr>
            <a:spLocks noGrp="1"/>
          </p:cNvSpPr>
          <p:nvPr/>
        </p:nvSpPr>
        <p:spPr>
          <a:xfrm>
            <a:off x="689202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54" name="01_find_only_1753">
            <a:extLst>
              <a:ext uri="{FF2B5EF4-FFF2-40B4-BE49-F238E27FC236}">
                <a16:creationId xmlns:a16="http://schemas.microsoft.com/office/drawing/2014/main" id="{062B4940-34F3-4CA7-B5DA-9B4B2E3B6207}"/>
              </a:ext>
            </a:extLst>
          </p:cNvPr>
          <p:cNvSpPr>
            <a:spLocks noGrp="1"/>
          </p:cNvSpPr>
          <p:nvPr/>
        </p:nvSpPr>
        <p:spPr>
          <a:xfrm>
            <a:off x="6879200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55" name="01_find_only_1754">
            <a:extLst>
              <a:ext uri="{FF2B5EF4-FFF2-40B4-BE49-F238E27FC236}">
                <a16:creationId xmlns:a16="http://schemas.microsoft.com/office/drawing/2014/main" id="{64194ED8-7F81-477B-9802-BCB40A536DD0}"/>
              </a:ext>
            </a:extLst>
          </p:cNvPr>
          <p:cNvSpPr>
            <a:spLocks noGrp="1"/>
          </p:cNvSpPr>
          <p:nvPr/>
        </p:nvSpPr>
        <p:spPr>
          <a:xfrm>
            <a:off x="684568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56" name="01_find_only_1755">
            <a:extLst>
              <a:ext uri="{FF2B5EF4-FFF2-40B4-BE49-F238E27FC236}">
                <a16:creationId xmlns:a16="http://schemas.microsoft.com/office/drawing/2014/main" id="{EBDEF400-2F8E-410F-B6F5-5987088AE9B2}"/>
              </a:ext>
            </a:extLst>
          </p:cNvPr>
          <p:cNvSpPr>
            <a:spLocks noGrp="1"/>
          </p:cNvSpPr>
          <p:nvPr/>
        </p:nvSpPr>
        <p:spPr>
          <a:xfrm>
            <a:off x="688298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57" name="01_find_only_1756">
            <a:extLst>
              <a:ext uri="{FF2B5EF4-FFF2-40B4-BE49-F238E27FC236}">
                <a16:creationId xmlns:a16="http://schemas.microsoft.com/office/drawing/2014/main" id="{586A795F-8383-4112-B26B-C0973EBA77B7}"/>
              </a:ext>
            </a:extLst>
          </p:cNvPr>
          <p:cNvSpPr>
            <a:spLocks noGrp="1"/>
          </p:cNvSpPr>
          <p:nvPr/>
        </p:nvSpPr>
        <p:spPr>
          <a:xfrm>
            <a:off x="6903196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58" name="01_find_only_1757">
            <a:extLst>
              <a:ext uri="{FF2B5EF4-FFF2-40B4-BE49-F238E27FC236}">
                <a16:creationId xmlns:a16="http://schemas.microsoft.com/office/drawing/2014/main" id="{7CC6F930-1460-4DDF-92A6-8C5E28E414B1}"/>
              </a:ext>
            </a:extLst>
          </p:cNvPr>
          <p:cNvSpPr>
            <a:spLocks noGrp="1"/>
          </p:cNvSpPr>
          <p:nvPr/>
        </p:nvSpPr>
        <p:spPr>
          <a:xfrm>
            <a:off x="6872788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59" name="01_find_only_1758">
            <a:extLst>
              <a:ext uri="{FF2B5EF4-FFF2-40B4-BE49-F238E27FC236}">
                <a16:creationId xmlns:a16="http://schemas.microsoft.com/office/drawing/2014/main" id="{4680CEB2-FCC4-4B4F-BEBD-698C31A95CB7}"/>
              </a:ext>
            </a:extLst>
          </p:cNvPr>
          <p:cNvSpPr>
            <a:spLocks noGrp="1"/>
          </p:cNvSpPr>
          <p:nvPr/>
        </p:nvSpPr>
        <p:spPr>
          <a:xfrm>
            <a:off x="688026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60" name="01_find_only_1759">
            <a:extLst>
              <a:ext uri="{FF2B5EF4-FFF2-40B4-BE49-F238E27FC236}">
                <a16:creationId xmlns:a16="http://schemas.microsoft.com/office/drawing/2014/main" id="{9CD7CEAF-1678-41CB-8B4E-F4F65AA05399}"/>
              </a:ext>
            </a:extLst>
          </p:cNvPr>
          <p:cNvSpPr>
            <a:spLocks noGrp="1"/>
          </p:cNvSpPr>
          <p:nvPr/>
        </p:nvSpPr>
        <p:spPr>
          <a:xfrm>
            <a:off x="687939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61" name="01_find_only_1760">
            <a:extLst>
              <a:ext uri="{FF2B5EF4-FFF2-40B4-BE49-F238E27FC236}">
                <a16:creationId xmlns:a16="http://schemas.microsoft.com/office/drawing/2014/main" id="{7F5619D5-EB1A-433A-97AB-BA956F092B66}"/>
              </a:ext>
            </a:extLst>
          </p:cNvPr>
          <p:cNvSpPr>
            <a:spLocks noGrp="1"/>
          </p:cNvSpPr>
          <p:nvPr/>
        </p:nvSpPr>
        <p:spPr>
          <a:xfrm>
            <a:off x="686385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62" name="01_find_only_1761">
            <a:extLst>
              <a:ext uri="{FF2B5EF4-FFF2-40B4-BE49-F238E27FC236}">
                <a16:creationId xmlns:a16="http://schemas.microsoft.com/office/drawing/2014/main" id="{7B1CADB8-14B7-482F-8CBD-4ADA63C293EF}"/>
              </a:ext>
            </a:extLst>
          </p:cNvPr>
          <p:cNvSpPr>
            <a:spLocks noGrp="1"/>
          </p:cNvSpPr>
          <p:nvPr/>
        </p:nvSpPr>
        <p:spPr>
          <a:xfrm>
            <a:off x="6836744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63" name="01_find_only_1762">
            <a:extLst>
              <a:ext uri="{FF2B5EF4-FFF2-40B4-BE49-F238E27FC236}">
                <a16:creationId xmlns:a16="http://schemas.microsoft.com/office/drawing/2014/main" id="{DF3893CC-D394-4E50-95FB-824A607D7AC2}"/>
              </a:ext>
            </a:extLst>
          </p:cNvPr>
          <p:cNvSpPr>
            <a:spLocks noGrp="1"/>
          </p:cNvSpPr>
          <p:nvPr/>
        </p:nvSpPr>
        <p:spPr>
          <a:xfrm>
            <a:off x="689639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64" name="01_find_only_1763">
            <a:extLst>
              <a:ext uri="{FF2B5EF4-FFF2-40B4-BE49-F238E27FC236}">
                <a16:creationId xmlns:a16="http://schemas.microsoft.com/office/drawing/2014/main" id="{98769760-DAF5-4551-A023-FBA40D20AA58}"/>
              </a:ext>
            </a:extLst>
          </p:cNvPr>
          <p:cNvSpPr>
            <a:spLocks noGrp="1"/>
          </p:cNvSpPr>
          <p:nvPr/>
        </p:nvSpPr>
        <p:spPr>
          <a:xfrm>
            <a:off x="6826447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65" name="01_find_only_1764">
            <a:extLst>
              <a:ext uri="{FF2B5EF4-FFF2-40B4-BE49-F238E27FC236}">
                <a16:creationId xmlns:a16="http://schemas.microsoft.com/office/drawing/2014/main" id="{BAF3A0DE-19DF-4500-B53B-9024E33489B2}"/>
              </a:ext>
            </a:extLst>
          </p:cNvPr>
          <p:cNvSpPr>
            <a:spLocks noGrp="1"/>
          </p:cNvSpPr>
          <p:nvPr/>
        </p:nvSpPr>
        <p:spPr>
          <a:xfrm>
            <a:off x="682567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66" name="01_find_only_1765">
            <a:extLst>
              <a:ext uri="{FF2B5EF4-FFF2-40B4-BE49-F238E27FC236}">
                <a16:creationId xmlns:a16="http://schemas.microsoft.com/office/drawing/2014/main" id="{9615C1E6-BE93-4CBB-BDDE-130AB704735E}"/>
              </a:ext>
            </a:extLst>
          </p:cNvPr>
          <p:cNvSpPr>
            <a:spLocks noGrp="1"/>
          </p:cNvSpPr>
          <p:nvPr/>
        </p:nvSpPr>
        <p:spPr>
          <a:xfrm>
            <a:off x="683004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67" name="01_find_only_1766">
            <a:extLst>
              <a:ext uri="{FF2B5EF4-FFF2-40B4-BE49-F238E27FC236}">
                <a16:creationId xmlns:a16="http://schemas.microsoft.com/office/drawing/2014/main" id="{5AF68C21-EB10-49AD-AFA6-ED746F126050}"/>
              </a:ext>
            </a:extLst>
          </p:cNvPr>
          <p:cNvSpPr>
            <a:spLocks noGrp="1"/>
          </p:cNvSpPr>
          <p:nvPr/>
        </p:nvSpPr>
        <p:spPr>
          <a:xfrm>
            <a:off x="6897756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68" name="01_find_only_1767">
            <a:extLst>
              <a:ext uri="{FF2B5EF4-FFF2-40B4-BE49-F238E27FC236}">
                <a16:creationId xmlns:a16="http://schemas.microsoft.com/office/drawing/2014/main" id="{F950E816-0A34-4FE7-9BC6-5F9D1509F811}"/>
              </a:ext>
            </a:extLst>
          </p:cNvPr>
          <p:cNvSpPr>
            <a:spLocks noGrp="1"/>
          </p:cNvSpPr>
          <p:nvPr/>
        </p:nvSpPr>
        <p:spPr>
          <a:xfrm>
            <a:off x="688745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69" name="01_find_only_1768">
            <a:extLst>
              <a:ext uri="{FF2B5EF4-FFF2-40B4-BE49-F238E27FC236}">
                <a16:creationId xmlns:a16="http://schemas.microsoft.com/office/drawing/2014/main" id="{E4299AD7-5812-488D-AE7C-A5C9E6186222}"/>
              </a:ext>
            </a:extLst>
          </p:cNvPr>
          <p:cNvSpPr>
            <a:spLocks noGrp="1"/>
          </p:cNvSpPr>
          <p:nvPr/>
        </p:nvSpPr>
        <p:spPr>
          <a:xfrm>
            <a:off x="689163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70" name="01_find_only_1769">
            <a:extLst>
              <a:ext uri="{FF2B5EF4-FFF2-40B4-BE49-F238E27FC236}">
                <a16:creationId xmlns:a16="http://schemas.microsoft.com/office/drawing/2014/main" id="{EAB48912-B0AC-4281-8231-4C130B39C1E6}"/>
              </a:ext>
            </a:extLst>
          </p:cNvPr>
          <p:cNvSpPr>
            <a:spLocks noGrp="1"/>
          </p:cNvSpPr>
          <p:nvPr/>
        </p:nvSpPr>
        <p:spPr>
          <a:xfrm>
            <a:off x="6879588" y="32606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71" name="01_find_only_1770">
            <a:extLst>
              <a:ext uri="{FF2B5EF4-FFF2-40B4-BE49-F238E27FC236}">
                <a16:creationId xmlns:a16="http://schemas.microsoft.com/office/drawing/2014/main" id="{0B48654C-0097-48A4-9C11-23235973E06E}"/>
              </a:ext>
            </a:extLst>
          </p:cNvPr>
          <p:cNvSpPr>
            <a:spLocks noGrp="1"/>
          </p:cNvSpPr>
          <p:nvPr/>
        </p:nvSpPr>
        <p:spPr>
          <a:xfrm>
            <a:off x="688706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72" name="01_find_only_1771">
            <a:extLst>
              <a:ext uri="{FF2B5EF4-FFF2-40B4-BE49-F238E27FC236}">
                <a16:creationId xmlns:a16="http://schemas.microsoft.com/office/drawing/2014/main" id="{85F811BC-FE10-4778-B778-5B5A63EC8DB9}"/>
              </a:ext>
            </a:extLst>
          </p:cNvPr>
          <p:cNvSpPr>
            <a:spLocks noGrp="1"/>
          </p:cNvSpPr>
          <p:nvPr/>
        </p:nvSpPr>
        <p:spPr>
          <a:xfrm>
            <a:off x="689542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73" name="01_find_only_1772">
            <a:extLst>
              <a:ext uri="{FF2B5EF4-FFF2-40B4-BE49-F238E27FC236}">
                <a16:creationId xmlns:a16="http://schemas.microsoft.com/office/drawing/2014/main" id="{51E906D6-91AB-41FC-8EF9-D3CBC497A1CB}"/>
              </a:ext>
            </a:extLst>
          </p:cNvPr>
          <p:cNvSpPr>
            <a:spLocks noGrp="1"/>
          </p:cNvSpPr>
          <p:nvPr/>
        </p:nvSpPr>
        <p:spPr>
          <a:xfrm>
            <a:off x="682411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74" name="01_find_only_1773">
            <a:extLst>
              <a:ext uri="{FF2B5EF4-FFF2-40B4-BE49-F238E27FC236}">
                <a16:creationId xmlns:a16="http://schemas.microsoft.com/office/drawing/2014/main" id="{55F5DE7A-4BD2-4861-AAE9-F04F55026338}"/>
              </a:ext>
            </a:extLst>
          </p:cNvPr>
          <p:cNvSpPr>
            <a:spLocks noGrp="1"/>
          </p:cNvSpPr>
          <p:nvPr/>
        </p:nvSpPr>
        <p:spPr>
          <a:xfrm>
            <a:off x="683179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75" name="01_find_only_1774">
            <a:extLst>
              <a:ext uri="{FF2B5EF4-FFF2-40B4-BE49-F238E27FC236}">
                <a16:creationId xmlns:a16="http://schemas.microsoft.com/office/drawing/2014/main" id="{9A0533A4-4DF4-400A-BEEC-050FB2278EFA}"/>
              </a:ext>
            </a:extLst>
          </p:cNvPr>
          <p:cNvSpPr>
            <a:spLocks noGrp="1"/>
          </p:cNvSpPr>
          <p:nvPr/>
        </p:nvSpPr>
        <p:spPr>
          <a:xfrm>
            <a:off x="6877937" y="40012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76" name="01_find_only_1775">
            <a:extLst>
              <a:ext uri="{FF2B5EF4-FFF2-40B4-BE49-F238E27FC236}">
                <a16:creationId xmlns:a16="http://schemas.microsoft.com/office/drawing/2014/main" id="{25784EDC-EA36-4064-A84D-AF45D7822736}"/>
              </a:ext>
            </a:extLst>
          </p:cNvPr>
          <p:cNvSpPr>
            <a:spLocks noGrp="1"/>
          </p:cNvSpPr>
          <p:nvPr/>
        </p:nvSpPr>
        <p:spPr>
          <a:xfrm>
            <a:off x="682907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77" name="01_find_only_1776">
            <a:extLst>
              <a:ext uri="{FF2B5EF4-FFF2-40B4-BE49-F238E27FC236}">
                <a16:creationId xmlns:a16="http://schemas.microsoft.com/office/drawing/2014/main" id="{8E1EBDBC-83EE-4F4A-8A68-5C70A9E0C9DC}"/>
              </a:ext>
            </a:extLst>
          </p:cNvPr>
          <p:cNvSpPr>
            <a:spLocks noGrp="1"/>
          </p:cNvSpPr>
          <p:nvPr/>
        </p:nvSpPr>
        <p:spPr>
          <a:xfrm>
            <a:off x="6838493" y="345121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78" name="01_find_only_1777">
            <a:extLst>
              <a:ext uri="{FF2B5EF4-FFF2-40B4-BE49-F238E27FC236}">
                <a16:creationId xmlns:a16="http://schemas.microsoft.com/office/drawing/2014/main" id="{1FDFF9BC-88CF-4D19-842C-72917C9733C0}"/>
              </a:ext>
            </a:extLst>
          </p:cNvPr>
          <p:cNvSpPr>
            <a:spLocks noGrp="1"/>
          </p:cNvSpPr>
          <p:nvPr/>
        </p:nvSpPr>
        <p:spPr>
          <a:xfrm>
            <a:off x="682256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79" name="01_find_only_1778">
            <a:extLst>
              <a:ext uri="{FF2B5EF4-FFF2-40B4-BE49-F238E27FC236}">
                <a16:creationId xmlns:a16="http://schemas.microsoft.com/office/drawing/2014/main" id="{68865238-0CD2-4C0F-80DB-2F4D477CA93B}"/>
              </a:ext>
            </a:extLst>
          </p:cNvPr>
          <p:cNvSpPr>
            <a:spLocks noGrp="1"/>
          </p:cNvSpPr>
          <p:nvPr/>
        </p:nvSpPr>
        <p:spPr>
          <a:xfrm>
            <a:off x="683285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80" name="01_find_only_1779">
            <a:extLst>
              <a:ext uri="{FF2B5EF4-FFF2-40B4-BE49-F238E27FC236}">
                <a16:creationId xmlns:a16="http://schemas.microsoft.com/office/drawing/2014/main" id="{5CEB71CD-90E5-4FC2-A153-DC9B37346652}"/>
              </a:ext>
            </a:extLst>
          </p:cNvPr>
          <p:cNvSpPr>
            <a:spLocks noGrp="1"/>
          </p:cNvSpPr>
          <p:nvPr/>
        </p:nvSpPr>
        <p:spPr>
          <a:xfrm>
            <a:off x="6836648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81" name="01_find_only_1780">
            <a:extLst>
              <a:ext uri="{FF2B5EF4-FFF2-40B4-BE49-F238E27FC236}">
                <a16:creationId xmlns:a16="http://schemas.microsoft.com/office/drawing/2014/main" id="{92A7BC7C-FDD9-4F9F-B9CF-C89054FF70D0}"/>
              </a:ext>
            </a:extLst>
          </p:cNvPr>
          <p:cNvSpPr>
            <a:spLocks noGrp="1"/>
          </p:cNvSpPr>
          <p:nvPr/>
        </p:nvSpPr>
        <p:spPr>
          <a:xfrm>
            <a:off x="689697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82" name="01_find_only_1781">
            <a:extLst>
              <a:ext uri="{FF2B5EF4-FFF2-40B4-BE49-F238E27FC236}">
                <a16:creationId xmlns:a16="http://schemas.microsoft.com/office/drawing/2014/main" id="{BDDA5B54-1393-462B-9F8F-883B5E2455E9}"/>
              </a:ext>
            </a:extLst>
          </p:cNvPr>
          <p:cNvSpPr>
            <a:spLocks noGrp="1"/>
          </p:cNvSpPr>
          <p:nvPr/>
        </p:nvSpPr>
        <p:spPr>
          <a:xfrm>
            <a:off x="685578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83" name="01_find_only_1782">
            <a:extLst>
              <a:ext uri="{FF2B5EF4-FFF2-40B4-BE49-F238E27FC236}">
                <a16:creationId xmlns:a16="http://schemas.microsoft.com/office/drawing/2014/main" id="{D8AFC0A5-6DDB-4E26-A174-58103B3EB595}"/>
              </a:ext>
            </a:extLst>
          </p:cNvPr>
          <p:cNvSpPr>
            <a:spLocks noGrp="1"/>
          </p:cNvSpPr>
          <p:nvPr/>
        </p:nvSpPr>
        <p:spPr>
          <a:xfrm>
            <a:off x="682411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84" name="01_find_only_1783">
            <a:extLst>
              <a:ext uri="{FF2B5EF4-FFF2-40B4-BE49-F238E27FC236}">
                <a16:creationId xmlns:a16="http://schemas.microsoft.com/office/drawing/2014/main" id="{DC64C32B-E61B-40ED-BA87-4C08061DB399}"/>
              </a:ext>
            </a:extLst>
          </p:cNvPr>
          <p:cNvSpPr>
            <a:spLocks noGrp="1"/>
          </p:cNvSpPr>
          <p:nvPr/>
        </p:nvSpPr>
        <p:spPr>
          <a:xfrm>
            <a:off x="6838202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85" name="01_find_only_1784">
            <a:extLst>
              <a:ext uri="{FF2B5EF4-FFF2-40B4-BE49-F238E27FC236}">
                <a16:creationId xmlns:a16="http://schemas.microsoft.com/office/drawing/2014/main" id="{5FFD98D4-6697-47C7-B362-9083C3682DE0}"/>
              </a:ext>
            </a:extLst>
          </p:cNvPr>
          <p:cNvSpPr>
            <a:spLocks noGrp="1"/>
          </p:cNvSpPr>
          <p:nvPr/>
        </p:nvSpPr>
        <p:spPr>
          <a:xfrm>
            <a:off x="6891927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86" name="01_find_only_1785">
            <a:extLst>
              <a:ext uri="{FF2B5EF4-FFF2-40B4-BE49-F238E27FC236}">
                <a16:creationId xmlns:a16="http://schemas.microsoft.com/office/drawing/2014/main" id="{A5AF49A2-016A-4F92-B1AC-765522D5115A}"/>
              </a:ext>
            </a:extLst>
          </p:cNvPr>
          <p:cNvSpPr>
            <a:spLocks noGrp="1"/>
          </p:cNvSpPr>
          <p:nvPr/>
        </p:nvSpPr>
        <p:spPr>
          <a:xfrm>
            <a:off x="687356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87" name="01_find_only_1786">
            <a:extLst>
              <a:ext uri="{FF2B5EF4-FFF2-40B4-BE49-F238E27FC236}">
                <a16:creationId xmlns:a16="http://schemas.microsoft.com/office/drawing/2014/main" id="{3C8416C7-9FCB-43B0-A720-521746B49DE8}"/>
              </a:ext>
            </a:extLst>
          </p:cNvPr>
          <p:cNvSpPr>
            <a:spLocks noGrp="1"/>
          </p:cNvSpPr>
          <p:nvPr/>
        </p:nvSpPr>
        <p:spPr>
          <a:xfrm>
            <a:off x="689153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88" name="01_find_only_1787">
            <a:extLst>
              <a:ext uri="{FF2B5EF4-FFF2-40B4-BE49-F238E27FC236}">
                <a16:creationId xmlns:a16="http://schemas.microsoft.com/office/drawing/2014/main" id="{D269ED94-653A-45EB-B807-6622866F04A0}"/>
              </a:ext>
            </a:extLst>
          </p:cNvPr>
          <p:cNvSpPr>
            <a:spLocks noGrp="1"/>
          </p:cNvSpPr>
          <p:nvPr/>
        </p:nvSpPr>
        <p:spPr>
          <a:xfrm>
            <a:off x="683004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89" name="01_find_only_1788">
            <a:extLst>
              <a:ext uri="{FF2B5EF4-FFF2-40B4-BE49-F238E27FC236}">
                <a16:creationId xmlns:a16="http://schemas.microsoft.com/office/drawing/2014/main" id="{1C6A47C8-B48D-415E-B351-935A2EBCE558}"/>
              </a:ext>
            </a:extLst>
          </p:cNvPr>
          <p:cNvSpPr>
            <a:spLocks noGrp="1"/>
          </p:cNvSpPr>
          <p:nvPr/>
        </p:nvSpPr>
        <p:spPr>
          <a:xfrm>
            <a:off x="6848306" y="397725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90" name="01_find_only_1789">
            <a:extLst>
              <a:ext uri="{FF2B5EF4-FFF2-40B4-BE49-F238E27FC236}">
                <a16:creationId xmlns:a16="http://schemas.microsoft.com/office/drawing/2014/main" id="{55809DFE-6945-466E-B0AB-99639AD62C0C}"/>
              </a:ext>
            </a:extLst>
          </p:cNvPr>
          <p:cNvSpPr>
            <a:spLocks noGrp="1"/>
          </p:cNvSpPr>
          <p:nvPr/>
        </p:nvSpPr>
        <p:spPr>
          <a:xfrm>
            <a:off x="6892218" y="40940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91" name="01_find_only_1790">
            <a:extLst>
              <a:ext uri="{FF2B5EF4-FFF2-40B4-BE49-F238E27FC236}">
                <a16:creationId xmlns:a16="http://schemas.microsoft.com/office/drawing/2014/main" id="{C248D17E-60C8-4832-BE5C-B1EA4ABD548F}"/>
              </a:ext>
            </a:extLst>
          </p:cNvPr>
          <p:cNvSpPr>
            <a:spLocks noGrp="1"/>
          </p:cNvSpPr>
          <p:nvPr/>
        </p:nvSpPr>
        <p:spPr>
          <a:xfrm>
            <a:off x="689231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92" name="01_find_only_1791">
            <a:extLst>
              <a:ext uri="{FF2B5EF4-FFF2-40B4-BE49-F238E27FC236}">
                <a16:creationId xmlns:a16="http://schemas.microsoft.com/office/drawing/2014/main" id="{68E07BB0-C92D-47C6-A3B2-DAAE35639858}"/>
              </a:ext>
            </a:extLst>
          </p:cNvPr>
          <p:cNvSpPr>
            <a:spLocks noGrp="1"/>
          </p:cNvSpPr>
          <p:nvPr/>
        </p:nvSpPr>
        <p:spPr>
          <a:xfrm>
            <a:off x="688629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93" name="01_find_only_1792">
            <a:extLst>
              <a:ext uri="{FF2B5EF4-FFF2-40B4-BE49-F238E27FC236}">
                <a16:creationId xmlns:a16="http://schemas.microsoft.com/office/drawing/2014/main" id="{F080CC35-10D7-4469-B221-E72E57F48AA4}"/>
              </a:ext>
            </a:extLst>
          </p:cNvPr>
          <p:cNvSpPr>
            <a:spLocks noGrp="1"/>
          </p:cNvSpPr>
          <p:nvPr/>
        </p:nvSpPr>
        <p:spPr>
          <a:xfrm>
            <a:off x="6894841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94" name="01_find_only_1793">
            <a:extLst>
              <a:ext uri="{FF2B5EF4-FFF2-40B4-BE49-F238E27FC236}">
                <a16:creationId xmlns:a16="http://schemas.microsoft.com/office/drawing/2014/main" id="{06904741-EA5D-49F7-8812-6D2855CF7603}"/>
              </a:ext>
            </a:extLst>
          </p:cNvPr>
          <p:cNvSpPr>
            <a:spLocks noGrp="1"/>
          </p:cNvSpPr>
          <p:nvPr/>
        </p:nvSpPr>
        <p:spPr>
          <a:xfrm>
            <a:off x="6838979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95" name="01_find_only_1794">
            <a:extLst>
              <a:ext uri="{FF2B5EF4-FFF2-40B4-BE49-F238E27FC236}">
                <a16:creationId xmlns:a16="http://schemas.microsoft.com/office/drawing/2014/main" id="{FE03800F-8200-41AF-9E20-3FDB2E636974}"/>
              </a:ext>
            </a:extLst>
          </p:cNvPr>
          <p:cNvSpPr>
            <a:spLocks noGrp="1"/>
          </p:cNvSpPr>
          <p:nvPr/>
        </p:nvSpPr>
        <p:spPr>
          <a:xfrm>
            <a:off x="682430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96" name="01_find_only_1795">
            <a:extLst>
              <a:ext uri="{FF2B5EF4-FFF2-40B4-BE49-F238E27FC236}">
                <a16:creationId xmlns:a16="http://schemas.microsoft.com/office/drawing/2014/main" id="{1E7BB4CD-D057-453E-B127-DB936EC4EA18}"/>
              </a:ext>
            </a:extLst>
          </p:cNvPr>
          <p:cNvSpPr>
            <a:spLocks noGrp="1"/>
          </p:cNvSpPr>
          <p:nvPr/>
        </p:nvSpPr>
        <p:spPr>
          <a:xfrm>
            <a:off x="688085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97" name="01_find_only_1796">
            <a:extLst>
              <a:ext uri="{FF2B5EF4-FFF2-40B4-BE49-F238E27FC236}">
                <a16:creationId xmlns:a16="http://schemas.microsoft.com/office/drawing/2014/main" id="{8D7780C0-FFDD-442D-BDE9-6A80850664FB}"/>
              </a:ext>
            </a:extLst>
          </p:cNvPr>
          <p:cNvSpPr>
            <a:spLocks noGrp="1"/>
          </p:cNvSpPr>
          <p:nvPr/>
        </p:nvSpPr>
        <p:spPr>
          <a:xfrm>
            <a:off x="681974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98" name="01_find_only_1797">
            <a:extLst>
              <a:ext uri="{FF2B5EF4-FFF2-40B4-BE49-F238E27FC236}">
                <a16:creationId xmlns:a16="http://schemas.microsoft.com/office/drawing/2014/main" id="{94A2249A-1A2F-499C-BDE9-E45C4106E9C7}"/>
              </a:ext>
            </a:extLst>
          </p:cNvPr>
          <p:cNvSpPr>
            <a:spLocks noGrp="1"/>
          </p:cNvSpPr>
          <p:nvPr/>
        </p:nvSpPr>
        <p:spPr>
          <a:xfrm>
            <a:off x="682586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799" name="01_find_only_1798">
            <a:extLst>
              <a:ext uri="{FF2B5EF4-FFF2-40B4-BE49-F238E27FC236}">
                <a16:creationId xmlns:a16="http://schemas.microsoft.com/office/drawing/2014/main" id="{F3B92B89-475B-414E-B28A-FC5673D70970}"/>
              </a:ext>
            </a:extLst>
          </p:cNvPr>
          <p:cNvSpPr>
            <a:spLocks noGrp="1"/>
          </p:cNvSpPr>
          <p:nvPr/>
        </p:nvSpPr>
        <p:spPr>
          <a:xfrm>
            <a:off x="6883280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00" name="01_find_only_1799">
            <a:extLst>
              <a:ext uri="{FF2B5EF4-FFF2-40B4-BE49-F238E27FC236}">
                <a16:creationId xmlns:a16="http://schemas.microsoft.com/office/drawing/2014/main" id="{17EE95E3-00FB-41A3-B50A-F80794A3C3CA}"/>
              </a:ext>
            </a:extLst>
          </p:cNvPr>
          <p:cNvSpPr>
            <a:spLocks noGrp="1"/>
          </p:cNvSpPr>
          <p:nvPr/>
        </p:nvSpPr>
        <p:spPr>
          <a:xfrm>
            <a:off x="682061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01" name="01_find_only_1800">
            <a:extLst>
              <a:ext uri="{FF2B5EF4-FFF2-40B4-BE49-F238E27FC236}">
                <a16:creationId xmlns:a16="http://schemas.microsoft.com/office/drawing/2014/main" id="{8B6688DA-B24A-4B54-9570-860BB430D119}"/>
              </a:ext>
            </a:extLst>
          </p:cNvPr>
          <p:cNvSpPr>
            <a:spLocks noGrp="1"/>
          </p:cNvSpPr>
          <p:nvPr/>
        </p:nvSpPr>
        <p:spPr>
          <a:xfrm>
            <a:off x="690193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02" name="01_find_only_1801">
            <a:extLst>
              <a:ext uri="{FF2B5EF4-FFF2-40B4-BE49-F238E27FC236}">
                <a16:creationId xmlns:a16="http://schemas.microsoft.com/office/drawing/2014/main" id="{CCD14943-9DCE-4420-91A8-C1A6C6B2E049}"/>
              </a:ext>
            </a:extLst>
          </p:cNvPr>
          <p:cNvSpPr>
            <a:spLocks noGrp="1"/>
          </p:cNvSpPr>
          <p:nvPr/>
        </p:nvSpPr>
        <p:spPr>
          <a:xfrm>
            <a:off x="688706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03" name="01_find_only_1802">
            <a:extLst>
              <a:ext uri="{FF2B5EF4-FFF2-40B4-BE49-F238E27FC236}">
                <a16:creationId xmlns:a16="http://schemas.microsoft.com/office/drawing/2014/main" id="{CD7A4530-F799-4C8B-B376-11F775B525AC}"/>
              </a:ext>
            </a:extLst>
          </p:cNvPr>
          <p:cNvSpPr>
            <a:spLocks noGrp="1"/>
          </p:cNvSpPr>
          <p:nvPr/>
        </p:nvSpPr>
        <p:spPr>
          <a:xfrm>
            <a:off x="6851900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04" name="01_find_only_1803">
            <a:extLst>
              <a:ext uri="{FF2B5EF4-FFF2-40B4-BE49-F238E27FC236}">
                <a16:creationId xmlns:a16="http://schemas.microsoft.com/office/drawing/2014/main" id="{BEE0B3B2-360C-492B-B880-BFC4AC7C204B}"/>
              </a:ext>
            </a:extLst>
          </p:cNvPr>
          <p:cNvSpPr>
            <a:spLocks noGrp="1"/>
          </p:cNvSpPr>
          <p:nvPr/>
        </p:nvSpPr>
        <p:spPr>
          <a:xfrm>
            <a:off x="683548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05" name="01_find_only_1804">
            <a:extLst>
              <a:ext uri="{FF2B5EF4-FFF2-40B4-BE49-F238E27FC236}">
                <a16:creationId xmlns:a16="http://schemas.microsoft.com/office/drawing/2014/main" id="{7645E4F8-5AB1-4A59-89E4-467ABC570FCC}"/>
              </a:ext>
            </a:extLst>
          </p:cNvPr>
          <p:cNvSpPr>
            <a:spLocks noGrp="1"/>
          </p:cNvSpPr>
          <p:nvPr/>
        </p:nvSpPr>
        <p:spPr>
          <a:xfrm>
            <a:off x="6900475" y="318613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06" name="01_find_only_1805">
            <a:extLst>
              <a:ext uri="{FF2B5EF4-FFF2-40B4-BE49-F238E27FC236}">
                <a16:creationId xmlns:a16="http://schemas.microsoft.com/office/drawing/2014/main" id="{D15C6E9B-DD07-42A1-8CF8-226C93D0398B}"/>
              </a:ext>
            </a:extLst>
          </p:cNvPr>
          <p:cNvSpPr>
            <a:spLocks noGrp="1"/>
          </p:cNvSpPr>
          <p:nvPr/>
        </p:nvSpPr>
        <p:spPr>
          <a:xfrm>
            <a:off x="6904654" y="32774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07" name="01_find_only_1806">
            <a:extLst>
              <a:ext uri="{FF2B5EF4-FFF2-40B4-BE49-F238E27FC236}">
                <a16:creationId xmlns:a16="http://schemas.microsoft.com/office/drawing/2014/main" id="{39FDD699-F09D-4946-A983-D9CAF3E29664}"/>
              </a:ext>
            </a:extLst>
          </p:cNvPr>
          <p:cNvSpPr>
            <a:spLocks noGrp="1"/>
          </p:cNvSpPr>
          <p:nvPr/>
        </p:nvSpPr>
        <p:spPr>
          <a:xfrm>
            <a:off x="686938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08" name="01_find_only_1807">
            <a:extLst>
              <a:ext uri="{FF2B5EF4-FFF2-40B4-BE49-F238E27FC236}">
                <a16:creationId xmlns:a16="http://schemas.microsoft.com/office/drawing/2014/main" id="{AC21011B-67EC-48EE-B8D1-D0E5E72F8E27}"/>
              </a:ext>
            </a:extLst>
          </p:cNvPr>
          <p:cNvSpPr>
            <a:spLocks noGrp="1"/>
          </p:cNvSpPr>
          <p:nvPr/>
        </p:nvSpPr>
        <p:spPr>
          <a:xfrm>
            <a:off x="689153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09" name="01_find_only_1808">
            <a:extLst>
              <a:ext uri="{FF2B5EF4-FFF2-40B4-BE49-F238E27FC236}">
                <a16:creationId xmlns:a16="http://schemas.microsoft.com/office/drawing/2014/main" id="{1226AAC0-5054-4A0D-B4B5-AEDA18099AC8}"/>
              </a:ext>
            </a:extLst>
          </p:cNvPr>
          <p:cNvSpPr>
            <a:spLocks noGrp="1"/>
          </p:cNvSpPr>
          <p:nvPr/>
        </p:nvSpPr>
        <p:spPr>
          <a:xfrm>
            <a:off x="6823435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10" name="01_find_only_1809">
            <a:extLst>
              <a:ext uri="{FF2B5EF4-FFF2-40B4-BE49-F238E27FC236}">
                <a16:creationId xmlns:a16="http://schemas.microsoft.com/office/drawing/2014/main" id="{A517270C-6E1E-41B3-B32D-A1053C03AEC2}"/>
              </a:ext>
            </a:extLst>
          </p:cNvPr>
          <p:cNvSpPr>
            <a:spLocks noGrp="1"/>
          </p:cNvSpPr>
          <p:nvPr/>
        </p:nvSpPr>
        <p:spPr>
          <a:xfrm>
            <a:off x="685083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11" name="01_find_only_1810">
            <a:extLst>
              <a:ext uri="{FF2B5EF4-FFF2-40B4-BE49-F238E27FC236}">
                <a16:creationId xmlns:a16="http://schemas.microsoft.com/office/drawing/2014/main" id="{03E28E15-B2E4-4B6E-9FCA-56D0B91F1640}"/>
              </a:ext>
            </a:extLst>
          </p:cNvPr>
          <p:cNvSpPr>
            <a:spLocks noGrp="1"/>
          </p:cNvSpPr>
          <p:nvPr/>
        </p:nvSpPr>
        <p:spPr>
          <a:xfrm>
            <a:off x="688551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12" name="01_find_only_1811">
            <a:extLst>
              <a:ext uri="{FF2B5EF4-FFF2-40B4-BE49-F238E27FC236}">
                <a16:creationId xmlns:a16="http://schemas.microsoft.com/office/drawing/2014/main" id="{A29E09EB-2029-449D-8B61-CAA852659D37}"/>
              </a:ext>
            </a:extLst>
          </p:cNvPr>
          <p:cNvSpPr>
            <a:spLocks noGrp="1"/>
          </p:cNvSpPr>
          <p:nvPr/>
        </p:nvSpPr>
        <p:spPr>
          <a:xfrm>
            <a:off x="6817509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13" name="01_find_only_1812">
            <a:extLst>
              <a:ext uri="{FF2B5EF4-FFF2-40B4-BE49-F238E27FC236}">
                <a16:creationId xmlns:a16="http://schemas.microsoft.com/office/drawing/2014/main" id="{B7AA90CD-7900-4936-B68A-46B2B4A6308D}"/>
              </a:ext>
            </a:extLst>
          </p:cNvPr>
          <p:cNvSpPr>
            <a:spLocks noGrp="1"/>
          </p:cNvSpPr>
          <p:nvPr/>
        </p:nvSpPr>
        <p:spPr>
          <a:xfrm>
            <a:off x="681401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14" name="01_find_only_1813">
            <a:extLst>
              <a:ext uri="{FF2B5EF4-FFF2-40B4-BE49-F238E27FC236}">
                <a16:creationId xmlns:a16="http://schemas.microsoft.com/office/drawing/2014/main" id="{97E1DAD7-D438-450C-ABF5-69E926D5B7A4}"/>
              </a:ext>
            </a:extLst>
          </p:cNvPr>
          <p:cNvSpPr>
            <a:spLocks noGrp="1"/>
          </p:cNvSpPr>
          <p:nvPr/>
        </p:nvSpPr>
        <p:spPr>
          <a:xfrm>
            <a:off x="6871427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15" name="01_find_only_1814">
            <a:extLst>
              <a:ext uri="{FF2B5EF4-FFF2-40B4-BE49-F238E27FC236}">
                <a16:creationId xmlns:a16="http://schemas.microsoft.com/office/drawing/2014/main" id="{6D12C987-1704-49BD-818E-C7AA9A4A2732}"/>
              </a:ext>
            </a:extLst>
          </p:cNvPr>
          <p:cNvSpPr>
            <a:spLocks noGrp="1"/>
          </p:cNvSpPr>
          <p:nvPr/>
        </p:nvSpPr>
        <p:spPr>
          <a:xfrm>
            <a:off x="6899893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16" name="01_find_only_1815">
            <a:extLst>
              <a:ext uri="{FF2B5EF4-FFF2-40B4-BE49-F238E27FC236}">
                <a16:creationId xmlns:a16="http://schemas.microsoft.com/office/drawing/2014/main" id="{95D67580-F1E7-412A-BA41-FC398B5FD865}"/>
              </a:ext>
            </a:extLst>
          </p:cNvPr>
          <p:cNvSpPr>
            <a:spLocks noGrp="1"/>
          </p:cNvSpPr>
          <p:nvPr/>
        </p:nvSpPr>
        <p:spPr>
          <a:xfrm>
            <a:off x="680973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17" name="01_find_only_1816">
            <a:extLst>
              <a:ext uri="{FF2B5EF4-FFF2-40B4-BE49-F238E27FC236}">
                <a16:creationId xmlns:a16="http://schemas.microsoft.com/office/drawing/2014/main" id="{E9BC2EB1-376F-4CE5-96FD-ACAD2C9E2F96}"/>
              </a:ext>
            </a:extLst>
          </p:cNvPr>
          <p:cNvSpPr>
            <a:spLocks noGrp="1"/>
          </p:cNvSpPr>
          <p:nvPr/>
        </p:nvSpPr>
        <p:spPr>
          <a:xfrm>
            <a:off x="684772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18" name="01_find_only_1817">
            <a:extLst>
              <a:ext uri="{FF2B5EF4-FFF2-40B4-BE49-F238E27FC236}">
                <a16:creationId xmlns:a16="http://schemas.microsoft.com/office/drawing/2014/main" id="{E6AB1EA3-F2CD-4E8F-B83F-28E40E8586B1}"/>
              </a:ext>
            </a:extLst>
          </p:cNvPr>
          <p:cNvSpPr>
            <a:spLocks noGrp="1"/>
          </p:cNvSpPr>
          <p:nvPr/>
        </p:nvSpPr>
        <p:spPr>
          <a:xfrm>
            <a:off x="687890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19" name="01_find_only_1818">
            <a:extLst>
              <a:ext uri="{FF2B5EF4-FFF2-40B4-BE49-F238E27FC236}">
                <a16:creationId xmlns:a16="http://schemas.microsoft.com/office/drawing/2014/main" id="{ACC173EE-85C8-4A8C-A436-EE5B42EF8880}"/>
              </a:ext>
            </a:extLst>
          </p:cNvPr>
          <p:cNvSpPr>
            <a:spLocks noGrp="1"/>
          </p:cNvSpPr>
          <p:nvPr/>
        </p:nvSpPr>
        <p:spPr>
          <a:xfrm>
            <a:off x="684976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20" name="01_find_only_1819">
            <a:extLst>
              <a:ext uri="{FF2B5EF4-FFF2-40B4-BE49-F238E27FC236}">
                <a16:creationId xmlns:a16="http://schemas.microsoft.com/office/drawing/2014/main" id="{A67D5275-0B7D-43C4-9489-FAA65414295E}"/>
              </a:ext>
            </a:extLst>
          </p:cNvPr>
          <p:cNvSpPr>
            <a:spLocks noGrp="1"/>
          </p:cNvSpPr>
          <p:nvPr/>
        </p:nvSpPr>
        <p:spPr>
          <a:xfrm>
            <a:off x="683334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21" name="01_find_only_1820">
            <a:extLst>
              <a:ext uri="{FF2B5EF4-FFF2-40B4-BE49-F238E27FC236}">
                <a16:creationId xmlns:a16="http://schemas.microsoft.com/office/drawing/2014/main" id="{877C3685-DCB8-4D9F-B260-C1BC4B0A17AB}"/>
              </a:ext>
            </a:extLst>
          </p:cNvPr>
          <p:cNvSpPr>
            <a:spLocks noGrp="1"/>
          </p:cNvSpPr>
          <p:nvPr/>
        </p:nvSpPr>
        <p:spPr>
          <a:xfrm>
            <a:off x="687103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22" name="01_find_only_1821">
            <a:extLst>
              <a:ext uri="{FF2B5EF4-FFF2-40B4-BE49-F238E27FC236}">
                <a16:creationId xmlns:a16="http://schemas.microsoft.com/office/drawing/2014/main" id="{557E71E4-29AA-4431-BE6B-3FFC2E678ACB}"/>
              </a:ext>
            </a:extLst>
          </p:cNvPr>
          <p:cNvSpPr>
            <a:spLocks noGrp="1"/>
          </p:cNvSpPr>
          <p:nvPr/>
        </p:nvSpPr>
        <p:spPr>
          <a:xfrm>
            <a:off x="686793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23" name="01_find_only_1822">
            <a:extLst>
              <a:ext uri="{FF2B5EF4-FFF2-40B4-BE49-F238E27FC236}">
                <a16:creationId xmlns:a16="http://schemas.microsoft.com/office/drawing/2014/main" id="{6C44E816-081E-4ED2-BFB7-B44F0A8C58D6}"/>
              </a:ext>
            </a:extLst>
          </p:cNvPr>
          <p:cNvSpPr>
            <a:spLocks noGrp="1"/>
          </p:cNvSpPr>
          <p:nvPr/>
        </p:nvSpPr>
        <p:spPr>
          <a:xfrm>
            <a:off x="685617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24" name="01_find_only_1823">
            <a:extLst>
              <a:ext uri="{FF2B5EF4-FFF2-40B4-BE49-F238E27FC236}">
                <a16:creationId xmlns:a16="http://schemas.microsoft.com/office/drawing/2014/main" id="{3E17DD84-5FFE-4CB9-B45F-ED5EE011CC98}"/>
              </a:ext>
            </a:extLst>
          </p:cNvPr>
          <p:cNvSpPr>
            <a:spLocks noGrp="1"/>
          </p:cNvSpPr>
          <p:nvPr/>
        </p:nvSpPr>
        <p:spPr>
          <a:xfrm>
            <a:off x="686559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25" name="01_find_only_1824">
            <a:extLst>
              <a:ext uri="{FF2B5EF4-FFF2-40B4-BE49-F238E27FC236}">
                <a16:creationId xmlns:a16="http://schemas.microsoft.com/office/drawing/2014/main" id="{F9DFDE13-FA63-4215-9ACE-20142D55C012}"/>
              </a:ext>
            </a:extLst>
          </p:cNvPr>
          <p:cNvSpPr>
            <a:spLocks noGrp="1"/>
          </p:cNvSpPr>
          <p:nvPr/>
        </p:nvSpPr>
        <p:spPr>
          <a:xfrm>
            <a:off x="683771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26" name="01_find_only_1825">
            <a:extLst>
              <a:ext uri="{FF2B5EF4-FFF2-40B4-BE49-F238E27FC236}">
                <a16:creationId xmlns:a16="http://schemas.microsoft.com/office/drawing/2014/main" id="{6177EC96-CBBD-479F-8D7F-A9FCBAA08A1E}"/>
              </a:ext>
            </a:extLst>
          </p:cNvPr>
          <p:cNvSpPr>
            <a:spLocks noGrp="1"/>
          </p:cNvSpPr>
          <p:nvPr/>
        </p:nvSpPr>
        <p:spPr>
          <a:xfrm>
            <a:off x="685947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27" name="01_find_only_1826">
            <a:extLst>
              <a:ext uri="{FF2B5EF4-FFF2-40B4-BE49-F238E27FC236}">
                <a16:creationId xmlns:a16="http://schemas.microsoft.com/office/drawing/2014/main" id="{FFCB0C52-244A-4E51-A961-C6056F48E467}"/>
              </a:ext>
            </a:extLst>
          </p:cNvPr>
          <p:cNvSpPr>
            <a:spLocks noGrp="1"/>
          </p:cNvSpPr>
          <p:nvPr/>
        </p:nvSpPr>
        <p:spPr>
          <a:xfrm>
            <a:off x="6838688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28" name="01_find_only_1827">
            <a:extLst>
              <a:ext uri="{FF2B5EF4-FFF2-40B4-BE49-F238E27FC236}">
                <a16:creationId xmlns:a16="http://schemas.microsoft.com/office/drawing/2014/main" id="{1A95013D-DC98-443F-BCC3-85D4A5440ECD}"/>
              </a:ext>
            </a:extLst>
          </p:cNvPr>
          <p:cNvSpPr>
            <a:spLocks noGrp="1"/>
          </p:cNvSpPr>
          <p:nvPr/>
        </p:nvSpPr>
        <p:spPr>
          <a:xfrm>
            <a:off x="6847236" y="37156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29" name="01_find_only_1828">
            <a:extLst>
              <a:ext uri="{FF2B5EF4-FFF2-40B4-BE49-F238E27FC236}">
                <a16:creationId xmlns:a16="http://schemas.microsoft.com/office/drawing/2014/main" id="{EBEC07CC-ABE2-42B5-BBDF-4F22F347BE9F}"/>
              </a:ext>
            </a:extLst>
          </p:cNvPr>
          <p:cNvSpPr>
            <a:spLocks noGrp="1"/>
          </p:cNvSpPr>
          <p:nvPr/>
        </p:nvSpPr>
        <p:spPr>
          <a:xfrm>
            <a:off x="6889206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30" name="01_find_only_1829">
            <a:extLst>
              <a:ext uri="{FF2B5EF4-FFF2-40B4-BE49-F238E27FC236}">
                <a16:creationId xmlns:a16="http://schemas.microsoft.com/office/drawing/2014/main" id="{739BD357-C551-46EE-8026-903D29E9790F}"/>
              </a:ext>
            </a:extLst>
          </p:cNvPr>
          <p:cNvSpPr>
            <a:spLocks noGrp="1"/>
          </p:cNvSpPr>
          <p:nvPr/>
        </p:nvSpPr>
        <p:spPr>
          <a:xfrm>
            <a:off x="682042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31" name="01_find_only_1830">
            <a:extLst>
              <a:ext uri="{FF2B5EF4-FFF2-40B4-BE49-F238E27FC236}">
                <a16:creationId xmlns:a16="http://schemas.microsoft.com/office/drawing/2014/main" id="{0B283309-BF23-480D-AEC9-03A87E961C01}"/>
              </a:ext>
            </a:extLst>
          </p:cNvPr>
          <p:cNvSpPr>
            <a:spLocks noGrp="1"/>
          </p:cNvSpPr>
          <p:nvPr/>
        </p:nvSpPr>
        <p:spPr>
          <a:xfrm>
            <a:off x="682489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32" name="01_find_only_1831">
            <a:extLst>
              <a:ext uri="{FF2B5EF4-FFF2-40B4-BE49-F238E27FC236}">
                <a16:creationId xmlns:a16="http://schemas.microsoft.com/office/drawing/2014/main" id="{97155508-BCD7-4DDB-A3C3-CF30CD97BCBD}"/>
              </a:ext>
            </a:extLst>
          </p:cNvPr>
          <p:cNvSpPr>
            <a:spLocks noGrp="1"/>
          </p:cNvSpPr>
          <p:nvPr/>
        </p:nvSpPr>
        <p:spPr>
          <a:xfrm>
            <a:off x="686530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33" name="01_find_only_1832">
            <a:extLst>
              <a:ext uri="{FF2B5EF4-FFF2-40B4-BE49-F238E27FC236}">
                <a16:creationId xmlns:a16="http://schemas.microsoft.com/office/drawing/2014/main" id="{C20AAD2D-780D-41D2-AA0E-5FCA5819A118}"/>
              </a:ext>
            </a:extLst>
          </p:cNvPr>
          <p:cNvSpPr>
            <a:spLocks noGrp="1"/>
          </p:cNvSpPr>
          <p:nvPr/>
        </p:nvSpPr>
        <p:spPr>
          <a:xfrm>
            <a:off x="6864433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34" name="01_find_only_1833">
            <a:extLst>
              <a:ext uri="{FF2B5EF4-FFF2-40B4-BE49-F238E27FC236}">
                <a16:creationId xmlns:a16="http://schemas.microsoft.com/office/drawing/2014/main" id="{C3AB0023-384C-4826-AF05-19E78F05E6EC}"/>
              </a:ext>
            </a:extLst>
          </p:cNvPr>
          <p:cNvSpPr>
            <a:spLocks noGrp="1"/>
          </p:cNvSpPr>
          <p:nvPr/>
        </p:nvSpPr>
        <p:spPr>
          <a:xfrm>
            <a:off x="689600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35" name="01_find_only_1834">
            <a:extLst>
              <a:ext uri="{FF2B5EF4-FFF2-40B4-BE49-F238E27FC236}">
                <a16:creationId xmlns:a16="http://schemas.microsoft.com/office/drawing/2014/main" id="{886D580D-2608-4291-85A8-0333C75E0D55}"/>
              </a:ext>
            </a:extLst>
          </p:cNvPr>
          <p:cNvSpPr>
            <a:spLocks noGrp="1"/>
          </p:cNvSpPr>
          <p:nvPr/>
        </p:nvSpPr>
        <p:spPr>
          <a:xfrm>
            <a:off x="688133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36" name="01_find_only_1835">
            <a:extLst>
              <a:ext uri="{FF2B5EF4-FFF2-40B4-BE49-F238E27FC236}">
                <a16:creationId xmlns:a16="http://schemas.microsoft.com/office/drawing/2014/main" id="{E9FF38F3-1778-423D-8C15-4F6DAB4475B7}"/>
              </a:ext>
            </a:extLst>
          </p:cNvPr>
          <p:cNvSpPr>
            <a:spLocks noGrp="1"/>
          </p:cNvSpPr>
          <p:nvPr/>
        </p:nvSpPr>
        <p:spPr>
          <a:xfrm>
            <a:off x="682139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37" name="01_find_only_1836">
            <a:extLst>
              <a:ext uri="{FF2B5EF4-FFF2-40B4-BE49-F238E27FC236}">
                <a16:creationId xmlns:a16="http://schemas.microsoft.com/office/drawing/2014/main" id="{54FFDB37-3574-4F3E-AFE8-2B57EC509D60}"/>
              </a:ext>
            </a:extLst>
          </p:cNvPr>
          <p:cNvSpPr>
            <a:spLocks noGrp="1"/>
          </p:cNvSpPr>
          <p:nvPr/>
        </p:nvSpPr>
        <p:spPr>
          <a:xfrm>
            <a:off x="683548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38" name="01_find_only_1837">
            <a:extLst>
              <a:ext uri="{FF2B5EF4-FFF2-40B4-BE49-F238E27FC236}">
                <a16:creationId xmlns:a16="http://schemas.microsoft.com/office/drawing/2014/main" id="{3614F15D-6C8C-48EB-B358-ECE95968CF09}"/>
              </a:ext>
            </a:extLst>
          </p:cNvPr>
          <p:cNvSpPr>
            <a:spLocks noGrp="1"/>
          </p:cNvSpPr>
          <p:nvPr/>
        </p:nvSpPr>
        <p:spPr>
          <a:xfrm>
            <a:off x="687405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39" name="01_find_only_1838">
            <a:extLst>
              <a:ext uri="{FF2B5EF4-FFF2-40B4-BE49-F238E27FC236}">
                <a16:creationId xmlns:a16="http://schemas.microsoft.com/office/drawing/2014/main" id="{C3D4E3C2-1590-4608-A7DF-749925F57CE8}"/>
              </a:ext>
            </a:extLst>
          </p:cNvPr>
          <p:cNvSpPr>
            <a:spLocks noGrp="1"/>
          </p:cNvSpPr>
          <p:nvPr/>
        </p:nvSpPr>
        <p:spPr>
          <a:xfrm>
            <a:off x="681576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40" name="01_find_only_1839">
            <a:extLst>
              <a:ext uri="{FF2B5EF4-FFF2-40B4-BE49-F238E27FC236}">
                <a16:creationId xmlns:a16="http://schemas.microsoft.com/office/drawing/2014/main" id="{35781170-2DFF-4CAB-988D-EE62265C00AF}"/>
              </a:ext>
            </a:extLst>
          </p:cNvPr>
          <p:cNvSpPr>
            <a:spLocks noGrp="1"/>
          </p:cNvSpPr>
          <p:nvPr/>
        </p:nvSpPr>
        <p:spPr>
          <a:xfrm>
            <a:off x="6883280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41" name="01_find_only_1840">
            <a:extLst>
              <a:ext uri="{FF2B5EF4-FFF2-40B4-BE49-F238E27FC236}">
                <a16:creationId xmlns:a16="http://schemas.microsoft.com/office/drawing/2014/main" id="{5629F0E8-3A64-4F91-82B6-3D9E127C846F}"/>
              </a:ext>
            </a:extLst>
          </p:cNvPr>
          <p:cNvSpPr>
            <a:spLocks noGrp="1"/>
          </p:cNvSpPr>
          <p:nvPr/>
        </p:nvSpPr>
        <p:spPr>
          <a:xfrm>
            <a:off x="688658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42" name="01_find_only_1841">
            <a:extLst>
              <a:ext uri="{FF2B5EF4-FFF2-40B4-BE49-F238E27FC236}">
                <a16:creationId xmlns:a16="http://schemas.microsoft.com/office/drawing/2014/main" id="{715983AC-188D-4094-9F6E-DB9E6ADBFD89}"/>
              </a:ext>
            </a:extLst>
          </p:cNvPr>
          <p:cNvSpPr>
            <a:spLocks noGrp="1"/>
          </p:cNvSpPr>
          <p:nvPr/>
        </p:nvSpPr>
        <p:spPr>
          <a:xfrm>
            <a:off x="6876285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43" name="01_find_only_1842">
            <a:extLst>
              <a:ext uri="{FF2B5EF4-FFF2-40B4-BE49-F238E27FC236}">
                <a16:creationId xmlns:a16="http://schemas.microsoft.com/office/drawing/2014/main" id="{DACD18C8-5CF2-4BA0-8A97-FCBF942F3BED}"/>
              </a:ext>
            </a:extLst>
          </p:cNvPr>
          <p:cNvSpPr>
            <a:spLocks noGrp="1"/>
          </p:cNvSpPr>
          <p:nvPr/>
        </p:nvSpPr>
        <p:spPr>
          <a:xfrm>
            <a:off x="687541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44" name="01_find_only_1843">
            <a:extLst>
              <a:ext uri="{FF2B5EF4-FFF2-40B4-BE49-F238E27FC236}">
                <a16:creationId xmlns:a16="http://schemas.microsoft.com/office/drawing/2014/main" id="{16AEADAB-F226-47CF-ABC1-D40E7B05EB57}"/>
              </a:ext>
            </a:extLst>
          </p:cNvPr>
          <p:cNvSpPr>
            <a:spLocks noGrp="1"/>
          </p:cNvSpPr>
          <p:nvPr/>
        </p:nvSpPr>
        <p:spPr>
          <a:xfrm>
            <a:off x="687958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45" name="01_find_only_1844">
            <a:extLst>
              <a:ext uri="{FF2B5EF4-FFF2-40B4-BE49-F238E27FC236}">
                <a16:creationId xmlns:a16="http://schemas.microsoft.com/office/drawing/2014/main" id="{CDA76E87-F17F-499F-9F78-14CA4759345C}"/>
              </a:ext>
            </a:extLst>
          </p:cNvPr>
          <p:cNvSpPr>
            <a:spLocks noGrp="1"/>
          </p:cNvSpPr>
          <p:nvPr/>
        </p:nvSpPr>
        <p:spPr>
          <a:xfrm>
            <a:off x="686122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46" name="01_find_only_1845">
            <a:extLst>
              <a:ext uri="{FF2B5EF4-FFF2-40B4-BE49-F238E27FC236}">
                <a16:creationId xmlns:a16="http://schemas.microsoft.com/office/drawing/2014/main" id="{7B744368-22CB-46F0-9778-2E95A1187B78}"/>
              </a:ext>
            </a:extLst>
          </p:cNvPr>
          <p:cNvSpPr>
            <a:spLocks noGrp="1"/>
          </p:cNvSpPr>
          <p:nvPr/>
        </p:nvSpPr>
        <p:spPr>
          <a:xfrm>
            <a:off x="681080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47" name="01_find_only_1846">
            <a:extLst>
              <a:ext uri="{FF2B5EF4-FFF2-40B4-BE49-F238E27FC236}">
                <a16:creationId xmlns:a16="http://schemas.microsoft.com/office/drawing/2014/main" id="{D435CCBF-1418-4A6A-BE7A-D76C90002873}"/>
              </a:ext>
            </a:extLst>
          </p:cNvPr>
          <p:cNvSpPr>
            <a:spLocks noGrp="1"/>
          </p:cNvSpPr>
          <p:nvPr/>
        </p:nvSpPr>
        <p:spPr>
          <a:xfrm>
            <a:off x="686103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48" name="01_find_only_1847">
            <a:extLst>
              <a:ext uri="{FF2B5EF4-FFF2-40B4-BE49-F238E27FC236}">
                <a16:creationId xmlns:a16="http://schemas.microsoft.com/office/drawing/2014/main" id="{11A2A62C-A4AC-4BFE-A0CD-9D01D8B4CC65}"/>
              </a:ext>
            </a:extLst>
          </p:cNvPr>
          <p:cNvSpPr>
            <a:spLocks noGrp="1"/>
          </p:cNvSpPr>
          <p:nvPr/>
        </p:nvSpPr>
        <p:spPr>
          <a:xfrm>
            <a:off x="682362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49" name="01_find_only_1848">
            <a:extLst>
              <a:ext uri="{FF2B5EF4-FFF2-40B4-BE49-F238E27FC236}">
                <a16:creationId xmlns:a16="http://schemas.microsoft.com/office/drawing/2014/main" id="{42FCD6C7-43A1-4889-812F-46EB89BC0718}"/>
              </a:ext>
            </a:extLst>
          </p:cNvPr>
          <p:cNvSpPr>
            <a:spLocks noGrp="1"/>
          </p:cNvSpPr>
          <p:nvPr/>
        </p:nvSpPr>
        <p:spPr>
          <a:xfrm>
            <a:off x="6875800" y="395155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50" name="01_find_only_1849">
            <a:extLst>
              <a:ext uri="{FF2B5EF4-FFF2-40B4-BE49-F238E27FC236}">
                <a16:creationId xmlns:a16="http://schemas.microsoft.com/office/drawing/2014/main" id="{9760EC5B-E73B-46C8-A4B5-59BE4C722644}"/>
              </a:ext>
            </a:extLst>
          </p:cNvPr>
          <p:cNvSpPr>
            <a:spLocks noGrp="1"/>
          </p:cNvSpPr>
          <p:nvPr/>
        </p:nvSpPr>
        <p:spPr>
          <a:xfrm>
            <a:off x="6888623" y="384116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51" name="01_find_only_1850">
            <a:extLst>
              <a:ext uri="{FF2B5EF4-FFF2-40B4-BE49-F238E27FC236}">
                <a16:creationId xmlns:a16="http://schemas.microsoft.com/office/drawing/2014/main" id="{CD08E3C4-F0C9-441C-887A-B09BE0BEBE36}"/>
              </a:ext>
            </a:extLst>
          </p:cNvPr>
          <p:cNvSpPr>
            <a:spLocks noGrp="1"/>
          </p:cNvSpPr>
          <p:nvPr/>
        </p:nvSpPr>
        <p:spPr>
          <a:xfrm>
            <a:off x="682207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52" name="01_find_only_1851">
            <a:extLst>
              <a:ext uri="{FF2B5EF4-FFF2-40B4-BE49-F238E27FC236}">
                <a16:creationId xmlns:a16="http://schemas.microsoft.com/office/drawing/2014/main" id="{A45761C8-7068-4BF3-9577-0323E92E2F69}"/>
              </a:ext>
            </a:extLst>
          </p:cNvPr>
          <p:cNvSpPr>
            <a:spLocks noGrp="1"/>
          </p:cNvSpPr>
          <p:nvPr/>
        </p:nvSpPr>
        <p:spPr>
          <a:xfrm>
            <a:off x="6876674" y="31567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53" name="01_find_only_1852">
            <a:extLst>
              <a:ext uri="{FF2B5EF4-FFF2-40B4-BE49-F238E27FC236}">
                <a16:creationId xmlns:a16="http://schemas.microsoft.com/office/drawing/2014/main" id="{ABDC0BB9-DCAF-455C-BF8D-E4DE71178AFD}"/>
              </a:ext>
            </a:extLst>
          </p:cNvPr>
          <p:cNvSpPr>
            <a:spLocks noGrp="1"/>
          </p:cNvSpPr>
          <p:nvPr/>
        </p:nvSpPr>
        <p:spPr>
          <a:xfrm>
            <a:off x="682693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54" name="01_find_only_1853">
            <a:extLst>
              <a:ext uri="{FF2B5EF4-FFF2-40B4-BE49-F238E27FC236}">
                <a16:creationId xmlns:a16="http://schemas.microsoft.com/office/drawing/2014/main" id="{82FA3386-245C-450B-BEC9-C95A167F6C8D}"/>
              </a:ext>
            </a:extLst>
          </p:cNvPr>
          <p:cNvSpPr>
            <a:spLocks noGrp="1"/>
          </p:cNvSpPr>
          <p:nvPr/>
        </p:nvSpPr>
        <p:spPr>
          <a:xfrm>
            <a:off x="683120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55" name="01_find_only_1854">
            <a:extLst>
              <a:ext uri="{FF2B5EF4-FFF2-40B4-BE49-F238E27FC236}">
                <a16:creationId xmlns:a16="http://schemas.microsoft.com/office/drawing/2014/main" id="{2B237978-74CC-4EAA-89E8-638C3FD74EE0}"/>
              </a:ext>
            </a:extLst>
          </p:cNvPr>
          <p:cNvSpPr>
            <a:spLocks noGrp="1"/>
          </p:cNvSpPr>
          <p:nvPr/>
        </p:nvSpPr>
        <p:spPr>
          <a:xfrm>
            <a:off x="681964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56" name="01_find_only_1855">
            <a:extLst>
              <a:ext uri="{FF2B5EF4-FFF2-40B4-BE49-F238E27FC236}">
                <a16:creationId xmlns:a16="http://schemas.microsoft.com/office/drawing/2014/main" id="{DD97EAB9-D743-49C1-A8D9-896351818CB9}"/>
              </a:ext>
            </a:extLst>
          </p:cNvPr>
          <p:cNvSpPr>
            <a:spLocks noGrp="1"/>
          </p:cNvSpPr>
          <p:nvPr/>
        </p:nvSpPr>
        <p:spPr>
          <a:xfrm>
            <a:off x="6875605" y="37156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57" name="01_find_only_1856">
            <a:extLst>
              <a:ext uri="{FF2B5EF4-FFF2-40B4-BE49-F238E27FC236}">
                <a16:creationId xmlns:a16="http://schemas.microsoft.com/office/drawing/2014/main" id="{B469CFF5-D16F-4E15-AA55-727BAF4301E6}"/>
              </a:ext>
            </a:extLst>
          </p:cNvPr>
          <p:cNvSpPr>
            <a:spLocks noGrp="1"/>
          </p:cNvSpPr>
          <p:nvPr/>
        </p:nvSpPr>
        <p:spPr>
          <a:xfrm>
            <a:off x="6900670" y="38309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58" name="01_find_only_1857">
            <a:extLst>
              <a:ext uri="{FF2B5EF4-FFF2-40B4-BE49-F238E27FC236}">
                <a16:creationId xmlns:a16="http://schemas.microsoft.com/office/drawing/2014/main" id="{78D0B76C-0450-484C-93A0-162F9D4C25CE}"/>
              </a:ext>
            </a:extLst>
          </p:cNvPr>
          <p:cNvSpPr>
            <a:spLocks noGrp="1"/>
          </p:cNvSpPr>
          <p:nvPr/>
        </p:nvSpPr>
        <p:spPr>
          <a:xfrm>
            <a:off x="6904848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59" name="01_find_only_1858">
            <a:extLst>
              <a:ext uri="{FF2B5EF4-FFF2-40B4-BE49-F238E27FC236}">
                <a16:creationId xmlns:a16="http://schemas.microsoft.com/office/drawing/2014/main" id="{C63BC064-EF5F-408F-B562-8D66C56634FA}"/>
              </a:ext>
            </a:extLst>
          </p:cNvPr>
          <p:cNvSpPr>
            <a:spLocks noGrp="1"/>
          </p:cNvSpPr>
          <p:nvPr/>
        </p:nvSpPr>
        <p:spPr>
          <a:xfrm>
            <a:off x="684480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60" name="01_find_only_1859">
            <a:extLst>
              <a:ext uri="{FF2B5EF4-FFF2-40B4-BE49-F238E27FC236}">
                <a16:creationId xmlns:a16="http://schemas.microsoft.com/office/drawing/2014/main" id="{294B7FF6-16A8-406B-9777-2B02DCA87227}"/>
              </a:ext>
            </a:extLst>
          </p:cNvPr>
          <p:cNvSpPr>
            <a:spLocks noGrp="1"/>
          </p:cNvSpPr>
          <p:nvPr/>
        </p:nvSpPr>
        <p:spPr>
          <a:xfrm>
            <a:off x="6880463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61" name="01_find_only_1860">
            <a:extLst>
              <a:ext uri="{FF2B5EF4-FFF2-40B4-BE49-F238E27FC236}">
                <a16:creationId xmlns:a16="http://schemas.microsoft.com/office/drawing/2014/main" id="{38C1EC8F-F556-4FD2-BD78-8452246A7F95}"/>
              </a:ext>
            </a:extLst>
          </p:cNvPr>
          <p:cNvSpPr>
            <a:spLocks noGrp="1"/>
          </p:cNvSpPr>
          <p:nvPr/>
        </p:nvSpPr>
        <p:spPr>
          <a:xfrm>
            <a:off x="689931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62" name="01_find_only_1861">
            <a:extLst>
              <a:ext uri="{FF2B5EF4-FFF2-40B4-BE49-F238E27FC236}">
                <a16:creationId xmlns:a16="http://schemas.microsoft.com/office/drawing/2014/main" id="{19E4751C-F79B-4F1E-B9F4-2D5C5A5A6351}"/>
              </a:ext>
            </a:extLst>
          </p:cNvPr>
          <p:cNvSpPr>
            <a:spLocks noGrp="1"/>
          </p:cNvSpPr>
          <p:nvPr/>
        </p:nvSpPr>
        <p:spPr>
          <a:xfrm>
            <a:off x="6887846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63" name="01_find_only_1862">
            <a:extLst>
              <a:ext uri="{FF2B5EF4-FFF2-40B4-BE49-F238E27FC236}">
                <a16:creationId xmlns:a16="http://schemas.microsoft.com/office/drawing/2014/main" id="{DB4630D3-FB83-4C38-A1C8-30FBB8CD6AD2}"/>
              </a:ext>
            </a:extLst>
          </p:cNvPr>
          <p:cNvSpPr>
            <a:spLocks noGrp="1"/>
          </p:cNvSpPr>
          <p:nvPr/>
        </p:nvSpPr>
        <p:spPr>
          <a:xfrm>
            <a:off x="687754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64" name="01_find_only_1863">
            <a:extLst>
              <a:ext uri="{FF2B5EF4-FFF2-40B4-BE49-F238E27FC236}">
                <a16:creationId xmlns:a16="http://schemas.microsoft.com/office/drawing/2014/main" id="{416DA707-B589-438A-8C88-5D64083F25CC}"/>
              </a:ext>
            </a:extLst>
          </p:cNvPr>
          <p:cNvSpPr>
            <a:spLocks noGrp="1"/>
          </p:cNvSpPr>
          <p:nvPr/>
        </p:nvSpPr>
        <p:spPr>
          <a:xfrm>
            <a:off x="685374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65" name="01_find_only_1864">
            <a:extLst>
              <a:ext uri="{FF2B5EF4-FFF2-40B4-BE49-F238E27FC236}">
                <a16:creationId xmlns:a16="http://schemas.microsoft.com/office/drawing/2014/main" id="{E4EC1683-09C2-4CA5-BA6A-4669B98E798C}"/>
              </a:ext>
            </a:extLst>
          </p:cNvPr>
          <p:cNvSpPr>
            <a:spLocks noGrp="1"/>
          </p:cNvSpPr>
          <p:nvPr/>
        </p:nvSpPr>
        <p:spPr>
          <a:xfrm>
            <a:off x="6850831" y="35178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66" name="01_find_only_1865">
            <a:extLst>
              <a:ext uri="{FF2B5EF4-FFF2-40B4-BE49-F238E27FC236}">
                <a16:creationId xmlns:a16="http://schemas.microsoft.com/office/drawing/2014/main" id="{4E453A8E-673A-4090-8FDB-FD521BF3CBAA}"/>
              </a:ext>
            </a:extLst>
          </p:cNvPr>
          <p:cNvSpPr>
            <a:spLocks noGrp="1"/>
          </p:cNvSpPr>
          <p:nvPr/>
        </p:nvSpPr>
        <p:spPr>
          <a:xfrm>
            <a:off x="681848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67" name="01_find_only_1866">
            <a:extLst>
              <a:ext uri="{FF2B5EF4-FFF2-40B4-BE49-F238E27FC236}">
                <a16:creationId xmlns:a16="http://schemas.microsoft.com/office/drawing/2014/main" id="{21D4B0EC-FBFD-43E2-B1BD-E5F550EB75F7}"/>
              </a:ext>
            </a:extLst>
          </p:cNvPr>
          <p:cNvSpPr>
            <a:spLocks noGrp="1"/>
          </p:cNvSpPr>
          <p:nvPr/>
        </p:nvSpPr>
        <p:spPr>
          <a:xfrm>
            <a:off x="689960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68" name="01_find_only_1867">
            <a:extLst>
              <a:ext uri="{FF2B5EF4-FFF2-40B4-BE49-F238E27FC236}">
                <a16:creationId xmlns:a16="http://schemas.microsoft.com/office/drawing/2014/main" id="{7C9582BB-F84C-4FFE-B6F8-F5F984BE70FA}"/>
              </a:ext>
            </a:extLst>
          </p:cNvPr>
          <p:cNvSpPr>
            <a:spLocks noGrp="1"/>
          </p:cNvSpPr>
          <p:nvPr/>
        </p:nvSpPr>
        <p:spPr>
          <a:xfrm>
            <a:off x="688930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69" name="01_find_only_1868">
            <a:extLst>
              <a:ext uri="{FF2B5EF4-FFF2-40B4-BE49-F238E27FC236}">
                <a16:creationId xmlns:a16="http://schemas.microsoft.com/office/drawing/2014/main" id="{88C1A82E-5941-477F-B774-C3BE679966D8}"/>
              </a:ext>
            </a:extLst>
          </p:cNvPr>
          <p:cNvSpPr>
            <a:spLocks noGrp="1"/>
          </p:cNvSpPr>
          <p:nvPr/>
        </p:nvSpPr>
        <p:spPr>
          <a:xfrm>
            <a:off x="687463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70" name="01_find_only_1869">
            <a:extLst>
              <a:ext uri="{FF2B5EF4-FFF2-40B4-BE49-F238E27FC236}">
                <a16:creationId xmlns:a16="http://schemas.microsoft.com/office/drawing/2014/main" id="{DBE0C05B-5273-4A7C-AEA0-41F73D0D5AF7}"/>
              </a:ext>
            </a:extLst>
          </p:cNvPr>
          <p:cNvSpPr>
            <a:spLocks noGrp="1"/>
          </p:cNvSpPr>
          <p:nvPr/>
        </p:nvSpPr>
        <p:spPr>
          <a:xfrm>
            <a:off x="681508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71" name="01_find_only_1870">
            <a:extLst>
              <a:ext uri="{FF2B5EF4-FFF2-40B4-BE49-F238E27FC236}">
                <a16:creationId xmlns:a16="http://schemas.microsoft.com/office/drawing/2014/main" id="{2F40CED4-246D-49D3-8ECF-DE5A36AA2DA6}"/>
              </a:ext>
            </a:extLst>
          </p:cNvPr>
          <p:cNvSpPr>
            <a:spLocks noGrp="1"/>
          </p:cNvSpPr>
          <p:nvPr/>
        </p:nvSpPr>
        <p:spPr>
          <a:xfrm>
            <a:off x="682450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72" name="01_find_only_1871">
            <a:extLst>
              <a:ext uri="{FF2B5EF4-FFF2-40B4-BE49-F238E27FC236}">
                <a16:creationId xmlns:a16="http://schemas.microsoft.com/office/drawing/2014/main" id="{87CACFC8-9169-4657-9FE5-88DCED0827D4}"/>
              </a:ext>
            </a:extLst>
          </p:cNvPr>
          <p:cNvSpPr>
            <a:spLocks noGrp="1"/>
          </p:cNvSpPr>
          <p:nvPr/>
        </p:nvSpPr>
        <p:spPr>
          <a:xfrm>
            <a:off x="683392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73" name="01_find_only_1872">
            <a:extLst>
              <a:ext uri="{FF2B5EF4-FFF2-40B4-BE49-F238E27FC236}">
                <a16:creationId xmlns:a16="http://schemas.microsoft.com/office/drawing/2014/main" id="{91B77AED-1B49-43AC-A6FF-134A16AD933F}"/>
              </a:ext>
            </a:extLst>
          </p:cNvPr>
          <p:cNvSpPr>
            <a:spLocks noGrp="1"/>
          </p:cNvSpPr>
          <p:nvPr/>
        </p:nvSpPr>
        <p:spPr>
          <a:xfrm>
            <a:off x="687560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74" name="01_find_only_1873">
            <a:extLst>
              <a:ext uri="{FF2B5EF4-FFF2-40B4-BE49-F238E27FC236}">
                <a16:creationId xmlns:a16="http://schemas.microsoft.com/office/drawing/2014/main" id="{6F42D10C-BFF4-4F9F-A0E0-C75581A4DC14}"/>
              </a:ext>
            </a:extLst>
          </p:cNvPr>
          <p:cNvSpPr>
            <a:spLocks noGrp="1"/>
          </p:cNvSpPr>
          <p:nvPr/>
        </p:nvSpPr>
        <p:spPr>
          <a:xfrm>
            <a:off x="686579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75" name="01_find_only_1874">
            <a:extLst>
              <a:ext uri="{FF2B5EF4-FFF2-40B4-BE49-F238E27FC236}">
                <a16:creationId xmlns:a16="http://schemas.microsoft.com/office/drawing/2014/main" id="{ED409CF5-3577-4DF1-B006-6DBB76BD6E11}"/>
              </a:ext>
            </a:extLst>
          </p:cNvPr>
          <p:cNvSpPr>
            <a:spLocks noGrp="1"/>
          </p:cNvSpPr>
          <p:nvPr/>
        </p:nvSpPr>
        <p:spPr>
          <a:xfrm>
            <a:off x="6828584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76" name="01_find_only_1875">
            <a:extLst>
              <a:ext uri="{FF2B5EF4-FFF2-40B4-BE49-F238E27FC236}">
                <a16:creationId xmlns:a16="http://schemas.microsoft.com/office/drawing/2014/main" id="{99894241-8FE3-407E-91EA-C389CE4DD2EA}"/>
              </a:ext>
            </a:extLst>
          </p:cNvPr>
          <p:cNvSpPr>
            <a:spLocks noGrp="1"/>
          </p:cNvSpPr>
          <p:nvPr/>
        </p:nvSpPr>
        <p:spPr>
          <a:xfrm>
            <a:off x="684616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77" name="01_find_only_1876">
            <a:extLst>
              <a:ext uri="{FF2B5EF4-FFF2-40B4-BE49-F238E27FC236}">
                <a16:creationId xmlns:a16="http://schemas.microsoft.com/office/drawing/2014/main" id="{6BF9170D-B364-4FC3-A009-CB581757B288}"/>
              </a:ext>
            </a:extLst>
          </p:cNvPr>
          <p:cNvSpPr>
            <a:spLocks noGrp="1"/>
          </p:cNvSpPr>
          <p:nvPr/>
        </p:nvSpPr>
        <p:spPr>
          <a:xfrm>
            <a:off x="681177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78" name="01_find_only_1877">
            <a:extLst>
              <a:ext uri="{FF2B5EF4-FFF2-40B4-BE49-F238E27FC236}">
                <a16:creationId xmlns:a16="http://schemas.microsoft.com/office/drawing/2014/main" id="{C08FF90E-8D1E-42E6-AA90-86EC567AEC37}"/>
              </a:ext>
            </a:extLst>
          </p:cNvPr>
          <p:cNvSpPr>
            <a:spLocks noGrp="1"/>
          </p:cNvSpPr>
          <p:nvPr/>
        </p:nvSpPr>
        <p:spPr>
          <a:xfrm>
            <a:off x="734223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79" name="01_find_only_1878">
            <a:extLst>
              <a:ext uri="{FF2B5EF4-FFF2-40B4-BE49-F238E27FC236}">
                <a16:creationId xmlns:a16="http://schemas.microsoft.com/office/drawing/2014/main" id="{7B2E8C76-1D60-4FA0-A328-FE6683DF3A78}"/>
              </a:ext>
            </a:extLst>
          </p:cNvPr>
          <p:cNvSpPr>
            <a:spLocks noGrp="1"/>
          </p:cNvSpPr>
          <p:nvPr/>
        </p:nvSpPr>
        <p:spPr>
          <a:xfrm>
            <a:off x="7323580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80" name="01_find_only_1879">
            <a:extLst>
              <a:ext uri="{FF2B5EF4-FFF2-40B4-BE49-F238E27FC236}">
                <a16:creationId xmlns:a16="http://schemas.microsoft.com/office/drawing/2014/main" id="{F06D15E9-8648-4935-9D97-0B7283151E76}"/>
              </a:ext>
            </a:extLst>
          </p:cNvPr>
          <p:cNvSpPr>
            <a:spLocks noGrp="1"/>
          </p:cNvSpPr>
          <p:nvPr/>
        </p:nvSpPr>
        <p:spPr>
          <a:xfrm>
            <a:off x="733873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81" name="01_find_only_1880">
            <a:extLst>
              <a:ext uri="{FF2B5EF4-FFF2-40B4-BE49-F238E27FC236}">
                <a16:creationId xmlns:a16="http://schemas.microsoft.com/office/drawing/2014/main" id="{FF0E903C-CA93-4C08-9E98-2960C49AA562}"/>
              </a:ext>
            </a:extLst>
          </p:cNvPr>
          <p:cNvSpPr>
            <a:spLocks noGrp="1"/>
          </p:cNvSpPr>
          <p:nvPr/>
        </p:nvSpPr>
        <p:spPr>
          <a:xfrm>
            <a:off x="7338347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82" name="01_find_only_1881">
            <a:extLst>
              <a:ext uri="{FF2B5EF4-FFF2-40B4-BE49-F238E27FC236}">
                <a16:creationId xmlns:a16="http://schemas.microsoft.com/office/drawing/2014/main" id="{707D986B-4E98-47BB-8B7B-5D3267D83226}"/>
              </a:ext>
            </a:extLst>
          </p:cNvPr>
          <p:cNvSpPr>
            <a:spLocks noGrp="1"/>
          </p:cNvSpPr>
          <p:nvPr/>
        </p:nvSpPr>
        <p:spPr>
          <a:xfrm>
            <a:off x="7354863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83" name="01_find_only_1882">
            <a:extLst>
              <a:ext uri="{FF2B5EF4-FFF2-40B4-BE49-F238E27FC236}">
                <a16:creationId xmlns:a16="http://schemas.microsoft.com/office/drawing/2014/main" id="{E7C78013-E521-4E1A-A83F-CD726AE93907}"/>
              </a:ext>
            </a:extLst>
          </p:cNvPr>
          <p:cNvSpPr>
            <a:spLocks noGrp="1"/>
          </p:cNvSpPr>
          <p:nvPr/>
        </p:nvSpPr>
        <p:spPr>
          <a:xfrm>
            <a:off x="7383134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84" name="01_find_only_1883">
            <a:extLst>
              <a:ext uri="{FF2B5EF4-FFF2-40B4-BE49-F238E27FC236}">
                <a16:creationId xmlns:a16="http://schemas.microsoft.com/office/drawing/2014/main" id="{B56B338E-93C1-47EE-880E-5251BCE10E4C}"/>
              </a:ext>
            </a:extLst>
          </p:cNvPr>
          <p:cNvSpPr>
            <a:spLocks noGrp="1"/>
          </p:cNvSpPr>
          <p:nvPr/>
        </p:nvSpPr>
        <p:spPr>
          <a:xfrm>
            <a:off x="7400913" y="328922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85" name="01_find_only_1884">
            <a:extLst>
              <a:ext uri="{FF2B5EF4-FFF2-40B4-BE49-F238E27FC236}">
                <a16:creationId xmlns:a16="http://schemas.microsoft.com/office/drawing/2014/main" id="{53ED29BF-0A6E-4D26-81EA-B703ECFFEC6A}"/>
              </a:ext>
            </a:extLst>
          </p:cNvPr>
          <p:cNvSpPr>
            <a:spLocks noGrp="1"/>
          </p:cNvSpPr>
          <p:nvPr/>
        </p:nvSpPr>
        <p:spPr>
          <a:xfrm>
            <a:off x="7328729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86" name="01_find_only_1885">
            <a:extLst>
              <a:ext uri="{FF2B5EF4-FFF2-40B4-BE49-F238E27FC236}">
                <a16:creationId xmlns:a16="http://schemas.microsoft.com/office/drawing/2014/main" id="{FB8F6D9B-B8E9-41CA-97CF-CD91CBF71119}"/>
              </a:ext>
            </a:extLst>
          </p:cNvPr>
          <p:cNvSpPr>
            <a:spLocks noGrp="1"/>
          </p:cNvSpPr>
          <p:nvPr/>
        </p:nvSpPr>
        <p:spPr>
          <a:xfrm>
            <a:off x="737312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87" name="01_find_only_1886">
            <a:extLst>
              <a:ext uri="{FF2B5EF4-FFF2-40B4-BE49-F238E27FC236}">
                <a16:creationId xmlns:a16="http://schemas.microsoft.com/office/drawing/2014/main" id="{D8FE2693-E793-4626-8651-73766B7579E0}"/>
              </a:ext>
            </a:extLst>
          </p:cNvPr>
          <p:cNvSpPr>
            <a:spLocks noGrp="1"/>
          </p:cNvSpPr>
          <p:nvPr/>
        </p:nvSpPr>
        <p:spPr>
          <a:xfrm>
            <a:off x="732902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88" name="01_find_only_1887">
            <a:extLst>
              <a:ext uri="{FF2B5EF4-FFF2-40B4-BE49-F238E27FC236}">
                <a16:creationId xmlns:a16="http://schemas.microsoft.com/office/drawing/2014/main" id="{C45A4C07-73DE-4111-ABC2-A1CA8052AE95}"/>
              </a:ext>
            </a:extLst>
          </p:cNvPr>
          <p:cNvSpPr>
            <a:spLocks noGrp="1"/>
          </p:cNvSpPr>
          <p:nvPr/>
        </p:nvSpPr>
        <p:spPr>
          <a:xfrm>
            <a:off x="731833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89" name="01_find_only_1888">
            <a:extLst>
              <a:ext uri="{FF2B5EF4-FFF2-40B4-BE49-F238E27FC236}">
                <a16:creationId xmlns:a16="http://schemas.microsoft.com/office/drawing/2014/main" id="{4AC84714-CE1F-4FA3-9273-0069675CAC7B}"/>
              </a:ext>
            </a:extLst>
          </p:cNvPr>
          <p:cNvSpPr>
            <a:spLocks noGrp="1"/>
          </p:cNvSpPr>
          <p:nvPr/>
        </p:nvSpPr>
        <p:spPr>
          <a:xfrm>
            <a:off x="7393141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90" name="01_find_only_1889">
            <a:extLst>
              <a:ext uri="{FF2B5EF4-FFF2-40B4-BE49-F238E27FC236}">
                <a16:creationId xmlns:a16="http://schemas.microsoft.com/office/drawing/2014/main" id="{99B50458-F8F1-4391-B490-66CBE2461157}"/>
              </a:ext>
            </a:extLst>
          </p:cNvPr>
          <p:cNvSpPr>
            <a:spLocks noGrp="1"/>
          </p:cNvSpPr>
          <p:nvPr/>
        </p:nvSpPr>
        <p:spPr>
          <a:xfrm>
            <a:off x="741305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91" name="01_find_only_1890">
            <a:extLst>
              <a:ext uri="{FF2B5EF4-FFF2-40B4-BE49-F238E27FC236}">
                <a16:creationId xmlns:a16="http://schemas.microsoft.com/office/drawing/2014/main" id="{F733CD89-5384-449E-81AC-A8CFB5BE917E}"/>
              </a:ext>
            </a:extLst>
          </p:cNvPr>
          <p:cNvSpPr>
            <a:spLocks noGrp="1"/>
          </p:cNvSpPr>
          <p:nvPr/>
        </p:nvSpPr>
        <p:spPr>
          <a:xfrm>
            <a:off x="735457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92" name="01_find_only_1891">
            <a:extLst>
              <a:ext uri="{FF2B5EF4-FFF2-40B4-BE49-F238E27FC236}">
                <a16:creationId xmlns:a16="http://schemas.microsoft.com/office/drawing/2014/main" id="{CD16D3D3-AE2B-41C3-ADD1-C9FE7DBF7F80}"/>
              </a:ext>
            </a:extLst>
          </p:cNvPr>
          <p:cNvSpPr>
            <a:spLocks noGrp="1"/>
          </p:cNvSpPr>
          <p:nvPr/>
        </p:nvSpPr>
        <p:spPr>
          <a:xfrm>
            <a:off x="740781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93" name="01_find_only_1892">
            <a:extLst>
              <a:ext uri="{FF2B5EF4-FFF2-40B4-BE49-F238E27FC236}">
                <a16:creationId xmlns:a16="http://schemas.microsoft.com/office/drawing/2014/main" id="{06D3042B-2841-4367-887D-02EE2D92F4BB}"/>
              </a:ext>
            </a:extLst>
          </p:cNvPr>
          <p:cNvSpPr>
            <a:spLocks noGrp="1"/>
          </p:cNvSpPr>
          <p:nvPr/>
        </p:nvSpPr>
        <p:spPr>
          <a:xfrm>
            <a:off x="7338639" y="326715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94" name="01_find_only_1893">
            <a:extLst>
              <a:ext uri="{FF2B5EF4-FFF2-40B4-BE49-F238E27FC236}">
                <a16:creationId xmlns:a16="http://schemas.microsoft.com/office/drawing/2014/main" id="{18D8D4A5-07AB-4C7E-BC37-F2257FE90754}"/>
              </a:ext>
            </a:extLst>
          </p:cNvPr>
          <p:cNvSpPr>
            <a:spLocks noGrp="1"/>
          </p:cNvSpPr>
          <p:nvPr/>
        </p:nvSpPr>
        <p:spPr>
          <a:xfrm>
            <a:off x="735709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95" name="01_find_only_1894">
            <a:extLst>
              <a:ext uri="{FF2B5EF4-FFF2-40B4-BE49-F238E27FC236}">
                <a16:creationId xmlns:a16="http://schemas.microsoft.com/office/drawing/2014/main" id="{AF18734D-26C3-4814-BEA4-4DF4CFA8A25E}"/>
              </a:ext>
            </a:extLst>
          </p:cNvPr>
          <p:cNvSpPr>
            <a:spLocks noGrp="1"/>
          </p:cNvSpPr>
          <p:nvPr/>
        </p:nvSpPr>
        <p:spPr>
          <a:xfrm>
            <a:off x="7386049" y="37478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96" name="01_find_only_1895">
            <a:extLst>
              <a:ext uri="{FF2B5EF4-FFF2-40B4-BE49-F238E27FC236}">
                <a16:creationId xmlns:a16="http://schemas.microsoft.com/office/drawing/2014/main" id="{66CE7D6B-8418-4893-8FE5-6380A3C9A567}"/>
              </a:ext>
            </a:extLst>
          </p:cNvPr>
          <p:cNvSpPr>
            <a:spLocks noGrp="1"/>
          </p:cNvSpPr>
          <p:nvPr/>
        </p:nvSpPr>
        <p:spPr>
          <a:xfrm>
            <a:off x="740343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97" name="01_find_only_1896">
            <a:extLst>
              <a:ext uri="{FF2B5EF4-FFF2-40B4-BE49-F238E27FC236}">
                <a16:creationId xmlns:a16="http://schemas.microsoft.com/office/drawing/2014/main" id="{75DBC7A2-F40A-4E31-B957-9EBE9877B21A}"/>
              </a:ext>
            </a:extLst>
          </p:cNvPr>
          <p:cNvSpPr>
            <a:spLocks noGrp="1"/>
          </p:cNvSpPr>
          <p:nvPr/>
        </p:nvSpPr>
        <p:spPr>
          <a:xfrm>
            <a:off x="741286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98" name="01_find_only_1897">
            <a:extLst>
              <a:ext uri="{FF2B5EF4-FFF2-40B4-BE49-F238E27FC236}">
                <a16:creationId xmlns:a16="http://schemas.microsoft.com/office/drawing/2014/main" id="{AB43E5A7-9E7B-48C3-86DF-2635DB007906}"/>
              </a:ext>
            </a:extLst>
          </p:cNvPr>
          <p:cNvSpPr>
            <a:spLocks noGrp="1"/>
          </p:cNvSpPr>
          <p:nvPr/>
        </p:nvSpPr>
        <p:spPr>
          <a:xfrm>
            <a:off x="737934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899" name="01_find_only_1898">
            <a:extLst>
              <a:ext uri="{FF2B5EF4-FFF2-40B4-BE49-F238E27FC236}">
                <a16:creationId xmlns:a16="http://schemas.microsoft.com/office/drawing/2014/main" id="{FA9220E7-E998-4B54-ADF5-CDFD19C95933}"/>
              </a:ext>
            </a:extLst>
          </p:cNvPr>
          <p:cNvSpPr>
            <a:spLocks noGrp="1"/>
          </p:cNvSpPr>
          <p:nvPr/>
        </p:nvSpPr>
        <p:spPr>
          <a:xfrm>
            <a:off x="7321735" y="35881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00" name="01_find_only_1899">
            <a:extLst>
              <a:ext uri="{FF2B5EF4-FFF2-40B4-BE49-F238E27FC236}">
                <a16:creationId xmlns:a16="http://schemas.microsoft.com/office/drawing/2014/main" id="{10E4706E-C5C1-40F5-9BD3-F649F98E3FBD}"/>
              </a:ext>
            </a:extLst>
          </p:cNvPr>
          <p:cNvSpPr>
            <a:spLocks noGrp="1"/>
          </p:cNvSpPr>
          <p:nvPr/>
        </p:nvSpPr>
        <p:spPr>
          <a:xfrm>
            <a:off x="733611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01" name="01_find_only_1900">
            <a:extLst>
              <a:ext uri="{FF2B5EF4-FFF2-40B4-BE49-F238E27FC236}">
                <a16:creationId xmlns:a16="http://schemas.microsoft.com/office/drawing/2014/main" id="{69F88D5D-192A-4DD7-A172-4312846A99B8}"/>
              </a:ext>
            </a:extLst>
          </p:cNvPr>
          <p:cNvSpPr>
            <a:spLocks noGrp="1"/>
          </p:cNvSpPr>
          <p:nvPr/>
        </p:nvSpPr>
        <p:spPr>
          <a:xfrm>
            <a:off x="734242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02" name="01_find_only_1901">
            <a:extLst>
              <a:ext uri="{FF2B5EF4-FFF2-40B4-BE49-F238E27FC236}">
                <a16:creationId xmlns:a16="http://schemas.microsoft.com/office/drawing/2014/main" id="{45A379D9-4E1B-4300-B180-1AAC5F8FE933}"/>
              </a:ext>
            </a:extLst>
          </p:cNvPr>
          <p:cNvSpPr>
            <a:spLocks noGrp="1"/>
          </p:cNvSpPr>
          <p:nvPr/>
        </p:nvSpPr>
        <p:spPr>
          <a:xfrm>
            <a:off x="7321540" y="416405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03" name="01_find_only_1902">
            <a:extLst>
              <a:ext uri="{FF2B5EF4-FFF2-40B4-BE49-F238E27FC236}">
                <a16:creationId xmlns:a16="http://schemas.microsoft.com/office/drawing/2014/main" id="{C336CFD1-8E39-4A36-93A4-8CF9BCE782DC}"/>
              </a:ext>
            </a:extLst>
          </p:cNvPr>
          <p:cNvSpPr>
            <a:spLocks noGrp="1"/>
          </p:cNvSpPr>
          <p:nvPr/>
        </p:nvSpPr>
        <p:spPr>
          <a:xfrm>
            <a:off x="7320958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04" name="01_find_only_1903">
            <a:extLst>
              <a:ext uri="{FF2B5EF4-FFF2-40B4-BE49-F238E27FC236}">
                <a16:creationId xmlns:a16="http://schemas.microsoft.com/office/drawing/2014/main" id="{81E60F00-FF02-4BA4-88B4-FF6C4B70506E}"/>
              </a:ext>
            </a:extLst>
          </p:cNvPr>
          <p:cNvSpPr>
            <a:spLocks noGrp="1"/>
          </p:cNvSpPr>
          <p:nvPr/>
        </p:nvSpPr>
        <p:spPr>
          <a:xfrm>
            <a:off x="733980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05" name="01_find_only_1904">
            <a:extLst>
              <a:ext uri="{FF2B5EF4-FFF2-40B4-BE49-F238E27FC236}">
                <a16:creationId xmlns:a16="http://schemas.microsoft.com/office/drawing/2014/main" id="{06256297-E443-46D2-983B-D4C62DBDDF0D}"/>
              </a:ext>
            </a:extLst>
          </p:cNvPr>
          <p:cNvSpPr>
            <a:spLocks noGrp="1"/>
          </p:cNvSpPr>
          <p:nvPr/>
        </p:nvSpPr>
        <p:spPr>
          <a:xfrm>
            <a:off x="7376431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06" name="01_find_only_1905">
            <a:extLst>
              <a:ext uri="{FF2B5EF4-FFF2-40B4-BE49-F238E27FC236}">
                <a16:creationId xmlns:a16="http://schemas.microsoft.com/office/drawing/2014/main" id="{A91CC239-BBF7-4BA7-8188-329064BDC80A}"/>
              </a:ext>
            </a:extLst>
          </p:cNvPr>
          <p:cNvSpPr>
            <a:spLocks noGrp="1"/>
          </p:cNvSpPr>
          <p:nvPr/>
        </p:nvSpPr>
        <p:spPr>
          <a:xfrm>
            <a:off x="733465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07" name="01_find_only_1906">
            <a:extLst>
              <a:ext uri="{FF2B5EF4-FFF2-40B4-BE49-F238E27FC236}">
                <a16:creationId xmlns:a16="http://schemas.microsoft.com/office/drawing/2014/main" id="{EACB247A-60A0-4043-89A5-DAF814048545}"/>
              </a:ext>
            </a:extLst>
          </p:cNvPr>
          <p:cNvSpPr>
            <a:spLocks noGrp="1"/>
          </p:cNvSpPr>
          <p:nvPr/>
        </p:nvSpPr>
        <p:spPr>
          <a:xfrm>
            <a:off x="736380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08" name="01_find_only_1907">
            <a:extLst>
              <a:ext uri="{FF2B5EF4-FFF2-40B4-BE49-F238E27FC236}">
                <a16:creationId xmlns:a16="http://schemas.microsoft.com/office/drawing/2014/main" id="{48F9A4FD-220B-4106-BFE0-BF42D9A86E1E}"/>
              </a:ext>
            </a:extLst>
          </p:cNvPr>
          <p:cNvSpPr>
            <a:spLocks noGrp="1"/>
          </p:cNvSpPr>
          <p:nvPr/>
        </p:nvSpPr>
        <p:spPr>
          <a:xfrm>
            <a:off x="735350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09" name="01_find_only_1908">
            <a:extLst>
              <a:ext uri="{FF2B5EF4-FFF2-40B4-BE49-F238E27FC236}">
                <a16:creationId xmlns:a16="http://schemas.microsoft.com/office/drawing/2014/main" id="{214CE8F5-E269-4F9B-B204-004F9E994A6F}"/>
              </a:ext>
            </a:extLst>
          </p:cNvPr>
          <p:cNvSpPr>
            <a:spLocks noGrp="1"/>
          </p:cNvSpPr>
          <p:nvPr/>
        </p:nvSpPr>
        <p:spPr>
          <a:xfrm>
            <a:off x="740169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10" name="01_find_only_1909">
            <a:extLst>
              <a:ext uri="{FF2B5EF4-FFF2-40B4-BE49-F238E27FC236}">
                <a16:creationId xmlns:a16="http://schemas.microsoft.com/office/drawing/2014/main" id="{0A967F81-0E54-4E6D-8303-C9455A5C9842}"/>
              </a:ext>
            </a:extLst>
          </p:cNvPr>
          <p:cNvSpPr>
            <a:spLocks noGrp="1"/>
          </p:cNvSpPr>
          <p:nvPr/>
        </p:nvSpPr>
        <p:spPr>
          <a:xfrm>
            <a:off x="7343885" y="416868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11" name="01_find_only_1910">
            <a:extLst>
              <a:ext uri="{FF2B5EF4-FFF2-40B4-BE49-F238E27FC236}">
                <a16:creationId xmlns:a16="http://schemas.microsoft.com/office/drawing/2014/main" id="{9A5F9C0C-5EFB-4FA4-A561-AC6C91BBE119}"/>
              </a:ext>
            </a:extLst>
          </p:cNvPr>
          <p:cNvSpPr>
            <a:spLocks noGrp="1"/>
          </p:cNvSpPr>
          <p:nvPr/>
        </p:nvSpPr>
        <p:spPr>
          <a:xfrm>
            <a:off x="738381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12" name="01_find_only_1911">
            <a:extLst>
              <a:ext uri="{FF2B5EF4-FFF2-40B4-BE49-F238E27FC236}">
                <a16:creationId xmlns:a16="http://schemas.microsoft.com/office/drawing/2014/main" id="{91CF0D1A-023C-49C4-8315-E1173D9F4DE9}"/>
              </a:ext>
            </a:extLst>
          </p:cNvPr>
          <p:cNvSpPr>
            <a:spLocks noGrp="1"/>
          </p:cNvSpPr>
          <p:nvPr/>
        </p:nvSpPr>
        <p:spPr>
          <a:xfrm>
            <a:off x="738624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13" name="01_find_only_1912">
            <a:extLst>
              <a:ext uri="{FF2B5EF4-FFF2-40B4-BE49-F238E27FC236}">
                <a16:creationId xmlns:a16="http://schemas.microsoft.com/office/drawing/2014/main" id="{0011E76C-6CD0-45C0-907A-75532EC64AAC}"/>
              </a:ext>
            </a:extLst>
          </p:cNvPr>
          <p:cNvSpPr>
            <a:spLocks noGrp="1"/>
          </p:cNvSpPr>
          <p:nvPr/>
        </p:nvSpPr>
        <p:spPr>
          <a:xfrm>
            <a:off x="732124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14" name="01_find_only_1913">
            <a:extLst>
              <a:ext uri="{FF2B5EF4-FFF2-40B4-BE49-F238E27FC236}">
                <a16:creationId xmlns:a16="http://schemas.microsoft.com/office/drawing/2014/main" id="{59C8E150-A9EF-4CF1-962C-4EF562C56FB1}"/>
              </a:ext>
            </a:extLst>
          </p:cNvPr>
          <p:cNvSpPr>
            <a:spLocks noGrp="1"/>
          </p:cNvSpPr>
          <p:nvPr/>
        </p:nvSpPr>
        <p:spPr>
          <a:xfrm>
            <a:off x="740042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15" name="01_find_only_1914">
            <a:extLst>
              <a:ext uri="{FF2B5EF4-FFF2-40B4-BE49-F238E27FC236}">
                <a16:creationId xmlns:a16="http://schemas.microsoft.com/office/drawing/2014/main" id="{064F2B9E-E26A-476F-AEAC-F1E523F8A293}"/>
              </a:ext>
            </a:extLst>
          </p:cNvPr>
          <p:cNvSpPr>
            <a:spLocks noGrp="1"/>
          </p:cNvSpPr>
          <p:nvPr/>
        </p:nvSpPr>
        <p:spPr>
          <a:xfrm>
            <a:off x="731891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16" name="01_find_only_1915">
            <a:extLst>
              <a:ext uri="{FF2B5EF4-FFF2-40B4-BE49-F238E27FC236}">
                <a16:creationId xmlns:a16="http://schemas.microsoft.com/office/drawing/2014/main" id="{9577F7D4-C4AF-48DA-8670-7EB88C0CA8CF}"/>
              </a:ext>
            </a:extLst>
          </p:cNvPr>
          <p:cNvSpPr>
            <a:spLocks noGrp="1"/>
          </p:cNvSpPr>
          <p:nvPr/>
        </p:nvSpPr>
        <p:spPr>
          <a:xfrm>
            <a:off x="740023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17" name="01_find_only_1916">
            <a:extLst>
              <a:ext uri="{FF2B5EF4-FFF2-40B4-BE49-F238E27FC236}">
                <a16:creationId xmlns:a16="http://schemas.microsoft.com/office/drawing/2014/main" id="{AFFC8D02-98A4-46EF-A7AB-6B4A60C3322F}"/>
              </a:ext>
            </a:extLst>
          </p:cNvPr>
          <p:cNvSpPr>
            <a:spLocks noGrp="1"/>
          </p:cNvSpPr>
          <p:nvPr/>
        </p:nvSpPr>
        <p:spPr>
          <a:xfrm>
            <a:off x="740965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18" name="01_find_only_1917">
            <a:extLst>
              <a:ext uri="{FF2B5EF4-FFF2-40B4-BE49-F238E27FC236}">
                <a16:creationId xmlns:a16="http://schemas.microsoft.com/office/drawing/2014/main" id="{D0425B5B-DC3E-40C6-9FE9-3FAE2FDD13FE}"/>
              </a:ext>
            </a:extLst>
          </p:cNvPr>
          <p:cNvSpPr>
            <a:spLocks noGrp="1"/>
          </p:cNvSpPr>
          <p:nvPr/>
        </p:nvSpPr>
        <p:spPr>
          <a:xfrm>
            <a:off x="737701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19" name="01_find_only_1918">
            <a:extLst>
              <a:ext uri="{FF2B5EF4-FFF2-40B4-BE49-F238E27FC236}">
                <a16:creationId xmlns:a16="http://schemas.microsoft.com/office/drawing/2014/main" id="{10A99DA1-B49B-4860-BE76-647188DB80FE}"/>
              </a:ext>
            </a:extLst>
          </p:cNvPr>
          <p:cNvSpPr>
            <a:spLocks noGrp="1"/>
          </p:cNvSpPr>
          <p:nvPr/>
        </p:nvSpPr>
        <p:spPr>
          <a:xfrm>
            <a:off x="734786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20" name="01_find_only_1919">
            <a:extLst>
              <a:ext uri="{FF2B5EF4-FFF2-40B4-BE49-F238E27FC236}">
                <a16:creationId xmlns:a16="http://schemas.microsoft.com/office/drawing/2014/main" id="{780BDAF5-E653-45DA-9C4B-8875D570432E}"/>
              </a:ext>
            </a:extLst>
          </p:cNvPr>
          <p:cNvSpPr>
            <a:spLocks noGrp="1"/>
          </p:cNvSpPr>
          <p:nvPr/>
        </p:nvSpPr>
        <p:spPr>
          <a:xfrm>
            <a:off x="738857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21" name="01_find_only_1920">
            <a:extLst>
              <a:ext uri="{FF2B5EF4-FFF2-40B4-BE49-F238E27FC236}">
                <a16:creationId xmlns:a16="http://schemas.microsoft.com/office/drawing/2014/main" id="{79EE9B73-B141-46CE-87C0-FC593E6FDA8F}"/>
              </a:ext>
            </a:extLst>
          </p:cNvPr>
          <p:cNvSpPr>
            <a:spLocks noGrp="1"/>
          </p:cNvSpPr>
          <p:nvPr/>
        </p:nvSpPr>
        <p:spPr>
          <a:xfrm>
            <a:off x="733912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22" name="01_find_only_1921">
            <a:extLst>
              <a:ext uri="{FF2B5EF4-FFF2-40B4-BE49-F238E27FC236}">
                <a16:creationId xmlns:a16="http://schemas.microsoft.com/office/drawing/2014/main" id="{65258F81-6DE0-4A7C-99FA-ED30661EDF22}"/>
              </a:ext>
            </a:extLst>
          </p:cNvPr>
          <p:cNvSpPr>
            <a:spLocks noGrp="1"/>
          </p:cNvSpPr>
          <p:nvPr/>
        </p:nvSpPr>
        <p:spPr>
          <a:xfrm>
            <a:off x="736409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23" name="01_find_only_1922">
            <a:extLst>
              <a:ext uri="{FF2B5EF4-FFF2-40B4-BE49-F238E27FC236}">
                <a16:creationId xmlns:a16="http://schemas.microsoft.com/office/drawing/2014/main" id="{43DBEBBC-556A-4566-969C-11B7386E468A}"/>
              </a:ext>
            </a:extLst>
          </p:cNvPr>
          <p:cNvSpPr>
            <a:spLocks noGrp="1"/>
          </p:cNvSpPr>
          <p:nvPr/>
        </p:nvSpPr>
        <p:spPr>
          <a:xfrm>
            <a:off x="736409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24" name="01_find_only_1923">
            <a:extLst>
              <a:ext uri="{FF2B5EF4-FFF2-40B4-BE49-F238E27FC236}">
                <a16:creationId xmlns:a16="http://schemas.microsoft.com/office/drawing/2014/main" id="{8B03941D-9AE3-4AB4-BF4B-773B5EB493FF}"/>
              </a:ext>
            </a:extLst>
          </p:cNvPr>
          <p:cNvSpPr>
            <a:spLocks noGrp="1"/>
          </p:cNvSpPr>
          <p:nvPr/>
        </p:nvSpPr>
        <p:spPr>
          <a:xfrm>
            <a:off x="733494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25" name="01_find_only_1924">
            <a:extLst>
              <a:ext uri="{FF2B5EF4-FFF2-40B4-BE49-F238E27FC236}">
                <a16:creationId xmlns:a16="http://schemas.microsoft.com/office/drawing/2014/main" id="{CC6B3E16-8EE4-49FA-B224-3A8E2469B74B}"/>
              </a:ext>
            </a:extLst>
          </p:cNvPr>
          <p:cNvSpPr>
            <a:spLocks noGrp="1"/>
          </p:cNvSpPr>
          <p:nvPr/>
        </p:nvSpPr>
        <p:spPr>
          <a:xfrm>
            <a:off x="740266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26" name="01_find_only_1925">
            <a:extLst>
              <a:ext uri="{FF2B5EF4-FFF2-40B4-BE49-F238E27FC236}">
                <a16:creationId xmlns:a16="http://schemas.microsoft.com/office/drawing/2014/main" id="{7239924B-37D4-410C-B9DF-06A06DCC7C3C}"/>
              </a:ext>
            </a:extLst>
          </p:cNvPr>
          <p:cNvSpPr>
            <a:spLocks noGrp="1"/>
          </p:cNvSpPr>
          <p:nvPr/>
        </p:nvSpPr>
        <p:spPr>
          <a:xfrm>
            <a:off x="734952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27" name="01_find_only_1926">
            <a:extLst>
              <a:ext uri="{FF2B5EF4-FFF2-40B4-BE49-F238E27FC236}">
                <a16:creationId xmlns:a16="http://schemas.microsoft.com/office/drawing/2014/main" id="{51C748E3-83A1-4994-9D5C-378D912F660A}"/>
              </a:ext>
            </a:extLst>
          </p:cNvPr>
          <p:cNvSpPr>
            <a:spLocks noGrp="1"/>
          </p:cNvSpPr>
          <p:nvPr/>
        </p:nvSpPr>
        <p:spPr>
          <a:xfrm>
            <a:off x="735894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28" name="01_find_only_1927">
            <a:extLst>
              <a:ext uri="{FF2B5EF4-FFF2-40B4-BE49-F238E27FC236}">
                <a16:creationId xmlns:a16="http://schemas.microsoft.com/office/drawing/2014/main" id="{AE7464C3-08EF-4749-8930-61352A630859}"/>
              </a:ext>
            </a:extLst>
          </p:cNvPr>
          <p:cNvSpPr>
            <a:spLocks noGrp="1"/>
          </p:cNvSpPr>
          <p:nvPr/>
        </p:nvSpPr>
        <p:spPr>
          <a:xfrm>
            <a:off x="741198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29" name="01_find_only_1928">
            <a:extLst>
              <a:ext uri="{FF2B5EF4-FFF2-40B4-BE49-F238E27FC236}">
                <a16:creationId xmlns:a16="http://schemas.microsoft.com/office/drawing/2014/main" id="{82AAE4A6-AAA5-40DF-B0BB-4027B502CE0C}"/>
              </a:ext>
            </a:extLst>
          </p:cNvPr>
          <p:cNvSpPr>
            <a:spLocks noGrp="1"/>
          </p:cNvSpPr>
          <p:nvPr/>
        </p:nvSpPr>
        <p:spPr>
          <a:xfrm>
            <a:off x="738284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30" name="01_find_only_1929">
            <a:extLst>
              <a:ext uri="{FF2B5EF4-FFF2-40B4-BE49-F238E27FC236}">
                <a16:creationId xmlns:a16="http://schemas.microsoft.com/office/drawing/2014/main" id="{C0564005-465D-4542-80D9-25548DB36E17}"/>
              </a:ext>
            </a:extLst>
          </p:cNvPr>
          <p:cNvSpPr>
            <a:spLocks noGrp="1"/>
          </p:cNvSpPr>
          <p:nvPr/>
        </p:nvSpPr>
        <p:spPr>
          <a:xfrm>
            <a:off x="740849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31" name="01_find_only_1930">
            <a:extLst>
              <a:ext uri="{FF2B5EF4-FFF2-40B4-BE49-F238E27FC236}">
                <a16:creationId xmlns:a16="http://schemas.microsoft.com/office/drawing/2014/main" id="{DF1A174A-573D-49EC-AC2F-1380B8E9C08A}"/>
              </a:ext>
            </a:extLst>
          </p:cNvPr>
          <p:cNvSpPr>
            <a:spLocks noGrp="1"/>
          </p:cNvSpPr>
          <p:nvPr/>
        </p:nvSpPr>
        <p:spPr>
          <a:xfrm>
            <a:off x="7322609" y="403848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32" name="01_find_only_1931">
            <a:extLst>
              <a:ext uri="{FF2B5EF4-FFF2-40B4-BE49-F238E27FC236}">
                <a16:creationId xmlns:a16="http://schemas.microsoft.com/office/drawing/2014/main" id="{EF1D5035-9054-4F3B-905E-01F7FC2B877C}"/>
              </a:ext>
            </a:extLst>
          </p:cNvPr>
          <p:cNvSpPr>
            <a:spLocks noGrp="1"/>
          </p:cNvSpPr>
          <p:nvPr/>
        </p:nvSpPr>
        <p:spPr>
          <a:xfrm>
            <a:off x="740130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33" name="01_find_only_1932">
            <a:extLst>
              <a:ext uri="{FF2B5EF4-FFF2-40B4-BE49-F238E27FC236}">
                <a16:creationId xmlns:a16="http://schemas.microsoft.com/office/drawing/2014/main" id="{B02FB4A1-E0DF-454B-8EF0-285691AC869C}"/>
              </a:ext>
            </a:extLst>
          </p:cNvPr>
          <p:cNvSpPr>
            <a:spLocks noGrp="1"/>
          </p:cNvSpPr>
          <p:nvPr/>
        </p:nvSpPr>
        <p:spPr>
          <a:xfrm>
            <a:off x="7388478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34" name="01_find_only_1933">
            <a:extLst>
              <a:ext uri="{FF2B5EF4-FFF2-40B4-BE49-F238E27FC236}">
                <a16:creationId xmlns:a16="http://schemas.microsoft.com/office/drawing/2014/main" id="{1BCEB09D-AC2F-4884-B723-6DF67F9D37AB}"/>
              </a:ext>
            </a:extLst>
          </p:cNvPr>
          <p:cNvSpPr>
            <a:spLocks noGrp="1"/>
          </p:cNvSpPr>
          <p:nvPr/>
        </p:nvSpPr>
        <p:spPr>
          <a:xfrm>
            <a:off x="735496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35" name="01_find_only_1934">
            <a:extLst>
              <a:ext uri="{FF2B5EF4-FFF2-40B4-BE49-F238E27FC236}">
                <a16:creationId xmlns:a16="http://schemas.microsoft.com/office/drawing/2014/main" id="{9786E707-42BD-446C-B8F4-3B200D8016BE}"/>
              </a:ext>
            </a:extLst>
          </p:cNvPr>
          <p:cNvSpPr>
            <a:spLocks noGrp="1"/>
          </p:cNvSpPr>
          <p:nvPr/>
        </p:nvSpPr>
        <p:spPr>
          <a:xfrm>
            <a:off x="739226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36" name="01_find_only_1935">
            <a:extLst>
              <a:ext uri="{FF2B5EF4-FFF2-40B4-BE49-F238E27FC236}">
                <a16:creationId xmlns:a16="http://schemas.microsoft.com/office/drawing/2014/main" id="{56A33E25-26E1-4B87-BB28-C8016E4A79DD}"/>
              </a:ext>
            </a:extLst>
          </p:cNvPr>
          <p:cNvSpPr>
            <a:spLocks noGrp="1"/>
          </p:cNvSpPr>
          <p:nvPr/>
        </p:nvSpPr>
        <p:spPr>
          <a:xfrm>
            <a:off x="7412474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37" name="01_find_only_1936">
            <a:extLst>
              <a:ext uri="{FF2B5EF4-FFF2-40B4-BE49-F238E27FC236}">
                <a16:creationId xmlns:a16="http://schemas.microsoft.com/office/drawing/2014/main" id="{8044BF61-FB75-47EE-8647-7349AAF6A5C8}"/>
              </a:ext>
            </a:extLst>
          </p:cNvPr>
          <p:cNvSpPr>
            <a:spLocks noGrp="1"/>
          </p:cNvSpPr>
          <p:nvPr/>
        </p:nvSpPr>
        <p:spPr>
          <a:xfrm>
            <a:off x="7382066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38" name="01_find_only_1937">
            <a:extLst>
              <a:ext uri="{FF2B5EF4-FFF2-40B4-BE49-F238E27FC236}">
                <a16:creationId xmlns:a16="http://schemas.microsoft.com/office/drawing/2014/main" id="{542D2C8E-E3D3-4562-A850-F79154FA2420}"/>
              </a:ext>
            </a:extLst>
          </p:cNvPr>
          <p:cNvSpPr>
            <a:spLocks noGrp="1"/>
          </p:cNvSpPr>
          <p:nvPr/>
        </p:nvSpPr>
        <p:spPr>
          <a:xfrm>
            <a:off x="738954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39" name="01_find_only_1938">
            <a:extLst>
              <a:ext uri="{FF2B5EF4-FFF2-40B4-BE49-F238E27FC236}">
                <a16:creationId xmlns:a16="http://schemas.microsoft.com/office/drawing/2014/main" id="{E8FF0D99-B32C-4E6B-BD7C-11A07225A609}"/>
              </a:ext>
            </a:extLst>
          </p:cNvPr>
          <p:cNvSpPr>
            <a:spLocks noGrp="1"/>
          </p:cNvSpPr>
          <p:nvPr/>
        </p:nvSpPr>
        <p:spPr>
          <a:xfrm>
            <a:off x="738867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40" name="01_find_only_1939">
            <a:extLst>
              <a:ext uri="{FF2B5EF4-FFF2-40B4-BE49-F238E27FC236}">
                <a16:creationId xmlns:a16="http://schemas.microsoft.com/office/drawing/2014/main" id="{7DF47001-FA48-446A-B0AB-747FA903C570}"/>
              </a:ext>
            </a:extLst>
          </p:cNvPr>
          <p:cNvSpPr>
            <a:spLocks noGrp="1"/>
          </p:cNvSpPr>
          <p:nvPr/>
        </p:nvSpPr>
        <p:spPr>
          <a:xfrm>
            <a:off x="737312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41" name="01_find_only_1940">
            <a:extLst>
              <a:ext uri="{FF2B5EF4-FFF2-40B4-BE49-F238E27FC236}">
                <a16:creationId xmlns:a16="http://schemas.microsoft.com/office/drawing/2014/main" id="{1B335F18-0447-4548-8DB0-2D152AF5EBF0}"/>
              </a:ext>
            </a:extLst>
          </p:cNvPr>
          <p:cNvSpPr>
            <a:spLocks noGrp="1"/>
          </p:cNvSpPr>
          <p:nvPr/>
        </p:nvSpPr>
        <p:spPr>
          <a:xfrm>
            <a:off x="7346022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42" name="01_find_only_1941">
            <a:extLst>
              <a:ext uri="{FF2B5EF4-FFF2-40B4-BE49-F238E27FC236}">
                <a16:creationId xmlns:a16="http://schemas.microsoft.com/office/drawing/2014/main" id="{E4DE82CC-CF9C-4087-AE42-05995F09909C}"/>
              </a:ext>
            </a:extLst>
          </p:cNvPr>
          <p:cNvSpPr>
            <a:spLocks noGrp="1"/>
          </p:cNvSpPr>
          <p:nvPr/>
        </p:nvSpPr>
        <p:spPr>
          <a:xfrm>
            <a:off x="740567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43" name="01_find_only_1942">
            <a:extLst>
              <a:ext uri="{FF2B5EF4-FFF2-40B4-BE49-F238E27FC236}">
                <a16:creationId xmlns:a16="http://schemas.microsoft.com/office/drawing/2014/main" id="{D378389A-F88B-412D-A963-F36D0E407CC9}"/>
              </a:ext>
            </a:extLst>
          </p:cNvPr>
          <p:cNvSpPr>
            <a:spLocks noGrp="1"/>
          </p:cNvSpPr>
          <p:nvPr/>
        </p:nvSpPr>
        <p:spPr>
          <a:xfrm>
            <a:off x="7335725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44" name="01_find_only_1943">
            <a:extLst>
              <a:ext uri="{FF2B5EF4-FFF2-40B4-BE49-F238E27FC236}">
                <a16:creationId xmlns:a16="http://schemas.microsoft.com/office/drawing/2014/main" id="{CA7C22EF-8DC9-4337-8108-5A52376AB006}"/>
              </a:ext>
            </a:extLst>
          </p:cNvPr>
          <p:cNvSpPr>
            <a:spLocks noGrp="1"/>
          </p:cNvSpPr>
          <p:nvPr/>
        </p:nvSpPr>
        <p:spPr>
          <a:xfrm>
            <a:off x="733494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45" name="01_find_only_1944">
            <a:extLst>
              <a:ext uri="{FF2B5EF4-FFF2-40B4-BE49-F238E27FC236}">
                <a16:creationId xmlns:a16="http://schemas.microsoft.com/office/drawing/2014/main" id="{2567C40A-B402-4738-BCC2-4C4C4F4D4EAB}"/>
              </a:ext>
            </a:extLst>
          </p:cNvPr>
          <p:cNvSpPr>
            <a:spLocks noGrp="1"/>
          </p:cNvSpPr>
          <p:nvPr/>
        </p:nvSpPr>
        <p:spPr>
          <a:xfrm>
            <a:off x="733931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46" name="01_find_only_1945">
            <a:extLst>
              <a:ext uri="{FF2B5EF4-FFF2-40B4-BE49-F238E27FC236}">
                <a16:creationId xmlns:a16="http://schemas.microsoft.com/office/drawing/2014/main" id="{F6070812-DE83-4CD1-AAD6-36440A0A6ED3}"/>
              </a:ext>
            </a:extLst>
          </p:cNvPr>
          <p:cNvSpPr>
            <a:spLocks noGrp="1"/>
          </p:cNvSpPr>
          <p:nvPr/>
        </p:nvSpPr>
        <p:spPr>
          <a:xfrm>
            <a:off x="7407034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47" name="01_find_only_1946">
            <a:extLst>
              <a:ext uri="{FF2B5EF4-FFF2-40B4-BE49-F238E27FC236}">
                <a16:creationId xmlns:a16="http://schemas.microsoft.com/office/drawing/2014/main" id="{AD631982-7B18-46FF-9390-C058955A650E}"/>
              </a:ext>
            </a:extLst>
          </p:cNvPr>
          <p:cNvSpPr>
            <a:spLocks noGrp="1"/>
          </p:cNvSpPr>
          <p:nvPr/>
        </p:nvSpPr>
        <p:spPr>
          <a:xfrm>
            <a:off x="739673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48" name="01_find_only_1947">
            <a:extLst>
              <a:ext uri="{FF2B5EF4-FFF2-40B4-BE49-F238E27FC236}">
                <a16:creationId xmlns:a16="http://schemas.microsoft.com/office/drawing/2014/main" id="{A0C5CCF1-2BCE-4CDF-8432-F767AE8F3018}"/>
              </a:ext>
            </a:extLst>
          </p:cNvPr>
          <p:cNvSpPr>
            <a:spLocks noGrp="1"/>
          </p:cNvSpPr>
          <p:nvPr/>
        </p:nvSpPr>
        <p:spPr>
          <a:xfrm>
            <a:off x="740091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49" name="01_find_only_1948">
            <a:extLst>
              <a:ext uri="{FF2B5EF4-FFF2-40B4-BE49-F238E27FC236}">
                <a16:creationId xmlns:a16="http://schemas.microsoft.com/office/drawing/2014/main" id="{38A1C62F-7985-4084-905A-3DB9EFA411C9}"/>
              </a:ext>
            </a:extLst>
          </p:cNvPr>
          <p:cNvSpPr>
            <a:spLocks noGrp="1"/>
          </p:cNvSpPr>
          <p:nvPr/>
        </p:nvSpPr>
        <p:spPr>
          <a:xfrm>
            <a:off x="738886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50" name="01_find_only_1949">
            <a:extLst>
              <a:ext uri="{FF2B5EF4-FFF2-40B4-BE49-F238E27FC236}">
                <a16:creationId xmlns:a16="http://schemas.microsoft.com/office/drawing/2014/main" id="{E543670B-A978-4872-A738-BC57846744F1}"/>
              </a:ext>
            </a:extLst>
          </p:cNvPr>
          <p:cNvSpPr>
            <a:spLocks noGrp="1"/>
          </p:cNvSpPr>
          <p:nvPr/>
        </p:nvSpPr>
        <p:spPr>
          <a:xfrm>
            <a:off x="739634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51" name="01_find_only_1950">
            <a:extLst>
              <a:ext uri="{FF2B5EF4-FFF2-40B4-BE49-F238E27FC236}">
                <a16:creationId xmlns:a16="http://schemas.microsoft.com/office/drawing/2014/main" id="{F2D80902-9A51-4C63-BEBB-42BE1B09905F}"/>
              </a:ext>
            </a:extLst>
          </p:cNvPr>
          <p:cNvSpPr>
            <a:spLocks noGrp="1"/>
          </p:cNvSpPr>
          <p:nvPr/>
        </p:nvSpPr>
        <p:spPr>
          <a:xfrm>
            <a:off x="740470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52" name="01_find_only_1951">
            <a:extLst>
              <a:ext uri="{FF2B5EF4-FFF2-40B4-BE49-F238E27FC236}">
                <a16:creationId xmlns:a16="http://schemas.microsoft.com/office/drawing/2014/main" id="{DB3A128A-BFB1-4C4A-9C0A-2EF32E0A0004}"/>
              </a:ext>
            </a:extLst>
          </p:cNvPr>
          <p:cNvSpPr>
            <a:spLocks noGrp="1"/>
          </p:cNvSpPr>
          <p:nvPr/>
        </p:nvSpPr>
        <p:spPr>
          <a:xfrm>
            <a:off x="733339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53" name="01_find_only_1952">
            <a:extLst>
              <a:ext uri="{FF2B5EF4-FFF2-40B4-BE49-F238E27FC236}">
                <a16:creationId xmlns:a16="http://schemas.microsoft.com/office/drawing/2014/main" id="{38C051CB-643D-44B6-ACC1-A50178718FA4}"/>
              </a:ext>
            </a:extLst>
          </p:cNvPr>
          <p:cNvSpPr>
            <a:spLocks noGrp="1"/>
          </p:cNvSpPr>
          <p:nvPr/>
        </p:nvSpPr>
        <p:spPr>
          <a:xfrm>
            <a:off x="734106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54" name="01_find_only_1953">
            <a:extLst>
              <a:ext uri="{FF2B5EF4-FFF2-40B4-BE49-F238E27FC236}">
                <a16:creationId xmlns:a16="http://schemas.microsoft.com/office/drawing/2014/main" id="{F8CC05E7-5AA4-42C0-B754-8148FC4B411B}"/>
              </a:ext>
            </a:extLst>
          </p:cNvPr>
          <p:cNvSpPr>
            <a:spLocks noGrp="1"/>
          </p:cNvSpPr>
          <p:nvPr/>
        </p:nvSpPr>
        <p:spPr>
          <a:xfrm>
            <a:off x="7387215" y="40012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55" name="01_find_only_1954">
            <a:extLst>
              <a:ext uri="{FF2B5EF4-FFF2-40B4-BE49-F238E27FC236}">
                <a16:creationId xmlns:a16="http://schemas.microsoft.com/office/drawing/2014/main" id="{C12646E3-82D6-422E-A2BB-F50D058FFA1E}"/>
              </a:ext>
            </a:extLst>
          </p:cNvPr>
          <p:cNvSpPr>
            <a:spLocks noGrp="1"/>
          </p:cNvSpPr>
          <p:nvPr/>
        </p:nvSpPr>
        <p:spPr>
          <a:xfrm>
            <a:off x="733834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56" name="01_find_only_1955">
            <a:extLst>
              <a:ext uri="{FF2B5EF4-FFF2-40B4-BE49-F238E27FC236}">
                <a16:creationId xmlns:a16="http://schemas.microsoft.com/office/drawing/2014/main" id="{B1FA7B8B-7B7C-43D2-9B9A-E3EDFF512706}"/>
              </a:ext>
            </a:extLst>
          </p:cNvPr>
          <p:cNvSpPr>
            <a:spLocks noGrp="1"/>
          </p:cNvSpPr>
          <p:nvPr/>
        </p:nvSpPr>
        <p:spPr>
          <a:xfrm>
            <a:off x="7347771" y="345121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57" name="01_find_only_1956">
            <a:extLst>
              <a:ext uri="{FF2B5EF4-FFF2-40B4-BE49-F238E27FC236}">
                <a16:creationId xmlns:a16="http://schemas.microsoft.com/office/drawing/2014/main" id="{BF6A8B56-051E-4FA5-B6B6-0E9178928033}"/>
              </a:ext>
            </a:extLst>
          </p:cNvPr>
          <p:cNvSpPr>
            <a:spLocks noGrp="1"/>
          </p:cNvSpPr>
          <p:nvPr/>
        </p:nvSpPr>
        <p:spPr>
          <a:xfrm>
            <a:off x="733183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58" name="01_find_only_1957">
            <a:extLst>
              <a:ext uri="{FF2B5EF4-FFF2-40B4-BE49-F238E27FC236}">
                <a16:creationId xmlns:a16="http://schemas.microsoft.com/office/drawing/2014/main" id="{E8484D07-043E-4302-9B73-98D569C6CC7D}"/>
              </a:ext>
            </a:extLst>
          </p:cNvPr>
          <p:cNvSpPr>
            <a:spLocks noGrp="1"/>
          </p:cNvSpPr>
          <p:nvPr/>
        </p:nvSpPr>
        <p:spPr>
          <a:xfrm>
            <a:off x="734213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59" name="01_find_only_1958">
            <a:extLst>
              <a:ext uri="{FF2B5EF4-FFF2-40B4-BE49-F238E27FC236}">
                <a16:creationId xmlns:a16="http://schemas.microsoft.com/office/drawing/2014/main" id="{8BE87B56-66D9-4FD8-BC51-FA9DD57A2C2B}"/>
              </a:ext>
            </a:extLst>
          </p:cNvPr>
          <p:cNvSpPr>
            <a:spLocks noGrp="1"/>
          </p:cNvSpPr>
          <p:nvPr/>
        </p:nvSpPr>
        <p:spPr>
          <a:xfrm>
            <a:off x="7345926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60" name="01_find_only_1959">
            <a:extLst>
              <a:ext uri="{FF2B5EF4-FFF2-40B4-BE49-F238E27FC236}">
                <a16:creationId xmlns:a16="http://schemas.microsoft.com/office/drawing/2014/main" id="{6A88AD0B-DDB0-40E3-A3FF-AB418895533C}"/>
              </a:ext>
            </a:extLst>
          </p:cNvPr>
          <p:cNvSpPr>
            <a:spLocks noGrp="1"/>
          </p:cNvSpPr>
          <p:nvPr/>
        </p:nvSpPr>
        <p:spPr>
          <a:xfrm>
            <a:off x="740625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61" name="01_find_only_1960">
            <a:extLst>
              <a:ext uri="{FF2B5EF4-FFF2-40B4-BE49-F238E27FC236}">
                <a16:creationId xmlns:a16="http://schemas.microsoft.com/office/drawing/2014/main" id="{69550984-9ECB-41F4-8813-E0B3A710C4A3}"/>
              </a:ext>
            </a:extLst>
          </p:cNvPr>
          <p:cNvSpPr>
            <a:spLocks noGrp="1"/>
          </p:cNvSpPr>
          <p:nvPr/>
        </p:nvSpPr>
        <p:spPr>
          <a:xfrm>
            <a:off x="736506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62" name="01_find_only_1961">
            <a:extLst>
              <a:ext uri="{FF2B5EF4-FFF2-40B4-BE49-F238E27FC236}">
                <a16:creationId xmlns:a16="http://schemas.microsoft.com/office/drawing/2014/main" id="{F0B7EC88-0F9C-494E-92FD-6853BD04E7C5}"/>
              </a:ext>
            </a:extLst>
          </p:cNvPr>
          <p:cNvSpPr>
            <a:spLocks noGrp="1"/>
          </p:cNvSpPr>
          <p:nvPr/>
        </p:nvSpPr>
        <p:spPr>
          <a:xfrm>
            <a:off x="733339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63" name="01_find_only_1962">
            <a:extLst>
              <a:ext uri="{FF2B5EF4-FFF2-40B4-BE49-F238E27FC236}">
                <a16:creationId xmlns:a16="http://schemas.microsoft.com/office/drawing/2014/main" id="{7752AC31-0C2E-47FD-B170-213926BABDAC}"/>
              </a:ext>
            </a:extLst>
          </p:cNvPr>
          <p:cNvSpPr>
            <a:spLocks noGrp="1"/>
          </p:cNvSpPr>
          <p:nvPr/>
        </p:nvSpPr>
        <p:spPr>
          <a:xfrm>
            <a:off x="7347480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64" name="01_find_only_1963">
            <a:extLst>
              <a:ext uri="{FF2B5EF4-FFF2-40B4-BE49-F238E27FC236}">
                <a16:creationId xmlns:a16="http://schemas.microsoft.com/office/drawing/2014/main" id="{1B8DCE52-A5FD-452C-95FF-7B64C73C40A9}"/>
              </a:ext>
            </a:extLst>
          </p:cNvPr>
          <p:cNvSpPr>
            <a:spLocks noGrp="1"/>
          </p:cNvSpPr>
          <p:nvPr/>
        </p:nvSpPr>
        <p:spPr>
          <a:xfrm>
            <a:off x="7401205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65" name="01_find_only_1964">
            <a:extLst>
              <a:ext uri="{FF2B5EF4-FFF2-40B4-BE49-F238E27FC236}">
                <a16:creationId xmlns:a16="http://schemas.microsoft.com/office/drawing/2014/main" id="{14E7B671-CBB6-49D3-BC75-F0953888E5DD}"/>
              </a:ext>
            </a:extLst>
          </p:cNvPr>
          <p:cNvSpPr>
            <a:spLocks noGrp="1"/>
          </p:cNvSpPr>
          <p:nvPr/>
        </p:nvSpPr>
        <p:spPr>
          <a:xfrm>
            <a:off x="738284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66" name="01_find_only_1965">
            <a:extLst>
              <a:ext uri="{FF2B5EF4-FFF2-40B4-BE49-F238E27FC236}">
                <a16:creationId xmlns:a16="http://schemas.microsoft.com/office/drawing/2014/main" id="{E417BAE5-1BA5-46C9-8541-3F215DB5BCCD}"/>
              </a:ext>
            </a:extLst>
          </p:cNvPr>
          <p:cNvSpPr>
            <a:spLocks noGrp="1"/>
          </p:cNvSpPr>
          <p:nvPr/>
        </p:nvSpPr>
        <p:spPr>
          <a:xfrm>
            <a:off x="740081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67" name="01_find_only_1966">
            <a:extLst>
              <a:ext uri="{FF2B5EF4-FFF2-40B4-BE49-F238E27FC236}">
                <a16:creationId xmlns:a16="http://schemas.microsoft.com/office/drawing/2014/main" id="{782408C0-6117-4DA4-B24C-A1618C5707E3}"/>
              </a:ext>
            </a:extLst>
          </p:cNvPr>
          <p:cNvSpPr>
            <a:spLocks noGrp="1"/>
          </p:cNvSpPr>
          <p:nvPr/>
        </p:nvSpPr>
        <p:spPr>
          <a:xfrm>
            <a:off x="733931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68" name="01_find_only_1967">
            <a:extLst>
              <a:ext uri="{FF2B5EF4-FFF2-40B4-BE49-F238E27FC236}">
                <a16:creationId xmlns:a16="http://schemas.microsoft.com/office/drawing/2014/main" id="{75974378-B291-4BFD-901F-C0CA6ACE3DD6}"/>
              </a:ext>
            </a:extLst>
          </p:cNvPr>
          <p:cNvSpPr>
            <a:spLocks noGrp="1"/>
          </p:cNvSpPr>
          <p:nvPr/>
        </p:nvSpPr>
        <p:spPr>
          <a:xfrm>
            <a:off x="7357584" y="393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69" name="01_find_only_1968">
            <a:extLst>
              <a:ext uri="{FF2B5EF4-FFF2-40B4-BE49-F238E27FC236}">
                <a16:creationId xmlns:a16="http://schemas.microsoft.com/office/drawing/2014/main" id="{A3D480C1-0D6A-444A-8540-3FE4FE09AE48}"/>
              </a:ext>
            </a:extLst>
          </p:cNvPr>
          <p:cNvSpPr>
            <a:spLocks noGrp="1"/>
          </p:cNvSpPr>
          <p:nvPr/>
        </p:nvSpPr>
        <p:spPr>
          <a:xfrm>
            <a:off x="7401496" y="40940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70" name="01_find_only_1969">
            <a:extLst>
              <a:ext uri="{FF2B5EF4-FFF2-40B4-BE49-F238E27FC236}">
                <a16:creationId xmlns:a16="http://schemas.microsoft.com/office/drawing/2014/main" id="{879B71FD-61A3-471B-9686-1C9BBB21C5F3}"/>
              </a:ext>
            </a:extLst>
          </p:cNvPr>
          <p:cNvSpPr>
            <a:spLocks noGrp="1"/>
          </p:cNvSpPr>
          <p:nvPr/>
        </p:nvSpPr>
        <p:spPr>
          <a:xfrm>
            <a:off x="740159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71" name="01_find_only_1970">
            <a:extLst>
              <a:ext uri="{FF2B5EF4-FFF2-40B4-BE49-F238E27FC236}">
                <a16:creationId xmlns:a16="http://schemas.microsoft.com/office/drawing/2014/main" id="{C5280905-0E07-4CCC-9BA8-F0148215257F}"/>
              </a:ext>
            </a:extLst>
          </p:cNvPr>
          <p:cNvSpPr>
            <a:spLocks noGrp="1"/>
          </p:cNvSpPr>
          <p:nvPr/>
        </p:nvSpPr>
        <p:spPr>
          <a:xfrm>
            <a:off x="739557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72" name="01_find_only_1971">
            <a:extLst>
              <a:ext uri="{FF2B5EF4-FFF2-40B4-BE49-F238E27FC236}">
                <a16:creationId xmlns:a16="http://schemas.microsoft.com/office/drawing/2014/main" id="{9F5A4995-002F-4479-8203-97C1687E82C0}"/>
              </a:ext>
            </a:extLst>
          </p:cNvPr>
          <p:cNvSpPr>
            <a:spLocks noGrp="1"/>
          </p:cNvSpPr>
          <p:nvPr/>
        </p:nvSpPr>
        <p:spPr>
          <a:xfrm>
            <a:off x="7404119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73" name="01_find_only_1972">
            <a:extLst>
              <a:ext uri="{FF2B5EF4-FFF2-40B4-BE49-F238E27FC236}">
                <a16:creationId xmlns:a16="http://schemas.microsoft.com/office/drawing/2014/main" id="{0DAD6AEF-B096-4EAE-8650-7750D079C6A8}"/>
              </a:ext>
            </a:extLst>
          </p:cNvPr>
          <p:cNvSpPr>
            <a:spLocks noGrp="1"/>
          </p:cNvSpPr>
          <p:nvPr/>
        </p:nvSpPr>
        <p:spPr>
          <a:xfrm>
            <a:off x="7348257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74" name="01_find_only_1973">
            <a:extLst>
              <a:ext uri="{FF2B5EF4-FFF2-40B4-BE49-F238E27FC236}">
                <a16:creationId xmlns:a16="http://schemas.microsoft.com/office/drawing/2014/main" id="{4ED1C9B4-81CA-4418-82C0-AFC164E0466E}"/>
              </a:ext>
            </a:extLst>
          </p:cNvPr>
          <p:cNvSpPr>
            <a:spLocks noGrp="1"/>
          </p:cNvSpPr>
          <p:nvPr/>
        </p:nvSpPr>
        <p:spPr>
          <a:xfrm>
            <a:off x="733358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75" name="01_find_only_1974">
            <a:extLst>
              <a:ext uri="{FF2B5EF4-FFF2-40B4-BE49-F238E27FC236}">
                <a16:creationId xmlns:a16="http://schemas.microsoft.com/office/drawing/2014/main" id="{6F6F20EF-730D-49D6-9D4D-6E3C62630B94}"/>
              </a:ext>
            </a:extLst>
          </p:cNvPr>
          <p:cNvSpPr>
            <a:spLocks noGrp="1"/>
          </p:cNvSpPr>
          <p:nvPr/>
        </p:nvSpPr>
        <p:spPr>
          <a:xfrm>
            <a:off x="739012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76" name="01_find_only_1975">
            <a:extLst>
              <a:ext uri="{FF2B5EF4-FFF2-40B4-BE49-F238E27FC236}">
                <a16:creationId xmlns:a16="http://schemas.microsoft.com/office/drawing/2014/main" id="{CECA9BB0-702F-4742-AB14-16EFE477A926}"/>
              </a:ext>
            </a:extLst>
          </p:cNvPr>
          <p:cNvSpPr>
            <a:spLocks noGrp="1"/>
          </p:cNvSpPr>
          <p:nvPr/>
        </p:nvSpPr>
        <p:spPr>
          <a:xfrm>
            <a:off x="732902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77" name="01_find_only_1976">
            <a:extLst>
              <a:ext uri="{FF2B5EF4-FFF2-40B4-BE49-F238E27FC236}">
                <a16:creationId xmlns:a16="http://schemas.microsoft.com/office/drawing/2014/main" id="{D505F1B6-DDFE-4B84-A9DF-67E434E7ED59}"/>
              </a:ext>
            </a:extLst>
          </p:cNvPr>
          <p:cNvSpPr>
            <a:spLocks noGrp="1"/>
          </p:cNvSpPr>
          <p:nvPr/>
        </p:nvSpPr>
        <p:spPr>
          <a:xfrm>
            <a:off x="733514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78" name="01_find_only_1977">
            <a:extLst>
              <a:ext uri="{FF2B5EF4-FFF2-40B4-BE49-F238E27FC236}">
                <a16:creationId xmlns:a16="http://schemas.microsoft.com/office/drawing/2014/main" id="{B89B3EA0-EB24-4E51-9661-E666338DFA07}"/>
              </a:ext>
            </a:extLst>
          </p:cNvPr>
          <p:cNvSpPr>
            <a:spLocks noGrp="1"/>
          </p:cNvSpPr>
          <p:nvPr/>
        </p:nvSpPr>
        <p:spPr>
          <a:xfrm>
            <a:off x="7392558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79" name="01_find_only_1978">
            <a:extLst>
              <a:ext uri="{FF2B5EF4-FFF2-40B4-BE49-F238E27FC236}">
                <a16:creationId xmlns:a16="http://schemas.microsoft.com/office/drawing/2014/main" id="{C1F70F6D-29E3-479D-82DE-CEA4B6295139}"/>
              </a:ext>
            </a:extLst>
          </p:cNvPr>
          <p:cNvSpPr>
            <a:spLocks noGrp="1"/>
          </p:cNvSpPr>
          <p:nvPr/>
        </p:nvSpPr>
        <p:spPr>
          <a:xfrm>
            <a:off x="732989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80" name="01_find_only_1979">
            <a:extLst>
              <a:ext uri="{FF2B5EF4-FFF2-40B4-BE49-F238E27FC236}">
                <a16:creationId xmlns:a16="http://schemas.microsoft.com/office/drawing/2014/main" id="{220854DA-2A98-4D8D-A591-A80E988F4DC2}"/>
              </a:ext>
            </a:extLst>
          </p:cNvPr>
          <p:cNvSpPr>
            <a:spLocks noGrp="1"/>
          </p:cNvSpPr>
          <p:nvPr/>
        </p:nvSpPr>
        <p:spPr>
          <a:xfrm>
            <a:off x="741121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81" name="01_find_only_1980">
            <a:extLst>
              <a:ext uri="{FF2B5EF4-FFF2-40B4-BE49-F238E27FC236}">
                <a16:creationId xmlns:a16="http://schemas.microsoft.com/office/drawing/2014/main" id="{88B2E0FA-2A5A-462C-9C68-6092DF85F774}"/>
              </a:ext>
            </a:extLst>
          </p:cNvPr>
          <p:cNvSpPr>
            <a:spLocks noGrp="1"/>
          </p:cNvSpPr>
          <p:nvPr/>
        </p:nvSpPr>
        <p:spPr>
          <a:xfrm>
            <a:off x="7396347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82" name="01_find_only_1981">
            <a:extLst>
              <a:ext uri="{FF2B5EF4-FFF2-40B4-BE49-F238E27FC236}">
                <a16:creationId xmlns:a16="http://schemas.microsoft.com/office/drawing/2014/main" id="{FC00A947-7CCD-4EAE-9740-B73797873153}"/>
              </a:ext>
            </a:extLst>
          </p:cNvPr>
          <p:cNvSpPr>
            <a:spLocks noGrp="1"/>
          </p:cNvSpPr>
          <p:nvPr/>
        </p:nvSpPr>
        <p:spPr>
          <a:xfrm>
            <a:off x="736117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83" name="01_find_only_1982">
            <a:extLst>
              <a:ext uri="{FF2B5EF4-FFF2-40B4-BE49-F238E27FC236}">
                <a16:creationId xmlns:a16="http://schemas.microsoft.com/office/drawing/2014/main" id="{80D9170C-4F11-4F4D-970F-ABBA3ED251ED}"/>
              </a:ext>
            </a:extLst>
          </p:cNvPr>
          <p:cNvSpPr>
            <a:spLocks noGrp="1"/>
          </p:cNvSpPr>
          <p:nvPr/>
        </p:nvSpPr>
        <p:spPr>
          <a:xfrm>
            <a:off x="734475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84" name="01_find_only_1983">
            <a:extLst>
              <a:ext uri="{FF2B5EF4-FFF2-40B4-BE49-F238E27FC236}">
                <a16:creationId xmlns:a16="http://schemas.microsoft.com/office/drawing/2014/main" id="{7883241D-7375-42B3-A38B-4DA7997BC462}"/>
              </a:ext>
            </a:extLst>
          </p:cNvPr>
          <p:cNvSpPr>
            <a:spLocks noGrp="1"/>
          </p:cNvSpPr>
          <p:nvPr/>
        </p:nvSpPr>
        <p:spPr>
          <a:xfrm>
            <a:off x="7409753" y="318613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85" name="01_find_only_1984">
            <a:extLst>
              <a:ext uri="{FF2B5EF4-FFF2-40B4-BE49-F238E27FC236}">
                <a16:creationId xmlns:a16="http://schemas.microsoft.com/office/drawing/2014/main" id="{41081476-FBD0-484C-A0B5-D3E2F10F53BB}"/>
              </a:ext>
            </a:extLst>
          </p:cNvPr>
          <p:cNvSpPr>
            <a:spLocks noGrp="1"/>
          </p:cNvSpPr>
          <p:nvPr/>
        </p:nvSpPr>
        <p:spPr>
          <a:xfrm>
            <a:off x="7413931" y="32774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86" name="01_find_only_1985">
            <a:extLst>
              <a:ext uri="{FF2B5EF4-FFF2-40B4-BE49-F238E27FC236}">
                <a16:creationId xmlns:a16="http://schemas.microsoft.com/office/drawing/2014/main" id="{C447B444-DB37-457E-A712-AB178AE0DAE7}"/>
              </a:ext>
            </a:extLst>
          </p:cNvPr>
          <p:cNvSpPr>
            <a:spLocks noGrp="1"/>
          </p:cNvSpPr>
          <p:nvPr/>
        </p:nvSpPr>
        <p:spPr>
          <a:xfrm>
            <a:off x="737866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87" name="01_find_only_1986">
            <a:extLst>
              <a:ext uri="{FF2B5EF4-FFF2-40B4-BE49-F238E27FC236}">
                <a16:creationId xmlns:a16="http://schemas.microsoft.com/office/drawing/2014/main" id="{0A34CE8A-4A9B-4659-A88E-4B58DDF28F9D}"/>
              </a:ext>
            </a:extLst>
          </p:cNvPr>
          <p:cNvSpPr>
            <a:spLocks noGrp="1"/>
          </p:cNvSpPr>
          <p:nvPr/>
        </p:nvSpPr>
        <p:spPr>
          <a:xfrm>
            <a:off x="740081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88" name="01_find_only_1987">
            <a:extLst>
              <a:ext uri="{FF2B5EF4-FFF2-40B4-BE49-F238E27FC236}">
                <a16:creationId xmlns:a16="http://schemas.microsoft.com/office/drawing/2014/main" id="{4803EF4F-622E-4850-B44F-C12B8A3653DA}"/>
              </a:ext>
            </a:extLst>
          </p:cNvPr>
          <p:cNvSpPr>
            <a:spLocks noGrp="1"/>
          </p:cNvSpPr>
          <p:nvPr/>
        </p:nvSpPr>
        <p:spPr>
          <a:xfrm>
            <a:off x="733271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89" name="01_find_only_1988">
            <a:extLst>
              <a:ext uri="{FF2B5EF4-FFF2-40B4-BE49-F238E27FC236}">
                <a16:creationId xmlns:a16="http://schemas.microsoft.com/office/drawing/2014/main" id="{704DFC20-0F3E-44FC-98E6-74F1263F8E97}"/>
              </a:ext>
            </a:extLst>
          </p:cNvPr>
          <p:cNvSpPr>
            <a:spLocks noGrp="1"/>
          </p:cNvSpPr>
          <p:nvPr/>
        </p:nvSpPr>
        <p:spPr>
          <a:xfrm>
            <a:off x="736010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90" name="01_find_only_1989">
            <a:extLst>
              <a:ext uri="{FF2B5EF4-FFF2-40B4-BE49-F238E27FC236}">
                <a16:creationId xmlns:a16="http://schemas.microsoft.com/office/drawing/2014/main" id="{3390E8B4-6CB4-4948-A30B-4C01F10B7010}"/>
              </a:ext>
            </a:extLst>
          </p:cNvPr>
          <p:cNvSpPr>
            <a:spLocks noGrp="1"/>
          </p:cNvSpPr>
          <p:nvPr/>
        </p:nvSpPr>
        <p:spPr>
          <a:xfrm>
            <a:off x="739479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91" name="01_find_only_1990">
            <a:extLst>
              <a:ext uri="{FF2B5EF4-FFF2-40B4-BE49-F238E27FC236}">
                <a16:creationId xmlns:a16="http://schemas.microsoft.com/office/drawing/2014/main" id="{D894910E-A1CC-4F8A-9496-D5330D73FD41}"/>
              </a:ext>
            </a:extLst>
          </p:cNvPr>
          <p:cNvSpPr>
            <a:spLocks noGrp="1"/>
          </p:cNvSpPr>
          <p:nvPr/>
        </p:nvSpPr>
        <p:spPr>
          <a:xfrm>
            <a:off x="7326787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92" name="01_find_only_1991">
            <a:extLst>
              <a:ext uri="{FF2B5EF4-FFF2-40B4-BE49-F238E27FC236}">
                <a16:creationId xmlns:a16="http://schemas.microsoft.com/office/drawing/2014/main" id="{0F886401-5A59-4DB4-AE21-338258313944}"/>
              </a:ext>
            </a:extLst>
          </p:cNvPr>
          <p:cNvSpPr>
            <a:spLocks noGrp="1"/>
          </p:cNvSpPr>
          <p:nvPr/>
        </p:nvSpPr>
        <p:spPr>
          <a:xfrm>
            <a:off x="732328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93" name="01_find_only_1992">
            <a:extLst>
              <a:ext uri="{FF2B5EF4-FFF2-40B4-BE49-F238E27FC236}">
                <a16:creationId xmlns:a16="http://schemas.microsoft.com/office/drawing/2014/main" id="{2CF2271F-0A02-49F3-B4EC-E94E6EEE3446}"/>
              </a:ext>
            </a:extLst>
          </p:cNvPr>
          <p:cNvSpPr>
            <a:spLocks noGrp="1"/>
          </p:cNvSpPr>
          <p:nvPr/>
        </p:nvSpPr>
        <p:spPr>
          <a:xfrm>
            <a:off x="7380705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94" name="01_find_only_1993">
            <a:extLst>
              <a:ext uri="{FF2B5EF4-FFF2-40B4-BE49-F238E27FC236}">
                <a16:creationId xmlns:a16="http://schemas.microsoft.com/office/drawing/2014/main" id="{398D6469-13E2-4958-AD85-000E2338F661}"/>
              </a:ext>
            </a:extLst>
          </p:cNvPr>
          <p:cNvSpPr>
            <a:spLocks noGrp="1"/>
          </p:cNvSpPr>
          <p:nvPr/>
        </p:nvSpPr>
        <p:spPr>
          <a:xfrm>
            <a:off x="7409171" y="310211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95" name="01_find_only_1994">
            <a:extLst>
              <a:ext uri="{FF2B5EF4-FFF2-40B4-BE49-F238E27FC236}">
                <a16:creationId xmlns:a16="http://schemas.microsoft.com/office/drawing/2014/main" id="{33ABEEB6-43CB-462A-BD0F-61DD4E9B1318}"/>
              </a:ext>
            </a:extLst>
          </p:cNvPr>
          <p:cNvSpPr>
            <a:spLocks noGrp="1"/>
          </p:cNvSpPr>
          <p:nvPr/>
        </p:nvSpPr>
        <p:spPr>
          <a:xfrm>
            <a:off x="731901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96" name="01_find_only_1995">
            <a:extLst>
              <a:ext uri="{FF2B5EF4-FFF2-40B4-BE49-F238E27FC236}">
                <a16:creationId xmlns:a16="http://schemas.microsoft.com/office/drawing/2014/main" id="{78EA1598-9BE7-41A9-9F20-C8D32C6772B7}"/>
              </a:ext>
            </a:extLst>
          </p:cNvPr>
          <p:cNvSpPr>
            <a:spLocks noGrp="1"/>
          </p:cNvSpPr>
          <p:nvPr/>
        </p:nvSpPr>
        <p:spPr>
          <a:xfrm>
            <a:off x="735700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97" name="01_find_only_1996">
            <a:extLst>
              <a:ext uri="{FF2B5EF4-FFF2-40B4-BE49-F238E27FC236}">
                <a16:creationId xmlns:a16="http://schemas.microsoft.com/office/drawing/2014/main" id="{7DABE1A0-B527-4044-8D7E-F1C67B516DC7}"/>
              </a:ext>
            </a:extLst>
          </p:cNvPr>
          <p:cNvSpPr>
            <a:spLocks noGrp="1"/>
          </p:cNvSpPr>
          <p:nvPr/>
        </p:nvSpPr>
        <p:spPr>
          <a:xfrm>
            <a:off x="738818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98" name="01_find_only_1997">
            <a:extLst>
              <a:ext uri="{FF2B5EF4-FFF2-40B4-BE49-F238E27FC236}">
                <a16:creationId xmlns:a16="http://schemas.microsoft.com/office/drawing/2014/main" id="{E24C18C2-C9AB-4C80-9C3D-655A6C056657}"/>
              </a:ext>
            </a:extLst>
          </p:cNvPr>
          <p:cNvSpPr>
            <a:spLocks noGrp="1"/>
          </p:cNvSpPr>
          <p:nvPr/>
        </p:nvSpPr>
        <p:spPr>
          <a:xfrm>
            <a:off x="735904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1999" name="01_find_only_1998">
            <a:extLst>
              <a:ext uri="{FF2B5EF4-FFF2-40B4-BE49-F238E27FC236}">
                <a16:creationId xmlns:a16="http://schemas.microsoft.com/office/drawing/2014/main" id="{1D5F9C7C-089A-4085-8ED0-2861BA56FF1C}"/>
              </a:ext>
            </a:extLst>
          </p:cNvPr>
          <p:cNvSpPr>
            <a:spLocks noGrp="1"/>
          </p:cNvSpPr>
          <p:nvPr/>
        </p:nvSpPr>
        <p:spPr>
          <a:xfrm>
            <a:off x="734262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00" name="01_find_only_1999">
            <a:extLst>
              <a:ext uri="{FF2B5EF4-FFF2-40B4-BE49-F238E27FC236}">
                <a16:creationId xmlns:a16="http://schemas.microsoft.com/office/drawing/2014/main" id="{F0D5FCC9-BF40-43E8-8407-5B908BE8DFCD}"/>
              </a:ext>
            </a:extLst>
          </p:cNvPr>
          <p:cNvSpPr>
            <a:spLocks noGrp="1"/>
          </p:cNvSpPr>
          <p:nvPr/>
        </p:nvSpPr>
        <p:spPr>
          <a:xfrm>
            <a:off x="738031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01" name="01_find_only_2000">
            <a:extLst>
              <a:ext uri="{FF2B5EF4-FFF2-40B4-BE49-F238E27FC236}">
                <a16:creationId xmlns:a16="http://schemas.microsoft.com/office/drawing/2014/main" id="{403DE090-1371-41BA-97F3-851CDC149239}"/>
              </a:ext>
            </a:extLst>
          </p:cNvPr>
          <p:cNvSpPr>
            <a:spLocks noGrp="1"/>
          </p:cNvSpPr>
          <p:nvPr/>
        </p:nvSpPr>
        <p:spPr>
          <a:xfrm>
            <a:off x="737720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02" name="01_find_only_2001">
            <a:extLst>
              <a:ext uri="{FF2B5EF4-FFF2-40B4-BE49-F238E27FC236}">
                <a16:creationId xmlns:a16="http://schemas.microsoft.com/office/drawing/2014/main" id="{BA28267A-11BB-49C3-8024-7C81770F3268}"/>
              </a:ext>
            </a:extLst>
          </p:cNvPr>
          <p:cNvSpPr>
            <a:spLocks noGrp="1"/>
          </p:cNvSpPr>
          <p:nvPr/>
        </p:nvSpPr>
        <p:spPr>
          <a:xfrm>
            <a:off x="736545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03" name="01_find_only_2002">
            <a:extLst>
              <a:ext uri="{FF2B5EF4-FFF2-40B4-BE49-F238E27FC236}">
                <a16:creationId xmlns:a16="http://schemas.microsoft.com/office/drawing/2014/main" id="{BDD107D2-6BB8-4492-8FAD-976A0D5A143D}"/>
              </a:ext>
            </a:extLst>
          </p:cNvPr>
          <p:cNvSpPr>
            <a:spLocks noGrp="1"/>
          </p:cNvSpPr>
          <p:nvPr/>
        </p:nvSpPr>
        <p:spPr>
          <a:xfrm>
            <a:off x="737487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04" name="01_find_only_2003">
            <a:extLst>
              <a:ext uri="{FF2B5EF4-FFF2-40B4-BE49-F238E27FC236}">
                <a16:creationId xmlns:a16="http://schemas.microsoft.com/office/drawing/2014/main" id="{D1862900-30D3-4B7B-99FE-A02B5F963EF6}"/>
              </a:ext>
            </a:extLst>
          </p:cNvPr>
          <p:cNvSpPr>
            <a:spLocks noGrp="1"/>
          </p:cNvSpPr>
          <p:nvPr/>
        </p:nvSpPr>
        <p:spPr>
          <a:xfrm>
            <a:off x="734699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05" name="01_find_only_2004">
            <a:extLst>
              <a:ext uri="{FF2B5EF4-FFF2-40B4-BE49-F238E27FC236}">
                <a16:creationId xmlns:a16="http://schemas.microsoft.com/office/drawing/2014/main" id="{08BC5D71-8E78-4F2C-8D06-083929E5601B}"/>
              </a:ext>
            </a:extLst>
          </p:cNvPr>
          <p:cNvSpPr>
            <a:spLocks noGrp="1"/>
          </p:cNvSpPr>
          <p:nvPr/>
        </p:nvSpPr>
        <p:spPr>
          <a:xfrm>
            <a:off x="736875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06" name="01_find_only_2005">
            <a:extLst>
              <a:ext uri="{FF2B5EF4-FFF2-40B4-BE49-F238E27FC236}">
                <a16:creationId xmlns:a16="http://schemas.microsoft.com/office/drawing/2014/main" id="{E0972420-0CC7-49D3-BB0A-F789ADF8BED0}"/>
              </a:ext>
            </a:extLst>
          </p:cNvPr>
          <p:cNvSpPr>
            <a:spLocks noGrp="1"/>
          </p:cNvSpPr>
          <p:nvPr/>
        </p:nvSpPr>
        <p:spPr>
          <a:xfrm>
            <a:off x="7347966" y="316669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07" name="01_find_only_2006">
            <a:extLst>
              <a:ext uri="{FF2B5EF4-FFF2-40B4-BE49-F238E27FC236}">
                <a16:creationId xmlns:a16="http://schemas.microsoft.com/office/drawing/2014/main" id="{BC26E8E2-DC10-46E7-881F-5A2D0A6D66CF}"/>
              </a:ext>
            </a:extLst>
          </p:cNvPr>
          <p:cNvSpPr>
            <a:spLocks noGrp="1"/>
          </p:cNvSpPr>
          <p:nvPr/>
        </p:nvSpPr>
        <p:spPr>
          <a:xfrm>
            <a:off x="7356514" y="363488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08" name="01_find_only_2007">
            <a:extLst>
              <a:ext uri="{FF2B5EF4-FFF2-40B4-BE49-F238E27FC236}">
                <a16:creationId xmlns:a16="http://schemas.microsoft.com/office/drawing/2014/main" id="{F428C1C6-CFB7-4D3B-96BC-ACF7CF0AB794}"/>
              </a:ext>
            </a:extLst>
          </p:cNvPr>
          <p:cNvSpPr>
            <a:spLocks noGrp="1"/>
          </p:cNvSpPr>
          <p:nvPr/>
        </p:nvSpPr>
        <p:spPr>
          <a:xfrm>
            <a:off x="7398484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09" name="01_find_only_2008">
            <a:extLst>
              <a:ext uri="{FF2B5EF4-FFF2-40B4-BE49-F238E27FC236}">
                <a16:creationId xmlns:a16="http://schemas.microsoft.com/office/drawing/2014/main" id="{50DA5D78-4555-4FD4-858C-9CA4004E7FE8}"/>
              </a:ext>
            </a:extLst>
          </p:cNvPr>
          <p:cNvSpPr>
            <a:spLocks noGrp="1"/>
          </p:cNvSpPr>
          <p:nvPr/>
        </p:nvSpPr>
        <p:spPr>
          <a:xfrm>
            <a:off x="732970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10" name="01_find_only_2009">
            <a:extLst>
              <a:ext uri="{FF2B5EF4-FFF2-40B4-BE49-F238E27FC236}">
                <a16:creationId xmlns:a16="http://schemas.microsoft.com/office/drawing/2014/main" id="{27BE3587-EC7D-4002-9379-2BEBD7A37FF9}"/>
              </a:ext>
            </a:extLst>
          </p:cNvPr>
          <p:cNvSpPr>
            <a:spLocks noGrp="1"/>
          </p:cNvSpPr>
          <p:nvPr/>
        </p:nvSpPr>
        <p:spPr>
          <a:xfrm>
            <a:off x="733417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11" name="01_find_only_2010">
            <a:extLst>
              <a:ext uri="{FF2B5EF4-FFF2-40B4-BE49-F238E27FC236}">
                <a16:creationId xmlns:a16="http://schemas.microsoft.com/office/drawing/2014/main" id="{D3CF6E2B-6A1C-4383-BD07-8F85EE3F5D78}"/>
              </a:ext>
            </a:extLst>
          </p:cNvPr>
          <p:cNvSpPr>
            <a:spLocks noGrp="1"/>
          </p:cNvSpPr>
          <p:nvPr/>
        </p:nvSpPr>
        <p:spPr>
          <a:xfrm>
            <a:off x="7374585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12" name="01_find_only_2011">
            <a:extLst>
              <a:ext uri="{FF2B5EF4-FFF2-40B4-BE49-F238E27FC236}">
                <a16:creationId xmlns:a16="http://schemas.microsoft.com/office/drawing/2014/main" id="{6CAF494C-0AFE-4152-8E35-2C100B5C1854}"/>
              </a:ext>
            </a:extLst>
          </p:cNvPr>
          <p:cNvSpPr>
            <a:spLocks noGrp="1"/>
          </p:cNvSpPr>
          <p:nvPr/>
        </p:nvSpPr>
        <p:spPr>
          <a:xfrm>
            <a:off x="7373711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13" name="01_find_only_2012">
            <a:extLst>
              <a:ext uri="{FF2B5EF4-FFF2-40B4-BE49-F238E27FC236}">
                <a16:creationId xmlns:a16="http://schemas.microsoft.com/office/drawing/2014/main" id="{C16C1087-CD4B-43AE-8675-2D43D4526663}"/>
              </a:ext>
            </a:extLst>
          </p:cNvPr>
          <p:cNvSpPr>
            <a:spLocks noGrp="1"/>
          </p:cNvSpPr>
          <p:nvPr/>
        </p:nvSpPr>
        <p:spPr>
          <a:xfrm>
            <a:off x="740528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14" name="01_find_only_2013">
            <a:extLst>
              <a:ext uri="{FF2B5EF4-FFF2-40B4-BE49-F238E27FC236}">
                <a16:creationId xmlns:a16="http://schemas.microsoft.com/office/drawing/2014/main" id="{79AB5210-C491-41FF-B14C-ABBF91526A24}"/>
              </a:ext>
            </a:extLst>
          </p:cNvPr>
          <p:cNvSpPr>
            <a:spLocks noGrp="1"/>
          </p:cNvSpPr>
          <p:nvPr/>
        </p:nvSpPr>
        <p:spPr>
          <a:xfrm>
            <a:off x="739061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15" name="01_find_only_2014">
            <a:extLst>
              <a:ext uri="{FF2B5EF4-FFF2-40B4-BE49-F238E27FC236}">
                <a16:creationId xmlns:a16="http://schemas.microsoft.com/office/drawing/2014/main" id="{A5BE3F1A-C84F-450E-8FE7-5F8FB7C09F04}"/>
              </a:ext>
            </a:extLst>
          </p:cNvPr>
          <p:cNvSpPr>
            <a:spLocks noGrp="1"/>
          </p:cNvSpPr>
          <p:nvPr/>
        </p:nvSpPr>
        <p:spPr>
          <a:xfrm>
            <a:off x="733067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16" name="01_find_only_2015">
            <a:extLst>
              <a:ext uri="{FF2B5EF4-FFF2-40B4-BE49-F238E27FC236}">
                <a16:creationId xmlns:a16="http://schemas.microsoft.com/office/drawing/2014/main" id="{20FE934C-1AEA-4525-8E6B-A28743186FBB}"/>
              </a:ext>
            </a:extLst>
          </p:cNvPr>
          <p:cNvSpPr>
            <a:spLocks noGrp="1"/>
          </p:cNvSpPr>
          <p:nvPr/>
        </p:nvSpPr>
        <p:spPr>
          <a:xfrm>
            <a:off x="734475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17" name="01_find_only_2016">
            <a:extLst>
              <a:ext uri="{FF2B5EF4-FFF2-40B4-BE49-F238E27FC236}">
                <a16:creationId xmlns:a16="http://schemas.microsoft.com/office/drawing/2014/main" id="{4E65A14E-673C-44D7-ACAA-6ED76CDAECFB}"/>
              </a:ext>
            </a:extLst>
          </p:cNvPr>
          <p:cNvSpPr>
            <a:spLocks noGrp="1"/>
          </p:cNvSpPr>
          <p:nvPr/>
        </p:nvSpPr>
        <p:spPr>
          <a:xfrm>
            <a:off x="738332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18" name="01_find_only_2017">
            <a:extLst>
              <a:ext uri="{FF2B5EF4-FFF2-40B4-BE49-F238E27FC236}">
                <a16:creationId xmlns:a16="http://schemas.microsoft.com/office/drawing/2014/main" id="{14DDDA19-4AEF-4FA3-ADFC-3E1507A761EA}"/>
              </a:ext>
            </a:extLst>
          </p:cNvPr>
          <p:cNvSpPr>
            <a:spLocks noGrp="1"/>
          </p:cNvSpPr>
          <p:nvPr/>
        </p:nvSpPr>
        <p:spPr>
          <a:xfrm>
            <a:off x="732503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19" name="01_find_only_2018">
            <a:extLst>
              <a:ext uri="{FF2B5EF4-FFF2-40B4-BE49-F238E27FC236}">
                <a16:creationId xmlns:a16="http://schemas.microsoft.com/office/drawing/2014/main" id="{72BEBE00-6E85-4EB7-A56E-7369116EF3CB}"/>
              </a:ext>
            </a:extLst>
          </p:cNvPr>
          <p:cNvSpPr>
            <a:spLocks noGrp="1"/>
          </p:cNvSpPr>
          <p:nvPr/>
        </p:nvSpPr>
        <p:spPr>
          <a:xfrm>
            <a:off x="7392558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20" name="01_find_only_2019">
            <a:extLst>
              <a:ext uri="{FF2B5EF4-FFF2-40B4-BE49-F238E27FC236}">
                <a16:creationId xmlns:a16="http://schemas.microsoft.com/office/drawing/2014/main" id="{5CA73A33-0591-4DDA-8CA9-917C0E9E969D}"/>
              </a:ext>
            </a:extLst>
          </p:cNvPr>
          <p:cNvSpPr>
            <a:spLocks noGrp="1"/>
          </p:cNvSpPr>
          <p:nvPr/>
        </p:nvSpPr>
        <p:spPr>
          <a:xfrm>
            <a:off x="739586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21" name="01_find_only_2020">
            <a:extLst>
              <a:ext uri="{FF2B5EF4-FFF2-40B4-BE49-F238E27FC236}">
                <a16:creationId xmlns:a16="http://schemas.microsoft.com/office/drawing/2014/main" id="{3042EDB0-AE03-4FB8-9D26-353FBA4C21C2}"/>
              </a:ext>
            </a:extLst>
          </p:cNvPr>
          <p:cNvSpPr>
            <a:spLocks noGrp="1"/>
          </p:cNvSpPr>
          <p:nvPr/>
        </p:nvSpPr>
        <p:spPr>
          <a:xfrm>
            <a:off x="7385563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22" name="01_find_only_2021">
            <a:extLst>
              <a:ext uri="{FF2B5EF4-FFF2-40B4-BE49-F238E27FC236}">
                <a16:creationId xmlns:a16="http://schemas.microsoft.com/office/drawing/2014/main" id="{CB845ED2-2144-4D37-807E-5FB7FAC159F4}"/>
              </a:ext>
            </a:extLst>
          </p:cNvPr>
          <p:cNvSpPr>
            <a:spLocks noGrp="1"/>
          </p:cNvSpPr>
          <p:nvPr/>
        </p:nvSpPr>
        <p:spPr>
          <a:xfrm>
            <a:off x="7384689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23" name="01_find_only_2022">
            <a:extLst>
              <a:ext uri="{FF2B5EF4-FFF2-40B4-BE49-F238E27FC236}">
                <a16:creationId xmlns:a16="http://schemas.microsoft.com/office/drawing/2014/main" id="{791972A5-153A-4785-BB2B-782103C33F44}"/>
              </a:ext>
            </a:extLst>
          </p:cNvPr>
          <p:cNvSpPr>
            <a:spLocks noGrp="1"/>
          </p:cNvSpPr>
          <p:nvPr/>
        </p:nvSpPr>
        <p:spPr>
          <a:xfrm>
            <a:off x="738886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24" name="01_find_only_2023">
            <a:extLst>
              <a:ext uri="{FF2B5EF4-FFF2-40B4-BE49-F238E27FC236}">
                <a16:creationId xmlns:a16="http://schemas.microsoft.com/office/drawing/2014/main" id="{5A3A09DE-C8AC-4F36-8DDA-1DF35F938638}"/>
              </a:ext>
            </a:extLst>
          </p:cNvPr>
          <p:cNvSpPr>
            <a:spLocks noGrp="1"/>
          </p:cNvSpPr>
          <p:nvPr/>
        </p:nvSpPr>
        <p:spPr>
          <a:xfrm>
            <a:off x="737050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25" name="01_find_only_2024">
            <a:extLst>
              <a:ext uri="{FF2B5EF4-FFF2-40B4-BE49-F238E27FC236}">
                <a16:creationId xmlns:a16="http://schemas.microsoft.com/office/drawing/2014/main" id="{D4E13F62-6575-491E-ADDF-E151EDA3674F}"/>
              </a:ext>
            </a:extLst>
          </p:cNvPr>
          <p:cNvSpPr>
            <a:spLocks noGrp="1"/>
          </p:cNvSpPr>
          <p:nvPr/>
        </p:nvSpPr>
        <p:spPr>
          <a:xfrm>
            <a:off x="732008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26" name="01_find_only_2025">
            <a:extLst>
              <a:ext uri="{FF2B5EF4-FFF2-40B4-BE49-F238E27FC236}">
                <a16:creationId xmlns:a16="http://schemas.microsoft.com/office/drawing/2014/main" id="{C12C1BDF-377A-4ED5-88CF-0FE473CE2C85}"/>
              </a:ext>
            </a:extLst>
          </p:cNvPr>
          <p:cNvSpPr>
            <a:spLocks noGrp="1"/>
          </p:cNvSpPr>
          <p:nvPr/>
        </p:nvSpPr>
        <p:spPr>
          <a:xfrm>
            <a:off x="737031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27" name="01_find_only_2026">
            <a:extLst>
              <a:ext uri="{FF2B5EF4-FFF2-40B4-BE49-F238E27FC236}">
                <a16:creationId xmlns:a16="http://schemas.microsoft.com/office/drawing/2014/main" id="{B442525E-F5C6-4A10-810C-4ADFB425167A}"/>
              </a:ext>
            </a:extLst>
          </p:cNvPr>
          <p:cNvSpPr>
            <a:spLocks noGrp="1"/>
          </p:cNvSpPr>
          <p:nvPr/>
        </p:nvSpPr>
        <p:spPr>
          <a:xfrm>
            <a:off x="733290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28" name="01_find_only_2027">
            <a:extLst>
              <a:ext uri="{FF2B5EF4-FFF2-40B4-BE49-F238E27FC236}">
                <a16:creationId xmlns:a16="http://schemas.microsoft.com/office/drawing/2014/main" id="{8BF4D56B-4845-42D3-B659-8DEA3296BB01}"/>
              </a:ext>
            </a:extLst>
          </p:cNvPr>
          <p:cNvSpPr>
            <a:spLocks noGrp="1"/>
          </p:cNvSpPr>
          <p:nvPr/>
        </p:nvSpPr>
        <p:spPr>
          <a:xfrm>
            <a:off x="7385078" y="39018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29" name="01_find_only_2028">
            <a:extLst>
              <a:ext uri="{FF2B5EF4-FFF2-40B4-BE49-F238E27FC236}">
                <a16:creationId xmlns:a16="http://schemas.microsoft.com/office/drawing/2014/main" id="{6C38D8AD-23F3-43A1-88BB-7DAAD8A79F25}"/>
              </a:ext>
            </a:extLst>
          </p:cNvPr>
          <p:cNvSpPr>
            <a:spLocks noGrp="1"/>
          </p:cNvSpPr>
          <p:nvPr/>
        </p:nvSpPr>
        <p:spPr>
          <a:xfrm>
            <a:off x="7397901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30" name="01_find_only_2029">
            <a:extLst>
              <a:ext uri="{FF2B5EF4-FFF2-40B4-BE49-F238E27FC236}">
                <a16:creationId xmlns:a16="http://schemas.microsoft.com/office/drawing/2014/main" id="{78A8F89A-4CC5-4B45-BDD2-F4D03958D07D}"/>
              </a:ext>
            </a:extLst>
          </p:cNvPr>
          <p:cNvSpPr>
            <a:spLocks noGrp="1"/>
          </p:cNvSpPr>
          <p:nvPr/>
        </p:nvSpPr>
        <p:spPr>
          <a:xfrm>
            <a:off x="733135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31" name="01_find_only_2030">
            <a:extLst>
              <a:ext uri="{FF2B5EF4-FFF2-40B4-BE49-F238E27FC236}">
                <a16:creationId xmlns:a16="http://schemas.microsoft.com/office/drawing/2014/main" id="{8D2181A8-4FF0-432D-9F1B-CAE57AD80790}"/>
              </a:ext>
            </a:extLst>
          </p:cNvPr>
          <p:cNvSpPr>
            <a:spLocks noGrp="1"/>
          </p:cNvSpPr>
          <p:nvPr/>
        </p:nvSpPr>
        <p:spPr>
          <a:xfrm>
            <a:off x="7385952" y="310708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32" name="01_find_only_2031">
            <a:extLst>
              <a:ext uri="{FF2B5EF4-FFF2-40B4-BE49-F238E27FC236}">
                <a16:creationId xmlns:a16="http://schemas.microsoft.com/office/drawing/2014/main" id="{79BD235E-3BEF-4E82-B2C7-66F4113338BE}"/>
              </a:ext>
            </a:extLst>
          </p:cNvPr>
          <p:cNvSpPr>
            <a:spLocks noGrp="1"/>
          </p:cNvSpPr>
          <p:nvPr/>
        </p:nvSpPr>
        <p:spPr>
          <a:xfrm>
            <a:off x="733621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33" name="01_find_only_2032">
            <a:extLst>
              <a:ext uri="{FF2B5EF4-FFF2-40B4-BE49-F238E27FC236}">
                <a16:creationId xmlns:a16="http://schemas.microsoft.com/office/drawing/2014/main" id="{0DDA6CAA-0E38-46FA-B873-102B30B48970}"/>
              </a:ext>
            </a:extLst>
          </p:cNvPr>
          <p:cNvSpPr>
            <a:spLocks noGrp="1"/>
          </p:cNvSpPr>
          <p:nvPr/>
        </p:nvSpPr>
        <p:spPr>
          <a:xfrm>
            <a:off x="734048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34" name="01_find_only_2033">
            <a:extLst>
              <a:ext uri="{FF2B5EF4-FFF2-40B4-BE49-F238E27FC236}">
                <a16:creationId xmlns:a16="http://schemas.microsoft.com/office/drawing/2014/main" id="{09ADB617-82AB-43ED-A5CA-6D201702D793}"/>
              </a:ext>
            </a:extLst>
          </p:cNvPr>
          <p:cNvSpPr>
            <a:spLocks noGrp="1"/>
          </p:cNvSpPr>
          <p:nvPr/>
        </p:nvSpPr>
        <p:spPr>
          <a:xfrm>
            <a:off x="7328924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35" name="01_find_only_2034">
            <a:extLst>
              <a:ext uri="{FF2B5EF4-FFF2-40B4-BE49-F238E27FC236}">
                <a16:creationId xmlns:a16="http://schemas.microsoft.com/office/drawing/2014/main" id="{1CAFBA83-0FFB-4109-A2CC-603B0937D03F}"/>
              </a:ext>
            </a:extLst>
          </p:cNvPr>
          <p:cNvSpPr>
            <a:spLocks noGrp="1"/>
          </p:cNvSpPr>
          <p:nvPr/>
        </p:nvSpPr>
        <p:spPr>
          <a:xfrm>
            <a:off x="7384883" y="37156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36" name="01_find_only_2035">
            <a:extLst>
              <a:ext uri="{FF2B5EF4-FFF2-40B4-BE49-F238E27FC236}">
                <a16:creationId xmlns:a16="http://schemas.microsoft.com/office/drawing/2014/main" id="{59ED7C3A-B0EA-4561-9A37-C93CD023AB56}"/>
              </a:ext>
            </a:extLst>
          </p:cNvPr>
          <p:cNvSpPr>
            <a:spLocks noGrp="1"/>
          </p:cNvSpPr>
          <p:nvPr/>
        </p:nvSpPr>
        <p:spPr>
          <a:xfrm>
            <a:off x="7409948" y="38309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37" name="01_find_only_2036">
            <a:extLst>
              <a:ext uri="{FF2B5EF4-FFF2-40B4-BE49-F238E27FC236}">
                <a16:creationId xmlns:a16="http://schemas.microsoft.com/office/drawing/2014/main" id="{C4B9AD59-56E4-429F-B45E-F01A2C922ABD}"/>
              </a:ext>
            </a:extLst>
          </p:cNvPr>
          <p:cNvSpPr>
            <a:spLocks noGrp="1"/>
          </p:cNvSpPr>
          <p:nvPr/>
        </p:nvSpPr>
        <p:spPr>
          <a:xfrm>
            <a:off x="7414126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38" name="01_find_only_2037">
            <a:extLst>
              <a:ext uri="{FF2B5EF4-FFF2-40B4-BE49-F238E27FC236}">
                <a16:creationId xmlns:a16="http://schemas.microsoft.com/office/drawing/2014/main" id="{76C9BAC1-EC67-45F2-893F-124A53A1D2B3}"/>
              </a:ext>
            </a:extLst>
          </p:cNvPr>
          <p:cNvSpPr>
            <a:spLocks noGrp="1"/>
          </p:cNvSpPr>
          <p:nvPr/>
        </p:nvSpPr>
        <p:spPr>
          <a:xfrm>
            <a:off x="735408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39" name="01_find_only_2038">
            <a:extLst>
              <a:ext uri="{FF2B5EF4-FFF2-40B4-BE49-F238E27FC236}">
                <a16:creationId xmlns:a16="http://schemas.microsoft.com/office/drawing/2014/main" id="{FB456D08-E203-4123-9CF4-C7E0C684F287}"/>
              </a:ext>
            </a:extLst>
          </p:cNvPr>
          <p:cNvSpPr>
            <a:spLocks noGrp="1"/>
          </p:cNvSpPr>
          <p:nvPr/>
        </p:nvSpPr>
        <p:spPr>
          <a:xfrm>
            <a:off x="7389741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40" name="01_find_only_2039">
            <a:extLst>
              <a:ext uri="{FF2B5EF4-FFF2-40B4-BE49-F238E27FC236}">
                <a16:creationId xmlns:a16="http://schemas.microsoft.com/office/drawing/2014/main" id="{1824DE69-4DCF-4DDB-BBF0-25091BD78FC9}"/>
              </a:ext>
            </a:extLst>
          </p:cNvPr>
          <p:cNvSpPr>
            <a:spLocks noGrp="1"/>
          </p:cNvSpPr>
          <p:nvPr/>
        </p:nvSpPr>
        <p:spPr>
          <a:xfrm>
            <a:off x="740858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41" name="01_find_only_2040">
            <a:extLst>
              <a:ext uri="{FF2B5EF4-FFF2-40B4-BE49-F238E27FC236}">
                <a16:creationId xmlns:a16="http://schemas.microsoft.com/office/drawing/2014/main" id="{CC7A3363-7C46-43BB-B91F-DBBE11956738}"/>
              </a:ext>
            </a:extLst>
          </p:cNvPr>
          <p:cNvSpPr>
            <a:spLocks noGrp="1"/>
          </p:cNvSpPr>
          <p:nvPr/>
        </p:nvSpPr>
        <p:spPr>
          <a:xfrm>
            <a:off x="7397124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42" name="01_find_only_2041">
            <a:extLst>
              <a:ext uri="{FF2B5EF4-FFF2-40B4-BE49-F238E27FC236}">
                <a16:creationId xmlns:a16="http://schemas.microsoft.com/office/drawing/2014/main" id="{9D429E44-3FF9-4B2F-BC87-7354FD3308A2}"/>
              </a:ext>
            </a:extLst>
          </p:cNvPr>
          <p:cNvSpPr>
            <a:spLocks noGrp="1"/>
          </p:cNvSpPr>
          <p:nvPr/>
        </p:nvSpPr>
        <p:spPr>
          <a:xfrm>
            <a:off x="738682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43" name="01_find_only_2042">
            <a:extLst>
              <a:ext uri="{FF2B5EF4-FFF2-40B4-BE49-F238E27FC236}">
                <a16:creationId xmlns:a16="http://schemas.microsoft.com/office/drawing/2014/main" id="{355547E4-C10E-4B81-A245-52535ED1126A}"/>
              </a:ext>
            </a:extLst>
          </p:cNvPr>
          <p:cNvSpPr>
            <a:spLocks noGrp="1"/>
          </p:cNvSpPr>
          <p:nvPr/>
        </p:nvSpPr>
        <p:spPr>
          <a:xfrm>
            <a:off x="736302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44" name="01_find_only_2043">
            <a:extLst>
              <a:ext uri="{FF2B5EF4-FFF2-40B4-BE49-F238E27FC236}">
                <a16:creationId xmlns:a16="http://schemas.microsoft.com/office/drawing/2014/main" id="{52C1177B-A9C5-4BC0-A751-8A7E9381C5C0}"/>
              </a:ext>
            </a:extLst>
          </p:cNvPr>
          <p:cNvSpPr>
            <a:spLocks noGrp="1"/>
          </p:cNvSpPr>
          <p:nvPr/>
        </p:nvSpPr>
        <p:spPr>
          <a:xfrm>
            <a:off x="7360109" y="338922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45" name="01_find_only_2044">
            <a:extLst>
              <a:ext uri="{FF2B5EF4-FFF2-40B4-BE49-F238E27FC236}">
                <a16:creationId xmlns:a16="http://schemas.microsoft.com/office/drawing/2014/main" id="{D9612D82-8B52-4A70-9F33-19DE4DEA1665}"/>
              </a:ext>
            </a:extLst>
          </p:cNvPr>
          <p:cNvSpPr>
            <a:spLocks noGrp="1"/>
          </p:cNvSpPr>
          <p:nvPr/>
        </p:nvSpPr>
        <p:spPr>
          <a:xfrm>
            <a:off x="732775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46" name="01_find_only_2045">
            <a:extLst>
              <a:ext uri="{FF2B5EF4-FFF2-40B4-BE49-F238E27FC236}">
                <a16:creationId xmlns:a16="http://schemas.microsoft.com/office/drawing/2014/main" id="{57474969-9393-44E6-82D5-0FADBAE353A5}"/>
              </a:ext>
            </a:extLst>
          </p:cNvPr>
          <p:cNvSpPr>
            <a:spLocks noGrp="1"/>
          </p:cNvSpPr>
          <p:nvPr/>
        </p:nvSpPr>
        <p:spPr>
          <a:xfrm>
            <a:off x="740887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47" name="01_find_only_2046">
            <a:extLst>
              <a:ext uri="{FF2B5EF4-FFF2-40B4-BE49-F238E27FC236}">
                <a16:creationId xmlns:a16="http://schemas.microsoft.com/office/drawing/2014/main" id="{81476FB6-3F4D-47D9-A2FB-2ABD39C8B79A}"/>
              </a:ext>
            </a:extLst>
          </p:cNvPr>
          <p:cNvSpPr>
            <a:spLocks noGrp="1"/>
          </p:cNvSpPr>
          <p:nvPr/>
        </p:nvSpPr>
        <p:spPr>
          <a:xfrm>
            <a:off x="739858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48" name="01_find_only_2047">
            <a:extLst>
              <a:ext uri="{FF2B5EF4-FFF2-40B4-BE49-F238E27FC236}">
                <a16:creationId xmlns:a16="http://schemas.microsoft.com/office/drawing/2014/main" id="{D30E5D08-57BB-417B-9F08-BF80B60841C8}"/>
              </a:ext>
            </a:extLst>
          </p:cNvPr>
          <p:cNvSpPr>
            <a:spLocks noGrp="1"/>
          </p:cNvSpPr>
          <p:nvPr/>
        </p:nvSpPr>
        <p:spPr>
          <a:xfrm>
            <a:off x="7383912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49" name="01_find_only_2048">
            <a:extLst>
              <a:ext uri="{FF2B5EF4-FFF2-40B4-BE49-F238E27FC236}">
                <a16:creationId xmlns:a16="http://schemas.microsoft.com/office/drawing/2014/main" id="{3A54CD83-025C-4859-A369-8CA100669FD4}"/>
              </a:ext>
            </a:extLst>
          </p:cNvPr>
          <p:cNvSpPr>
            <a:spLocks noGrp="1"/>
          </p:cNvSpPr>
          <p:nvPr/>
        </p:nvSpPr>
        <p:spPr>
          <a:xfrm>
            <a:off x="732435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50" name="01_find_only_2049">
            <a:extLst>
              <a:ext uri="{FF2B5EF4-FFF2-40B4-BE49-F238E27FC236}">
                <a16:creationId xmlns:a16="http://schemas.microsoft.com/office/drawing/2014/main" id="{21DE2BCC-5461-4F41-8F6C-AC703856390C}"/>
              </a:ext>
            </a:extLst>
          </p:cNvPr>
          <p:cNvSpPr>
            <a:spLocks noGrp="1"/>
          </p:cNvSpPr>
          <p:nvPr/>
        </p:nvSpPr>
        <p:spPr>
          <a:xfrm>
            <a:off x="733378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51" name="01_find_only_2050">
            <a:extLst>
              <a:ext uri="{FF2B5EF4-FFF2-40B4-BE49-F238E27FC236}">
                <a16:creationId xmlns:a16="http://schemas.microsoft.com/office/drawing/2014/main" id="{FAE89A15-45DD-46F9-AB4A-7328676845DC}"/>
              </a:ext>
            </a:extLst>
          </p:cNvPr>
          <p:cNvSpPr>
            <a:spLocks noGrp="1"/>
          </p:cNvSpPr>
          <p:nvPr/>
        </p:nvSpPr>
        <p:spPr>
          <a:xfrm>
            <a:off x="734320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52" name="01_find_only_2051">
            <a:extLst>
              <a:ext uri="{FF2B5EF4-FFF2-40B4-BE49-F238E27FC236}">
                <a16:creationId xmlns:a16="http://schemas.microsoft.com/office/drawing/2014/main" id="{17E1505E-C96E-4AF3-AC1F-1145AB910A88}"/>
              </a:ext>
            </a:extLst>
          </p:cNvPr>
          <p:cNvSpPr>
            <a:spLocks noGrp="1"/>
          </p:cNvSpPr>
          <p:nvPr/>
        </p:nvSpPr>
        <p:spPr>
          <a:xfrm>
            <a:off x="738488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53" name="01_find_only_2052">
            <a:extLst>
              <a:ext uri="{FF2B5EF4-FFF2-40B4-BE49-F238E27FC236}">
                <a16:creationId xmlns:a16="http://schemas.microsoft.com/office/drawing/2014/main" id="{BEE00B68-51AA-49C6-9363-2C961DE8E1CD}"/>
              </a:ext>
            </a:extLst>
          </p:cNvPr>
          <p:cNvSpPr>
            <a:spLocks noGrp="1"/>
          </p:cNvSpPr>
          <p:nvPr/>
        </p:nvSpPr>
        <p:spPr>
          <a:xfrm>
            <a:off x="737507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54" name="01_find_only_2053">
            <a:extLst>
              <a:ext uri="{FF2B5EF4-FFF2-40B4-BE49-F238E27FC236}">
                <a16:creationId xmlns:a16="http://schemas.microsoft.com/office/drawing/2014/main" id="{9A812FD9-3B10-443F-84DC-A1F74594AE79}"/>
              </a:ext>
            </a:extLst>
          </p:cNvPr>
          <p:cNvSpPr>
            <a:spLocks noGrp="1"/>
          </p:cNvSpPr>
          <p:nvPr/>
        </p:nvSpPr>
        <p:spPr>
          <a:xfrm>
            <a:off x="7337862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55" name="01_find_only_2054">
            <a:extLst>
              <a:ext uri="{FF2B5EF4-FFF2-40B4-BE49-F238E27FC236}">
                <a16:creationId xmlns:a16="http://schemas.microsoft.com/office/drawing/2014/main" id="{BBD25740-B7C1-4A74-BF6C-840A86D06449}"/>
              </a:ext>
            </a:extLst>
          </p:cNvPr>
          <p:cNvSpPr>
            <a:spLocks noGrp="1"/>
          </p:cNvSpPr>
          <p:nvPr/>
        </p:nvSpPr>
        <p:spPr>
          <a:xfrm>
            <a:off x="735544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56" name="01_find_only_2055">
            <a:extLst>
              <a:ext uri="{FF2B5EF4-FFF2-40B4-BE49-F238E27FC236}">
                <a16:creationId xmlns:a16="http://schemas.microsoft.com/office/drawing/2014/main" id="{E9D37AD7-756F-426A-9BB6-8F20CA189EF8}"/>
              </a:ext>
            </a:extLst>
          </p:cNvPr>
          <p:cNvSpPr>
            <a:spLocks noGrp="1"/>
          </p:cNvSpPr>
          <p:nvPr/>
        </p:nvSpPr>
        <p:spPr>
          <a:xfrm>
            <a:off x="732105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57" name="01_find_only_2056">
            <a:extLst>
              <a:ext uri="{FF2B5EF4-FFF2-40B4-BE49-F238E27FC236}">
                <a16:creationId xmlns:a16="http://schemas.microsoft.com/office/drawing/2014/main" id="{BEE153C7-065F-4101-ABF5-6FD6AB1EFCBA}"/>
              </a:ext>
            </a:extLst>
          </p:cNvPr>
          <p:cNvSpPr>
            <a:spLocks noGrp="1"/>
          </p:cNvSpPr>
          <p:nvPr/>
        </p:nvSpPr>
        <p:spPr>
          <a:xfrm>
            <a:off x="785151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58" name="01_find_only_2057">
            <a:extLst>
              <a:ext uri="{FF2B5EF4-FFF2-40B4-BE49-F238E27FC236}">
                <a16:creationId xmlns:a16="http://schemas.microsoft.com/office/drawing/2014/main" id="{4FC35E7A-5FC1-4F9B-A404-57EC9AA33ECB}"/>
              </a:ext>
            </a:extLst>
          </p:cNvPr>
          <p:cNvSpPr>
            <a:spLocks noGrp="1"/>
          </p:cNvSpPr>
          <p:nvPr/>
        </p:nvSpPr>
        <p:spPr>
          <a:xfrm>
            <a:off x="7832858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59" name="01_find_only_2058">
            <a:extLst>
              <a:ext uri="{FF2B5EF4-FFF2-40B4-BE49-F238E27FC236}">
                <a16:creationId xmlns:a16="http://schemas.microsoft.com/office/drawing/2014/main" id="{73C3454D-A280-4CE9-9600-AA1F588EB0FA}"/>
              </a:ext>
            </a:extLst>
          </p:cNvPr>
          <p:cNvSpPr>
            <a:spLocks noGrp="1"/>
          </p:cNvSpPr>
          <p:nvPr/>
        </p:nvSpPr>
        <p:spPr>
          <a:xfrm>
            <a:off x="784801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60" name="01_find_only_2059">
            <a:extLst>
              <a:ext uri="{FF2B5EF4-FFF2-40B4-BE49-F238E27FC236}">
                <a16:creationId xmlns:a16="http://schemas.microsoft.com/office/drawing/2014/main" id="{1E8FC30E-877E-4D60-9C95-A1FFC426E9F2}"/>
              </a:ext>
            </a:extLst>
          </p:cNvPr>
          <p:cNvSpPr>
            <a:spLocks noGrp="1"/>
          </p:cNvSpPr>
          <p:nvPr/>
        </p:nvSpPr>
        <p:spPr>
          <a:xfrm>
            <a:off x="7847625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61" name="01_find_only_2060">
            <a:extLst>
              <a:ext uri="{FF2B5EF4-FFF2-40B4-BE49-F238E27FC236}">
                <a16:creationId xmlns:a16="http://schemas.microsoft.com/office/drawing/2014/main" id="{7C7EF542-C141-4EE0-AC47-32151E99F5D3}"/>
              </a:ext>
            </a:extLst>
          </p:cNvPr>
          <p:cNvSpPr>
            <a:spLocks noGrp="1"/>
          </p:cNvSpPr>
          <p:nvPr/>
        </p:nvSpPr>
        <p:spPr>
          <a:xfrm>
            <a:off x="7864141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62" name="01_find_only_2061">
            <a:extLst>
              <a:ext uri="{FF2B5EF4-FFF2-40B4-BE49-F238E27FC236}">
                <a16:creationId xmlns:a16="http://schemas.microsoft.com/office/drawing/2014/main" id="{B0D3F6A3-AAD6-4954-88E5-FB5A67E207B7}"/>
              </a:ext>
            </a:extLst>
          </p:cNvPr>
          <p:cNvSpPr>
            <a:spLocks noGrp="1"/>
          </p:cNvSpPr>
          <p:nvPr/>
        </p:nvSpPr>
        <p:spPr>
          <a:xfrm>
            <a:off x="7892412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63" name="01_find_only_2062">
            <a:extLst>
              <a:ext uri="{FF2B5EF4-FFF2-40B4-BE49-F238E27FC236}">
                <a16:creationId xmlns:a16="http://schemas.microsoft.com/office/drawing/2014/main" id="{6C95D06A-91AA-4C03-969F-48FB4CC05935}"/>
              </a:ext>
            </a:extLst>
          </p:cNvPr>
          <p:cNvSpPr>
            <a:spLocks noGrp="1"/>
          </p:cNvSpPr>
          <p:nvPr/>
        </p:nvSpPr>
        <p:spPr>
          <a:xfrm>
            <a:off x="7910191" y="318987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64" name="01_find_only_2063">
            <a:extLst>
              <a:ext uri="{FF2B5EF4-FFF2-40B4-BE49-F238E27FC236}">
                <a16:creationId xmlns:a16="http://schemas.microsoft.com/office/drawing/2014/main" id="{E889869D-FB6C-46C0-B752-CE80F85F62D0}"/>
              </a:ext>
            </a:extLst>
          </p:cNvPr>
          <p:cNvSpPr>
            <a:spLocks noGrp="1"/>
          </p:cNvSpPr>
          <p:nvPr/>
        </p:nvSpPr>
        <p:spPr>
          <a:xfrm>
            <a:off x="7838007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65" name="01_find_only_2064">
            <a:extLst>
              <a:ext uri="{FF2B5EF4-FFF2-40B4-BE49-F238E27FC236}">
                <a16:creationId xmlns:a16="http://schemas.microsoft.com/office/drawing/2014/main" id="{3A2E5750-A01F-4FAC-9997-818BA1BC8F0F}"/>
              </a:ext>
            </a:extLst>
          </p:cNvPr>
          <p:cNvSpPr>
            <a:spLocks noGrp="1"/>
          </p:cNvSpPr>
          <p:nvPr/>
        </p:nvSpPr>
        <p:spPr>
          <a:xfrm>
            <a:off x="788240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66" name="01_find_only_2065">
            <a:extLst>
              <a:ext uri="{FF2B5EF4-FFF2-40B4-BE49-F238E27FC236}">
                <a16:creationId xmlns:a16="http://schemas.microsoft.com/office/drawing/2014/main" id="{F20583ED-59BF-40CA-B87D-E9CDFEE474BA}"/>
              </a:ext>
            </a:extLst>
          </p:cNvPr>
          <p:cNvSpPr>
            <a:spLocks noGrp="1"/>
          </p:cNvSpPr>
          <p:nvPr/>
        </p:nvSpPr>
        <p:spPr>
          <a:xfrm>
            <a:off x="783829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67" name="01_find_only_2066">
            <a:extLst>
              <a:ext uri="{FF2B5EF4-FFF2-40B4-BE49-F238E27FC236}">
                <a16:creationId xmlns:a16="http://schemas.microsoft.com/office/drawing/2014/main" id="{418291F1-1450-41AA-B1E1-457D71CDAB06}"/>
              </a:ext>
            </a:extLst>
          </p:cNvPr>
          <p:cNvSpPr>
            <a:spLocks noGrp="1"/>
          </p:cNvSpPr>
          <p:nvPr/>
        </p:nvSpPr>
        <p:spPr>
          <a:xfrm>
            <a:off x="782761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68" name="01_find_only_2067">
            <a:extLst>
              <a:ext uri="{FF2B5EF4-FFF2-40B4-BE49-F238E27FC236}">
                <a16:creationId xmlns:a16="http://schemas.microsoft.com/office/drawing/2014/main" id="{8BA204B2-2F30-47DB-A2A2-9FE3EEBE45A6}"/>
              </a:ext>
            </a:extLst>
          </p:cNvPr>
          <p:cNvSpPr>
            <a:spLocks noGrp="1"/>
          </p:cNvSpPr>
          <p:nvPr/>
        </p:nvSpPr>
        <p:spPr>
          <a:xfrm>
            <a:off x="7902419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69" name="01_find_only_2068">
            <a:extLst>
              <a:ext uri="{FF2B5EF4-FFF2-40B4-BE49-F238E27FC236}">
                <a16:creationId xmlns:a16="http://schemas.microsoft.com/office/drawing/2014/main" id="{7F644734-8566-4851-8719-3AB1A33ABC62}"/>
              </a:ext>
            </a:extLst>
          </p:cNvPr>
          <p:cNvSpPr>
            <a:spLocks noGrp="1"/>
          </p:cNvSpPr>
          <p:nvPr/>
        </p:nvSpPr>
        <p:spPr>
          <a:xfrm>
            <a:off x="792233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70" name="01_find_only_2069">
            <a:extLst>
              <a:ext uri="{FF2B5EF4-FFF2-40B4-BE49-F238E27FC236}">
                <a16:creationId xmlns:a16="http://schemas.microsoft.com/office/drawing/2014/main" id="{7D9C687D-F211-45A2-9E3B-17B09148937E}"/>
              </a:ext>
            </a:extLst>
          </p:cNvPr>
          <p:cNvSpPr>
            <a:spLocks noGrp="1"/>
          </p:cNvSpPr>
          <p:nvPr/>
        </p:nvSpPr>
        <p:spPr>
          <a:xfrm>
            <a:off x="786385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71" name="01_find_only_2070">
            <a:extLst>
              <a:ext uri="{FF2B5EF4-FFF2-40B4-BE49-F238E27FC236}">
                <a16:creationId xmlns:a16="http://schemas.microsoft.com/office/drawing/2014/main" id="{4158C64D-0640-4CA1-BBFE-F4473125B084}"/>
              </a:ext>
            </a:extLst>
          </p:cNvPr>
          <p:cNvSpPr>
            <a:spLocks noGrp="1"/>
          </p:cNvSpPr>
          <p:nvPr/>
        </p:nvSpPr>
        <p:spPr>
          <a:xfrm>
            <a:off x="7917089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72" name="01_find_only_2071">
            <a:extLst>
              <a:ext uri="{FF2B5EF4-FFF2-40B4-BE49-F238E27FC236}">
                <a16:creationId xmlns:a16="http://schemas.microsoft.com/office/drawing/2014/main" id="{4708DE89-190F-4482-8E64-4283039F69DB}"/>
              </a:ext>
            </a:extLst>
          </p:cNvPr>
          <p:cNvSpPr>
            <a:spLocks noGrp="1"/>
          </p:cNvSpPr>
          <p:nvPr/>
        </p:nvSpPr>
        <p:spPr>
          <a:xfrm>
            <a:off x="7847917" y="326715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73" name="01_find_only_2072">
            <a:extLst>
              <a:ext uri="{FF2B5EF4-FFF2-40B4-BE49-F238E27FC236}">
                <a16:creationId xmlns:a16="http://schemas.microsoft.com/office/drawing/2014/main" id="{1AD56C54-E511-4326-83EE-C5D37A04C6D2}"/>
              </a:ext>
            </a:extLst>
          </p:cNvPr>
          <p:cNvSpPr>
            <a:spLocks noGrp="1"/>
          </p:cNvSpPr>
          <p:nvPr/>
        </p:nvSpPr>
        <p:spPr>
          <a:xfrm>
            <a:off x="786637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74" name="01_find_only_2073">
            <a:extLst>
              <a:ext uri="{FF2B5EF4-FFF2-40B4-BE49-F238E27FC236}">
                <a16:creationId xmlns:a16="http://schemas.microsoft.com/office/drawing/2014/main" id="{DE826759-47E3-45CD-B53F-205249E2891F}"/>
              </a:ext>
            </a:extLst>
          </p:cNvPr>
          <p:cNvSpPr>
            <a:spLocks noGrp="1"/>
          </p:cNvSpPr>
          <p:nvPr/>
        </p:nvSpPr>
        <p:spPr>
          <a:xfrm>
            <a:off x="7895326" y="37478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75" name="01_find_only_2074">
            <a:extLst>
              <a:ext uri="{FF2B5EF4-FFF2-40B4-BE49-F238E27FC236}">
                <a16:creationId xmlns:a16="http://schemas.microsoft.com/office/drawing/2014/main" id="{6B01424C-C407-4C21-A39C-7E152215DF11}"/>
              </a:ext>
            </a:extLst>
          </p:cNvPr>
          <p:cNvSpPr>
            <a:spLocks noGrp="1"/>
          </p:cNvSpPr>
          <p:nvPr/>
        </p:nvSpPr>
        <p:spPr>
          <a:xfrm>
            <a:off x="791271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76" name="01_find_only_2075">
            <a:extLst>
              <a:ext uri="{FF2B5EF4-FFF2-40B4-BE49-F238E27FC236}">
                <a16:creationId xmlns:a16="http://schemas.microsoft.com/office/drawing/2014/main" id="{B1923AE1-74FA-49E4-A2AA-2B35E41E6CA5}"/>
              </a:ext>
            </a:extLst>
          </p:cNvPr>
          <p:cNvSpPr>
            <a:spLocks noGrp="1"/>
          </p:cNvSpPr>
          <p:nvPr/>
        </p:nvSpPr>
        <p:spPr>
          <a:xfrm>
            <a:off x="792214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77" name="01_find_only_2076">
            <a:extLst>
              <a:ext uri="{FF2B5EF4-FFF2-40B4-BE49-F238E27FC236}">
                <a16:creationId xmlns:a16="http://schemas.microsoft.com/office/drawing/2014/main" id="{F04C6A25-915E-4041-AA91-E2D1576BDDB2}"/>
              </a:ext>
            </a:extLst>
          </p:cNvPr>
          <p:cNvSpPr>
            <a:spLocks noGrp="1"/>
          </p:cNvSpPr>
          <p:nvPr/>
        </p:nvSpPr>
        <p:spPr>
          <a:xfrm>
            <a:off x="788862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78" name="01_find_only_2077">
            <a:extLst>
              <a:ext uri="{FF2B5EF4-FFF2-40B4-BE49-F238E27FC236}">
                <a16:creationId xmlns:a16="http://schemas.microsoft.com/office/drawing/2014/main" id="{BB3927C1-6182-4B3D-AAAC-691A3A7D376F}"/>
              </a:ext>
            </a:extLst>
          </p:cNvPr>
          <p:cNvSpPr>
            <a:spLocks noGrp="1"/>
          </p:cNvSpPr>
          <p:nvPr/>
        </p:nvSpPr>
        <p:spPr>
          <a:xfrm>
            <a:off x="7831013" y="35881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79" name="01_find_only_2078">
            <a:extLst>
              <a:ext uri="{FF2B5EF4-FFF2-40B4-BE49-F238E27FC236}">
                <a16:creationId xmlns:a16="http://schemas.microsoft.com/office/drawing/2014/main" id="{FAAF4089-5F3A-4BE2-8C0B-7D85FCEF4306}"/>
              </a:ext>
            </a:extLst>
          </p:cNvPr>
          <p:cNvSpPr>
            <a:spLocks noGrp="1"/>
          </p:cNvSpPr>
          <p:nvPr/>
        </p:nvSpPr>
        <p:spPr>
          <a:xfrm>
            <a:off x="784539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80" name="01_find_only_2079">
            <a:extLst>
              <a:ext uri="{FF2B5EF4-FFF2-40B4-BE49-F238E27FC236}">
                <a16:creationId xmlns:a16="http://schemas.microsoft.com/office/drawing/2014/main" id="{1C29D81E-8AEF-4437-AD51-0D5456BF4A4F}"/>
              </a:ext>
            </a:extLst>
          </p:cNvPr>
          <p:cNvSpPr>
            <a:spLocks noGrp="1"/>
          </p:cNvSpPr>
          <p:nvPr/>
        </p:nvSpPr>
        <p:spPr>
          <a:xfrm>
            <a:off x="785170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81" name="01_find_only_2080">
            <a:extLst>
              <a:ext uri="{FF2B5EF4-FFF2-40B4-BE49-F238E27FC236}">
                <a16:creationId xmlns:a16="http://schemas.microsoft.com/office/drawing/2014/main" id="{970EACEF-281E-413A-AD44-1D5F106F805A}"/>
              </a:ext>
            </a:extLst>
          </p:cNvPr>
          <p:cNvSpPr>
            <a:spLocks noGrp="1"/>
          </p:cNvSpPr>
          <p:nvPr/>
        </p:nvSpPr>
        <p:spPr>
          <a:xfrm>
            <a:off x="7830818" y="416405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82" name="01_find_only_2081">
            <a:extLst>
              <a:ext uri="{FF2B5EF4-FFF2-40B4-BE49-F238E27FC236}">
                <a16:creationId xmlns:a16="http://schemas.microsoft.com/office/drawing/2014/main" id="{67BC5228-7042-44D2-8A55-8CEF19BE607F}"/>
              </a:ext>
            </a:extLst>
          </p:cNvPr>
          <p:cNvSpPr>
            <a:spLocks noGrp="1"/>
          </p:cNvSpPr>
          <p:nvPr/>
        </p:nvSpPr>
        <p:spPr>
          <a:xfrm>
            <a:off x="7830236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83" name="01_find_only_2082">
            <a:extLst>
              <a:ext uri="{FF2B5EF4-FFF2-40B4-BE49-F238E27FC236}">
                <a16:creationId xmlns:a16="http://schemas.microsoft.com/office/drawing/2014/main" id="{050FDC71-3299-40D7-A33D-F21BC47DCF97}"/>
              </a:ext>
            </a:extLst>
          </p:cNvPr>
          <p:cNvSpPr>
            <a:spLocks noGrp="1"/>
          </p:cNvSpPr>
          <p:nvPr/>
        </p:nvSpPr>
        <p:spPr>
          <a:xfrm>
            <a:off x="784908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84" name="01_find_only_2083">
            <a:extLst>
              <a:ext uri="{FF2B5EF4-FFF2-40B4-BE49-F238E27FC236}">
                <a16:creationId xmlns:a16="http://schemas.microsoft.com/office/drawing/2014/main" id="{DC142B99-32A7-4F70-A2EE-0F3159CF06A8}"/>
              </a:ext>
            </a:extLst>
          </p:cNvPr>
          <p:cNvSpPr>
            <a:spLocks noGrp="1"/>
          </p:cNvSpPr>
          <p:nvPr/>
        </p:nvSpPr>
        <p:spPr>
          <a:xfrm>
            <a:off x="788570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85" name="01_find_only_2084">
            <a:extLst>
              <a:ext uri="{FF2B5EF4-FFF2-40B4-BE49-F238E27FC236}">
                <a16:creationId xmlns:a16="http://schemas.microsoft.com/office/drawing/2014/main" id="{100CB97A-4BE8-49A6-AAEE-C07C514B9D6D}"/>
              </a:ext>
            </a:extLst>
          </p:cNvPr>
          <p:cNvSpPr>
            <a:spLocks noGrp="1"/>
          </p:cNvSpPr>
          <p:nvPr/>
        </p:nvSpPr>
        <p:spPr>
          <a:xfrm>
            <a:off x="784393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86" name="01_find_only_2085">
            <a:extLst>
              <a:ext uri="{FF2B5EF4-FFF2-40B4-BE49-F238E27FC236}">
                <a16:creationId xmlns:a16="http://schemas.microsoft.com/office/drawing/2014/main" id="{B528B9EF-1D68-49ED-A2EA-0F6A96B52D57}"/>
              </a:ext>
            </a:extLst>
          </p:cNvPr>
          <p:cNvSpPr>
            <a:spLocks noGrp="1"/>
          </p:cNvSpPr>
          <p:nvPr/>
        </p:nvSpPr>
        <p:spPr>
          <a:xfrm>
            <a:off x="787307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87" name="01_find_only_2086">
            <a:extLst>
              <a:ext uri="{FF2B5EF4-FFF2-40B4-BE49-F238E27FC236}">
                <a16:creationId xmlns:a16="http://schemas.microsoft.com/office/drawing/2014/main" id="{E5BE98A2-FAD7-4F94-AF95-6A6068560EE9}"/>
              </a:ext>
            </a:extLst>
          </p:cNvPr>
          <p:cNvSpPr>
            <a:spLocks noGrp="1"/>
          </p:cNvSpPr>
          <p:nvPr/>
        </p:nvSpPr>
        <p:spPr>
          <a:xfrm>
            <a:off x="786278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88" name="01_find_only_2087">
            <a:extLst>
              <a:ext uri="{FF2B5EF4-FFF2-40B4-BE49-F238E27FC236}">
                <a16:creationId xmlns:a16="http://schemas.microsoft.com/office/drawing/2014/main" id="{DF2164BD-D618-4741-ACC5-E03271C451B2}"/>
              </a:ext>
            </a:extLst>
          </p:cNvPr>
          <p:cNvSpPr>
            <a:spLocks noGrp="1"/>
          </p:cNvSpPr>
          <p:nvPr/>
        </p:nvSpPr>
        <p:spPr>
          <a:xfrm>
            <a:off x="791096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89" name="01_find_only_2088">
            <a:extLst>
              <a:ext uri="{FF2B5EF4-FFF2-40B4-BE49-F238E27FC236}">
                <a16:creationId xmlns:a16="http://schemas.microsoft.com/office/drawing/2014/main" id="{9C9CBF5D-075A-4BF5-9FAF-AD9A7774E5CF}"/>
              </a:ext>
            </a:extLst>
          </p:cNvPr>
          <p:cNvSpPr>
            <a:spLocks noGrp="1"/>
          </p:cNvSpPr>
          <p:nvPr/>
        </p:nvSpPr>
        <p:spPr>
          <a:xfrm>
            <a:off x="7853163" y="416868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90" name="01_find_only_2089">
            <a:extLst>
              <a:ext uri="{FF2B5EF4-FFF2-40B4-BE49-F238E27FC236}">
                <a16:creationId xmlns:a16="http://schemas.microsoft.com/office/drawing/2014/main" id="{EFA7FBEB-9C5C-40E5-90FB-0ADA5578B649}"/>
              </a:ext>
            </a:extLst>
          </p:cNvPr>
          <p:cNvSpPr>
            <a:spLocks noGrp="1"/>
          </p:cNvSpPr>
          <p:nvPr/>
        </p:nvSpPr>
        <p:spPr>
          <a:xfrm>
            <a:off x="789309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91" name="01_find_only_2090">
            <a:extLst>
              <a:ext uri="{FF2B5EF4-FFF2-40B4-BE49-F238E27FC236}">
                <a16:creationId xmlns:a16="http://schemas.microsoft.com/office/drawing/2014/main" id="{50ECCAC7-6FE3-4205-850D-8665801F663E}"/>
              </a:ext>
            </a:extLst>
          </p:cNvPr>
          <p:cNvSpPr>
            <a:spLocks noGrp="1"/>
          </p:cNvSpPr>
          <p:nvPr/>
        </p:nvSpPr>
        <p:spPr>
          <a:xfrm>
            <a:off x="789552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92" name="01_find_only_2091">
            <a:extLst>
              <a:ext uri="{FF2B5EF4-FFF2-40B4-BE49-F238E27FC236}">
                <a16:creationId xmlns:a16="http://schemas.microsoft.com/office/drawing/2014/main" id="{CEE300C4-4F83-41AB-A51F-2DCE76342050}"/>
              </a:ext>
            </a:extLst>
          </p:cNvPr>
          <p:cNvSpPr>
            <a:spLocks noGrp="1"/>
          </p:cNvSpPr>
          <p:nvPr/>
        </p:nvSpPr>
        <p:spPr>
          <a:xfrm>
            <a:off x="783052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93" name="01_find_only_2092">
            <a:extLst>
              <a:ext uri="{FF2B5EF4-FFF2-40B4-BE49-F238E27FC236}">
                <a16:creationId xmlns:a16="http://schemas.microsoft.com/office/drawing/2014/main" id="{735A3BC1-AA8A-4E89-8604-B1C38349DD74}"/>
              </a:ext>
            </a:extLst>
          </p:cNvPr>
          <p:cNvSpPr>
            <a:spLocks noGrp="1"/>
          </p:cNvSpPr>
          <p:nvPr/>
        </p:nvSpPr>
        <p:spPr>
          <a:xfrm>
            <a:off x="790970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94" name="01_find_only_2093">
            <a:extLst>
              <a:ext uri="{FF2B5EF4-FFF2-40B4-BE49-F238E27FC236}">
                <a16:creationId xmlns:a16="http://schemas.microsoft.com/office/drawing/2014/main" id="{A8E61E97-D10C-4117-9C96-C162DCAC8D9A}"/>
              </a:ext>
            </a:extLst>
          </p:cNvPr>
          <p:cNvSpPr>
            <a:spLocks noGrp="1"/>
          </p:cNvSpPr>
          <p:nvPr/>
        </p:nvSpPr>
        <p:spPr>
          <a:xfrm>
            <a:off x="782819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95" name="01_find_only_2094">
            <a:extLst>
              <a:ext uri="{FF2B5EF4-FFF2-40B4-BE49-F238E27FC236}">
                <a16:creationId xmlns:a16="http://schemas.microsoft.com/office/drawing/2014/main" id="{43F42A87-3472-4F27-9415-31B9A6FB1AF9}"/>
              </a:ext>
            </a:extLst>
          </p:cNvPr>
          <p:cNvSpPr>
            <a:spLocks noGrp="1"/>
          </p:cNvSpPr>
          <p:nvPr/>
        </p:nvSpPr>
        <p:spPr>
          <a:xfrm>
            <a:off x="790951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96" name="01_find_only_2095">
            <a:extLst>
              <a:ext uri="{FF2B5EF4-FFF2-40B4-BE49-F238E27FC236}">
                <a16:creationId xmlns:a16="http://schemas.microsoft.com/office/drawing/2014/main" id="{37E20F39-3933-4D16-8D18-691CF63AA50C}"/>
              </a:ext>
            </a:extLst>
          </p:cNvPr>
          <p:cNvSpPr>
            <a:spLocks noGrp="1"/>
          </p:cNvSpPr>
          <p:nvPr/>
        </p:nvSpPr>
        <p:spPr>
          <a:xfrm>
            <a:off x="791893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97" name="01_find_only_2096">
            <a:extLst>
              <a:ext uri="{FF2B5EF4-FFF2-40B4-BE49-F238E27FC236}">
                <a16:creationId xmlns:a16="http://schemas.microsoft.com/office/drawing/2014/main" id="{F6F202E0-B121-4830-8B26-955AF4A011EB}"/>
              </a:ext>
            </a:extLst>
          </p:cNvPr>
          <p:cNvSpPr>
            <a:spLocks noGrp="1"/>
          </p:cNvSpPr>
          <p:nvPr/>
        </p:nvSpPr>
        <p:spPr>
          <a:xfrm>
            <a:off x="788629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98" name="01_find_only_2097">
            <a:extLst>
              <a:ext uri="{FF2B5EF4-FFF2-40B4-BE49-F238E27FC236}">
                <a16:creationId xmlns:a16="http://schemas.microsoft.com/office/drawing/2014/main" id="{148B3EAB-093F-4391-B958-FEE08973DAD4}"/>
              </a:ext>
            </a:extLst>
          </p:cNvPr>
          <p:cNvSpPr>
            <a:spLocks noGrp="1"/>
          </p:cNvSpPr>
          <p:nvPr/>
        </p:nvSpPr>
        <p:spPr>
          <a:xfrm>
            <a:off x="785714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099" name="01_find_only_2098">
            <a:extLst>
              <a:ext uri="{FF2B5EF4-FFF2-40B4-BE49-F238E27FC236}">
                <a16:creationId xmlns:a16="http://schemas.microsoft.com/office/drawing/2014/main" id="{E6A11735-F831-4EDF-89EA-9AD472E90C5D}"/>
              </a:ext>
            </a:extLst>
          </p:cNvPr>
          <p:cNvSpPr>
            <a:spLocks noGrp="1"/>
          </p:cNvSpPr>
          <p:nvPr/>
        </p:nvSpPr>
        <p:spPr>
          <a:xfrm>
            <a:off x="789785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00" name="01_find_only_2099">
            <a:extLst>
              <a:ext uri="{FF2B5EF4-FFF2-40B4-BE49-F238E27FC236}">
                <a16:creationId xmlns:a16="http://schemas.microsoft.com/office/drawing/2014/main" id="{2BEB1D61-995E-4EDB-AC85-B7F916387174}"/>
              </a:ext>
            </a:extLst>
          </p:cNvPr>
          <p:cNvSpPr>
            <a:spLocks noGrp="1"/>
          </p:cNvSpPr>
          <p:nvPr/>
        </p:nvSpPr>
        <p:spPr>
          <a:xfrm>
            <a:off x="784840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01" name="01_find_only_2100">
            <a:extLst>
              <a:ext uri="{FF2B5EF4-FFF2-40B4-BE49-F238E27FC236}">
                <a16:creationId xmlns:a16="http://schemas.microsoft.com/office/drawing/2014/main" id="{219CF043-8CD8-4F54-BF93-CAE4829049D1}"/>
              </a:ext>
            </a:extLst>
          </p:cNvPr>
          <p:cNvSpPr>
            <a:spLocks noGrp="1"/>
          </p:cNvSpPr>
          <p:nvPr/>
        </p:nvSpPr>
        <p:spPr>
          <a:xfrm>
            <a:off x="787337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02" name="01_find_only_2101">
            <a:extLst>
              <a:ext uri="{FF2B5EF4-FFF2-40B4-BE49-F238E27FC236}">
                <a16:creationId xmlns:a16="http://schemas.microsoft.com/office/drawing/2014/main" id="{F06675D7-DA66-48C9-A121-C67CBDBDF4E0}"/>
              </a:ext>
            </a:extLst>
          </p:cNvPr>
          <p:cNvSpPr>
            <a:spLocks noGrp="1"/>
          </p:cNvSpPr>
          <p:nvPr/>
        </p:nvSpPr>
        <p:spPr>
          <a:xfrm>
            <a:off x="787337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03" name="01_find_only_2102">
            <a:extLst>
              <a:ext uri="{FF2B5EF4-FFF2-40B4-BE49-F238E27FC236}">
                <a16:creationId xmlns:a16="http://schemas.microsoft.com/office/drawing/2014/main" id="{8BC364CA-2A2D-4E8E-9D7C-1C1E0094B231}"/>
              </a:ext>
            </a:extLst>
          </p:cNvPr>
          <p:cNvSpPr>
            <a:spLocks noGrp="1"/>
          </p:cNvSpPr>
          <p:nvPr/>
        </p:nvSpPr>
        <p:spPr>
          <a:xfrm>
            <a:off x="784422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04" name="01_find_only_2103">
            <a:extLst>
              <a:ext uri="{FF2B5EF4-FFF2-40B4-BE49-F238E27FC236}">
                <a16:creationId xmlns:a16="http://schemas.microsoft.com/office/drawing/2014/main" id="{F710F316-25C6-47E7-A0DB-10F2DC9745AC}"/>
              </a:ext>
            </a:extLst>
          </p:cNvPr>
          <p:cNvSpPr>
            <a:spLocks noGrp="1"/>
          </p:cNvSpPr>
          <p:nvPr/>
        </p:nvSpPr>
        <p:spPr>
          <a:xfrm>
            <a:off x="791194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05" name="01_find_only_2104">
            <a:extLst>
              <a:ext uri="{FF2B5EF4-FFF2-40B4-BE49-F238E27FC236}">
                <a16:creationId xmlns:a16="http://schemas.microsoft.com/office/drawing/2014/main" id="{2AE5BED5-9896-4CCF-9376-6218E5F0E4E1}"/>
              </a:ext>
            </a:extLst>
          </p:cNvPr>
          <p:cNvSpPr>
            <a:spLocks noGrp="1"/>
          </p:cNvSpPr>
          <p:nvPr/>
        </p:nvSpPr>
        <p:spPr>
          <a:xfrm>
            <a:off x="785879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06" name="01_find_only_2105">
            <a:extLst>
              <a:ext uri="{FF2B5EF4-FFF2-40B4-BE49-F238E27FC236}">
                <a16:creationId xmlns:a16="http://schemas.microsoft.com/office/drawing/2014/main" id="{F2AB60CE-F4FE-403F-AD1A-EB646F1ACDF5}"/>
              </a:ext>
            </a:extLst>
          </p:cNvPr>
          <p:cNvSpPr>
            <a:spLocks noGrp="1"/>
          </p:cNvSpPr>
          <p:nvPr/>
        </p:nvSpPr>
        <p:spPr>
          <a:xfrm>
            <a:off x="786822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07" name="01_find_only_2106">
            <a:extLst>
              <a:ext uri="{FF2B5EF4-FFF2-40B4-BE49-F238E27FC236}">
                <a16:creationId xmlns:a16="http://schemas.microsoft.com/office/drawing/2014/main" id="{2C49C0E1-F3C5-499D-97C3-1C97311B5D03}"/>
              </a:ext>
            </a:extLst>
          </p:cNvPr>
          <p:cNvSpPr>
            <a:spLocks noGrp="1"/>
          </p:cNvSpPr>
          <p:nvPr/>
        </p:nvSpPr>
        <p:spPr>
          <a:xfrm>
            <a:off x="792126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08" name="01_find_only_2107">
            <a:extLst>
              <a:ext uri="{FF2B5EF4-FFF2-40B4-BE49-F238E27FC236}">
                <a16:creationId xmlns:a16="http://schemas.microsoft.com/office/drawing/2014/main" id="{84A665F1-10E4-4D8C-A72D-ADF36AD583CA}"/>
              </a:ext>
            </a:extLst>
          </p:cNvPr>
          <p:cNvSpPr>
            <a:spLocks noGrp="1"/>
          </p:cNvSpPr>
          <p:nvPr/>
        </p:nvSpPr>
        <p:spPr>
          <a:xfrm>
            <a:off x="789212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09" name="01_find_only_2108">
            <a:extLst>
              <a:ext uri="{FF2B5EF4-FFF2-40B4-BE49-F238E27FC236}">
                <a16:creationId xmlns:a16="http://schemas.microsoft.com/office/drawing/2014/main" id="{6DB9F9C3-50C8-4684-A135-6C1BB9D9AB4A}"/>
              </a:ext>
            </a:extLst>
          </p:cNvPr>
          <p:cNvSpPr>
            <a:spLocks noGrp="1"/>
          </p:cNvSpPr>
          <p:nvPr/>
        </p:nvSpPr>
        <p:spPr>
          <a:xfrm>
            <a:off x="791776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10" name="01_find_only_2109">
            <a:extLst>
              <a:ext uri="{FF2B5EF4-FFF2-40B4-BE49-F238E27FC236}">
                <a16:creationId xmlns:a16="http://schemas.microsoft.com/office/drawing/2014/main" id="{56BDC8B1-66A1-40A3-BA24-7952563C9496}"/>
              </a:ext>
            </a:extLst>
          </p:cNvPr>
          <p:cNvSpPr>
            <a:spLocks noGrp="1"/>
          </p:cNvSpPr>
          <p:nvPr/>
        </p:nvSpPr>
        <p:spPr>
          <a:xfrm>
            <a:off x="7831887" y="403848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11" name="01_find_only_2110">
            <a:extLst>
              <a:ext uri="{FF2B5EF4-FFF2-40B4-BE49-F238E27FC236}">
                <a16:creationId xmlns:a16="http://schemas.microsoft.com/office/drawing/2014/main" id="{137C1D96-49BC-45FE-8EC6-343524FE1047}"/>
              </a:ext>
            </a:extLst>
          </p:cNvPr>
          <p:cNvSpPr>
            <a:spLocks noGrp="1"/>
          </p:cNvSpPr>
          <p:nvPr/>
        </p:nvSpPr>
        <p:spPr>
          <a:xfrm>
            <a:off x="791057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12" name="01_find_only_2111">
            <a:extLst>
              <a:ext uri="{FF2B5EF4-FFF2-40B4-BE49-F238E27FC236}">
                <a16:creationId xmlns:a16="http://schemas.microsoft.com/office/drawing/2014/main" id="{36B0E321-259C-48A3-8DC1-9736A1D5D1D0}"/>
              </a:ext>
            </a:extLst>
          </p:cNvPr>
          <p:cNvSpPr>
            <a:spLocks noGrp="1"/>
          </p:cNvSpPr>
          <p:nvPr/>
        </p:nvSpPr>
        <p:spPr>
          <a:xfrm>
            <a:off x="7897756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13" name="01_find_only_2112">
            <a:extLst>
              <a:ext uri="{FF2B5EF4-FFF2-40B4-BE49-F238E27FC236}">
                <a16:creationId xmlns:a16="http://schemas.microsoft.com/office/drawing/2014/main" id="{606988D4-96C8-4D1B-8725-BB465271477C}"/>
              </a:ext>
            </a:extLst>
          </p:cNvPr>
          <p:cNvSpPr>
            <a:spLocks noGrp="1"/>
          </p:cNvSpPr>
          <p:nvPr/>
        </p:nvSpPr>
        <p:spPr>
          <a:xfrm>
            <a:off x="786423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14" name="01_find_only_2113">
            <a:extLst>
              <a:ext uri="{FF2B5EF4-FFF2-40B4-BE49-F238E27FC236}">
                <a16:creationId xmlns:a16="http://schemas.microsoft.com/office/drawing/2014/main" id="{9F25234D-719E-4F6D-9DEB-9DD0D239B419}"/>
              </a:ext>
            </a:extLst>
          </p:cNvPr>
          <p:cNvSpPr>
            <a:spLocks noGrp="1"/>
          </p:cNvSpPr>
          <p:nvPr/>
        </p:nvSpPr>
        <p:spPr>
          <a:xfrm>
            <a:off x="790154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15" name="01_find_only_2114">
            <a:extLst>
              <a:ext uri="{FF2B5EF4-FFF2-40B4-BE49-F238E27FC236}">
                <a16:creationId xmlns:a16="http://schemas.microsoft.com/office/drawing/2014/main" id="{F19C0C35-8CF8-4C45-B450-3ADE6F7CA16F}"/>
              </a:ext>
            </a:extLst>
          </p:cNvPr>
          <p:cNvSpPr>
            <a:spLocks noGrp="1"/>
          </p:cNvSpPr>
          <p:nvPr/>
        </p:nvSpPr>
        <p:spPr>
          <a:xfrm>
            <a:off x="7921752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16" name="01_find_only_2115">
            <a:extLst>
              <a:ext uri="{FF2B5EF4-FFF2-40B4-BE49-F238E27FC236}">
                <a16:creationId xmlns:a16="http://schemas.microsoft.com/office/drawing/2014/main" id="{84B461A2-4621-422A-84D8-6F5AF21B7BD5}"/>
              </a:ext>
            </a:extLst>
          </p:cNvPr>
          <p:cNvSpPr>
            <a:spLocks noGrp="1"/>
          </p:cNvSpPr>
          <p:nvPr/>
        </p:nvSpPr>
        <p:spPr>
          <a:xfrm>
            <a:off x="7891344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17" name="01_find_only_2116">
            <a:extLst>
              <a:ext uri="{FF2B5EF4-FFF2-40B4-BE49-F238E27FC236}">
                <a16:creationId xmlns:a16="http://schemas.microsoft.com/office/drawing/2014/main" id="{B372F4F3-DB5C-4462-966C-BBAF1DC5A882}"/>
              </a:ext>
            </a:extLst>
          </p:cNvPr>
          <p:cNvSpPr>
            <a:spLocks noGrp="1"/>
          </p:cNvSpPr>
          <p:nvPr/>
        </p:nvSpPr>
        <p:spPr>
          <a:xfrm>
            <a:off x="789882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18" name="01_find_only_2117">
            <a:extLst>
              <a:ext uri="{FF2B5EF4-FFF2-40B4-BE49-F238E27FC236}">
                <a16:creationId xmlns:a16="http://schemas.microsoft.com/office/drawing/2014/main" id="{A9FDAE29-08DC-408D-AF26-057AF4C495A7}"/>
              </a:ext>
            </a:extLst>
          </p:cNvPr>
          <p:cNvSpPr>
            <a:spLocks noGrp="1"/>
          </p:cNvSpPr>
          <p:nvPr/>
        </p:nvSpPr>
        <p:spPr>
          <a:xfrm>
            <a:off x="789795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19" name="01_find_only_2118">
            <a:extLst>
              <a:ext uri="{FF2B5EF4-FFF2-40B4-BE49-F238E27FC236}">
                <a16:creationId xmlns:a16="http://schemas.microsoft.com/office/drawing/2014/main" id="{DB7061E2-5CCC-4F2B-BFFF-672192A9CBFA}"/>
              </a:ext>
            </a:extLst>
          </p:cNvPr>
          <p:cNvSpPr>
            <a:spLocks noGrp="1"/>
          </p:cNvSpPr>
          <p:nvPr/>
        </p:nvSpPr>
        <p:spPr>
          <a:xfrm>
            <a:off x="788240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20" name="01_find_only_2119">
            <a:extLst>
              <a:ext uri="{FF2B5EF4-FFF2-40B4-BE49-F238E27FC236}">
                <a16:creationId xmlns:a16="http://schemas.microsoft.com/office/drawing/2014/main" id="{D336D358-DD47-4D9F-8711-F3CB91692DA6}"/>
              </a:ext>
            </a:extLst>
          </p:cNvPr>
          <p:cNvSpPr>
            <a:spLocks noGrp="1"/>
          </p:cNvSpPr>
          <p:nvPr/>
        </p:nvSpPr>
        <p:spPr>
          <a:xfrm>
            <a:off x="7855300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21" name="01_find_only_2120">
            <a:extLst>
              <a:ext uri="{FF2B5EF4-FFF2-40B4-BE49-F238E27FC236}">
                <a16:creationId xmlns:a16="http://schemas.microsoft.com/office/drawing/2014/main" id="{0FB88DC6-186F-4D88-BFDA-98E2F7E571E3}"/>
              </a:ext>
            </a:extLst>
          </p:cNvPr>
          <p:cNvSpPr>
            <a:spLocks noGrp="1"/>
          </p:cNvSpPr>
          <p:nvPr/>
        </p:nvSpPr>
        <p:spPr>
          <a:xfrm>
            <a:off x="791495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22" name="01_find_only_2121">
            <a:extLst>
              <a:ext uri="{FF2B5EF4-FFF2-40B4-BE49-F238E27FC236}">
                <a16:creationId xmlns:a16="http://schemas.microsoft.com/office/drawing/2014/main" id="{CFACE5D6-6A1F-4957-9E0E-8E4433F5BC19}"/>
              </a:ext>
            </a:extLst>
          </p:cNvPr>
          <p:cNvSpPr>
            <a:spLocks noGrp="1"/>
          </p:cNvSpPr>
          <p:nvPr/>
        </p:nvSpPr>
        <p:spPr>
          <a:xfrm>
            <a:off x="7845003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23" name="01_find_only_2122">
            <a:extLst>
              <a:ext uri="{FF2B5EF4-FFF2-40B4-BE49-F238E27FC236}">
                <a16:creationId xmlns:a16="http://schemas.microsoft.com/office/drawing/2014/main" id="{E8E5B6E1-B452-4250-BBEB-CC04108E40DE}"/>
              </a:ext>
            </a:extLst>
          </p:cNvPr>
          <p:cNvSpPr>
            <a:spLocks noGrp="1"/>
          </p:cNvSpPr>
          <p:nvPr/>
        </p:nvSpPr>
        <p:spPr>
          <a:xfrm>
            <a:off x="784422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24" name="01_find_only_2123">
            <a:extLst>
              <a:ext uri="{FF2B5EF4-FFF2-40B4-BE49-F238E27FC236}">
                <a16:creationId xmlns:a16="http://schemas.microsoft.com/office/drawing/2014/main" id="{E54EFFF6-C819-4AB8-B2BB-E0DF129E8617}"/>
              </a:ext>
            </a:extLst>
          </p:cNvPr>
          <p:cNvSpPr>
            <a:spLocks noGrp="1"/>
          </p:cNvSpPr>
          <p:nvPr/>
        </p:nvSpPr>
        <p:spPr>
          <a:xfrm>
            <a:off x="784859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25" name="01_find_only_2124">
            <a:extLst>
              <a:ext uri="{FF2B5EF4-FFF2-40B4-BE49-F238E27FC236}">
                <a16:creationId xmlns:a16="http://schemas.microsoft.com/office/drawing/2014/main" id="{9C4D1F6E-36D8-434F-8072-18A39FB306AA}"/>
              </a:ext>
            </a:extLst>
          </p:cNvPr>
          <p:cNvSpPr>
            <a:spLocks noGrp="1"/>
          </p:cNvSpPr>
          <p:nvPr/>
        </p:nvSpPr>
        <p:spPr>
          <a:xfrm>
            <a:off x="7916312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26" name="01_find_only_2125">
            <a:extLst>
              <a:ext uri="{FF2B5EF4-FFF2-40B4-BE49-F238E27FC236}">
                <a16:creationId xmlns:a16="http://schemas.microsoft.com/office/drawing/2014/main" id="{8DA349B1-2667-4ED5-88A5-32D86ED55BA7}"/>
              </a:ext>
            </a:extLst>
          </p:cNvPr>
          <p:cNvSpPr>
            <a:spLocks noGrp="1"/>
          </p:cNvSpPr>
          <p:nvPr/>
        </p:nvSpPr>
        <p:spPr>
          <a:xfrm>
            <a:off x="790601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27" name="01_find_only_2126">
            <a:extLst>
              <a:ext uri="{FF2B5EF4-FFF2-40B4-BE49-F238E27FC236}">
                <a16:creationId xmlns:a16="http://schemas.microsoft.com/office/drawing/2014/main" id="{AD365A42-A9A4-45C6-985F-C7B360086F8B}"/>
              </a:ext>
            </a:extLst>
          </p:cNvPr>
          <p:cNvSpPr>
            <a:spLocks noGrp="1"/>
          </p:cNvSpPr>
          <p:nvPr/>
        </p:nvSpPr>
        <p:spPr>
          <a:xfrm>
            <a:off x="791019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28" name="01_find_only_2127">
            <a:extLst>
              <a:ext uri="{FF2B5EF4-FFF2-40B4-BE49-F238E27FC236}">
                <a16:creationId xmlns:a16="http://schemas.microsoft.com/office/drawing/2014/main" id="{D3A54420-D8AB-41F5-AAF9-83342F0F8840}"/>
              </a:ext>
            </a:extLst>
          </p:cNvPr>
          <p:cNvSpPr>
            <a:spLocks noGrp="1"/>
          </p:cNvSpPr>
          <p:nvPr/>
        </p:nvSpPr>
        <p:spPr>
          <a:xfrm>
            <a:off x="789814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29" name="01_find_only_2128">
            <a:extLst>
              <a:ext uri="{FF2B5EF4-FFF2-40B4-BE49-F238E27FC236}">
                <a16:creationId xmlns:a16="http://schemas.microsoft.com/office/drawing/2014/main" id="{D221596D-F3C5-41C2-BFCA-3821E0D07EBA}"/>
              </a:ext>
            </a:extLst>
          </p:cNvPr>
          <p:cNvSpPr>
            <a:spLocks noGrp="1"/>
          </p:cNvSpPr>
          <p:nvPr/>
        </p:nvSpPr>
        <p:spPr>
          <a:xfrm>
            <a:off x="790562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30" name="01_find_only_2129">
            <a:extLst>
              <a:ext uri="{FF2B5EF4-FFF2-40B4-BE49-F238E27FC236}">
                <a16:creationId xmlns:a16="http://schemas.microsoft.com/office/drawing/2014/main" id="{3617D4DF-3CEA-4930-A2D4-87AF836F099B}"/>
              </a:ext>
            </a:extLst>
          </p:cNvPr>
          <p:cNvSpPr>
            <a:spLocks noGrp="1"/>
          </p:cNvSpPr>
          <p:nvPr/>
        </p:nvSpPr>
        <p:spPr>
          <a:xfrm>
            <a:off x="791398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31" name="01_find_only_2130">
            <a:extLst>
              <a:ext uri="{FF2B5EF4-FFF2-40B4-BE49-F238E27FC236}">
                <a16:creationId xmlns:a16="http://schemas.microsoft.com/office/drawing/2014/main" id="{5528D52D-C9D6-4002-8FA6-05C90D43725D}"/>
              </a:ext>
            </a:extLst>
          </p:cNvPr>
          <p:cNvSpPr>
            <a:spLocks noGrp="1"/>
          </p:cNvSpPr>
          <p:nvPr/>
        </p:nvSpPr>
        <p:spPr>
          <a:xfrm>
            <a:off x="784267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32" name="01_find_only_2131">
            <a:extLst>
              <a:ext uri="{FF2B5EF4-FFF2-40B4-BE49-F238E27FC236}">
                <a16:creationId xmlns:a16="http://schemas.microsoft.com/office/drawing/2014/main" id="{ACE6D2E7-9F75-4C22-80E8-6393078E8026}"/>
              </a:ext>
            </a:extLst>
          </p:cNvPr>
          <p:cNvSpPr>
            <a:spLocks noGrp="1"/>
          </p:cNvSpPr>
          <p:nvPr/>
        </p:nvSpPr>
        <p:spPr>
          <a:xfrm>
            <a:off x="785034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33" name="01_find_only_2132">
            <a:extLst>
              <a:ext uri="{FF2B5EF4-FFF2-40B4-BE49-F238E27FC236}">
                <a16:creationId xmlns:a16="http://schemas.microsoft.com/office/drawing/2014/main" id="{277835FB-31FB-42AC-9DB0-369FDEE436FB}"/>
              </a:ext>
            </a:extLst>
          </p:cNvPr>
          <p:cNvSpPr>
            <a:spLocks noGrp="1"/>
          </p:cNvSpPr>
          <p:nvPr/>
        </p:nvSpPr>
        <p:spPr>
          <a:xfrm>
            <a:off x="7896493" y="40012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34" name="01_find_only_2133">
            <a:extLst>
              <a:ext uri="{FF2B5EF4-FFF2-40B4-BE49-F238E27FC236}">
                <a16:creationId xmlns:a16="http://schemas.microsoft.com/office/drawing/2014/main" id="{137ECC76-1498-4AFE-916B-8E3899DE8AB5}"/>
              </a:ext>
            </a:extLst>
          </p:cNvPr>
          <p:cNvSpPr>
            <a:spLocks noGrp="1"/>
          </p:cNvSpPr>
          <p:nvPr/>
        </p:nvSpPr>
        <p:spPr>
          <a:xfrm>
            <a:off x="784762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35" name="01_find_only_2134">
            <a:extLst>
              <a:ext uri="{FF2B5EF4-FFF2-40B4-BE49-F238E27FC236}">
                <a16:creationId xmlns:a16="http://schemas.microsoft.com/office/drawing/2014/main" id="{F04BB81F-9C68-4D6E-BF02-BACF2D2F2B0D}"/>
              </a:ext>
            </a:extLst>
          </p:cNvPr>
          <p:cNvSpPr>
            <a:spLocks noGrp="1"/>
          </p:cNvSpPr>
          <p:nvPr/>
        </p:nvSpPr>
        <p:spPr>
          <a:xfrm>
            <a:off x="7857049" y="345121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36" name="01_find_only_2135">
            <a:extLst>
              <a:ext uri="{FF2B5EF4-FFF2-40B4-BE49-F238E27FC236}">
                <a16:creationId xmlns:a16="http://schemas.microsoft.com/office/drawing/2014/main" id="{FBFCF019-9784-4109-9CE0-E2E1C16D9A0A}"/>
              </a:ext>
            </a:extLst>
          </p:cNvPr>
          <p:cNvSpPr>
            <a:spLocks noGrp="1"/>
          </p:cNvSpPr>
          <p:nvPr/>
        </p:nvSpPr>
        <p:spPr>
          <a:xfrm>
            <a:off x="784111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37" name="01_find_only_2136">
            <a:extLst>
              <a:ext uri="{FF2B5EF4-FFF2-40B4-BE49-F238E27FC236}">
                <a16:creationId xmlns:a16="http://schemas.microsoft.com/office/drawing/2014/main" id="{92A3E2C0-8E55-440F-9734-D61B4AFA051F}"/>
              </a:ext>
            </a:extLst>
          </p:cNvPr>
          <p:cNvSpPr>
            <a:spLocks noGrp="1"/>
          </p:cNvSpPr>
          <p:nvPr/>
        </p:nvSpPr>
        <p:spPr>
          <a:xfrm>
            <a:off x="785141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38" name="01_find_only_2137">
            <a:extLst>
              <a:ext uri="{FF2B5EF4-FFF2-40B4-BE49-F238E27FC236}">
                <a16:creationId xmlns:a16="http://schemas.microsoft.com/office/drawing/2014/main" id="{5D513204-D79A-41A3-A48B-295DB815CC90}"/>
              </a:ext>
            </a:extLst>
          </p:cNvPr>
          <p:cNvSpPr>
            <a:spLocks noGrp="1"/>
          </p:cNvSpPr>
          <p:nvPr/>
        </p:nvSpPr>
        <p:spPr>
          <a:xfrm>
            <a:off x="7855204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39" name="01_find_only_2138">
            <a:extLst>
              <a:ext uri="{FF2B5EF4-FFF2-40B4-BE49-F238E27FC236}">
                <a16:creationId xmlns:a16="http://schemas.microsoft.com/office/drawing/2014/main" id="{3E738BD6-DD25-4D92-9C3A-06EB798DAB7D}"/>
              </a:ext>
            </a:extLst>
          </p:cNvPr>
          <p:cNvSpPr>
            <a:spLocks noGrp="1"/>
          </p:cNvSpPr>
          <p:nvPr/>
        </p:nvSpPr>
        <p:spPr>
          <a:xfrm>
            <a:off x="791553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40" name="01_find_only_2139">
            <a:extLst>
              <a:ext uri="{FF2B5EF4-FFF2-40B4-BE49-F238E27FC236}">
                <a16:creationId xmlns:a16="http://schemas.microsoft.com/office/drawing/2014/main" id="{30E794F9-F211-4F4A-BE62-507FECEE69A7}"/>
              </a:ext>
            </a:extLst>
          </p:cNvPr>
          <p:cNvSpPr>
            <a:spLocks noGrp="1"/>
          </p:cNvSpPr>
          <p:nvPr/>
        </p:nvSpPr>
        <p:spPr>
          <a:xfrm>
            <a:off x="787434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41" name="01_find_only_2140">
            <a:extLst>
              <a:ext uri="{FF2B5EF4-FFF2-40B4-BE49-F238E27FC236}">
                <a16:creationId xmlns:a16="http://schemas.microsoft.com/office/drawing/2014/main" id="{95DA2C84-DDD1-43BE-AFC5-79494A1E6F7B}"/>
              </a:ext>
            </a:extLst>
          </p:cNvPr>
          <p:cNvSpPr>
            <a:spLocks noGrp="1"/>
          </p:cNvSpPr>
          <p:nvPr/>
        </p:nvSpPr>
        <p:spPr>
          <a:xfrm>
            <a:off x="784267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42" name="01_find_only_2141">
            <a:extLst>
              <a:ext uri="{FF2B5EF4-FFF2-40B4-BE49-F238E27FC236}">
                <a16:creationId xmlns:a16="http://schemas.microsoft.com/office/drawing/2014/main" id="{A63E1F5E-C245-4F6A-95FA-12C052C16E3B}"/>
              </a:ext>
            </a:extLst>
          </p:cNvPr>
          <p:cNvSpPr>
            <a:spLocks noGrp="1"/>
          </p:cNvSpPr>
          <p:nvPr/>
        </p:nvSpPr>
        <p:spPr>
          <a:xfrm>
            <a:off x="7856758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43" name="01_find_only_2142">
            <a:extLst>
              <a:ext uri="{FF2B5EF4-FFF2-40B4-BE49-F238E27FC236}">
                <a16:creationId xmlns:a16="http://schemas.microsoft.com/office/drawing/2014/main" id="{760856E5-19EF-46B4-9ECB-492DE252E268}"/>
              </a:ext>
            </a:extLst>
          </p:cNvPr>
          <p:cNvSpPr>
            <a:spLocks noGrp="1"/>
          </p:cNvSpPr>
          <p:nvPr/>
        </p:nvSpPr>
        <p:spPr>
          <a:xfrm>
            <a:off x="7910483" y="36833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44" name="01_find_only_2143">
            <a:extLst>
              <a:ext uri="{FF2B5EF4-FFF2-40B4-BE49-F238E27FC236}">
                <a16:creationId xmlns:a16="http://schemas.microsoft.com/office/drawing/2014/main" id="{0D0C6F2C-6F5C-49E9-B251-BE69799E87E6}"/>
              </a:ext>
            </a:extLst>
          </p:cNvPr>
          <p:cNvSpPr>
            <a:spLocks noGrp="1"/>
          </p:cNvSpPr>
          <p:nvPr/>
        </p:nvSpPr>
        <p:spPr>
          <a:xfrm>
            <a:off x="789212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45" name="01_find_only_2144">
            <a:extLst>
              <a:ext uri="{FF2B5EF4-FFF2-40B4-BE49-F238E27FC236}">
                <a16:creationId xmlns:a16="http://schemas.microsoft.com/office/drawing/2014/main" id="{96FDEFCC-8DA0-495E-BF40-2EF80F100C0A}"/>
              </a:ext>
            </a:extLst>
          </p:cNvPr>
          <p:cNvSpPr>
            <a:spLocks noGrp="1"/>
          </p:cNvSpPr>
          <p:nvPr/>
        </p:nvSpPr>
        <p:spPr>
          <a:xfrm>
            <a:off x="791009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46" name="01_find_only_2145">
            <a:extLst>
              <a:ext uri="{FF2B5EF4-FFF2-40B4-BE49-F238E27FC236}">
                <a16:creationId xmlns:a16="http://schemas.microsoft.com/office/drawing/2014/main" id="{A1128314-FAF5-41CC-8494-D80B67FA8A78}"/>
              </a:ext>
            </a:extLst>
          </p:cNvPr>
          <p:cNvSpPr>
            <a:spLocks noGrp="1"/>
          </p:cNvSpPr>
          <p:nvPr/>
        </p:nvSpPr>
        <p:spPr>
          <a:xfrm>
            <a:off x="784859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47" name="01_find_only_2146">
            <a:extLst>
              <a:ext uri="{FF2B5EF4-FFF2-40B4-BE49-F238E27FC236}">
                <a16:creationId xmlns:a16="http://schemas.microsoft.com/office/drawing/2014/main" id="{D2CB826D-1353-4FA8-97A1-1D2E48164C62}"/>
              </a:ext>
            </a:extLst>
          </p:cNvPr>
          <p:cNvSpPr>
            <a:spLocks noGrp="1"/>
          </p:cNvSpPr>
          <p:nvPr/>
        </p:nvSpPr>
        <p:spPr>
          <a:xfrm>
            <a:off x="7866862" y="393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48" name="01_find_only_2147">
            <a:extLst>
              <a:ext uri="{FF2B5EF4-FFF2-40B4-BE49-F238E27FC236}">
                <a16:creationId xmlns:a16="http://schemas.microsoft.com/office/drawing/2014/main" id="{F50C1367-D581-4644-9C5C-EC7291F917CC}"/>
              </a:ext>
            </a:extLst>
          </p:cNvPr>
          <p:cNvSpPr>
            <a:spLocks noGrp="1"/>
          </p:cNvSpPr>
          <p:nvPr/>
        </p:nvSpPr>
        <p:spPr>
          <a:xfrm>
            <a:off x="7910774" y="40940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49" name="01_find_only_2148">
            <a:extLst>
              <a:ext uri="{FF2B5EF4-FFF2-40B4-BE49-F238E27FC236}">
                <a16:creationId xmlns:a16="http://schemas.microsoft.com/office/drawing/2014/main" id="{468B654C-E9C6-4FB3-9893-0CD979866EFC}"/>
              </a:ext>
            </a:extLst>
          </p:cNvPr>
          <p:cNvSpPr>
            <a:spLocks noGrp="1"/>
          </p:cNvSpPr>
          <p:nvPr/>
        </p:nvSpPr>
        <p:spPr>
          <a:xfrm>
            <a:off x="791087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50" name="01_find_only_2149">
            <a:extLst>
              <a:ext uri="{FF2B5EF4-FFF2-40B4-BE49-F238E27FC236}">
                <a16:creationId xmlns:a16="http://schemas.microsoft.com/office/drawing/2014/main" id="{8CEC49B0-76D4-471B-BCB4-6F6A0384961E}"/>
              </a:ext>
            </a:extLst>
          </p:cNvPr>
          <p:cNvSpPr>
            <a:spLocks noGrp="1"/>
          </p:cNvSpPr>
          <p:nvPr/>
        </p:nvSpPr>
        <p:spPr>
          <a:xfrm>
            <a:off x="790484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51" name="01_find_only_2150">
            <a:extLst>
              <a:ext uri="{FF2B5EF4-FFF2-40B4-BE49-F238E27FC236}">
                <a16:creationId xmlns:a16="http://schemas.microsoft.com/office/drawing/2014/main" id="{11329BE6-4ADD-41E7-9012-E7193E852A1A}"/>
              </a:ext>
            </a:extLst>
          </p:cNvPr>
          <p:cNvSpPr>
            <a:spLocks noGrp="1"/>
          </p:cNvSpPr>
          <p:nvPr/>
        </p:nvSpPr>
        <p:spPr>
          <a:xfrm>
            <a:off x="7913397" y="38770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52" name="01_find_only_2151">
            <a:extLst>
              <a:ext uri="{FF2B5EF4-FFF2-40B4-BE49-F238E27FC236}">
                <a16:creationId xmlns:a16="http://schemas.microsoft.com/office/drawing/2014/main" id="{159C893E-5114-41D3-80FC-D16536BEC1DA}"/>
              </a:ext>
            </a:extLst>
          </p:cNvPr>
          <p:cNvSpPr>
            <a:spLocks noGrp="1"/>
          </p:cNvSpPr>
          <p:nvPr/>
        </p:nvSpPr>
        <p:spPr>
          <a:xfrm>
            <a:off x="7857535" y="342500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53" name="01_find_only_2152">
            <a:extLst>
              <a:ext uri="{FF2B5EF4-FFF2-40B4-BE49-F238E27FC236}">
                <a16:creationId xmlns:a16="http://schemas.microsoft.com/office/drawing/2014/main" id="{0D6684A5-690C-41BD-985D-C3428AE5BFAF}"/>
              </a:ext>
            </a:extLst>
          </p:cNvPr>
          <p:cNvSpPr>
            <a:spLocks noGrp="1"/>
          </p:cNvSpPr>
          <p:nvPr/>
        </p:nvSpPr>
        <p:spPr>
          <a:xfrm>
            <a:off x="7842865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54" name="01_find_only_2153">
            <a:extLst>
              <a:ext uri="{FF2B5EF4-FFF2-40B4-BE49-F238E27FC236}">
                <a16:creationId xmlns:a16="http://schemas.microsoft.com/office/drawing/2014/main" id="{660E8AFB-BE02-435C-99DB-23E98D8C68AC}"/>
              </a:ext>
            </a:extLst>
          </p:cNvPr>
          <p:cNvSpPr>
            <a:spLocks noGrp="1"/>
          </p:cNvSpPr>
          <p:nvPr/>
        </p:nvSpPr>
        <p:spPr>
          <a:xfrm>
            <a:off x="789940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55" name="01_find_only_2154">
            <a:extLst>
              <a:ext uri="{FF2B5EF4-FFF2-40B4-BE49-F238E27FC236}">
                <a16:creationId xmlns:a16="http://schemas.microsoft.com/office/drawing/2014/main" id="{48DDAB08-A7BA-48BC-AD77-2AB3BB1FB94E}"/>
              </a:ext>
            </a:extLst>
          </p:cNvPr>
          <p:cNvSpPr>
            <a:spLocks noGrp="1"/>
          </p:cNvSpPr>
          <p:nvPr/>
        </p:nvSpPr>
        <p:spPr>
          <a:xfrm>
            <a:off x="783829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56" name="01_find_only_2155">
            <a:extLst>
              <a:ext uri="{FF2B5EF4-FFF2-40B4-BE49-F238E27FC236}">
                <a16:creationId xmlns:a16="http://schemas.microsoft.com/office/drawing/2014/main" id="{FFBED593-D3D6-40D3-B5F2-1AE9B373FED2}"/>
              </a:ext>
            </a:extLst>
          </p:cNvPr>
          <p:cNvSpPr>
            <a:spLocks noGrp="1"/>
          </p:cNvSpPr>
          <p:nvPr/>
        </p:nvSpPr>
        <p:spPr>
          <a:xfrm>
            <a:off x="784441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57" name="01_find_only_2156">
            <a:extLst>
              <a:ext uri="{FF2B5EF4-FFF2-40B4-BE49-F238E27FC236}">
                <a16:creationId xmlns:a16="http://schemas.microsoft.com/office/drawing/2014/main" id="{F1AAAE14-3599-4E1C-8FD3-A2E087ADCA62}"/>
              </a:ext>
            </a:extLst>
          </p:cNvPr>
          <p:cNvSpPr>
            <a:spLocks noGrp="1"/>
          </p:cNvSpPr>
          <p:nvPr/>
        </p:nvSpPr>
        <p:spPr>
          <a:xfrm>
            <a:off x="7901836" y="33927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58" name="01_find_only_2157">
            <a:extLst>
              <a:ext uri="{FF2B5EF4-FFF2-40B4-BE49-F238E27FC236}">
                <a16:creationId xmlns:a16="http://schemas.microsoft.com/office/drawing/2014/main" id="{A516BEDC-2D29-4D1D-AA89-64DDC17A22B8}"/>
              </a:ext>
            </a:extLst>
          </p:cNvPr>
          <p:cNvSpPr>
            <a:spLocks noGrp="1"/>
          </p:cNvSpPr>
          <p:nvPr/>
        </p:nvSpPr>
        <p:spPr>
          <a:xfrm>
            <a:off x="783917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59" name="01_find_only_2158">
            <a:extLst>
              <a:ext uri="{FF2B5EF4-FFF2-40B4-BE49-F238E27FC236}">
                <a16:creationId xmlns:a16="http://schemas.microsoft.com/office/drawing/2014/main" id="{FE9D7CC3-38D2-414F-8E43-F1D3FF75D308}"/>
              </a:ext>
            </a:extLst>
          </p:cNvPr>
          <p:cNvSpPr>
            <a:spLocks noGrp="1"/>
          </p:cNvSpPr>
          <p:nvPr/>
        </p:nvSpPr>
        <p:spPr>
          <a:xfrm>
            <a:off x="792048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60" name="01_find_only_2159">
            <a:extLst>
              <a:ext uri="{FF2B5EF4-FFF2-40B4-BE49-F238E27FC236}">
                <a16:creationId xmlns:a16="http://schemas.microsoft.com/office/drawing/2014/main" id="{8178A114-679D-4FD6-AA2A-98AC6C9CAABC}"/>
              </a:ext>
            </a:extLst>
          </p:cNvPr>
          <p:cNvSpPr>
            <a:spLocks noGrp="1"/>
          </p:cNvSpPr>
          <p:nvPr/>
        </p:nvSpPr>
        <p:spPr>
          <a:xfrm>
            <a:off x="7905625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61" name="01_find_only_2160">
            <a:extLst>
              <a:ext uri="{FF2B5EF4-FFF2-40B4-BE49-F238E27FC236}">
                <a16:creationId xmlns:a16="http://schemas.microsoft.com/office/drawing/2014/main" id="{A05B2AA8-5F2C-4CC0-8318-3556E7350C5E}"/>
              </a:ext>
            </a:extLst>
          </p:cNvPr>
          <p:cNvSpPr>
            <a:spLocks noGrp="1"/>
          </p:cNvSpPr>
          <p:nvPr/>
        </p:nvSpPr>
        <p:spPr>
          <a:xfrm>
            <a:off x="7870456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62" name="01_find_only_2161">
            <a:extLst>
              <a:ext uri="{FF2B5EF4-FFF2-40B4-BE49-F238E27FC236}">
                <a16:creationId xmlns:a16="http://schemas.microsoft.com/office/drawing/2014/main" id="{F1DB7277-6103-473C-B031-1808C082DE9B}"/>
              </a:ext>
            </a:extLst>
          </p:cNvPr>
          <p:cNvSpPr>
            <a:spLocks noGrp="1"/>
          </p:cNvSpPr>
          <p:nvPr/>
        </p:nvSpPr>
        <p:spPr>
          <a:xfrm>
            <a:off x="785403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63" name="01_find_only_2162">
            <a:extLst>
              <a:ext uri="{FF2B5EF4-FFF2-40B4-BE49-F238E27FC236}">
                <a16:creationId xmlns:a16="http://schemas.microsoft.com/office/drawing/2014/main" id="{98772E98-818D-4C19-8FC7-ADC088828649}"/>
              </a:ext>
            </a:extLst>
          </p:cNvPr>
          <p:cNvSpPr>
            <a:spLocks noGrp="1"/>
          </p:cNvSpPr>
          <p:nvPr/>
        </p:nvSpPr>
        <p:spPr>
          <a:xfrm>
            <a:off x="7919031" y="318613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64" name="01_find_only_2163">
            <a:extLst>
              <a:ext uri="{FF2B5EF4-FFF2-40B4-BE49-F238E27FC236}">
                <a16:creationId xmlns:a16="http://schemas.microsoft.com/office/drawing/2014/main" id="{EAFDFAB8-483A-4D45-8658-967CCC89924F}"/>
              </a:ext>
            </a:extLst>
          </p:cNvPr>
          <p:cNvSpPr>
            <a:spLocks noGrp="1"/>
          </p:cNvSpPr>
          <p:nvPr/>
        </p:nvSpPr>
        <p:spPr>
          <a:xfrm>
            <a:off x="7923209" y="327740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65" name="01_find_only_2164">
            <a:extLst>
              <a:ext uri="{FF2B5EF4-FFF2-40B4-BE49-F238E27FC236}">
                <a16:creationId xmlns:a16="http://schemas.microsoft.com/office/drawing/2014/main" id="{B2F387C1-3809-4C34-A22A-0F580358763B}"/>
              </a:ext>
            </a:extLst>
          </p:cNvPr>
          <p:cNvSpPr>
            <a:spLocks noGrp="1"/>
          </p:cNvSpPr>
          <p:nvPr/>
        </p:nvSpPr>
        <p:spPr>
          <a:xfrm>
            <a:off x="788794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66" name="01_find_only_2165">
            <a:extLst>
              <a:ext uri="{FF2B5EF4-FFF2-40B4-BE49-F238E27FC236}">
                <a16:creationId xmlns:a16="http://schemas.microsoft.com/office/drawing/2014/main" id="{48703F7C-6560-4FC5-BE86-B5178C3B96FB}"/>
              </a:ext>
            </a:extLst>
          </p:cNvPr>
          <p:cNvSpPr>
            <a:spLocks noGrp="1"/>
          </p:cNvSpPr>
          <p:nvPr/>
        </p:nvSpPr>
        <p:spPr>
          <a:xfrm>
            <a:off x="791009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67" name="01_find_only_2166">
            <a:extLst>
              <a:ext uri="{FF2B5EF4-FFF2-40B4-BE49-F238E27FC236}">
                <a16:creationId xmlns:a16="http://schemas.microsoft.com/office/drawing/2014/main" id="{A538719E-9509-4F35-9784-54D9770B1AC0}"/>
              </a:ext>
            </a:extLst>
          </p:cNvPr>
          <p:cNvSpPr>
            <a:spLocks noGrp="1"/>
          </p:cNvSpPr>
          <p:nvPr/>
        </p:nvSpPr>
        <p:spPr>
          <a:xfrm>
            <a:off x="784199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68" name="01_find_only_2167">
            <a:extLst>
              <a:ext uri="{FF2B5EF4-FFF2-40B4-BE49-F238E27FC236}">
                <a16:creationId xmlns:a16="http://schemas.microsoft.com/office/drawing/2014/main" id="{1631027B-9432-40BF-AD9A-0A7193317873}"/>
              </a:ext>
            </a:extLst>
          </p:cNvPr>
          <p:cNvSpPr>
            <a:spLocks noGrp="1"/>
          </p:cNvSpPr>
          <p:nvPr/>
        </p:nvSpPr>
        <p:spPr>
          <a:xfrm>
            <a:off x="786938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69" name="01_find_only_2168">
            <a:extLst>
              <a:ext uri="{FF2B5EF4-FFF2-40B4-BE49-F238E27FC236}">
                <a16:creationId xmlns:a16="http://schemas.microsoft.com/office/drawing/2014/main" id="{62F98060-DA28-4E58-BD3B-6C5E50F94AB8}"/>
              </a:ext>
            </a:extLst>
          </p:cNvPr>
          <p:cNvSpPr>
            <a:spLocks noGrp="1"/>
          </p:cNvSpPr>
          <p:nvPr/>
        </p:nvSpPr>
        <p:spPr>
          <a:xfrm>
            <a:off x="790407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70" name="01_find_only_2169">
            <a:extLst>
              <a:ext uri="{FF2B5EF4-FFF2-40B4-BE49-F238E27FC236}">
                <a16:creationId xmlns:a16="http://schemas.microsoft.com/office/drawing/2014/main" id="{A23DA1B8-BAED-4BB1-BB15-B59006741428}"/>
              </a:ext>
            </a:extLst>
          </p:cNvPr>
          <p:cNvSpPr>
            <a:spLocks noGrp="1"/>
          </p:cNvSpPr>
          <p:nvPr/>
        </p:nvSpPr>
        <p:spPr>
          <a:xfrm>
            <a:off x="7836065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71" name="01_find_only_2170">
            <a:extLst>
              <a:ext uri="{FF2B5EF4-FFF2-40B4-BE49-F238E27FC236}">
                <a16:creationId xmlns:a16="http://schemas.microsoft.com/office/drawing/2014/main" id="{1397624B-6B06-4F0A-B2FF-55BE45C80B70}"/>
              </a:ext>
            </a:extLst>
          </p:cNvPr>
          <p:cNvSpPr>
            <a:spLocks noGrp="1"/>
          </p:cNvSpPr>
          <p:nvPr/>
        </p:nvSpPr>
        <p:spPr>
          <a:xfrm>
            <a:off x="7832567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72" name="01_find_only_2171">
            <a:extLst>
              <a:ext uri="{FF2B5EF4-FFF2-40B4-BE49-F238E27FC236}">
                <a16:creationId xmlns:a16="http://schemas.microsoft.com/office/drawing/2014/main" id="{839700A6-17EF-4F7F-9D9A-EC8610988FB9}"/>
              </a:ext>
            </a:extLst>
          </p:cNvPr>
          <p:cNvSpPr>
            <a:spLocks noGrp="1"/>
          </p:cNvSpPr>
          <p:nvPr/>
        </p:nvSpPr>
        <p:spPr>
          <a:xfrm>
            <a:off x="7889983" y="39846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73" name="01_find_only_2172">
            <a:extLst>
              <a:ext uri="{FF2B5EF4-FFF2-40B4-BE49-F238E27FC236}">
                <a16:creationId xmlns:a16="http://schemas.microsoft.com/office/drawing/2014/main" id="{238EF483-DF84-445D-98A8-2368D74DBE92}"/>
              </a:ext>
            </a:extLst>
          </p:cNvPr>
          <p:cNvSpPr>
            <a:spLocks noGrp="1"/>
          </p:cNvSpPr>
          <p:nvPr/>
        </p:nvSpPr>
        <p:spPr>
          <a:xfrm>
            <a:off x="7918449" y="310211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74" name="01_find_only_2173">
            <a:extLst>
              <a:ext uri="{FF2B5EF4-FFF2-40B4-BE49-F238E27FC236}">
                <a16:creationId xmlns:a16="http://schemas.microsoft.com/office/drawing/2014/main" id="{49855C3B-F94F-4167-AD96-E3132F016756}"/>
              </a:ext>
            </a:extLst>
          </p:cNvPr>
          <p:cNvSpPr>
            <a:spLocks noGrp="1"/>
          </p:cNvSpPr>
          <p:nvPr/>
        </p:nvSpPr>
        <p:spPr>
          <a:xfrm>
            <a:off x="7828292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75" name="01_find_only_2174">
            <a:extLst>
              <a:ext uri="{FF2B5EF4-FFF2-40B4-BE49-F238E27FC236}">
                <a16:creationId xmlns:a16="http://schemas.microsoft.com/office/drawing/2014/main" id="{9D68DFA7-93E4-4852-BC32-83B59BFA338F}"/>
              </a:ext>
            </a:extLst>
          </p:cNvPr>
          <p:cNvSpPr>
            <a:spLocks noGrp="1"/>
          </p:cNvSpPr>
          <p:nvPr/>
        </p:nvSpPr>
        <p:spPr>
          <a:xfrm>
            <a:off x="7866278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76" name="01_find_only_2175">
            <a:extLst>
              <a:ext uri="{FF2B5EF4-FFF2-40B4-BE49-F238E27FC236}">
                <a16:creationId xmlns:a16="http://schemas.microsoft.com/office/drawing/2014/main" id="{82A33647-4CBE-4771-BB73-950171DD3CDF}"/>
              </a:ext>
            </a:extLst>
          </p:cNvPr>
          <p:cNvSpPr>
            <a:spLocks noGrp="1"/>
          </p:cNvSpPr>
          <p:nvPr/>
        </p:nvSpPr>
        <p:spPr>
          <a:xfrm>
            <a:off x="789746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77" name="01_find_only_2176">
            <a:extLst>
              <a:ext uri="{FF2B5EF4-FFF2-40B4-BE49-F238E27FC236}">
                <a16:creationId xmlns:a16="http://schemas.microsoft.com/office/drawing/2014/main" id="{6D4905D6-D459-4C80-AA56-CE3E3AFBE2D3}"/>
              </a:ext>
            </a:extLst>
          </p:cNvPr>
          <p:cNvSpPr>
            <a:spLocks noGrp="1"/>
          </p:cNvSpPr>
          <p:nvPr/>
        </p:nvSpPr>
        <p:spPr>
          <a:xfrm>
            <a:off x="786831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78" name="01_find_only_2177">
            <a:extLst>
              <a:ext uri="{FF2B5EF4-FFF2-40B4-BE49-F238E27FC236}">
                <a16:creationId xmlns:a16="http://schemas.microsoft.com/office/drawing/2014/main" id="{B64A6D09-394F-435F-97E7-ED8EE7C8139F}"/>
              </a:ext>
            </a:extLst>
          </p:cNvPr>
          <p:cNvSpPr>
            <a:spLocks noGrp="1"/>
          </p:cNvSpPr>
          <p:nvPr/>
        </p:nvSpPr>
        <p:spPr>
          <a:xfrm>
            <a:off x="785190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79" name="01_find_only_2178">
            <a:extLst>
              <a:ext uri="{FF2B5EF4-FFF2-40B4-BE49-F238E27FC236}">
                <a16:creationId xmlns:a16="http://schemas.microsoft.com/office/drawing/2014/main" id="{3F871790-B6A1-4292-AD58-F199FF76D2EF}"/>
              </a:ext>
            </a:extLst>
          </p:cNvPr>
          <p:cNvSpPr>
            <a:spLocks noGrp="1"/>
          </p:cNvSpPr>
          <p:nvPr/>
        </p:nvSpPr>
        <p:spPr>
          <a:xfrm>
            <a:off x="788959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80" name="01_find_only_2179">
            <a:extLst>
              <a:ext uri="{FF2B5EF4-FFF2-40B4-BE49-F238E27FC236}">
                <a16:creationId xmlns:a16="http://schemas.microsoft.com/office/drawing/2014/main" id="{DE86E021-40F9-416E-BCD4-A3516181F507}"/>
              </a:ext>
            </a:extLst>
          </p:cNvPr>
          <p:cNvSpPr>
            <a:spLocks noGrp="1"/>
          </p:cNvSpPr>
          <p:nvPr/>
        </p:nvSpPr>
        <p:spPr>
          <a:xfrm>
            <a:off x="788648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81" name="01_find_only_2180">
            <a:extLst>
              <a:ext uri="{FF2B5EF4-FFF2-40B4-BE49-F238E27FC236}">
                <a16:creationId xmlns:a16="http://schemas.microsoft.com/office/drawing/2014/main" id="{2DA8496D-6F6F-442A-8B80-A97DA24D11F7}"/>
              </a:ext>
            </a:extLst>
          </p:cNvPr>
          <p:cNvSpPr>
            <a:spLocks noGrp="1"/>
          </p:cNvSpPr>
          <p:nvPr/>
        </p:nvSpPr>
        <p:spPr>
          <a:xfrm>
            <a:off x="7874730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82" name="01_find_only_2181">
            <a:extLst>
              <a:ext uri="{FF2B5EF4-FFF2-40B4-BE49-F238E27FC236}">
                <a16:creationId xmlns:a16="http://schemas.microsoft.com/office/drawing/2014/main" id="{95B903C0-DE72-425F-B12E-B1FFCEF65908}"/>
              </a:ext>
            </a:extLst>
          </p:cNvPr>
          <p:cNvSpPr>
            <a:spLocks noGrp="1"/>
          </p:cNvSpPr>
          <p:nvPr/>
        </p:nvSpPr>
        <p:spPr>
          <a:xfrm>
            <a:off x="788415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83" name="01_find_only_2182">
            <a:extLst>
              <a:ext uri="{FF2B5EF4-FFF2-40B4-BE49-F238E27FC236}">
                <a16:creationId xmlns:a16="http://schemas.microsoft.com/office/drawing/2014/main" id="{FBDFB06E-BD92-4110-A82C-E9BC6213BEA5}"/>
              </a:ext>
            </a:extLst>
          </p:cNvPr>
          <p:cNvSpPr>
            <a:spLocks noGrp="1"/>
          </p:cNvSpPr>
          <p:nvPr/>
        </p:nvSpPr>
        <p:spPr>
          <a:xfrm>
            <a:off x="785627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84" name="01_find_only_2183">
            <a:extLst>
              <a:ext uri="{FF2B5EF4-FFF2-40B4-BE49-F238E27FC236}">
                <a16:creationId xmlns:a16="http://schemas.microsoft.com/office/drawing/2014/main" id="{5306F5F4-10D0-4D00-A357-73C58D7AEB94}"/>
              </a:ext>
            </a:extLst>
          </p:cNvPr>
          <p:cNvSpPr>
            <a:spLocks noGrp="1"/>
          </p:cNvSpPr>
          <p:nvPr/>
        </p:nvSpPr>
        <p:spPr>
          <a:xfrm>
            <a:off x="787803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85" name="01_find_only_2184">
            <a:extLst>
              <a:ext uri="{FF2B5EF4-FFF2-40B4-BE49-F238E27FC236}">
                <a16:creationId xmlns:a16="http://schemas.microsoft.com/office/drawing/2014/main" id="{A742EA71-D16D-4E80-9F33-8890029C12C7}"/>
              </a:ext>
            </a:extLst>
          </p:cNvPr>
          <p:cNvSpPr>
            <a:spLocks noGrp="1"/>
          </p:cNvSpPr>
          <p:nvPr/>
        </p:nvSpPr>
        <p:spPr>
          <a:xfrm>
            <a:off x="7857244" y="316669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86" name="01_find_only_2185">
            <a:extLst>
              <a:ext uri="{FF2B5EF4-FFF2-40B4-BE49-F238E27FC236}">
                <a16:creationId xmlns:a16="http://schemas.microsoft.com/office/drawing/2014/main" id="{2E6DCFBC-0738-4C88-82F1-0D87F306B6C2}"/>
              </a:ext>
            </a:extLst>
          </p:cNvPr>
          <p:cNvSpPr>
            <a:spLocks noGrp="1"/>
          </p:cNvSpPr>
          <p:nvPr/>
        </p:nvSpPr>
        <p:spPr>
          <a:xfrm>
            <a:off x="7865792" y="363488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87" name="01_find_only_2186">
            <a:extLst>
              <a:ext uri="{FF2B5EF4-FFF2-40B4-BE49-F238E27FC236}">
                <a16:creationId xmlns:a16="http://schemas.microsoft.com/office/drawing/2014/main" id="{12086CFB-3229-45AB-B6DA-934E641B4468}"/>
              </a:ext>
            </a:extLst>
          </p:cNvPr>
          <p:cNvSpPr>
            <a:spLocks noGrp="1"/>
          </p:cNvSpPr>
          <p:nvPr/>
        </p:nvSpPr>
        <p:spPr>
          <a:xfrm>
            <a:off x="7907762" y="401542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88" name="01_find_only_2187">
            <a:extLst>
              <a:ext uri="{FF2B5EF4-FFF2-40B4-BE49-F238E27FC236}">
                <a16:creationId xmlns:a16="http://schemas.microsoft.com/office/drawing/2014/main" id="{A2DBE79B-5513-4C13-AE1A-88D980641929}"/>
              </a:ext>
            </a:extLst>
          </p:cNvPr>
          <p:cNvSpPr>
            <a:spLocks noGrp="1"/>
          </p:cNvSpPr>
          <p:nvPr/>
        </p:nvSpPr>
        <p:spPr>
          <a:xfrm>
            <a:off x="783897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89" name="01_find_only_2188">
            <a:extLst>
              <a:ext uri="{FF2B5EF4-FFF2-40B4-BE49-F238E27FC236}">
                <a16:creationId xmlns:a16="http://schemas.microsoft.com/office/drawing/2014/main" id="{9B9A0C84-46E2-40C4-BADB-062C0D66651C}"/>
              </a:ext>
            </a:extLst>
          </p:cNvPr>
          <p:cNvSpPr>
            <a:spLocks noGrp="1"/>
          </p:cNvSpPr>
          <p:nvPr/>
        </p:nvSpPr>
        <p:spPr>
          <a:xfrm>
            <a:off x="7843448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90" name="01_find_only_2189">
            <a:extLst>
              <a:ext uri="{FF2B5EF4-FFF2-40B4-BE49-F238E27FC236}">
                <a16:creationId xmlns:a16="http://schemas.microsoft.com/office/drawing/2014/main" id="{9157CCD1-B58C-446F-A279-FA20F4658888}"/>
              </a:ext>
            </a:extLst>
          </p:cNvPr>
          <p:cNvSpPr>
            <a:spLocks noGrp="1"/>
          </p:cNvSpPr>
          <p:nvPr/>
        </p:nvSpPr>
        <p:spPr>
          <a:xfrm>
            <a:off x="7883863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91" name="01_find_only_2190">
            <a:extLst>
              <a:ext uri="{FF2B5EF4-FFF2-40B4-BE49-F238E27FC236}">
                <a16:creationId xmlns:a16="http://schemas.microsoft.com/office/drawing/2014/main" id="{9CF5051E-70C4-4FEA-88A5-D101707C70FF}"/>
              </a:ext>
            </a:extLst>
          </p:cNvPr>
          <p:cNvSpPr>
            <a:spLocks noGrp="1"/>
          </p:cNvSpPr>
          <p:nvPr/>
        </p:nvSpPr>
        <p:spPr>
          <a:xfrm>
            <a:off x="7882989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92" name="01_find_only_2191">
            <a:extLst>
              <a:ext uri="{FF2B5EF4-FFF2-40B4-BE49-F238E27FC236}">
                <a16:creationId xmlns:a16="http://schemas.microsoft.com/office/drawing/2014/main" id="{1AF03968-3F8B-41EB-8410-E28FFBD0FDA1}"/>
              </a:ext>
            </a:extLst>
          </p:cNvPr>
          <p:cNvSpPr>
            <a:spLocks noGrp="1"/>
          </p:cNvSpPr>
          <p:nvPr/>
        </p:nvSpPr>
        <p:spPr>
          <a:xfrm>
            <a:off x="7914563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93" name="01_find_only_2192">
            <a:extLst>
              <a:ext uri="{FF2B5EF4-FFF2-40B4-BE49-F238E27FC236}">
                <a16:creationId xmlns:a16="http://schemas.microsoft.com/office/drawing/2014/main" id="{86895E9A-603B-4BC6-B74B-CDD90E771593}"/>
              </a:ext>
            </a:extLst>
          </p:cNvPr>
          <p:cNvSpPr>
            <a:spLocks noGrp="1"/>
          </p:cNvSpPr>
          <p:nvPr/>
        </p:nvSpPr>
        <p:spPr>
          <a:xfrm>
            <a:off x="7899893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94" name="01_find_only_2193">
            <a:extLst>
              <a:ext uri="{FF2B5EF4-FFF2-40B4-BE49-F238E27FC236}">
                <a16:creationId xmlns:a16="http://schemas.microsoft.com/office/drawing/2014/main" id="{BA477FBA-FD3B-44AD-9906-5D26F03BDBCE}"/>
              </a:ext>
            </a:extLst>
          </p:cNvPr>
          <p:cNvSpPr>
            <a:spLocks noGrp="1"/>
          </p:cNvSpPr>
          <p:nvPr/>
        </p:nvSpPr>
        <p:spPr>
          <a:xfrm>
            <a:off x="783995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95" name="01_find_only_2194">
            <a:extLst>
              <a:ext uri="{FF2B5EF4-FFF2-40B4-BE49-F238E27FC236}">
                <a16:creationId xmlns:a16="http://schemas.microsoft.com/office/drawing/2014/main" id="{B9F82280-4FF8-4D83-AC81-2258CF633F51}"/>
              </a:ext>
            </a:extLst>
          </p:cNvPr>
          <p:cNvSpPr>
            <a:spLocks noGrp="1"/>
          </p:cNvSpPr>
          <p:nvPr/>
        </p:nvSpPr>
        <p:spPr>
          <a:xfrm>
            <a:off x="785403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96" name="01_find_only_2195">
            <a:extLst>
              <a:ext uri="{FF2B5EF4-FFF2-40B4-BE49-F238E27FC236}">
                <a16:creationId xmlns:a16="http://schemas.microsoft.com/office/drawing/2014/main" id="{435E7337-AE52-45F3-9F38-86F32DA4F01F}"/>
              </a:ext>
            </a:extLst>
          </p:cNvPr>
          <p:cNvSpPr>
            <a:spLocks noGrp="1"/>
          </p:cNvSpPr>
          <p:nvPr/>
        </p:nvSpPr>
        <p:spPr>
          <a:xfrm>
            <a:off x="7892607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97" name="01_find_only_2196">
            <a:extLst>
              <a:ext uri="{FF2B5EF4-FFF2-40B4-BE49-F238E27FC236}">
                <a16:creationId xmlns:a16="http://schemas.microsoft.com/office/drawing/2014/main" id="{000F3CF5-3777-4A29-B8CE-6A3769B2CF5B}"/>
              </a:ext>
            </a:extLst>
          </p:cNvPr>
          <p:cNvSpPr>
            <a:spLocks noGrp="1"/>
          </p:cNvSpPr>
          <p:nvPr/>
        </p:nvSpPr>
        <p:spPr>
          <a:xfrm>
            <a:off x="783431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98" name="01_find_only_2197">
            <a:extLst>
              <a:ext uri="{FF2B5EF4-FFF2-40B4-BE49-F238E27FC236}">
                <a16:creationId xmlns:a16="http://schemas.microsoft.com/office/drawing/2014/main" id="{5664560E-966D-4EDE-9EBB-05F5C1A35783}"/>
              </a:ext>
            </a:extLst>
          </p:cNvPr>
          <p:cNvSpPr>
            <a:spLocks noGrp="1"/>
          </p:cNvSpPr>
          <p:nvPr/>
        </p:nvSpPr>
        <p:spPr>
          <a:xfrm>
            <a:off x="7901836" y="33389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199" name="01_find_only_2198">
            <a:extLst>
              <a:ext uri="{FF2B5EF4-FFF2-40B4-BE49-F238E27FC236}">
                <a16:creationId xmlns:a16="http://schemas.microsoft.com/office/drawing/2014/main" id="{E5E40CC8-7842-4C79-8FED-B8FC51996678}"/>
              </a:ext>
            </a:extLst>
          </p:cNvPr>
          <p:cNvSpPr>
            <a:spLocks noGrp="1"/>
          </p:cNvSpPr>
          <p:nvPr/>
        </p:nvSpPr>
        <p:spPr>
          <a:xfrm>
            <a:off x="790513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00" name="01_find_only_2199">
            <a:extLst>
              <a:ext uri="{FF2B5EF4-FFF2-40B4-BE49-F238E27FC236}">
                <a16:creationId xmlns:a16="http://schemas.microsoft.com/office/drawing/2014/main" id="{2CC8E8A2-FD16-4A06-BC42-2AA146BE0B47}"/>
              </a:ext>
            </a:extLst>
          </p:cNvPr>
          <p:cNvSpPr>
            <a:spLocks noGrp="1"/>
          </p:cNvSpPr>
          <p:nvPr/>
        </p:nvSpPr>
        <p:spPr>
          <a:xfrm>
            <a:off x="7894841" y="306983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01" name="01_find_only_2200">
            <a:extLst>
              <a:ext uri="{FF2B5EF4-FFF2-40B4-BE49-F238E27FC236}">
                <a16:creationId xmlns:a16="http://schemas.microsoft.com/office/drawing/2014/main" id="{2880604E-2FE9-4D76-8368-027CB2956962}"/>
              </a:ext>
            </a:extLst>
          </p:cNvPr>
          <p:cNvSpPr>
            <a:spLocks noGrp="1"/>
          </p:cNvSpPr>
          <p:nvPr/>
        </p:nvSpPr>
        <p:spPr>
          <a:xfrm>
            <a:off x="7893967" y="32312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02" name="01_find_only_2201">
            <a:extLst>
              <a:ext uri="{FF2B5EF4-FFF2-40B4-BE49-F238E27FC236}">
                <a16:creationId xmlns:a16="http://schemas.microsoft.com/office/drawing/2014/main" id="{2C398132-D220-46B7-A94D-A9D9E4115896}"/>
              </a:ext>
            </a:extLst>
          </p:cNvPr>
          <p:cNvSpPr>
            <a:spLocks noGrp="1"/>
          </p:cNvSpPr>
          <p:nvPr/>
        </p:nvSpPr>
        <p:spPr>
          <a:xfrm>
            <a:off x="789814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03" name="01_find_only_2202">
            <a:extLst>
              <a:ext uri="{FF2B5EF4-FFF2-40B4-BE49-F238E27FC236}">
                <a16:creationId xmlns:a16="http://schemas.microsoft.com/office/drawing/2014/main" id="{FFB0408D-3413-4604-B4BA-F9A37C30F91F}"/>
              </a:ext>
            </a:extLst>
          </p:cNvPr>
          <p:cNvSpPr>
            <a:spLocks noGrp="1"/>
          </p:cNvSpPr>
          <p:nvPr/>
        </p:nvSpPr>
        <p:spPr>
          <a:xfrm>
            <a:off x="787978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04" name="01_find_only_2203">
            <a:extLst>
              <a:ext uri="{FF2B5EF4-FFF2-40B4-BE49-F238E27FC236}">
                <a16:creationId xmlns:a16="http://schemas.microsoft.com/office/drawing/2014/main" id="{D046ABE1-892A-4852-9E8B-706FB8A2BA9F}"/>
              </a:ext>
            </a:extLst>
          </p:cNvPr>
          <p:cNvSpPr>
            <a:spLocks noGrp="1"/>
          </p:cNvSpPr>
          <p:nvPr/>
        </p:nvSpPr>
        <p:spPr>
          <a:xfrm>
            <a:off x="7829361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05" name="01_find_only_2204">
            <a:extLst>
              <a:ext uri="{FF2B5EF4-FFF2-40B4-BE49-F238E27FC236}">
                <a16:creationId xmlns:a16="http://schemas.microsoft.com/office/drawing/2014/main" id="{8BD8C50F-63D4-4430-BF25-989C15D26510}"/>
              </a:ext>
            </a:extLst>
          </p:cNvPr>
          <p:cNvSpPr>
            <a:spLocks noGrp="1"/>
          </p:cNvSpPr>
          <p:nvPr/>
        </p:nvSpPr>
        <p:spPr>
          <a:xfrm>
            <a:off x="787958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06" name="01_find_only_2205">
            <a:extLst>
              <a:ext uri="{FF2B5EF4-FFF2-40B4-BE49-F238E27FC236}">
                <a16:creationId xmlns:a16="http://schemas.microsoft.com/office/drawing/2014/main" id="{E1BCD953-A3CF-4435-AFCE-4E69AF9395D8}"/>
              </a:ext>
            </a:extLst>
          </p:cNvPr>
          <p:cNvSpPr>
            <a:spLocks noGrp="1"/>
          </p:cNvSpPr>
          <p:nvPr/>
        </p:nvSpPr>
        <p:spPr>
          <a:xfrm>
            <a:off x="7842185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07" name="01_find_only_2206">
            <a:extLst>
              <a:ext uri="{FF2B5EF4-FFF2-40B4-BE49-F238E27FC236}">
                <a16:creationId xmlns:a16="http://schemas.microsoft.com/office/drawing/2014/main" id="{71425999-3552-4285-B650-4A37EC207140}"/>
              </a:ext>
            </a:extLst>
          </p:cNvPr>
          <p:cNvSpPr>
            <a:spLocks noGrp="1"/>
          </p:cNvSpPr>
          <p:nvPr/>
        </p:nvSpPr>
        <p:spPr>
          <a:xfrm>
            <a:off x="7894356" y="39018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08" name="01_find_only_2207">
            <a:extLst>
              <a:ext uri="{FF2B5EF4-FFF2-40B4-BE49-F238E27FC236}">
                <a16:creationId xmlns:a16="http://schemas.microsoft.com/office/drawing/2014/main" id="{C42C60EC-4449-45EF-829F-450195517C51}"/>
              </a:ext>
            </a:extLst>
          </p:cNvPr>
          <p:cNvSpPr>
            <a:spLocks noGrp="1"/>
          </p:cNvSpPr>
          <p:nvPr/>
        </p:nvSpPr>
        <p:spPr>
          <a:xfrm>
            <a:off x="790717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09" name="01_find_only_2208">
            <a:extLst>
              <a:ext uri="{FF2B5EF4-FFF2-40B4-BE49-F238E27FC236}">
                <a16:creationId xmlns:a16="http://schemas.microsoft.com/office/drawing/2014/main" id="{870B892C-3CB2-4928-8F5B-B98F9BC2EEF7}"/>
              </a:ext>
            </a:extLst>
          </p:cNvPr>
          <p:cNvSpPr>
            <a:spLocks noGrp="1"/>
          </p:cNvSpPr>
          <p:nvPr/>
        </p:nvSpPr>
        <p:spPr>
          <a:xfrm>
            <a:off x="7840631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10" name="01_find_only_2209">
            <a:extLst>
              <a:ext uri="{FF2B5EF4-FFF2-40B4-BE49-F238E27FC236}">
                <a16:creationId xmlns:a16="http://schemas.microsoft.com/office/drawing/2014/main" id="{BF6100C5-4013-40A3-92FE-64B6DE14B0C6}"/>
              </a:ext>
            </a:extLst>
          </p:cNvPr>
          <p:cNvSpPr>
            <a:spLocks noGrp="1"/>
          </p:cNvSpPr>
          <p:nvPr/>
        </p:nvSpPr>
        <p:spPr>
          <a:xfrm>
            <a:off x="7895230" y="310708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11" name="01_find_only_2210">
            <a:extLst>
              <a:ext uri="{FF2B5EF4-FFF2-40B4-BE49-F238E27FC236}">
                <a16:creationId xmlns:a16="http://schemas.microsoft.com/office/drawing/2014/main" id="{09C29D2E-ED07-4226-93FE-EE5ECC88C3F6}"/>
              </a:ext>
            </a:extLst>
          </p:cNvPr>
          <p:cNvSpPr>
            <a:spLocks noGrp="1"/>
          </p:cNvSpPr>
          <p:nvPr/>
        </p:nvSpPr>
        <p:spPr>
          <a:xfrm>
            <a:off x="7845489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12" name="01_find_only_2211">
            <a:extLst>
              <a:ext uri="{FF2B5EF4-FFF2-40B4-BE49-F238E27FC236}">
                <a16:creationId xmlns:a16="http://schemas.microsoft.com/office/drawing/2014/main" id="{E187B817-AAE1-4216-B74F-A14A8AE53355}"/>
              </a:ext>
            </a:extLst>
          </p:cNvPr>
          <p:cNvSpPr>
            <a:spLocks noGrp="1"/>
          </p:cNvSpPr>
          <p:nvPr/>
        </p:nvSpPr>
        <p:spPr>
          <a:xfrm>
            <a:off x="784976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13" name="01_find_only_2212">
            <a:extLst>
              <a:ext uri="{FF2B5EF4-FFF2-40B4-BE49-F238E27FC236}">
                <a16:creationId xmlns:a16="http://schemas.microsoft.com/office/drawing/2014/main" id="{38CA87A1-8A75-4830-92A2-2F029EF1A802}"/>
              </a:ext>
            </a:extLst>
          </p:cNvPr>
          <p:cNvSpPr>
            <a:spLocks noGrp="1"/>
          </p:cNvSpPr>
          <p:nvPr/>
        </p:nvSpPr>
        <p:spPr>
          <a:xfrm>
            <a:off x="7838202" y="312364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14" name="01_find_only_2213">
            <a:extLst>
              <a:ext uri="{FF2B5EF4-FFF2-40B4-BE49-F238E27FC236}">
                <a16:creationId xmlns:a16="http://schemas.microsoft.com/office/drawing/2014/main" id="{AD555E05-6909-4F40-87AA-A24F367D2611}"/>
              </a:ext>
            </a:extLst>
          </p:cNvPr>
          <p:cNvSpPr>
            <a:spLocks noGrp="1"/>
          </p:cNvSpPr>
          <p:nvPr/>
        </p:nvSpPr>
        <p:spPr>
          <a:xfrm>
            <a:off x="7894161" y="37156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15" name="01_find_only_2214">
            <a:extLst>
              <a:ext uri="{FF2B5EF4-FFF2-40B4-BE49-F238E27FC236}">
                <a16:creationId xmlns:a16="http://schemas.microsoft.com/office/drawing/2014/main" id="{8F8DE504-DA93-4456-8137-72D23B4A2C4B}"/>
              </a:ext>
            </a:extLst>
          </p:cNvPr>
          <p:cNvSpPr>
            <a:spLocks noGrp="1"/>
          </p:cNvSpPr>
          <p:nvPr/>
        </p:nvSpPr>
        <p:spPr>
          <a:xfrm>
            <a:off x="7919226" y="38309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16" name="01_find_only_2215">
            <a:extLst>
              <a:ext uri="{FF2B5EF4-FFF2-40B4-BE49-F238E27FC236}">
                <a16:creationId xmlns:a16="http://schemas.microsoft.com/office/drawing/2014/main" id="{1644F3E2-4F1E-41B8-82FD-03065CF8BEDC}"/>
              </a:ext>
            </a:extLst>
          </p:cNvPr>
          <p:cNvSpPr>
            <a:spLocks noGrp="1"/>
          </p:cNvSpPr>
          <p:nvPr/>
        </p:nvSpPr>
        <p:spPr>
          <a:xfrm>
            <a:off x="7923404" y="36464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17" name="01_find_only_2216">
            <a:extLst>
              <a:ext uri="{FF2B5EF4-FFF2-40B4-BE49-F238E27FC236}">
                <a16:creationId xmlns:a16="http://schemas.microsoft.com/office/drawing/2014/main" id="{B9896DFC-BDB9-46CF-8090-1B0C76279B1D}"/>
              </a:ext>
            </a:extLst>
          </p:cNvPr>
          <p:cNvSpPr>
            <a:spLocks noGrp="1"/>
          </p:cNvSpPr>
          <p:nvPr/>
        </p:nvSpPr>
        <p:spPr>
          <a:xfrm>
            <a:off x="7863364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18" name="01_find_only_2217">
            <a:extLst>
              <a:ext uri="{FF2B5EF4-FFF2-40B4-BE49-F238E27FC236}">
                <a16:creationId xmlns:a16="http://schemas.microsoft.com/office/drawing/2014/main" id="{255AEEDD-1B10-493F-A6E5-EA111586E0DB}"/>
              </a:ext>
            </a:extLst>
          </p:cNvPr>
          <p:cNvSpPr>
            <a:spLocks noGrp="1"/>
          </p:cNvSpPr>
          <p:nvPr/>
        </p:nvSpPr>
        <p:spPr>
          <a:xfrm>
            <a:off x="7899019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19" name="01_find_only_2218">
            <a:extLst>
              <a:ext uri="{FF2B5EF4-FFF2-40B4-BE49-F238E27FC236}">
                <a16:creationId xmlns:a16="http://schemas.microsoft.com/office/drawing/2014/main" id="{372C1167-A84A-4AA4-B70D-0575D87C4774}"/>
              </a:ext>
            </a:extLst>
          </p:cNvPr>
          <p:cNvSpPr>
            <a:spLocks noGrp="1"/>
          </p:cNvSpPr>
          <p:nvPr/>
        </p:nvSpPr>
        <p:spPr>
          <a:xfrm>
            <a:off x="791786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20" name="01_find_only_2219">
            <a:extLst>
              <a:ext uri="{FF2B5EF4-FFF2-40B4-BE49-F238E27FC236}">
                <a16:creationId xmlns:a16="http://schemas.microsoft.com/office/drawing/2014/main" id="{C02EBAD2-11E3-497D-8BAB-2325361CA6DA}"/>
              </a:ext>
            </a:extLst>
          </p:cNvPr>
          <p:cNvSpPr>
            <a:spLocks noGrp="1"/>
          </p:cNvSpPr>
          <p:nvPr/>
        </p:nvSpPr>
        <p:spPr>
          <a:xfrm>
            <a:off x="7906402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21" name="01_find_only_2220">
            <a:extLst>
              <a:ext uri="{FF2B5EF4-FFF2-40B4-BE49-F238E27FC236}">
                <a16:creationId xmlns:a16="http://schemas.microsoft.com/office/drawing/2014/main" id="{D1393325-30D0-4FA2-ADAC-01A45A7CEC27}"/>
              </a:ext>
            </a:extLst>
          </p:cNvPr>
          <p:cNvSpPr>
            <a:spLocks noGrp="1"/>
          </p:cNvSpPr>
          <p:nvPr/>
        </p:nvSpPr>
        <p:spPr>
          <a:xfrm>
            <a:off x="7896104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22" name="01_find_only_2221">
            <a:extLst>
              <a:ext uri="{FF2B5EF4-FFF2-40B4-BE49-F238E27FC236}">
                <a16:creationId xmlns:a16="http://schemas.microsoft.com/office/drawing/2014/main" id="{49926CAE-8EA0-44FB-BDD9-104AFEAA0D13}"/>
              </a:ext>
            </a:extLst>
          </p:cNvPr>
          <p:cNvSpPr>
            <a:spLocks noGrp="1"/>
          </p:cNvSpPr>
          <p:nvPr/>
        </p:nvSpPr>
        <p:spPr>
          <a:xfrm>
            <a:off x="787230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23" name="01_find_only_2222">
            <a:extLst>
              <a:ext uri="{FF2B5EF4-FFF2-40B4-BE49-F238E27FC236}">
                <a16:creationId xmlns:a16="http://schemas.microsoft.com/office/drawing/2014/main" id="{D5861E25-E728-48AA-92AA-82A4358F6CEA}"/>
              </a:ext>
            </a:extLst>
          </p:cNvPr>
          <p:cNvSpPr>
            <a:spLocks noGrp="1"/>
          </p:cNvSpPr>
          <p:nvPr/>
        </p:nvSpPr>
        <p:spPr>
          <a:xfrm>
            <a:off x="7869387" y="336126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24" name="01_find_only_2223">
            <a:extLst>
              <a:ext uri="{FF2B5EF4-FFF2-40B4-BE49-F238E27FC236}">
                <a16:creationId xmlns:a16="http://schemas.microsoft.com/office/drawing/2014/main" id="{1B06DFA9-44A4-481D-B607-66B7CB42515F}"/>
              </a:ext>
            </a:extLst>
          </p:cNvPr>
          <p:cNvSpPr>
            <a:spLocks noGrp="1"/>
          </p:cNvSpPr>
          <p:nvPr/>
        </p:nvSpPr>
        <p:spPr>
          <a:xfrm>
            <a:off x="7837036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25" name="01_find_only_2224">
            <a:extLst>
              <a:ext uri="{FF2B5EF4-FFF2-40B4-BE49-F238E27FC236}">
                <a16:creationId xmlns:a16="http://schemas.microsoft.com/office/drawing/2014/main" id="{84B66D56-DA4E-4EAD-A82B-3F5FA237273F}"/>
              </a:ext>
            </a:extLst>
          </p:cNvPr>
          <p:cNvSpPr>
            <a:spLocks noGrp="1"/>
          </p:cNvSpPr>
          <p:nvPr/>
        </p:nvSpPr>
        <p:spPr>
          <a:xfrm>
            <a:off x="7918157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26" name="01_find_only_2225">
            <a:extLst>
              <a:ext uri="{FF2B5EF4-FFF2-40B4-BE49-F238E27FC236}">
                <a16:creationId xmlns:a16="http://schemas.microsoft.com/office/drawing/2014/main" id="{9D49BC1C-56AF-40AB-8B08-69A648095F45}"/>
              </a:ext>
            </a:extLst>
          </p:cNvPr>
          <p:cNvSpPr>
            <a:spLocks noGrp="1"/>
          </p:cNvSpPr>
          <p:nvPr/>
        </p:nvSpPr>
        <p:spPr>
          <a:xfrm>
            <a:off x="790786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27" name="01_find_only_2226">
            <a:extLst>
              <a:ext uri="{FF2B5EF4-FFF2-40B4-BE49-F238E27FC236}">
                <a16:creationId xmlns:a16="http://schemas.microsoft.com/office/drawing/2014/main" id="{0F521D1C-B13E-49AB-9A80-4A0453029CE7}"/>
              </a:ext>
            </a:extLst>
          </p:cNvPr>
          <p:cNvSpPr>
            <a:spLocks noGrp="1"/>
          </p:cNvSpPr>
          <p:nvPr/>
        </p:nvSpPr>
        <p:spPr>
          <a:xfrm>
            <a:off x="7893190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28" name="01_find_only_2227">
            <a:extLst>
              <a:ext uri="{FF2B5EF4-FFF2-40B4-BE49-F238E27FC236}">
                <a16:creationId xmlns:a16="http://schemas.microsoft.com/office/drawing/2014/main" id="{B71DE896-3AA4-4397-9D07-05ED10A26EB0}"/>
              </a:ext>
            </a:extLst>
          </p:cNvPr>
          <p:cNvSpPr>
            <a:spLocks noGrp="1"/>
          </p:cNvSpPr>
          <p:nvPr/>
        </p:nvSpPr>
        <p:spPr>
          <a:xfrm>
            <a:off x="7833636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29" name="01_find_only_2228">
            <a:extLst>
              <a:ext uri="{FF2B5EF4-FFF2-40B4-BE49-F238E27FC236}">
                <a16:creationId xmlns:a16="http://schemas.microsoft.com/office/drawing/2014/main" id="{E4069730-6576-49BE-B602-282A5F651C44}"/>
              </a:ext>
            </a:extLst>
          </p:cNvPr>
          <p:cNvSpPr>
            <a:spLocks noGrp="1"/>
          </p:cNvSpPr>
          <p:nvPr/>
        </p:nvSpPr>
        <p:spPr>
          <a:xfrm>
            <a:off x="7843059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30" name="01_find_only_2229">
            <a:extLst>
              <a:ext uri="{FF2B5EF4-FFF2-40B4-BE49-F238E27FC236}">
                <a16:creationId xmlns:a16="http://schemas.microsoft.com/office/drawing/2014/main" id="{B094F0FB-8EE0-4C91-9C9B-9809E2070327}"/>
              </a:ext>
            </a:extLst>
          </p:cNvPr>
          <p:cNvSpPr>
            <a:spLocks noGrp="1"/>
          </p:cNvSpPr>
          <p:nvPr/>
        </p:nvSpPr>
        <p:spPr>
          <a:xfrm>
            <a:off x="7852483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31" name="01_find_only_2230">
            <a:extLst>
              <a:ext uri="{FF2B5EF4-FFF2-40B4-BE49-F238E27FC236}">
                <a16:creationId xmlns:a16="http://schemas.microsoft.com/office/drawing/2014/main" id="{B94124C7-0DCF-4C44-BA11-51BA925DBFE8}"/>
              </a:ext>
            </a:extLst>
          </p:cNvPr>
          <p:cNvSpPr>
            <a:spLocks noGrp="1"/>
          </p:cNvSpPr>
          <p:nvPr/>
        </p:nvSpPr>
        <p:spPr>
          <a:xfrm>
            <a:off x="7894161" y="29083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32" name="01_find_only_2231">
            <a:extLst>
              <a:ext uri="{FF2B5EF4-FFF2-40B4-BE49-F238E27FC236}">
                <a16:creationId xmlns:a16="http://schemas.microsoft.com/office/drawing/2014/main" id="{6BDAF051-5A38-4D2F-ABBC-3D38A29BCFA2}"/>
              </a:ext>
            </a:extLst>
          </p:cNvPr>
          <p:cNvSpPr>
            <a:spLocks noGrp="1"/>
          </p:cNvSpPr>
          <p:nvPr/>
        </p:nvSpPr>
        <p:spPr>
          <a:xfrm>
            <a:off x="7884348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33" name="01_find_only_2232">
            <a:extLst>
              <a:ext uri="{FF2B5EF4-FFF2-40B4-BE49-F238E27FC236}">
                <a16:creationId xmlns:a16="http://schemas.microsoft.com/office/drawing/2014/main" id="{294DB21B-CD7D-43D8-A1E0-5864F9F431A6}"/>
              </a:ext>
            </a:extLst>
          </p:cNvPr>
          <p:cNvSpPr>
            <a:spLocks noGrp="1"/>
          </p:cNvSpPr>
          <p:nvPr/>
        </p:nvSpPr>
        <p:spPr>
          <a:xfrm>
            <a:off x="7847140" y="37694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34" name="01_find_only_2233">
            <a:extLst>
              <a:ext uri="{FF2B5EF4-FFF2-40B4-BE49-F238E27FC236}">
                <a16:creationId xmlns:a16="http://schemas.microsoft.com/office/drawing/2014/main" id="{C1C57D35-D89D-4F21-A245-D314710871AC}"/>
              </a:ext>
            </a:extLst>
          </p:cNvPr>
          <p:cNvSpPr>
            <a:spLocks noGrp="1"/>
          </p:cNvSpPr>
          <p:nvPr/>
        </p:nvSpPr>
        <p:spPr>
          <a:xfrm>
            <a:off x="7864724" y="355416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35" name="01_find_only_2234">
            <a:extLst>
              <a:ext uri="{FF2B5EF4-FFF2-40B4-BE49-F238E27FC236}">
                <a16:creationId xmlns:a16="http://schemas.microsoft.com/office/drawing/2014/main" id="{2CB62A2D-0940-4F75-9CA3-EB7BB6E70A58}"/>
              </a:ext>
            </a:extLst>
          </p:cNvPr>
          <p:cNvSpPr>
            <a:spLocks noGrp="1"/>
          </p:cNvSpPr>
          <p:nvPr/>
        </p:nvSpPr>
        <p:spPr>
          <a:xfrm>
            <a:off x="7830332" y="41999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36" name="01_find_only_2235">
            <a:extLst>
              <a:ext uri="{FF2B5EF4-FFF2-40B4-BE49-F238E27FC236}">
                <a16:creationId xmlns:a16="http://schemas.microsoft.com/office/drawing/2014/main" id="{967410FA-F51B-41FC-9862-8E2CD2F160BD}"/>
              </a:ext>
            </a:extLst>
          </p:cNvPr>
          <p:cNvSpPr>
            <a:spLocks noGrp="1"/>
          </p:cNvSpPr>
          <p:nvPr/>
        </p:nvSpPr>
        <p:spPr>
          <a:xfrm>
            <a:off x="6346470" y="2858272"/>
            <a:ext cx="195" cy="1420700"/>
          </a:xfrm>
          <a:custGeom>
            <a:avLst/>
            <a:gdLst/>
            <a:ahLst/>
            <a:cxnLst/>
            <a:rect l="0" t="0" r="0" b="0"/>
            <a:pathLst>
              <a:path w="191" h="1394818">
                <a:moveTo>
                  <a:pt x="0" y="1394818"/>
                </a:moveTo>
                <a:lnTo>
                  <a:pt x="0" y="0"/>
                </a:lnTo>
              </a:path>
            </a:pathLst>
          </a:custGeom>
          <a:noFill/>
          <a:ln w="8890">
            <a:solidFill>
              <a:srgbClr val="000000"/>
            </a:solidFill>
            <a:prstDash val="solid"/>
          </a:ln>
        </p:spPr>
      </p:sp>
      <p:sp>
        <p:nvSpPr>
          <p:cNvPr id="2237" name="01_find_only_2236">
            <a:extLst>
              <a:ext uri="{FF2B5EF4-FFF2-40B4-BE49-F238E27FC236}">
                <a16:creationId xmlns:a16="http://schemas.microsoft.com/office/drawing/2014/main" id="{CCD8832C-588E-4F11-A7A6-8205B5DE2423}"/>
              </a:ext>
            </a:extLst>
          </p:cNvPr>
          <p:cNvSpPr>
            <a:spLocks noGrp="1"/>
          </p:cNvSpPr>
          <p:nvPr/>
        </p:nvSpPr>
        <p:spPr>
          <a:xfrm>
            <a:off x="6346469" y="4278972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8890">
            <a:solidFill>
              <a:srgbClr val="000000"/>
            </a:solidFill>
            <a:prstDash val="solid"/>
          </a:ln>
        </p:spPr>
      </p:sp>
      <p:sp>
        <p:nvSpPr>
          <p:cNvPr id="2238" name="text_2237">
            <a:extLst>
              <a:ext uri="{FF2B5EF4-FFF2-40B4-BE49-F238E27FC236}">
                <a16:creationId xmlns:a16="http://schemas.microsoft.com/office/drawing/2014/main" id="{21801077-E44F-490A-B980-D65B7FDB2B72}"/>
              </a:ext>
            </a:extLst>
          </p:cNvPr>
          <p:cNvSpPr>
            <a:spLocks noGrp="1"/>
          </p:cNvSpPr>
          <p:nvPr/>
        </p:nvSpPr>
        <p:spPr>
          <a:xfrm>
            <a:off x="6115461" y="2663980"/>
            <a:ext cx="84858" cy="1616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1019"/>
              <a:t>c</a:t>
            </a:r>
          </a:p>
        </p:txBody>
      </p:sp>
      <p:sp>
        <p:nvSpPr>
          <p:cNvPr id="2239" name="text_2238">
            <a:extLst>
              <a:ext uri="{FF2B5EF4-FFF2-40B4-BE49-F238E27FC236}">
                <a16:creationId xmlns:a16="http://schemas.microsoft.com/office/drawing/2014/main" id="{038F88EF-1350-4A63-8037-C794D7644985}"/>
              </a:ext>
            </a:extLst>
          </p:cNvPr>
          <p:cNvSpPr>
            <a:spLocks noGrp="1"/>
          </p:cNvSpPr>
          <p:nvPr/>
        </p:nvSpPr>
        <p:spPr>
          <a:xfrm>
            <a:off x="6346469" y="2654988"/>
            <a:ext cx="1033411" cy="1374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866"/>
              <a:t>All ligands, Emap2lig</a:t>
            </a:r>
          </a:p>
        </p:txBody>
      </p:sp>
      <p:sp>
        <p:nvSpPr>
          <p:cNvPr id="2240" name="01_find_only_2239">
            <a:extLst>
              <a:ext uri="{FF2B5EF4-FFF2-40B4-BE49-F238E27FC236}">
                <a16:creationId xmlns:a16="http://schemas.microsoft.com/office/drawing/2014/main" id="{AB641214-0408-4212-89CD-2C55EBB99280}"/>
              </a:ext>
            </a:extLst>
          </p:cNvPr>
          <p:cNvSpPr>
            <a:spLocks noGrp="1"/>
          </p:cNvSpPr>
          <p:nvPr/>
        </p:nvSpPr>
        <p:spPr>
          <a:xfrm>
            <a:off x="6361748" y="3825712"/>
            <a:ext cx="1527834" cy="388683"/>
          </a:xfrm>
          <a:custGeom>
            <a:avLst/>
            <a:gdLst/>
            <a:ahLst/>
            <a:cxnLst/>
            <a:rect l="0" t="0" r="0" b="0"/>
            <a:pathLst>
              <a:path w="1500000" h="381602">
                <a:moveTo>
                  <a:pt x="0" y="381602"/>
                </a:moveTo>
                <a:lnTo>
                  <a:pt x="19231" y="380242"/>
                </a:lnTo>
                <a:lnTo>
                  <a:pt x="19481" y="379303"/>
                </a:lnTo>
                <a:lnTo>
                  <a:pt x="25000" y="378947"/>
                </a:lnTo>
                <a:lnTo>
                  <a:pt x="26316" y="377272"/>
                </a:lnTo>
                <a:lnTo>
                  <a:pt x="31250" y="376245"/>
                </a:lnTo>
                <a:lnTo>
                  <a:pt x="32468" y="375604"/>
                </a:lnTo>
                <a:lnTo>
                  <a:pt x="35714" y="375486"/>
                </a:lnTo>
                <a:lnTo>
                  <a:pt x="36797" y="373076"/>
                </a:lnTo>
                <a:lnTo>
                  <a:pt x="41667" y="372061"/>
                </a:lnTo>
                <a:lnTo>
                  <a:pt x="43011" y="370096"/>
                </a:lnTo>
                <a:lnTo>
                  <a:pt x="50000" y="369587"/>
                </a:lnTo>
                <a:lnTo>
                  <a:pt x="51282" y="367505"/>
                </a:lnTo>
                <a:lnTo>
                  <a:pt x="55556" y="366528"/>
                </a:lnTo>
                <a:lnTo>
                  <a:pt x="56277" y="364136"/>
                </a:lnTo>
                <a:lnTo>
                  <a:pt x="62500" y="362931"/>
                </a:lnTo>
                <a:lnTo>
                  <a:pt x="62771" y="356259"/>
                </a:lnTo>
                <a:lnTo>
                  <a:pt x="71429" y="355532"/>
                </a:lnTo>
                <a:lnTo>
                  <a:pt x="71429" y="352718"/>
                </a:lnTo>
                <a:lnTo>
                  <a:pt x="78947" y="351360"/>
                </a:lnTo>
                <a:lnTo>
                  <a:pt x="80087" y="350854"/>
                </a:lnTo>
                <a:lnTo>
                  <a:pt x="83333" y="350747"/>
                </a:lnTo>
                <a:lnTo>
                  <a:pt x="84416" y="341751"/>
                </a:lnTo>
                <a:lnTo>
                  <a:pt x="91398" y="340387"/>
                </a:lnTo>
                <a:lnTo>
                  <a:pt x="91667" y="340193"/>
                </a:lnTo>
                <a:lnTo>
                  <a:pt x="100000" y="339219"/>
                </a:lnTo>
                <a:lnTo>
                  <a:pt x="100000" y="332371"/>
                </a:lnTo>
                <a:lnTo>
                  <a:pt x="107143" y="331698"/>
                </a:lnTo>
                <a:lnTo>
                  <a:pt x="108333" y="330492"/>
                </a:lnTo>
                <a:lnTo>
                  <a:pt x="111111" y="330268"/>
                </a:lnTo>
                <a:lnTo>
                  <a:pt x="111111" y="328300"/>
                </a:lnTo>
                <a:lnTo>
                  <a:pt x="125000" y="327051"/>
                </a:lnTo>
                <a:lnTo>
                  <a:pt x="125541" y="304883"/>
                </a:lnTo>
                <a:lnTo>
                  <a:pt x="136364" y="303713"/>
                </a:lnTo>
                <a:lnTo>
                  <a:pt x="137681" y="302966"/>
                </a:lnTo>
                <a:lnTo>
                  <a:pt x="142857" y="302503"/>
                </a:lnTo>
                <a:lnTo>
                  <a:pt x="142857" y="300986"/>
                </a:lnTo>
                <a:lnTo>
                  <a:pt x="150000" y="300788"/>
                </a:lnTo>
                <a:lnTo>
                  <a:pt x="150538" y="299177"/>
                </a:lnTo>
                <a:lnTo>
                  <a:pt x="162338" y="297782"/>
                </a:lnTo>
                <a:lnTo>
                  <a:pt x="162338" y="297752"/>
                </a:lnTo>
                <a:lnTo>
                  <a:pt x="166667" y="297721"/>
                </a:lnTo>
                <a:lnTo>
                  <a:pt x="166667" y="278140"/>
                </a:lnTo>
                <a:lnTo>
                  <a:pt x="175000" y="277537"/>
                </a:lnTo>
                <a:lnTo>
                  <a:pt x="175325" y="276679"/>
                </a:lnTo>
                <a:lnTo>
                  <a:pt x="178571" y="276603"/>
                </a:lnTo>
                <a:lnTo>
                  <a:pt x="179654" y="274549"/>
                </a:lnTo>
                <a:lnTo>
                  <a:pt x="185897" y="273174"/>
                </a:lnTo>
                <a:lnTo>
                  <a:pt x="185897" y="273083"/>
                </a:lnTo>
                <a:lnTo>
                  <a:pt x="187500" y="273083"/>
                </a:lnTo>
                <a:lnTo>
                  <a:pt x="188406" y="267148"/>
                </a:lnTo>
                <a:lnTo>
                  <a:pt x="200000" y="265805"/>
                </a:lnTo>
                <a:lnTo>
                  <a:pt x="201299" y="260344"/>
                </a:lnTo>
                <a:lnTo>
                  <a:pt x="208333" y="259622"/>
                </a:lnTo>
                <a:lnTo>
                  <a:pt x="209677" y="256476"/>
                </a:lnTo>
                <a:lnTo>
                  <a:pt x="214286" y="255303"/>
                </a:lnTo>
                <a:lnTo>
                  <a:pt x="215054" y="253709"/>
                </a:lnTo>
                <a:lnTo>
                  <a:pt x="222222" y="253321"/>
                </a:lnTo>
                <a:lnTo>
                  <a:pt x="222222" y="252141"/>
                </a:lnTo>
                <a:lnTo>
                  <a:pt x="230769" y="250994"/>
                </a:lnTo>
                <a:lnTo>
                  <a:pt x="231884" y="250452"/>
                </a:lnTo>
                <a:lnTo>
                  <a:pt x="250000" y="249595"/>
                </a:lnTo>
                <a:lnTo>
                  <a:pt x="251082" y="181038"/>
                </a:lnTo>
                <a:lnTo>
                  <a:pt x="269231" y="179759"/>
                </a:lnTo>
                <a:lnTo>
                  <a:pt x="270563" y="179456"/>
                </a:lnTo>
                <a:lnTo>
                  <a:pt x="277778" y="178099"/>
                </a:lnTo>
                <a:lnTo>
                  <a:pt x="277778" y="177312"/>
                </a:lnTo>
                <a:lnTo>
                  <a:pt x="288462" y="175942"/>
                </a:lnTo>
                <a:lnTo>
                  <a:pt x="289855" y="175567"/>
                </a:lnTo>
                <a:lnTo>
                  <a:pt x="291667" y="175460"/>
                </a:lnTo>
                <a:lnTo>
                  <a:pt x="291667" y="172981"/>
                </a:lnTo>
                <a:lnTo>
                  <a:pt x="300000" y="172874"/>
                </a:lnTo>
                <a:lnTo>
                  <a:pt x="301282" y="169016"/>
                </a:lnTo>
                <a:lnTo>
                  <a:pt x="312500" y="167810"/>
                </a:lnTo>
                <a:lnTo>
                  <a:pt x="312500" y="166924"/>
                </a:lnTo>
                <a:lnTo>
                  <a:pt x="333333" y="165766"/>
                </a:lnTo>
                <a:lnTo>
                  <a:pt x="333333" y="154946"/>
                </a:lnTo>
                <a:lnTo>
                  <a:pt x="354167" y="153705"/>
                </a:lnTo>
                <a:lnTo>
                  <a:pt x="354167" y="153410"/>
                </a:lnTo>
                <a:lnTo>
                  <a:pt x="361111" y="152291"/>
                </a:lnTo>
                <a:lnTo>
                  <a:pt x="362069" y="151622"/>
                </a:lnTo>
                <a:lnTo>
                  <a:pt x="375000" y="150571"/>
                </a:lnTo>
                <a:lnTo>
                  <a:pt x="376344" y="142230"/>
                </a:lnTo>
                <a:lnTo>
                  <a:pt x="392473" y="140830"/>
                </a:lnTo>
                <a:lnTo>
                  <a:pt x="392473" y="140754"/>
                </a:lnTo>
                <a:lnTo>
                  <a:pt x="400000" y="140321"/>
                </a:lnTo>
                <a:lnTo>
                  <a:pt x="400000" y="138786"/>
                </a:lnTo>
                <a:lnTo>
                  <a:pt x="416667" y="138258"/>
                </a:lnTo>
                <a:lnTo>
                  <a:pt x="417749" y="135355"/>
                </a:lnTo>
                <a:lnTo>
                  <a:pt x="437500" y="134351"/>
                </a:lnTo>
                <a:lnTo>
                  <a:pt x="437500" y="132580"/>
                </a:lnTo>
                <a:lnTo>
                  <a:pt x="458333" y="131189"/>
                </a:lnTo>
                <a:lnTo>
                  <a:pt x="458333" y="130480"/>
                </a:lnTo>
                <a:lnTo>
                  <a:pt x="500000" y="129782"/>
                </a:lnTo>
                <a:lnTo>
                  <a:pt x="500000" y="53045"/>
                </a:lnTo>
                <a:lnTo>
                  <a:pt x="557692" y="51829"/>
                </a:lnTo>
                <a:lnTo>
                  <a:pt x="557692" y="51193"/>
                </a:lnTo>
                <a:lnTo>
                  <a:pt x="600000" y="50101"/>
                </a:lnTo>
                <a:lnTo>
                  <a:pt x="600000" y="47267"/>
                </a:lnTo>
                <a:lnTo>
                  <a:pt x="653846" y="45909"/>
                </a:lnTo>
                <a:lnTo>
                  <a:pt x="653846" y="45818"/>
                </a:lnTo>
                <a:lnTo>
                  <a:pt x="700000" y="44450"/>
                </a:lnTo>
                <a:lnTo>
                  <a:pt x="700000" y="43033"/>
                </a:lnTo>
                <a:lnTo>
                  <a:pt x="750000" y="42793"/>
                </a:lnTo>
                <a:lnTo>
                  <a:pt x="750000" y="37038"/>
                </a:lnTo>
                <a:lnTo>
                  <a:pt x="833333" y="36000"/>
                </a:lnTo>
                <a:lnTo>
                  <a:pt x="833333" y="34819"/>
                </a:lnTo>
                <a:lnTo>
                  <a:pt x="875000" y="34667"/>
                </a:lnTo>
                <a:lnTo>
                  <a:pt x="875000" y="31125"/>
                </a:lnTo>
                <a:lnTo>
                  <a:pt x="900000" y="31035"/>
                </a:lnTo>
                <a:lnTo>
                  <a:pt x="900000" y="29618"/>
                </a:lnTo>
                <a:lnTo>
                  <a:pt x="1000000" y="28739"/>
                </a:lnTo>
                <a:lnTo>
                  <a:pt x="1000000" y="14571"/>
                </a:lnTo>
                <a:lnTo>
                  <a:pt x="1125000" y="14297"/>
                </a:lnTo>
                <a:lnTo>
                  <a:pt x="1125000" y="11641"/>
                </a:lnTo>
                <a:lnTo>
                  <a:pt x="1250000" y="10248"/>
                </a:lnTo>
                <a:lnTo>
                  <a:pt x="1250000" y="8477"/>
                </a:lnTo>
                <a:lnTo>
                  <a:pt x="1500000" y="7084"/>
                </a:lnTo>
                <a:lnTo>
                  <a:pt x="1500000" y="0"/>
                </a:lnTo>
                <a:lnTo>
                  <a:pt x="1500000" y="0"/>
                </a:lnTo>
              </a:path>
            </a:pathLst>
          </a:custGeom>
          <a:noFill/>
          <a:ln w="22860">
            <a:solidFill>
              <a:srgbClr val="00878B"/>
            </a:solidFill>
            <a:prstDash val="solid"/>
          </a:ln>
        </p:spPr>
      </p:sp>
      <p:sp>
        <p:nvSpPr>
          <p:cNvPr id="2241" name="01_find_only_2240">
            <a:extLst>
              <a:ext uri="{FF2B5EF4-FFF2-40B4-BE49-F238E27FC236}">
                <a16:creationId xmlns:a16="http://schemas.microsoft.com/office/drawing/2014/main" id="{411838F1-57C7-4B57-92F6-1CEF55DB6AB9}"/>
              </a:ext>
            </a:extLst>
          </p:cNvPr>
          <p:cNvSpPr>
            <a:spLocks noGrp="1"/>
          </p:cNvSpPr>
          <p:nvPr/>
        </p:nvSpPr>
        <p:spPr>
          <a:xfrm>
            <a:off x="6361748" y="4052952"/>
            <a:ext cx="1527834" cy="161443"/>
          </a:xfrm>
          <a:custGeom>
            <a:avLst/>
            <a:gdLst/>
            <a:ahLst/>
            <a:cxnLst/>
            <a:rect l="0" t="0" r="0" b="0"/>
            <a:pathLst>
              <a:path w="1500000" h="158502">
                <a:moveTo>
                  <a:pt x="0" y="158502"/>
                </a:moveTo>
                <a:lnTo>
                  <a:pt x="750000" y="158502"/>
                </a:lnTo>
                <a:lnTo>
                  <a:pt x="750000" y="127824"/>
                </a:lnTo>
                <a:lnTo>
                  <a:pt x="1000000" y="127824"/>
                </a:lnTo>
                <a:lnTo>
                  <a:pt x="1000000" y="54566"/>
                </a:lnTo>
                <a:lnTo>
                  <a:pt x="1500000" y="54566"/>
                </a:lnTo>
                <a:lnTo>
                  <a:pt x="1500000" y="0"/>
                </a:lnTo>
                <a:lnTo>
                  <a:pt x="1500000" y="0"/>
                </a:lnTo>
              </a:path>
            </a:pathLst>
          </a:custGeom>
          <a:noFill/>
          <a:ln w="13335">
            <a:solidFill>
              <a:srgbClr val="3A64C8"/>
            </a:solidFill>
            <a:prstDash val="solid"/>
          </a:ln>
        </p:spPr>
      </p:sp>
      <p:sp>
        <p:nvSpPr>
          <p:cNvPr id="2242" name="01_find_only_2241">
            <a:extLst>
              <a:ext uri="{FF2B5EF4-FFF2-40B4-BE49-F238E27FC236}">
                <a16:creationId xmlns:a16="http://schemas.microsoft.com/office/drawing/2014/main" id="{65E6EF0A-33C1-4D34-BFFF-5409BE0DAB60}"/>
              </a:ext>
            </a:extLst>
          </p:cNvPr>
          <p:cNvSpPr>
            <a:spLocks noGrp="1"/>
          </p:cNvSpPr>
          <p:nvPr/>
        </p:nvSpPr>
        <p:spPr>
          <a:xfrm>
            <a:off x="6594396" y="3988150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2243" name="01_find_only_2242">
            <a:extLst>
              <a:ext uri="{FF2B5EF4-FFF2-40B4-BE49-F238E27FC236}">
                <a16:creationId xmlns:a16="http://schemas.microsoft.com/office/drawing/2014/main" id="{842FDC00-649E-462B-9FC9-432FE1691C11}"/>
              </a:ext>
            </a:extLst>
          </p:cNvPr>
          <p:cNvSpPr>
            <a:spLocks noGrp="1"/>
          </p:cNvSpPr>
          <p:nvPr/>
        </p:nvSpPr>
        <p:spPr>
          <a:xfrm>
            <a:off x="6849035" y="3857751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2244" name="01_find_only_2243">
            <a:extLst>
              <a:ext uri="{FF2B5EF4-FFF2-40B4-BE49-F238E27FC236}">
                <a16:creationId xmlns:a16="http://schemas.microsoft.com/office/drawing/2014/main" id="{AB0D9F76-79C0-4468-A6D0-587FBA1DD1B2}"/>
              </a:ext>
            </a:extLst>
          </p:cNvPr>
          <p:cNvSpPr>
            <a:spLocks noGrp="1"/>
          </p:cNvSpPr>
          <p:nvPr/>
        </p:nvSpPr>
        <p:spPr>
          <a:xfrm>
            <a:off x="7358313" y="3818563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2245" name="01_find_only_2244">
            <a:extLst>
              <a:ext uri="{FF2B5EF4-FFF2-40B4-BE49-F238E27FC236}">
                <a16:creationId xmlns:a16="http://schemas.microsoft.com/office/drawing/2014/main" id="{BF67828C-7AF2-4A8C-B47A-3296C8440B60}"/>
              </a:ext>
            </a:extLst>
          </p:cNvPr>
          <p:cNvSpPr>
            <a:spLocks noGrp="1"/>
          </p:cNvSpPr>
          <p:nvPr/>
        </p:nvSpPr>
        <p:spPr>
          <a:xfrm>
            <a:off x="7867591" y="3803721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2246" name="01_find_only_2245">
            <a:extLst>
              <a:ext uri="{FF2B5EF4-FFF2-40B4-BE49-F238E27FC236}">
                <a16:creationId xmlns:a16="http://schemas.microsoft.com/office/drawing/2014/main" id="{3BACA3B1-99FF-4273-ACBE-A49C67944C02}"/>
              </a:ext>
            </a:extLst>
          </p:cNvPr>
          <p:cNvSpPr>
            <a:spLocks noGrp="1"/>
          </p:cNvSpPr>
          <p:nvPr/>
        </p:nvSpPr>
        <p:spPr>
          <a:xfrm>
            <a:off x="6579799" y="4177807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2247" name="01_find_only_2246">
            <a:extLst>
              <a:ext uri="{FF2B5EF4-FFF2-40B4-BE49-F238E27FC236}">
                <a16:creationId xmlns:a16="http://schemas.microsoft.com/office/drawing/2014/main" id="{B2827D9E-CD0F-49B5-B4BC-FA2BC2C6ABD5}"/>
              </a:ext>
            </a:extLst>
          </p:cNvPr>
          <p:cNvSpPr>
            <a:spLocks noGrp="1"/>
          </p:cNvSpPr>
          <p:nvPr/>
        </p:nvSpPr>
        <p:spPr>
          <a:xfrm>
            <a:off x="6834438" y="4177807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2248" name="01_find_only_2247">
            <a:extLst>
              <a:ext uri="{FF2B5EF4-FFF2-40B4-BE49-F238E27FC236}">
                <a16:creationId xmlns:a16="http://schemas.microsoft.com/office/drawing/2014/main" id="{204D6548-2BEB-4A69-BC3C-BD77CECD9861}"/>
              </a:ext>
            </a:extLst>
          </p:cNvPr>
          <p:cNvSpPr>
            <a:spLocks noGrp="1"/>
          </p:cNvSpPr>
          <p:nvPr/>
        </p:nvSpPr>
        <p:spPr>
          <a:xfrm>
            <a:off x="7343716" y="4071943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2249" name="01_find_only_2248">
            <a:extLst>
              <a:ext uri="{FF2B5EF4-FFF2-40B4-BE49-F238E27FC236}">
                <a16:creationId xmlns:a16="http://schemas.microsoft.com/office/drawing/2014/main" id="{546DDA99-42FB-4DFC-A784-9AB990C334F9}"/>
              </a:ext>
            </a:extLst>
          </p:cNvPr>
          <p:cNvSpPr>
            <a:spLocks noGrp="1"/>
          </p:cNvSpPr>
          <p:nvPr/>
        </p:nvSpPr>
        <p:spPr>
          <a:xfrm>
            <a:off x="7852994" y="4016364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2250" name="01_find_only_2249">
            <a:extLst>
              <a:ext uri="{FF2B5EF4-FFF2-40B4-BE49-F238E27FC236}">
                <a16:creationId xmlns:a16="http://schemas.microsoft.com/office/drawing/2014/main" id="{3F4DFEED-77F3-4F04-9DA9-AE3937B77BD4}"/>
              </a:ext>
            </a:extLst>
          </p:cNvPr>
          <p:cNvSpPr>
            <a:spLocks noGrp="1"/>
          </p:cNvSpPr>
          <p:nvPr/>
        </p:nvSpPr>
        <p:spPr>
          <a:xfrm>
            <a:off x="2023311" y="4946701"/>
            <a:ext cx="1650061" cy="1420700"/>
          </a:xfrm>
          <a:custGeom>
            <a:avLst/>
            <a:gdLst/>
            <a:ahLst/>
            <a:cxnLst/>
            <a:rect l="0" t="0" r="0" b="0"/>
            <a:pathLst>
              <a:path w="1620000" h="1394818">
                <a:moveTo>
                  <a:pt x="0" y="1394818"/>
                </a:moveTo>
                <a:lnTo>
                  <a:pt x="1620000" y="1394818"/>
                </a:lnTo>
                <a:lnTo>
                  <a:pt x="1620000" y="0"/>
                </a:lnTo>
                <a:lnTo>
                  <a:pt x="0" y="0"/>
                </a:lnTo>
                <a:lnTo>
                  <a:pt x="0" y="1394818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251" name="01_find_only_2250">
            <a:extLst>
              <a:ext uri="{FF2B5EF4-FFF2-40B4-BE49-F238E27FC236}">
                <a16:creationId xmlns:a16="http://schemas.microsoft.com/office/drawing/2014/main" id="{E71866DE-379F-4102-BE26-01E870AF5E3C}"/>
              </a:ext>
            </a:extLst>
          </p:cNvPr>
          <p:cNvSpPr>
            <a:spLocks noGrp="1"/>
          </p:cNvSpPr>
          <p:nvPr/>
        </p:nvSpPr>
        <p:spPr>
          <a:xfrm>
            <a:off x="2227022" y="5011278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30000" y="1268016"/>
                </a:moveTo>
                <a:lnTo>
                  <a:pt x="0" y="1268016"/>
                </a:lnTo>
                <a:lnTo>
                  <a:pt x="698" y="1257449"/>
                </a:lnTo>
                <a:lnTo>
                  <a:pt x="2746" y="1246883"/>
                </a:lnTo>
                <a:lnTo>
                  <a:pt x="6003" y="1236316"/>
                </a:lnTo>
                <a:lnTo>
                  <a:pt x="10258" y="1225749"/>
                </a:lnTo>
                <a:lnTo>
                  <a:pt x="15245" y="1215182"/>
                </a:lnTo>
                <a:lnTo>
                  <a:pt x="20673" y="1204615"/>
                </a:lnTo>
                <a:lnTo>
                  <a:pt x="26256" y="1194049"/>
                </a:lnTo>
                <a:lnTo>
                  <a:pt x="31734" y="1183482"/>
                </a:lnTo>
                <a:lnTo>
                  <a:pt x="36892" y="1172915"/>
                </a:lnTo>
                <a:lnTo>
                  <a:pt x="41573" y="1162348"/>
                </a:lnTo>
                <a:lnTo>
                  <a:pt x="45677" y="1151781"/>
                </a:lnTo>
                <a:lnTo>
                  <a:pt x="49163" y="1141215"/>
                </a:lnTo>
                <a:lnTo>
                  <a:pt x="52034" y="1130648"/>
                </a:lnTo>
                <a:lnTo>
                  <a:pt x="54331" y="1120081"/>
                </a:lnTo>
                <a:lnTo>
                  <a:pt x="56116" y="1109514"/>
                </a:lnTo>
                <a:lnTo>
                  <a:pt x="57466" y="1098947"/>
                </a:lnTo>
                <a:lnTo>
                  <a:pt x="58456" y="1088381"/>
                </a:lnTo>
                <a:lnTo>
                  <a:pt x="59161" y="1077814"/>
                </a:lnTo>
                <a:lnTo>
                  <a:pt x="59643" y="1067247"/>
                </a:lnTo>
                <a:lnTo>
                  <a:pt x="59956" y="1056680"/>
                </a:lnTo>
                <a:lnTo>
                  <a:pt x="60141" y="1046113"/>
                </a:lnTo>
                <a:lnTo>
                  <a:pt x="60231" y="1035547"/>
                </a:lnTo>
                <a:lnTo>
                  <a:pt x="60249" y="1024980"/>
                </a:lnTo>
                <a:lnTo>
                  <a:pt x="60211" y="1014413"/>
                </a:lnTo>
                <a:lnTo>
                  <a:pt x="60128" y="1003846"/>
                </a:lnTo>
                <a:lnTo>
                  <a:pt x="60007" y="993279"/>
                </a:lnTo>
                <a:lnTo>
                  <a:pt x="59852" y="982713"/>
                </a:lnTo>
                <a:lnTo>
                  <a:pt x="59662" y="972146"/>
                </a:lnTo>
                <a:lnTo>
                  <a:pt x="59439" y="961579"/>
                </a:lnTo>
                <a:lnTo>
                  <a:pt x="59180" y="951012"/>
                </a:lnTo>
                <a:lnTo>
                  <a:pt x="58883" y="940445"/>
                </a:lnTo>
                <a:lnTo>
                  <a:pt x="58549" y="929879"/>
                </a:lnTo>
                <a:lnTo>
                  <a:pt x="58177" y="919312"/>
                </a:lnTo>
                <a:lnTo>
                  <a:pt x="57771" y="908745"/>
                </a:lnTo>
                <a:lnTo>
                  <a:pt x="57336" y="898178"/>
                </a:lnTo>
                <a:lnTo>
                  <a:pt x="56876" y="887611"/>
                </a:lnTo>
                <a:lnTo>
                  <a:pt x="56398" y="877045"/>
                </a:lnTo>
                <a:lnTo>
                  <a:pt x="55908" y="866478"/>
                </a:lnTo>
                <a:lnTo>
                  <a:pt x="55409" y="855911"/>
                </a:lnTo>
                <a:lnTo>
                  <a:pt x="54899" y="845344"/>
                </a:lnTo>
                <a:lnTo>
                  <a:pt x="54374" y="834777"/>
                </a:lnTo>
                <a:lnTo>
                  <a:pt x="53820" y="824211"/>
                </a:lnTo>
                <a:lnTo>
                  <a:pt x="53221" y="813644"/>
                </a:lnTo>
                <a:lnTo>
                  <a:pt x="52550" y="803077"/>
                </a:lnTo>
                <a:lnTo>
                  <a:pt x="51780" y="792510"/>
                </a:lnTo>
                <a:lnTo>
                  <a:pt x="50880" y="781943"/>
                </a:lnTo>
                <a:lnTo>
                  <a:pt x="49821" y="771377"/>
                </a:lnTo>
                <a:lnTo>
                  <a:pt x="48578" y="760810"/>
                </a:lnTo>
                <a:lnTo>
                  <a:pt x="47136" y="750243"/>
                </a:lnTo>
                <a:lnTo>
                  <a:pt x="45496" y="739676"/>
                </a:lnTo>
                <a:lnTo>
                  <a:pt x="43677" y="729109"/>
                </a:lnTo>
                <a:lnTo>
                  <a:pt x="41723" y="718543"/>
                </a:lnTo>
                <a:lnTo>
                  <a:pt x="39698" y="707976"/>
                </a:lnTo>
                <a:lnTo>
                  <a:pt x="37693" y="697409"/>
                </a:lnTo>
                <a:lnTo>
                  <a:pt x="35813" y="686842"/>
                </a:lnTo>
                <a:lnTo>
                  <a:pt x="34175" y="676275"/>
                </a:lnTo>
                <a:lnTo>
                  <a:pt x="32897" y="665708"/>
                </a:lnTo>
                <a:lnTo>
                  <a:pt x="32085" y="655142"/>
                </a:lnTo>
                <a:lnTo>
                  <a:pt x="31822" y="644575"/>
                </a:lnTo>
                <a:lnTo>
                  <a:pt x="32158" y="634008"/>
                </a:lnTo>
                <a:lnTo>
                  <a:pt x="33104" y="623441"/>
                </a:lnTo>
                <a:lnTo>
                  <a:pt x="34630" y="612874"/>
                </a:lnTo>
                <a:lnTo>
                  <a:pt x="36667" y="602308"/>
                </a:lnTo>
                <a:lnTo>
                  <a:pt x="39113" y="591741"/>
                </a:lnTo>
                <a:lnTo>
                  <a:pt x="41846" y="581174"/>
                </a:lnTo>
                <a:lnTo>
                  <a:pt x="44732" y="570607"/>
                </a:lnTo>
                <a:lnTo>
                  <a:pt x="47641" y="560040"/>
                </a:lnTo>
                <a:lnTo>
                  <a:pt x="50456" y="549474"/>
                </a:lnTo>
                <a:lnTo>
                  <a:pt x="53082" y="538907"/>
                </a:lnTo>
                <a:lnTo>
                  <a:pt x="55450" y="528340"/>
                </a:lnTo>
                <a:lnTo>
                  <a:pt x="57517" y="517773"/>
                </a:lnTo>
                <a:lnTo>
                  <a:pt x="59267" y="507206"/>
                </a:lnTo>
                <a:lnTo>
                  <a:pt x="60706" y="496640"/>
                </a:lnTo>
                <a:lnTo>
                  <a:pt x="61856" y="486073"/>
                </a:lnTo>
                <a:lnTo>
                  <a:pt x="62749" y="475506"/>
                </a:lnTo>
                <a:lnTo>
                  <a:pt x="63425" y="464939"/>
                </a:lnTo>
                <a:lnTo>
                  <a:pt x="63923" y="454372"/>
                </a:lnTo>
                <a:lnTo>
                  <a:pt x="64280" y="443806"/>
                </a:lnTo>
                <a:lnTo>
                  <a:pt x="64529" y="433239"/>
                </a:lnTo>
                <a:lnTo>
                  <a:pt x="64699" y="422672"/>
                </a:lnTo>
                <a:lnTo>
                  <a:pt x="64812" y="412105"/>
                </a:lnTo>
                <a:lnTo>
                  <a:pt x="64886" y="401538"/>
                </a:lnTo>
                <a:lnTo>
                  <a:pt x="64932" y="390972"/>
                </a:lnTo>
                <a:lnTo>
                  <a:pt x="64960" y="380405"/>
                </a:lnTo>
                <a:lnTo>
                  <a:pt x="64977" y="369838"/>
                </a:lnTo>
                <a:lnTo>
                  <a:pt x="64987" y="359271"/>
                </a:lnTo>
                <a:lnTo>
                  <a:pt x="64993" y="348704"/>
                </a:lnTo>
                <a:lnTo>
                  <a:pt x="64996" y="338138"/>
                </a:lnTo>
                <a:lnTo>
                  <a:pt x="64998" y="327571"/>
                </a:lnTo>
                <a:lnTo>
                  <a:pt x="64999" y="317004"/>
                </a:lnTo>
                <a:lnTo>
                  <a:pt x="65000" y="306437"/>
                </a:lnTo>
                <a:lnTo>
                  <a:pt x="65000" y="295870"/>
                </a:lnTo>
                <a:lnTo>
                  <a:pt x="65000" y="285304"/>
                </a:lnTo>
                <a:lnTo>
                  <a:pt x="65000" y="274737"/>
                </a:lnTo>
                <a:lnTo>
                  <a:pt x="65000" y="264170"/>
                </a:lnTo>
                <a:lnTo>
                  <a:pt x="65000" y="253603"/>
                </a:lnTo>
                <a:lnTo>
                  <a:pt x="65000" y="243036"/>
                </a:lnTo>
                <a:lnTo>
                  <a:pt x="65000" y="232470"/>
                </a:lnTo>
                <a:lnTo>
                  <a:pt x="65000" y="221903"/>
                </a:lnTo>
                <a:lnTo>
                  <a:pt x="65000" y="211336"/>
                </a:lnTo>
                <a:lnTo>
                  <a:pt x="65000" y="200769"/>
                </a:lnTo>
                <a:lnTo>
                  <a:pt x="65000" y="190202"/>
                </a:lnTo>
                <a:lnTo>
                  <a:pt x="65000" y="179636"/>
                </a:lnTo>
                <a:lnTo>
                  <a:pt x="65000" y="169069"/>
                </a:lnTo>
                <a:lnTo>
                  <a:pt x="65000" y="158502"/>
                </a:lnTo>
                <a:lnTo>
                  <a:pt x="65000" y="147935"/>
                </a:lnTo>
                <a:lnTo>
                  <a:pt x="65000" y="137368"/>
                </a:lnTo>
                <a:lnTo>
                  <a:pt x="65000" y="126802"/>
                </a:lnTo>
                <a:lnTo>
                  <a:pt x="65000" y="116235"/>
                </a:lnTo>
                <a:lnTo>
                  <a:pt x="65000" y="105668"/>
                </a:lnTo>
                <a:lnTo>
                  <a:pt x="65000" y="95101"/>
                </a:lnTo>
                <a:lnTo>
                  <a:pt x="65000" y="84534"/>
                </a:lnTo>
                <a:lnTo>
                  <a:pt x="65000" y="73968"/>
                </a:lnTo>
                <a:lnTo>
                  <a:pt x="65000" y="63401"/>
                </a:lnTo>
                <a:lnTo>
                  <a:pt x="65000" y="52834"/>
                </a:lnTo>
                <a:lnTo>
                  <a:pt x="65000" y="42267"/>
                </a:lnTo>
                <a:lnTo>
                  <a:pt x="65000" y="31700"/>
                </a:lnTo>
                <a:lnTo>
                  <a:pt x="65000" y="21134"/>
                </a:lnTo>
                <a:lnTo>
                  <a:pt x="65000" y="10567"/>
                </a:lnTo>
                <a:lnTo>
                  <a:pt x="65000" y="0"/>
                </a:lnTo>
                <a:lnTo>
                  <a:pt x="65000" y="0"/>
                </a:lnTo>
                <a:lnTo>
                  <a:pt x="65000" y="0"/>
                </a:lnTo>
                <a:lnTo>
                  <a:pt x="65000" y="10567"/>
                </a:lnTo>
                <a:lnTo>
                  <a:pt x="65000" y="21134"/>
                </a:lnTo>
                <a:lnTo>
                  <a:pt x="65000" y="31700"/>
                </a:lnTo>
                <a:lnTo>
                  <a:pt x="65000" y="42267"/>
                </a:lnTo>
                <a:lnTo>
                  <a:pt x="65000" y="52834"/>
                </a:lnTo>
                <a:lnTo>
                  <a:pt x="65000" y="63401"/>
                </a:lnTo>
                <a:lnTo>
                  <a:pt x="65000" y="73968"/>
                </a:lnTo>
                <a:lnTo>
                  <a:pt x="65000" y="84534"/>
                </a:lnTo>
                <a:lnTo>
                  <a:pt x="65000" y="95101"/>
                </a:lnTo>
                <a:lnTo>
                  <a:pt x="65000" y="105668"/>
                </a:lnTo>
                <a:lnTo>
                  <a:pt x="65000" y="116235"/>
                </a:lnTo>
                <a:lnTo>
                  <a:pt x="65000" y="126802"/>
                </a:lnTo>
                <a:lnTo>
                  <a:pt x="65000" y="137368"/>
                </a:lnTo>
                <a:lnTo>
                  <a:pt x="65000" y="147935"/>
                </a:lnTo>
                <a:lnTo>
                  <a:pt x="65000" y="158502"/>
                </a:lnTo>
                <a:lnTo>
                  <a:pt x="65000" y="169069"/>
                </a:lnTo>
                <a:lnTo>
                  <a:pt x="65000" y="179636"/>
                </a:lnTo>
                <a:lnTo>
                  <a:pt x="65000" y="190202"/>
                </a:lnTo>
                <a:lnTo>
                  <a:pt x="65000" y="200769"/>
                </a:lnTo>
                <a:lnTo>
                  <a:pt x="65000" y="211336"/>
                </a:lnTo>
                <a:lnTo>
                  <a:pt x="65000" y="221903"/>
                </a:lnTo>
                <a:lnTo>
                  <a:pt x="65000" y="232470"/>
                </a:lnTo>
                <a:lnTo>
                  <a:pt x="65000" y="243036"/>
                </a:lnTo>
                <a:lnTo>
                  <a:pt x="65000" y="253603"/>
                </a:lnTo>
                <a:lnTo>
                  <a:pt x="65000" y="264170"/>
                </a:lnTo>
                <a:lnTo>
                  <a:pt x="65000" y="274737"/>
                </a:lnTo>
                <a:lnTo>
                  <a:pt x="65000" y="285304"/>
                </a:lnTo>
                <a:lnTo>
                  <a:pt x="65000" y="295870"/>
                </a:lnTo>
                <a:lnTo>
                  <a:pt x="65000" y="306437"/>
                </a:lnTo>
                <a:lnTo>
                  <a:pt x="65001" y="317004"/>
                </a:lnTo>
                <a:lnTo>
                  <a:pt x="65002" y="327571"/>
                </a:lnTo>
                <a:lnTo>
                  <a:pt x="65004" y="338138"/>
                </a:lnTo>
                <a:lnTo>
                  <a:pt x="65007" y="348704"/>
                </a:lnTo>
                <a:lnTo>
                  <a:pt x="65013" y="359271"/>
                </a:lnTo>
                <a:lnTo>
                  <a:pt x="65023" y="369838"/>
                </a:lnTo>
                <a:lnTo>
                  <a:pt x="65040" y="380405"/>
                </a:lnTo>
                <a:lnTo>
                  <a:pt x="65068" y="390972"/>
                </a:lnTo>
                <a:lnTo>
                  <a:pt x="65114" y="401538"/>
                </a:lnTo>
                <a:lnTo>
                  <a:pt x="65188" y="412105"/>
                </a:lnTo>
                <a:lnTo>
                  <a:pt x="65301" y="422672"/>
                </a:lnTo>
                <a:lnTo>
                  <a:pt x="65471" y="433239"/>
                </a:lnTo>
                <a:lnTo>
                  <a:pt x="65720" y="443806"/>
                </a:lnTo>
                <a:lnTo>
                  <a:pt x="66077" y="454372"/>
                </a:lnTo>
                <a:lnTo>
                  <a:pt x="66575" y="464939"/>
                </a:lnTo>
                <a:lnTo>
                  <a:pt x="67251" y="475506"/>
                </a:lnTo>
                <a:lnTo>
                  <a:pt x="68144" y="486073"/>
                </a:lnTo>
                <a:lnTo>
                  <a:pt x="69294" y="496640"/>
                </a:lnTo>
                <a:lnTo>
                  <a:pt x="70733" y="507206"/>
                </a:lnTo>
                <a:lnTo>
                  <a:pt x="72483" y="517773"/>
                </a:lnTo>
                <a:lnTo>
                  <a:pt x="74550" y="528340"/>
                </a:lnTo>
                <a:lnTo>
                  <a:pt x="76918" y="538907"/>
                </a:lnTo>
                <a:lnTo>
                  <a:pt x="79544" y="549474"/>
                </a:lnTo>
                <a:lnTo>
                  <a:pt x="82359" y="560040"/>
                </a:lnTo>
                <a:lnTo>
                  <a:pt x="85268" y="570607"/>
                </a:lnTo>
                <a:lnTo>
                  <a:pt x="88154" y="581174"/>
                </a:lnTo>
                <a:lnTo>
                  <a:pt x="90887" y="591741"/>
                </a:lnTo>
                <a:lnTo>
                  <a:pt x="93333" y="602308"/>
                </a:lnTo>
                <a:lnTo>
                  <a:pt x="95370" y="612874"/>
                </a:lnTo>
                <a:lnTo>
                  <a:pt x="96896" y="623441"/>
                </a:lnTo>
                <a:lnTo>
                  <a:pt x="97842" y="634008"/>
                </a:lnTo>
                <a:lnTo>
                  <a:pt x="98178" y="644575"/>
                </a:lnTo>
                <a:lnTo>
                  <a:pt x="97915" y="655142"/>
                </a:lnTo>
                <a:lnTo>
                  <a:pt x="97103" y="665708"/>
                </a:lnTo>
                <a:lnTo>
                  <a:pt x="95825" y="676275"/>
                </a:lnTo>
                <a:lnTo>
                  <a:pt x="94187" y="686842"/>
                </a:lnTo>
                <a:lnTo>
                  <a:pt x="92307" y="697409"/>
                </a:lnTo>
                <a:lnTo>
                  <a:pt x="90302" y="707976"/>
                </a:lnTo>
                <a:lnTo>
                  <a:pt x="88277" y="718543"/>
                </a:lnTo>
                <a:lnTo>
                  <a:pt x="86323" y="729109"/>
                </a:lnTo>
                <a:lnTo>
                  <a:pt x="84504" y="739676"/>
                </a:lnTo>
                <a:lnTo>
                  <a:pt x="82864" y="750243"/>
                </a:lnTo>
                <a:lnTo>
                  <a:pt x="81422" y="760810"/>
                </a:lnTo>
                <a:lnTo>
                  <a:pt x="80179" y="771377"/>
                </a:lnTo>
                <a:lnTo>
                  <a:pt x="79120" y="781943"/>
                </a:lnTo>
                <a:lnTo>
                  <a:pt x="78220" y="792510"/>
                </a:lnTo>
                <a:lnTo>
                  <a:pt x="77450" y="803077"/>
                </a:lnTo>
                <a:lnTo>
                  <a:pt x="76780" y="813644"/>
                </a:lnTo>
                <a:lnTo>
                  <a:pt x="76180" y="824211"/>
                </a:lnTo>
                <a:lnTo>
                  <a:pt x="75626" y="834777"/>
                </a:lnTo>
                <a:lnTo>
                  <a:pt x="75101" y="845344"/>
                </a:lnTo>
                <a:lnTo>
                  <a:pt x="74591" y="855911"/>
                </a:lnTo>
                <a:lnTo>
                  <a:pt x="74092" y="866478"/>
                </a:lnTo>
                <a:lnTo>
                  <a:pt x="73602" y="877045"/>
                </a:lnTo>
                <a:lnTo>
                  <a:pt x="73124" y="887611"/>
                </a:lnTo>
                <a:lnTo>
                  <a:pt x="72664" y="898178"/>
                </a:lnTo>
                <a:lnTo>
                  <a:pt x="72229" y="908745"/>
                </a:lnTo>
                <a:lnTo>
                  <a:pt x="71823" y="919312"/>
                </a:lnTo>
                <a:lnTo>
                  <a:pt x="71451" y="929879"/>
                </a:lnTo>
                <a:lnTo>
                  <a:pt x="71117" y="940445"/>
                </a:lnTo>
                <a:lnTo>
                  <a:pt x="70820" y="951012"/>
                </a:lnTo>
                <a:lnTo>
                  <a:pt x="70561" y="961579"/>
                </a:lnTo>
                <a:lnTo>
                  <a:pt x="70338" y="972146"/>
                </a:lnTo>
                <a:lnTo>
                  <a:pt x="70148" y="982713"/>
                </a:lnTo>
                <a:lnTo>
                  <a:pt x="69993" y="993279"/>
                </a:lnTo>
                <a:lnTo>
                  <a:pt x="69872" y="1003846"/>
                </a:lnTo>
                <a:lnTo>
                  <a:pt x="69789" y="1014413"/>
                </a:lnTo>
                <a:lnTo>
                  <a:pt x="69751" y="1024980"/>
                </a:lnTo>
                <a:lnTo>
                  <a:pt x="69769" y="1035547"/>
                </a:lnTo>
                <a:lnTo>
                  <a:pt x="69859" y="1046113"/>
                </a:lnTo>
                <a:lnTo>
                  <a:pt x="70044" y="1056680"/>
                </a:lnTo>
                <a:lnTo>
                  <a:pt x="70357" y="1067247"/>
                </a:lnTo>
                <a:lnTo>
                  <a:pt x="70839" y="1077814"/>
                </a:lnTo>
                <a:lnTo>
                  <a:pt x="71544" y="1088381"/>
                </a:lnTo>
                <a:lnTo>
                  <a:pt x="72534" y="1098947"/>
                </a:lnTo>
                <a:lnTo>
                  <a:pt x="73884" y="1109514"/>
                </a:lnTo>
                <a:lnTo>
                  <a:pt x="75669" y="1120081"/>
                </a:lnTo>
                <a:lnTo>
                  <a:pt x="77966" y="1130648"/>
                </a:lnTo>
                <a:lnTo>
                  <a:pt x="80837" y="1141215"/>
                </a:lnTo>
                <a:lnTo>
                  <a:pt x="84323" y="1151781"/>
                </a:lnTo>
                <a:lnTo>
                  <a:pt x="88427" y="1162348"/>
                </a:lnTo>
                <a:lnTo>
                  <a:pt x="93108" y="1172915"/>
                </a:lnTo>
                <a:lnTo>
                  <a:pt x="98266" y="1183482"/>
                </a:lnTo>
                <a:lnTo>
                  <a:pt x="103744" y="1194049"/>
                </a:lnTo>
                <a:lnTo>
                  <a:pt x="109327" y="1204615"/>
                </a:lnTo>
                <a:lnTo>
                  <a:pt x="114755" y="1215182"/>
                </a:lnTo>
                <a:lnTo>
                  <a:pt x="119742" y="1225749"/>
                </a:lnTo>
                <a:lnTo>
                  <a:pt x="123997" y="1236316"/>
                </a:lnTo>
                <a:lnTo>
                  <a:pt x="127254" y="1246883"/>
                </a:lnTo>
                <a:lnTo>
                  <a:pt x="129302" y="1257449"/>
                </a:lnTo>
                <a:lnTo>
                  <a:pt x="130000" y="1268016"/>
                </a:lnTo>
                <a:lnTo>
                  <a:pt x="130000" y="1268016"/>
                </a:lnTo>
                <a:close/>
              </a:path>
            </a:pathLst>
          </a:custGeom>
          <a:solidFill>
            <a:srgbClr val="00878B">
              <a:alpha val="12000"/>
            </a:srgbClr>
          </a:solidFill>
          <a:ln w="6985">
            <a:solidFill>
              <a:srgbClr val="00878B">
                <a:alpha val="12000"/>
              </a:srgbClr>
            </a:solidFill>
            <a:prstDash val="solid"/>
          </a:ln>
        </p:spPr>
      </p:sp>
      <p:sp>
        <p:nvSpPr>
          <p:cNvPr id="2252" name="01_find_only_2251">
            <a:extLst>
              <a:ext uri="{FF2B5EF4-FFF2-40B4-BE49-F238E27FC236}">
                <a16:creationId xmlns:a16="http://schemas.microsoft.com/office/drawing/2014/main" id="{69E0B6EF-D117-4EDD-9B4A-0D2B36F40CF5}"/>
              </a:ext>
            </a:extLst>
          </p:cNvPr>
          <p:cNvSpPr>
            <a:spLocks noGrp="1"/>
          </p:cNvSpPr>
          <p:nvPr/>
        </p:nvSpPr>
        <p:spPr>
          <a:xfrm>
            <a:off x="2481661" y="5011278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82906" y="1268016"/>
                </a:moveTo>
                <a:lnTo>
                  <a:pt x="47094" y="1268016"/>
                </a:lnTo>
                <a:lnTo>
                  <a:pt x="47268" y="1257449"/>
                </a:lnTo>
                <a:lnTo>
                  <a:pt x="47779" y="1246883"/>
                </a:lnTo>
                <a:lnTo>
                  <a:pt x="48591" y="1236316"/>
                </a:lnTo>
                <a:lnTo>
                  <a:pt x="49651" y="1225749"/>
                </a:lnTo>
                <a:lnTo>
                  <a:pt x="50893" y="1215182"/>
                </a:lnTo>
                <a:lnTo>
                  <a:pt x="52242" y="1204615"/>
                </a:lnTo>
                <a:lnTo>
                  <a:pt x="53629" y="1194049"/>
                </a:lnTo>
                <a:lnTo>
                  <a:pt x="54989" y="1183482"/>
                </a:lnTo>
                <a:lnTo>
                  <a:pt x="56270" y="1172915"/>
                </a:lnTo>
                <a:lnTo>
                  <a:pt x="57434" y="1162348"/>
                </a:lnTo>
                <a:lnTo>
                  <a:pt x="58460" y="1151781"/>
                </a:lnTo>
                <a:lnTo>
                  <a:pt x="59340" y="1141215"/>
                </a:lnTo>
                <a:lnTo>
                  <a:pt x="60076" y="1130648"/>
                </a:lnTo>
                <a:lnTo>
                  <a:pt x="60681" y="1120081"/>
                </a:lnTo>
                <a:lnTo>
                  <a:pt x="61171" y="1109514"/>
                </a:lnTo>
                <a:lnTo>
                  <a:pt x="61565" y="1098947"/>
                </a:lnTo>
                <a:lnTo>
                  <a:pt x="61881" y="1088381"/>
                </a:lnTo>
                <a:lnTo>
                  <a:pt x="62136" y="1077814"/>
                </a:lnTo>
                <a:lnTo>
                  <a:pt x="62342" y="1067247"/>
                </a:lnTo>
                <a:lnTo>
                  <a:pt x="62510" y="1056680"/>
                </a:lnTo>
                <a:lnTo>
                  <a:pt x="62647" y="1046113"/>
                </a:lnTo>
                <a:lnTo>
                  <a:pt x="62758" y="1035547"/>
                </a:lnTo>
                <a:lnTo>
                  <a:pt x="62847" y="1024980"/>
                </a:lnTo>
                <a:lnTo>
                  <a:pt x="62919" y="1014413"/>
                </a:lnTo>
                <a:lnTo>
                  <a:pt x="62976" y="1003846"/>
                </a:lnTo>
                <a:lnTo>
                  <a:pt x="63022" y="993279"/>
                </a:lnTo>
                <a:lnTo>
                  <a:pt x="63062" y="982713"/>
                </a:lnTo>
                <a:lnTo>
                  <a:pt x="63098" y="972146"/>
                </a:lnTo>
                <a:lnTo>
                  <a:pt x="63135" y="961579"/>
                </a:lnTo>
                <a:lnTo>
                  <a:pt x="63175" y="951012"/>
                </a:lnTo>
                <a:lnTo>
                  <a:pt x="63220" y="940445"/>
                </a:lnTo>
                <a:lnTo>
                  <a:pt x="63271" y="929879"/>
                </a:lnTo>
                <a:lnTo>
                  <a:pt x="63327" y="919312"/>
                </a:lnTo>
                <a:lnTo>
                  <a:pt x="63387" y="908745"/>
                </a:lnTo>
                <a:lnTo>
                  <a:pt x="63446" y="898178"/>
                </a:lnTo>
                <a:lnTo>
                  <a:pt x="63501" y="887611"/>
                </a:lnTo>
                <a:lnTo>
                  <a:pt x="63548" y="877045"/>
                </a:lnTo>
                <a:lnTo>
                  <a:pt x="63581" y="866478"/>
                </a:lnTo>
                <a:lnTo>
                  <a:pt x="63596" y="855911"/>
                </a:lnTo>
                <a:lnTo>
                  <a:pt x="63588" y="845344"/>
                </a:lnTo>
                <a:lnTo>
                  <a:pt x="63555" y="834777"/>
                </a:lnTo>
                <a:lnTo>
                  <a:pt x="63494" y="824211"/>
                </a:lnTo>
                <a:lnTo>
                  <a:pt x="63404" y="813644"/>
                </a:lnTo>
                <a:lnTo>
                  <a:pt x="63288" y="803077"/>
                </a:lnTo>
                <a:lnTo>
                  <a:pt x="63145" y="792510"/>
                </a:lnTo>
                <a:lnTo>
                  <a:pt x="62979" y="781943"/>
                </a:lnTo>
                <a:lnTo>
                  <a:pt x="62794" y="771377"/>
                </a:lnTo>
                <a:lnTo>
                  <a:pt x="62593" y="760810"/>
                </a:lnTo>
                <a:lnTo>
                  <a:pt x="62382" y="750243"/>
                </a:lnTo>
                <a:lnTo>
                  <a:pt x="62165" y="739676"/>
                </a:lnTo>
                <a:lnTo>
                  <a:pt x="61947" y="729109"/>
                </a:lnTo>
                <a:lnTo>
                  <a:pt x="61734" y="718543"/>
                </a:lnTo>
                <a:lnTo>
                  <a:pt x="61533" y="707976"/>
                </a:lnTo>
                <a:lnTo>
                  <a:pt x="61350" y="697409"/>
                </a:lnTo>
                <a:lnTo>
                  <a:pt x="61193" y="686842"/>
                </a:lnTo>
                <a:lnTo>
                  <a:pt x="61070" y="676275"/>
                </a:lnTo>
                <a:lnTo>
                  <a:pt x="60986" y="665708"/>
                </a:lnTo>
                <a:lnTo>
                  <a:pt x="60947" y="655142"/>
                </a:lnTo>
                <a:lnTo>
                  <a:pt x="60955" y="644575"/>
                </a:lnTo>
                <a:lnTo>
                  <a:pt x="61011" y="634008"/>
                </a:lnTo>
                <a:lnTo>
                  <a:pt x="61108" y="623441"/>
                </a:lnTo>
                <a:lnTo>
                  <a:pt x="61241" y="612874"/>
                </a:lnTo>
                <a:lnTo>
                  <a:pt x="61398" y="602308"/>
                </a:lnTo>
                <a:lnTo>
                  <a:pt x="61564" y="591741"/>
                </a:lnTo>
                <a:lnTo>
                  <a:pt x="61727" y="581174"/>
                </a:lnTo>
                <a:lnTo>
                  <a:pt x="61870" y="570607"/>
                </a:lnTo>
                <a:lnTo>
                  <a:pt x="61982" y="560040"/>
                </a:lnTo>
                <a:lnTo>
                  <a:pt x="62051" y="549474"/>
                </a:lnTo>
                <a:lnTo>
                  <a:pt x="62073" y="538907"/>
                </a:lnTo>
                <a:lnTo>
                  <a:pt x="62043" y="528340"/>
                </a:lnTo>
                <a:lnTo>
                  <a:pt x="61963" y="517773"/>
                </a:lnTo>
                <a:lnTo>
                  <a:pt x="61840" y="507206"/>
                </a:lnTo>
                <a:lnTo>
                  <a:pt x="61679" y="496640"/>
                </a:lnTo>
                <a:lnTo>
                  <a:pt x="61493" y="486073"/>
                </a:lnTo>
                <a:lnTo>
                  <a:pt x="61290" y="475506"/>
                </a:lnTo>
                <a:lnTo>
                  <a:pt x="61081" y="464939"/>
                </a:lnTo>
                <a:lnTo>
                  <a:pt x="60876" y="454372"/>
                </a:lnTo>
                <a:lnTo>
                  <a:pt x="60682" y="443806"/>
                </a:lnTo>
                <a:lnTo>
                  <a:pt x="60506" y="433239"/>
                </a:lnTo>
                <a:lnTo>
                  <a:pt x="60352" y="422672"/>
                </a:lnTo>
                <a:lnTo>
                  <a:pt x="60222" y="412105"/>
                </a:lnTo>
                <a:lnTo>
                  <a:pt x="60119" y="401538"/>
                </a:lnTo>
                <a:lnTo>
                  <a:pt x="60045" y="390972"/>
                </a:lnTo>
                <a:lnTo>
                  <a:pt x="60000" y="380405"/>
                </a:lnTo>
                <a:lnTo>
                  <a:pt x="59987" y="369838"/>
                </a:lnTo>
                <a:lnTo>
                  <a:pt x="60010" y="359271"/>
                </a:lnTo>
                <a:lnTo>
                  <a:pt x="60071" y="348704"/>
                </a:lnTo>
                <a:lnTo>
                  <a:pt x="60172" y="338138"/>
                </a:lnTo>
                <a:lnTo>
                  <a:pt x="60316" y="327571"/>
                </a:lnTo>
                <a:lnTo>
                  <a:pt x="60504" y="317004"/>
                </a:lnTo>
                <a:lnTo>
                  <a:pt x="60731" y="306437"/>
                </a:lnTo>
                <a:lnTo>
                  <a:pt x="60994" y="295870"/>
                </a:lnTo>
                <a:lnTo>
                  <a:pt x="61282" y="285304"/>
                </a:lnTo>
                <a:lnTo>
                  <a:pt x="61586" y="274737"/>
                </a:lnTo>
                <a:lnTo>
                  <a:pt x="61889" y="264170"/>
                </a:lnTo>
                <a:lnTo>
                  <a:pt x="62174" y="253603"/>
                </a:lnTo>
                <a:lnTo>
                  <a:pt x="62423" y="243036"/>
                </a:lnTo>
                <a:lnTo>
                  <a:pt x="62611" y="232470"/>
                </a:lnTo>
                <a:lnTo>
                  <a:pt x="62713" y="221903"/>
                </a:lnTo>
                <a:lnTo>
                  <a:pt x="62696" y="211336"/>
                </a:lnTo>
                <a:lnTo>
                  <a:pt x="62523" y="200769"/>
                </a:lnTo>
                <a:lnTo>
                  <a:pt x="62147" y="190202"/>
                </a:lnTo>
                <a:lnTo>
                  <a:pt x="61511" y="179636"/>
                </a:lnTo>
                <a:lnTo>
                  <a:pt x="60547" y="169069"/>
                </a:lnTo>
                <a:lnTo>
                  <a:pt x="59182" y="158502"/>
                </a:lnTo>
                <a:lnTo>
                  <a:pt x="57336" y="147935"/>
                </a:lnTo>
                <a:lnTo>
                  <a:pt x="54934" y="137368"/>
                </a:lnTo>
                <a:lnTo>
                  <a:pt x="51912" y="126802"/>
                </a:lnTo>
                <a:lnTo>
                  <a:pt x="48232" y="116235"/>
                </a:lnTo>
                <a:lnTo>
                  <a:pt x="43894" y="105668"/>
                </a:lnTo>
                <a:lnTo>
                  <a:pt x="38945" y="95101"/>
                </a:lnTo>
                <a:lnTo>
                  <a:pt x="33492" y="84534"/>
                </a:lnTo>
                <a:lnTo>
                  <a:pt x="27704" y="73968"/>
                </a:lnTo>
                <a:lnTo>
                  <a:pt x="21808" y="63401"/>
                </a:lnTo>
                <a:lnTo>
                  <a:pt x="16078" y="52834"/>
                </a:lnTo>
                <a:lnTo>
                  <a:pt x="10817" y="42267"/>
                </a:lnTo>
                <a:lnTo>
                  <a:pt x="6329" y="31700"/>
                </a:lnTo>
                <a:lnTo>
                  <a:pt x="2894" y="21134"/>
                </a:lnTo>
                <a:lnTo>
                  <a:pt x="736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264" y="10567"/>
                </a:lnTo>
                <a:lnTo>
                  <a:pt x="127106" y="21134"/>
                </a:lnTo>
                <a:lnTo>
                  <a:pt x="123671" y="31700"/>
                </a:lnTo>
                <a:lnTo>
                  <a:pt x="119183" y="42267"/>
                </a:lnTo>
                <a:lnTo>
                  <a:pt x="113922" y="52834"/>
                </a:lnTo>
                <a:lnTo>
                  <a:pt x="108192" y="63401"/>
                </a:lnTo>
                <a:lnTo>
                  <a:pt x="102296" y="73968"/>
                </a:lnTo>
                <a:lnTo>
                  <a:pt x="96508" y="84534"/>
                </a:lnTo>
                <a:lnTo>
                  <a:pt x="91055" y="95101"/>
                </a:lnTo>
                <a:lnTo>
                  <a:pt x="86106" y="105668"/>
                </a:lnTo>
                <a:lnTo>
                  <a:pt x="81768" y="116235"/>
                </a:lnTo>
                <a:lnTo>
                  <a:pt x="78088" y="126802"/>
                </a:lnTo>
                <a:lnTo>
                  <a:pt x="75066" y="137368"/>
                </a:lnTo>
                <a:lnTo>
                  <a:pt x="72664" y="147935"/>
                </a:lnTo>
                <a:lnTo>
                  <a:pt x="70818" y="158502"/>
                </a:lnTo>
                <a:lnTo>
                  <a:pt x="69453" y="169069"/>
                </a:lnTo>
                <a:lnTo>
                  <a:pt x="68489" y="179636"/>
                </a:lnTo>
                <a:lnTo>
                  <a:pt x="67853" y="190202"/>
                </a:lnTo>
                <a:lnTo>
                  <a:pt x="67477" y="200769"/>
                </a:lnTo>
                <a:lnTo>
                  <a:pt x="67304" y="211336"/>
                </a:lnTo>
                <a:lnTo>
                  <a:pt x="67287" y="221903"/>
                </a:lnTo>
                <a:lnTo>
                  <a:pt x="67389" y="232470"/>
                </a:lnTo>
                <a:lnTo>
                  <a:pt x="67577" y="243036"/>
                </a:lnTo>
                <a:lnTo>
                  <a:pt x="67826" y="253603"/>
                </a:lnTo>
                <a:lnTo>
                  <a:pt x="68111" y="264170"/>
                </a:lnTo>
                <a:lnTo>
                  <a:pt x="68414" y="274737"/>
                </a:lnTo>
                <a:lnTo>
                  <a:pt x="68718" y="285304"/>
                </a:lnTo>
                <a:lnTo>
                  <a:pt x="69006" y="295870"/>
                </a:lnTo>
                <a:lnTo>
                  <a:pt x="69269" y="306437"/>
                </a:lnTo>
                <a:lnTo>
                  <a:pt x="69496" y="317004"/>
                </a:lnTo>
                <a:lnTo>
                  <a:pt x="69684" y="327571"/>
                </a:lnTo>
                <a:lnTo>
                  <a:pt x="69828" y="338138"/>
                </a:lnTo>
                <a:lnTo>
                  <a:pt x="69929" y="348704"/>
                </a:lnTo>
                <a:lnTo>
                  <a:pt x="69990" y="359271"/>
                </a:lnTo>
                <a:lnTo>
                  <a:pt x="70013" y="369838"/>
                </a:lnTo>
                <a:lnTo>
                  <a:pt x="70000" y="380405"/>
                </a:lnTo>
                <a:lnTo>
                  <a:pt x="69955" y="390972"/>
                </a:lnTo>
                <a:lnTo>
                  <a:pt x="69881" y="401538"/>
                </a:lnTo>
                <a:lnTo>
                  <a:pt x="69778" y="412105"/>
                </a:lnTo>
                <a:lnTo>
                  <a:pt x="69648" y="422672"/>
                </a:lnTo>
                <a:lnTo>
                  <a:pt x="69494" y="433239"/>
                </a:lnTo>
                <a:lnTo>
                  <a:pt x="69318" y="443806"/>
                </a:lnTo>
                <a:lnTo>
                  <a:pt x="69124" y="454372"/>
                </a:lnTo>
                <a:lnTo>
                  <a:pt x="68919" y="464939"/>
                </a:lnTo>
                <a:lnTo>
                  <a:pt x="68710" y="475506"/>
                </a:lnTo>
                <a:lnTo>
                  <a:pt x="68507" y="486073"/>
                </a:lnTo>
                <a:lnTo>
                  <a:pt x="68321" y="496640"/>
                </a:lnTo>
                <a:lnTo>
                  <a:pt x="68160" y="507206"/>
                </a:lnTo>
                <a:lnTo>
                  <a:pt x="68037" y="517773"/>
                </a:lnTo>
                <a:lnTo>
                  <a:pt x="67957" y="528340"/>
                </a:lnTo>
                <a:lnTo>
                  <a:pt x="67927" y="538907"/>
                </a:lnTo>
                <a:lnTo>
                  <a:pt x="67949" y="549474"/>
                </a:lnTo>
                <a:lnTo>
                  <a:pt x="68018" y="560040"/>
                </a:lnTo>
                <a:lnTo>
                  <a:pt x="68130" y="570607"/>
                </a:lnTo>
                <a:lnTo>
                  <a:pt x="68273" y="581174"/>
                </a:lnTo>
                <a:lnTo>
                  <a:pt x="68436" y="591741"/>
                </a:lnTo>
                <a:lnTo>
                  <a:pt x="68602" y="602308"/>
                </a:lnTo>
                <a:lnTo>
                  <a:pt x="68759" y="612874"/>
                </a:lnTo>
                <a:lnTo>
                  <a:pt x="68892" y="623441"/>
                </a:lnTo>
                <a:lnTo>
                  <a:pt x="68989" y="634008"/>
                </a:lnTo>
                <a:lnTo>
                  <a:pt x="69045" y="644575"/>
                </a:lnTo>
                <a:lnTo>
                  <a:pt x="69053" y="655142"/>
                </a:lnTo>
                <a:lnTo>
                  <a:pt x="69014" y="665708"/>
                </a:lnTo>
                <a:lnTo>
                  <a:pt x="68930" y="676275"/>
                </a:lnTo>
                <a:lnTo>
                  <a:pt x="68807" y="686842"/>
                </a:lnTo>
                <a:lnTo>
                  <a:pt x="68650" y="697409"/>
                </a:lnTo>
                <a:lnTo>
                  <a:pt x="68467" y="707976"/>
                </a:lnTo>
                <a:lnTo>
                  <a:pt x="68266" y="718543"/>
                </a:lnTo>
                <a:lnTo>
                  <a:pt x="68053" y="729109"/>
                </a:lnTo>
                <a:lnTo>
                  <a:pt x="67835" y="739676"/>
                </a:lnTo>
                <a:lnTo>
                  <a:pt x="67618" y="750243"/>
                </a:lnTo>
                <a:lnTo>
                  <a:pt x="67407" y="760810"/>
                </a:lnTo>
                <a:lnTo>
                  <a:pt x="67206" y="771377"/>
                </a:lnTo>
                <a:lnTo>
                  <a:pt x="67021" y="781943"/>
                </a:lnTo>
                <a:lnTo>
                  <a:pt x="66855" y="792510"/>
                </a:lnTo>
                <a:lnTo>
                  <a:pt x="66712" y="803077"/>
                </a:lnTo>
                <a:lnTo>
                  <a:pt x="66595" y="813644"/>
                </a:lnTo>
                <a:lnTo>
                  <a:pt x="66506" y="824211"/>
                </a:lnTo>
                <a:lnTo>
                  <a:pt x="66445" y="834777"/>
                </a:lnTo>
                <a:lnTo>
                  <a:pt x="66412" y="845344"/>
                </a:lnTo>
                <a:lnTo>
                  <a:pt x="66404" y="855911"/>
                </a:lnTo>
                <a:lnTo>
                  <a:pt x="66419" y="866478"/>
                </a:lnTo>
                <a:lnTo>
                  <a:pt x="66452" y="877045"/>
                </a:lnTo>
                <a:lnTo>
                  <a:pt x="66499" y="887611"/>
                </a:lnTo>
                <a:lnTo>
                  <a:pt x="66554" y="898178"/>
                </a:lnTo>
                <a:lnTo>
                  <a:pt x="66613" y="908745"/>
                </a:lnTo>
                <a:lnTo>
                  <a:pt x="66673" y="919312"/>
                </a:lnTo>
                <a:lnTo>
                  <a:pt x="66729" y="929879"/>
                </a:lnTo>
                <a:lnTo>
                  <a:pt x="66780" y="940445"/>
                </a:lnTo>
                <a:lnTo>
                  <a:pt x="66825" y="951012"/>
                </a:lnTo>
                <a:lnTo>
                  <a:pt x="66865" y="961579"/>
                </a:lnTo>
                <a:lnTo>
                  <a:pt x="66902" y="972146"/>
                </a:lnTo>
                <a:lnTo>
                  <a:pt x="66938" y="982713"/>
                </a:lnTo>
                <a:lnTo>
                  <a:pt x="66978" y="993279"/>
                </a:lnTo>
                <a:lnTo>
                  <a:pt x="67024" y="1003846"/>
                </a:lnTo>
                <a:lnTo>
                  <a:pt x="67081" y="1014413"/>
                </a:lnTo>
                <a:lnTo>
                  <a:pt x="67153" y="1024980"/>
                </a:lnTo>
                <a:lnTo>
                  <a:pt x="67242" y="1035547"/>
                </a:lnTo>
                <a:lnTo>
                  <a:pt x="67353" y="1046113"/>
                </a:lnTo>
                <a:lnTo>
                  <a:pt x="67490" y="1056680"/>
                </a:lnTo>
                <a:lnTo>
                  <a:pt x="67658" y="1067247"/>
                </a:lnTo>
                <a:lnTo>
                  <a:pt x="67864" y="1077814"/>
                </a:lnTo>
                <a:lnTo>
                  <a:pt x="68119" y="1088381"/>
                </a:lnTo>
                <a:lnTo>
                  <a:pt x="68435" y="1098947"/>
                </a:lnTo>
                <a:lnTo>
                  <a:pt x="68829" y="1109514"/>
                </a:lnTo>
                <a:lnTo>
                  <a:pt x="69319" y="1120081"/>
                </a:lnTo>
                <a:lnTo>
                  <a:pt x="69924" y="1130648"/>
                </a:lnTo>
                <a:lnTo>
                  <a:pt x="70660" y="1141215"/>
                </a:lnTo>
                <a:lnTo>
                  <a:pt x="71540" y="1151781"/>
                </a:lnTo>
                <a:lnTo>
                  <a:pt x="72566" y="1162348"/>
                </a:lnTo>
                <a:lnTo>
                  <a:pt x="73730" y="1172915"/>
                </a:lnTo>
                <a:lnTo>
                  <a:pt x="75011" y="1183482"/>
                </a:lnTo>
                <a:lnTo>
                  <a:pt x="76371" y="1194049"/>
                </a:lnTo>
                <a:lnTo>
                  <a:pt x="77758" y="1204615"/>
                </a:lnTo>
                <a:lnTo>
                  <a:pt x="79107" y="1215182"/>
                </a:lnTo>
                <a:lnTo>
                  <a:pt x="80349" y="1225749"/>
                </a:lnTo>
                <a:lnTo>
                  <a:pt x="81409" y="1236316"/>
                </a:lnTo>
                <a:lnTo>
                  <a:pt x="82221" y="1246883"/>
                </a:lnTo>
                <a:lnTo>
                  <a:pt x="82732" y="1257449"/>
                </a:lnTo>
                <a:lnTo>
                  <a:pt x="82906" y="1268016"/>
                </a:lnTo>
                <a:lnTo>
                  <a:pt x="82906" y="1268016"/>
                </a:lnTo>
                <a:close/>
              </a:path>
            </a:pathLst>
          </a:custGeom>
          <a:solidFill>
            <a:srgbClr val="00878B">
              <a:alpha val="12000"/>
            </a:srgbClr>
          </a:solidFill>
          <a:ln w="6985">
            <a:solidFill>
              <a:srgbClr val="00878B">
                <a:alpha val="12000"/>
              </a:srgbClr>
            </a:solidFill>
            <a:prstDash val="solid"/>
          </a:ln>
        </p:spPr>
      </p:sp>
      <p:sp>
        <p:nvSpPr>
          <p:cNvPr id="2253" name="01_find_only_2252">
            <a:extLst>
              <a:ext uri="{FF2B5EF4-FFF2-40B4-BE49-F238E27FC236}">
                <a16:creationId xmlns:a16="http://schemas.microsoft.com/office/drawing/2014/main" id="{DC5ED15B-7217-4791-872C-CDA97F7FF959}"/>
              </a:ext>
            </a:extLst>
          </p:cNvPr>
          <p:cNvSpPr>
            <a:spLocks noGrp="1"/>
          </p:cNvSpPr>
          <p:nvPr/>
        </p:nvSpPr>
        <p:spPr>
          <a:xfrm>
            <a:off x="2990939" y="5011278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81629" y="1268016"/>
                </a:moveTo>
                <a:lnTo>
                  <a:pt x="48371" y="1268016"/>
                </a:lnTo>
                <a:lnTo>
                  <a:pt x="48533" y="1257449"/>
                </a:lnTo>
                <a:lnTo>
                  <a:pt x="49007" y="1246883"/>
                </a:lnTo>
                <a:lnTo>
                  <a:pt x="49762" y="1236316"/>
                </a:lnTo>
                <a:lnTo>
                  <a:pt x="50746" y="1225749"/>
                </a:lnTo>
                <a:lnTo>
                  <a:pt x="51899" y="1215182"/>
                </a:lnTo>
                <a:lnTo>
                  <a:pt x="53152" y="1204615"/>
                </a:lnTo>
                <a:lnTo>
                  <a:pt x="54440" y="1194049"/>
                </a:lnTo>
                <a:lnTo>
                  <a:pt x="55703" y="1183482"/>
                </a:lnTo>
                <a:lnTo>
                  <a:pt x="56893" y="1172915"/>
                </a:lnTo>
                <a:lnTo>
                  <a:pt x="57974" y="1162348"/>
                </a:lnTo>
                <a:lnTo>
                  <a:pt x="58927" y="1151781"/>
                </a:lnTo>
                <a:lnTo>
                  <a:pt x="59743" y="1141215"/>
                </a:lnTo>
                <a:lnTo>
                  <a:pt x="60427" y="1130648"/>
                </a:lnTo>
                <a:lnTo>
                  <a:pt x="60989" y="1120081"/>
                </a:lnTo>
                <a:lnTo>
                  <a:pt x="61444" y="1109514"/>
                </a:lnTo>
                <a:lnTo>
                  <a:pt x="61810" y="1098947"/>
                </a:lnTo>
                <a:lnTo>
                  <a:pt x="62104" y="1088381"/>
                </a:lnTo>
                <a:lnTo>
                  <a:pt x="62340" y="1077814"/>
                </a:lnTo>
                <a:lnTo>
                  <a:pt x="62532" y="1067247"/>
                </a:lnTo>
                <a:lnTo>
                  <a:pt x="62688" y="1056680"/>
                </a:lnTo>
                <a:lnTo>
                  <a:pt x="62815" y="1046113"/>
                </a:lnTo>
                <a:lnTo>
                  <a:pt x="62918" y="1035547"/>
                </a:lnTo>
                <a:lnTo>
                  <a:pt x="63001" y="1024980"/>
                </a:lnTo>
                <a:lnTo>
                  <a:pt x="63067" y="1014413"/>
                </a:lnTo>
                <a:lnTo>
                  <a:pt x="63120" y="1003846"/>
                </a:lnTo>
                <a:lnTo>
                  <a:pt x="63163" y="993279"/>
                </a:lnTo>
                <a:lnTo>
                  <a:pt x="63200" y="982713"/>
                </a:lnTo>
                <a:lnTo>
                  <a:pt x="63234" y="972146"/>
                </a:lnTo>
                <a:lnTo>
                  <a:pt x="63268" y="961579"/>
                </a:lnTo>
                <a:lnTo>
                  <a:pt x="63305" y="951012"/>
                </a:lnTo>
                <a:lnTo>
                  <a:pt x="63347" y="940445"/>
                </a:lnTo>
                <a:lnTo>
                  <a:pt x="63395" y="929879"/>
                </a:lnTo>
                <a:lnTo>
                  <a:pt x="63447" y="919312"/>
                </a:lnTo>
                <a:lnTo>
                  <a:pt x="63502" y="908745"/>
                </a:lnTo>
                <a:lnTo>
                  <a:pt x="63558" y="898178"/>
                </a:lnTo>
                <a:lnTo>
                  <a:pt x="63610" y="887611"/>
                </a:lnTo>
                <a:lnTo>
                  <a:pt x="63654" y="877045"/>
                </a:lnTo>
                <a:lnTo>
                  <a:pt x="63687" y="866478"/>
                </a:lnTo>
                <a:lnTo>
                  <a:pt x="63703" y="855911"/>
                </a:lnTo>
                <a:lnTo>
                  <a:pt x="63701" y="845344"/>
                </a:lnTo>
                <a:lnTo>
                  <a:pt x="63676" y="834777"/>
                </a:lnTo>
                <a:lnTo>
                  <a:pt x="63629" y="824211"/>
                </a:lnTo>
                <a:lnTo>
                  <a:pt x="63560" y="813644"/>
                </a:lnTo>
                <a:lnTo>
                  <a:pt x="63471" y="803077"/>
                </a:lnTo>
                <a:lnTo>
                  <a:pt x="63365" y="792510"/>
                </a:lnTo>
                <a:lnTo>
                  <a:pt x="63245" y="781943"/>
                </a:lnTo>
                <a:lnTo>
                  <a:pt x="63118" y="771377"/>
                </a:lnTo>
                <a:lnTo>
                  <a:pt x="62987" y="760810"/>
                </a:lnTo>
                <a:lnTo>
                  <a:pt x="62858" y="750243"/>
                </a:lnTo>
                <a:lnTo>
                  <a:pt x="62735" y="739676"/>
                </a:lnTo>
                <a:lnTo>
                  <a:pt x="62622" y="729109"/>
                </a:lnTo>
                <a:lnTo>
                  <a:pt x="62523" y="718543"/>
                </a:lnTo>
                <a:lnTo>
                  <a:pt x="62441" y="707976"/>
                </a:lnTo>
                <a:lnTo>
                  <a:pt x="62377" y="697409"/>
                </a:lnTo>
                <a:lnTo>
                  <a:pt x="62335" y="686842"/>
                </a:lnTo>
                <a:lnTo>
                  <a:pt x="62315" y="676275"/>
                </a:lnTo>
                <a:lnTo>
                  <a:pt x="62318" y="665708"/>
                </a:lnTo>
                <a:lnTo>
                  <a:pt x="62343" y="655142"/>
                </a:lnTo>
                <a:lnTo>
                  <a:pt x="62390" y="644575"/>
                </a:lnTo>
                <a:lnTo>
                  <a:pt x="62454" y="634008"/>
                </a:lnTo>
                <a:lnTo>
                  <a:pt x="62532" y="623441"/>
                </a:lnTo>
                <a:lnTo>
                  <a:pt x="62616" y="612874"/>
                </a:lnTo>
                <a:lnTo>
                  <a:pt x="62700" y="602308"/>
                </a:lnTo>
                <a:lnTo>
                  <a:pt x="62774" y="591741"/>
                </a:lnTo>
                <a:lnTo>
                  <a:pt x="62831" y="581174"/>
                </a:lnTo>
                <a:lnTo>
                  <a:pt x="62861" y="570607"/>
                </a:lnTo>
                <a:lnTo>
                  <a:pt x="62859" y="560040"/>
                </a:lnTo>
                <a:lnTo>
                  <a:pt x="62821" y="549474"/>
                </a:lnTo>
                <a:lnTo>
                  <a:pt x="62744" y="538907"/>
                </a:lnTo>
                <a:lnTo>
                  <a:pt x="62630" y="528340"/>
                </a:lnTo>
                <a:lnTo>
                  <a:pt x="62482" y="517773"/>
                </a:lnTo>
                <a:lnTo>
                  <a:pt x="62307" y="507206"/>
                </a:lnTo>
                <a:lnTo>
                  <a:pt x="62113" y="496640"/>
                </a:lnTo>
                <a:lnTo>
                  <a:pt x="61910" y="486073"/>
                </a:lnTo>
                <a:lnTo>
                  <a:pt x="61707" y="475506"/>
                </a:lnTo>
                <a:lnTo>
                  <a:pt x="61513" y="464939"/>
                </a:lnTo>
                <a:lnTo>
                  <a:pt x="61339" y="454372"/>
                </a:lnTo>
                <a:lnTo>
                  <a:pt x="61190" y="443806"/>
                </a:lnTo>
                <a:lnTo>
                  <a:pt x="61073" y="433239"/>
                </a:lnTo>
                <a:lnTo>
                  <a:pt x="60990" y="422672"/>
                </a:lnTo>
                <a:lnTo>
                  <a:pt x="60944" y="412105"/>
                </a:lnTo>
                <a:lnTo>
                  <a:pt x="60934" y="401538"/>
                </a:lnTo>
                <a:lnTo>
                  <a:pt x="60960" y="390972"/>
                </a:lnTo>
                <a:lnTo>
                  <a:pt x="61020" y="380405"/>
                </a:lnTo>
                <a:lnTo>
                  <a:pt x="61111" y="369838"/>
                </a:lnTo>
                <a:lnTo>
                  <a:pt x="61232" y="359271"/>
                </a:lnTo>
                <a:lnTo>
                  <a:pt x="61380" y="348704"/>
                </a:lnTo>
                <a:lnTo>
                  <a:pt x="61552" y="338138"/>
                </a:lnTo>
                <a:lnTo>
                  <a:pt x="61746" y="327571"/>
                </a:lnTo>
                <a:lnTo>
                  <a:pt x="61957" y="317004"/>
                </a:lnTo>
                <a:lnTo>
                  <a:pt x="62181" y="306437"/>
                </a:lnTo>
                <a:lnTo>
                  <a:pt x="62412" y="295870"/>
                </a:lnTo>
                <a:lnTo>
                  <a:pt x="62642" y="285304"/>
                </a:lnTo>
                <a:lnTo>
                  <a:pt x="62863" y="274737"/>
                </a:lnTo>
                <a:lnTo>
                  <a:pt x="63065" y="264170"/>
                </a:lnTo>
                <a:lnTo>
                  <a:pt x="63235" y="253603"/>
                </a:lnTo>
                <a:lnTo>
                  <a:pt x="63361" y="243036"/>
                </a:lnTo>
                <a:lnTo>
                  <a:pt x="63425" y="232470"/>
                </a:lnTo>
                <a:lnTo>
                  <a:pt x="63405" y="221903"/>
                </a:lnTo>
                <a:lnTo>
                  <a:pt x="63276" y="211336"/>
                </a:lnTo>
                <a:lnTo>
                  <a:pt x="63000" y="200769"/>
                </a:lnTo>
                <a:lnTo>
                  <a:pt x="62533" y="190202"/>
                </a:lnTo>
                <a:lnTo>
                  <a:pt x="61819" y="179636"/>
                </a:lnTo>
                <a:lnTo>
                  <a:pt x="60791" y="169069"/>
                </a:lnTo>
                <a:lnTo>
                  <a:pt x="59373" y="158502"/>
                </a:lnTo>
                <a:lnTo>
                  <a:pt x="57486" y="147935"/>
                </a:lnTo>
                <a:lnTo>
                  <a:pt x="55050" y="137368"/>
                </a:lnTo>
                <a:lnTo>
                  <a:pt x="52002" y="126802"/>
                </a:lnTo>
                <a:lnTo>
                  <a:pt x="48303" y="116235"/>
                </a:lnTo>
                <a:lnTo>
                  <a:pt x="43948" y="105668"/>
                </a:lnTo>
                <a:lnTo>
                  <a:pt x="38987" y="95101"/>
                </a:lnTo>
                <a:lnTo>
                  <a:pt x="33524" y="84534"/>
                </a:lnTo>
                <a:lnTo>
                  <a:pt x="27728" y="73968"/>
                </a:lnTo>
                <a:lnTo>
                  <a:pt x="21825" y="63401"/>
                </a:lnTo>
                <a:lnTo>
                  <a:pt x="16090" y="52834"/>
                </a:lnTo>
                <a:lnTo>
                  <a:pt x="10824" y="42267"/>
                </a:lnTo>
                <a:lnTo>
                  <a:pt x="6333" y="31700"/>
                </a:lnTo>
                <a:lnTo>
                  <a:pt x="2896" y="21134"/>
                </a:lnTo>
                <a:lnTo>
                  <a:pt x="737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263" y="10567"/>
                </a:lnTo>
                <a:lnTo>
                  <a:pt x="127104" y="21134"/>
                </a:lnTo>
                <a:lnTo>
                  <a:pt x="123667" y="31700"/>
                </a:lnTo>
                <a:lnTo>
                  <a:pt x="119176" y="42267"/>
                </a:lnTo>
                <a:lnTo>
                  <a:pt x="113911" y="52834"/>
                </a:lnTo>
                <a:lnTo>
                  <a:pt x="108175" y="63401"/>
                </a:lnTo>
                <a:lnTo>
                  <a:pt x="102272" y="73968"/>
                </a:lnTo>
                <a:lnTo>
                  <a:pt x="96476" y="84534"/>
                </a:lnTo>
                <a:lnTo>
                  <a:pt x="91013" y="95101"/>
                </a:lnTo>
                <a:lnTo>
                  <a:pt x="86052" y="105668"/>
                </a:lnTo>
                <a:lnTo>
                  <a:pt x="81697" y="116235"/>
                </a:lnTo>
                <a:lnTo>
                  <a:pt x="77998" y="126802"/>
                </a:lnTo>
                <a:lnTo>
                  <a:pt x="74950" y="137368"/>
                </a:lnTo>
                <a:lnTo>
                  <a:pt x="72514" y="147935"/>
                </a:lnTo>
                <a:lnTo>
                  <a:pt x="70627" y="158502"/>
                </a:lnTo>
                <a:lnTo>
                  <a:pt x="69209" y="169069"/>
                </a:lnTo>
                <a:lnTo>
                  <a:pt x="68181" y="179636"/>
                </a:lnTo>
                <a:lnTo>
                  <a:pt x="67467" y="190202"/>
                </a:lnTo>
                <a:lnTo>
                  <a:pt x="67000" y="200769"/>
                </a:lnTo>
                <a:lnTo>
                  <a:pt x="66724" y="211336"/>
                </a:lnTo>
                <a:lnTo>
                  <a:pt x="66595" y="221903"/>
                </a:lnTo>
                <a:lnTo>
                  <a:pt x="66575" y="232470"/>
                </a:lnTo>
                <a:lnTo>
                  <a:pt x="66639" y="243036"/>
                </a:lnTo>
                <a:lnTo>
                  <a:pt x="66765" y="253603"/>
                </a:lnTo>
                <a:lnTo>
                  <a:pt x="66935" y="264170"/>
                </a:lnTo>
                <a:lnTo>
                  <a:pt x="67137" y="274737"/>
                </a:lnTo>
                <a:lnTo>
                  <a:pt x="67358" y="285304"/>
                </a:lnTo>
                <a:lnTo>
                  <a:pt x="67588" y="295870"/>
                </a:lnTo>
                <a:lnTo>
                  <a:pt x="67819" y="306437"/>
                </a:lnTo>
                <a:lnTo>
                  <a:pt x="68043" y="317004"/>
                </a:lnTo>
                <a:lnTo>
                  <a:pt x="68254" y="327571"/>
                </a:lnTo>
                <a:lnTo>
                  <a:pt x="68448" y="338138"/>
                </a:lnTo>
                <a:lnTo>
                  <a:pt x="68620" y="348704"/>
                </a:lnTo>
                <a:lnTo>
                  <a:pt x="68768" y="359271"/>
                </a:lnTo>
                <a:lnTo>
                  <a:pt x="68889" y="369838"/>
                </a:lnTo>
                <a:lnTo>
                  <a:pt x="68980" y="380405"/>
                </a:lnTo>
                <a:lnTo>
                  <a:pt x="69040" y="390972"/>
                </a:lnTo>
                <a:lnTo>
                  <a:pt x="69066" y="401538"/>
                </a:lnTo>
                <a:lnTo>
                  <a:pt x="69056" y="412105"/>
                </a:lnTo>
                <a:lnTo>
                  <a:pt x="69010" y="422672"/>
                </a:lnTo>
                <a:lnTo>
                  <a:pt x="68927" y="433239"/>
                </a:lnTo>
                <a:lnTo>
                  <a:pt x="68810" y="443806"/>
                </a:lnTo>
                <a:lnTo>
                  <a:pt x="68661" y="454372"/>
                </a:lnTo>
                <a:lnTo>
                  <a:pt x="68487" y="464939"/>
                </a:lnTo>
                <a:lnTo>
                  <a:pt x="68293" y="475506"/>
                </a:lnTo>
                <a:lnTo>
                  <a:pt x="68090" y="486073"/>
                </a:lnTo>
                <a:lnTo>
                  <a:pt x="67887" y="496640"/>
                </a:lnTo>
                <a:lnTo>
                  <a:pt x="67693" y="507206"/>
                </a:lnTo>
                <a:lnTo>
                  <a:pt x="67518" y="517773"/>
                </a:lnTo>
                <a:lnTo>
                  <a:pt x="67370" y="528340"/>
                </a:lnTo>
                <a:lnTo>
                  <a:pt x="67256" y="538907"/>
                </a:lnTo>
                <a:lnTo>
                  <a:pt x="67179" y="549474"/>
                </a:lnTo>
                <a:lnTo>
                  <a:pt x="67141" y="560040"/>
                </a:lnTo>
                <a:lnTo>
                  <a:pt x="67139" y="570607"/>
                </a:lnTo>
                <a:lnTo>
                  <a:pt x="67169" y="581174"/>
                </a:lnTo>
                <a:lnTo>
                  <a:pt x="67226" y="591741"/>
                </a:lnTo>
                <a:lnTo>
                  <a:pt x="67300" y="602308"/>
                </a:lnTo>
                <a:lnTo>
                  <a:pt x="67384" y="612874"/>
                </a:lnTo>
                <a:lnTo>
                  <a:pt x="67468" y="623441"/>
                </a:lnTo>
                <a:lnTo>
                  <a:pt x="67546" y="634008"/>
                </a:lnTo>
                <a:lnTo>
                  <a:pt x="67610" y="644575"/>
                </a:lnTo>
                <a:lnTo>
                  <a:pt x="67657" y="655142"/>
                </a:lnTo>
                <a:lnTo>
                  <a:pt x="67682" y="665708"/>
                </a:lnTo>
                <a:lnTo>
                  <a:pt x="67685" y="676275"/>
                </a:lnTo>
                <a:lnTo>
                  <a:pt x="67665" y="686842"/>
                </a:lnTo>
                <a:lnTo>
                  <a:pt x="67623" y="697409"/>
                </a:lnTo>
                <a:lnTo>
                  <a:pt x="67559" y="707976"/>
                </a:lnTo>
                <a:lnTo>
                  <a:pt x="67477" y="718543"/>
                </a:lnTo>
                <a:lnTo>
                  <a:pt x="67378" y="729109"/>
                </a:lnTo>
                <a:lnTo>
                  <a:pt x="67265" y="739676"/>
                </a:lnTo>
                <a:lnTo>
                  <a:pt x="67142" y="750243"/>
                </a:lnTo>
                <a:lnTo>
                  <a:pt x="67013" y="760810"/>
                </a:lnTo>
                <a:lnTo>
                  <a:pt x="66882" y="771377"/>
                </a:lnTo>
                <a:lnTo>
                  <a:pt x="66755" y="781943"/>
                </a:lnTo>
                <a:lnTo>
                  <a:pt x="66635" y="792510"/>
                </a:lnTo>
                <a:lnTo>
                  <a:pt x="66529" y="803077"/>
                </a:lnTo>
                <a:lnTo>
                  <a:pt x="66440" y="813644"/>
                </a:lnTo>
                <a:lnTo>
                  <a:pt x="66371" y="824211"/>
                </a:lnTo>
                <a:lnTo>
                  <a:pt x="66324" y="834777"/>
                </a:lnTo>
                <a:lnTo>
                  <a:pt x="66299" y="845344"/>
                </a:lnTo>
                <a:lnTo>
                  <a:pt x="66297" y="855911"/>
                </a:lnTo>
                <a:lnTo>
                  <a:pt x="66313" y="866478"/>
                </a:lnTo>
                <a:lnTo>
                  <a:pt x="66346" y="877045"/>
                </a:lnTo>
                <a:lnTo>
                  <a:pt x="66390" y="887611"/>
                </a:lnTo>
                <a:lnTo>
                  <a:pt x="66442" y="898178"/>
                </a:lnTo>
                <a:lnTo>
                  <a:pt x="66498" y="908745"/>
                </a:lnTo>
                <a:lnTo>
                  <a:pt x="66553" y="919312"/>
                </a:lnTo>
                <a:lnTo>
                  <a:pt x="66605" y="929879"/>
                </a:lnTo>
                <a:lnTo>
                  <a:pt x="66653" y="940445"/>
                </a:lnTo>
                <a:lnTo>
                  <a:pt x="66695" y="951012"/>
                </a:lnTo>
                <a:lnTo>
                  <a:pt x="66732" y="961579"/>
                </a:lnTo>
                <a:lnTo>
                  <a:pt x="66766" y="972146"/>
                </a:lnTo>
                <a:lnTo>
                  <a:pt x="66800" y="982713"/>
                </a:lnTo>
                <a:lnTo>
                  <a:pt x="66837" y="993279"/>
                </a:lnTo>
                <a:lnTo>
                  <a:pt x="66880" y="1003846"/>
                </a:lnTo>
                <a:lnTo>
                  <a:pt x="66933" y="1014413"/>
                </a:lnTo>
                <a:lnTo>
                  <a:pt x="66999" y="1024980"/>
                </a:lnTo>
                <a:lnTo>
                  <a:pt x="67082" y="1035547"/>
                </a:lnTo>
                <a:lnTo>
                  <a:pt x="67185" y="1046113"/>
                </a:lnTo>
                <a:lnTo>
                  <a:pt x="67312" y="1056680"/>
                </a:lnTo>
                <a:lnTo>
                  <a:pt x="67468" y="1067247"/>
                </a:lnTo>
                <a:lnTo>
                  <a:pt x="67660" y="1077814"/>
                </a:lnTo>
                <a:lnTo>
                  <a:pt x="67896" y="1088381"/>
                </a:lnTo>
                <a:lnTo>
                  <a:pt x="68190" y="1098947"/>
                </a:lnTo>
                <a:lnTo>
                  <a:pt x="68556" y="1109514"/>
                </a:lnTo>
                <a:lnTo>
                  <a:pt x="69011" y="1120081"/>
                </a:lnTo>
                <a:lnTo>
                  <a:pt x="69573" y="1130648"/>
                </a:lnTo>
                <a:lnTo>
                  <a:pt x="70257" y="1141215"/>
                </a:lnTo>
                <a:lnTo>
                  <a:pt x="71073" y="1151781"/>
                </a:lnTo>
                <a:lnTo>
                  <a:pt x="72026" y="1162348"/>
                </a:lnTo>
                <a:lnTo>
                  <a:pt x="73107" y="1172915"/>
                </a:lnTo>
                <a:lnTo>
                  <a:pt x="74297" y="1183482"/>
                </a:lnTo>
                <a:lnTo>
                  <a:pt x="75560" y="1194049"/>
                </a:lnTo>
                <a:lnTo>
                  <a:pt x="76848" y="1204615"/>
                </a:lnTo>
                <a:lnTo>
                  <a:pt x="78101" y="1215182"/>
                </a:lnTo>
                <a:lnTo>
                  <a:pt x="79254" y="1225749"/>
                </a:lnTo>
                <a:lnTo>
                  <a:pt x="80238" y="1236316"/>
                </a:lnTo>
                <a:lnTo>
                  <a:pt x="80993" y="1246883"/>
                </a:lnTo>
                <a:lnTo>
                  <a:pt x="81467" y="1257449"/>
                </a:lnTo>
                <a:lnTo>
                  <a:pt x="81629" y="1268016"/>
                </a:lnTo>
                <a:lnTo>
                  <a:pt x="81629" y="1268016"/>
                </a:lnTo>
                <a:close/>
              </a:path>
            </a:pathLst>
          </a:custGeom>
          <a:solidFill>
            <a:srgbClr val="00878B">
              <a:alpha val="12000"/>
            </a:srgbClr>
          </a:solidFill>
          <a:ln w="6985">
            <a:solidFill>
              <a:srgbClr val="00878B">
                <a:alpha val="12000"/>
              </a:srgbClr>
            </a:solidFill>
            <a:prstDash val="solid"/>
          </a:ln>
        </p:spPr>
      </p:sp>
      <p:sp>
        <p:nvSpPr>
          <p:cNvPr id="2254" name="01_find_only_2253">
            <a:extLst>
              <a:ext uri="{FF2B5EF4-FFF2-40B4-BE49-F238E27FC236}">
                <a16:creationId xmlns:a16="http://schemas.microsoft.com/office/drawing/2014/main" id="{D0695431-2A18-418A-888C-2BB24698A0C1}"/>
              </a:ext>
            </a:extLst>
          </p:cNvPr>
          <p:cNvSpPr>
            <a:spLocks noGrp="1"/>
          </p:cNvSpPr>
          <p:nvPr/>
        </p:nvSpPr>
        <p:spPr>
          <a:xfrm>
            <a:off x="3500217" y="5011278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79146" y="1268016"/>
                </a:moveTo>
                <a:lnTo>
                  <a:pt x="50854" y="1268016"/>
                </a:lnTo>
                <a:lnTo>
                  <a:pt x="50983" y="1257449"/>
                </a:lnTo>
                <a:lnTo>
                  <a:pt x="51360" y="1246883"/>
                </a:lnTo>
                <a:lnTo>
                  <a:pt x="51960" y="1236316"/>
                </a:lnTo>
                <a:lnTo>
                  <a:pt x="52740" y="1225749"/>
                </a:lnTo>
                <a:lnTo>
                  <a:pt x="53651" y="1215182"/>
                </a:lnTo>
                <a:lnTo>
                  <a:pt x="54638" y="1204615"/>
                </a:lnTo>
                <a:lnTo>
                  <a:pt x="55648" y="1194049"/>
                </a:lnTo>
                <a:lnTo>
                  <a:pt x="56633" y="1183482"/>
                </a:lnTo>
                <a:lnTo>
                  <a:pt x="57556" y="1172915"/>
                </a:lnTo>
                <a:lnTo>
                  <a:pt x="58392" y="1162348"/>
                </a:lnTo>
                <a:lnTo>
                  <a:pt x="59127" y="1151781"/>
                </a:lnTo>
                <a:lnTo>
                  <a:pt x="59758" y="1141215"/>
                </a:lnTo>
                <a:lnTo>
                  <a:pt x="60291" y="1130648"/>
                </a:lnTo>
                <a:lnTo>
                  <a:pt x="60736" y="1120081"/>
                </a:lnTo>
                <a:lnTo>
                  <a:pt x="61109" y="1109514"/>
                </a:lnTo>
                <a:lnTo>
                  <a:pt x="61424" y="1098947"/>
                </a:lnTo>
                <a:lnTo>
                  <a:pt x="61693" y="1088381"/>
                </a:lnTo>
                <a:lnTo>
                  <a:pt x="61929" y="1077814"/>
                </a:lnTo>
                <a:lnTo>
                  <a:pt x="62137" y="1067247"/>
                </a:lnTo>
                <a:lnTo>
                  <a:pt x="62324" y="1056680"/>
                </a:lnTo>
                <a:lnTo>
                  <a:pt x="62491" y="1046113"/>
                </a:lnTo>
                <a:lnTo>
                  <a:pt x="62639" y="1035547"/>
                </a:lnTo>
                <a:lnTo>
                  <a:pt x="62768" y="1024980"/>
                </a:lnTo>
                <a:lnTo>
                  <a:pt x="62879" y="1014413"/>
                </a:lnTo>
                <a:lnTo>
                  <a:pt x="62974" y="1003846"/>
                </a:lnTo>
                <a:lnTo>
                  <a:pt x="63055" y="993279"/>
                </a:lnTo>
                <a:lnTo>
                  <a:pt x="63123" y="982713"/>
                </a:lnTo>
                <a:lnTo>
                  <a:pt x="63183" y="972146"/>
                </a:lnTo>
                <a:lnTo>
                  <a:pt x="63239" y="961579"/>
                </a:lnTo>
                <a:lnTo>
                  <a:pt x="63292" y="951012"/>
                </a:lnTo>
                <a:lnTo>
                  <a:pt x="63346" y="940445"/>
                </a:lnTo>
                <a:lnTo>
                  <a:pt x="63402" y="929879"/>
                </a:lnTo>
                <a:lnTo>
                  <a:pt x="63460" y="919312"/>
                </a:lnTo>
                <a:lnTo>
                  <a:pt x="63520" y="908745"/>
                </a:lnTo>
                <a:lnTo>
                  <a:pt x="63577" y="898178"/>
                </a:lnTo>
                <a:lnTo>
                  <a:pt x="63631" y="887611"/>
                </a:lnTo>
                <a:lnTo>
                  <a:pt x="63676" y="877045"/>
                </a:lnTo>
                <a:lnTo>
                  <a:pt x="63708" y="866478"/>
                </a:lnTo>
                <a:lnTo>
                  <a:pt x="63725" y="855911"/>
                </a:lnTo>
                <a:lnTo>
                  <a:pt x="63723" y="845344"/>
                </a:lnTo>
                <a:lnTo>
                  <a:pt x="63699" y="834777"/>
                </a:lnTo>
                <a:lnTo>
                  <a:pt x="63653" y="824211"/>
                </a:lnTo>
                <a:lnTo>
                  <a:pt x="63585" y="813644"/>
                </a:lnTo>
                <a:lnTo>
                  <a:pt x="63498" y="803077"/>
                </a:lnTo>
                <a:lnTo>
                  <a:pt x="63393" y="792510"/>
                </a:lnTo>
                <a:lnTo>
                  <a:pt x="63276" y="781943"/>
                </a:lnTo>
                <a:lnTo>
                  <a:pt x="63151" y="771377"/>
                </a:lnTo>
                <a:lnTo>
                  <a:pt x="63022" y="760810"/>
                </a:lnTo>
                <a:lnTo>
                  <a:pt x="62895" y="750243"/>
                </a:lnTo>
                <a:lnTo>
                  <a:pt x="62774" y="739676"/>
                </a:lnTo>
                <a:lnTo>
                  <a:pt x="62664" y="729109"/>
                </a:lnTo>
                <a:lnTo>
                  <a:pt x="62566" y="718543"/>
                </a:lnTo>
                <a:lnTo>
                  <a:pt x="62485" y="707976"/>
                </a:lnTo>
                <a:lnTo>
                  <a:pt x="62423" y="697409"/>
                </a:lnTo>
                <a:lnTo>
                  <a:pt x="62382" y="686842"/>
                </a:lnTo>
                <a:lnTo>
                  <a:pt x="62362" y="676275"/>
                </a:lnTo>
                <a:lnTo>
                  <a:pt x="62365" y="665708"/>
                </a:lnTo>
                <a:lnTo>
                  <a:pt x="62390" y="655142"/>
                </a:lnTo>
                <a:lnTo>
                  <a:pt x="62435" y="644575"/>
                </a:lnTo>
                <a:lnTo>
                  <a:pt x="62499" y="634008"/>
                </a:lnTo>
                <a:lnTo>
                  <a:pt x="62575" y="623441"/>
                </a:lnTo>
                <a:lnTo>
                  <a:pt x="62658" y="612874"/>
                </a:lnTo>
                <a:lnTo>
                  <a:pt x="62740" y="602308"/>
                </a:lnTo>
                <a:lnTo>
                  <a:pt x="62813" y="591741"/>
                </a:lnTo>
                <a:lnTo>
                  <a:pt x="62869" y="581174"/>
                </a:lnTo>
                <a:lnTo>
                  <a:pt x="62899" y="570607"/>
                </a:lnTo>
                <a:lnTo>
                  <a:pt x="62897" y="560040"/>
                </a:lnTo>
                <a:lnTo>
                  <a:pt x="62859" y="549474"/>
                </a:lnTo>
                <a:lnTo>
                  <a:pt x="62783" y="538907"/>
                </a:lnTo>
                <a:lnTo>
                  <a:pt x="62671" y="528340"/>
                </a:lnTo>
                <a:lnTo>
                  <a:pt x="62526" y="517773"/>
                </a:lnTo>
                <a:lnTo>
                  <a:pt x="62354" y="507206"/>
                </a:lnTo>
                <a:lnTo>
                  <a:pt x="62164" y="496640"/>
                </a:lnTo>
                <a:lnTo>
                  <a:pt x="61964" y="486073"/>
                </a:lnTo>
                <a:lnTo>
                  <a:pt x="61764" y="475506"/>
                </a:lnTo>
                <a:lnTo>
                  <a:pt x="61575" y="464939"/>
                </a:lnTo>
                <a:lnTo>
                  <a:pt x="61403" y="454372"/>
                </a:lnTo>
                <a:lnTo>
                  <a:pt x="61257" y="443806"/>
                </a:lnTo>
                <a:lnTo>
                  <a:pt x="61142" y="433239"/>
                </a:lnTo>
                <a:lnTo>
                  <a:pt x="61060" y="422672"/>
                </a:lnTo>
                <a:lnTo>
                  <a:pt x="61015" y="412105"/>
                </a:lnTo>
                <a:lnTo>
                  <a:pt x="61005" y="401538"/>
                </a:lnTo>
                <a:lnTo>
                  <a:pt x="61031" y="390972"/>
                </a:lnTo>
                <a:lnTo>
                  <a:pt x="61089" y="380405"/>
                </a:lnTo>
                <a:lnTo>
                  <a:pt x="61179" y="369838"/>
                </a:lnTo>
                <a:lnTo>
                  <a:pt x="61298" y="359271"/>
                </a:lnTo>
                <a:lnTo>
                  <a:pt x="61444" y="348704"/>
                </a:lnTo>
                <a:lnTo>
                  <a:pt x="61613" y="338138"/>
                </a:lnTo>
                <a:lnTo>
                  <a:pt x="61803" y="327571"/>
                </a:lnTo>
                <a:lnTo>
                  <a:pt x="62011" y="317004"/>
                </a:lnTo>
                <a:lnTo>
                  <a:pt x="62231" y="306437"/>
                </a:lnTo>
                <a:lnTo>
                  <a:pt x="62457" y="295870"/>
                </a:lnTo>
                <a:lnTo>
                  <a:pt x="62683" y="285304"/>
                </a:lnTo>
                <a:lnTo>
                  <a:pt x="62900" y="274737"/>
                </a:lnTo>
                <a:lnTo>
                  <a:pt x="63098" y="264170"/>
                </a:lnTo>
                <a:lnTo>
                  <a:pt x="63265" y="253603"/>
                </a:lnTo>
                <a:lnTo>
                  <a:pt x="63387" y="243036"/>
                </a:lnTo>
                <a:lnTo>
                  <a:pt x="63448" y="232470"/>
                </a:lnTo>
                <a:lnTo>
                  <a:pt x="63426" y="221903"/>
                </a:lnTo>
                <a:lnTo>
                  <a:pt x="63294" y="211336"/>
                </a:lnTo>
                <a:lnTo>
                  <a:pt x="63017" y="200769"/>
                </a:lnTo>
                <a:lnTo>
                  <a:pt x="62549" y="190202"/>
                </a:lnTo>
                <a:lnTo>
                  <a:pt x="61834" y="179636"/>
                </a:lnTo>
                <a:lnTo>
                  <a:pt x="60805" y="169069"/>
                </a:lnTo>
                <a:lnTo>
                  <a:pt x="59386" y="158502"/>
                </a:lnTo>
                <a:lnTo>
                  <a:pt x="57497" y="147935"/>
                </a:lnTo>
                <a:lnTo>
                  <a:pt x="55061" y="137368"/>
                </a:lnTo>
                <a:lnTo>
                  <a:pt x="52012" y="126802"/>
                </a:lnTo>
                <a:lnTo>
                  <a:pt x="48311" y="116235"/>
                </a:lnTo>
                <a:lnTo>
                  <a:pt x="43956" y="105668"/>
                </a:lnTo>
                <a:lnTo>
                  <a:pt x="38993" y="95101"/>
                </a:lnTo>
                <a:lnTo>
                  <a:pt x="33529" y="84534"/>
                </a:lnTo>
                <a:lnTo>
                  <a:pt x="27732" y="73968"/>
                </a:lnTo>
                <a:lnTo>
                  <a:pt x="21828" y="63401"/>
                </a:lnTo>
                <a:lnTo>
                  <a:pt x="16092" y="52834"/>
                </a:lnTo>
                <a:lnTo>
                  <a:pt x="10825" y="42267"/>
                </a:lnTo>
                <a:lnTo>
                  <a:pt x="6334" y="31700"/>
                </a:lnTo>
                <a:lnTo>
                  <a:pt x="2897" y="21134"/>
                </a:lnTo>
                <a:lnTo>
                  <a:pt x="737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263" y="10567"/>
                </a:lnTo>
                <a:lnTo>
                  <a:pt x="127103" y="21134"/>
                </a:lnTo>
                <a:lnTo>
                  <a:pt x="123666" y="31700"/>
                </a:lnTo>
                <a:lnTo>
                  <a:pt x="119175" y="42267"/>
                </a:lnTo>
                <a:lnTo>
                  <a:pt x="113908" y="52834"/>
                </a:lnTo>
                <a:lnTo>
                  <a:pt x="108172" y="63401"/>
                </a:lnTo>
                <a:lnTo>
                  <a:pt x="102268" y="73968"/>
                </a:lnTo>
                <a:lnTo>
                  <a:pt x="96471" y="84534"/>
                </a:lnTo>
                <a:lnTo>
                  <a:pt x="91007" y="95101"/>
                </a:lnTo>
                <a:lnTo>
                  <a:pt x="86044" y="105668"/>
                </a:lnTo>
                <a:lnTo>
                  <a:pt x="81689" y="116235"/>
                </a:lnTo>
                <a:lnTo>
                  <a:pt x="77988" y="126802"/>
                </a:lnTo>
                <a:lnTo>
                  <a:pt x="74939" y="137368"/>
                </a:lnTo>
                <a:lnTo>
                  <a:pt x="72503" y="147935"/>
                </a:lnTo>
                <a:lnTo>
                  <a:pt x="70614" y="158502"/>
                </a:lnTo>
                <a:lnTo>
                  <a:pt x="69195" y="169069"/>
                </a:lnTo>
                <a:lnTo>
                  <a:pt x="68166" y="179636"/>
                </a:lnTo>
                <a:lnTo>
                  <a:pt x="67451" y="190202"/>
                </a:lnTo>
                <a:lnTo>
                  <a:pt x="66983" y="200769"/>
                </a:lnTo>
                <a:lnTo>
                  <a:pt x="66706" y="211336"/>
                </a:lnTo>
                <a:lnTo>
                  <a:pt x="66574" y="221903"/>
                </a:lnTo>
                <a:lnTo>
                  <a:pt x="66552" y="232470"/>
                </a:lnTo>
                <a:lnTo>
                  <a:pt x="66613" y="243036"/>
                </a:lnTo>
                <a:lnTo>
                  <a:pt x="66735" y="253603"/>
                </a:lnTo>
                <a:lnTo>
                  <a:pt x="66902" y="264170"/>
                </a:lnTo>
                <a:lnTo>
                  <a:pt x="67100" y="274737"/>
                </a:lnTo>
                <a:lnTo>
                  <a:pt x="67317" y="285304"/>
                </a:lnTo>
                <a:lnTo>
                  <a:pt x="67543" y="295870"/>
                </a:lnTo>
                <a:lnTo>
                  <a:pt x="67769" y="306437"/>
                </a:lnTo>
                <a:lnTo>
                  <a:pt x="67989" y="317004"/>
                </a:lnTo>
                <a:lnTo>
                  <a:pt x="68197" y="327571"/>
                </a:lnTo>
                <a:lnTo>
                  <a:pt x="68387" y="338138"/>
                </a:lnTo>
                <a:lnTo>
                  <a:pt x="68557" y="348704"/>
                </a:lnTo>
                <a:lnTo>
                  <a:pt x="68702" y="359271"/>
                </a:lnTo>
                <a:lnTo>
                  <a:pt x="68821" y="369838"/>
                </a:lnTo>
                <a:lnTo>
                  <a:pt x="68911" y="380405"/>
                </a:lnTo>
                <a:lnTo>
                  <a:pt x="68969" y="390972"/>
                </a:lnTo>
                <a:lnTo>
                  <a:pt x="68995" y="401538"/>
                </a:lnTo>
                <a:lnTo>
                  <a:pt x="68985" y="412105"/>
                </a:lnTo>
                <a:lnTo>
                  <a:pt x="68940" y="422672"/>
                </a:lnTo>
                <a:lnTo>
                  <a:pt x="68858" y="433239"/>
                </a:lnTo>
                <a:lnTo>
                  <a:pt x="68743" y="443806"/>
                </a:lnTo>
                <a:lnTo>
                  <a:pt x="68597" y="454372"/>
                </a:lnTo>
                <a:lnTo>
                  <a:pt x="68425" y="464939"/>
                </a:lnTo>
                <a:lnTo>
                  <a:pt x="68236" y="475506"/>
                </a:lnTo>
                <a:lnTo>
                  <a:pt x="68036" y="486073"/>
                </a:lnTo>
                <a:lnTo>
                  <a:pt x="67836" y="496640"/>
                </a:lnTo>
                <a:lnTo>
                  <a:pt x="67646" y="507206"/>
                </a:lnTo>
                <a:lnTo>
                  <a:pt x="67474" y="517773"/>
                </a:lnTo>
                <a:lnTo>
                  <a:pt x="67329" y="528340"/>
                </a:lnTo>
                <a:lnTo>
                  <a:pt x="67217" y="538907"/>
                </a:lnTo>
                <a:lnTo>
                  <a:pt x="67141" y="549474"/>
                </a:lnTo>
                <a:lnTo>
                  <a:pt x="67103" y="560040"/>
                </a:lnTo>
                <a:lnTo>
                  <a:pt x="67101" y="570607"/>
                </a:lnTo>
                <a:lnTo>
                  <a:pt x="67131" y="581174"/>
                </a:lnTo>
                <a:lnTo>
                  <a:pt x="67187" y="591741"/>
                </a:lnTo>
                <a:lnTo>
                  <a:pt x="67260" y="602308"/>
                </a:lnTo>
                <a:lnTo>
                  <a:pt x="67342" y="612874"/>
                </a:lnTo>
                <a:lnTo>
                  <a:pt x="67425" y="623441"/>
                </a:lnTo>
                <a:lnTo>
                  <a:pt x="67501" y="634008"/>
                </a:lnTo>
                <a:lnTo>
                  <a:pt x="67565" y="644575"/>
                </a:lnTo>
                <a:lnTo>
                  <a:pt x="67610" y="655142"/>
                </a:lnTo>
                <a:lnTo>
                  <a:pt x="67635" y="665708"/>
                </a:lnTo>
                <a:lnTo>
                  <a:pt x="67638" y="676275"/>
                </a:lnTo>
                <a:lnTo>
                  <a:pt x="67618" y="686842"/>
                </a:lnTo>
                <a:lnTo>
                  <a:pt x="67577" y="697409"/>
                </a:lnTo>
                <a:lnTo>
                  <a:pt x="67515" y="707976"/>
                </a:lnTo>
                <a:lnTo>
                  <a:pt x="67434" y="718543"/>
                </a:lnTo>
                <a:lnTo>
                  <a:pt x="67336" y="729109"/>
                </a:lnTo>
                <a:lnTo>
                  <a:pt x="67226" y="739676"/>
                </a:lnTo>
                <a:lnTo>
                  <a:pt x="67105" y="750243"/>
                </a:lnTo>
                <a:lnTo>
                  <a:pt x="66978" y="760810"/>
                </a:lnTo>
                <a:lnTo>
                  <a:pt x="66849" y="771377"/>
                </a:lnTo>
                <a:lnTo>
                  <a:pt x="66724" y="781943"/>
                </a:lnTo>
                <a:lnTo>
                  <a:pt x="66607" y="792510"/>
                </a:lnTo>
                <a:lnTo>
                  <a:pt x="66502" y="803077"/>
                </a:lnTo>
                <a:lnTo>
                  <a:pt x="66415" y="813644"/>
                </a:lnTo>
                <a:lnTo>
                  <a:pt x="66347" y="824211"/>
                </a:lnTo>
                <a:lnTo>
                  <a:pt x="66301" y="834777"/>
                </a:lnTo>
                <a:lnTo>
                  <a:pt x="66277" y="845344"/>
                </a:lnTo>
                <a:lnTo>
                  <a:pt x="66275" y="855911"/>
                </a:lnTo>
                <a:lnTo>
                  <a:pt x="66292" y="866478"/>
                </a:lnTo>
                <a:lnTo>
                  <a:pt x="66324" y="877045"/>
                </a:lnTo>
                <a:lnTo>
                  <a:pt x="66369" y="887611"/>
                </a:lnTo>
                <a:lnTo>
                  <a:pt x="66423" y="898178"/>
                </a:lnTo>
                <a:lnTo>
                  <a:pt x="66480" y="908745"/>
                </a:lnTo>
                <a:lnTo>
                  <a:pt x="66540" y="919312"/>
                </a:lnTo>
                <a:lnTo>
                  <a:pt x="66598" y="929879"/>
                </a:lnTo>
                <a:lnTo>
                  <a:pt x="66654" y="940445"/>
                </a:lnTo>
                <a:lnTo>
                  <a:pt x="66708" y="951012"/>
                </a:lnTo>
                <a:lnTo>
                  <a:pt x="66761" y="961579"/>
                </a:lnTo>
                <a:lnTo>
                  <a:pt x="66817" y="972146"/>
                </a:lnTo>
                <a:lnTo>
                  <a:pt x="66877" y="982713"/>
                </a:lnTo>
                <a:lnTo>
                  <a:pt x="66945" y="993279"/>
                </a:lnTo>
                <a:lnTo>
                  <a:pt x="67026" y="1003846"/>
                </a:lnTo>
                <a:lnTo>
                  <a:pt x="67121" y="1014413"/>
                </a:lnTo>
                <a:lnTo>
                  <a:pt x="67232" y="1024980"/>
                </a:lnTo>
                <a:lnTo>
                  <a:pt x="67361" y="1035547"/>
                </a:lnTo>
                <a:lnTo>
                  <a:pt x="67509" y="1046113"/>
                </a:lnTo>
                <a:lnTo>
                  <a:pt x="67676" y="1056680"/>
                </a:lnTo>
                <a:lnTo>
                  <a:pt x="67863" y="1067247"/>
                </a:lnTo>
                <a:lnTo>
                  <a:pt x="68071" y="1077814"/>
                </a:lnTo>
                <a:lnTo>
                  <a:pt x="68307" y="1088381"/>
                </a:lnTo>
                <a:lnTo>
                  <a:pt x="68576" y="1098947"/>
                </a:lnTo>
                <a:lnTo>
                  <a:pt x="68891" y="1109514"/>
                </a:lnTo>
                <a:lnTo>
                  <a:pt x="69264" y="1120081"/>
                </a:lnTo>
                <a:lnTo>
                  <a:pt x="69709" y="1130648"/>
                </a:lnTo>
                <a:lnTo>
                  <a:pt x="70242" y="1141215"/>
                </a:lnTo>
                <a:lnTo>
                  <a:pt x="70873" y="1151781"/>
                </a:lnTo>
                <a:lnTo>
                  <a:pt x="71608" y="1162348"/>
                </a:lnTo>
                <a:lnTo>
                  <a:pt x="72444" y="1172915"/>
                </a:lnTo>
                <a:lnTo>
                  <a:pt x="73367" y="1183482"/>
                </a:lnTo>
                <a:lnTo>
                  <a:pt x="74352" y="1194049"/>
                </a:lnTo>
                <a:lnTo>
                  <a:pt x="75362" y="1204615"/>
                </a:lnTo>
                <a:lnTo>
                  <a:pt x="76349" y="1215182"/>
                </a:lnTo>
                <a:lnTo>
                  <a:pt x="77260" y="1225749"/>
                </a:lnTo>
                <a:lnTo>
                  <a:pt x="78040" y="1236316"/>
                </a:lnTo>
                <a:lnTo>
                  <a:pt x="78640" y="1246883"/>
                </a:lnTo>
                <a:lnTo>
                  <a:pt x="79017" y="1257449"/>
                </a:lnTo>
                <a:lnTo>
                  <a:pt x="79146" y="1268016"/>
                </a:lnTo>
                <a:lnTo>
                  <a:pt x="79146" y="1268016"/>
                </a:lnTo>
                <a:close/>
              </a:path>
            </a:pathLst>
          </a:custGeom>
          <a:solidFill>
            <a:srgbClr val="00878B">
              <a:alpha val="12000"/>
            </a:srgbClr>
          </a:solidFill>
          <a:ln w="6985">
            <a:solidFill>
              <a:srgbClr val="00878B">
                <a:alpha val="12000"/>
              </a:srgbClr>
            </a:solidFill>
            <a:prstDash val="solid"/>
          </a:ln>
        </p:spPr>
      </p:sp>
      <p:sp>
        <p:nvSpPr>
          <p:cNvPr id="2255" name="01_find_only_2254">
            <a:extLst>
              <a:ext uri="{FF2B5EF4-FFF2-40B4-BE49-F238E27FC236}">
                <a16:creationId xmlns:a16="http://schemas.microsoft.com/office/drawing/2014/main" id="{754DA4EE-DC06-4491-A78E-71F3103BBA13}"/>
              </a:ext>
            </a:extLst>
          </p:cNvPr>
          <p:cNvSpPr>
            <a:spLocks noGrp="1"/>
          </p:cNvSpPr>
          <p:nvPr/>
        </p:nvSpPr>
        <p:spPr>
          <a:xfrm>
            <a:off x="2038589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256" name="text_2255">
            <a:extLst>
              <a:ext uri="{FF2B5EF4-FFF2-40B4-BE49-F238E27FC236}">
                <a16:creationId xmlns:a16="http://schemas.microsoft.com/office/drawing/2014/main" id="{BAECA8AB-7EBC-4760-84ED-01A8B9339BAD}"/>
              </a:ext>
            </a:extLst>
          </p:cNvPr>
          <p:cNvSpPr>
            <a:spLocks noGrp="1"/>
          </p:cNvSpPr>
          <p:nvPr/>
        </p:nvSpPr>
        <p:spPr>
          <a:xfrm>
            <a:off x="2012338" y="6438006"/>
            <a:ext cx="65439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0</a:t>
            </a:r>
          </a:p>
        </p:txBody>
      </p:sp>
      <p:sp>
        <p:nvSpPr>
          <p:cNvPr id="2257" name="01_find_only_2256">
            <a:extLst>
              <a:ext uri="{FF2B5EF4-FFF2-40B4-BE49-F238E27FC236}">
                <a16:creationId xmlns:a16="http://schemas.microsoft.com/office/drawing/2014/main" id="{2ACA6FF5-E13F-44C3-B343-274C804D0764}"/>
              </a:ext>
            </a:extLst>
          </p:cNvPr>
          <p:cNvSpPr>
            <a:spLocks noGrp="1"/>
          </p:cNvSpPr>
          <p:nvPr/>
        </p:nvSpPr>
        <p:spPr>
          <a:xfrm>
            <a:off x="2293228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258" name="text_2257">
            <a:extLst>
              <a:ext uri="{FF2B5EF4-FFF2-40B4-BE49-F238E27FC236}">
                <a16:creationId xmlns:a16="http://schemas.microsoft.com/office/drawing/2014/main" id="{C0C8FDA7-32EE-458F-B5E0-BE0AAC32368C}"/>
              </a:ext>
            </a:extLst>
          </p:cNvPr>
          <p:cNvSpPr>
            <a:spLocks noGrp="1"/>
          </p:cNvSpPr>
          <p:nvPr/>
        </p:nvSpPr>
        <p:spPr>
          <a:xfrm>
            <a:off x="2240724" y="6438006"/>
            <a:ext cx="117943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50</a:t>
            </a:r>
          </a:p>
        </p:txBody>
      </p:sp>
      <p:sp>
        <p:nvSpPr>
          <p:cNvPr id="2259" name="01_find_only_2258">
            <a:extLst>
              <a:ext uri="{FF2B5EF4-FFF2-40B4-BE49-F238E27FC236}">
                <a16:creationId xmlns:a16="http://schemas.microsoft.com/office/drawing/2014/main" id="{0E8E776E-CB51-4AE8-BB54-37BC6FEF44A3}"/>
              </a:ext>
            </a:extLst>
          </p:cNvPr>
          <p:cNvSpPr>
            <a:spLocks noGrp="1"/>
          </p:cNvSpPr>
          <p:nvPr/>
        </p:nvSpPr>
        <p:spPr>
          <a:xfrm>
            <a:off x="2547867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260" name="text_2259">
            <a:extLst>
              <a:ext uri="{FF2B5EF4-FFF2-40B4-BE49-F238E27FC236}">
                <a16:creationId xmlns:a16="http://schemas.microsoft.com/office/drawing/2014/main" id="{A8CBDCCA-5847-43F6-B329-CB0E0C3DBA6E}"/>
              </a:ext>
            </a:extLst>
          </p:cNvPr>
          <p:cNvSpPr>
            <a:spLocks noGrp="1"/>
          </p:cNvSpPr>
          <p:nvPr/>
        </p:nvSpPr>
        <p:spPr>
          <a:xfrm>
            <a:off x="2469112" y="6438006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100</a:t>
            </a:r>
          </a:p>
        </p:txBody>
      </p:sp>
      <p:sp>
        <p:nvSpPr>
          <p:cNvPr id="2261" name="01_find_only_2260">
            <a:extLst>
              <a:ext uri="{FF2B5EF4-FFF2-40B4-BE49-F238E27FC236}">
                <a16:creationId xmlns:a16="http://schemas.microsoft.com/office/drawing/2014/main" id="{C482DD3A-6670-45FD-AC18-AF9E461E3446}"/>
              </a:ext>
            </a:extLst>
          </p:cNvPr>
          <p:cNvSpPr>
            <a:spLocks noGrp="1"/>
          </p:cNvSpPr>
          <p:nvPr/>
        </p:nvSpPr>
        <p:spPr>
          <a:xfrm>
            <a:off x="3057145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262" name="text_2261">
            <a:extLst>
              <a:ext uri="{FF2B5EF4-FFF2-40B4-BE49-F238E27FC236}">
                <a16:creationId xmlns:a16="http://schemas.microsoft.com/office/drawing/2014/main" id="{9DB07AFB-B6F1-49CF-AF70-A96700580ABA}"/>
              </a:ext>
            </a:extLst>
          </p:cNvPr>
          <p:cNvSpPr>
            <a:spLocks noGrp="1"/>
          </p:cNvSpPr>
          <p:nvPr/>
        </p:nvSpPr>
        <p:spPr>
          <a:xfrm>
            <a:off x="2978390" y="6438006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200</a:t>
            </a:r>
          </a:p>
        </p:txBody>
      </p:sp>
      <p:sp>
        <p:nvSpPr>
          <p:cNvPr id="2263" name="01_find_only_2262">
            <a:extLst>
              <a:ext uri="{FF2B5EF4-FFF2-40B4-BE49-F238E27FC236}">
                <a16:creationId xmlns:a16="http://schemas.microsoft.com/office/drawing/2014/main" id="{16576F52-D814-4896-B777-288B258AED61}"/>
              </a:ext>
            </a:extLst>
          </p:cNvPr>
          <p:cNvSpPr>
            <a:spLocks noGrp="1"/>
          </p:cNvSpPr>
          <p:nvPr/>
        </p:nvSpPr>
        <p:spPr>
          <a:xfrm>
            <a:off x="3566423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264" name="text_2263">
            <a:extLst>
              <a:ext uri="{FF2B5EF4-FFF2-40B4-BE49-F238E27FC236}">
                <a16:creationId xmlns:a16="http://schemas.microsoft.com/office/drawing/2014/main" id="{537E49C1-35F9-44BC-B979-1061778550D8}"/>
              </a:ext>
            </a:extLst>
          </p:cNvPr>
          <p:cNvSpPr>
            <a:spLocks noGrp="1"/>
          </p:cNvSpPr>
          <p:nvPr/>
        </p:nvSpPr>
        <p:spPr>
          <a:xfrm>
            <a:off x="3487668" y="6438006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300</a:t>
            </a:r>
          </a:p>
        </p:txBody>
      </p:sp>
      <p:sp>
        <p:nvSpPr>
          <p:cNvPr id="2265" name="text_2264">
            <a:extLst>
              <a:ext uri="{FF2B5EF4-FFF2-40B4-BE49-F238E27FC236}">
                <a16:creationId xmlns:a16="http://schemas.microsoft.com/office/drawing/2014/main" id="{29911697-E70A-4FAD-97DC-3337002C2B78}"/>
              </a:ext>
            </a:extLst>
          </p:cNvPr>
          <p:cNvSpPr>
            <a:spLocks noGrp="1"/>
          </p:cNvSpPr>
          <p:nvPr/>
        </p:nvSpPr>
        <p:spPr>
          <a:xfrm>
            <a:off x="2228255" y="6577100"/>
            <a:ext cx="1253110" cy="1212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64"/>
              <a:t>Relative candidate count (%)</a:t>
            </a:r>
          </a:p>
        </p:txBody>
      </p:sp>
      <p:sp>
        <p:nvSpPr>
          <p:cNvPr id="2266" name="01_find_only_2265">
            <a:extLst>
              <a:ext uri="{FF2B5EF4-FFF2-40B4-BE49-F238E27FC236}">
                <a16:creationId xmlns:a16="http://schemas.microsoft.com/office/drawing/2014/main" id="{AEA7F2D1-CEFC-43B2-9327-76EF4A9E7DDA}"/>
              </a:ext>
            </a:extLst>
          </p:cNvPr>
          <p:cNvSpPr>
            <a:spLocks noGrp="1"/>
          </p:cNvSpPr>
          <p:nvPr/>
        </p:nvSpPr>
        <p:spPr>
          <a:xfrm>
            <a:off x="2023311" y="6302824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2267" name="01_find_only_2266">
            <a:extLst>
              <a:ext uri="{FF2B5EF4-FFF2-40B4-BE49-F238E27FC236}">
                <a16:creationId xmlns:a16="http://schemas.microsoft.com/office/drawing/2014/main" id="{BD5AF745-87C5-4383-BF6D-35A7BB6715F7}"/>
              </a:ext>
            </a:extLst>
          </p:cNvPr>
          <p:cNvSpPr>
            <a:spLocks noGrp="1"/>
          </p:cNvSpPr>
          <p:nvPr/>
        </p:nvSpPr>
        <p:spPr>
          <a:xfrm>
            <a:off x="1984504" y="6302824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268" name="text_2267">
            <a:extLst>
              <a:ext uri="{FF2B5EF4-FFF2-40B4-BE49-F238E27FC236}">
                <a16:creationId xmlns:a16="http://schemas.microsoft.com/office/drawing/2014/main" id="{2EFB54A9-7DD2-4C58-940D-C2947306C995}"/>
              </a:ext>
            </a:extLst>
          </p:cNvPr>
          <p:cNvSpPr>
            <a:spLocks noGrp="1"/>
          </p:cNvSpPr>
          <p:nvPr/>
        </p:nvSpPr>
        <p:spPr>
          <a:xfrm>
            <a:off x="1893194" y="6262019"/>
            <a:ext cx="65439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0</a:t>
            </a:r>
          </a:p>
        </p:txBody>
      </p:sp>
      <p:sp>
        <p:nvSpPr>
          <p:cNvPr id="2269" name="01_find_only_2268">
            <a:extLst>
              <a:ext uri="{FF2B5EF4-FFF2-40B4-BE49-F238E27FC236}">
                <a16:creationId xmlns:a16="http://schemas.microsoft.com/office/drawing/2014/main" id="{295AE4B4-13E0-435F-8F4F-83A0AF7FBE1A}"/>
              </a:ext>
            </a:extLst>
          </p:cNvPr>
          <p:cNvSpPr>
            <a:spLocks noGrp="1"/>
          </p:cNvSpPr>
          <p:nvPr/>
        </p:nvSpPr>
        <p:spPr>
          <a:xfrm>
            <a:off x="2023311" y="5657051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2270" name="01_find_only_2269">
            <a:extLst>
              <a:ext uri="{FF2B5EF4-FFF2-40B4-BE49-F238E27FC236}">
                <a16:creationId xmlns:a16="http://schemas.microsoft.com/office/drawing/2014/main" id="{EE63D605-DEDB-415F-ACFF-92EFE8ACFC2C}"/>
              </a:ext>
            </a:extLst>
          </p:cNvPr>
          <p:cNvSpPr>
            <a:spLocks noGrp="1"/>
          </p:cNvSpPr>
          <p:nvPr/>
        </p:nvSpPr>
        <p:spPr>
          <a:xfrm>
            <a:off x="1984504" y="5657051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271" name="text_2270">
            <a:extLst>
              <a:ext uri="{FF2B5EF4-FFF2-40B4-BE49-F238E27FC236}">
                <a16:creationId xmlns:a16="http://schemas.microsoft.com/office/drawing/2014/main" id="{382A174F-AF1D-49E3-A1C5-756D8147FDAC}"/>
              </a:ext>
            </a:extLst>
          </p:cNvPr>
          <p:cNvSpPr>
            <a:spLocks noGrp="1"/>
          </p:cNvSpPr>
          <p:nvPr/>
        </p:nvSpPr>
        <p:spPr>
          <a:xfrm>
            <a:off x="1840690" y="5616247"/>
            <a:ext cx="117943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50</a:t>
            </a:r>
          </a:p>
        </p:txBody>
      </p:sp>
      <p:sp>
        <p:nvSpPr>
          <p:cNvPr id="2272" name="01_find_only_2271">
            <a:extLst>
              <a:ext uri="{FF2B5EF4-FFF2-40B4-BE49-F238E27FC236}">
                <a16:creationId xmlns:a16="http://schemas.microsoft.com/office/drawing/2014/main" id="{00900AB2-B707-468A-8288-95B9F11F4648}"/>
              </a:ext>
            </a:extLst>
          </p:cNvPr>
          <p:cNvSpPr>
            <a:spLocks noGrp="1"/>
          </p:cNvSpPr>
          <p:nvPr/>
        </p:nvSpPr>
        <p:spPr>
          <a:xfrm>
            <a:off x="2023311" y="5011278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2273" name="01_find_only_2272">
            <a:extLst>
              <a:ext uri="{FF2B5EF4-FFF2-40B4-BE49-F238E27FC236}">
                <a16:creationId xmlns:a16="http://schemas.microsoft.com/office/drawing/2014/main" id="{CCC0119A-0979-4541-AC48-2F316729F6BF}"/>
              </a:ext>
            </a:extLst>
          </p:cNvPr>
          <p:cNvSpPr>
            <a:spLocks noGrp="1"/>
          </p:cNvSpPr>
          <p:nvPr/>
        </p:nvSpPr>
        <p:spPr>
          <a:xfrm>
            <a:off x="1984504" y="5011278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274" name="text_2273">
            <a:extLst>
              <a:ext uri="{FF2B5EF4-FFF2-40B4-BE49-F238E27FC236}">
                <a16:creationId xmlns:a16="http://schemas.microsoft.com/office/drawing/2014/main" id="{6B957785-6FF3-498C-B1B7-FAA0BFBC7033}"/>
              </a:ext>
            </a:extLst>
          </p:cNvPr>
          <p:cNvSpPr>
            <a:spLocks noGrp="1"/>
          </p:cNvSpPr>
          <p:nvPr/>
        </p:nvSpPr>
        <p:spPr>
          <a:xfrm>
            <a:off x="1788187" y="4970474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100</a:t>
            </a:r>
          </a:p>
        </p:txBody>
      </p:sp>
      <p:sp>
        <p:nvSpPr>
          <p:cNvPr id="2275" name="text_2274">
            <a:extLst>
              <a:ext uri="{FF2B5EF4-FFF2-40B4-BE49-F238E27FC236}">
                <a16:creationId xmlns:a16="http://schemas.microsoft.com/office/drawing/2014/main" id="{1CBE3F2B-1E89-4D40-8FFF-0815851B4946}"/>
              </a:ext>
            </a:extLst>
          </p:cNvPr>
          <p:cNvSpPr>
            <a:spLocks noGrp="1"/>
          </p:cNvSpPr>
          <p:nvPr/>
        </p:nvSpPr>
        <p:spPr>
          <a:xfrm rot="-5400000">
            <a:off x="1162699" y="5592372"/>
            <a:ext cx="1082663" cy="12935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80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815"/>
              <a:t>Detected instances (%)</a:t>
            </a:r>
          </a:p>
        </p:txBody>
      </p:sp>
      <p:sp>
        <p:nvSpPr>
          <p:cNvPr id="2276" name="01_find_only_2275">
            <a:extLst>
              <a:ext uri="{FF2B5EF4-FFF2-40B4-BE49-F238E27FC236}">
                <a16:creationId xmlns:a16="http://schemas.microsoft.com/office/drawing/2014/main" id="{6ACB401B-0C9A-48CA-A752-6C96782D7EAE}"/>
              </a:ext>
            </a:extLst>
          </p:cNvPr>
          <p:cNvSpPr>
            <a:spLocks noGrp="1"/>
          </p:cNvSpPr>
          <p:nvPr/>
        </p:nvSpPr>
        <p:spPr>
          <a:xfrm>
            <a:off x="225166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77" name="01_find_only_2276">
            <a:extLst>
              <a:ext uri="{FF2B5EF4-FFF2-40B4-BE49-F238E27FC236}">
                <a16:creationId xmlns:a16="http://schemas.microsoft.com/office/drawing/2014/main" id="{F3481EDA-755C-4BF6-B0DC-69E60C888C4C}"/>
              </a:ext>
            </a:extLst>
          </p:cNvPr>
          <p:cNvSpPr>
            <a:spLocks noGrp="1"/>
          </p:cNvSpPr>
          <p:nvPr/>
        </p:nvSpPr>
        <p:spPr>
          <a:xfrm>
            <a:off x="2313838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78" name="01_find_only_2277">
            <a:extLst>
              <a:ext uri="{FF2B5EF4-FFF2-40B4-BE49-F238E27FC236}">
                <a16:creationId xmlns:a16="http://schemas.microsoft.com/office/drawing/2014/main" id="{70779519-439B-46C4-A260-259D105BE7A2}"/>
              </a:ext>
            </a:extLst>
          </p:cNvPr>
          <p:cNvSpPr>
            <a:spLocks noGrp="1"/>
          </p:cNvSpPr>
          <p:nvPr/>
        </p:nvSpPr>
        <p:spPr>
          <a:xfrm>
            <a:off x="2231258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79" name="01_find_only_2278">
            <a:extLst>
              <a:ext uri="{FF2B5EF4-FFF2-40B4-BE49-F238E27FC236}">
                <a16:creationId xmlns:a16="http://schemas.microsoft.com/office/drawing/2014/main" id="{6A62303F-8C35-4F7E-8D3A-DE338EAE6A15}"/>
              </a:ext>
            </a:extLst>
          </p:cNvPr>
          <p:cNvSpPr>
            <a:spLocks noGrp="1"/>
          </p:cNvSpPr>
          <p:nvPr/>
        </p:nvSpPr>
        <p:spPr>
          <a:xfrm>
            <a:off x="230606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80" name="01_find_only_2279">
            <a:extLst>
              <a:ext uri="{FF2B5EF4-FFF2-40B4-BE49-F238E27FC236}">
                <a16:creationId xmlns:a16="http://schemas.microsoft.com/office/drawing/2014/main" id="{E20BEC90-CC38-49E2-AA13-D3627103DB91}"/>
              </a:ext>
            </a:extLst>
          </p:cNvPr>
          <p:cNvSpPr>
            <a:spLocks noGrp="1"/>
          </p:cNvSpPr>
          <p:nvPr/>
        </p:nvSpPr>
        <p:spPr>
          <a:xfrm>
            <a:off x="226749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81" name="01_find_only_2280">
            <a:extLst>
              <a:ext uri="{FF2B5EF4-FFF2-40B4-BE49-F238E27FC236}">
                <a16:creationId xmlns:a16="http://schemas.microsoft.com/office/drawing/2014/main" id="{4C5DDE3A-2C41-4EF7-A525-9B6E7A2BC2E2}"/>
              </a:ext>
            </a:extLst>
          </p:cNvPr>
          <p:cNvSpPr>
            <a:spLocks noGrp="1"/>
          </p:cNvSpPr>
          <p:nvPr/>
        </p:nvSpPr>
        <p:spPr>
          <a:xfrm>
            <a:off x="232073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82" name="01_find_only_2281">
            <a:extLst>
              <a:ext uri="{FF2B5EF4-FFF2-40B4-BE49-F238E27FC236}">
                <a16:creationId xmlns:a16="http://schemas.microsoft.com/office/drawing/2014/main" id="{6A26D201-DEDE-4751-B702-9FA228AA5133}"/>
              </a:ext>
            </a:extLst>
          </p:cNvPr>
          <p:cNvSpPr>
            <a:spLocks noGrp="1"/>
          </p:cNvSpPr>
          <p:nvPr/>
        </p:nvSpPr>
        <p:spPr>
          <a:xfrm>
            <a:off x="225156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83" name="01_find_only_2282">
            <a:extLst>
              <a:ext uri="{FF2B5EF4-FFF2-40B4-BE49-F238E27FC236}">
                <a16:creationId xmlns:a16="http://schemas.microsoft.com/office/drawing/2014/main" id="{84C6C150-D7C8-44EA-B196-5AC94FECC13D}"/>
              </a:ext>
            </a:extLst>
          </p:cNvPr>
          <p:cNvSpPr>
            <a:spLocks noGrp="1"/>
          </p:cNvSpPr>
          <p:nvPr/>
        </p:nvSpPr>
        <p:spPr>
          <a:xfrm>
            <a:off x="2298973" y="573484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84" name="01_find_only_2283">
            <a:extLst>
              <a:ext uri="{FF2B5EF4-FFF2-40B4-BE49-F238E27FC236}">
                <a16:creationId xmlns:a16="http://schemas.microsoft.com/office/drawing/2014/main" id="{5224A792-F49C-4A1F-A31C-294F2A3DDB50}"/>
              </a:ext>
            </a:extLst>
          </p:cNvPr>
          <p:cNvSpPr>
            <a:spLocks noGrp="1"/>
          </p:cNvSpPr>
          <p:nvPr/>
        </p:nvSpPr>
        <p:spPr>
          <a:xfrm>
            <a:off x="2234659" y="570129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85" name="01_find_only_2284">
            <a:extLst>
              <a:ext uri="{FF2B5EF4-FFF2-40B4-BE49-F238E27FC236}">
                <a16:creationId xmlns:a16="http://schemas.microsoft.com/office/drawing/2014/main" id="{60B7192A-5470-4335-AB37-1ABD33B7CF60}"/>
              </a:ext>
            </a:extLst>
          </p:cNvPr>
          <p:cNvSpPr>
            <a:spLocks noGrp="1"/>
          </p:cNvSpPr>
          <p:nvPr/>
        </p:nvSpPr>
        <p:spPr>
          <a:xfrm>
            <a:off x="225535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86" name="01_find_only_2285">
            <a:extLst>
              <a:ext uri="{FF2B5EF4-FFF2-40B4-BE49-F238E27FC236}">
                <a16:creationId xmlns:a16="http://schemas.microsoft.com/office/drawing/2014/main" id="{49362C09-561E-4D8E-8A65-86285C5065C5}"/>
              </a:ext>
            </a:extLst>
          </p:cNvPr>
          <p:cNvSpPr>
            <a:spLocks noGrp="1"/>
          </p:cNvSpPr>
          <p:nvPr/>
        </p:nvSpPr>
        <p:spPr>
          <a:xfrm>
            <a:off x="2234464" y="59654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87" name="01_find_only_2286">
            <a:extLst>
              <a:ext uri="{FF2B5EF4-FFF2-40B4-BE49-F238E27FC236}">
                <a16:creationId xmlns:a16="http://schemas.microsoft.com/office/drawing/2014/main" id="{F313B7C7-D789-4F8F-B28C-3D5334B28F48}"/>
              </a:ext>
            </a:extLst>
          </p:cNvPr>
          <p:cNvSpPr>
            <a:spLocks noGrp="1"/>
          </p:cNvSpPr>
          <p:nvPr/>
        </p:nvSpPr>
        <p:spPr>
          <a:xfrm>
            <a:off x="228935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88" name="01_find_only_2287">
            <a:extLst>
              <a:ext uri="{FF2B5EF4-FFF2-40B4-BE49-F238E27FC236}">
                <a16:creationId xmlns:a16="http://schemas.microsoft.com/office/drawing/2014/main" id="{3FECBA48-D1D6-46BE-B299-6051C5D5B212}"/>
              </a:ext>
            </a:extLst>
          </p:cNvPr>
          <p:cNvSpPr>
            <a:spLocks noGrp="1"/>
          </p:cNvSpPr>
          <p:nvPr/>
        </p:nvSpPr>
        <p:spPr>
          <a:xfrm>
            <a:off x="224757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89" name="01_find_only_2288">
            <a:extLst>
              <a:ext uri="{FF2B5EF4-FFF2-40B4-BE49-F238E27FC236}">
                <a16:creationId xmlns:a16="http://schemas.microsoft.com/office/drawing/2014/main" id="{2F209FA4-8F71-49A8-96B2-CFF962F52D77}"/>
              </a:ext>
            </a:extLst>
          </p:cNvPr>
          <p:cNvSpPr>
            <a:spLocks noGrp="1"/>
          </p:cNvSpPr>
          <p:nvPr/>
        </p:nvSpPr>
        <p:spPr>
          <a:xfrm>
            <a:off x="227672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90" name="01_find_only_2289">
            <a:extLst>
              <a:ext uri="{FF2B5EF4-FFF2-40B4-BE49-F238E27FC236}">
                <a16:creationId xmlns:a16="http://schemas.microsoft.com/office/drawing/2014/main" id="{5D46C856-4E0C-4CFB-8A8B-E3C59C236293}"/>
              </a:ext>
            </a:extLst>
          </p:cNvPr>
          <p:cNvSpPr>
            <a:spLocks noGrp="1"/>
          </p:cNvSpPr>
          <p:nvPr/>
        </p:nvSpPr>
        <p:spPr>
          <a:xfrm>
            <a:off x="226642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91" name="01_find_only_2290">
            <a:extLst>
              <a:ext uri="{FF2B5EF4-FFF2-40B4-BE49-F238E27FC236}">
                <a16:creationId xmlns:a16="http://schemas.microsoft.com/office/drawing/2014/main" id="{3D65B7F3-0306-4115-8C9E-621C3A39B323}"/>
              </a:ext>
            </a:extLst>
          </p:cNvPr>
          <p:cNvSpPr>
            <a:spLocks noGrp="1"/>
          </p:cNvSpPr>
          <p:nvPr/>
        </p:nvSpPr>
        <p:spPr>
          <a:xfrm>
            <a:off x="2256810" y="624223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92" name="01_find_only_2291">
            <a:extLst>
              <a:ext uri="{FF2B5EF4-FFF2-40B4-BE49-F238E27FC236}">
                <a16:creationId xmlns:a16="http://schemas.microsoft.com/office/drawing/2014/main" id="{007FE992-F170-4981-A866-4E9DFBEFDC27}"/>
              </a:ext>
            </a:extLst>
          </p:cNvPr>
          <p:cNvSpPr>
            <a:spLocks noGrp="1"/>
          </p:cNvSpPr>
          <p:nvPr/>
        </p:nvSpPr>
        <p:spPr>
          <a:xfrm>
            <a:off x="2234173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93" name="01_find_only_2292">
            <a:extLst>
              <a:ext uri="{FF2B5EF4-FFF2-40B4-BE49-F238E27FC236}">
                <a16:creationId xmlns:a16="http://schemas.microsoft.com/office/drawing/2014/main" id="{F26A15CD-DF1C-44C9-8B3F-60F297ED6A62}"/>
              </a:ext>
            </a:extLst>
          </p:cNvPr>
          <p:cNvSpPr>
            <a:spLocks noGrp="1"/>
          </p:cNvSpPr>
          <p:nvPr/>
        </p:nvSpPr>
        <p:spPr>
          <a:xfrm>
            <a:off x="2321415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94" name="01_find_only_2293">
            <a:extLst>
              <a:ext uri="{FF2B5EF4-FFF2-40B4-BE49-F238E27FC236}">
                <a16:creationId xmlns:a16="http://schemas.microsoft.com/office/drawing/2014/main" id="{EF06E5F5-178F-4111-8AA8-15AF5F3CAC3F}"/>
              </a:ext>
            </a:extLst>
          </p:cNvPr>
          <p:cNvSpPr>
            <a:spLocks noGrp="1"/>
          </p:cNvSpPr>
          <p:nvPr/>
        </p:nvSpPr>
        <p:spPr>
          <a:xfrm>
            <a:off x="223553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95" name="01_find_only_2294">
            <a:extLst>
              <a:ext uri="{FF2B5EF4-FFF2-40B4-BE49-F238E27FC236}">
                <a16:creationId xmlns:a16="http://schemas.microsoft.com/office/drawing/2014/main" id="{F0EFC8FC-975D-46D0-A4BA-58CF841015BD}"/>
              </a:ext>
            </a:extLst>
          </p:cNvPr>
          <p:cNvSpPr>
            <a:spLocks noGrp="1"/>
          </p:cNvSpPr>
          <p:nvPr/>
        </p:nvSpPr>
        <p:spPr>
          <a:xfrm>
            <a:off x="231422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96" name="01_find_only_2295">
            <a:extLst>
              <a:ext uri="{FF2B5EF4-FFF2-40B4-BE49-F238E27FC236}">
                <a16:creationId xmlns:a16="http://schemas.microsoft.com/office/drawing/2014/main" id="{1A129897-C7F4-4DC2-95E1-AA95A67B2017}"/>
              </a:ext>
            </a:extLst>
          </p:cNvPr>
          <p:cNvSpPr>
            <a:spLocks noGrp="1"/>
          </p:cNvSpPr>
          <p:nvPr/>
        </p:nvSpPr>
        <p:spPr>
          <a:xfrm>
            <a:off x="226788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97" name="01_find_only_2296">
            <a:extLst>
              <a:ext uri="{FF2B5EF4-FFF2-40B4-BE49-F238E27FC236}">
                <a16:creationId xmlns:a16="http://schemas.microsoft.com/office/drawing/2014/main" id="{AA024743-9BEA-4FB5-B2FE-0FD0D023152E}"/>
              </a:ext>
            </a:extLst>
          </p:cNvPr>
          <p:cNvSpPr>
            <a:spLocks noGrp="1"/>
          </p:cNvSpPr>
          <p:nvPr/>
        </p:nvSpPr>
        <p:spPr>
          <a:xfrm>
            <a:off x="2325398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98" name="01_find_only_2297">
            <a:extLst>
              <a:ext uri="{FF2B5EF4-FFF2-40B4-BE49-F238E27FC236}">
                <a16:creationId xmlns:a16="http://schemas.microsoft.com/office/drawing/2014/main" id="{16541391-C86C-49D8-81D2-4E4792A26A78}"/>
              </a:ext>
            </a:extLst>
          </p:cNvPr>
          <p:cNvSpPr>
            <a:spLocks noGrp="1"/>
          </p:cNvSpPr>
          <p:nvPr/>
        </p:nvSpPr>
        <p:spPr>
          <a:xfrm>
            <a:off x="2294990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299" name="01_find_only_2298">
            <a:extLst>
              <a:ext uri="{FF2B5EF4-FFF2-40B4-BE49-F238E27FC236}">
                <a16:creationId xmlns:a16="http://schemas.microsoft.com/office/drawing/2014/main" id="{BCA2D9B8-D535-4F62-A659-28258743B59C}"/>
              </a:ext>
            </a:extLst>
          </p:cNvPr>
          <p:cNvSpPr>
            <a:spLocks noGrp="1"/>
          </p:cNvSpPr>
          <p:nvPr/>
        </p:nvSpPr>
        <p:spPr>
          <a:xfrm>
            <a:off x="2301596" y="600135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00" name="01_find_only_2299">
            <a:extLst>
              <a:ext uri="{FF2B5EF4-FFF2-40B4-BE49-F238E27FC236}">
                <a16:creationId xmlns:a16="http://schemas.microsoft.com/office/drawing/2014/main" id="{B9B8D601-D1FC-4D03-ADC6-5B4F360BEE15}"/>
              </a:ext>
            </a:extLst>
          </p:cNvPr>
          <p:cNvSpPr>
            <a:spLocks noGrp="1"/>
          </p:cNvSpPr>
          <p:nvPr/>
        </p:nvSpPr>
        <p:spPr>
          <a:xfrm>
            <a:off x="2258947" y="578609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01" name="01_find_only_2300">
            <a:extLst>
              <a:ext uri="{FF2B5EF4-FFF2-40B4-BE49-F238E27FC236}">
                <a16:creationId xmlns:a16="http://schemas.microsoft.com/office/drawing/2014/main" id="{2702BEF8-1C38-456F-97EF-FF825578751C}"/>
              </a:ext>
            </a:extLst>
          </p:cNvPr>
          <p:cNvSpPr>
            <a:spLocks noGrp="1"/>
          </p:cNvSpPr>
          <p:nvPr/>
        </p:nvSpPr>
        <p:spPr>
          <a:xfrm>
            <a:off x="2319958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02" name="01_find_only_2301">
            <a:extLst>
              <a:ext uri="{FF2B5EF4-FFF2-40B4-BE49-F238E27FC236}">
                <a16:creationId xmlns:a16="http://schemas.microsoft.com/office/drawing/2014/main" id="{18EC2FD2-FAAA-465A-8BCC-7B0743437C88}"/>
              </a:ext>
            </a:extLst>
          </p:cNvPr>
          <p:cNvSpPr>
            <a:spLocks noGrp="1"/>
          </p:cNvSpPr>
          <p:nvPr/>
        </p:nvSpPr>
        <p:spPr>
          <a:xfrm>
            <a:off x="2301790" y="570129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03" name="01_find_only_2302">
            <a:extLst>
              <a:ext uri="{FF2B5EF4-FFF2-40B4-BE49-F238E27FC236}">
                <a16:creationId xmlns:a16="http://schemas.microsoft.com/office/drawing/2014/main" id="{8AFFAE85-A457-4542-9214-16032743BD2A}"/>
              </a:ext>
            </a:extLst>
          </p:cNvPr>
          <p:cNvSpPr>
            <a:spLocks noGrp="1"/>
          </p:cNvSpPr>
          <p:nvPr/>
        </p:nvSpPr>
        <p:spPr>
          <a:xfrm>
            <a:off x="224631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04" name="01_find_only_2303">
            <a:extLst>
              <a:ext uri="{FF2B5EF4-FFF2-40B4-BE49-F238E27FC236}">
                <a16:creationId xmlns:a16="http://schemas.microsoft.com/office/drawing/2014/main" id="{BB6C206D-88AF-46DC-9A4E-1069760B419D}"/>
              </a:ext>
            </a:extLst>
          </p:cNvPr>
          <p:cNvSpPr>
            <a:spLocks noGrp="1"/>
          </p:cNvSpPr>
          <p:nvPr/>
        </p:nvSpPr>
        <p:spPr>
          <a:xfrm>
            <a:off x="2300139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05" name="01_find_only_2304">
            <a:extLst>
              <a:ext uri="{FF2B5EF4-FFF2-40B4-BE49-F238E27FC236}">
                <a16:creationId xmlns:a16="http://schemas.microsoft.com/office/drawing/2014/main" id="{59DC1BFC-7963-47F9-B4E8-ED89208D6230}"/>
              </a:ext>
            </a:extLst>
          </p:cNvPr>
          <p:cNvSpPr>
            <a:spLocks noGrp="1"/>
          </p:cNvSpPr>
          <p:nvPr/>
        </p:nvSpPr>
        <p:spPr>
          <a:xfrm>
            <a:off x="2251272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06" name="01_find_only_2305">
            <a:extLst>
              <a:ext uri="{FF2B5EF4-FFF2-40B4-BE49-F238E27FC236}">
                <a16:creationId xmlns:a16="http://schemas.microsoft.com/office/drawing/2014/main" id="{F0C0FF0B-3D79-434F-8296-78EB01C970A8}"/>
              </a:ext>
            </a:extLst>
          </p:cNvPr>
          <p:cNvSpPr>
            <a:spLocks noGrp="1"/>
          </p:cNvSpPr>
          <p:nvPr/>
        </p:nvSpPr>
        <p:spPr>
          <a:xfrm>
            <a:off x="225885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07" name="01_find_only_2306">
            <a:extLst>
              <a:ext uri="{FF2B5EF4-FFF2-40B4-BE49-F238E27FC236}">
                <a16:creationId xmlns:a16="http://schemas.microsoft.com/office/drawing/2014/main" id="{9506E3FB-BF41-4D3C-BB94-D4D2921B0A84}"/>
              </a:ext>
            </a:extLst>
          </p:cNvPr>
          <p:cNvSpPr>
            <a:spLocks noGrp="1"/>
          </p:cNvSpPr>
          <p:nvPr/>
        </p:nvSpPr>
        <p:spPr>
          <a:xfrm>
            <a:off x="231918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08" name="01_find_only_2307">
            <a:extLst>
              <a:ext uri="{FF2B5EF4-FFF2-40B4-BE49-F238E27FC236}">
                <a16:creationId xmlns:a16="http://schemas.microsoft.com/office/drawing/2014/main" id="{662F4AC1-74C8-40A0-80A3-C96133F49E79}"/>
              </a:ext>
            </a:extLst>
          </p:cNvPr>
          <p:cNvSpPr>
            <a:spLocks noGrp="1"/>
          </p:cNvSpPr>
          <p:nvPr/>
        </p:nvSpPr>
        <p:spPr>
          <a:xfrm>
            <a:off x="226040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09" name="01_find_only_2308">
            <a:extLst>
              <a:ext uri="{FF2B5EF4-FFF2-40B4-BE49-F238E27FC236}">
                <a16:creationId xmlns:a16="http://schemas.microsoft.com/office/drawing/2014/main" id="{EB6173F4-EF12-42AD-BC93-B7D44E4C3C67}"/>
              </a:ext>
            </a:extLst>
          </p:cNvPr>
          <p:cNvSpPr>
            <a:spLocks noGrp="1"/>
          </p:cNvSpPr>
          <p:nvPr/>
        </p:nvSpPr>
        <p:spPr>
          <a:xfrm>
            <a:off x="2313740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10" name="01_find_only_2309">
            <a:extLst>
              <a:ext uri="{FF2B5EF4-FFF2-40B4-BE49-F238E27FC236}">
                <a16:creationId xmlns:a16="http://schemas.microsoft.com/office/drawing/2014/main" id="{3C3657AA-A2F4-4683-9B7C-C0D5FA16AE31}"/>
              </a:ext>
            </a:extLst>
          </p:cNvPr>
          <p:cNvSpPr>
            <a:spLocks noGrp="1"/>
          </p:cNvSpPr>
          <p:nvPr/>
        </p:nvSpPr>
        <p:spPr>
          <a:xfrm>
            <a:off x="231451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11" name="01_find_only_2310">
            <a:extLst>
              <a:ext uri="{FF2B5EF4-FFF2-40B4-BE49-F238E27FC236}">
                <a16:creationId xmlns:a16="http://schemas.microsoft.com/office/drawing/2014/main" id="{CED6C0C6-637D-4736-8B5C-6438D96E88BD}"/>
              </a:ext>
            </a:extLst>
          </p:cNvPr>
          <p:cNvSpPr>
            <a:spLocks noGrp="1"/>
          </p:cNvSpPr>
          <p:nvPr/>
        </p:nvSpPr>
        <p:spPr>
          <a:xfrm>
            <a:off x="2317043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12" name="01_find_only_2311">
            <a:extLst>
              <a:ext uri="{FF2B5EF4-FFF2-40B4-BE49-F238E27FC236}">
                <a16:creationId xmlns:a16="http://schemas.microsoft.com/office/drawing/2014/main" id="{CEE871F3-7007-450A-9266-A5C2DD1F6944}"/>
              </a:ext>
            </a:extLst>
          </p:cNvPr>
          <p:cNvSpPr>
            <a:spLocks noGrp="1"/>
          </p:cNvSpPr>
          <p:nvPr/>
        </p:nvSpPr>
        <p:spPr>
          <a:xfrm>
            <a:off x="2261181" y="603005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13" name="01_find_only_2312">
            <a:extLst>
              <a:ext uri="{FF2B5EF4-FFF2-40B4-BE49-F238E27FC236}">
                <a16:creationId xmlns:a16="http://schemas.microsoft.com/office/drawing/2014/main" id="{93917DE0-B7B9-4F54-8285-AEC46DA3DCBE}"/>
              </a:ext>
            </a:extLst>
          </p:cNvPr>
          <p:cNvSpPr>
            <a:spLocks noGrp="1"/>
          </p:cNvSpPr>
          <p:nvPr/>
        </p:nvSpPr>
        <p:spPr>
          <a:xfrm>
            <a:off x="224651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14" name="01_find_only_2313">
            <a:extLst>
              <a:ext uri="{FF2B5EF4-FFF2-40B4-BE49-F238E27FC236}">
                <a16:creationId xmlns:a16="http://schemas.microsoft.com/office/drawing/2014/main" id="{41DBA869-4DCB-4224-AF00-7CDAF357EC89}"/>
              </a:ext>
            </a:extLst>
          </p:cNvPr>
          <p:cNvSpPr>
            <a:spLocks noGrp="1"/>
          </p:cNvSpPr>
          <p:nvPr/>
        </p:nvSpPr>
        <p:spPr>
          <a:xfrm>
            <a:off x="230305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15" name="01_find_only_2314">
            <a:extLst>
              <a:ext uri="{FF2B5EF4-FFF2-40B4-BE49-F238E27FC236}">
                <a16:creationId xmlns:a16="http://schemas.microsoft.com/office/drawing/2014/main" id="{A2128C0D-9F4B-4278-AB19-57DDF079D039}"/>
              </a:ext>
            </a:extLst>
          </p:cNvPr>
          <p:cNvSpPr>
            <a:spLocks noGrp="1"/>
          </p:cNvSpPr>
          <p:nvPr/>
        </p:nvSpPr>
        <p:spPr>
          <a:xfrm>
            <a:off x="224194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16" name="01_find_only_2315">
            <a:extLst>
              <a:ext uri="{FF2B5EF4-FFF2-40B4-BE49-F238E27FC236}">
                <a16:creationId xmlns:a16="http://schemas.microsoft.com/office/drawing/2014/main" id="{8E7A5BA8-529F-443A-AFFA-79003D354E37}"/>
              </a:ext>
            </a:extLst>
          </p:cNvPr>
          <p:cNvSpPr>
            <a:spLocks noGrp="1"/>
          </p:cNvSpPr>
          <p:nvPr/>
        </p:nvSpPr>
        <p:spPr>
          <a:xfrm>
            <a:off x="224806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17" name="01_find_only_2316">
            <a:extLst>
              <a:ext uri="{FF2B5EF4-FFF2-40B4-BE49-F238E27FC236}">
                <a16:creationId xmlns:a16="http://schemas.microsoft.com/office/drawing/2014/main" id="{7444CE59-EBB6-4419-941E-1276B4813237}"/>
              </a:ext>
            </a:extLst>
          </p:cNvPr>
          <p:cNvSpPr>
            <a:spLocks noGrp="1"/>
          </p:cNvSpPr>
          <p:nvPr/>
        </p:nvSpPr>
        <p:spPr>
          <a:xfrm>
            <a:off x="2305482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18" name="01_find_only_2317">
            <a:extLst>
              <a:ext uri="{FF2B5EF4-FFF2-40B4-BE49-F238E27FC236}">
                <a16:creationId xmlns:a16="http://schemas.microsoft.com/office/drawing/2014/main" id="{41DBA1E4-82E2-4BFF-B201-084251DE63D5}"/>
              </a:ext>
            </a:extLst>
          </p:cNvPr>
          <p:cNvSpPr>
            <a:spLocks noGrp="1"/>
          </p:cNvSpPr>
          <p:nvPr/>
        </p:nvSpPr>
        <p:spPr>
          <a:xfrm>
            <a:off x="224282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19" name="01_find_only_2318">
            <a:extLst>
              <a:ext uri="{FF2B5EF4-FFF2-40B4-BE49-F238E27FC236}">
                <a16:creationId xmlns:a16="http://schemas.microsoft.com/office/drawing/2014/main" id="{D719B5DE-551B-43C1-A3AD-532033D7BFF6}"/>
              </a:ext>
            </a:extLst>
          </p:cNvPr>
          <p:cNvSpPr>
            <a:spLocks noGrp="1"/>
          </p:cNvSpPr>
          <p:nvPr/>
        </p:nvSpPr>
        <p:spPr>
          <a:xfrm>
            <a:off x="232413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20" name="01_find_only_2319">
            <a:extLst>
              <a:ext uri="{FF2B5EF4-FFF2-40B4-BE49-F238E27FC236}">
                <a16:creationId xmlns:a16="http://schemas.microsoft.com/office/drawing/2014/main" id="{AE911D95-B7A5-43C7-8412-953B0D6B0D3B}"/>
              </a:ext>
            </a:extLst>
          </p:cNvPr>
          <p:cNvSpPr>
            <a:spLocks noGrp="1"/>
          </p:cNvSpPr>
          <p:nvPr/>
        </p:nvSpPr>
        <p:spPr>
          <a:xfrm>
            <a:off x="230927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21" name="01_find_only_2320">
            <a:extLst>
              <a:ext uri="{FF2B5EF4-FFF2-40B4-BE49-F238E27FC236}">
                <a16:creationId xmlns:a16="http://schemas.microsoft.com/office/drawing/2014/main" id="{D9D7DF11-FAAD-4ABB-BC8A-3C21A493C755}"/>
              </a:ext>
            </a:extLst>
          </p:cNvPr>
          <p:cNvSpPr>
            <a:spLocks noGrp="1"/>
          </p:cNvSpPr>
          <p:nvPr/>
        </p:nvSpPr>
        <p:spPr>
          <a:xfrm>
            <a:off x="2274103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22" name="01_find_only_2321">
            <a:extLst>
              <a:ext uri="{FF2B5EF4-FFF2-40B4-BE49-F238E27FC236}">
                <a16:creationId xmlns:a16="http://schemas.microsoft.com/office/drawing/2014/main" id="{904D9979-B97A-4F95-9FFD-2D33B852BF27}"/>
              </a:ext>
            </a:extLst>
          </p:cNvPr>
          <p:cNvSpPr>
            <a:spLocks noGrp="1"/>
          </p:cNvSpPr>
          <p:nvPr/>
        </p:nvSpPr>
        <p:spPr>
          <a:xfrm>
            <a:off x="225768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23" name="01_find_only_2322">
            <a:extLst>
              <a:ext uri="{FF2B5EF4-FFF2-40B4-BE49-F238E27FC236}">
                <a16:creationId xmlns:a16="http://schemas.microsoft.com/office/drawing/2014/main" id="{F47DD109-A8CD-4841-841C-F53C7D69C001}"/>
              </a:ext>
            </a:extLst>
          </p:cNvPr>
          <p:cNvSpPr>
            <a:spLocks noGrp="1"/>
          </p:cNvSpPr>
          <p:nvPr/>
        </p:nvSpPr>
        <p:spPr>
          <a:xfrm>
            <a:off x="2326856" y="573484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24" name="01_find_only_2323">
            <a:extLst>
              <a:ext uri="{FF2B5EF4-FFF2-40B4-BE49-F238E27FC236}">
                <a16:creationId xmlns:a16="http://schemas.microsoft.com/office/drawing/2014/main" id="{42AA5099-09C3-4ECE-A883-97B307ABB493}"/>
              </a:ext>
            </a:extLst>
          </p:cNvPr>
          <p:cNvSpPr>
            <a:spLocks noGrp="1"/>
          </p:cNvSpPr>
          <p:nvPr/>
        </p:nvSpPr>
        <p:spPr>
          <a:xfrm>
            <a:off x="229158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25" name="01_find_only_2324">
            <a:extLst>
              <a:ext uri="{FF2B5EF4-FFF2-40B4-BE49-F238E27FC236}">
                <a16:creationId xmlns:a16="http://schemas.microsoft.com/office/drawing/2014/main" id="{989FA155-7970-4AC9-83F9-DDB6A105EFFD}"/>
              </a:ext>
            </a:extLst>
          </p:cNvPr>
          <p:cNvSpPr>
            <a:spLocks noGrp="1"/>
          </p:cNvSpPr>
          <p:nvPr/>
        </p:nvSpPr>
        <p:spPr>
          <a:xfrm>
            <a:off x="231374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26" name="01_find_only_2325">
            <a:extLst>
              <a:ext uri="{FF2B5EF4-FFF2-40B4-BE49-F238E27FC236}">
                <a16:creationId xmlns:a16="http://schemas.microsoft.com/office/drawing/2014/main" id="{F31A3414-2881-4911-A167-1B4D7BC20B06}"/>
              </a:ext>
            </a:extLst>
          </p:cNvPr>
          <p:cNvSpPr>
            <a:spLocks noGrp="1"/>
          </p:cNvSpPr>
          <p:nvPr/>
        </p:nvSpPr>
        <p:spPr>
          <a:xfrm>
            <a:off x="2245637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27" name="01_find_only_2326">
            <a:extLst>
              <a:ext uri="{FF2B5EF4-FFF2-40B4-BE49-F238E27FC236}">
                <a16:creationId xmlns:a16="http://schemas.microsoft.com/office/drawing/2014/main" id="{1520F996-A8A3-4C7F-828C-12432C831FB5}"/>
              </a:ext>
            </a:extLst>
          </p:cNvPr>
          <p:cNvSpPr>
            <a:spLocks noGrp="1"/>
          </p:cNvSpPr>
          <p:nvPr/>
        </p:nvSpPr>
        <p:spPr>
          <a:xfrm>
            <a:off x="227303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28" name="01_find_only_2327">
            <a:extLst>
              <a:ext uri="{FF2B5EF4-FFF2-40B4-BE49-F238E27FC236}">
                <a16:creationId xmlns:a16="http://schemas.microsoft.com/office/drawing/2014/main" id="{C1B5733C-4698-454A-9812-82301B97C3C0}"/>
              </a:ext>
            </a:extLst>
          </p:cNvPr>
          <p:cNvSpPr>
            <a:spLocks noGrp="1"/>
          </p:cNvSpPr>
          <p:nvPr/>
        </p:nvSpPr>
        <p:spPr>
          <a:xfrm>
            <a:off x="230771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29" name="01_find_only_2328">
            <a:extLst>
              <a:ext uri="{FF2B5EF4-FFF2-40B4-BE49-F238E27FC236}">
                <a16:creationId xmlns:a16="http://schemas.microsoft.com/office/drawing/2014/main" id="{23E90D4A-9C86-4827-BCD8-64756D2B38F9}"/>
              </a:ext>
            </a:extLst>
          </p:cNvPr>
          <p:cNvSpPr>
            <a:spLocks noGrp="1"/>
          </p:cNvSpPr>
          <p:nvPr/>
        </p:nvSpPr>
        <p:spPr>
          <a:xfrm>
            <a:off x="229362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30" name="01_find_only_2329">
            <a:extLst>
              <a:ext uri="{FF2B5EF4-FFF2-40B4-BE49-F238E27FC236}">
                <a16:creationId xmlns:a16="http://schemas.microsoft.com/office/drawing/2014/main" id="{CAECA2CA-D4C0-4D13-A42A-35F0CED94BFC}"/>
              </a:ext>
            </a:extLst>
          </p:cNvPr>
          <p:cNvSpPr>
            <a:spLocks noGrp="1"/>
          </p:cNvSpPr>
          <p:nvPr/>
        </p:nvSpPr>
        <p:spPr>
          <a:xfrm>
            <a:off x="2322095" y="572869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31" name="01_find_only_2330">
            <a:extLst>
              <a:ext uri="{FF2B5EF4-FFF2-40B4-BE49-F238E27FC236}">
                <a16:creationId xmlns:a16="http://schemas.microsoft.com/office/drawing/2014/main" id="{8D1C219F-20A2-468D-8162-94FF16404A69}"/>
              </a:ext>
            </a:extLst>
          </p:cNvPr>
          <p:cNvSpPr>
            <a:spLocks noGrp="1"/>
          </p:cNvSpPr>
          <p:nvPr/>
        </p:nvSpPr>
        <p:spPr>
          <a:xfrm>
            <a:off x="2231938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32" name="01_find_only_2331">
            <a:extLst>
              <a:ext uri="{FF2B5EF4-FFF2-40B4-BE49-F238E27FC236}">
                <a16:creationId xmlns:a16="http://schemas.microsoft.com/office/drawing/2014/main" id="{031BE57E-234B-44CD-AC16-8707A4BEB684}"/>
              </a:ext>
            </a:extLst>
          </p:cNvPr>
          <p:cNvSpPr>
            <a:spLocks noGrp="1"/>
          </p:cNvSpPr>
          <p:nvPr/>
        </p:nvSpPr>
        <p:spPr>
          <a:xfrm>
            <a:off x="227196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33" name="01_find_only_2332">
            <a:extLst>
              <a:ext uri="{FF2B5EF4-FFF2-40B4-BE49-F238E27FC236}">
                <a16:creationId xmlns:a16="http://schemas.microsoft.com/office/drawing/2014/main" id="{64287E00-B51E-402B-A838-036CF12E20C6}"/>
              </a:ext>
            </a:extLst>
          </p:cNvPr>
          <p:cNvSpPr>
            <a:spLocks noGrp="1"/>
          </p:cNvSpPr>
          <p:nvPr/>
        </p:nvSpPr>
        <p:spPr>
          <a:xfrm>
            <a:off x="229013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34" name="01_find_only_2333">
            <a:extLst>
              <a:ext uri="{FF2B5EF4-FFF2-40B4-BE49-F238E27FC236}">
                <a16:creationId xmlns:a16="http://schemas.microsoft.com/office/drawing/2014/main" id="{F82010CA-9BF7-4571-9454-C7699562B62A}"/>
              </a:ext>
            </a:extLst>
          </p:cNvPr>
          <p:cNvSpPr>
            <a:spLocks noGrp="1"/>
          </p:cNvSpPr>
          <p:nvPr/>
        </p:nvSpPr>
        <p:spPr>
          <a:xfrm>
            <a:off x="225991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35" name="01_find_only_2334">
            <a:extLst>
              <a:ext uri="{FF2B5EF4-FFF2-40B4-BE49-F238E27FC236}">
                <a16:creationId xmlns:a16="http://schemas.microsoft.com/office/drawing/2014/main" id="{9CB3862E-58DE-4943-9F9B-FB7CBEF58519}"/>
              </a:ext>
            </a:extLst>
          </p:cNvPr>
          <p:cNvSpPr>
            <a:spLocks noGrp="1"/>
          </p:cNvSpPr>
          <p:nvPr/>
        </p:nvSpPr>
        <p:spPr>
          <a:xfrm>
            <a:off x="228168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36" name="01_find_only_2335">
            <a:extLst>
              <a:ext uri="{FF2B5EF4-FFF2-40B4-BE49-F238E27FC236}">
                <a16:creationId xmlns:a16="http://schemas.microsoft.com/office/drawing/2014/main" id="{5ED1D158-7DC1-445F-95A4-B0E556385F17}"/>
              </a:ext>
            </a:extLst>
          </p:cNvPr>
          <p:cNvSpPr>
            <a:spLocks noGrp="1"/>
          </p:cNvSpPr>
          <p:nvPr/>
        </p:nvSpPr>
        <p:spPr>
          <a:xfrm>
            <a:off x="2269439" y="61807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37" name="01_find_only_2336">
            <a:extLst>
              <a:ext uri="{FF2B5EF4-FFF2-40B4-BE49-F238E27FC236}">
                <a16:creationId xmlns:a16="http://schemas.microsoft.com/office/drawing/2014/main" id="{F996F06C-27F2-498C-9DC5-CD4DEB6B4E10}"/>
              </a:ext>
            </a:extLst>
          </p:cNvPr>
          <p:cNvSpPr>
            <a:spLocks noGrp="1"/>
          </p:cNvSpPr>
          <p:nvPr/>
        </p:nvSpPr>
        <p:spPr>
          <a:xfrm>
            <a:off x="2311408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38" name="01_find_only_2337">
            <a:extLst>
              <a:ext uri="{FF2B5EF4-FFF2-40B4-BE49-F238E27FC236}">
                <a16:creationId xmlns:a16="http://schemas.microsoft.com/office/drawing/2014/main" id="{CEC92227-08EE-4F2B-BDA0-04ADFF93A92D}"/>
              </a:ext>
            </a:extLst>
          </p:cNvPr>
          <p:cNvSpPr>
            <a:spLocks noGrp="1"/>
          </p:cNvSpPr>
          <p:nvPr/>
        </p:nvSpPr>
        <p:spPr>
          <a:xfrm>
            <a:off x="224262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39" name="01_find_only_2338">
            <a:extLst>
              <a:ext uri="{FF2B5EF4-FFF2-40B4-BE49-F238E27FC236}">
                <a16:creationId xmlns:a16="http://schemas.microsoft.com/office/drawing/2014/main" id="{284E176E-9013-4A45-8797-BC9DDC5766D4}"/>
              </a:ext>
            </a:extLst>
          </p:cNvPr>
          <p:cNvSpPr>
            <a:spLocks noGrp="1"/>
          </p:cNvSpPr>
          <p:nvPr/>
        </p:nvSpPr>
        <p:spPr>
          <a:xfrm>
            <a:off x="224709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40" name="01_find_only_2339">
            <a:extLst>
              <a:ext uri="{FF2B5EF4-FFF2-40B4-BE49-F238E27FC236}">
                <a16:creationId xmlns:a16="http://schemas.microsoft.com/office/drawing/2014/main" id="{5CB95598-474E-4458-AD78-C9ADBBAF5447}"/>
              </a:ext>
            </a:extLst>
          </p:cNvPr>
          <p:cNvSpPr>
            <a:spLocks noGrp="1"/>
          </p:cNvSpPr>
          <p:nvPr/>
        </p:nvSpPr>
        <p:spPr>
          <a:xfrm>
            <a:off x="228750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41" name="01_find_only_2340">
            <a:extLst>
              <a:ext uri="{FF2B5EF4-FFF2-40B4-BE49-F238E27FC236}">
                <a16:creationId xmlns:a16="http://schemas.microsoft.com/office/drawing/2014/main" id="{A9276BE0-6EC4-42B7-AADB-527E64A1CC61}"/>
              </a:ext>
            </a:extLst>
          </p:cNvPr>
          <p:cNvSpPr>
            <a:spLocks noGrp="1"/>
          </p:cNvSpPr>
          <p:nvPr/>
        </p:nvSpPr>
        <p:spPr>
          <a:xfrm>
            <a:off x="228663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42" name="01_find_only_2341">
            <a:extLst>
              <a:ext uri="{FF2B5EF4-FFF2-40B4-BE49-F238E27FC236}">
                <a16:creationId xmlns:a16="http://schemas.microsoft.com/office/drawing/2014/main" id="{9A556818-D138-4263-A77B-D213C86FCA6E}"/>
              </a:ext>
            </a:extLst>
          </p:cNvPr>
          <p:cNvSpPr>
            <a:spLocks noGrp="1"/>
          </p:cNvSpPr>
          <p:nvPr/>
        </p:nvSpPr>
        <p:spPr>
          <a:xfrm>
            <a:off x="231820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43" name="01_find_only_2342">
            <a:extLst>
              <a:ext uri="{FF2B5EF4-FFF2-40B4-BE49-F238E27FC236}">
                <a16:creationId xmlns:a16="http://schemas.microsoft.com/office/drawing/2014/main" id="{0AD179C4-FBD4-4D45-9735-436BBD5494EE}"/>
              </a:ext>
            </a:extLst>
          </p:cNvPr>
          <p:cNvSpPr>
            <a:spLocks noGrp="1"/>
          </p:cNvSpPr>
          <p:nvPr/>
        </p:nvSpPr>
        <p:spPr>
          <a:xfrm>
            <a:off x="2303539" y="59654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44" name="01_find_only_2343">
            <a:extLst>
              <a:ext uri="{FF2B5EF4-FFF2-40B4-BE49-F238E27FC236}">
                <a16:creationId xmlns:a16="http://schemas.microsoft.com/office/drawing/2014/main" id="{E2AA88B5-EA45-4FA8-97CB-3BA7ED1F94FC}"/>
              </a:ext>
            </a:extLst>
          </p:cNvPr>
          <p:cNvSpPr>
            <a:spLocks noGrp="1"/>
          </p:cNvSpPr>
          <p:nvPr/>
        </p:nvSpPr>
        <p:spPr>
          <a:xfrm>
            <a:off x="225768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45" name="01_find_only_2344">
            <a:extLst>
              <a:ext uri="{FF2B5EF4-FFF2-40B4-BE49-F238E27FC236}">
                <a16:creationId xmlns:a16="http://schemas.microsoft.com/office/drawing/2014/main" id="{E908B8E7-3294-491C-9D73-5F0878850DCB}"/>
              </a:ext>
            </a:extLst>
          </p:cNvPr>
          <p:cNvSpPr>
            <a:spLocks noGrp="1"/>
          </p:cNvSpPr>
          <p:nvPr/>
        </p:nvSpPr>
        <p:spPr>
          <a:xfrm>
            <a:off x="2305482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46" name="01_find_only_2345">
            <a:extLst>
              <a:ext uri="{FF2B5EF4-FFF2-40B4-BE49-F238E27FC236}">
                <a16:creationId xmlns:a16="http://schemas.microsoft.com/office/drawing/2014/main" id="{E578E3E1-A903-47BE-9432-4F95D99FC02F}"/>
              </a:ext>
            </a:extLst>
          </p:cNvPr>
          <p:cNvSpPr>
            <a:spLocks noGrp="1"/>
          </p:cNvSpPr>
          <p:nvPr/>
        </p:nvSpPr>
        <p:spPr>
          <a:xfrm>
            <a:off x="2297613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47" name="01_find_only_2346">
            <a:extLst>
              <a:ext uri="{FF2B5EF4-FFF2-40B4-BE49-F238E27FC236}">
                <a16:creationId xmlns:a16="http://schemas.microsoft.com/office/drawing/2014/main" id="{6F0ED881-9642-4006-891F-7EF80D72A9C8}"/>
              </a:ext>
            </a:extLst>
          </p:cNvPr>
          <p:cNvSpPr>
            <a:spLocks noGrp="1"/>
          </p:cNvSpPr>
          <p:nvPr/>
        </p:nvSpPr>
        <p:spPr>
          <a:xfrm>
            <a:off x="230179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48" name="01_find_only_2347">
            <a:extLst>
              <a:ext uri="{FF2B5EF4-FFF2-40B4-BE49-F238E27FC236}">
                <a16:creationId xmlns:a16="http://schemas.microsoft.com/office/drawing/2014/main" id="{0C8694D0-D0EC-49CC-9147-F8BD81D7531E}"/>
              </a:ext>
            </a:extLst>
          </p:cNvPr>
          <p:cNvSpPr>
            <a:spLocks noGrp="1"/>
          </p:cNvSpPr>
          <p:nvPr/>
        </p:nvSpPr>
        <p:spPr>
          <a:xfrm>
            <a:off x="228342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49" name="01_find_only_2348">
            <a:extLst>
              <a:ext uri="{FF2B5EF4-FFF2-40B4-BE49-F238E27FC236}">
                <a16:creationId xmlns:a16="http://schemas.microsoft.com/office/drawing/2014/main" id="{E9030504-37E7-4A97-9059-C876CDA567EC}"/>
              </a:ext>
            </a:extLst>
          </p:cNvPr>
          <p:cNvSpPr>
            <a:spLocks noGrp="1"/>
          </p:cNvSpPr>
          <p:nvPr/>
        </p:nvSpPr>
        <p:spPr>
          <a:xfrm>
            <a:off x="223300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50" name="01_find_only_2349">
            <a:extLst>
              <a:ext uri="{FF2B5EF4-FFF2-40B4-BE49-F238E27FC236}">
                <a16:creationId xmlns:a16="http://schemas.microsoft.com/office/drawing/2014/main" id="{CE85D609-5307-4035-9E59-9A578B880371}"/>
              </a:ext>
            </a:extLst>
          </p:cNvPr>
          <p:cNvSpPr>
            <a:spLocks noGrp="1"/>
          </p:cNvSpPr>
          <p:nvPr/>
        </p:nvSpPr>
        <p:spPr>
          <a:xfrm>
            <a:off x="2298002" y="58412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51" name="01_find_only_2350">
            <a:extLst>
              <a:ext uri="{FF2B5EF4-FFF2-40B4-BE49-F238E27FC236}">
                <a16:creationId xmlns:a16="http://schemas.microsoft.com/office/drawing/2014/main" id="{459315E1-E61E-480A-AF43-6AD093642E02}"/>
              </a:ext>
            </a:extLst>
          </p:cNvPr>
          <p:cNvSpPr>
            <a:spLocks noGrp="1"/>
          </p:cNvSpPr>
          <p:nvPr/>
        </p:nvSpPr>
        <p:spPr>
          <a:xfrm>
            <a:off x="231082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52" name="01_find_only_2351">
            <a:extLst>
              <a:ext uri="{FF2B5EF4-FFF2-40B4-BE49-F238E27FC236}">
                <a16:creationId xmlns:a16="http://schemas.microsoft.com/office/drawing/2014/main" id="{A402B71B-0E94-4C4C-A89D-8160A2F819AC}"/>
              </a:ext>
            </a:extLst>
          </p:cNvPr>
          <p:cNvSpPr>
            <a:spLocks noGrp="1"/>
          </p:cNvSpPr>
          <p:nvPr/>
        </p:nvSpPr>
        <p:spPr>
          <a:xfrm>
            <a:off x="224913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53" name="01_find_only_2352">
            <a:extLst>
              <a:ext uri="{FF2B5EF4-FFF2-40B4-BE49-F238E27FC236}">
                <a16:creationId xmlns:a16="http://schemas.microsoft.com/office/drawing/2014/main" id="{5C395931-C5D1-41BF-9E8D-78235C55B49B}"/>
              </a:ext>
            </a:extLst>
          </p:cNvPr>
          <p:cNvSpPr>
            <a:spLocks noGrp="1"/>
          </p:cNvSpPr>
          <p:nvPr/>
        </p:nvSpPr>
        <p:spPr>
          <a:xfrm>
            <a:off x="2241848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54" name="01_find_only_2353">
            <a:extLst>
              <a:ext uri="{FF2B5EF4-FFF2-40B4-BE49-F238E27FC236}">
                <a16:creationId xmlns:a16="http://schemas.microsoft.com/office/drawing/2014/main" id="{4758904B-A7E5-4459-BBB0-B0C4E91D1F54}"/>
              </a:ext>
            </a:extLst>
          </p:cNvPr>
          <p:cNvSpPr>
            <a:spLocks noGrp="1"/>
          </p:cNvSpPr>
          <p:nvPr/>
        </p:nvSpPr>
        <p:spPr>
          <a:xfrm>
            <a:off x="229780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55" name="01_find_only_2354">
            <a:extLst>
              <a:ext uri="{FF2B5EF4-FFF2-40B4-BE49-F238E27FC236}">
                <a16:creationId xmlns:a16="http://schemas.microsoft.com/office/drawing/2014/main" id="{45DED0BD-6A4A-42A7-9934-A55414EF98E5}"/>
              </a:ext>
            </a:extLst>
          </p:cNvPr>
          <p:cNvSpPr>
            <a:spLocks noGrp="1"/>
          </p:cNvSpPr>
          <p:nvPr/>
        </p:nvSpPr>
        <p:spPr>
          <a:xfrm>
            <a:off x="2322872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56" name="01_find_only_2355">
            <a:extLst>
              <a:ext uri="{FF2B5EF4-FFF2-40B4-BE49-F238E27FC236}">
                <a16:creationId xmlns:a16="http://schemas.microsoft.com/office/drawing/2014/main" id="{DBCC7366-E5CA-45F4-B582-B8177DD97565}"/>
              </a:ext>
            </a:extLst>
          </p:cNvPr>
          <p:cNvSpPr>
            <a:spLocks noGrp="1"/>
          </p:cNvSpPr>
          <p:nvPr/>
        </p:nvSpPr>
        <p:spPr>
          <a:xfrm>
            <a:off x="232705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57" name="01_find_only_2356">
            <a:extLst>
              <a:ext uri="{FF2B5EF4-FFF2-40B4-BE49-F238E27FC236}">
                <a16:creationId xmlns:a16="http://schemas.microsoft.com/office/drawing/2014/main" id="{6F7C07E9-11BA-4C57-B87A-75FC2AB7170A}"/>
              </a:ext>
            </a:extLst>
          </p:cNvPr>
          <p:cNvSpPr>
            <a:spLocks noGrp="1"/>
          </p:cNvSpPr>
          <p:nvPr/>
        </p:nvSpPr>
        <p:spPr>
          <a:xfrm>
            <a:off x="226701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58" name="01_find_only_2357">
            <a:extLst>
              <a:ext uri="{FF2B5EF4-FFF2-40B4-BE49-F238E27FC236}">
                <a16:creationId xmlns:a16="http://schemas.microsoft.com/office/drawing/2014/main" id="{69B60240-067F-40DA-ADF6-2FCE9C68178D}"/>
              </a:ext>
            </a:extLst>
          </p:cNvPr>
          <p:cNvSpPr>
            <a:spLocks noGrp="1"/>
          </p:cNvSpPr>
          <p:nvPr/>
        </p:nvSpPr>
        <p:spPr>
          <a:xfrm>
            <a:off x="230266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59" name="01_find_only_2358">
            <a:extLst>
              <a:ext uri="{FF2B5EF4-FFF2-40B4-BE49-F238E27FC236}">
                <a16:creationId xmlns:a16="http://schemas.microsoft.com/office/drawing/2014/main" id="{81FCFA4B-4A23-48EB-B68C-764F7BDEDE31}"/>
              </a:ext>
            </a:extLst>
          </p:cNvPr>
          <p:cNvSpPr>
            <a:spLocks noGrp="1"/>
          </p:cNvSpPr>
          <p:nvPr/>
        </p:nvSpPr>
        <p:spPr>
          <a:xfrm>
            <a:off x="231004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60" name="01_find_only_2359">
            <a:extLst>
              <a:ext uri="{FF2B5EF4-FFF2-40B4-BE49-F238E27FC236}">
                <a16:creationId xmlns:a16="http://schemas.microsoft.com/office/drawing/2014/main" id="{E1BB6082-6F2A-4AD1-9499-731AC78CCB29}"/>
              </a:ext>
            </a:extLst>
          </p:cNvPr>
          <p:cNvSpPr>
            <a:spLocks noGrp="1"/>
          </p:cNvSpPr>
          <p:nvPr/>
        </p:nvSpPr>
        <p:spPr>
          <a:xfrm>
            <a:off x="232180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61" name="01_find_only_2360">
            <a:extLst>
              <a:ext uri="{FF2B5EF4-FFF2-40B4-BE49-F238E27FC236}">
                <a16:creationId xmlns:a16="http://schemas.microsoft.com/office/drawing/2014/main" id="{C59E5E46-700A-437D-B115-46AF5AB88DEE}"/>
              </a:ext>
            </a:extLst>
          </p:cNvPr>
          <p:cNvSpPr>
            <a:spLocks noGrp="1"/>
          </p:cNvSpPr>
          <p:nvPr/>
        </p:nvSpPr>
        <p:spPr>
          <a:xfrm>
            <a:off x="231150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62" name="01_find_only_2361">
            <a:extLst>
              <a:ext uri="{FF2B5EF4-FFF2-40B4-BE49-F238E27FC236}">
                <a16:creationId xmlns:a16="http://schemas.microsoft.com/office/drawing/2014/main" id="{14F9B18A-F75F-40FB-AD84-2315499CA7D4}"/>
              </a:ext>
            </a:extLst>
          </p:cNvPr>
          <p:cNvSpPr>
            <a:spLocks noGrp="1"/>
          </p:cNvSpPr>
          <p:nvPr/>
        </p:nvSpPr>
        <p:spPr>
          <a:xfrm>
            <a:off x="229683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63" name="01_find_only_2362">
            <a:extLst>
              <a:ext uri="{FF2B5EF4-FFF2-40B4-BE49-F238E27FC236}">
                <a16:creationId xmlns:a16="http://schemas.microsoft.com/office/drawing/2014/main" id="{3C22276A-2DA2-4CCC-94B9-599C57B0FF48}"/>
              </a:ext>
            </a:extLst>
          </p:cNvPr>
          <p:cNvSpPr>
            <a:spLocks noGrp="1"/>
          </p:cNvSpPr>
          <p:nvPr/>
        </p:nvSpPr>
        <p:spPr>
          <a:xfrm>
            <a:off x="2237282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64" name="01_find_only_2363">
            <a:extLst>
              <a:ext uri="{FF2B5EF4-FFF2-40B4-BE49-F238E27FC236}">
                <a16:creationId xmlns:a16="http://schemas.microsoft.com/office/drawing/2014/main" id="{0EA173F1-C847-4C17-8E3B-CFD2395EFB71}"/>
              </a:ext>
            </a:extLst>
          </p:cNvPr>
          <p:cNvSpPr>
            <a:spLocks noGrp="1"/>
          </p:cNvSpPr>
          <p:nvPr/>
        </p:nvSpPr>
        <p:spPr>
          <a:xfrm>
            <a:off x="2246706" y="590089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65" name="01_find_only_2364">
            <a:extLst>
              <a:ext uri="{FF2B5EF4-FFF2-40B4-BE49-F238E27FC236}">
                <a16:creationId xmlns:a16="http://schemas.microsoft.com/office/drawing/2014/main" id="{EBD535BD-1F51-4783-8B38-E7FC5EB24FF8}"/>
              </a:ext>
            </a:extLst>
          </p:cNvPr>
          <p:cNvSpPr>
            <a:spLocks noGrp="1"/>
          </p:cNvSpPr>
          <p:nvPr/>
        </p:nvSpPr>
        <p:spPr>
          <a:xfrm>
            <a:off x="229780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66" name="01_find_only_2365">
            <a:extLst>
              <a:ext uri="{FF2B5EF4-FFF2-40B4-BE49-F238E27FC236}">
                <a16:creationId xmlns:a16="http://schemas.microsoft.com/office/drawing/2014/main" id="{600392B9-D1D8-4787-AB99-0EE1254ADA3A}"/>
              </a:ext>
            </a:extLst>
          </p:cNvPr>
          <p:cNvSpPr>
            <a:spLocks noGrp="1"/>
          </p:cNvSpPr>
          <p:nvPr/>
        </p:nvSpPr>
        <p:spPr>
          <a:xfrm>
            <a:off x="228799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67" name="01_find_only_2366">
            <a:extLst>
              <a:ext uri="{FF2B5EF4-FFF2-40B4-BE49-F238E27FC236}">
                <a16:creationId xmlns:a16="http://schemas.microsoft.com/office/drawing/2014/main" id="{74FFA809-717E-475E-967F-A5FB64B79C14}"/>
              </a:ext>
            </a:extLst>
          </p:cNvPr>
          <p:cNvSpPr>
            <a:spLocks noGrp="1"/>
          </p:cNvSpPr>
          <p:nvPr/>
        </p:nvSpPr>
        <p:spPr>
          <a:xfrm>
            <a:off x="225078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68" name="01_find_only_2367">
            <a:extLst>
              <a:ext uri="{FF2B5EF4-FFF2-40B4-BE49-F238E27FC236}">
                <a16:creationId xmlns:a16="http://schemas.microsoft.com/office/drawing/2014/main" id="{79731756-AF00-4D2A-8EA1-8EA990FCC354}"/>
              </a:ext>
            </a:extLst>
          </p:cNvPr>
          <p:cNvSpPr>
            <a:spLocks noGrp="1"/>
          </p:cNvSpPr>
          <p:nvPr/>
        </p:nvSpPr>
        <p:spPr>
          <a:xfrm>
            <a:off x="226837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69" name="01_find_only_2368">
            <a:extLst>
              <a:ext uri="{FF2B5EF4-FFF2-40B4-BE49-F238E27FC236}">
                <a16:creationId xmlns:a16="http://schemas.microsoft.com/office/drawing/2014/main" id="{4C3EDB24-89BE-4728-81A4-2D720889E82D}"/>
              </a:ext>
            </a:extLst>
          </p:cNvPr>
          <p:cNvSpPr>
            <a:spLocks noGrp="1"/>
          </p:cNvSpPr>
          <p:nvPr/>
        </p:nvSpPr>
        <p:spPr>
          <a:xfrm>
            <a:off x="2233979" y="614998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70" name="01_find_only_2369">
            <a:extLst>
              <a:ext uri="{FF2B5EF4-FFF2-40B4-BE49-F238E27FC236}">
                <a16:creationId xmlns:a16="http://schemas.microsoft.com/office/drawing/2014/main" id="{A6F5F52A-DCE7-4599-BA7C-F214E91EBAFF}"/>
              </a:ext>
            </a:extLst>
          </p:cNvPr>
          <p:cNvSpPr>
            <a:spLocks noGrp="1"/>
          </p:cNvSpPr>
          <p:nvPr/>
        </p:nvSpPr>
        <p:spPr>
          <a:xfrm>
            <a:off x="250630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71" name="01_find_only_2370">
            <a:extLst>
              <a:ext uri="{FF2B5EF4-FFF2-40B4-BE49-F238E27FC236}">
                <a16:creationId xmlns:a16="http://schemas.microsoft.com/office/drawing/2014/main" id="{9D1B5537-5664-4ED2-AE09-618A2A0AE9D1}"/>
              </a:ext>
            </a:extLst>
          </p:cNvPr>
          <p:cNvSpPr>
            <a:spLocks noGrp="1"/>
          </p:cNvSpPr>
          <p:nvPr/>
        </p:nvSpPr>
        <p:spPr>
          <a:xfrm>
            <a:off x="256847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72" name="01_find_only_2371">
            <a:extLst>
              <a:ext uri="{FF2B5EF4-FFF2-40B4-BE49-F238E27FC236}">
                <a16:creationId xmlns:a16="http://schemas.microsoft.com/office/drawing/2014/main" id="{9F28411B-C44B-401A-827B-F86A49DFE774}"/>
              </a:ext>
            </a:extLst>
          </p:cNvPr>
          <p:cNvSpPr>
            <a:spLocks noGrp="1"/>
          </p:cNvSpPr>
          <p:nvPr/>
        </p:nvSpPr>
        <p:spPr>
          <a:xfrm>
            <a:off x="248589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73" name="01_find_only_2372">
            <a:extLst>
              <a:ext uri="{FF2B5EF4-FFF2-40B4-BE49-F238E27FC236}">
                <a16:creationId xmlns:a16="http://schemas.microsoft.com/office/drawing/2014/main" id="{0AA5621F-C089-4A38-9AFC-3C38CC6B538A}"/>
              </a:ext>
            </a:extLst>
          </p:cNvPr>
          <p:cNvSpPr>
            <a:spLocks noGrp="1"/>
          </p:cNvSpPr>
          <p:nvPr/>
        </p:nvSpPr>
        <p:spPr>
          <a:xfrm>
            <a:off x="256070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74" name="01_find_only_2373">
            <a:extLst>
              <a:ext uri="{FF2B5EF4-FFF2-40B4-BE49-F238E27FC236}">
                <a16:creationId xmlns:a16="http://schemas.microsoft.com/office/drawing/2014/main" id="{3F0D3399-8303-4D0F-BF9C-88285772A945}"/>
              </a:ext>
            </a:extLst>
          </p:cNvPr>
          <p:cNvSpPr>
            <a:spLocks noGrp="1"/>
          </p:cNvSpPr>
          <p:nvPr/>
        </p:nvSpPr>
        <p:spPr>
          <a:xfrm>
            <a:off x="252213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75" name="01_find_only_2374">
            <a:extLst>
              <a:ext uri="{FF2B5EF4-FFF2-40B4-BE49-F238E27FC236}">
                <a16:creationId xmlns:a16="http://schemas.microsoft.com/office/drawing/2014/main" id="{D58E563F-6023-4F3A-A484-0AB7290FD0BC}"/>
              </a:ext>
            </a:extLst>
          </p:cNvPr>
          <p:cNvSpPr>
            <a:spLocks noGrp="1"/>
          </p:cNvSpPr>
          <p:nvPr/>
        </p:nvSpPr>
        <p:spPr>
          <a:xfrm>
            <a:off x="257537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76" name="01_find_only_2375">
            <a:extLst>
              <a:ext uri="{FF2B5EF4-FFF2-40B4-BE49-F238E27FC236}">
                <a16:creationId xmlns:a16="http://schemas.microsoft.com/office/drawing/2014/main" id="{09A680E9-1D96-4FD6-9605-43F313F9270C}"/>
              </a:ext>
            </a:extLst>
          </p:cNvPr>
          <p:cNvSpPr>
            <a:spLocks noGrp="1"/>
          </p:cNvSpPr>
          <p:nvPr/>
        </p:nvSpPr>
        <p:spPr>
          <a:xfrm>
            <a:off x="250620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77" name="01_find_only_2376">
            <a:extLst>
              <a:ext uri="{FF2B5EF4-FFF2-40B4-BE49-F238E27FC236}">
                <a16:creationId xmlns:a16="http://schemas.microsoft.com/office/drawing/2014/main" id="{DD3E4B41-2D58-4F9C-B6EF-D111C11F9987}"/>
              </a:ext>
            </a:extLst>
          </p:cNvPr>
          <p:cNvSpPr>
            <a:spLocks noGrp="1"/>
          </p:cNvSpPr>
          <p:nvPr/>
        </p:nvSpPr>
        <p:spPr>
          <a:xfrm>
            <a:off x="255361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78" name="01_find_only_2377">
            <a:extLst>
              <a:ext uri="{FF2B5EF4-FFF2-40B4-BE49-F238E27FC236}">
                <a16:creationId xmlns:a16="http://schemas.microsoft.com/office/drawing/2014/main" id="{BAA53615-7FE3-4807-BD28-6CB16DFD432F}"/>
              </a:ext>
            </a:extLst>
          </p:cNvPr>
          <p:cNvSpPr>
            <a:spLocks noGrp="1"/>
          </p:cNvSpPr>
          <p:nvPr/>
        </p:nvSpPr>
        <p:spPr>
          <a:xfrm>
            <a:off x="248929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79" name="01_find_only_2378">
            <a:extLst>
              <a:ext uri="{FF2B5EF4-FFF2-40B4-BE49-F238E27FC236}">
                <a16:creationId xmlns:a16="http://schemas.microsoft.com/office/drawing/2014/main" id="{3C2DC543-7FDF-4BEC-AC1E-6E0DEFBD0C0A}"/>
              </a:ext>
            </a:extLst>
          </p:cNvPr>
          <p:cNvSpPr>
            <a:spLocks noGrp="1"/>
          </p:cNvSpPr>
          <p:nvPr/>
        </p:nvSpPr>
        <p:spPr>
          <a:xfrm>
            <a:off x="250999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80" name="01_find_only_2379">
            <a:extLst>
              <a:ext uri="{FF2B5EF4-FFF2-40B4-BE49-F238E27FC236}">
                <a16:creationId xmlns:a16="http://schemas.microsoft.com/office/drawing/2014/main" id="{A79211B2-8A9D-449C-8054-CEE92BFDC110}"/>
              </a:ext>
            </a:extLst>
          </p:cNvPr>
          <p:cNvSpPr>
            <a:spLocks noGrp="1"/>
          </p:cNvSpPr>
          <p:nvPr/>
        </p:nvSpPr>
        <p:spPr>
          <a:xfrm>
            <a:off x="2489103" y="59654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81" name="01_find_only_2380">
            <a:extLst>
              <a:ext uri="{FF2B5EF4-FFF2-40B4-BE49-F238E27FC236}">
                <a16:creationId xmlns:a16="http://schemas.microsoft.com/office/drawing/2014/main" id="{59217F45-345B-4496-862A-625C450E71A6}"/>
              </a:ext>
            </a:extLst>
          </p:cNvPr>
          <p:cNvSpPr>
            <a:spLocks noGrp="1"/>
          </p:cNvSpPr>
          <p:nvPr/>
        </p:nvSpPr>
        <p:spPr>
          <a:xfrm>
            <a:off x="254399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82" name="01_find_only_2381">
            <a:extLst>
              <a:ext uri="{FF2B5EF4-FFF2-40B4-BE49-F238E27FC236}">
                <a16:creationId xmlns:a16="http://schemas.microsoft.com/office/drawing/2014/main" id="{C225CA9E-E3CA-442B-890E-426C25709872}"/>
              </a:ext>
            </a:extLst>
          </p:cNvPr>
          <p:cNvSpPr>
            <a:spLocks noGrp="1"/>
          </p:cNvSpPr>
          <p:nvPr/>
        </p:nvSpPr>
        <p:spPr>
          <a:xfrm>
            <a:off x="250221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83" name="01_find_only_2382">
            <a:extLst>
              <a:ext uri="{FF2B5EF4-FFF2-40B4-BE49-F238E27FC236}">
                <a16:creationId xmlns:a16="http://schemas.microsoft.com/office/drawing/2014/main" id="{CBD5D9CD-B426-4751-82FD-3205F8FA8C90}"/>
              </a:ext>
            </a:extLst>
          </p:cNvPr>
          <p:cNvSpPr>
            <a:spLocks noGrp="1"/>
          </p:cNvSpPr>
          <p:nvPr/>
        </p:nvSpPr>
        <p:spPr>
          <a:xfrm>
            <a:off x="253136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84" name="01_find_only_2383">
            <a:extLst>
              <a:ext uri="{FF2B5EF4-FFF2-40B4-BE49-F238E27FC236}">
                <a16:creationId xmlns:a16="http://schemas.microsoft.com/office/drawing/2014/main" id="{BE31F9CF-D1C0-403E-8551-ECB894C715BB}"/>
              </a:ext>
            </a:extLst>
          </p:cNvPr>
          <p:cNvSpPr>
            <a:spLocks noGrp="1"/>
          </p:cNvSpPr>
          <p:nvPr/>
        </p:nvSpPr>
        <p:spPr>
          <a:xfrm>
            <a:off x="252106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85" name="01_find_only_2384">
            <a:extLst>
              <a:ext uri="{FF2B5EF4-FFF2-40B4-BE49-F238E27FC236}">
                <a16:creationId xmlns:a16="http://schemas.microsoft.com/office/drawing/2014/main" id="{36F93F11-3165-4AB2-9C32-9A68EB728055}"/>
              </a:ext>
            </a:extLst>
          </p:cNvPr>
          <p:cNvSpPr>
            <a:spLocks noGrp="1"/>
          </p:cNvSpPr>
          <p:nvPr/>
        </p:nvSpPr>
        <p:spPr>
          <a:xfrm>
            <a:off x="2511449" y="624223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86" name="01_find_only_2385">
            <a:extLst>
              <a:ext uri="{FF2B5EF4-FFF2-40B4-BE49-F238E27FC236}">
                <a16:creationId xmlns:a16="http://schemas.microsoft.com/office/drawing/2014/main" id="{82FA60AE-D195-4B82-8DF2-B47FDF1D1382}"/>
              </a:ext>
            </a:extLst>
          </p:cNvPr>
          <p:cNvSpPr>
            <a:spLocks noGrp="1"/>
          </p:cNvSpPr>
          <p:nvPr/>
        </p:nvSpPr>
        <p:spPr>
          <a:xfrm>
            <a:off x="2488812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87" name="01_find_only_2386">
            <a:extLst>
              <a:ext uri="{FF2B5EF4-FFF2-40B4-BE49-F238E27FC236}">
                <a16:creationId xmlns:a16="http://schemas.microsoft.com/office/drawing/2014/main" id="{19E117E8-B530-4EF4-8840-55729C894AF8}"/>
              </a:ext>
            </a:extLst>
          </p:cNvPr>
          <p:cNvSpPr>
            <a:spLocks noGrp="1"/>
          </p:cNvSpPr>
          <p:nvPr/>
        </p:nvSpPr>
        <p:spPr>
          <a:xfrm>
            <a:off x="2576054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88" name="01_find_only_2387">
            <a:extLst>
              <a:ext uri="{FF2B5EF4-FFF2-40B4-BE49-F238E27FC236}">
                <a16:creationId xmlns:a16="http://schemas.microsoft.com/office/drawing/2014/main" id="{2DBF65C5-0221-4739-9387-D4C2F1581120}"/>
              </a:ext>
            </a:extLst>
          </p:cNvPr>
          <p:cNvSpPr>
            <a:spLocks noGrp="1"/>
          </p:cNvSpPr>
          <p:nvPr/>
        </p:nvSpPr>
        <p:spPr>
          <a:xfrm>
            <a:off x="249017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89" name="01_find_only_2388">
            <a:extLst>
              <a:ext uri="{FF2B5EF4-FFF2-40B4-BE49-F238E27FC236}">
                <a16:creationId xmlns:a16="http://schemas.microsoft.com/office/drawing/2014/main" id="{06FC4AAD-71EB-46DD-9B4C-7AE485B0DE66}"/>
              </a:ext>
            </a:extLst>
          </p:cNvPr>
          <p:cNvSpPr>
            <a:spLocks noGrp="1"/>
          </p:cNvSpPr>
          <p:nvPr/>
        </p:nvSpPr>
        <p:spPr>
          <a:xfrm>
            <a:off x="256886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90" name="01_find_only_2389">
            <a:extLst>
              <a:ext uri="{FF2B5EF4-FFF2-40B4-BE49-F238E27FC236}">
                <a16:creationId xmlns:a16="http://schemas.microsoft.com/office/drawing/2014/main" id="{18680607-BF69-4F29-81AA-89100AFEA80D}"/>
              </a:ext>
            </a:extLst>
          </p:cNvPr>
          <p:cNvSpPr>
            <a:spLocks noGrp="1"/>
          </p:cNvSpPr>
          <p:nvPr/>
        </p:nvSpPr>
        <p:spPr>
          <a:xfrm>
            <a:off x="252252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91" name="01_find_only_2390">
            <a:extLst>
              <a:ext uri="{FF2B5EF4-FFF2-40B4-BE49-F238E27FC236}">
                <a16:creationId xmlns:a16="http://schemas.microsoft.com/office/drawing/2014/main" id="{459B25AF-8DF2-49C9-B5F4-3B128E758F28}"/>
              </a:ext>
            </a:extLst>
          </p:cNvPr>
          <p:cNvSpPr>
            <a:spLocks noGrp="1"/>
          </p:cNvSpPr>
          <p:nvPr/>
        </p:nvSpPr>
        <p:spPr>
          <a:xfrm>
            <a:off x="2580037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92" name="01_find_only_2391">
            <a:extLst>
              <a:ext uri="{FF2B5EF4-FFF2-40B4-BE49-F238E27FC236}">
                <a16:creationId xmlns:a16="http://schemas.microsoft.com/office/drawing/2014/main" id="{4D3C0B61-3F6E-402B-BDF6-CC0FE45673AD}"/>
              </a:ext>
            </a:extLst>
          </p:cNvPr>
          <p:cNvSpPr>
            <a:spLocks noGrp="1"/>
          </p:cNvSpPr>
          <p:nvPr/>
        </p:nvSpPr>
        <p:spPr>
          <a:xfrm>
            <a:off x="254962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93" name="01_find_only_2392">
            <a:extLst>
              <a:ext uri="{FF2B5EF4-FFF2-40B4-BE49-F238E27FC236}">
                <a16:creationId xmlns:a16="http://schemas.microsoft.com/office/drawing/2014/main" id="{4FE069A5-0A33-4F19-A45C-5D5D9C38815D}"/>
              </a:ext>
            </a:extLst>
          </p:cNvPr>
          <p:cNvSpPr>
            <a:spLocks noGrp="1"/>
          </p:cNvSpPr>
          <p:nvPr/>
        </p:nvSpPr>
        <p:spPr>
          <a:xfrm>
            <a:off x="2556235" y="600135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94" name="01_find_only_2393">
            <a:extLst>
              <a:ext uri="{FF2B5EF4-FFF2-40B4-BE49-F238E27FC236}">
                <a16:creationId xmlns:a16="http://schemas.microsoft.com/office/drawing/2014/main" id="{47EEAB47-F5AD-41EB-B519-D72AFAFF7B27}"/>
              </a:ext>
            </a:extLst>
          </p:cNvPr>
          <p:cNvSpPr>
            <a:spLocks noGrp="1"/>
          </p:cNvSpPr>
          <p:nvPr/>
        </p:nvSpPr>
        <p:spPr>
          <a:xfrm>
            <a:off x="2513585" y="571434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95" name="01_find_only_2394">
            <a:extLst>
              <a:ext uri="{FF2B5EF4-FFF2-40B4-BE49-F238E27FC236}">
                <a16:creationId xmlns:a16="http://schemas.microsoft.com/office/drawing/2014/main" id="{045C1D5A-FD79-464C-8C00-BBCB74AD33C1}"/>
              </a:ext>
            </a:extLst>
          </p:cNvPr>
          <p:cNvSpPr>
            <a:spLocks noGrp="1"/>
          </p:cNvSpPr>
          <p:nvPr/>
        </p:nvSpPr>
        <p:spPr>
          <a:xfrm>
            <a:off x="2574597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96" name="01_find_only_2395">
            <a:extLst>
              <a:ext uri="{FF2B5EF4-FFF2-40B4-BE49-F238E27FC236}">
                <a16:creationId xmlns:a16="http://schemas.microsoft.com/office/drawing/2014/main" id="{BAB553FB-EBB7-4404-930C-07405F60CC6D}"/>
              </a:ext>
            </a:extLst>
          </p:cNvPr>
          <p:cNvSpPr>
            <a:spLocks noGrp="1"/>
          </p:cNvSpPr>
          <p:nvPr/>
        </p:nvSpPr>
        <p:spPr>
          <a:xfrm>
            <a:off x="255642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97" name="01_find_only_2396">
            <a:extLst>
              <a:ext uri="{FF2B5EF4-FFF2-40B4-BE49-F238E27FC236}">
                <a16:creationId xmlns:a16="http://schemas.microsoft.com/office/drawing/2014/main" id="{61555CF8-73E5-40F0-8C30-DA5D12A811B5}"/>
              </a:ext>
            </a:extLst>
          </p:cNvPr>
          <p:cNvSpPr>
            <a:spLocks noGrp="1"/>
          </p:cNvSpPr>
          <p:nvPr/>
        </p:nvSpPr>
        <p:spPr>
          <a:xfrm>
            <a:off x="250095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98" name="01_find_only_2397">
            <a:extLst>
              <a:ext uri="{FF2B5EF4-FFF2-40B4-BE49-F238E27FC236}">
                <a16:creationId xmlns:a16="http://schemas.microsoft.com/office/drawing/2014/main" id="{4C0714EC-603D-431C-BB72-E5F4CBD04161}"/>
              </a:ext>
            </a:extLst>
          </p:cNvPr>
          <p:cNvSpPr>
            <a:spLocks noGrp="1"/>
          </p:cNvSpPr>
          <p:nvPr/>
        </p:nvSpPr>
        <p:spPr>
          <a:xfrm>
            <a:off x="2554778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399" name="01_find_only_2398">
            <a:extLst>
              <a:ext uri="{FF2B5EF4-FFF2-40B4-BE49-F238E27FC236}">
                <a16:creationId xmlns:a16="http://schemas.microsoft.com/office/drawing/2014/main" id="{7273D1BC-E32F-4321-9B95-CA7C2E5B1877}"/>
              </a:ext>
            </a:extLst>
          </p:cNvPr>
          <p:cNvSpPr>
            <a:spLocks noGrp="1"/>
          </p:cNvSpPr>
          <p:nvPr/>
        </p:nvSpPr>
        <p:spPr>
          <a:xfrm>
            <a:off x="250591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00" name="01_find_only_2399">
            <a:extLst>
              <a:ext uri="{FF2B5EF4-FFF2-40B4-BE49-F238E27FC236}">
                <a16:creationId xmlns:a16="http://schemas.microsoft.com/office/drawing/2014/main" id="{5799C3E8-F883-47B5-A290-1998B31E82E1}"/>
              </a:ext>
            </a:extLst>
          </p:cNvPr>
          <p:cNvSpPr>
            <a:spLocks noGrp="1"/>
          </p:cNvSpPr>
          <p:nvPr/>
        </p:nvSpPr>
        <p:spPr>
          <a:xfrm>
            <a:off x="2513489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01" name="01_find_only_2400">
            <a:extLst>
              <a:ext uri="{FF2B5EF4-FFF2-40B4-BE49-F238E27FC236}">
                <a16:creationId xmlns:a16="http://schemas.microsoft.com/office/drawing/2014/main" id="{3C15D271-0A5C-4521-92E3-096A8438E400}"/>
              </a:ext>
            </a:extLst>
          </p:cNvPr>
          <p:cNvSpPr>
            <a:spLocks noGrp="1"/>
          </p:cNvSpPr>
          <p:nvPr/>
        </p:nvSpPr>
        <p:spPr>
          <a:xfrm>
            <a:off x="257382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02" name="01_find_only_2401">
            <a:extLst>
              <a:ext uri="{FF2B5EF4-FFF2-40B4-BE49-F238E27FC236}">
                <a16:creationId xmlns:a16="http://schemas.microsoft.com/office/drawing/2014/main" id="{1AF19B6C-F294-46DE-8AE6-CB7839EB4E58}"/>
              </a:ext>
            </a:extLst>
          </p:cNvPr>
          <p:cNvSpPr>
            <a:spLocks noGrp="1"/>
          </p:cNvSpPr>
          <p:nvPr/>
        </p:nvSpPr>
        <p:spPr>
          <a:xfrm>
            <a:off x="251504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03" name="01_find_only_2402">
            <a:extLst>
              <a:ext uri="{FF2B5EF4-FFF2-40B4-BE49-F238E27FC236}">
                <a16:creationId xmlns:a16="http://schemas.microsoft.com/office/drawing/2014/main" id="{59D00C27-89DC-4708-97D4-AFC7BA0AD2C6}"/>
              </a:ext>
            </a:extLst>
          </p:cNvPr>
          <p:cNvSpPr>
            <a:spLocks noGrp="1"/>
          </p:cNvSpPr>
          <p:nvPr/>
        </p:nvSpPr>
        <p:spPr>
          <a:xfrm>
            <a:off x="2568379" y="57502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04" name="01_find_only_2403">
            <a:extLst>
              <a:ext uri="{FF2B5EF4-FFF2-40B4-BE49-F238E27FC236}">
                <a16:creationId xmlns:a16="http://schemas.microsoft.com/office/drawing/2014/main" id="{D18045BE-0586-4545-8FF2-63B7C4BF60FC}"/>
              </a:ext>
            </a:extLst>
          </p:cNvPr>
          <p:cNvSpPr>
            <a:spLocks noGrp="1"/>
          </p:cNvSpPr>
          <p:nvPr/>
        </p:nvSpPr>
        <p:spPr>
          <a:xfrm>
            <a:off x="256915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05" name="01_find_only_2404">
            <a:extLst>
              <a:ext uri="{FF2B5EF4-FFF2-40B4-BE49-F238E27FC236}">
                <a16:creationId xmlns:a16="http://schemas.microsoft.com/office/drawing/2014/main" id="{480FAA88-1731-4C8E-B11A-19B362185B33}"/>
              </a:ext>
            </a:extLst>
          </p:cNvPr>
          <p:cNvSpPr>
            <a:spLocks noGrp="1"/>
          </p:cNvSpPr>
          <p:nvPr/>
        </p:nvSpPr>
        <p:spPr>
          <a:xfrm>
            <a:off x="2571682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06" name="01_find_only_2405">
            <a:extLst>
              <a:ext uri="{FF2B5EF4-FFF2-40B4-BE49-F238E27FC236}">
                <a16:creationId xmlns:a16="http://schemas.microsoft.com/office/drawing/2014/main" id="{820BA2EA-D5AD-42C8-91FF-AEE0A7390603}"/>
              </a:ext>
            </a:extLst>
          </p:cNvPr>
          <p:cNvSpPr>
            <a:spLocks noGrp="1"/>
          </p:cNvSpPr>
          <p:nvPr/>
        </p:nvSpPr>
        <p:spPr>
          <a:xfrm>
            <a:off x="2515820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07" name="01_find_only_2406">
            <a:extLst>
              <a:ext uri="{FF2B5EF4-FFF2-40B4-BE49-F238E27FC236}">
                <a16:creationId xmlns:a16="http://schemas.microsoft.com/office/drawing/2014/main" id="{DDFE6E74-E184-48CB-9CF1-B05C22105246}"/>
              </a:ext>
            </a:extLst>
          </p:cNvPr>
          <p:cNvSpPr>
            <a:spLocks noGrp="1"/>
          </p:cNvSpPr>
          <p:nvPr/>
        </p:nvSpPr>
        <p:spPr>
          <a:xfrm>
            <a:off x="250115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08" name="01_find_only_2407">
            <a:extLst>
              <a:ext uri="{FF2B5EF4-FFF2-40B4-BE49-F238E27FC236}">
                <a16:creationId xmlns:a16="http://schemas.microsoft.com/office/drawing/2014/main" id="{467404BC-7E72-4941-AC2E-F4DB84570379}"/>
              </a:ext>
            </a:extLst>
          </p:cNvPr>
          <p:cNvSpPr>
            <a:spLocks noGrp="1"/>
          </p:cNvSpPr>
          <p:nvPr/>
        </p:nvSpPr>
        <p:spPr>
          <a:xfrm>
            <a:off x="255769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09" name="01_find_only_2408">
            <a:extLst>
              <a:ext uri="{FF2B5EF4-FFF2-40B4-BE49-F238E27FC236}">
                <a16:creationId xmlns:a16="http://schemas.microsoft.com/office/drawing/2014/main" id="{B794B738-0776-4352-B1A6-871ED59BC82C}"/>
              </a:ext>
            </a:extLst>
          </p:cNvPr>
          <p:cNvSpPr>
            <a:spLocks noGrp="1"/>
          </p:cNvSpPr>
          <p:nvPr/>
        </p:nvSpPr>
        <p:spPr>
          <a:xfrm>
            <a:off x="249658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10" name="01_find_only_2409">
            <a:extLst>
              <a:ext uri="{FF2B5EF4-FFF2-40B4-BE49-F238E27FC236}">
                <a16:creationId xmlns:a16="http://schemas.microsoft.com/office/drawing/2014/main" id="{BA22B612-B89D-4364-8ABC-E9EEE90B7F56}"/>
              </a:ext>
            </a:extLst>
          </p:cNvPr>
          <p:cNvSpPr>
            <a:spLocks noGrp="1"/>
          </p:cNvSpPr>
          <p:nvPr/>
        </p:nvSpPr>
        <p:spPr>
          <a:xfrm>
            <a:off x="250270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11" name="01_find_only_2410">
            <a:extLst>
              <a:ext uri="{FF2B5EF4-FFF2-40B4-BE49-F238E27FC236}">
                <a16:creationId xmlns:a16="http://schemas.microsoft.com/office/drawing/2014/main" id="{446DD80D-58B1-4F09-9342-856E45E2AAB6}"/>
              </a:ext>
            </a:extLst>
          </p:cNvPr>
          <p:cNvSpPr>
            <a:spLocks noGrp="1"/>
          </p:cNvSpPr>
          <p:nvPr/>
        </p:nvSpPr>
        <p:spPr>
          <a:xfrm>
            <a:off x="256012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12" name="01_find_only_2411">
            <a:extLst>
              <a:ext uri="{FF2B5EF4-FFF2-40B4-BE49-F238E27FC236}">
                <a16:creationId xmlns:a16="http://schemas.microsoft.com/office/drawing/2014/main" id="{D81CD3EC-7299-4A4D-A228-434332F21FD3}"/>
              </a:ext>
            </a:extLst>
          </p:cNvPr>
          <p:cNvSpPr>
            <a:spLocks noGrp="1"/>
          </p:cNvSpPr>
          <p:nvPr/>
        </p:nvSpPr>
        <p:spPr>
          <a:xfrm>
            <a:off x="249745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13" name="01_find_only_2412">
            <a:extLst>
              <a:ext uri="{FF2B5EF4-FFF2-40B4-BE49-F238E27FC236}">
                <a16:creationId xmlns:a16="http://schemas.microsoft.com/office/drawing/2014/main" id="{7D892ABE-EA0A-44F8-A29A-55880FF223C2}"/>
              </a:ext>
            </a:extLst>
          </p:cNvPr>
          <p:cNvSpPr>
            <a:spLocks noGrp="1"/>
          </p:cNvSpPr>
          <p:nvPr/>
        </p:nvSpPr>
        <p:spPr>
          <a:xfrm>
            <a:off x="257877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14" name="01_find_only_2413">
            <a:extLst>
              <a:ext uri="{FF2B5EF4-FFF2-40B4-BE49-F238E27FC236}">
                <a16:creationId xmlns:a16="http://schemas.microsoft.com/office/drawing/2014/main" id="{FA8CAE10-ABE4-43F4-B33B-D75BB8EA7DAE}"/>
              </a:ext>
            </a:extLst>
          </p:cNvPr>
          <p:cNvSpPr>
            <a:spLocks noGrp="1"/>
          </p:cNvSpPr>
          <p:nvPr/>
        </p:nvSpPr>
        <p:spPr>
          <a:xfrm>
            <a:off x="256391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15" name="01_find_only_2414">
            <a:extLst>
              <a:ext uri="{FF2B5EF4-FFF2-40B4-BE49-F238E27FC236}">
                <a16:creationId xmlns:a16="http://schemas.microsoft.com/office/drawing/2014/main" id="{FBAE5C01-F290-4CFB-BB32-F05E7AAB7EDA}"/>
              </a:ext>
            </a:extLst>
          </p:cNvPr>
          <p:cNvSpPr>
            <a:spLocks noGrp="1"/>
          </p:cNvSpPr>
          <p:nvPr/>
        </p:nvSpPr>
        <p:spPr>
          <a:xfrm>
            <a:off x="252874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16" name="01_find_only_2415">
            <a:extLst>
              <a:ext uri="{FF2B5EF4-FFF2-40B4-BE49-F238E27FC236}">
                <a16:creationId xmlns:a16="http://schemas.microsoft.com/office/drawing/2014/main" id="{21341890-AAE3-49E0-9F0B-67BD3121C0DB}"/>
              </a:ext>
            </a:extLst>
          </p:cNvPr>
          <p:cNvSpPr>
            <a:spLocks noGrp="1"/>
          </p:cNvSpPr>
          <p:nvPr/>
        </p:nvSpPr>
        <p:spPr>
          <a:xfrm>
            <a:off x="251232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17" name="01_find_only_2416">
            <a:extLst>
              <a:ext uri="{FF2B5EF4-FFF2-40B4-BE49-F238E27FC236}">
                <a16:creationId xmlns:a16="http://schemas.microsoft.com/office/drawing/2014/main" id="{31DEB6AE-083D-456E-99DD-331F5D5B8674}"/>
              </a:ext>
            </a:extLst>
          </p:cNvPr>
          <p:cNvSpPr>
            <a:spLocks noGrp="1"/>
          </p:cNvSpPr>
          <p:nvPr/>
        </p:nvSpPr>
        <p:spPr>
          <a:xfrm>
            <a:off x="2581495" y="536582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18" name="01_find_only_2417">
            <a:extLst>
              <a:ext uri="{FF2B5EF4-FFF2-40B4-BE49-F238E27FC236}">
                <a16:creationId xmlns:a16="http://schemas.microsoft.com/office/drawing/2014/main" id="{7C47CF65-09CB-41FA-B896-B056F87361E5}"/>
              </a:ext>
            </a:extLst>
          </p:cNvPr>
          <p:cNvSpPr>
            <a:spLocks noGrp="1"/>
          </p:cNvSpPr>
          <p:nvPr/>
        </p:nvSpPr>
        <p:spPr>
          <a:xfrm>
            <a:off x="254622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19" name="01_find_only_2418">
            <a:extLst>
              <a:ext uri="{FF2B5EF4-FFF2-40B4-BE49-F238E27FC236}">
                <a16:creationId xmlns:a16="http://schemas.microsoft.com/office/drawing/2014/main" id="{7FF1562B-AF13-42C0-9513-98FCC8137782}"/>
              </a:ext>
            </a:extLst>
          </p:cNvPr>
          <p:cNvSpPr>
            <a:spLocks noGrp="1"/>
          </p:cNvSpPr>
          <p:nvPr/>
        </p:nvSpPr>
        <p:spPr>
          <a:xfrm>
            <a:off x="256837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20" name="01_find_only_2419">
            <a:extLst>
              <a:ext uri="{FF2B5EF4-FFF2-40B4-BE49-F238E27FC236}">
                <a16:creationId xmlns:a16="http://schemas.microsoft.com/office/drawing/2014/main" id="{4BEE34FF-9B71-4B22-839A-27C59105E307}"/>
              </a:ext>
            </a:extLst>
          </p:cNvPr>
          <p:cNvSpPr>
            <a:spLocks noGrp="1"/>
          </p:cNvSpPr>
          <p:nvPr/>
        </p:nvSpPr>
        <p:spPr>
          <a:xfrm>
            <a:off x="250027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21" name="01_find_only_2420">
            <a:extLst>
              <a:ext uri="{FF2B5EF4-FFF2-40B4-BE49-F238E27FC236}">
                <a16:creationId xmlns:a16="http://schemas.microsoft.com/office/drawing/2014/main" id="{D7E2BFDE-637B-4C96-B745-750B701BD2EB}"/>
              </a:ext>
            </a:extLst>
          </p:cNvPr>
          <p:cNvSpPr>
            <a:spLocks noGrp="1"/>
          </p:cNvSpPr>
          <p:nvPr/>
        </p:nvSpPr>
        <p:spPr>
          <a:xfrm>
            <a:off x="252767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22" name="01_find_only_2421">
            <a:extLst>
              <a:ext uri="{FF2B5EF4-FFF2-40B4-BE49-F238E27FC236}">
                <a16:creationId xmlns:a16="http://schemas.microsoft.com/office/drawing/2014/main" id="{5E43A52F-DA39-4947-8748-1554CEE28D42}"/>
              </a:ext>
            </a:extLst>
          </p:cNvPr>
          <p:cNvSpPr>
            <a:spLocks noGrp="1"/>
          </p:cNvSpPr>
          <p:nvPr/>
        </p:nvSpPr>
        <p:spPr>
          <a:xfrm>
            <a:off x="256235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23" name="01_find_only_2422">
            <a:extLst>
              <a:ext uri="{FF2B5EF4-FFF2-40B4-BE49-F238E27FC236}">
                <a16:creationId xmlns:a16="http://schemas.microsoft.com/office/drawing/2014/main" id="{CB487742-95E1-4566-8994-99D698B087B0}"/>
              </a:ext>
            </a:extLst>
          </p:cNvPr>
          <p:cNvSpPr>
            <a:spLocks noGrp="1"/>
          </p:cNvSpPr>
          <p:nvPr/>
        </p:nvSpPr>
        <p:spPr>
          <a:xfrm>
            <a:off x="254826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24" name="01_find_only_2423">
            <a:extLst>
              <a:ext uri="{FF2B5EF4-FFF2-40B4-BE49-F238E27FC236}">
                <a16:creationId xmlns:a16="http://schemas.microsoft.com/office/drawing/2014/main" id="{0B001166-68E6-46A9-A956-BD62DC0C813F}"/>
              </a:ext>
            </a:extLst>
          </p:cNvPr>
          <p:cNvSpPr>
            <a:spLocks noGrp="1"/>
          </p:cNvSpPr>
          <p:nvPr/>
        </p:nvSpPr>
        <p:spPr>
          <a:xfrm>
            <a:off x="2576734" y="529817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25" name="01_find_only_2424">
            <a:extLst>
              <a:ext uri="{FF2B5EF4-FFF2-40B4-BE49-F238E27FC236}">
                <a16:creationId xmlns:a16="http://schemas.microsoft.com/office/drawing/2014/main" id="{3CB94B2D-3EBA-427D-BF1F-2ACA0140CD40}"/>
              </a:ext>
            </a:extLst>
          </p:cNvPr>
          <p:cNvSpPr>
            <a:spLocks noGrp="1"/>
          </p:cNvSpPr>
          <p:nvPr/>
        </p:nvSpPr>
        <p:spPr>
          <a:xfrm>
            <a:off x="248657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26" name="01_find_only_2425">
            <a:extLst>
              <a:ext uri="{FF2B5EF4-FFF2-40B4-BE49-F238E27FC236}">
                <a16:creationId xmlns:a16="http://schemas.microsoft.com/office/drawing/2014/main" id="{68D657D9-F4AA-4304-9C04-B084CBEC7D34}"/>
              </a:ext>
            </a:extLst>
          </p:cNvPr>
          <p:cNvSpPr>
            <a:spLocks noGrp="1"/>
          </p:cNvSpPr>
          <p:nvPr/>
        </p:nvSpPr>
        <p:spPr>
          <a:xfrm>
            <a:off x="252660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27" name="01_find_only_2426">
            <a:extLst>
              <a:ext uri="{FF2B5EF4-FFF2-40B4-BE49-F238E27FC236}">
                <a16:creationId xmlns:a16="http://schemas.microsoft.com/office/drawing/2014/main" id="{B533E480-D3BD-4063-86F2-4984B1CB2EB9}"/>
              </a:ext>
            </a:extLst>
          </p:cNvPr>
          <p:cNvSpPr>
            <a:spLocks noGrp="1"/>
          </p:cNvSpPr>
          <p:nvPr/>
        </p:nvSpPr>
        <p:spPr>
          <a:xfrm>
            <a:off x="254477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28" name="01_find_only_2427">
            <a:extLst>
              <a:ext uri="{FF2B5EF4-FFF2-40B4-BE49-F238E27FC236}">
                <a16:creationId xmlns:a16="http://schemas.microsoft.com/office/drawing/2014/main" id="{DDF51801-7EBC-49CE-AE8F-18281924C19A}"/>
              </a:ext>
            </a:extLst>
          </p:cNvPr>
          <p:cNvSpPr>
            <a:spLocks noGrp="1"/>
          </p:cNvSpPr>
          <p:nvPr/>
        </p:nvSpPr>
        <p:spPr>
          <a:xfrm>
            <a:off x="251455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29" name="01_find_only_2428">
            <a:extLst>
              <a:ext uri="{FF2B5EF4-FFF2-40B4-BE49-F238E27FC236}">
                <a16:creationId xmlns:a16="http://schemas.microsoft.com/office/drawing/2014/main" id="{D49FF7A2-38DD-4195-AD97-3B19F7B4D863}"/>
              </a:ext>
            </a:extLst>
          </p:cNvPr>
          <p:cNvSpPr>
            <a:spLocks noGrp="1"/>
          </p:cNvSpPr>
          <p:nvPr/>
        </p:nvSpPr>
        <p:spPr>
          <a:xfrm>
            <a:off x="253631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30" name="01_find_only_2429">
            <a:extLst>
              <a:ext uri="{FF2B5EF4-FFF2-40B4-BE49-F238E27FC236}">
                <a16:creationId xmlns:a16="http://schemas.microsoft.com/office/drawing/2014/main" id="{582A1CE3-FE44-4CB0-83F9-419A689CEADA}"/>
              </a:ext>
            </a:extLst>
          </p:cNvPr>
          <p:cNvSpPr>
            <a:spLocks noGrp="1"/>
          </p:cNvSpPr>
          <p:nvPr/>
        </p:nvSpPr>
        <p:spPr>
          <a:xfrm>
            <a:off x="2524078" y="61807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31" name="01_find_only_2430">
            <a:extLst>
              <a:ext uri="{FF2B5EF4-FFF2-40B4-BE49-F238E27FC236}">
                <a16:creationId xmlns:a16="http://schemas.microsoft.com/office/drawing/2014/main" id="{41D5A16F-2A25-4FFF-BDA5-67C06A755811}"/>
              </a:ext>
            </a:extLst>
          </p:cNvPr>
          <p:cNvSpPr>
            <a:spLocks noGrp="1"/>
          </p:cNvSpPr>
          <p:nvPr/>
        </p:nvSpPr>
        <p:spPr>
          <a:xfrm>
            <a:off x="2566047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32" name="01_find_only_2431">
            <a:extLst>
              <a:ext uri="{FF2B5EF4-FFF2-40B4-BE49-F238E27FC236}">
                <a16:creationId xmlns:a16="http://schemas.microsoft.com/office/drawing/2014/main" id="{FA8DC213-D762-4697-923B-9835B5D3CDBB}"/>
              </a:ext>
            </a:extLst>
          </p:cNvPr>
          <p:cNvSpPr>
            <a:spLocks noGrp="1"/>
          </p:cNvSpPr>
          <p:nvPr/>
        </p:nvSpPr>
        <p:spPr>
          <a:xfrm>
            <a:off x="249726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33" name="01_find_only_2432">
            <a:extLst>
              <a:ext uri="{FF2B5EF4-FFF2-40B4-BE49-F238E27FC236}">
                <a16:creationId xmlns:a16="http://schemas.microsoft.com/office/drawing/2014/main" id="{DCF65455-5672-402F-82C0-CB8AA3C73F8B}"/>
              </a:ext>
            </a:extLst>
          </p:cNvPr>
          <p:cNvSpPr>
            <a:spLocks noGrp="1"/>
          </p:cNvSpPr>
          <p:nvPr/>
        </p:nvSpPr>
        <p:spPr>
          <a:xfrm>
            <a:off x="250173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34" name="01_find_only_2433">
            <a:extLst>
              <a:ext uri="{FF2B5EF4-FFF2-40B4-BE49-F238E27FC236}">
                <a16:creationId xmlns:a16="http://schemas.microsoft.com/office/drawing/2014/main" id="{DA46C4E5-0BAE-43D3-9F30-6A81D9C8C22D}"/>
              </a:ext>
            </a:extLst>
          </p:cNvPr>
          <p:cNvSpPr>
            <a:spLocks noGrp="1"/>
          </p:cNvSpPr>
          <p:nvPr/>
        </p:nvSpPr>
        <p:spPr>
          <a:xfrm>
            <a:off x="254214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35" name="01_find_only_2434">
            <a:extLst>
              <a:ext uri="{FF2B5EF4-FFF2-40B4-BE49-F238E27FC236}">
                <a16:creationId xmlns:a16="http://schemas.microsoft.com/office/drawing/2014/main" id="{AF93B914-2061-4066-B70D-BD5C64510CD3}"/>
              </a:ext>
            </a:extLst>
          </p:cNvPr>
          <p:cNvSpPr>
            <a:spLocks noGrp="1"/>
          </p:cNvSpPr>
          <p:nvPr/>
        </p:nvSpPr>
        <p:spPr>
          <a:xfrm>
            <a:off x="254127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36" name="01_find_only_2435">
            <a:extLst>
              <a:ext uri="{FF2B5EF4-FFF2-40B4-BE49-F238E27FC236}">
                <a16:creationId xmlns:a16="http://schemas.microsoft.com/office/drawing/2014/main" id="{AD0EB6E2-1736-473E-ABE5-879C79A2C540}"/>
              </a:ext>
            </a:extLst>
          </p:cNvPr>
          <p:cNvSpPr>
            <a:spLocks noGrp="1"/>
          </p:cNvSpPr>
          <p:nvPr/>
        </p:nvSpPr>
        <p:spPr>
          <a:xfrm>
            <a:off x="257284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37" name="01_find_only_2436">
            <a:extLst>
              <a:ext uri="{FF2B5EF4-FFF2-40B4-BE49-F238E27FC236}">
                <a16:creationId xmlns:a16="http://schemas.microsoft.com/office/drawing/2014/main" id="{395AC7BA-04A2-4764-B328-FD25AEFA91DA}"/>
              </a:ext>
            </a:extLst>
          </p:cNvPr>
          <p:cNvSpPr>
            <a:spLocks noGrp="1"/>
          </p:cNvSpPr>
          <p:nvPr/>
        </p:nvSpPr>
        <p:spPr>
          <a:xfrm>
            <a:off x="2558178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38" name="01_find_only_2437">
            <a:extLst>
              <a:ext uri="{FF2B5EF4-FFF2-40B4-BE49-F238E27FC236}">
                <a16:creationId xmlns:a16="http://schemas.microsoft.com/office/drawing/2014/main" id="{D834083A-8841-4C9A-99B8-B47A1BC947EE}"/>
              </a:ext>
            </a:extLst>
          </p:cNvPr>
          <p:cNvSpPr>
            <a:spLocks noGrp="1"/>
          </p:cNvSpPr>
          <p:nvPr/>
        </p:nvSpPr>
        <p:spPr>
          <a:xfrm>
            <a:off x="251232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39" name="01_find_only_2438">
            <a:extLst>
              <a:ext uri="{FF2B5EF4-FFF2-40B4-BE49-F238E27FC236}">
                <a16:creationId xmlns:a16="http://schemas.microsoft.com/office/drawing/2014/main" id="{AA78E986-B7FE-4E20-A6F3-B0DCB2725EA3}"/>
              </a:ext>
            </a:extLst>
          </p:cNvPr>
          <p:cNvSpPr>
            <a:spLocks noGrp="1"/>
          </p:cNvSpPr>
          <p:nvPr/>
        </p:nvSpPr>
        <p:spPr>
          <a:xfrm>
            <a:off x="2560121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40" name="01_find_only_2439">
            <a:extLst>
              <a:ext uri="{FF2B5EF4-FFF2-40B4-BE49-F238E27FC236}">
                <a16:creationId xmlns:a16="http://schemas.microsoft.com/office/drawing/2014/main" id="{65AE6A71-E12A-45E7-B46C-7EDA3DE42ADC}"/>
              </a:ext>
            </a:extLst>
          </p:cNvPr>
          <p:cNvSpPr>
            <a:spLocks noGrp="1"/>
          </p:cNvSpPr>
          <p:nvPr/>
        </p:nvSpPr>
        <p:spPr>
          <a:xfrm>
            <a:off x="255225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41" name="01_find_only_2440">
            <a:extLst>
              <a:ext uri="{FF2B5EF4-FFF2-40B4-BE49-F238E27FC236}">
                <a16:creationId xmlns:a16="http://schemas.microsoft.com/office/drawing/2014/main" id="{0FEB9A6E-44F5-4087-B7C5-5628A8C50579}"/>
              </a:ext>
            </a:extLst>
          </p:cNvPr>
          <p:cNvSpPr>
            <a:spLocks noGrp="1"/>
          </p:cNvSpPr>
          <p:nvPr/>
        </p:nvSpPr>
        <p:spPr>
          <a:xfrm>
            <a:off x="255642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42" name="01_find_only_2441">
            <a:extLst>
              <a:ext uri="{FF2B5EF4-FFF2-40B4-BE49-F238E27FC236}">
                <a16:creationId xmlns:a16="http://schemas.microsoft.com/office/drawing/2014/main" id="{732E94EE-4E00-4098-8673-C0A18093D268}"/>
              </a:ext>
            </a:extLst>
          </p:cNvPr>
          <p:cNvSpPr>
            <a:spLocks noGrp="1"/>
          </p:cNvSpPr>
          <p:nvPr/>
        </p:nvSpPr>
        <p:spPr>
          <a:xfrm>
            <a:off x="253806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43" name="01_find_only_2442">
            <a:extLst>
              <a:ext uri="{FF2B5EF4-FFF2-40B4-BE49-F238E27FC236}">
                <a16:creationId xmlns:a16="http://schemas.microsoft.com/office/drawing/2014/main" id="{DE4307B7-D001-4168-99B2-8E83812A5341}"/>
              </a:ext>
            </a:extLst>
          </p:cNvPr>
          <p:cNvSpPr>
            <a:spLocks noGrp="1"/>
          </p:cNvSpPr>
          <p:nvPr/>
        </p:nvSpPr>
        <p:spPr>
          <a:xfrm>
            <a:off x="248764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44" name="01_find_only_2443">
            <a:extLst>
              <a:ext uri="{FF2B5EF4-FFF2-40B4-BE49-F238E27FC236}">
                <a16:creationId xmlns:a16="http://schemas.microsoft.com/office/drawing/2014/main" id="{C8C00A5A-7C0A-40D9-AEEF-21B642A2D785}"/>
              </a:ext>
            </a:extLst>
          </p:cNvPr>
          <p:cNvSpPr>
            <a:spLocks noGrp="1"/>
          </p:cNvSpPr>
          <p:nvPr/>
        </p:nvSpPr>
        <p:spPr>
          <a:xfrm>
            <a:off x="2552641" y="549356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45" name="01_find_only_2444">
            <a:extLst>
              <a:ext uri="{FF2B5EF4-FFF2-40B4-BE49-F238E27FC236}">
                <a16:creationId xmlns:a16="http://schemas.microsoft.com/office/drawing/2014/main" id="{C205FDC9-9E1A-41A4-9CAD-73425E26E282}"/>
              </a:ext>
            </a:extLst>
          </p:cNvPr>
          <p:cNvSpPr>
            <a:spLocks noGrp="1"/>
          </p:cNvSpPr>
          <p:nvPr/>
        </p:nvSpPr>
        <p:spPr>
          <a:xfrm>
            <a:off x="2565465" y="54990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46" name="01_find_only_2445">
            <a:extLst>
              <a:ext uri="{FF2B5EF4-FFF2-40B4-BE49-F238E27FC236}">
                <a16:creationId xmlns:a16="http://schemas.microsoft.com/office/drawing/2014/main" id="{98D25085-9B5A-41E8-9C28-8B03090AEE36}"/>
              </a:ext>
            </a:extLst>
          </p:cNvPr>
          <p:cNvSpPr>
            <a:spLocks noGrp="1"/>
          </p:cNvSpPr>
          <p:nvPr/>
        </p:nvSpPr>
        <p:spPr>
          <a:xfrm>
            <a:off x="250377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47" name="01_find_only_2446">
            <a:extLst>
              <a:ext uri="{FF2B5EF4-FFF2-40B4-BE49-F238E27FC236}">
                <a16:creationId xmlns:a16="http://schemas.microsoft.com/office/drawing/2014/main" id="{710246B7-B70B-4132-A701-8CCAA595FA4E}"/>
              </a:ext>
            </a:extLst>
          </p:cNvPr>
          <p:cNvSpPr>
            <a:spLocks noGrp="1"/>
          </p:cNvSpPr>
          <p:nvPr/>
        </p:nvSpPr>
        <p:spPr>
          <a:xfrm>
            <a:off x="249648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48" name="01_find_only_2447">
            <a:extLst>
              <a:ext uri="{FF2B5EF4-FFF2-40B4-BE49-F238E27FC236}">
                <a16:creationId xmlns:a16="http://schemas.microsoft.com/office/drawing/2014/main" id="{71DB7C1B-5BCD-4254-ABF7-E1CDD72591B0}"/>
              </a:ext>
            </a:extLst>
          </p:cNvPr>
          <p:cNvSpPr>
            <a:spLocks noGrp="1"/>
          </p:cNvSpPr>
          <p:nvPr/>
        </p:nvSpPr>
        <p:spPr>
          <a:xfrm>
            <a:off x="2552446" y="515825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49" name="01_find_only_2448">
            <a:extLst>
              <a:ext uri="{FF2B5EF4-FFF2-40B4-BE49-F238E27FC236}">
                <a16:creationId xmlns:a16="http://schemas.microsoft.com/office/drawing/2014/main" id="{5EF3706D-E04C-4703-8DE1-E78632F85D02}"/>
              </a:ext>
            </a:extLst>
          </p:cNvPr>
          <p:cNvSpPr>
            <a:spLocks noGrp="1"/>
          </p:cNvSpPr>
          <p:nvPr/>
        </p:nvSpPr>
        <p:spPr>
          <a:xfrm>
            <a:off x="257751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50" name="01_find_only_2449">
            <a:extLst>
              <a:ext uri="{FF2B5EF4-FFF2-40B4-BE49-F238E27FC236}">
                <a16:creationId xmlns:a16="http://schemas.microsoft.com/office/drawing/2014/main" id="{51F9535E-3CB2-43F2-B5F0-9C7F98D4561B}"/>
              </a:ext>
            </a:extLst>
          </p:cNvPr>
          <p:cNvSpPr>
            <a:spLocks noGrp="1"/>
          </p:cNvSpPr>
          <p:nvPr/>
        </p:nvSpPr>
        <p:spPr>
          <a:xfrm>
            <a:off x="258168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51" name="01_find_only_2450">
            <a:extLst>
              <a:ext uri="{FF2B5EF4-FFF2-40B4-BE49-F238E27FC236}">
                <a16:creationId xmlns:a16="http://schemas.microsoft.com/office/drawing/2014/main" id="{A38923D0-1AAF-49C1-810A-3C154577FFB1}"/>
              </a:ext>
            </a:extLst>
          </p:cNvPr>
          <p:cNvSpPr>
            <a:spLocks noGrp="1"/>
          </p:cNvSpPr>
          <p:nvPr/>
        </p:nvSpPr>
        <p:spPr>
          <a:xfrm>
            <a:off x="252164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52" name="01_find_only_2451">
            <a:extLst>
              <a:ext uri="{FF2B5EF4-FFF2-40B4-BE49-F238E27FC236}">
                <a16:creationId xmlns:a16="http://schemas.microsoft.com/office/drawing/2014/main" id="{DE1C51A7-1E4E-432A-9C87-870FEAE77216}"/>
              </a:ext>
            </a:extLst>
          </p:cNvPr>
          <p:cNvSpPr>
            <a:spLocks noGrp="1"/>
          </p:cNvSpPr>
          <p:nvPr/>
        </p:nvSpPr>
        <p:spPr>
          <a:xfrm>
            <a:off x="2557304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53" name="01_find_only_2452">
            <a:extLst>
              <a:ext uri="{FF2B5EF4-FFF2-40B4-BE49-F238E27FC236}">
                <a16:creationId xmlns:a16="http://schemas.microsoft.com/office/drawing/2014/main" id="{E5D4A7B3-80A8-43AB-A539-0C27987A466F}"/>
              </a:ext>
            </a:extLst>
          </p:cNvPr>
          <p:cNvSpPr>
            <a:spLocks noGrp="1"/>
          </p:cNvSpPr>
          <p:nvPr/>
        </p:nvSpPr>
        <p:spPr>
          <a:xfrm>
            <a:off x="256468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54" name="01_find_only_2453">
            <a:extLst>
              <a:ext uri="{FF2B5EF4-FFF2-40B4-BE49-F238E27FC236}">
                <a16:creationId xmlns:a16="http://schemas.microsoft.com/office/drawing/2014/main" id="{BA8955E5-F8E1-45CE-B94A-6F6B5F3975F3}"/>
              </a:ext>
            </a:extLst>
          </p:cNvPr>
          <p:cNvSpPr>
            <a:spLocks noGrp="1"/>
          </p:cNvSpPr>
          <p:nvPr/>
        </p:nvSpPr>
        <p:spPr>
          <a:xfrm>
            <a:off x="257644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55" name="01_find_only_2454">
            <a:extLst>
              <a:ext uri="{FF2B5EF4-FFF2-40B4-BE49-F238E27FC236}">
                <a16:creationId xmlns:a16="http://schemas.microsoft.com/office/drawing/2014/main" id="{892127E2-953B-446B-9B30-267423FFA1A1}"/>
              </a:ext>
            </a:extLst>
          </p:cNvPr>
          <p:cNvSpPr>
            <a:spLocks noGrp="1"/>
          </p:cNvSpPr>
          <p:nvPr/>
        </p:nvSpPr>
        <p:spPr>
          <a:xfrm>
            <a:off x="256614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56" name="01_find_only_2455">
            <a:extLst>
              <a:ext uri="{FF2B5EF4-FFF2-40B4-BE49-F238E27FC236}">
                <a16:creationId xmlns:a16="http://schemas.microsoft.com/office/drawing/2014/main" id="{9233EC5D-D85A-4693-A9C8-98FA4CCD6FDE}"/>
              </a:ext>
            </a:extLst>
          </p:cNvPr>
          <p:cNvSpPr>
            <a:spLocks noGrp="1"/>
          </p:cNvSpPr>
          <p:nvPr/>
        </p:nvSpPr>
        <p:spPr>
          <a:xfrm>
            <a:off x="255147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57" name="01_find_only_2456">
            <a:extLst>
              <a:ext uri="{FF2B5EF4-FFF2-40B4-BE49-F238E27FC236}">
                <a16:creationId xmlns:a16="http://schemas.microsoft.com/office/drawing/2014/main" id="{4E45C5D2-C927-4153-97AB-81790860B19B}"/>
              </a:ext>
            </a:extLst>
          </p:cNvPr>
          <p:cNvSpPr>
            <a:spLocks noGrp="1"/>
          </p:cNvSpPr>
          <p:nvPr/>
        </p:nvSpPr>
        <p:spPr>
          <a:xfrm>
            <a:off x="249192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58" name="01_find_only_2457">
            <a:extLst>
              <a:ext uri="{FF2B5EF4-FFF2-40B4-BE49-F238E27FC236}">
                <a16:creationId xmlns:a16="http://schemas.microsoft.com/office/drawing/2014/main" id="{56B2DC7A-26C4-4616-AC43-0D32194A8CBA}"/>
              </a:ext>
            </a:extLst>
          </p:cNvPr>
          <p:cNvSpPr>
            <a:spLocks noGrp="1"/>
          </p:cNvSpPr>
          <p:nvPr/>
        </p:nvSpPr>
        <p:spPr>
          <a:xfrm>
            <a:off x="2501344" y="590089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59" name="01_find_only_2458">
            <a:extLst>
              <a:ext uri="{FF2B5EF4-FFF2-40B4-BE49-F238E27FC236}">
                <a16:creationId xmlns:a16="http://schemas.microsoft.com/office/drawing/2014/main" id="{074D7352-D530-410D-822B-B0E71564FD1C}"/>
              </a:ext>
            </a:extLst>
          </p:cNvPr>
          <p:cNvSpPr>
            <a:spLocks noGrp="1"/>
          </p:cNvSpPr>
          <p:nvPr/>
        </p:nvSpPr>
        <p:spPr>
          <a:xfrm>
            <a:off x="255244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60" name="01_find_only_2459">
            <a:extLst>
              <a:ext uri="{FF2B5EF4-FFF2-40B4-BE49-F238E27FC236}">
                <a16:creationId xmlns:a16="http://schemas.microsoft.com/office/drawing/2014/main" id="{6349E69D-E336-4B30-BF7D-BFAAE02833DE}"/>
              </a:ext>
            </a:extLst>
          </p:cNvPr>
          <p:cNvSpPr>
            <a:spLocks noGrp="1"/>
          </p:cNvSpPr>
          <p:nvPr/>
        </p:nvSpPr>
        <p:spPr>
          <a:xfrm>
            <a:off x="254263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61" name="01_find_only_2460">
            <a:extLst>
              <a:ext uri="{FF2B5EF4-FFF2-40B4-BE49-F238E27FC236}">
                <a16:creationId xmlns:a16="http://schemas.microsoft.com/office/drawing/2014/main" id="{38B2F9D0-905C-4637-A1D6-5BBE2965B0A9}"/>
              </a:ext>
            </a:extLst>
          </p:cNvPr>
          <p:cNvSpPr>
            <a:spLocks noGrp="1"/>
          </p:cNvSpPr>
          <p:nvPr/>
        </p:nvSpPr>
        <p:spPr>
          <a:xfrm>
            <a:off x="250542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62" name="01_find_only_2461">
            <a:extLst>
              <a:ext uri="{FF2B5EF4-FFF2-40B4-BE49-F238E27FC236}">
                <a16:creationId xmlns:a16="http://schemas.microsoft.com/office/drawing/2014/main" id="{08B835B8-5609-4D61-98D0-109C4CE82C59}"/>
              </a:ext>
            </a:extLst>
          </p:cNvPr>
          <p:cNvSpPr>
            <a:spLocks noGrp="1"/>
          </p:cNvSpPr>
          <p:nvPr/>
        </p:nvSpPr>
        <p:spPr>
          <a:xfrm>
            <a:off x="252300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63" name="01_find_only_2462">
            <a:extLst>
              <a:ext uri="{FF2B5EF4-FFF2-40B4-BE49-F238E27FC236}">
                <a16:creationId xmlns:a16="http://schemas.microsoft.com/office/drawing/2014/main" id="{23A7605B-41A0-4B8A-9A69-9C7A9D8C25DC}"/>
              </a:ext>
            </a:extLst>
          </p:cNvPr>
          <p:cNvSpPr>
            <a:spLocks noGrp="1"/>
          </p:cNvSpPr>
          <p:nvPr/>
        </p:nvSpPr>
        <p:spPr>
          <a:xfrm>
            <a:off x="2488618" y="614998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64" name="01_find_only_2463">
            <a:extLst>
              <a:ext uri="{FF2B5EF4-FFF2-40B4-BE49-F238E27FC236}">
                <a16:creationId xmlns:a16="http://schemas.microsoft.com/office/drawing/2014/main" id="{E6CFCA9D-5C01-4F3D-B7EE-A05E908CDC5A}"/>
              </a:ext>
            </a:extLst>
          </p:cNvPr>
          <p:cNvSpPr>
            <a:spLocks noGrp="1"/>
          </p:cNvSpPr>
          <p:nvPr/>
        </p:nvSpPr>
        <p:spPr>
          <a:xfrm>
            <a:off x="301557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65" name="01_find_only_2464">
            <a:extLst>
              <a:ext uri="{FF2B5EF4-FFF2-40B4-BE49-F238E27FC236}">
                <a16:creationId xmlns:a16="http://schemas.microsoft.com/office/drawing/2014/main" id="{451697BC-F8CB-450C-A56F-3B8E8A69745D}"/>
              </a:ext>
            </a:extLst>
          </p:cNvPr>
          <p:cNvSpPr>
            <a:spLocks noGrp="1"/>
          </p:cNvSpPr>
          <p:nvPr/>
        </p:nvSpPr>
        <p:spPr>
          <a:xfrm>
            <a:off x="307775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66" name="01_find_only_2465">
            <a:extLst>
              <a:ext uri="{FF2B5EF4-FFF2-40B4-BE49-F238E27FC236}">
                <a16:creationId xmlns:a16="http://schemas.microsoft.com/office/drawing/2014/main" id="{32D4FDD2-B8CC-4211-BA48-2E56422B75CC}"/>
              </a:ext>
            </a:extLst>
          </p:cNvPr>
          <p:cNvSpPr>
            <a:spLocks noGrp="1"/>
          </p:cNvSpPr>
          <p:nvPr/>
        </p:nvSpPr>
        <p:spPr>
          <a:xfrm>
            <a:off x="299517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67" name="01_find_only_2466">
            <a:extLst>
              <a:ext uri="{FF2B5EF4-FFF2-40B4-BE49-F238E27FC236}">
                <a16:creationId xmlns:a16="http://schemas.microsoft.com/office/drawing/2014/main" id="{050BB920-8C48-4138-9A7E-3B5AE4EE01D8}"/>
              </a:ext>
            </a:extLst>
          </p:cNvPr>
          <p:cNvSpPr>
            <a:spLocks noGrp="1"/>
          </p:cNvSpPr>
          <p:nvPr/>
        </p:nvSpPr>
        <p:spPr>
          <a:xfrm>
            <a:off x="306998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68" name="01_find_only_2467">
            <a:extLst>
              <a:ext uri="{FF2B5EF4-FFF2-40B4-BE49-F238E27FC236}">
                <a16:creationId xmlns:a16="http://schemas.microsoft.com/office/drawing/2014/main" id="{C95A6BA8-1452-42C2-AC5C-2C9EA60BE21B}"/>
              </a:ext>
            </a:extLst>
          </p:cNvPr>
          <p:cNvSpPr>
            <a:spLocks noGrp="1"/>
          </p:cNvSpPr>
          <p:nvPr/>
        </p:nvSpPr>
        <p:spPr>
          <a:xfrm>
            <a:off x="303141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69" name="01_find_only_2468">
            <a:extLst>
              <a:ext uri="{FF2B5EF4-FFF2-40B4-BE49-F238E27FC236}">
                <a16:creationId xmlns:a16="http://schemas.microsoft.com/office/drawing/2014/main" id="{2F8AEDC4-EA6C-4E4C-81E2-7CAB2F4B9A3C}"/>
              </a:ext>
            </a:extLst>
          </p:cNvPr>
          <p:cNvSpPr>
            <a:spLocks noGrp="1"/>
          </p:cNvSpPr>
          <p:nvPr/>
        </p:nvSpPr>
        <p:spPr>
          <a:xfrm>
            <a:off x="308465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70" name="01_find_only_2469">
            <a:extLst>
              <a:ext uri="{FF2B5EF4-FFF2-40B4-BE49-F238E27FC236}">
                <a16:creationId xmlns:a16="http://schemas.microsoft.com/office/drawing/2014/main" id="{A2F1D756-40C3-4CE7-AB2E-595AB47DA9DD}"/>
              </a:ext>
            </a:extLst>
          </p:cNvPr>
          <p:cNvSpPr>
            <a:spLocks noGrp="1"/>
          </p:cNvSpPr>
          <p:nvPr/>
        </p:nvSpPr>
        <p:spPr>
          <a:xfrm>
            <a:off x="301548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71" name="01_find_only_2470">
            <a:extLst>
              <a:ext uri="{FF2B5EF4-FFF2-40B4-BE49-F238E27FC236}">
                <a16:creationId xmlns:a16="http://schemas.microsoft.com/office/drawing/2014/main" id="{07EEE2EF-9BC0-4354-A779-7CECBC10D217}"/>
              </a:ext>
            </a:extLst>
          </p:cNvPr>
          <p:cNvSpPr>
            <a:spLocks noGrp="1"/>
          </p:cNvSpPr>
          <p:nvPr/>
        </p:nvSpPr>
        <p:spPr>
          <a:xfrm>
            <a:off x="306289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72" name="01_find_only_2471">
            <a:extLst>
              <a:ext uri="{FF2B5EF4-FFF2-40B4-BE49-F238E27FC236}">
                <a16:creationId xmlns:a16="http://schemas.microsoft.com/office/drawing/2014/main" id="{71E6BD09-267A-49A8-A201-62E550B980AB}"/>
              </a:ext>
            </a:extLst>
          </p:cNvPr>
          <p:cNvSpPr>
            <a:spLocks noGrp="1"/>
          </p:cNvSpPr>
          <p:nvPr/>
        </p:nvSpPr>
        <p:spPr>
          <a:xfrm>
            <a:off x="299857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73" name="01_find_only_2472">
            <a:extLst>
              <a:ext uri="{FF2B5EF4-FFF2-40B4-BE49-F238E27FC236}">
                <a16:creationId xmlns:a16="http://schemas.microsoft.com/office/drawing/2014/main" id="{61938985-3AE6-47F1-8A78-9B1D98F6AA54}"/>
              </a:ext>
            </a:extLst>
          </p:cNvPr>
          <p:cNvSpPr>
            <a:spLocks noGrp="1"/>
          </p:cNvSpPr>
          <p:nvPr/>
        </p:nvSpPr>
        <p:spPr>
          <a:xfrm>
            <a:off x="301926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74" name="01_find_only_2473">
            <a:extLst>
              <a:ext uri="{FF2B5EF4-FFF2-40B4-BE49-F238E27FC236}">
                <a16:creationId xmlns:a16="http://schemas.microsoft.com/office/drawing/2014/main" id="{B7CC97C0-2E61-47E7-ACAA-B6984202847D}"/>
              </a:ext>
            </a:extLst>
          </p:cNvPr>
          <p:cNvSpPr>
            <a:spLocks noGrp="1"/>
          </p:cNvSpPr>
          <p:nvPr/>
        </p:nvSpPr>
        <p:spPr>
          <a:xfrm>
            <a:off x="2998381" y="59654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75" name="01_find_only_2474">
            <a:extLst>
              <a:ext uri="{FF2B5EF4-FFF2-40B4-BE49-F238E27FC236}">
                <a16:creationId xmlns:a16="http://schemas.microsoft.com/office/drawing/2014/main" id="{033F48D4-95C9-4BCC-9FDD-FBBC166730BA}"/>
              </a:ext>
            </a:extLst>
          </p:cNvPr>
          <p:cNvSpPr>
            <a:spLocks noGrp="1"/>
          </p:cNvSpPr>
          <p:nvPr/>
        </p:nvSpPr>
        <p:spPr>
          <a:xfrm>
            <a:off x="305327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76" name="01_find_only_2475">
            <a:extLst>
              <a:ext uri="{FF2B5EF4-FFF2-40B4-BE49-F238E27FC236}">
                <a16:creationId xmlns:a16="http://schemas.microsoft.com/office/drawing/2014/main" id="{E2DDA380-BADA-4A16-BF96-F1529AB8A911}"/>
              </a:ext>
            </a:extLst>
          </p:cNvPr>
          <p:cNvSpPr>
            <a:spLocks noGrp="1"/>
          </p:cNvSpPr>
          <p:nvPr/>
        </p:nvSpPr>
        <p:spPr>
          <a:xfrm>
            <a:off x="301149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77" name="01_find_only_2476">
            <a:extLst>
              <a:ext uri="{FF2B5EF4-FFF2-40B4-BE49-F238E27FC236}">
                <a16:creationId xmlns:a16="http://schemas.microsoft.com/office/drawing/2014/main" id="{8E89A964-14DF-4254-87DC-FC4A5346E9C1}"/>
              </a:ext>
            </a:extLst>
          </p:cNvPr>
          <p:cNvSpPr>
            <a:spLocks noGrp="1"/>
          </p:cNvSpPr>
          <p:nvPr/>
        </p:nvSpPr>
        <p:spPr>
          <a:xfrm>
            <a:off x="304064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78" name="01_find_only_2477">
            <a:extLst>
              <a:ext uri="{FF2B5EF4-FFF2-40B4-BE49-F238E27FC236}">
                <a16:creationId xmlns:a16="http://schemas.microsoft.com/office/drawing/2014/main" id="{FD173389-525F-4A65-A0A3-894A4464CDB6}"/>
              </a:ext>
            </a:extLst>
          </p:cNvPr>
          <p:cNvSpPr>
            <a:spLocks noGrp="1"/>
          </p:cNvSpPr>
          <p:nvPr/>
        </p:nvSpPr>
        <p:spPr>
          <a:xfrm>
            <a:off x="303034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79" name="01_find_only_2478">
            <a:extLst>
              <a:ext uri="{FF2B5EF4-FFF2-40B4-BE49-F238E27FC236}">
                <a16:creationId xmlns:a16="http://schemas.microsoft.com/office/drawing/2014/main" id="{6CEC63CF-FF77-448A-9614-BFB3F98B57DB}"/>
              </a:ext>
            </a:extLst>
          </p:cNvPr>
          <p:cNvSpPr>
            <a:spLocks noGrp="1"/>
          </p:cNvSpPr>
          <p:nvPr/>
        </p:nvSpPr>
        <p:spPr>
          <a:xfrm>
            <a:off x="3020727" y="624223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80" name="01_find_only_2479">
            <a:extLst>
              <a:ext uri="{FF2B5EF4-FFF2-40B4-BE49-F238E27FC236}">
                <a16:creationId xmlns:a16="http://schemas.microsoft.com/office/drawing/2014/main" id="{1062B73D-7619-4632-A2DF-6015E05D9736}"/>
              </a:ext>
            </a:extLst>
          </p:cNvPr>
          <p:cNvSpPr>
            <a:spLocks noGrp="1"/>
          </p:cNvSpPr>
          <p:nvPr/>
        </p:nvSpPr>
        <p:spPr>
          <a:xfrm>
            <a:off x="2998090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81" name="01_find_only_2480">
            <a:extLst>
              <a:ext uri="{FF2B5EF4-FFF2-40B4-BE49-F238E27FC236}">
                <a16:creationId xmlns:a16="http://schemas.microsoft.com/office/drawing/2014/main" id="{0749CE73-E82B-49C5-8618-F5ADBB403A7A}"/>
              </a:ext>
            </a:extLst>
          </p:cNvPr>
          <p:cNvSpPr>
            <a:spLocks noGrp="1"/>
          </p:cNvSpPr>
          <p:nvPr/>
        </p:nvSpPr>
        <p:spPr>
          <a:xfrm>
            <a:off x="3085331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82" name="01_find_only_2481">
            <a:extLst>
              <a:ext uri="{FF2B5EF4-FFF2-40B4-BE49-F238E27FC236}">
                <a16:creationId xmlns:a16="http://schemas.microsoft.com/office/drawing/2014/main" id="{4A795560-72F2-4214-BA3D-0D8F9408A312}"/>
              </a:ext>
            </a:extLst>
          </p:cNvPr>
          <p:cNvSpPr>
            <a:spLocks noGrp="1"/>
          </p:cNvSpPr>
          <p:nvPr/>
        </p:nvSpPr>
        <p:spPr>
          <a:xfrm>
            <a:off x="299945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83" name="01_find_only_2482">
            <a:extLst>
              <a:ext uri="{FF2B5EF4-FFF2-40B4-BE49-F238E27FC236}">
                <a16:creationId xmlns:a16="http://schemas.microsoft.com/office/drawing/2014/main" id="{F8B503BD-F406-4481-B694-3E04B5D4A98B}"/>
              </a:ext>
            </a:extLst>
          </p:cNvPr>
          <p:cNvSpPr>
            <a:spLocks noGrp="1"/>
          </p:cNvSpPr>
          <p:nvPr/>
        </p:nvSpPr>
        <p:spPr>
          <a:xfrm>
            <a:off x="307814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84" name="01_find_only_2483">
            <a:extLst>
              <a:ext uri="{FF2B5EF4-FFF2-40B4-BE49-F238E27FC236}">
                <a16:creationId xmlns:a16="http://schemas.microsoft.com/office/drawing/2014/main" id="{5EC09FDC-4A4D-4B3A-A9F8-BE001FA403FC}"/>
              </a:ext>
            </a:extLst>
          </p:cNvPr>
          <p:cNvSpPr>
            <a:spLocks noGrp="1"/>
          </p:cNvSpPr>
          <p:nvPr/>
        </p:nvSpPr>
        <p:spPr>
          <a:xfrm>
            <a:off x="303180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85" name="01_find_only_2484">
            <a:extLst>
              <a:ext uri="{FF2B5EF4-FFF2-40B4-BE49-F238E27FC236}">
                <a16:creationId xmlns:a16="http://schemas.microsoft.com/office/drawing/2014/main" id="{ADB9EEFA-E874-495E-8582-E09E410516A4}"/>
              </a:ext>
            </a:extLst>
          </p:cNvPr>
          <p:cNvSpPr>
            <a:spLocks noGrp="1"/>
          </p:cNvSpPr>
          <p:nvPr/>
        </p:nvSpPr>
        <p:spPr>
          <a:xfrm>
            <a:off x="3089315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86" name="01_find_only_2485">
            <a:extLst>
              <a:ext uri="{FF2B5EF4-FFF2-40B4-BE49-F238E27FC236}">
                <a16:creationId xmlns:a16="http://schemas.microsoft.com/office/drawing/2014/main" id="{FF2610CA-6F36-4B60-9A6E-71C0B21D2106}"/>
              </a:ext>
            </a:extLst>
          </p:cNvPr>
          <p:cNvSpPr>
            <a:spLocks noGrp="1"/>
          </p:cNvSpPr>
          <p:nvPr/>
        </p:nvSpPr>
        <p:spPr>
          <a:xfrm>
            <a:off x="305890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87" name="01_find_only_2486">
            <a:extLst>
              <a:ext uri="{FF2B5EF4-FFF2-40B4-BE49-F238E27FC236}">
                <a16:creationId xmlns:a16="http://schemas.microsoft.com/office/drawing/2014/main" id="{0F8D6BF8-A908-4E25-A06C-8EFCA9120BEE}"/>
              </a:ext>
            </a:extLst>
          </p:cNvPr>
          <p:cNvSpPr>
            <a:spLocks noGrp="1"/>
          </p:cNvSpPr>
          <p:nvPr/>
        </p:nvSpPr>
        <p:spPr>
          <a:xfrm>
            <a:off x="3065513" y="600135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88" name="01_find_only_2487">
            <a:extLst>
              <a:ext uri="{FF2B5EF4-FFF2-40B4-BE49-F238E27FC236}">
                <a16:creationId xmlns:a16="http://schemas.microsoft.com/office/drawing/2014/main" id="{6E5B6E5F-AC5C-4556-8133-9E34FF0AA81E}"/>
              </a:ext>
            </a:extLst>
          </p:cNvPr>
          <p:cNvSpPr>
            <a:spLocks noGrp="1"/>
          </p:cNvSpPr>
          <p:nvPr/>
        </p:nvSpPr>
        <p:spPr>
          <a:xfrm>
            <a:off x="3022863" y="571434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89" name="01_find_only_2488">
            <a:extLst>
              <a:ext uri="{FF2B5EF4-FFF2-40B4-BE49-F238E27FC236}">
                <a16:creationId xmlns:a16="http://schemas.microsoft.com/office/drawing/2014/main" id="{57328E3E-9D19-4215-824B-BF76727AD1D8}"/>
              </a:ext>
            </a:extLst>
          </p:cNvPr>
          <p:cNvSpPr>
            <a:spLocks noGrp="1"/>
          </p:cNvSpPr>
          <p:nvPr/>
        </p:nvSpPr>
        <p:spPr>
          <a:xfrm>
            <a:off x="3083875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90" name="01_find_only_2489">
            <a:extLst>
              <a:ext uri="{FF2B5EF4-FFF2-40B4-BE49-F238E27FC236}">
                <a16:creationId xmlns:a16="http://schemas.microsoft.com/office/drawing/2014/main" id="{28CE93F6-8065-42A1-9D0D-AF3F61067D1B}"/>
              </a:ext>
            </a:extLst>
          </p:cNvPr>
          <p:cNvSpPr>
            <a:spLocks noGrp="1"/>
          </p:cNvSpPr>
          <p:nvPr/>
        </p:nvSpPr>
        <p:spPr>
          <a:xfrm>
            <a:off x="306570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91" name="01_find_only_2490">
            <a:extLst>
              <a:ext uri="{FF2B5EF4-FFF2-40B4-BE49-F238E27FC236}">
                <a16:creationId xmlns:a16="http://schemas.microsoft.com/office/drawing/2014/main" id="{C7085AB0-EC1D-460C-9CB6-CA2D01CE74C5}"/>
              </a:ext>
            </a:extLst>
          </p:cNvPr>
          <p:cNvSpPr>
            <a:spLocks noGrp="1"/>
          </p:cNvSpPr>
          <p:nvPr/>
        </p:nvSpPr>
        <p:spPr>
          <a:xfrm>
            <a:off x="301023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92" name="01_find_only_2491">
            <a:extLst>
              <a:ext uri="{FF2B5EF4-FFF2-40B4-BE49-F238E27FC236}">
                <a16:creationId xmlns:a16="http://schemas.microsoft.com/office/drawing/2014/main" id="{9A8671B5-678C-42BC-86BD-85E12EC745EF}"/>
              </a:ext>
            </a:extLst>
          </p:cNvPr>
          <p:cNvSpPr>
            <a:spLocks noGrp="1"/>
          </p:cNvSpPr>
          <p:nvPr/>
        </p:nvSpPr>
        <p:spPr>
          <a:xfrm>
            <a:off x="306405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93" name="01_find_only_2492">
            <a:extLst>
              <a:ext uri="{FF2B5EF4-FFF2-40B4-BE49-F238E27FC236}">
                <a16:creationId xmlns:a16="http://schemas.microsoft.com/office/drawing/2014/main" id="{83F79121-E651-45CE-874B-C7B921C35A7A}"/>
              </a:ext>
            </a:extLst>
          </p:cNvPr>
          <p:cNvSpPr>
            <a:spLocks noGrp="1"/>
          </p:cNvSpPr>
          <p:nvPr/>
        </p:nvSpPr>
        <p:spPr>
          <a:xfrm>
            <a:off x="301518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94" name="01_find_only_2493">
            <a:extLst>
              <a:ext uri="{FF2B5EF4-FFF2-40B4-BE49-F238E27FC236}">
                <a16:creationId xmlns:a16="http://schemas.microsoft.com/office/drawing/2014/main" id="{7FDAAC30-6E0A-4338-AE13-08043DFF0589}"/>
              </a:ext>
            </a:extLst>
          </p:cNvPr>
          <p:cNvSpPr>
            <a:spLocks noGrp="1"/>
          </p:cNvSpPr>
          <p:nvPr/>
        </p:nvSpPr>
        <p:spPr>
          <a:xfrm>
            <a:off x="3022767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95" name="01_find_only_2494">
            <a:extLst>
              <a:ext uri="{FF2B5EF4-FFF2-40B4-BE49-F238E27FC236}">
                <a16:creationId xmlns:a16="http://schemas.microsoft.com/office/drawing/2014/main" id="{E01354B3-10D0-4FDC-9E0D-37CF0B42D6DA}"/>
              </a:ext>
            </a:extLst>
          </p:cNvPr>
          <p:cNvSpPr>
            <a:spLocks noGrp="1"/>
          </p:cNvSpPr>
          <p:nvPr/>
        </p:nvSpPr>
        <p:spPr>
          <a:xfrm>
            <a:off x="308309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96" name="01_find_only_2495">
            <a:extLst>
              <a:ext uri="{FF2B5EF4-FFF2-40B4-BE49-F238E27FC236}">
                <a16:creationId xmlns:a16="http://schemas.microsoft.com/office/drawing/2014/main" id="{37827F85-AA6D-46A4-98C4-651B6EC7711D}"/>
              </a:ext>
            </a:extLst>
          </p:cNvPr>
          <p:cNvSpPr>
            <a:spLocks noGrp="1"/>
          </p:cNvSpPr>
          <p:nvPr/>
        </p:nvSpPr>
        <p:spPr>
          <a:xfrm>
            <a:off x="302432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97" name="01_find_only_2496">
            <a:extLst>
              <a:ext uri="{FF2B5EF4-FFF2-40B4-BE49-F238E27FC236}">
                <a16:creationId xmlns:a16="http://schemas.microsoft.com/office/drawing/2014/main" id="{46875255-C240-4FFF-AD71-70094C1C84DD}"/>
              </a:ext>
            </a:extLst>
          </p:cNvPr>
          <p:cNvSpPr>
            <a:spLocks noGrp="1"/>
          </p:cNvSpPr>
          <p:nvPr/>
        </p:nvSpPr>
        <p:spPr>
          <a:xfrm>
            <a:off x="3077657" y="57502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98" name="01_find_only_2497">
            <a:extLst>
              <a:ext uri="{FF2B5EF4-FFF2-40B4-BE49-F238E27FC236}">
                <a16:creationId xmlns:a16="http://schemas.microsoft.com/office/drawing/2014/main" id="{EAD37C22-E596-4A12-9CE8-DBF499BB5C40}"/>
              </a:ext>
            </a:extLst>
          </p:cNvPr>
          <p:cNvSpPr>
            <a:spLocks noGrp="1"/>
          </p:cNvSpPr>
          <p:nvPr/>
        </p:nvSpPr>
        <p:spPr>
          <a:xfrm>
            <a:off x="307843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499" name="01_find_only_2498">
            <a:extLst>
              <a:ext uri="{FF2B5EF4-FFF2-40B4-BE49-F238E27FC236}">
                <a16:creationId xmlns:a16="http://schemas.microsoft.com/office/drawing/2014/main" id="{818DBA21-6649-460A-8D1B-353C7E7058D2}"/>
              </a:ext>
            </a:extLst>
          </p:cNvPr>
          <p:cNvSpPr>
            <a:spLocks noGrp="1"/>
          </p:cNvSpPr>
          <p:nvPr/>
        </p:nvSpPr>
        <p:spPr>
          <a:xfrm>
            <a:off x="3080960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00" name="01_find_only_2499">
            <a:extLst>
              <a:ext uri="{FF2B5EF4-FFF2-40B4-BE49-F238E27FC236}">
                <a16:creationId xmlns:a16="http://schemas.microsoft.com/office/drawing/2014/main" id="{9BEC88C8-7531-4828-A972-E46ADB8CED3E}"/>
              </a:ext>
            </a:extLst>
          </p:cNvPr>
          <p:cNvSpPr>
            <a:spLocks noGrp="1"/>
          </p:cNvSpPr>
          <p:nvPr/>
        </p:nvSpPr>
        <p:spPr>
          <a:xfrm>
            <a:off x="3025098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01" name="01_find_only_2500">
            <a:extLst>
              <a:ext uri="{FF2B5EF4-FFF2-40B4-BE49-F238E27FC236}">
                <a16:creationId xmlns:a16="http://schemas.microsoft.com/office/drawing/2014/main" id="{69E83DE9-B84B-45EA-A0E0-13DA8E211CC0}"/>
              </a:ext>
            </a:extLst>
          </p:cNvPr>
          <p:cNvSpPr>
            <a:spLocks noGrp="1"/>
          </p:cNvSpPr>
          <p:nvPr/>
        </p:nvSpPr>
        <p:spPr>
          <a:xfrm>
            <a:off x="3010428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02" name="01_find_only_2501">
            <a:extLst>
              <a:ext uri="{FF2B5EF4-FFF2-40B4-BE49-F238E27FC236}">
                <a16:creationId xmlns:a16="http://schemas.microsoft.com/office/drawing/2014/main" id="{3E92EF24-48FB-47E6-BC70-41B35AB70E47}"/>
              </a:ext>
            </a:extLst>
          </p:cNvPr>
          <p:cNvSpPr>
            <a:spLocks noGrp="1"/>
          </p:cNvSpPr>
          <p:nvPr/>
        </p:nvSpPr>
        <p:spPr>
          <a:xfrm>
            <a:off x="306697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03" name="01_find_only_2502">
            <a:extLst>
              <a:ext uri="{FF2B5EF4-FFF2-40B4-BE49-F238E27FC236}">
                <a16:creationId xmlns:a16="http://schemas.microsoft.com/office/drawing/2014/main" id="{2920EC06-080E-4D33-8699-2E0D65CB6F49}"/>
              </a:ext>
            </a:extLst>
          </p:cNvPr>
          <p:cNvSpPr>
            <a:spLocks noGrp="1"/>
          </p:cNvSpPr>
          <p:nvPr/>
        </p:nvSpPr>
        <p:spPr>
          <a:xfrm>
            <a:off x="300586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04" name="01_find_only_2503">
            <a:extLst>
              <a:ext uri="{FF2B5EF4-FFF2-40B4-BE49-F238E27FC236}">
                <a16:creationId xmlns:a16="http://schemas.microsoft.com/office/drawing/2014/main" id="{F5E7B201-B432-42A1-8F8D-13ED47C79255}"/>
              </a:ext>
            </a:extLst>
          </p:cNvPr>
          <p:cNvSpPr>
            <a:spLocks noGrp="1"/>
          </p:cNvSpPr>
          <p:nvPr/>
        </p:nvSpPr>
        <p:spPr>
          <a:xfrm>
            <a:off x="301198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05" name="01_find_only_2504">
            <a:extLst>
              <a:ext uri="{FF2B5EF4-FFF2-40B4-BE49-F238E27FC236}">
                <a16:creationId xmlns:a16="http://schemas.microsoft.com/office/drawing/2014/main" id="{46DD0389-25BF-440B-AAC0-AB0BEA93E198}"/>
              </a:ext>
            </a:extLst>
          </p:cNvPr>
          <p:cNvSpPr>
            <a:spLocks noGrp="1"/>
          </p:cNvSpPr>
          <p:nvPr/>
        </p:nvSpPr>
        <p:spPr>
          <a:xfrm>
            <a:off x="306939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06" name="01_find_only_2505">
            <a:extLst>
              <a:ext uri="{FF2B5EF4-FFF2-40B4-BE49-F238E27FC236}">
                <a16:creationId xmlns:a16="http://schemas.microsoft.com/office/drawing/2014/main" id="{C354DB76-E5AF-4B24-B188-4F1E80EAFF03}"/>
              </a:ext>
            </a:extLst>
          </p:cNvPr>
          <p:cNvSpPr>
            <a:spLocks noGrp="1"/>
          </p:cNvSpPr>
          <p:nvPr/>
        </p:nvSpPr>
        <p:spPr>
          <a:xfrm>
            <a:off x="300673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07" name="01_find_only_2506">
            <a:extLst>
              <a:ext uri="{FF2B5EF4-FFF2-40B4-BE49-F238E27FC236}">
                <a16:creationId xmlns:a16="http://schemas.microsoft.com/office/drawing/2014/main" id="{C3E4645A-0DC7-4A76-AAD4-127543AC6EFF}"/>
              </a:ext>
            </a:extLst>
          </p:cNvPr>
          <p:cNvSpPr>
            <a:spLocks noGrp="1"/>
          </p:cNvSpPr>
          <p:nvPr/>
        </p:nvSpPr>
        <p:spPr>
          <a:xfrm>
            <a:off x="308805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08" name="01_find_only_2507">
            <a:extLst>
              <a:ext uri="{FF2B5EF4-FFF2-40B4-BE49-F238E27FC236}">
                <a16:creationId xmlns:a16="http://schemas.microsoft.com/office/drawing/2014/main" id="{28D05C31-2BBD-405D-9AC2-6893AD776890}"/>
              </a:ext>
            </a:extLst>
          </p:cNvPr>
          <p:cNvSpPr>
            <a:spLocks noGrp="1"/>
          </p:cNvSpPr>
          <p:nvPr/>
        </p:nvSpPr>
        <p:spPr>
          <a:xfrm>
            <a:off x="307318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09" name="01_find_only_2508">
            <a:extLst>
              <a:ext uri="{FF2B5EF4-FFF2-40B4-BE49-F238E27FC236}">
                <a16:creationId xmlns:a16="http://schemas.microsoft.com/office/drawing/2014/main" id="{CEC6E246-9343-4368-A0D5-5CE4A17A16F9}"/>
              </a:ext>
            </a:extLst>
          </p:cNvPr>
          <p:cNvSpPr>
            <a:spLocks noGrp="1"/>
          </p:cNvSpPr>
          <p:nvPr/>
        </p:nvSpPr>
        <p:spPr>
          <a:xfrm>
            <a:off x="303802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10" name="01_find_only_2509">
            <a:extLst>
              <a:ext uri="{FF2B5EF4-FFF2-40B4-BE49-F238E27FC236}">
                <a16:creationId xmlns:a16="http://schemas.microsoft.com/office/drawing/2014/main" id="{05584EA2-0909-4A68-8099-BF9EA68ED00C}"/>
              </a:ext>
            </a:extLst>
          </p:cNvPr>
          <p:cNvSpPr>
            <a:spLocks noGrp="1"/>
          </p:cNvSpPr>
          <p:nvPr/>
        </p:nvSpPr>
        <p:spPr>
          <a:xfrm>
            <a:off x="302160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11" name="01_find_only_2510">
            <a:extLst>
              <a:ext uri="{FF2B5EF4-FFF2-40B4-BE49-F238E27FC236}">
                <a16:creationId xmlns:a16="http://schemas.microsoft.com/office/drawing/2014/main" id="{D11259E5-7BF0-4571-8A99-5382F94FB346}"/>
              </a:ext>
            </a:extLst>
          </p:cNvPr>
          <p:cNvSpPr>
            <a:spLocks noGrp="1"/>
          </p:cNvSpPr>
          <p:nvPr/>
        </p:nvSpPr>
        <p:spPr>
          <a:xfrm>
            <a:off x="3090773" y="536582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12" name="01_find_only_2511">
            <a:extLst>
              <a:ext uri="{FF2B5EF4-FFF2-40B4-BE49-F238E27FC236}">
                <a16:creationId xmlns:a16="http://schemas.microsoft.com/office/drawing/2014/main" id="{DC8448B3-2B45-4487-8609-C2A208C13A0C}"/>
              </a:ext>
            </a:extLst>
          </p:cNvPr>
          <p:cNvSpPr>
            <a:spLocks noGrp="1"/>
          </p:cNvSpPr>
          <p:nvPr/>
        </p:nvSpPr>
        <p:spPr>
          <a:xfrm>
            <a:off x="305550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13" name="01_find_only_2512">
            <a:extLst>
              <a:ext uri="{FF2B5EF4-FFF2-40B4-BE49-F238E27FC236}">
                <a16:creationId xmlns:a16="http://schemas.microsoft.com/office/drawing/2014/main" id="{05E635CD-B905-4AF2-9338-8429FEF3CB07}"/>
              </a:ext>
            </a:extLst>
          </p:cNvPr>
          <p:cNvSpPr>
            <a:spLocks noGrp="1"/>
          </p:cNvSpPr>
          <p:nvPr/>
        </p:nvSpPr>
        <p:spPr>
          <a:xfrm>
            <a:off x="307765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14" name="01_find_only_2513">
            <a:extLst>
              <a:ext uri="{FF2B5EF4-FFF2-40B4-BE49-F238E27FC236}">
                <a16:creationId xmlns:a16="http://schemas.microsoft.com/office/drawing/2014/main" id="{F24302CC-6074-469C-BBC8-430BDD986020}"/>
              </a:ext>
            </a:extLst>
          </p:cNvPr>
          <p:cNvSpPr>
            <a:spLocks noGrp="1"/>
          </p:cNvSpPr>
          <p:nvPr/>
        </p:nvSpPr>
        <p:spPr>
          <a:xfrm>
            <a:off x="300955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15" name="01_find_only_2514">
            <a:extLst>
              <a:ext uri="{FF2B5EF4-FFF2-40B4-BE49-F238E27FC236}">
                <a16:creationId xmlns:a16="http://schemas.microsoft.com/office/drawing/2014/main" id="{20F7358F-E13F-419F-9294-B84CA86E9D22}"/>
              </a:ext>
            </a:extLst>
          </p:cNvPr>
          <p:cNvSpPr>
            <a:spLocks noGrp="1"/>
          </p:cNvSpPr>
          <p:nvPr/>
        </p:nvSpPr>
        <p:spPr>
          <a:xfrm>
            <a:off x="303695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16" name="01_find_only_2515">
            <a:extLst>
              <a:ext uri="{FF2B5EF4-FFF2-40B4-BE49-F238E27FC236}">
                <a16:creationId xmlns:a16="http://schemas.microsoft.com/office/drawing/2014/main" id="{B6DF8136-6C38-4F37-9B1A-6F3B23C2D46F}"/>
              </a:ext>
            </a:extLst>
          </p:cNvPr>
          <p:cNvSpPr>
            <a:spLocks noGrp="1"/>
          </p:cNvSpPr>
          <p:nvPr/>
        </p:nvSpPr>
        <p:spPr>
          <a:xfrm>
            <a:off x="307163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17" name="01_find_only_2516">
            <a:extLst>
              <a:ext uri="{FF2B5EF4-FFF2-40B4-BE49-F238E27FC236}">
                <a16:creationId xmlns:a16="http://schemas.microsoft.com/office/drawing/2014/main" id="{BA8EC6BA-53BB-4848-80D3-500FB67CC777}"/>
              </a:ext>
            </a:extLst>
          </p:cNvPr>
          <p:cNvSpPr>
            <a:spLocks noGrp="1"/>
          </p:cNvSpPr>
          <p:nvPr/>
        </p:nvSpPr>
        <p:spPr>
          <a:xfrm>
            <a:off x="305754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18" name="01_find_only_2517">
            <a:extLst>
              <a:ext uri="{FF2B5EF4-FFF2-40B4-BE49-F238E27FC236}">
                <a16:creationId xmlns:a16="http://schemas.microsoft.com/office/drawing/2014/main" id="{96DCBA97-D165-4BB6-81F4-BA22394D5659}"/>
              </a:ext>
            </a:extLst>
          </p:cNvPr>
          <p:cNvSpPr>
            <a:spLocks noGrp="1"/>
          </p:cNvSpPr>
          <p:nvPr/>
        </p:nvSpPr>
        <p:spPr>
          <a:xfrm>
            <a:off x="308601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19" name="01_find_only_2518">
            <a:extLst>
              <a:ext uri="{FF2B5EF4-FFF2-40B4-BE49-F238E27FC236}">
                <a16:creationId xmlns:a16="http://schemas.microsoft.com/office/drawing/2014/main" id="{9835ABAD-623B-4648-8BA4-543BC9062E36}"/>
              </a:ext>
            </a:extLst>
          </p:cNvPr>
          <p:cNvSpPr>
            <a:spLocks noGrp="1"/>
          </p:cNvSpPr>
          <p:nvPr/>
        </p:nvSpPr>
        <p:spPr>
          <a:xfrm>
            <a:off x="299585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20" name="01_find_only_2519">
            <a:extLst>
              <a:ext uri="{FF2B5EF4-FFF2-40B4-BE49-F238E27FC236}">
                <a16:creationId xmlns:a16="http://schemas.microsoft.com/office/drawing/2014/main" id="{48F645FA-4E7D-4D03-A4B6-A9AA5CD1EB22}"/>
              </a:ext>
            </a:extLst>
          </p:cNvPr>
          <p:cNvSpPr>
            <a:spLocks noGrp="1"/>
          </p:cNvSpPr>
          <p:nvPr/>
        </p:nvSpPr>
        <p:spPr>
          <a:xfrm>
            <a:off x="303588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21" name="01_find_only_2520">
            <a:extLst>
              <a:ext uri="{FF2B5EF4-FFF2-40B4-BE49-F238E27FC236}">
                <a16:creationId xmlns:a16="http://schemas.microsoft.com/office/drawing/2014/main" id="{4BCBCB96-AF4C-46BF-9F1C-2641F0D9E954}"/>
              </a:ext>
            </a:extLst>
          </p:cNvPr>
          <p:cNvSpPr>
            <a:spLocks noGrp="1"/>
          </p:cNvSpPr>
          <p:nvPr/>
        </p:nvSpPr>
        <p:spPr>
          <a:xfrm>
            <a:off x="305405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22" name="01_find_only_2521">
            <a:extLst>
              <a:ext uri="{FF2B5EF4-FFF2-40B4-BE49-F238E27FC236}">
                <a16:creationId xmlns:a16="http://schemas.microsoft.com/office/drawing/2014/main" id="{2D90B459-E478-4D09-8A02-86C094983D0D}"/>
              </a:ext>
            </a:extLst>
          </p:cNvPr>
          <p:cNvSpPr>
            <a:spLocks noGrp="1"/>
          </p:cNvSpPr>
          <p:nvPr/>
        </p:nvSpPr>
        <p:spPr>
          <a:xfrm>
            <a:off x="302383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23" name="01_find_only_2522">
            <a:extLst>
              <a:ext uri="{FF2B5EF4-FFF2-40B4-BE49-F238E27FC236}">
                <a16:creationId xmlns:a16="http://schemas.microsoft.com/office/drawing/2014/main" id="{777CDD59-1B68-43E0-B807-FA46E6C346FA}"/>
              </a:ext>
            </a:extLst>
          </p:cNvPr>
          <p:cNvSpPr>
            <a:spLocks noGrp="1"/>
          </p:cNvSpPr>
          <p:nvPr/>
        </p:nvSpPr>
        <p:spPr>
          <a:xfrm>
            <a:off x="304559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24" name="01_find_only_2523">
            <a:extLst>
              <a:ext uri="{FF2B5EF4-FFF2-40B4-BE49-F238E27FC236}">
                <a16:creationId xmlns:a16="http://schemas.microsoft.com/office/drawing/2014/main" id="{C3E0024C-5983-493E-B0E0-0BEC5829E2AD}"/>
              </a:ext>
            </a:extLst>
          </p:cNvPr>
          <p:cNvSpPr>
            <a:spLocks noGrp="1"/>
          </p:cNvSpPr>
          <p:nvPr/>
        </p:nvSpPr>
        <p:spPr>
          <a:xfrm>
            <a:off x="3033356" y="61807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25" name="01_find_only_2524">
            <a:extLst>
              <a:ext uri="{FF2B5EF4-FFF2-40B4-BE49-F238E27FC236}">
                <a16:creationId xmlns:a16="http://schemas.microsoft.com/office/drawing/2014/main" id="{0766196A-FA84-4D49-9843-10789130EBAB}"/>
              </a:ext>
            </a:extLst>
          </p:cNvPr>
          <p:cNvSpPr>
            <a:spLocks noGrp="1"/>
          </p:cNvSpPr>
          <p:nvPr/>
        </p:nvSpPr>
        <p:spPr>
          <a:xfrm>
            <a:off x="3075325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26" name="01_find_only_2525">
            <a:extLst>
              <a:ext uri="{FF2B5EF4-FFF2-40B4-BE49-F238E27FC236}">
                <a16:creationId xmlns:a16="http://schemas.microsoft.com/office/drawing/2014/main" id="{01F45570-54BD-4E79-9505-1A49B5AA1A16}"/>
              </a:ext>
            </a:extLst>
          </p:cNvPr>
          <p:cNvSpPr>
            <a:spLocks noGrp="1"/>
          </p:cNvSpPr>
          <p:nvPr/>
        </p:nvSpPr>
        <p:spPr>
          <a:xfrm>
            <a:off x="300654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27" name="01_find_only_2526">
            <a:extLst>
              <a:ext uri="{FF2B5EF4-FFF2-40B4-BE49-F238E27FC236}">
                <a16:creationId xmlns:a16="http://schemas.microsoft.com/office/drawing/2014/main" id="{F60BAAB0-B765-49EA-971D-B5FFBC69010F}"/>
              </a:ext>
            </a:extLst>
          </p:cNvPr>
          <p:cNvSpPr>
            <a:spLocks noGrp="1"/>
          </p:cNvSpPr>
          <p:nvPr/>
        </p:nvSpPr>
        <p:spPr>
          <a:xfrm>
            <a:off x="301101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28" name="01_find_only_2527">
            <a:extLst>
              <a:ext uri="{FF2B5EF4-FFF2-40B4-BE49-F238E27FC236}">
                <a16:creationId xmlns:a16="http://schemas.microsoft.com/office/drawing/2014/main" id="{9E7E4FF7-5599-44A7-AD79-C108F0029382}"/>
              </a:ext>
            </a:extLst>
          </p:cNvPr>
          <p:cNvSpPr>
            <a:spLocks noGrp="1"/>
          </p:cNvSpPr>
          <p:nvPr/>
        </p:nvSpPr>
        <p:spPr>
          <a:xfrm>
            <a:off x="305142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29" name="01_find_only_2528">
            <a:extLst>
              <a:ext uri="{FF2B5EF4-FFF2-40B4-BE49-F238E27FC236}">
                <a16:creationId xmlns:a16="http://schemas.microsoft.com/office/drawing/2014/main" id="{63E7C32A-31F8-4385-A612-D1F678331E3A}"/>
              </a:ext>
            </a:extLst>
          </p:cNvPr>
          <p:cNvSpPr>
            <a:spLocks noGrp="1"/>
          </p:cNvSpPr>
          <p:nvPr/>
        </p:nvSpPr>
        <p:spPr>
          <a:xfrm>
            <a:off x="305055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30" name="01_find_only_2529">
            <a:extLst>
              <a:ext uri="{FF2B5EF4-FFF2-40B4-BE49-F238E27FC236}">
                <a16:creationId xmlns:a16="http://schemas.microsoft.com/office/drawing/2014/main" id="{86ABBBE0-CF92-4FDB-9F5A-315D8C649A3E}"/>
              </a:ext>
            </a:extLst>
          </p:cNvPr>
          <p:cNvSpPr>
            <a:spLocks noGrp="1"/>
          </p:cNvSpPr>
          <p:nvPr/>
        </p:nvSpPr>
        <p:spPr>
          <a:xfrm>
            <a:off x="308212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31" name="01_find_only_2530">
            <a:extLst>
              <a:ext uri="{FF2B5EF4-FFF2-40B4-BE49-F238E27FC236}">
                <a16:creationId xmlns:a16="http://schemas.microsoft.com/office/drawing/2014/main" id="{C188A033-61C4-4722-B9BE-0AC660F26FCB}"/>
              </a:ext>
            </a:extLst>
          </p:cNvPr>
          <p:cNvSpPr>
            <a:spLocks noGrp="1"/>
          </p:cNvSpPr>
          <p:nvPr/>
        </p:nvSpPr>
        <p:spPr>
          <a:xfrm>
            <a:off x="306745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32" name="01_find_only_2531">
            <a:extLst>
              <a:ext uri="{FF2B5EF4-FFF2-40B4-BE49-F238E27FC236}">
                <a16:creationId xmlns:a16="http://schemas.microsoft.com/office/drawing/2014/main" id="{541768D7-7008-40C4-B1E5-A9DC7C8E03BC}"/>
              </a:ext>
            </a:extLst>
          </p:cNvPr>
          <p:cNvSpPr>
            <a:spLocks noGrp="1"/>
          </p:cNvSpPr>
          <p:nvPr/>
        </p:nvSpPr>
        <p:spPr>
          <a:xfrm>
            <a:off x="302160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33" name="01_find_only_2532">
            <a:extLst>
              <a:ext uri="{FF2B5EF4-FFF2-40B4-BE49-F238E27FC236}">
                <a16:creationId xmlns:a16="http://schemas.microsoft.com/office/drawing/2014/main" id="{639DC0BE-2378-4F98-8939-C7707EF6F951}"/>
              </a:ext>
            </a:extLst>
          </p:cNvPr>
          <p:cNvSpPr>
            <a:spLocks noGrp="1"/>
          </p:cNvSpPr>
          <p:nvPr/>
        </p:nvSpPr>
        <p:spPr>
          <a:xfrm>
            <a:off x="3069399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34" name="01_find_only_2533">
            <a:extLst>
              <a:ext uri="{FF2B5EF4-FFF2-40B4-BE49-F238E27FC236}">
                <a16:creationId xmlns:a16="http://schemas.microsoft.com/office/drawing/2014/main" id="{A65F2365-1554-4EEE-AD66-EBCACC2487EC}"/>
              </a:ext>
            </a:extLst>
          </p:cNvPr>
          <p:cNvSpPr>
            <a:spLocks noGrp="1"/>
          </p:cNvSpPr>
          <p:nvPr/>
        </p:nvSpPr>
        <p:spPr>
          <a:xfrm>
            <a:off x="306153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35" name="01_find_only_2534">
            <a:extLst>
              <a:ext uri="{FF2B5EF4-FFF2-40B4-BE49-F238E27FC236}">
                <a16:creationId xmlns:a16="http://schemas.microsoft.com/office/drawing/2014/main" id="{34B20435-2CF6-463B-A587-949DDDEB236B}"/>
              </a:ext>
            </a:extLst>
          </p:cNvPr>
          <p:cNvSpPr>
            <a:spLocks noGrp="1"/>
          </p:cNvSpPr>
          <p:nvPr/>
        </p:nvSpPr>
        <p:spPr>
          <a:xfrm>
            <a:off x="306570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36" name="01_find_only_2535">
            <a:extLst>
              <a:ext uri="{FF2B5EF4-FFF2-40B4-BE49-F238E27FC236}">
                <a16:creationId xmlns:a16="http://schemas.microsoft.com/office/drawing/2014/main" id="{089A9BD8-E3A0-4E51-BA1F-8174979047F2}"/>
              </a:ext>
            </a:extLst>
          </p:cNvPr>
          <p:cNvSpPr>
            <a:spLocks noGrp="1"/>
          </p:cNvSpPr>
          <p:nvPr/>
        </p:nvSpPr>
        <p:spPr>
          <a:xfrm>
            <a:off x="304734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37" name="01_find_only_2536">
            <a:extLst>
              <a:ext uri="{FF2B5EF4-FFF2-40B4-BE49-F238E27FC236}">
                <a16:creationId xmlns:a16="http://schemas.microsoft.com/office/drawing/2014/main" id="{88E9B52B-13F7-4E66-B56A-B9C9DF7D4A5F}"/>
              </a:ext>
            </a:extLst>
          </p:cNvPr>
          <p:cNvSpPr>
            <a:spLocks noGrp="1"/>
          </p:cNvSpPr>
          <p:nvPr/>
        </p:nvSpPr>
        <p:spPr>
          <a:xfrm>
            <a:off x="299692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38" name="01_find_only_2537">
            <a:extLst>
              <a:ext uri="{FF2B5EF4-FFF2-40B4-BE49-F238E27FC236}">
                <a16:creationId xmlns:a16="http://schemas.microsoft.com/office/drawing/2014/main" id="{40127C78-6F28-4720-8A43-2F3D50B31055}"/>
              </a:ext>
            </a:extLst>
          </p:cNvPr>
          <p:cNvSpPr>
            <a:spLocks noGrp="1"/>
          </p:cNvSpPr>
          <p:nvPr/>
        </p:nvSpPr>
        <p:spPr>
          <a:xfrm>
            <a:off x="3061919" y="549356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39" name="01_find_only_2538">
            <a:extLst>
              <a:ext uri="{FF2B5EF4-FFF2-40B4-BE49-F238E27FC236}">
                <a16:creationId xmlns:a16="http://schemas.microsoft.com/office/drawing/2014/main" id="{F00436EF-14F7-4632-A5A0-2D82DAD92EF7}"/>
              </a:ext>
            </a:extLst>
          </p:cNvPr>
          <p:cNvSpPr>
            <a:spLocks noGrp="1"/>
          </p:cNvSpPr>
          <p:nvPr/>
        </p:nvSpPr>
        <p:spPr>
          <a:xfrm>
            <a:off x="3074743" y="54990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40" name="01_find_only_2539">
            <a:extLst>
              <a:ext uri="{FF2B5EF4-FFF2-40B4-BE49-F238E27FC236}">
                <a16:creationId xmlns:a16="http://schemas.microsoft.com/office/drawing/2014/main" id="{16266C54-99AA-4907-B524-6BE078539DA9}"/>
              </a:ext>
            </a:extLst>
          </p:cNvPr>
          <p:cNvSpPr>
            <a:spLocks noGrp="1"/>
          </p:cNvSpPr>
          <p:nvPr/>
        </p:nvSpPr>
        <p:spPr>
          <a:xfrm>
            <a:off x="301305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41" name="01_find_only_2540">
            <a:extLst>
              <a:ext uri="{FF2B5EF4-FFF2-40B4-BE49-F238E27FC236}">
                <a16:creationId xmlns:a16="http://schemas.microsoft.com/office/drawing/2014/main" id="{67F99F53-341C-4007-9EE4-0CF00AEF8F8C}"/>
              </a:ext>
            </a:extLst>
          </p:cNvPr>
          <p:cNvSpPr>
            <a:spLocks noGrp="1"/>
          </p:cNvSpPr>
          <p:nvPr/>
        </p:nvSpPr>
        <p:spPr>
          <a:xfrm>
            <a:off x="300576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42" name="01_find_only_2541">
            <a:extLst>
              <a:ext uri="{FF2B5EF4-FFF2-40B4-BE49-F238E27FC236}">
                <a16:creationId xmlns:a16="http://schemas.microsoft.com/office/drawing/2014/main" id="{C9CC8A66-E05F-41C2-9916-07D3236BF3C0}"/>
              </a:ext>
            </a:extLst>
          </p:cNvPr>
          <p:cNvSpPr>
            <a:spLocks noGrp="1"/>
          </p:cNvSpPr>
          <p:nvPr/>
        </p:nvSpPr>
        <p:spPr>
          <a:xfrm>
            <a:off x="3061724" y="515825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43" name="01_find_only_2542">
            <a:extLst>
              <a:ext uri="{FF2B5EF4-FFF2-40B4-BE49-F238E27FC236}">
                <a16:creationId xmlns:a16="http://schemas.microsoft.com/office/drawing/2014/main" id="{A6782FB1-58BC-4D8E-85B5-549234E57FCE}"/>
              </a:ext>
            </a:extLst>
          </p:cNvPr>
          <p:cNvSpPr>
            <a:spLocks noGrp="1"/>
          </p:cNvSpPr>
          <p:nvPr/>
        </p:nvSpPr>
        <p:spPr>
          <a:xfrm>
            <a:off x="308678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44" name="01_find_only_2543">
            <a:extLst>
              <a:ext uri="{FF2B5EF4-FFF2-40B4-BE49-F238E27FC236}">
                <a16:creationId xmlns:a16="http://schemas.microsoft.com/office/drawing/2014/main" id="{5327A5C0-D466-4963-BBAF-DD38197C82A6}"/>
              </a:ext>
            </a:extLst>
          </p:cNvPr>
          <p:cNvSpPr>
            <a:spLocks noGrp="1"/>
          </p:cNvSpPr>
          <p:nvPr/>
        </p:nvSpPr>
        <p:spPr>
          <a:xfrm>
            <a:off x="309096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45" name="01_find_only_2544">
            <a:extLst>
              <a:ext uri="{FF2B5EF4-FFF2-40B4-BE49-F238E27FC236}">
                <a16:creationId xmlns:a16="http://schemas.microsoft.com/office/drawing/2014/main" id="{1E45EBA7-1919-4BCB-B3A5-006D100B988A}"/>
              </a:ext>
            </a:extLst>
          </p:cNvPr>
          <p:cNvSpPr>
            <a:spLocks noGrp="1"/>
          </p:cNvSpPr>
          <p:nvPr/>
        </p:nvSpPr>
        <p:spPr>
          <a:xfrm>
            <a:off x="303092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46" name="01_find_only_2545">
            <a:extLst>
              <a:ext uri="{FF2B5EF4-FFF2-40B4-BE49-F238E27FC236}">
                <a16:creationId xmlns:a16="http://schemas.microsoft.com/office/drawing/2014/main" id="{0D4F37DE-32D1-42E4-BE37-90FF2E3ABD70}"/>
              </a:ext>
            </a:extLst>
          </p:cNvPr>
          <p:cNvSpPr>
            <a:spLocks noGrp="1"/>
          </p:cNvSpPr>
          <p:nvPr/>
        </p:nvSpPr>
        <p:spPr>
          <a:xfrm>
            <a:off x="3066582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47" name="01_find_only_2546">
            <a:extLst>
              <a:ext uri="{FF2B5EF4-FFF2-40B4-BE49-F238E27FC236}">
                <a16:creationId xmlns:a16="http://schemas.microsoft.com/office/drawing/2014/main" id="{3452B717-5B9E-426B-B55F-EF0D726B14C9}"/>
              </a:ext>
            </a:extLst>
          </p:cNvPr>
          <p:cNvSpPr>
            <a:spLocks noGrp="1"/>
          </p:cNvSpPr>
          <p:nvPr/>
        </p:nvSpPr>
        <p:spPr>
          <a:xfrm>
            <a:off x="307396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48" name="01_find_only_2547">
            <a:extLst>
              <a:ext uri="{FF2B5EF4-FFF2-40B4-BE49-F238E27FC236}">
                <a16:creationId xmlns:a16="http://schemas.microsoft.com/office/drawing/2014/main" id="{0DAE3464-093B-4103-AEF6-95F2D37D03F0}"/>
              </a:ext>
            </a:extLst>
          </p:cNvPr>
          <p:cNvSpPr>
            <a:spLocks noGrp="1"/>
          </p:cNvSpPr>
          <p:nvPr/>
        </p:nvSpPr>
        <p:spPr>
          <a:xfrm>
            <a:off x="308572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49" name="01_find_only_2548">
            <a:extLst>
              <a:ext uri="{FF2B5EF4-FFF2-40B4-BE49-F238E27FC236}">
                <a16:creationId xmlns:a16="http://schemas.microsoft.com/office/drawing/2014/main" id="{193EC1AA-608D-4E5C-9FFF-E863712132D6}"/>
              </a:ext>
            </a:extLst>
          </p:cNvPr>
          <p:cNvSpPr>
            <a:spLocks noGrp="1"/>
          </p:cNvSpPr>
          <p:nvPr/>
        </p:nvSpPr>
        <p:spPr>
          <a:xfrm>
            <a:off x="307542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50" name="01_find_only_2549">
            <a:extLst>
              <a:ext uri="{FF2B5EF4-FFF2-40B4-BE49-F238E27FC236}">
                <a16:creationId xmlns:a16="http://schemas.microsoft.com/office/drawing/2014/main" id="{AABE2BC5-9902-404E-9B66-AD0C756CD54A}"/>
              </a:ext>
            </a:extLst>
          </p:cNvPr>
          <p:cNvSpPr>
            <a:spLocks noGrp="1"/>
          </p:cNvSpPr>
          <p:nvPr/>
        </p:nvSpPr>
        <p:spPr>
          <a:xfrm>
            <a:off x="306075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51" name="01_find_only_2550">
            <a:extLst>
              <a:ext uri="{FF2B5EF4-FFF2-40B4-BE49-F238E27FC236}">
                <a16:creationId xmlns:a16="http://schemas.microsoft.com/office/drawing/2014/main" id="{6869039C-F97E-4B2A-BD9F-9FA71226C875}"/>
              </a:ext>
            </a:extLst>
          </p:cNvPr>
          <p:cNvSpPr>
            <a:spLocks noGrp="1"/>
          </p:cNvSpPr>
          <p:nvPr/>
        </p:nvSpPr>
        <p:spPr>
          <a:xfrm>
            <a:off x="300119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52" name="01_find_only_2551">
            <a:extLst>
              <a:ext uri="{FF2B5EF4-FFF2-40B4-BE49-F238E27FC236}">
                <a16:creationId xmlns:a16="http://schemas.microsoft.com/office/drawing/2014/main" id="{DC962624-996F-4ED3-A966-ACE088B72B2E}"/>
              </a:ext>
            </a:extLst>
          </p:cNvPr>
          <p:cNvSpPr>
            <a:spLocks noGrp="1"/>
          </p:cNvSpPr>
          <p:nvPr/>
        </p:nvSpPr>
        <p:spPr>
          <a:xfrm>
            <a:off x="3010622" y="590089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53" name="01_find_only_2552">
            <a:extLst>
              <a:ext uri="{FF2B5EF4-FFF2-40B4-BE49-F238E27FC236}">
                <a16:creationId xmlns:a16="http://schemas.microsoft.com/office/drawing/2014/main" id="{682C6929-E29E-402F-B9F8-B7979197613A}"/>
              </a:ext>
            </a:extLst>
          </p:cNvPr>
          <p:cNvSpPr>
            <a:spLocks noGrp="1"/>
          </p:cNvSpPr>
          <p:nvPr/>
        </p:nvSpPr>
        <p:spPr>
          <a:xfrm>
            <a:off x="306172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54" name="01_find_only_2553">
            <a:extLst>
              <a:ext uri="{FF2B5EF4-FFF2-40B4-BE49-F238E27FC236}">
                <a16:creationId xmlns:a16="http://schemas.microsoft.com/office/drawing/2014/main" id="{9848CFDD-C891-477A-9E0F-E493334316BE}"/>
              </a:ext>
            </a:extLst>
          </p:cNvPr>
          <p:cNvSpPr>
            <a:spLocks noGrp="1"/>
          </p:cNvSpPr>
          <p:nvPr/>
        </p:nvSpPr>
        <p:spPr>
          <a:xfrm>
            <a:off x="305191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55" name="01_find_only_2554">
            <a:extLst>
              <a:ext uri="{FF2B5EF4-FFF2-40B4-BE49-F238E27FC236}">
                <a16:creationId xmlns:a16="http://schemas.microsoft.com/office/drawing/2014/main" id="{7E6C7AFF-CD4C-43AC-8EB9-59D5DF45BCC6}"/>
              </a:ext>
            </a:extLst>
          </p:cNvPr>
          <p:cNvSpPr>
            <a:spLocks noGrp="1"/>
          </p:cNvSpPr>
          <p:nvPr/>
        </p:nvSpPr>
        <p:spPr>
          <a:xfrm>
            <a:off x="301470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56" name="01_find_only_2555">
            <a:extLst>
              <a:ext uri="{FF2B5EF4-FFF2-40B4-BE49-F238E27FC236}">
                <a16:creationId xmlns:a16="http://schemas.microsoft.com/office/drawing/2014/main" id="{ABBC807B-AD29-4DD7-A9A9-46B888E80A50}"/>
              </a:ext>
            </a:extLst>
          </p:cNvPr>
          <p:cNvSpPr>
            <a:spLocks noGrp="1"/>
          </p:cNvSpPr>
          <p:nvPr/>
        </p:nvSpPr>
        <p:spPr>
          <a:xfrm>
            <a:off x="303228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57" name="01_find_only_2556">
            <a:extLst>
              <a:ext uri="{FF2B5EF4-FFF2-40B4-BE49-F238E27FC236}">
                <a16:creationId xmlns:a16="http://schemas.microsoft.com/office/drawing/2014/main" id="{D96FF49B-62D3-43A5-B88F-2D5C4CD07BDE}"/>
              </a:ext>
            </a:extLst>
          </p:cNvPr>
          <p:cNvSpPr>
            <a:spLocks noGrp="1"/>
          </p:cNvSpPr>
          <p:nvPr/>
        </p:nvSpPr>
        <p:spPr>
          <a:xfrm>
            <a:off x="2997896" y="614998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58" name="01_find_only_2557">
            <a:extLst>
              <a:ext uri="{FF2B5EF4-FFF2-40B4-BE49-F238E27FC236}">
                <a16:creationId xmlns:a16="http://schemas.microsoft.com/office/drawing/2014/main" id="{16F11C79-7E5C-42B7-BD9F-A69B9EB83FB5}"/>
              </a:ext>
            </a:extLst>
          </p:cNvPr>
          <p:cNvSpPr>
            <a:spLocks noGrp="1"/>
          </p:cNvSpPr>
          <p:nvPr/>
        </p:nvSpPr>
        <p:spPr>
          <a:xfrm>
            <a:off x="352485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59" name="01_find_only_2558">
            <a:extLst>
              <a:ext uri="{FF2B5EF4-FFF2-40B4-BE49-F238E27FC236}">
                <a16:creationId xmlns:a16="http://schemas.microsoft.com/office/drawing/2014/main" id="{E0BFFFF3-88DA-4089-B0C0-6B430CCEC59B}"/>
              </a:ext>
            </a:extLst>
          </p:cNvPr>
          <p:cNvSpPr>
            <a:spLocks noGrp="1"/>
          </p:cNvSpPr>
          <p:nvPr/>
        </p:nvSpPr>
        <p:spPr>
          <a:xfrm>
            <a:off x="358703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60" name="01_find_only_2559">
            <a:extLst>
              <a:ext uri="{FF2B5EF4-FFF2-40B4-BE49-F238E27FC236}">
                <a16:creationId xmlns:a16="http://schemas.microsoft.com/office/drawing/2014/main" id="{6C9D3D8C-7602-49C0-B3A0-01D562C342D7}"/>
              </a:ext>
            </a:extLst>
          </p:cNvPr>
          <p:cNvSpPr>
            <a:spLocks noGrp="1"/>
          </p:cNvSpPr>
          <p:nvPr/>
        </p:nvSpPr>
        <p:spPr>
          <a:xfrm>
            <a:off x="350445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61" name="01_find_only_2560">
            <a:extLst>
              <a:ext uri="{FF2B5EF4-FFF2-40B4-BE49-F238E27FC236}">
                <a16:creationId xmlns:a16="http://schemas.microsoft.com/office/drawing/2014/main" id="{F84D32B6-CD60-447E-A3B6-61D730CE741D}"/>
              </a:ext>
            </a:extLst>
          </p:cNvPr>
          <p:cNvSpPr>
            <a:spLocks noGrp="1"/>
          </p:cNvSpPr>
          <p:nvPr/>
        </p:nvSpPr>
        <p:spPr>
          <a:xfrm>
            <a:off x="357926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62" name="01_find_only_2561">
            <a:extLst>
              <a:ext uri="{FF2B5EF4-FFF2-40B4-BE49-F238E27FC236}">
                <a16:creationId xmlns:a16="http://schemas.microsoft.com/office/drawing/2014/main" id="{6A3F7396-2E37-4B1B-A52F-396EC938DD7E}"/>
              </a:ext>
            </a:extLst>
          </p:cNvPr>
          <p:cNvSpPr>
            <a:spLocks noGrp="1"/>
          </p:cNvSpPr>
          <p:nvPr/>
        </p:nvSpPr>
        <p:spPr>
          <a:xfrm>
            <a:off x="354069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63" name="01_find_only_2562">
            <a:extLst>
              <a:ext uri="{FF2B5EF4-FFF2-40B4-BE49-F238E27FC236}">
                <a16:creationId xmlns:a16="http://schemas.microsoft.com/office/drawing/2014/main" id="{5AF9D977-30B7-4B40-9044-896F2F53F65C}"/>
              </a:ext>
            </a:extLst>
          </p:cNvPr>
          <p:cNvSpPr>
            <a:spLocks noGrp="1"/>
          </p:cNvSpPr>
          <p:nvPr/>
        </p:nvSpPr>
        <p:spPr>
          <a:xfrm>
            <a:off x="359393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64" name="01_find_only_2563">
            <a:extLst>
              <a:ext uri="{FF2B5EF4-FFF2-40B4-BE49-F238E27FC236}">
                <a16:creationId xmlns:a16="http://schemas.microsoft.com/office/drawing/2014/main" id="{4B6C5E9F-F633-4341-9639-17F93DE7AF9E}"/>
              </a:ext>
            </a:extLst>
          </p:cNvPr>
          <p:cNvSpPr>
            <a:spLocks noGrp="1"/>
          </p:cNvSpPr>
          <p:nvPr/>
        </p:nvSpPr>
        <p:spPr>
          <a:xfrm>
            <a:off x="352475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65" name="01_find_only_2564">
            <a:extLst>
              <a:ext uri="{FF2B5EF4-FFF2-40B4-BE49-F238E27FC236}">
                <a16:creationId xmlns:a16="http://schemas.microsoft.com/office/drawing/2014/main" id="{FD8BC14D-EF47-491E-98FF-285BF407393D}"/>
              </a:ext>
            </a:extLst>
          </p:cNvPr>
          <p:cNvSpPr>
            <a:spLocks noGrp="1"/>
          </p:cNvSpPr>
          <p:nvPr/>
        </p:nvSpPr>
        <p:spPr>
          <a:xfrm>
            <a:off x="357216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66" name="01_find_only_2565">
            <a:extLst>
              <a:ext uri="{FF2B5EF4-FFF2-40B4-BE49-F238E27FC236}">
                <a16:creationId xmlns:a16="http://schemas.microsoft.com/office/drawing/2014/main" id="{C75C0DA5-2A9E-4563-8FE7-A648DA5C8DE4}"/>
              </a:ext>
            </a:extLst>
          </p:cNvPr>
          <p:cNvSpPr>
            <a:spLocks noGrp="1"/>
          </p:cNvSpPr>
          <p:nvPr/>
        </p:nvSpPr>
        <p:spPr>
          <a:xfrm>
            <a:off x="350785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67" name="01_find_only_2566">
            <a:extLst>
              <a:ext uri="{FF2B5EF4-FFF2-40B4-BE49-F238E27FC236}">
                <a16:creationId xmlns:a16="http://schemas.microsoft.com/office/drawing/2014/main" id="{43B27C30-1D4E-49B3-A434-39682B8DBEE5}"/>
              </a:ext>
            </a:extLst>
          </p:cNvPr>
          <p:cNvSpPr>
            <a:spLocks noGrp="1"/>
          </p:cNvSpPr>
          <p:nvPr/>
        </p:nvSpPr>
        <p:spPr>
          <a:xfrm>
            <a:off x="352854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68" name="01_find_only_2567">
            <a:extLst>
              <a:ext uri="{FF2B5EF4-FFF2-40B4-BE49-F238E27FC236}">
                <a16:creationId xmlns:a16="http://schemas.microsoft.com/office/drawing/2014/main" id="{F70E3011-B157-4F16-BFDD-7DFE61781826}"/>
              </a:ext>
            </a:extLst>
          </p:cNvPr>
          <p:cNvSpPr>
            <a:spLocks noGrp="1"/>
          </p:cNvSpPr>
          <p:nvPr/>
        </p:nvSpPr>
        <p:spPr>
          <a:xfrm>
            <a:off x="3507659" y="59654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69" name="01_find_only_2568">
            <a:extLst>
              <a:ext uri="{FF2B5EF4-FFF2-40B4-BE49-F238E27FC236}">
                <a16:creationId xmlns:a16="http://schemas.microsoft.com/office/drawing/2014/main" id="{9DA3E6AB-0F0D-490A-B5D2-B12D48E5C30A}"/>
              </a:ext>
            </a:extLst>
          </p:cNvPr>
          <p:cNvSpPr>
            <a:spLocks noGrp="1"/>
          </p:cNvSpPr>
          <p:nvPr/>
        </p:nvSpPr>
        <p:spPr>
          <a:xfrm>
            <a:off x="356255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70" name="01_find_only_2569">
            <a:extLst>
              <a:ext uri="{FF2B5EF4-FFF2-40B4-BE49-F238E27FC236}">
                <a16:creationId xmlns:a16="http://schemas.microsoft.com/office/drawing/2014/main" id="{4A78A2DE-FA74-498D-91D7-F877BE5A56BB}"/>
              </a:ext>
            </a:extLst>
          </p:cNvPr>
          <p:cNvSpPr>
            <a:spLocks noGrp="1"/>
          </p:cNvSpPr>
          <p:nvPr/>
        </p:nvSpPr>
        <p:spPr>
          <a:xfrm>
            <a:off x="352077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71" name="01_find_only_2570">
            <a:extLst>
              <a:ext uri="{FF2B5EF4-FFF2-40B4-BE49-F238E27FC236}">
                <a16:creationId xmlns:a16="http://schemas.microsoft.com/office/drawing/2014/main" id="{E7463838-770E-448E-8FD1-67274E6FB266}"/>
              </a:ext>
            </a:extLst>
          </p:cNvPr>
          <p:cNvSpPr>
            <a:spLocks noGrp="1"/>
          </p:cNvSpPr>
          <p:nvPr/>
        </p:nvSpPr>
        <p:spPr>
          <a:xfrm>
            <a:off x="354992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72" name="01_find_only_2571">
            <a:extLst>
              <a:ext uri="{FF2B5EF4-FFF2-40B4-BE49-F238E27FC236}">
                <a16:creationId xmlns:a16="http://schemas.microsoft.com/office/drawing/2014/main" id="{8F86C53C-4037-4741-877C-7FBC284B44E2}"/>
              </a:ext>
            </a:extLst>
          </p:cNvPr>
          <p:cNvSpPr>
            <a:spLocks noGrp="1"/>
          </p:cNvSpPr>
          <p:nvPr/>
        </p:nvSpPr>
        <p:spPr>
          <a:xfrm>
            <a:off x="353962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73" name="01_find_only_2572">
            <a:extLst>
              <a:ext uri="{FF2B5EF4-FFF2-40B4-BE49-F238E27FC236}">
                <a16:creationId xmlns:a16="http://schemas.microsoft.com/office/drawing/2014/main" id="{E24D6062-7C34-4C5F-9AAB-E614C3AC1C06}"/>
              </a:ext>
            </a:extLst>
          </p:cNvPr>
          <p:cNvSpPr>
            <a:spLocks noGrp="1"/>
          </p:cNvSpPr>
          <p:nvPr/>
        </p:nvSpPr>
        <p:spPr>
          <a:xfrm>
            <a:off x="3530005" y="624223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74" name="01_find_only_2573">
            <a:extLst>
              <a:ext uri="{FF2B5EF4-FFF2-40B4-BE49-F238E27FC236}">
                <a16:creationId xmlns:a16="http://schemas.microsoft.com/office/drawing/2014/main" id="{5DE5FC67-7933-48C6-8859-5052F714B20D}"/>
              </a:ext>
            </a:extLst>
          </p:cNvPr>
          <p:cNvSpPr>
            <a:spLocks noGrp="1"/>
          </p:cNvSpPr>
          <p:nvPr/>
        </p:nvSpPr>
        <p:spPr>
          <a:xfrm>
            <a:off x="3507368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75" name="01_find_only_2574">
            <a:extLst>
              <a:ext uri="{FF2B5EF4-FFF2-40B4-BE49-F238E27FC236}">
                <a16:creationId xmlns:a16="http://schemas.microsoft.com/office/drawing/2014/main" id="{597752D8-C73D-45EE-ACA7-C3647E4324CE}"/>
              </a:ext>
            </a:extLst>
          </p:cNvPr>
          <p:cNvSpPr>
            <a:spLocks noGrp="1"/>
          </p:cNvSpPr>
          <p:nvPr/>
        </p:nvSpPr>
        <p:spPr>
          <a:xfrm>
            <a:off x="3594609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76" name="01_find_only_2575">
            <a:extLst>
              <a:ext uri="{FF2B5EF4-FFF2-40B4-BE49-F238E27FC236}">
                <a16:creationId xmlns:a16="http://schemas.microsoft.com/office/drawing/2014/main" id="{31F5C3A0-BB00-4F49-88D8-221B047EFDB0}"/>
              </a:ext>
            </a:extLst>
          </p:cNvPr>
          <p:cNvSpPr>
            <a:spLocks noGrp="1"/>
          </p:cNvSpPr>
          <p:nvPr/>
        </p:nvSpPr>
        <p:spPr>
          <a:xfrm>
            <a:off x="3508728" y="612691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77" name="01_find_only_2576">
            <a:extLst>
              <a:ext uri="{FF2B5EF4-FFF2-40B4-BE49-F238E27FC236}">
                <a16:creationId xmlns:a16="http://schemas.microsoft.com/office/drawing/2014/main" id="{4F112D96-48C8-47F2-AC42-AF6564E9B01D}"/>
              </a:ext>
            </a:extLst>
          </p:cNvPr>
          <p:cNvSpPr>
            <a:spLocks noGrp="1"/>
          </p:cNvSpPr>
          <p:nvPr/>
        </p:nvSpPr>
        <p:spPr>
          <a:xfrm>
            <a:off x="358742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78" name="01_find_only_2577">
            <a:extLst>
              <a:ext uri="{FF2B5EF4-FFF2-40B4-BE49-F238E27FC236}">
                <a16:creationId xmlns:a16="http://schemas.microsoft.com/office/drawing/2014/main" id="{3419ABEA-8CAE-49DB-B0C1-33320C8DB856}"/>
              </a:ext>
            </a:extLst>
          </p:cNvPr>
          <p:cNvSpPr>
            <a:spLocks noGrp="1"/>
          </p:cNvSpPr>
          <p:nvPr/>
        </p:nvSpPr>
        <p:spPr>
          <a:xfrm>
            <a:off x="354107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79" name="01_find_only_2578">
            <a:extLst>
              <a:ext uri="{FF2B5EF4-FFF2-40B4-BE49-F238E27FC236}">
                <a16:creationId xmlns:a16="http://schemas.microsoft.com/office/drawing/2014/main" id="{60568AD2-3335-49D2-95E3-9DAFDAC995D8}"/>
              </a:ext>
            </a:extLst>
          </p:cNvPr>
          <p:cNvSpPr>
            <a:spLocks noGrp="1"/>
          </p:cNvSpPr>
          <p:nvPr/>
        </p:nvSpPr>
        <p:spPr>
          <a:xfrm>
            <a:off x="3598593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80" name="01_find_only_2579">
            <a:extLst>
              <a:ext uri="{FF2B5EF4-FFF2-40B4-BE49-F238E27FC236}">
                <a16:creationId xmlns:a16="http://schemas.microsoft.com/office/drawing/2014/main" id="{6F2C1ED0-4B51-4207-8F5B-B9C324CD7558}"/>
              </a:ext>
            </a:extLst>
          </p:cNvPr>
          <p:cNvSpPr>
            <a:spLocks noGrp="1"/>
          </p:cNvSpPr>
          <p:nvPr/>
        </p:nvSpPr>
        <p:spPr>
          <a:xfrm>
            <a:off x="356818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81" name="01_find_only_2580">
            <a:extLst>
              <a:ext uri="{FF2B5EF4-FFF2-40B4-BE49-F238E27FC236}">
                <a16:creationId xmlns:a16="http://schemas.microsoft.com/office/drawing/2014/main" id="{45D0EA47-58C6-49DC-B208-F8A56B1E5852}"/>
              </a:ext>
            </a:extLst>
          </p:cNvPr>
          <p:cNvSpPr>
            <a:spLocks noGrp="1"/>
          </p:cNvSpPr>
          <p:nvPr/>
        </p:nvSpPr>
        <p:spPr>
          <a:xfrm>
            <a:off x="3574791" y="600135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82" name="01_find_only_2581">
            <a:extLst>
              <a:ext uri="{FF2B5EF4-FFF2-40B4-BE49-F238E27FC236}">
                <a16:creationId xmlns:a16="http://schemas.microsoft.com/office/drawing/2014/main" id="{8DFC941D-45CE-4554-9728-83DA0D5255B0}"/>
              </a:ext>
            </a:extLst>
          </p:cNvPr>
          <p:cNvSpPr>
            <a:spLocks noGrp="1"/>
          </p:cNvSpPr>
          <p:nvPr/>
        </p:nvSpPr>
        <p:spPr>
          <a:xfrm>
            <a:off x="3532141" y="571434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83" name="01_find_only_2582">
            <a:extLst>
              <a:ext uri="{FF2B5EF4-FFF2-40B4-BE49-F238E27FC236}">
                <a16:creationId xmlns:a16="http://schemas.microsoft.com/office/drawing/2014/main" id="{018B68A2-5463-4273-9911-5B95C2846754}"/>
              </a:ext>
            </a:extLst>
          </p:cNvPr>
          <p:cNvSpPr>
            <a:spLocks noGrp="1"/>
          </p:cNvSpPr>
          <p:nvPr/>
        </p:nvSpPr>
        <p:spPr>
          <a:xfrm>
            <a:off x="3593153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84" name="01_find_only_2583">
            <a:extLst>
              <a:ext uri="{FF2B5EF4-FFF2-40B4-BE49-F238E27FC236}">
                <a16:creationId xmlns:a16="http://schemas.microsoft.com/office/drawing/2014/main" id="{A3CBF264-82AD-400C-9AC2-FF8F384BE000}"/>
              </a:ext>
            </a:extLst>
          </p:cNvPr>
          <p:cNvSpPr>
            <a:spLocks noGrp="1"/>
          </p:cNvSpPr>
          <p:nvPr/>
        </p:nvSpPr>
        <p:spPr>
          <a:xfrm>
            <a:off x="357498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85" name="01_find_only_2584">
            <a:extLst>
              <a:ext uri="{FF2B5EF4-FFF2-40B4-BE49-F238E27FC236}">
                <a16:creationId xmlns:a16="http://schemas.microsoft.com/office/drawing/2014/main" id="{E5A6481E-4C64-4B01-8172-FE46601D3C47}"/>
              </a:ext>
            </a:extLst>
          </p:cNvPr>
          <p:cNvSpPr>
            <a:spLocks noGrp="1"/>
          </p:cNvSpPr>
          <p:nvPr/>
        </p:nvSpPr>
        <p:spPr>
          <a:xfrm>
            <a:off x="351951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86" name="01_find_only_2585">
            <a:extLst>
              <a:ext uri="{FF2B5EF4-FFF2-40B4-BE49-F238E27FC236}">
                <a16:creationId xmlns:a16="http://schemas.microsoft.com/office/drawing/2014/main" id="{54240E55-6FFD-4A3D-B3A1-30E37B8688BE}"/>
              </a:ext>
            </a:extLst>
          </p:cNvPr>
          <p:cNvSpPr>
            <a:spLocks noGrp="1"/>
          </p:cNvSpPr>
          <p:nvPr/>
        </p:nvSpPr>
        <p:spPr>
          <a:xfrm>
            <a:off x="357333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87" name="01_find_only_2586">
            <a:extLst>
              <a:ext uri="{FF2B5EF4-FFF2-40B4-BE49-F238E27FC236}">
                <a16:creationId xmlns:a16="http://schemas.microsoft.com/office/drawing/2014/main" id="{221CE202-F550-40DD-90AB-8BA60C4F6008}"/>
              </a:ext>
            </a:extLst>
          </p:cNvPr>
          <p:cNvSpPr>
            <a:spLocks noGrp="1"/>
          </p:cNvSpPr>
          <p:nvPr/>
        </p:nvSpPr>
        <p:spPr>
          <a:xfrm>
            <a:off x="352446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88" name="01_find_only_2587">
            <a:extLst>
              <a:ext uri="{FF2B5EF4-FFF2-40B4-BE49-F238E27FC236}">
                <a16:creationId xmlns:a16="http://schemas.microsoft.com/office/drawing/2014/main" id="{A91304D3-0656-4CDA-BD26-F7CBB4587781}"/>
              </a:ext>
            </a:extLst>
          </p:cNvPr>
          <p:cNvSpPr>
            <a:spLocks noGrp="1"/>
          </p:cNvSpPr>
          <p:nvPr/>
        </p:nvSpPr>
        <p:spPr>
          <a:xfrm>
            <a:off x="3532045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89" name="01_find_only_2588">
            <a:extLst>
              <a:ext uri="{FF2B5EF4-FFF2-40B4-BE49-F238E27FC236}">
                <a16:creationId xmlns:a16="http://schemas.microsoft.com/office/drawing/2014/main" id="{CD94900A-0B3D-49D0-A25D-7C149628A8A2}"/>
              </a:ext>
            </a:extLst>
          </p:cNvPr>
          <p:cNvSpPr>
            <a:spLocks noGrp="1"/>
          </p:cNvSpPr>
          <p:nvPr/>
        </p:nvSpPr>
        <p:spPr>
          <a:xfrm>
            <a:off x="359237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90" name="01_find_only_2589">
            <a:extLst>
              <a:ext uri="{FF2B5EF4-FFF2-40B4-BE49-F238E27FC236}">
                <a16:creationId xmlns:a16="http://schemas.microsoft.com/office/drawing/2014/main" id="{E17C4061-387E-473F-9F8F-3A9658F79938}"/>
              </a:ext>
            </a:extLst>
          </p:cNvPr>
          <p:cNvSpPr>
            <a:spLocks noGrp="1"/>
          </p:cNvSpPr>
          <p:nvPr/>
        </p:nvSpPr>
        <p:spPr>
          <a:xfrm>
            <a:off x="353359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91" name="01_find_only_2590">
            <a:extLst>
              <a:ext uri="{FF2B5EF4-FFF2-40B4-BE49-F238E27FC236}">
                <a16:creationId xmlns:a16="http://schemas.microsoft.com/office/drawing/2014/main" id="{AABC039F-6566-4D0A-BB91-47DF3E075370}"/>
              </a:ext>
            </a:extLst>
          </p:cNvPr>
          <p:cNvSpPr>
            <a:spLocks noGrp="1"/>
          </p:cNvSpPr>
          <p:nvPr/>
        </p:nvSpPr>
        <p:spPr>
          <a:xfrm>
            <a:off x="3586935" y="57502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92" name="01_find_only_2591">
            <a:extLst>
              <a:ext uri="{FF2B5EF4-FFF2-40B4-BE49-F238E27FC236}">
                <a16:creationId xmlns:a16="http://schemas.microsoft.com/office/drawing/2014/main" id="{825F0C53-1F9F-4329-939A-DDF3356969BD}"/>
              </a:ext>
            </a:extLst>
          </p:cNvPr>
          <p:cNvSpPr>
            <a:spLocks noGrp="1"/>
          </p:cNvSpPr>
          <p:nvPr/>
        </p:nvSpPr>
        <p:spPr>
          <a:xfrm>
            <a:off x="358771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93" name="01_find_only_2592">
            <a:extLst>
              <a:ext uri="{FF2B5EF4-FFF2-40B4-BE49-F238E27FC236}">
                <a16:creationId xmlns:a16="http://schemas.microsoft.com/office/drawing/2014/main" id="{39CBB662-E5FA-4A66-A8CD-6A1B44E5EABC}"/>
              </a:ext>
            </a:extLst>
          </p:cNvPr>
          <p:cNvSpPr>
            <a:spLocks noGrp="1"/>
          </p:cNvSpPr>
          <p:nvPr/>
        </p:nvSpPr>
        <p:spPr>
          <a:xfrm>
            <a:off x="3590238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94" name="01_find_only_2593">
            <a:extLst>
              <a:ext uri="{FF2B5EF4-FFF2-40B4-BE49-F238E27FC236}">
                <a16:creationId xmlns:a16="http://schemas.microsoft.com/office/drawing/2014/main" id="{C785B66E-BC30-4FB9-A02C-7C2C7AD712E9}"/>
              </a:ext>
            </a:extLst>
          </p:cNvPr>
          <p:cNvSpPr>
            <a:spLocks noGrp="1"/>
          </p:cNvSpPr>
          <p:nvPr/>
        </p:nvSpPr>
        <p:spPr>
          <a:xfrm>
            <a:off x="3534376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95" name="01_find_only_2594">
            <a:extLst>
              <a:ext uri="{FF2B5EF4-FFF2-40B4-BE49-F238E27FC236}">
                <a16:creationId xmlns:a16="http://schemas.microsoft.com/office/drawing/2014/main" id="{04254C75-8722-4525-A037-2041395C16CB}"/>
              </a:ext>
            </a:extLst>
          </p:cNvPr>
          <p:cNvSpPr>
            <a:spLocks noGrp="1"/>
          </p:cNvSpPr>
          <p:nvPr/>
        </p:nvSpPr>
        <p:spPr>
          <a:xfrm>
            <a:off x="351970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96" name="01_find_only_2595">
            <a:extLst>
              <a:ext uri="{FF2B5EF4-FFF2-40B4-BE49-F238E27FC236}">
                <a16:creationId xmlns:a16="http://schemas.microsoft.com/office/drawing/2014/main" id="{2C10AE6F-6305-40EC-BD3C-C50C33469528}"/>
              </a:ext>
            </a:extLst>
          </p:cNvPr>
          <p:cNvSpPr>
            <a:spLocks noGrp="1"/>
          </p:cNvSpPr>
          <p:nvPr/>
        </p:nvSpPr>
        <p:spPr>
          <a:xfrm>
            <a:off x="357624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97" name="01_find_only_2596">
            <a:extLst>
              <a:ext uri="{FF2B5EF4-FFF2-40B4-BE49-F238E27FC236}">
                <a16:creationId xmlns:a16="http://schemas.microsoft.com/office/drawing/2014/main" id="{22F630DE-FC91-4308-A871-242FA9B037CF}"/>
              </a:ext>
            </a:extLst>
          </p:cNvPr>
          <p:cNvSpPr>
            <a:spLocks noGrp="1"/>
          </p:cNvSpPr>
          <p:nvPr/>
        </p:nvSpPr>
        <p:spPr>
          <a:xfrm>
            <a:off x="351514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98" name="01_find_only_2597">
            <a:extLst>
              <a:ext uri="{FF2B5EF4-FFF2-40B4-BE49-F238E27FC236}">
                <a16:creationId xmlns:a16="http://schemas.microsoft.com/office/drawing/2014/main" id="{640FAEC1-81DA-4C1D-BB90-785FD2741CE1}"/>
              </a:ext>
            </a:extLst>
          </p:cNvPr>
          <p:cNvSpPr>
            <a:spLocks noGrp="1"/>
          </p:cNvSpPr>
          <p:nvPr/>
        </p:nvSpPr>
        <p:spPr>
          <a:xfrm>
            <a:off x="352126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599" name="01_find_only_2598">
            <a:extLst>
              <a:ext uri="{FF2B5EF4-FFF2-40B4-BE49-F238E27FC236}">
                <a16:creationId xmlns:a16="http://schemas.microsoft.com/office/drawing/2014/main" id="{B1B83579-B07D-4D9F-BA7F-4503CAA2A08E}"/>
              </a:ext>
            </a:extLst>
          </p:cNvPr>
          <p:cNvSpPr>
            <a:spLocks noGrp="1"/>
          </p:cNvSpPr>
          <p:nvPr/>
        </p:nvSpPr>
        <p:spPr>
          <a:xfrm>
            <a:off x="357867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00" name="01_find_only_2599">
            <a:extLst>
              <a:ext uri="{FF2B5EF4-FFF2-40B4-BE49-F238E27FC236}">
                <a16:creationId xmlns:a16="http://schemas.microsoft.com/office/drawing/2014/main" id="{080D3CD4-ABE1-4702-B31F-7090E283E911}"/>
              </a:ext>
            </a:extLst>
          </p:cNvPr>
          <p:cNvSpPr>
            <a:spLocks noGrp="1"/>
          </p:cNvSpPr>
          <p:nvPr/>
        </p:nvSpPr>
        <p:spPr>
          <a:xfrm>
            <a:off x="351601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01" name="01_find_only_2600">
            <a:extLst>
              <a:ext uri="{FF2B5EF4-FFF2-40B4-BE49-F238E27FC236}">
                <a16:creationId xmlns:a16="http://schemas.microsoft.com/office/drawing/2014/main" id="{10E1D29F-7969-43CB-9300-119847A3C2F4}"/>
              </a:ext>
            </a:extLst>
          </p:cNvPr>
          <p:cNvSpPr>
            <a:spLocks noGrp="1"/>
          </p:cNvSpPr>
          <p:nvPr/>
        </p:nvSpPr>
        <p:spPr>
          <a:xfrm>
            <a:off x="359733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02" name="01_find_only_2601">
            <a:extLst>
              <a:ext uri="{FF2B5EF4-FFF2-40B4-BE49-F238E27FC236}">
                <a16:creationId xmlns:a16="http://schemas.microsoft.com/office/drawing/2014/main" id="{3E58A445-BE08-4643-B226-E2592A0F427B}"/>
              </a:ext>
            </a:extLst>
          </p:cNvPr>
          <p:cNvSpPr>
            <a:spLocks noGrp="1"/>
          </p:cNvSpPr>
          <p:nvPr/>
        </p:nvSpPr>
        <p:spPr>
          <a:xfrm>
            <a:off x="358246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03" name="01_find_only_2602">
            <a:extLst>
              <a:ext uri="{FF2B5EF4-FFF2-40B4-BE49-F238E27FC236}">
                <a16:creationId xmlns:a16="http://schemas.microsoft.com/office/drawing/2014/main" id="{FE064508-A011-4E55-9F56-70F3C32D7A56}"/>
              </a:ext>
            </a:extLst>
          </p:cNvPr>
          <p:cNvSpPr>
            <a:spLocks noGrp="1"/>
          </p:cNvSpPr>
          <p:nvPr/>
        </p:nvSpPr>
        <p:spPr>
          <a:xfrm>
            <a:off x="354729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04" name="01_find_only_2603">
            <a:extLst>
              <a:ext uri="{FF2B5EF4-FFF2-40B4-BE49-F238E27FC236}">
                <a16:creationId xmlns:a16="http://schemas.microsoft.com/office/drawing/2014/main" id="{78D108A1-35CA-4D9A-8269-80CD8CDA8E04}"/>
              </a:ext>
            </a:extLst>
          </p:cNvPr>
          <p:cNvSpPr>
            <a:spLocks noGrp="1"/>
          </p:cNvSpPr>
          <p:nvPr/>
        </p:nvSpPr>
        <p:spPr>
          <a:xfrm>
            <a:off x="353087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05" name="01_find_only_2604">
            <a:extLst>
              <a:ext uri="{FF2B5EF4-FFF2-40B4-BE49-F238E27FC236}">
                <a16:creationId xmlns:a16="http://schemas.microsoft.com/office/drawing/2014/main" id="{6F8D4B4B-F29E-4B4D-8B96-6E48560177E4}"/>
              </a:ext>
            </a:extLst>
          </p:cNvPr>
          <p:cNvSpPr>
            <a:spLocks noGrp="1"/>
          </p:cNvSpPr>
          <p:nvPr/>
        </p:nvSpPr>
        <p:spPr>
          <a:xfrm>
            <a:off x="3600051" y="536582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06" name="01_find_only_2605">
            <a:extLst>
              <a:ext uri="{FF2B5EF4-FFF2-40B4-BE49-F238E27FC236}">
                <a16:creationId xmlns:a16="http://schemas.microsoft.com/office/drawing/2014/main" id="{B4E51766-D532-4EAC-8714-53BEC669F980}"/>
              </a:ext>
            </a:extLst>
          </p:cNvPr>
          <p:cNvSpPr>
            <a:spLocks noGrp="1"/>
          </p:cNvSpPr>
          <p:nvPr/>
        </p:nvSpPr>
        <p:spPr>
          <a:xfrm>
            <a:off x="356478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07" name="01_find_only_2606">
            <a:extLst>
              <a:ext uri="{FF2B5EF4-FFF2-40B4-BE49-F238E27FC236}">
                <a16:creationId xmlns:a16="http://schemas.microsoft.com/office/drawing/2014/main" id="{35DF9DB8-E6B6-46B5-95E6-1CC6507D6F68}"/>
              </a:ext>
            </a:extLst>
          </p:cNvPr>
          <p:cNvSpPr>
            <a:spLocks noGrp="1"/>
          </p:cNvSpPr>
          <p:nvPr/>
        </p:nvSpPr>
        <p:spPr>
          <a:xfrm>
            <a:off x="358693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08" name="01_find_only_2607">
            <a:extLst>
              <a:ext uri="{FF2B5EF4-FFF2-40B4-BE49-F238E27FC236}">
                <a16:creationId xmlns:a16="http://schemas.microsoft.com/office/drawing/2014/main" id="{B4CE50FA-1DC7-43C1-BC35-D592DF84625C}"/>
              </a:ext>
            </a:extLst>
          </p:cNvPr>
          <p:cNvSpPr>
            <a:spLocks noGrp="1"/>
          </p:cNvSpPr>
          <p:nvPr/>
        </p:nvSpPr>
        <p:spPr>
          <a:xfrm>
            <a:off x="351883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09" name="01_find_only_2608">
            <a:extLst>
              <a:ext uri="{FF2B5EF4-FFF2-40B4-BE49-F238E27FC236}">
                <a16:creationId xmlns:a16="http://schemas.microsoft.com/office/drawing/2014/main" id="{9CF62B42-2FA0-4749-BF3A-27DC808AED9B}"/>
              </a:ext>
            </a:extLst>
          </p:cNvPr>
          <p:cNvSpPr>
            <a:spLocks noGrp="1"/>
          </p:cNvSpPr>
          <p:nvPr/>
        </p:nvSpPr>
        <p:spPr>
          <a:xfrm>
            <a:off x="354622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10" name="01_find_only_2609">
            <a:extLst>
              <a:ext uri="{FF2B5EF4-FFF2-40B4-BE49-F238E27FC236}">
                <a16:creationId xmlns:a16="http://schemas.microsoft.com/office/drawing/2014/main" id="{9B952639-A7C8-4FD3-AE81-A3324EC2F702}"/>
              </a:ext>
            </a:extLst>
          </p:cNvPr>
          <p:cNvSpPr>
            <a:spLocks noGrp="1"/>
          </p:cNvSpPr>
          <p:nvPr/>
        </p:nvSpPr>
        <p:spPr>
          <a:xfrm>
            <a:off x="3580912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11" name="01_find_only_2610">
            <a:extLst>
              <a:ext uri="{FF2B5EF4-FFF2-40B4-BE49-F238E27FC236}">
                <a16:creationId xmlns:a16="http://schemas.microsoft.com/office/drawing/2014/main" id="{0B1641C0-31B3-4E25-89A5-00BEA34E3F65}"/>
              </a:ext>
            </a:extLst>
          </p:cNvPr>
          <p:cNvSpPr>
            <a:spLocks noGrp="1"/>
          </p:cNvSpPr>
          <p:nvPr/>
        </p:nvSpPr>
        <p:spPr>
          <a:xfrm>
            <a:off x="356682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12" name="01_find_only_2611">
            <a:extLst>
              <a:ext uri="{FF2B5EF4-FFF2-40B4-BE49-F238E27FC236}">
                <a16:creationId xmlns:a16="http://schemas.microsoft.com/office/drawing/2014/main" id="{FE004807-376D-4EFE-9F4C-981CDECE55B9}"/>
              </a:ext>
            </a:extLst>
          </p:cNvPr>
          <p:cNvSpPr>
            <a:spLocks noGrp="1"/>
          </p:cNvSpPr>
          <p:nvPr/>
        </p:nvSpPr>
        <p:spPr>
          <a:xfrm>
            <a:off x="359529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13" name="01_find_only_2612">
            <a:extLst>
              <a:ext uri="{FF2B5EF4-FFF2-40B4-BE49-F238E27FC236}">
                <a16:creationId xmlns:a16="http://schemas.microsoft.com/office/drawing/2014/main" id="{3AAF09B3-70F4-4D92-BD66-807FA8036E69}"/>
              </a:ext>
            </a:extLst>
          </p:cNvPr>
          <p:cNvSpPr>
            <a:spLocks noGrp="1"/>
          </p:cNvSpPr>
          <p:nvPr/>
        </p:nvSpPr>
        <p:spPr>
          <a:xfrm>
            <a:off x="350513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14" name="01_find_only_2613">
            <a:extLst>
              <a:ext uri="{FF2B5EF4-FFF2-40B4-BE49-F238E27FC236}">
                <a16:creationId xmlns:a16="http://schemas.microsoft.com/office/drawing/2014/main" id="{9920B809-3016-4F74-87F9-724C848A9EBC}"/>
              </a:ext>
            </a:extLst>
          </p:cNvPr>
          <p:cNvSpPr>
            <a:spLocks noGrp="1"/>
          </p:cNvSpPr>
          <p:nvPr/>
        </p:nvSpPr>
        <p:spPr>
          <a:xfrm>
            <a:off x="354516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15" name="01_find_only_2614">
            <a:extLst>
              <a:ext uri="{FF2B5EF4-FFF2-40B4-BE49-F238E27FC236}">
                <a16:creationId xmlns:a16="http://schemas.microsoft.com/office/drawing/2014/main" id="{48C7232A-61CD-4F1B-B28D-457F89E2098D}"/>
              </a:ext>
            </a:extLst>
          </p:cNvPr>
          <p:cNvSpPr>
            <a:spLocks noGrp="1"/>
          </p:cNvSpPr>
          <p:nvPr/>
        </p:nvSpPr>
        <p:spPr>
          <a:xfrm>
            <a:off x="356332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16" name="01_find_only_2615">
            <a:extLst>
              <a:ext uri="{FF2B5EF4-FFF2-40B4-BE49-F238E27FC236}">
                <a16:creationId xmlns:a16="http://schemas.microsoft.com/office/drawing/2014/main" id="{63441F6B-9BB2-4F8C-BA13-D02B7B2900D3}"/>
              </a:ext>
            </a:extLst>
          </p:cNvPr>
          <p:cNvSpPr>
            <a:spLocks noGrp="1"/>
          </p:cNvSpPr>
          <p:nvPr/>
        </p:nvSpPr>
        <p:spPr>
          <a:xfrm>
            <a:off x="353311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17" name="01_find_only_2616">
            <a:extLst>
              <a:ext uri="{FF2B5EF4-FFF2-40B4-BE49-F238E27FC236}">
                <a16:creationId xmlns:a16="http://schemas.microsoft.com/office/drawing/2014/main" id="{4B212213-9D58-45BD-8434-99A65F8B5BED}"/>
              </a:ext>
            </a:extLst>
          </p:cNvPr>
          <p:cNvSpPr>
            <a:spLocks noGrp="1"/>
          </p:cNvSpPr>
          <p:nvPr/>
        </p:nvSpPr>
        <p:spPr>
          <a:xfrm>
            <a:off x="355487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18" name="01_find_only_2617">
            <a:extLst>
              <a:ext uri="{FF2B5EF4-FFF2-40B4-BE49-F238E27FC236}">
                <a16:creationId xmlns:a16="http://schemas.microsoft.com/office/drawing/2014/main" id="{03E34CA2-666E-4E70-B4B6-8DF09FCC97EA}"/>
              </a:ext>
            </a:extLst>
          </p:cNvPr>
          <p:cNvSpPr>
            <a:spLocks noGrp="1"/>
          </p:cNvSpPr>
          <p:nvPr/>
        </p:nvSpPr>
        <p:spPr>
          <a:xfrm>
            <a:off x="3542634" y="61807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19" name="01_find_only_2618">
            <a:extLst>
              <a:ext uri="{FF2B5EF4-FFF2-40B4-BE49-F238E27FC236}">
                <a16:creationId xmlns:a16="http://schemas.microsoft.com/office/drawing/2014/main" id="{E1A2A7C5-87C4-43DC-BD98-35D9F9B3A61D}"/>
              </a:ext>
            </a:extLst>
          </p:cNvPr>
          <p:cNvSpPr>
            <a:spLocks noGrp="1"/>
          </p:cNvSpPr>
          <p:nvPr/>
        </p:nvSpPr>
        <p:spPr>
          <a:xfrm>
            <a:off x="3584603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20" name="01_find_only_2619">
            <a:extLst>
              <a:ext uri="{FF2B5EF4-FFF2-40B4-BE49-F238E27FC236}">
                <a16:creationId xmlns:a16="http://schemas.microsoft.com/office/drawing/2014/main" id="{2D7C0B2A-2739-4D2A-98B6-F784C124E274}"/>
              </a:ext>
            </a:extLst>
          </p:cNvPr>
          <p:cNvSpPr>
            <a:spLocks noGrp="1"/>
          </p:cNvSpPr>
          <p:nvPr/>
        </p:nvSpPr>
        <p:spPr>
          <a:xfrm>
            <a:off x="351582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21" name="01_find_only_2620">
            <a:extLst>
              <a:ext uri="{FF2B5EF4-FFF2-40B4-BE49-F238E27FC236}">
                <a16:creationId xmlns:a16="http://schemas.microsoft.com/office/drawing/2014/main" id="{771C5156-0254-4132-A60D-36B463040371}"/>
              </a:ext>
            </a:extLst>
          </p:cNvPr>
          <p:cNvSpPr>
            <a:spLocks noGrp="1"/>
          </p:cNvSpPr>
          <p:nvPr/>
        </p:nvSpPr>
        <p:spPr>
          <a:xfrm>
            <a:off x="352029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22" name="01_find_only_2621">
            <a:extLst>
              <a:ext uri="{FF2B5EF4-FFF2-40B4-BE49-F238E27FC236}">
                <a16:creationId xmlns:a16="http://schemas.microsoft.com/office/drawing/2014/main" id="{73AE949D-7D25-4D59-8EC3-C3ED74B5A9F2}"/>
              </a:ext>
            </a:extLst>
          </p:cNvPr>
          <p:cNvSpPr>
            <a:spLocks noGrp="1"/>
          </p:cNvSpPr>
          <p:nvPr/>
        </p:nvSpPr>
        <p:spPr>
          <a:xfrm>
            <a:off x="356070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23" name="01_find_only_2622">
            <a:extLst>
              <a:ext uri="{FF2B5EF4-FFF2-40B4-BE49-F238E27FC236}">
                <a16:creationId xmlns:a16="http://schemas.microsoft.com/office/drawing/2014/main" id="{7D8FB0C7-4A7F-49B2-AEFC-FC173FA78988}"/>
              </a:ext>
            </a:extLst>
          </p:cNvPr>
          <p:cNvSpPr>
            <a:spLocks noGrp="1"/>
          </p:cNvSpPr>
          <p:nvPr/>
        </p:nvSpPr>
        <p:spPr>
          <a:xfrm>
            <a:off x="355983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24" name="01_find_only_2623">
            <a:extLst>
              <a:ext uri="{FF2B5EF4-FFF2-40B4-BE49-F238E27FC236}">
                <a16:creationId xmlns:a16="http://schemas.microsoft.com/office/drawing/2014/main" id="{E932CCE9-A927-4C0F-B7D2-48BD8840DA19}"/>
              </a:ext>
            </a:extLst>
          </p:cNvPr>
          <p:cNvSpPr>
            <a:spLocks noGrp="1"/>
          </p:cNvSpPr>
          <p:nvPr/>
        </p:nvSpPr>
        <p:spPr>
          <a:xfrm>
            <a:off x="359140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25" name="01_find_only_2624">
            <a:extLst>
              <a:ext uri="{FF2B5EF4-FFF2-40B4-BE49-F238E27FC236}">
                <a16:creationId xmlns:a16="http://schemas.microsoft.com/office/drawing/2014/main" id="{E943C94E-F879-464C-BEAC-F7BCDD019F55}"/>
              </a:ext>
            </a:extLst>
          </p:cNvPr>
          <p:cNvSpPr>
            <a:spLocks noGrp="1"/>
          </p:cNvSpPr>
          <p:nvPr/>
        </p:nvSpPr>
        <p:spPr>
          <a:xfrm>
            <a:off x="357673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26" name="01_find_only_2625">
            <a:extLst>
              <a:ext uri="{FF2B5EF4-FFF2-40B4-BE49-F238E27FC236}">
                <a16:creationId xmlns:a16="http://schemas.microsoft.com/office/drawing/2014/main" id="{16AE8180-D993-4B7B-8984-E833BF96A12B}"/>
              </a:ext>
            </a:extLst>
          </p:cNvPr>
          <p:cNvSpPr>
            <a:spLocks noGrp="1"/>
          </p:cNvSpPr>
          <p:nvPr/>
        </p:nvSpPr>
        <p:spPr>
          <a:xfrm>
            <a:off x="353087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27" name="01_find_only_2626">
            <a:extLst>
              <a:ext uri="{FF2B5EF4-FFF2-40B4-BE49-F238E27FC236}">
                <a16:creationId xmlns:a16="http://schemas.microsoft.com/office/drawing/2014/main" id="{D7049F86-CB86-4040-90AE-9E75D8651BA6}"/>
              </a:ext>
            </a:extLst>
          </p:cNvPr>
          <p:cNvSpPr>
            <a:spLocks noGrp="1"/>
          </p:cNvSpPr>
          <p:nvPr/>
        </p:nvSpPr>
        <p:spPr>
          <a:xfrm>
            <a:off x="3578677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28" name="01_find_only_2627">
            <a:extLst>
              <a:ext uri="{FF2B5EF4-FFF2-40B4-BE49-F238E27FC236}">
                <a16:creationId xmlns:a16="http://schemas.microsoft.com/office/drawing/2014/main" id="{90A9AA95-574B-4A92-8A9E-DDBD2F0B24FC}"/>
              </a:ext>
            </a:extLst>
          </p:cNvPr>
          <p:cNvSpPr>
            <a:spLocks noGrp="1"/>
          </p:cNvSpPr>
          <p:nvPr/>
        </p:nvSpPr>
        <p:spPr>
          <a:xfrm>
            <a:off x="357080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29" name="01_find_only_2628">
            <a:extLst>
              <a:ext uri="{FF2B5EF4-FFF2-40B4-BE49-F238E27FC236}">
                <a16:creationId xmlns:a16="http://schemas.microsoft.com/office/drawing/2014/main" id="{788D6F1A-9C8C-4288-AD66-8A071A594C23}"/>
              </a:ext>
            </a:extLst>
          </p:cNvPr>
          <p:cNvSpPr>
            <a:spLocks noGrp="1"/>
          </p:cNvSpPr>
          <p:nvPr/>
        </p:nvSpPr>
        <p:spPr>
          <a:xfrm>
            <a:off x="357498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30" name="01_find_only_2629">
            <a:extLst>
              <a:ext uri="{FF2B5EF4-FFF2-40B4-BE49-F238E27FC236}">
                <a16:creationId xmlns:a16="http://schemas.microsoft.com/office/drawing/2014/main" id="{5360DEEB-2543-4478-950B-35785A8522F6}"/>
              </a:ext>
            </a:extLst>
          </p:cNvPr>
          <p:cNvSpPr>
            <a:spLocks noGrp="1"/>
          </p:cNvSpPr>
          <p:nvPr/>
        </p:nvSpPr>
        <p:spPr>
          <a:xfrm>
            <a:off x="355662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31" name="01_find_only_2630">
            <a:extLst>
              <a:ext uri="{FF2B5EF4-FFF2-40B4-BE49-F238E27FC236}">
                <a16:creationId xmlns:a16="http://schemas.microsoft.com/office/drawing/2014/main" id="{21C7CD6A-C045-4902-98C8-36747CECFA1D}"/>
              </a:ext>
            </a:extLst>
          </p:cNvPr>
          <p:cNvSpPr>
            <a:spLocks noGrp="1"/>
          </p:cNvSpPr>
          <p:nvPr/>
        </p:nvSpPr>
        <p:spPr>
          <a:xfrm>
            <a:off x="350620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32" name="01_find_only_2631">
            <a:extLst>
              <a:ext uri="{FF2B5EF4-FFF2-40B4-BE49-F238E27FC236}">
                <a16:creationId xmlns:a16="http://schemas.microsoft.com/office/drawing/2014/main" id="{1F9B6F9C-E619-4760-A8F4-08D07F2AEE63}"/>
              </a:ext>
            </a:extLst>
          </p:cNvPr>
          <p:cNvSpPr>
            <a:spLocks noGrp="1"/>
          </p:cNvSpPr>
          <p:nvPr/>
        </p:nvSpPr>
        <p:spPr>
          <a:xfrm>
            <a:off x="3571197" y="549356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33" name="01_find_only_2632">
            <a:extLst>
              <a:ext uri="{FF2B5EF4-FFF2-40B4-BE49-F238E27FC236}">
                <a16:creationId xmlns:a16="http://schemas.microsoft.com/office/drawing/2014/main" id="{86E7CE2D-6C9F-471E-A8DD-4063441444C8}"/>
              </a:ext>
            </a:extLst>
          </p:cNvPr>
          <p:cNvSpPr>
            <a:spLocks noGrp="1"/>
          </p:cNvSpPr>
          <p:nvPr/>
        </p:nvSpPr>
        <p:spPr>
          <a:xfrm>
            <a:off x="3584021" y="549908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34" name="01_find_only_2633">
            <a:extLst>
              <a:ext uri="{FF2B5EF4-FFF2-40B4-BE49-F238E27FC236}">
                <a16:creationId xmlns:a16="http://schemas.microsoft.com/office/drawing/2014/main" id="{E230B05D-B7A9-4462-A36A-B2A4DA2A103C}"/>
              </a:ext>
            </a:extLst>
          </p:cNvPr>
          <p:cNvSpPr>
            <a:spLocks noGrp="1"/>
          </p:cNvSpPr>
          <p:nvPr/>
        </p:nvSpPr>
        <p:spPr>
          <a:xfrm>
            <a:off x="352233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35" name="01_find_only_2634">
            <a:extLst>
              <a:ext uri="{FF2B5EF4-FFF2-40B4-BE49-F238E27FC236}">
                <a16:creationId xmlns:a16="http://schemas.microsoft.com/office/drawing/2014/main" id="{56BE46FD-729A-4A49-810B-A2ABE8156308}"/>
              </a:ext>
            </a:extLst>
          </p:cNvPr>
          <p:cNvSpPr>
            <a:spLocks noGrp="1"/>
          </p:cNvSpPr>
          <p:nvPr/>
        </p:nvSpPr>
        <p:spPr>
          <a:xfrm>
            <a:off x="351504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36" name="01_find_only_2635">
            <a:extLst>
              <a:ext uri="{FF2B5EF4-FFF2-40B4-BE49-F238E27FC236}">
                <a16:creationId xmlns:a16="http://schemas.microsoft.com/office/drawing/2014/main" id="{90C8AF4D-4D9C-4BDB-B02B-F570D9AA6235}"/>
              </a:ext>
            </a:extLst>
          </p:cNvPr>
          <p:cNvSpPr>
            <a:spLocks noGrp="1"/>
          </p:cNvSpPr>
          <p:nvPr/>
        </p:nvSpPr>
        <p:spPr>
          <a:xfrm>
            <a:off x="3571002" y="515825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37" name="01_find_only_2636">
            <a:extLst>
              <a:ext uri="{FF2B5EF4-FFF2-40B4-BE49-F238E27FC236}">
                <a16:creationId xmlns:a16="http://schemas.microsoft.com/office/drawing/2014/main" id="{8755B8DA-D940-4C46-B4B8-A97DC7866CF9}"/>
              </a:ext>
            </a:extLst>
          </p:cNvPr>
          <p:cNvSpPr>
            <a:spLocks noGrp="1"/>
          </p:cNvSpPr>
          <p:nvPr/>
        </p:nvSpPr>
        <p:spPr>
          <a:xfrm>
            <a:off x="359606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38" name="01_find_only_2637">
            <a:extLst>
              <a:ext uri="{FF2B5EF4-FFF2-40B4-BE49-F238E27FC236}">
                <a16:creationId xmlns:a16="http://schemas.microsoft.com/office/drawing/2014/main" id="{A4560094-EDD8-4993-8291-4749B2D3E71F}"/>
              </a:ext>
            </a:extLst>
          </p:cNvPr>
          <p:cNvSpPr>
            <a:spLocks noGrp="1"/>
          </p:cNvSpPr>
          <p:nvPr/>
        </p:nvSpPr>
        <p:spPr>
          <a:xfrm>
            <a:off x="360024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39" name="01_find_only_2638">
            <a:extLst>
              <a:ext uri="{FF2B5EF4-FFF2-40B4-BE49-F238E27FC236}">
                <a16:creationId xmlns:a16="http://schemas.microsoft.com/office/drawing/2014/main" id="{B76C44C5-73B7-49B0-AB1F-24D91C23987C}"/>
              </a:ext>
            </a:extLst>
          </p:cNvPr>
          <p:cNvSpPr>
            <a:spLocks noGrp="1"/>
          </p:cNvSpPr>
          <p:nvPr/>
        </p:nvSpPr>
        <p:spPr>
          <a:xfrm>
            <a:off x="354020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40" name="01_find_only_2639">
            <a:extLst>
              <a:ext uri="{FF2B5EF4-FFF2-40B4-BE49-F238E27FC236}">
                <a16:creationId xmlns:a16="http://schemas.microsoft.com/office/drawing/2014/main" id="{40891D72-6E95-45E7-9CA5-B9271191459A}"/>
              </a:ext>
            </a:extLst>
          </p:cNvPr>
          <p:cNvSpPr>
            <a:spLocks noGrp="1"/>
          </p:cNvSpPr>
          <p:nvPr/>
        </p:nvSpPr>
        <p:spPr>
          <a:xfrm>
            <a:off x="3575860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41" name="01_find_only_2640">
            <a:extLst>
              <a:ext uri="{FF2B5EF4-FFF2-40B4-BE49-F238E27FC236}">
                <a16:creationId xmlns:a16="http://schemas.microsoft.com/office/drawing/2014/main" id="{04C56633-6EDB-4054-AFC5-A0FD1619E46F}"/>
              </a:ext>
            </a:extLst>
          </p:cNvPr>
          <p:cNvSpPr>
            <a:spLocks noGrp="1"/>
          </p:cNvSpPr>
          <p:nvPr/>
        </p:nvSpPr>
        <p:spPr>
          <a:xfrm>
            <a:off x="358324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42" name="01_find_only_2641">
            <a:extLst>
              <a:ext uri="{FF2B5EF4-FFF2-40B4-BE49-F238E27FC236}">
                <a16:creationId xmlns:a16="http://schemas.microsoft.com/office/drawing/2014/main" id="{E1DAC8D9-5081-43DC-BADB-F4813D4F09A0}"/>
              </a:ext>
            </a:extLst>
          </p:cNvPr>
          <p:cNvSpPr>
            <a:spLocks noGrp="1"/>
          </p:cNvSpPr>
          <p:nvPr/>
        </p:nvSpPr>
        <p:spPr>
          <a:xfrm>
            <a:off x="359499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43" name="01_find_only_2642">
            <a:extLst>
              <a:ext uri="{FF2B5EF4-FFF2-40B4-BE49-F238E27FC236}">
                <a16:creationId xmlns:a16="http://schemas.microsoft.com/office/drawing/2014/main" id="{E119B52C-D03F-4F91-9731-A38C4A372597}"/>
              </a:ext>
            </a:extLst>
          </p:cNvPr>
          <p:cNvSpPr>
            <a:spLocks noGrp="1"/>
          </p:cNvSpPr>
          <p:nvPr/>
        </p:nvSpPr>
        <p:spPr>
          <a:xfrm>
            <a:off x="358470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44" name="01_find_only_2643">
            <a:extLst>
              <a:ext uri="{FF2B5EF4-FFF2-40B4-BE49-F238E27FC236}">
                <a16:creationId xmlns:a16="http://schemas.microsoft.com/office/drawing/2014/main" id="{0C672CEC-1841-4392-8839-545F3DF952FC}"/>
              </a:ext>
            </a:extLst>
          </p:cNvPr>
          <p:cNvSpPr>
            <a:spLocks noGrp="1"/>
          </p:cNvSpPr>
          <p:nvPr/>
        </p:nvSpPr>
        <p:spPr>
          <a:xfrm>
            <a:off x="357003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45" name="01_find_only_2644">
            <a:extLst>
              <a:ext uri="{FF2B5EF4-FFF2-40B4-BE49-F238E27FC236}">
                <a16:creationId xmlns:a16="http://schemas.microsoft.com/office/drawing/2014/main" id="{ACAEBB20-190A-4910-A1EC-1B0196FECC9E}"/>
              </a:ext>
            </a:extLst>
          </p:cNvPr>
          <p:cNvSpPr>
            <a:spLocks noGrp="1"/>
          </p:cNvSpPr>
          <p:nvPr/>
        </p:nvSpPr>
        <p:spPr>
          <a:xfrm>
            <a:off x="351047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46" name="01_find_only_2645">
            <a:extLst>
              <a:ext uri="{FF2B5EF4-FFF2-40B4-BE49-F238E27FC236}">
                <a16:creationId xmlns:a16="http://schemas.microsoft.com/office/drawing/2014/main" id="{C7F410C1-1841-4FB3-B700-0ADCD30A4212}"/>
              </a:ext>
            </a:extLst>
          </p:cNvPr>
          <p:cNvSpPr>
            <a:spLocks noGrp="1"/>
          </p:cNvSpPr>
          <p:nvPr/>
        </p:nvSpPr>
        <p:spPr>
          <a:xfrm>
            <a:off x="3519900" y="590089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47" name="01_find_only_2646">
            <a:extLst>
              <a:ext uri="{FF2B5EF4-FFF2-40B4-BE49-F238E27FC236}">
                <a16:creationId xmlns:a16="http://schemas.microsoft.com/office/drawing/2014/main" id="{FC1C07E7-C82D-4628-9066-CD2E370EC689}"/>
              </a:ext>
            </a:extLst>
          </p:cNvPr>
          <p:cNvSpPr>
            <a:spLocks noGrp="1"/>
          </p:cNvSpPr>
          <p:nvPr/>
        </p:nvSpPr>
        <p:spPr>
          <a:xfrm>
            <a:off x="357100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48" name="01_find_only_2647">
            <a:extLst>
              <a:ext uri="{FF2B5EF4-FFF2-40B4-BE49-F238E27FC236}">
                <a16:creationId xmlns:a16="http://schemas.microsoft.com/office/drawing/2014/main" id="{762FBFDB-07A6-40F3-9A84-CF68316574C6}"/>
              </a:ext>
            </a:extLst>
          </p:cNvPr>
          <p:cNvSpPr>
            <a:spLocks noGrp="1"/>
          </p:cNvSpPr>
          <p:nvPr/>
        </p:nvSpPr>
        <p:spPr>
          <a:xfrm>
            <a:off x="356119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49" name="01_find_only_2648">
            <a:extLst>
              <a:ext uri="{FF2B5EF4-FFF2-40B4-BE49-F238E27FC236}">
                <a16:creationId xmlns:a16="http://schemas.microsoft.com/office/drawing/2014/main" id="{4DEFD272-55C1-4AFB-865D-5AD7653BEE9E}"/>
              </a:ext>
            </a:extLst>
          </p:cNvPr>
          <p:cNvSpPr>
            <a:spLocks noGrp="1"/>
          </p:cNvSpPr>
          <p:nvPr/>
        </p:nvSpPr>
        <p:spPr>
          <a:xfrm>
            <a:off x="352398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50" name="01_find_only_2649">
            <a:extLst>
              <a:ext uri="{FF2B5EF4-FFF2-40B4-BE49-F238E27FC236}">
                <a16:creationId xmlns:a16="http://schemas.microsoft.com/office/drawing/2014/main" id="{D9F71519-E263-41B1-83C6-A386F62DAA7C}"/>
              </a:ext>
            </a:extLst>
          </p:cNvPr>
          <p:cNvSpPr>
            <a:spLocks noGrp="1"/>
          </p:cNvSpPr>
          <p:nvPr/>
        </p:nvSpPr>
        <p:spPr>
          <a:xfrm>
            <a:off x="354156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51" name="01_find_only_2650">
            <a:extLst>
              <a:ext uri="{FF2B5EF4-FFF2-40B4-BE49-F238E27FC236}">
                <a16:creationId xmlns:a16="http://schemas.microsoft.com/office/drawing/2014/main" id="{986379D6-7CCC-4063-B1EB-AEBB14E30068}"/>
              </a:ext>
            </a:extLst>
          </p:cNvPr>
          <p:cNvSpPr>
            <a:spLocks noGrp="1"/>
          </p:cNvSpPr>
          <p:nvPr/>
        </p:nvSpPr>
        <p:spPr>
          <a:xfrm>
            <a:off x="3507174" y="614998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52" name="01_find_only_2651">
            <a:extLst>
              <a:ext uri="{FF2B5EF4-FFF2-40B4-BE49-F238E27FC236}">
                <a16:creationId xmlns:a16="http://schemas.microsoft.com/office/drawing/2014/main" id="{272DFCD2-F29B-4F9F-B44A-D295157464D8}"/>
              </a:ext>
            </a:extLst>
          </p:cNvPr>
          <p:cNvSpPr>
            <a:spLocks noGrp="1"/>
          </p:cNvSpPr>
          <p:nvPr/>
        </p:nvSpPr>
        <p:spPr>
          <a:xfrm>
            <a:off x="2023311" y="4946701"/>
            <a:ext cx="195" cy="1420700"/>
          </a:xfrm>
          <a:custGeom>
            <a:avLst/>
            <a:gdLst/>
            <a:ahLst/>
            <a:cxnLst/>
            <a:rect l="0" t="0" r="0" b="0"/>
            <a:pathLst>
              <a:path w="191" h="1394818">
                <a:moveTo>
                  <a:pt x="0" y="1394818"/>
                </a:moveTo>
                <a:lnTo>
                  <a:pt x="0" y="0"/>
                </a:lnTo>
              </a:path>
            </a:pathLst>
          </a:custGeom>
          <a:noFill/>
          <a:ln w="8890">
            <a:solidFill>
              <a:srgbClr val="000000"/>
            </a:solidFill>
            <a:prstDash val="solid"/>
          </a:ln>
        </p:spPr>
      </p:sp>
      <p:sp>
        <p:nvSpPr>
          <p:cNvPr id="2653" name="01_find_only_2652">
            <a:extLst>
              <a:ext uri="{FF2B5EF4-FFF2-40B4-BE49-F238E27FC236}">
                <a16:creationId xmlns:a16="http://schemas.microsoft.com/office/drawing/2014/main" id="{E7B10F2E-882C-4BA6-8523-6A31B6EF0957}"/>
              </a:ext>
            </a:extLst>
          </p:cNvPr>
          <p:cNvSpPr>
            <a:spLocks noGrp="1"/>
          </p:cNvSpPr>
          <p:nvPr/>
        </p:nvSpPr>
        <p:spPr>
          <a:xfrm>
            <a:off x="2023311" y="6367401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8890">
            <a:solidFill>
              <a:srgbClr val="000000"/>
            </a:solidFill>
            <a:prstDash val="solid"/>
          </a:ln>
        </p:spPr>
      </p:sp>
      <p:sp>
        <p:nvSpPr>
          <p:cNvPr id="2654" name="text_2653">
            <a:extLst>
              <a:ext uri="{FF2B5EF4-FFF2-40B4-BE49-F238E27FC236}">
                <a16:creationId xmlns:a16="http://schemas.microsoft.com/office/drawing/2014/main" id="{DD7068A6-DFC2-4E6A-85A5-6225340A03BD}"/>
              </a:ext>
            </a:extLst>
          </p:cNvPr>
          <p:cNvSpPr>
            <a:spLocks noGrp="1"/>
          </p:cNvSpPr>
          <p:nvPr/>
        </p:nvSpPr>
        <p:spPr>
          <a:xfrm>
            <a:off x="1792303" y="4752409"/>
            <a:ext cx="91973" cy="1616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1019"/>
              <a:t>d</a:t>
            </a:r>
          </a:p>
        </p:txBody>
      </p:sp>
      <p:sp>
        <p:nvSpPr>
          <p:cNvPr id="2655" name="text_2654">
            <a:extLst>
              <a:ext uri="{FF2B5EF4-FFF2-40B4-BE49-F238E27FC236}">
                <a16:creationId xmlns:a16="http://schemas.microsoft.com/office/drawing/2014/main" id="{0A885E8D-8D4F-42B5-B80F-768E404C9540}"/>
              </a:ext>
            </a:extLst>
          </p:cNvPr>
          <p:cNvSpPr>
            <a:spLocks noGrp="1"/>
          </p:cNvSpPr>
          <p:nvPr/>
        </p:nvSpPr>
        <p:spPr>
          <a:xfrm>
            <a:off x="2023311" y="4743417"/>
            <a:ext cx="1027143" cy="1374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866"/>
              <a:t>Small molecules, GT</a:t>
            </a:r>
          </a:p>
        </p:txBody>
      </p:sp>
      <p:sp>
        <p:nvSpPr>
          <p:cNvPr id="2656" name="01_find_only_2655">
            <a:extLst>
              <a:ext uri="{FF2B5EF4-FFF2-40B4-BE49-F238E27FC236}">
                <a16:creationId xmlns:a16="http://schemas.microsoft.com/office/drawing/2014/main" id="{379FB5AE-96BA-4D66-ABD8-C8692D6EDB6F}"/>
              </a:ext>
            </a:extLst>
          </p:cNvPr>
          <p:cNvSpPr>
            <a:spLocks noGrp="1"/>
          </p:cNvSpPr>
          <p:nvPr/>
        </p:nvSpPr>
        <p:spPr>
          <a:xfrm>
            <a:off x="2038589" y="5356112"/>
            <a:ext cx="1527834" cy="946712"/>
          </a:xfrm>
          <a:custGeom>
            <a:avLst/>
            <a:gdLst/>
            <a:ahLst/>
            <a:cxnLst/>
            <a:rect l="0" t="0" r="0" b="0"/>
            <a:pathLst>
              <a:path w="1500000" h="929465">
                <a:moveTo>
                  <a:pt x="0" y="929465"/>
                </a:moveTo>
                <a:lnTo>
                  <a:pt x="16667" y="928573"/>
                </a:lnTo>
                <a:lnTo>
                  <a:pt x="16667" y="927899"/>
                </a:lnTo>
                <a:lnTo>
                  <a:pt x="25000" y="926565"/>
                </a:lnTo>
                <a:lnTo>
                  <a:pt x="25641" y="925492"/>
                </a:lnTo>
                <a:lnTo>
                  <a:pt x="27778" y="925412"/>
                </a:lnTo>
                <a:lnTo>
                  <a:pt x="27778" y="923164"/>
                </a:lnTo>
                <a:lnTo>
                  <a:pt x="35714" y="922316"/>
                </a:lnTo>
                <a:lnTo>
                  <a:pt x="35714" y="919908"/>
                </a:lnTo>
                <a:lnTo>
                  <a:pt x="41667" y="919216"/>
                </a:lnTo>
                <a:lnTo>
                  <a:pt x="41667" y="916181"/>
                </a:lnTo>
                <a:lnTo>
                  <a:pt x="45455" y="916008"/>
                </a:lnTo>
                <a:lnTo>
                  <a:pt x="45455" y="913555"/>
                </a:lnTo>
                <a:lnTo>
                  <a:pt x="50000" y="913555"/>
                </a:lnTo>
                <a:lnTo>
                  <a:pt x="51282" y="910684"/>
                </a:lnTo>
                <a:lnTo>
                  <a:pt x="55556" y="910202"/>
                </a:lnTo>
                <a:lnTo>
                  <a:pt x="55556" y="907954"/>
                </a:lnTo>
                <a:lnTo>
                  <a:pt x="62500" y="907556"/>
                </a:lnTo>
                <a:lnTo>
                  <a:pt x="62500" y="901936"/>
                </a:lnTo>
                <a:lnTo>
                  <a:pt x="71429" y="900915"/>
                </a:lnTo>
                <a:lnTo>
                  <a:pt x="71429" y="894171"/>
                </a:lnTo>
                <a:lnTo>
                  <a:pt x="83333" y="893254"/>
                </a:lnTo>
                <a:lnTo>
                  <a:pt x="83333" y="875357"/>
                </a:lnTo>
                <a:lnTo>
                  <a:pt x="90909" y="875184"/>
                </a:lnTo>
                <a:lnTo>
                  <a:pt x="91667" y="872507"/>
                </a:lnTo>
                <a:lnTo>
                  <a:pt x="100000" y="871815"/>
                </a:lnTo>
                <a:lnTo>
                  <a:pt x="100000" y="861024"/>
                </a:lnTo>
                <a:lnTo>
                  <a:pt x="107143" y="860289"/>
                </a:lnTo>
                <a:lnTo>
                  <a:pt x="108333" y="858137"/>
                </a:lnTo>
                <a:lnTo>
                  <a:pt x="111111" y="857964"/>
                </a:lnTo>
                <a:lnTo>
                  <a:pt x="111111" y="856465"/>
                </a:lnTo>
                <a:lnTo>
                  <a:pt x="121795" y="855099"/>
                </a:lnTo>
                <a:lnTo>
                  <a:pt x="121795" y="854926"/>
                </a:lnTo>
                <a:lnTo>
                  <a:pt x="125000" y="854926"/>
                </a:lnTo>
                <a:lnTo>
                  <a:pt x="125000" y="825441"/>
                </a:lnTo>
                <a:lnTo>
                  <a:pt x="134615" y="824594"/>
                </a:lnTo>
                <a:lnTo>
                  <a:pt x="134615" y="823902"/>
                </a:lnTo>
                <a:lnTo>
                  <a:pt x="136364" y="823902"/>
                </a:lnTo>
                <a:lnTo>
                  <a:pt x="136364" y="821450"/>
                </a:lnTo>
                <a:lnTo>
                  <a:pt x="138889" y="821450"/>
                </a:lnTo>
                <a:lnTo>
                  <a:pt x="138889" y="819951"/>
                </a:lnTo>
                <a:lnTo>
                  <a:pt x="142857" y="819553"/>
                </a:lnTo>
                <a:lnTo>
                  <a:pt x="142857" y="814735"/>
                </a:lnTo>
                <a:lnTo>
                  <a:pt x="150000" y="814562"/>
                </a:lnTo>
                <a:lnTo>
                  <a:pt x="150000" y="811864"/>
                </a:lnTo>
                <a:lnTo>
                  <a:pt x="166667" y="810775"/>
                </a:lnTo>
                <a:lnTo>
                  <a:pt x="166667" y="776503"/>
                </a:lnTo>
                <a:lnTo>
                  <a:pt x="175000" y="775812"/>
                </a:lnTo>
                <a:lnTo>
                  <a:pt x="175000" y="774912"/>
                </a:lnTo>
                <a:lnTo>
                  <a:pt x="181818" y="773776"/>
                </a:lnTo>
                <a:lnTo>
                  <a:pt x="181818" y="771323"/>
                </a:lnTo>
                <a:lnTo>
                  <a:pt x="187500" y="771150"/>
                </a:lnTo>
                <a:lnTo>
                  <a:pt x="187500" y="766092"/>
                </a:lnTo>
                <a:lnTo>
                  <a:pt x="194444" y="765919"/>
                </a:lnTo>
                <a:lnTo>
                  <a:pt x="194444" y="763670"/>
                </a:lnTo>
                <a:lnTo>
                  <a:pt x="200000" y="763498"/>
                </a:lnTo>
                <a:lnTo>
                  <a:pt x="200000" y="751132"/>
                </a:lnTo>
                <a:lnTo>
                  <a:pt x="208333" y="750959"/>
                </a:lnTo>
                <a:lnTo>
                  <a:pt x="208333" y="747362"/>
                </a:lnTo>
                <a:lnTo>
                  <a:pt x="214286" y="747189"/>
                </a:lnTo>
                <a:lnTo>
                  <a:pt x="214286" y="742371"/>
                </a:lnTo>
                <a:lnTo>
                  <a:pt x="222222" y="741974"/>
                </a:lnTo>
                <a:lnTo>
                  <a:pt x="222222" y="740475"/>
                </a:lnTo>
                <a:lnTo>
                  <a:pt x="227273" y="739627"/>
                </a:lnTo>
                <a:lnTo>
                  <a:pt x="227273" y="737175"/>
                </a:lnTo>
                <a:lnTo>
                  <a:pt x="250000" y="736206"/>
                </a:lnTo>
                <a:lnTo>
                  <a:pt x="250000" y="599843"/>
                </a:lnTo>
                <a:lnTo>
                  <a:pt x="269231" y="599047"/>
                </a:lnTo>
                <a:lnTo>
                  <a:pt x="269231" y="598356"/>
                </a:lnTo>
                <a:lnTo>
                  <a:pt x="272727" y="598356"/>
                </a:lnTo>
                <a:lnTo>
                  <a:pt x="272727" y="595903"/>
                </a:lnTo>
                <a:lnTo>
                  <a:pt x="283333" y="594658"/>
                </a:lnTo>
                <a:lnTo>
                  <a:pt x="283333" y="594433"/>
                </a:lnTo>
                <a:lnTo>
                  <a:pt x="285714" y="594433"/>
                </a:lnTo>
                <a:lnTo>
                  <a:pt x="285714" y="589615"/>
                </a:lnTo>
                <a:lnTo>
                  <a:pt x="291667" y="588923"/>
                </a:lnTo>
                <a:lnTo>
                  <a:pt x="291667" y="587575"/>
                </a:lnTo>
                <a:lnTo>
                  <a:pt x="300000" y="587402"/>
                </a:lnTo>
                <a:lnTo>
                  <a:pt x="301282" y="574863"/>
                </a:lnTo>
                <a:lnTo>
                  <a:pt x="307692" y="574114"/>
                </a:lnTo>
                <a:lnTo>
                  <a:pt x="307692" y="573422"/>
                </a:lnTo>
                <a:lnTo>
                  <a:pt x="312500" y="573422"/>
                </a:lnTo>
                <a:lnTo>
                  <a:pt x="312500" y="570050"/>
                </a:lnTo>
                <a:lnTo>
                  <a:pt x="318182" y="569652"/>
                </a:lnTo>
                <a:lnTo>
                  <a:pt x="318182" y="567199"/>
                </a:lnTo>
                <a:lnTo>
                  <a:pt x="325000" y="566063"/>
                </a:lnTo>
                <a:lnTo>
                  <a:pt x="325000" y="565163"/>
                </a:lnTo>
                <a:lnTo>
                  <a:pt x="333333" y="564472"/>
                </a:lnTo>
                <a:lnTo>
                  <a:pt x="333333" y="528477"/>
                </a:lnTo>
                <a:lnTo>
                  <a:pt x="350000" y="527387"/>
                </a:lnTo>
                <a:lnTo>
                  <a:pt x="350000" y="525813"/>
                </a:lnTo>
                <a:lnTo>
                  <a:pt x="357143" y="525640"/>
                </a:lnTo>
                <a:lnTo>
                  <a:pt x="358333" y="520598"/>
                </a:lnTo>
                <a:lnTo>
                  <a:pt x="363636" y="520425"/>
                </a:lnTo>
                <a:lnTo>
                  <a:pt x="363636" y="517972"/>
                </a:lnTo>
                <a:lnTo>
                  <a:pt x="375000" y="516883"/>
                </a:lnTo>
                <a:lnTo>
                  <a:pt x="375000" y="493051"/>
                </a:lnTo>
                <a:lnTo>
                  <a:pt x="388889" y="492186"/>
                </a:lnTo>
                <a:lnTo>
                  <a:pt x="388889" y="491437"/>
                </a:lnTo>
                <a:lnTo>
                  <a:pt x="397436" y="490076"/>
                </a:lnTo>
                <a:lnTo>
                  <a:pt x="397436" y="489903"/>
                </a:lnTo>
                <a:lnTo>
                  <a:pt x="400000" y="489903"/>
                </a:lnTo>
                <a:lnTo>
                  <a:pt x="400000" y="480235"/>
                </a:lnTo>
                <a:lnTo>
                  <a:pt x="409091" y="480062"/>
                </a:lnTo>
                <a:lnTo>
                  <a:pt x="410256" y="477437"/>
                </a:lnTo>
                <a:lnTo>
                  <a:pt x="416667" y="477437"/>
                </a:lnTo>
                <a:lnTo>
                  <a:pt x="416667" y="464898"/>
                </a:lnTo>
                <a:lnTo>
                  <a:pt x="428571" y="464725"/>
                </a:lnTo>
                <a:lnTo>
                  <a:pt x="429487" y="461662"/>
                </a:lnTo>
                <a:lnTo>
                  <a:pt x="437500" y="461264"/>
                </a:lnTo>
                <a:lnTo>
                  <a:pt x="437500" y="459578"/>
                </a:lnTo>
                <a:lnTo>
                  <a:pt x="450000" y="459232"/>
                </a:lnTo>
                <a:lnTo>
                  <a:pt x="450000" y="457658"/>
                </a:lnTo>
                <a:lnTo>
                  <a:pt x="454545" y="457658"/>
                </a:lnTo>
                <a:lnTo>
                  <a:pt x="455128" y="455033"/>
                </a:lnTo>
                <a:lnTo>
                  <a:pt x="467949" y="453671"/>
                </a:lnTo>
                <a:lnTo>
                  <a:pt x="467949" y="453498"/>
                </a:lnTo>
                <a:lnTo>
                  <a:pt x="500000" y="452582"/>
                </a:lnTo>
                <a:lnTo>
                  <a:pt x="500000" y="35185"/>
                </a:lnTo>
                <a:lnTo>
                  <a:pt x="750000" y="34736"/>
                </a:lnTo>
                <a:lnTo>
                  <a:pt x="750000" y="17874"/>
                </a:lnTo>
                <a:lnTo>
                  <a:pt x="825000" y="16525"/>
                </a:lnTo>
                <a:lnTo>
                  <a:pt x="825000" y="16300"/>
                </a:lnTo>
                <a:lnTo>
                  <a:pt x="1125000" y="15176"/>
                </a:lnTo>
                <a:lnTo>
                  <a:pt x="1125000" y="11803"/>
                </a:lnTo>
                <a:lnTo>
                  <a:pt x="1250000" y="11803"/>
                </a:lnTo>
                <a:lnTo>
                  <a:pt x="1250000" y="8431"/>
                </a:lnTo>
                <a:lnTo>
                  <a:pt x="1312500" y="8431"/>
                </a:lnTo>
                <a:lnTo>
                  <a:pt x="1312500" y="6745"/>
                </a:lnTo>
                <a:lnTo>
                  <a:pt x="1375000" y="6745"/>
                </a:lnTo>
                <a:lnTo>
                  <a:pt x="1375000" y="3372"/>
                </a:lnTo>
                <a:lnTo>
                  <a:pt x="1500000" y="3372"/>
                </a:lnTo>
                <a:lnTo>
                  <a:pt x="1500000" y="0"/>
                </a:lnTo>
                <a:lnTo>
                  <a:pt x="1500000" y="0"/>
                </a:lnTo>
              </a:path>
            </a:pathLst>
          </a:custGeom>
          <a:noFill/>
          <a:ln w="22860">
            <a:solidFill>
              <a:srgbClr val="00878B"/>
            </a:solidFill>
            <a:prstDash val="solid"/>
          </a:ln>
        </p:spPr>
      </p:sp>
      <p:sp>
        <p:nvSpPr>
          <p:cNvPr id="2657" name="01_find_only_2656">
            <a:extLst>
              <a:ext uri="{FF2B5EF4-FFF2-40B4-BE49-F238E27FC236}">
                <a16:creationId xmlns:a16="http://schemas.microsoft.com/office/drawing/2014/main" id="{31DB8C86-BF11-4CE3-B63B-DA8122F5AEF3}"/>
              </a:ext>
            </a:extLst>
          </p:cNvPr>
          <p:cNvSpPr>
            <a:spLocks noGrp="1"/>
          </p:cNvSpPr>
          <p:nvPr/>
        </p:nvSpPr>
        <p:spPr>
          <a:xfrm>
            <a:off x="2038589" y="5011278"/>
            <a:ext cx="1527834" cy="1291545"/>
          </a:xfrm>
          <a:custGeom>
            <a:avLst/>
            <a:gdLst/>
            <a:ahLst/>
            <a:cxnLst/>
            <a:rect l="0" t="0" r="0" b="0"/>
            <a:pathLst>
              <a:path w="1500000" h="1268016">
                <a:moveTo>
                  <a:pt x="0" y="1268016"/>
                </a:moveTo>
                <a:lnTo>
                  <a:pt x="250000" y="1268016"/>
                </a:lnTo>
                <a:lnTo>
                  <a:pt x="250000" y="845344"/>
                </a:lnTo>
                <a:lnTo>
                  <a:pt x="333333" y="845344"/>
                </a:lnTo>
                <a:lnTo>
                  <a:pt x="333333" y="697409"/>
                </a:lnTo>
                <a:lnTo>
                  <a:pt x="375000" y="697409"/>
                </a:lnTo>
                <a:lnTo>
                  <a:pt x="375000" y="634008"/>
                </a:lnTo>
                <a:lnTo>
                  <a:pt x="500000" y="634008"/>
                </a:lnTo>
                <a:lnTo>
                  <a:pt x="500000" y="0"/>
                </a:lnTo>
                <a:lnTo>
                  <a:pt x="1500000" y="0"/>
                </a:lnTo>
                <a:lnTo>
                  <a:pt x="1500000" y="0"/>
                </a:lnTo>
              </a:path>
            </a:pathLst>
          </a:custGeom>
          <a:noFill/>
          <a:ln w="13335">
            <a:solidFill>
              <a:srgbClr val="3A64C8"/>
            </a:solidFill>
            <a:prstDash val="solid"/>
          </a:ln>
        </p:spPr>
      </p:sp>
      <p:sp>
        <p:nvSpPr>
          <p:cNvPr id="2658" name="01_find_only_2657">
            <a:extLst>
              <a:ext uri="{FF2B5EF4-FFF2-40B4-BE49-F238E27FC236}">
                <a16:creationId xmlns:a16="http://schemas.microsoft.com/office/drawing/2014/main" id="{E67C853F-C57D-4D36-B598-AD4CCA442E36}"/>
              </a:ext>
            </a:extLst>
          </p:cNvPr>
          <p:cNvSpPr>
            <a:spLocks noGrp="1"/>
          </p:cNvSpPr>
          <p:nvPr/>
        </p:nvSpPr>
        <p:spPr>
          <a:xfrm>
            <a:off x="2271238" y="5945094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2659" name="01_find_only_2658">
            <a:extLst>
              <a:ext uri="{FF2B5EF4-FFF2-40B4-BE49-F238E27FC236}">
                <a16:creationId xmlns:a16="http://schemas.microsoft.com/office/drawing/2014/main" id="{C18C4B03-EBDF-40B2-87E2-4C360CC118E7}"/>
              </a:ext>
            </a:extLst>
          </p:cNvPr>
          <p:cNvSpPr>
            <a:spLocks noGrp="1"/>
          </p:cNvSpPr>
          <p:nvPr/>
        </p:nvSpPr>
        <p:spPr>
          <a:xfrm>
            <a:off x="2525877" y="5369959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2660" name="01_find_only_2659">
            <a:extLst>
              <a:ext uri="{FF2B5EF4-FFF2-40B4-BE49-F238E27FC236}">
                <a16:creationId xmlns:a16="http://schemas.microsoft.com/office/drawing/2014/main" id="{7575D529-A9F5-4BFE-87A0-7C1CF612491F}"/>
              </a:ext>
            </a:extLst>
          </p:cNvPr>
          <p:cNvSpPr>
            <a:spLocks noGrp="1"/>
          </p:cNvSpPr>
          <p:nvPr/>
        </p:nvSpPr>
        <p:spPr>
          <a:xfrm>
            <a:off x="3035155" y="5349578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2661" name="01_find_only_2660">
            <a:extLst>
              <a:ext uri="{FF2B5EF4-FFF2-40B4-BE49-F238E27FC236}">
                <a16:creationId xmlns:a16="http://schemas.microsoft.com/office/drawing/2014/main" id="{D2ADBA36-A7CF-4778-90EE-AE2A0FDADC64}"/>
              </a:ext>
            </a:extLst>
          </p:cNvPr>
          <p:cNvSpPr>
            <a:spLocks noGrp="1"/>
          </p:cNvSpPr>
          <p:nvPr/>
        </p:nvSpPr>
        <p:spPr>
          <a:xfrm>
            <a:off x="3544432" y="5334121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2662" name="01_find_only_2661">
            <a:extLst>
              <a:ext uri="{FF2B5EF4-FFF2-40B4-BE49-F238E27FC236}">
                <a16:creationId xmlns:a16="http://schemas.microsoft.com/office/drawing/2014/main" id="{085E5905-6CF6-42A3-B140-AA84AC56395C}"/>
              </a:ext>
            </a:extLst>
          </p:cNvPr>
          <p:cNvSpPr>
            <a:spLocks noGrp="1"/>
          </p:cNvSpPr>
          <p:nvPr/>
        </p:nvSpPr>
        <p:spPr>
          <a:xfrm>
            <a:off x="2256641" y="5835721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2663" name="01_find_only_2662">
            <a:extLst>
              <a:ext uri="{FF2B5EF4-FFF2-40B4-BE49-F238E27FC236}">
                <a16:creationId xmlns:a16="http://schemas.microsoft.com/office/drawing/2014/main" id="{2C65E675-7916-4F47-82AB-852E4B568998}"/>
              </a:ext>
            </a:extLst>
          </p:cNvPr>
          <p:cNvSpPr>
            <a:spLocks noGrp="1"/>
          </p:cNvSpPr>
          <p:nvPr/>
        </p:nvSpPr>
        <p:spPr>
          <a:xfrm>
            <a:off x="2511280" y="4974691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2664" name="01_find_only_2663">
            <a:extLst>
              <a:ext uri="{FF2B5EF4-FFF2-40B4-BE49-F238E27FC236}">
                <a16:creationId xmlns:a16="http://schemas.microsoft.com/office/drawing/2014/main" id="{745B8E5C-1039-4DFF-9668-2BD9BA53E63E}"/>
              </a:ext>
            </a:extLst>
          </p:cNvPr>
          <p:cNvSpPr>
            <a:spLocks noGrp="1"/>
          </p:cNvSpPr>
          <p:nvPr/>
        </p:nvSpPr>
        <p:spPr>
          <a:xfrm>
            <a:off x="3020558" y="4974691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2665" name="01_find_only_2664">
            <a:extLst>
              <a:ext uri="{FF2B5EF4-FFF2-40B4-BE49-F238E27FC236}">
                <a16:creationId xmlns:a16="http://schemas.microsoft.com/office/drawing/2014/main" id="{D42C20CA-6641-49B5-BEF0-9B724E69F087}"/>
              </a:ext>
            </a:extLst>
          </p:cNvPr>
          <p:cNvSpPr>
            <a:spLocks noGrp="1"/>
          </p:cNvSpPr>
          <p:nvPr/>
        </p:nvSpPr>
        <p:spPr>
          <a:xfrm>
            <a:off x="3529835" y="4974691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2666" name="01_find_only_2665">
            <a:extLst>
              <a:ext uri="{FF2B5EF4-FFF2-40B4-BE49-F238E27FC236}">
                <a16:creationId xmlns:a16="http://schemas.microsoft.com/office/drawing/2014/main" id="{7D72FC9D-8EF5-4107-B7DE-B3923FF34832}"/>
              </a:ext>
            </a:extLst>
          </p:cNvPr>
          <p:cNvSpPr>
            <a:spLocks noGrp="1"/>
          </p:cNvSpPr>
          <p:nvPr/>
        </p:nvSpPr>
        <p:spPr>
          <a:xfrm>
            <a:off x="4184890" y="4946701"/>
            <a:ext cx="1650061" cy="1420700"/>
          </a:xfrm>
          <a:custGeom>
            <a:avLst/>
            <a:gdLst/>
            <a:ahLst/>
            <a:cxnLst/>
            <a:rect l="0" t="0" r="0" b="0"/>
            <a:pathLst>
              <a:path w="1620000" h="1394818">
                <a:moveTo>
                  <a:pt x="0" y="1394818"/>
                </a:moveTo>
                <a:lnTo>
                  <a:pt x="1620000" y="1394818"/>
                </a:lnTo>
                <a:lnTo>
                  <a:pt x="1620000" y="0"/>
                </a:lnTo>
                <a:lnTo>
                  <a:pt x="0" y="0"/>
                </a:lnTo>
                <a:lnTo>
                  <a:pt x="0" y="1394818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667" name="01_find_only_2666">
            <a:extLst>
              <a:ext uri="{FF2B5EF4-FFF2-40B4-BE49-F238E27FC236}">
                <a16:creationId xmlns:a16="http://schemas.microsoft.com/office/drawing/2014/main" id="{0174151D-2EF8-47C5-8EFD-566E0289768F}"/>
              </a:ext>
            </a:extLst>
          </p:cNvPr>
          <p:cNvSpPr>
            <a:spLocks noGrp="1"/>
          </p:cNvSpPr>
          <p:nvPr/>
        </p:nvSpPr>
        <p:spPr>
          <a:xfrm>
            <a:off x="4388601" y="5011278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30000" y="1268016"/>
                </a:moveTo>
                <a:lnTo>
                  <a:pt x="0" y="1268016"/>
                </a:lnTo>
                <a:lnTo>
                  <a:pt x="694" y="1257449"/>
                </a:lnTo>
                <a:lnTo>
                  <a:pt x="2731" y="1246883"/>
                </a:lnTo>
                <a:lnTo>
                  <a:pt x="5974" y="1236316"/>
                </a:lnTo>
                <a:lnTo>
                  <a:pt x="10216" y="1225749"/>
                </a:lnTo>
                <a:lnTo>
                  <a:pt x="15199" y="1215182"/>
                </a:lnTo>
                <a:lnTo>
                  <a:pt x="20637" y="1204615"/>
                </a:lnTo>
                <a:lnTo>
                  <a:pt x="26250" y="1194049"/>
                </a:lnTo>
                <a:lnTo>
                  <a:pt x="31780" y="1183482"/>
                </a:lnTo>
                <a:lnTo>
                  <a:pt x="37016" y="1172915"/>
                </a:lnTo>
                <a:lnTo>
                  <a:pt x="41797" y="1162348"/>
                </a:lnTo>
                <a:lnTo>
                  <a:pt x="46023" y="1151781"/>
                </a:lnTo>
                <a:lnTo>
                  <a:pt x="49648" y="1141215"/>
                </a:lnTo>
                <a:lnTo>
                  <a:pt x="52669" y="1130648"/>
                </a:lnTo>
                <a:lnTo>
                  <a:pt x="55123" y="1120081"/>
                </a:lnTo>
                <a:lnTo>
                  <a:pt x="57066" y="1109514"/>
                </a:lnTo>
                <a:lnTo>
                  <a:pt x="58569" y="1098947"/>
                </a:lnTo>
                <a:lnTo>
                  <a:pt x="59706" y="1088381"/>
                </a:lnTo>
                <a:lnTo>
                  <a:pt x="60545" y="1077814"/>
                </a:lnTo>
                <a:lnTo>
                  <a:pt x="61146" y="1067247"/>
                </a:lnTo>
                <a:lnTo>
                  <a:pt x="61558" y="1056680"/>
                </a:lnTo>
                <a:lnTo>
                  <a:pt x="61821" y="1046113"/>
                </a:lnTo>
                <a:lnTo>
                  <a:pt x="61963" y="1035547"/>
                </a:lnTo>
                <a:lnTo>
                  <a:pt x="62001" y="1024980"/>
                </a:lnTo>
                <a:lnTo>
                  <a:pt x="61950" y="1014413"/>
                </a:lnTo>
                <a:lnTo>
                  <a:pt x="61816" y="1003846"/>
                </a:lnTo>
                <a:lnTo>
                  <a:pt x="61601" y="993279"/>
                </a:lnTo>
                <a:lnTo>
                  <a:pt x="61309" y="982713"/>
                </a:lnTo>
                <a:lnTo>
                  <a:pt x="60938" y="972146"/>
                </a:lnTo>
                <a:lnTo>
                  <a:pt x="60491" y="961579"/>
                </a:lnTo>
                <a:lnTo>
                  <a:pt x="59969" y="951012"/>
                </a:lnTo>
                <a:lnTo>
                  <a:pt x="59378" y="940445"/>
                </a:lnTo>
                <a:lnTo>
                  <a:pt x="58724" y="929879"/>
                </a:lnTo>
                <a:lnTo>
                  <a:pt x="58021" y="919312"/>
                </a:lnTo>
                <a:lnTo>
                  <a:pt x="57283" y="908745"/>
                </a:lnTo>
                <a:lnTo>
                  <a:pt x="56529" y="898178"/>
                </a:lnTo>
                <a:lnTo>
                  <a:pt x="55781" y="887611"/>
                </a:lnTo>
                <a:lnTo>
                  <a:pt x="55061" y="877045"/>
                </a:lnTo>
                <a:lnTo>
                  <a:pt x="54390" y="866478"/>
                </a:lnTo>
                <a:lnTo>
                  <a:pt x="53785" y="855911"/>
                </a:lnTo>
                <a:lnTo>
                  <a:pt x="53258" y="845344"/>
                </a:lnTo>
                <a:lnTo>
                  <a:pt x="52813" y="834777"/>
                </a:lnTo>
                <a:lnTo>
                  <a:pt x="52444" y="824211"/>
                </a:lnTo>
                <a:lnTo>
                  <a:pt x="52138" y="813644"/>
                </a:lnTo>
                <a:lnTo>
                  <a:pt x="51867" y="803077"/>
                </a:lnTo>
                <a:lnTo>
                  <a:pt x="51600" y="792510"/>
                </a:lnTo>
                <a:lnTo>
                  <a:pt x="51296" y="781943"/>
                </a:lnTo>
                <a:lnTo>
                  <a:pt x="50913" y="771377"/>
                </a:lnTo>
                <a:lnTo>
                  <a:pt x="50409" y="760810"/>
                </a:lnTo>
                <a:lnTo>
                  <a:pt x="49752" y="750243"/>
                </a:lnTo>
                <a:lnTo>
                  <a:pt x="48921" y="739676"/>
                </a:lnTo>
                <a:lnTo>
                  <a:pt x="47911" y="729109"/>
                </a:lnTo>
                <a:lnTo>
                  <a:pt x="46741" y="718543"/>
                </a:lnTo>
                <a:lnTo>
                  <a:pt x="45452" y="707976"/>
                </a:lnTo>
                <a:lnTo>
                  <a:pt x="44107" y="697409"/>
                </a:lnTo>
                <a:lnTo>
                  <a:pt x="42790" y="686842"/>
                </a:lnTo>
                <a:lnTo>
                  <a:pt x="41597" y="676275"/>
                </a:lnTo>
                <a:lnTo>
                  <a:pt x="40627" y="665708"/>
                </a:lnTo>
                <a:lnTo>
                  <a:pt x="39974" y="655142"/>
                </a:lnTo>
                <a:lnTo>
                  <a:pt x="39714" y="644575"/>
                </a:lnTo>
                <a:lnTo>
                  <a:pt x="39899" y="634008"/>
                </a:lnTo>
                <a:lnTo>
                  <a:pt x="40549" y="623441"/>
                </a:lnTo>
                <a:lnTo>
                  <a:pt x="41649" y="612874"/>
                </a:lnTo>
                <a:lnTo>
                  <a:pt x="43153" y="602308"/>
                </a:lnTo>
                <a:lnTo>
                  <a:pt x="44986" y="591741"/>
                </a:lnTo>
                <a:lnTo>
                  <a:pt x="47055" y="581174"/>
                </a:lnTo>
                <a:lnTo>
                  <a:pt x="49258" y="570607"/>
                </a:lnTo>
                <a:lnTo>
                  <a:pt x="51491" y="560040"/>
                </a:lnTo>
                <a:lnTo>
                  <a:pt x="53663" y="549474"/>
                </a:lnTo>
                <a:lnTo>
                  <a:pt x="55696" y="538907"/>
                </a:lnTo>
                <a:lnTo>
                  <a:pt x="57534" y="528340"/>
                </a:lnTo>
                <a:lnTo>
                  <a:pt x="59143" y="517773"/>
                </a:lnTo>
                <a:lnTo>
                  <a:pt x="60509" y="507206"/>
                </a:lnTo>
                <a:lnTo>
                  <a:pt x="61633" y="496640"/>
                </a:lnTo>
                <a:lnTo>
                  <a:pt x="62533" y="486073"/>
                </a:lnTo>
                <a:lnTo>
                  <a:pt x="63233" y="475506"/>
                </a:lnTo>
                <a:lnTo>
                  <a:pt x="63763" y="464939"/>
                </a:lnTo>
                <a:lnTo>
                  <a:pt x="64153" y="454372"/>
                </a:lnTo>
                <a:lnTo>
                  <a:pt x="64434" y="443806"/>
                </a:lnTo>
                <a:lnTo>
                  <a:pt x="64630" y="433239"/>
                </a:lnTo>
                <a:lnTo>
                  <a:pt x="64764" y="422672"/>
                </a:lnTo>
                <a:lnTo>
                  <a:pt x="64852" y="412105"/>
                </a:lnTo>
                <a:lnTo>
                  <a:pt x="64910" y="401538"/>
                </a:lnTo>
                <a:lnTo>
                  <a:pt x="64946" y="390972"/>
                </a:lnTo>
                <a:lnTo>
                  <a:pt x="64969" y="380405"/>
                </a:lnTo>
                <a:lnTo>
                  <a:pt x="64982" y="369838"/>
                </a:lnTo>
                <a:lnTo>
                  <a:pt x="64990" y="359271"/>
                </a:lnTo>
                <a:lnTo>
                  <a:pt x="64995" y="348704"/>
                </a:lnTo>
                <a:lnTo>
                  <a:pt x="64997" y="338138"/>
                </a:lnTo>
                <a:lnTo>
                  <a:pt x="64999" y="327571"/>
                </a:lnTo>
                <a:lnTo>
                  <a:pt x="64999" y="317004"/>
                </a:lnTo>
                <a:lnTo>
                  <a:pt x="65000" y="306437"/>
                </a:lnTo>
                <a:lnTo>
                  <a:pt x="65000" y="295870"/>
                </a:lnTo>
                <a:lnTo>
                  <a:pt x="65000" y="285304"/>
                </a:lnTo>
                <a:lnTo>
                  <a:pt x="65000" y="274737"/>
                </a:lnTo>
                <a:lnTo>
                  <a:pt x="65000" y="264170"/>
                </a:lnTo>
                <a:lnTo>
                  <a:pt x="65000" y="253603"/>
                </a:lnTo>
                <a:lnTo>
                  <a:pt x="65000" y="243036"/>
                </a:lnTo>
                <a:lnTo>
                  <a:pt x="65000" y="232470"/>
                </a:lnTo>
                <a:lnTo>
                  <a:pt x="65000" y="221903"/>
                </a:lnTo>
                <a:lnTo>
                  <a:pt x="65000" y="211336"/>
                </a:lnTo>
                <a:lnTo>
                  <a:pt x="65000" y="200769"/>
                </a:lnTo>
                <a:lnTo>
                  <a:pt x="65000" y="190202"/>
                </a:lnTo>
                <a:lnTo>
                  <a:pt x="65000" y="179636"/>
                </a:lnTo>
                <a:lnTo>
                  <a:pt x="65000" y="169069"/>
                </a:lnTo>
                <a:lnTo>
                  <a:pt x="65000" y="158502"/>
                </a:lnTo>
                <a:lnTo>
                  <a:pt x="65000" y="147935"/>
                </a:lnTo>
                <a:lnTo>
                  <a:pt x="65000" y="137368"/>
                </a:lnTo>
                <a:lnTo>
                  <a:pt x="65000" y="126802"/>
                </a:lnTo>
                <a:lnTo>
                  <a:pt x="65000" y="116235"/>
                </a:lnTo>
                <a:lnTo>
                  <a:pt x="65000" y="105668"/>
                </a:lnTo>
                <a:lnTo>
                  <a:pt x="65000" y="95101"/>
                </a:lnTo>
                <a:lnTo>
                  <a:pt x="65000" y="84534"/>
                </a:lnTo>
                <a:lnTo>
                  <a:pt x="65000" y="73968"/>
                </a:lnTo>
                <a:lnTo>
                  <a:pt x="65000" y="63401"/>
                </a:lnTo>
                <a:lnTo>
                  <a:pt x="65000" y="52834"/>
                </a:lnTo>
                <a:lnTo>
                  <a:pt x="65000" y="42267"/>
                </a:lnTo>
                <a:lnTo>
                  <a:pt x="65000" y="31700"/>
                </a:lnTo>
                <a:lnTo>
                  <a:pt x="65000" y="21134"/>
                </a:lnTo>
                <a:lnTo>
                  <a:pt x="65000" y="10567"/>
                </a:lnTo>
                <a:lnTo>
                  <a:pt x="65000" y="0"/>
                </a:lnTo>
                <a:lnTo>
                  <a:pt x="65000" y="0"/>
                </a:lnTo>
                <a:lnTo>
                  <a:pt x="65000" y="0"/>
                </a:lnTo>
                <a:lnTo>
                  <a:pt x="65000" y="10567"/>
                </a:lnTo>
                <a:lnTo>
                  <a:pt x="65000" y="21134"/>
                </a:lnTo>
                <a:lnTo>
                  <a:pt x="65000" y="31700"/>
                </a:lnTo>
                <a:lnTo>
                  <a:pt x="65000" y="42267"/>
                </a:lnTo>
                <a:lnTo>
                  <a:pt x="65000" y="52834"/>
                </a:lnTo>
                <a:lnTo>
                  <a:pt x="65000" y="63401"/>
                </a:lnTo>
                <a:lnTo>
                  <a:pt x="65000" y="73968"/>
                </a:lnTo>
                <a:lnTo>
                  <a:pt x="65000" y="84534"/>
                </a:lnTo>
                <a:lnTo>
                  <a:pt x="65000" y="95101"/>
                </a:lnTo>
                <a:lnTo>
                  <a:pt x="65000" y="105668"/>
                </a:lnTo>
                <a:lnTo>
                  <a:pt x="65000" y="116235"/>
                </a:lnTo>
                <a:lnTo>
                  <a:pt x="65000" y="126802"/>
                </a:lnTo>
                <a:lnTo>
                  <a:pt x="65000" y="137368"/>
                </a:lnTo>
                <a:lnTo>
                  <a:pt x="65000" y="147935"/>
                </a:lnTo>
                <a:lnTo>
                  <a:pt x="65000" y="158502"/>
                </a:lnTo>
                <a:lnTo>
                  <a:pt x="65000" y="169069"/>
                </a:lnTo>
                <a:lnTo>
                  <a:pt x="65000" y="179636"/>
                </a:lnTo>
                <a:lnTo>
                  <a:pt x="65000" y="190202"/>
                </a:lnTo>
                <a:lnTo>
                  <a:pt x="65000" y="200769"/>
                </a:lnTo>
                <a:lnTo>
                  <a:pt x="65000" y="211336"/>
                </a:lnTo>
                <a:lnTo>
                  <a:pt x="65000" y="221903"/>
                </a:lnTo>
                <a:lnTo>
                  <a:pt x="65000" y="232470"/>
                </a:lnTo>
                <a:lnTo>
                  <a:pt x="65000" y="243036"/>
                </a:lnTo>
                <a:lnTo>
                  <a:pt x="65000" y="253603"/>
                </a:lnTo>
                <a:lnTo>
                  <a:pt x="65000" y="264170"/>
                </a:lnTo>
                <a:lnTo>
                  <a:pt x="65000" y="274737"/>
                </a:lnTo>
                <a:lnTo>
                  <a:pt x="65000" y="285304"/>
                </a:lnTo>
                <a:lnTo>
                  <a:pt x="65000" y="295870"/>
                </a:lnTo>
                <a:lnTo>
                  <a:pt x="65000" y="306437"/>
                </a:lnTo>
                <a:lnTo>
                  <a:pt x="65001" y="317004"/>
                </a:lnTo>
                <a:lnTo>
                  <a:pt x="65001" y="327571"/>
                </a:lnTo>
                <a:lnTo>
                  <a:pt x="65003" y="338138"/>
                </a:lnTo>
                <a:lnTo>
                  <a:pt x="65005" y="348704"/>
                </a:lnTo>
                <a:lnTo>
                  <a:pt x="65010" y="359271"/>
                </a:lnTo>
                <a:lnTo>
                  <a:pt x="65018" y="369838"/>
                </a:lnTo>
                <a:lnTo>
                  <a:pt x="65031" y="380405"/>
                </a:lnTo>
                <a:lnTo>
                  <a:pt x="65054" y="390972"/>
                </a:lnTo>
                <a:lnTo>
                  <a:pt x="65090" y="401538"/>
                </a:lnTo>
                <a:lnTo>
                  <a:pt x="65148" y="412105"/>
                </a:lnTo>
                <a:lnTo>
                  <a:pt x="65236" y="422672"/>
                </a:lnTo>
                <a:lnTo>
                  <a:pt x="65370" y="433239"/>
                </a:lnTo>
                <a:lnTo>
                  <a:pt x="65566" y="443806"/>
                </a:lnTo>
                <a:lnTo>
                  <a:pt x="65847" y="454372"/>
                </a:lnTo>
                <a:lnTo>
                  <a:pt x="66237" y="464939"/>
                </a:lnTo>
                <a:lnTo>
                  <a:pt x="66767" y="475506"/>
                </a:lnTo>
                <a:lnTo>
                  <a:pt x="67467" y="486073"/>
                </a:lnTo>
                <a:lnTo>
                  <a:pt x="68367" y="496640"/>
                </a:lnTo>
                <a:lnTo>
                  <a:pt x="69491" y="507206"/>
                </a:lnTo>
                <a:lnTo>
                  <a:pt x="70857" y="517773"/>
                </a:lnTo>
                <a:lnTo>
                  <a:pt x="72466" y="528340"/>
                </a:lnTo>
                <a:lnTo>
                  <a:pt x="74304" y="538907"/>
                </a:lnTo>
                <a:lnTo>
                  <a:pt x="76337" y="549474"/>
                </a:lnTo>
                <a:lnTo>
                  <a:pt x="78509" y="560040"/>
                </a:lnTo>
                <a:lnTo>
                  <a:pt x="80742" y="570607"/>
                </a:lnTo>
                <a:lnTo>
                  <a:pt x="82945" y="581174"/>
                </a:lnTo>
                <a:lnTo>
                  <a:pt x="85014" y="591741"/>
                </a:lnTo>
                <a:lnTo>
                  <a:pt x="86847" y="602308"/>
                </a:lnTo>
                <a:lnTo>
                  <a:pt x="88351" y="612874"/>
                </a:lnTo>
                <a:lnTo>
                  <a:pt x="89451" y="623441"/>
                </a:lnTo>
                <a:lnTo>
                  <a:pt x="90101" y="634008"/>
                </a:lnTo>
                <a:lnTo>
                  <a:pt x="90286" y="644575"/>
                </a:lnTo>
                <a:lnTo>
                  <a:pt x="90026" y="655142"/>
                </a:lnTo>
                <a:lnTo>
                  <a:pt x="89373" y="665708"/>
                </a:lnTo>
                <a:lnTo>
                  <a:pt x="88403" y="676275"/>
                </a:lnTo>
                <a:lnTo>
                  <a:pt x="87210" y="686842"/>
                </a:lnTo>
                <a:lnTo>
                  <a:pt x="85893" y="697409"/>
                </a:lnTo>
                <a:lnTo>
                  <a:pt x="84548" y="707976"/>
                </a:lnTo>
                <a:lnTo>
                  <a:pt x="83259" y="718543"/>
                </a:lnTo>
                <a:lnTo>
                  <a:pt x="82089" y="729109"/>
                </a:lnTo>
                <a:lnTo>
                  <a:pt x="81079" y="739676"/>
                </a:lnTo>
                <a:lnTo>
                  <a:pt x="80248" y="750243"/>
                </a:lnTo>
                <a:lnTo>
                  <a:pt x="79591" y="760810"/>
                </a:lnTo>
                <a:lnTo>
                  <a:pt x="79087" y="771377"/>
                </a:lnTo>
                <a:lnTo>
                  <a:pt x="78704" y="781943"/>
                </a:lnTo>
                <a:lnTo>
                  <a:pt x="78400" y="792510"/>
                </a:lnTo>
                <a:lnTo>
                  <a:pt x="78133" y="803077"/>
                </a:lnTo>
                <a:lnTo>
                  <a:pt x="77863" y="813644"/>
                </a:lnTo>
                <a:lnTo>
                  <a:pt x="77556" y="824211"/>
                </a:lnTo>
                <a:lnTo>
                  <a:pt x="77188" y="834777"/>
                </a:lnTo>
                <a:lnTo>
                  <a:pt x="76742" y="845344"/>
                </a:lnTo>
                <a:lnTo>
                  <a:pt x="76215" y="855911"/>
                </a:lnTo>
                <a:lnTo>
                  <a:pt x="75610" y="866478"/>
                </a:lnTo>
                <a:lnTo>
                  <a:pt x="74939" y="877045"/>
                </a:lnTo>
                <a:lnTo>
                  <a:pt x="74219" y="887611"/>
                </a:lnTo>
                <a:lnTo>
                  <a:pt x="73471" y="898178"/>
                </a:lnTo>
                <a:lnTo>
                  <a:pt x="72718" y="908745"/>
                </a:lnTo>
                <a:lnTo>
                  <a:pt x="71979" y="919312"/>
                </a:lnTo>
                <a:lnTo>
                  <a:pt x="71276" y="929879"/>
                </a:lnTo>
                <a:lnTo>
                  <a:pt x="70622" y="940445"/>
                </a:lnTo>
                <a:lnTo>
                  <a:pt x="70031" y="951012"/>
                </a:lnTo>
                <a:lnTo>
                  <a:pt x="69509" y="961579"/>
                </a:lnTo>
                <a:lnTo>
                  <a:pt x="69062" y="972146"/>
                </a:lnTo>
                <a:lnTo>
                  <a:pt x="68691" y="982713"/>
                </a:lnTo>
                <a:lnTo>
                  <a:pt x="68399" y="993279"/>
                </a:lnTo>
                <a:lnTo>
                  <a:pt x="68185" y="1003846"/>
                </a:lnTo>
                <a:lnTo>
                  <a:pt x="68050" y="1014413"/>
                </a:lnTo>
                <a:lnTo>
                  <a:pt x="67999" y="1024980"/>
                </a:lnTo>
                <a:lnTo>
                  <a:pt x="68037" y="1035547"/>
                </a:lnTo>
                <a:lnTo>
                  <a:pt x="68179" y="1046113"/>
                </a:lnTo>
                <a:lnTo>
                  <a:pt x="68442" y="1056680"/>
                </a:lnTo>
                <a:lnTo>
                  <a:pt x="68854" y="1067247"/>
                </a:lnTo>
                <a:lnTo>
                  <a:pt x="69455" y="1077814"/>
                </a:lnTo>
                <a:lnTo>
                  <a:pt x="70294" y="1088381"/>
                </a:lnTo>
                <a:lnTo>
                  <a:pt x="71431" y="1098947"/>
                </a:lnTo>
                <a:lnTo>
                  <a:pt x="72934" y="1109514"/>
                </a:lnTo>
                <a:lnTo>
                  <a:pt x="74877" y="1120081"/>
                </a:lnTo>
                <a:lnTo>
                  <a:pt x="77331" y="1130648"/>
                </a:lnTo>
                <a:lnTo>
                  <a:pt x="80352" y="1141215"/>
                </a:lnTo>
                <a:lnTo>
                  <a:pt x="83977" y="1151781"/>
                </a:lnTo>
                <a:lnTo>
                  <a:pt x="88203" y="1162348"/>
                </a:lnTo>
                <a:lnTo>
                  <a:pt x="92984" y="1172915"/>
                </a:lnTo>
                <a:lnTo>
                  <a:pt x="98220" y="1183482"/>
                </a:lnTo>
                <a:lnTo>
                  <a:pt x="103750" y="1194049"/>
                </a:lnTo>
                <a:lnTo>
                  <a:pt x="109363" y="1204615"/>
                </a:lnTo>
                <a:lnTo>
                  <a:pt x="114801" y="1215182"/>
                </a:lnTo>
                <a:lnTo>
                  <a:pt x="119784" y="1225749"/>
                </a:lnTo>
                <a:lnTo>
                  <a:pt x="124026" y="1236316"/>
                </a:lnTo>
                <a:lnTo>
                  <a:pt x="127269" y="1246883"/>
                </a:lnTo>
                <a:lnTo>
                  <a:pt x="129306" y="1257449"/>
                </a:lnTo>
                <a:lnTo>
                  <a:pt x="130000" y="1268016"/>
                </a:lnTo>
                <a:lnTo>
                  <a:pt x="130000" y="1268016"/>
                </a:lnTo>
                <a:close/>
              </a:path>
            </a:pathLst>
          </a:custGeom>
          <a:solidFill>
            <a:srgbClr val="596BC0">
              <a:alpha val="12000"/>
            </a:srgbClr>
          </a:solidFill>
          <a:ln w="6985">
            <a:solidFill>
              <a:srgbClr val="596BC0">
                <a:alpha val="12000"/>
              </a:srgbClr>
            </a:solidFill>
            <a:prstDash val="solid"/>
          </a:ln>
        </p:spPr>
      </p:sp>
      <p:sp>
        <p:nvSpPr>
          <p:cNvPr id="2668" name="01_find_only_2667">
            <a:extLst>
              <a:ext uri="{FF2B5EF4-FFF2-40B4-BE49-F238E27FC236}">
                <a16:creationId xmlns:a16="http://schemas.microsoft.com/office/drawing/2014/main" id="{4F10EA39-AF5B-4CEB-B0EF-23B9EE7B2617}"/>
              </a:ext>
            </a:extLst>
          </p:cNvPr>
          <p:cNvSpPr>
            <a:spLocks noGrp="1"/>
          </p:cNvSpPr>
          <p:nvPr/>
        </p:nvSpPr>
        <p:spPr>
          <a:xfrm>
            <a:off x="4643240" y="5011278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01436" y="1268016"/>
                </a:moveTo>
                <a:lnTo>
                  <a:pt x="28564" y="1268016"/>
                </a:lnTo>
                <a:lnTo>
                  <a:pt x="28928" y="1257449"/>
                </a:lnTo>
                <a:lnTo>
                  <a:pt x="29993" y="1246883"/>
                </a:lnTo>
                <a:lnTo>
                  <a:pt x="31691" y="1236316"/>
                </a:lnTo>
                <a:lnTo>
                  <a:pt x="33915" y="1225749"/>
                </a:lnTo>
                <a:lnTo>
                  <a:pt x="36529" y="1215182"/>
                </a:lnTo>
                <a:lnTo>
                  <a:pt x="39387" y="1204615"/>
                </a:lnTo>
                <a:lnTo>
                  <a:pt x="42343" y="1194049"/>
                </a:lnTo>
                <a:lnTo>
                  <a:pt x="45264" y="1183482"/>
                </a:lnTo>
                <a:lnTo>
                  <a:pt x="48039" y="1172915"/>
                </a:lnTo>
                <a:lnTo>
                  <a:pt x="50586" y="1162348"/>
                </a:lnTo>
                <a:lnTo>
                  <a:pt x="52852" y="1151781"/>
                </a:lnTo>
                <a:lnTo>
                  <a:pt x="54810" y="1141215"/>
                </a:lnTo>
                <a:lnTo>
                  <a:pt x="56462" y="1130648"/>
                </a:lnTo>
                <a:lnTo>
                  <a:pt x="57822" y="1120081"/>
                </a:lnTo>
                <a:lnTo>
                  <a:pt x="58921" y="1109514"/>
                </a:lnTo>
                <a:lnTo>
                  <a:pt x="59794" y="1098947"/>
                </a:lnTo>
                <a:lnTo>
                  <a:pt x="60478" y="1088381"/>
                </a:lnTo>
                <a:lnTo>
                  <a:pt x="61008" y="1077814"/>
                </a:lnTo>
                <a:lnTo>
                  <a:pt x="61416" y="1067247"/>
                </a:lnTo>
                <a:lnTo>
                  <a:pt x="61728" y="1056680"/>
                </a:lnTo>
                <a:lnTo>
                  <a:pt x="61965" y="1046113"/>
                </a:lnTo>
                <a:lnTo>
                  <a:pt x="62144" y="1035547"/>
                </a:lnTo>
                <a:lnTo>
                  <a:pt x="62281" y="1024980"/>
                </a:lnTo>
                <a:lnTo>
                  <a:pt x="62384" y="1014413"/>
                </a:lnTo>
                <a:lnTo>
                  <a:pt x="62465" y="1003846"/>
                </a:lnTo>
                <a:lnTo>
                  <a:pt x="62530" y="993279"/>
                </a:lnTo>
                <a:lnTo>
                  <a:pt x="62584" y="982713"/>
                </a:lnTo>
                <a:lnTo>
                  <a:pt x="62632" y="972146"/>
                </a:lnTo>
                <a:lnTo>
                  <a:pt x="62676" y="961579"/>
                </a:lnTo>
                <a:lnTo>
                  <a:pt x="62715" y="951012"/>
                </a:lnTo>
                <a:lnTo>
                  <a:pt x="62749" y="940445"/>
                </a:lnTo>
                <a:lnTo>
                  <a:pt x="62774" y="929879"/>
                </a:lnTo>
                <a:lnTo>
                  <a:pt x="62787" y="919312"/>
                </a:lnTo>
                <a:lnTo>
                  <a:pt x="62781" y="908745"/>
                </a:lnTo>
                <a:lnTo>
                  <a:pt x="62754" y="898178"/>
                </a:lnTo>
                <a:lnTo>
                  <a:pt x="62702" y="887611"/>
                </a:lnTo>
                <a:lnTo>
                  <a:pt x="62623" y="877045"/>
                </a:lnTo>
                <a:lnTo>
                  <a:pt x="62515" y="866478"/>
                </a:lnTo>
                <a:lnTo>
                  <a:pt x="62381" y="855911"/>
                </a:lnTo>
                <a:lnTo>
                  <a:pt x="62221" y="845344"/>
                </a:lnTo>
                <a:lnTo>
                  <a:pt x="62039" y="834777"/>
                </a:lnTo>
                <a:lnTo>
                  <a:pt x="61836" y="824211"/>
                </a:lnTo>
                <a:lnTo>
                  <a:pt x="61613" y="813644"/>
                </a:lnTo>
                <a:lnTo>
                  <a:pt x="61369" y="803077"/>
                </a:lnTo>
                <a:lnTo>
                  <a:pt x="61101" y="792510"/>
                </a:lnTo>
                <a:lnTo>
                  <a:pt x="60803" y="781943"/>
                </a:lnTo>
                <a:lnTo>
                  <a:pt x="60465" y="771377"/>
                </a:lnTo>
                <a:lnTo>
                  <a:pt x="60081" y="760810"/>
                </a:lnTo>
                <a:lnTo>
                  <a:pt x="59640" y="750243"/>
                </a:lnTo>
                <a:lnTo>
                  <a:pt x="59136" y="739676"/>
                </a:lnTo>
                <a:lnTo>
                  <a:pt x="58570" y="729109"/>
                </a:lnTo>
                <a:lnTo>
                  <a:pt x="57946" y="718543"/>
                </a:lnTo>
                <a:lnTo>
                  <a:pt x="57279" y="707976"/>
                </a:lnTo>
                <a:lnTo>
                  <a:pt x="56590" y="697409"/>
                </a:lnTo>
                <a:lnTo>
                  <a:pt x="55911" y="686842"/>
                </a:lnTo>
                <a:lnTo>
                  <a:pt x="55277" y="676275"/>
                </a:lnTo>
                <a:lnTo>
                  <a:pt x="54726" y="665708"/>
                </a:lnTo>
                <a:lnTo>
                  <a:pt x="54295" y="655142"/>
                </a:lnTo>
                <a:lnTo>
                  <a:pt x="54013" y="644575"/>
                </a:lnTo>
                <a:lnTo>
                  <a:pt x="53902" y="634008"/>
                </a:lnTo>
                <a:lnTo>
                  <a:pt x="53970" y="623441"/>
                </a:lnTo>
                <a:lnTo>
                  <a:pt x="54209" y="612874"/>
                </a:lnTo>
                <a:lnTo>
                  <a:pt x="54600" y="602308"/>
                </a:lnTo>
                <a:lnTo>
                  <a:pt x="55110" y="591741"/>
                </a:lnTo>
                <a:lnTo>
                  <a:pt x="55696" y="581174"/>
                </a:lnTo>
                <a:lnTo>
                  <a:pt x="56313" y="570607"/>
                </a:lnTo>
                <a:lnTo>
                  <a:pt x="56911" y="560040"/>
                </a:lnTo>
                <a:lnTo>
                  <a:pt x="57449" y="549474"/>
                </a:lnTo>
                <a:lnTo>
                  <a:pt x="57888" y="538907"/>
                </a:lnTo>
                <a:lnTo>
                  <a:pt x="58204" y="528340"/>
                </a:lnTo>
                <a:lnTo>
                  <a:pt x="58380" y="517773"/>
                </a:lnTo>
                <a:lnTo>
                  <a:pt x="58416" y="507206"/>
                </a:lnTo>
                <a:lnTo>
                  <a:pt x="58321" y="496640"/>
                </a:lnTo>
                <a:lnTo>
                  <a:pt x="58115" y="486073"/>
                </a:lnTo>
                <a:lnTo>
                  <a:pt x="57827" y="475506"/>
                </a:lnTo>
                <a:lnTo>
                  <a:pt x="57489" y="464939"/>
                </a:lnTo>
                <a:lnTo>
                  <a:pt x="57137" y="454372"/>
                </a:lnTo>
                <a:lnTo>
                  <a:pt x="56807" y="443806"/>
                </a:lnTo>
                <a:lnTo>
                  <a:pt x="56530" y="433239"/>
                </a:lnTo>
                <a:lnTo>
                  <a:pt x="56330" y="422672"/>
                </a:lnTo>
                <a:lnTo>
                  <a:pt x="56227" y="412105"/>
                </a:lnTo>
                <a:lnTo>
                  <a:pt x="56230" y="401538"/>
                </a:lnTo>
                <a:lnTo>
                  <a:pt x="56339" y="390972"/>
                </a:lnTo>
                <a:lnTo>
                  <a:pt x="56551" y="380405"/>
                </a:lnTo>
                <a:lnTo>
                  <a:pt x="56851" y="369838"/>
                </a:lnTo>
                <a:lnTo>
                  <a:pt x="57226" y="359271"/>
                </a:lnTo>
                <a:lnTo>
                  <a:pt x="57658" y="348704"/>
                </a:lnTo>
                <a:lnTo>
                  <a:pt x="58126" y="338138"/>
                </a:lnTo>
                <a:lnTo>
                  <a:pt x="58614" y="327571"/>
                </a:lnTo>
                <a:lnTo>
                  <a:pt x="59104" y="317004"/>
                </a:lnTo>
                <a:lnTo>
                  <a:pt x="59583" y="306437"/>
                </a:lnTo>
                <a:lnTo>
                  <a:pt x="60037" y="295870"/>
                </a:lnTo>
                <a:lnTo>
                  <a:pt x="60455" y="285304"/>
                </a:lnTo>
                <a:lnTo>
                  <a:pt x="60827" y="274737"/>
                </a:lnTo>
                <a:lnTo>
                  <a:pt x="61143" y="264170"/>
                </a:lnTo>
                <a:lnTo>
                  <a:pt x="61394" y="253603"/>
                </a:lnTo>
                <a:lnTo>
                  <a:pt x="61566" y="243036"/>
                </a:lnTo>
                <a:lnTo>
                  <a:pt x="61648" y="232470"/>
                </a:lnTo>
                <a:lnTo>
                  <a:pt x="61620" y="221903"/>
                </a:lnTo>
                <a:lnTo>
                  <a:pt x="61460" y="211336"/>
                </a:lnTo>
                <a:lnTo>
                  <a:pt x="61137" y="200769"/>
                </a:lnTo>
                <a:lnTo>
                  <a:pt x="60613" y="190202"/>
                </a:lnTo>
                <a:lnTo>
                  <a:pt x="59839" y="179636"/>
                </a:lnTo>
                <a:lnTo>
                  <a:pt x="58756" y="169069"/>
                </a:lnTo>
                <a:lnTo>
                  <a:pt x="57297" y="158502"/>
                </a:lnTo>
                <a:lnTo>
                  <a:pt x="55391" y="147935"/>
                </a:lnTo>
                <a:lnTo>
                  <a:pt x="52970" y="137368"/>
                </a:lnTo>
                <a:lnTo>
                  <a:pt x="49975" y="126802"/>
                </a:lnTo>
                <a:lnTo>
                  <a:pt x="46369" y="116235"/>
                </a:lnTo>
                <a:lnTo>
                  <a:pt x="42152" y="105668"/>
                </a:lnTo>
                <a:lnTo>
                  <a:pt x="37368" y="95101"/>
                </a:lnTo>
                <a:lnTo>
                  <a:pt x="32116" y="84534"/>
                </a:lnTo>
                <a:lnTo>
                  <a:pt x="26555" y="73968"/>
                </a:lnTo>
                <a:lnTo>
                  <a:pt x="20897" y="63401"/>
                </a:lnTo>
                <a:lnTo>
                  <a:pt x="15404" y="52834"/>
                </a:lnTo>
                <a:lnTo>
                  <a:pt x="10363" y="42267"/>
                </a:lnTo>
                <a:lnTo>
                  <a:pt x="6063" y="31700"/>
                </a:lnTo>
                <a:lnTo>
                  <a:pt x="2773" y="21134"/>
                </a:lnTo>
                <a:lnTo>
                  <a:pt x="705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295" y="10567"/>
                </a:lnTo>
                <a:lnTo>
                  <a:pt x="127227" y="21134"/>
                </a:lnTo>
                <a:lnTo>
                  <a:pt x="123937" y="31700"/>
                </a:lnTo>
                <a:lnTo>
                  <a:pt x="119637" y="42267"/>
                </a:lnTo>
                <a:lnTo>
                  <a:pt x="114596" y="52834"/>
                </a:lnTo>
                <a:lnTo>
                  <a:pt x="109103" y="63401"/>
                </a:lnTo>
                <a:lnTo>
                  <a:pt x="103445" y="73968"/>
                </a:lnTo>
                <a:lnTo>
                  <a:pt x="97884" y="84534"/>
                </a:lnTo>
                <a:lnTo>
                  <a:pt x="92632" y="95101"/>
                </a:lnTo>
                <a:lnTo>
                  <a:pt x="87848" y="105668"/>
                </a:lnTo>
                <a:lnTo>
                  <a:pt x="83631" y="116235"/>
                </a:lnTo>
                <a:lnTo>
                  <a:pt x="80025" y="126802"/>
                </a:lnTo>
                <a:lnTo>
                  <a:pt x="77030" y="137368"/>
                </a:lnTo>
                <a:lnTo>
                  <a:pt x="74609" y="147935"/>
                </a:lnTo>
                <a:lnTo>
                  <a:pt x="72703" y="158502"/>
                </a:lnTo>
                <a:lnTo>
                  <a:pt x="71244" y="169069"/>
                </a:lnTo>
                <a:lnTo>
                  <a:pt x="70161" y="179636"/>
                </a:lnTo>
                <a:lnTo>
                  <a:pt x="69387" y="190202"/>
                </a:lnTo>
                <a:lnTo>
                  <a:pt x="68863" y="200769"/>
                </a:lnTo>
                <a:lnTo>
                  <a:pt x="68540" y="211336"/>
                </a:lnTo>
                <a:lnTo>
                  <a:pt x="68380" y="221903"/>
                </a:lnTo>
                <a:lnTo>
                  <a:pt x="68352" y="232470"/>
                </a:lnTo>
                <a:lnTo>
                  <a:pt x="68434" y="243036"/>
                </a:lnTo>
                <a:lnTo>
                  <a:pt x="68606" y="253603"/>
                </a:lnTo>
                <a:lnTo>
                  <a:pt x="68857" y="264170"/>
                </a:lnTo>
                <a:lnTo>
                  <a:pt x="69173" y="274737"/>
                </a:lnTo>
                <a:lnTo>
                  <a:pt x="69545" y="285304"/>
                </a:lnTo>
                <a:lnTo>
                  <a:pt x="69963" y="295870"/>
                </a:lnTo>
                <a:lnTo>
                  <a:pt x="70417" y="306437"/>
                </a:lnTo>
                <a:lnTo>
                  <a:pt x="70896" y="317004"/>
                </a:lnTo>
                <a:lnTo>
                  <a:pt x="71386" y="327571"/>
                </a:lnTo>
                <a:lnTo>
                  <a:pt x="71874" y="338138"/>
                </a:lnTo>
                <a:lnTo>
                  <a:pt x="72342" y="348704"/>
                </a:lnTo>
                <a:lnTo>
                  <a:pt x="72774" y="359271"/>
                </a:lnTo>
                <a:lnTo>
                  <a:pt x="73149" y="369838"/>
                </a:lnTo>
                <a:lnTo>
                  <a:pt x="73449" y="380405"/>
                </a:lnTo>
                <a:lnTo>
                  <a:pt x="73661" y="390972"/>
                </a:lnTo>
                <a:lnTo>
                  <a:pt x="73770" y="401538"/>
                </a:lnTo>
                <a:lnTo>
                  <a:pt x="73773" y="412105"/>
                </a:lnTo>
                <a:lnTo>
                  <a:pt x="73670" y="422672"/>
                </a:lnTo>
                <a:lnTo>
                  <a:pt x="73470" y="433239"/>
                </a:lnTo>
                <a:lnTo>
                  <a:pt x="73193" y="443806"/>
                </a:lnTo>
                <a:lnTo>
                  <a:pt x="72863" y="454372"/>
                </a:lnTo>
                <a:lnTo>
                  <a:pt x="72511" y="464939"/>
                </a:lnTo>
                <a:lnTo>
                  <a:pt x="72173" y="475506"/>
                </a:lnTo>
                <a:lnTo>
                  <a:pt x="71885" y="486073"/>
                </a:lnTo>
                <a:lnTo>
                  <a:pt x="71679" y="496640"/>
                </a:lnTo>
                <a:lnTo>
                  <a:pt x="71584" y="507206"/>
                </a:lnTo>
                <a:lnTo>
                  <a:pt x="71620" y="517773"/>
                </a:lnTo>
                <a:lnTo>
                  <a:pt x="71796" y="528340"/>
                </a:lnTo>
                <a:lnTo>
                  <a:pt x="72112" y="538907"/>
                </a:lnTo>
                <a:lnTo>
                  <a:pt x="72551" y="549474"/>
                </a:lnTo>
                <a:lnTo>
                  <a:pt x="73089" y="560040"/>
                </a:lnTo>
                <a:lnTo>
                  <a:pt x="73687" y="570607"/>
                </a:lnTo>
                <a:lnTo>
                  <a:pt x="74304" y="581174"/>
                </a:lnTo>
                <a:lnTo>
                  <a:pt x="74890" y="591741"/>
                </a:lnTo>
                <a:lnTo>
                  <a:pt x="75400" y="602308"/>
                </a:lnTo>
                <a:lnTo>
                  <a:pt x="75791" y="612874"/>
                </a:lnTo>
                <a:lnTo>
                  <a:pt x="76030" y="623441"/>
                </a:lnTo>
                <a:lnTo>
                  <a:pt x="76098" y="634008"/>
                </a:lnTo>
                <a:lnTo>
                  <a:pt x="75987" y="644575"/>
                </a:lnTo>
                <a:lnTo>
                  <a:pt x="75705" y="655142"/>
                </a:lnTo>
                <a:lnTo>
                  <a:pt x="75274" y="665708"/>
                </a:lnTo>
                <a:lnTo>
                  <a:pt x="74723" y="676275"/>
                </a:lnTo>
                <a:lnTo>
                  <a:pt x="74089" y="686842"/>
                </a:lnTo>
                <a:lnTo>
                  <a:pt x="73410" y="697409"/>
                </a:lnTo>
                <a:lnTo>
                  <a:pt x="72721" y="707976"/>
                </a:lnTo>
                <a:lnTo>
                  <a:pt x="72054" y="718543"/>
                </a:lnTo>
                <a:lnTo>
                  <a:pt x="71430" y="729109"/>
                </a:lnTo>
                <a:lnTo>
                  <a:pt x="70864" y="739676"/>
                </a:lnTo>
                <a:lnTo>
                  <a:pt x="70360" y="750243"/>
                </a:lnTo>
                <a:lnTo>
                  <a:pt x="69919" y="760810"/>
                </a:lnTo>
                <a:lnTo>
                  <a:pt x="69535" y="771377"/>
                </a:lnTo>
                <a:lnTo>
                  <a:pt x="69197" y="781943"/>
                </a:lnTo>
                <a:lnTo>
                  <a:pt x="68899" y="792510"/>
                </a:lnTo>
                <a:lnTo>
                  <a:pt x="68631" y="803077"/>
                </a:lnTo>
                <a:lnTo>
                  <a:pt x="68387" y="813644"/>
                </a:lnTo>
                <a:lnTo>
                  <a:pt x="68164" y="824211"/>
                </a:lnTo>
                <a:lnTo>
                  <a:pt x="67961" y="834777"/>
                </a:lnTo>
                <a:lnTo>
                  <a:pt x="67779" y="845344"/>
                </a:lnTo>
                <a:lnTo>
                  <a:pt x="67619" y="855911"/>
                </a:lnTo>
                <a:lnTo>
                  <a:pt x="67485" y="866478"/>
                </a:lnTo>
                <a:lnTo>
                  <a:pt x="67377" y="877045"/>
                </a:lnTo>
                <a:lnTo>
                  <a:pt x="67298" y="887611"/>
                </a:lnTo>
                <a:lnTo>
                  <a:pt x="67246" y="898178"/>
                </a:lnTo>
                <a:lnTo>
                  <a:pt x="67218" y="908745"/>
                </a:lnTo>
                <a:lnTo>
                  <a:pt x="67213" y="919312"/>
                </a:lnTo>
                <a:lnTo>
                  <a:pt x="67226" y="929879"/>
                </a:lnTo>
                <a:lnTo>
                  <a:pt x="67251" y="940445"/>
                </a:lnTo>
                <a:lnTo>
                  <a:pt x="67285" y="951012"/>
                </a:lnTo>
                <a:lnTo>
                  <a:pt x="67324" y="961579"/>
                </a:lnTo>
                <a:lnTo>
                  <a:pt x="67368" y="972146"/>
                </a:lnTo>
                <a:lnTo>
                  <a:pt x="67416" y="982713"/>
                </a:lnTo>
                <a:lnTo>
                  <a:pt x="67470" y="993279"/>
                </a:lnTo>
                <a:lnTo>
                  <a:pt x="67535" y="1003846"/>
                </a:lnTo>
                <a:lnTo>
                  <a:pt x="67616" y="1014413"/>
                </a:lnTo>
                <a:lnTo>
                  <a:pt x="67719" y="1024980"/>
                </a:lnTo>
                <a:lnTo>
                  <a:pt x="67856" y="1035547"/>
                </a:lnTo>
                <a:lnTo>
                  <a:pt x="68035" y="1046113"/>
                </a:lnTo>
                <a:lnTo>
                  <a:pt x="68272" y="1056680"/>
                </a:lnTo>
                <a:lnTo>
                  <a:pt x="68584" y="1067247"/>
                </a:lnTo>
                <a:lnTo>
                  <a:pt x="68992" y="1077814"/>
                </a:lnTo>
                <a:lnTo>
                  <a:pt x="69522" y="1088381"/>
                </a:lnTo>
                <a:lnTo>
                  <a:pt x="70206" y="1098947"/>
                </a:lnTo>
                <a:lnTo>
                  <a:pt x="71079" y="1109514"/>
                </a:lnTo>
                <a:lnTo>
                  <a:pt x="72178" y="1120081"/>
                </a:lnTo>
                <a:lnTo>
                  <a:pt x="73538" y="1130648"/>
                </a:lnTo>
                <a:lnTo>
                  <a:pt x="75189" y="1141215"/>
                </a:lnTo>
                <a:lnTo>
                  <a:pt x="77148" y="1151781"/>
                </a:lnTo>
                <a:lnTo>
                  <a:pt x="79414" y="1162348"/>
                </a:lnTo>
                <a:lnTo>
                  <a:pt x="81961" y="1172915"/>
                </a:lnTo>
                <a:lnTo>
                  <a:pt x="84736" y="1183482"/>
                </a:lnTo>
                <a:lnTo>
                  <a:pt x="87657" y="1194049"/>
                </a:lnTo>
                <a:lnTo>
                  <a:pt x="90613" y="1204615"/>
                </a:lnTo>
                <a:lnTo>
                  <a:pt x="93471" y="1215182"/>
                </a:lnTo>
                <a:lnTo>
                  <a:pt x="96085" y="1225749"/>
                </a:lnTo>
                <a:lnTo>
                  <a:pt x="98309" y="1236316"/>
                </a:lnTo>
                <a:lnTo>
                  <a:pt x="100007" y="1246883"/>
                </a:lnTo>
                <a:lnTo>
                  <a:pt x="101072" y="1257449"/>
                </a:lnTo>
                <a:lnTo>
                  <a:pt x="101436" y="1268016"/>
                </a:lnTo>
                <a:lnTo>
                  <a:pt x="101436" y="1268016"/>
                </a:lnTo>
                <a:close/>
              </a:path>
            </a:pathLst>
          </a:custGeom>
          <a:solidFill>
            <a:srgbClr val="596BC0">
              <a:alpha val="12000"/>
            </a:srgbClr>
          </a:solidFill>
          <a:ln w="6985">
            <a:solidFill>
              <a:srgbClr val="596BC0">
                <a:alpha val="12000"/>
              </a:srgbClr>
            </a:solidFill>
            <a:prstDash val="solid"/>
          </a:ln>
        </p:spPr>
      </p:sp>
      <p:sp>
        <p:nvSpPr>
          <p:cNvPr id="2669" name="01_find_only_2668">
            <a:extLst>
              <a:ext uri="{FF2B5EF4-FFF2-40B4-BE49-F238E27FC236}">
                <a16:creationId xmlns:a16="http://schemas.microsoft.com/office/drawing/2014/main" id="{A4A57D28-3FEB-4DC6-92AB-77C89658786B}"/>
              </a:ext>
            </a:extLst>
          </p:cNvPr>
          <p:cNvSpPr>
            <a:spLocks noGrp="1"/>
          </p:cNvSpPr>
          <p:nvPr/>
        </p:nvSpPr>
        <p:spPr>
          <a:xfrm>
            <a:off x="5152518" y="5011278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91206" y="1268016"/>
                </a:moveTo>
                <a:lnTo>
                  <a:pt x="38794" y="1268016"/>
                </a:lnTo>
                <a:lnTo>
                  <a:pt x="39051" y="1257449"/>
                </a:lnTo>
                <a:lnTo>
                  <a:pt x="39805" y="1246883"/>
                </a:lnTo>
                <a:lnTo>
                  <a:pt x="41008" y="1236316"/>
                </a:lnTo>
                <a:lnTo>
                  <a:pt x="42583" y="1225749"/>
                </a:lnTo>
                <a:lnTo>
                  <a:pt x="44435" y="1215182"/>
                </a:lnTo>
                <a:lnTo>
                  <a:pt x="46460" y="1204615"/>
                </a:lnTo>
                <a:lnTo>
                  <a:pt x="48557" y="1194049"/>
                </a:lnTo>
                <a:lnTo>
                  <a:pt x="50629" y="1183482"/>
                </a:lnTo>
                <a:lnTo>
                  <a:pt x="52600" y="1172915"/>
                </a:lnTo>
                <a:lnTo>
                  <a:pt x="54411" y="1162348"/>
                </a:lnTo>
                <a:lnTo>
                  <a:pt x="56024" y="1151781"/>
                </a:lnTo>
                <a:lnTo>
                  <a:pt x="57422" y="1141215"/>
                </a:lnTo>
                <a:lnTo>
                  <a:pt x="58602" y="1130648"/>
                </a:lnTo>
                <a:lnTo>
                  <a:pt x="59578" y="1120081"/>
                </a:lnTo>
                <a:lnTo>
                  <a:pt x="60370" y="1109514"/>
                </a:lnTo>
                <a:lnTo>
                  <a:pt x="61002" y="1098947"/>
                </a:lnTo>
                <a:lnTo>
                  <a:pt x="61500" y="1088381"/>
                </a:lnTo>
                <a:lnTo>
                  <a:pt x="61890" y="1077814"/>
                </a:lnTo>
                <a:lnTo>
                  <a:pt x="62193" y="1067247"/>
                </a:lnTo>
                <a:lnTo>
                  <a:pt x="62428" y="1056680"/>
                </a:lnTo>
                <a:lnTo>
                  <a:pt x="62610" y="1046113"/>
                </a:lnTo>
                <a:lnTo>
                  <a:pt x="62752" y="1035547"/>
                </a:lnTo>
                <a:lnTo>
                  <a:pt x="62865" y="1024980"/>
                </a:lnTo>
                <a:lnTo>
                  <a:pt x="62957" y="1014413"/>
                </a:lnTo>
                <a:lnTo>
                  <a:pt x="63035" y="1003846"/>
                </a:lnTo>
                <a:lnTo>
                  <a:pt x="63107" y="993279"/>
                </a:lnTo>
                <a:lnTo>
                  <a:pt x="63177" y="982713"/>
                </a:lnTo>
                <a:lnTo>
                  <a:pt x="63249" y="972146"/>
                </a:lnTo>
                <a:lnTo>
                  <a:pt x="63324" y="961579"/>
                </a:lnTo>
                <a:lnTo>
                  <a:pt x="63404" y="951012"/>
                </a:lnTo>
                <a:lnTo>
                  <a:pt x="63486" y="940445"/>
                </a:lnTo>
                <a:lnTo>
                  <a:pt x="63566" y="929879"/>
                </a:lnTo>
                <a:lnTo>
                  <a:pt x="63640" y="919312"/>
                </a:lnTo>
                <a:lnTo>
                  <a:pt x="63701" y="908745"/>
                </a:lnTo>
                <a:lnTo>
                  <a:pt x="63742" y="898178"/>
                </a:lnTo>
                <a:lnTo>
                  <a:pt x="63759" y="887611"/>
                </a:lnTo>
                <a:lnTo>
                  <a:pt x="63745" y="877045"/>
                </a:lnTo>
                <a:lnTo>
                  <a:pt x="63699" y="866478"/>
                </a:lnTo>
                <a:lnTo>
                  <a:pt x="63617" y="855911"/>
                </a:lnTo>
                <a:lnTo>
                  <a:pt x="63500" y="845344"/>
                </a:lnTo>
                <a:lnTo>
                  <a:pt x="63351" y="834777"/>
                </a:lnTo>
                <a:lnTo>
                  <a:pt x="63171" y="824211"/>
                </a:lnTo>
                <a:lnTo>
                  <a:pt x="62965" y="813644"/>
                </a:lnTo>
                <a:lnTo>
                  <a:pt x="62733" y="803077"/>
                </a:lnTo>
                <a:lnTo>
                  <a:pt x="62477" y="792510"/>
                </a:lnTo>
                <a:lnTo>
                  <a:pt x="62198" y="781943"/>
                </a:lnTo>
                <a:lnTo>
                  <a:pt x="61891" y="771377"/>
                </a:lnTo>
                <a:lnTo>
                  <a:pt x="61555" y="760810"/>
                </a:lnTo>
                <a:lnTo>
                  <a:pt x="61184" y="750243"/>
                </a:lnTo>
                <a:lnTo>
                  <a:pt x="60776" y="739676"/>
                </a:lnTo>
                <a:lnTo>
                  <a:pt x="60331" y="729109"/>
                </a:lnTo>
                <a:lnTo>
                  <a:pt x="59854" y="718543"/>
                </a:lnTo>
                <a:lnTo>
                  <a:pt x="59352" y="707976"/>
                </a:lnTo>
                <a:lnTo>
                  <a:pt x="58841" y="697409"/>
                </a:lnTo>
                <a:lnTo>
                  <a:pt x="58342" y="686842"/>
                </a:lnTo>
                <a:lnTo>
                  <a:pt x="57880" y="676275"/>
                </a:lnTo>
                <a:lnTo>
                  <a:pt x="57479" y="665708"/>
                </a:lnTo>
                <a:lnTo>
                  <a:pt x="57167" y="655142"/>
                </a:lnTo>
                <a:lnTo>
                  <a:pt x="56964" y="644575"/>
                </a:lnTo>
                <a:lnTo>
                  <a:pt x="56885" y="634008"/>
                </a:lnTo>
                <a:lnTo>
                  <a:pt x="56937" y="623441"/>
                </a:lnTo>
                <a:lnTo>
                  <a:pt x="57114" y="612874"/>
                </a:lnTo>
                <a:lnTo>
                  <a:pt x="57405" y="602308"/>
                </a:lnTo>
                <a:lnTo>
                  <a:pt x="57786" y="591741"/>
                </a:lnTo>
                <a:lnTo>
                  <a:pt x="58229" y="581174"/>
                </a:lnTo>
                <a:lnTo>
                  <a:pt x="58702" y="570607"/>
                </a:lnTo>
                <a:lnTo>
                  <a:pt x="59173" y="560040"/>
                </a:lnTo>
                <a:lnTo>
                  <a:pt x="59612" y="549474"/>
                </a:lnTo>
                <a:lnTo>
                  <a:pt x="59994" y="538907"/>
                </a:lnTo>
                <a:lnTo>
                  <a:pt x="60299" y="528340"/>
                </a:lnTo>
                <a:lnTo>
                  <a:pt x="60519" y="517773"/>
                </a:lnTo>
                <a:lnTo>
                  <a:pt x="60651" y="507206"/>
                </a:lnTo>
                <a:lnTo>
                  <a:pt x="60698" y="496640"/>
                </a:lnTo>
                <a:lnTo>
                  <a:pt x="60674" y="486073"/>
                </a:lnTo>
                <a:lnTo>
                  <a:pt x="60593" y="475506"/>
                </a:lnTo>
                <a:lnTo>
                  <a:pt x="60476" y="464939"/>
                </a:lnTo>
                <a:lnTo>
                  <a:pt x="60343" y="454372"/>
                </a:lnTo>
                <a:lnTo>
                  <a:pt x="60215" y="443806"/>
                </a:lnTo>
                <a:lnTo>
                  <a:pt x="60108" y="433239"/>
                </a:lnTo>
                <a:lnTo>
                  <a:pt x="60038" y="422672"/>
                </a:lnTo>
                <a:lnTo>
                  <a:pt x="60015" y="412105"/>
                </a:lnTo>
                <a:lnTo>
                  <a:pt x="60045" y="401538"/>
                </a:lnTo>
                <a:lnTo>
                  <a:pt x="60129" y="390972"/>
                </a:lnTo>
                <a:lnTo>
                  <a:pt x="60266" y="380405"/>
                </a:lnTo>
                <a:lnTo>
                  <a:pt x="60451" y="369838"/>
                </a:lnTo>
                <a:lnTo>
                  <a:pt x="60677" y="359271"/>
                </a:lnTo>
                <a:lnTo>
                  <a:pt x="60934" y="348704"/>
                </a:lnTo>
                <a:lnTo>
                  <a:pt x="61216" y="338138"/>
                </a:lnTo>
                <a:lnTo>
                  <a:pt x="61511" y="327571"/>
                </a:lnTo>
                <a:lnTo>
                  <a:pt x="61813" y="317004"/>
                </a:lnTo>
                <a:lnTo>
                  <a:pt x="62113" y="306437"/>
                </a:lnTo>
                <a:lnTo>
                  <a:pt x="62402" y="295870"/>
                </a:lnTo>
                <a:lnTo>
                  <a:pt x="62673" y="285304"/>
                </a:lnTo>
                <a:lnTo>
                  <a:pt x="62917" y="274737"/>
                </a:lnTo>
                <a:lnTo>
                  <a:pt x="63127" y="264170"/>
                </a:lnTo>
                <a:lnTo>
                  <a:pt x="63292" y="253603"/>
                </a:lnTo>
                <a:lnTo>
                  <a:pt x="63402" y="243036"/>
                </a:lnTo>
                <a:lnTo>
                  <a:pt x="63442" y="232470"/>
                </a:lnTo>
                <a:lnTo>
                  <a:pt x="63394" y="221903"/>
                </a:lnTo>
                <a:lnTo>
                  <a:pt x="63231" y="211336"/>
                </a:lnTo>
                <a:lnTo>
                  <a:pt x="62921" y="200769"/>
                </a:lnTo>
                <a:lnTo>
                  <a:pt x="62420" y="190202"/>
                </a:lnTo>
                <a:lnTo>
                  <a:pt x="61673" y="179636"/>
                </a:lnTo>
                <a:lnTo>
                  <a:pt x="60615" y="169069"/>
                </a:lnTo>
                <a:lnTo>
                  <a:pt x="59169" y="158502"/>
                </a:lnTo>
                <a:lnTo>
                  <a:pt x="57258" y="147935"/>
                </a:lnTo>
                <a:lnTo>
                  <a:pt x="54805" y="137368"/>
                </a:lnTo>
                <a:lnTo>
                  <a:pt x="51746" y="126802"/>
                </a:lnTo>
                <a:lnTo>
                  <a:pt x="48042" y="116235"/>
                </a:lnTo>
                <a:lnTo>
                  <a:pt x="43692" y="105668"/>
                </a:lnTo>
                <a:lnTo>
                  <a:pt x="38743" y="95101"/>
                </a:lnTo>
                <a:lnTo>
                  <a:pt x="33301" y="84534"/>
                </a:lnTo>
                <a:lnTo>
                  <a:pt x="27534" y="73968"/>
                </a:lnTo>
                <a:lnTo>
                  <a:pt x="21665" y="63401"/>
                </a:lnTo>
                <a:lnTo>
                  <a:pt x="15967" y="52834"/>
                </a:lnTo>
                <a:lnTo>
                  <a:pt x="10739" y="42267"/>
                </a:lnTo>
                <a:lnTo>
                  <a:pt x="6283" y="31700"/>
                </a:lnTo>
                <a:lnTo>
                  <a:pt x="2873" y="21134"/>
                </a:lnTo>
                <a:lnTo>
                  <a:pt x="731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269" y="10567"/>
                </a:lnTo>
                <a:lnTo>
                  <a:pt x="127127" y="21134"/>
                </a:lnTo>
                <a:lnTo>
                  <a:pt x="123717" y="31700"/>
                </a:lnTo>
                <a:lnTo>
                  <a:pt x="119261" y="42267"/>
                </a:lnTo>
                <a:lnTo>
                  <a:pt x="114033" y="52834"/>
                </a:lnTo>
                <a:lnTo>
                  <a:pt x="108335" y="63401"/>
                </a:lnTo>
                <a:lnTo>
                  <a:pt x="102466" y="73968"/>
                </a:lnTo>
                <a:lnTo>
                  <a:pt x="96699" y="84534"/>
                </a:lnTo>
                <a:lnTo>
                  <a:pt x="91257" y="95101"/>
                </a:lnTo>
                <a:lnTo>
                  <a:pt x="86308" y="105668"/>
                </a:lnTo>
                <a:lnTo>
                  <a:pt x="81958" y="116235"/>
                </a:lnTo>
                <a:lnTo>
                  <a:pt x="78254" y="126802"/>
                </a:lnTo>
                <a:lnTo>
                  <a:pt x="75195" y="137368"/>
                </a:lnTo>
                <a:lnTo>
                  <a:pt x="72741" y="147935"/>
                </a:lnTo>
                <a:lnTo>
                  <a:pt x="70830" y="158502"/>
                </a:lnTo>
                <a:lnTo>
                  <a:pt x="69385" y="169069"/>
                </a:lnTo>
                <a:lnTo>
                  <a:pt x="68327" y="179636"/>
                </a:lnTo>
                <a:lnTo>
                  <a:pt x="67580" y="190202"/>
                </a:lnTo>
                <a:lnTo>
                  <a:pt x="67079" y="200769"/>
                </a:lnTo>
                <a:lnTo>
                  <a:pt x="66769" y="211336"/>
                </a:lnTo>
                <a:lnTo>
                  <a:pt x="66606" y="221903"/>
                </a:lnTo>
                <a:lnTo>
                  <a:pt x="66558" y="232470"/>
                </a:lnTo>
                <a:lnTo>
                  <a:pt x="66598" y="243036"/>
                </a:lnTo>
                <a:lnTo>
                  <a:pt x="66708" y="253603"/>
                </a:lnTo>
                <a:lnTo>
                  <a:pt x="66873" y="264170"/>
                </a:lnTo>
                <a:lnTo>
                  <a:pt x="67083" y="274737"/>
                </a:lnTo>
                <a:lnTo>
                  <a:pt x="67327" y="285304"/>
                </a:lnTo>
                <a:lnTo>
                  <a:pt x="67598" y="295870"/>
                </a:lnTo>
                <a:lnTo>
                  <a:pt x="67887" y="306437"/>
                </a:lnTo>
                <a:lnTo>
                  <a:pt x="68187" y="317004"/>
                </a:lnTo>
                <a:lnTo>
                  <a:pt x="68489" y="327571"/>
                </a:lnTo>
                <a:lnTo>
                  <a:pt x="68784" y="338138"/>
                </a:lnTo>
                <a:lnTo>
                  <a:pt x="69066" y="348704"/>
                </a:lnTo>
                <a:lnTo>
                  <a:pt x="69323" y="359271"/>
                </a:lnTo>
                <a:lnTo>
                  <a:pt x="69549" y="369838"/>
                </a:lnTo>
                <a:lnTo>
                  <a:pt x="69734" y="380405"/>
                </a:lnTo>
                <a:lnTo>
                  <a:pt x="69871" y="390972"/>
                </a:lnTo>
                <a:lnTo>
                  <a:pt x="69955" y="401538"/>
                </a:lnTo>
                <a:lnTo>
                  <a:pt x="69985" y="412105"/>
                </a:lnTo>
                <a:lnTo>
                  <a:pt x="69962" y="422672"/>
                </a:lnTo>
                <a:lnTo>
                  <a:pt x="69892" y="433239"/>
                </a:lnTo>
                <a:lnTo>
                  <a:pt x="69785" y="443806"/>
                </a:lnTo>
                <a:lnTo>
                  <a:pt x="69657" y="454372"/>
                </a:lnTo>
                <a:lnTo>
                  <a:pt x="69524" y="464939"/>
                </a:lnTo>
                <a:lnTo>
                  <a:pt x="69407" y="475506"/>
                </a:lnTo>
                <a:lnTo>
                  <a:pt x="69326" y="486073"/>
                </a:lnTo>
                <a:lnTo>
                  <a:pt x="69302" y="496640"/>
                </a:lnTo>
                <a:lnTo>
                  <a:pt x="69349" y="507206"/>
                </a:lnTo>
                <a:lnTo>
                  <a:pt x="69481" y="517773"/>
                </a:lnTo>
                <a:lnTo>
                  <a:pt x="69701" y="528340"/>
                </a:lnTo>
                <a:lnTo>
                  <a:pt x="70006" y="538907"/>
                </a:lnTo>
                <a:lnTo>
                  <a:pt x="70388" y="549474"/>
                </a:lnTo>
                <a:lnTo>
                  <a:pt x="70827" y="560040"/>
                </a:lnTo>
                <a:lnTo>
                  <a:pt x="71298" y="570607"/>
                </a:lnTo>
                <a:lnTo>
                  <a:pt x="71771" y="581174"/>
                </a:lnTo>
                <a:lnTo>
                  <a:pt x="72214" y="591741"/>
                </a:lnTo>
                <a:lnTo>
                  <a:pt x="72595" y="602308"/>
                </a:lnTo>
                <a:lnTo>
                  <a:pt x="72886" y="612874"/>
                </a:lnTo>
                <a:lnTo>
                  <a:pt x="73063" y="623441"/>
                </a:lnTo>
                <a:lnTo>
                  <a:pt x="73115" y="634008"/>
                </a:lnTo>
                <a:lnTo>
                  <a:pt x="73036" y="644575"/>
                </a:lnTo>
                <a:lnTo>
                  <a:pt x="72833" y="655142"/>
                </a:lnTo>
                <a:lnTo>
                  <a:pt x="72521" y="665708"/>
                </a:lnTo>
                <a:lnTo>
                  <a:pt x="72120" y="676275"/>
                </a:lnTo>
                <a:lnTo>
                  <a:pt x="71658" y="686842"/>
                </a:lnTo>
                <a:lnTo>
                  <a:pt x="71159" y="697409"/>
                </a:lnTo>
                <a:lnTo>
                  <a:pt x="70648" y="707976"/>
                </a:lnTo>
                <a:lnTo>
                  <a:pt x="70146" y="718543"/>
                </a:lnTo>
                <a:lnTo>
                  <a:pt x="69669" y="729109"/>
                </a:lnTo>
                <a:lnTo>
                  <a:pt x="69224" y="739676"/>
                </a:lnTo>
                <a:lnTo>
                  <a:pt x="68816" y="750243"/>
                </a:lnTo>
                <a:lnTo>
                  <a:pt x="68445" y="760810"/>
                </a:lnTo>
                <a:lnTo>
                  <a:pt x="68109" y="771377"/>
                </a:lnTo>
                <a:lnTo>
                  <a:pt x="67802" y="781943"/>
                </a:lnTo>
                <a:lnTo>
                  <a:pt x="67523" y="792510"/>
                </a:lnTo>
                <a:lnTo>
                  <a:pt x="67267" y="803077"/>
                </a:lnTo>
                <a:lnTo>
                  <a:pt x="67035" y="813644"/>
                </a:lnTo>
                <a:lnTo>
                  <a:pt x="66828" y="824211"/>
                </a:lnTo>
                <a:lnTo>
                  <a:pt x="66649" y="834777"/>
                </a:lnTo>
                <a:lnTo>
                  <a:pt x="66500" y="845344"/>
                </a:lnTo>
                <a:lnTo>
                  <a:pt x="66383" y="855911"/>
                </a:lnTo>
                <a:lnTo>
                  <a:pt x="66301" y="866478"/>
                </a:lnTo>
                <a:lnTo>
                  <a:pt x="66255" y="877045"/>
                </a:lnTo>
                <a:lnTo>
                  <a:pt x="66241" y="887611"/>
                </a:lnTo>
                <a:lnTo>
                  <a:pt x="66258" y="898178"/>
                </a:lnTo>
                <a:lnTo>
                  <a:pt x="66299" y="908745"/>
                </a:lnTo>
                <a:lnTo>
                  <a:pt x="66360" y="919312"/>
                </a:lnTo>
                <a:lnTo>
                  <a:pt x="66434" y="929879"/>
                </a:lnTo>
                <a:lnTo>
                  <a:pt x="66514" y="940445"/>
                </a:lnTo>
                <a:lnTo>
                  <a:pt x="66596" y="951012"/>
                </a:lnTo>
                <a:lnTo>
                  <a:pt x="66676" y="961579"/>
                </a:lnTo>
                <a:lnTo>
                  <a:pt x="66751" y="972146"/>
                </a:lnTo>
                <a:lnTo>
                  <a:pt x="66823" y="982713"/>
                </a:lnTo>
                <a:lnTo>
                  <a:pt x="66893" y="993279"/>
                </a:lnTo>
                <a:lnTo>
                  <a:pt x="66965" y="1003846"/>
                </a:lnTo>
                <a:lnTo>
                  <a:pt x="67043" y="1014413"/>
                </a:lnTo>
                <a:lnTo>
                  <a:pt x="67135" y="1024980"/>
                </a:lnTo>
                <a:lnTo>
                  <a:pt x="67248" y="1035547"/>
                </a:lnTo>
                <a:lnTo>
                  <a:pt x="67390" y="1046113"/>
                </a:lnTo>
                <a:lnTo>
                  <a:pt x="67572" y="1056680"/>
                </a:lnTo>
                <a:lnTo>
                  <a:pt x="67807" y="1067247"/>
                </a:lnTo>
                <a:lnTo>
                  <a:pt x="68110" y="1077814"/>
                </a:lnTo>
                <a:lnTo>
                  <a:pt x="68500" y="1088381"/>
                </a:lnTo>
                <a:lnTo>
                  <a:pt x="68998" y="1098947"/>
                </a:lnTo>
                <a:lnTo>
                  <a:pt x="69630" y="1109514"/>
                </a:lnTo>
                <a:lnTo>
                  <a:pt x="70422" y="1120081"/>
                </a:lnTo>
                <a:lnTo>
                  <a:pt x="71398" y="1130648"/>
                </a:lnTo>
                <a:lnTo>
                  <a:pt x="72578" y="1141215"/>
                </a:lnTo>
                <a:lnTo>
                  <a:pt x="73976" y="1151781"/>
                </a:lnTo>
                <a:lnTo>
                  <a:pt x="75589" y="1162348"/>
                </a:lnTo>
                <a:lnTo>
                  <a:pt x="77400" y="1172915"/>
                </a:lnTo>
                <a:lnTo>
                  <a:pt x="79371" y="1183482"/>
                </a:lnTo>
                <a:lnTo>
                  <a:pt x="81443" y="1194049"/>
                </a:lnTo>
                <a:lnTo>
                  <a:pt x="83540" y="1204615"/>
                </a:lnTo>
                <a:lnTo>
                  <a:pt x="85565" y="1215182"/>
                </a:lnTo>
                <a:lnTo>
                  <a:pt x="87417" y="1225749"/>
                </a:lnTo>
                <a:lnTo>
                  <a:pt x="88992" y="1236316"/>
                </a:lnTo>
                <a:lnTo>
                  <a:pt x="90195" y="1246883"/>
                </a:lnTo>
                <a:lnTo>
                  <a:pt x="90949" y="1257449"/>
                </a:lnTo>
                <a:lnTo>
                  <a:pt x="91206" y="1268016"/>
                </a:lnTo>
                <a:lnTo>
                  <a:pt x="91206" y="1268016"/>
                </a:lnTo>
                <a:close/>
              </a:path>
            </a:pathLst>
          </a:custGeom>
          <a:solidFill>
            <a:srgbClr val="596BC0">
              <a:alpha val="12000"/>
            </a:srgbClr>
          </a:solidFill>
          <a:ln w="6985">
            <a:solidFill>
              <a:srgbClr val="596BC0">
                <a:alpha val="12000"/>
              </a:srgbClr>
            </a:solidFill>
            <a:prstDash val="solid"/>
          </a:ln>
        </p:spPr>
      </p:sp>
      <p:sp>
        <p:nvSpPr>
          <p:cNvPr id="2670" name="01_find_only_2669">
            <a:extLst>
              <a:ext uri="{FF2B5EF4-FFF2-40B4-BE49-F238E27FC236}">
                <a16:creationId xmlns:a16="http://schemas.microsoft.com/office/drawing/2014/main" id="{1A3469C6-B0BA-41B9-9B2A-105E4E316854}"/>
              </a:ext>
            </a:extLst>
          </p:cNvPr>
          <p:cNvSpPr>
            <a:spLocks noGrp="1"/>
          </p:cNvSpPr>
          <p:nvPr/>
        </p:nvSpPr>
        <p:spPr>
          <a:xfrm>
            <a:off x="5661796" y="5011278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85127" y="1268016"/>
                </a:moveTo>
                <a:lnTo>
                  <a:pt x="44873" y="1268016"/>
                </a:lnTo>
                <a:lnTo>
                  <a:pt x="45064" y="1257449"/>
                </a:lnTo>
                <a:lnTo>
                  <a:pt x="45626" y="1246883"/>
                </a:lnTo>
                <a:lnTo>
                  <a:pt x="46520" y="1236316"/>
                </a:lnTo>
                <a:lnTo>
                  <a:pt x="47693" y="1225749"/>
                </a:lnTo>
                <a:lnTo>
                  <a:pt x="49072" y="1215182"/>
                </a:lnTo>
                <a:lnTo>
                  <a:pt x="50582" y="1204615"/>
                </a:lnTo>
                <a:lnTo>
                  <a:pt x="52147" y="1194049"/>
                </a:lnTo>
                <a:lnTo>
                  <a:pt x="53696" y="1183482"/>
                </a:lnTo>
                <a:lnTo>
                  <a:pt x="55171" y="1172915"/>
                </a:lnTo>
                <a:lnTo>
                  <a:pt x="56530" y="1162348"/>
                </a:lnTo>
                <a:lnTo>
                  <a:pt x="57744" y="1151781"/>
                </a:lnTo>
                <a:lnTo>
                  <a:pt x="58799" y="1141215"/>
                </a:lnTo>
                <a:lnTo>
                  <a:pt x="59696" y="1130648"/>
                </a:lnTo>
                <a:lnTo>
                  <a:pt x="60441" y="1120081"/>
                </a:lnTo>
                <a:lnTo>
                  <a:pt x="61050" y="1109514"/>
                </a:lnTo>
                <a:lnTo>
                  <a:pt x="61542" y="1098947"/>
                </a:lnTo>
                <a:lnTo>
                  <a:pt x="61934" y="1088381"/>
                </a:lnTo>
                <a:lnTo>
                  <a:pt x="62244" y="1077814"/>
                </a:lnTo>
                <a:lnTo>
                  <a:pt x="62489" y="1067247"/>
                </a:lnTo>
                <a:lnTo>
                  <a:pt x="62682" y="1056680"/>
                </a:lnTo>
                <a:lnTo>
                  <a:pt x="62834" y="1046113"/>
                </a:lnTo>
                <a:lnTo>
                  <a:pt x="62955" y="1035547"/>
                </a:lnTo>
                <a:lnTo>
                  <a:pt x="63052" y="1024980"/>
                </a:lnTo>
                <a:lnTo>
                  <a:pt x="63132" y="1014413"/>
                </a:lnTo>
                <a:lnTo>
                  <a:pt x="63202" y="1003846"/>
                </a:lnTo>
                <a:lnTo>
                  <a:pt x="63267" y="993279"/>
                </a:lnTo>
                <a:lnTo>
                  <a:pt x="63330" y="982713"/>
                </a:lnTo>
                <a:lnTo>
                  <a:pt x="63395" y="972146"/>
                </a:lnTo>
                <a:lnTo>
                  <a:pt x="63464" y="961579"/>
                </a:lnTo>
                <a:lnTo>
                  <a:pt x="63537" y="951012"/>
                </a:lnTo>
                <a:lnTo>
                  <a:pt x="63612" y="940445"/>
                </a:lnTo>
                <a:lnTo>
                  <a:pt x="63686" y="929879"/>
                </a:lnTo>
                <a:lnTo>
                  <a:pt x="63753" y="919312"/>
                </a:lnTo>
                <a:lnTo>
                  <a:pt x="63809" y="908745"/>
                </a:lnTo>
                <a:lnTo>
                  <a:pt x="63848" y="898178"/>
                </a:lnTo>
                <a:lnTo>
                  <a:pt x="63863" y="887611"/>
                </a:lnTo>
                <a:lnTo>
                  <a:pt x="63852" y="877045"/>
                </a:lnTo>
                <a:lnTo>
                  <a:pt x="63810" y="866478"/>
                </a:lnTo>
                <a:lnTo>
                  <a:pt x="63736" y="855911"/>
                </a:lnTo>
                <a:lnTo>
                  <a:pt x="63632" y="845344"/>
                </a:lnTo>
                <a:lnTo>
                  <a:pt x="63499" y="834777"/>
                </a:lnTo>
                <a:lnTo>
                  <a:pt x="63340" y="824211"/>
                </a:lnTo>
                <a:lnTo>
                  <a:pt x="63158" y="813644"/>
                </a:lnTo>
                <a:lnTo>
                  <a:pt x="62956" y="803077"/>
                </a:lnTo>
                <a:lnTo>
                  <a:pt x="62737" y="792510"/>
                </a:lnTo>
                <a:lnTo>
                  <a:pt x="62500" y="781943"/>
                </a:lnTo>
                <a:lnTo>
                  <a:pt x="62244" y="771377"/>
                </a:lnTo>
                <a:lnTo>
                  <a:pt x="61966" y="760810"/>
                </a:lnTo>
                <a:lnTo>
                  <a:pt x="61664" y="750243"/>
                </a:lnTo>
                <a:lnTo>
                  <a:pt x="61334" y="739676"/>
                </a:lnTo>
                <a:lnTo>
                  <a:pt x="60977" y="729109"/>
                </a:lnTo>
                <a:lnTo>
                  <a:pt x="60594" y="718543"/>
                </a:lnTo>
                <a:lnTo>
                  <a:pt x="60193" y="707976"/>
                </a:lnTo>
                <a:lnTo>
                  <a:pt x="59785" y="697409"/>
                </a:lnTo>
                <a:lnTo>
                  <a:pt x="59385" y="686842"/>
                </a:lnTo>
                <a:lnTo>
                  <a:pt x="59015" y="676275"/>
                </a:lnTo>
                <a:lnTo>
                  <a:pt x="58693" y="665708"/>
                </a:lnTo>
                <a:lnTo>
                  <a:pt x="58443" y="655142"/>
                </a:lnTo>
                <a:lnTo>
                  <a:pt x="58280" y="644575"/>
                </a:lnTo>
                <a:lnTo>
                  <a:pt x="58218" y="634008"/>
                </a:lnTo>
                <a:lnTo>
                  <a:pt x="58261" y="623441"/>
                </a:lnTo>
                <a:lnTo>
                  <a:pt x="58408" y="612874"/>
                </a:lnTo>
                <a:lnTo>
                  <a:pt x="58647" y="602308"/>
                </a:lnTo>
                <a:lnTo>
                  <a:pt x="58962" y="591741"/>
                </a:lnTo>
                <a:lnTo>
                  <a:pt x="59330" y="581174"/>
                </a:lnTo>
                <a:lnTo>
                  <a:pt x="59725" y="570607"/>
                </a:lnTo>
                <a:lnTo>
                  <a:pt x="60123" y="560040"/>
                </a:lnTo>
                <a:lnTo>
                  <a:pt x="60497" y="549474"/>
                </a:lnTo>
                <a:lnTo>
                  <a:pt x="60829" y="538907"/>
                </a:lnTo>
                <a:lnTo>
                  <a:pt x="61103" y="528340"/>
                </a:lnTo>
                <a:lnTo>
                  <a:pt x="61311" y="517773"/>
                </a:lnTo>
                <a:lnTo>
                  <a:pt x="61449" y="507206"/>
                </a:lnTo>
                <a:lnTo>
                  <a:pt x="61520" y="496640"/>
                </a:lnTo>
                <a:lnTo>
                  <a:pt x="61532" y="486073"/>
                </a:lnTo>
                <a:lnTo>
                  <a:pt x="61496" y="475506"/>
                </a:lnTo>
                <a:lnTo>
                  <a:pt x="61427" y="464939"/>
                </a:lnTo>
                <a:lnTo>
                  <a:pt x="61339" y="454372"/>
                </a:lnTo>
                <a:lnTo>
                  <a:pt x="61247" y="443806"/>
                </a:lnTo>
                <a:lnTo>
                  <a:pt x="61164" y="433239"/>
                </a:lnTo>
                <a:lnTo>
                  <a:pt x="61101" y="422672"/>
                </a:lnTo>
                <a:lnTo>
                  <a:pt x="61066" y="412105"/>
                </a:lnTo>
                <a:lnTo>
                  <a:pt x="61064" y="401538"/>
                </a:lnTo>
                <a:lnTo>
                  <a:pt x="61099" y="390972"/>
                </a:lnTo>
                <a:lnTo>
                  <a:pt x="61168" y="380405"/>
                </a:lnTo>
                <a:lnTo>
                  <a:pt x="61269" y="369838"/>
                </a:lnTo>
                <a:lnTo>
                  <a:pt x="61398" y="359271"/>
                </a:lnTo>
                <a:lnTo>
                  <a:pt x="61550" y="348704"/>
                </a:lnTo>
                <a:lnTo>
                  <a:pt x="61718" y="338138"/>
                </a:lnTo>
                <a:lnTo>
                  <a:pt x="61897" y="327571"/>
                </a:lnTo>
                <a:lnTo>
                  <a:pt x="62079" y="317004"/>
                </a:lnTo>
                <a:lnTo>
                  <a:pt x="62259" y="306437"/>
                </a:lnTo>
                <a:lnTo>
                  <a:pt x="62432" y="295870"/>
                </a:lnTo>
                <a:lnTo>
                  <a:pt x="62590" y="285304"/>
                </a:lnTo>
                <a:lnTo>
                  <a:pt x="62730" y="274737"/>
                </a:lnTo>
                <a:lnTo>
                  <a:pt x="62844" y="264170"/>
                </a:lnTo>
                <a:lnTo>
                  <a:pt x="62927" y="253603"/>
                </a:lnTo>
                <a:lnTo>
                  <a:pt x="62969" y="243036"/>
                </a:lnTo>
                <a:lnTo>
                  <a:pt x="62959" y="232470"/>
                </a:lnTo>
                <a:lnTo>
                  <a:pt x="62879" y="221903"/>
                </a:lnTo>
                <a:lnTo>
                  <a:pt x="62706" y="211336"/>
                </a:lnTo>
                <a:lnTo>
                  <a:pt x="62405" y="200769"/>
                </a:lnTo>
                <a:lnTo>
                  <a:pt x="61931" y="190202"/>
                </a:lnTo>
                <a:lnTo>
                  <a:pt x="61229" y="179636"/>
                </a:lnTo>
                <a:lnTo>
                  <a:pt x="60229" y="169069"/>
                </a:lnTo>
                <a:lnTo>
                  <a:pt x="58851" y="158502"/>
                </a:lnTo>
                <a:lnTo>
                  <a:pt x="57013" y="147935"/>
                </a:lnTo>
                <a:lnTo>
                  <a:pt x="54633" y="137368"/>
                </a:lnTo>
                <a:lnTo>
                  <a:pt x="51644" y="126802"/>
                </a:lnTo>
                <a:lnTo>
                  <a:pt x="48001" y="116235"/>
                </a:lnTo>
                <a:lnTo>
                  <a:pt x="43702" y="105668"/>
                </a:lnTo>
                <a:lnTo>
                  <a:pt x="38791" y="95101"/>
                </a:lnTo>
                <a:lnTo>
                  <a:pt x="33373" y="84534"/>
                </a:lnTo>
                <a:lnTo>
                  <a:pt x="27615" y="73968"/>
                </a:lnTo>
                <a:lnTo>
                  <a:pt x="21744" y="63401"/>
                </a:lnTo>
                <a:lnTo>
                  <a:pt x="16035" y="52834"/>
                </a:lnTo>
                <a:lnTo>
                  <a:pt x="10790" y="42267"/>
                </a:lnTo>
                <a:lnTo>
                  <a:pt x="6315" y="31700"/>
                </a:lnTo>
                <a:lnTo>
                  <a:pt x="2888" y="21134"/>
                </a:lnTo>
                <a:lnTo>
                  <a:pt x="735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265" y="10567"/>
                </a:lnTo>
                <a:lnTo>
                  <a:pt x="127112" y="21134"/>
                </a:lnTo>
                <a:lnTo>
                  <a:pt x="123685" y="31700"/>
                </a:lnTo>
                <a:lnTo>
                  <a:pt x="119210" y="42267"/>
                </a:lnTo>
                <a:lnTo>
                  <a:pt x="113965" y="52834"/>
                </a:lnTo>
                <a:lnTo>
                  <a:pt x="108256" y="63401"/>
                </a:lnTo>
                <a:lnTo>
                  <a:pt x="102385" y="73968"/>
                </a:lnTo>
                <a:lnTo>
                  <a:pt x="96627" y="84534"/>
                </a:lnTo>
                <a:lnTo>
                  <a:pt x="91209" y="95101"/>
                </a:lnTo>
                <a:lnTo>
                  <a:pt x="86298" y="105668"/>
                </a:lnTo>
                <a:lnTo>
                  <a:pt x="81999" y="116235"/>
                </a:lnTo>
                <a:lnTo>
                  <a:pt x="78356" y="126802"/>
                </a:lnTo>
                <a:lnTo>
                  <a:pt x="75367" y="137368"/>
                </a:lnTo>
                <a:lnTo>
                  <a:pt x="72987" y="147935"/>
                </a:lnTo>
                <a:lnTo>
                  <a:pt x="71149" y="158502"/>
                </a:lnTo>
                <a:lnTo>
                  <a:pt x="69771" y="169069"/>
                </a:lnTo>
                <a:lnTo>
                  <a:pt x="68771" y="179636"/>
                </a:lnTo>
                <a:lnTo>
                  <a:pt x="68069" y="190202"/>
                </a:lnTo>
                <a:lnTo>
                  <a:pt x="67595" y="200769"/>
                </a:lnTo>
                <a:lnTo>
                  <a:pt x="67294" y="211336"/>
                </a:lnTo>
                <a:lnTo>
                  <a:pt x="67121" y="221903"/>
                </a:lnTo>
                <a:lnTo>
                  <a:pt x="67041" y="232470"/>
                </a:lnTo>
                <a:lnTo>
                  <a:pt x="67031" y="243036"/>
                </a:lnTo>
                <a:lnTo>
                  <a:pt x="67073" y="253603"/>
                </a:lnTo>
                <a:lnTo>
                  <a:pt x="67156" y="264170"/>
                </a:lnTo>
                <a:lnTo>
                  <a:pt x="67270" y="274737"/>
                </a:lnTo>
                <a:lnTo>
                  <a:pt x="67410" y="285304"/>
                </a:lnTo>
                <a:lnTo>
                  <a:pt x="67568" y="295870"/>
                </a:lnTo>
                <a:lnTo>
                  <a:pt x="67741" y="306437"/>
                </a:lnTo>
                <a:lnTo>
                  <a:pt x="67921" y="317004"/>
                </a:lnTo>
                <a:lnTo>
                  <a:pt x="68103" y="327571"/>
                </a:lnTo>
                <a:lnTo>
                  <a:pt x="68282" y="338138"/>
                </a:lnTo>
                <a:lnTo>
                  <a:pt x="68450" y="348704"/>
                </a:lnTo>
                <a:lnTo>
                  <a:pt x="68602" y="359271"/>
                </a:lnTo>
                <a:lnTo>
                  <a:pt x="68731" y="369838"/>
                </a:lnTo>
                <a:lnTo>
                  <a:pt x="68832" y="380405"/>
                </a:lnTo>
                <a:lnTo>
                  <a:pt x="68901" y="390972"/>
                </a:lnTo>
                <a:lnTo>
                  <a:pt x="68936" y="401538"/>
                </a:lnTo>
                <a:lnTo>
                  <a:pt x="68934" y="412105"/>
                </a:lnTo>
                <a:lnTo>
                  <a:pt x="68899" y="422672"/>
                </a:lnTo>
                <a:lnTo>
                  <a:pt x="68836" y="433239"/>
                </a:lnTo>
                <a:lnTo>
                  <a:pt x="68753" y="443806"/>
                </a:lnTo>
                <a:lnTo>
                  <a:pt x="68661" y="454372"/>
                </a:lnTo>
                <a:lnTo>
                  <a:pt x="68573" y="464939"/>
                </a:lnTo>
                <a:lnTo>
                  <a:pt x="68504" y="475506"/>
                </a:lnTo>
                <a:lnTo>
                  <a:pt x="68468" y="486073"/>
                </a:lnTo>
                <a:lnTo>
                  <a:pt x="68480" y="496640"/>
                </a:lnTo>
                <a:lnTo>
                  <a:pt x="68551" y="507206"/>
                </a:lnTo>
                <a:lnTo>
                  <a:pt x="68689" y="517773"/>
                </a:lnTo>
                <a:lnTo>
                  <a:pt x="68897" y="528340"/>
                </a:lnTo>
                <a:lnTo>
                  <a:pt x="69171" y="538907"/>
                </a:lnTo>
                <a:lnTo>
                  <a:pt x="69503" y="549474"/>
                </a:lnTo>
                <a:lnTo>
                  <a:pt x="69877" y="560040"/>
                </a:lnTo>
                <a:lnTo>
                  <a:pt x="70275" y="570607"/>
                </a:lnTo>
                <a:lnTo>
                  <a:pt x="70670" y="581174"/>
                </a:lnTo>
                <a:lnTo>
                  <a:pt x="71038" y="591741"/>
                </a:lnTo>
                <a:lnTo>
                  <a:pt x="71353" y="602308"/>
                </a:lnTo>
                <a:lnTo>
                  <a:pt x="71592" y="612874"/>
                </a:lnTo>
                <a:lnTo>
                  <a:pt x="71739" y="623441"/>
                </a:lnTo>
                <a:lnTo>
                  <a:pt x="71782" y="634008"/>
                </a:lnTo>
                <a:lnTo>
                  <a:pt x="71720" y="644575"/>
                </a:lnTo>
                <a:lnTo>
                  <a:pt x="71557" y="655142"/>
                </a:lnTo>
                <a:lnTo>
                  <a:pt x="71307" y="665708"/>
                </a:lnTo>
                <a:lnTo>
                  <a:pt x="70985" y="676275"/>
                </a:lnTo>
                <a:lnTo>
                  <a:pt x="70615" y="686842"/>
                </a:lnTo>
                <a:lnTo>
                  <a:pt x="70215" y="697409"/>
                </a:lnTo>
                <a:lnTo>
                  <a:pt x="69807" y="707976"/>
                </a:lnTo>
                <a:lnTo>
                  <a:pt x="69406" y="718543"/>
                </a:lnTo>
                <a:lnTo>
                  <a:pt x="69023" y="729109"/>
                </a:lnTo>
                <a:lnTo>
                  <a:pt x="68666" y="739676"/>
                </a:lnTo>
                <a:lnTo>
                  <a:pt x="68336" y="750243"/>
                </a:lnTo>
                <a:lnTo>
                  <a:pt x="68034" y="760810"/>
                </a:lnTo>
                <a:lnTo>
                  <a:pt x="67756" y="771377"/>
                </a:lnTo>
                <a:lnTo>
                  <a:pt x="67500" y="781943"/>
                </a:lnTo>
                <a:lnTo>
                  <a:pt x="67263" y="792510"/>
                </a:lnTo>
                <a:lnTo>
                  <a:pt x="67044" y="803077"/>
                </a:lnTo>
                <a:lnTo>
                  <a:pt x="66842" y="813644"/>
                </a:lnTo>
                <a:lnTo>
                  <a:pt x="66660" y="824211"/>
                </a:lnTo>
                <a:lnTo>
                  <a:pt x="66501" y="834777"/>
                </a:lnTo>
                <a:lnTo>
                  <a:pt x="66368" y="845344"/>
                </a:lnTo>
                <a:lnTo>
                  <a:pt x="66264" y="855911"/>
                </a:lnTo>
                <a:lnTo>
                  <a:pt x="66190" y="866478"/>
                </a:lnTo>
                <a:lnTo>
                  <a:pt x="66148" y="877045"/>
                </a:lnTo>
                <a:lnTo>
                  <a:pt x="66137" y="887611"/>
                </a:lnTo>
                <a:lnTo>
                  <a:pt x="66152" y="898178"/>
                </a:lnTo>
                <a:lnTo>
                  <a:pt x="66191" y="908745"/>
                </a:lnTo>
                <a:lnTo>
                  <a:pt x="66247" y="919312"/>
                </a:lnTo>
                <a:lnTo>
                  <a:pt x="66314" y="929879"/>
                </a:lnTo>
                <a:lnTo>
                  <a:pt x="66388" y="940445"/>
                </a:lnTo>
                <a:lnTo>
                  <a:pt x="66463" y="951012"/>
                </a:lnTo>
                <a:lnTo>
                  <a:pt x="66536" y="961579"/>
                </a:lnTo>
                <a:lnTo>
                  <a:pt x="66605" y="972146"/>
                </a:lnTo>
                <a:lnTo>
                  <a:pt x="66670" y="982713"/>
                </a:lnTo>
                <a:lnTo>
                  <a:pt x="66733" y="993279"/>
                </a:lnTo>
                <a:lnTo>
                  <a:pt x="66798" y="1003846"/>
                </a:lnTo>
                <a:lnTo>
                  <a:pt x="66868" y="1014413"/>
                </a:lnTo>
                <a:lnTo>
                  <a:pt x="66948" y="1024980"/>
                </a:lnTo>
                <a:lnTo>
                  <a:pt x="67045" y="1035547"/>
                </a:lnTo>
                <a:lnTo>
                  <a:pt x="67166" y="1046113"/>
                </a:lnTo>
                <a:lnTo>
                  <a:pt x="67318" y="1056680"/>
                </a:lnTo>
                <a:lnTo>
                  <a:pt x="67511" y="1067247"/>
                </a:lnTo>
                <a:lnTo>
                  <a:pt x="67756" y="1077814"/>
                </a:lnTo>
                <a:lnTo>
                  <a:pt x="68066" y="1088381"/>
                </a:lnTo>
                <a:lnTo>
                  <a:pt x="68458" y="1098947"/>
                </a:lnTo>
                <a:lnTo>
                  <a:pt x="68950" y="1109514"/>
                </a:lnTo>
                <a:lnTo>
                  <a:pt x="69559" y="1120081"/>
                </a:lnTo>
                <a:lnTo>
                  <a:pt x="70304" y="1130648"/>
                </a:lnTo>
                <a:lnTo>
                  <a:pt x="71201" y="1141215"/>
                </a:lnTo>
                <a:lnTo>
                  <a:pt x="72256" y="1151781"/>
                </a:lnTo>
                <a:lnTo>
                  <a:pt x="73470" y="1162348"/>
                </a:lnTo>
                <a:lnTo>
                  <a:pt x="74829" y="1172915"/>
                </a:lnTo>
                <a:lnTo>
                  <a:pt x="76304" y="1183482"/>
                </a:lnTo>
                <a:lnTo>
                  <a:pt x="77853" y="1194049"/>
                </a:lnTo>
                <a:lnTo>
                  <a:pt x="79418" y="1204615"/>
                </a:lnTo>
                <a:lnTo>
                  <a:pt x="80928" y="1215182"/>
                </a:lnTo>
                <a:lnTo>
                  <a:pt x="82307" y="1225749"/>
                </a:lnTo>
                <a:lnTo>
                  <a:pt x="83480" y="1236316"/>
                </a:lnTo>
                <a:lnTo>
                  <a:pt x="84374" y="1246883"/>
                </a:lnTo>
                <a:lnTo>
                  <a:pt x="84936" y="1257449"/>
                </a:lnTo>
                <a:lnTo>
                  <a:pt x="85127" y="1268016"/>
                </a:lnTo>
                <a:lnTo>
                  <a:pt x="85127" y="1268016"/>
                </a:lnTo>
                <a:close/>
              </a:path>
            </a:pathLst>
          </a:custGeom>
          <a:solidFill>
            <a:srgbClr val="596BC0">
              <a:alpha val="12000"/>
            </a:srgbClr>
          </a:solidFill>
          <a:ln w="6985">
            <a:solidFill>
              <a:srgbClr val="596BC0">
                <a:alpha val="12000"/>
              </a:srgbClr>
            </a:solidFill>
            <a:prstDash val="solid"/>
          </a:ln>
        </p:spPr>
      </p:sp>
      <p:sp>
        <p:nvSpPr>
          <p:cNvPr id="2671" name="01_find_only_2670">
            <a:extLst>
              <a:ext uri="{FF2B5EF4-FFF2-40B4-BE49-F238E27FC236}">
                <a16:creationId xmlns:a16="http://schemas.microsoft.com/office/drawing/2014/main" id="{3E032EB8-E043-498D-A135-0AA2462EF763}"/>
              </a:ext>
            </a:extLst>
          </p:cNvPr>
          <p:cNvSpPr>
            <a:spLocks noGrp="1"/>
          </p:cNvSpPr>
          <p:nvPr/>
        </p:nvSpPr>
        <p:spPr>
          <a:xfrm>
            <a:off x="4200169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672" name="text_2671">
            <a:extLst>
              <a:ext uri="{FF2B5EF4-FFF2-40B4-BE49-F238E27FC236}">
                <a16:creationId xmlns:a16="http://schemas.microsoft.com/office/drawing/2014/main" id="{2E590C66-2FDB-411F-AC97-3CEFBA5C7C26}"/>
              </a:ext>
            </a:extLst>
          </p:cNvPr>
          <p:cNvSpPr>
            <a:spLocks noGrp="1"/>
          </p:cNvSpPr>
          <p:nvPr/>
        </p:nvSpPr>
        <p:spPr>
          <a:xfrm>
            <a:off x="4173918" y="6438006"/>
            <a:ext cx="65439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0</a:t>
            </a:r>
          </a:p>
        </p:txBody>
      </p:sp>
      <p:sp>
        <p:nvSpPr>
          <p:cNvPr id="2673" name="01_find_only_2672">
            <a:extLst>
              <a:ext uri="{FF2B5EF4-FFF2-40B4-BE49-F238E27FC236}">
                <a16:creationId xmlns:a16="http://schemas.microsoft.com/office/drawing/2014/main" id="{562724E5-F151-4850-B6E8-B95E10E0DB4F}"/>
              </a:ext>
            </a:extLst>
          </p:cNvPr>
          <p:cNvSpPr>
            <a:spLocks noGrp="1"/>
          </p:cNvSpPr>
          <p:nvPr/>
        </p:nvSpPr>
        <p:spPr>
          <a:xfrm>
            <a:off x="4454808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674" name="text_2673">
            <a:extLst>
              <a:ext uri="{FF2B5EF4-FFF2-40B4-BE49-F238E27FC236}">
                <a16:creationId xmlns:a16="http://schemas.microsoft.com/office/drawing/2014/main" id="{65CB267B-1031-403B-85EB-3D3B1CA88C2B}"/>
              </a:ext>
            </a:extLst>
          </p:cNvPr>
          <p:cNvSpPr>
            <a:spLocks noGrp="1"/>
          </p:cNvSpPr>
          <p:nvPr/>
        </p:nvSpPr>
        <p:spPr>
          <a:xfrm>
            <a:off x="4402304" y="6438006"/>
            <a:ext cx="117943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50</a:t>
            </a:r>
          </a:p>
        </p:txBody>
      </p:sp>
      <p:sp>
        <p:nvSpPr>
          <p:cNvPr id="2675" name="01_find_only_2674">
            <a:extLst>
              <a:ext uri="{FF2B5EF4-FFF2-40B4-BE49-F238E27FC236}">
                <a16:creationId xmlns:a16="http://schemas.microsoft.com/office/drawing/2014/main" id="{163E1855-95F9-4AD0-A9FB-1D663101F020}"/>
              </a:ext>
            </a:extLst>
          </p:cNvPr>
          <p:cNvSpPr>
            <a:spLocks noGrp="1"/>
          </p:cNvSpPr>
          <p:nvPr/>
        </p:nvSpPr>
        <p:spPr>
          <a:xfrm>
            <a:off x="4709447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676" name="text_2675">
            <a:extLst>
              <a:ext uri="{FF2B5EF4-FFF2-40B4-BE49-F238E27FC236}">
                <a16:creationId xmlns:a16="http://schemas.microsoft.com/office/drawing/2014/main" id="{B7FCCF2C-43D6-4878-AC64-4D815179BC6C}"/>
              </a:ext>
            </a:extLst>
          </p:cNvPr>
          <p:cNvSpPr>
            <a:spLocks noGrp="1"/>
          </p:cNvSpPr>
          <p:nvPr/>
        </p:nvSpPr>
        <p:spPr>
          <a:xfrm>
            <a:off x="4630692" y="6438006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100</a:t>
            </a:r>
          </a:p>
        </p:txBody>
      </p:sp>
      <p:sp>
        <p:nvSpPr>
          <p:cNvPr id="2677" name="01_find_only_2676">
            <a:extLst>
              <a:ext uri="{FF2B5EF4-FFF2-40B4-BE49-F238E27FC236}">
                <a16:creationId xmlns:a16="http://schemas.microsoft.com/office/drawing/2014/main" id="{871B4DFE-E124-4AC7-AD72-D6FB3E505685}"/>
              </a:ext>
            </a:extLst>
          </p:cNvPr>
          <p:cNvSpPr>
            <a:spLocks noGrp="1"/>
          </p:cNvSpPr>
          <p:nvPr/>
        </p:nvSpPr>
        <p:spPr>
          <a:xfrm>
            <a:off x="5218725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678" name="text_2677">
            <a:extLst>
              <a:ext uri="{FF2B5EF4-FFF2-40B4-BE49-F238E27FC236}">
                <a16:creationId xmlns:a16="http://schemas.microsoft.com/office/drawing/2014/main" id="{F07005CF-75E1-4F9F-B7C9-20C128BD9C31}"/>
              </a:ext>
            </a:extLst>
          </p:cNvPr>
          <p:cNvSpPr>
            <a:spLocks noGrp="1"/>
          </p:cNvSpPr>
          <p:nvPr/>
        </p:nvSpPr>
        <p:spPr>
          <a:xfrm>
            <a:off x="5139970" y="6438006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200</a:t>
            </a:r>
          </a:p>
        </p:txBody>
      </p:sp>
      <p:sp>
        <p:nvSpPr>
          <p:cNvPr id="2679" name="01_find_only_2678">
            <a:extLst>
              <a:ext uri="{FF2B5EF4-FFF2-40B4-BE49-F238E27FC236}">
                <a16:creationId xmlns:a16="http://schemas.microsoft.com/office/drawing/2014/main" id="{FEDC50D8-7A81-4AA6-90DE-549D6A4B22A7}"/>
              </a:ext>
            </a:extLst>
          </p:cNvPr>
          <p:cNvSpPr>
            <a:spLocks noGrp="1"/>
          </p:cNvSpPr>
          <p:nvPr/>
        </p:nvSpPr>
        <p:spPr>
          <a:xfrm>
            <a:off x="5728003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680" name="text_2679">
            <a:extLst>
              <a:ext uri="{FF2B5EF4-FFF2-40B4-BE49-F238E27FC236}">
                <a16:creationId xmlns:a16="http://schemas.microsoft.com/office/drawing/2014/main" id="{6F053CC6-19B5-41A8-B9EB-FECB613E27A7}"/>
              </a:ext>
            </a:extLst>
          </p:cNvPr>
          <p:cNvSpPr>
            <a:spLocks noGrp="1"/>
          </p:cNvSpPr>
          <p:nvPr/>
        </p:nvSpPr>
        <p:spPr>
          <a:xfrm>
            <a:off x="5649248" y="6438006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300</a:t>
            </a:r>
          </a:p>
        </p:txBody>
      </p:sp>
      <p:sp>
        <p:nvSpPr>
          <p:cNvPr id="2681" name="text_2680">
            <a:extLst>
              <a:ext uri="{FF2B5EF4-FFF2-40B4-BE49-F238E27FC236}">
                <a16:creationId xmlns:a16="http://schemas.microsoft.com/office/drawing/2014/main" id="{2B846683-D155-4543-942A-D21D7B495D14}"/>
              </a:ext>
            </a:extLst>
          </p:cNvPr>
          <p:cNvSpPr>
            <a:spLocks noGrp="1"/>
          </p:cNvSpPr>
          <p:nvPr/>
        </p:nvSpPr>
        <p:spPr>
          <a:xfrm>
            <a:off x="4389834" y="6577100"/>
            <a:ext cx="1253110" cy="1212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64" dirty="0"/>
              <a:t>Relative candidate count (%)</a:t>
            </a:r>
          </a:p>
        </p:txBody>
      </p:sp>
      <p:sp>
        <p:nvSpPr>
          <p:cNvPr id="2682" name="01_find_only_2681">
            <a:extLst>
              <a:ext uri="{FF2B5EF4-FFF2-40B4-BE49-F238E27FC236}">
                <a16:creationId xmlns:a16="http://schemas.microsoft.com/office/drawing/2014/main" id="{9110C315-D60A-483D-A2A8-582A787C7D08}"/>
              </a:ext>
            </a:extLst>
          </p:cNvPr>
          <p:cNvSpPr>
            <a:spLocks noGrp="1"/>
          </p:cNvSpPr>
          <p:nvPr/>
        </p:nvSpPr>
        <p:spPr>
          <a:xfrm>
            <a:off x="4184890" y="6302824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2683" name="01_find_only_2682">
            <a:extLst>
              <a:ext uri="{FF2B5EF4-FFF2-40B4-BE49-F238E27FC236}">
                <a16:creationId xmlns:a16="http://schemas.microsoft.com/office/drawing/2014/main" id="{09F75927-8F2D-463D-BF2A-90F04AAAC7EF}"/>
              </a:ext>
            </a:extLst>
          </p:cNvPr>
          <p:cNvSpPr>
            <a:spLocks noGrp="1"/>
          </p:cNvSpPr>
          <p:nvPr/>
        </p:nvSpPr>
        <p:spPr>
          <a:xfrm>
            <a:off x="4146083" y="6302824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684" name="text_2683">
            <a:extLst>
              <a:ext uri="{FF2B5EF4-FFF2-40B4-BE49-F238E27FC236}">
                <a16:creationId xmlns:a16="http://schemas.microsoft.com/office/drawing/2014/main" id="{C7BCE12B-7EDF-4FEE-A275-D0C9CDB1C000}"/>
              </a:ext>
            </a:extLst>
          </p:cNvPr>
          <p:cNvSpPr>
            <a:spLocks noGrp="1"/>
          </p:cNvSpPr>
          <p:nvPr/>
        </p:nvSpPr>
        <p:spPr>
          <a:xfrm>
            <a:off x="4054773" y="6262019"/>
            <a:ext cx="65439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0</a:t>
            </a:r>
          </a:p>
        </p:txBody>
      </p:sp>
      <p:sp>
        <p:nvSpPr>
          <p:cNvPr id="2685" name="01_find_only_2684">
            <a:extLst>
              <a:ext uri="{FF2B5EF4-FFF2-40B4-BE49-F238E27FC236}">
                <a16:creationId xmlns:a16="http://schemas.microsoft.com/office/drawing/2014/main" id="{1ECECD3B-20D7-48C2-A7C5-1E9052827197}"/>
              </a:ext>
            </a:extLst>
          </p:cNvPr>
          <p:cNvSpPr>
            <a:spLocks noGrp="1"/>
          </p:cNvSpPr>
          <p:nvPr/>
        </p:nvSpPr>
        <p:spPr>
          <a:xfrm>
            <a:off x="4184890" y="5657051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2686" name="01_find_only_2685">
            <a:extLst>
              <a:ext uri="{FF2B5EF4-FFF2-40B4-BE49-F238E27FC236}">
                <a16:creationId xmlns:a16="http://schemas.microsoft.com/office/drawing/2014/main" id="{25A4970E-116E-40D3-84AA-FF247433CC01}"/>
              </a:ext>
            </a:extLst>
          </p:cNvPr>
          <p:cNvSpPr>
            <a:spLocks noGrp="1"/>
          </p:cNvSpPr>
          <p:nvPr/>
        </p:nvSpPr>
        <p:spPr>
          <a:xfrm>
            <a:off x="4146083" y="5657051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687" name="text_2686">
            <a:extLst>
              <a:ext uri="{FF2B5EF4-FFF2-40B4-BE49-F238E27FC236}">
                <a16:creationId xmlns:a16="http://schemas.microsoft.com/office/drawing/2014/main" id="{A44E6CEB-7ADF-4B4C-B4B3-B2C6792BB406}"/>
              </a:ext>
            </a:extLst>
          </p:cNvPr>
          <p:cNvSpPr>
            <a:spLocks noGrp="1"/>
          </p:cNvSpPr>
          <p:nvPr/>
        </p:nvSpPr>
        <p:spPr>
          <a:xfrm>
            <a:off x="4002269" y="5616247"/>
            <a:ext cx="117943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50</a:t>
            </a:r>
          </a:p>
        </p:txBody>
      </p:sp>
      <p:sp>
        <p:nvSpPr>
          <p:cNvPr id="2688" name="01_find_only_2687">
            <a:extLst>
              <a:ext uri="{FF2B5EF4-FFF2-40B4-BE49-F238E27FC236}">
                <a16:creationId xmlns:a16="http://schemas.microsoft.com/office/drawing/2014/main" id="{A254697B-D4B6-43E9-855C-8F8A5602EC63}"/>
              </a:ext>
            </a:extLst>
          </p:cNvPr>
          <p:cNvSpPr>
            <a:spLocks noGrp="1"/>
          </p:cNvSpPr>
          <p:nvPr/>
        </p:nvSpPr>
        <p:spPr>
          <a:xfrm>
            <a:off x="4184890" y="5011278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2689" name="01_find_only_2688">
            <a:extLst>
              <a:ext uri="{FF2B5EF4-FFF2-40B4-BE49-F238E27FC236}">
                <a16:creationId xmlns:a16="http://schemas.microsoft.com/office/drawing/2014/main" id="{E3B2ECE9-6717-4091-9003-F7CF648D87D3}"/>
              </a:ext>
            </a:extLst>
          </p:cNvPr>
          <p:cNvSpPr>
            <a:spLocks noGrp="1"/>
          </p:cNvSpPr>
          <p:nvPr/>
        </p:nvSpPr>
        <p:spPr>
          <a:xfrm>
            <a:off x="4146083" y="5011278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2690" name="text_2689">
            <a:extLst>
              <a:ext uri="{FF2B5EF4-FFF2-40B4-BE49-F238E27FC236}">
                <a16:creationId xmlns:a16="http://schemas.microsoft.com/office/drawing/2014/main" id="{A4FFA3B9-5DC1-4AA7-9739-CF1F5E7D1EDF}"/>
              </a:ext>
            </a:extLst>
          </p:cNvPr>
          <p:cNvSpPr>
            <a:spLocks noGrp="1"/>
          </p:cNvSpPr>
          <p:nvPr/>
        </p:nvSpPr>
        <p:spPr>
          <a:xfrm>
            <a:off x="3949767" y="4970474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100</a:t>
            </a:r>
          </a:p>
        </p:txBody>
      </p:sp>
      <p:sp>
        <p:nvSpPr>
          <p:cNvPr id="2691" name="01_find_only_2690">
            <a:extLst>
              <a:ext uri="{FF2B5EF4-FFF2-40B4-BE49-F238E27FC236}">
                <a16:creationId xmlns:a16="http://schemas.microsoft.com/office/drawing/2014/main" id="{72FF75B8-F4DE-477C-93D5-A77BDB3304E3}"/>
              </a:ext>
            </a:extLst>
          </p:cNvPr>
          <p:cNvSpPr>
            <a:spLocks noGrp="1"/>
          </p:cNvSpPr>
          <p:nvPr/>
        </p:nvSpPr>
        <p:spPr>
          <a:xfrm>
            <a:off x="441324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92" name="01_find_only_2691">
            <a:extLst>
              <a:ext uri="{FF2B5EF4-FFF2-40B4-BE49-F238E27FC236}">
                <a16:creationId xmlns:a16="http://schemas.microsoft.com/office/drawing/2014/main" id="{B51DA67A-5752-47B8-9874-C168504CC400}"/>
              </a:ext>
            </a:extLst>
          </p:cNvPr>
          <p:cNvSpPr>
            <a:spLocks noGrp="1"/>
          </p:cNvSpPr>
          <p:nvPr/>
        </p:nvSpPr>
        <p:spPr>
          <a:xfrm>
            <a:off x="447541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93" name="01_find_only_2692">
            <a:extLst>
              <a:ext uri="{FF2B5EF4-FFF2-40B4-BE49-F238E27FC236}">
                <a16:creationId xmlns:a16="http://schemas.microsoft.com/office/drawing/2014/main" id="{3C0E759A-D270-4341-A9C8-96BF7C021977}"/>
              </a:ext>
            </a:extLst>
          </p:cNvPr>
          <p:cNvSpPr>
            <a:spLocks noGrp="1"/>
          </p:cNvSpPr>
          <p:nvPr/>
        </p:nvSpPr>
        <p:spPr>
          <a:xfrm>
            <a:off x="439283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94" name="01_find_only_2693">
            <a:extLst>
              <a:ext uri="{FF2B5EF4-FFF2-40B4-BE49-F238E27FC236}">
                <a16:creationId xmlns:a16="http://schemas.microsoft.com/office/drawing/2014/main" id="{266887FF-BF1F-4C20-8788-08FA208F97D1}"/>
              </a:ext>
            </a:extLst>
          </p:cNvPr>
          <p:cNvSpPr>
            <a:spLocks noGrp="1"/>
          </p:cNvSpPr>
          <p:nvPr/>
        </p:nvSpPr>
        <p:spPr>
          <a:xfrm>
            <a:off x="446764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95" name="01_find_only_2694">
            <a:extLst>
              <a:ext uri="{FF2B5EF4-FFF2-40B4-BE49-F238E27FC236}">
                <a16:creationId xmlns:a16="http://schemas.microsoft.com/office/drawing/2014/main" id="{55AC4312-546D-44AF-9D98-C7B55153C2DD}"/>
              </a:ext>
            </a:extLst>
          </p:cNvPr>
          <p:cNvSpPr>
            <a:spLocks noGrp="1"/>
          </p:cNvSpPr>
          <p:nvPr/>
        </p:nvSpPr>
        <p:spPr>
          <a:xfrm>
            <a:off x="442907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96" name="01_find_only_2695">
            <a:extLst>
              <a:ext uri="{FF2B5EF4-FFF2-40B4-BE49-F238E27FC236}">
                <a16:creationId xmlns:a16="http://schemas.microsoft.com/office/drawing/2014/main" id="{041CA52A-9BC3-4208-887A-ECB389E322FB}"/>
              </a:ext>
            </a:extLst>
          </p:cNvPr>
          <p:cNvSpPr>
            <a:spLocks noGrp="1"/>
          </p:cNvSpPr>
          <p:nvPr/>
        </p:nvSpPr>
        <p:spPr>
          <a:xfrm>
            <a:off x="448231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97" name="01_find_only_2696">
            <a:extLst>
              <a:ext uri="{FF2B5EF4-FFF2-40B4-BE49-F238E27FC236}">
                <a16:creationId xmlns:a16="http://schemas.microsoft.com/office/drawing/2014/main" id="{51E0DCDE-4CA1-414B-9766-6544ED7859A4}"/>
              </a:ext>
            </a:extLst>
          </p:cNvPr>
          <p:cNvSpPr>
            <a:spLocks noGrp="1"/>
          </p:cNvSpPr>
          <p:nvPr/>
        </p:nvSpPr>
        <p:spPr>
          <a:xfrm>
            <a:off x="441314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98" name="01_find_only_2697">
            <a:extLst>
              <a:ext uri="{FF2B5EF4-FFF2-40B4-BE49-F238E27FC236}">
                <a16:creationId xmlns:a16="http://schemas.microsoft.com/office/drawing/2014/main" id="{DE369086-A05C-447C-B7FB-B5AF7A603FE3}"/>
              </a:ext>
            </a:extLst>
          </p:cNvPr>
          <p:cNvSpPr>
            <a:spLocks noGrp="1"/>
          </p:cNvSpPr>
          <p:nvPr/>
        </p:nvSpPr>
        <p:spPr>
          <a:xfrm>
            <a:off x="4460552" y="59193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699" name="01_find_only_2698">
            <a:extLst>
              <a:ext uri="{FF2B5EF4-FFF2-40B4-BE49-F238E27FC236}">
                <a16:creationId xmlns:a16="http://schemas.microsoft.com/office/drawing/2014/main" id="{E34CDB1B-0C80-4B10-AA80-3F0DC37A3F0D}"/>
              </a:ext>
            </a:extLst>
          </p:cNvPr>
          <p:cNvSpPr>
            <a:spLocks noGrp="1"/>
          </p:cNvSpPr>
          <p:nvPr/>
        </p:nvSpPr>
        <p:spPr>
          <a:xfrm>
            <a:off x="4396238" y="570129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00" name="01_find_only_2699">
            <a:extLst>
              <a:ext uri="{FF2B5EF4-FFF2-40B4-BE49-F238E27FC236}">
                <a16:creationId xmlns:a16="http://schemas.microsoft.com/office/drawing/2014/main" id="{DF1BA650-B750-4678-BABB-EC2612CBC22D}"/>
              </a:ext>
            </a:extLst>
          </p:cNvPr>
          <p:cNvSpPr>
            <a:spLocks noGrp="1"/>
          </p:cNvSpPr>
          <p:nvPr/>
        </p:nvSpPr>
        <p:spPr>
          <a:xfrm>
            <a:off x="441693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01" name="01_find_only_2700">
            <a:extLst>
              <a:ext uri="{FF2B5EF4-FFF2-40B4-BE49-F238E27FC236}">
                <a16:creationId xmlns:a16="http://schemas.microsoft.com/office/drawing/2014/main" id="{FBBCC3A3-CB52-43F1-958E-5EC04E9D0815}"/>
              </a:ext>
            </a:extLst>
          </p:cNvPr>
          <p:cNvSpPr>
            <a:spLocks noGrp="1"/>
          </p:cNvSpPr>
          <p:nvPr/>
        </p:nvSpPr>
        <p:spPr>
          <a:xfrm>
            <a:off x="4396044" y="59654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02" name="01_find_only_2701">
            <a:extLst>
              <a:ext uri="{FF2B5EF4-FFF2-40B4-BE49-F238E27FC236}">
                <a16:creationId xmlns:a16="http://schemas.microsoft.com/office/drawing/2014/main" id="{31418DAC-35F5-4646-AB10-50CA43218A98}"/>
              </a:ext>
            </a:extLst>
          </p:cNvPr>
          <p:cNvSpPr>
            <a:spLocks noGrp="1"/>
          </p:cNvSpPr>
          <p:nvPr/>
        </p:nvSpPr>
        <p:spPr>
          <a:xfrm>
            <a:off x="445093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03" name="01_find_only_2702">
            <a:extLst>
              <a:ext uri="{FF2B5EF4-FFF2-40B4-BE49-F238E27FC236}">
                <a16:creationId xmlns:a16="http://schemas.microsoft.com/office/drawing/2014/main" id="{6121536B-C8F7-4709-AAD7-AD7859026309}"/>
              </a:ext>
            </a:extLst>
          </p:cNvPr>
          <p:cNvSpPr>
            <a:spLocks noGrp="1"/>
          </p:cNvSpPr>
          <p:nvPr/>
        </p:nvSpPr>
        <p:spPr>
          <a:xfrm>
            <a:off x="440915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04" name="01_find_only_2703">
            <a:extLst>
              <a:ext uri="{FF2B5EF4-FFF2-40B4-BE49-F238E27FC236}">
                <a16:creationId xmlns:a16="http://schemas.microsoft.com/office/drawing/2014/main" id="{009D308C-ABA3-46B6-A452-BD2ECFA1A64E}"/>
              </a:ext>
            </a:extLst>
          </p:cNvPr>
          <p:cNvSpPr>
            <a:spLocks noGrp="1"/>
          </p:cNvSpPr>
          <p:nvPr/>
        </p:nvSpPr>
        <p:spPr>
          <a:xfrm>
            <a:off x="443830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05" name="01_find_only_2704">
            <a:extLst>
              <a:ext uri="{FF2B5EF4-FFF2-40B4-BE49-F238E27FC236}">
                <a16:creationId xmlns:a16="http://schemas.microsoft.com/office/drawing/2014/main" id="{B270EF88-5D2A-4DD0-88B9-AC7BD2092A6C}"/>
              </a:ext>
            </a:extLst>
          </p:cNvPr>
          <p:cNvSpPr>
            <a:spLocks noGrp="1"/>
          </p:cNvSpPr>
          <p:nvPr/>
        </p:nvSpPr>
        <p:spPr>
          <a:xfrm>
            <a:off x="442800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06" name="01_find_only_2705">
            <a:extLst>
              <a:ext uri="{FF2B5EF4-FFF2-40B4-BE49-F238E27FC236}">
                <a16:creationId xmlns:a16="http://schemas.microsoft.com/office/drawing/2014/main" id="{3F36CC58-55CE-4A24-B4E0-E9E9CFE9D353}"/>
              </a:ext>
            </a:extLst>
          </p:cNvPr>
          <p:cNvSpPr>
            <a:spLocks noGrp="1"/>
          </p:cNvSpPr>
          <p:nvPr/>
        </p:nvSpPr>
        <p:spPr>
          <a:xfrm>
            <a:off x="4418389" y="624992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07" name="01_find_only_2706">
            <a:extLst>
              <a:ext uri="{FF2B5EF4-FFF2-40B4-BE49-F238E27FC236}">
                <a16:creationId xmlns:a16="http://schemas.microsoft.com/office/drawing/2014/main" id="{6A014E9C-0B5E-40B2-A881-AF9F7406D5ED}"/>
              </a:ext>
            </a:extLst>
          </p:cNvPr>
          <p:cNvSpPr>
            <a:spLocks noGrp="1"/>
          </p:cNvSpPr>
          <p:nvPr/>
        </p:nvSpPr>
        <p:spPr>
          <a:xfrm>
            <a:off x="4395753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08" name="01_find_only_2707">
            <a:extLst>
              <a:ext uri="{FF2B5EF4-FFF2-40B4-BE49-F238E27FC236}">
                <a16:creationId xmlns:a16="http://schemas.microsoft.com/office/drawing/2014/main" id="{E99C386D-56E7-419B-B1B9-E140AAA0B835}"/>
              </a:ext>
            </a:extLst>
          </p:cNvPr>
          <p:cNvSpPr>
            <a:spLocks noGrp="1"/>
          </p:cNvSpPr>
          <p:nvPr/>
        </p:nvSpPr>
        <p:spPr>
          <a:xfrm>
            <a:off x="4482994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09" name="01_find_only_2708">
            <a:extLst>
              <a:ext uri="{FF2B5EF4-FFF2-40B4-BE49-F238E27FC236}">
                <a16:creationId xmlns:a16="http://schemas.microsoft.com/office/drawing/2014/main" id="{2E6541D0-5106-47AA-9442-6AB27195571B}"/>
              </a:ext>
            </a:extLst>
          </p:cNvPr>
          <p:cNvSpPr>
            <a:spLocks noGrp="1"/>
          </p:cNvSpPr>
          <p:nvPr/>
        </p:nvSpPr>
        <p:spPr>
          <a:xfrm>
            <a:off x="439711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10" name="01_find_only_2709">
            <a:extLst>
              <a:ext uri="{FF2B5EF4-FFF2-40B4-BE49-F238E27FC236}">
                <a16:creationId xmlns:a16="http://schemas.microsoft.com/office/drawing/2014/main" id="{CE7D9BCB-0E2A-4265-B4FE-6691C154F8E0}"/>
              </a:ext>
            </a:extLst>
          </p:cNvPr>
          <p:cNvSpPr>
            <a:spLocks noGrp="1"/>
          </p:cNvSpPr>
          <p:nvPr/>
        </p:nvSpPr>
        <p:spPr>
          <a:xfrm>
            <a:off x="447580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11" name="01_find_only_2710">
            <a:extLst>
              <a:ext uri="{FF2B5EF4-FFF2-40B4-BE49-F238E27FC236}">
                <a16:creationId xmlns:a16="http://schemas.microsoft.com/office/drawing/2014/main" id="{BB714689-82AC-4258-A1A4-292A235EDF97}"/>
              </a:ext>
            </a:extLst>
          </p:cNvPr>
          <p:cNvSpPr>
            <a:spLocks noGrp="1"/>
          </p:cNvSpPr>
          <p:nvPr/>
        </p:nvSpPr>
        <p:spPr>
          <a:xfrm>
            <a:off x="442946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12" name="01_find_only_2711">
            <a:extLst>
              <a:ext uri="{FF2B5EF4-FFF2-40B4-BE49-F238E27FC236}">
                <a16:creationId xmlns:a16="http://schemas.microsoft.com/office/drawing/2014/main" id="{B552C847-5A8C-4F3F-8ABB-0D14AD271F71}"/>
              </a:ext>
            </a:extLst>
          </p:cNvPr>
          <p:cNvSpPr>
            <a:spLocks noGrp="1"/>
          </p:cNvSpPr>
          <p:nvPr/>
        </p:nvSpPr>
        <p:spPr>
          <a:xfrm>
            <a:off x="4486978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13" name="01_find_only_2712">
            <a:extLst>
              <a:ext uri="{FF2B5EF4-FFF2-40B4-BE49-F238E27FC236}">
                <a16:creationId xmlns:a16="http://schemas.microsoft.com/office/drawing/2014/main" id="{486C6661-8814-43E6-984C-E84068DF6317}"/>
              </a:ext>
            </a:extLst>
          </p:cNvPr>
          <p:cNvSpPr>
            <a:spLocks noGrp="1"/>
          </p:cNvSpPr>
          <p:nvPr/>
        </p:nvSpPr>
        <p:spPr>
          <a:xfrm>
            <a:off x="4456570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14" name="01_find_only_2713">
            <a:extLst>
              <a:ext uri="{FF2B5EF4-FFF2-40B4-BE49-F238E27FC236}">
                <a16:creationId xmlns:a16="http://schemas.microsoft.com/office/drawing/2014/main" id="{EC43CA27-E905-47B9-8D91-E6F7C658B920}"/>
              </a:ext>
            </a:extLst>
          </p:cNvPr>
          <p:cNvSpPr>
            <a:spLocks noGrp="1"/>
          </p:cNvSpPr>
          <p:nvPr/>
        </p:nvSpPr>
        <p:spPr>
          <a:xfrm>
            <a:off x="4463176" y="600135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15" name="01_find_only_2714">
            <a:extLst>
              <a:ext uri="{FF2B5EF4-FFF2-40B4-BE49-F238E27FC236}">
                <a16:creationId xmlns:a16="http://schemas.microsoft.com/office/drawing/2014/main" id="{AC03DDC6-DAF7-475F-928A-C0F3E0575457}"/>
              </a:ext>
            </a:extLst>
          </p:cNvPr>
          <p:cNvSpPr>
            <a:spLocks noGrp="1"/>
          </p:cNvSpPr>
          <p:nvPr/>
        </p:nvSpPr>
        <p:spPr>
          <a:xfrm>
            <a:off x="4420526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16" name="01_find_only_2715">
            <a:extLst>
              <a:ext uri="{FF2B5EF4-FFF2-40B4-BE49-F238E27FC236}">
                <a16:creationId xmlns:a16="http://schemas.microsoft.com/office/drawing/2014/main" id="{058F9E18-0B9F-4871-8DF0-AAEC4FB59125}"/>
              </a:ext>
            </a:extLst>
          </p:cNvPr>
          <p:cNvSpPr>
            <a:spLocks noGrp="1"/>
          </p:cNvSpPr>
          <p:nvPr/>
        </p:nvSpPr>
        <p:spPr>
          <a:xfrm>
            <a:off x="4481537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17" name="01_find_only_2716">
            <a:extLst>
              <a:ext uri="{FF2B5EF4-FFF2-40B4-BE49-F238E27FC236}">
                <a16:creationId xmlns:a16="http://schemas.microsoft.com/office/drawing/2014/main" id="{9F08843F-EE25-4DE9-BF5E-8A1BBD14CE5C}"/>
              </a:ext>
            </a:extLst>
          </p:cNvPr>
          <p:cNvSpPr>
            <a:spLocks noGrp="1"/>
          </p:cNvSpPr>
          <p:nvPr/>
        </p:nvSpPr>
        <p:spPr>
          <a:xfrm>
            <a:off x="4463369" y="581870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18" name="01_find_only_2717">
            <a:extLst>
              <a:ext uri="{FF2B5EF4-FFF2-40B4-BE49-F238E27FC236}">
                <a16:creationId xmlns:a16="http://schemas.microsoft.com/office/drawing/2014/main" id="{8A1B79A6-4245-4ECF-9138-CC0E0D113FD3}"/>
              </a:ext>
            </a:extLst>
          </p:cNvPr>
          <p:cNvSpPr>
            <a:spLocks noGrp="1"/>
          </p:cNvSpPr>
          <p:nvPr/>
        </p:nvSpPr>
        <p:spPr>
          <a:xfrm>
            <a:off x="440789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19" name="01_find_only_2718">
            <a:extLst>
              <a:ext uri="{FF2B5EF4-FFF2-40B4-BE49-F238E27FC236}">
                <a16:creationId xmlns:a16="http://schemas.microsoft.com/office/drawing/2014/main" id="{6FF1563E-462B-419E-B0C3-351DCF2607C0}"/>
              </a:ext>
            </a:extLst>
          </p:cNvPr>
          <p:cNvSpPr>
            <a:spLocks noGrp="1"/>
          </p:cNvSpPr>
          <p:nvPr/>
        </p:nvSpPr>
        <p:spPr>
          <a:xfrm>
            <a:off x="4461718" y="5836320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20" name="01_find_only_2719">
            <a:extLst>
              <a:ext uri="{FF2B5EF4-FFF2-40B4-BE49-F238E27FC236}">
                <a16:creationId xmlns:a16="http://schemas.microsoft.com/office/drawing/2014/main" id="{15D04C1A-464C-456E-8379-2EC2C28D824E}"/>
              </a:ext>
            </a:extLst>
          </p:cNvPr>
          <p:cNvSpPr>
            <a:spLocks noGrp="1"/>
          </p:cNvSpPr>
          <p:nvPr/>
        </p:nvSpPr>
        <p:spPr>
          <a:xfrm>
            <a:off x="4412851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21" name="01_find_only_2720">
            <a:extLst>
              <a:ext uri="{FF2B5EF4-FFF2-40B4-BE49-F238E27FC236}">
                <a16:creationId xmlns:a16="http://schemas.microsoft.com/office/drawing/2014/main" id="{02BB7297-3211-406A-9DE0-C9EE94509ABB}"/>
              </a:ext>
            </a:extLst>
          </p:cNvPr>
          <p:cNvSpPr>
            <a:spLocks noGrp="1"/>
          </p:cNvSpPr>
          <p:nvPr/>
        </p:nvSpPr>
        <p:spPr>
          <a:xfrm>
            <a:off x="442042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22" name="01_find_only_2721">
            <a:extLst>
              <a:ext uri="{FF2B5EF4-FFF2-40B4-BE49-F238E27FC236}">
                <a16:creationId xmlns:a16="http://schemas.microsoft.com/office/drawing/2014/main" id="{B20CEBA6-854A-4AC8-AA23-1A75C087906F}"/>
              </a:ext>
            </a:extLst>
          </p:cNvPr>
          <p:cNvSpPr>
            <a:spLocks noGrp="1"/>
          </p:cNvSpPr>
          <p:nvPr/>
        </p:nvSpPr>
        <p:spPr>
          <a:xfrm>
            <a:off x="448076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23" name="01_find_only_2722">
            <a:extLst>
              <a:ext uri="{FF2B5EF4-FFF2-40B4-BE49-F238E27FC236}">
                <a16:creationId xmlns:a16="http://schemas.microsoft.com/office/drawing/2014/main" id="{147D661C-956C-4B8C-8128-C8D63742CC9E}"/>
              </a:ext>
            </a:extLst>
          </p:cNvPr>
          <p:cNvSpPr>
            <a:spLocks noGrp="1"/>
          </p:cNvSpPr>
          <p:nvPr/>
        </p:nvSpPr>
        <p:spPr>
          <a:xfrm>
            <a:off x="4421983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24" name="01_find_only_2723">
            <a:extLst>
              <a:ext uri="{FF2B5EF4-FFF2-40B4-BE49-F238E27FC236}">
                <a16:creationId xmlns:a16="http://schemas.microsoft.com/office/drawing/2014/main" id="{B2106C8C-E007-4454-BA7B-E3BFA8A4EFCB}"/>
              </a:ext>
            </a:extLst>
          </p:cNvPr>
          <p:cNvSpPr>
            <a:spLocks noGrp="1"/>
          </p:cNvSpPr>
          <p:nvPr/>
        </p:nvSpPr>
        <p:spPr>
          <a:xfrm>
            <a:off x="4475319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25" name="01_find_only_2724">
            <a:extLst>
              <a:ext uri="{FF2B5EF4-FFF2-40B4-BE49-F238E27FC236}">
                <a16:creationId xmlns:a16="http://schemas.microsoft.com/office/drawing/2014/main" id="{E9718810-83BC-4C72-BF72-A7A477ACF9B3}"/>
              </a:ext>
            </a:extLst>
          </p:cNvPr>
          <p:cNvSpPr>
            <a:spLocks noGrp="1"/>
          </p:cNvSpPr>
          <p:nvPr/>
        </p:nvSpPr>
        <p:spPr>
          <a:xfrm>
            <a:off x="447609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26" name="01_find_only_2725">
            <a:extLst>
              <a:ext uri="{FF2B5EF4-FFF2-40B4-BE49-F238E27FC236}">
                <a16:creationId xmlns:a16="http://schemas.microsoft.com/office/drawing/2014/main" id="{B276B3E9-F63C-4A52-8BAC-FD19616E49D2}"/>
              </a:ext>
            </a:extLst>
          </p:cNvPr>
          <p:cNvSpPr>
            <a:spLocks noGrp="1"/>
          </p:cNvSpPr>
          <p:nvPr/>
        </p:nvSpPr>
        <p:spPr>
          <a:xfrm>
            <a:off x="4478622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27" name="01_find_only_2726">
            <a:extLst>
              <a:ext uri="{FF2B5EF4-FFF2-40B4-BE49-F238E27FC236}">
                <a16:creationId xmlns:a16="http://schemas.microsoft.com/office/drawing/2014/main" id="{B6625A53-7792-4E03-9D7C-5A24BFD2883F}"/>
              </a:ext>
            </a:extLst>
          </p:cNvPr>
          <p:cNvSpPr>
            <a:spLocks noGrp="1"/>
          </p:cNvSpPr>
          <p:nvPr/>
        </p:nvSpPr>
        <p:spPr>
          <a:xfrm>
            <a:off x="4422761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28" name="01_find_only_2727">
            <a:extLst>
              <a:ext uri="{FF2B5EF4-FFF2-40B4-BE49-F238E27FC236}">
                <a16:creationId xmlns:a16="http://schemas.microsoft.com/office/drawing/2014/main" id="{A449F662-9868-4987-A579-FC88D21E8542}"/>
              </a:ext>
            </a:extLst>
          </p:cNvPr>
          <p:cNvSpPr>
            <a:spLocks noGrp="1"/>
          </p:cNvSpPr>
          <p:nvPr/>
        </p:nvSpPr>
        <p:spPr>
          <a:xfrm>
            <a:off x="440809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29" name="01_find_only_2728">
            <a:extLst>
              <a:ext uri="{FF2B5EF4-FFF2-40B4-BE49-F238E27FC236}">
                <a16:creationId xmlns:a16="http://schemas.microsoft.com/office/drawing/2014/main" id="{F9839E11-E696-4974-AF46-EEE3A8B41C15}"/>
              </a:ext>
            </a:extLst>
          </p:cNvPr>
          <p:cNvSpPr>
            <a:spLocks noGrp="1"/>
          </p:cNvSpPr>
          <p:nvPr/>
        </p:nvSpPr>
        <p:spPr>
          <a:xfrm>
            <a:off x="446463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30" name="01_find_only_2729">
            <a:extLst>
              <a:ext uri="{FF2B5EF4-FFF2-40B4-BE49-F238E27FC236}">
                <a16:creationId xmlns:a16="http://schemas.microsoft.com/office/drawing/2014/main" id="{62FF6A17-D501-4544-B977-BBEF9978BFA4}"/>
              </a:ext>
            </a:extLst>
          </p:cNvPr>
          <p:cNvSpPr>
            <a:spLocks noGrp="1"/>
          </p:cNvSpPr>
          <p:nvPr/>
        </p:nvSpPr>
        <p:spPr>
          <a:xfrm>
            <a:off x="440352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31" name="01_find_only_2730">
            <a:extLst>
              <a:ext uri="{FF2B5EF4-FFF2-40B4-BE49-F238E27FC236}">
                <a16:creationId xmlns:a16="http://schemas.microsoft.com/office/drawing/2014/main" id="{343BC428-2440-4C80-B73D-2C0924BB82D8}"/>
              </a:ext>
            </a:extLst>
          </p:cNvPr>
          <p:cNvSpPr>
            <a:spLocks noGrp="1"/>
          </p:cNvSpPr>
          <p:nvPr/>
        </p:nvSpPr>
        <p:spPr>
          <a:xfrm>
            <a:off x="440964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32" name="01_find_only_2731">
            <a:extLst>
              <a:ext uri="{FF2B5EF4-FFF2-40B4-BE49-F238E27FC236}">
                <a16:creationId xmlns:a16="http://schemas.microsoft.com/office/drawing/2014/main" id="{1173C5CA-E788-4396-93C2-A9B2E383DF7C}"/>
              </a:ext>
            </a:extLst>
          </p:cNvPr>
          <p:cNvSpPr>
            <a:spLocks noGrp="1"/>
          </p:cNvSpPr>
          <p:nvPr/>
        </p:nvSpPr>
        <p:spPr>
          <a:xfrm>
            <a:off x="4467062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33" name="01_find_only_2732">
            <a:extLst>
              <a:ext uri="{FF2B5EF4-FFF2-40B4-BE49-F238E27FC236}">
                <a16:creationId xmlns:a16="http://schemas.microsoft.com/office/drawing/2014/main" id="{2E545E63-0218-4420-BEA9-7268683D2F8B}"/>
              </a:ext>
            </a:extLst>
          </p:cNvPr>
          <p:cNvSpPr>
            <a:spLocks noGrp="1"/>
          </p:cNvSpPr>
          <p:nvPr/>
        </p:nvSpPr>
        <p:spPr>
          <a:xfrm>
            <a:off x="440439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34" name="01_find_only_2733">
            <a:extLst>
              <a:ext uri="{FF2B5EF4-FFF2-40B4-BE49-F238E27FC236}">
                <a16:creationId xmlns:a16="http://schemas.microsoft.com/office/drawing/2014/main" id="{0B02C64A-6FB8-49C9-8EA5-446FA6788E1D}"/>
              </a:ext>
            </a:extLst>
          </p:cNvPr>
          <p:cNvSpPr>
            <a:spLocks noGrp="1"/>
          </p:cNvSpPr>
          <p:nvPr/>
        </p:nvSpPr>
        <p:spPr>
          <a:xfrm>
            <a:off x="448571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35" name="01_find_only_2734">
            <a:extLst>
              <a:ext uri="{FF2B5EF4-FFF2-40B4-BE49-F238E27FC236}">
                <a16:creationId xmlns:a16="http://schemas.microsoft.com/office/drawing/2014/main" id="{343CAF68-1FC7-42ED-8212-4EF39A8542B3}"/>
              </a:ext>
            </a:extLst>
          </p:cNvPr>
          <p:cNvSpPr>
            <a:spLocks noGrp="1"/>
          </p:cNvSpPr>
          <p:nvPr/>
        </p:nvSpPr>
        <p:spPr>
          <a:xfrm>
            <a:off x="447085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36" name="01_find_only_2735">
            <a:extLst>
              <a:ext uri="{FF2B5EF4-FFF2-40B4-BE49-F238E27FC236}">
                <a16:creationId xmlns:a16="http://schemas.microsoft.com/office/drawing/2014/main" id="{8318C1D2-9409-4B60-A877-7FFDC9FFCAD7}"/>
              </a:ext>
            </a:extLst>
          </p:cNvPr>
          <p:cNvSpPr>
            <a:spLocks noGrp="1"/>
          </p:cNvSpPr>
          <p:nvPr/>
        </p:nvSpPr>
        <p:spPr>
          <a:xfrm>
            <a:off x="443568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37" name="01_find_only_2736">
            <a:extLst>
              <a:ext uri="{FF2B5EF4-FFF2-40B4-BE49-F238E27FC236}">
                <a16:creationId xmlns:a16="http://schemas.microsoft.com/office/drawing/2014/main" id="{7F36146D-BFED-4D8E-8711-BB0F3F047B4E}"/>
              </a:ext>
            </a:extLst>
          </p:cNvPr>
          <p:cNvSpPr>
            <a:spLocks noGrp="1"/>
          </p:cNvSpPr>
          <p:nvPr/>
        </p:nvSpPr>
        <p:spPr>
          <a:xfrm>
            <a:off x="441926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38" name="01_find_only_2737">
            <a:extLst>
              <a:ext uri="{FF2B5EF4-FFF2-40B4-BE49-F238E27FC236}">
                <a16:creationId xmlns:a16="http://schemas.microsoft.com/office/drawing/2014/main" id="{3A13208A-41F0-42EE-BE3D-9687C33AC61A}"/>
              </a:ext>
            </a:extLst>
          </p:cNvPr>
          <p:cNvSpPr>
            <a:spLocks noGrp="1"/>
          </p:cNvSpPr>
          <p:nvPr/>
        </p:nvSpPr>
        <p:spPr>
          <a:xfrm>
            <a:off x="4488435" y="573484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39" name="01_find_only_2738">
            <a:extLst>
              <a:ext uri="{FF2B5EF4-FFF2-40B4-BE49-F238E27FC236}">
                <a16:creationId xmlns:a16="http://schemas.microsoft.com/office/drawing/2014/main" id="{342468B8-1CC4-42AA-BE94-6630A5D020AE}"/>
              </a:ext>
            </a:extLst>
          </p:cNvPr>
          <p:cNvSpPr>
            <a:spLocks noGrp="1"/>
          </p:cNvSpPr>
          <p:nvPr/>
        </p:nvSpPr>
        <p:spPr>
          <a:xfrm>
            <a:off x="445316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40" name="01_find_only_2739">
            <a:extLst>
              <a:ext uri="{FF2B5EF4-FFF2-40B4-BE49-F238E27FC236}">
                <a16:creationId xmlns:a16="http://schemas.microsoft.com/office/drawing/2014/main" id="{F7B3A58D-228E-4889-AE72-BDC4EF6E8F56}"/>
              </a:ext>
            </a:extLst>
          </p:cNvPr>
          <p:cNvSpPr>
            <a:spLocks noGrp="1"/>
          </p:cNvSpPr>
          <p:nvPr/>
        </p:nvSpPr>
        <p:spPr>
          <a:xfrm>
            <a:off x="447531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41" name="01_find_only_2740">
            <a:extLst>
              <a:ext uri="{FF2B5EF4-FFF2-40B4-BE49-F238E27FC236}">
                <a16:creationId xmlns:a16="http://schemas.microsoft.com/office/drawing/2014/main" id="{2EA32549-866A-45DE-B004-CF9489F86058}"/>
              </a:ext>
            </a:extLst>
          </p:cNvPr>
          <p:cNvSpPr>
            <a:spLocks noGrp="1"/>
          </p:cNvSpPr>
          <p:nvPr/>
        </p:nvSpPr>
        <p:spPr>
          <a:xfrm>
            <a:off x="4407216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42" name="01_find_only_2741">
            <a:extLst>
              <a:ext uri="{FF2B5EF4-FFF2-40B4-BE49-F238E27FC236}">
                <a16:creationId xmlns:a16="http://schemas.microsoft.com/office/drawing/2014/main" id="{9900CFFB-CCCE-4346-B4BA-C85683207B3F}"/>
              </a:ext>
            </a:extLst>
          </p:cNvPr>
          <p:cNvSpPr>
            <a:spLocks noGrp="1"/>
          </p:cNvSpPr>
          <p:nvPr/>
        </p:nvSpPr>
        <p:spPr>
          <a:xfrm>
            <a:off x="443461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43" name="01_find_only_2742">
            <a:extLst>
              <a:ext uri="{FF2B5EF4-FFF2-40B4-BE49-F238E27FC236}">
                <a16:creationId xmlns:a16="http://schemas.microsoft.com/office/drawing/2014/main" id="{3BF6AAC0-3BDC-4D0D-BE7E-73E192E158CE}"/>
              </a:ext>
            </a:extLst>
          </p:cNvPr>
          <p:cNvSpPr>
            <a:spLocks noGrp="1"/>
          </p:cNvSpPr>
          <p:nvPr/>
        </p:nvSpPr>
        <p:spPr>
          <a:xfrm>
            <a:off x="446929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44" name="01_find_only_2743">
            <a:extLst>
              <a:ext uri="{FF2B5EF4-FFF2-40B4-BE49-F238E27FC236}">
                <a16:creationId xmlns:a16="http://schemas.microsoft.com/office/drawing/2014/main" id="{DB4D6020-0A9F-4482-947A-AF58308267B7}"/>
              </a:ext>
            </a:extLst>
          </p:cNvPr>
          <p:cNvSpPr>
            <a:spLocks noGrp="1"/>
          </p:cNvSpPr>
          <p:nvPr/>
        </p:nvSpPr>
        <p:spPr>
          <a:xfrm>
            <a:off x="445520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45" name="01_find_only_2744">
            <a:extLst>
              <a:ext uri="{FF2B5EF4-FFF2-40B4-BE49-F238E27FC236}">
                <a16:creationId xmlns:a16="http://schemas.microsoft.com/office/drawing/2014/main" id="{96C3EDD5-7027-43D0-ACDA-31D04952114C}"/>
              </a:ext>
            </a:extLst>
          </p:cNvPr>
          <p:cNvSpPr>
            <a:spLocks noGrp="1"/>
          </p:cNvSpPr>
          <p:nvPr/>
        </p:nvSpPr>
        <p:spPr>
          <a:xfrm>
            <a:off x="4483674" y="579326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46" name="01_find_only_2745">
            <a:extLst>
              <a:ext uri="{FF2B5EF4-FFF2-40B4-BE49-F238E27FC236}">
                <a16:creationId xmlns:a16="http://schemas.microsoft.com/office/drawing/2014/main" id="{DB84BB06-0FBA-49B1-8E13-7DEC31D1A4EC}"/>
              </a:ext>
            </a:extLst>
          </p:cNvPr>
          <p:cNvSpPr>
            <a:spLocks noGrp="1"/>
          </p:cNvSpPr>
          <p:nvPr/>
        </p:nvSpPr>
        <p:spPr>
          <a:xfrm>
            <a:off x="4393518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47" name="01_find_only_2746">
            <a:extLst>
              <a:ext uri="{FF2B5EF4-FFF2-40B4-BE49-F238E27FC236}">
                <a16:creationId xmlns:a16="http://schemas.microsoft.com/office/drawing/2014/main" id="{A36D7C21-CC9E-4D61-9EB0-0910D4B260F8}"/>
              </a:ext>
            </a:extLst>
          </p:cNvPr>
          <p:cNvSpPr>
            <a:spLocks noGrp="1"/>
          </p:cNvSpPr>
          <p:nvPr/>
        </p:nvSpPr>
        <p:spPr>
          <a:xfrm>
            <a:off x="443354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48" name="01_find_only_2747">
            <a:extLst>
              <a:ext uri="{FF2B5EF4-FFF2-40B4-BE49-F238E27FC236}">
                <a16:creationId xmlns:a16="http://schemas.microsoft.com/office/drawing/2014/main" id="{99A89B2F-08EA-4024-BD1A-6FBFC5C75BB8}"/>
              </a:ext>
            </a:extLst>
          </p:cNvPr>
          <p:cNvSpPr>
            <a:spLocks noGrp="1"/>
          </p:cNvSpPr>
          <p:nvPr/>
        </p:nvSpPr>
        <p:spPr>
          <a:xfrm>
            <a:off x="445171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49" name="01_find_only_2748">
            <a:extLst>
              <a:ext uri="{FF2B5EF4-FFF2-40B4-BE49-F238E27FC236}">
                <a16:creationId xmlns:a16="http://schemas.microsoft.com/office/drawing/2014/main" id="{F25802C1-7192-4868-9601-85878EB9AAAE}"/>
              </a:ext>
            </a:extLst>
          </p:cNvPr>
          <p:cNvSpPr>
            <a:spLocks noGrp="1"/>
          </p:cNvSpPr>
          <p:nvPr/>
        </p:nvSpPr>
        <p:spPr>
          <a:xfrm>
            <a:off x="442149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50" name="01_find_only_2749">
            <a:extLst>
              <a:ext uri="{FF2B5EF4-FFF2-40B4-BE49-F238E27FC236}">
                <a16:creationId xmlns:a16="http://schemas.microsoft.com/office/drawing/2014/main" id="{670376F3-93EA-43A9-B1F9-1DA9B94F1486}"/>
              </a:ext>
            </a:extLst>
          </p:cNvPr>
          <p:cNvSpPr>
            <a:spLocks noGrp="1"/>
          </p:cNvSpPr>
          <p:nvPr/>
        </p:nvSpPr>
        <p:spPr>
          <a:xfrm>
            <a:off x="444325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51" name="01_find_only_2750">
            <a:extLst>
              <a:ext uri="{FF2B5EF4-FFF2-40B4-BE49-F238E27FC236}">
                <a16:creationId xmlns:a16="http://schemas.microsoft.com/office/drawing/2014/main" id="{4543CB0E-A4BD-4E81-9EC9-D29E163A914D}"/>
              </a:ext>
            </a:extLst>
          </p:cNvPr>
          <p:cNvSpPr>
            <a:spLocks noGrp="1"/>
          </p:cNvSpPr>
          <p:nvPr/>
        </p:nvSpPr>
        <p:spPr>
          <a:xfrm>
            <a:off x="4431018" y="61807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52" name="01_find_only_2751">
            <a:extLst>
              <a:ext uri="{FF2B5EF4-FFF2-40B4-BE49-F238E27FC236}">
                <a16:creationId xmlns:a16="http://schemas.microsoft.com/office/drawing/2014/main" id="{DAC68C99-8E94-4B02-89A1-5183AACACADC}"/>
              </a:ext>
            </a:extLst>
          </p:cNvPr>
          <p:cNvSpPr>
            <a:spLocks noGrp="1"/>
          </p:cNvSpPr>
          <p:nvPr/>
        </p:nvSpPr>
        <p:spPr>
          <a:xfrm>
            <a:off x="4472988" y="619610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53" name="01_find_only_2752">
            <a:extLst>
              <a:ext uri="{FF2B5EF4-FFF2-40B4-BE49-F238E27FC236}">
                <a16:creationId xmlns:a16="http://schemas.microsoft.com/office/drawing/2014/main" id="{325504B4-0D0D-4334-9171-6174ED35CA10}"/>
              </a:ext>
            </a:extLst>
          </p:cNvPr>
          <p:cNvSpPr>
            <a:spLocks noGrp="1"/>
          </p:cNvSpPr>
          <p:nvPr/>
        </p:nvSpPr>
        <p:spPr>
          <a:xfrm>
            <a:off x="440420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54" name="01_find_only_2753">
            <a:extLst>
              <a:ext uri="{FF2B5EF4-FFF2-40B4-BE49-F238E27FC236}">
                <a16:creationId xmlns:a16="http://schemas.microsoft.com/office/drawing/2014/main" id="{1744DA80-B377-4649-B5B6-160CF4D94293}"/>
              </a:ext>
            </a:extLst>
          </p:cNvPr>
          <p:cNvSpPr>
            <a:spLocks noGrp="1"/>
          </p:cNvSpPr>
          <p:nvPr/>
        </p:nvSpPr>
        <p:spPr>
          <a:xfrm>
            <a:off x="440867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55" name="01_find_only_2754">
            <a:extLst>
              <a:ext uri="{FF2B5EF4-FFF2-40B4-BE49-F238E27FC236}">
                <a16:creationId xmlns:a16="http://schemas.microsoft.com/office/drawing/2014/main" id="{AE96CF8A-AB46-4659-819E-3C071A06D09A}"/>
              </a:ext>
            </a:extLst>
          </p:cNvPr>
          <p:cNvSpPr>
            <a:spLocks noGrp="1"/>
          </p:cNvSpPr>
          <p:nvPr/>
        </p:nvSpPr>
        <p:spPr>
          <a:xfrm>
            <a:off x="4449088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56" name="01_find_only_2755">
            <a:extLst>
              <a:ext uri="{FF2B5EF4-FFF2-40B4-BE49-F238E27FC236}">
                <a16:creationId xmlns:a16="http://schemas.microsoft.com/office/drawing/2014/main" id="{7057B243-1AB6-4B83-83B5-387283DE8166}"/>
              </a:ext>
            </a:extLst>
          </p:cNvPr>
          <p:cNvSpPr>
            <a:spLocks noGrp="1"/>
          </p:cNvSpPr>
          <p:nvPr/>
        </p:nvSpPr>
        <p:spPr>
          <a:xfrm>
            <a:off x="444821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57" name="01_find_only_2756">
            <a:extLst>
              <a:ext uri="{FF2B5EF4-FFF2-40B4-BE49-F238E27FC236}">
                <a16:creationId xmlns:a16="http://schemas.microsoft.com/office/drawing/2014/main" id="{CF4EC62C-4A04-448D-B011-518542F9C552}"/>
              </a:ext>
            </a:extLst>
          </p:cNvPr>
          <p:cNvSpPr>
            <a:spLocks noGrp="1"/>
          </p:cNvSpPr>
          <p:nvPr/>
        </p:nvSpPr>
        <p:spPr>
          <a:xfrm>
            <a:off x="447978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58" name="01_find_only_2757">
            <a:extLst>
              <a:ext uri="{FF2B5EF4-FFF2-40B4-BE49-F238E27FC236}">
                <a16:creationId xmlns:a16="http://schemas.microsoft.com/office/drawing/2014/main" id="{555FDB6E-9E98-4446-93ED-BEB3BCDDC078}"/>
              </a:ext>
            </a:extLst>
          </p:cNvPr>
          <p:cNvSpPr>
            <a:spLocks noGrp="1"/>
          </p:cNvSpPr>
          <p:nvPr/>
        </p:nvSpPr>
        <p:spPr>
          <a:xfrm>
            <a:off x="446511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59" name="01_find_only_2758">
            <a:extLst>
              <a:ext uri="{FF2B5EF4-FFF2-40B4-BE49-F238E27FC236}">
                <a16:creationId xmlns:a16="http://schemas.microsoft.com/office/drawing/2014/main" id="{2377D81A-CCEE-456E-8520-CCC8F2D9C2B7}"/>
              </a:ext>
            </a:extLst>
          </p:cNvPr>
          <p:cNvSpPr>
            <a:spLocks noGrp="1"/>
          </p:cNvSpPr>
          <p:nvPr/>
        </p:nvSpPr>
        <p:spPr>
          <a:xfrm>
            <a:off x="441926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60" name="01_find_only_2759">
            <a:extLst>
              <a:ext uri="{FF2B5EF4-FFF2-40B4-BE49-F238E27FC236}">
                <a16:creationId xmlns:a16="http://schemas.microsoft.com/office/drawing/2014/main" id="{E20BF59C-58C3-4BA7-B187-DFBB13FFFA3E}"/>
              </a:ext>
            </a:extLst>
          </p:cNvPr>
          <p:cNvSpPr>
            <a:spLocks noGrp="1"/>
          </p:cNvSpPr>
          <p:nvPr/>
        </p:nvSpPr>
        <p:spPr>
          <a:xfrm>
            <a:off x="4467062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61" name="01_find_only_2760">
            <a:extLst>
              <a:ext uri="{FF2B5EF4-FFF2-40B4-BE49-F238E27FC236}">
                <a16:creationId xmlns:a16="http://schemas.microsoft.com/office/drawing/2014/main" id="{4ED8706E-8901-41B9-ACD7-CC3C45F4E103}"/>
              </a:ext>
            </a:extLst>
          </p:cNvPr>
          <p:cNvSpPr>
            <a:spLocks noGrp="1"/>
          </p:cNvSpPr>
          <p:nvPr/>
        </p:nvSpPr>
        <p:spPr>
          <a:xfrm>
            <a:off x="4459192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62" name="01_find_only_2761">
            <a:extLst>
              <a:ext uri="{FF2B5EF4-FFF2-40B4-BE49-F238E27FC236}">
                <a16:creationId xmlns:a16="http://schemas.microsoft.com/office/drawing/2014/main" id="{AD758C5B-339F-4A35-945A-1C9679B0D146}"/>
              </a:ext>
            </a:extLst>
          </p:cNvPr>
          <p:cNvSpPr>
            <a:spLocks noGrp="1"/>
          </p:cNvSpPr>
          <p:nvPr/>
        </p:nvSpPr>
        <p:spPr>
          <a:xfrm>
            <a:off x="446336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63" name="01_find_only_2762">
            <a:extLst>
              <a:ext uri="{FF2B5EF4-FFF2-40B4-BE49-F238E27FC236}">
                <a16:creationId xmlns:a16="http://schemas.microsoft.com/office/drawing/2014/main" id="{A49368C0-C546-47D8-B20F-C3F21DA087F7}"/>
              </a:ext>
            </a:extLst>
          </p:cNvPr>
          <p:cNvSpPr>
            <a:spLocks noGrp="1"/>
          </p:cNvSpPr>
          <p:nvPr/>
        </p:nvSpPr>
        <p:spPr>
          <a:xfrm>
            <a:off x="444500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64" name="01_find_only_2763">
            <a:extLst>
              <a:ext uri="{FF2B5EF4-FFF2-40B4-BE49-F238E27FC236}">
                <a16:creationId xmlns:a16="http://schemas.microsoft.com/office/drawing/2014/main" id="{7C030547-CD2F-4972-BE29-61309628338F}"/>
              </a:ext>
            </a:extLst>
          </p:cNvPr>
          <p:cNvSpPr>
            <a:spLocks noGrp="1"/>
          </p:cNvSpPr>
          <p:nvPr/>
        </p:nvSpPr>
        <p:spPr>
          <a:xfrm>
            <a:off x="439458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65" name="01_find_only_2764">
            <a:extLst>
              <a:ext uri="{FF2B5EF4-FFF2-40B4-BE49-F238E27FC236}">
                <a16:creationId xmlns:a16="http://schemas.microsoft.com/office/drawing/2014/main" id="{5146C38C-0B21-4389-92D0-10AC3ADC10D3}"/>
              </a:ext>
            </a:extLst>
          </p:cNvPr>
          <p:cNvSpPr>
            <a:spLocks noGrp="1"/>
          </p:cNvSpPr>
          <p:nvPr/>
        </p:nvSpPr>
        <p:spPr>
          <a:xfrm>
            <a:off x="4459581" y="589096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66" name="01_find_only_2765">
            <a:extLst>
              <a:ext uri="{FF2B5EF4-FFF2-40B4-BE49-F238E27FC236}">
                <a16:creationId xmlns:a16="http://schemas.microsoft.com/office/drawing/2014/main" id="{3F2FEC29-8F34-4DF3-95A0-6F5D7D401519}"/>
              </a:ext>
            </a:extLst>
          </p:cNvPr>
          <p:cNvSpPr>
            <a:spLocks noGrp="1"/>
          </p:cNvSpPr>
          <p:nvPr/>
        </p:nvSpPr>
        <p:spPr>
          <a:xfrm>
            <a:off x="4472405" y="578609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67" name="01_find_only_2766">
            <a:extLst>
              <a:ext uri="{FF2B5EF4-FFF2-40B4-BE49-F238E27FC236}">
                <a16:creationId xmlns:a16="http://schemas.microsoft.com/office/drawing/2014/main" id="{68E48261-FEFD-42CC-9A32-E71802A33231}"/>
              </a:ext>
            </a:extLst>
          </p:cNvPr>
          <p:cNvSpPr>
            <a:spLocks noGrp="1"/>
          </p:cNvSpPr>
          <p:nvPr/>
        </p:nvSpPr>
        <p:spPr>
          <a:xfrm>
            <a:off x="441071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68" name="01_find_only_2767">
            <a:extLst>
              <a:ext uri="{FF2B5EF4-FFF2-40B4-BE49-F238E27FC236}">
                <a16:creationId xmlns:a16="http://schemas.microsoft.com/office/drawing/2014/main" id="{AFEB519E-3C0D-4242-BA7E-0438C4E53A45}"/>
              </a:ext>
            </a:extLst>
          </p:cNvPr>
          <p:cNvSpPr>
            <a:spLocks noGrp="1"/>
          </p:cNvSpPr>
          <p:nvPr/>
        </p:nvSpPr>
        <p:spPr>
          <a:xfrm>
            <a:off x="4403427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69" name="01_find_only_2768">
            <a:extLst>
              <a:ext uri="{FF2B5EF4-FFF2-40B4-BE49-F238E27FC236}">
                <a16:creationId xmlns:a16="http://schemas.microsoft.com/office/drawing/2014/main" id="{8F9845D7-9D8D-442E-A7EF-6F92CE894904}"/>
              </a:ext>
            </a:extLst>
          </p:cNvPr>
          <p:cNvSpPr>
            <a:spLocks noGrp="1"/>
          </p:cNvSpPr>
          <p:nvPr/>
        </p:nvSpPr>
        <p:spPr>
          <a:xfrm>
            <a:off x="445938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70" name="01_find_only_2769">
            <a:extLst>
              <a:ext uri="{FF2B5EF4-FFF2-40B4-BE49-F238E27FC236}">
                <a16:creationId xmlns:a16="http://schemas.microsoft.com/office/drawing/2014/main" id="{E6515926-1254-4A40-B9CE-B0A5463BA1A5}"/>
              </a:ext>
            </a:extLst>
          </p:cNvPr>
          <p:cNvSpPr>
            <a:spLocks noGrp="1"/>
          </p:cNvSpPr>
          <p:nvPr/>
        </p:nvSpPr>
        <p:spPr>
          <a:xfrm>
            <a:off x="4484452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71" name="01_find_only_2770">
            <a:extLst>
              <a:ext uri="{FF2B5EF4-FFF2-40B4-BE49-F238E27FC236}">
                <a16:creationId xmlns:a16="http://schemas.microsoft.com/office/drawing/2014/main" id="{B16C1B5B-9C9B-4C5C-AA12-8A992B4597A3}"/>
              </a:ext>
            </a:extLst>
          </p:cNvPr>
          <p:cNvSpPr>
            <a:spLocks noGrp="1"/>
          </p:cNvSpPr>
          <p:nvPr/>
        </p:nvSpPr>
        <p:spPr>
          <a:xfrm>
            <a:off x="448863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72" name="01_find_only_2771">
            <a:extLst>
              <a:ext uri="{FF2B5EF4-FFF2-40B4-BE49-F238E27FC236}">
                <a16:creationId xmlns:a16="http://schemas.microsoft.com/office/drawing/2014/main" id="{5D766458-E6F9-4384-BA21-E495DA856679}"/>
              </a:ext>
            </a:extLst>
          </p:cNvPr>
          <p:cNvSpPr>
            <a:spLocks noGrp="1"/>
          </p:cNvSpPr>
          <p:nvPr/>
        </p:nvSpPr>
        <p:spPr>
          <a:xfrm>
            <a:off x="442859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73" name="01_find_only_2772">
            <a:extLst>
              <a:ext uri="{FF2B5EF4-FFF2-40B4-BE49-F238E27FC236}">
                <a16:creationId xmlns:a16="http://schemas.microsoft.com/office/drawing/2014/main" id="{984D2189-6C57-4684-8971-43E07242BB98}"/>
              </a:ext>
            </a:extLst>
          </p:cNvPr>
          <p:cNvSpPr>
            <a:spLocks noGrp="1"/>
          </p:cNvSpPr>
          <p:nvPr/>
        </p:nvSpPr>
        <p:spPr>
          <a:xfrm>
            <a:off x="446424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74" name="01_find_only_2773">
            <a:extLst>
              <a:ext uri="{FF2B5EF4-FFF2-40B4-BE49-F238E27FC236}">
                <a16:creationId xmlns:a16="http://schemas.microsoft.com/office/drawing/2014/main" id="{E8CC1588-294B-4E5F-B0D1-BBDF61A84B7F}"/>
              </a:ext>
            </a:extLst>
          </p:cNvPr>
          <p:cNvSpPr>
            <a:spLocks noGrp="1"/>
          </p:cNvSpPr>
          <p:nvPr/>
        </p:nvSpPr>
        <p:spPr>
          <a:xfrm>
            <a:off x="447162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75" name="01_find_only_2774">
            <a:extLst>
              <a:ext uri="{FF2B5EF4-FFF2-40B4-BE49-F238E27FC236}">
                <a16:creationId xmlns:a16="http://schemas.microsoft.com/office/drawing/2014/main" id="{141EF903-2B2C-48E0-A9C8-C15A7AB9E65E}"/>
              </a:ext>
            </a:extLst>
          </p:cNvPr>
          <p:cNvSpPr>
            <a:spLocks noGrp="1"/>
          </p:cNvSpPr>
          <p:nvPr/>
        </p:nvSpPr>
        <p:spPr>
          <a:xfrm>
            <a:off x="448338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76" name="01_find_only_2775">
            <a:extLst>
              <a:ext uri="{FF2B5EF4-FFF2-40B4-BE49-F238E27FC236}">
                <a16:creationId xmlns:a16="http://schemas.microsoft.com/office/drawing/2014/main" id="{B67C82A5-FFC9-4F1F-9F72-B18D7F1D492D}"/>
              </a:ext>
            </a:extLst>
          </p:cNvPr>
          <p:cNvSpPr>
            <a:spLocks noGrp="1"/>
          </p:cNvSpPr>
          <p:nvPr/>
        </p:nvSpPr>
        <p:spPr>
          <a:xfrm>
            <a:off x="447308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77" name="01_find_only_2776">
            <a:extLst>
              <a:ext uri="{FF2B5EF4-FFF2-40B4-BE49-F238E27FC236}">
                <a16:creationId xmlns:a16="http://schemas.microsoft.com/office/drawing/2014/main" id="{1F1E6C94-061A-49BF-9B51-5E8B019407AE}"/>
              </a:ext>
            </a:extLst>
          </p:cNvPr>
          <p:cNvSpPr>
            <a:spLocks noGrp="1"/>
          </p:cNvSpPr>
          <p:nvPr/>
        </p:nvSpPr>
        <p:spPr>
          <a:xfrm>
            <a:off x="445841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78" name="01_find_only_2777">
            <a:extLst>
              <a:ext uri="{FF2B5EF4-FFF2-40B4-BE49-F238E27FC236}">
                <a16:creationId xmlns:a16="http://schemas.microsoft.com/office/drawing/2014/main" id="{C52F7766-FDE5-4E98-B24B-E69E6D123957}"/>
              </a:ext>
            </a:extLst>
          </p:cNvPr>
          <p:cNvSpPr>
            <a:spLocks noGrp="1"/>
          </p:cNvSpPr>
          <p:nvPr/>
        </p:nvSpPr>
        <p:spPr>
          <a:xfrm>
            <a:off x="439886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79" name="01_find_only_2778">
            <a:extLst>
              <a:ext uri="{FF2B5EF4-FFF2-40B4-BE49-F238E27FC236}">
                <a16:creationId xmlns:a16="http://schemas.microsoft.com/office/drawing/2014/main" id="{31C6550F-315A-43B5-958F-B08DC4A1A1DB}"/>
              </a:ext>
            </a:extLst>
          </p:cNvPr>
          <p:cNvSpPr>
            <a:spLocks noGrp="1"/>
          </p:cNvSpPr>
          <p:nvPr/>
        </p:nvSpPr>
        <p:spPr>
          <a:xfrm>
            <a:off x="4408285" y="61161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80" name="01_find_only_2779">
            <a:extLst>
              <a:ext uri="{FF2B5EF4-FFF2-40B4-BE49-F238E27FC236}">
                <a16:creationId xmlns:a16="http://schemas.microsoft.com/office/drawing/2014/main" id="{7F4E387A-6F2D-4D45-9C28-3F06C245BBA0}"/>
              </a:ext>
            </a:extLst>
          </p:cNvPr>
          <p:cNvSpPr>
            <a:spLocks noGrp="1"/>
          </p:cNvSpPr>
          <p:nvPr/>
        </p:nvSpPr>
        <p:spPr>
          <a:xfrm>
            <a:off x="445938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81" name="01_find_only_2780">
            <a:extLst>
              <a:ext uri="{FF2B5EF4-FFF2-40B4-BE49-F238E27FC236}">
                <a16:creationId xmlns:a16="http://schemas.microsoft.com/office/drawing/2014/main" id="{DD64B2BD-D0D8-47A8-AC26-958874641AE9}"/>
              </a:ext>
            </a:extLst>
          </p:cNvPr>
          <p:cNvSpPr>
            <a:spLocks noGrp="1"/>
          </p:cNvSpPr>
          <p:nvPr/>
        </p:nvSpPr>
        <p:spPr>
          <a:xfrm>
            <a:off x="444957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82" name="01_find_only_2781">
            <a:extLst>
              <a:ext uri="{FF2B5EF4-FFF2-40B4-BE49-F238E27FC236}">
                <a16:creationId xmlns:a16="http://schemas.microsoft.com/office/drawing/2014/main" id="{21748068-DAF4-4D92-9F17-2B02FD37931E}"/>
              </a:ext>
            </a:extLst>
          </p:cNvPr>
          <p:cNvSpPr>
            <a:spLocks noGrp="1"/>
          </p:cNvSpPr>
          <p:nvPr/>
        </p:nvSpPr>
        <p:spPr>
          <a:xfrm>
            <a:off x="441236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83" name="01_find_only_2782">
            <a:extLst>
              <a:ext uri="{FF2B5EF4-FFF2-40B4-BE49-F238E27FC236}">
                <a16:creationId xmlns:a16="http://schemas.microsoft.com/office/drawing/2014/main" id="{798F93AC-AC29-49B5-83C4-4CCCAC644ADC}"/>
              </a:ext>
            </a:extLst>
          </p:cNvPr>
          <p:cNvSpPr>
            <a:spLocks noGrp="1"/>
          </p:cNvSpPr>
          <p:nvPr/>
        </p:nvSpPr>
        <p:spPr>
          <a:xfrm>
            <a:off x="442995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84" name="01_find_only_2783">
            <a:extLst>
              <a:ext uri="{FF2B5EF4-FFF2-40B4-BE49-F238E27FC236}">
                <a16:creationId xmlns:a16="http://schemas.microsoft.com/office/drawing/2014/main" id="{05C01904-CC08-460D-A7D8-819C5B2C48D1}"/>
              </a:ext>
            </a:extLst>
          </p:cNvPr>
          <p:cNvSpPr>
            <a:spLocks noGrp="1"/>
          </p:cNvSpPr>
          <p:nvPr/>
        </p:nvSpPr>
        <p:spPr>
          <a:xfrm>
            <a:off x="4395558" y="624223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85" name="01_find_only_2784">
            <a:extLst>
              <a:ext uri="{FF2B5EF4-FFF2-40B4-BE49-F238E27FC236}">
                <a16:creationId xmlns:a16="http://schemas.microsoft.com/office/drawing/2014/main" id="{6B0B86EB-2692-467A-B156-5BFBA1F20079}"/>
              </a:ext>
            </a:extLst>
          </p:cNvPr>
          <p:cNvSpPr>
            <a:spLocks noGrp="1"/>
          </p:cNvSpPr>
          <p:nvPr/>
        </p:nvSpPr>
        <p:spPr>
          <a:xfrm>
            <a:off x="466787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86" name="01_find_only_2785">
            <a:extLst>
              <a:ext uri="{FF2B5EF4-FFF2-40B4-BE49-F238E27FC236}">
                <a16:creationId xmlns:a16="http://schemas.microsoft.com/office/drawing/2014/main" id="{50F8B34D-BBC5-44AA-AC77-625ECC569FE1}"/>
              </a:ext>
            </a:extLst>
          </p:cNvPr>
          <p:cNvSpPr>
            <a:spLocks noGrp="1"/>
          </p:cNvSpPr>
          <p:nvPr/>
        </p:nvSpPr>
        <p:spPr>
          <a:xfrm>
            <a:off x="473005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87" name="01_find_only_2786">
            <a:extLst>
              <a:ext uri="{FF2B5EF4-FFF2-40B4-BE49-F238E27FC236}">
                <a16:creationId xmlns:a16="http://schemas.microsoft.com/office/drawing/2014/main" id="{556F041B-3607-4CA2-88B3-99EC706878FE}"/>
              </a:ext>
            </a:extLst>
          </p:cNvPr>
          <p:cNvSpPr>
            <a:spLocks noGrp="1"/>
          </p:cNvSpPr>
          <p:nvPr/>
        </p:nvSpPr>
        <p:spPr>
          <a:xfrm>
            <a:off x="464747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88" name="01_find_only_2787">
            <a:extLst>
              <a:ext uri="{FF2B5EF4-FFF2-40B4-BE49-F238E27FC236}">
                <a16:creationId xmlns:a16="http://schemas.microsoft.com/office/drawing/2014/main" id="{0FEDCFE2-252A-4C28-A0BF-B10ED7BB5531}"/>
              </a:ext>
            </a:extLst>
          </p:cNvPr>
          <p:cNvSpPr>
            <a:spLocks noGrp="1"/>
          </p:cNvSpPr>
          <p:nvPr/>
        </p:nvSpPr>
        <p:spPr>
          <a:xfrm>
            <a:off x="472228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89" name="01_find_only_2788">
            <a:extLst>
              <a:ext uri="{FF2B5EF4-FFF2-40B4-BE49-F238E27FC236}">
                <a16:creationId xmlns:a16="http://schemas.microsoft.com/office/drawing/2014/main" id="{0F0872C5-C963-43A4-A479-EC0EFE610F62}"/>
              </a:ext>
            </a:extLst>
          </p:cNvPr>
          <p:cNvSpPr>
            <a:spLocks noGrp="1"/>
          </p:cNvSpPr>
          <p:nvPr/>
        </p:nvSpPr>
        <p:spPr>
          <a:xfrm>
            <a:off x="468371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90" name="01_find_only_2789">
            <a:extLst>
              <a:ext uri="{FF2B5EF4-FFF2-40B4-BE49-F238E27FC236}">
                <a16:creationId xmlns:a16="http://schemas.microsoft.com/office/drawing/2014/main" id="{B5EDD46B-0230-4B68-BF37-3E2501D65A31}"/>
              </a:ext>
            </a:extLst>
          </p:cNvPr>
          <p:cNvSpPr>
            <a:spLocks noGrp="1"/>
          </p:cNvSpPr>
          <p:nvPr/>
        </p:nvSpPr>
        <p:spPr>
          <a:xfrm>
            <a:off x="473695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91" name="01_find_only_2790">
            <a:extLst>
              <a:ext uri="{FF2B5EF4-FFF2-40B4-BE49-F238E27FC236}">
                <a16:creationId xmlns:a16="http://schemas.microsoft.com/office/drawing/2014/main" id="{08A293B9-8ADE-493A-B61F-7FCC1A4A4186}"/>
              </a:ext>
            </a:extLst>
          </p:cNvPr>
          <p:cNvSpPr>
            <a:spLocks noGrp="1"/>
          </p:cNvSpPr>
          <p:nvPr/>
        </p:nvSpPr>
        <p:spPr>
          <a:xfrm>
            <a:off x="466778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92" name="01_find_only_2791">
            <a:extLst>
              <a:ext uri="{FF2B5EF4-FFF2-40B4-BE49-F238E27FC236}">
                <a16:creationId xmlns:a16="http://schemas.microsoft.com/office/drawing/2014/main" id="{3A5097DD-4969-4162-9C5C-2B5209B53B7A}"/>
              </a:ext>
            </a:extLst>
          </p:cNvPr>
          <p:cNvSpPr>
            <a:spLocks noGrp="1"/>
          </p:cNvSpPr>
          <p:nvPr/>
        </p:nvSpPr>
        <p:spPr>
          <a:xfrm>
            <a:off x="4715191" y="536582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93" name="01_find_only_2792">
            <a:extLst>
              <a:ext uri="{FF2B5EF4-FFF2-40B4-BE49-F238E27FC236}">
                <a16:creationId xmlns:a16="http://schemas.microsoft.com/office/drawing/2014/main" id="{F6C16C36-E32D-4665-AE02-7CF926469C20}"/>
              </a:ext>
            </a:extLst>
          </p:cNvPr>
          <p:cNvSpPr>
            <a:spLocks noGrp="1"/>
          </p:cNvSpPr>
          <p:nvPr/>
        </p:nvSpPr>
        <p:spPr>
          <a:xfrm>
            <a:off x="4650877" y="511422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94" name="01_find_only_2793">
            <a:extLst>
              <a:ext uri="{FF2B5EF4-FFF2-40B4-BE49-F238E27FC236}">
                <a16:creationId xmlns:a16="http://schemas.microsoft.com/office/drawing/2014/main" id="{2123C3E1-C1DA-49E4-AE5F-2ED74679B3DB}"/>
              </a:ext>
            </a:extLst>
          </p:cNvPr>
          <p:cNvSpPr>
            <a:spLocks noGrp="1"/>
          </p:cNvSpPr>
          <p:nvPr/>
        </p:nvSpPr>
        <p:spPr>
          <a:xfrm>
            <a:off x="467157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95" name="01_find_only_2794">
            <a:extLst>
              <a:ext uri="{FF2B5EF4-FFF2-40B4-BE49-F238E27FC236}">
                <a16:creationId xmlns:a16="http://schemas.microsoft.com/office/drawing/2014/main" id="{87625CC7-FCCB-4D3D-8E9A-9E15BF7F3343}"/>
              </a:ext>
            </a:extLst>
          </p:cNvPr>
          <p:cNvSpPr>
            <a:spLocks noGrp="1"/>
          </p:cNvSpPr>
          <p:nvPr/>
        </p:nvSpPr>
        <p:spPr>
          <a:xfrm>
            <a:off x="4650683" y="59654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96" name="01_find_only_2795">
            <a:extLst>
              <a:ext uri="{FF2B5EF4-FFF2-40B4-BE49-F238E27FC236}">
                <a16:creationId xmlns:a16="http://schemas.microsoft.com/office/drawing/2014/main" id="{100C741B-EAD9-46F3-8293-8C5682A854BA}"/>
              </a:ext>
            </a:extLst>
          </p:cNvPr>
          <p:cNvSpPr>
            <a:spLocks noGrp="1"/>
          </p:cNvSpPr>
          <p:nvPr/>
        </p:nvSpPr>
        <p:spPr>
          <a:xfrm>
            <a:off x="470557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97" name="01_find_only_2796">
            <a:extLst>
              <a:ext uri="{FF2B5EF4-FFF2-40B4-BE49-F238E27FC236}">
                <a16:creationId xmlns:a16="http://schemas.microsoft.com/office/drawing/2014/main" id="{3DB79FA7-72AE-4D84-B105-98FAF3B35CCD}"/>
              </a:ext>
            </a:extLst>
          </p:cNvPr>
          <p:cNvSpPr>
            <a:spLocks noGrp="1"/>
          </p:cNvSpPr>
          <p:nvPr/>
        </p:nvSpPr>
        <p:spPr>
          <a:xfrm>
            <a:off x="466379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98" name="01_find_only_2797">
            <a:extLst>
              <a:ext uri="{FF2B5EF4-FFF2-40B4-BE49-F238E27FC236}">
                <a16:creationId xmlns:a16="http://schemas.microsoft.com/office/drawing/2014/main" id="{6DE103D5-63BB-4294-A2D5-069147D598DB}"/>
              </a:ext>
            </a:extLst>
          </p:cNvPr>
          <p:cNvSpPr>
            <a:spLocks noGrp="1"/>
          </p:cNvSpPr>
          <p:nvPr/>
        </p:nvSpPr>
        <p:spPr>
          <a:xfrm>
            <a:off x="469294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799" name="01_find_only_2798">
            <a:extLst>
              <a:ext uri="{FF2B5EF4-FFF2-40B4-BE49-F238E27FC236}">
                <a16:creationId xmlns:a16="http://schemas.microsoft.com/office/drawing/2014/main" id="{7FD97DAE-25F4-4843-AD9F-C7018F9A3437}"/>
              </a:ext>
            </a:extLst>
          </p:cNvPr>
          <p:cNvSpPr>
            <a:spLocks noGrp="1"/>
          </p:cNvSpPr>
          <p:nvPr/>
        </p:nvSpPr>
        <p:spPr>
          <a:xfrm>
            <a:off x="468264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00" name="01_find_only_2799">
            <a:extLst>
              <a:ext uri="{FF2B5EF4-FFF2-40B4-BE49-F238E27FC236}">
                <a16:creationId xmlns:a16="http://schemas.microsoft.com/office/drawing/2014/main" id="{87A5991E-6D5C-4A50-AB77-559C5D3C5D95}"/>
              </a:ext>
            </a:extLst>
          </p:cNvPr>
          <p:cNvSpPr>
            <a:spLocks noGrp="1"/>
          </p:cNvSpPr>
          <p:nvPr/>
        </p:nvSpPr>
        <p:spPr>
          <a:xfrm>
            <a:off x="4673028" y="624992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01" name="01_find_only_2800">
            <a:extLst>
              <a:ext uri="{FF2B5EF4-FFF2-40B4-BE49-F238E27FC236}">
                <a16:creationId xmlns:a16="http://schemas.microsoft.com/office/drawing/2014/main" id="{FC89D1FD-7337-4A89-AAC6-A1797FDE257C}"/>
              </a:ext>
            </a:extLst>
          </p:cNvPr>
          <p:cNvSpPr>
            <a:spLocks noGrp="1"/>
          </p:cNvSpPr>
          <p:nvPr/>
        </p:nvSpPr>
        <p:spPr>
          <a:xfrm>
            <a:off x="4650392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02" name="01_find_only_2801">
            <a:extLst>
              <a:ext uri="{FF2B5EF4-FFF2-40B4-BE49-F238E27FC236}">
                <a16:creationId xmlns:a16="http://schemas.microsoft.com/office/drawing/2014/main" id="{10EEC716-6AD9-4AA7-98FA-74CB5F22C587}"/>
              </a:ext>
            </a:extLst>
          </p:cNvPr>
          <p:cNvSpPr>
            <a:spLocks noGrp="1"/>
          </p:cNvSpPr>
          <p:nvPr/>
        </p:nvSpPr>
        <p:spPr>
          <a:xfrm>
            <a:off x="4737633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03" name="01_find_only_2802">
            <a:extLst>
              <a:ext uri="{FF2B5EF4-FFF2-40B4-BE49-F238E27FC236}">
                <a16:creationId xmlns:a16="http://schemas.microsoft.com/office/drawing/2014/main" id="{F2DAAF94-FF92-4C65-8D35-A02F7FE0C3AE}"/>
              </a:ext>
            </a:extLst>
          </p:cNvPr>
          <p:cNvSpPr>
            <a:spLocks noGrp="1"/>
          </p:cNvSpPr>
          <p:nvPr/>
        </p:nvSpPr>
        <p:spPr>
          <a:xfrm>
            <a:off x="465175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04" name="01_find_only_2803">
            <a:extLst>
              <a:ext uri="{FF2B5EF4-FFF2-40B4-BE49-F238E27FC236}">
                <a16:creationId xmlns:a16="http://schemas.microsoft.com/office/drawing/2014/main" id="{4E8729B2-82FE-44F2-BC51-B74A51B1E60F}"/>
              </a:ext>
            </a:extLst>
          </p:cNvPr>
          <p:cNvSpPr>
            <a:spLocks noGrp="1"/>
          </p:cNvSpPr>
          <p:nvPr/>
        </p:nvSpPr>
        <p:spPr>
          <a:xfrm>
            <a:off x="473044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05" name="01_find_only_2804">
            <a:extLst>
              <a:ext uri="{FF2B5EF4-FFF2-40B4-BE49-F238E27FC236}">
                <a16:creationId xmlns:a16="http://schemas.microsoft.com/office/drawing/2014/main" id="{A7560146-2FDD-41A2-8975-0B2F53F39D1C}"/>
              </a:ext>
            </a:extLst>
          </p:cNvPr>
          <p:cNvSpPr>
            <a:spLocks noGrp="1"/>
          </p:cNvSpPr>
          <p:nvPr/>
        </p:nvSpPr>
        <p:spPr>
          <a:xfrm>
            <a:off x="468410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06" name="01_find_only_2805">
            <a:extLst>
              <a:ext uri="{FF2B5EF4-FFF2-40B4-BE49-F238E27FC236}">
                <a16:creationId xmlns:a16="http://schemas.microsoft.com/office/drawing/2014/main" id="{72C8CDD9-68C1-4FE5-84D5-A3DC4EC46686}"/>
              </a:ext>
            </a:extLst>
          </p:cNvPr>
          <p:cNvSpPr>
            <a:spLocks noGrp="1"/>
          </p:cNvSpPr>
          <p:nvPr/>
        </p:nvSpPr>
        <p:spPr>
          <a:xfrm>
            <a:off x="474161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07" name="01_find_only_2806">
            <a:extLst>
              <a:ext uri="{FF2B5EF4-FFF2-40B4-BE49-F238E27FC236}">
                <a16:creationId xmlns:a16="http://schemas.microsoft.com/office/drawing/2014/main" id="{B110143B-6E83-4446-9BA7-F7B42884739B}"/>
              </a:ext>
            </a:extLst>
          </p:cNvPr>
          <p:cNvSpPr>
            <a:spLocks noGrp="1"/>
          </p:cNvSpPr>
          <p:nvPr/>
        </p:nvSpPr>
        <p:spPr>
          <a:xfrm>
            <a:off x="471120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08" name="01_find_only_2807">
            <a:extLst>
              <a:ext uri="{FF2B5EF4-FFF2-40B4-BE49-F238E27FC236}">
                <a16:creationId xmlns:a16="http://schemas.microsoft.com/office/drawing/2014/main" id="{91FAD4E3-80B5-4D4D-A1C7-A74E2F063C87}"/>
              </a:ext>
            </a:extLst>
          </p:cNvPr>
          <p:cNvSpPr>
            <a:spLocks noGrp="1"/>
          </p:cNvSpPr>
          <p:nvPr/>
        </p:nvSpPr>
        <p:spPr>
          <a:xfrm>
            <a:off x="4717815" y="600135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09" name="01_find_only_2808">
            <a:extLst>
              <a:ext uri="{FF2B5EF4-FFF2-40B4-BE49-F238E27FC236}">
                <a16:creationId xmlns:a16="http://schemas.microsoft.com/office/drawing/2014/main" id="{51044832-CF4B-4CCC-883B-3DE5B7ED336B}"/>
              </a:ext>
            </a:extLst>
          </p:cNvPr>
          <p:cNvSpPr>
            <a:spLocks noGrp="1"/>
          </p:cNvSpPr>
          <p:nvPr/>
        </p:nvSpPr>
        <p:spPr>
          <a:xfrm>
            <a:off x="4675165" y="578609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10" name="01_find_only_2809">
            <a:extLst>
              <a:ext uri="{FF2B5EF4-FFF2-40B4-BE49-F238E27FC236}">
                <a16:creationId xmlns:a16="http://schemas.microsoft.com/office/drawing/2014/main" id="{A8C509D6-1BAA-4029-99C0-9F27594CE172}"/>
              </a:ext>
            </a:extLst>
          </p:cNvPr>
          <p:cNvSpPr>
            <a:spLocks noGrp="1"/>
          </p:cNvSpPr>
          <p:nvPr/>
        </p:nvSpPr>
        <p:spPr>
          <a:xfrm>
            <a:off x="4736176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11" name="01_find_only_2810">
            <a:extLst>
              <a:ext uri="{FF2B5EF4-FFF2-40B4-BE49-F238E27FC236}">
                <a16:creationId xmlns:a16="http://schemas.microsoft.com/office/drawing/2014/main" id="{E5506864-3338-4083-A88E-677A9D7C809D}"/>
              </a:ext>
            </a:extLst>
          </p:cNvPr>
          <p:cNvSpPr>
            <a:spLocks noGrp="1"/>
          </p:cNvSpPr>
          <p:nvPr/>
        </p:nvSpPr>
        <p:spPr>
          <a:xfrm>
            <a:off x="4718008" y="511422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12" name="01_find_only_2811">
            <a:extLst>
              <a:ext uri="{FF2B5EF4-FFF2-40B4-BE49-F238E27FC236}">
                <a16:creationId xmlns:a16="http://schemas.microsoft.com/office/drawing/2014/main" id="{A946323A-4523-4878-9F8F-E69D5A6C6CEF}"/>
              </a:ext>
            </a:extLst>
          </p:cNvPr>
          <p:cNvSpPr>
            <a:spLocks noGrp="1"/>
          </p:cNvSpPr>
          <p:nvPr/>
        </p:nvSpPr>
        <p:spPr>
          <a:xfrm>
            <a:off x="466253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13" name="01_find_only_2812">
            <a:extLst>
              <a:ext uri="{FF2B5EF4-FFF2-40B4-BE49-F238E27FC236}">
                <a16:creationId xmlns:a16="http://schemas.microsoft.com/office/drawing/2014/main" id="{D2363F10-B855-4829-B668-10C61D280ABA}"/>
              </a:ext>
            </a:extLst>
          </p:cNvPr>
          <p:cNvSpPr>
            <a:spLocks noGrp="1"/>
          </p:cNvSpPr>
          <p:nvPr/>
        </p:nvSpPr>
        <p:spPr>
          <a:xfrm>
            <a:off x="4716357" y="557801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14" name="01_find_only_2813">
            <a:extLst>
              <a:ext uri="{FF2B5EF4-FFF2-40B4-BE49-F238E27FC236}">
                <a16:creationId xmlns:a16="http://schemas.microsoft.com/office/drawing/2014/main" id="{EA7629B9-90F3-4A7E-AFFF-24CEF6F06BE5}"/>
              </a:ext>
            </a:extLst>
          </p:cNvPr>
          <p:cNvSpPr>
            <a:spLocks noGrp="1"/>
          </p:cNvSpPr>
          <p:nvPr/>
        </p:nvSpPr>
        <p:spPr>
          <a:xfrm>
            <a:off x="466749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15" name="01_find_only_2814">
            <a:extLst>
              <a:ext uri="{FF2B5EF4-FFF2-40B4-BE49-F238E27FC236}">
                <a16:creationId xmlns:a16="http://schemas.microsoft.com/office/drawing/2014/main" id="{A76EB79C-1631-43B4-A578-AD3844633032}"/>
              </a:ext>
            </a:extLst>
          </p:cNvPr>
          <p:cNvSpPr>
            <a:spLocks noGrp="1"/>
          </p:cNvSpPr>
          <p:nvPr/>
        </p:nvSpPr>
        <p:spPr>
          <a:xfrm>
            <a:off x="4675068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16" name="01_find_only_2815">
            <a:extLst>
              <a:ext uri="{FF2B5EF4-FFF2-40B4-BE49-F238E27FC236}">
                <a16:creationId xmlns:a16="http://schemas.microsoft.com/office/drawing/2014/main" id="{E329528B-E585-45BB-8A5C-9089185FE1E7}"/>
              </a:ext>
            </a:extLst>
          </p:cNvPr>
          <p:cNvSpPr>
            <a:spLocks noGrp="1"/>
          </p:cNvSpPr>
          <p:nvPr/>
        </p:nvSpPr>
        <p:spPr>
          <a:xfrm>
            <a:off x="473539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17" name="01_find_only_2816">
            <a:extLst>
              <a:ext uri="{FF2B5EF4-FFF2-40B4-BE49-F238E27FC236}">
                <a16:creationId xmlns:a16="http://schemas.microsoft.com/office/drawing/2014/main" id="{61B719F3-7560-4F5B-9D25-CEC280115118}"/>
              </a:ext>
            </a:extLst>
          </p:cNvPr>
          <p:cNvSpPr>
            <a:spLocks noGrp="1"/>
          </p:cNvSpPr>
          <p:nvPr/>
        </p:nvSpPr>
        <p:spPr>
          <a:xfrm>
            <a:off x="467662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18" name="01_find_only_2817">
            <a:extLst>
              <a:ext uri="{FF2B5EF4-FFF2-40B4-BE49-F238E27FC236}">
                <a16:creationId xmlns:a16="http://schemas.microsoft.com/office/drawing/2014/main" id="{7F64C364-D0B4-484D-8687-52D3E582BC9A}"/>
              </a:ext>
            </a:extLst>
          </p:cNvPr>
          <p:cNvSpPr>
            <a:spLocks noGrp="1"/>
          </p:cNvSpPr>
          <p:nvPr/>
        </p:nvSpPr>
        <p:spPr>
          <a:xfrm>
            <a:off x="4729958" y="57502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19" name="01_find_only_2818">
            <a:extLst>
              <a:ext uri="{FF2B5EF4-FFF2-40B4-BE49-F238E27FC236}">
                <a16:creationId xmlns:a16="http://schemas.microsoft.com/office/drawing/2014/main" id="{BBFB00ED-0935-47DB-AB00-076D39CD6C89}"/>
              </a:ext>
            </a:extLst>
          </p:cNvPr>
          <p:cNvSpPr>
            <a:spLocks noGrp="1"/>
          </p:cNvSpPr>
          <p:nvPr/>
        </p:nvSpPr>
        <p:spPr>
          <a:xfrm>
            <a:off x="473073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20" name="01_find_only_2819">
            <a:extLst>
              <a:ext uri="{FF2B5EF4-FFF2-40B4-BE49-F238E27FC236}">
                <a16:creationId xmlns:a16="http://schemas.microsoft.com/office/drawing/2014/main" id="{6E0FE7D3-0CD5-4E3D-94C8-612014C4C532}"/>
              </a:ext>
            </a:extLst>
          </p:cNvPr>
          <p:cNvSpPr>
            <a:spLocks noGrp="1"/>
          </p:cNvSpPr>
          <p:nvPr/>
        </p:nvSpPr>
        <p:spPr>
          <a:xfrm>
            <a:off x="4733261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21" name="01_find_only_2820">
            <a:extLst>
              <a:ext uri="{FF2B5EF4-FFF2-40B4-BE49-F238E27FC236}">
                <a16:creationId xmlns:a16="http://schemas.microsoft.com/office/drawing/2014/main" id="{37ED4C95-916F-4D93-88D1-5B078E4E1562}"/>
              </a:ext>
            </a:extLst>
          </p:cNvPr>
          <p:cNvSpPr>
            <a:spLocks noGrp="1"/>
          </p:cNvSpPr>
          <p:nvPr/>
        </p:nvSpPr>
        <p:spPr>
          <a:xfrm>
            <a:off x="4677400" y="55134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22" name="01_find_only_2821">
            <a:extLst>
              <a:ext uri="{FF2B5EF4-FFF2-40B4-BE49-F238E27FC236}">
                <a16:creationId xmlns:a16="http://schemas.microsoft.com/office/drawing/2014/main" id="{9C1AAEC7-2CD6-4582-8BBD-D3A16E7A0643}"/>
              </a:ext>
            </a:extLst>
          </p:cNvPr>
          <p:cNvSpPr>
            <a:spLocks noGrp="1"/>
          </p:cNvSpPr>
          <p:nvPr/>
        </p:nvSpPr>
        <p:spPr>
          <a:xfrm>
            <a:off x="466272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23" name="01_find_only_2822">
            <a:extLst>
              <a:ext uri="{FF2B5EF4-FFF2-40B4-BE49-F238E27FC236}">
                <a16:creationId xmlns:a16="http://schemas.microsoft.com/office/drawing/2014/main" id="{4B3627D3-A64B-4FF6-9CAA-0B0A5EB881AB}"/>
              </a:ext>
            </a:extLst>
          </p:cNvPr>
          <p:cNvSpPr>
            <a:spLocks noGrp="1"/>
          </p:cNvSpPr>
          <p:nvPr/>
        </p:nvSpPr>
        <p:spPr>
          <a:xfrm>
            <a:off x="471927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24" name="01_find_only_2823">
            <a:extLst>
              <a:ext uri="{FF2B5EF4-FFF2-40B4-BE49-F238E27FC236}">
                <a16:creationId xmlns:a16="http://schemas.microsoft.com/office/drawing/2014/main" id="{2458EB17-7452-4F62-9FEA-0502D181747E}"/>
              </a:ext>
            </a:extLst>
          </p:cNvPr>
          <p:cNvSpPr>
            <a:spLocks noGrp="1"/>
          </p:cNvSpPr>
          <p:nvPr/>
        </p:nvSpPr>
        <p:spPr>
          <a:xfrm>
            <a:off x="465816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25" name="01_find_only_2824">
            <a:extLst>
              <a:ext uri="{FF2B5EF4-FFF2-40B4-BE49-F238E27FC236}">
                <a16:creationId xmlns:a16="http://schemas.microsoft.com/office/drawing/2014/main" id="{0C33364C-3CBB-4D58-8667-2CAE8F76B98E}"/>
              </a:ext>
            </a:extLst>
          </p:cNvPr>
          <p:cNvSpPr>
            <a:spLocks noGrp="1"/>
          </p:cNvSpPr>
          <p:nvPr/>
        </p:nvSpPr>
        <p:spPr>
          <a:xfrm>
            <a:off x="466428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26" name="01_find_only_2825">
            <a:extLst>
              <a:ext uri="{FF2B5EF4-FFF2-40B4-BE49-F238E27FC236}">
                <a16:creationId xmlns:a16="http://schemas.microsoft.com/office/drawing/2014/main" id="{0BA91054-8901-41F2-8D8A-64430080F404}"/>
              </a:ext>
            </a:extLst>
          </p:cNvPr>
          <p:cNvSpPr>
            <a:spLocks noGrp="1"/>
          </p:cNvSpPr>
          <p:nvPr/>
        </p:nvSpPr>
        <p:spPr>
          <a:xfrm>
            <a:off x="472170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27" name="01_find_only_2826">
            <a:extLst>
              <a:ext uri="{FF2B5EF4-FFF2-40B4-BE49-F238E27FC236}">
                <a16:creationId xmlns:a16="http://schemas.microsoft.com/office/drawing/2014/main" id="{4A9D84DC-C153-4B66-9E3F-5309AED17DFA}"/>
              </a:ext>
            </a:extLst>
          </p:cNvPr>
          <p:cNvSpPr>
            <a:spLocks noGrp="1"/>
          </p:cNvSpPr>
          <p:nvPr/>
        </p:nvSpPr>
        <p:spPr>
          <a:xfrm>
            <a:off x="465903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28" name="01_find_only_2827">
            <a:extLst>
              <a:ext uri="{FF2B5EF4-FFF2-40B4-BE49-F238E27FC236}">
                <a16:creationId xmlns:a16="http://schemas.microsoft.com/office/drawing/2014/main" id="{E8CB4EBA-691C-496E-B09E-BC03F640B193}"/>
              </a:ext>
            </a:extLst>
          </p:cNvPr>
          <p:cNvSpPr>
            <a:spLocks noGrp="1"/>
          </p:cNvSpPr>
          <p:nvPr/>
        </p:nvSpPr>
        <p:spPr>
          <a:xfrm>
            <a:off x="474035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29" name="01_find_only_2828">
            <a:extLst>
              <a:ext uri="{FF2B5EF4-FFF2-40B4-BE49-F238E27FC236}">
                <a16:creationId xmlns:a16="http://schemas.microsoft.com/office/drawing/2014/main" id="{126B902C-AC7E-4243-B8BF-81187C924443}"/>
              </a:ext>
            </a:extLst>
          </p:cNvPr>
          <p:cNvSpPr>
            <a:spLocks noGrp="1"/>
          </p:cNvSpPr>
          <p:nvPr/>
        </p:nvSpPr>
        <p:spPr>
          <a:xfrm>
            <a:off x="472549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30" name="01_find_only_2829">
            <a:extLst>
              <a:ext uri="{FF2B5EF4-FFF2-40B4-BE49-F238E27FC236}">
                <a16:creationId xmlns:a16="http://schemas.microsoft.com/office/drawing/2014/main" id="{0537E6D1-D483-4AE6-A474-A7014B19B16D}"/>
              </a:ext>
            </a:extLst>
          </p:cNvPr>
          <p:cNvSpPr>
            <a:spLocks noGrp="1"/>
          </p:cNvSpPr>
          <p:nvPr/>
        </p:nvSpPr>
        <p:spPr>
          <a:xfrm>
            <a:off x="469032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31" name="01_find_only_2830">
            <a:extLst>
              <a:ext uri="{FF2B5EF4-FFF2-40B4-BE49-F238E27FC236}">
                <a16:creationId xmlns:a16="http://schemas.microsoft.com/office/drawing/2014/main" id="{D6B03747-143A-4AD3-9770-FC52E9A35FAD}"/>
              </a:ext>
            </a:extLst>
          </p:cNvPr>
          <p:cNvSpPr>
            <a:spLocks noGrp="1"/>
          </p:cNvSpPr>
          <p:nvPr/>
        </p:nvSpPr>
        <p:spPr>
          <a:xfrm>
            <a:off x="467390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32" name="01_find_only_2831">
            <a:extLst>
              <a:ext uri="{FF2B5EF4-FFF2-40B4-BE49-F238E27FC236}">
                <a16:creationId xmlns:a16="http://schemas.microsoft.com/office/drawing/2014/main" id="{39B632CC-E4D0-4E40-A6A7-6BFEF49C9E70}"/>
              </a:ext>
            </a:extLst>
          </p:cNvPr>
          <p:cNvSpPr>
            <a:spLocks noGrp="1"/>
          </p:cNvSpPr>
          <p:nvPr/>
        </p:nvSpPr>
        <p:spPr>
          <a:xfrm>
            <a:off x="4743074" y="536582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33" name="01_find_only_2832">
            <a:extLst>
              <a:ext uri="{FF2B5EF4-FFF2-40B4-BE49-F238E27FC236}">
                <a16:creationId xmlns:a16="http://schemas.microsoft.com/office/drawing/2014/main" id="{8406E366-3AF7-4CB7-86FF-49EBDE3D95BD}"/>
              </a:ext>
            </a:extLst>
          </p:cNvPr>
          <p:cNvSpPr>
            <a:spLocks noGrp="1"/>
          </p:cNvSpPr>
          <p:nvPr/>
        </p:nvSpPr>
        <p:spPr>
          <a:xfrm>
            <a:off x="470780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34" name="01_find_only_2833">
            <a:extLst>
              <a:ext uri="{FF2B5EF4-FFF2-40B4-BE49-F238E27FC236}">
                <a16:creationId xmlns:a16="http://schemas.microsoft.com/office/drawing/2014/main" id="{A1E3EC6D-CE88-4894-B36E-87DADB0DD527}"/>
              </a:ext>
            </a:extLst>
          </p:cNvPr>
          <p:cNvSpPr>
            <a:spLocks noGrp="1"/>
          </p:cNvSpPr>
          <p:nvPr/>
        </p:nvSpPr>
        <p:spPr>
          <a:xfrm>
            <a:off x="472995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35" name="01_find_only_2834">
            <a:extLst>
              <a:ext uri="{FF2B5EF4-FFF2-40B4-BE49-F238E27FC236}">
                <a16:creationId xmlns:a16="http://schemas.microsoft.com/office/drawing/2014/main" id="{3F1B57FE-02F3-4B69-ACDF-A157A3635889}"/>
              </a:ext>
            </a:extLst>
          </p:cNvPr>
          <p:cNvSpPr>
            <a:spLocks noGrp="1"/>
          </p:cNvSpPr>
          <p:nvPr/>
        </p:nvSpPr>
        <p:spPr>
          <a:xfrm>
            <a:off x="4661855" y="525512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36" name="01_find_only_2835">
            <a:extLst>
              <a:ext uri="{FF2B5EF4-FFF2-40B4-BE49-F238E27FC236}">
                <a16:creationId xmlns:a16="http://schemas.microsoft.com/office/drawing/2014/main" id="{3855410D-6CC5-453C-9BA2-1A5978A3AB31}"/>
              </a:ext>
            </a:extLst>
          </p:cNvPr>
          <p:cNvSpPr>
            <a:spLocks noGrp="1"/>
          </p:cNvSpPr>
          <p:nvPr/>
        </p:nvSpPr>
        <p:spPr>
          <a:xfrm>
            <a:off x="468925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37" name="01_find_only_2836">
            <a:extLst>
              <a:ext uri="{FF2B5EF4-FFF2-40B4-BE49-F238E27FC236}">
                <a16:creationId xmlns:a16="http://schemas.microsoft.com/office/drawing/2014/main" id="{66CF4403-74EE-43A5-BE91-61A4F54F023C}"/>
              </a:ext>
            </a:extLst>
          </p:cNvPr>
          <p:cNvSpPr>
            <a:spLocks noGrp="1"/>
          </p:cNvSpPr>
          <p:nvPr/>
        </p:nvSpPr>
        <p:spPr>
          <a:xfrm>
            <a:off x="472393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38" name="01_find_only_2837">
            <a:extLst>
              <a:ext uri="{FF2B5EF4-FFF2-40B4-BE49-F238E27FC236}">
                <a16:creationId xmlns:a16="http://schemas.microsoft.com/office/drawing/2014/main" id="{CE4C75CA-2351-4610-8A08-840C79B0024E}"/>
              </a:ext>
            </a:extLst>
          </p:cNvPr>
          <p:cNvSpPr>
            <a:spLocks noGrp="1"/>
          </p:cNvSpPr>
          <p:nvPr/>
        </p:nvSpPr>
        <p:spPr>
          <a:xfrm>
            <a:off x="4709848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39" name="01_find_only_2838">
            <a:extLst>
              <a:ext uri="{FF2B5EF4-FFF2-40B4-BE49-F238E27FC236}">
                <a16:creationId xmlns:a16="http://schemas.microsoft.com/office/drawing/2014/main" id="{5CB6FD9E-70A2-4C4E-AB1B-FEE267A59F54}"/>
              </a:ext>
            </a:extLst>
          </p:cNvPr>
          <p:cNvSpPr>
            <a:spLocks noGrp="1"/>
          </p:cNvSpPr>
          <p:nvPr/>
        </p:nvSpPr>
        <p:spPr>
          <a:xfrm>
            <a:off x="4738313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40" name="01_find_only_2839">
            <a:extLst>
              <a:ext uri="{FF2B5EF4-FFF2-40B4-BE49-F238E27FC236}">
                <a16:creationId xmlns:a16="http://schemas.microsoft.com/office/drawing/2014/main" id="{EF509E71-0ACD-49B8-9FD0-E35E19186238}"/>
              </a:ext>
            </a:extLst>
          </p:cNvPr>
          <p:cNvSpPr>
            <a:spLocks noGrp="1"/>
          </p:cNvSpPr>
          <p:nvPr/>
        </p:nvSpPr>
        <p:spPr>
          <a:xfrm>
            <a:off x="464815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41" name="01_find_only_2840">
            <a:extLst>
              <a:ext uri="{FF2B5EF4-FFF2-40B4-BE49-F238E27FC236}">
                <a16:creationId xmlns:a16="http://schemas.microsoft.com/office/drawing/2014/main" id="{26ED1AE5-6A81-46E7-8A31-CCB722AD237E}"/>
              </a:ext>
            </a:extLst>
          </p:cNvPr>
          <p:cNvSpPr>
            <a:spLocks noGrp="1"/>
          </p:cNvSpPr>
          <p:nvPr/>
        </p:nvSpPr>
        <p:spPr>
          <a:xfrm>
            <a:off x="468818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42" name="01_find_only_2841">
            <a:extLst>
              <a:ext uri="{FF2B5EF4-FFF2-40B4-BE49-F238E27FC236}">
                <a16:creationId xmlns:a16="http://schemas.microsoft.com/office/drawing/2014/main" id="{261BEFB3-97EF-4FB8-B23B-9887D06D737C}"/>
              </a:ext>
            </a:extLst>
          </p:cNvPr>
          <p:cNvSpPr>
            <a:spLocks noGrp="1"/>
          </p:cNvSpPr>
          <p:nvPr/>
        </p:nvSpPr>
        <p:spPr>
          <a:xfrm>
            <a:off x="470635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43" name="01_find_only_2842">
            <a:extLst>
              <a:ext uri="{FF2B5EF4-FFF2-40B4-BE49-F238E27FC236}">
                <a16:creationId xmlns:a16="http://schemas.microsoft.com/office/drawing/2014/main" id="{81BE4AEE-329E-43E4-AF95-5523FD0EE89B}"/>
              </a:ext>
            </a:extLst>
          </p:cNvPr>
          <p:cNvSpPr>
            <a:spLocks noGrp="1"/>
          </p:cNvSpPr>
          <p:nvPr/>
        </p:nvSpPr>
        <p:spPr>
          <a:xfrm>
            <a:off x="467613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44" name="01_find_only_2843">
            <a:extLst>
              <a:ext uri="{FF2B5EF4-FFF2-40B4-BE49-F238E27FC236}">
                <a16:creationId xmlns:a16="http://schemas.microsoft.com/office/drawing/2014/main" id="{352E38D9-6641-45E1-BBB1-4D42668C93FE}"/>
              </a:ext>
            </a:extLst>
          </p:cNvPr>
          <p:cNvSpPr>
            <a:spLocks noGrp="1"/>
          </p:cNvSpPr>
          <p:nvPr/>
        </p:nvSpPr>
        <p:spPr>
          <a:xfrm>
            <a:off x="469789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45" name="01_find_only_2844">
            <a:extLst>
              <a:ext uri="{FF2B5EF4-FFF2-40B4-BE49-F238E27FC236}">
                <a16:creationId xmlns:a16="http://schemas.microsoft.com/office/drawing/2014/main" id="{C79FCA07-D5E1-48B9-B3EB-9131FF9B27B2}"/>
              </a:ext>
            </a:extLst>
          </p:cNvPr>
          <p:cNvSpPr>
            <a:spLocks noGrp="1"/>
          </p:cNvSpPr>
          <p:nvPr/>
        </p:nvSpPr>
        <p:spPr>
          <a:xfrm>
            <a:off x="4685657" y="61807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46" name="01_find_only_2845">
            <a:extLst>
              <a:ext uri="{FF2B5EF4-FFF2-40B4-BE49-F238E27FC236}">
                <a16:creationId xmlns:a16="http://schemas.microsoft.com/office/drawing/2014/main" id="{3CE61EB9-2AFD-479A-9969-113D7B506411}"/>
              </a:ext>
            </a:extLst>
          </p:cNvPr>
          <p:cNvSpPr>
            <a:spLocks noGrp="1"/>
          </p:cNvSpPr>
          <p:nvPr/>
        </p:nvSpPr>
        <p:spPr>
          <a:xfrm>
            <a:off x="4727627" y="619610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47" name="01_find_only_2846">
            <a:extLst>
              <a:ext uri="{FF2B5EF4-FFF2-40B4-BE49-F238E27FC236}">
                <a16:creationId xmlns:a16="http://schemas.microsoft.com/office/drawing/2014/main" id="{0E2DBC70-F56B-4990-989B-82CE63774126}"/>
              </a:ext>
            </a:extLst>
          </p:cNvPr>
          <p:cNvSpPr>
            <a:spLocks noGrp="1"/>
          </p:cNvSpPr>
          <p:nvPr/>
        </p:nvSpPr>
        <p:spPr>
          <a:xfrm>
            <a:off x="465884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48" name="01_find_only_2847">
            <a:extLst>
              <a:ext uri="{FF2B5EF4-FFF2-40B4-BE49-F238E27FC236}">
                <a16:creationId xmlns:a16="http://schemas.microsoft.com/office/drawing/2014/main" id="{5D96C073-A7C9-4D67-82A6-9BDEC1E42296}"/>
              </a:ext>
            </a:extLst>
          </p:cNvPr>
          <p:cNvSpPr>
            <a:spLocks noGrp="1"/>
          </p:cNvSpPr>
          <p:nvPr/>
        </p:nvSpPr>
        <p:spPr>
          <a:xfrm>
            <a:off x="466331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49" name="01_find_only_2848">
            <a:extLst>
              <a:ext uri="{FF2B5EF4-FFF2-40B4-BE49-F238E27FC236}">
                <a16:creationId xmlns:a16="http://schemas.microsoft.com/office/drawing/2014/main" id="{597F8F70-841C-44EF-8334-AC23D517B181}"/>
              </a:ext>
            </a:extLst>
          </p:cNvPr>
          <p:cNvSpPr>
            <a:spLocks noGrp="1"/>
          </p:cNvSpPr>
          <p:nvPr/>
        </p:nvSpPr>
        <p:spPr>
          <a:xfrm>
            <a:off x="470372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50" name="01_find_only_2849">
            <a:extLst>
              <a:ext uri="{FF2B5EF4-FFF2-40B4-BE49-F238E27FC236}">
                <a16:creationId xmlns:a16="http://schemas.microsoft.com/office/drawing/2014/main" id="{A43108F4-A3EC-4DEE-9045-A2D227471390}"/>
              </a:ext>
            </a:extLst>
          </p:cNvPr>
          <p:cNvSpPr>
            <a:spLocks noGrp="1"/>
          </p:cNvSpPr>
          <p:nvPr/>
        </p:nvSpPr>
        <p:spPr>
          <a:xfrm>
            <a:off x="470285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51" name="01_find_only_2850">
            <a:extLst>
              <a:ext uri="{FF2B5EF4-FFF2-40B4-BE49-F238E27FC236}">
                <a16:creationId xmlns:a16="http://schemas.microsoft.com/office/drawing/2014/main" id="{CA821033-D4BA-4082-A382-67B2D93DE46F}"/>
              </a:ext>
            </a:extLst>
          </p:cNvPr>
          <p:cNvSpPr>
            <a:spLocks noGrp="1"/>
          </p:cNvSpPr>
          <p:nvPr/>
        </p:nvSpPr>
        <p:spPr>
          <a:xfrm>
            <a:off x="473442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52" name="01_find_only_2851">
            <a:extLst>
              <a:ext uri="{FF2B5EF4-FFF2-40B4-BE49-F238E27FC236}">
                <a16:creationId xmlns:a16="http://schemas.microsoft.com/office/drawing/2014/main" id="{7E9D3F55-91E9-43F0-9498-3EAC55F2CCBF}"/>
              </a:ext>
            </a:extLst>
          </p:cNvPr>
          <p:cNvSpPr>
            <a:spLocks noGrp="1"/>
          </p:cNvSpPr>
          <p:nvPr/>
        </p:nvSpPr>
        <p:spPr>
          <a:xfrm>
            <a:off x="471975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53" name="01_find_only_2852">
            <a:extLst>
              <a:ext uri="{FF2B5EF4-FFF2-40B4-BE49-F238E27FC236}">
                <a16:creationId xmlns:a16="http://schemas.microsoft.com/office/drawing/2014/main" id="{CEFCE3DF-5B54-41DA-B9E0-D0799CEE38BF}"/>
              </a:ext>
            </a:extLst>
          </p:cNvPr>
          <p:cNvSpPr>
            <a:spLocks noGrp="1"/>
          </p:cNvSpPr>
          <p:nvPr/>
        </p:nvSpPr>
        <p:spPr>
          <a:xfrm>
            <a:off x="467390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54" name="01_find_only_2853">
            <a:extLst>
              <a:ext uri="{FF2B5EF4-FFF2-40B4-BE49-F238E27FC236}">
                <a16:creationId xmlns:a16="http://schemas.microsoft.com/office/drawing/2014/main" id="{75141D24-71F1-4F9F-8AA2-B45F63AD1AF7}"/>
              </a:ext>
            </a:extLst>
          </p:cNvPr>
          <p:cNvSpPr>
            <a:spLocks noGrp="1"/>
          </p:cNvSpPr>
          <p:nvPr/>
        </p:nvSpPr>
        <p:spPr>
          <a:xfrm>
            <a:off x="4721701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55" name="01_find_only_2854">
            <a:extLst>
              <a:ext uri="{FF2B5EF4-FFF2-40B4-BE49-F238E27FC236}">
                <a16:creationId xmlns:a16="http://schemas.microsoft.com/office/drawing/2014/main" id="{F412C17E-6629-4FFA-B7B7-445AA332F171}"/>
              </a:ext>
            </a:extLst>
          </p:cNvPr>
          <p:cNvSpPr>
            <a:spLocks noGrp="1"/>
          </p:cNvSpPr>
          <p:nvPr/>
        </p:nvSpPr>
        <p:spPr>
          <a:xfrm>
            <a:off x="4713831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56" name="01_find_only_2855">
            <a:extLst>
              <a:ext uri="{FF2B5EF4-FFF2-40B4-BE49-F238E27FC236}">
                <a16:creationId xmlns:a16="http://schemas.microsoft.com/office/drawing/2014/main" id="{EEB13AC1-2019-4528-B1DE-EEAD897A4075}"/>
              </a:ext>
            </a:extLst>
          </p:cNvPr>
          <p:cNvSpPr>
            <a:spLocks noGrp="1"/>
          </p:cNvSpPr>
          <p:nvPr/>
        </p:nvSpPr>
        <p:spPr>
          <a:xfrm>
            <a:off x="471800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57" name="01_find_only_2856">
            <a:extLst>
              <a:ext uri="{FF2B5EF4-FFF2-40B4-BE49-F238E27FC236}">
                <a16:creationId xmlns:a16="http://schemas.microsoft.com/office/drawing/2014/main" id="{2A528C71-A824-45D9-9F23-7F7E187449F3}"/>
              </a:ext>
            </a:extLst>
          </p:cNvPr>
          <p:cNvSpPr>
            <a:spLocks noGrp="1"/>
          </p:cNvSpPr>
          <p:nvPr/>
        </p:nvSpPr>
        <p:spPr>
          <a:xfrm>
            <a:off x="469964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58" name="01_find_only_2857">
            <a:extLst>
              <a:ext uri="{FF2B5EF4-FFF2-40B4-BE49-F238E27FC236}">
                <a16:creationId xmlns:a16="http://schemas.microsoft.com/office/drawing/2014/main" id="{2ABB8A7B-7ECC-4F9B-9898-B05DB7E0133F}"/>
              </a:ext>
            </a:extLst>
          </p:cNvPr>
          <p:cNvSpPr>
            <a:spLocks noGrp="1"/>
          </p:cNvSpPr>
          <p:nvPr/>
        </p:nvSpPr>
        <p:spPr>
          <a:xfrm>
            <a:off x="464922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59" name="01_find_only_2858">
            <a:extLst>
              <a:ext uri="{FF2B5EF4-FFF2-40B4-BE49-F238E27FC236}">
                <a16:creationId xmlns:a16="http://schemas.microsoft.com/office/drawing/2014/main" id="{90164269-16CC-47FA-852F-7D8E8DC3E1A3}"/>
              </a:ext>
            </a:extLst>
          </p:cNvPr>
          <p:cNvSpPr>
            <a:spLocks noGrp="1"/>
          </p:cNvSpPr>
          <p:nvPr/>
        </p:nvSpPr>
        <p:spPr>
          <a:xfrm>
            <a:off x="4714220" y="57916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60" name="01_find_only_2859">
            <a:extLst>
              <a:ext uri="{FF2B5EF4-FFF2-40B4-BE49-F238E27FC236}">
                <a16:creationId xmlns:a16="http://schemas.microsoft.com/office/drawing/2014/main" id="{F4D1C59C-EC92-4399-9B7E-E8D53FF52CB4}"/>
              </a:ext>
            </a:extLst>
          </p:cNvPr>
          <p:cNvSpPr>
            <a:spLocks noGrp="1"/>
          </p:cNvSpPr>
          <p:nvPr/>
        </p:nvSpPr>
        <p:spPr>
          <a:xfrm>
            <a:off x="472704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61" name="01_find_only_2860">
            <a:extLst>
              <a:ext uri="{FF2B5EF4-FFF2-40B4-BE49-F238E27FC236}">
                <a16:creationId xmlns:a16="http://schemas.microsoft.com/office/drawing/2014/main" id="{D5D2056A-048A-456E-B86D-096B091DDE96}"/>
              </a:ext>
            </a:extLst>
          </p:cNvPr>
          <p:cNvSpPr>
            <a:spLocks noGrp="1"/>
          </p:cNvSpPr>
          <p:nvPr/>
        </p:nvSpPr>
        <p:spPr>
          <a:xfrm>
            <a:off x="466535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62" name="01_find_only_2861">
            <a:extLst>
              <a:ext uri="{FF2B5EF4-FFF2-40B4-BE49-F238E27FC236}">
                <a16:creationId xmlns:a16="http://schemas.microsoft.com/office/drawing/2014/main" id="{FB87C198-0551-4705-81A6-3CAF052FB71C}"/>
              </a:ext>
            </a:extLst>
          </p:cNvPr>
          <p:cNvSpPr>
            <a:spLocks noGrp="1"/>
          </p:cNvSpPr>
          <p:nvPr/>
        </p:nvSpPr>
        <p:spPr>
          <a:xfrm>
            <a:off x="4658066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63" name="01_find_only_2862">
            <a:extLst>
              <a:ext uri="{FF2B5EF4-FFF2-40B4-BE49-F238E27FC236}">
                <a16:creationId xmlns:a16="http://schemas.microsoft.com/office/drawing/2014/main" id="{A24EB4E3-A929-414F-A3D2-AD2FDF8EE88B}"/>
              </a:ext>
            </a:extLst>
          </p:cNvPr>
          <p:cNvSpPr>
            <a:spLocks noGrp="1"/>
          </p:cNvSpPr>
          <p:nvPr/>
        </p:nvSpPr>
        <p:spPr>
          <a:xfrm>
            <a:off x="4714026" y="515825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64" name="01_find_only_2863">
            <a:extLst>
              <a:ext uri="{FF2B5EF4-FFF2-40B4-BE49-F238E27FC236}">
                <a16:creationId xmlns:a16="http://schemas.microsoft.com/office/drawing/2014/main" id="{3298A8E7-E913-4115-8E3A-FF2CDB23C15D}"/>
              </a:ext>
            </a:extLst>
          </p:cNvPr>
          <p:cNvSpPr>
            <a:spLocks noGrp="1"/>
          </p:cNvSpPr>
          <p:nvPr/>
        </p:nvSpPr>
        <p:spPr>
          <a:xfrm>
            <a:off x="473909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65" name="01_find_only_2864">
            <a:extLst>
              <a:ext uri="{FF2B5EF4-FFF2-40B4-BE49-F238E27FC236}">
                <a16:creationId xmlns:a16="http://schemas.microsoft.com/office/drawing/2014/main" id="{FF33F529-04EC-42F5-9BA1-94C021DEECFF}"/>
              </a:ext>
            </a:extLst>
          </p:cNvPr>
          <p:cNvSpPr>
            <a:spLocks noGrp="1"/>
          </p:cNvSpPr>
          <p:nvPr/>
        </p:nvSpPr>
        <p:spPr>
          <a:xfrm>
            <a:off x="474326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66" name="01_find_only_2865">
            <a:extLst>
              <a:ext uri="{FF2B5EF4-FFF2-40B4-BE49-F238E27FC236}">
                <a16:creationId xmlns:a16="http://schemas.microsoft.com/office/drawing/2014/main" id="{0BEDA983-1D66-478B-B8D4-198CC9B5DAB3}"/>
              </a:ext>
            </a:extLst>
          </p:cNvPr>
          <p:cNvSpPr>
            <a:spLocks noGrp="1"/>
          </p:cNvSpPr>
          <p:nvPr/>
        </p:nvSpPr>
        <p:spPr>
          <a:xfrm>
            <a:off x="468322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67" name="01_find_only_2866">
            <a:extLst>
              <a:ext uri="{FF2B5EF4-FFF2-40B4-BE49-F238E27FC236}">
                <a16:creationId xmlns:a16="http://schemas.microsoft.com/office/drawing/2014/main" id="{B1691220-27BA-43FD-B65B-258002B74406}"/>
              </a:ext>
            </a:extLst>
          </p:cNvPr>
          <p:cNvSpPr>
            <a:spLocks noGrp="1"/>
          </p:cNvSpPr>
          <p:nvPr/>
        </p:nvSpPr>
        <p:spPr>
          <a:xfrm>
            <a:off x="4718883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68" name="01_find_only_2867">
            <a:extLst>
              <a:ext uri="{FF2B5EF4-FFF2-40B4-BE49-F238E27FC236}">
                <a16:creationId xmlns:a16="http://schemas.microsoft.com/office/drawing/2014/main" id="{6B67CAE0-E8F7-4713-879C-BC4843682283}"/>
              </a:ext>
            </a:extLst>
          </p:cNvPr>
          <p:cNvSpPr>
            <a:spLocks noGrp="1"/>
          </p:cNvSpPr>
          <p:nvPr/>
        </p:nvSpPr>
        <p:spPr>
          <a:xfrm>
            <a:off x="472626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69" name="01_find_only_2868">
            <a:extLst>
              <a:ext uri="{FF2B5EF4-FFF2-40B4-BE49-F238E27FC236}">
                <a16:creationId xmlns:a16="http://schemas.microsoft.com/office/drawing/2014/main" id="{64DB988C-9964-4D5D-9014-1E1EA2AE0F3D}"/>
              </a:ext>
            </a:extLst>
          </p:cNvPr>
          <p:cNvSpPr>
            <a:spLocks noGrp="1"/>
          </p:cNvSpPr>
          <p:nvPr/>
        </p:nvSpPr>
        <p:spPr>
          <a:xfrm>
            <a:off x="473802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70" name="01_find_only_2869">
            <a:extLst>
              <a:ext uri="{FF2B5EF4-FFF2-40B4-BE49-F238E27FC236}">
                <a16:creationId xmlns:a16="http://schemas.microsoft.com/office/drawing/2014/main" id="{86C5B8CF-EB41-41F7-A86D-0E8D7F2ECAAE}"/>
              </a:ext>
            </a:extLst>
          </p:cNvPr>
          <p:cNvSpPr>
            <a:spLocks noGrp="1"/>
          </p:cNvSpPr>
          <p:nvPr/>
        </p:nvSpPr>
        <p:spPr>
          <a:xfrm>
            <a:off x="472772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71" name="01_find_only_2870">
            <a:extLst>
              <a:ext uri="{FF2B5EF4-FFF2-40B4-BE49-F238E27FC236}">
                <a16:creationId xmlns:a16="http://schemas.microsoft.com/office/drawing/2014/main" id="{EF6C0911-5C02-4CB7-B8F7-B7FBB2CA2A1B}"/>
              </a:ext>
            </a:extLst>
          </p:cNvPr>
          <p:cNvSpPr>
            <a:spLocks noGrp="1"/>
          </p:cNvSpPr>
          <p:nvPr/>
        </p:nvSpPr>
        <p:spPr>
          <a:xfrm>
            <a:off x="471305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72" name="01_find_only_2871">
            <a:extLst>
              <a:ext uri="{FF2B5EF4-FFF2-40B4-BE49-F238E27FC236}">
                <a16:creationId xmlns:a16="http://schemas.microsoft.com/office/drawing/2014/main" id="{C26F3011-22F2-474D-8160-E09363C411B2}"/>
              </a:ext>
            </a:extLst>
          </p:cNvPr>
          <p:cNvSpPr>
            <a:spLocks noGrp="1"/>
          </p:cNvSpPr>
          <p:nvPr/>
        </p:nvSpPr>
        <p:spPr>
          <a:xfrm>
            <a:off x="465350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73" name="01_find_only_2872">
            <a:extLst>
              <a:ext uri="{FF2B5EF4-FFF2-40B4-BE49-F238E27FC236}">
                <a16:creationId xmlns:a16="http://schemas.microsoft.com/office/drawing/2014/main" id="{C478CD97-37D5-4C5E-8394-D26BFFA4F025}"/>
              </a:ext>
            </a:extLst>
          </p:cNvPr>
          <p:cNvSpPr>
            <a:spLocks noGrp="1"/>
          </p:cNvSpPr>
          <p:nvPr/>
        </p:nvSpPr>
        <p:spPr>
          <a:xfrm>
            <a:off x="4662924" y="61161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74" name="01_find_only_2873">
            <a:extLst>
              <a:ext uri="{FF2B5EF4-FFF2-40B4-BE49-F238E27FC236}">
                <a16:creationId xmlns:a16="http://schemas.microsoft.com/office/drawing/2014/main" id="{AF1F49A6-BC4E-4A59-B016-964521D87420}"/>
              </a:ext>
            </a:extLst>
          </p:cNvPr>
          <p:cNvSpPr>
            <a:spLocks noGrp="1"/>
          </p:cNvSpPr>
          <p:nvPr/>
        </p:nvSpPr>
        <p:spPr>
          <a:xfrm>
            <a:off x="471402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75" name="01_find_only_2874">
            <a:extLst>
              <a:ext uri="{FF2B5EF4-FFF2-40B4-BE49-F238E27FC236}">
                <a16:creationId xmlns:a16="http://schemas.microsoft.com/office/drawing/2014/main" id="{8B01E876-689B-4F9D-9487-8450E4B2BEDA}"/>
              </a:ext>
            </a:extLst>
          </p:cNvPr>
          <p:cNvSpPr>
            <a:spLocks noGrp="1"/>
          </p:cNvSpPr>
          <p:nvPr/>
        </p:nvSpPr>
        <p:spPr>
          <a:xfrm>
            <a:off x="470421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76" name="01_find_only_2875">
            <a:extLst>
              <a:ext uri="{FF2B5EF4-FFF2-40B4-BE49-F238E27FC236}">
                <a16:creationId xmlns:a16="http://schemas.microsoft.com/office/drawing/2014/main" id="{2376178A-CE5F-4D17-92D7-BE8112ADBB43}"/>
              </a:ext>
            </a:extLst>
          </p:cNvPr>
          <p:cNvSpPr>
            <a:spLocks noGrp="1"/>
          </p:cNvSpPr>
          <p:nvPr/>
        </p:nvSpPr>
        <p:spPr>
          <a:xfrm>
            <a:off x="466700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77" name="01_find_only_2876">
            <a:extLst>
              <a:ext uri="{FF2B5EF4-FFF2-40B4-BE49-F238E27FC236}">
                <a16:creationId xmlns:a16="http://schemas.microsoft.com/office/drawing/2014/main" id="{75C6DBF7-A6E3-4CC3-8495-392F19707820}"/>
              </a:ext>
            </a:extLst>
          </p:cNvPr>
          <p:cNvSpPr>
            <a:spLocks noGrp="1"/>
          </p:cNvSpPr>
          <p:nvPr/>
        </p:nvSpPr>
        <p:spPr>
          <a:xfrm>
            <a:off x="468458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78" name="01_find_only_2877">
            <a:extLst>
              <a:ext uri="{FF2B5EF4-FFF2-40B4-BE49-F238E27FC236}">
                <a16:creationId xmlns:a16="http://schemas.microsoft.com/office/drawing/2014/main" id="{871D48DD-E3AA-4A34-B429-3E3AAA80F543}"/>
              </a:ext>
            </a:extLst>
          </p:cNvPr>
          <p:cNvSpPr>
            <a:spLocks noGrp="1"/>
          </p:cNvSpPr>
          <p:nvPr/>
        </p:nvSpPr>
        <p:spPr>
          <a:xfrm>
            <a:off x="4650197" y="624223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79" name="01_find_only_2878">
            <a:extLst>
              <a:ext uri="{FF2B5EF4-FFF2-40B4-BE49-F238E27FC236}">
                <a16:creationId xmlns:a16="http://schemas.microsoft.com/office/drawing/2014/main" id="{0C95C126-B740-4919-B94A-8E25C4BE217A}"/>
              </a:ext>
            </a:extLst>
          </p:cNvPr>
          <p:cNvSpPr>
            <a:spLocks noGrp="1"/>
          </p:cNvSpPr>
          <p:nvPr/>
        </p:nvSpPr>
        <p:spPr>
          <a:xfrm>
            <a:off x="517715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80" name="01_find_only_2879">
            <a:extLst>
              <a:ext uri="{FF2B5EF4-FFF2-40B4-BE49-F238E27FC236}">
                <a16:creationId xmlns:a16="http://schemas.microsoft.com/office/drawing/2014/main" id="{09EBC0C3-D4F6-45A7-90FA-55086B1EF5D7}"/>
              </a:ext>
            </a:extLst>
          </p:cNvPr>
          <p:cNvSpPr>
            <a:spLocks noGrp="1"/>
          </p:cNvSpPr>
          <p:nvPr/>
        </p:nvSpPr>
        <p:spPr>
          <a:xfrm>
            <a:off x="523933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81" name="01_find_only_2880">
            <a:extLst>
              <a:ext uri="{FF2B5EF4-FFF2-40B4-BE49-F238E27FC236}">
                <a16:creationId xmlns:a16="http://schemas.microsoft.com/office/drawing/2014/main" id="{37DDFEFA-6A7A-4290-8027-1B836324BF56}"/>
              </a:ext>
            </a:extLst>
          </p:cNvPr>
          <p:cNvSpPr>
            <a:spLocks noGrp="1"/>
          </p:cNvSpPr>
          <p:nvPr/>
        </p:nvSpPr>
        <p:spPr>
          <a:xfrm>
            <a:off x="515675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82" name="01_find_only_2881">
            <a:extLst>
              <a:ext uri="{FF2B5EF4-FFF2-40B4-BE49-F238E27FC236}">
                <a16:creationId xmlns:a16="http://schemas.microsoft.com/office/drawing/2014/main" id="{08D182AE-7956-4344-9239-0B846317711A}"/>
              </a:ext>
            </a:extLst>
          </p:cNvPr>
          <p:cNvSpPr>
            <a:spLocks noGrp="1"/>
          </p:cNvSpPr>
          <p:nvPr/>
        </p:nvSpPr>
        <p:spPr>
          <a:xfrm>
            <a:off x="523156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83" name="01_find_only_2882">
            <a:extLst>
              <a:ext uri="{FF2B5EF4-FFF2-40B4-BE49-F238E27FC236}">
                <a16:creationId xmlns:a16="http://schemas.microsoft.com/office/drawing/2014/main" id="{52249077-9002-42EE-86C6-603110181DB3}"/>
              </a:ext>
            </a:extLst>
          </p:cNvPr>
          <p:cNvSpPr>
            <a:spLocks noGrp="1"/>
          </p:cNvSpPr>
          <p:nvPr/>
        </p:nvSpPr>
        <p:spPr>
          <a:xfrm>
            <a:off x="519299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84" name="01_find_only_2883">
            <a:extLst>
              <a:ext uri="{FF2B5EF4-FFF2-40B4-BE49-F238E27FC236}">
                <a16:creationId xmlns:a16="http://schemas.microsoft.com/office/drawing/2014/main" id="{074BADD8-8CC5-4C3B-B3A0-19EE56CD7ABC}"/>
              </a:ext>
            </a:extLst>
          </p:cNvPr>
          <p:cNvSpPr>
            <a:spLocks noGrp="1"/>
          </p:cNvSpPr>
          <p:nvPr/>
        </p:nvSpPr>
        <p:spPr>
          <a:xfrm>
            <a:off x="524623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85" name="01_find_only_2884">
            <a:extLst>
              <a:ext uri="{FF2B5EF4-FFF2-40B4-BE49-F238E27FC236}">
                <a16:creationId xmlns:a16="http://schemas.microsoft.com/office/drawing/2014/main" id="{337F8AF7-2CF7-4896-A542-26B5DF7B8E31}"/>
              </a:ext>
            </a:extLst>
          </p:cNvPr>
          <p:cNvSpPr>
            <a:spLocks noGrp="1"/>
          </p:cNvSpPr>
          <p:nvPr/>
        </p:nvSpPr>
        <p:spPr>
          <a:xfrm>
            <a:off x="517705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86" name="01_find_only_2885">
            <a:extLst>
              <a:ext uri="{FF2B5EF4-FFF2-40B4-BE49-F238E27FC236}">
                <a16:creationId xmlns:a16="http://schemas.microsoft.com/office/drawing/2014/main" id="{F49AE23A-8F95-4241-935D-51A4212BE0A7}"/>
              </a:ext>
            </a:extLst>
          </p:cNvPr>
          <p:cNvSpPr>
            <a:spLocks noGrp="1"/>
          </p:cNvSpPr>
          <p:nvPr/>
        </p:nvSpPr>
        <p:spPr>
          <a:xfrm>
            <a:off x="522446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87" name="01_find_only_2886">
            <a:extLst>
              <a:ext uri="{FF2B5EF4-FFF2-40B4-BE49-F238E27FC236}">
                <a16:creationId xmlns:a16="http://schemas.microsoft.com/office/drawing/2014/main" id="{DEE47300-D281-4089-836F-3A03D82E3362}"/>
              </a:ext>
            </a:extLst>
          </p:cNvPr>
          <p:cNvSpPr>
            <a:spLocks noGrp="1"/>
          </p:cNvSpPr>
          <p:nvPr/>
        </p:nvSpPr>
        <p:spPr>
          <a:xfrm>
            <a:off x="516015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88" name="01_find_only_2887">
            <a:extLst>
              <a:ext uri="{FF2B5EF4-FFF2-40B4-BE49-F238E27FC236}">
                <a16:creationId xmlns:a16="http://schemas.microsoft.com/office/drawing/2014/main" id="{554FF248-9A06-4EA7-A5C1-6583D671BF5C}"/>
              </a:ext>
            </a:extLst>
          </p:cNvPr>
          <p:cNvSpPr>
            <a:spLocks noGrp="1"/>
          </p:cNvSpPr>
          <p:nvPr/>
        </p:nvSpPr>
        <p:spPr>
          <a:xfrm>
            <a:off x="5180848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89" name="01_find_only_2888">
            <a:extLst>
              <a:ext uri="{FF2B5EF4-FFF2-40B4-BE49-F238E27FC236}">
                <a16:creationId xmlns:a16="http://schemas.microsoft.com/office/drawing/2014/main" id="{588C608E-75CF-4744-81E4-6D8E4BBFFABB}"/>
              </a:ext>
            </a:extLst>
          </p:cNvPr>
          <p:cNvSpPr>
            <a:spLocks noGrp="1"/>
          </p:cNvSpPr>
          <p:nvPr/>
        </p:nvSpPr>
        <p:spPr>
          <a:xfrm>
            <a:off x="5159961" y="59654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90" name="01_find_only_2889">
            <a:extLst>
              <a:ext uri="{FF2B5EF4-FFF2-40B4-BE49-F238E27FC236}">
                <a16:creationId xmlns:a16="http://schemas.microsoft.com/office/drawing/2014/main" id="{299619F8-B6A3-441A-A622-319D97FAD5E9}"/>
              </a:ext>
            </a:extLst>
          </p:cNvPr>
          <p:cNvSpPr>
            <a:spLocks noGrp="1"/>
          </p:cNvSpPr>
          <p:nvPr/>
        </p:nvSpPr>
        <p:spPr>
          <a:xfrm>
            <a:off x="5214852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91" name="01_find_only_2890">
            <a:extLst>
              <a:ext uri="{FF2B5EF4-FFF2-40B4-BE49-F238E27FC236}">
                <a16:creationId xmlns:a16="http://schemas.microsoft.com/office/drawing/2014/main" id="{0EC6AC80-EFF1-4200-92B0-B23189ABE3FE}"/>
              </a:ext>
            </a:extLst>
          </p:cNvPr>
          <p:cNvSpPr>
            <a:spLocks noGrp="1"/>
          </p:cNvSpPr>
          <p:nvPr/>
        </p:nvSpPr>
        <p:spPr>
          <a:xfrm>
            <a:off x="517307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92" name="01_find_only_2891">
            <a:extLst>
              <a:ext uri="{FF2B5EF4-FFF2-40B4-BE49-F238E27FC236}">
                <a16:creationId xmlns:a16="http://schemas.microsoft.com/office/drawing/2014/main" id="{3E954B2C-896B-45E3-A881-027EC08C7737}"/>
              </a:ext>
            </a:extLst>
          </p:cNvPr>
          <p:cNvSpPr>
            <a:spLocks noGrp="1"/>
          </p:cNvSpPr>
          <p:nvPr/>
        </p:nvSpPr>
        <p:spPr>
          <a:xfrm>
            <a:off x="5202222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93" name="01_find_only_2892">
            <a:extLst>
              <a:ext uri="{FF2B5EF4-FFF2-40B4-BE49-F238E27FC236}">
                <a16:creationId xmlns:a16="http://schemas.microsoft.com/office/drawing/2014/main" id="{15FDA7CA-146A-4D83-9998-6E8763063B89}"/>
              </a:ext>
            </a:extLst>
          </p:cNvPr>
          <p:cNvSpPr>
            <a:spLocks noGrp="1"/>
          </p:cNvSpPr>
          <p:nvPr/>
        </p:nvSpPr>
        <p:spPr>
          <a:xfrm>
            <a:off x="519192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94" name="01_find_only_2893">
            <a:extLst>
              <a:ext uri="{FF2B5EF4-FFF2-40B4-BE49-F238E27FC236}">
                <a16:creationId xmlns:a16="http://schemas.microsoft.com/office/drawing/2014/main" id="{D069C20D-96AD-450D-927E-0BF08F48657C}"/>
              </a:ext>
            </a:extLst>
          </p:cNvPr>
          <p:cNvSpPr>
            <a:spLocks noGrp="1"/>
          </p:cNvSpPr>
          <p:nvPr/>
        </p:nvSpPr>
        <p:spPr>
          <a:xfrm>
            <a:off x="5182306" y="624992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95" name="01_find_only_2894">
            <a:extLst>
              <a:ext uri="{FF2B5EF4-FFF2-40B4-BE49-F238E27FC236}">
                <a16:creationId xmlns:a16="http://schemas.microsoft.com/office/drawing/2014/main" id="{4E1B17A1-19DC-4132-97C3-39CC544A27D2}"/>
              </a:ext>
            </a:extLst>
          </p:cNvPr>
          <p:cNvSpPr>
            <a:spLocks noGrp="1"/>
          </p:cNvSpPr>
          <p:nvPr/>
        </p:nvSpPr>
        <p:spPr>
          <a:xfrm>
            <a:off x="5159670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96" name="01_find_only_2895">
            <a:extLst>
              <a:ext uri="{FF2B5EF4-FFF2-40B4-BE49-F238E27FC236}">
                <a16:creationId xmlns:a16="http://schemas.microsoft.com/office/drawing/2014/main" id="{B01FB9EC-6478-4040-8E95-3B3F7DB83DCD}"/>
              </a:ext>
            </a:extLst>
          </p:cNvPr>
          <p:cNvSpPr>
            <a:spLocks noGrp="1"/>
          </p:cNvSpPr>
          <p:nvPr/>
        </p:nvSpPr>
        <p:spPr>
          <a:xfrm>
            <a:off x="5246911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97" name="01_find_only_2896">
            <a:extLst>
              <a:ext uri="{FF2B5EF4-FFF2-40B4-BE49-F238E27FC236}">
                <a16:creationId xmlns:a16="http://schemas.microsoft.com/office/drawing/2014/main" id="{3260D315-96E2-4D7A-B76C-D8F561F75DB1}"/>
              </a:ext>
            </a:extLst>
          </p:cNvPr>
          <p:cNvSpPr>
            <a:spLocks noGrp="1"/>
          </p:cNvSpPr>
          <p:nvPr/>
        </p:nvSpPr>
        <p:spPr>
          <a:xfrm>
            <a:off x="516102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98" name="01_find_only_2897">
            <a:extLst>
              <a:ext uri="{FF2B5EF4-FFF2-40B4-BE49-F238E27FC236}">
                <a16:creationId xmlns:a16="http://schemas.microsoft.com/office/drawing/2014/main" id="{439F11DB-42D8-4968-A52E-E69551427C8C}"/>
              </a:ext>
            </a:extLst>
          </p:cNvPr>
          <p:cNvSpPr>
            <a:spLocks noGrp="1"/>
          </p:cNvSpPr>
          <p:nvPr/>
        </p:nvSpPr>
        <p:spPr>
          <a:xfrm>
            <a:off x="523972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899" name="01_find_only_2898">
            <a:extLst>
              <a:ext uri="{FF2B5EF4-FFF2-40B4-BE49-F238E27FC236}">
                <a16:creationId xmlns:a16="http://schemas.microsoft.com/office/drawing/2014/main" id="{8AEFB125-0D11-47D4-999F-5F83788C3D9A}"/>
              </a:ext>
            </a:extLst>
          </p:cNvPr>
          <p:cNvSpPr>
            <a:spLocks noGrp="1"/>
          </p:cNvSpPr>
          <p:nvPr/>
        </p:nvSpPr>
        <p:spPr>
          <a:xfrm>
            <a:off x="519338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00" name="01_find_only_2899">
            <a:extLst>
              <a:ext uri="{FF2B5EF4-FFF2-40B4-BE49-F238E27FC236}">
                <a16:creationId xmlns:a16="http://schemas.microsoft.com/office/drawing/2014/main" id="{79D2ED0B-CB59-4F38-B0DC-FA3BDDBD7988}"/>
              </a:ext>
            </a:extLst>
          </p:cNvPr>
          <p:cNvSpPr>
            <a:spLocks noGrp="1"/>
          </p:cNvSpPr>
          <p:nvPr/>
        </p:nvSpPr>
        <p:spPr>
          <a:xfrm>
            <a:off x="525089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01" name="01_find_only_2900">
            <a:extLst>
              <a:ext uri="{FF2B5EF4-FFF2-40B4-BE49-F238E27FC236}">
                <a16:creationId xmlns:a16="http://schemas.microsoft.com/office/drawing/2014/main" id="{123F3DCD-B93A-4F11-BEBD-4A0D396D6B86}"/>
              </a:ext>
            </a:extLst>
          </p:cNvPr>
          <p:cNvSpPr>
            <a:spLocks noGrp="1"/>
          </p:cNvSpPr>
          <p:nvPr/>
        </p:nvSpPr>
        <p:spPr>
          <a:xfrm>
            <a:off x="522048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02" name="01_find_only_2901">
            <a:extLst>
              <a:ext uri="{FF2B5EF4-FFF2-40B4-BE49-F238E27FC236}">
                <a16:creationId xmlns:a16="http://schemas.microsoft.com/office/drawing/2014/main" id="{5B494DAE-9FD5-4020-8F76-4688FF57458B}"/>
              </a:ext>
            </a:extLst>
          </p:cNvPr>
          <p:cNvSpPr>
            <a:spLocks noGrp="1"/>
          </p:cNvSpPr>
          <p:nvPr/>
        </p:nvSpPr>
        <p:spPr>
          <a:xfrm>
            <a:off x="5227093" y="600135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03" name="01_find_only_2902">
            <a:extLst>
              <a:ext uri="{FF2B5EF4-FFF2-40B4-BE49-F238E27FC236}">
                <a16:creationId xmlns:a16="http://schemas.microsoft.com/office/drawing/2014/main" id="{8CB2563A-3764-4E95-83D8-D327C2C5B409}"/>
              </a:ext>
            </a:extLst>
          </p:cNvPr>
          <p:cNvSpPr>
            <a:spLocks noGrp="1"/>
          </p:cNvSpPr>
          <p:nvPr/>
        </p:nvSpPr>
        <p:spPr>
          <a:xfrm>
            <a:off x="5184443" y="578609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04" name="01_find_only_2903">
            <a:extLst>
              <a:ext uri="{FF2B5EF4-FFF2-40B4-BE49-F238E27FC236}">
                <a16:creationId xmlns:a16="http://schemas.microsoft.com/office/drawing/2014/main" id="{23DFB5F3-72DC-409F-B0FD-A177859FA7DC}"/>
              </a:ext>
            </a:extLst>
          </p:cNvPr>
          <p:cNvSpPr>
            <a:spLocks noGrp="1"/>
          </p:cNvSpPr>
          <p:nvPr/>
        </p:nvSpPr>
        <p:spPr>
          <a:xfrm>
            <a:off x="5245454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05" name="01_find_only_2904">
            <a:extLst>
              <a:ext uri="{FF2B5EF4-FFF2-40B4-BE49-F238E27FC236}">
                <a16:creationId xmlns:a16="http://schemas.microsoft.com/office/drawing/2014/main" id="{0002008F-C835-4948-9ADE-22F32FD54C90}"/>
              </a:ext>
            </a:extLst>
          </p:cNvPr>
          <p:cNvSpPr>
            <a:spLocks noGrp="1"/>
          </p:cNvSpPr>
          <p:nvPr/>
        </p:nvSpPr>
        <p:spPr>
          <a:xfrm>
            <a:off x="522728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06" name="01_find_only_2905">
            <a:extLst>
              <a:ext uri="{FF2B5EF4-FFF2-40B4-BE49-F238E27FC236}">
                <a16:creationId xmlns:a16="http://schemas.microsoft.com/office/drawing/2014/main" id="{93FE1F9B-C9A2-4A1C-9C63-BCAB8495EEAE}"/>
              </a:ext>
            </a:extLst>
          </p:cNvPr>
          <p:cNvSpPr>
            <a:spLocks noGrp="1"/>
          </p:cNvSpPr>
          <p:nvPr/>
        </p:nvSpPr>
        <p:spPr>
          <a:xfrm>
            <a:off x="517181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07" name="01_find_only_2906">
            <a:extLst>
              <a:ext uri="{FF2B5EF4-FFF2-40B4-BE49-F238E27FC236}">
                <a16:creationId xmlns:a16="http://schemas.microsoft.com/office/drawing/2014/main" id="{FA19A3CB-2DC9-4F28-A2DB-48912494224E}"/>
              </a:ext>
            </a:extLst>
          </p:cNvPr>
          <p:cNvSpPr>
            <a:spLocks noGrp="1"/>
          </p:cNvSpPr>
          <p:nvPr/>
        </p:nvSpPr>
        <p:spPr>
          <a:xfrm>
            <a:off x="5225635" y="557801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08" name="01_find_only_2907">
            <a:extLst>
              <a:ext uri="{FF2B5EF4-FFF2-40B4-BE49-F238E27FC236}">
                <a16:creationId xmlns:a16="http://schemas.microsoft.com/office/drawing/2014/main" id="{8E6BF9D7-6355-4154-B453-5F68CAA1D73C}"/>
              </a:ext>
            </a:extLst>
          </p:cNvPr>
          <p:cNvSpPr>
            <a:spLocks noGrp="1"/>
          </p:cNvSpPr>
          <p:nvPr/>
        </p:nvSpPr>
        <p:spPr>
          <a:xfrm>
            <a:off x="517676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09" name="01_find_only_2908">
            <a:extLst>
              <a:ext uri="{FF2B5EF4-FFF2-40B4-BE49-F238E27FC236}">
                <a16:creationId xmlns:a16="http://schemas.microsoft.com/office/drawing/2014/main" id="{92EF9F5D-3404-45C5-89F8-71111E22502C}"/>
              </a:ext>
            </a:extLst>
          </p:cNvPr>
          <p:cNvSpPr>
            <a:spLocks noGrp="1"/>
          </p:cNvSpPr>
          <p:nvPr/>
        </p:nvSpPr>
        <p:spPr>
          <a:xfrm>
            <a:off x="5184346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10" name="01_find_only_2909">
            <a:extLst>
              <a:ext uri="{FF2B5EF4-FFF2-40B4-BE49-F238E27FC236}">
                <a16:creationId xmlns:a16="http://schemas.microsoft.com/office/drawing/2014/main" id="{E84CBDB7-4C7E-4F50-A218-5067C7ED9CF1}"/>
              </a:ext>
            </a:extLst>
          </p:cNvPr>
          <p:cNvSpPr>
            <a:spLocks noGrp="1"/>
          </p:cNvSpPr>
          <p:nvPr/>
        </p:nvSpPr>
        <p:spPr>
          <a:xfrm>
            <a:off x="524467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11" name="01_find_only_2910">
            <a:extLst>
              <a:ext uri="{FF2B5EF4-FFF2-40B4-BE49-F238E27FC236}">
                <a16:creationId xmlns:a16="http://schemas.microsoft.com/office/drawing/2014/main" id="{008AB510-AFBE-448E-82D0-25A4505E5B61}"/>
              </a:ext>
            </a:extLst>
          </p:cNvPr>
          <p:cNvSpPr>
            <a:spLocks noGrp="1"/>
          </p:cNvSpPr>
          <p:nvPr/>
        </p:nvSpPr>
        <p:spPr>
          <a:xfrm>
            <a:off x="518590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12" name="01_find_only_2911">
            <a:extLst>
              <a:ext uri="{FF2B5EF4-FFF2-40B4-BE49-F238E27FC236}">
                <a16:creationId xmlns:a16="http://schemas.microsoft.com/office/drawing/2014/main" id="{4275E3DB-AF5C-4F60-B9AB-C3F7B50FCF0C}"/>
              </a:ext>
            </a:extLst>
          </p:cNvPr>
          <p:cNvSpPr>
            <a:spLocks noGrp="1"/>
          </p:cNvSpPr>
          <p:nvPr/>
        </p:nvSpPr>
        <p:spPr>
          <a:xfrm>
            <a:off x="5239236" y="57502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13" name="01_find_only_2912">
            <a:extLst>
              <a:ext uri="{FF2B5EF4-FFF2-40B4-BE49-F238E27FC236}">
                <a16:creationId xmlns:a16="http://schemas.microsoft.com/office/drawing/2014/main" id="{B1ABD3F6-E09F-45B1-B4A7-FC392F657F9E}"/>
              </a:ext>
            </a:extLst>
          </p:cNvPr>
          <p:cNvSpPr>
            <a:spLocks noGrp="1"/>
          </p:cNvSpPr>
          <p:nvPr/>
        </p:nvSpPr>
        <p:spPr>
          <a:xfrm>
            <a:off x="524001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14" name="01_find_only_2913">
            <a:extLst>
              <a:ext uri="{FF2B5EF4-FFF2-40B4-BE49-F238E27FC236}">
                <a16:creationId xmlns:a16="http://schemas.microsoft.com/office/drawing/2014/main" id="{2BBBF743-72F8-41BD-AF80-671E11585389}"/>
              </a:ext>
            </a:extLst>
          </p:cNvPr>
          <p:cNvSpPr>
            <a:spLocks noGrp="1"/>
          </p:cNvSpPr>
          <p:nvPr/>
        </p:nvSpPr>
        <p:spPr>
          <a:xfrm>
            <a:off x="5242539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15" name="01_find_only_2914">
            <a:extLst>
              <a:ext uri="{FF2B5EF4-FFF2-40B4-BE49-F238E27FC236}">
                <a16:creationId xmlns:a16="http://schemas.microsoft.com/office/drawing/2014/main" id="{C3FA3901-B813-4C3F-BFFA-AAB1D285AF02}"/>
              </a:ext>
            </a:extLst>
          </p:cNvPr>
          <p:cNvSpPr>
            <a:spLocks noGrp="1"/>
          </p:cNvSpPr>
          <p:nvPr/>
        </p:nvSpPr>
        <p:spPr>
          <a:xfrm>
            <a:off x="5186678" y="55134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16" name="01_find_only_2915">
            <a:extLst>
              <a:ext uri="{FF2B5EF4-FFF2-40B4-BE49-F238E27FC236}">
                <a16:creationId xmlns:a16="http://schemas.microsoft.com/office/drawing/2014/main" id="{DA64B073-606C-417F-93FF-EA081F7E256D}"/>
              </a:ext>
            </a:extLst>
          </p:cNvPr>
          <p:cNvSpPr>
            <a:spLocks noGrp="1"/>
          </p:cNvSpPr>
          <p:nvPr/>
        </p:nvSpPr>
        <p:spPr>
          <a:xfrm>
            <a:off x="517200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17" name="01_find_only_2916">
            <a:extLst>
              <a:ext uri="{FF2B5EF4-FFF2-40B4-BE49-F238E27FC236}">
                <a16:creationId xmlns:a16="http://schemas.microsoft.com/office/drawing/2014/main" id="{64B341C0-E312-47E6-9515-B3F9CC7721E6}"/>
              </a:ext>
            </a:extLst>
          </p:cNvPr>
          <p:cNvSpPr>
            <a:spLocks noGrp="1"/>
          </p:cNvSpPr>
          <p:nvPr/>
        </p:nvSpPr>
        <p:spPr>
          <a:xfrm>
            <a:off x="522854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18" name="01_find_only_2917">
            <a:extLst>
              <a:ext uri="{FF2B5EF4-FFF2-40B4-BE49-F238E27FC236}">
                <a16:creationId xmlns:a16="http://schemas.microsoft.com/office/drawing/2014/main" id="{9A31E7E9-09ED-4CC6-8D77-24331148F62C}"/>
              </a:ext>
            </a:extLst>
          </p:cNvPr>
          <p:cNvSpPr>
            <a:spLocks noGrp="1"/>
          </p:cNvSpPr>
          <p:nvPr/>
        </p:nvSpPr>
        <p:spPr>
          <a:xfrm>
            <a:off x="516744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19" name="01_find_only_2918">
            <a:extLst>
              <a:ext uri="{FF2B5EF4-FFF2-40B4-BE49-F238E27FC236}">
                <a16:creationId xmlns:a16="http://schemas.microsoft.com/office/drawing/2014/main" id="{15E14D5E-B88B-41BF-BB58-C960937FABF7}"/>
              </a:ext>
            </a:extLst>
          </p:cNvPr>
          <p:cNvSpPr>
            <a:spLocks noGrp="1"/>
          </p:cNvSpPr>
          <p:nvPr/>
        </p:nvSpPr>
        <p:spPr>
          <a:xfrm>
            <a:off x="517356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20" name="01_find_only_2919">
            <a:extLst>
              <a:ext uri="{FF2B5EF4-FFF2-40B4-BE49-F238E27FC236}">
                <a16:creationId xmlns:a16="http://schemas.microsoft.com/office/drawing/2014/main" id="{79BFE560-658C-4C04-96BE-4DAEA3F26081}"/>
              </a:ext>
            </a:extLst>
          </p:cNvPr>
          <p:cNvSpPr>
            <a:spLocks noGrp="1"/>
          </p:cNvSpPr>
          <p:nvPr/>
        </p:nvSpPr>
        <p:spPr>
          <a:xfrm>
            <a:off x="523097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21" name="01_find_only_2920">
            <a:extLst>
              <a:ext uri="{FF2B5EF4-FFF2-40B4-BE49-F238E27FC236}">
                <a16:creationId xmlns:a16="http://schemas.microsoft.com/office/drawing/2014/main" id="{D3600D48-C014-4917-B2A1-A8925CC8A3D3}"/>
              </a:ext>
            </a:extLst>
          </p:cNvPr>
          <p:cNvSpPr>
            <a:spLocks noGrp="1"/>
          </p:cNvSpPr>
          <p:nvPr/>
        </p:nvSpPr>
        <p:spPr>
          <a:xfrm>
            <a:off x="516831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22" name="01_find_only_2921">
            <a:extLst>
              <a:ext uri="{FF2B5EF4-FFF2-40B4-BE49-F238E27FC236}">
                <a16:creationId xmlns:a16="http://schemas.microsoft.com/office/drawing/2014/main" id="{196D7956-CEC1-465F-985F-DC42B8E85134}"/>
              </a:ext>
            </a:extLst>
          </p:cNvPr>
          <p:cNvSpPr>
            <a:spLocks noGrp="1"/>
          </p:cNvSpPr>
          <p:nvPr/>
        </p:nvSpPr>
        <p:spPr>
          <a:xfrm>
            <a:off x="524963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23" name="01_find_only_2922">
            <a:extLst>
              <a:ext uri="{FF2B5EF4-FFF2-40B4-BE49-F238E27FC236}">
                <a16:creationId xmlns:a16="http://schemas.microsoft.com/office/drawing/2014/main" id="{BEEC53E1-A825-47D4-9A90-EE553A36AA76}"/>
              </a:ext>
            </a:extLst>
          </p:cNvPr>
          <p:cNvSpPr>
            <a:spLocks noGrp="1"/>
          </p:cNvSpPr>
          <p:nvPr/>
        </p:nvSpPr>
        <p:spPr>
          <a:xfrm>
            <a:off x="523476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24" name="01_find_only_2923">
            <a:extLst>
              <a:ext uri="{FF2B5EF4-FFF2-40B4-BE49-F238E27FC236}">
                <a16:creationId xmlns:a16="http://schemas.microsoft.com/office/drawing/2014/main" id="{E79FE62C-305E-4B95-9088-3C2F780E1D6D}"/>
              </a:ext>
            </a:extLst>
          </p:cNvPr>
          <p:cNvSpPr>
            <a:spLocks noGrp="1"/>
          </p:cNvSpPr>
          <p:nvPr/>
        </p:nvSpPr>
        <p:spPr>
          <a:xfrm>
            <a:off x="519959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25" name="01_find_only_2924">
            <a:extLst>
              <a:ext uri="{FF2B5EF4-FFF2-40B4-BE49-F238E27FC236}">
                <a16:creationId xmlns:a16="http://schemas.microsoft.com/office/drawing/2014/main" id="{F8CE60E7-F5E8-4B2A-BEEF-EBC5DDF23A55}"/>
              </a:ext>
            </a:extLst>
          </p:cNvPr>
          <p:cNvSpPr>
            <a:spLocks noGrp="1"/>
          </p:cNvSpPr>
          <p:nvPr/>
        </p:nvSpPr>
        <p:spPr>
          <a:xfrm>
            <a:off x="518318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26" name="01_find_only_2925">
            <a:extLst>
              <a:ext uri="{FF2B5EF4-FFF2-40B4-BE49-F238E27FC236}">
                <a16:creationId xmlns:a16="http://schemas.microsoft.com/office/drawing/2014/main" id="{F53FB2C7-F75E-4944-9E3D-619ED8E5DF95}"/>
              </a:ext>
            </a:extLst>
          </p:cNvPr>
          <p:cNvSpPr>
            <a:spLocks noGrp="1"/>
          </p:cNvSpPr>
          <p:nvPr/>
        </p:nvSpPr>
        <p:spPr>
          <a:xfrm>
            <a:off x="5252352" y="536582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27" name="01_find_only_2926">
            <a:extLst>
              <a:ext uri="{FF2B5EF4-FFF2-40B4-BE49-F238E27FC236}">
                <a16:creationId xmlns:a16="http://schemas.microsoft.com/office/drawing/2014/main" id="{E9A472BB-5D0C-4F23-9A79-10BBFAC0A91A}"/>
              </a:ext>
            </a:extLst>
          </p:cNvPr>
          <p:cNvSpPr>
            <a:spLocks noGrp="1"/>
          </p:cNvSpPr>
          <p:nvPr/>
        </p:nvSpPr>
        <p:spPr>
          <a:xfrm>
            <a:off x="521708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28" name="01_find_only_2927">
            <a:extLst>
              <a:ext uri="{FF2B5EF4-FFF2-40B4-BE49-F238E27FC236}">
                <a16:creationId xmlns:a16="http://schemas.microsoft.com/office/drawing/2014/main" id="{693911AE-9925-4A59-8DCC-1A16D53F65BD}"/>
              </a:ext>
            </a:extLst>
          </p:cNvPr>
          <p:cNvSpPr>
            <a:spLocks noGrp="1"/>
          </p:cNvSpPr>
          <p:nvPr/>
        </p:nvSpPr>
        <p:spPr>
          <a:xfrm>
            <a:off x="523923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29" name="01_find_only_2928">
            <a:extLst>
              <a:ext uri="{FF2B5EF4-FFF2-40B4-BE49-F238E27FC236}">
                <a16:creationId xmlns:a16="http://schemas.microsoft.com/office/drawing/2014/main" id="{8416B6A7-BD7D-4184-BD79-1DFCD73327A6}"/>
              </a:ext>
            </a:extLst>
          </p:cNvPr>
          <p:cNvSpPr>
            <a:spLocks noGrp="1"/>
          </p:cNvSpPr>
          <p:nvPr/>
        </p:nvSpPr>
        <p:spPr>
          <a:xfrm>
            <a:off x="517113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30" name="01_find_only_2929">
            <a:extLst>
              <a:ext uri="{FF2B5EF4-FFF2-40B4-BE49-F238E27FC236}">
                <a16:creationId xmlns:a16="http://schemas.microsoft.com/office/drawing/2014/main" id="{D665706F-D083-430B-8EE4-46F633B6E3ED}"/>
              </a:ext>
            </a:extLst>
          </p:cNvPr>
          <p:cNvSpPr>
            <a:spLocks noGrp="1"/>
          </p:cNvSpPr>
          <p:nvPr/>
        </p:nvSpPr>
        <p:spPr>
          <a:xfrm>
            <a:off x="519853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31" name="01_find_only_2930">
            <a:extLst>
              <a:ext uri="{FF2B5EF4-FFF2-40B4-BE49-F238E27FC236}">
                <a16:creationId xmlns:a16="http://schemas.microsoft.com/office/drawing/2014/main" id="{674069A8-86E6-4D49-87EC-34266D5E0792}"/>
              </a:ext>
            </a:extLst>
          </p:cNvPr>
          <p:cNvSpPr>
            <a:spLocks noGrp="1"/>
          </p:cNvSpPr>
          <p:nvPr/>
        </p:nvSpPr>
        <p:spPr>
          <a:xfrm>
            <a:off x="5233213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32" name="01_find_only_2931">
            <a:extLst>
              <a:ext uri="{FF2B5EF4-FFF2-40B4-BE49-F238E27FC236}">
                <a16:creationId xmlns:a16="http://schemas.microsoft.com/office/drawing/2014/main" id="{81002766-EB00-45B8-A30B-02FF62086F80}"/>
              </a:ext>
            </a:extLst>
          </p:cNvPr>
          <p:cNvSpPr>
            <a:spLocks noGrp="1"/>
          </p:cNvSpPr>
          <p:nvPr/>
        </p:nvSpPr>
        <p:spPr>
          <a:xfrm>
            <a:off x="5219126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33" name="01_find_only_2932">
            <a:extLst>
              <a:ext uri="{FF2B5EF4-FFF2-40B4-BE49-F238E27FC236}">
                <a16:creationId xmlns:a16="http://schemas.microsoft.com/office/drawing/2014/main" id="{09430CCE-7122-45B4-A63A-0015D816293A}"/>
              </a:ext>
            </a:extLst>
          </p:cNvPr>
          <p:cNvSpPr>
            <a:spLocks noGrp="1"/>
          </p:cNvSpPr>
          <p:nvPr/>
        </p:nvSpPr>
        <p:spPr>
          <a:xfrm>
            <a:off x="5247591" y="503986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34" name="01_find_only_2933">
            <a:extLst>
              <a:ext uri="{FF2B5EF4-FFF2-40B4-BE49-F238E27FC236}">
                <a16:creationId xmlns:a16="http://schemas.microsoft.com/office/drawing/2014/main" id="{85A79FCB-B3FE-4923-A138-991BC53BC4D9}"/>
              </a:ext>
            </a:extLst>
          </p:cNvPr>
          <p:cNvSpPr>
            <a:spLocks noGrp="1"/>
          </p:cNvSpPr>
          <p:nvPr/>
        </p:nvSpPr>
        <p:spPr>
          <a:xfrm>
            <a:off x="515743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35" name="01_find_only_2934">
            <a:extLst>
              <a:ext uri="{FF2B5EF4-FFF2-40B4-BE49-F238E27FC236}">
                <a16:creationId xmlns:a16="http://schemas.microsoft.com/office/drawing/2014/main" id="{A279632D-859F-4427-A01B-D2D8C1F428A1}"/>
              </a:ext>
            </a:extLst>
          </p:cNvPr>
          <p:cNvSpPr>
            <a:spLocks noGrp="1"/>
          </p:cNvSpPr>
          <p:nvPr/>
        </p:nvSpPr>
        <p:spPr>
          <a:xfrm>
            <a:off x="519746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36" name="01_find_only_2935">
            <a:extLst>
              <a:ext uri="{FF2B5EF4-FFF2-40B4-BE49-F238E27FC236}">
                <a16:creationId xmlns:a16="http://schemas.microsoft.com/office/drawing/2014/main" id="{3B910F4D-AD71-4EED-99A9-04237A545ECB}"/>
              </a:ext>
            </a:extLst>
          </p:cNvPr>
          <p:cNvSpPr>
            <a:spLocks noGrp="1"/>
          </p:cNvSpPr>
          <p:nvPr/>
        </p:nvSpPr>
        <p:spPr>
          <a:xfrm>
            <a:off x="521562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37" name="01_find_only_2936">
            <a:extLst>
              <a:ext uri="{FF2B5EF4-FFF2-40B4-BE49-F238E27FC236}">
                <a16:creationId xmlns:a16="http://schemas.microsoft.com/office/drawing/2014/main" id="{E4656FBE-58CA-478E-B05E-DC63267262BD}"/>
              </a:ext>
            </a:extLst>
          </p:cNvPr>
          <p:cNvSpPr>
            <a:spLocks noGrp="1"/>
          </p:cNvSpPr>
          <p:nvPr/>
        </p:nvSpPr>
        <p:spPr>
          <a:xfrm>
            <a:off x="518541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38" name="01_find_only_2937">
            <a:extLst>
              <a:ext uri="{FF2B5EF4-FFF2-40B4-BE49-F238E27FC236}">
                <a16:creationId xmlns:a16="http://schemas.microsoft.com/office/drawing/2014/main" id="{D87D68E0-A294-493A-A53A-ACAF52E3C524}"/>
              </a:ext>
            </a:extLst>
          </p:cNvPr>
          <p:cNvSpPr>
            <a:spLocks noGrp="1"/>
          </p:cNvSpPr>
          <p:nvPr/>
        </p:nvSpPr>
        <p:spPr>
          <a:xfrm>
            <a:off x="520717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39" name="01_find_only_2938">
            <a:extLst>
              <a:ext uri="{FF2B5EF4-FFF2-40B4-BE49-F238E27FC236}">
                <a16:creationId xmlns:a16="http://schemas.microsoft.com/office/drawing/2014/main" id="{EC300FDA-372F-40DE-A752-3ABDC172924C}"/>
              </a:ext>
            </a:extLst>
          </p:cNvPr>
          <p:cNvSpPr>
            <a:spLocks noGrp="1"/>
          </p:cNvSpPr>
          <p:nvPr/>
        </p:nvSpPr>
        <p:spPr>
          <a:xfrm>
            <a:off x="5194935" y="61807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40" name="01_find_only_2939">
            <a:extLst>
              <a:ext uri="{FF2B5EF4-FFF2-40B4-BE49-F238E27FC236}">
                <a16:creationId xmlns:a16="http://schemas.microsoft.com/office/drawing/2014/main" id="{F4B07859-ED8D-4E3E-98DE-C7FF1EE027FD}"/>
              </a:ext>
            </a:extLst>
          </p:cNvPr>
          <p:cNvSpPr>
            <a:spLocks noGrp="1"/>
          </p:cNvSpPr>
          <p:nvPr/>
        </p:nvSpPr>
        <p:spPr>
          <a:xfrm>
            <a:off x="5236905" y="619610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41" name="01_find_only_2940">
            <a:extLst>
              <a:ext uri="{FF2B5EF4-FFF2-40B4-BE49-F238E27FC236}">
                <a16:creationId xmlns:a16="http://schemas.microsoft.com/office/drawing/2014/main" id="{9100B86A-3DE2-41E6-8E96-508C9548B93D}"/>
              </a:ext>
            </a:extLst>
          </p:cNvPr>
          <p:cNvSpPr>
            <a:spLocks noGrp="1"/>
          </p:cNvSpPr>
          <p:nvPr/>
        </p:nvSpPr>
        <p:spPr>
          <a:xfrm>
            <a:off x="516812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42" name="01_find_only_2941">
            <a:extLst>
              <a:ext uri="{FF2B5EF4-FFF2-40B4-BE49-F238E27FC236}">
                <a16:creationId xmlns:a16="http://schemas.microsoft.com/office/drawing/2014/main" id="{7051A168-564B-4AA3-874F-BB5488832900}"/>
              </a:ext>
            </a:extLst>
          </p:cNvPr>
          <p:cNvSpPr>
            <a:spLocks noGrp="1"/>
          </p:cNvSpPr>
          <p:nvPr/>
        </p:nvSpPr>
        <p:spPr>
          <a:xfrm>
            <a:off x="517259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43" name="01_find_only_2942">
            <a:extLst>
              <a:ext uri="{FF2B5EF4-FFF2-40B4-BE49-F238E27FC236}">
                <a16:creationId xmlns:a16="http://schemas.microsoft.com/office/drawing/2014/main" id="{847428A3-6335-47D7-A9EC-02006D2D8B8C}"/>
              </a:ext>
            </a:extLst>
          </p:cNvPr>
          <p:cNvSpPr>
            <a:spLocks noGrp="1"/>
          </p:cNvSpPr>
          <p:nvPr/>
        </p:nvSpPr>
        <p:spPr>
          <a:xfrm>
            <a:off x="521300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44" name="01_find_only_2943">
            <a:extLst>
              <a:ext uri="{FF2B5EF4-FFF2-40B4-BE49-F238E27FC236}">
                <a16:creationId xmlns:a16="http://schemas.microsoft.com/office/drawing/2014/main" id="{FE47D6B0-A288-4BAF-83F9-D80C1A3AFB06}"/>
              </a:ext>
            </a:extLst>
          </p:cNvPr>
          <p:cNvSpPr>
            <a:spLocks noGrp="1"/>
          </p:cNvSpPr>
          <p:nvPr/>
        </p:nvSpPr>
        <p:spPr>
          <a:xfrm>
            <a:off x="521213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45" name="01_find_only_2944">
            <a:extLst>
              <a:ext uri="{FF2B5EF4-FFF2-40B4-BE49-F238E27FC236}">
                <a16:creationId xmlns:a16="http://schemas.microsoft.com/office/drawing/2014/main" id="{E2247728-97ED-4DA9-BCD6-DE87A88CD159}"/>
              </a:ext>
            </a:extLst>
          </p:cNvPr>
          <p:cNvSpPr>
            <a:spLocks noGrp="1"/>
          </p:cNvSpPr>
          <p:nvPr/>
        </p:nvSpPr>
        <p:spPr>
          <a:xfrm>
            <a:off x="524370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46" name="01_find_only_2945">
            <a:extLst>
              <a:ext uri="{FF2B5EF4-FFF2-40B4-BE49-F238E27FC236}">
                <a16:creationId xmlns:a16="http://schemas.microsoft.com/office/drawing/2014/main" id="{B57B3FE2-A6B0-45F2-9C69-11B0B005B0AD}"/>
              </a:ext>
            </a:extLst>
          </p:cNvPr>
          <p:cNvSpPr>
            <a:spLocks noGrp="1"/>
          </p:cNvSpPr>
          <p:nvPr/>
        </p:nvSpPr>
        <p:spPr>
          <a:xfrm>
            <a:off x="522903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47" name="01_find_only_2946">
            <a:extLst>
              <a:ext uri="{FF2B5EF4-FFF2-40B4-BE49-F238E27FC236}">
                <a16:creationId xmlns:a16="http://schemas.microsoft.com/office/drawing/2014/main" id="{8FB0EB5E-4A64-4718-A873-38FB62848658}"/>
              </a:ext>
            </a:extLst>
          </p:cNvPr>
          <p:cNvSpPr>
            <a:spLocks noGrp="1"/>
          </p:cNvSpPr>
          <p:nvPr/>
        </p:nvSpPr>
        <p:spPr>
          <a:xfrm>
            <a:off x="518318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48" name="01_find_only_2947">
            <a:extLst>
              <a:ext uri="{FF2B5EF4-FFF2-40B4-BE49-F238E27FC236}">
                <a16:creationId xmlns:a16="http://schemas.microsoft.com/office/drawing/2014/main" id="{441DEA17-9691-4B52-913B-F7C43F9C801E}"/>
              </a:ext>
            </a:extLst>
          </p:cNvPr>
          <p:cNvSpPr>
            <a:spLocks noGrp="1"/>
          </p:cNvSpPr>
          <p:nvPr/>
        </p:nvSpPr>
        <p:spPr>
          <a:xfrm>
            <a:off x="5230979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49" name="01_find_only_2948">
            <a:extLst>
              <a:ext uri="{FF2B5EF4-FFF2-40B4-BE49-F238E27FC236}">
                <a16:creationId xmlns:a16="http://schemas.microsoft.com/office/drawing/2014/main" id="{3CEAC263-5723-4D85-A23D-F7861824D4E1}"/>
              </a:ext>
            </a:extLst>
          </p:cNvPr>
          <p:cNvSpPr>
            <a:spLocks noGrp="1"/>
          </p:cNvSpPr>
          <p:nvPr/>
        </p:nvSpPr>
        <p:spPr>
          <a:xfrm>
            <a:off x="522310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50" name="01_find_only_2949">
            <a:extLst>
              <a:ext uri="{FF2B5EF4-FFF2-40B4-BE49-F238E27FC236}">
                <a16:creationId xmlns:a16="http://schemas.microsoft.com/office/drawing/2014/main" id="{E04A7B24-4AEB-4EEE-89F4-748F87F5698B}"/>
              </a:ext>
            </a:extLst>
          </p:cNvPr>
          <p:cNvSpPr>
            <a:spLocks noGrp="1"/>
          </p:cNvSpPr>
          <p:nvPr/>
        </p:nvSpPr>
        <p:spPr>
          <a:xfrm>
            <a:off x="522728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51" name="01_find_only_2950">
            <a:extLst>
              <a:ext uri="{FF2B5EF4-FFF2-40B4-BE49-F238E27FC236}">
                <a16:creationId xmlns:a16="http://schemas.microsoft.com/office/drawing/2014/main" id="{CEEFB90B-B3C8-48C8-8EDB-4B78B3F6411B}"/>
              </a:ext>
            </a:extLst>
          </p:cNvPr>
          <p:cNvSpPr>
            <a:spLocks noGrp="1"/>
          </p:cNvSpPr>
          <p:nvPr/>
        </p:nvSpPr>
        <p:spPr>
          <a:xfrm>
            <a:off x="520892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52" name="01_find_only_2951">
            <a:extLst>
              <a:ext uri="{FF2B5EF4-FFF2-40B4-BE49-F238E27FC236}">
                <a16:creationId xmlns:a16="http://schemas.microsoft.com/office/drawing/2014/main" id="{3A8851C8-837F-4BB4-B448-08C86A064027}"/>
              </a:ext>
            </a:extLst>
          </p:cNvPr>
          <p:cNvSpPr>
            <a:spLocks noGrp="1"/>
          </p:cNvSpPr>
          <p:nvPr/>
        </p:nvSpPr>
        <p:spPr>
          <a:xfrm>
            <a:off x="5158503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53" name="01_find_only_2952">
            <a:extLst>
              <a:ext uri="{FF2B5EF4-FFF2-40B4-BE49-F238E27FC236}">
                <a16:creationId xmlns:a16="http://schemas.microsoft.com/office/drawing/2014/main" id="{AE20F9EF-DB16-4E38-89F7-1CCF734399F0}"/>
              </a:ext>
            </a:extLst>
          </p:cNvPr>
          <p:cNvSpPr>
            <a:spLocks noGrp="1"/>
          </p:cNvSpPr>
          <p:nvPr/>
        </p:nvSpPr>
        <p:spPr>
          <a:xfrm>
            <a:off x="5223498" y="57916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54" name="01_find_only_2953">
            <a:extLst>
              <a:ext uri="{FF2B5EF4-FFF2-40B4-BE49-F238E27FC236}">
                <a16:creationId xmlns:a16="http://schemas.microsoft.com/office/drawing/2014/main" id="{7180AF57-547E-40A8-B0E4-DE62633FBE7A}"/>
              </a:ext>
            </a:extLst>
          </p:cNvPr>
          <p:cNvSpPr>
            <a:spLocks noGrp="1"/>
          </p:cNvSpPr>
          <p:nvPr/>
        </p:nvSpPr>
        <p:spPr>
          <a:xfrm>
            <a:off x="5236322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55" name="01_find_only_2954">
            <a:extLst>
              <a:ext uri="{FF2B5EF4-FFF2-40B4-BE49-F238E27FC236}">
                <a16:creationId xmlns:a16="http://schemas.microsoft.com/office/drawing/2014/main" id="{33CF8A83-0427-4BD6-BDFD-784094181BA5}"/>
              </a:ext>
            </a:extLst>
          </p:cNvPr>
          <p:cNvSpPr>
            <a:spLocks noGrp="1"/>
          </p:cNvSpPr>
          <p:nvPr/>
        </p:nvSpPr>
        <p:spPr>
          <a:xfrm>
            <a:off x="517463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56" name="01_find_only_2955">
            <a:extLst>
              <a:ext uri="{FF2B5EF4-FFF2-40B4-BE49-F238E27FC236}">
                <a16:creationId xmlns:a16="http://schemas.microsoft.com/office/drawing/2014/main" id="{5B435832-3F5F-454C-B593-BD0CB3CC0EAB}"/>
              </a:ext>
            </a:extLst>
          </p:cNvPr>
          <p:cNvSpPr>
            <a:spLocks noGrp="1"/>
          </p:cNvSpPr>
          <p:nvPr/>
        </p:nvSpPr>
        <p:spPr>
          <a:xfrm>
            <a:off x="516734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57" name="01_find_only_2956">
            <a:extLst>
              <a:ext uri="{FF2B5EF4-FFF2-40B4-BE49-F238E27FC236}">
                <a16:creationId xmlns:a16="http://schemas.microsoft.com/office/drawing/2014/main" id="{C15EBBE2-9890-4735-8C79-C8BA086D2613}"/>
              </a:ext>
            </a:extLst>
          </p:cNvPr>
          <p:cNvSpPr>
            <a:spLocks noGrp="1"/>
          </p:cNvSpPr>
          <p:nvPr/>
        </p:nvSpPr>
        <p:spPr>
          <a:xfrm>
            <a:off x="5223304" y="515825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58" name="01_find_only_2957">
            <a:extLst>
              <a:ext uri="{FF2B5EF4-FFF2-40B4-BE49-F238E27FC236}">
                <a16:creationId xmlns:a16="http://schemas.microsoft.com/office/drawing/2014/main" id="{596E285F-B542-4360-A414-298EEA13A841}"/>
              </a:ext>
            </a:extLst>
          </p:cNvPr>
          <p:cNvSpPr>
            <a:spLocks noGrp="1"/>
          </p:cNvSpPr>
          <p:nvPr/>
        </p:nvSpPr>
        <p:spPr>
          <a:xfrm>
            <a:off x="524836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59" name="01_find_only_2958">
            <a:extLst>
              <a:ext uri="{FF2B5EF4-FFF2-40B4-BE49-F238E27FC236}">
                <a16:creationId xmlns:a16="http://schemas.microsoft.com/office/drawing/2014/main" id="{0B3BEB07-1275-4394-945A-A41359FDA110}"/>
              </a:ext>
            </a:extLst>
          </p:cNvPr>
          <p:cNvSpPr>
            <a:spLocks noGrp="1"/>
          </p:cNvSpPr>
          <p:nvPr/>
        </p:nvSpPr>
        <p:spPr>
          <a:xfrm>
            <a:off x="525254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60" name="01_find_only_2959">
            <a:extLst>
              <a:ext uri="{FF2B5EF4-FFF2-40B4-BE49-F238E27FC236}">
                <a16:creationId xmlns:a16="http://schemas.microsoft.com/office/drawing/2014/main" id="{8D442767-F57E-483C-9A82-81F22E8BC4F4}"/>
              </a:ext>
            </a:extLst>
          </p:cNvPr>
          <p:cNvSpPr>
            <a:spLocks noGrp="1"/>
          </p:cNvSpPr>
          <p:nvPr/>
        </p:nvSpPr>
        <p:spPr>
          <a:xfrm>
            <a:off x="519250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61" name="01_find_only_2960">
            <a:extLst>
              <a:ext uri="{FF2B5EF4-FFF2-40B4-BE49-F238E27FC236}">
                <a16:creationId xmlns:a16="http://schemas.microsoft.com/office/drawing/2014/main" id="{15FF6362-F010-4993-BD21-73097D1A49D1}"/>
              </a:ext>
            </a:extLst>
          </p:cNvPr>
          <p:cNvSpPr>
            <a:spLocks noGrp="1"/>
          </p:cNvSpPr>
          <p:nvPr/>
        </p:nvSpPr>
        <p:spPr>
          <a:xfrm>
            <a:off x="5228161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62" name="01_find_only_2961">
            <a:extLst>
              <a:ext uri="{FF2B5EF4-FFF2-40B4-BE49-F238E27FC236}">
                <a16:creationId xmlns:a16="http://schemas.microsoft.com/office/drawing/2014/main" id="{686E3626-A01C-43F8-97F6-6884A18D0C9F}"/>
              </a:ext>
            </a:extLst>
          </p:cNvPr>
          <p:cNvSpPr>
            <a:spLocks noGrp="1"/>
          </p:cNvSpPr>
          <p:nvPr/>
        </p:nvSpPr>
        <p:spPr>
          <a:xfrm>
            <a:off x="523554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63" name="01_find_only_2962">
            <a:extLst>
              <a:ext uri="{FF2B5EF4-FFF2-40B4-BE49-F238E27FC236}">
                <a16:creationId xmlns:a16="http://schemas.microsoft.com/office/drawing/2014/main" id="{37FD85F8-2A84-4CEE-81AA-28A4981E0249}"/>
              </a:ext>
            </a:extLst>
          </p:cNvPr>
          <p:cNvSpPr>
            <a:spLocks noGrp="1"/>
          </p:cNvSpPr>
          <p:nvPr/>
        </p:nvSpPr>
        <p:spPr>
          <a:xfrm>
            <a:off x="524730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64" name="01_find_only_2963">
            <a:extLst>
              <a:ext uri="{FF2B5EF4-FFF2-40B4-BE49-F238E27FC236}">
                <a16:creationId xmlns:a16="http://schemas.microsoft.com/office/drawing/2014/main" id="{5D4009C0-401C-446B-A575-FF65430EAD66}"/>
              </a:ext>
            </a:extLst>
          </p:cNvPr>
          <p:cNvSpPr>
            <a:spLocks noGrp="1"/>
          </p:cNvSpPr>
          <p:nvPr/>
        </p:nvSpPr>
        <p:spPr>
          <a:xfrm>
            <a:off x="523700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65" name="01_find_only_2964">
            <a:extLst>
              <a:ext uri="{FF2B5EF4-FFF2-40B4-BE49-F238E27FC236}">
                <a16:creationId xmlns:a16="http://schemas.microsoft.com/office/drawing/2014/main" id="{054B565B-1122-4A85-9DB4-523CA43E22EE}"/>
              </a:ext>
            </a:extLst>
          </p:cNvPr>
          <p:cNvSpPr>
            <a:spLocks noGrp="1"/>
          </p:cNvSpPr>
          <p:nvPr/>
        </p:nvSpPr>
        <p:spPr>
          <a:xfrm>
            <a:off x="522233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66" name="01_find_only_2965">
            <a:extLst>
              <a:ext uri="{FF2B5EF4-FFF2-40B4-BE49-F238E27FC236}">
                <a16:creationId xmlns:a16="http://schemas.microsoft.com/office/drawing/2014/main" id="{F6CFAA16-5B6A-4F50-B03B-DF4836E641A3}"/>
              </a:ext>
            </a:extLst>
          </p:cNvPr>
          <p:cNvSpPr>
            <a:spLocks noGrp="1"/>
          </p:cNvSpPr>
          <p:nvPr/>
        </p:nvSpPr>
        <p:spPr>
          <a:xfrm>
            <a:off x="516277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67" name="01_find_only_2966">
            <a:extLst>
              <a:ext uri="{FF2B5EF4-FFF2-40B4-BE49-F238E27FC236}">
                <a16:creationId xmlns:a16="http://schemas.microsoft.com/office/drawing/2014/main" id="{23436520-EB7D-4C01-813C-EA24B5687893}"/>
              </a:ext>
            </a:extLst>
          </p:cNvPr>
          <p:cNvSpPr>
            <a:spLocks noGrp="1"/>
          </p:cNvSpPr>
          <p:nvPr/>
        </p:nvSpPr>
        <p:spPr>
          <a:xfrm>
            <a:off x="5172202" y="61161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68" name="01_find_only_2967">
            <a:extLst>
              <a:ext uri="{FF2B5EF4-FFF2-40B4-BE49-F238E27FC236}">
                <a16:creationId xmlns:a16="http://schemas.microsoft.com/office/drawing/2014/main" id="{9441E7E4-3094-4BB9-8016-B6B55724DAF6}"/>
              </a:ext>
            </a:extLst>
          </p:cNvPr>
          <p:cNvSpPr>
            <a:spLocks noGrp="1"/>
          </p:cNvSpPr>
          <p:nvPr/>
        </p:nvSpPr>
        <p:spPr>
          <a:xfrm>
            <a:off x="522330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69" name="01_find_only_2968">
            <a:extLst>
              <a:ext uri="{FF2B5EF4-FFF2-40B4-BE49-F238E27FC236}">
                <a16:creationId xmlns:a16="http://schemas.microsoft.com/office/drawing/2014/main" id="{53E12B3C-C164-45F6-A24E-3814E3A55BA9}"/>
              </a:ext>
            </a:extLst>
          </p:cNvPr>
          <p:cNvSpPr>
            <a:spLocks noGrp="1"/>
          </p:cNvSpPr>
          <p:nvPr/>
        </p:nvSpPr>
        <p:spPr>
          <a:xfrm>
            <a:off x="521349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70" name="01_find_only_2969">
            <a:extLst>
              <a:ext uri="{FF2B5EF4-FFF2-40B4-BE49-F238E27FC236}">
                <a16:creationId xmlns:a16="http://schemas.microsoft.com/office/drawing/2014/main" id="{3CB5C368-2B69-4D68-B901-F48C7A518A00}"/>
              </a:ext>
            </a:extLst>
          </p:cNvPr>
          <p:cNvSpPr>
            <a:spLocks noGrp="1"/>
          </p:cNvSpPr>
          <p:nvPr/>
        </p:nvSpPr>
        <p:spPr>
          <a:xfrm>
            <a:off x="517628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71" name="01_find_only_2970">
            <a:extLst>
              <a:ext uri="{FF2B5EF4-FFF2-40B4-BE49-F238E27FC236}">
                <a16:creationId xmlns:a16="http://schemas.microsoft.com/office/drawing/2014/main" id="{14E929F1-9122-409A-9FAB-1B5F97F74AAC}"/>
              </a:ext>
            </a:extLst>
          </p:cNvPr>
          <p:cNvSpPr>
            <a:spLocks noGrp="1"/>
          </p:cNvSpPr>
          <p:nvPr/>
        </p:nvSpPr>
        <p:spPr>
          <a:xfrm>
            <a:off x="519386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72" name="01_find_only_2971">
            <a:extLst>
              <a:ext uri="{FF2B5EF4-FFF2-40B4-BE49-F238E27FC236}">
                <a16:creationId xmlns:a16="http://schemas.microsoft.com/office/drawing/2014/main" id="{B6D95558-3378-4646-966F-5F61F5E4E697}"/>
              </a:ext>
            </a:extLst>
          </p:cNvPr>
          <p:cNvSpPr>
            <a:spLocks noGrp="1"/>
          </p:cNvSpPr>
          <p:nvPr/>
        </p:nvSpPr>
        <p:spPr>
          <a:xfrm>
            <a:off x="5159475" y="624223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73" name="01_find_only_2972">
            <a:extLst>
              <a:ext uri="{FF2B5EF4-FFF2-40B4-BE49-F238E27FC236}">
                <a16:creationId xmlns:a16="http://schemas.microsoft.com/office/drawing/2014/main" id="{35358E94-B112-492C-BB39-2EE0F7EC0FA4}"/>
              </a:ext>
            </a:extLst>
          </p:cNvPr>
          <p:cNvSpPr>
            <a:spLocks noGrp="1"/>
          </p:cNvSpPr>
          <p:nvPr/>
        </p:nvSpPr>
        <p:spPr>
          <a:xfrm>
            <a:off x="568643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74" name="01_find_only_2973">
            <a:extLst>
              <a:ext uri="{FF2B5EF4-FFF2-40B4-BE49-F238E27FC236}">
                <a16:creationId xmlns:a16="http://schemas.microsoft.com/office/drawing/2014/main" id="{5EF95E99-AE7D-460A-85B3-681F166FF85A}"/>
              </a:ext>
            </a:extLst>
          </p:cNvPr>
          <p:cNvSpPr>
            <a:spLocks noGrp="1"/>
          </p:cNvSpPr>
          <p:nvPr/>
        </p:nvSpPr>
        <p:spPr>
          <a:xfrm>
            <a:off x="574861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75" name="01_find_only_2974">
            <a:extLst>
              <a:ext uri="{FF2B5EF4-FFF2-40B4-BE49-F238E27FC236}">
                <a16:creationId xmlns:a16="http://schemas.microsoft.com/office/drawing/2014/main" id="{FACDFB75-5720-48AE-A2CF-5F70FAD3E948}"/>
              </a:ext>
            </a:extLst>
          </p:cNvPr>
          <p:cNvSpPr>
            <a:spLocks noGrp="1"/>
          </p:cNvSpPr>
          <p:nvPr/>
        </p:nvSpPr>
        <p:spPr>
          <a:xfrm>
            <a:off x="566603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76" name="01_find_only_2975">
            <a:extLst>
              <a:ext uri="{FF2B5EF4-FFF2-40B4-BE49-F238E27FC236}">
                <a16:creationId xmlns:a16="http://schemas.microsoft.com/office/drawing/2014/main" id="{D759BF21-5A6D-445B-8170-0377217D047D}"/>
              </a:ext>
            </a:extLst>
          </p:cNvPr>
          <p:cNvSpPr>
            <a:spLocks noGrp="1"/>
          </p:cNvSpPr>
          <p:nvPr/>
        </p:nvSpPr>
        <p:spPr>
          <a:xfrm>
            <a:off x="574083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77" name="01_find_only_2976">
            <a:extLst>
              <a:ext uri="{FF2B5EF4-FFF2-40B4-BE49-F238E27FC236}">
                <a16:creationId xmlns:a16="http://schemas.microsoft.com/office/drawing/2014/main" id="{12D6AD2E-6751-41CC-8F32-1F610BAF3A6A}"/>
              </a:ext>
            </a:extLst>
          </p:cNvPr>
          <p:cNvSpPr>
            <a:spLocks noGrp="1"/>
          </p:cNvSpPr>
          <p:nvPr/>
        </p:nvSpPr>
        <p:spPr>
          <a:xfrm>
            <a:off x="570227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78" name="01_find_only_2977">
            <a:extLst>
              <a:ext uri="{FF2B5EF4-FFF2-40B4-BE49-F238E27FC236}">
                <a16:creationId xmlns:a16="http://schemas.microsoft.com/office/drawing/2014/main" id="{B04E9AE8-505D-446B-B059-478C4E94FBCF}"/>
              </a:ext>
            </a:extLst>
          </p:cNvPr>
          <p:cNvSpPr>
            <a:spLocks noGrp="1"/>
          </p:cNvSpPr>
          <p:nvPr/>
        </p:nvSpPr>
        <p:spPr>
          <a:xfrm>
            <a:off x="575551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79" name="01_find_only_2978">
            <a:extLst>
              <a:ext uri="{FF2B5EF4-FFF2-40B4-BE49-F238E27FC236}">
                <a16:creationId xmlns:a16="http://schemas.microsoft.com/office/drawing/2014/main" id="{C9C6B474-EF0B-4573-B423-4EF523753EEE}"/>
              </a:ext>
            </a:extLst>
          </p:cNvPr>
          <p:cNvSpPr>
            <a:spLocks noGrp="1"/>
          </p:cNvSpPr>
          <p:nvPr/>
        </p:nvSpPr>
        <p:spPr>
          <a:xfrm>
            <a:off x="568633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80" name="01_find_only_2979">
            <a:extLst>
              <a:ext uri="{FF2B5EF4-FFF2-40B4-BE49-F238E27FC236}">
                <a16:creationId xmlns:a16="http://schemas.microsoft.com/office/drawing/2014/main" id="{0822DA8C-0842-48A1-B146-1BE44FC311A6}"/>
              </a:ext>
            </a:extLst>
          </p:cNvPr>
          <p:cNvSpPr>
            <a:spLocks noGrp="1"/>
          </p:cNvSpPr>
          <p:nvPr/>
        </p:nvSpPr>
        <p:spPr>
          <a:xfrm>
            <a:off x="573374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81" name="01_find_only_2980">
            <a:extLst>
              <a:ext uri="{FF2B5EF4-FFF2-40B4-BE49-F238E27FC236}">
                <a16:creationId xmlns:a16="http://schemas.microsoft.com/office/drawing/2014/main" id="{CB71DAC6-3FA6-4F75-A8CC-C7825577A517}"/>
              </a:ext>
            </a:extLst>
          </p:cNvPr>
          <p:cNvSpPr>
            <a:spLocks noGrp="1"/>
          </p:cNvSpPr>
          <p:nvPr/>
        </p:nvSpPr>
        <p:spPr>
          <a:xfrm>
            <a:off x="566943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82" name="01_find_only_2981">
            <a:extLst>
              <a:ext uri="{FF2B5EF4-FFF2-40B4-BE49-F238E27FC236}">
                <a16:creationId xmlns:a16="http://schemas.microsoft.com/office/drawing/2014/main" id="{D7757D59-3F6C-4917-B2D9-A757761FC0FF}"/>
              </a:ext>
            </a:extLst>
          </p:cNvPr>
          <p:cNvSpPr>
            <a:spLocks noGrp="1"/>
          </p:cNvSpPr>
          <p:nvPr/>
        </p:nvSpPr>
        <p:spPr>
          <a:xfrm>
            <a:off x="569012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83" name="01_find_only_2982">
            <a:extLst>
              <a:ext uri="{FF2B5EF4-FFF2-40B4-BE49-F238E27FC236}">
                <a16:creationId xmlns:a16="http://schemas.microsoft.com/office/drawing/2014/main" id="{34B50370-762D-4258-8511-628D7645BADB}"/>
              </a:ext>
            </a:extLst>
          </p:cNvPr>
          <p:cNvSpPr>
            <a:spLocks noGrp="1"/>
          </p:cNvSpPr>
          <p:nvPr/>
        </p:nvSpPr>
        <p:spPr>
          <a:xfrm>
            <a:off x="5669239" y="59654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84" name="01_find_only_2983">
            <a:extLst>
              <a:ext uri="{FF2B5EF4-FFF2-40B4-BE49-F238E27FC236}">
                <a16:creationId xmlns:a16="http://schemas.microsoft.com/office/drawing/2014/main" id="{08A51650-C1DC-4390-B7C2-BE0C19744F16}"/>
              </a:ext>
            </a:extLst>
          </p:cNvPr>
          <p:cNvSpPr>
            <a:spLocks noGrp="1"/>
          </p:cNvSpPr>
          <p:nvPr/>
        </p:nvSpPr>
        <p:spPr>
          <a:xfrm>
            <a:off x="572413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85" name="01_find_only_2984">
            <a:extLst>
              <a:ext uri="{FF2B5EF4-FFF2-40B4-BE49-F238E27FC236}">
                <a16:creationId xmlns:a16="http://schemas.microsoft.com/office/drawing/2014/main" id="{9C50C67C-AB23-431F-871C-DA7CC5FB46AA}"/>
              </a:ext>
            </a:extLst>
          </p:cNvPr>
          <p:cNvSpPr>
            <a:spLocks noGrp="1"/>
          </p:cNvSpPr>
          <p:nvPr/>
        </p:nvSpPr>
        <p:spPr>
          <a:xfrm>
            <a:off x="568235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86" name="01_find_only_2985">
            <a:extLst>
              <a:ext uri="{FF2B5EF4-FFF2-40B4-BE49-F238E27FC236}">
                <a16:creationId xmlns:a16="http://schemas.microsoft.com/office/drawing/2014/main" id="{25EF0955-ED95-4D04-826B-B9206D6880DF}"/>
              </a:ext>
            </a:extLst>
          </p:cNvPr>
          <p:cNvSpPr>
            <a:spLocks noGrp="1"/>
          </p:cNvSpPr>
          <p:nvPr/>
        </p:nvSpPr>
        <p:spPr>
          <a:xfrm>
            <a:off x="571150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87" name="01_find_only_2986">
            <a:extLst>
              <a:ext uri="{FF2B5EF4-FFF2-40B4-BE49-F238E27FC236}">
                <a16:creationId xmlns:a16="http://schemas.microsoft.com/office/drawing/2014/main" id="{3EB4CE1C-6F67-4737-98CB-9F57BA9223F4}"/>
              </a:ext>
            </a:extLst>
          </p:cNvPr>
          <p:cNvSpPr>
            <a:spLocks noGrp="1"/>
          </p:cNvSpPr>
          <p:nvPr/>
        </p:nvSpPr>
        <p:spPr>
          <a:xfrm>
            <a:off x="570120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88" name="01_find_only_2987">
            <a:extLst>
              <a:ext uri="{FF2B5EF4-FFF2-40B4-BE49-F238E27FC236}">
                <a16:creationId xmlns:a16="http://schemas.microsoft.com/office/drawing/2014/main" id="{623DE5B5-827D-49DD-B2D3-FCAC325EF861}"/>
              </a:ext>
            </a:extLst>
          </p:cNvPr>
          <p:cNvSpPr>
            <a:spLocks noGrp="1"/>
          </p:cNvSpPr>
          <p:nvPr/>
        </p:nvSpPr>
        <p:spPr>
          <a:xfrm>
            <a:off x="5691584" y="624992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89" name="01_find_only_2988">
            <a:extLst>
              <a:ext uri="{FF2B5EF4-FFF2-40B4-BE49-F238E27FC236}">
                <a16:creationId xmlns:a16="http://schemas.microsoft.com/office/drawing/2014/main" id="{DEBAA4E2-AC33-4E21-830D-68C7ED65DC56}"/>
              </a:ext>
            </a:extLst>
          </p:cNvPr>
          <p:cNvSpPr>
            <a:spLocks noGrp="1"/>
          </p:cNvSpPr>
          <p:nvPr/>
        </p:nvSpPr>
        <p:spPr>
          <a:xfrm>
            <a:off x="5668948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90" name="01_find_only_2989">
            <a:extLst>
              <a:ext uri="{FF2B5EF4-FFF2-40B4-BE49-F238E27FC236}">
                <a16:creationId xmlns:a16="http://schemas.microsoft.com/office/drawing/2014/main" id="{E7398426-B5F5-47F8-A246-53A26ABB8345}"/>
              </a:ext>
            </a:extLst>
          </p:cNvPr>
          <p:cNvSpPr>
            <a:spLocks noGrp="1"/>
          </p:cNvSpPr>
          <p:nvPr/>
        </p:nvSpPr>
        <p:spPr>
          <a:xfrm>
            <a:off x="5756189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91" name="01_find_only_2990">
            <a:extLst>
              <a:ext uri="{FF2B5EF4-FFF2-40B4-BE49-F238E27FC236}">
                <a16:creationId xmlns:a16="http://schemas.microsoft.com/office/drawing/2014/main" id="{8EF55924-862C-4EF4-983F-2E56E655839B}"/>
              </a:ext>
            </a:extLst>
          </p:cNvPr>
          <p:cNvSpPr>
            <a:spLocks noGrp="1"/>
          </p:cNvSpPr>
          <p:nvPr/>
        </p:nvSpPr>
        <p:spPr>
          <a:xfrm>
            <a:off x="567030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92" name="01_find_only_2991">
            <a:extLst>
              <a:ext uri="{FF2B5EF4-FFF2-40B4-BE49-F238E27FC236}">
                <a16:creationId xmlns:a16="http://schemas.microsoft.com/office/drawing/2014/main" id="{31D9DD48-2961-4965-8F56-58C375F8F7F4}"/>
              </a:ext>
            </a:extLst>
          </p:cNvPr>
          <p:cNvSpPr>
            <a:spLocks noGrp="1"/>
          </p:cNvSpPr>
          <p:nvPr/>
        </p:nvSpPr>
        <p:spPr>
          <a:xfrm>
            <a:off x="574900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93" name="01_find_only_2992">
            <a:extLst>
              <a:ext uri="{FF2B5EF4-FFF2-40B4-BE49-F238E27FC236}">
                <a16:creationId xmlns:a16="http://schemas.microsoft.com/office/drawing/2014/main" id="{09933901-DBC7-439A-872C-C20FC6AC7C6C}"/>
              </a:ext>
            </a:extLst>
          </p:cNvPr>
          <p:cNvSpPr>
            <a:spLocks noGrp="1"/>
          </p:cNvSpPr>
          <p:nvPr/>
        </p:nvSpPr>
        <p:spPr>
          <a:xfrm>
            <a:off x="570265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94" name="01_find_only_2993">
            <a:extLst>
              <a:ext uri="{FF2B5EF4-FFF2-40B4-BE49-F238E27FC236}">
                <a16:creationId xmlns:a16="http://schemas.microsoft.com/office/drawing/2014/main" id="{399006F5-D952-43CE-AEE0-8FEA53D3CF65}"/>
              </a:ext>
            </a:extLst>
          </p:cNvPr>
          <p:cNvSpPr>
            <a:spLocks noGrp="1"/>
          </p:cNvSpPr>
          <p:nvPr/>
        </p:nvSpPr>
        <p:spPr>
          <a:xfrm>
            <a:off x="5760172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95" name="01_find_only_2994">
            <a:extLst>
              <a:ext uri="{FF2B5EF4-FFF2-40B4-BE49-F238E27FC236}">
                <a16:creationId xmlns:a16="http://schemas.microsoft.com/office/drawing/2014/main" id="{E3043CFF-20F3-4C99-8F53-85CBC8349FC8}"/>
              </a:ext>
            </a:extLst>
          </p:cNvPr>
          <p:cNvSpPr>
            <a:spLocks noGrp="1"/>
          </p:cNvSpPr>
          <p:nvPr/>
        </p:nvSpPr>
        <p:spPr>
          <a:xfrm>
            <a:off x="572976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96" name="01_find_only_2995">
            <a:extLst>
              <a:ext uri="{FF2B5EF4-FFF2-40B4-BE49-F238E27FC236}">
                <a16:creationId xmlns:a16="http://schemas.microsoft.com/office/drawing/2014/main" id="{B7DAD7DD-7DD0-4EEF-B6A4-F924C8768CDD}"/>
              </a:ext>
            </a:extLst>
          </p:cNvPr>
          <p:cNvSpPr>
            <a:spLocks noGrp="1"/>
          </p:cNvSpPr>
          <p:nvPr/>
        </p:nvSpPr>
        <p:spPr>
          <a:xfrm>
            <a:off x="5736371" y="600135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97" name="01_find_only_2996">
            <a:extLst>
              <a:ext uri="{FF2B5EF4-FFF2-40B4-BE49-F238E27FC236}">
                <a16:creationId xmlns:a16="http://schemas.microsoft.com/office/drawing/2014/main" id="{47EB1F3B-6461-489D-B6EE-9F05386B0437}"/>
              </a:ext>
            </a:extLst>
          </p:cNvPr>
          <p:cNvSpPr>
            <a:spLocks noGrp="1"/>
          </p:cNvSpPr>
          <p:nvPr/>
        </p:nvSpPr>
        <p:spPr>
          <a:xfrm>
            <a:off x="5693721" y="578609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98" name="01_find_only_2997">
            <a:extLst>
              <a:ext uri="{FF2B5EF4-FFF2-40B4-BE49-F238E27FC236}">
                <a16:creationId xmlns:a16="http://schemas.microsoft.com/office/drawing/2014/main" id="{845746A4-1F42-4CB1-AF8B-32A7E8DE4FDE}"/>
              </a:ext>
            </a:extLst>
          </p:cNvPr>
          <p:cNvSpPr>
            <a:spLocks noGrp="1"/>
          </p:cNvSpPr>
          <p:nvPr/>
        </p:nvSpPr>
        <p:spPr>
          <a:xfrm>
            <a:off x="5754732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2999" name="01_find_only_2998">
            <a:extLst>
              <a:ext uri="{FF2B5EF4-FFF2-40B4-BE49-F238E27FC236}">
                <a16:creationId xmlns:a16="http://schemas.microsoft.com/office/drawing/2014/main" id="{121AB924-B003-4CE6-AC95-9A23DF8FB2EC}"/>
              </a:ext>
            </a:extLst>
          </p:cNvPr>
          <p:cNvSpPr>
            <a:spLocks noGrp="1"/>
          </p:cNvSpPr>
          <p:nvPr/>
        </p:nvSpPr>
        <p:spPr>
          <a:xfrm>
            <a:off x="573656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00" name="01_find_only_2999">
            <a:extLst>
              <a:ext uri="{FF2B5EF4-FFF2-40B4-BE49-F238E27FC236}">
                <a16:creationId xmlns:a16="http://schemas.microsoft.com/office/drawing/2014/main" id="{AC1ABE1C-951F-44BF-899B-DB1F760A0239}"/>
              </a:ext>
            </a:extLst>
          </p:cNvPr>
          <p:cNvSpPr>
            <a:spLocks noGrp="1"/>
          </p:cNvSpPr>
          <p:nvPr/>
        </p:nvSpPr>
        <p:spPr>
          <a:xfrm>
            <a:off x="568109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01" name="01_find_only_3000">
            <a:extLst>
              <a:ext uri="{FF2B5EF4-FFF2-40B4-BE49-F238E27FC236}">
                <a16:creationId xmlns:a16="http://schemas.microsoft.com/office/drawing/2014/main" id="{7CDC6557-272D-48F8-B1DA-9AE1D7AF9E07}"/>
              </a:ext>
            </a:extLst>
          </p:cNvPr>
          <p:cNvSpPr>
            <a:spLocks noGrp="1"/>
          </p:cNvSpPr>
          <p:nvPr/>
        </p:nvSpPr>
        <p:spPr>
          <a:xfrm>
            <a:off x="5734913" y="557801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02" name="01_find_only_3001">
            <a:extLst>
              <a:ext uri="{FF2B5EF4-FFF2-40B4-BE49-F238E27FC236}">
                <a16:creationId xmlns:a16="http://schemas.microsoft.com/office/drawing/2014/main" id="{71DD4D7C-0920-456D-879E-DDEFA9218A05}"/>
              </a:ext>
            </a:extLst>
          </p:cNvPr>
          <p:cNvSpPr>
            <a:spLocks noGrp="1"/>
          </p:cNvSpPr>
          <p:nvPr/>
        </p:nvSpPr>
        <p:spPr>
          <a:xfrm>
            <a:off x="568604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03" name="01_find_only_3002">
            <a:extLst>
              <a:ext uri="{FF2B5EF4-FFF2-40B4-BE49-F238E27FC236}">
                <a16:creationId xmlns:a16="http://schemas.microsoft.com/office/drawing/2014/main" id="{0F2ABEEF-0CB2-47F8-B44E-DD095D2F76C0}"/>
              </a:ext>
            </a:extLst>
          </p:cNvPr>
          <p:cNvSpPr>
            <a:spLocks noGrp="1"/>
          </p:cNvSpPr>
          <p:nvPr/>
        </p:nvSpPr>
        <p:spPr>
          <a:xfrm>
            <a:off x="5693624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04" name="01_find_only_3003">
            <a:extLst>
              <a:ext uri="{FF2B5EF4-FFF2-40B4-BE49-F238E27FC236}">
                <a16:creationId xmlns:a16="http://schemas.microsoft.com/office/drawing/2014/main" id="{4B2BACA9-36C1-42D9-972D-1DA65C949CFA}"/>
              </a:ext>
            </a:extLst>
          </p:cNvPr>
          <p:cNvSpPr>
            <a:spLocks noGrp="1"/>
          </p:cNvSpPr>
          <p:nvPr/>
        </p:nvSpPr>
        <p:spPr>
          <a:xfrm>
            <a:off x="575395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05" name="01_find_only_3004">
            <a:extLst>
              <a:ext uri="{FF2B5EF4-FFF2-40B4-BE49-F238E27FC236}">
                <a16:creationId xmlns:a16="http://schemas.microsoft.com/office/drawing/2014/main" id="{4C1FF4AF-6CB9-42A4-874E-B272267A28AE}"/>
              </a:ext>
            </a:extLst>
          </p:cNvPr>
          <p:cNvSpPr>
            <a:spLocks noGrp="1"/>
          </p:cNvSpPr>
          <p:nvPr/>
        </p:nvSpPr>
        <p:spPr>
          <a:xfrm>
            <a:off x="569517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06" name="01_find_only_3005">
            <a:extLst>
              <a:ext uri="{FF2B5EF4-FFF2-40B4-BE49-F238E27FC236}">
                <a16:creationId xmlns:a16="http://schemas.microsoft.com/office/drawing/2014/main" id="{15838558-BE69-4CB1-ABFD-D0C26F9C2634}"/>
              </a:ext>
            </a:extLst>
          </p:cNvPr>
          <p:cNvSpPr>
            <a:spLocks noGrp="1"/>
          </p:cNvSpPr>
          <p:nvPr/>
        </p:nvSpPr>
        <p:spPr>
          <a:xfrm>
            <a:off x="5748514" y="575021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07" name="01_find_only_3006">
            <a:extLst>
              <a:ext uri="{FF2B5EF4-FFF2-40B4-BE49-F238E27FC236}">
                <a16:creationId xmlns:a16="http://schemas.microsoft.com/office/drawing/2014/main" id="{2D5DC45D-85F3-46EF-BC86-BF10961FB6CA}"/>
              </a:ext>
            </a:extLst>
          </p:cNvPr>
          <p:cNvSpPr>
            <a:spLocks noGrp="1"/>
          </p:cNvSpPr>
          <p:nvPr/>
        </p:nvSpPr>
        <p:spPr>
          <a:xfrm>
            <a:off x="574929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08" name="01_find_only_3007">
            <a:extLst>
              <a:ext uri="{FF2B5EF4-FFF2-40B4-BE49-F238E27FC236}">
                <a16:creationId xmlns:a16="http://schemas.microsoft.com/office/drawing/2014/main" id="{61FF4B3A-F863-490E-BE02-C8ADFA673BB9}"/>
              </a:ext>
            </a:extLst>
          </p:cNvPr>
          <p:cNvSpPr>
            <a:spLocks noGrp="1"/>
          </p:cNvSpPr>
          <p:nvPr/>
        </p:nvSpPr>
        <p:spPr>
          <a:xfrm>
            <a:off x="5751817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09" name="01_find_only_3008">
            <a:extLst>
              <a:ext uri="{FF2B5EF4-FFF2-40B4-BE49-F238E27FC236}">
                <a16:creationId xmlns:a16="http://schemas.microsoft.com/office/drawing/2014/main" id="{575137A6-3806-4060-9385-2854ED3D6433}"/>
              </a:ext>
            </a:extLst>
          </p:cNvPr>
          <p:cNvSpPr>
            <a:spLocks noGrp="1"/>
          </p:cNvSpPr>
          <p:nvPr/>
        </p:nvSpPr>
        <p:spPr>
          <a:xfrm>
            <a:off x="5695956" y="55134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10" name="01_find_only_3009">
            <a:extLst>
              <a:ext uri="{FF2B5EF4-FFF2-40B4-BE49-F238E27FC236}">
                <a16:creationId xmlns:a16="http://schemas.microsoft.com/office/drawing/2014/main" id="{653C3248-814C-4B9D-94DD-A9ABF1EFFED9}"/>
              </a:ext>
            </a:extLst>
          </p:cNvPr>
          <p:cNvSpPr>
            <a:spLocks noGrp="1"/>
          </p:cNvSpPr>
          <p:nvPr/>
        </p:nvSpPr>
        <p:spPr>
          <a:xfrm>
            <a:off x="568128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11" name="01_find_only_3010">
            <a:extLst>
              <a:ext uri="{FF2B5EF4-FFF2-40B4-BE49-F238E27FC236}">
                <a16:creationId xmlns:a16="http://schemas.microsoft.com/office/drawing/2014/main" id="{6E866F7D-63AC-4D13-B7D3-E6A7B1223242}"/>
              </a:ext>
            </a:extLst>
          </p:cNvPr>
          <p:cNvSpPr>
            <a:spLocks noGrp="1"/>
          </p:cNvSpPr>
          <p:nvPr/>
        </p:nvSpPr>
        <p:spPr>
          <a:xfrm>
            <a:off x="573782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12" name="01_find_only_3011">
            <a:extLst>
              <a:ext uri="{FF2B5EF4-FFF2-40B4-BE49-F238E27FC236}">
                <a16:creationId xmlns:a16="http://schemas.microsoft.com/office/drawing/2014/main" id="{4A6CB39D-DDD1-4E4C-A43B-9655697C421F}"/>
              </a:ext>
            </a:extLst>
          </p:cNvPr>
          <p:cNvSpPr>
            <a:spLocks noGrp="1"/>
          </p:cNvSpPr>
          <p:nvPr/>
        </p:nvSpPr>
        <p:spPr>
          <a:xfrm>
            <a:off x="567671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13" name="01_find_only_3012">
            <a:extLst>
              <a:ext uri="{FF2B5EF4-FFF2-40B4-BE49-F238E27FC236}">
                <a16:creationId xmlns:a16="http://schemas.microsoft.com/office/drawing/2014/main" id="{C9B0A369-10AE-4ACB-A1E4-1C70E798FF34}"/>
              </a:ext>
            </a:extLst>
          </p:cNvPr>
          <p:cNvSpPr>
            <a:spLocks noGrp="1"/>
          </p:cNvSpPr>
          <p:nvPr/>
        </p:nvSpPr>
        <p:spPr>
          <a:xfrm>
            <a:off x="568284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14" name="01_find_only_3013">
            <a:extLst>
              <a:ext uri="{FF2B5EF4-FFF2-40B4-BE49-F238E27FC236}">
                <a16:creationId xmlns:a16="http://schemas.microsoft.com/office/drawing/2014/main" id="{93C34C5A-47C0-4DFF-BE4C-CF3BB859B97C}"/>
              </a:ext>
            </a:extLst>
          </p:cNvPr>
          <p:cNvSpPr>
            <a:spLocks noGrp="1"/>
          </p:cNvSpPr>
          <p:nvPr/>
        </p:nvSpPr>
        <p:spPr>
          <a:xfrm>
            <a:off x="574025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15" name="01_find_only_3014">
            <a:extLst>
              <a:ext uri="{FF2B5EF4-FFF2-40B4-BE49-F238E27FC236}">
                <a16:creationId xmlns:a16="http://schemas.microsoft.com/office/drawing/2014/main" id="{5FCD85CF-DA92-4536-B48C-2CC013EED4A0}"/>
              </a:ext>
            </a:extLst>
          </p:cNvPr>
          <p:cNvSpPr>
            <a:spLocks noGrp="1"/>
          </p:cNvSpPr>
          <p:nvPr/>
        </p:nvSpPr>
        <p:spPr>
          <a:xfrm>
            <a:off x="567759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16" name="01_find_only_3015">
            <a:extLst>
              <a:ext uri="{FF2B5EF4-FFF2-40B4-BE49-F238E27FC236}">
                <a16:creationId xmlns:a16="http://schemas.microsoft.com/office/drawing/2014/main" id="{BC084E88-477A-49A6-95EC-4DEF8FBD1174}"/>
              </a:ext>
            </a:extLst>
          </p:cNvPr>
          <p:cNvSpPr>
            <a:spLocks noGrp="1"/>
          </p:cNvSpPr>
          <p:nvPr/>
        </p:nvSpPr>
        <p:spPr>
          <a:xfrm>
            <a:off x="575890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17" name="01_find_only_3016">
            <a:extLst>
              <a:ext uri="{FF2B5EF4-FFF2-40B4-BE49-F238E27FC236}">
                <a16:creationId xmlns:a16="http://schemas.microsoft.com/office/drawing/2014/main" id="{1B549EE4-99A5-4441-BF5A-88D22D1348F3}"/>
              </a:ext>
            </a:extLst>
          </p:cNvPr>
          <p:cNvSpPr>
            <a:spLocks noGrp="1"/>
          </p:cNvSpPr>
          <p:nvPr/>
        </p:nvSpPr>
        <p:spPr>
          <a:xfrm>
            <a:off x="574404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18" name="01_find_only_3017">
            <a:extLst>
              <a:ext uri="{FF2B5EF4-FFF2-40B4-BE49-F238E27FC236}">
                <a16:creationId xmlns:a16="http://schemas.microsoft.com/office/drawing/2014/main" id="{6A844C9D-2221-446A-8BB6-C40CC3931E9A}"/>
              </a:ext>
            </a:extLst>
          </p:cNvPr>
          <p:cNvSpPr>
            <a:spLocks noGrp="1"/>
          </p:cNvSpPr>
          <p:nvPr/>
        </p:nvSpPr>
        <p:spPr>
          <a:xfrm>
            <a:off x="570887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19" name="01_find_only_3018">
            <a:extLst>
              <a:ext uri="{FF2B5EF4-FFF2-40B4-BE49-F238E27FC236}">
                <a16:creationId xmlns:a16="http://schemas.microsoft.com/office/drawing/2014/main" id="{E230D386-5BB0-419E-8E5A-D809A96B161C}"/>
              </a:ext>
            </a:extLst>
          </p:cNvPr>
          <p:cNvSpPr>
            <a:spLocks noGrp="1"/>
          </p:cNvSpPr>
          <p:nvPr/>
        </p:nvSpPr>
        <p:spPr>
          <a:xfrm>
            <a:off x="569245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20" name="01_find_only_3019">
            <a:extLst>
              <a:ext uri="{FF2B5EF4-FFF2-40B4-BE49-F238E27FC236}">
                <a16:creationId xmlns:a16="http://schemas.microsoft.com/office/drawing/2014/main" id="{CC041485-0581-4A46-9EA3-B25BB884EAAF}"/>
              </a:ext>
            </a:extLst>
          </p:cNvPr>
          <p:cNvSpPr>
            <a:spLocks noGrp="1"/>
          </p:cNvSpPr>
          <p:nvPr/>
        </p:nvSpPr>
        <p:spPr>
          <a:xfrm>
            <a:off x="5761630" y="536582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21" name="01_find_only_3020">
            <a:extLst>
              <a:ext uri="{FF2B5EF4-FFF2-40B4-BE49-F238E27FC236}">
                <a16:creationId xmlns:a16="http://schemas.microsoft.com/office/drawing/2014/main" id="{2FB9E0A7-1D61-4625-924E-CD02C6DF512E}"/>
              </a:ext>
            </a:extLst>
          </p:cNvPr>
          <p:cNvSpPr>
            <a:spLocks noGrp="1"/>
          </p:cNvSpPr>
          <p:nvPr/>
        </p:nvSpPr>
        <p:spPr>
          <a:xfrm>
            <a:off x="572636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22" name="01_find_only_3021">
            <a:extLst>
              <a:ext uri="{FF2B5EF4-FFF2-40B4-BE49-F238E27FC236}">
                <a16:creationId xmlns:a16="http://schemas.microsoft.com/office/drawing/2014/main" id="{EFCE7AD8-0344-48D1-853F-D35D86B360BF}"/>
              </a:ext>
            </a:extLst>
          </p:cNvPr>
          <p:cNvSpPr>
            <a:spLocks noGrp="1"/>
          </p:cNvSpPr>
          <p:nvPr/>
        </p:nvSpPr>
        <p:spPr>
          <a:xfrm>
            <a:off x="574851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23" name="01_find_only_3022">
            <a:extLst>
              <a:ext uri="{FF2B5EF4-FFF2-40B4-BE49-F238E27FC236}">
                <a16:creationId xmlns:a16="http://schemas.microsoft.com/office/drawing/2014/main" id="{E6E17E6C-F9E1-4A73-A703-2986554C3AAF}"/>
              </a:ext>
            </a:extLst>
          </p:cNvPr>
          <p:cNvSpPr>
            <a:spLocks noGrp="1"/>
          </p:cNvSpPr>
          <p:nvPr/>
        </p:nvSpPr>
        <p:spPr>
          <a:xfrm>
            <a:off x="568041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24" name="01_find_only_3023">
            <a:extLst>
              <a:ext uri="{FF2B5EF4-FFF2-40B4-BE49-F238E27FC236}">
                <a16:creationId xmlns:a16="http://schemas.microsoft.com/office/drawing/2014/main" id="{299F10A1-3EA6-486B-A5CC-8F162964E353}"/>
              </a:ext>
            </a:extLst>
          </p:cNvPr>
          <p:cNvSpPr>
            <a:spLocks noGrp="1"/>
          </p:cNvSpPr>
          <p:nvPr/>
        </p:nvSpPr>
        <p:spPr>
          <a:xfrm>
            <a:off x="570780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25" name="01_find_only_3024">
            <a:extLst>
              <a:ext uri="{FF2B5EF4-FFF2-40B4-BE49-F238E27FC236}">
                <a16:creationId xmlns:a16="http://schemas.microsoft.com/office/drawing/2014/main" id="{64B6B9DA-0B22-4782-83F9-29C5DF3CF4E9}"/>
              </a:ext>
            </a:extLst>
          </p:cNvPr>
          <p:cNvSpPr>
            <a:spLocks noGrp="1"/>
          </p:cNvSpPr>
          <p:nvPr/>
        </p:nvSpPr>
        <p:spPr>
          <a:xfrm>
            <a:off x="574249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26" name="01_find_only_3025">
            <a:extLst>
              <a:ext uri="{FF2B5EF4-FFF2-40B4-BE49-F238E27FC236}">
                <a16:creationId xmlns:a16="http://schemas.microsoft.com/office/drawing/2014/main" id="{BAED441B-40C6-41A1-9CE6-8E0A44EABAF0}"/>
              </a:ext>
            </a:extLst>
          </p:cNvPr>
          <p:cNvSpPr>
            <a:spLocks noGrp="1"/>
          </p:cNvSpPr>
          <p:nvPr/>
        </p:nvSpPr>
        <p:spPr>
          <a:xfrm>
            <a:off x="5728404" y="52120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27" name="01_find_only_3026">
            <a:extLst>
              <a:ext uri="{FF2B5EF4-FFF2-40B4-BE49-F238E27FC236}">
                <a16:creationId xmlns:a16="http://schemas.microsoft.com/office/drawing/2014/main" id="{3608F174-36AF-4939-A207-E73902C02C2F}"/>
              </a:ext>
            </a:extLst>
          </p:cNvPr>
          <p:cNvSpPr>
            <a:spLocks noGrp="1"/>
          </p:cNvSpPr>
          <p:nvPr/>
        </p:nvSpPr>
        <p:spPr>
          <a:xfrm>
            <a:off x="575686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28" name="01_find_only_3027">
            <a:extLst>
              <a:ext uri="{FF2B5EF4-FFF2-40B4-BE49-F238E27FC236}">
                <a16:creationId xmlns:a16="http://schemas.microsoft.com/office/drawing/2014/main" id="{E9279334-EB99-4ED3-8099-E96FC4EDAF84}"/>
              </a:ext>
            </a:extLst>
          </p:cNvPr>
          <p:cNvSpPr>
            <a:spLocks noGrp="1"/>
          </p:cNvSpPr>
          <p:nvPr/>
        </p:nvSpPr>
        <p:spPr>
          <a:xfrm>
            <a:off x="566671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29" name="01_find_only_3028">
            <a:extLst>
              <a:ext uri="{FF2B5EF4-FFF2-40B4-BE49-F238E27FC236}">
                <a16:creationId xmlns:a16="http://schemas.microsoft.com/office/drawing/2014/main" id="{D876E788-FCAA-4854-8E27-7F385788FCB0}"/>
              </a:ext>
            </a:extLst>
          </p:cNvPr>
          <p:cNvSpPr>
            <a:spLocks noGrp="1"/>
          </p:cNvSpPr>
          <p:nvPr/>
        </p:nvSpPr>
        <p:spPr>
          <a:xfrm>
            <a:off x="570673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30" name="01_find_only_3029">
            <a:extLst>
              <a:ext uri="{FF2B5EF4-FFF2-40B4-BE49-F238E27FC236}">
                <a16:creationId xmlns:a16="http://schemas.microsoft.com/office/drawing/2014/main" id="{533EC867-F959-432F-BC08-80BA80BECF38}"/>
              </a:ext>
            </a:extLst>
          </p:cNvPr>
          <p:cNvSpPr>
            <a:spLocks noGrp="1"/>
          </p:cNvSpPr>
          <p:nvPr/>
        </p:nvSpPr>
        <p:spPr>
          <a:xfrm>
            <a:off x="572490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31" name="01_find_only_3030">
            <a:extLst>
              <a:ext uri="{FF2B5EF4-FFF2-40B4-BE49-F238E27FC236}">
                <a16:creationId xmlns:a16="http://schemas.microsoft.com/office/drawing/2014/main" id="{0EC4F3E2-044A-467C-9CE9-42ADF536A8AF}"/>
              </a:ext>
            </a:extLst>
          </p:cNvPr>
          <p:cNvSpPr>
            <a:spLocks noGrp="1"/>
          </p:cNvSpPr>
          <p:nvPr/>
        </p:nvSpPr>
        <p:spPr>
          <a:xfrm>
            <a:off x="569469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32" name="01_find_only_3031">
            <a:extLst>
              <a:ext uri="{FF2B5EF4-FFF2-40B4-BE49-F238E27FC236}">
                <a16:creationId xmlns:a16="http://schemas.microsoft.com/office/drawing/2014/main" id="{A434A7C5-22CE-4911-8F07-DA290BE47108}"/>
              </a:ext>
            </a:extLst>
          </p:cNvPr>
          <p:cNvSpPr>
            <a:spLocks noGrp="1"/>
          </p:cNvSpPr>
          <p:nvPr/>
        </p:nvSpPr>
        <p:spPr>
          <a:xfrm>
            <a:off x="571645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33" name="01_find_only_3032">
            <a:extLst>
              <a:ext uri="{FF2B5EF4-FFF2-40B4-BE49-F238E27FC236}">
                <a16:creationId xmlns:a16="http://schemas.microsoft.com/office/drawing/2014/main" id="{746C2855-AFD8-4BA7-8BEB-8CA894B95B7A}"/>
              </a:ext>
            </a:extLst>
          </p:cNvPr>
          <p:cNvSpPr>
            <a:spLocks noGrp="1"/>
          </p:cNvSpPr>
          <p:nvPr/>
        </p:nvSpPr>
        <p:spPr>
          <a:xfrm>
            <a:off x="5704213" y="618073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34" name="01_find_only_3033">
            <a:extLst>
              <a:ext uri="{FF2B5EF4-FFF2-40B4-BE49-F238E27FC236}">
                <a16:creationId xmlns:a16="http://schemas.microsoft.com/office/drawing/2014/main" id="{0A46A871-3BE2-434D-96AD-C0AF94FCEF30}"/>
              </a:ext>
            </a:extLst>
          </p:cNvPr>
          <p:cNvSpPr>
            <a:spLocks noGrp="1"/>
          </p:cNvSpPr>
          <p:nvPr/>
        </p:nvSpPr>
        <p:spPr>
          <a:xfrm>
            <a:off x="5746183" y="619610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35" name="01_find_only_3034">
            <a:extLst>
              <a:ext uri="{FF2B5EF4-FFF2-40B4-BE49-F238E27FC236}">
                <a16:creationId xmlns:a16="http://schemas.microsoft.com/office/drawing/2014/main" id="{0171F989-8ADD-472B-9E38-049904CF87FC}"/>
              </a:ext>
            </a:extLst>
          </p:cNvPr>
          <p:cNvSpPr>
            <a:spLocks noGrp="1"/>
          </p:cNvSpPr>
          <p:nvPr/>
        </p:nvSpPr>
        <p:spPr>
          <a:xfrm>
            <a:off x="567740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36" name="01_find_only_3035">
            <a:extLst>
              <a:ext uri="{FF2B5EF4-FFF2-40B4-BE49-F238E27FC236}">
                <a16:creationId xmlns:a16="http://schemas.microsoft.com/office/drawing/2014/main" id="{620F4510-4A9F-4887-A214-14462D1EC25A}"/>
              </a:ext>
            </a:extLst>
          </p:cNvPr>
          <p:cNvSpPr>
            <a:spLocks noGrp="1"/>
          </p:cNvSpPr>
          <p:nvPr/>
        </p:nvSpPr>
        <p:spPr>
          <a:xfrm>
            <a:off x="568186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37" name="01_find_only_3036">
            <a:extLst>
              <a:ext uri="{FF2B5EF4-FFF2-40B4-BE49-F238E27FC236}">
                <a16:creationId xmlns:a16="http://schemas.microsoft.com/office/drawing/2014/main" id="{276942D4-64E4-48CB-8466-9F317FAB7930}"/>
              </a:ext>
            </a:extLst>
          </p:cNvPr>
          <p:cNvSpPr>
            <a:spLocks noGrp="1"/>
          </p:cNvSpPr>
          <p:nvPr/>
        </p:nvSpPr>
        <p:spPr>
          <a:xfrm>
            <a:off x="572228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38" name="01_find_only_3037">
            <a:extLst>
              <a:ext uri="{FF2B5EF4-FFF2-40B4-BE49-F238E27FC236}">
                <a16:creationId xmlns:a16="http://schemas.microsoft.com/office/drawing/2014/main" id="{C770C973-2053-4704-BD39-65C5F9DFD539}"/>
              </a:ext>
            </a:extLst>
          </p:cNvPr>
          <p:cNvSpPr>
            <a:spLocks noGrp="1"/>
          </p:cNvSpPr>
          <p:nvPr/>
        </p:nvSpPr>
        <p:spPr>
          <a:xfrm>
            <a:off x="572140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39" name="01_find_only_3038">
            <a:extLst>
              <a:ext uri="{FF2B5EF4-FFF2-40B4-BE49-F238E27FC236}">
                <a16:creationId xmlns:a16="http://schemas.microsoft.com/office/drawing/2014/main" id="{AC464F27-E7CA-4042-AF5E-617C04CE5E20}"/>
              </a:ext>
            </a:extLst>
          </p:cNvPr>
          <p:cNvSpPr>
            <a:spLocks noGrp="1"/>
          </p:cNvSpPr>
          <p:nvPr/>
        </p:nvSpPr>
        <p:spPr>
          <a:xfrm>
            <a:off x="575298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40" name="01_find_only_3039">
            <a:extLst>
              <a:ext uri="{FF2B5EF4-FFF2-40B4-BE49-F238E27FC236}">
                <a16:creationId xmlns:a16="http://schemas.microsoft.com/office/drawing/2014/main" id="{9E050701-D230-411D-9EB4-29F7E677EF4C}"/>
              </a:ext>
            </a:extLst>
          </p:cNvPr>
          <p:cNvSpPr>
            <a:spLocks noGrp="1"/>
          </p:cNvSpPr>
          <p:nvPr/>
        </p:nvSpPr>
        <p:spPr>
          <a:xfrm>
            <a:off x="573831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41" name="01_find_only_3040">
            <a:extLst>
              <a:ext uri="{FF2B5EF4-FFF2-40B4-BE49-F238E27FC236}">
                <a16:creationId xmlns:a16="http://schemas.microsoft.com/office/drawing/2014/main" id="{89F90081-5A9E-4EBA-83CA-ED8B31592002}"/>
              </a:ext>
            </a:extLst>
          </p:cNvPr>
          <p:cNvSpPr>
            <a:spLocks noGrp="1"/>
          </p:cNvSpPr>
          <p:nvPr/>
        </p:nvSpPr>
        <p:spPr>
          <a:xfrm>
            <a:off x="569245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42" name="01_find_only_3041">
            <a:extLst>
              <a:ext uri="{FF2B5EF4-FFF2-40B4-BE49-F238E27FC236}">
                <a16:creationId xmlns:a16="http://schemas.microsoft.com/office/drawing/2014/main" id="{500AD955-67DD-4271-9A6F-B0AEC57CA8EA}"/>
              </a:ext>
            </a:extLst>
          </p:cNvPr>
          <p:cNvSpPr>
            <a:spLocks noGrp="1"/>
          </p:cNvSpPr>
          <p:nvPr/>
        </p:nvSpPr>
        <p:spPr>
          <a:xfrm>
            <a:off x="5740257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43" name="01_find_only_3042">
            <a:extLst>
              <a:ext uri="{FF2B5EF4-FFF2-40B4-BE49-F238E27FC236}">
                <a16:creationId xmlns:a16="http://schemas.microsoft.com/office/drawing/2014/main" id="{926A1510-47A6-43E2-BEE6-E2FF6A60DE6B}"/>
              </a:ext>
            </a:extLst>
          </p:cNvPr>
          <p:cNvSpPr>
            <a:spLocks noGrp="1"/>
          </p:cNvSpPr>
          <p:nvPr/>
        </p:nvSpPr>
        <p:spPr>
          <a:xfrm>
            <a:off x="573238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44" name="01_find_only_3043">
            <a:extLst>
              <a:ext uri="{FF2B5EF4-FFF2-40B4-BE49-F238E27FC236}">
                <a16:creationId xmlns:a16="http://schemas.microsoft.com/office/drawing/2014/main" id="{C7155EFA-72DD-4182-A149-F70488E0FB08}"/>
              </a:ext>
            </a:extLst>
          </p:cNvPr>
          <p:cNvSpPr>
            <a:spLocks noGrp="1"/>
          </p:cNvSpPr>
          <p:nvPr/>
        </p:nvSpPr>
        <p:spPr>
          <a:xfrm>
            <a:off x="573656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45" name="01_find_only_3044">
            <a:extLst>
              <a:ext uri="{FF2B5EF4-FFF2-40B4-BE49-F238E27FC236}">
                <a16:creationId xmlns:a16="http://schemas.microsoft.com/office/drawing/2014/main" id="{DF1FC4C7-7AF3-4A28-892D-71DE1EF3DCD4}"/>
              </a:ext>
            </a:extLst>
          </p:cNvPr>
          <p:cNvSpPr>
            <a:spLocks noGrp="1"/>
          </p:cNvSpPr>
          <p:nvPr/>
        </p:nvSpPr>
        <p:spPr>
          <a:xfrm>
            <a:off x="571820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46" name="01_find_only_3045">
            <a:extLst>
              <a:ext uri="{FF2B5EF4-FFF2-40B4-BE49-F238E27FC236}">
                <a16:creationId xmlns:a16="http://schemas.microsoft.com/office/drawing/2014/main" id="{4DC18BD8-EA26-49BF-B110-9667AF2F3406}"/>
              </a:ext>
            </a:extLst>
          </p:cNvPr>
          <p:cNvSpPr>
            <a:spLocks noGrp="1"/>
          </p:cNvSpPr>
          <p:nvPr/>
        </p:nvSpPr>
        <p:spPr>
          <a:xfrm>
            <a:off x="566778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47" name="01_find_only_3046">
            <a:extLst>
              <a:ext uri="{FF2B5EF4-FFF2-40B4-BE49-F238E27FC236}">
                <a16:creationId xmlns:a16="http://schemas.microsoft.com/office/drawing/2014/main" id="{F968849A-BDF2-4F3B-B7C3-608E5BE15969}"/>
              </a:ext>
            </a:extLst>
          </p:cNvPr>
          <p:cNvSpPr>
            <a:spLocks noGrp="1"/>
          </p:cNvSpPr>
          <p:nvPr/>
        </p:nvSpPr>
        <p:spPr>
          <a:xfrm>
            <a:off x="5732776" y="579161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48" name="01_find_only_3047">
            <a:extLst>
              <a:ext uri="{FF2B5EF4-FFF2-40B4-BE49-F238E27FC236}">
                <a16:creationId xmlns:a16="http://schemas.microsoft.com/office/drawing/2014/main" id="{CC23BEB5-849C-4C6E-AC91-F78B45F83BDD}"/>
              </a:ext>
            </a:extLst>
          </p:cNvPr>
          <p:cNvSpPr>
            <a:spLocks noGrp="1"/>
          </p:cNvSpPr>
          <p:nvPr/>
        </p:nvSpPr>
        <p:spPr>
          <a:xfrm>
            <a:off x="574560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49" name="01_find_only_3048">
            <a:extLst>
              <a:ext uri="{FF2B5EF4-FFF2-40B4-BE49-F238E27FC236}">
                <a16:creationId xmlns:a16="http://schemas.microsoft.com/office/drawing/2014/main" id="{A436513A-082F-49BF-8E32-495775FF3C90}"/>
              </a:ext>
            </a:extLst>
          </p:cNvPr>
          <p:cNvSpPr>
            <a:spLocks noGrp="1"/>
          </p:cNvSpPr>
          <p:nvPr/>
        </p:nvSpPr>
        <p:spPr>
          <a:xfrm>
            <a:off x="568390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50" name="01_find_only_3049">
            <a:extLst>
              <a:ext uri="{FF2B5EF4-FFF2-40B4-BE49-F238E27FC236}">
                <a16:creationId xmlns:a16="http://schemas.microsoft.com/office/drawing/2014/main" id="{7535F28F-DCFA-4D5D-A9E3-6B73EA306533}"/>
              </a:ext>
            </a:extLst>
          </p:cNvPr>
          <p:cNvSpPr>
            <a:spLocks noGrp="1"/>
          </p:cNvSpPr>
          <p:nvPr/>
        </p:nvSpPr>
        <p:spPr>
          <a:xfrm>
            <a:off x="567662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51" name="01_find_only_3050">
            <a:extLst>
              <a:ext uri="{FF2B5EF4-FFF2-40B4-BE49-F238E27FC236}">
                <a16:creationId xmlns:a16="http://schemas.microsoft.com/office/drawing/2014/main" id="{5D6AAB77-6427-4DFE-94B8-6B7C10B9D916}"/>
              </a:ext>
            </a:extLst>
          </p:cNvPr>
          <p:cNvSpPr>
            <a:spLocks noGrp="1"/>
          </p:cNvSpPr>
          <p:nvPr/>
        </p:nvSpPr>
        <p:spPr>
          <a:xfrm>
            <a:off x="5732582" y="5158259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52" name="01_find_only_3051">
            <a:extLst>
              <a:ext uri="{FF2B5EF4-FFF2-40B4-BE49-F238E27FC236}">
                <a16:creationId xmlns:a16="http://schemas.microsoft.com/office/drawing/2014/main" id="{71C55DFE-A17E-4479-BD98-79CF7E5CCEF9}"/>
              </a:ext>
            </a:extLst>
          </p:cNvPr>
          <p:cNvSpPr>
            <a:spLocks noGrp="1"/>
          </p:cNvSpPr>
          <p:nvPr/>
        </p:nvSpPr>
        <p:spPr>
          <a:xfrm>
            <a:off x="575764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53" name="01_find_only_3052">
            <a:extLst>
              <a:ext uri="{FF2B5EF4-FFF2-40B4-BE49-F238E27FC236}">
                <a16:creationId xmlns:a16="http://schemas.microsoft.com/office/drawing/2014/main" id="{87CEA4E3-F232-4DB5-8BE6-A5F3C14209A6}"/>
              </a:ext>
            </a:extLst>
          </p:cNvPr>
          <p:cNvSpPr>
            <a:spLocks noGrp="1"/>
          </p:cNvSpPr>
          <p:nvPr/>
        </p:nvSpPr>
        <p:spPr>
          <a:xfrm>
            <a:off x="576182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54" name="01_find_only_3053">
            <a:extLst>
              <a:ext uri="{FF2B5EF4-FFF2-40B4-BE49-F238E27FC236}">
                <a16:creationId xmlns:a16="http://schemas.microsoft.com/office/drawing/2014/main" id="{7B3A1A3D-F6F2-49AD-9C2A-87D245BF6AC6}"/>
              </a:ext>
            </a:extLst>
          </p:cNvPr>
          <p:cNvSpPr>
            <a:spLocks noGrp="1"/>
          </p:cNvSpPr>
          <p:nvPr/>
        </p:nvSpPr>
        <p:spPr>
          <a:xfrm>
            <a:off x="570178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55" name="01_find_only_3054">
            <a:extLst>
              <a:ext uri="{FF2B5EF4-FFF2-40B4-BE49-F238E27FC236}">
                <a16:creationId xmlns:a16="http://schemas.microsoft.com/office/drawing/2014/main" id="{C0F8D8F3-8E22-43CC-A71C-F42BD39D12BE}"/>
              </a:ext>
            </a:extLst>
          </p:cNvPr>
          <p:cNvSpPr>
            <a:spLocks noGrp="1"/>
          </p:cNvSpPr>
          <p:nvPr/>
        </p:nvSpPr>
        <p:spPr>
          <a:xfrm>
            <a:off x="5737439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56" name="01_find_only_3055">
            <a:extLst>
              <a:ext uri="{FF2B5EF4-FFF2-40B4-BE49-F238E27FC236}">
                <a16:creationId xmlns:a16="http://schemas.microsoft.com/office/drawing/2014/main" id="{82773C35-F5FA-4172-A8E8-C04F1F45A378}"/>
              </a:ext>
            </a:extLst>
          </p:cNvPr>
          <p:cNvSpPr>
            <a:spLocks noGrp="1"/>
          </p:cNvSpPr>
          <p:nvPr/>
        </p:nvSpPr>
        <p:spPr>
          <a:xfrm>
            <a:off x="574482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57" name="01_find_only_3056">
            <a:extLst>
              <a:ext uri="{FF2B5EF4-FFF2-40B4-BE49-F238E27FC236}">
                <a16:creationId xmlns:a16="http://schemas.microsoft.com/office/drawing/2014/main" id="{67BB9C7C-3E3F-4D24-A1C6-7DEF81381D2E}"/>
              </a:ext>
            </a:extLst>
          </p:cNvPr>
          <p:cNvSpPr>
            <a:spLocks noGrp="1"/>
          </p:cNvSpPr>
          <p:nvPr/>
        </p:nvSpPr>
        <p:spPr>
          <a:xfrm>
            <a:off x="575657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58" name="01_find_only_3057">
            <a:extLst>
              <a:ext uri="{FF2B5EF4-FFF2-40B4-BE49-F238E27FC236}">
                <a16:creationId xmlns:a16="http://schemas.microsoft.com/office/drawing/2014/main" id="{66C987D8-5DE4-42A9-8AA2-60D9D37AE533}"/>
              </a:ext>
            </a:extLst>
          </p:cNvPr>
          <p:cNvSpPr>
            <a:spLocks noGrp="1"/>
          </p:cNvSpPr>
          <p:nvPr/>
        </p:nvSpPr>
        <p:spPr>
          <a:xfrm>
            <a:off x="574628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59" name="01_find_only_3058">
            <a:extLst>
              <a:ext uri="{FF2B5EF4-FFF2-40B4-BE49-F238E27FC236}">
                <a16:creationId xmlns:a16="http://schemas.microsoft.com/office/drawing/2014/main" id="{169074EE-668B-4F24-B941-457A182E1FCD}"/>
              </a:ext>
            </a:extLst>
          </p:cNvPr>
          <p:cNvSpPr>
            <a:spLocks noGrp="1"/>
          </p:cNvSpPr>
          <p:nvPr/>
        </p:nvSpPr>
        <p:spPr>
          <a:xfrm>
            <a:off x="573161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60" name="01_find_only_3059">
            <a:extLst>
              <a:ext uri="{FF2B5EF4-FFF2-40B4-BE49-F238E27FC236}">
                <a16:creationId xmlns:a16="http://schemas.microsoft.com/office/drawing/2014/main" id="{2E73C5EB-8FDE-4C44-9A40-4589B12184FB}"/>
              </a:ext>
            </a:extLst>
          </p:cNvPr>
          <p:cNvSpPr>
            <a:spLocks noGrp="1"/>
          </p:cNvSpPr>
          <p:nvPr/>
        </p:nvSpPr>
        <p:spPr>
          <a:xfrm>
            <a:off x="567205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61" name="01_find_only_3060">
            <a:extLst>
              <a:ext uri="{FF2B5EF4-FFF2-40B4-BE49-F238E27FC236}">
                <a16:creationId xmlns:a16="http://schemas.microsoft.com/office/drawing/2014/main" id="{DF500FAD-6309-4C56-B14B-A6A39D6DDF6D}"/>
              </a:ext>
            </a:extLst>
          </p:cNvPr>
          <p:cNvSpPr>
            <a:spLocks noGrp="1"/>
          </p:cNvSpPr>
          <p:nvPr/>
        </p:nvSpPr>
        <p:spPr>
          <a:xfrm>
            <a:off x="5681480" y="61161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62" name="01_find_only_3061">
            <a:extLst>
              <a:ext uri="{FF2B5EF4-FFF2-40B4-BE49-F238E27FC236}">
                <a16:creationId xmlns:a16="http://schemas.microsoft.com/office/drawing/2014/main" id="{372CFF82-AA15-4D53-B58E-55A8EEBA24DF}"/>
              </a:ext>
            </a:extLst>
          </p:cNvPr>
          <p:cNvSpPr>
            <a:spLocks noGrp="1"/>
          </p:cNvSpPr>
          <p:nvPr/>
        </p:nvSpPr>
        <p:spPr>
          <a:xfrm>
            <a:off x="573258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63" name="01_find_only_3062">
            <a:extLst>
              <a:ext uri="{FF2B5EF4-FFF2-40B4-BE49-F238E27FC236}">
                <a16:creationId xmlns:a16="http://schemas.microsoft.com/office/drawing/2014/main" id="{CC3D6202-4A8C-41E2-A3CA-A3716CE07B41}"/>
              </a:ext>
            </a:extLst>
          </p:cNvPr>
          <p:cNvSpPr>
            <a:spLocks noGrp="1"/>
          </p:cNvSpPr>
          <p:nvPr/>
        </p:nvSpPr>
        <p:spPr>
          <a:xfrm>
            <a:off x="572276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64" name="01_find_only_3063">
            <a:extLst>
              <a:ext uri="{FF2B5EF4-FFF2-40B4-BE49-F238E27FC236}">
                <a16:creationId xmlns:a16="http://schemas.microsoft.com/office/drawing/2014/main" id="{50726355-B8FB-4E28-9906-D1B50B69AEEA}"/>
              </a:ext>
            </a:extLst>
          </p:cNvPr>
          <p:cNvSpPr>
            <a:spLocks noGrp="1"/>
          </p:cNvSpPr>
          <p:nvPr/>
        </p:nvSpPr>
        <p:spPr>
          <a:xfrm>
            <a:off x="568556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65" name="01_find_only_3064">
            <a:extLst>
              <a:ext uri="{FF2B5EF4-FFF2-40B4-BE49-F238E27FC236}">
                <a16:creationId xmlns:a16="http://schemas.microsoft.com/office/drawing/2014/main" id="{37D6A66C-F008-4433-8286-F6A441F97F7E}"/>
              </a:ext>
            </a:extLst>
          </p:cNvPr>
          <p:cNvSpPr>
            <a:spLocks noGrp="1"/>
          </p:cNvSpPr>
          <p:nvPr/>
        </p:nvSpPr>
        <p:spPr>
          <a:xfrm>
            <a:off x="570314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66" name="01_find_only_3065">
            <a:extLst>
              <a:ext uri="{FF2B5EF4-FFF2-40B4-BE49-F238E27FC236}">
                <a16:creationId xmlns:a16="http://schemas.microsoft.com/office/drawing/2014/main" id="{CB8B3BAF-3ABB-4D87-BD12-AD6B71EE1F5E}"/>
              </a:ext>
            </a:extLst>
          </p:cNvPr>
          <p:cNvSpPr>
            <a:spLocks noGrp="1"/>
          </p:cNvSpPr>
          <p:nvPr/>
        </p:nvSpPr>
        <p:spPr>
          <a:xfrm>
            <a:off x="5668753" y="624223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067" name="01_find_only_3066">
            <a:extLst>
              <a:ext uri="{FF2B5EF4-FFF2-40B4-BE49-F238E27FC236}">
                <a16:creationId xmlns:a16="http://schemas.microsoft.com/office/drawing/2014/main" id="{B0A5BA2D-03D7-4F0C-B494-A0D54EBCA05A}"/>
              </a:ext>
            </a:extLst>
          </p:cNvPr>
          <p:cNvSpPr>
            <a:spLocks noGrp="1"/>
          </p:cNvSpPr>
          <p:nvPr/>
        </p:nvSpPr>
        <p:spPr>
          <a:xfrm>
            <a:off x="4184890" y="4946701"/>
            <a:ext cx="195" cy="1420700"/>
          </a:xfrm>
          <a:custGeom>
            <a:avLst/>
            <a:gdLst/>
            <a:ahLst/>
            <a:cxnLst/>
            <a:rect l="0" t="0" r="0" b="0"/>
            <a:pathLst>
              <a:path w="191" h="1394818">
                <a:moveTo>
                  <a:pt x="0" y="1394818"/>
                </a:moveTo>
                <a:lnTo>
                  <a:pt x="0" y="0"/>
                </a:lnTo>
              </a:path>
            </a:pathLst>
          </a:custGeom>
          <a:noFill/>
          <a:ln w="8890">
            <a:solidFill>
              <a:srgbClr val="000000"/>
            </a:solidFill>
            <a:prstDash val="solid"/>
          </a:ln>
        </p:spPr>
      </p:sp>
      <p:sp>
        <p:nvSpPr>
          <p:cNvPr id="3068" name="01_find_only_3067">
            <a:extLst>
              <a:ext uri="{FF2B5EF4-FFF2-40B4-BE49-F238E27FC236}">
                <a16:creationId xmlns:a16="http://schemas.microsoft.com/office/drawing/2014/main" id="{8E645ABF-788B-4365-BB2D-D043863EF93C}"/>
              </a:ext>
            </a:extLst>
          </p:cNvPr>
          <p:cNvSpPr>
            <a:spLocks noGrp="1"/>
          </p:cNvSpPr>
          <p:nvPr/>
        </p:nvSpPr>
        <p:spPr>
          <a:xfrm>
            <a:off x="4184890" y="6367401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8890">
            <a:solidFill>
              <a:srgbClr val="000000"/>
            </a:solidFill>
            <a:prstDash val="solid"/>
          </a:ln>
        </p:spPr>
      </p:sp>
      <p:sp>
        <p:nvSpPr>
          <p:cNvPr id="3069" name="text_3068">
            <a:extLst>
              <a:ext uri="{FF2B5EF4-FFF2-40B4-BE49-F238E27FC236}">
                <a16:creationId xmlns:a16="http://schemas.microsoft.com/office/drawing/2014/main" id="{0D7BE3DA-E403-472C-9471-9E366BB60354}"/>
              </a:ext>
            </a:extLst>
          </p:cNvPr>
          <p:cNvSpPr>
            <a:spLocks noGrp="1"/>
          </p:cNvSpPr>
          <p:nvPr/>
        </p:nvSpPr>
        <p:spPr>
          <a:xfrm>
            <a:off x="3953882" y="4752409"/>
            <a:ext cx="84858" cy="1616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1019"/>
              <a:t>e</a:t>
            </a:r>
          </a:p>
        </p:txBody>
      </p:sp>
      <p:sp>
        <p:nvSpPr>
          <p:cNvPr id="3070" name="text_3069">
            <a:extLst>
              <a:ext uri="{FF2B5EF4-FFF2-40B4-BE49-F238E27FC236}">
                <a16:creationId xmlns:a16="http://schemas.microsoft.com/office/drawing/2014/main" id="{F7D38C4A-40EC-40B4-BD85-93945EA702C3}"/>
              </a:ext>
            </a:extLst>
          </p:cNvPr>
          <p:cNvSpPr>
            <a:spLocks noGrp="1"/>
          </p:cNvSpPr>
          <p:nvPr/>
        </p:nvSpPr>
        <p:spPr>
          <a:xfrm>
            <a:off x="4184891" y="4743417"/>
            <a:ext cx="1088277" cy="1374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866"/>
              <a:t>Small molecules, CA2</a:t>
            </a:r>
          </a:p>
        </p:txBody>
      </p:sp>
      <p:sp>
        <p:nvSpPr>
          <p:cNvPr id="3071" name="01_find_only_3070">
            <a:extLst>
              <a:ext uri="{FF2B5EF4-FFF2-40B4-BE49-F238E27FC236}">
                <a16:creationId xmlns:a16="http://schemas.microsoft.com/office/drawing/2014/main" id="{2E48BA64-D2C0-4103-A9B1-384A94AE40F8}"/>
              </a:ext>
            </a:extLst>
          </p:cNvPr>
          <p:cNvSpPr>
            <a:spLocks noGrp="1"/>
          </p:cNvSpPr>
          <p:nvPr/>
        </p:nvSpPr>
        <p:spPr>
          <a:xfrm>
            <a:off x="4200168" y="5418004"/>
            <a:ext cx="1527834" cy="884820"/>
          </a:xfrm>
          <a:custGeom>
            <a:avLst/>
            <a:gdLst/>
            <a:ahLst/>
            <a:cxnLst/>
            <a:rect l="0" t="0" r="0" b="0"/>
            <a:pathLst>
              <a:path w="1500000" h="868700">
                <a:moveTo>
                  <a:pt x="0" y="868700"/>
                </a:moveTo>
                <a:lnTo>
                  <a:pt x="19231" y="867809"/>
                </a:lnTo>
                <a:lnTo>
                  <a:pt x="19231" y="867117"/>
                </a:lnTo>
                <a:lnTo>
                  <a:pt x="25000" y="866474"/>
                </a:lnTo>
                <a:lnTo>
                  <a:pt x="25641" y="865402"/>
                </a:lnTo>
                <a:lnTo>
                  <a:pt x="27778" y="865402"/>
                </a:lnTo>
                <a:lnTo>
                  <a:pt x="27778" y="863154"/>
                </a:lnTo>
                <a:lnTo>
                  <a:pt x="35714" y="862307"/>
                </a:lnTo>
                <a:lnTo>
                  <a:pt x="35714" y="860379"/>
                </a:lnTo>
                <a:lnTo>
                  <a:pt x="41667" y="859688"/>
                </a:lnTo>
                <a:lnTo>
                  <a:pt x="41667" y="856653"/>
                </a:lnTo>
                <a:lnTo>
                  <a:pt x="45455" y="856480"/>
                </a:lnTo>
                <a:lnTo>
                  <a:pt x="45455" y="854027"/>
                </a:lnTo>
                <a:lnTo>
                  <a:pt x="50000" y="854027"/>
                </a:lnTo>
                <a:lnTo>
                  <a:pt x="51282" y="851831"/>
                </a:lnTo>
                <a:lnTo>
                  <a:pt x="55556" y="851831"/>
                </a:lnTo>
                <a:lnTo>
                  <a:pt x="55556" y="849582"/>
                </a:lnTo>
                <a:lnTo>
                  <a:pt x="62500" y="849185"/>
                </a:lnTo>
                <a:lnTo>
                  <a:pt x="62500" y="843564"/>
                </a:lnTo>
                <a:lnTo>
                  <a:pt x="71429" y="842544"/>
                </a:lnTo>
                <a:lnTo>
                  <a:pt x="71429" y="837726"/>
                </a:lnTo>
                <a:lnTo>
                  <a:pt x="83333" y="836809"/>
                </a:lnTo>
                <a:lnTo>
                  <a:pt x="83333" y="818988"/>
                </a:lnTo>
                <a:lnTo>
                  <a:pt x="90909" y="818815"/>
                </a:lnTo>
                <a:lnTo>
                  <a:pt x="91667" y="816137"/>
                </a:lnTo>
                <a:lnTo>
                  <a:pt x="100000" y="815445"/>
                </a:lnTo>
                <a:lnTo>
                  <a:pt x="100000" y="802181"/>
                </a:lnTo>
                <a:lnTo>
                  <a:pt x="107143" y="801446"/>
                </a:lnTo>
                <a:lnTo>
                  <a:pt x="108333" y="799775"/>
                </a:lnTo>
                <a:lnTo>
                  <a:pt x="111111" y="799603"/>
                </a:lnTo>
                <a:lnTo>
                  <a:pt x="111111" y="798104"/>
                </a:lnTo>
                <a:lnTo>
                  <a:pt x="125000" y="797239"/>
                </a:lnTo>
                <a:lnTo>
                  <a:pt x="125000" y="772508"/>
                </a:lnTo>
                <a:lnTo>
                  <a:pt x="136364" y="771419"/>
                </a:lnTo>
                <a:lnTo>
                  <a:pt x="136364" y="768966"/>
                </a:lnTo>
                <a:lnTo>
                  <a:pt x="138889" y="768966"/>
                </a:lnTo>
                <a:lnTo>
                  <a:pt x="138889" y="767467"/>
                </a:lnTo>
                <a:lnTo>
                  <a:pt x="142857" y="767069"/>
                </a:lnTo>
                <a:lnTo>
                  <a:pt x="142857" y="762252"/>
                </a:lnTo>
                <a:lnTo>
                  <a:pt x="150000" y="762079"/>
                </a:lnTo>
                <a:lnTo>
                  <a:pt x="150000" y="759830"/>
                </a:lnTo>
                <a:lnTo>
                  <a:pt x="166667" y="759485"/>
                </a:lnTo>
                <a:lnTo>
                  <a:pt x="166667" y="726112"/>
                </a:lnTo>
                <a:lnTo>
                  <a:pt x="175000" y="725421"/>
                </a:lnTo>
                <a:lnTo>
                  <a:pt x="175000" y="724521"/>
                </a:lnTo>
                <a:lnTo>
                  <a:pt x="181818" y="723385"/>
                </a:lnTo>
                <a:lnTo>
                  <a:pt x="181818" y="722159"/>
                </a:lnTo>
                <a:lnTo>
                  <a:pt x="187500" y="721986"/>
                </a:lnTo>
                <a:lnTo>
                  <a:pt x="187500" y="716927"/>
                </a:lnTo>
                <a:lnTo>
                  <a:pt x="200000" y="716356"/>
                </a:lnTo>
                <a:lnTo>
                  <a:pt x="200000" y="703316"/>
                </a:lnTo>
                <a:lnTo>
                  <a:pt x="208333" y="703143"/>
                </a:lnTo>
                <a:lnTo>
                  <a:pt x="208333" y="699771"/>
                </a:lnTo>
                <a:lnTo>
                  <a:pt x="214286" y="699079"/>
                </a:lnTo>
                <a:lnTo>
                  <a:pt x="214286" y="694262"/>
                </a:lnTo>
                <a:lnTo>
                  <a:pt x="225000" y="692942"/>
                </a:lnTo>
                <a:lnTo>
                  <a:pt x="225000" y="692042"/>
                </a:lnTo>
                <a:lnTo>
                  <a:pt x="227273" y="692042"/>
                </a:lnTo>
                <a:lnTo>
                  <a:pt x="227273" y="689590"/>
                </a:lnTo>
                <a:lnTo>
                  <a:pt x="250000" y="688621"/>
                </a:lnTo>
                <a:lnTo>
                  <a:pt x="250000" y="567016"/>
                </a:lnTo>
                <a:lnTo>
                  <a:pt x="269231" y="566220"/>
                </a:lnTo>
                <a:lnTo>
                  <a:pt x="269231" y="565528"/>
                </a:lnTo>
                <a:lnTo>
                  <a:pt x="272727" y="565528"/>
                </a:lnTo>
                <a:lnTo>
                  <a:pt x="272727" y="563076"/>
                </a:lnTo>
                <a:lnTo>
                  <a:pt x="285714" y="562055"/>
                </a:lnTo>
                <a:lnTo>
                  <a:pt x="285714" y="557238"/>
                </a:lnTo>
                <a:lnTo>
                  <a:pt x="291667" y="556546"/>
                </a:lnTo>
                <a:lnTo>
                  <a:pt x="291667" y="555422"/>
                </a:lnTo>
                <a:lnTo>
                  <a:pt x="300000" y="555249"/>
                </a:lnTo>
                <a:lnTo>
                  <a:pt x="301282" y="542935"/>
                </a:lnTo>
                <a:lnTo>
                  <a:pt x="305556" y="542935"/>
                </a:lnTo>
                <a:lnTo>
                  <a:pt x="305556" y="541436"/>
                </a:lnTo>
                <a:lnTo>
                  <a:pt x="312500" y="541039"/>
                </a:lnTo>
                <a:lnTo>
                  <a:pt x="312500" y="537666"/>
                </a:lnTo>
                <a:lnTo>
                  <a:pt x="318182" y="537268"/>
                </a:lnTo>
                <a:lnTo>
                  <a:pt x="318182" y="534816"/>
                </a:lnTo>
                <a:lnTo>
                  <a:pt x="326923" y="533454"/>
                </a:lnTo>
                <a:lnTo>
                  <a:pt x="326923" y="533282"/>
                </a:lnTo>
                <a:lnTo>
                  <a:pt x="333333" y="533282"/>
                </a:lnTo>
                <a:lnTo>
                  <a:pt x="333333" y="504031"/>
                </a:lnTo>
                <a:lnTo>
                  <a:pt x="350000" y="503460"/>
                </a:lnTo>
                <a:lnTo>
                  <a:pt x="350000" y="501212"/>
                </a:lnTo>
                <a:lnTo>
                  <a:pt x="357143" y="501039"/>
                </a:lnTo>
                <a:lnTo>
                  <a:pt x="358333" y="495997"/>
                </a:lnTo>
                <a:lnTo>
                  <a:pt x="363636" y="495824"/>
                </a:lnTo>
                <a:lnTo>
                  <a:pt x="363636" y="493371"/>
                </a:lnTo>
                <a:lnTo>
                  <a:pt x="375000" y="492800"/>
                </a:lnTo>
                <a:lnTo>
                  <a:pt x="375000" y="470543"/>
                </a:lnTo>
                <a:lnTo>
                  <a:pt x="392857" y="469799"/>
                </a:lnTo>
                <a:lnTo>
                  <a:pt x="392857" y="468836"/>
                </a:lnTo>
                <a:lnTo>
                  <a:pt x="400000" y="468663"/>
                </a:lnTo>
                <a:lnTo>
                  <a:pt x="400000" y="461019"/>
                </a:lnTo>
                <a:lnTo>
                  <a:pt x="409091" y="460846"/>
                </a:lnTo>
                <a:lnTo>
                  <a:pt x="410256" y="458220"/>
                </a:lnTo>
                <a:lnTo>
                  <a:pt x="416667" y="458220"/>
                </a:lnTo>
                <a:lnTo>
                  <a:pt x="416667" y="449054"/>
                </a:lnTo>
                <a:lnTo>
                  <a:pt x="429487" y="447693"/>
                </a:lnTo>
                <a:lnTo>
                  <a:pt x="429487" y="447520"/>
                </a:lnTo>
                <a:lnTo>
                  <a:pt x="437500" y="447122"/>
                </a:lnTo>
                <a:lnTo>
                  <a:pt x="437500" y="445436"/>
                </a:lnTo>
                <a:lnTo>
                  <a:pt x="450000" y="445090"/>
                </a:lnTo>
                <a:lnTo>
                  <a:pt x="450000" y="443741"/>
                </a:lnTo>
                <a:lnTo>
                  <a:pt x="454545" y="443741"/>
                </a:lnTo>
                <a:lnTo>
                  <a:pt x="455128" y="441115"/>
                </a:lnTo>
                <a:lnTo>
                  <a:pt x="466667" y="439754"/>
                </a:lnTo>
                <a:lnTo>
                  <a:pt x="467949" y="439356"/>
                </a:lnTo>
                <a:lnTo>
                  <a:pt x="500000" y="438665"/>
                </a:lnTo>
                <a:lnTo>
                  <a:pt x="500000" y="110176"/>
                </a:lnTo>
                <a:lnTo>
                  <a:pt x="571429" y="108950"/>
                </a:lnTo>
                <a:lnTo>
                  <a:pt x="571429" y="107023"/>
                </a:lnTo>
                <a:lnTo>
                  <a:pt x="583333" y="107023"/>
                </a:lnTo>
                <a:lnTo>
                  <a:pt x="583333" y="104550"/>
                </a:lnTo>
                <a:lnTo>
                  <a:pt x="591667" y="103323"/>
                </a:lnTo>
                <a:lnTo>
                  <a:pt x="591667" y="103099"/>
                </a:lnTo>
                <a:lnTo>
                  <a:pt x="600000" y="103099"/>
                </a:lnTo>
                <a:lnTo>
                  <a:pt x="600000" y="100176"/>
                </a:lnTo>
                <a:lnTo>
                  <a:pt x="666667" y="99277"/>
                </a:lnTo>
                <a:lnTo>
                  <a:pt x="666667" y="90059"/>
                </a:lnTo>
                <a:lnTo>
                  <a:pt x="714286" y="89834"/>
                </a:lnTo>
                <a:lnTo>
                  <a:pt x="714286" y="87907"/>
                </a:lnTo>
                <a:lnTo>
                  <a:pt x="750000" y="87682"/>
                </a:lnTo>
                <a:lnTo>
                  <a:pt x="750000" y="74192"/>
                </a:lnTo>
                <a:lnTo>
                  <a:pt x="958333" y="72843"/>
                </a:lnTo>
                <a:lnTo>
                  <a:pt x="958333" y="72619"/>
                </a:lnTo>
                <a:lnTo>
                  <a:pt x="1000000" y="72394"/>
                </a:lnTo>
                <a:lnTo>
                  <a:pt x="1000000" y="49911"/>
                </a:lnTo>
                <a:lnTo>
                  <a:pt x="1083333" y="49462"/>
                </a:lnTo>
                <a:lnTo>
                  <a:pt x="1083333" y="47213"/>
                </a:lnTo>
                <a:lnTo>
                  <a:pt x="1125000" y="47213"/>
                </a:lnTo>
                <a:lnTo>
                  <a:pt x="1125000" y="40469"/>
                </a:lnTo>
                <a:lnTo>
                  <a:pt x="1250000" y="40469"/>
                </a:lnTo>
                <a:lnTo>
                  <a:pt x="1250000" y="37096"/>
                </a:lnTo>
                <a:lnTo>
                  <a:pt x="1375000" y="37096"/>
                </a:lnTo>
                <a:lnTo>
                  <a:pt x="1375000" y="33724"/>
                </a:lnTo>
                <a:lnTo>
                  <a:pt x="1500000" y="33724"/>
                </a:lnTo>
                <a:lnTo>
                  <a:pt x="1500000" y="0"/>
                </a:lnTo>
                <a:lnTo>
                  <a:pt x="1500000" y="0"/>
                </a:lnTo>
              </a:path>
            </a:pathLst>
          </a:custGeom>
          <a:noFill/>
          <a:ln w="22860">
            <a:solidFill>
              <a:srgbClr val="00878B"/>
            </a:solidFill>
            <a:prstDash val="solid"/>
          </a:ln>
        </p:spPr>
      </p:sp>
      <p:sp>
        <p:nvSpPr>
          <p:cNvPr id="3072" name="01_find_only_3071">
            <a:extLst>
              <a:ext uri="{FF2B5EF4-FFF2-40B4-BE49-F238E27FC236}">
                <a16:creationId xmlns:a16="http://schemas.microsoft.com/office/drawing/2014/main" id="{40F09D9D-B601-4206-9928-986666920C78}"/>
              </a:ext>
            </a:extLst>
          </p:cNvPr>
          <p:cNvSpPr>
            <a:spLocks noGrp="1"/>
          </p:cNvSpPr>
          <p:nvPr/>
        </p:nvSpPr>
        <p:spPr>
          <a:xfrm>
            <a:off x="4200168" y="5011278"/>
            <a:ext cx="1527834" cy="1291545"/>
          </a:xfrm>
          <a:custGeom>
            <a:avLst/>
            <a:gdLst/>
            <a:ahLst/>
            <a:cxnLst/>
            <a:rect l="0" t="0" r="0" b="0"/>
            <a:pathLst>
              <a:path w="1500000" h="1268016">
                <a:moveTo>
                  <a:pt x="0" y="1268016"/>
                </a:moveTo>
                <a:lnTo>
                  <a:pt x="250000" y="1268016"/>
                </a:lnTo>
                <a:lnTo>
                  <a:pt x="250000" y="891792"/>
                </a:lnTo>
                <a:lnTo>
                  <a:pt x="269231" y="891792"/>
                </a:lnTo>
                <a:lnTo>
                  <a:pt x="269231" y="875535"/>
                </a:lnTo>
                <a:lnTo>
                  <a:pt x="285714" y="875535"/>
                </a:lnTo>
                <a:lnTo>
                  <a:pt x="285714" y="845344"/>
                </a:lnTo>
                <a:lnTo>
                  <a:pt x="333333" y="845344"/>
                </a:lnTo>
                <a:lnTo>
                  <a:pt x="333333" y="812831"/>
                </a:lnTo>
                <a:lnTo>
                  <a:pt x="375000" y="812831"/>
                </a:lnTo>
                <a:lnTo>
                  <a:pt x="375000" y="777608"/>
                </a:lnTo>
                <a:lnTo>
                  <a:pt x="500000" y="777608"/>
                </a:lnTo>
                <a:lnTo>
                  <a:pt x="500000" y="422672"/>
                </a:lnTo>
                <a:lnTo>
                  <a:pt x="666667" y="422672"/>
                </a:lnTo>
                <a:lnTo>
                  <a:pt x="666667" y="392481"/>
                </a:lnTo>
                <a:lnTo>
                  <a:pt x="750000" y="392481"/>
                </a:lnTo>
                <a:lnTo>
                  <a:pt x="750000" y="339647"/>
                </a:lnTo>
                <a:lnTo>
                  <a:pt x="1000000" y="339647"/>
                </a:lnTo>
                <a:lnTo>
                  <a:pt x="1000000" y="237753"/>
                </a:lnTo>
                <a:lnTo>
                  <a:pt x="1083333" y="237753"/>
                </a:lnTo>
                <a:lnTo>
                  <a:pt x="1083333" y="184919"/>
                </a:lnTo>
                <a:lnTo>
                  <a:pt x="1500000" y="184919"/>
                </a:lnTo>
                <a:lnTo>
                  <a:pt x="1500000" y="0"/>
                </a:lnTo>
                <a:lnTo>
                  <a:pt x="1500000" y="0"/>
                </a:lnTo>
              </a:path>
            </a:pathLst>
          </a:custGeom>
          <a:noFill/>
          <a:ln w="13335">
            <a:solidFill>
              <a:srgbClr val="3A64C8"/>
            </a:solidFill>
            <a:prstDash val="solid"/>
          </a:ln>
        </p:spPr>
      </p:sp>
      <p:sp>
        <p:nvSpPr>
          <p:cNvPr id="3073" name="01_find_only_3072">
            <a:extLst>
              <a:ext uri="{FF2B5EF4-FFF2-40B4-BE49-F238E27FC236}">
                <a16:creationId xmlns:a16="http://schemas.microsoft.com/office/drawing/2014/main" id="{685DF918-F94F-48E5-B1B7-D4638579F34A}"/>
              </a:ext>
            </a:extLst>
          </p:cNvPr>
          <p:cNvSpPr>
            <a:spLocks noGrp="1"/>
          </p:cNvSpPr>
          <p:nvPr/>
        </p:nvSpPr>
        <p:spPr>
          <a:xfrm>
            <a:off x="4432817" y="5973550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3074" name="01_find_only_3073">
            <a:extLst>
              <a:ext uri="{FF2B5EF4-FFF2-40B4-BE49-F238E27FC236}">
                <a16:creationId xmlns:a16="http://schemas.microsoft.com/office/drawing/2014/main" id="{6358A3B2-8E1B-4CC6-BC00-50585AB70B9A}"/>
              </a:ext>
            </a:extLst>
          </p:cNvPr>
          <p:cNvSpPr>
            <a:spLocks noGrp="1"/>
          </p:cNvSpPr>
          <p:nvPr/>
        </p:nvSpPr>
        <p:spPr>
          <a:xfrm>
            <a:off x="4687456" y="5508234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3075" name="01_find_only_3074">
            <a:extLst>
              <a:ext uri="{FF2B5EF4-FFF2-40B4-BE49-F238E27FC236}">
                <a16:creationId xmlns:a16="http://schemas.microsoft.com/office/drawing/2014/main" id="{03B60A6C-6E50-4FA9-9642-3E543D756118}"/>
              </a:ext>
            </a:extLst>
          </p:cNvPr>
          <p:cNvSpPr>
            <a:spLocks noGrp="1"/>
          </p:cNvSpPr>
          <p:nvPr/>
        </p:nvSpPr>
        <p:spPr>
          <a:xfrm>
            <a:off x="5196734" y="5446851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3076" name="01_find_only_3075">
            <a:extLst>
              <a:ext uri="{FF2B5EF4-FFF2-40B4-BE49-F238E27FC236}">
                <a16:creationId xmlns:a16="http://schemas.microsoft.com/office/drawing/2014/main" id="{31AEB54D-0CCF-4046-AC6B-0A6F7067500A}"/>
              </a:ext>
            </a:extLst>
          </p:cNvPr>
          <p:cNvSpPr>
            <a:spLocks noGrp="1"/>
          </p:cNvSpPr>
          <p:nvPr/>
        </p:nvSpPr>
        <p:spPr>
          <a:xfrm>
            <a:off x="5706012" y="5396013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3077" name="01_find_only_3076">
            <a:extLst>
              <a:ext uri="{FF2B5EF4-FFF2-40B4-BE49-F238E27FC236}">
                <a16:creationId xmlns:a16="http://schemas.microsoft.com/office/drawing/2014/main" id="{062DE6D1-2661-4D72-82EE-BB9CD5E4A3BE}"/>
              </a:ext>
            </a:extLst>
          </p:cNvPr>
          <p:cNvSpPr>
            <a:spLocks noGrp="1"/>
          </p:cNvSpPr>
          <p:nvPr/>
        </p:nvSpPr>
        <p:spPr>
          <a:xfrm>
            <a:off x="4418220" y="5883031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3078" name="01_find_only_3077">
            <a:extLst>
              <a:ext uri="{FF2B5EF4-FFF2-40B4-BE49-F238E27FC236}">
                <a16:creationId xmlns:a16="http://schemas.microsoft.com/office/drawing/2014/main" id="{BDED3CE4-15D5-4231-B71D-E216350D81D2}"/>
              </a:ext>
            </a:extLst>
          </p:cNvPr>
          <p:cNvSpPr>
            <a:spLocks noGrp="1"/>
          </p:cNvSpPr>
          <p:nvPr/>
        </p:nvSpPr>
        <p:spPr>
          <a:xfrm>
            <a:off x="4672859" y="5405206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3079" name="01_find_only_3078">
            <a:extLst>
              <a:ext uri="{FF2B5EF4-FFF2-40B4-BE49-F238E27FC236}">
                <a16:creationId xmlns:a16="http://schemas.microsoft.com/office/drawing/2014/main" id="{BEB77EB0-FECB-4FD0-80EF-1EA50D8FD8A6}"/>
              </a:ext>
            </a:extLst>
          </p:cNvPr>
          <p:cNvSpPr>
            <a:spLocks noGrp="1"/>
          </p:cNvSpPr>
          <p:nvPr/>
        </p:nvSpPr>
        <p:spPr>
          <a:xfrm>
            <a:off x="5182137" y="5216855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3080" name="01_find_only_3079">
            <a:extLst>
              <a:ext uri="{FF2B5EF4-FFF2-40B4-BE49-F238E27FC236}">
                <a16:creationId xmlns:a16="http://schemas.microsoft.com/office/drawing/2014/main" id="{745F1F63-159C-433F-8407-0480DAB6E36A}"/>
              </a:ext>
            </a:extLst>
          </p:cNvPr>
          <p:cNvSpPr>
            <a:spLocks noGrp="1"/>
          </p:cNvSpPr>
          <p:nvPr/>
        </p:nvSpPr>
        <p:spPr>
          <a:xfrm>
            <a:off x="5691415" y="4974691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3081" name="01_find_only_3080">
            <a:extLst>
              <a:ext uri="{FF2B5EF4-FFF2-40B4-BE49-F238E27FC236}">
                <a16:creationId xmlns:a16="http://schemas.microsoft.com/office/drawing/2014/main" id="{C61C557A-F4F0-4FD6-9F65-A195FB080EF1}"/>
              </a:ext>
            </a:extLst>
          </p:cNvPr>
          <p:cNvSpPr>
            <a:spLocks noGrp="1"/>
          </p:cNvSpPr>
          <p:nvPr/>
        </p:nvSpPr>
        <p:spPr>
          <a:xfrm>
            <a:off x="6346469" y="4946701"/>
            <a:ext cx="1650061" cy="1420700"/>
          </a:xfrm>
          <a:custGeom>
            <a:avLst/>
            <a:gdLst/>
            <a:ahLst/>
            <a:cxnLst/>
            <a:rect l="0" t="0" r="0" b="0"/>
            <a:pathLst>
              <a:path w="1620000" h="1394818">
                <a:moveTo>
                  <a:pt x="0" y="1394818"/>
                </a:moveTo>
                <a:lnTo>
                  <a:pt x="1620000" y="1394818"/>
                </a:lnTo>
                <a:lnTo>
                  <a:pt x="1620000" y="0"/>
                </a:lnTo>
                <a:lnTo>
                  <a:pt x="0" y="0"/>
                </a:lnTo>
                <a:lnTo>
                  <a:pt x="0" y="1394818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082" name="01_find_only_3081">
            <a:extLst>
              <a:ext uri="{FF2B5EF4-FFF2-40B4-BE49-F238E27FC236}">
                <a16:creationId xmlns:a16="http://schemas.microsoft.com/office/drawing/2014/main" id="{BB320D19-4E8E-4D61-BB17-358D8F6B4D46}"/>
              </a:ext>
            </a:extLst>
          </p:cNvPr>
          <p:cNvSpPr>
            <a:spLocks noGrp="1"/>
          </p:cNvSpPr>
          <p:nvPr/>
        </p:nvSpPr>
        <p:spPr>
          <a:xfrm>
            <a:off x="6550181" y="5011278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30000" y="1268016"/>
                </a:moveTo>
                <a:lnTo>
                  <a:pt x="0" y="1268016"/>
                </a:lnTo>
                <a:lnTo>
                  <a:pt x="733" y="1257449"/>
                </a:lnTo>
                <a:lnTo>
                  <a:pt x="2881" y="1246883"/>
                </a:lnTo>
                <a:lnTo>
                  <a:pt x="6299" y="1236316"/>
                </a:lnTo>
                <a:lnTo>
                  <a:pt x="10762" y="1225749"/>
                </a:lnTo>
                <a:lnTo>
                  <a:pt x="15988" y="1215182"/>
                </a:lnTo>
                <a:lnTo>
                  <a:pt x="21672" y="1204615"/>
                </a:lnTo>
                <a:lnTo>
                  <a:pt x="27508" y="1194049"/>
                </a:lnTo>
                <a:lnTo>
                  <a:pt x="33221" y="1183482"/>
                </a:lnTo>
                <a:lnTo>
                  <a:pt x="38581" y="1172915"/>
                </a:lnTo>
                <a:lnTo>
                  <a:pt x="43421" y="1162348"/>
                </a:lnTo>
                <a:lnTo>
                  <a:pt x="47634" y="1151781"/>
                </a:lnTo>
                <a:lnTo>
                  <a:pt x="51175" y="1141215"/>
                </a:lnTo>
                <a:lnTo>
                  <a:pt x="54051" y="1130648"/>
                </a:lnTo>
                <a:lnTo>
                  <a:pt x="56309" y="1120081"/>
                </a:lnTo>
                <a:lnTo>
                  <a:pt x="58021" y="1109514"/>
                </a:lnTo>
                <a:lnTo>
                  <a:pt x="59274" y="1098947"/>
                </a:lnTo>
                <a:lnTo>
                  <a:pt x="60160" y="1088381"/>
                </a:lnTo>
                <a:lnTo>
                  <a:pt x="60763" y="1077814"/>
                </a:lnTo>
                <a:lnTo>
                  <a:pt x="61160" y="1067247"/>
                </a:lnTo>
                <a:lnTo>
                  <a:pt x="61414" y="1056680"/>
                </a:lnTo>
                <a:lnTo>
                  <a:pt x="61572" y="1046113"/>
                </a:lnTo>
                <a:lnTo>
                  <a:pt x="61669" y="1035547"/>
                </a:lnTo>
                <a:lnTo>
                  <a:pt x="61729" y="1024980"/>
                </a:lnTo>
                <a:lnTo>
                  <a:pt x="61764" y="1014413"/>
                </a:lnTo>
                <a:lnTo>
                  <a:pt x="61780" y="1003846"/>
                </a:lnTo>
                <a:lnTo>
                  <a:pt x="61778" y="993279"/>
                </a:lnTo>
                <a:lnTo>
                  <a:pt x="61754" y="982713"/>
                </a:lnTo>
                <a:lnTo>
                  <a:pt x="61703" y="972146"/>
                </a:lnTo>
                <a:lnTo>
                  <a:pt x="61623" y="961579"/>
                </a:lnTo>
                <a:lnTo>
                  <a:pt x="61508" y="951012"/>
                </a:lnTo>
                <a:lnTo>
                  <a:pt x="61356" y="940445"/>
                </a:lnTo>
                <a:lnTo>
                  <a:pt x="61168" y="929879"/>
                </a:lnTo>
                <a:lnTo>
                  <a:pt x="60946" y="919312"/>
                </a:lnTo>
                <a:lnTo>
                  <a:pt x="60692" y="908745"/>
                </a:lnTo>
                <a:lnTo>
                  <a:pt x="60411" y="898178"/>
                </a:lnTo>
                <a:lnTo>
                  <a:pt x="60111" y="887611"/>
                </a:lnTo>
                <a:lnTo>
                  <a:pt x="59797" y="877045"/>
                </a:lnTo>
                <a:lnTo>
                  <a:pt x="59475" y="866478"/>
                </a:lnTo>
                <a:lnTo>
                  <a:pt x="59149" y="855911"/>
                </a:lnTo>
                <a:lnTo>
                  <a:pt x="58824" y="845344"/>
                </a:lnTo>
                <a:lnTo>
                  <a:pt x="58498" y="834777"/>
                </a:lnTo>
                <a:lnTo>
                  <a:pt x="58169" y="824211"/>
                </a:lnTo>
                <a:lnTo>
                  <a:pt x="57832" y="813644"/>
                </a:lnTo>
                <a:lnTo>
                  <a:pt x="57478" y="803077"/>
                </a:lnTo>
                <a:lnTo>
                  <a:pt x="57094" y="792510"/>
                </a:lnTo>
                <a:lnTo>
                  <a:pt x="56668" y="781943"/>
                </a:lnTo>
                <a:lnTo>
                  <a:pt x="56185" y="771377"/>
                </a:lnTo>
                <a:lnTo>
                  <a:pt x="55633" y="760810"/>
                </a:lnTo>
                <a:lnTo>
                  <a:pt x="55002" y="750243"/>
                </a:lnTo>
                <a:lnTo>
                  <a:pt x="54289" y="739676"/>
                </a:lnTo>
                <a:lnTo>
                  <a:pt x="53501" y="729109"/>
                </a:lnTo>
                <a:lnTo>
                  <a:pt x="52655" y="718543"/>
                </a:lnTo>
                <a:lnTo>
                  <a:pt x="51778" y="707976"/>
                </a:lnTo>
                <a:lnTo>
                  <a:pt x="50909" y="697409"/>
                </a:lnTo>
                <a:lnTo>
                  <a:pt x="50099" y="686842"/>
                </a:lnTo>
                <a:lnTo>
                  <a:pt x="49401" y="676275"/>
                </a:lnTo>
                <a:lnTo>
                  <a:pt x="48871" y="665708"/>
                </a:lnTo>
                <a:lnTo>
                  <a:pt x="48560" y="655142"/>
                </a:lnTo>
                <a:lnTo>
                  <a:pt x="48507" y="644575"/>
                </a:lnTo>
                <a:lnTo>
                  <a:pt x="48737" y="634008"/>
                </a:lnTo>
                <a:lnTo>
                  <a:pt x="49255" y="623441"/>
                </a:lnTo>
                <a:lnTo>
                  <a:pt x="50047" y="612874"/>
                </a:lnTo>
                <a:lnTo>
                  <a:pt x="51081" y="602308"/>
                </a:lnTo>
                <a:lnTo>
                  <a:pt x="52306" y="591741"/>
                </a:lnTo>
                <a:lnTo>
                  <a:pt x="53664" y="581174"/>
                </a:lnTo>
                <a:lnTo>
                  <a:pt x="55091" y="570607"/>
                </a:lnTo>
                <a:lnTo>
                  <a:pt x="56525" y="560040"/>
                </a:lnTo>
                <a:lnTo>
                  <a:pt x="57907" y="549474"/>
                </a:lnTo>
                <a:lnTo>
                  <a:pt x="59194" y="538907"/>
                </a:lnTo>
                <a:lnTo>
                  <a:pt x="60352" y="528340"/>
                </a:lnTo>
                <a:lnTo>
                  <a:pt x="61362" y="517773"/>
                </a:lnTo>
                <a:lnTo>
                  <a:pt x="62215" y="507206"/>
                </a:lnTo>
                <a:lnTo>
                  <a:pt x="62916" y="496640"/>
                </a:lnTo>
                <a:lnTo>
                  <a:pt x="63475" y="486073"/>
                </a:lnTo>
                <a:lnTo>
                  <a:pt x="63910" y="475506"/>
                </a:lnTo>
                <a:lnTo>
                  <a:pt x="64238" y="464939"/>
                </a:lnTo>
                <a:lnTo>
                  <a:pt x="64479" y="454372"/>
                </a:lnTo>
                <a:lnTo>
                  <a:pt x="64652" y="443806"/>
                </a:lnTo>
                <a:lnTo>
                  <a:pt x="64773" y="433239"/>
                </a:lnTo>
                <a:lnTo>
                  <a:pt x="64855" y="422672"/>
                </a:lnTo>
                <a:lnTo>
                  <a:pt x="64909" y="412105"/>
                </a:lnTo>
                <a:lnTo>
                  <a:pt x="64945" y="401538"/>
                </a:lnTo>
                <a:lnTo>
                  <a:pt x="64967" y="390972"/>
                </a:lnTo>
                <a:lnTo>
                  <a:pt x="64981" y="380405"/>
                </a:lnTo>
                <a:lnTo>
                  <a:pt x="64989" y="369838"/>
                </a:lnTo>
                <a:lnTo>
                  <a:pt x="64994" y="359271"/>
                </a:lnTo>
                <a:lnTo>
                  <a:pt x="64997" y="348704"/>
                </a:lnTo>
                <a:lnTo>
                  <a:pt x="64998" y="338138"/>
                </a:lnTo>
                <a:lnTo>
                  <a:pt x="64999" y="327571"/>
                </a:lnTo>
                <a:lnTo>
                  <a:pt x="65000" y="317004"/>
                </a:lnTo>
                <a:lnTo>
                  <a:pt x="65000" y="306437"/>
                </a:lnTo>
                <a:lnTo>
                  <a:pt x="65000" y="295870"/>
                </a:lnTo>
                <a:lnTo>
                  <a:pt x="65000" y="285304"/>
                </a:lnTo>
                <a:lnTo>
                  <a:pt x="65000" y="274737"/>
                </a:lnTo>
                <a:lnTo>
                  <a:pt x="65000" y="264170"/>
                </a:lnTo>
                <a:lnTo>
                  <a:pt x="65000" y="253603"/>
                </a:lnTo>
                <a:lnTo>
                  <a:pt x="65000" y="243036"/>
                </a:lnTo>
                <a:lnTo>
                  <a:pt x="65000" y="232470"/>
                </a:lnTo>
                <a:lnTo>
                  <a:pt x="65000" y="221903"/>
                </a:lnTo>
                <a:lnTo>
                  <a:pt x="65000" y="211336"/>
                </a:lnTo>
                <a:lnTo>
                  <a:pt x="65000" y="200769"/>
                </a:lnTo>
                <a:lnTo>
                  <a:pt x="65000" y="190202"/>
                </a:lnTo>
                <a:lnTo>
                  <a:pt x="65000" y="179636"/>
                </a:lnTo>
                <a:lnTo>
                  <a:pt x="65000" y="169069"/>
                </a:lnTo>
                <a:lnTo>
                  <a:pt x="65000" y="158502"/>
                </a:lnTo>
                <a:lnTo>
                  <a:pt x="65000" y="147935"/>
                </a:lnTo>
                <a:lnTo>
                  <a:pt x="65000" y="137368"/>
                </a:lnTo>
                <a:lnTo>
                  <a:pt x="65000" y="126802"/>
                </a:lnTo>
                <a:lnTo>
                  <a:pt x="65000" y="116235"/>
                </a:lnTo>
                <a:lnTo>
                  <a:pt x="65000" y="105668"/>
                </a:lnTo>
                <a:lnTo>
                  <a:pt x="65000" y="95101"/>
                </a:lnTo>
                <a:lnTo>
                  <a:pt x="65000" y="84534"/>
                </a:lnTo>
                <a:lnTo>
                  <a:pt x="65000" y="73968"/>
                </a:lnTo>
                <a:lnTo>
                  <a:pt x="65000" y="63401"/>
                </a:lnTo>
                <a:lnTo>
                  <a:pt x="65000" y="52834"/>
                </a:lnTo>
                <a:lnTo>
                  <a:pt x="65000" y="42267"/>
                </a:lnTo>
                <a:lnTo>
                  <a:pt x="65000" y="31700"/>
                </a:lnTo>
                <a:lnTo>
                  <a:pt x="65000" y="21134"/>
                </a:lnTo>
                <a:lnTo>
                  <a:pt x="65000" y="10567"/>
                </a:lnTo>
                <a:lnTo>
                  <a:pt x="65000" y="0"/>
                </a:lnTo>
                <a:lnTo>
                  <a:pt x="65000" y="0"/>
                </a:lnTo>
                <a:lnTo>
                  <a:pt x="65000" y="0"/>
                </a:lnTo>
                <a:lnTo>
                  <a:pt x="65000" y="10567"/>
                </a:lnTo>
                <a:lnTo>
                  <a:pt x="65000" y="21134"/>
                </a:lnTo>
                <a:lnTo>
                  <a:pt x="65000" y="31700"/>
                </a:lnTo>
                <a:lnTo>
                  <a:pt x="65000" y="42267"/>
                </a:lnTo>
                <a:lnTo>
                  <a:pt x="65000" y="52834"/>
                </a:lnTo>
                <a:lnTo>
                  <a:pt x="65000" y="63401"/>
                </a:lnTo>
                <a:lnTo>
                  <a:pt x="65000" y="73968"/>
                </a:lnTo>
                <a:lnTo>
                  <a:pt x="65000" y="84534"/>
                </a:lnTo>
                <a:lnTo>
                  <a:pt x="65000" y="95101"/>
                </a:lnTo>
                <a:lnTo>
                  <a:pt x="65000" y="105668"/>
                </a:lnTo>
                <a:lnTo>
                  <a:pt x="65000" y="116235"/>
                </a:lnTo>
                <a:lnTo>
                  <a:pt x="65000" y="126802"/>
                </a:lnTo>
                <a:lnTo>
                  <a:pt x="65000" y="137368"/>
                </a:lnTo>
                <a:lnTo>
                  <a:pt x="65000" y="147935"/>
                </a:lnTo>
                <a:lnTo>
                  <a:pt x="65000" y="158502"/>
                </a:lnTo>
                <a:lnTo>
                  <a:pt x="65000" y="169069"/>
                </a:lnTo>
                <a:lnTo>
                  <a:pt x="65000" y="179636"/>
                </a:lnTo>
                <a:lnTo>
                  <a:pt x="65000" y="190202"/>
                </a:lnTo>
                <a:lnTo>
                  <a:pt x="65000" y="200769"/>
                </a:lnTo>
                <a:lnTo>
                  <a:pt x="65000" y="211336"/>
                </a:lnTo>
                <a:lnTo>
                  <a:pt x="65000" y="221903"/>
                </a:lnTo>
                <a:lnTo>
                  <a:pt x="65000" y="232470"/>
                </a:lnTo>
                <a:lnTo>
                  <a:pt x="65000" y="243036"/>
                </a:lnTo>
                <a:lnTo>
                  <a:pt x="65000" y="253603"/>
                </a:lnTo>
                <a:lnTo>
                  <a:pt x="65000" y="264170"/>
                </a:lnTo>
                <a:lnTo>
                  <a:pt x="65000" y="274737"/>
                </a:lnTo>
                <a:lnTo>
                  <a:pt x="65000" y="285304"/>
                </a:lnTo>
                <a:lnTo>
                  <a:pt x="65000" y="295870"/>
                </a:lnTo>
                <a:lnTo>
                  <a:pt x="65000" y="306437"/>
                </a:lnTo>
                <a:lnTo>
                  <a:pt x="65000" y="317004"/>
                </a:lnTo>
                <a:lnTo>
                  <a:pt x="65001" y="327571"/>
                </a:lnTo>
                <a:lnTo>
                  <a:pt x="65002" y="338138"/>
                </a:lnTo>
                <a:lnTo>
                  <a:pt x="65003" y="348704"/>
                </a:lnTo>
                <a:lnTo>
                  <a:pt x="65006" y="359271"/>
                </a:lnTo>
                <a:lnTo>
                  <a:pt x="65011" y="369838"/>
                </a:lnTo>
                <a:lnTo>
                  <a:pt x="65019" y="380405"/>
                </a:lnTo>
                <a:lnTo>
                  <a:pt x="65033" y="390972"/>
                </a:lnTo>
                <a:lnTo>
                  <a:pt x="65055" y="401538"/>
                </a:lnTo>
                <a:lnTo>
                  <a:pt x="65090" y="412105"/>
                </a:lnTo>
                <a:lnTo>
                  <a:pt x="65145" y="422672"/>
                </a:lnTo>
                <a:lnTo>
                  <a:pt x="65227" y="433239"/>
                </a:lnTo>
                <a:lnTo>
                  <a:pt x="65348" y="443806"/>
                </a:lnTo>
                <a:lnTo>
                  <a:pt x="65521" y="454372"/>
                </a:lnTo>
                <a:lnTo>
                  <a:pt x="65762" y="464939"/>
                </a:lnTo>
                <a:lnTo>
                  <a:pt x="66090" y="475506"/>
                </a:lnTo>
                <a:lnTo>
                  <a:pt x="66525" y="486073"/>
                </a:lnTo>
                <a:lnTo>
                  <a:pt x="67084" y="496640"/>
                </a:lnTo>
                <a:lnTo>
                  <a:pt x="67785" y="507206"/>
                </a:lnTo>
                <a:lnTo>
                  <a:pt x="68638" y="517773"/>
                </a:lnTo>
                <a:lnTo>
                  <a:pt x="69647" y="528340"/>
                </a:lnTo>
                <a:lnTo>
                  <a:pt x="70806" y="538907"/>
                </a:lnTo>
                <a:lnTo>
                  <a:pt x="72093" y="549474"/>
                </a:lnTo>
                <a:lnTo>
                  <a:pt x="73475" y="560040"/>
                </a:lnTo>
                <a:lnTo>
                  <a:pt x="74909" y="570607"/>
                </a:lnTo>
                <a:lnTo>
                  <a:pt x="76336" y="581174"/>
                </a:lnTo>
                <a:lnTo>
                  <a:pt x="77694" y="591741"/>
                </a:lnTo>
                <a:lnTo>
                  <a:pt x="78919" y="602308"/>
                </a:lnTo>
                <a:lnTo>
                  <a:pt x="79953" y="612874"/>
                </a:lnTo>
                <a:lnTo>
                  <a:pt x="80745" y="623441"/>
                </a:lnTo>
                <a:lnTo>
                  <a:pt x="81263" y="634008"/>
                </a:lnTo>
                <a:lnTo>
                  <a:pt x="81493" y="644575"/>
                </a:lnTo>
                <a:lnTo>
                  <a:pt x="81440" y="655142"/>
                </a:lnTo>
                <a:lnTo>
                  <a:pt x="81129" y="665708"/>
                </a:lnTo>
                <a:lnTo>
                  <a:pt x="80599" y="676275"/>
                </a:lnTo>
                <a:lnTo>
                  <a:pt x="79901" y="686842"/>
                </a:lnTo>
                <a:lnTo>
                  <a:pt x="79091" y="697409"/>
                </a:lnTo>
                <a:lnTo>
                  <a:pt x="78222" y="707976"/>
                </a:lnTo>
                <a:lnTo>
                  <a:pt x="77345" y="718543"/>
                </a:lnTo>
                <a:lnTo>
                  <a:pt x="76499" y="729109"/>
                </a:lnTo>
                <a:lnTo>
                  <a:pt x="75711" y="739676"/>
                </a:lnTo>
                <a:lnTo>
                  <a:pt x="74998" y="750243"/>
                </a:lnTo>
                <a:lnTo>
                  <a:pt x="74367" y="760810"/>
                </a:lnTo>
                <a:lnTo>
                  <a:pt x="73815" y="771377"/>
                </a:lnTo>
                <a:lnTo>
                  <a:pt x="73332" y="781943"/>
                </a:lnTo>
                <a:lnTo>
                  <a:pt x="72906" y="792510"/>
                </a:lnTo>
                <a:lnTo>
                  <a:pt x="72522" y="803077"/>
                </a:lnTo>
                <a:lnTo>
                  <a:pt x="72168" y="813644"/>
                </a:lnTo>
                <a:lnTo>
                  <a:pt x="71831" y="824211"/>
                </a:lnTo>
                <a:lnTo>
                  <a:pt x="71502" y="834777"/>
                </a:lnTo>
                <a:lnTo>
                  <a:pt x="71176" y="845344"/>
                </a:lnTo>
                <a:lnTo>
                  <a:pt x="70851" y="855911"/>
                </a:lnTo>
                <a:lnTo>
                  <a:pt x="70525" y="866478"/>
                </a:lnTo>
                <a:lnTo>
                  <a:pt x="70203" y="877045"/>
                </a:lnTo>
                <a:lnTo>
                  <a:pt x="69889" y="887611"/>
                </a:lnTo>
                <a:lnTo>
                  <a:pt x="69589" y="898178"/>
                </a:lnTo>
                <a:lnTo>
                  <a:pt x="69308" y="908745"/>
                </a:lnTo>
                <a:lnTo>
                  <a:pt x="69054" y="919312"/>
                </a:lnTo>
                <a:lnTo>
                  <a:pt x="68832" y="929879"/>
                </a:lnTo>
                <a:lnTo>
                  <a:pt x="68644" y="940445"/>
                </a:lnTo>
                <a:lnTo>
                  <a:pt x="68492" y="951012"/>
                </a:lnTo>
                <a:lnTo>
                  <a:pt x="68377" y="961579"/>
                </a:lnTo>
                <a:lnTo>
                  <a:pt x="68297" y="972146"/>
                </a:lnTo>
                <a:lnTo>
                  <a:pt x="68246" y="982713"/>
                </a:lnTo>
                <a:lnTo>
                  <a:pt x="68222" y="993279"/>
                </a:lnTo>
                <a:lnTo>
                  <a:pt x="68220" y="1003846"/>
                </a:lnTo>
                <a:lnTo>
                  <a:pt x="68236" y="1014413"/>
                </a:lnTo>
                <a:lnTo>
                  <a:pt x="68271" y="1024980"/>
                </a:lnTo>
                <a:lnTo>
                  <a:pt x="68331" y="1035547"/>
                </a:lnTo>
                <a:lnTo>
                  <a:pt x="68428" y="1046113"/>
                </a:lnTo>
                <a:lnTo>
                  <a:pt x="68586" y="1056680"/>
                </a:lnTo>
                <a:lnTo>
                  <a:pt x="68840" y="1067247"/>
                </a:lnTo>
                <a:lnTo>
                  <a:pt x="69237" y="1077814"/>
                </a:lnTo>
                <a:lnTo>
                  <a:pt x="69840" y="1088381"/>
                </a:lnTo>
                <a:lnTo>
                  <a:pt x="70726" y="1098947"/>
                </a:lnTo>
                <a:lnTo>
                  <a:pt x="71979" y="1109514"/>
                </a:lnTo>
                <a:lnTo>
                  <a:pt x="73691" y="1120081"/>
                </a:lnTo>
                <a:lnTo>
                  <a:pt x="75949" y="1130648"/>
                </a:lnTo>
                <a:lnTo>
                  <a:pt x="78825" y="1141215"/>
                </a:lnTo>
                <a:lnTo>
                  <a:pt x="82366" y="1151781"/>
                </a:lnTo>
                <a:lnTo>
                  <a:pt x="86579" y="1162348"/>
                </a:lnTo>
                <a:lnTo>
                  <a:pt x="91419" y="1172915"/>
                </a:lnTo>
                <a:lnTo>
                  <a:pt x="96779" y="1183482"/>
                </a:lnTo>
                <a:lnTo>
                  <a:pt x="102492" y="1194049"/>
                </a:lnTo>
                <a:lnTo>
                  <a:pt x="108328" y="1204615"/>
                </a:lnTo>
                <a:lnTo>
                  <a:pt x="114012" y="1215182"/>
                </a:lnTo>
                <a:lnTo>
                  <a:pt x="119238" y="1225749"/>
                </a:lnTo>
                <a:lnTo>
                  <a:pt x="123701" y="1236316"/>
                </a:lnTo>
                <a:lnTo>
                  <a:pt x="127119" y="1246883"/>
                </a:lnTo>
                <a:lnTo>
                  <a:pt x="129267" y="1257449"/>
                </a:lnTo>
                <a:lnTo>
                  <a:pt x="130000" y="1268016"/>
                </a:lnTo>
                <a:lnTo>
                  <a:pt x="130000" y="1268016"/>
                </a:lnTo>
                <a:close/>
              </a:path>
            </a:pathLst>
          </a:custGeom>
          <a:solidFill>
            <a:srgbClr val="A57948">
              <a:alpha val="12000"/>
            </a:srgbClr>
          </a:solidFill>
          <a:ln w="6985">
            <a:solidFill>
              <a:srgbClr val="A57948">
                <a:alpha val="12000"/>
              </a:srgbClr>
            </a:solidFill>
            <a:prstDash val="solid"/>
          </a:ln>
        </p:spPr>
      </p:sp>
      <p:sp>
        <p:nvSpPr>
          <p:cNvPr id="3083" name="01_find_only_3082">
            <a:extLst>
              <a:ext uri="{FF2B5EF4-FFF2-40B4-BE49-F238E27FC236}">
                <a16:creationId xmlns:a16="http://schemas.microsoft.com/office/drawing/2014/main" id="{9A3BE8C3-50E0-4466-BCFC-7266D2341559}"/>
              </a:ext>
            </a:extLst>
          </p:cNvPr>
          <p:cNvSpPr>
            <a:spLocks noGrp="1"/>
          </p:cNvSpPr>
          <p:nvPr/>
        </p:nvSpPr>
        <p:spPr>
          <a:xfrm>
            <a:off x="6804820" y="5011278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30000" y="1268016"/>
                </a:moveTo>
                <a:lnTo>
                  <a:pt x="0" y="1268016"/>
                </a:lnTo>
                <a:lnTo>
                  <a:pt x="722" y="1257449"/>
                </a:lnTo>
                <a:lnTo>
                  <a:pt x="2838" y="1246883"/>
                </a:lnTo>
                <a:lnTo>
                  <a:pt x="6202" y="1236316"/>
                </a:lnTo>
                <a:lnTo>
                  <a:pt x="10589" y="1225749"/>
                </a:lnTo>
                <a:lnTo>
                  <a:pt x="15719" y="1215182"/>
                </a:lnTo>
                <a:lnTo>
                  <a:pt x="21287" y="1204615"/>
                </a:lnTo>
                <a:lnTo>
                  <a:pt x="26989" y="1194049"/>
                </a:lnTo>
                <a:lnTo>
                  <a:pt x="32550" y="1183482"/>
                </a:lnTo>
                <a:lnTo>
                  <a:pt x="37745" y="1172915"/>
                </a:lnTo>
                <a:lnTo>
                  <a:pt x="42407" y="1162348"/>
                </a:lnTo>
                <a:lnTo>
                  <a:pt x="46437" y="1151781"/>
                </a:lnTo>
                <a:lnTo>
                  <a:pt x="49793" y="1141215"/>
                </a:lnTo>
                <a:lnTo>
                  <a:pt x="52487" y="1130648"/>
                </a:lnTo>
                <a:lnTo>
                  <a:pt x="54572" y="1120081"/>
                </a:lnTo>
                <a:lnTo>
                  <a:pt x="56127" y="1109514"/>
                </a:lnTo>
                <a:lnTo>
                  <a:pt x="57244" y="1098947"/>
                </a:lnTo>
                <a:lnTo>
                  <a:pt x="58019" y="1088381"/>
                </a:lnTo>
                <a:lnTo>
                  <a:pt x="58542" y="1077814"/>
                </a:lnTo>
                <a:lnTo>
                  <a:pt x="58888" y="1067247"/>
                </a:lnTo>
                <a:lnTo>
                  <a:pt x="59121" y="1056680"/>
                </a:lnTo>
                <a:lnTo>
                  <a:pt x="59287" y="1046113"/>
                </a:lnTo>
                <a:lnTo>
                  <a:pt x="59414" y="1035547"/>
                </a:lnTo>
                <a:lnTo>
                  <a:pt x="59521" y="1024980"/>
                </a:lnTo>
                <a:lnTo>
                  <a:pt x="59612" y="1014413"/>
                </a:lnTo>
                <a:lnTo>
                  <a:pt x="59686" y="1003846"/>
                </a:lnTo>
                <a:lnTo>
                  <a:pt x="59737" y="993279"/>
                </a:lnTo>
                <a:lnTo>
                  <a:pt x="59757" y="982713"/>
                </a:lnTo>
                <a:lnTo>
                  <a:pt x="59739" y="972146"/>
                </a:lnTo>
                <a:lnTo>
                  <a:pt x="59680" y="961579"/>
                </a:lnTo>
                <a:lnTo>
                  <a:pt x="59581" y="951012"/>
                </a:lnTo>
                <a:lnTo>
                  <a:pt x="59446" y="940445"/>
                </a:lnTo>
                <a:lnTo>
                  <a:pt x="59286" y="929879"/>
                </a:lnTo>
                <a:lnTo>
                  <a:pt x="59113" y="919312"/>
                </a:lnTo>
                <a:lnTo>
                  <a:pt x="58944" y="908745"/>
                </a:lnTo>
                <a:lnTo>
                  <a:pt x="58797" y="898178"/>
                </a:lnTo>
                <a:lnTo>
                  <a:pt x="58688" y="887611"/>
                </a:lnTo>
                <a:lnTo>
                  <a:pt x="58631" y="877045"/>
                </a:lnTo>
                <a:lnTo>
                  <a:pt x="58639" y="866478"/>
                </a:lnTo>
                <a:lnTo>
                  <a:pt x="58718" y="855911"/>
                </a:lnTo>
                <a:lnTo>
                  <a:pt x="58870" y="845344"/>
                </a:lnTo>
                <a:lnTo>
                  <a:pt x="59091" y="834777"/>
                </a:lnTo>
                <a:lnTo>
                  <a:pt x="59372" y="824211"/>
                </a:lnTo>
                <a:lnTo>
                  <a:pt x="59697" y="813644"/>
                </a:lnTo>
                <a:lnTo>
                  <a:pt x="60048" y="803077"/>
                </a:lnTo>
                <a:lnTo>
                  <a:pt x="60404" y="792510"/>
                </a:lnTo>
                <a:lnTo>
                  <a:pt x="60740" y="781943"/>
                </a:lnTo>
                <a:lnTo>
                  <a:pt x="61036" y="771377"/>
                </a:lnTo>
                <a:lnTo>
                  <a:pt x="61270" y="760810"/>
                </a:lnTo>
                <a:lnTo>
                  <a:pt x="61425" y="750243"/>
                </a:lnTo>
                <a:lnTo>
                  <a:pt x="61490" y="739676"/>
                </a:lnTo>
                <a:lnTo>
                  <a:pt x="61461" y="729109"/>
                </a:lnTo>
                <a:lnTo>
                  <a:pt x="61340" y="718543"/>
                </a:lnTo>
                <a:lnTo>
                  <a:pt x="61137" y="707976"/>
                </a:lnTo>
                <a:lnTo>
                  <a:pt x="60868" y="697409"/>
                </a:lnTo>
                <a:lnTo>
                  <a:pt x="60555" y="686842"/>
                </a:lnTo>
                <a:lnTo>
                  <a:pt x="60224" y="676275"/>
                </a:lnTo>
                <a:lnTo>
                  <a:pt x="59902" y="665708"/>
                </a:lnTo>
                <a:lnTo>
                  <a:pt x="59615" y="655142"/>
                </a:lnTo>
                <a:lnTo>
                  <a:pt x="59385" y="644575"/>
                </a:lnTo>
                <a:lnTo>
                  <a:pt x="59228" y="634008"/>
                </a:lnTo>
                <a:lnTo>
                  <a:pt x="59155" y="623441"/>
                </a:lnTo>
                <a:lnTo>
                  <a:pt x="59167" y="612874"/>
                </a:lnTo>
                <a:lnTo>
                  <a:pt x="59260" y="602308"/>
                </a:lnTo>
                <a:lnTo>
                  <a:pt x="59422" y="591741"/>
                </a:lnTo>
                <a:lnTo>
                  <a:pt x="59638" y="581174"/>
                </a:lnTo>
                <a:lnTo>
                  <a:pt x="59891" y="570607"/>
                </a:lnTo>
                <a:lnTo>
                  <a:pt x="60163" y="560040"/>
                </a:lnTo>
                <a:lnTo>
                  <a:pt x="60436" y="549474"/>
                </a:lnTo>
                <a:lnTo>
                  <a:pt x="60697" y="538907"/>
                </a:lnTo>
                <a:lnTo>
                  <a:pt x="60934" y="528340"/>
                </a:lnTo>
                <a:lnTo>
                  <a:pt x="61141" y="517773"/>
                </a:lnTo>
                <a:lnTo>
                  <a:pt x="61311" y="507206"/>
                </a:lnTo>
                <a:lnTo>
                  <a:pt x="61441" y="496640"/>
                </a:lnTo>
                <a:lnTo>
                  <a:pt x="61529" y="486073"/>
                </a:lnTo>
                <a:lnTo>
                  <a:pt x="61574" y="475506"/>
                </a:lnTo>
                <a:lnTo>
                  <a:pt x="61575" y="464939"/>
                </a:lnTo>
                <a:lnTo>
                  <a:pt x="61532" y="454372"/>
                </a:lnTo>
                <a:lnTo>
                  <a:pt x="61445" y="443806"/>
                </a:lnTo>
                <a:lnTo>
                  <a:pt x="61317" y="433239"/>
                </a:lnTo>
                <a:lnTo>
                  <a:pt x="61150" y="422672"/>
                </a:lnTo>
                <a:lnTo>
                  <a:pt x="60951" y="412105"/>
                </a:lnTo>
                <a:lnTo>
                  <a:pt x="60728" y="401538"/>
                </a:lnTo>
                <a:lnTo>
                  <a:pt x="60491" y="390972"/>
                </a:lnTo>
                <a:lnTo>
                  <a:pt x="60252" y="380405"/>
                </a:lnTo>
                <a:lnTo>
                  <a:pt x="60025" y="369838"/>
                </a:lnTo>
                <a:lnTo>
                  <a:pt x="59820" y="359271"/>
                </a:lnTo>
                <a:lnTo>
                  <a:pt x="59648" y="348704"/>
                </a:lnTo>
                <a:lnTo>
                  <a:pt x="59518" y="338138"/>
                </a:lnTo>
                <a:lnTo>
                  <a:pt x="59435" y="327571"/>
                </a:lnTo>
                <a:lnTo>
                  <a:pt x="59399" y="317004"/>
                </a:lnTo>
                <a:lnTo>
                  <a:pt x="59409" y="306437"/>
                </a:lnTo>
                <a:lnTo>
                  <a:pt x="59461" y="295870"/>
                </a:lnTo>
                <a:lnTo>
                  <a:pt x="59547" y="285304"/>
                </a:lnTo>
                <a:lnTo>
                  <a:pt x="59660" y="274737"/>
                </a:lnTo>
                <a:lnTo>
                  <a:pt x="59792" y="264170"/>
                </a:lnTo>
                <a:lnTo>
                  <a:pt x="59932" y="253603"/>
                </a:lnTo>
                <a:lnTo>
                  <a:pt x="60070" y="243036"/>
                </a:lnTo>
                <a:lnTo>
                  <a:pt x="60194" y="232470"/>
                </a:lnTo>
                <a:lnTo>
                  <a:pt x="60288" y="221903"/>
                </a:lnTo>
                <a:lnTo>
                  <a:pt x="60331" y="211336"/>
                </a:lnTo>
                <a:lnTo>
                  <a:pt x="60296" y="200769"/>
                </a:lnTo>
                <a:lnTo>
                  <a:pt x="60147" y="190202"/>
                </a:lnTo>
                <a:lnTo>
                  <a:pt x="59839" y="179636"/>
                </a:lnTo>
                <a:lnTo>
                  <a:pt x="59319" y="169069"/>
                </a:lnTo>
                <a:lnTo>
                  <a:pt x="58526" y="158502"/>
                </a:lnTo>
                <a:lnTo>
                  <a:pt x="57396" y="147935"/>
                </a:lnTo>
                <a:lnTo>
                  <a:pt x="55868" y="137368"/>
                </a:lnTo>
                <a:lnTo>
                  <a:pt x="53892" y="126802"/>
                </a:lnTo>
                <a:lnTo>
                  <a:pt x="51434" y="116235"/>
                </a:lnTo>
                <a:lnTo>
                  <a:pt x="48490" y="105668"/>
                </a:lnTo>
                <a:lnTo>
                  <a:pt x="45093" y="95101"/>
                </a:lnTo>
                <a:lnTo>
                  <a:pt x="41317" y="84534"/>
                </a:lnTo>
                <a:lnTo>
                  <a:pt x="37282" y="73968"/>
                </a:lnTo>
                <a:lnTo>
                  <a:pt x="33153" y="63401"/>
                </a:lnTo>
                <a:lnTo>
                  <a:pt x="29126" y="52834"/>
                </a:lnTo>
                <a:lnTo>
                  <a:pt x="25418" y="42267"/>
                </a:lnTo>
                <a:lnTo>
                  <a:pt x="22250" y="31700"/>
                </a:lnTo>
                <a:lnTo>
                  <a:pt x="19821" y="21134"/>
                </a:lnTo>
                <a:lnTo>
                  <a:pt x="18294" y="10567"/>
                </a:lnTo>
                <a:lnTo>
                  <a:pt x="17773" y="0"/>
                </a:lnTo>
                <a:lnTo>
                  <a:pt x="112227" y="0"/>
                </a:lnTo>
                <a:lnTo>
                  <a:pt x="112227" y="0"/>
                </a:lnTo>
                <a:lnTo>
                  <a:pt x="111706" y="10567"/>
                </a:lnTo>
                <a:lnTo>
                  <a:pt x="110179" y="21134"/>
                </a:lnTo>
                <a:lnTo>
                  <a:pt x="107750" y="31700"/>
                </a:lnTo>
                <a:lnTo>
                  <a:pt x="104582" y="42267"/>
                </a:lnTo>
                <a:lnTo>
                  <a:pt x="100874" y="52834"/>
                </a:lnTo>
                <a:lnTo>
                  <a:pt x="96847" y="63401"/>
                </a:lnTo>
                <a:lnTo>
                  <a:pt x="92718" y="73968"/>
                </a:lnTo>
                <a:lnTo>
                  <a:pt x="88683" y="84534"/>
                </a:lnTo>
                <a:lnTo>
                  <a:pt x="84908" y="95101"/>
                </a:lnTo>
                <a:lnTo>
                  <a:pt x="81510" y="105668"/>
                </a:lnTo>
                <a:lnTo>
                  <a:pt x="78566" y="116235"/>
                </a:lnTo>
                <a:lnTo>
                  <a:pt x="76108" y="126802"/>
                </a:lnTo>
                <a:lnTo>
                  <a:pt x="74132" y="137368"/>
                </a:lnTo>
                <a:lnTo>
                  <a:pt x="72604" y="147935"/>
                </a:lnTo>
                <a:lnTo>
                  <a:pt x="71474" y="158502"/>
                </a:lnTo>
                <a:lnTo>
                  <a:pt x="70681" y="169069"/>
                </a:lnTo>
                <a:lnTo>
                  <a:pt x="70161" y="179636"/>
                </a:lnTo>
                <a:lnTo>
                  <a:pt x="69853" y="190202"/>
                </a:lnTo>
                <a:lnTo>
                  <a:pt x="69704" y="200769"/>
                </a:lnTo>
                <a:lnTo>
                  <a:pt x="69669" y="211336"/>
                </a:lnTo>
                <a:lnTo>
                  <a:pt x="69712" y="221903"/>
                </a:lnTo>
                <a:lnTo>
                  <a:pt x="69806" y="232470"/>
                </a:lnTo>
                <a:lnTo>
                  <a:pt x="69930" y="243036"/>
                </a:lnTo>
                <a:lnTo>
                  <a:pt x="70068" y="253603"/>
                </a:lnTo>
                <a:lnTo>
                  <a:pt x="70208" y="264170"/>
                </a:lnTo>
                <a:lnTo>
                  <a:pt x="70340" y="274737"/>
                </a:lnTo>
                <a:lnTo>
                  <a:pt x="70453" y="285304"/>
                </a:lnTo>
                <a:lnTo>
                  <a:pt x="70539" y="295870"/>
                </a:lnTo>
                <a:lnTo>
                  <a:pt x="70591" y="306437"/>
                </a:lnTo>
                <a:lnTo>
                  <a:pt x="70601" y="317004"/>
                </a:lnTo>
                <a:lnTo>
                  <a:pt x="70565" y="327571"/>
                </a:lnTo>
                <a:lnTo>
                  <a:pt x="70482" y="338138"/>
                </a:lnTo>
                <a:lnTo>
                  <a:pt x="70352" y="348704"/>
                </a:lnTo>
                <a:lnTo>
                  <a:pt x="70180" y="359271"/>
                </a:lnTo>
                <a:lnTo>
                  <a:pt x="69975" y="369838"/>
                </a:lnTo>
                <a:lnTo>
                  <a:pt x="69748" y="380405"/>
                </a:lnTo>
                <a:lnTo>
                  <a:pt x="69509" y="390972"/>
                </a:lnTo>
                <a:lnTo>
                  <a:pt x="69272" y="401538"/>
                </a:lnTo>
                <a:lnTo>
                  <a:pt x="69049" y="412105"/>
                </a:lnTo>
                <a:lnTo>
                  <a:pt x="68850" y="422672"/>
                </a:lnTo>
                <a:lnTo>
                  <a:pt x="68683" y="433239"/>
                </a:lnTo>
                <a:lnTo>
                  <a:pt x="68555" y="443806"/>
                </a:lnTo>
                <a:lnTo>
                  <a:pt x="68468" y="454372"/>
                </a:lnTo>
                <a:lnTo>
                  <a:pt x="68425" y="464939"/>
                </a:lnTo>
                <a:lnTo>
                  <a:pt x="68426" y="475506"/>
                </a:lnTo>
                <a:lnTo>
                  <a:pt x="68471" y="486073"/>
                </a:lnTo>
                <a:lnTo>
                  <a:pt x="68559" y="496640"/>
                </a:lnTo>
                <a:lnTo>
                  <a:pt x="68689" y="507206"/>
                </a:lnTo>
                <a:lnTo>
                  <a:pt x="68859" y="517773"/>
                </a:lnTo>
                <a:lnTo>
                  <a:pt x="69066" y="528340"/>
                </a:lnTo>
                <a:lnTo>
                  <a:pt x="69303" y="538907"/>
                </a:lnTo>
                <a:lnTo>
                  <a:pt x="69564" y="549474"/>
                </a:lnTo>
                <a:lnTo>
                  <a:pt x="69837" y="560040"/>
                </a:lnTo>
                <a:lnTo>
                  <a:pt x="70109" y="570607"/>
                </a:lnTo>
                <a:lnTo>
                  <a:pt x="70362" y="581174"/>
                </a:lnTo>
                <a:lnTo>
                  <a:pt x="70578" y="591741"/>
                </a:lnTo>
                <a:lnTo>
                  <a:pt x="70740" y="602308"/>
                </a:lnTo>
                <a:lnTo>
                  <a:pt x="70833" y="612874"/>
                </a:lnTo>
                <a:lnTo>
                  <a:pt x="70845" y="623441"/>
                </a:lnTo>
                <a:lnTo>
                  <a:pt x="70772" y="634008"/>
                </a:lnTo>
                <a:lnTo>
                  <a:pt x="70615" y="644575"/>
                </a:lnTo>
                <a:lnTo>
                  <a:pt x="70385" y="655142"/>
                </a:lnTo>
                <a:lnTo>
                  <a:pt x="70098" y="665708"/>
                </a:lnTo>
                <a:lnTo>
                  <a:pt x="69776" y="676275"/>
                </a:lnTo>
                <a:lnTo>
                  <a:pt x="69445" y="686842"/>
                </a:lnTo>
                <a:lnTo>
                  <a:pt x="69132" y="697409"/>
                </a:lnTo>
                <a:lnTo>
                  <a:pt x="68863" y="707976"/>
                </a:lnTo>
                <a:lnTo>
                  <a:pt x="68660" y="718543"/>
                </a:lnTo>
                <a:lnTo>
                  <a:pt x="68539" y="729109"/>
                </a:lnTo>
                <a:lnTo>
                  <a:pt x="68510" y="739676"/>
                </a:lnTo>
                <a:lnTo>
                  <a:pt x="68575" y="750243"/>
                </a:lnTo>
                <a:lnTo>
                  <a:pt x="68730" y="760810"/>
                </a:lnTo>
                <a:lnTo>
                  <a:pt x="68964" y="771377"/>
                </a:lnTo>
                <a:lnTo>
                  <a:pt x="69260" y="781943"/>
                </a:lnTo>
                <a:lnTo>
                  <a:pt x="69596" y="792510"/>
                </a:lnTo>
                <a:lnTo>
                  <a:pt x="69952" y="803077"/>
                </a:lnTo>
                <a:lnTo>
                  <a:pt x="70303" y="813644"/>
                </a:lnTo>
                <a:lnTo>
                  <a:pt x="70628" y="824211"/>
                </a:lnTo>
                <a:lnTo>
                  <a:pt x="70909" y="834777"/>
                </a:lnTo>
                <a:lnTo>
                  <a:pt x="71130" y="845344"/>
                </a:lnTo>
                <a:lnTo>
                  <a:pt x="71282" y="855911"/>
                </a:lnTo>
                <a:lnTo>
                  <a:pt x="71361" y="866478"/>
                </a:lnTo>
                <a:lnTo>
                  <a:pt x="71369" y="877045"/>
                </a:lnTo>
                <a:lnTo>
                  <a:pt x="71312" y="887611"/>
                </a:lnTo>
                <a:lnTo>
                  <a:pt x="71203" y="898178"/>
                </a:lnTo>
                <a:lnTo>
                  <a:pt x="71056" y="908745"/>
                </a:lnTo>
                <a:lnTo>
                  <a:pt x="70887" y="919312"/>
                </a:lnTo>
                <a:lnTo>
                  <a:pt x="70714" y="929879"/>
                </a:lnTo>
                <a:lnTo>
                  <a:pt x="70554" y="940445"/>
                </a:lnTo>
                <a:lnTo>
                  <a:pt x="70419" y="951012"/>
                </a:lnTo>
                <a:lnTo>
                  <a:pt x="70320" y="961579"/>
                </a:lnTo>
                <a:lnTo>
                  <a:pt x="70261" y="972146"/>
                </a:lnTo>
                <a:lnTo>
                  <a:pt x="70243" y="982713"/>
                </a:lnTo>
                <a:lnTo>
                  <a:pt x="70263" y="993279"/>
                </a:lnTo>
                <a:lnTo>
                  <a:pt x="70314" y="1003846"/>
                </a:lnTo>
                <a:lnTo>
                  <a:pt x="70388" y="1014413"/>
                </a:lnTo>
                <a:lnTo>
                  <a:pt x="70479" y="1024980"/>
                </a:lnTo>
                <a:lnTo>
                  <a:pt x="70586" y="1035547"/>
                </a:lnTo>
                <a:lnTo>
                  <a:pt x="70713" y="1046113"/>
                </a:lnTo>
                <a:lnTo>
                  <a:pt x="70879" y="1056680"/>
                </a:lnTo>
                <a:lnTo>
                  <a:pt x="71112" y="1067247"/>
                </a:lnTo>
                <a:lnTo>
                  <a:pt x="71458" y="1077814"/>
                </a:lnTo>
                <a:lnTo>
                  <a:pt x="71981" y="1088381"/>
                </a:lnTo>
                <a:lnTo>
                  <a:pt x="72756" y="1098947"/>
                </a:lnTo>
                <a:lnTo>
                  <a:pt x="73873" y="1109514"/>
                </a:lnTo>
                <a:lnTo>
                  <a:pt x="75428" y="1120081"/>
                </a:lnTo>
                <a:lnTo>
                  <a:pt x="77513" y="1130648"/>
                </a:lnTo>
                <a:lnTo>
                  <a:pt x="80207" y="1141215"/>
                </a:lnTo>
                <a:lnTo>
                  <a:pt x="83563" y="1151781"/>
                </a:lnTo>
                <a:lnTo>
                  <a:pt x="87593" y="1162348"/>
                </a:lnTo>
                <a:lnTo>
                  <a:pt x="92255" y="1172915"/>
                </a:lnTo>
                <a:lnTo>
                  <a:pt x="97450" y="1183482"/>
                </a:lnTo>
                <a:lnTo>
                  <a:pt x="103011" y="1194049"/>
                </a:lnTo>
                <a:lnTo>
                  <a:pt x="108713" y="1204615"/>
                </a:lnTo>
                <a:lnTo>
                  <a:pt x="114281" y="1215182"/>
                </a:lnTo>
                <a:lnTo>
                  <a:pt x="119411" y="1225749"/>
                </a:lnTo>
                <a:lnTo>
                  <a:pt x="123798" y="1236316"/>
                </a:lnTo>
                <a:lnTo>
                  <a:pt x="127162" y="1246883"/>
                </a:lnTo>
                <a:lnTo>
                  <a:pt x="129278" y="1257449"/>
                </a:lnTo>
                <a:lnTo>
                  <a:pt x="130000" y="1268016"/>
                </a:lnTo>
                <a:lnTo>
                  <a:pt x="130000" y="1268016"/>
                </a:lnTo>
                <a:close/>
              </a:path>
            </a:pathLst>
          </a:custGeom>
          <a:solidFill>
            <a:srgbClr val="A57948">
              <a:alpha val="12000"/>
            </a:srgbClr>
          </a:solidFill>
          <a:ln w="6985">
            <a:solidFill>
              <a:srgbClr val="A57948">
                <a:alpha val="12000"/>
              </a:srgbClr>
            </a:solidFill>
            <a:prstDash val="solid"/>
          </a:ln>
        </p:spPr>
      </p:sp>
      <p:sp>
        <p:nvSpPr>
          <p:cNvPr id="3084" name="01_find_only_3083">
            <a:extLst>
              <a:ext uri="{FF2B5EF4-FFF2-40B4-BE49-F238E27FC236}">
                <a16:creationId xmlns:a16="http://schemas.microsoft.com/office/drawing/2014/main" id="{3C90234D-E0B2-4E7E-B649-13FDA37FDB83}"/>
              </a:ext>
            </a:extLst>
          </p:cNvPr>
          <p:cNvSpPr>
            <a:spLocks noGrp="1"/>
          </p:cNvSpPr>
          <p:nvPr/>
        </p:nvSpPr>
        <p:spPr>
          <a:xfrm>
            <a:off x="7314098" y="5011278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27623" y="1268016"/>
                </a:moveTo>
                <a:lnTo>
                  <a:pt x="2377" y="1268016"/>
                </a:lnTo>
                <a:lnTo>
                  <a:pt x="3063" y="1257449"/>
                </a:lnTo>
                <a:lnTo>
                  <a:pt x="5075" y="1246883"/>
                </a:lnTo>
                <a:lnTo>
                  <a:pt x="8275" y="1236316"/>
                </a:lnTo>
                <a:lnTo>
                  <a:pt x="12453" y="1225749"/>
                </a:lnTo>
                <a:lnTo>
                  <a:pt x="17347" y="1215182"/>
                </a:lnTo>
                <a:lnTo>
                  <a:pt x="22670" y="1204615"/>
                </a:lnTo>
                <a:lnTo>
                  <a:pt x="28136" y="1194049"/>
                </a:lnTo>
                <a:lnTo>
                  <a:pt x="33487" y="1183482"/>
                </a:lnTo>
                <a:lnTo>
                  <a:pt x="38509" y="1172915"/>
                </a:lnTo>
                <a:lnTo>
                  <a:pt x="43043" y="1162348"/>
                </a:lnTo>
                <a:lnTo>
                  <a:pt x="46991" y="1151781"/>
                </a:lnTo>
                <a:lnTo>
                  <a:pt x="50310" y="1141215"/>
                </a:lnTo>
                <a:lnTo>
                  <a:pt x="53006" y="1130648"/>
                </a:lnTo>
                <a:lnTo>
                  <a:pt x="55122" y="1120081"/>
                </a:lnTo>
                <a:lnTo>
                  <a:pt x="56723" y="1109514"/>
                </a:lnTo>
                <a:lnTo>
                  <a:pt x="57892" y="1098947"/>
                </a:lnTo>
                <a:lnTo>
                  <a:pt x="58710" y="1088381"/>
                </a:lnTo>
                <a:lnTo>
                  <a:pt x="59254" y="1077814"/>
                </a:lnTo>
                <a:lnTo>
                  <a:pt x="59594" y="1067247"/>
                </a:lnTo>
                <a:lnTo>
                  <a:pt x="59786" y="1056680"/>
                </a:lnTo>
                <a:lnTo>
                  <a:pt x="59872" y="1046113"/>
                </a:lnTo>
                <a:lnTo>
                  <a:pt x="59886" y="1035547"/>
                </a:lnTo>
                <a:lnTo>
                  <a:pt x="59848" y="1024980"/>
                </a:lnTo>
                <a:lnTo>
                  <a:pt x="59774" y="1014413"/>
                </a:lnTo>
                <a:lnTo>
                  <a:pt x="59674" y="1003846"/>
                </a:lnTo>
                <a:lnTo>
                  <a:pt x="59551" y="993279"/>
                </a:lnTo>
                <a:lnTo>
                  <a:pt x="59411" y="982713"/>
                </a:lnTo>
                <a:lnTo>
                  <a:pt x="59256" y="972146"/>
                </a:lnTo>
                <a:lnTo>
                  <a:pt x="59090" y="961579"/>
                </a:lnTo>
                <a:lnTo>
                  <a:pt x="58916" y="951012"/>
                </a:lnTo>
                <a:lnTo>
                  <a:pt x="58740" y="940445"/>
                </a:lnTo>
                <a:lnTo>
                  <a:pt x="58569" y="929879"/>
                </a:lnTo>
                <a:lnTo>
                  <a:pt x="58411" y="919312"/>
                </a:lnTo>
                <a:lnTo>
                  <a:pt x="58275" y="908745"/>
                </a:lnTo>
                <a:lnTo>
                  <a:pt x="58171" y="898178"/>
                </a:lnTo>
                <a:lnTo>
                  <a:pt x="58110" y="887611"/>
                </a:lnTo>
                <a:lnTo>
                  <a:pt x="58101" y="877045"/>
                </a:lnTo>
                <a:lnTo>
                  <a:pt x="58152" y="866478"/>
                </a:lnTo>
                <a:lnTo>
                  <a:pt x="58267" y="855911"/>
                </a:lnTo>
                <a:lnTo>
                  <a:pt x="58448" y="845344"/>
                </a:lnTo>
                <a:lnTo>
                  <a:pt x="58691" y="834777"/>
                </a:lnTo>
                <a:lnTo>
                  <a:pt x="58986" y="824211"/>
                </a:lnTo>
                <a:lnTo>
                  <a:pt x="59321" y="813644"/>
                </a:lnTo>
                <a:lnTo>
                  <a:pt x="59677" y="803077"/>
                </a:lnTo>
                <a:lnTo>
                  <a:pt x="60033" y="792510"/>
                </a:lnTo>
                <a:lnTo>
                  <a:pt x="60364" y="781943"/>
                </a:lnTo>
                <a:lnTo>
                  <a:pt x="60647" y="771377"/>
                </a:lnTo>
                <a:lnTo>
                  <a:pt x="60862" y="760810"/>
                </a:lnTo>
                <a:lnTo>
                  <a:pt x="60991" y="750243"/>
                </a:lnTo>
                <a:lnTo>
                  <a:pt x="61023" y="739676"/>
                </a:lnTo>
                <a:lnTo>
                  <a:pt x="60956" y="729109"/>
                </a:lnTo>
                <a:lnTo>
                  <a:pt x="60793" y="718543"/>
                </a:lnTo>
                <a:lnTo>
                  <a:pt x="60550" y="707976"/>
                </a:lnTo>
                <a:lnTo>
                  <a:pt x="60246" y="697409"/>
                </a:lnTo>
                <a:lnTo>
                  <a:pt x="59909" y="686842"/>
                </a:lnTo>
                <a:lnTo>
                  <a:pt x="59569" y="676275"/>
                </a:lnTo>
                <a:lnTo>
                  <a:pt x="59258" y="665708"/>
                </a:lnTo>
                <a:lnTo>
                  <a:pt x="59006" y="655142"/>
                </a:lnTo>
                <a:lnTo>
                  <a:pt x="58835" y="644575"/>
                </a:lnTo>
                <a:lnTo>
                  <a:pt x="58761" y="634008"/>
                </a:lnTo>
                <a:lnTo>
                  <a:pt x="58791" y="623441"/>
                </a:lnTo>
                <a:lnTo>
                  <a:pt x="58921" y="612874"/>
                </a:lnTo>
                <a:lnTo>
                  <a:pt x="59139" y="602308"/>
                </a:lnTo>
                <a:lnTo>
                  <a:pt x="59425" y="591741"/>
                </a:lnTo>
                <a:lnTo>
                  <a:pt x="59751" y="581174"/>
                </a:lnTo>
                <a:lnTo>
                  <a:pt x="60092" y="570607"/>
                </a:lnTo>
                <a:lnTo>
                  <a:pt x="60418" y="560040"/>
                </a:lnTo>
                <a:lnTo>
                  <a:pt x="60705" y="549474"/>
                </a:lnTo>
                <a:lnTo>
                  <a:pt x="60933" y="538907"/>
                </a:lnTo>
                <a:lnTo>
                  <a:pt x="61086" y="528340"/>
                </a:lnTo>
                <a:lnTo>
                  <a:pt x="61159" y="517773"/>
                </a:lnTo>
                <a:lnTo>
                  <a:pt x="61149" y="507206"/>
                </a:lnTo>
                <a:lnTo>
                  <a:pt x="61061" y="496640"/>
                </a:lnTo>
                <a:lnTo>
                  <a:pt x="60906" y="486073"/>
                </a:lnTo>
                <a:lnTo>
                  <a:pt x="60696" y="475506"/>
                </a:lnTo>
                <a:lnTo>
                  <a:pt x="60448" y="464939"/>
                </a:lnTo>
                <a:lnTo>
                  <a:pt x="60179" y="454372"/>
                </a:lnTo>
                <a:lnTo>
                  <a:pt x="59907" y="443806"/>
                </a:lnTo>
                <a:lnTo>
                  <a:pt x="59648" y="433239"/>
                </a:lnTo>
                <a:lnTo>
                  <a:pt x="59419" y="422672"/>
                </a:lnTo>
                <a:lnTo>
                  <a:pt x="59231" y="412105"/>
                </a:lnTo>
                <a:lnTo>
                  <a:pt x="59093" y="401538"/>
                </a:lnTo>
                <a:lnTo>
                  <a:pt x="59013" y="390972"/>
                </a:lnTo>
                <a:lnTo>
                  <a:pt x="58992" y="380405"/>
                </a:lnTo>
                <a:lnTo>
                  <a:pt x="59031" y="369838"/>
                </a:lnTo>
                <a:lnTo>
                  <a:pt x="59126" y="359271"/>
                </a:lnTo>
                <a:lnTo>
                  <a:pt x="59271" y="348704"/>
                </a:lnTo>
                <a:lnTo>
                  <a:pt x="59458" y="338138"/>
                </a:lnTo>
                <a:lnTo>
                  <a:pt x="59679" y="327571"/>
                </a:lnTo>
                <a:lnTo>
                  <a:pt x="59922" y="317004"/>
                </a:lnTo>
                <a:lnTo>
                  <a:pt x="60178" y="306437"/>
                </a:lnTo>
                <a:lnTo>
                  <a:pt x="60439" y="295870"/>
                </a:lnTo>
                <a:lnTo>
                  <a:pt x="60694" y="285304"/>
                </a:lnTo>
                <a:lnTo>
                  <a:pt x="60937" y="274737"/>
                </a:lnTo>
                <a:lnTo>
                  <a:pt x="61160" y="264170"/>
                </a:lnTo>
                <a:lnTo>
                  <a:pt x="61356" y="253603"/>
                </a:lnTo>
                <a:lnTo>
                  <a:pt x="61517" y="243036"/>
                </a:lnTo>
                <a:lnTo>
                  <a:pt x="61630" y="232470"/>
                </a:lnTo>
                <a:lnTo>
                  <a:pt x="61680" y="221903"/>
                </a:lnTo>
                <a:lnTo>
                  <a:pt x="61640" y="211336"/>
                </a:lnTo>
                <a:lnTo>
                  <a:pt x="61477" y="200769"/>
                </a:lnTo>
                <a:lnTo>
                  <a:pt x="61142" y="190202"/>
                </a:lnTo>
                <a:lnTo>
                  <a:pt x="60577" y="179636"/>
                </a:lnTo>
                <a:lnTo>
                  <a:pt x="59709" y="169069"/>
                </a:lnTo>
                <a:lnTo>
                  <a:pt x="58454" y="158502"/>
                </a:lnTo>
                <a:lnTo>
                  <a:pt x="56727" y="147935"/>
                </a:lnTo>
                <a:lnTo>
                  <a:pt x="54444" y="137368"/>
                </a:lnTo>
                <a:lnTo>
                  <a:pt x="51534" y="126802"/>
                </a:lnTo>
                <a:lnTo>
                  <a:pt x="47954" y="116235"/>
                </a:lnTo>
                <a:lnTo>
                  <a:pt x="43700" y="105668"/>
                </a:lnTo>
                <a:lnTo>
                  <a:pt x="38819" y="95101"/>
                </a:lnTo>
                <a:lnTo>
                  <a:pt x="33416" y="84534"/>
                </a:lnTo>
                <a:lnTo>
                  <a:pt x="27664" y="73968"/>
                </a:lnTo>
                <a:lnTo>
                  <a:pt x="21790" y="63401"/>
                </a:lnTo>
                <a:lnTo>
                  <a:pt x="16073" y="52834"/>
                </a:lnTo>
                <a:lnTo>
                  <a:pt x="10818" y="42267"/>
                </a:lnTo>
                <a:lnTo>
                  <a:pt x="6332" y="31700"/>
                </a:lnTo>
                <a:lnTo>
                  <a:pt x="2896" y="21134"/>
                </a:lnTo>
                <a:lnTo>
                  <a:pt x="737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263" y="10567"/>
                </a:lnTo>
                <a:lnTo>
                  <a:pt x="127104" y="21134"/>
                </a:lnTo>
                <a:lnTo>
                  <a:pt x="123668" y="31700"/>
                </a:lnTo>
                <a:lnTo>
                  <a:pt x="119182" y="42267"/>
                </a:lnTo>
                <a:lnTo>
                  <a:pt x="113927" y="52834"/>
                </a:lnTo>
                <a:lnTo>
                  <a:pt x="108210" y="63401"/>
                </a:lnTo>
                <a:lnTo>
                  <a:pt x="102336" y="73968"/>
                </a:lnTo>
                <a:lnTo>
                  <a:pt x="96584" y="84534"/>
                </a:lnTo>
                <a:lnTo>
                  <a:pt x="91181" y="95101"/>
                </a:lnTo>
                <a:lnTo>
                  <a:pt x="86300" y="105668"/>
                </a:lnTo>
                <a:lnTo>
                  <a:pt x="82046" y="116235"/>
                </a:lnTo>
                <a:lnTo>
                  <a:pt x="78466" y="126802"/>
                </a:lnTo>
                <a:lnTo>
                  <a:pt x="75556" y="137368"/>
                </a:lnTo>
                <a:lnTo>
                  <a:pt x="73273" y="147935"/>
                </a:lnTo>
                <a:lnTo>
                  <a:pt x="71546" y="158502"/>
                </a:lnTo>
                <a:lnTo>
                  <a:pt x="70291" y="169069"/>
                </a:lnTo>
                <a:lnTo>
                  <a:pt x="69423" y="179636"/>
                </a:lnTo>
                <a:lnTo>
                  <a:pt x="68858" y="190202"/>
                </a:lnTo>
                <a:lnTo>
                  <a:pt x="68523" y="200769"/>
                </a:lnTo>
                <a:lnTo>
                  <a:pt x="68360" y="211336"/>
                </a:lnTo>
                <a:lnTo>
                  <a:pt x="68320" y="221903"/>
                </a:lnTo>
                <a:lnTo>
                  <a:pt x="68370" y="232470"/>
                </a:lnTo>
                <a:lnTo>
                  <a:pt x="68483" y="243036"/>
                </a:lnTo>
                <a:lnTo>
                  <a:pt x="68644" y="253603"/>
                </a:lnTo>
                <a:lnTo>
                  <a:pt x="68840" y="264170"/>
                </a:lnTo>
                <a:lnTo>
                  <a:pt x="69063" y="274737"/>
                </a:lnTo>
                <a:lnTo>
                  <a:pt x="69306" y="285304"/>
                </a:lnTo>
                <a:lnTo>
                  <a:pt x="69561" y="295870"/>
                </a:lnTo>
                <a:lnTo>
                  <a:pt x="69822" y="306437"/>
                </a:lnTo>
                <a:lnTo>
                  <a:pt x="70078" y="317004"/>
                </a:lnTo>
                <a:lnTo>
                  <a:pt x="70321" y="327571"/>
                </a:lnTo>
                <a:lnTo>
                  <a:pt x="70542" y="338138"/>
                </a:lnTo>
                <a:lnTo>
                  <a:pt x="70729" y="348704"/>
                </a:lnTo>
                <a:lnTo>
                  <a:pt x="70874" y="359271"/>
                </a:lnTo>
                <a:lnTo>
                  <a:pt x="70969" y="369838"/>
                </a:lnTo>
                <a:lnTo>
                  <a:pt x="71008" y="380405"/>
                </a:lnTo>
                <a:lnTo>
                  <a:pt x="70987" y="390972"/>
                </a:lnTo>
                <a:lnTo>
                  <a:pt x="70907" y="401538"/>
                </a:lnTo>
                <a:lnTo>
                  <a:pt x="70769" y="412105"/>
                </a:lnTo>
                <a:lnTo>
                  <a:pt x="70581" y="422672"/>
                </a:lnTo>
                <a:lnTo>
                  <a:pt x="70352" y="433239"/>
                </a:lnTo>
                <a:lnTo>
                  <a:pt x="70093" y="443806"/>
                </a:lnTo>
                <a:lnTo>
                  <a:pt x="69821" y="454372"/>
                </a:lnTo>
                <a:lnTo>
                  <a:pt x="69552" y="464939"/>
                </a:lnTo>
                <a:lnTo>
                  <a:pt x="69304" y="475506"/>
                </a:lnTo>
                <a:lnTo>
                  <a:pt x="69094" y="486073"/>
                </a:lnTo>
                <a:lnTo>
                  <a:pt x="68939" y="496640"/>
                </a:lnTo>
                <a:lnTo>
                  <a:pt x="68851" y="507206"/>
                </a:lnTo>
                <a:lnTo>
                  <a:pt x="68841" y="517773"/>
                </a:lnTo>
                <a:lnTo>
                  <a:pt x="68914" y="528340"/>
                </a:lnTo>
                <a:lnTo>
                  <a:pt x="69067" y="538907"/>
                </a:lnTo>
                <a:lnTo>
                  <a:pt x="69295" y="549474"/>
                </a:lnTo>
                <a:lnTo>
                  <a:pt x="69582" y="560040"/>
                </a:lnTo>
                <a:lnTo>
                  <a:pt x="69908" y="570607"/>
                </a:lnTo>
                <a:lnTo>
                  <a:pt x="70249" y="581174"/>
                </a:lnTo>
                <a:lnTo>
                  <a:pt x="70575" y="591741"/>
                </a:lnTo>
                <a:lnTo>
                  <a:pt x="70861" y="602308"/>
                </a:lnTo>
                <a:lnTo>
                  <a:pt x="71079" y="612874"/>
                </a:lnTo>
                <a:lnTo>
                  <a:pt x="71209" y="623441"/>
                </a:lnTo>
                <a:lnTo>
                  <a:pt x="71239" y="634008"/>
                </a:lnTo>
                <a:lnTo>
                  <a:pt x="71165" y="644575"/>
                </a:lnTo>
                <a:lnTo>
                  <a:pt x="70994" y="655142"/>
                </a:lnTo>
                <a:lnTo>
                  <a:pt x="70742" y="665708"/>
                </a:lnTo>
                <a:lnTo>
                  <a:pt x="70431" y="676275"/>
                </a:lnTo>
                <a:lnTo>
                  <a:pt x="70091" y="686842"/>
                </a:lnTo>
                <a:lnTo>
                  <a:pt x="69754" y="697409"/>
                </a:lnTo>
                <a:lnTo>
                  <a:pt x="69450" y="707976"/>
                </a:lnTo>
                <a:lnTo>
                  <a:pt x="69207" y="718543"/>
                </a:lnTo>
                <a:lnTo>
                  <a:pt x="69044" y="729109"/>
                </a:lnTo>
                <a:lnTo>
                  <a:pt x="68977" y="739676"/>
                </a:lnTo>
                <a:lnTo>
                  <a:pt x="69009" y="750243"/>
                </a:lnTo>
                <a:lnTo>
                  <a:pt x="69138" y="760810"/>
                </a:lnTo>
                <a:lnTo>
                  <a:pt x="69353" y="771377"/>
                </a:lnTo>
                <a:lnTo>
                  <a:pt x="69636" y="781943"/>
                </a:lnTo>
                <a:lnTo>
                  <a:pt x="69967" y="792510"/>
                </a:lnTo>
                <a:lnTo>
                  <a:pt x="70323" y="803077"/>
                </a:lnTo>
                <a:lnTo>
                  <a:pt x="70679" y="813644"/>
                </a:lnTo>
                <a:lnTo>
                  <a:pt x="71014" y="824211"/>
                </a:lnTo>
                <a:lnTo>
                  <a:pt x="71309" y="834777"/>
                </a:lnTo>
                <a:lnTo>
                  <a:pt x="71552" y="845344"/>
                </a:lnTo>
                <a:lnTo>
                  <a:pt x="71733" y="855911"/>
                </a:lnTo>
                <a:lnTo>
                  <a:pt x="71848" y="866478"/>
                </a:lnTo>
                <a:lnTo>
                  <a:pt x="71899" y="877045"/>
                </a:lnTo>
                <a:lnTo>
                  <a:pt x="71890" y="887611"/>
                </a:lnTo>
                <a:lnTo>
                  <a:pt x="71829" y="898178"/>
                </a:lnTo>
                <a:lnTo>
                  <a:pt x="71725" y="908745"/>
                </a:lnTo>
                <a:lnTo>
                  <a:pt x="71589" y="919312"/>
                </a:lnTo>
                <a:lnTo>
                  <a:pt x="71431" y="929879"/>
                </a:lnTo>
                <a:lnTo>
                  <a:pt x="71260" y="940445"/>
                </a:lnTo>
                <a:lnTo>
                  <a:pt x="71084" y="951012"/>
                </a:lnTo>
                <a:lnTo>
                  <a:pt x="70910" y="961579"/>
                </a:lnTo>
                <a:lnTo>
                  <a:pt x="70744" y="972146"/>
                </a:lnTo>
                <a:lnTo>
                  <a:pt x="70589" y="982713"/>
                </a:lnTo>
                <a:lnTo>
                  <a:pt x="70449" y="993279"/>
                </a:lnTo>
                <a:lnTo>
                  <a:pt x="70326" y="1003846"/>
                </a:lnTo>
                <a:lnTo>
                  <a:pt x="70226" y="1014413"/>
                </a:lnTo>
                <a:lnTo>
                  <a:pt x="70152" y="1024980"/>
                </a:lnTo>
                <a:lnTo>
                  <a:pt x="70114" y="1035547"/>
                </a:lnTo>
                <a:lnTo>
                  <a:pt x="70128" y="1046113"/>
                </a:lnTo>
                <a:lnTo>
                  <a:pt x="70214" y="1056680"/>
                </a:lnTo>
                <a:lnTo>
                  <a:pt x="70406" y="1067247"/>
                </a:lnTo>
                <a:lnTo>
                  <a:pt x="70746" y="1077814"/>
                </a:lnTo>
                <a:lnTo>
                  <a:pt x="71290" y="1088381"/>
                </a:lnTo>
                <a:lnTo>
                  <a:pt x="72108" y="1098947"/>
                </a:lnTo>
                <a:lnTo>
                  <a:pt x="73277" y="1109514"/>
                </a:lnTo>
                <a:lnTo>
                  <a:pt x="74878" y="1120081"/>
                </a:lnTo>
                <a:lnTo>
                  <a:pt x="76994" y="1130648"/>
                </a:lnTo>
                <a:lnTo>
                  <a:pt x="79690" y="1141215"/>
                </a:lnTo>
                <a:lnTo>
                  <a:pt x="83009" y="1151781"/>
                </a:lnTo>
                <a:lnTo>
                  <a:pt x="86957" y="1162348"/>
                </a:lnTo>
                <a:lnTo>
                  <a:pt x="91491" y="1172915"/>
                </a:lnTo>
                <a:lnTo>
                  <a:pt x="96513" y="1183482"/>
                </a:lnTo>
                <a:lnTo>
                  <a:pt x="101864" y="1194049"/>
                </a:lnTo>
                <a:lnTo>
                  <a:pt x="107330" y="1204615"/>
                </a:lnTo>
                <a:lnTo>
                  <a:pt x="112653" y="1215182"/>
                </a:lnTo>
                <a:lnTo>
                  <a:pt x="117547" y="1225749"/>
                </a:lnTo>
                <a:lnTo>
                  <a:pt x="121725" y="1236316"/>
                </a:lnTo>
                <a:lnTo>
                  <a:pt x="124925" y="1246883"/>
                </a:lnTo>
                <a:lnTo>
                  <a:pt x="126937" y="1257449"/>
                </a:lnTo>
                <a:lnTo>
                  <a:pt x="127623" y="1268016"/>
                </a:lnTo>
                <a:lnTo>
                  <a:pt x="127623" y="1268016"/>
                </a:lnTo>
                <a:close/>
              </a:path>
            </a:pathLst>
          </a:custGeom>
          <a:solidFill>
            <a:srgbClr val="A57948">
              <a:alpha val="12000"/>
            </a:srgbClr>
          </a:solidFill>
          <a:ln w="6985">
            <a:solidFill>
              <a:srgbClr val="A57948">
                <a:alpha val="12000"/>
              </a:srgbClr>
            </a:solidFill>
            <a:prstDash val="solid"/>
          </a:ln>
        </p:spPr>
      </p:sp>
      <p:sp>
        <p:nvSpPr>
          <p:cNvPr id="3085" name="01_find_only_3084">
            <a:extLst>
              <a:ext uri="{FF2B5EF4-FFF2-40B4-BE49-F238E27FC236}">
                <a16:creationId xmlns:a16="http://schemas.microsoft.com/office/drawing/2014/main" id="{8060662A-7D79-41C6-8D7D-DDE524F46DE9}"/>
              </a:ext>
            </a:extLst>
          </p:cNvPr>
          <p:cNvSpPr>
            <a:spLocks noGrp="1"/>
          </p:cNvSpPr>
          <p:nvPr/>
        </p:nvSpPr>
        <p:spPr>
          <a:xfrm>
            <a:off x="7823376" y="5011278"/>
            <a:ext cx="132412" cy="1291545"/>
          </a:xfrm>
          <a:custGeom>
            <a:avLst/>
            <a:gdLst/>
            <a:ahLst/>
            <a:cxnLst/>
            <a:rect l="0" t="0" r="0" b="0"/>
            <a:pathLst>
              <a:path w="130000" h="1268016">
                <a:moveTo>
                  <a:pt x="122175" y="1268016"/>
                </a:moveTo>
                <a:lnTo>
                  <a:pt x="7825" y="1268016"/>
                </a:lnTo>
                <a:lnTo>
                  <a:pt x="8451" y="1257449"/>
                </a:lnTo>
                <a:lnTo>
                  <a:pt x="10285" y="1246883"/>
                </a:lnTo>
                <a:lnTo>
                  <a:pt x="13203" y="1236316"/>
                </a:lnTo>
                <a:lnTo>
                  <a:pt x="17012" y="1225749"/>
                </a:lnTo>
                <a:lnTo>
                  <a:pt x="21474" y="1215182"/>
                </a:lnTo>
                <a:lnTo>
                  <a:pt x="26326" y="1204615"/>
                </a:lnTo>
                <a:lnTo>
                  <a:pt x="31308" y="1194049"/>
                </a:lnTo>
                <a:lnTo>
                  <a:pt x="36185" y="1183482"/>
                </a:lnTo>
                <a:lnTo>
                  <a:pt x="40761" y="1172915"/>
                </a:lnTo>
                <a:lnTo>
                  <a:pt x="44892" y="1162348"/>
                </a:lnTo>
                <a:lnTo>
                  <a:pt x="48487" y="1151781"/>
                </a:lnTo>
                <a:lnTo>
                  <a:pt x="51509" y="1141215"/>
                </a:lnTo>
                <a:lnTo>
                  <a:pt x="53961" y="1130648"/>
                </a:lnTo>
                <a:lnTo>
                  <a:pt x="55884" y="1120081"/>
                </a:lnTo>
                <a:lnTo>
                  <a:pt x="57339" y="1109514"/>
                </a:lnTo>
                <a:lnTo>
                  <a:pt x="58398" y="1098947"/>
                </a:lnTo>
                <a:lnTo>
                  <a:pt x="59138" y="1088381"/>
                </a:lnTo>
                <a:lnTo>
                  <a:pt x="59629" y="1077814"/>
                </a:lnTo>
                <a:lnTo>
                  <a:pt x="59934" y="1067247"/>
                </a:lnTo>
                <a:lnTo>
                  <a:pt x="60104" y="1056680"/>
                </a:lnTo>
                <a:lnTo>
                  <a:pt x="60178" y="1046113"/>
                </a:lnTo>
                <a:lnTo>
                  <a:pt x="60186" y="1035547"/>
                </a:lnTo>
                <a:lnTo>
                  <a:pt x="60148" y="1024980"/>
                </a:lnTo>
                <a:lnTo>
                  <a:pt x="60077" y="1014413"/>
                </a:lnTo>
                <a:lnTo>
                  <a:pt x="59981" y="1003846"/>
                </a:lnTo>
                <a:lnTo>
                  <a:pt x="59865" y="993279"/>
                </a:lnTo>
                <a:lnTo>
                  <a:pt x="59732" y="982713"/>
                </a:lnTo>
                <a:lnTo>
                  <a:pt x="59586" y="972146"/>
                </a:lnTo>
                <a:lnTo>
                  <a:pt x="59429" y="961579"/>
                </a:lnTo>
                <a:lnTo>
                  <a:pt x="59265" y="951012"/>
                </a:lnTo>
                <a:lnTo>
                  <a:pt x="59099" y="940445"/>
                </a:lnTo>
                <a:lnTo>
                  <a:pt x="58938" y="929879"/>
                </a:lnTo>
                <a:lnTo>
                  <a:pt x="58789" y="919312"/>
                </a:lnTo>
                <a:lnTo>
                  <a:pt x="58661" y="908745"/>
                </a:lnTo>
                <a:lnTo>
                  <a:pt x="58564" y="898178"/>
                </a:lnTo>
                <a:lnTo>
                  <a:pt x="58507" y="887611"/>
                </a:lnTo>
                <a:lnTo>
                  <a:pt x="58499" y="877045"/>
                </a:lnTo>
                <a:lnTo>
                  <a:pt x="58548" y="866478"/>
                </a:lnTo>
                <a:lnTo>
                  <a:pt x="58659" y="855911"/>
                </a:lnTo>
                <a:lnTo>
                  <a:pt x="58833" y="845344"/>
                </a:lnTo>
                <a:lnTo>
                  <a:pt x="59067" y="834777"/>
                </a:lnTo>
                <a:lnTo>
                  <a:pt x="59354" y="824211"/>
                </a:lnTo>
                <a:lnTo>
                  <a:pt x="59681" y="813644"/>
                </a:lnTo>
                <a:lnTo>
                  <a:pt x="60032" y="803077"/>
                </a:lnTo>
                <a:lnTo>
                  <a:pt x="60388" y="792510"/>
                </a:lnTo>
                <a:lnTo>
                  <a:pt x="60727" y="781943"/>
                </a:lnTo>
                <a:lnTo>
                  <a:pt x="61030" y="771377"/>
                </a:lnTo>
                <a:lnTo>
                  <a:pt x="61277" y="760810"/>
                </a:lnTo>
                <a:lnTo>
                  <a:pt x="61452" y="750243"/>
                </a:lnTo>
                <a:lnTo>
                  <a:pt x="61546" y="739676"/>
                </a:lnTo>
                <a:lnTo>
                  <a:pt x="61554" y="729109"/>
                </a:lnTo>
                <a:lnTo>
                  <a:pt x="61480" y="718543"/>
                </a:lnTo>
                <a:lnTo>
                  <a:pt x="61334" y="707976"/>
                </a:lnTo>
                <a:lnTo>
                  <a:pt x="61133" y="697409"/>
                </a:lnTo>
                <a:lnTo>
                  <a:pt x="60898" y="686842"/>
                </a:lnTo>
                <a:lnTo>
                  <a:pt x="60655" y="676275"/>
                </a:lnTo>
                <a:lnTo>
                  <a:pt x="60429" y="665708"/>
                </a:lnTo>
                <a:lnTo>
                  <a:pt x="60243" y="655142"/>
                </a:lnTo>
                <a:lnTo>
                  <a:pt x="60118" y="644575"/>
                </a:lnTo>
                <a:lnTo>
                  <a:pt x="60066" y="634008"/>
                </a:lnTo>
                <a:lnTo>
                  <a:pt x="60095" y="623441"/>
                </a:lnTo>
                <a:lnTo>
                  <a:pt x="60204" y="612874"/>
                </a:lnTo>
                <a:lnTo>
                  <a:pt x="60384" y="602308"/>
                </a:lnTo>
                <a:lnTo>
                  <a:pt x="60621" y="591741"/>
                </a:lnTo>
                <a:lnTo>
                  <a:pt x="60899" y="581174"/>
                </a:lnTo>
                <a:lnTo>
                  <a:pt x="61199" y="570607"/>
                </a:lnTo>
                <a:lnTo>
                  <a:pt x="61500" y="560040"/>
                </a:lnTo>
                <a:lnTo>
                  <a:pt x="61787" y="549474"/>
                </a:lnTo>
                <a:lnTo>
                  <a:pt x="62044" y="538907"/>
                </a:lnTo>
                <a:lnTo>
                  <a:pt x="62263" y="528340"/>
                </a:lnTo>
                <a:lnTo>
                  <a:pt x="62436" y="517773"/>
                </a:lnTo>
                <a:lnTo>
                  <a:pt x="62560" y="507206"/>
                </a:lnTo>
                <a:lnTo>
                  <a:pt x="62635" y="496640"/>
                </a:lnTo>
                <a:lnTo>
                  <a:pt x="62660" y="486073"/>
                </a:lnTo>
                <a:lnTo>
                  <a:pt x="62640" y="475506"/>
                </a:lnTo>
                <a:lnTo>
                  <a:pt x="62574" y="464939"/>
                </a:lnTo>
                <a:lnTo>
                  <a:pt x="62467" y="454372"/>
                </a:lnTo>
                <a:lnTo>
                  <a:pt x="62321" y="443806"/>
                </a:lnTo>
                <a:lnTo>
                  <a:pt x="62139" y="433239"/>
                </a:lnTo>
                <a:lnTo>
                  <a:pt x="61923" y="422672"/>
                </a:lnTo>
                <a:lnTo>
                  <a:pt x="61679" y="412105"/>
                </a:lnTo>
                <a:lnTo>
                  <a:pt x="61412" y="401538"/>
                </a:lnTo>
                <a:lnTo>
                  <a:pt x="61129" y="390972"/>
                </a:lnTo>
                <a:lnTo>
                  <a:pt x="60838" y="380405"/>
                </a:lnTo>
                <a:lnTo>
                  <a:pt x="60549" y="369838"/>
                </a:lnTo>
                <a:lnTo>
                  <a:pt x="60271" y="359271"/>
                </a:lnTo>
                <a:lnTo>
                  <a:pt x="60015" y="348704"/>
                </a:lnTo>
                <a:lnTo>
                  <a:pt x="59789" y="338138"/>
                </a:lnTo>
                <a:lnTo>
                  <a:pt x="59603" y="327571"/>
                </a:lnTo>
                <a:lnTo>
                  <a:pt x="59462" y="317004"/>
                </a:lnTo>
                <a:lnTo>
                  <a:pt x="59370" y="306437"/>
                </a:lnTo>
                <a:lnTo>
                  <a:pt x="59328" y="295870"/>
                </a:lnTo>
                <a:lnTo>
                  <a:pt x="59336" y="285304"/>
                </a:lnTo>
                <a:lnTo>
                  <a:pt x="59389" y="274737"/>
                </a:lnTo>
                <a:lnTo>
                  <a:pt x="59481" y="264170"/>
                </a:lnTo>
                <a:lnTo>
                  <a:pt x="59603" y="253603"/>
                </a:lnTo>
                <a:lnTo>
                  <a:pt x="59742" y="243036"/>
                </a:lnTo>
                <a:lnTo>
                  <a:pt x="59881" y="232470"/>
                </a:lnTo>
                <a:lnTo>
                  <a:pt x="59996" y="221903"/>
                </a:lnTo>
                <a:lnTo>
                  <a:pt x="60053" y="211336"/>
                </a:lnTo>
                <a:lnTo>
                  <a:pt x="60011" y="200769"/>
                </a:lnTo>
                <a:lnTo>
                  <a:pt x="59814" y="190202"/>
                </a:lnTo>
                <a:lnTo>
                  <a:pt x="59396" y="179636"/>
                </a:lnTo>
                <a:lnTo>
                  <a:pt x="58677" y="169069"/>
                </a:lnTo>
                <a:lnTo>
                  <a:pt x="57570" y="158502"/>
                </a:lnTo>
                <a:lnTo>
                  <a:pt x="55984" y="147935"/>
                </a:lnTo>
                <a:lnTo>
                  <a:pt x="53830" y="137368"/>
                </a:lnTo>
                <a:lnTo>
                  <a:pt x="51038" y="126802"/>
                </a:lnTo>
                <a:lnTo>
                  <a:pt x="47561" y="116235"/>
                </a:lnTo>
                <a:lnTo>
                  <a:pt x="43395" y="105668"/>
                </a:lnTo>
                <a:lnTo>
                  <a:pt x="38588" y="95101"/>
                </a:lnTo>
                <a:lnTo>
                  <a:pt x="33247" y="84534"/>
                </a:lnTo>
                <a:lnTo>
                  <a:pt x="27543" y="73968"/>
                </a:lnTo>
                <a:lnTo>
                  <a:pt x="21707" y="63401"/>
                </a:lnTo>
                <a:lnTo>
                  <a:pt x="16019" y="52834"/>
                </a:lnTo>
                <a:lnTo>
                  <a:pt x="10785" y="42267"/>
                </a:lnTo>
                <a:lnTo>
                  <a:pt x="6314" y="31700"/>
                </a:lnTo>
                <a:lnTo>
                  <a:pt x="2888" y="21134"/>
                </a:lnTo>
                <a:lnTo>
                  <a:pt x="735" y="10567"/>
                </a:lnTo>
                <a:lnTo>
                  <a:pt x="0" y="0"/>
                </a:lnTo>
                <a:lnTo>
                  <a:pt x="130000" y="0"/>
                </a:lnTo>
                <a:lnTo>
                  <a:pt x="130000" y="0"/>
                </a:lnTo>
                <a:lnTo>
                  <a:pt x="129265" y="10567"/>
                </a:lnTo>
                <a:lnTo>
                  <a:pt x="127112" y="21134"/>
                </a:lnTo>
                <a:lnTo>
                  <a:pt x="123686" y="31700"/>
                </a:lnTo>
                <a:lnTo>
                  <a:pt x="119215" y="42267"/>
                </a:lnTo>
                <a:lnTo>
                  <a:pt x="113981" y="52834"/>
                </a:lnTo>
                <a:lnTo>
                  <a:pt x="108293" y="63401"/>
                </a:lnTo>
                <a:lnTo>
                  <a:pt x="102457" y="73968"/>
                </a:lnTo>
                <a:lnTo>
                  <a:pt x="96753" y="84534"/>
                </a:lnTo>
                <a:lnTo>
                  <a:pt x="91412" y="95101"/>
                </a:lnTo>
                <a:lnTo>
                  <a:pt x="86605" y="105668"/>
                </a:lnTo>
                <a:lnTo>
                  <a:pt x="82439" y="116235"/>
                </a:lnTo>
                <a:lnTo>
                  <a:pt x="78962" y="126802"/>
                </a:lnTo>
                <a:lnTo>
                  <a:pt x="76170" y="137368"/>
                </a:lnTo>
                <a:lnTo>
                  <a:pt x="74016" y="147935"/>
                </a:lnTo>
                <a:lnTo>
                  <a:pt x="72430" y="158502"/>
                </a:lnTo>
                <a:lnTo>
                  <a:pt x="71323" y="169069"/>
                </a:lnTo>
                <a:lnTo>
                  <a:pt x="70604" y="179636"/>
                </a:lnTo>
                <a:lnTo>
                  <a:pt x="70186" y="190202"/>
                </a:lnTo>
                <a:lnTo>
                  <a:pt x="69989" y="200769"/>
                </a:lnTo>
                <a:lnTo>
                  <a:pt x="69947" y="211336"/>
                </a:lnTo>
                <a:lnTo>
                  <a:pt x="70004" y="221903"/>
                </a:lnTo>
                <a:lnTo>
                  <a:pt x="70119" y="232470"/>
                </a:lnTo>
                <a:lnTo>
                  <a:pt x="70258" y="243036"/>
                </a:lnTo>
                <a:lnTo>
                  <a:pt x="70397" y="253603"/>
                </a:lnTo>
                <a:lnTo>
                  <a:pt x="70519" y="264170"/>
                </a:lnTo>
                <a:lnTo>
                  <a:pt x="70611" y="274737"/>
                </a:lnTo>
                <a:lnTo>
                  <a:pt x="70664" y="285304"/>
                </a:lnTo>
                <a:lnTo>
                  <a:pt x="70672" y="295870"/>
                </a:lnTo>
                <a:lnTo>
                  <a:pt x="70630" y="306437"/>
                </a:lnTo>
                <a:lnTo>
                  <a:pt x="70538" y="317004"/>
                </a:lnTo>
                <a:lnTo>
                  <a:pt x="70397" y="327571"/>
                </a:lnTo>
                <a:lnTo>
                  <a:pt x="70211" y="338138"/>
                </a:lnTo>
                <a:lnTo>
                  <a:pt x="69985" y="348704"/>
                </a:lnTo>
                <a:lnTo>
                  <a:pt x="69729" y="359271"/>
                </a:lnTo>
                <a:lnTo>
                  <a:pt x="69451" y="369838"/>
                </a:lnTo>
                <a:lnTo>
                  <a:pt x="69162" y="380405"/>
                </a:lnTo>
                <a:lnTo>
                  <a:pt x="68871" y="390972"/>
                </a:lnTo>
                <a:lnTo>
                  <a:pt x="68588" y="401538"/>
                </a:lnTo>
                <a:lnTo>
                  <a:pt x="68321" y="412105"/>
                </a:lnTo>
                <a:lnTo>
                  <a:pt x="68077" y="422672"/>
                </a:lnTo>
                <a:lnTo>
                  <a:pt x="67861" y="433239"/>
                </a:lnTo>
                <a:lnTo>
                  <a:pt x="67679" y="443806"/>
                </a:lnTo>
                <a:lnTo>
                  <a:pt x="67533" y="454372"/>
                </a:lnTo>
                <a:lnTo>
                  <a:pt x="67426" y="464939"/>
                </a:lnTo>
                <a:lnTo>
                  <a:pt x="67360" y="475506"/>
                </a:lnTo>
                <a:lnTo>
                  <a:pt x="67340" y="486073"/>
                </a:lnTo>
                <a:lnTo>
                  <a:pt x="67365" y="496640"/>
                </a:lnTo>
                <a:lnTo>
                  <a:pt x="67440" y="507206"/>
                </a:lnTo>
                <a:lnTo>
                  <a:pt x="67564" y="517773"/>
                </a:lnTo>
                <a:lnTo>
                  <a:pt x="67737" y="528340"/>
                </a:lnTo>
                <a:lnTo>
                  <a:pt x="67956" y="538907"/>
                </a:lnTo>
                <a:lnTo>
                  <a:pt x="68213" y="549474"/>
                </a:lnTo>
                <a:lnTo>
                  <a:pt x="68500" y="560040"/>
                </a:lnTo>
                <a:lnTo>
                  <a:pt x="68801" y="570607"/>
                </a:lnTo>
                <a:lnTo>
                  <a:pt x="69101" y="581174"/>
                </a:lnTo>
                <a:lnTo>
                  <a:pt x="69379" y="591741"/>
                </a:lnTo>
                <a:lnTo>
                  <a:pt x="69616" y="602308"/>
                </a:lnTo>
                <a:lnTo>
                  <a:pt x="69796" y="612874"/>
                </a:lnTo>
                <a:lnTo>
                  <a:pt x="69905" y="623441"/>
                </a:lnTo>
                <a:lnTo>
                  <a:pt x="69934" y="634008"/>
                </a:lnTo>
                <a:lnTo>
                  <a:pt x="69882" y="644575"/>
                </a:lnTo>
                <a:lnTo>
                  <a:pt x="69757" y="655142"/>
                </a:lnTo>
                <a:lnTo>
                  <a:pt x="69571" y="665708"/>
                </a:lnTo>
                <a:lnTo>
                  <a:pt x="69345" y="676275"/>
                </a:lnTo>
                <a:lnTo>
                  <a:pt x="69102" y="686842"/>
                </a:lnTo>
                <a:lnTo>
                  <a:pt x="68867" y="697409"/>
                </a:lnTo>
                <a:lnTo>
                  <a:pt x="68666" y="707976"/>
                </a:lnTo>
                <a:lnTo>
                  <a:pt x="68520" y="718543"/>
                </a:lnTo>
                <a:lnTo>
                  <a:pt x="68446" y="729109"/>
                </a:lnTo>
                <a:lnTo>
                  <a:pt x="68454" y="739676"/>
                </a:lnTo>
                <a:lnTo>
                  <a:pt x="68548" y="750243"/>
                </a:lnTo>
                <a:lnTo>
                  <a:pt x="68723" y="760810"/>
                </a:lnTo>
                <a:lnTo>
                  <a:pt x="68970" y="771377"/>
                </a:lnTo>
                <a:lnTo>
                  <a:pt x="69273" y="781943"/>
                </a:lnTo>
                <a:lnTo>
                  <a:pt x="69612" y="792510"/>
                </a:lnTo>
                <a:lnTo>
                  <a:pt x="69968" y="803077"/>
                </a:lnTo>
                <a:lnTo>
                  <a:pt x="70319" y="813644"/>
                </a:lnTo>
                <a:lnTo>
                  <a:pt x="70646" y="824211"/>
                </a:lnTo>
                <a:lnTo>
                  <a:pt x="70933" y="834777"/>
                </a:lnTo>
                <a:lnTo>
                  <a:pt x="71167" y="845344"/>
                </a:lnTo>
                <a:lnTo>
                  <a:pt x="71341" y="855911"/>
                </a:lnTo>
                <a:lnTo>
                  <a:pt x="71452" y="866478"/>
                </a:lnTo>
                <a:lnTo>
                  <a:pt x="71501" y="877045"/>
                </a:lnTo>
                <a:lnTo>
                  <a:pt x="71493" y="887611"/>
                </a:lnTo>
                <a:lnTo>
                  <a:pt x="71436" y="898178"/>
                </a:lnTo>
                <a:lnTo>
                  <a:pt x="71339" y="908745"/>
                </a:lnTo>
                <a:lnTo>
                  <a:pt x="71211" y="919312"/>
                </a:lnTo>
                <a:lnTo>
                  <a:pt x="71062" y="929879"/>
                </a:lnTo>
                <a:lnTo>
                  <a:pt x="70901" y="940445"/>
                </a:lnTo>
                <a:lnTo>
                  <a:pt x="70735" y="951012"/>
                </a:lnTo>
                <a:lnTo>
                  <a:pt x="70571" y="961579"/>
                </a:lnTo>
                <a:lnTo>
                  <a:pt x="70414" y="972146"/>
                </a:lnTo>
                <a:lnTo>
                  <a:pt x="70268" y="982713"/>
                </a:lnTo>
                <a:lnTo>
                  <a:pt x="70135" y="993279"/>
                </a:lnTo>
                <a:lnTo>
                  <a:pt x="70019" y="1003846"/>
                </a:lnTo>
                <a:lnTo>
                  <a:pt x="69923" y="1014413"/>
                </a:lnTo>
                <a:lnTo>
                  <a:pt x="69852" y="1024980"/>
                </a:lnTo>
                <a:lnTo>
                  <a:pt x="69814" y="1035547"/>
                </a:lnTo>
                <a:lnTo>
                  <a:pt x="69822" y="1046113"/>
                </a:lnTo>
                <a:lnTo>
                  <a:pt x="69896" y="1056680"/>
                </a:lnTo>
                <a:lnTo>
                  <a:pt x="70066" y="1067247"/>
                </a:lnTo>
                <a:lnTo>
                  <a:pt x="70371" y="1077814"/>
                </a:lnTo>
                <a:lnTo>
                  <a:pt x="70862" y="1088381"/>
                </a:lnTo>
                <a:lnTo>
                  <a:pt x="71602" y="1098947"/>
                </a:lnTo>
                <a:lnTo>
                  <a:pt x="72661" y="1109514"/>
                </a:lnTo>
                <a:lnTo>
                  <a:pt x="74116" y="1120081"/>
                </a:lnTo>
                <a:lnTo>
                  <a:pt x="76039" y="1130648"/>
                </a:lnTo>
                <a:lnTo>
                  <a:pt x="78491" y="1141215"/>
                </a:lnTo>
                <a:lnTo>
                  <a:pt x="81513" y="1151781"/>
                </a:lnTo>
                <a:lnTo>
                  <a:pt x="85108" y="1162348"/>
                </a:lnTo>
                <a:lnTo>
                  <a:pt x="89239" y="1172915"/>
                </a:lnTo>
                <a:lnTo>
                  <a:pt x="93815" y="1183482"/>
                </a:lnTo>
                <a:lnTo>
                  <a:pt x="98692" y="1194049"/>
                </a:lnTo>
                <a:lnTo>
                  <a:pt x="103674" y="1204615"/>
                </a:lnTo>
                <a:lnTo>
                  <a:pt x="108526" y="1215182"/>
                </a:lnTo>
                <a:lnTo>
                  <a:pt x="112988" y="1225749"/>
                </a:lnTo>
                <a:lnTo>
                  <a:pt x="116797" y="1236316"/>
                </a:lnTo>
                <a:lnTo>
                  <a:pt x="119715" y="1246883"/>
                </a:lnTo>
                <a:lnTo>
                  <a:pt x="121549" y="1257449"/>
                </a:lnTo>
                <a:lnTo>
                  <a:pt x="122175" y="1268016"/>
                </a:lnTo>
                <a:lnTo>
                  <a:pt x="122175" y="1268016"/>
                </a:lnTo>
                <a:close/>
              </a:path>
            </a:pathLst>
          </a:custGeom>
          <a:solidFill>
            <a:srgbClr val="A57948">
              <a:alpha val="12000"/>
            </a:srgbClr>
          </a:solidFill>
          <a:ln w="6985">
            <a:solidFill>
              <a:srgbClr val="A57948">
                <a:alpha val="12000"/>
              </a:srgbClr>
            </a:solidFill>
            <a:prstDash val="solid"/>
          </a:ln>
        </p:spPr>
      </p:sp>
      <p:sp>
        <p:nvSpPr>
          <p:cNvPr id="3086" name="01_find_only_3085">
            <a:extLst>
              <a:ext uri="{FF2B5EF4-FFF2-40B4-BE49-F238E27FC236}">
                <a16:creationId xmlns:a16="http://schemas.microsoft.com/office/drawing/2014/main" id="{47851E03-82FF-4A73-8937-C82ED6DEA0E4}"/>
              </a:ext>
            </a:extLst>
          </p:cNvPr>
          <p:cNvSpPr>
            <a:spLocks noGrp="1"/>
          </p:cNvSpPr>
          <p:nvPr/>
        </p:nvSpPr>
        <p:spPr>
          <a:xfrm>
            <a:off x="6361748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3087" name="text_3086">
            <a:extLst>
              <a:ext uri="{FF2B5EF4-FFF2-40B4-BE49-F238E27FC236}">
                <a16:creationId xmlns:a16="http://schemas.microsoft.com/office/drawing/2014/main" id="{7B3BD0D6-9FEC-4FBA-A0E3-1646C07BBF21}"/>
              </a:ext>
            </a:extLst>
          </p:cNvPr>
          <p:cNvSpPr>
            <a:spLocks noGrp="1"/>
          </p:cNvSpPr>
          <p:nvPr/>
        </p:nvSpPr>
        <p:spPr>
          <a:xfrm>
            <a:off x="6335497" y="6438006"/>
            <a:ext cx="65439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0</a:t>
            </a:r>
          </a:p>
        </p:txBody>
      </p:sp>
      <p:sp>
        <p:nvSpPr>
          <p:cNvPr id="3088" name="01_find_only_3087">
            <a:extLst>
              <a:ext uri="{FF2B5EF4-FFF2-40B4-BE49-F238E27FC236}">
                <a16:creationId xmlns:a16="http://schemas.microsoft.com/office/drawing/2014/main" id="{13FA12FA-A7D2-4624-AA72-DC097FA00E90}"/>
              </a:ext>
            </a:extLst>
          </p:cNvPr>
          <p:cNvSpPr>
            <a:spLocks noGrp="1"/>
          </p:cNvSpPr>
          <p:nvPr/>
        </p:nvSpPr>
        <p:spPr>
          <a:xfrm>
            <a:off x="6616387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3089" name="text_3088">
            <a:extLst>
              <a:ext uri="{FF2B5EF4-FFF2-40B4-BE49-F238E27FC236}">
                <a16:creationId xmlns:a16="http://schemas.microsoft.com/office/drawing/2014/main" id="{8C186EC8-38E2-40E5-9F29-8896103AF6F7}"/>
              </a:ext>
            </a:extLst>
          </p:cNvPr>
          <p:cNvSpPr>
            <a:spLocks noGrp="1"/>
          </p:cNvSpPr>
          <p:nvPr/>
        </p:nvSpPr>
        <p:spPr>
          <a:xfrm>
            <a:off x="6563883" y="6438006"/>
            <a:ext cx="117943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50</a:t>
            </a:r>
          </a:p>
        </p:txBody>
      </p:sp>
      <p:sp>
        <p:nvSpPr>
          <p:cNvPr id="3090" name="01_find_only_3089">
            <a:extLst>
              <a:ext uri="{FF2B5EF4-FFF2-40B4-BE49-F238E27FC236}">
                <a16:creationId xmlns:a16="http://schemas.microsoft.com/office/drawing/2014/main" id="{A11B27C3-EA74-4937-AF9F-E808D7D381BF}"/>
              </a:ext>
            </a:extLst>
          </p:cNvPr>
          <p:cNvSpPr>
            <a:spLocks noGrp="1"/>
          </p:cNvSpPr>
          <p:nvPr/>
        </p:nvSpPr>
        <p:spPr>
          <a:xfrm>
            <a:off x="6871026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3091" name="text_3090">
            <a:extLst>
              <a:ext uri="{FF2B5EF4-FFF2-40B4-BE49-F238E27FC236}">
                <a16:creationId xmlns:a16="http://schemas.microsoft.com/office/drawing/2014/main" id="{9E31E0FA-5A81-45EF-AD0C-928C6743D804}"/>
              </a:ext>
            </a:extLst>
          </p:cNvPr>
          <p:cNvSpPr>
            <a:spLocks noGrp="1"/>
          </p:cNvSpPr>
          <p:nvPr/>
        </p:nvSpPr>
        <p:spPr>
          <a:xfrm>
            <a:off x="6792271" y="6438006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100</a:t>
            </a:r>
          </a:p>
        </p:txBody>
      </p:sp>
      <p:sp>
        <p:nvSpPr>
          <p:cNvPr id="3092" name="01_find_only_3091">
            <a:extLst>
              <a:ext uri="{FF2B5EF4-FFF2-40B4-BE49-F238E27FC236}">
                <a16:creationId xmlns:a16="http://schemas.microsoft.com/office/drawing/2014/main" id="{0B641C91-C97F-4066-AA0C-DC79FD936E65}"/>
              </a:ext>
            </a:extLst>
          </p:cNvPr>
          <p:cNvSpPr>
            <a:spLocks noGrp="1"/>
          </p:cNvSpPr>
          <p:nvPr/>
        </p:nvSpPr>
        <p:spPr>
          <a:xfrm>
            <a:off x="7380304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3093" name="text_3092">
            <a:extLst>
              <a:ext uri="{FF2B5EF4-FFF2-40B4-BE49-F238E27FC236}">
                <a16:creationId xmlns:a16="http://schemas.microsoft.com/office/drawing/2014/main" id="{E462816B-5C83-4DCC-9137-85CEC3B0C355}"/>
              </a:ext>
            </a:extLst>
          </p:cNvPr>
          <p:cNvSpPr>
            <a:spLocks noGrp="1"/>
          </p:cNvSpPr>
          <p:nvPr/>
        </p:nvSpPr>
        <p:spPr>
          <a:xfrm>
            <a:off x="7301549" y="6438006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200</a:t>
            </a:r>
          </a:p>
        </p:txBody>
      </p:sp>
      <p:sp>
        <p:nvSpPr>
          <p:cNvPr id="3094" name="01_find_only_3093">
            <a:extLst>
              <a:ext uri="{FF2B5EF4-FFF2-40B4-BE49-F238E27FC236}">
                <a16:creationId xmlns:a16="http://schemas.microsoft.com/office/drawing/2014/main" id="{804F383F-3036-480D-A982-CCD7E7C12A7E}"/>
              </a:ext>
            </a:extLst>
          </p:cNvPr>
          <p:cNvSpPr>
            <a:spLocks noGrp="1"/>
          </p:cNvSpPr>
          <p:nvPr/>
        </p:nvSpPr>
        <p:spPr>
          <a:xfrm>
            <a:off x="7889582" y="6367401"/>
            <a:ext cx="195" cy="38807"/>
          </a:xfrm>
          <a:custGeom>
            <a:avLst/>
            <a:gdLst/>
            <a:ahLst/>
            <a:cxnLst/>
            <a:rect l="0" t="0" r="0" b="0"/>
            <a:pathLst>
              <a:path w="191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3095" name="text_3094">
            <a:extLst>
              <a:ext uri="{FF2B5EF4-FFF2-40B4-BE49-F238E27FC236}">
                <a16:creationId xmlns:a16="http://schemas.microsoft.com/office/drawing/2014/main" id="{468DD670-E837-4B30-8FE6-3D5ABE3E1DCD}"/>
              </a:ext>
            </a:extLst>
          </p:cNvPr>
          <p:cNvSpPr>
            <a:spLocks noGrp="1"/>
          </p:cNvSpPr>
          <p:nvPr/>
        </p:nvSpPr>
        <p:spPr>
          <a:xfrm>
            <a:off x="7810827" y="6438006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300</a:t>
            </a:r>
          </a:p>
        </p:txBody>
      </p:sp>
      <p:sp>
        <p:nvSpPr>
          <p:cNvPr id="3096" name="text_3095">
            <a:extLst>
              <a:ext uri="{FF2B5EF4-FFF2-40B4-BE49-F238E27FC236}">
                <a16:creationId xmlns:a16="http://schemas.microsoft.com/office/drawing/2014/main" id="{6E82CA3C-1B5B-4D9B-88ED-6998D8A7141B}"/>
              </a:ext>
            </a:extLst>
          </p:cNvPr>
          <p:cNvSpPr>
            <a:spLocks noGrp="1"/>
          </p:cNvSpPr>
          <p:nvPr/>
        </p:nvSpPr>
        <p:spPr>
          <a:xfrm>
            <a:off x="6551414" y="6577100"/>
            <a:ext cx="1253110" cy="1212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64"/>
              <a:t>Relative candidate count (%)</a:t>
            </a:r>
          </a:p>
        </p:txBody>
      </p:sp>
      <p:sp>
        <p:nvSpPr>
          <p:cNvPr id="3097" name="01_find_only_3096">
            <a:extLst>
              <a:ext uri="{FF2B5EF4-FFF2-40B4-BE49-F238E27FC236}">
                <a16:creationId xmlns:a16="http://schemas.microsoft.com/office/drawing/2014/main" id="{03176C42-24D0-4217-9629-61E617B47A14}"/>
              </a:ext>
            </a:extLst>
          </p:cNvPr>
          <p:cNvSpPr>
            <a:spLocks noGrp="1"/>
          </p:cNvSpPr>
          <p:nvPr/>
        </p:nvSpPr>
        <p:spPr>
          <a:xfrm>
            <a:off x="6346469" y="6302824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3098" name="01_find_only_3097">
            <a:extLst>
              <a:ext uri="{FF2B5EF4-FFF2-40B4-BE49-F238E27FC236}">
                <a16:creationId xmlns:a16="http://schemas.microsoft.com/office/drawing/2014/main" id="{379466A9-99D5-4AE6-A2FC-45201339382B}"/>
              </a:ext>
            </a:extLst>
          </p:cNvPr>
          <p:cNvSpPr>
            <a:spLocks noGrp="1"/>
          </p:cNvSpPr>
          <p:nvPr/>
        </p:nvSpPr>
        <p:spPr>
          <a:xfrm>
            <a:off x="6307663" y="6302824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3099" name="text_3098">
            <a:extLst>
              <a:ext uri="{FF2B5EF4-FFF2-40B4-BE49-F238E27FC236}">
                <a16:creationId xmlns:a16="http://schemas.microsoft.com/office/drawing/2014/main" id="{796D2802-75BB-4FA9-980E-63688E9DDCAF}"/>
              </a:ext>
            </a:extLst>
          </p:cNvPr>
          <p:cNvSpPr>
            <a:spLocks noGrp="1"/>
          </p:cNvSpPr>
          <p:nvPr/>
        </p:nvSpPr>
        <p:spPr>
          <a:xfrm>
            <a:off x="6216353" y="6262019"/>
            <a:ext cx="65439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0</a:t>
            </a:r>
          </a:p>
        </p:txBody>
      </p:sp>
      <p:sp>
        <p:nvSpPr>
          <p:cNvPr id="3100" name="01_find_only_3099">
            <a:extLst>
              <a:ext uri="{FF2B5EF4-FFF2-40B4-BE49-F238E27FC236}">
                <a16:creationId xmlns:a16="http://schemas.microsoft.com/office/drawing/2014/main" id="{20E64887-09AC-45DD-8DC2-6D8CE1ECD01D}"/>
              </a:ext>
            </a:extLst>
          </p:cNvPr>
          <p:cNvSpPr>
            <a:spLocks noGrp="1"/>
          </p:cNvSpPr>
          <p:nvPr/>
        </p:nvSpPr>
        <p:spPr>
          <a:xfrm>
            <a:off x="6346469" y="5657051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3101" name="01_find_only_3100">
            <a:extLst>
              <a:ext uri="{FF2B5EF4-FFF2-40B4-BE49-F238E27FC236}">
                <a16:creationId xmlns:a16="http://schemas.microsoft.com/office/drawing/2014/main" id="{E50B1BCC-D4E3-41F9-86F3-7CFF0F825AC4}"/>
              </a:ext>
            </a:extLst>
          </p:cNvPr>
          <p:cNvSpPr>
            <a:spLocks noGrp="1"/>
          </p:cNvSpPr>
          <p:nvPr/>
        </p:nvSpPr>
        <p:spPr>
          <a:xfrm>
            <a:off x="6307663" y="5657051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3102" name="text_3101">
            <a:extLst>
              <a:ext uri="{FF2B5EF4-FFF2-40B4-BE49-F238E27FC236}">
                <a16:creationId xmlns:a16="http://schemas.microsoft.com/office/drawing/2014/main" id="{E8373FEE-786C-4081-A86F-157CCB72F808}"/>
              </a:ext>
            </a:extLst>
          </p:cNvPr>
          <p:cNvSpPr>
            <a:spLocks noGrp="1"/>
          </p:cNvSpPr>
          <p:nvPr/>
        </p:nvSpPr>
        <p:spPr>
          <a:xfrm>
            <a:off x="6163848" y="5616247"/>
            <a:ext cx="117943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50</a:t>
            </a:r>
          </a:p>
        </p:txBody>
      </p:sp>
      <p:sp>
        <p:nvSpPr>
          <p:cNvPr id="3103" name="01_find_only_3102">
            <a:extLst>
              <a:ext uri="{FF2B5EF4-FFF2-40B4-BE49-F238E27FC236}">
                <a16:creationId xmlns:a16="http://schemas.microsoft.com/office/drawing/2014/main" id="{1CC6CA09-FE13-4DDB-8C52-2B29A7A41496}"/>
              </a:ext>
            </a:extLst>
          </p:cNvPr>
          <p:cNvSpPr>
            <a:spLocks noGrp="1"/>
          </p:cNvSpPr>
          <p:nvPr/>
        </p:nvSpPr>
        <p:spPr>
          <a:xfrm>
            <a:off x="6346469" y="5011278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6985">
            <a:solidFill>
              <a:srgbClr val="DEE5EA"/>
            </a:solidFill>
            <a:prstDash val="solid"/>
          </a:ln>
        </p:spPr>
      </p:sp>
      <p:sp>
        <p:nvSpPr>
          <p:cNvPr id="3104" name="01_find_only_3103">
            <a:extLst>
              <a:ext uri="{FF2B5EF4-FFF2-40B4-BE49-F238E27FC236}">
                <a16:creationId xmlns:a16="http://schemas.microsoft.com/office/drawing/2014/main" id="{D04D8A8F-1EF2-408F-B432-021B07E93FE4}"/>
              </a:ext>
            </a:extLst>
          </p:cNvPr>
          <p:cNvSpPr>
            <a:spLocks noGrp="1"/>
          </p:cNvSpPr>
          <p:nvPr/>
        </p:nvSpPr>
        <p:spPr>
          <a:xfrm>
            <a:off x="6307663" y="5011278"/>
            <a:ext cx="38807" cy="195"/>
          </a:xfrm>
          <a:custGeom>
            <a:avLst/>
            <a:gdLst/>
            <a:ahLst/>
            <a:cxnLst/>
            <a:rect l="0" t="0" r="0" b="0"/>
            <a:pathLst>
              <a:path w="38100" h="191">
                <a:moveTo>
                  <a:pt x="38100" y="0"/>
                </a:moveTo>
                <a:lnTo>
                  <a:pt x="0" y="0"/>
                </a:lnTo>
              </a:path>
            </a:pathLst>
          </a:custGeom>
          <a:solidFill>
            <a:srgbClr val="273744"/>
          </a:solidFill>
          <a:ln w="7620">
            <a:solidFill>
              <a:srgbClr val="273744"/>
            </a:solidFill>
            <a:prstDash val="solid"/>
          </a:ln>
        </p:spPr>
      </p:sp>
      <p:sp>
        <p:nvSpPr>
          <p:cNvPr id="3105" name="text_3104">
            <a:extLst>
              <a:ext uri="{FF2B5EF4-FFF2-40B4-BE49-F238E27FC236}">
                <a16:creationId xmlns:a16="http://schemas.microsoft.com/office/drawing/2014/main" id="{70A6758A-3D5D-4C28-B8F4-B254C486C0D0}"/>
              </a:ext>
            </a:extLst>
          </p:cNvPr>
          <p:cNvSpPr>
            <a:spLocks noGrp="1"/>
          </p:cNvSpPr>
          <p:nvPr/>
        </p:nvSpPr>
        <p:spPr>
          <a:xfrm>
            <a:off x="6111346" y="4970474"/>
            <a:ext cx="170445" cy="11803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3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44"/>
              <a:t>100</a:t>
            </a:r>
          </a:p>
        </p:txBody>
      </p:sp>
      <p:sp>
        <p:nvSpPr>
          <p:cNvPr id="3106" name="01_find_only_3105">
            <a:extLst>
              <a:ext uri="{FF2B5EF4-FFF2-40B4-BE49-F238E27FC236}">
                <a16:creationId xmlns:a16="http://schemas.microsoft.com/office/drawing/2014/main" id="{623C4992-03B0-4233-A6D1-50F04ED7BD18}"/>
              </a:ext>
            </a:extLst>
          </p:cNvPr>
          <p:cNvSpPr>
            <a:spLocks noGrp="1"/>
          </p:cNvSpPr>
          <p:nvPr/>
        </p:nvSpPr>
        <p:spPr>
          <a:xfrm>
            <a:off x="657482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07" name="01_find_only_3106">
            <a:extLst>
              <a:ext uri="{FF2B5EF4-FFF2-40B4-BE49-F238E27FC236}">
                <a16:creationId xmlns:a16="http://schemas.microsoft.com/office/drawing/2014/main" id="{2904EA4F-3BB2-482B-A6A7-1B18DDBE5558}"/>
              </a:ext>
            </a:extLst>
          </p:cNvPr>
          <p:cNvSpPr>
            <a:spLocks noGrp="1"/>
          </p:cNvSpPr>
          <p:nvPr/>
        </p:nvSpPr>
        <p:spPr>
          <a:xfrm>
            <a:off x="6636996" y="575849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08" name="01_find_only_3107">
            <a:extLst>
              <a:ext uri="{FF2B5EF4-FFF2-40B4-BE49-F238E27FC236}">
                <a16:creationId xmlns:a16="http://schemas.microsoft.com/office/drawing/2014/main" id="{F5A72593-B739-466A-AF9E-566EABE2123C}"/>
              </a:ext>
            </a:extLst>
          </p:cNvPr>
          <p:cNvSpPr>
            <a:spLocks noGrp="1"/>
          </p:cNvSpPr>
          <p:nvPr/>
        </p:nvSpPr>
        <p:spPr>
          <a:xfrm>
            <a:off x="655441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09" name="01_find_only_3108">
            <a:extLst>
              <a:ext uri="{FF2B5EF4-FFF2-40B4-BE49-F238E27FC236}">
                <a16:creationId xmlns:a16="http://schemas.microsoft.com/office/drawing/2014/main" id="{50D6FBDD-3E51-4983-9208-40C2C7E282CF}"/>
              </a:ext>
            </a:extLst>
          </p:cNvPr>
          <p:cNvSpPr>
            <a:spLocks noGrp="1"/>
          </p:cNvSpPr>
          <p:nvPr/>
        </p:nvSpPr>
        <p:spPr>
          <a:xfrm>
            <a:off x="662922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10" name="01_find_only_3109">
            <a:extLst>
              <a:ext uri="{FF2B5EF4-FFF2-40B4-BE49-F238E27FC236}">
                <a16:creationId xmlns:a16="http://schemas.microsoft.com/office/drawing/2014/main" id="{E3ADA4AB-D60B-4901-A110-FD11B60B12F7}"/>
              </a:ext>
            </a:extLst>
          </p:cNvPr>
          <p:cNvSpPr>
            <a:spLocks noGrp="1"/>
          </p:cNvSpPr>
          <p:nvPr/>
        </p:nvSpPr>
        <p:spPr>
          <a:xfrm>
            <a:off x="659065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11" name="01_find_only_3110">
            <a:extLst>
              <a:ext uri="{FF2B5EF4-FFF2-40B4-BE49-F238E27FC236}">
                <a16:creationId xmlns:a16="http://schemas.microsoft.com/office/drawing/2014/main" id="{9D7E6AAC-0020-499E-B601-0DABB0200C4A}"/>
              </a:ext>
            </a:extLst>
          </p:cNvPr>
          <p:cNvSpPr>
            <a:spLocks noGrp="1"/>
          </p:cNvSpPr>
          <p:nvPr/>
        </p:nvSpPr>
        <p:spPr>
          <a:xfrm>
            <a:off x="664389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12" name="01_find_only_3111">
            <a:extLst>
              <a:ext uri="{FF2B5EF4-FFF2-40B4-BE49-F238E27FC236}">
                <a16:creationId xmlns:a16="http://schemas.microsoft.com/office/drawing/2014/main" id="{D5395E38-3B40-445E-BB10-AFF21D0AC89C}"/>
              </a:ext>
            </a:extLst>
          </p:cNvPr>
          <p:cNvSpPr>
            <a:spLocks noGrp="1"/>
          </p:cNvSpPr>
          <p:nvPr/>
        </p:nvSpPr>
        <p:spPr>
          <a:xfrm>
            <a:off x="657472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13" name="01_find_only_3112">
            <a:extLst>
              <a:ext uri="{FF2B5EF4-FFF2-40B4-BE49-F238E27FC236}">
                <a16:creationId xmlns:a16="http://schemas.microsoft.com/office/drawing/2014/main" id="{B7FAFBA5-45B2-49A9-B076-46D87F6012AD}"/>
              </a:ext>
            </a:extLst>
          </p:cNvPr>
          <p:cNvSpPr>
            <a:spLocks noGrp="1"/>
          </p:cNvSpPr>
          <p:nvPr/>
        </p:nvSpPr>
        <p:spPr>
          <a:xfrm>
            <a:off x="6622132" y="573484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14" name="01_find_only_3113">
            <a:extLst>
              <a:ext uri="{FF2B5EF4-FFF2-40B4-BE49-F238E27FC236}">
                <a16:creationId xmlns:a16="http://schemas.microsoft.com/office/drawing/2014/main" id="{311EF9E5-EEEC-4C68-A605-B7E4EFDA9976}"/>
              </a:ext>
            </a:extLst>
          </p:cNvPr>
          <p:cNvSpPr>
            <a:spLocks noGrp="1"/>
          </p:cNvSpPr>
          <p:nvPr/>
        </p:nvSpPr>
        <p:spPr>
          <a:xfrm>
            <a:off x="6557818" y="570129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15" name="01_find_only_3114">
            <a:extLst>
              <a:ext uri="{FF2B5EF4-FFF2-40B4-BE49-F238E27FC236}">
                <a16:creationId xmlns:a16="http://schemas.microsoft.com/office/drawing/2014/main" id="{F0B0618F-8B26-464A-938A-5142CFD56B05}"/>
              </a:ext>
            </a:extLst>
          </p:cNvPr>
          <p:cNvSpPr>
            <a:spLocks noGrp="1"/>
          </p:cNvSpPr>
          <p:nvPr/>
        </p:nvSpPr>
        <p:spPr>
          <a:xfrm>
            <a:off x="657851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16" name="01_find_only_3115">
            <a:extLst>
              <a:ext uri="{FF2B5EF4-FFF2-40B4-BE49-F238E27FC236}">
                <a16:creationId xmlns:a16="http://schemas.microsoft.com/office/drawing/2014/main" id="{E752508C-9810-4187-AB7B-F54DE052F525}"/>
              </a:ext>
            </a:extLst>
          </p:cNvPr>
          <p:cNvSpPr>
            <a:spLocks noGrp="1"/>
          </p:cNvSpPr>
          <p:nvPr/>
        </p:nvSpPr>
        <p:spPr>
          <a:xfrm>
            <a:off x="655762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17" name="01_find_only_3116">
            <a:extLst>
              <a:ext uri="{FF2B5EF4-FFF2-40B4-BE49-F238E27FC236}">
                <a16:creationId xmlns:a16="http://schemas.microsoft.com/office/drawing/2014/main" id="{DC49CC06-0971-4DCA-A2B3-C1B7B67539C0}"/>
              </a:ext>
            </a:extLst>
          </p:cNvPr>
          <p:cNvSpPr>
            <a:spLocks noGrp="1"/>
          </p:cNvSpPr>
          <p:nvPr/>
        </p:nvSpPr>
        <p:spPr>
          <a:xfrm>
            <a:off x="661251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18" name="01_find_only_3117">
            <a:extLst>
              <a:ext uri="{FF2B5EF4-FFF2-40B4-BE49-F238E27FC236}">
                <a16:creationId xmlns:a16="http://schemas.microsoft.com/office/drawing/2014/main" id="{F6AFA1C5-0775-4BCF-A871-1B584897A5C5}"/>
              </a:ext>
            </a:extLst>
          </p:cNvPr>
          <p:cNvSpPr>
            <a:spLocks noGrp="1"/>
          </p:cNvSpPr>
          <p:nvPr/>
        </p:nvSpPr>
        <p:spPr>
          <a:xfrm>
            <a:off x="657073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19" name="01_find_only_3118">
            <a:extLst>
              <a:ext uri="{FF2B5EF4-FFF2-40B4-BE49-F238E27FC236}">
                <a16:creationId xmlns:a16="http://schemas.microsoft.com/office/drawing/2014/main" id="{8BF7C4D7-C80D-40FE-87A4-09C280DBABE4}"/>
              </a:ext>
            </a:extLst>
          </p:cNvPr>
          <p:cNvSpPr>
            <a:spLocks noGrp="1"/>
          </p:cNvSpPr>
          <p:nvPr/>
        </p:nvSpPr>
        <p:spPr>
          <a:xfrm>
            <a:off x="659988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20" name="01_find_only_3119">
            <a:extLst>
              <a:ext uri="{FF2B5EF4-FFF2-40B4-BE49-F238E27FC236}">
                <a16:creationId xmlns:a16="http://schemas.microsoft.com/office/drawing/2014/main" id="{3B1B36A5-D23D-4FD3-9A5A-F61F702DD5D6}"/>
              </a:ext>
            </a:extLst>
          </p:cNvPr>
          <p:cNvSpPr>
            <a:spLocks noGrp="1"/>
          </p:cNvSpPr>
          <p:nvPr/>
        </p:nvSpPr>
        <p:spPr>
          <a:xfrm>
            <a:off x="658958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21" name="01_find_only_3120">
            <a:extLst>
              <a:ext uri="{FF2B5EF4-FFF2-40B4-BE49-F238E27FC236}">
                <a16:creationId xmlns:a16="http://schemas.microsoft.com/office/drawing/2014/main" id="{E85975E2-E516-409F-81EB-F3AB24E6B663}"/>
              </a:ext>
            </a:extLst>
          </p:cNvPr>
          <p:cNvSpPr>
            <a:spLocks noGrp="1"/>
          </p:cNvSpPr>
          <p:nvPr/>
        </p:nvSpPr>
        <p:spPr>
          <a:xfrm>
            <a:off x="6579968" y="626529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22" name="01_find_only_3121">
            <a:extLst>
              <a:ext uri="{FF2B5EF4-FFF2-40B4-BE49-F238E27FC236}">
                <a16:creationId xmlns:a16="http://schemas.microsoft.com/office/drawing/2014/main" id="{33442844-D358-4957-B445-5AD9626CF3CB}"/>
              </a:ext>
            </a:extLst>
          </p:cNvPr>
          <p:cNvSpPr>
            <a:spLocks noGrp="1"/>
          </p:cNvSpPr>
          <p:nvPr/>
        </p:nvSpPr>
        <p:spPr>
          <a:xfrm>
            <a:off x="6557332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23" name="01_find_only_3122">
            <a:extLst>
              <a:ext uri="{FF2B5EF4-FFF2-40B4-BE49-F238E27FC236}">
                <a16:creationId xmlns:a16="http://schemas.microsoft.com/office/drawing/2014/main" id="{F68792CE-1782-499E-88C8-58E1FA7B5CDF}"/>
              </a:ext>
            </a:extLst>
          </p:cNvPr>
          <p:cNvSpPr>
            <a:spLocks noGrp="1"/>
          </p:cNvSpPr>
          <p:nvPr/>
        </p:nvSpPr>
        <p:spPr>
          <a:xfrm>
            <a:off x="664457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24" name="01_find_only_3123">
            <a:extLst>
              <a:ext uri="{FF2B5EF4-FFF2-40B4-BE49-F238E27FC236}">
                <a16:creationId xmlns:a16="http://schemas.microsoft.com/office/drawing/2014/main" id="{C232F8A9-E7B0-4E5F-AB0B-AA715A501D19}"/>
              </a:ext>
            </a:extLst>
          </p:cNvPr>
          <p:cNvSpPr>
            <a:spLocks noGrp="1"/>
          </p:cNvSpPr>
          <p:nvPr/>
        </p:nvSpPr>
        <p:spPr>
          <a:xfrm>
            <a:off x="655869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25" name="01_find_only_3124">
            <a:extLst>
              <a:ext uri="{FF2B5EF4-FFF2-40B4-BE49-F238E27FC236}">
                <a16:creationId xmlns:a16="http://schemas.microsoft.com/office/drawing/2014/main" id="{42040AD0-818A-4362-8BF4-E99842B44386}"/>
              </a:ext>
            </a:extLst>
          </p:cNvPr>
          <p:cNvSpPr>
            <a:spLocks noGrp="1"/>
          </p:cNvSpPr>
          <p:nvPr/>
        </p:nvSpPr>
        <p:spPr>
          <a:xfrm>
            <a:off x="663738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26" name="01_find_only_3125">
            <a:extLst>
              <a:ext uri="{FF2B5EF4-FFF2-40B4-BE49-F238E27FC236}">
                <a16:creationId xmlns:a16="http://schemas.microsoft.com/office/drawing/2014/main" id="{B07AC510-1EA4-4B18-8799-362DC6AA5C03}"/>
              </a:ext>
            </a:extLst>
          </p:cNvPr>
          <p:cNvSpPr>
            <a:spLocks noGrp="1"/>
          </p:cNvSpPr>
          <p:nvPr/>
        </p:nvSpPr>
        <p:spPr>
          <a:xfrm>
            <a:off x="659104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27" name="01_find_only_3126">
            <a:extLst>
              <a:ext uri="{FF2B5EF4-FFF2-40B4-BE49-F238E27FC236}">
                <a16:creationId xmlns:a16="http://schemas.microsoft.com/office/drawing/2014/main" id="{881FD039-D222-46FB-878A-AA4072BA31D5}"/>
              </a:ext>
            </a:extLst>
          </p:cNvPr>
          <p:cNvSpPr>
            <a:spLocks noGrp="1"/>
          </p:cNvSpPr>
          <p:nvPr/>
        </p:nvSpPr>
        <p:spPr>
          <a:xfrm>
            <a:off x="664855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28" name="01_find_only_3127">
            <a:extLst>
              <a:ext uri="{FF2B5EF4-FFF2-40B4-BE49-F238E27FC236}">
                <a16:creationId xmlns:a16="http://schemas.microsoft.com/office/drawing/2014/main" id="{ECF7D76C-D177-474E-AB96-08ECE192CB02}"/>
              </a:ext>
            </a:extLst>
          </p:cNvPr>
          <p:cNvSpPr>
            <a:spLocks noGrp="1"/>
          </p:cNvSpPr>
          <p:nvPr/>
        </p:nvSpPr>
        <p:spPr>
          <a:xfrm>
            <a:off x="6618149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29" name="01_find_only_3128">
            <a:extLst>
              <a:ext uri="{FF2B5EF4-FFF2-40B4-BE49-F238E27FC236}">
                <a16:creationId xmlns:a16="http://schemas.microsoft.com/office/drawing/2014/main" id="{AD4C5854-B05B-43C7-A104-A72E1C9EBBF7}"/>
              </a:ext>
            </a:extLst>
          </p:cNvPr>
          <p:cNvSpPr>
            <a:spLocks noGrp="1"/>
          </p:cNvSpPr>
          <p:nvPr/>
        </p:nvSpPr>
        <p:spPr>
          <a:xfrm>
            <a:off x="662475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30" name="01_find_only_3129">
            <a:extLst>
              <a:ext uri="{FF2B5EF4-FFF2-40B4-BE49-F238E27FC236}">
                <a16:creationId xmlns:a16="http://schemas.microsoft.com/office/drawing/2014/main" id="{8D968DEC-2081-4344-934E-43552E8C0E5A}"/>
              </a:ext>
            </a:extLst>
          </p:cNvPr>
          <p:cNvSpPr>
            <a:spLocks noGrp="1"/>
          </p:cNvSpPr>
          <p:nvPr/>
        </p:nvSpPr>
        <p:spPr>
          <a:xfrm>
            <a:off x="6582105" y="592959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31" name="01_find_only_3130">
            <a:extLst>
              <a:ext uri="{FF2B5EF4-FFF2-40B4-BE49-F238E27FC236}">
                <a16:creationId xmlns:a16="http://schemas.microsoft.com/office/drawing/2014/main" id="{A461E21F-0B26-4B03-878A-F1127ACFFCFD}"/>
              </a:ext>
            </a:extLst>
          </p:cNvPr>
          <p:cNvSpPr>
            <a:spLocks noGrp="1"/>
          </p:cNvSpPr>
          <p:nvPr/>
        </p:nvSpPr>
        <p:spPr>
          <a:xfrm>
            <a:off x="6643117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32" name="01_find_only_3131">
            <a:extLst>
              <a:ext uri="{FF2B5EF4-FFF2-40B4-BE49-F238E27FC236}">
                <a16:creationId xmlns:a16="http://schemas.microsoft.com/office/drawing/2014/main" id="{0D4EE349-1099-4102-B8C3-D59B96C88AD9}"/>
              </a:ext>
            </a:extLst>
          </p:cNvPr>
          <p:cNvSpPr>
            <a:spLocks noGrp="1"/>
          </p:cNvSpPr>
          <p:nvPr/>
        </p:nvSpPr>
        <p:spPr>
          <a:xfrm>
            <a:off x="6624949" y="581870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33" name="01_find_only_3132">
            <a:extLst>
              <a:ext uri="{FF2B5EF4-FFF2-40B4-BE49-F238E27FC236}">
                <a16:creationId xmlns:a16="http://schemas.microsoft.com/office/drawing/2014/main" id="{C73687BE-88A5-428A-8BCF-925C6A10170C}"/>
              </a:ext>
            </a:extLst>
          </p:cNvPr>
          <p:cNvSpPr>
            <a:spLocks noGrp="1"/>
          </p:cNvSpPr>
          <p:nvPr/>
        </p:nvSpPr>
        <p:spPr>
          <a:xfrm>
            <a:off x="656947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34" name="01_find_only_3133">
            <a:extLst>
              <a:ext uri="{FF2B5EF4-FFF2-40B4-BE49-F238E27FC236}">
                <a16:creationId xmlns:a16="http://schemas.microsoft.com/office/drawing/2014/main" id="{395625D9-2C11-4C76-A367-40E940C3C2C2}"/>
              </a:ext>
            </a:extLst>
          </p:cNvPr>
          <p:cNvSpPr>
            <a:spLocks noGrp="1"/>
          </p:cNvSpPr>
          <p:nvPr/>
        </p:nvSpPr>
        <p:spPr>
          <a:xfrm>
            <a:off x="6623298" y="603005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35" name="01_find_only_3134">
            <a:extLst>
              <a:ext uri="{FF2B5EF4-FFF2-40B4-BE49-F238E27FC236}">
                <a16:creationId xmlns:a16="http://schemas.microsoft.com/office/drawing/2014/main" id="{9591194C-450A-4041-A57F-42CC718E322D}"/>
              </a:ext>
            </a:extLst>
          </p:cNvPr>
          <p:cNvSpPr>
            <a:spLocks noGrp="1"/>
          </p:cNvSpPr>
          <p:nvPr/>
        </p:nvSpPr>
        <p:spPr>
          <a:xfrm>
            <a:off x="657443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36" name="01_find_only_3135">
            <a:extLst>
              <a:ext uri="{FF2B5EF4-FFF2-40B4-BE49-F238E27FC236}">
                <a16:creationId xmlns:a16="http://schemas.microsoft.com/office/drawing/2014/main" id="{56476C56-3887-4FDA-B348-950AB935EEE6}"/>
              </a:ext>
            </a:extLst>
          </p:cNvPr>
          <p:cNvSpPr>
            <a:spLocks noGrp="1"/>
          </p:cNvSpPr>
          <p:nvPr/>
        </p:nvSpPr>
        <p:spPr>
          <a:xfrm>
            <a:off x="6582009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37" name="01_find_only_3136">
            <a:extLst>
              <a:ext uri="{FF2B5EF4-FFF2-40B4-BE49-F238E27FC236}">
                <a16:creationId xmlns:a16="http://schemas.microsoft.com/office/drawing/2014/main" id="{598A512F-FF0C-4808-80C7-A003C85E74D3}"/>
              </a:ext>
            </a:extLst>
          </p:cNvPr>
          <p:cNvSpPr>
            <a:spLocks noGrp="1"/>
          </p:cNvSpPr>
          <p:nvPr/>
        </p:nvSpPr>
        <p:spPr>
          <a:xfrm>
            <a:off x="664234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38" name="01_find_only_3137">
            <a:extLst>
              <a:ext uri="{FF2B5EF4-FFF2-40B4-BE49-F238E27FC236}">
                <a16:creationId xmlns:a16="http://schemas.microsoft.com/office/drawing/2014/main" id="{3179D142-9126-4964-8F6F-BD58D2233B5C}"/>
              </a:ext>
            </a:extLst>
          </p:cNvPr>
          <p:cNvSpPr>
            <a:spLocks noGrp="1"/>
          </p:cNvSpPr>
          <p:nvPr/>
        </p:nvSpPr>
        <p:spPr>
          <a:xfrm>
            <a:off x="6583563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39" name="01_find_only_3138">
            <a:extLst>
              <a:ext uri="{FF2B5EF4-FFF2-40B4-BE49-F238E27FC236}">
                <a16:creationId xmlns:a16="http://schemas.microsoft.com/office/drawing/2014/main" id="{41B68D62-D2B4-45A7-90A5-CE57F7F3DD02}"/>
              </a:ext>
            </a:extLst>
          </p:cNvPr>
          <p:cNvSpPr>
            <a:spLocks noGrp="1"/>
          </p:cNvSpPr>
          <p:nvPr/>
        </p:nvSpPr>
        <p:spPr>
          <a:xfrm>
            <a:off x="663689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40" name="01_find_only_3139">
            <a:extLst>
              <a:ext uri="{FF2B5EF4-FFF2-40B4-BE49-F238E27FC236}">
                <a16:creationId xmlns:a16="http://schemas.microsoft.com/office/drawing/2014/main" id="{38ECB4CB-D0A2-43B7-A894-7B394B512F69}"/>
              </a:ext>
            </a:extLst>
          </p:cNvPr>
          <p:cNvSpPr>
            <a:spLocks noGrp="1"/>
          </p:cNvSpPr>
          <p:nvPr/>
        </p:nvSpPr>
        <p:spPr>
          <a:xfrm>
            <a:off x="663767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41" name="01_find_only_3140">
            <a:extLst>
              <a:ext uri="{FF2B5EF4-FFF2-40B4-BE49-F238E27FC236}">
                <a16:creationId xmlns:a16="http://schemas.microsoft.com/office/drawing/2014/main" id="{87F841A8-8A5C-42EC-92A7-945F11AB3A91}"/>
              </a:ext>
            </a:extLst>
          </p:cNvPr>
          <p:cNvSpPr>
            <a:spLocks noGrp="1"/>
          </p:cNvSpPr>
          <p:nvPr/>
        </p:nvSpPr>
        <p:spPr>
          <a:xfrm>
            <a:off x="664020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42" name="01_find_only_3141">
            <a:extLst>
              <a:ext uri="{FF2B5EF4-FFF2-40B4-BE49-F238E27FC236}">
                <a16:creationId xmlns:a16="http://schemas.microsoft.com/office/drawing/2014/main" id="{D5428B91-5499-46C9-A3E5-8DF5FA9772CF}"/>
              </a:ext>
            </a:extLst>
          </p:cNvPr>
          <p:cNvSpPr>
            <a:spLocks noGrp="1"/>
          </p:cNvSpPr>
          <p:nvPr/>
        </p:nvSpPr>
        <p:spPr>
          <a:xfrm>
            <a:off x="6584340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43" name="01_find_only_3142">
            <a:extLst>
              <a:ext uri="{FF2B5EF4-FFF2-40B4-BE49-F238E27FC236}">
                <a16:creationId xmlns:a16="http://schemas.microsoft.com/office/drawing/2014/main" id="{2C8824C6-2D89-4448-9673-F5D0A371046A}"/>
              </a:ext>
            </a:extLst>
          </p:cNvPr>
          <p:cNvSpPr>
            <a:spLocks noGrp="1"/>
          </p:cNvSpPr>
          <p:nvPr/>
        </p:nvSpPr>
        <p:spPr>
          <a:xfrm>
            <a:off x="6569670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44" name="01_find_only_3143">
            <a:extLst>
              <a:ext uri="{FF2B5EF4-FFF2-40B4-BE49-F238E27FC236}">
                <a16:creationId xmlns:a16="http://schemas.microsoft.com/office/drawing/2014/main" id="{127403EC-0184-47E4-BA56-3308C4004AD0}"/>
              </a:ext>
            </a:extLst>
          </p:cNvPr>
          <p:cNvSpPr>
            <a:spLocks noGrp="1"/>
          </p:cNvSpPr>
          <p:nvPr/>
        </p:nvSpPr>
        <p:spPr>
          <a:xfrm>
            <a:off x="662621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45" name="01_find_only_3144">
            <a:extLst>
              <a:ext uri="{FF2B5EF4-FFF2-40B4-BE49-F238E27FC236}">
                <a16:creationId xmlns:a16="http://schemas.microsoft.com/office/drawing/2014/main" id="{077DD4D4-F7FD-40B4-A5C9-536230ABB158}"/>
              </a:ext>
            </a:extLst>
          </p:cNvPr>
          <p:cNvSpPr>
            <a:spLocks noGrp="1"/>
          </p:cNvSpPr>
          <p:nvPr/>
        </p:nvSpPr>
        <p:spPr>
          <a:xfrm>
            <a:off x="656510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46" name="01_find_only_3145">
            <a:extLst>
              <a:ext uri="{FF2B5EF4-FFF2-40B4-BE49-F238E27FC236}">
                <a16:creationId xmlns:a16="http://schemas.microsoft.com/office/drawing/2014/main" id="{740878FF-A1E5-44BB-B823-6B60EDA8F74E}"/>
              </a:ext>
            </a:extLst>
          </p:cNvPr>
          <p:cNvSpPr>
            <a:spLocks noGrp="1"/>
          </p:cNvSpPr>
          <p:nvPr/>
        </p:nvSpPr>
        <p:spPr>
          <a:xfrm>
            <a:off x="657122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47" name="01_find_only_3146">
            <a:extLst>
              <a:ext uri="{FF2B5EF4-FFF2-40B4-BE49-F238E27FC236}">
                <a16:creationId xmlns:a16="http://schemas.microsoft.com/office/drawing/2014/main" id="{E3F0129A-208C-47E7-83EB-F05C3FD065AB}"/>
              </a:ext>
            </a:extLst>
          </p:cNvPr>
          <p:cNvSpPr>
            <a:spLocks noGrp="1"/>
          </p:cNvSpPr>
          <p:nvPr/>
        </p:nvSpPr>
        <p:spPr>
          <a:xfrm>
            <a:off x="6628641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48" name="01_find_only_3147">
            <a:extLst>
              <a:ext uri="{FF2B5EF4-FFF2-40B4-BE49-F238E27FC236}">
                <a16:creationId xmlns:a16="http://schemas.microsoft.com/office/drawing/2014/main" id="{033B7FEF-3E46-4865-8294-0E180C6F5625}"/>
              </a:ext>
            </a:extLst>
          </p:cNvPr>
          <p:cNvSpPr>
            <a:spLocks noGrp="1"/>
          </p:cNvSpPr>
          <p:nvPr/>
        </p:nvSpPr>
        <p:spPr>
          <a:xfrm>
            <a:off x="656597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49" name="01_find_only_3148">
            <a:extLst>
              <a:ext uri="{FF2B5EF4-FFF2-40B4-BE49-F238E27FC236}">
                <a16:creationId xmlns:a16="http://schemas.microsoft.com/office/drawing/2014/main" id="{D1AD7DC4-7B50-4059-B218-4B15C94CA5EF}"/>
              </a:ext>
            </a:extLst>
          </p:cNvPr>
          <p:cNvSpPr>
            <a:spLocks noGrp="1"/>
          </p:cNvSpPr>
          <p:nvPr/>
        </p:nvSpPr>
        <p:spPr>
          <a:xfrm>
            <a:off x="664729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50" name="01_find_only_3149">
            <a:extLst>
              <a:ext uri="{FF2B5EF4-FFF2-40B4-BE49-F238E27FC236}">
                <a16:creationId xmlns:a16="http://schemas.microsoft.com/office/drawing/2014/main" id="{85539ED2-5A3E-4B03-9BC9-BF6A269408CA}"/>
              </a:ext>
            </a:extLst>
          </p:cNvPr>
          <p:cNvSpPr>
            <a:spLocks noGrp="1"/>
          </p:cNvSpPr>
          <p:nvPr/>
        </p:nvSpPr>
        <p:spPr>
          <a:xfrm>
            <a:off x="663243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51" name="01_find_only_3150">
            <a:extLst>
              <a:ext uri="{FF2B5EF4-FFF2-40B4-BE49-F238E27FC236}">
                <a16:creationId xmlns:a16="http://schemas.microsoft.com/office/drawing/2014/main" id="{63FC34BB-5322-4CE6-8100-28AEF5237E61}"/>
              </a:ext>
            </a:extLst>
          </p:cNvPr>
          <p:cNvSpPr>
            <a:spLocks noGrp="1"/>
          </p:cNvSpPr>
          <p:nvPr/>
        </p:nvSpPr>
        <p:spPr>
          <a:xfrm>
            <a:off x="659726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52" name="01_find_only_3151">
            <a:extLst>
              <a:ext uri="{FF2B5EF4-FFF2-40B4-BE49-F238E27FC236}">
                <a16:creationId xmlns:a16="http://schemas.microsoft.com/office/drawing/2014/main" id="{4E67F5F3-AA50-45B5-A8B8-C153B985BD00}"/>
              </a:ext>
            </a:extLst>
          </p:cNvPr>
          <p:cNvSpPr>
            <a:spLocks noGrp="1"/>
          </p:cNvSpPr>
          <p:nvPr/>
        </p:nvSpPr>
        <p:spPr>
          <a:xfrm>
            <a:off x="658084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53" name="01_find_only_3152">
            <a:extLst>
              <a:ext uri="{FF2B5EF4-FFF2-40B4-BE49-F238E27FC236}">
                <a16:creationId xmlns:a16="http://schemas.microsoft.com/office/drawing/2014/main" id="{8FA3365B-E929-4ED0-863A-9B41D1974951}"/>
              </a:ext>
            </a:extLst>
          </p:cNvPr>
          <p:cNvSpPr>
            <a:spLocks noGrp="1"/>
          </p:cNvSpPr>
          <p:nvPr/>
        </p:nvSpPr>
        <p:spPr>
          <a:xfrm>
            <a:off x="6650015" y="573484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54" name="01_find_only_3153">
            <a:extLst>
              <a:ext uri="{FF2B5EF4-FFF2-40B4-BE49-F238E27FC236}">
                <a16:creationId xmlns:a16="http://schemas.microsoft.com/office/drawing/2014/main" id="{80CBA614-56CA-4156-998A-0B0A0CF770F0}"/>
              </a:ext>
            </a:extLst>
          </p:cNvPr>
          <p:cNvSpPr>
            <a:spLocks noGrp="1"/>
          </p:cNvSpPr>
          <p:nvPr/>
        </p:nvSpPr>
        <p:spPr>
          <a:xfrm>
            <a:off x="661474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55" name="01_find_only_3154">
            <a:extLst>
              <a:ext uri="{FF2B5EF4-FFF2-40B4-BE49-F238E27FC236}">
                <a16:creationId xmlns:a16="http://schemas.microsoft.com/office/drawing/2014/main" id="{37754F6D-CA37-43A5-A711-EE38E03C725B}"/>
              </a:ext>
            </a:extLst>
          </p:cNvPr>
          <p:cNvSpPr>
            <a:spLocks noGrp="1"/>
          </p:cNvSpPr>
          <p:nvPr/>
        </p:nvSpPr>
        <p:spPr>
          <a:xfrm>
            <a:off x="663689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56" name="01_find_only_3155">
            <a:extLst>
              <a:ext uri="{FF2B5EF4-FFF2-40B4-BE49-F238E27FC236}">
                <a16:creationId xmlns:a16="http://schemas.microsoft.com/office/drawing/2014/main" id="{A258425F-0D4D-4F5A-9177-4D8BD056EB8E}"/>
              </a:ext>
            </a:extLst>
          </p:cNvPr>
          <p:cNvSpPr>
            <a:spLocks noGrp="1"/>
          </p:cNvSpPr>
          <p:nvPr/>
        </p:nvSpPr>
        <p:spPr>
          <a:xfrm>
            <a:off x="6568796" y="577174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57" name="01_find_only_3156">
            <a:extLst>
              <a:ext uri="{FF2B5EF4-FFF2-40B4-BE49-F238E27FC236}">
                <a16:creationId xmlns:a16="http://schemas.microsoft.com/office/drawing/2014/main" id="{4FE3F7A5-721E-4D98-86E3-1046D9232E8C}"/>
              </a:ext>
            </a:extLst>
          </p:cNvPr>
          <p:cNvSpPr>
            <a:spLocks noGrp="1"/>
          </p:cNvSpPr>
          <p:nvPr/>
        </p:nvSpPr>
        <p:spPr>
          <a:xfrm>
            <a:off x="659619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58" name="01_find_only_3157">
            <a:extLst>
              <a:ext uri="{FF2B5EF4-FFF2-40B4-BE49-F238E27FC236}">
                <a16:creationId xmlns:a16="http://schemas.microsoft.com/office/drawing/2014/main" id="{BC81A8A2-1942-4B4F-BE1B-F95CC26B28D3}"/>
              </a:ext>
            </a:extLst>
          </p:cNvPr>
          <p:cNvSpPr>
            <a:spLocks noGrp="1"/>
          </p:cNvSpPr>
          <p:nvPr/>
        </p:nvSpPr>
        <p:spPr>
          <a:xfrm>
            <a:off x="663087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59" name="01_find_only_3158">
            <a:extLst>
              <a:ext uri="{FF2B5EF4-FFF2-40B4-BE49-F238E27FC236}">
                <a16:creationId xmlns:a16="http://schemas.microsoft.com/office/drawing/2014/main" id="{B0708F1F-F455-425F-B01E-53D254D5D904}"/>
              </a:ext>
            </a:extLst>
          </p:cNvPr>
          <p:cNvSpPr>
            <a:spLocks noGrp="1"/>
          </p:cNvSpPr>
          <p:nvPr/>
        </p:nvSpPr>
        <p:spPr>
          <a:xfrm>
            <a:off x="661678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60" name="01_find_only_3159">
            <a:extLst>
              <a:ext uri="{FF2B5EF4-FFF2-40B4-BE49-F238E27FC236}">
                <a16:creationId xmlns:a16="http://schemas.microsoft.com/office/drawing/2014/main" id="{B4B03522-1445-4EC6-888E-A6F933FAAD24}"/>
              </a:ext>
            </a:extLst>
          </p:cNvPr>
          <p:cNvSpPr>
            <a:spLocks noGrp="1"/>
          </p:cNvSpPr>
          <p:nvPr/>
        </p:nvSpPr>
        <p:spPr>
          <a:xfrm>
            <a:off x="6645254" y="5664114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61" name="01_find_only_3160">
            <a:extLst>
              <a:ext uri="{FF2B5EF4-FFF2-40B4-BE49-F238E27FC236}">
                <a16:creationId xmlns:a16="http://schemas.microsoft.com/office/drawing/2014/main" id="{EB07773A-30EF-4D19-BAE5-038341296193}"/>
              </a:ext>
            </a:extLst>
          </p:cNvPr>
          <p:cNvSpPr>
            <a:spLocks noGrp="1"/>
          </p:cNvSpPr>
          <p:nvPr/>
        </p:nvSpPr>
        <p:spPr>
          <a:xfrm>
            <a:off x="655509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62" name="01_find_only_3161">
            <a:extLst>
              <a:ext uri="{FF2B5EF4-FFF2-40B4-BE49-F238E27FC236}">
                <a16:creationId xmlns:a16="http://schemas.microsoft.com/office/drawing/2014/main" id="{0C3FFA6F-6662-4C97-80AE-BF7BCE2CAD17}"/>
              </a:ext>
            </a:extLst>
          </p:cNvPr>
          <p:cNvSpPr>
            <a:spLocks noGrp="1"/>
          </p:cNvSpPr>
          <p:nvPr/>
        </p:nvSpPr>
        <p:spPr>
          <a:xfrm>
            <a:off x="659512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63" name="01_find_only_3162">
            <a:extLst>
              <a:ext uri="{FF2B5EF4-FFF2-40B4-BE49-F238E27FC236}">
                <a16:creationId xmlns:a16="http://schemas.microsoft.com/office/drawing/2014/main" id="{2F725676-B41B-4AD0-9EA9-389481E84902}"/>
              </a:ext>
            </a:extLst>
          </p:cNvPr>
          <p:cNvSpPr>
            <a:spLocks noGrp="1"/>
          </p:cNvSpPr>
          <p:nvPr/>
        </p:nvSpPr>
        <p:spPr>
          <a:xfrm>
            <a:off x="661329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64" name="01_find_only_3163">
            <a:extLst>
              <a:ext uri="{FF2B5EF4-FFF2-40B4-BE49-F238E27FC236}">
                <a16:creationId xmlns:a16="http://schemas.microsoft.com/office/drawing/2014/main" id="{3A7F098E-D6BD-4031-99DB-D793B9E2D262}"/>
              </a:ext>
            </a:extLst>
          </p:cNvPr>
          <p:cNvSpPr>
            <a:spLocks noGrp="1"/>
          </p:cNvSpPr>
          <p:nvPr/>
        </p:nvSpPr>
        <p:spPr>
          <a:xfrm>
            <a:off x="658307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65" name="01_find_only_3164">
            <a:extLst>
              <a:ext uri="{FF2B5EF4-FFF2-40B4-BE49-F238E27FC236}">
                <a16:creationId xmlns:a16="http://schemas.microsoft.com/office/drawing/2014/main" id="{E75142AE-F862-40C8-84C5-279AC08A708C}"/>
              </a:ext>
            </a:extLst>
          </p:cNvPr>
          <p:cNvSpPr>
            <a:spLocks noGrp="1"/>
          </p:cNvSpPr>
          <p:nvPr/>
        </p:nvSpPr>
        <p:spPr>
          <a:xfrm>
            <a:off x="660483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66" name="01_find_only_3165">
            <a:extLst>
              <a:ext uri="{FF2B5EF4-FFF2-40B4-BE49-F238E27FC236}">
                <a16:creationId xmlns:a16="http://schemas.microsoft.com/office/drawing/2014/main" id="{56F4E653-9827-42A1-AD42-B0ED7CE45BCA}"/>
              </a:ext>
            </a:extLst>
          </p:cNvPr>
          <p:cNvSpPr>
            <a:spLocks noGrp="1"/>
          </p:cNvSpPr>
          <p:nvPr/>
        </p:nvSpPr>
        <p:spPr>
          <a:xfrm>
            <a:off x="6592597" y="60731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67" name="01_find_only_3166">
            <a:extLst>
              <a:ext uri="{FF2B5EF4-FFF2-40B4-BE49-F238E27FC236}">
                <a16:creationId xmlns:a16="http://schemas.microsoft.com/office/drawing/2014/main" id="{44DED19A-3961-4B5B-8603-BDAA97345010}"/>
              </a:ext>
            </a:extLst>
          </p:cNvPr>
          <p:cNvSpPr>
            <a:spLocks noGrp="1"/>
          </p:cNvSpPr>
          <p:nvPr/>
        </p:nvSpPr>
        <p:spPr>
          <a:xfrm>
            <a:off x="6634567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68" name="01_find_only_3167">
            <a:extLst>
              <a:ext uri="{FF2B5EF4-FFF2-40B4-BE49-F238E27FC236}">
                <a16:creationId xmlns:a16="http://schemas.microsoft.com/office/drawing/2014/main" id="{BD5D2E12-8D6F-4877-9193-392C3A85507D}"/>
              </a:ext>
            </a:extLst>
          </p:cNvPr>
          <p:cNvSpPr>
            <a:spLocks noGrp="1"/>
          </p:cNvSpPr>
          <p:nvPr/>
        </p:nvSpPr>
        <p:spPr>
          <a:xfrm>
            <a:off x="656578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69" name="01_find_only_3168">
            <a:extLst>
              <a:ext uri="{FF2B5EF4-FFF2-40B4-BE49-F238E27FC236}">
                <a16:creationId xmlns:a16="http://schemas.microsoft.com/office/drawing/2014/main" id="{ADAE03AE-4D51-4E7D-8466-E9ECE9BF156E}"/>
              </a:ext>
            </a:extLst>
          </p:cNvPr>
          <p:cNvSpPr>
            <a:spLocks noGrp="1"/>
          </p:cNvSpPr>
          <p:nvPr/>
        </p:nvSpPr>
        <p:spPr>
          <a:xfrm>
            <a:off x="657025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70" name="01_find_only_3169">
            <a:extLst>
              <a:ext uri="{FF2B5EF4-FFF2-40B4-BE49-F238E27FC236}">
                <a16:creationId xmlns:a16="http://schemas.microsoft.com/office/drawing/2014/main" id="{D3959F03-7AEB-4511-B7B2-DA0312B22F75}"/>
              </a:ext>
            </a:extLst>
          </p:cNvPr>
          <p:cNvSpPr>
            <a:spLocks noGrp="1"/>
          </p:cNvSpPr>
          <p:nvPr/>
        </p:nvSpPr>
        <p:spPr>
          <a:xfrm>
            <a:off x="6610668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71" name="01_find_only_3170">
            <a:extLst>
              <a:ext uri="{FF2B5EF4-FFF2-40B4-BE49-F238E27FC236}">
                <a16:creationId xmlns:a16="http://schemas.microsoft.com/office/drawing/2014/main" id="{FF499691-CC74-4307-BCC9-723FF4CC53FC}"/>
              </a:ext>
            </a:extLst>
          </p:cNvPr>
          <p:cNvSpPr>
            <a:spLocks noGrp="1"/>
          </p:cNvSpPr>
          <p:nvPr/>
        </p:nvSpPr>
        <p:spPr>
          <a:xfrm>
            <a:off x="660979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72" name="01_find_only_3171">
            <a:extLst>
              <a:ext uri="{FF2B5EF4-FFF2-40B4-BE49-F238E27FC236}">
                <a16:creationId xmlns:a16="http://schemas.microsoft.com/office/drawing/2014/main" id="{FD3822D8-2905-453D-8AA7-D78C2508C9D9}"/>
              </a:ext>
            </a:extLst>
          </p:cNvPr>
          <p:cNvSpPr>
            <a:spLocks noGrp="1"/>
          </p:cNvSpPr>
          <p:nvPr/>
        </p:nvSpPr>
        <p:spPr>
          <a:xfrm>
            <a:off x="664136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73" name="01_find_only_3172">
            <a:extLst>
              <a:ext uri="{FF2B5EF4-FFF2-40B4-BE49-F238E27FC236}">
                <a16:creationId xmlns:a16="http://schemas.microsoft.com/office/drawing/2014/main" id="{EFD444F9-F246-46D1-A7C7-6719D8196586}"/>
              </a:ext>
            </a:extLst>
          </p:cNvPr>
          <p:cNvSpPr>
            <a:spLocks noGrp="1"/>
          </p:cNvSpPr>
          <p:nvPr/>
        </p:nvSpPr>
        <p:spPr>
          <a:xfrm>
            <a:off x="662669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74" name="01_find_only_3173">
            <a:extLst>
              <a:ext uri="{FF2B5EF4-FFF2-40B4-BE49-F238E27FC236}">
                <a16:creationId xmlns:a16="http://schemas.microsoft.com/office/drawing/2014/main" id="{D87BEDB0-FC8A-49B9-907D-C067AFB9A0FF}"/>
              </a:ext>
            </a:extLst>
          </p:cNvPr>
          <p:cNvSpPr>
            <a:spLocks noGrp="1"/>
          </p:cNvSpPr>
          <p:nvPr/>
        </p:nvSpPr>
        <p:spPr>
          <a:xfrm>
            <a:off x="658084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75" name="01_find_only_3174">
            <a:extLst>
              <a:ext uri="{FF2B5EF4-FFF2-40B4-BE49-F238E27FC236}">
                <a16:creationId xmlns:a16="http://schemas.microsoft.com/office/drawing/2014/main" id="{3AC4D54B-2BC6-40F3-897C-912D66882583}"/>
              </a:ext>
            </a:extLst>
          </p:cNvPr>
          <p:cNvSpPr>
            <a:spLocks noGrp="1"/>
          </p:cNvSpPr>
          <p:nvPr/>
        </p:nvSpPr>
        <p:spPr>
          <a:xfrm>
            <a:off x="662864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76" name="01_find_only_3175">
            <a:extLst>
              <a:ext uri="{FF2B5EF4-FFF2-40B4-BE49-F238E27FC236}">
                <a16:creationId xmlns:a16="http://schemas.microsoft.com/office/drawing/2014/main" id="{226C36DF-3D63-4AD6-B8A1-29A36B586885}"/>
              </a:ext>
            </a:extLst>
          </p:cNvPr>
          <p:cNvSpPr>
            <a:spLocks noGrp="1"/>
          </p:cNvSpPr>
          <p:nvPr/>
        </p:nvSpPr>
        <p:spPr>
          <a:xfrm>
            <a:off x="6620772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77" name="01_find_only_3176">
            <a:extLst>
              <a:ext uri="{FF2B5EF4-FFF2-40B4-BE49-F238E27FC236}">
                <a16:creationId xmlns:a16="http://schemas.microsoft.com/office/drawing/2014/main" id="{51D631D1-28B0-40ED-85E6-15192E89C8E8}"/>
              </a:ext>
            </a:extLst>
          </p:cNvPr>
          <p:cNvSpPr>
            <a:spLocks noGrp="1"/>
          </p:cNvSpPr>
          <p:nvPr/>
        </p:nvSpPr>
        <p:spPr>
          <a:xfrm>
            <a:off x="662494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78" name="01_find_only_3177">
            <a:extLst>
              <a:ext uri="{FF2B5EF4-FFF2-40B4-BE49-F238E27FC236}">
                <a16:creationId xmlns:a16="http://schemas.microsoft.com/office/drawing/2014/main" id="{D254A86D-BEB3-4041-89B2-3769FF248E82}"/>
              </a:ext>
            </a:extLst>
          </p:cNvPr>
          <p:cNvSpPr>
            <a:spLocks noGrp="1"/>
          </p:cNvSpPr>
          <p:nvPr/>
        </p:nvSpPr>
        <p:spPr>
          <a:xfrm>
            <a:off x="660658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79" name="01_find_only_3178">
            <a:extLst>
              <a:ext uri="{FF2B5EF4-FFF2-40B4-BE49-F238E27FC236}">
                <a16:creationId xmlns:a16="http://schemas.microsoft.com/office/drawing/2014/main" id="{F880A925-D00A-4583-9B82-CCF6BAC2A350}"/>
              </a:ext>
            </a:extLst>
          </p:cNvPr>
          <p:cNvSpPr>
            <a:spLocks noGrp="1"/>
          </p:cNvSpPr>
          <p:nvPr/>
        </p:nvSpPr>
        <p:spPr>
          <a:xfrm>
            <a:off x="655616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80" name="01_find_only_3179">
            <a:extLst>
              <a:ext uri="{FF2B5EF4-FFF2-40B4-BE49-F238E27FC236}">
                <a16:creationId xmlns:a16="http://schemas.microsoft.com/office/drawing/2014/main" id="{5ACCFEEC-9A11-4AEC-AD47-D61D35F187FE}"/>
              </a:ext>
            </a:extLst>
          </p:cNvPr>
          <p:cNvSpPr>
            <a:spLocks noGrp="1"/>
          </p:cNvSpPr>
          <p:nvPr/>
        </p:nvSpPr>
        <p:spPr>
          <a:xfrm>
            <a:off x="6621161" y="608966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81" name="01_find_only_3180">
            <a:extLst>
              <a:ext uri="{FF2B5EF4-FFF2-40B4-BE49-F238E27FC236}">
                <a16:creationId xmlns:a16="http://schemas.microsoft.com/office/drawing/2014/main" id="{FA5E3B47-BDD1-40D9-86D7-EA331080A832}"/>
              </a:ext>
            </a:extLst>
          </p:cNvPr>
          <p:cNvSpPr>
            <a:spLocks noGrp="1"/>
          </p:cNvSpPr>
          <p:nvPr/>
        </p:nvSpPr>
        <p:spPr>
          <a:xfrm>
            <a:off x="6633984" y="600135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82" name="01_find_only_3181">
            <a:extLst>
              <a:ext uri="{FF2B5EF4-FFF2-40B4-BE49-F238E27FC236}">
                <a16:creationId xmlns:a16="http://schemas.microsoft.com/office/drawing/2014/main" id="{AAFBBFC3-581B-4938-9EC7-2AEA46A30BB7}"/>
              </a:ext>
            </a:extLst>
          </p:cNvPr>
          <p:cNvSpPr>
            <a:spLocks noGrp="1"/>
          </p:cNvSpPr>
          <p:nvPr/>
        </p:nvSpPr>
        <p:spPr>
          <a:xfrm>
            <a:off x="657229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83" name="01_find_only_3182">
            <a:extLst>
              <a:ext uri="{FF2B5EF4-FFF2-40B4-BE49-F238E27FC236}">
                <a16:creationId xmlns:a16="http://schemas.microsoft.com/office/drawing/2014/main" id="{9A974A55-EAEE-4CC6-9B55-A3AE3CBFDF37}"/>
              </a:ext>
            </a:extLst>
          </p:cNvPr>
          <p:cNvSpPr>
            <a:spLocks noGrp="1"/>
          </p:cNvSpPr>
          <p:nvPr/>
        </p:nvSpPr>
        <p:spPr>
          <a:xfrm>
            <a:off x="656500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84" name="01_find_only_3183">
            <a:extLst>
              <a:ext uri="{FF2B5EF4-FFF2-40B4-BE49-F238E27FC236}">
                <a16:creationId xmlns:a16="http://schemas.microsoft.com/office/drawing/2014/main" id="{0536BABC-F17D-4B6D-92B9-886CC5B18F88}"/>
              </a:ext>
            </a:extLst>
          </p:cNvPr>
          <p:cNvSpPr>
            <a:spLocks noGrp="1"/>
          </p:cNvSpPr>
          <p:nvPr/>
        </p:nvSpPr>
        <p:spPr>
          <a:xfrm>
            <a:off x="6620966" y="58040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85" name="01_find_only_3184">
            <a:extLst>
              <a:ext uri="{FF2B5EF4-FFF2-40B4-BE49-F238E27FC236}">
                <a16:creationId xmlns:a16="http://schemas.microsoft.com/office/drawing/2014/main" id="{5073F513-1CCC-4FCE-9A9F-CDE9C24B943A}"/>
              </a:ext>
            </a:extLst>
          </p:cNvPr>
          <p:cNvSpPr>
            <a:spLocks noGrp="1"/>
          </p:cNvSpPr>
          <p:nvPr/>
        </p:nvSpPr>
        <p:spPr>
          <a:xfrm>
            <a:off x="6646031" y="59193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86" name="01_find_only_3185">
            <a:extLst>
              <a:ext uri="{FF2B5EF4-FFF2-40B4-BE49-F238E27FC236}">
                <a16:creationId xmlns:a16="http://schemas.microsoft.com/office/drawing/2014/main" id="{9573A9C6-271E-4042-8093-051C838EB90A}"/>
              </a:ext>
            </a:extLst>
          </p:cNvPr>
          <p:cNvSpPr>
            <a:spLocks noGrp="1"/>
          </p:cNvSpPr>
          <p:nvPr/>
        </p:nvSpPr>
        <p:spPr>
          <a:xfrm>
            <a:off x="665020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87" name="01_find_only_3186">
            <a:extLst>
              <a:ext uri="{FF2B5EF4-FFF2-40B4-BE49-F238E27FC236}">
                <a16:creationId xmlns:a16="http://schemas.microsoft.com/office/drawing/2014/main" id="{07DAAFAA-E9CC-4213-BD14-34340AE9C70B}"/>
              </a:ext>
            </a:extLst>
          </p:cNvPr>
          <p:cNvSpPr>
            <a:spLocks noGrp="1"/>
          </p:cNvSpPr>
          <p:nvPr/>
        </p:nvSpPr>
        <p:spPr>
          <a:xfrm>
            <a:off x="659016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88" name="01_find_only_3187">
            <a:extLst>
              <a:ext uri="{FF2B5EF4-FFF2-40B4-BE49-F238E27FC236}">
                <a16:creationId xmlns:a16="http://schemas.microsoft.com/office/drawing/2014/main" id="{524126CA-2A04-4BB1-87A4-D4DF053A8689}"/>
              </a:ext>
            </a:extLst>
          </p:cNvPr>
          <p:cNvSpPr>
            <a:spLocks noGrp="1"/>
          </p:cNvSpPr>
          <p:nvPr/>
        </p:nvSpPr>
        <p:spPr>
          <a:xfrm>
            <a:off x="662582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89" name="01_find_only_3188">
            <a:extLst>
              <a:ext uri="{FF2B5EF4-FFF2-40B4-BE49-F238E27FC236}">
                <a16:creationId xmlns:a16="http://schemas.microsoft.com/office/drawing/2014/main" id="{814E5FB6-02AA-4151-B2C5-E002AE229242}"/>
              </a:ext>
            </a:extLst>
          </p:cNvPr>
          <p:cNvSpPr>
            <a:spLocks noGrp="1"/>
          </p:cNvSpPr>
          <p:nvPr/>
        </p:nvSpPr>
        <p:spPr>
          <a:xfrm>
            <a:off x="663320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90" name="01_find_only_3189">
            <a:extLst>
              <a:ext uri="{FF2B5EF4-FFF2-40B4-BE49-F238E27FC236}">
                <a16:creationId xmlns:a16="http://schemas.microsoft.com/office/drawing/2014/main" id="{F7252DBD-77EA-4491-ACCB-5D3866E2D315}"/>
              </a:ext>
            </a:extLst>
          </p:cNvPr>
          <p:cNvSpPr>
            <a:spLocks noGrp="1"/>
          </p:cNvSpPr>
          <p:nvPr/>
        </p:nvSpPr>
        <p:spPr>
          <a:xfrm>
            <a:off x="664496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91" name="01_find_only_3190">
            <a:extLst>
              <a:ext uri="{FF2B5EF4-FFF2-40B4-BE49-F238E27FC236}">
                <a16:creationId xmlns:a16="http://schemas.microsoft.com/office/drawing/2014/main" id="{FBDAC2F7-AB01-470B-88F8-C90A7768D3AF}"/>
              </a:ext>
            </a:extLst>
          </p:cNvPr>
          <p:cNvSpPr>
            <a:spLocks noGrp="1"/>
          </p:cNvSpPr>
          <p:nvPr/>
        </p:nvSpPr>
        <p:spPr>
          <a:xfrm>
            <a:off x="663466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92" name="01_find_only_3191">
            <a:extLst>
              <a:ext uri="{FF2B5EF4-FFF2-40B4-BE49-F238E27FC236}">
                <a16:creationId xmlns:a16="http://schemas.microsoft.com/office/drawing/2014/main" id="{F1B404F2-0FAD-4D52-953B-136017D55381}"/>
              </a:ext>
            </a:extLst>
          </p:cNvPr>
          <p:cNvSpPr>
            <a:spLocks noGrp="1"/>
          </p:cNvSpPr>
          <p:nvPr/>
        </p:nvSpPr>
        <p:spPr>
          <a:xfrm>
            <a:off x="661999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93" name="01_find_only_3192">
            <a:extLst>
              <a:ext uri="{FF2B5EF4-FFF2-40B4-BE49-F238E27FC236}">
                <a16:creationId xmlns:a16="http://schemas.microsoft.com/office/drawing/2014/main" id="{73E45B88-20F5-4430-AD8F-72209D63CE7E}"/>
              </a:ext>
            </a:extLst>
          </p:cNvPr>
          <p:cNvSpPr>
            <a:spLocks noGrp="1"/>
          </p:cNvSpPr>
          <p:nvPr/>
        </p:nvSpPr>
        <p:spPr>
          <a:xfrm>
            <a:off x="656044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94" name="01_find_only_3193">
            <a:extLst>
              <a:ext uri="{FF2B5EF4-FFF2-40B4-BE49-F238E27FC236}">
                <a16:creationId xmlns:a16="http://schemas.microsoft.com/office/drawing/2014/main" id="{5C341F27-0A48-454D-B3E7-0E7093470E8C}"/>
              </a:ext>
            </a:extLst>
          </p:cNvPr>
          <p:cNvSpPr>
            <a:spLocks noGrp="1"/>
          </p:cNvSpPr>
          <p:nvPr/>
        </p:nvSpPr>
        <p:spPr>
          <a:xfrm>
            <a:off x="656986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95" name="01_find_only_3194">
            <a:extLst>
              <a:ext uri="{FF2B5EF4-FFF2-40B4-BE49-F238E27FC236}">
                <a16:creationId xmlns:a16="http://schemas.microsoft.com/office/drawing/2014/main" id="{BC324F41-952D-4AFF-85D0-1F968DD52B55}"/>
              </a:ext>
            </a:extLst>
          </p:cNvPr>
          <p:cNvSpPr>
            <a:spLocks noGrp="1"/>
          </p:cNvSpPr>
          <p:nvPr/>
        </p:nvSpPr>
        <p:spPr>
          <a:xfrm>
            <a:off x="662096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96" name="01_find_only_3195">
            <a:extLst>
              <a:ext uri="{FF2B5EF4-FFF2-40B4-BE49-F238E27FC236}">
                <a16:creationId xmlns:a16="http://schemas.microsoft.com/office/drawing/2014/main" id="{DADE0A25-F1A3-4A0C-89EC-221D769CF445}"/>
              </a:ext>
            </a:extLst>
          </p:cNvPr>
          <p:cNvSpPr>
            <a:spLocks noGrp="1"/>
          </p:cNvSpPr>
          <p:nvPr/>
        </p:nvSpPr>
        <p:spPr>
          <a:xfrm>
            <a:off x="661115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97" name="01_find_only_3196">
            <a:extLst>
              <a:ext uri="{FF2B5EF4-FFF2-40B4-BE49-F238E27FC236}">
                <a16:creationId xmlns:a16="http://schemas.microsoft.com/office/drawing/2014/main" id="{B785DA01-CDC0-4053-BCE7-99CB7B644C3C}"/>
              </a:ext>
            </a:extLst>
          </p:cNvPr>
          <p:cNvSpPr>
            <a:spLocks noGrp="1"/>
          </p:cNvSpPr>
          <p:nvPr/>
        </p:nvSpPr>
        <p:spPr>
          <a:xfrm>
            <a:off x="657394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98" name="01_find_only_3197">
            <a:extLst>
              <a:ext uri="{FF2B5EF4-FFF2-40B4-BE49-F238E27FC236}">
                <a16:creationId xmlns:a16="http://schemas.microsoft.com/office/drawing/2014/main" id="{8DE9D597-FE8E-4028-9107-6308196E0B63}"/>
              </a:ext>
            </a:extLst>
          </p:cNvPr>
          <p:cNvSpPr>
            <a:spLocks noGrp="1"/>
          </p:cNvSpPr>
          <p:nvPr/>
        </p:nvSpPr>
        <p:spPr>
          <a:xfrm>
            <a:off x="659152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199" name="01_find_only_3198">
            <a:extLst>
              <a:ext uri="{FF2B5EF4-FFF2-40B4-BE49-F238E27FC236}">
                <a16:creationId xmlns:a16="http://schemas.microsoft.com/office/drawing/2014/main" id="{0DC8AC97-1A99-4482-80B0-61BC92F62DE5}"/>
              </a:ext>
            </a:extLst>
          </p:cNvPr>
          <p:cNvSpPr>
            <a:spLocks noGrp="1"/>
          </p:cNvSpPr>
          <p:nvPr/>
        </p:nvSpPr>
        <p:spPr>
          <a:xfrm>
            <a:off x="655713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00" name="01_find_only_3199">
            <a:extLst>
              <a:ext uri="{FF2B5EF4-FFF2-40B4-BE49-F238E27FC236}">
                <a16:creationId xmlns:a16="http://schemas.microsoft.com/office/drawing/2014/main" id="{BC19C384-9CEF-42A5-9764-DE871798A946}"/>
              </a:ext>
            </a:extLst>
          </p:cNvPr>
          <p:cNvSpPr>
            <a:spLocks noGrp="1"/>
          </p:cNvSpPr>
          <p:nvPr/>
        </p:nvSpPr>
        <p:spPr>
          <a:xfrm>
            <a:off x="682945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01" name="01_find_only_3200">
            <a:extLst>
              <a:ext uri="{FF2B5EF4-FFF2-40B4-BE49-F238E27FC236}">
                <a16:creationId xmlns:a16="http://schemas.microsoft.com/office/drawing/2014/main" id="{79DF0239-DF50-492B-890E-2E327C4D60AD}"/>
              </a:ext>
            </a:extLst>
          </p:cNvPr>
          <p:cNvSpPr>
            <a:spLocks noGrp="1"/>
          </p:cNvSpPr>
          <p:nvPr/>
        </p:nvSpPr>
        <p:spPr>
          <a:xfrm>
            <a:off x="6891635" y="560947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02" name="01_find_only_3201">
            <a:extLst>
              <a:ext uri="{FF2B5EF4-FFF2-40B4-BE49-F238E27FC236}">
                <a16:creationId xmlns:a16="http://schemas.microsoft.com/office/drawing/2014/main" id="{8E112472-C3B8-43B9-A285-E232FCED4EDB}"/>
              </a:ext>
            </a:extLst>
          </p:cNvPr>
          <p:cNvSpPr>
            <a:spLocks noGrp="1"/>
          </p:cNvSpPr>
          <p:nvPr/>
        </p:nvSpPr>
        <p:spPr>
          <a:xfrm>
            <a:off x="680905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03" name="01_find_only_3202">
            <a:extLst>
              <a:ext uri="{FF2B5EF4-FFF2-40B4-BE49-F238E27FC236}">
                <a16:creationId xmlns:a16="http://schemas.microsoft.com/office/drawing/2014/main" id="{17B7FD20-3C94-4819-BE7A-1AA54AE129D4}"/>
              </a:ext>
            </a:extLst>
          </p:cNvPr>
          <p:cNvSpPr>
            <a:spLocks noGrp="1"/>
          </p:cNvSpPr>
          <p:nvPr/>
        </p:nvSpPr>
        <p:spPr>
          <a:xfrm>
            <a:off x="688386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04" name="01_find_only_3203">
            <a:extLst>
              <a:ext uri="{FF2B5EF4-FFF2-40B4-BE49-F238E27FC236}">
                <a16:creationId xmlns:a16="http://schemas.microsoft.com/office/drawing/2014/main" id="{FC2229AC-2B0A-4053-8203-A614F1288815}"/>
              </a:ext>
            </a:extLst>
          </p:cNvPr>
          <p:cNvSpPr>
            <a:spLocks noGrp="1"/>
          </p:cNvSpPr>
          <p:nvPr/>
        </p:nvSpPr>
        <p:spPr>
          <a:xfrm>
            <a:off x="684529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05" name="01_find_only_3204">
            <a:extLst>
              <a:ext uri="{FF2B5EF4-FFF2-40B4-BE49-F238E27FC236}">
                <a16:creationId xmlns:a16="http://schemas.microsoft.com/office/drawing/2014/main" id="{6D874FB7-14E0-4B29-A85D-30A0DF9798BA}"/>
              </a:ext>
            </a:extLst>
          </p:cNvPr>
          <p:cNvSpPr>
            <a:spLocks noGrp="1"/>
          </p:cNvSpPr>
          <p:nvPr/>
        </p:nvSpPr>
        <p:spPr>
          <a:xfrm>
            <a:off x="689853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06" name="01_find_only_3205">
            <a:extLst>
              <a:ext uri="{FF2B5EF4-FFF2-40B4-BE49-F238E27FC236}">
                <a16:creationId xmlns:a16="http://schemas.microsoft.com/office/drawing/2014/main" id="{B3F0865D-5D19-4C39-825B-1C5F08512630}"/>
              </a:ext>
            </a:extLst>
          </p:cNvPr>
          <p:cNvSpPr>
            <a:spLocks noGrp="1"/>
          </p:cNvSpPr>
          <p:nvPr/>
        </p:nvSpPr>
        <p:spPr>
          <a:xfrm>
            <a:off x="682936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07" name="01_find_only_3206">
            <a:extLst>
              <a:ext uri="{FF2B5EF4-FFF2-40B4-BE49-F238E27FC236}">
                <a16:creationId xmlns:a16="http://schemas.microsoft.com/office/drawing/2014/main" id="{E4CDCA47-98F1-4DD2-85A8-54968A131820}"/>
              </a:ext>
            </a:extLst>
          </p:cNvPr>
          <p:cNvSpPr>
            <a:spLocks noGrp="1"/>
          </p:cNvSpPr>
          <p:nvPr/>
        </p:nvSpPr>
        <p:spPr>
          <a:xfrm>
            <a:off x="687677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08" name="01_find_only_3207">
            <a:extLst>
              <a:ext uri="{FF2B5EF4-FFF2-40B4-BE49-F238E27FC236}">
                <a16:creationId xmlns:a16="http://schemas.microsoft.com/office/drawing/2014/main" id="{F9003BE4-AEEF-4324-9C10-589ADB5E2B89}"/>
              </a:ext>
            </a:extLst>
          </p:cNvPr>
          <p:cNvSpPr>
            <a:spLocks noGrp="1"/>
          </p:cNvSpPr>
          <p:nvPr/>
        </p:nvSpPr>
        <p:spPr>
          <a:xfrm>
            <a:off x="6812457" y="523164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09" name="01_find_only_3208">
            <a:extLst>
              <a:ext uri="{FF2B5EF4-FFF2-40B4-BE49-F238E27FC236}">
                <a16:creationId xmlns:a16="http://schemas.microsoft.com/office/drawing/2014/main" id="{B0F8E822-B158-4641-9CD0-A2FC9C6D6386}"/>
              </a:ext>
            </a:extLst>
          </p:cNvPr>
          <p:cNvSpPr>
            <a:spLocks noGrp="1"/>
          </p:cNvSpPr>
          <p:nvPr/>
        </p:nvSpPr>
        <p:spPr>
          <a:xfrm>
            <a:off x="683315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10" name="01_find_only_3209">
            <a:extLst>
              <a:ext uri="{FF2B5EF4-FFF2-40B4-BE49-F238E27FC236}">
                <a16:creationId xmlns:a16="http://schemas.microsoft.com/office/drawing/2014/main" id="{46FA5A01-15B0-46F1-8796-853A5B04035D}"/>
              </a:ext>
            </a:extLst>
          </p:cNvPr>
          <p:cNvSpPr>
            <a:spLocks noGrp="1"/>
          </p:cNvSpPr>
          <p:nvPr/>
        </p:nvSpPr>
        <p:spPr>
          <a:xfrm>
            <a:off x="681226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11" name="01_find_only_3210">
            <a:extLst>
              <a:ext uri="{FF2B5EF4-FFF2-40B4-BE49-F238E27FC236}">
                <a16:creationId xmlns:a16="http://schemas.microsoft.com/office/drawing/2014/main" id="{BBE2851A-61C5-4518-A5E7-96FF17C6D2E2}"/>
              </a:ext>
            </a:extLst>
          </p:cNvPr>
          <p:cNvSpPr>
            <a:spLocks noGrp="1"/>
          </p:cNvSpPr>
          <p:nvPr/>
        </p:nvSpPr>
        <p:spPr>
          <a:xfrm>
            <a:off x="686715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12" name="01_find_only_3211">
            <a:extLst>
              <a:ext uri="{FF2B5EF4-FFF2-40B4-BE49-F238E27FC236}">
                <a16:creationId xmlns:a16="http://schemas.microsoft.com/office/drawing/2014/main" id="{4A79AAF9-4ACC-4BA9-ADFE-4253199281EF}"/>
              </a:ext>
            </a:extLst>
          </p:cNvPr>
          <p:cNvSpPr>
            <a:spLocks noGrp="1"/>
          </p:cNvSpPr>
          <p:nvPr/>
        </p:nvSpPr>
        <p:spPr>
          <a:xfrm>
            <a:off x="682537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13" name="01_find_only_3212">
            <a:extLst>
              <a:ext uri="{FF2B5EF4-FFF2-40B4-BE49-F238E27FC236}">
                <a16:creationId xmlns:a16="http://schemas.microsoft.com/office/drawing/2014/main" id="{CB3ACC61-E48B-4CBD-8BF1-CF068ABA3DA3}"/>
              </a:ext>
            </a:extLst>
          </p:cNvPr>
          <p:cNvSpPr>
            <a:spLocks noGrp="1"/>
          </p:cNvSpPr>
          <p:nvPr/>
        </p:nvSpPr>
        <p:spPr>
          <a:xfrm>
            <a:off x="685452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14" name="01_find_only_3213">
            <a:extLst>
              <a:ext uri="{FF2B5EF4-FFF2-40B4-BE49-F238E27FC236}">
                <a16:creationId xmlns:a16="http://schemas.microsoft.com/office/drawing/2014/main" id="{3A8A76A7-54CF-4AB4-8F43-E5646C465830}"/>
              </a:ext>
            </a:extLst>
          </p:cNvPr>
          <p:cNvSpPr>
            <a:spLocks noGrp="1"/>
          </p:cNvSpPr>
          <p:nvPr/>
        </p:nvSpPr>
        <p:spPr>
          <a:xfrm>
            <a:off x="684422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15" name="01_find_only_3214">
            <a:extLst>
              <a:ext uri="{FF2B5EF4-FFF2-40B4-BE49-F238E27FC236}">
                <a16:creationId xmlns:a16="http://schemas.microsoft.com/office/drawing/2014/main" id="{3EAB45C1-FD2C-4327-A1A0-6C91A9B4A438}"/>
              </a:ext>
            </a:extLst>
          </p:cNvPr>
          <p:cNvSpPr>
            <a:spLocks noGrp="1"/>
          </p:cNvSpPr>
          <p:nvPr/>
        </p:nvSpPr>
        <p:spPr>
          <a:xfrm>
            <a:off x="6834607" y="626529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16" name="01_find_only_3215">
            <a:extLst>
              <a:ext uri="{FF2B5EF4-FFF2-40B4-BE49-F238E27FC236}">
                <a16:creationId xmlns:a16="http://schemas.microsoft.com/office/drawing/2014/main" id="{DEAD1560-B296-483F-BFC5-CC896F07DED1}"/>
              </a:ext>
            </a:extLst>
          </p:cNvPr>
          <p:cNvSpPr>
            <a:spLocks noGrp="1"/>
          </p:cNvSpPr>
          <p:nvPr/>
        </p:nvSpPr>
        <p:spPr>
          <a:xfrm>
            <a:off x="681197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17" name="01_find_only_3216">
            <a:extLst>
              <a:ext uri="{FF2B5EF4-FFF2-40B4-BE49-F238E27FC236}">
                <a16:creationId xmlns:a16="http://schemas.microsoft.com/office/drawing/2014/main" id="{C88BF02A-6632-4A2D-9D78-816C731B5286}"/>
              </a:ext>
            </a:extLst>
          </p:cNvPr>
          <p:cNvSpPr>
            <a:spLocks noGrp="1"/>
          </p:cNvSpPr>
          <p:nvPr/>
        </p:nvSpPr>
        <p:spPr>
          <a:xfrm>
            <a:off x="689921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18" name="01_find_only_3217">
            <a:extLst>
              <a:ext uri="{FF2B5EF4-FFF2-40B4-BE49-F238E27FC236}">
                <a16:creationId xmlns:a16="http://schemas.microsoft.com/office/drawing/2014/main" id="{7F4F70C6-CBC7-45BB-A5A3-C07C443C5413}"/>
              </a:ext>
            </a:extLst>
          </p:cNvPr>
          <p:cNvSpPr>
            <a:spLocks noGrp="1"/>
          </p:cNvSpPr>
          <p:nvPr/>
        </p:nvSpPr>
        <p:spPr>
          <a:xfrm>
            <a:off x="6813331" y="612691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19" name="01_find_only_3218">
            <a:extLst>
              <a:ext uri="{FF2B5EF4-FFF2-40B4-BE49-F238E27FC236}">
                <a16:creationId xmlns:a16="http://schemas.microsoft.com/office/drawing/2014/main" id="{78CCBE1D-6156-42A0-889E-20BAA7CD13D9}"/>
              </a:ext>
            </a:extLst>
          </p:cNvPr>
          <p:cNvSpPr>
            <a:spLocks noGrp="1"/>
          </p:cNvSpPr>
          <p:nvPr/>
        </p:nvSpPr>
        <p:spPr>
          <a:xfrm>
            <a:off x="689202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20" name="01_find_only_3219">
            <a:extLst>
              <a:ext uri="{FF2B5EF4-FFF2-40B4-BE49-F238E27FC236}">
                <a16:creationId xmlns:a16="http://schemas.microsoft.com/office/drawing/2014/main" id="{A782DF5B-6265-446F-B632-AD70423393FC}"/>
              </a:ext>
            </a:extLst>
          </p:cNvPr>
          <p:cNvSpPr>
            <a:spLocks noGrp="1"/>
          </p:cNvSpPr>
          <p:nvPr/>
        </p:nvSpPr>
        <p:spPr>
          <a:xfrm>
            <a:off x="684568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21" name="01_find_only_3220">
            <a:extLst>
              <a:ext uri="{FF2B5EF4-FFF2-40B4-BE49-F238E27FC236}">
                <a16:creationId xmlns:a16="http://schemas.microsoft.com/office/drawing/2014/main" id="{E179E44D-9D7C-45DD-8692-1382813499D3}"/>
              </a:ext>
            </a:extLst>
          </p:cNvPr>
          <p:cNvSpPr>
            <a:spLocks noGrp="1"/>
          </p:cNvSpPr>
          <p:nvPr/>
        </p:nvSpPr>
        <p:spPr>
          <a:xfrm>
            <a:off x="6903196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22" name="01_find_only_3221">
            <a:extLst>
              <a:ext uri="{FF2B5EF4-FFF2-40B4-BE49-F238E27FC236}">
                <a16:creationId xmlns:a16="http://schemas.microsoft.com/office/drawing/2014/main" id="{F8A76141-3734-4770-8371-05D838EFEB1C}"/>
              </a:ext>
            </a:extLst>
          </p:cNvPr>
          <p:cNvSpPr>
            <a:spLocks noGrp="1"/>
          </p:cNvSpPr>
          <p:nvPr/>
        </p:nvSpPr>
        <p:spPr>
          <a:xfrm>
            <a:off x="687278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23" name="01_find_only_3222">
            <a:extLst>
              <a:ext uri="{FF2B5EF4-FFF2-40B4-BE49-F238E27FC236}">
                <a16:creationId xmlns:a16="http://schemas.microsoft.com/office/drawing/2014/main" id="{964FEE2B-99F6-4B9A-9906-396851B455F5}"/>
              </a:ext>
            </a:extLst>
          </p:cNvPr>
          <p:cNvSpPr>
            <a:spLocks noGrp="1"/>
          </p:cNvSpPr>
          <p:nvPr/>
        </p:nvSpPr>
        <p:spPr>
          <a:xfrm>
            <a:off x="687939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24" name="01_find_only_3223">
            <a:extLst>
              <a:ext uri="{FF2B5EF4-FFF2-40B4-BE49-F238E27FC236}">
                <a16:creationId xmlns:a16="http://schemas.microsoft.com/office/drawing/2014/main" id="{06BB1798-DF14-4C07-A907-E5547CD1E7FB}"/>
              </a:ext>
            </a:extLst>
          </p:cNvPr>
          <p:cNvSpPr>
            <a:spLocks noGrp="1"/>
          </p:cNvSpPr>
          <p:nvPr/>
        </p:nvSpPr>
        <p:spPr>
          <a:xfrm>
            <a:off x="6836744" y="592959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25" name="01_find_only_3224">
            <a:extLst>
              <a:ext uri="{FF2B5EF4-FFF2-40B4-BE49-F238E27FC236}">
                <a16:creationId xmlns:a16="http://schemas.microsoft.com/office/drawing/2014/main" id="{10291926-7A4B-4F86-84B7-F81516EF6037}"/>
              </a:ext>
            </a:extLst>
          </p:cNvPr>
          <p:cNvSpPr>
            <a:spLocks noGrp="1"/>
          </p:cNvSpPr>
          <p:nvPr/>
        </p:nvSpPr>
        <p:spPr>
          <a:xfrm>
            <a:off x="6897756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26" name="01_find_only_3225">
            <a:extLst>
              <a:ext uri="{FF2B5EF4-FFF2-40B4-BE49-F238E27FC236}">
                <a16:creationId xmlns:a16="http://schemas.microsoft.com/office/drawing/2014/main" id="{F03F8620-B977-439B-A1A3-85455B16981D}"/>
              </a:ext>
            </a:extLst>
          </p:cNvPr>
          <p:cNvSpPr>
            <a:spLocks noGrp="1"/>
          </p:cNvSpPr>
          <p:nvPr/>
        </p:nvSpPr>
        <p:spPr>
          <a:xfrm>
            <a:off x="6879588" y="534905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27" name="01_find_only_3226">
            <a:extLst>
              <a:ext uri="{FF2B5EF4-FFF2-40B4-BE49-F238E27FC236}">
                <a16:creationId xmlns:a16="http://schemas.microsoft.com/office/drawing/2014/main" id="{28A300A4-2450-4EBC-9534-DB6ED6DEEC5D}"/>
              </a:ext>
            </a:extLst>
          </p:cNvPr>
          <p:cNvSpPr>
            <a:spLocks noGrp="1"/>
          </p:cNvSpPr>
          <p:nvPr/>
        </p:nvSpPr>
        <p:spPr>
          <a:xfrm>
            <a:off x="682411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28" name="01_find_only_3227">
            <a:extLst>
              <a:ext uri="{FF2B5EF4-FFF2-40B4-BE49-F238E27FC236}">
                <a16:creationId xmlns:a16="http://schemas.microsoft.com/office/drawing/2014/main" id="{57DABE9D-43F6-4471-B0C6-134585B4AF10}"/>
              </a:ext>
            </a:extLst>
          </p:cNvPr>
          <p:cNvSpPr>
            <a:spLocks noGrp="1"/>
          </p:cNvSpPr>
          <p:nvPr/>
        </p:nvSpPr>
        <p:spPr>
          <a:xfrm>
            <a:off x="6877937" y="603005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29" name="01_find_only_3228">
            <a:extLst>
              <a:ext uri="{FF2B5EF4-FFF2-40B4-BE49-F238E27FC236}">
                <a16:creationId xmlns:a16="http://schemas.microsoft.com/office/drawing/2014/main" id="{75CE490D-8F51-4494-B1AF-E0FE59B74A41}"/>
              </a:ext>
            </a:extLst>
          </p:cNvPr>
          <p:cNvSpPr>
            <a:spLocks noGrp="1"/>
          </p:cNvSpPr>
          <p:nvPr/>
        </p:nvSpPr>
        <p:spPr>
          <a:xfrm>
            <a:off x="682907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30" name="01_find_only_3229">
            <a:extLst>
              <a:ext uri="{FF2B5EF4-FFF2-40B4-BE49-F238E27FC236}">
                <a16:creationId xmlns:a16="http://schemas.microsoft.com/office/drawing/2014/main" id="{66FEA30E-DFCC-4BE0-AE29-108D5BB8AECC}"/>
              </a:ext>
            </a:extLst>
          </p:cNvPr>
          <p:cNvSpPr>
            <a:spLocks noGrp="1"/>
          </p:cNvSpPr>
          <p:nvPr/>
        </p:nvSpPr>
        <p:spPr>
          <a:xfrm>
            <a:off x="6836648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31" name="01_find_only_3230">
            <a:extLst>
              <a:ext uri="{FF2B5EF4-FFF2-40B4-BE49-F238E27FC236}">
                <a16:creationId xmlns:a16="http://schemas.microsoft.com/office/drawing/2014/main" id="{CBF58E1A-49BB-4EE6-AA91-5A2DE03DDBB0}"/>
              </a:ext>
            </a:extLst>
          </p:cNvPr>
          <p:cNvSpPr>
            <a:spLocks noGrp="1"/>
          </p:cNvSpPr>
          <p:nvPr/>
        </p:nvSpPr>
        <p:spPr>
          <a:xfrm>
            <a:off x="689697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32" name="01_find_only_3231">
            <a:extLst>
              <a:ext uri="{FF2B5EF4-FFF2-40B4-BE49-F238E27FC236}">
                <a16:creationId xmlns:a16="http://schemas.microsoft.com/office/drawing/2014/main" id="{3DE20E30-2A2A-428A-BD64-2B0D142F3565}"/>
              </a:ext>
            </a:extLst>
          </p:cNvPr>
          <p:cNvSpPr>
            <a:spLocks noGrp="1"/>
          </p:cNvSpPr>
          <p:nvPr/>
        </p:nvSpPr>
        <p:spPr>
          <a:xfrm>
            <a:off x="683820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33" name="01_find_only_3232">
            <a:extLst>
              <a:ext uri="{FF2B5EF4-FFF2-40B4-BE49-F238E27FC236}">
                <a16:creationId xmlns:a16="http://schemas.microsoft.com/office/drawing/2014/main" id="{A3FB7A58-5080-4809-932A-99CEB2349245}"/>
              </a:ext>
            </a:extLst>
          </p:cNvPr>
          <p:cNvSpPr>
            <a:spLocks noGrp="1"/>
          </p:cNvSpPr>
          <p:nvPr/>
        </p:nvSpPr>
        <p:spPr>
          <a:xfrm>
            <a:off x="689153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34" name="01_find_only_3233">
            <a:extLst>
              <a:ext uri="{FF2B5EF4-FFF2-40B4-BE49-F238E27FC236}">
                <a16:creationId xmlns:a16="http://schemas.microsoft.com/office/drawing/2014/main" id="{0E2199D1-EFC2-4064-9250-41CEBA7BAAF7}"/>
              </a:ext>
            </a:extLst>
          </p:cNvPr>
          <p:cNvSpPr>
            <a:spLocks noGrp="1"/>
          </p:cNvSpPr>
          <p:nvPr/>
        </p:nvSpPr>
        <p:spPr>
          <a:xfrm>
            <a:off x="689231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35" name="01_find_only_3234">
            <a:extLst>
              <a:ext uri="{FF2B5EF4-FFF2-40B4-BE49-F238E27FC236}">
                <a16:creationId xmlns:a16="http://schemas.microsoft.com/office/drawing/2014/main" id="{A2637635-C199-4EE1-BCD4-00653160DF25}"/>
              </a:ext>
            </a:extLst>
          </p:cNvPr>
          <p:cNvSpPr>
            <a:spLocks noGrp="1"/>
          </p:cNvSpPr>
          <p:nvPr/>
        </p:nvSpPr>
        <p:spPr>
          <a:xfrm>
            <a:off x="6894841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36" name="01_find_only_3235">
            <a:extLst>
              <a:ext uri="{FF2B5EF4-FFF2-40B4-BE49-F238E27FC236}">
                <a16:creationId xmlns:a16="http://schemas.microsoft.com/office/drawing/2014/main" id="{D1D1C2CD-9BF8-4A7B-9128-8C0E046C40BE}"/>
              </a:ext>
            </a:extLst>
          </p:cNvPr>
          <p:cNvSpPr>
            <a:spLocks noGrp="1"/>
          </p:cNvSpPr>
          <p:nvPr/>
        </p:nvSpPr>
        <p:spPr>
          <a:xfrm>
            <a:off x="6838979" y="55134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37" name="01_find_only_3236">
            <a:extLst>
              <a:ext uri="{FF2B5EF4-FFF2-40B4-BE49-F238E27FC236}">
                <a16:creationId xmlns:a16="http://schemas.microsoft.com/office/drawing/2014/main" id="{5334A3EF-1D96-4DA0-B8D7-B1CD2D4FEE52}"/>
              </a:ext>
            </a:extLst>
          </p:cNvPr>
          <p:cNvSpPr>
            <a:spLocks noGrp="1"/>
          </p:cNvSpPr>
          <p:nvPr/>
        </p:nvSpPr>
        <p:spPr>
          <a:xfrm>
            <a:off x="682430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38" name="01_find_only_3237">
            <a:extLst>
              <a:ext uri="{FF2B5EF4-FFF2-40B4-BE49-F238E27FC236}">
                <a16:creationId xmlns:a16="http://schemas.microsoft.com/office/drawing/2014/main" id="{99E42717-5A0F-4E88-8996-59E1004F31FA}"/>
              </a:ext>
            </a:extLst>
          </p:cNvPr>
          <p:cNvSpPr>
            <a:spLocks noGrp="1"/>
          </p:cNvSpPr>
          <p:nvPr/>
        </p:nvSpPr>
        <p:spPr>
          <a:xfrm>
            <a:off x="688085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39" name="01_find_only_3238">
            <a:extLst>
              <a:ext uri="{FF2B5EF4-FFF2-40B4-BE49-F238E27FC236}">
                <a16:creationId xmlns:a16="http://schemas.microsoft.com/office/drawing/2014/main" id="{DDA0A440-6FCF-4EE0-A4FA-73FE4D8FC49A}"/>
              </a:ext>
            </a:extLst>
          </p:cNvPr>
          <p:cNvSpPr>
            <a:spLocks noGrp="1"/>
          </p:cNvSpPr>
          <p:nvPr/>
        </p:nvSpPr>
        <p:spPr>
          <a:xfrm>
            <a:off x="681974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40" name="01_find_only_3239">
            <a:extLst>
              <a:ext uri="{FF2B5EF4-FFF2-40B4-BE49-F238E27FC236}">
                <a16:creationId xmlns:a16="http://schemas.microsoft.com/office/drawing/2014/main" id="{4206D5E4-B3AB-4C95-BF26-C2CC80DB9BB0}"/>
              </a:ext>
            </a:extLst>
          </p:cNvPr>
          <p:cNvSpPr>
            <a:spLocks noGrp="1"/>
          </p:cNvSpPr>
          <p:nvPr/>
        </p:nvSpPr>
        <p:spPr>
          <a:xfrm>
            <a:off x="682586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41" name="01_find_only_3240">
            <a:extLst>
              <a:ext uri="{FF2B5EF4-FFF2-40B4-BE49-F238E27FC236}">
                <a16:creationId xmlns:a16="http://schemas.microsoft.com/office/drawing/2014/main" id="{CCBDD2E0-80D4-4223-A61C-64E378D3F1F3}"/>
              </a:ext>
            </a:extLst>
          </p:cNvPr>
          <p:cNvSpPr>
            <a:spLocks noGrp="1"/>
          </p:cNvSpPr>
          <p:nvPr/>
        </p:nvSpPr>
        <p:spPr>
          <a:xfrm>
            <a:off x="688328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42" name="01_find_only_3241">
            <a:extLst>
              <a:ext uri="{FF2B5EF4-FFF2-40B4-BE49-F238E27FC236}">
                <a16:creationId xmlns:a16="http://schemas.microsoft.com/office/drawing/2014/main" id="{A1FA1887-D8F6-4250-94AF-63FFA098E2E0}"/>
              </a:ext>
            </a:extLst>
          </p:cNvPr>
          <p:cNvSpPr>
            <a:spLocks noGrp="1"/>
          </p:cNvSpPr>
          <p:nvPr/>
        </p:nvSpPr>
        <p:spPr>
          <a:xfrm>
            <a:off x="682061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43" name="01_find_only_3242">
            <a:extLst>
              <a:ext uri="{FF2B5EF4-FFF2-40B4-BE49-F238E27FC236}">
                <a16:creationId xmlns:a16="http://schemas.microsoft.com/office/drawing/2014/main" id="{7765A37F-13A5-4BC4-8E65-0ABF61044C22}"/>
              </a:ext>
            </a:extLst>
          </p:cNvPr>
          <p:cNvSpPr>
            <a:spLocks noGrp="1"/>
          </p:cNvSpPr>
          <p:nvPr/>
        </p:nvSpPr>
        <p:spPr>
          <a:xfrm>
            <a:off x="690193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44" name="01_find_only_3243">
            <a:extLst>
              <a:ext uri="{FF2B5EF4-FFF2-40B4-BE49-F238E27FC236}">
                <a16:creationId xmlns:a16="http://schemas.microsoft.com/office/drawing/2014/main" id="{539277E3-30E2-4DEB-B130-E0F11165B8D5}"/>
              </a:ext>
            </a:extLst>
          </p:cNvPr>
          <p:cNvSpPr>
            <a:spLocks noGrp="1"/>
          </p:cNvSpPr>
          <p:nvPr/>
        </p:nvSpPr>
        <p:spPr>
          <a:xfrm>
            <a:off x="688706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45" name="01_find_only_3244">
            <a:extLst>
              <a:ext uri="{FF2B5EF4-FFF2-40B4-BE49-F238E27FC236}">
                <a16:creationId xmlns:a16="http://schemas.microsoft.com/office/drawing/2014/main" id="{BD08807B-91F0-4E5E-87C4-C3A9D5D7BDBE}"/>
              </a:ext>
            </a:extLst>
          </p:cNvPr>
          <p:cNvSpPr>
            <a:spLocks noGrp="1"/>
          </p:cNvSpPr>
          <p:nvPr/>
        </p:nvSpPr>
        <p:spPr>
          <a:xfrm>
            <a:off x="685190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46" name="01_find_only_3245">
            <a:extLst>
              <a:ext uri="{FF2B5EF4-FFF2-40B4-BE49-F238E27FC236}">
                <a16:creationId xmlns:a16="http://schemas.microsoft.com/office/drawing/2014/main" id="{F9AF198C-8185-402C-904E-43C7E40564B1}"/>
              </a:ext>
            </a:extLst>
          </p:cNvPr>
          <p:cNvSpPr>
            <a:spLocks noGrp="1"/>
          </p:cNvSpPr>
          <p:nvPr/>
        </p:nvSpPr>
        <p:spPr>
          <a:xfrm>
            <a:off x="683548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47" name="01_find_only_3246">
            <a:extLst>
              <a:ext uri="{FF2B5EF4-FFF2-40B4-BE49-F238E27FC236}">
                <a16:creationId xmlns:a16="http://schemas.microsoft.com/office/drawing/2014/main" id="{8D99EAA9-B70C-4186-BDA2-6DE583EF3BE0}"/>
              </a:ext>
            </a:extLst>
          </p:cNvPr>
          <p:cNvSpPr>
            <a:spLocks noGrp="1"/>
          </p:cNvSpPr>
          <p:nvPr/>
        </p:nvSpPr>
        <p:spPr>
          <a:xfrm>
            <a:off x="6904654" y="536582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48" name="01_find_only_3247">
            <a:extLst>
              <a:ext uri="{FF2B5EF4-FFF2-40B4-BE49-F238E27FC236}">
                <a16:creationId xmlns:a16="http://schemas.microsoft.com/office/drawing/2014/main" id="{6847DEB3-17F5-4D9C-A528-24D72BD3AB2E}"/>
              </a:ext>
            </a:extLst>
          </p:cNvPr>
          <p:cNvSpPr>
            <a:spLocks noGrp="1"/>
          </p:cNvSpPr>
          <p:nvPr/>
        </p:nvSpPr>
        <p:spPr>
          <a:xfrm>
            <a:off x="686938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49" name="01_find_only_3248">
            <a:extLst>
              <a:ext uri="{FF2B5EF4-FFF2-40B4-BE49-F238E27FC236}">
                <a16:creationId xmlns:a16="http://schemas.microsoft.com/office/drawing/2014/main" id="{D3105B0D-E45C-4A73-AA7C-C07900A922B6}"/>
              </a:ext>
            </a:extLst>
          </p:cNvPr>
          <p:cNvSpPr>
            <a:spLocks noGrp="1"/>
          </p:cNvSpPr>
          <p:nvPr/>
        </p:nvSpPr>
        <p:spPr>
          <a:xfrm>
            <a:off x="689153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50" name="01_find_only_3249">
            <a:extLst>
              <a:ext uri="{FF2B5EF4-FFF2-40B4-BE49-F238E27FC236}">
                <a16:creationId xmlns:a16="http://schemas.microsoft.com/office/drawing/2014/main" id="{BF9C200A-5C64-4E9B-953A-482B056637FC}"/>
              </a:ext>
            </a:extLst>
          </p:cNvPr>
          <p:cNvSpPr>
            <a:spLocks noGrp="1"/>
          </p:cNvSpPr>
          <p:nvPr/>
        </p:nvSpPr>
        <p:spPr>
          <a:xfrm>
            <a:off x="6823435" y="55134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51" name="01_find_only_3250">
            <a:extLst>
              <a:ext uri="{FF2B5EF4-FFF2-40B4-BE49-F238E27FC236}">
                <a16:creationId xmlns:a16="http://schemas.microsoft.com/office/drawing/2014/main" id="{371C5803-9501-4C13-8B45-A11FB3AC11D9}"/>
              </a:ext>
            </a:extLst>
          </p:cNvPr>
          <p:cNvSpPr>
            <a:spLocks noGrp="1"/>
          </p:cNvSpPr>
          <p:nvPr/>
        </p:nvSpPr>
        <p:spPr>
          <a:xfrm>
            <a:off x="685083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52" name="01_find_only_3251">
            <a:extLst>
              <a:ext uri="{FF2B5EF4-FFF2-40B4-BE49-F238E27FC236}">
                <a16:creationId xmlns:a16="http://schemas.microsoft.com/office/drawing/2014/main" id="{2F3EF29A-5A7B-4557-AE24-2C2D3A37C61E}"/>
              </a:ext>
            </a:extLst>
          </p:cNvPr>
          <p:cNvSpPr>
            <a:spLocks noGrp="1"/>
          </p:cNvSpPr>
          <p:nvPr/>
        </p:nvSpPr>
        <p:spPr>
          <a:xfrm>
            <a:off x="688551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53" name="01_find_only_3252">
            <a:extLst>
              <a:ext uri="{FF2B5EF4-FFF2-40B4-BE49-F238E27FC236}">
                <a16:creationId xmlns:a16="http://schemas.microsoft.com/office/drawing/2014/main" id="{1C2DE186-B208-4122-9420-F670F1E5D719}"/>
              </a:ext>
            </a:extLst>
          </p:cNvPr>
          <p:cNvSpPr>
            <a:spLocks noGrp="1"/>
          </p:cNvSpPr>
          <p:nvPr/>
        </p:nvSpPr>
        <p:spPr>
          <a:xfrm>
            <a:off x="6871427" y="60731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54" name="01_find_only_3253">
            <a:extLst>
              <a:ext uri="{FF2B5EF4-FFF2-40B4-BE49-F238E27FC236}">
                <a16:creationId xmlns:a16="http://schemas.microsoft.com/office/drawing/2014/main" id="{23284A76-FD5B-43C4-B0C6-0359906831D9}"/>
              </a:ext>
            </a:extLst>
          </p:cNvPr>
          <p:cNvSpPr>
            <a:spLocks noGrp="1"/>
          </p:cNvSpPr>
          <p:nvPr/>
        </p:nvSpPr>
        <p:spPr>
          <a:xfrm>
            <a:off x="6899893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55" name="01_find_only_3254">
            <a:extLst>
              <a:ext uri="{FF2B5EF4-FFF2-40B4-BE49-F238E27FC236}">
                <a16:creationId xmlns:a16="http://schemas.microsoft.com/office/drawing/2014/main" id="{CCD94F39-1C9F-4C1E-A5E9-A6D1AC3BEDBB}"/>
              </a:ext>
            </a:extLst>
          </p:cNvPr>
          <p:cNvSpPr>
            <a:spLocks noGrp="1"/>
          </p:cNvSpPr>
          <p:nvPr/>
        </p:nvSpPr>
        <p:spPr>
          <a:xfrm>
            <a:off x="680973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56" name="01_find_only_3255">
            <a:extLst>
              <a:ext uri="{FF2B5EF4-FFF2-40B4-BE49-F238E27FC236}">
                <a16:creationId xmlns:a16="http://schemas.microsoft.com/office/drawing/2014/main" id="{FB0B4F25-3ED0-417D-ABFB-316661D0478E}"/>
              </a:ext>
            </a:extLst>
          </p:cNvPr>
          <p:cNvSpPr>
            <a:spLocks noGrp="1"/>
          </p:cNvSpPr>
          <p:nvPr/>
        </p:nvSpPr>
        <p:spPr>
          <a:xfrm>
            <a:off x="684976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57" name="01_find_only_3256">
            <a:extLst>
              <a:ext uri="{FF2B5EF4-FFF2-40B4-BE49-F238E27FC236}">
                <a16:creationId xmlns:a16="http://schemas.microsoft.com/office/drawing/2014/main" id="{AAE16791-B2D5-40DC-9045-9FA37D67FE57}"/>
              </a:ext>
            </a:extLst>
          </p:cNvPr>
          <p:cNvSpPr>
            <a:spLocks noGrp="1"/>
          </p:cNvSpPr>
          <p:nvPr/>
        </p:nvSpPr>
        <p:spPr>
          <a:xfrm>
            <a:off x="686793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58" name="01_find_only_3257">
            <a:extLst>
              <a:ext uri="{FF2B5EF4-FFF2-40B4-BE49-F238E27FC236}">
                <a16:creationId xmlns:a16="http://schemas.microsoft.com/office/drawing/2014/main" id="{42CFDB6D-778D-4D9C-A47D-64953A287B84}"/>
              </a:ext>
            </a:extLst>
          </p:cNvPr>
          <p:cNvSpPr>
            <a:spLocks noGrp="1"/>
          </p:cNvSpPr>
          <p:nvPr/>
        </p:nvSpPr>
        <p:spPr>
          <a:xfrm>
            <a:off x="683771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59" name="01_find_only_3258">
            <a:extLst>
              <a:ext uri="{FF2B5EF4-FFF2-40B4-BE49-F238E27FC236}">
                <a16:creationId xmlns:a16="http://schemas.microsoft.com/office/drawing/2014/main" id="{0B2B4801-2E36-4A9D-A45C-04DDD7131604}"/>
              </a:ext>
            </a:extLst>
          </p:cNvPr>
          <p:cNvSpPr>
            <a:spLocks noGrp="1"/>
          </p:cNvSpPr>
          <p:nvPr/>
        </p:nvSpPr>
        <p:spPr>
          <a:xfrm>
            <a:off x="6859477" y="52120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60" name="01_find_only_3259">
            <a:extLst>
              <a:ext uri="{FF2B5EF4-FFF2-40B4-BE49-F238E27FC236}">
                <a16:creationId xmlns:a16="http://schemas.microsoft.com/office/drawing/2014/main" id="{A5EADEF7-B1A0-4A48-8C14-CFBF9762B9AC}"/>
              </a:ext>
            </a:extLst>
          </p:cNvPr>
          <p:cNvSpPr>
            <a:spLocks noGrp="1"/>
          </p:cNvSpPr>
          <p:nvPr/>
        </p:nvSpPr>
        <p:spPr>
          <a:xfrm>
            <a:off x="6847236" y="60731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61" name="01_find_only_3260">
            <a:extLst>
              <a:ext uri="{FF2B5EF4-FFF2-40B4-BE49-F238E27FC236}">
                <a16:creationId xmlns:a16="http://schemas.microsoft.com/office/drawing/2014/main" id="{673CF0E2-2101-413F-B86D-7348CC3BAF28}"/>
              </a:ext>
            </a:extLst>
          </p:cNvPr>
          <p:cNvSpPr>
            <a:spLocks noGrp="1"/>
          </p:cNvSpPr>
          <p:nvPr/>
        </p:nvSpPr>
        <p:spPr>
          <a:xfrm>
            <a:off x="6889206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62" name="01_find_only_3261">
            <a:extLst>
              <a:ext uri="{FF2B5EF4-FFF2-40B4-BE49-F238E27FC236}">
                <a16:creationId xmlns:a16="http://schemas.microsoft.com/office/drawing/2014/main" id="{F28C3B39-9FBB-4DAB-BE61-C6E6382F7014}"/>
              </a:ext>
            </a:extLst>
          </p:cNvPr>
          <p:cNvSpPr>
            <a:spLocks noGrp="1"/>
          </p:cNvSpPr>
          <p:nvPr/>
        </p:nvSpPr>
        <p:spPr>
          <a:xfrm>
            <a:off x="6820423" y="512597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63" name="01_find_only_3262">
            <a:extLst>
              <a:ext uri="{FF2B5EF4-FFF2-40B4-BE49-F238E27FC236}">
                <a16:creationId xmlns:a16="http://schemas.microsoft.com/office/drawing/2014/main" id="{1B9F02E9-C887-4701-8BFA-4DE9CBEC1960}"/>
              </a:ext>
            </a:extLst>
          </p:cNvPr>
          <p:cNvSpPr>
            <a:spLocks noGrp="1"/>
          </p:cNvSpPr>
          <p:nvPr/>
        </p:nvSpPr>
        <p:spPr>
          <a:xfrm>
            <a:off x="682489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64" name="01_find_only_3263">
            <a:extLst>
              <a:ext uri="{FF2B5EF4-FFF2-40B4-BE49-F238E27FC236}">
                <a16:creationId xmlns:a16="http://schemas.microsoft.com/office/drawing/2014/main" id="{4A54F420-0BFD-490F-99F1-4BE97867A530}"/>
              </a:ext>
            </a:extLst>
          </p:cNvPr>
          <p:cNvSpPr>
            <a:spLocks noGrp="1"/>
          </p:cNvSpPr>
          <p:nvPr/>
        </p:nvSpPr>
        <p:spPr>
          <a:xfrm>
            <a:off x="686530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65" name="01_find_only_3264">
            <a:extLst>
              <a:ext uri="{FF2B5EF4-FFF2-40B4-BE49-F238E27FC236}">
                <a16:creationId xmlns:a16="http://schemas.microsoft.com/office/drawing/2014/main" id="{B09E7381-E859-4990-8177-E5025328DDA5}"/>
              </a:ext>
            </a:extLst>
          </p:cNvPr>
          <p:cNvSpPr>
            <a:spLocks noGrp="1"/>
          </p:cNvSpPr>
          <p:nvPr/>
        </p:nvSpPr>
        <p:spPr>
          <a:xfrm>
            <a:off x="686443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66" name="01_find_only_3265">
            <a:extLst>
              <a:ext uri="{FF2B5EF4-FFF2-40B4-BE49-F238E27FC236}">
                <a16:creationId xmlns:a16="http://schemas.microsoft.com/office/drawing/2014/main" id="{A6DB6310-4B9B-4DF4-9ED2-1FB52C7B9BBF}"/>
              </a:ext>
            </a:extLst>
          </p:cNvPr>
          <p:cNvSpPr>
            <a:spLocks noGrp="1"/>
          </p:cNvSpPr>
          <p:nvPr/>
        </p:nvSpPr>
        <p:spPr>
          <a:xfrm>
            <a:off x="689600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67" name="01_find_only_3266">
            <a:extLst>
              <a:ext uri="{FF2B5EF4-FFF2-40B4-BE49-F238E27FC236}">
                <a16:creationId xmlns:a16="http://schemas.microsoft.com/office/drawing/2014/main" id="{E058BF08-EEF4-485F-BEA0-EAE73856336F}"/>
              </a:ext>
            </a:extLst>
          </p:cNvPr>
          <p:cNvSpPr>
            <a:spLocks noGrp="1"/>
          </p:cNvSpPr>
          <p:nvPr/>
        </p:nvSpPr>
        <p:spPr>
          <a:xfrm>
            <a:off x="688133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68" name="01_find_only_3267">
            <a:extLst>
              <a:ext uri="{FF2B5EF4-FFF2-40B4-BE49-F238E27FC236}">
                <a16:creationId xmlns:a16="http://schemas.microsoft.com/office/drawing/2014/main" id="{4E42E09B-8021-4739-8941-8378C34ED8E5}"/>
              </a:ext>
            </a:extLst>
          </p:cNvPr>
          <p:cNvSpPr>
            <a:spLocks noGrp="1"/>
          </p:cNvSpPr>
          <p:nvPr/>
        </p:nvSpPr>
        <p:spPr>
          <a:xfrm>
            <a:off x="683548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69" name="01_find_only_3268">
            <a:extLst>
              <a:ext uri="{FF2B5EF4-FFF2-40B4-BE49-F238E27FC236}">
                <a16:creationId xmlns:a16="http://schemas.microsoft.com/office/drawing/2014/main" id="{520EA219-E37B-4924-BA46-687973592089}"/>
              </a:ext>
            </a:extLst>
          </p:cNvPr>
          <p:cNvSpPr>
            <a:spLocks noGrp="1"/>
          </p:cNvSpPr>
          <p:nvPr/>
        </p:nvSpPr>
        <p:spPr>
          <a:xfrm>
            <a:off x="6883280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70" name="01_find_only_3269">
            <a:extLst>
              <a:ext uri="{FF2B5EF4-FFF2-40B4-BE49-F238E27FC236}">
                <a16:creationId xmlns:a16="http://schemas.microsoft.com/office/drawing/2014/main" id="{0C154CFE-4E72-46C3-AC0F-6791BC201819}"/>
              </a:ext>
            </a:extLst>
          </p:cNvPr>
          <p:cNvSpPr>
            <a:spLocks noGrp="1"/>
          </p:cNvSpPr>
          <p:nvPr/>
        </p:nvSpPr>
        <p:spPr>
          <a:xfrm>
            <a:off x="6875411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71" name="01_find_only_3270">
            <a:extLst>
              <a:ext uri="{FF2B5EF4-FFF2-40B4-BE49-F238E27FC236}">
                <a16:creationId xmlns:a16="http://schemas.microsoft.com/office/drawing/2014/main" id="{5BA9DCD2-0BCA-415F-9957-F99BA57F29EB}"/>
              </a:ext>
            </a:extLst>
          </p:cNvPr>
          <p:cNvSpPr>
            <a:spLocks noGrp="1"/>
          </p:cNvSpPr>
          <p:nvPr/>
        </p:nvSpPr>
        <p:spPr>
          <a:xfrm>
            <a:off x="687958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72" name="01_find_only_3271">
            <a:extLst>
              <a:ext uri="{FF2B5EF4-FFF2-40B4-BE49-F238E27FC236}">
                <a16:creationId xmlns:a16="http://schemas.microsoft.com/office/drawing/2014/main" id="{95E39DF9-E30D-42DC-AF32-54DF53ED4A89}"/>
              </a:ext>
            </a:extLst>
          </p:cNvPr>
          <p:cNvSpPr>
            <a:spLocks noGrp="1"/>
          </p:cNvSpPr>
          <p:nvPr/>
        </p:nvSpPr>
        <p:spPr>
          <a:xfrm>
            <a:off x="686122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73" name="01_find_only_3272">
            <a:extLst>
              <a:ext uri="{FF2B5EF4-FFF2-40B4-BE49-F238E27FC236}">
                <a16:creationId xmlns:a16="http://schemas.microsoft.com/office/drawing/2014/main" id="{D4F52A19-CB0D-4E1B-92F2-7D67836B9C4F}"/>
              </a:ext>
            </a:extLst>
          </p:cNvPr>
          <p:cNvSpPr>
            <a:spLocks noGrp="1"/>
          </p:cNvSpPr>
          <p:nvPr/>
        </p:nvSpPr>
        <p:spPr>
          <a:xfrm>
            <a:off x="681080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74" name="01_find_only_3273">
            <a:extLst>
              <a:ext uri="{FF2B5EF4-FFF2-40B4-BE49-F238E27FC236}">
                <a16:creationId xmlns:a16="http://schemas.microsoft.com/office/drawing/2014/main" id="{696C08E7-275E-494E-BC92-A7EACEC7815B}"/>
              </a:ext>
            </a:extLst>
          </p:cNvPr>
          <p:cNvSpPr>
            <a:spLocks noGrp="1"/>
          </p:cNvSpPr>
          <p:nvPr/>
        </p:nvSpPr>
        <p:spPr>
          <a:xfrm>
            <a:off x="6875800" y="603998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75" name="01_find_only_3274">
            <a:extLst>
              <a:ext uri="{FF2B5EF4-FFF2-40B4-BE49-F238E27FC236}">
                <a16:creationId xmlns:a16="http://schemas.microsoft.com/office/drawing/2014/main" id="{0B4260CA-858B-4DF7-B39B-2E82EDAF05BE}"/>
              </a:ext>
            </a:extLst>
          </p:cNvPr>
          <p:cNvSpPr>
            <a:spLocks noGrp="1"/>
          </p:cNvSpPr>
          <p:nvPr/>
        </p:nvSpPr>
        <p:spPr>
          <a:xfrm>
            <a:off x="6888623" y="592959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76" name="01_find_only_3275">
            <a:extLst>
              <a:ext uri="{FF2B5EF4-FFF2-40B4-BE49-F238E27FC236}">
                <a16:creationId xmlns:a16="http://schemas.microsoft.com/office/drawing/2014/main" id="{CF64AD14-C0AE-423C-9802-38B156F2B341}"/>
              </a:ext>
            </a:extLst>
          </p:cNvPr>
          <p:cNvSpPr>
            <a:spLocks noGrp="1"/>
          </p:cNvSpPr>
          <p:nvPr/>
        </p:nvSpPr>
        <p:spPr>
          <a:xfrm>
            <a:off x="682693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77" name="01_find_only_3276">
            <a:extLst>
              <a:ext uri="{FF2B5EF4-FFF2-40B4-BE49-F238E27FC236}">
                <a16:creationId xmlns:a16="http://schemas.microsoft.com/office/drawing/2014/main" id="{6D597D3F-629E-4EE5-A9E5-2BEC867E3540}"/>
              </a:ext>
            </a:extLst>
          </p:cNvPr>
          <p:cNvSpPr>
            <a:spLocks noGrp="1"/>
          </p:cNvSpPr>
          <p:nvPr/>
        </p:nvSpPr>
        <p:spPr>
          <a:xfrm>
            <a:off x="6819646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78" name="01_find_only_3277">
            <a:extLst>
              <a:ext uri="{FF2B5EF4-FFF2-40B4-BE49-F238E27FC236}">
                <a16:creationId xmlns:a16="http://schemas.microsoft.com/office/drawing/2014/main" id="{5972C235-4574-4341-9FA8-908A1AE35804}"/>
              </a:ext>
            </a:extLst>
          </p:cNvPr>
          <p:cNvSpPr>
            <a:spLocks noGrp="1"/>
          </p:cNvSpPr>
          <p:nvPr/>
        </p:nvSpPr>
        <p:spPr>
          <a:xfrm>
            <a:off x="6875605" y="58040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79" name="01_find_only_3278">
            <a:extLst>
              <a:ext uri="{FF2B5EF4-FFF2-40B4-BE49-F238E27FC236}">
                <a16:creationId xmlns:a16="http://schemas.microsoft.com/office/drawing/2014/main" id="{F63324FE-9D80-467E-B7AE-C5D414877C13}"/>
              </a:ext>
            </a:extLst>
          </p:cNvPr>
          <p:cNvSpPr>
            <a:spLocks noGrp="1"/>
          </p:cNvSpPr>
          <p:nvPr/>
        </p:nvSpPr>
        <p:spPr>
          <a:xfrm>
            <a:off x="6900670" y="59193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80" name="01_find_only_3279">
            <a:extLst>
              <a:ext uri="{FF2B5EF4-FFF2-40B4-BE49-F238E27FC236}">
                <a16:creationId xmlns:a16="http://schemas.microsoft.com/office/drawing/2014/main" id="{19192A79-D08D-4FF2-B850-8CF9388C6C02}"/>
              </a:ext>
            </a:extLst>
          </p:cNvPr>
          <p:cNvSpPr>
            <a:spLocks noGrp="1"/>
          </p:cNvSpPr>
          <p:nvPr/>
        </p:nvSpPr>
        <p:spPr>
          <a:xfrm>
            <a:off x="6904848" y="52120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81" name="01_find_only_3280">
            <a:extLst>
              <a:ext uri="{FF2B5EF4-FFF2-40B4-BE49-F238E27FC236}">
                <a16:creationId xmlns:a16="http://schemas.microsoft.com/office/drawing/2014/main" id="{B92A4FE9-8292-4CAE-B58E-F2D5A012B69F}"/>
              </a:ext>
            </a:extLst>
          </p:cNvPr>
          <p:cNvSpPr>
            <a:spLocks noGrp="1"/>
          </p:cNvSpPr>
          <p:nvPr/>
        </p:nvSpPr>
        <p:spPr>
          <a:xfrm>
            <a:off x="684480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82" name="01_find_only_3281">
            <a:extLst>
              <a:ext uri="{FF2B5EF4-FFF2-40B4-BE49-F238E27FC236}">
                <a16:creationId xmlns:a16="http://schemas.microsoft.com/office/drawing/2014/main" id="{B73702E3-549E-4FC6-A833-6C1FCD56B0D6}"/>
              </a:ext>
            </a:extLst>
          </p:cNvPr>
          <p:cNvSpPr>
            <a:spLocks noGrp="1"/>
          </p:cNvSpPr>
          <p:nvPr/>
        </p:nvSpPr>
        <p:spPr>
          <a:xfrm>
            <a:off x="6880463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83" name="01_find_only_3282">
            <a:extLst>
              <a:ext uri="{FF2B5EF4-FFF2-40B4-BE49-F238E27FC236}">
                <a16:creationId xmlns:a16="http://schemas.microsoft.com/office/drawing/2014/main" id="{0D1AD6C2-2EDF-4B23-8161-8F652396B663}"/>
              </a:ext>
            </a:extLst>
          </p:cNvPr>
          <p:cNvSpPr>
            <a:spLocks noGrp="1"/>
          </p:cNvSpPr>
          <p:nvPr/>
        </p:nvSpPr>
        <p:spPr>
          <a:xfrm>
            <a:off x="688784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84" name="01_find_only_3283">
            <a:extLst>
              <a:ext uri="{FF2B5EF4-FFF2-40B4-BE49-F238E27FC236}">
                <a16:creationId xmlns:a16="http://schemas.microsoft.com/office/drawing/2014/main" id="{FFA56A12-A021-4038-A91A-9DC39E8CDCB3}"/>
              </a:ext>
            </a:extLst>
          </p:cNvPr>
          <p:cNvSpPr>
            <a:spLocks noGrp="1"/>
          </p:cNvSpPr>
          <p:nvPr/>
        </p:nvSpPr>
        <p:spPr>
          <a:xfrm>
            <a:off x="689960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85" name="01_find_only_3284">
            <a:extLst>
              <a:ext uri="{FF2B5EF4-FFF2-40B4-BE49-F238E27FC236}">
                <a16:creationId xmlns:a16="http://schemas.microsoft.com/office/drawing/2014/main" id="{33D22702-F03A-4404-8B91-068050C59DBD}"/>
              </a:ext>
            </a:extLst>
          </p:cNvPr>
          <p:cNvSpPr>
            <a:spLocks noGrp="1"/>
          </p:cNvSpPr>
          <p:nvPr/>
        </p:nvSpPr>
        <p:spPr>
          <a:xfrm>
            <a:off x="688930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86" name="01_find_only_3285">
            <a:extLst>
              <a:ext uri="{FF2B5EF4-FFF2-40B4-BE49-F238E27FC236}">
                <a16:creationId xmlns:a16="http://schemas.microsoft.com/office/drawing/2014/main" id="{2C7AA242-D019-4471-B70D-4502CEDC22EF}"/>
              </a:ext>
            </a:extLst>
          </p:cNvPr>
          <p:cNvSpPr>
            <a:spLocks noGrp="1"/>
          </p:cNvSpPr>
          <p:nvPr/>
        </p:nvSpPr>
        <p:spPr>
          <a:xfrm>
            <a:off x="687463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87" name="01_find_only_3286">
            <a:extLst>
              <a:ext uri="{FF2B5EF4-FFF2-40B4-BE49-F238E27FC236}">
                <a16:creationId xmlns:a16="http://schemas.microsoft.com/office/drawing/2014/main" id="{A4BE5A30-026B-43EB-8C52-8580699055B7}"/>
              </a:ext>
            </a:extLst>
          </p:cNvPr>
          <p:cNvSpPr>
            <a:spLocks noGrp="1"/>
          </p:cNvSpPr>
          <p:nvPr/>
        </p:nvSpPr>
        <p:spPr>
          <a:xfrm>
            <a:off x="681508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88" name="01_find_only_3287">
            <a:extLst>
              <a:ext uri="{FF2B5EF4-FFF2-40B4-BE49-F238E27FC236}">
                <a16:creationId xmlns:a16="http://schemas.microsoft.com/office/drawing/2014/main" id="{86DB60E2-BD00-4032-85D9-138F7132200D}"/>
              </a:ext>
            </a:extLst>
          </p:cNvPr>
          <p:cNvSpPr>
            <a:spLocks noGrp="1"/>
          </p:cNvSpPr>
          <p:nvPr/>
        </p:nvSpPr>
        <p:spPr>
          <a:xfrm>
            <a:off x="682450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89" name="01_find_only_3288">
            <a:extLst>
              <a:ext uri="{FF2B5EF4-FFF2-40B4-BE49-F238E27FC236}">
                <a16:creationId xmlns:a16="http://schemas.microsoft.com/office/drawing/2014/main" id="{BBAD18E6-9273-4CED-8F23-49A906C6FA53}"/>
              </a:ext>
            </a:extLst>
          </p:cNvPr>
          <p:cNvSpPr>
            <a:spLocks noGrp="1"/>
          </p:cNvSpPr>
          <p:nvPr/>
        </p:nvSpPr>
        <p:spPr>
          <a:xfrm>
            <a:off x="687560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90" name="01_find_only_3289">
            <a:extLst>
              <a:ext uri="{FF2B5EF4-FFF2-40B4-BE49-F238E27FC236}">
                <a16:creationId xmlns:a16="http://schemas.microsoft.com/office/drawing/2014/main" id="{53C35E46-F356-403C-A732-415FAD55EA7C}"/>
              </a:ext>
            </a:extLst>
          </p:cNvPr>
          <p:cNvSpPr>
            <a:spLocks noGrp="1"/>
          </p:cNvSpPr>
          <p:nvPr/>
        </p:nvSpPr>
        <p:spPr>
          <a:xfrm>
            <a:off x="686579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91" name="01_find_only_3290">
            <a:extLst>
              <a:ext uri="{FF2B5EF4-FFF2-40B4-BE49-F238E27FC236}">
                <a16:creationId xmlns:a16="http://schemas.microsoft.com/office/drawing/2014/main" id="{1060B432-6034-4B9F-9F35-81060CD90F1B}"/>
              </a:ext>
            </a:extLst>
          </p:cNvPr>
          <p:cNvSpPr>
            <a:spLocks noGrp="1"/>
          </p:cNvSpPr>
          <p:nvPr/>
        </p:nvSpPr>
        <p:spPr>
          <a:xfrm>
            <a:off x="682858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92" name="01_find_only_3291">
            <a:extLst>
              <a:ext uri="{FF2B5EF4-FFF2-40B4-BE49-F238E27FC236}">
                <a16:creationId xmlns:a16="http://schemas.microsoft.com/office/drawing/2014/main" id="{C3C2C8F1-0B62-45ED-BAB0-7999060F5547}"/>
              </a:ext>
            </a:extLst>
          </p:cNvPr>
          <p:cNvSpPr>
            <a:spLocks noGrp="1"/>
          </p:cNvSpPr>
          <p:nvPr/>
        </p:nvSpPr>
        <p:spPr>
          <a:xfrm>
            <a:off x="684616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93" name="01_find_only_3292">
            <a:extLst>
              <a:ext uri="{FF2B5EF4-FFF2-40B4-BE49-F238E27FC236}">
                <a16:creationId xmlns:a16="http://schemas.microsoft.com/office/drawing/2014/main" id="{9BCD96A7-C82A-4FB4-AF66-BE8895021FFA}"/>
              </a:ext>
            </a:extLst>
          </p:cNvPr>
          <p:cNvSpPr>
            <a:spLocks noGrp="1"/>
          </p:cNvSpPr>
          <p:nvPr/>
        </p:nvSpPr>
        <p:spPr>
          <a:xfrm>
            <a:off x="681177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94" name="01_find_only_3293">
            <a:extLst>
              <a:ext uri="{FF2B5EF4-FFF2-40B4-BE49-F238E27FC236}">
                <a16:creationId xmlns:a16="http://schemas.microsoft.com/office/drawing/2014/main" id="{72E11A50-531F-4CB7-A24D-08D4BCCFB2AD}"/>
              </a:ext>
            </a:extLst>
          </p:cNvPr>
          <p:cNvSpPr>
            <a:spLocks noGrp="1"/>
          </p:cNvSpPr>
          <p:nvPr/>
        </p:nvSpPr>
        <p:spPr>
          <a:xfrm>
            <a:off x="733873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95" name="01_find_only_3294">
            <a:extLst>
              <a:ext uri="{FF2B5EF4-FFF2-40B4-BE49-F238E27FC236}">
                <a16:creationId xmlns:a16="http://schemas.microsoft.com/office/drawing/2014/main" id="{B8709EAC-1B7A-495E-9B95-8AED0A026D84}"/>
              </a:ext>
            </a:extLst>
          </p:cNvPr>
          <p:cNvSpPr>
            <a:spLocks noGrp="1"/>
          </p:cNvSpPr>
          <p:nvPr/>
        </p:nvSpPr>
        <p:spPr>
          <a:xfrm>
            <a:off x="7400913" y="537765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96" name="01_find_only_3295">
            <a:extLst>
              <a:ext uri="{FF2B5EF4-FFF2-40B4-BE49-F238E27FC236}">
                <a16:creationId xmlns:a16="http://schemas.microsoft.com/office/drawing/2014/main" id="{715D2EDA-76AE-47EA-AD4B-AA43BD498A50}"/>
              </a:ext>
            </a:extLst>
          </p:cNvPr>
          <p:cNvSpPr>
            <a:spLocks noGrp="1"/>
          </p:cNvSpPr>
          <p:nvPr/>
        </p:nvSpPr>
        <p:spPr>
          <a:xfrm>
            <a:off x="7318334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97" name="01_find_only_3296">
            <a:extLst>
              <a:ext uri="{FF2B5EF4-FFF2-40B4-BE49-F238E27FC236}">
                <a16:creationId xmlns:a16="http://schemas.microsoft.com/office/drawing/2014/main" id="{37B630E8-269A-459F-87BE-97552C135A69}"/>
              </a:ext>
            </a:extLst>
          </p:cNvPr>
          <p:cNvSpPr>
            <a:spLocks noGrp="1"/>
          </p:cNvSpPr>
          <p:nvPr/>
        </p:nvSpPr>
        <p:spPr>
          <a:xfrm>
            <a:off x="739314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98" name="01_find_only_3297">
            <a:extLst>
              <a:ext uri="{FF2B5EF4-FFF2-40B4-BE49-F238E27FC236}">
                <a16:creationId xmlns:a16="http://schemas.microsoft.com/office/drawing/2014/main" id="{1173B0CE-1B7E-4C8F-B1D4-B0FB35C0E1BD}"/>
              </a:ext>
            </a:extLst>
          </p:cNvPr>
          <p:cNvSpPr>
            <a:spLocks noGrp="1"/>
          </p:cNvSpPr>
          <p:nvPr/>
        </p:nvSpPr>
        <p:spPr>
          <a:xfrm>
            <a:off x="735457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299" name="01_find_only_3298">
            <a:extLst>
              <a:ext uri="{FF2B5EF4-FFF2-40B4-BE49-F238E27FC236}">
                <a16:creationId xmlns:a16="http://schemas.microsoft.com/office/drawing/2014/main" id="{E45B1EB4-54E6-4E9C-8246-848FB0437670}"/>
              </a:ext>
            </a:extLst>
          </p:cNvPr>
          <p:cNvSpPr>
            <a:spLocks noGrp="1"/>
          </p:cNvSpPr>
          <p:nvPr/>
        </p:nvSpPr>
        <p:spPr>
          <a:xfrm>
            <a:off x="740781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00" name="01_find_only_3299">
            <a:extLst>
              <a:ext uri="{FF2B5EF4-FFF2-40B4-BE49-F238E27FC236}">
                <a16:creationId xmlns:a16="http://schemas.microsoft.com/office/drawing/2014/main" id="{EEBBADDA-90A7-466D-B531-290FD4942069}"/>
              </a:ext>
            </a:extLst>
          </p:cNvPr>
          <p:cNvSpPr>
            <a:spLocks noGrp="1"/>
          </p:cNvSpPr>
          <p:nvPr/>
        </p:nvSpPr>
        <p:spPr>
          <a:xfrm>
            <a:off x="733863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01" name="01_find_only_3300">
            <a:extLst>
              <a:ext uri="{FF2B5EF4-FFF2-40B4-BE49-F238E27FC236}">
                <a16:creationId xmlns:a16="http://schemas.microsoft.com/office/drawing/2014/main" id="{962E2D57-1F82-45FE-A755-480C4EFDD703}"/>
              </a:ext>
            </a:extLst>
          </p:cNvPr>
          <p:cNvSpPr>
            <a:spLocks noGrp="1"/>
          </p:cNvSpPr>
          <p:nvPr/>
        </p:nvSpPr>
        <p:spPr>
          <a:xfrm>
            <a:off x="738604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02" name="01_find_only_3301">
            <a:extLst>
              <a:ext uri="{FF2B5EF4-FFF2-40B4-BE49-F238E27FC236}">
                <a16:creationId xmlns:a16="http://schemas.microsoft.com/office/drawing/2014/main" id="{BF8D9CF0-F333-4616-8AC3-7CCD5B00AC22}"/>
              </a:ext>
            </a:extLst>
          </p:cNvPr>
          <p:cNvSpPr>
            <a:spLocks noGrp="1"/>
          </p:cNvSpPr>
          <p:nvPr/>
        </p:nvSpPr>
        <p:spPr>
          <a:xfrm>
            <a:off x="7321735" y="523164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03" name="01_find_only_3302">
            <a:extLst>
              <a:ext uri="{FF2B5EF4-FFF2-40B4-BE49-F238E27FC236}">
                <a16:creationId xmlns:a16="http://schemas.microsoft.com/office/drawing/2014/main" id="{897B8FD3-F321-45A5-8F11-C70BB335658E}"/>
              </a:ext>
            </a:extLst>
          </p:cNvPr>
          <p:cNvSpPr>
            <a:spLocks noGrp="1"/>
          </p:cNvSpPr>
          <p:nvPr/>
        </p:nvSpPr>
        <p:spPr>
          <a:xfrm>
            <a:off x="734242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04" name="01_find_only_3303">
            <a:extLst>
              <a:ext uri="{FF2B5EF4-FFF2-40B4-BE49-F238E27FC236}">
                <a16:creationId xmlns:a16="http://schemas.microsoft.com/office/drawing/2014/main" id="{140E64A0-A025-4A2B-8DD4-2D6CA7FA914D}"/>
              </a:ext>
            </a:extLst>
          </p:cNvPr>
          <p:cNvSpPr>
            <a:spLocks noGrp="1"/>
          </p:cNvSpPr>
          <p:nvPr/>
        </p:nvSpPr>
        <p:spPr>
          <a:xfrm>
            <a:off x="7321540" y="623454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05" name="01_find_only_3304">
            <a:extLst>
              <a:ext uri="{FF2B5EF4-FFF2-40B4-BE49-F238E27FC236}">
                <a16:creationId xmlns:a16="http://schemas.microsoft.com/office/drawing/2014/main" id="{0FDF7CE1-3029-4FC9-B85D-FEF97A35BF75}"/>
              </a:ext>
            </a:extLst>
          </p:cNvPr>
          <p:cNvSpPr>
            <a:spLocks noGrp="1"/>
          </p:cNvSpPr>
          <p:nvPr/>
        </p:nvSpPr>
        <p:spPr>
          <a:xfrm>
            <a:off x="737643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06" name="01_find_only_3305">
            <a:extLst>
              <a:ext uri="{FF2B5EF4-FFF2-40B4-BE49-F238E27FC236}">
                <a16:creationId xmlns:a16="http://schemas.microsoft.com/office/drawing/2014/main" id="{845DBA23-73DF-4827-9B3B-EF9DDDD32939}"/>
              </a:ext>
            </a:extLst>
          </p:cNvPr>
          <p:cNvSpPr>
            <a:spLocks noGrp="1"/>
          </p:cNvSpPr>
          <p:nvPr/>
        </p:nvSpPr>
        <p:spPr>
          <a:xfrm>
            <a:off x="733465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07" name="01_find_only_3306">
            <a:extLst>
              <a:ext uri="{FF2B5EF4-FFF2-40B4-BE49-F238E27FC236}">
                <a16:creationId xmlns:a16="http://schemas.microsoft.com/office/drawing/2014/main" id="{65B28322-C640-4508-B876-F961D81B2DDB}"/>
              </a:ext>
            </a:extLst>
          </p:cNvPr>
          <p:cNvSpPr>
            <a:spLocks noGrp="1"/>
          </p:cNvSpPr>
          <p:nvPr/>
        </p:nvSpPr>
        <p:spPr>
          <a:xfrm>
            <a:off x="736380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08" name="01_find_only_3307">
            <a:extLst>
              <a:ext uri="{FF2B5EF4-FFF2-40B4-BE49-F238E27FC236}">
                <a16:creationId xmlns:a16="http://schemas.microsoft.com/office/drawing/2014/main" id="{AE052D9B-3467-4277-A37B-0151AF94ABE0}"/>
              </a:ext>
            </a:extLst>
          </p:cNvPr>
          <p:cNvSpPr>
            <a:spLocks noGrp="1"/>
          </p:cNvSpPr>
          <p:nvPr/>
        </p:nvSpPr>
        <p:spPr>
          <a:xfrm>
            <a:off x="735350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09" name="01_find_only_3308">
            <a:extLst>
              <a:ext uri="{FF2B5EF4-FFF2-40B4-BE49-F238E27FC236}">
                <a16:creationId xmlns:a16="http://schemas.microsoft.com/office/drawing/2014/main" id="{FC4CB4B2-195F-4E00-893B-FEDB090BFEED}"/>
              </a:ext>
            </a:extLst>
          </p:cNvPr>
          <p:cNvSpPr>
            <a:spLocks noGrp="1"/>
          </p:cNvSpPr>
          <p:nvPr/>
        </p:nvSpPr>
        <p:spPr>
          <a:xfrm>
            <a:off x="7343885" y="626529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10" name="01_find_only_3309">
            <a:extLst>
              <a:ext uri="{FF2B5EF4-FFF2-40B4-BE49-F238E27FC236}">
                <a16:creationId xmlns:a16="http://schemas.microsoft.com/office/drawing/2014/main" id="{81BD4B16-1E4C-42DA-9792-75A1503BCBA2}"/>
              </a:ext>
            </a:extLst>
          </p:cNvPr>
          <p:cNvSpPr>
            <a:spLocks noGrp="1"/>
          </p:cNvSpPr>
          <p:nvPr/>
        </p:nvSpPr>
        <p:spPr>
          <a:xfrm>
            <a:off x="732124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11" name="01_find_only_3310">
            <a:extLst>
              <a:ext uri="{FF2B5EF4-FFF2-40B4-BE49-F238E27FC236}">
                <a16:creationId xmlns:a16="http://schemas.microsoft.com/office/drawing/2014/main" id="{4898D3C2-4B22-41B7-AADA-2C89A329F769}"/>
              </a:ext>
            </a:extLst>
          </p:cNvPr>
          <p:cNvSpPr>
            <a:spLocks noGrp="1"/>
          </p:cNvSpPr>
          <p:nvPr/>
        </p:nvSpPr>
        <p:spPr>
          <a:xfrm>
            <a:off x="740849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12" name="01_find_only_3311">
            <a:extLst>
              <a:ext uri="{FF2B5EF4-FFF2-40B4-BE49-F238E27FC236}">
                <a16:creationId xmlns:a16="http://schemas.microsoft.com/office/drawing/2014/main" id="{8E23EBFE-DE41-47B2-A5D7-1F619B85B102}"/>
              </a:ext>
            </a:extLst>
          </p:cNvPr>
          <p:cNvSpPr>
            <a:spLocks noGrp="1"/>
          </p:cNvSpPr>
          <p:nvPr/>
        </p:nvSpPr>
        <p:spPr>
          <a:xfrm>
            <a:off x="7322609" y="612691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13" name="01_find_only_3312">
            <a:extLst>
              <a:ext uri="{FF2B5EF4-FFF2-40B4-BE49-F238E27FC236}">
                <a16:creationId xmlns:a16="http://schemas.microsoft.com/office/drawing/2014/main" id="{81E296C3-BF3F-4BA2-B343-7155BC15E701}"/>
              </a:ext>
            </a:extLst>
          </p:cNvPr>
          <p:cNvSpPr>
            <a:spLocks noGrp="1"/>
          </p:cNvSpPr>
          <p:nvPr/>
        </p:nvSpPr>
        <p:spPr>
          <a:xfrm>
            <a:off x="740130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14" name="01_find_only_3313">
            <a:extLst>
              <a:ext uri="{FF2B5EF4-FFF2-40B4-BE49-F238E27FC236}">
                <a16:creationId xmlns:a16="http://schemas.microsoft.com/office/drawing/2014/main" id="{173B12EE-187C-4186-849C-AACF922496BF}"/>
              </a:ext>
            </a:extLst>
          </p:cNvPr>
          <p:cNvSpPr>
            <a:spLocks noGrp="1"/>
          </p:cNvSpPr>
          <p:nvPr/>
        </p:nvSpPr>
        <p:spPr>
          <a:xfrm>
            <a:off x="735496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15" name="01_find_only_3314">
            <a:extLst>
              <a:ext uri="{FF2B5EF4-FFF2-40B4-BE49-F238E27FC236}">
                <a16:creationId xmlns:a16="http://schemas.microsoft.com/office/drawing/2014/main" id="{318DAE0C-1E2C-4FFA-8214-7CCD05FC8769}"/>
              </a:ext>
            </a:extLst>
          </p:cNvPr>
          <p:cNvSpPr>
            <a:spLocks noGrp="1"/>
          </p:cNvSpPr>
          <p:nvPr/>
        </p:nvSpPr>
        <p:spPr>
          <a:xfrm>
            <a:off x="7412474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16" name="01_find_only_3315">
            <a:extLst>
              <a:ext uri="{FF2B5EF4-FFF2-40B4-BE49-F238E27FC236}">
                <a16:creationId xmlns:a16="http://schemas.microsoft.com/office/drawing/2014/main" id="{E214834F-D5C2-43AE-BC3E-AA7C111129C7}"/>
              </a:ext>
            </a:extLst>
          </p:cNvPr>
          <p:cNvSpPr>
            <a:spLocks noGrp="1"/>
          </p:cNvSpPr>
          <p:nvPr/>
        </p:nvSpPr>
        <p:spPr>
          <a:xfrm>
            <a:off x="738206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17" name="01_find_only_3316">
            <a:extLst>
              <a:ext uri="{FF2B5EF4-FFF2-40B4-BE49-F238E27FC236}">
                <a16:creationId xmlns:a16="http://schemas.microsoft.com/office/drawing/2014/main" id="{DC35F17B-1513-45F3-879F-39898C6D4205}"/>
              </a:ext>
            </a:extLst>
          </p:cNvPr>
          <p:cNvSpPr>
            <a:spLocks noGrp="1"/>
          </p:cNvSpPr>
          <p:nvPr/>
        </p:nvSpPr>
        <p:spPr>
          <a:xfrm>
            <a:off x="738867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18" name="01_find_only_3317">
            <a:extLst>
              <a:ext uri="{FF2B5EF4-FFF2-40B4-BE49-F238E27FC236}">
                <a16:creationId xmlns:a16="http://schemas.microsoft.com/office/drawing/2014/main" id="{51675109-DC36-4783-BEA6-32A148B69A1F}"/>
              </a:ext>
            </a:extLst>
          </p:cNvPr>
          <p:cNvSpPr>
            <a:spLocks noGrp="1"/>
          </p:cNvSpPr>
          <p:nvPr/>
        </p:nvSpPr>
        <p:spPr>
          <a:xfrm>
            <a:off x="7346022" y="592959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19" name="01_find_only_3318">
            <a:extLst>
              <a:ext uri="{FF2B5EF4-FFF2-40B4-BE49-F238E27FC236}">
                <a16:creationId xmlns:a16="http://schemas.microsoft.com/office/drawing/2014/main" id="{8C9EFC1F-811B-4FC9-A1EE-14D8C0E58E2A}"/>
              </a:ext>
            </a:extLst>
          </p:cNvPr>
          <p:cNvSpPr>
            <a:spLocks noGrp="1"/>
          </p:cNvSpPr>
          <p:nvPr/>
        </p:nvSpPr>
        <p:spPr>
          <a:xfrm>
            <a:off x="7407034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20" name="01_find_only_3319">
            <a:extLst>
              <a:ext uri="{FF2B5EF4-FFF2-40B4-BE49-F238E27FC236}">
                <a16:creationId xmlns:a16="http://schemas.microsoft.com/office/drawing/2014/main" id="{979C683F-D912-4F46-9D3C-8A72A82AA834}"/>
              </a:ext>
            </a:extLst>
          </p:cNvPr>
          <p:cNvSpPr>
            <a:spLocks noGrp="1"/>
          </p:cNvSpPr>
          <p:nvPr/>
        </p:nvSpPr>
        <p:spPr>
          <a:xfrm>
            <a:off x="738886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21" name="01_find_only_3320">
            <a:extLst>
              <a:ext uri="{FF2B5EF4-FFF2-40B4-BE49-F238E27FC236}">
                <a16:creationId xmlns:a16="http://schemas.microsoft.com/office/drawing/2014/main" id="{384281E4-862B-49E1-94EF-0C6C800A4281}"/>
              </a:ext>
            </a:extLst>
          </p:cNvPr>
          <p:cNvSpPr>
            <a:spLocks noGrp="1"/>
          </p:cNvSpPr>
          <p:nvPr/>
        </p:nvSpPr>
        <p:spPr>
          <a:xfrm>
            <a:off x="733339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22" name="01_find_only_3321">
            <a:extLst>
              <a:ext uri="{FF2B5EF4-FFF2-40B4-BE49-F238E27FC236}">
                <a16:creationId xmlns:a16="http://schemas.microsoft.com/office/drawing/2014/main" id="{72A96B3C-A07F-4BC2-845D-8B42F170FE89}"/>
              </a:ext>
            </a:extLst>
          </p:cNvPr>
          <p:cNvSpPr>
            <a:spLocks noGrp="1"/>
          </p:cNvSpPr>
          <p:nvPr/>
        </p:nvSpPr>
        <p:spPr>
          <a:xfrm>
            <a:off x="7387215" y="603005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23" name="01_find_only_3322">
            <a:extLst>
              <a:ext uri="{FF2B5EF4-FFF2-40B4-BE49-F238E27FC236}">
                <a16:creationId xmlns:a16="http://schemas.microsoft.com/office/drawing/2014/main" id="{45D88E33-F1BD-4A3A-A7FB-93500604A800}"/>
              </a:ext>
            </a:extLst>
          </p:cNvPr>
          <p:cNvSpPr>
            <a:spLocks noGrp="1"/>
          </p:cNvSpPr>
          <p:nvPr/>
        </p:nvSpPr>
        <p:spPr>
          <a:xfrm>
            <a:off x="733834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24" name="01_find_only_3323">
            <a:extLst>
              <a:ext uri="{FF2B5EF4-FFF2-40B4-BE49-F238E27FC236}">
                <a16:creationId xmlns:a16="http://schemas.microsoft.com/office/drawing/2014/main" id="{B0B6BF50-F075-41DF-9A67-1A47988E11E6}"/>
              </a:ext>
            </a:extLst>
          </p:cNvPr>
          <p:cNvSpPr>
            <a:spLocks noGrp="1"/>
          </p:cNvSpPr>
          <p:nvPr/>
        </p:nvSpPr>
        <p:spPr>
          <a:xfrm>
            <a:off x="7345926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25" name="01_find_only_3324">
            <a:extLst>
              <a:ext uri="{FF2B5EF4-FFF2-40B4-BE49-F238E27FC236}">
                <a16:creationId xmlns:a16="http://schemas.microsoft.com/office/drawing/2014/main" id="{5E7CBC8A-0F00-4F7B-BB56-181B73073551}"/>
              </a:ext>
            </a:extLst>
          </p:cNvPr>
          <p:cNvSpPr>
            <a:spLocks noGrp="1"/>
          </p:cNvSpPr>
          <p:nvPr/>
        </p:nvSpPr>
        <p:spPr>
          <a:xfrm>
            <a:off x="740625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26" name="01_find_only_3325">
            <a:extLst>
              <a:ext uri="{FF2B5EF4-FFF2-40B4-BE49-F238E27FC236}">
                <a16:creationId xmlns:a16="http://schemas.microsoft.com/office/drawing/2014/main" id="{912EFF9D-D5BB-41EB-90ED-FB58BFF0647B}"/>
              </a:ext>
            </a:extLst>
          </p:cNvPr>
          <p:cNvSpPr>
            <a:spLocks noGrp="1"/>
          </p:cNvSpPr>
          <p:nvPr/>
        </p:nvSpPr>
        <p:spPr>
          <a:xfrm>
            <a:off x="734748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27" name="01_find_only_3326">
            <a:extLst>
              <a:ext uri="{FF2B5EF4-FFF2-40B4-BE49-F238E27FC236}">
                <a16:creationId xmlns:a16="http://schemas.microsoft.com/office/drawing/2014/main" id="{3B972B64-12C8-451F-849E-421B0B5BE5D6}"/>
              </a:ext>
            </a:extLst>
          </p:cNvPr>
          <p:cNvSpPr>
            <a:spLocks noGrp="1"/>
          </p:cNvSpPr>
          <p:nvPr/>
        </p:nvSpPr>
        <p:spPr>
          <a:xfrm>
            <a:off x="740081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28" name="01_find_only_3327">
            <a:extLst>
              <a:ext uri="{FF2B5EF4-FFF2-40B4-BE49-F238E27FC236}">
                <a16:creationId xmlns:a16="http://schemas.microsoft.com/office/drawing/2014/main" id="{1AE3105C-2695-4BA7-AFCA-D26D5612AB09}"/>
              </a:ext>
            </a:extLst>
          </p:cNvPr>
          <p:cNvSpPr>
            <a:spLocks noGrp="1"/>
          </p:cNvSpPr>
          <p:nvPr/>
        </p:nvSpPr>
        <p:spPr>
          <a:xfrm>
            <a:off x="740159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29" name="01_find_only_3328">
            <a:extLst>
              <a:ext uri="{FF2B5EF4-FFF2-40B4-BE49-F238E27FC236}">
                <a16:creationId xmlns:a16="http://schemas.microsoft.com/office/drawing/2014/main" id="{F2ABE17C-C125-4164-B617-41475066048D}"/>
              </a:ext>
            </a:extLst>
          </p:cNvPr>
          <p:cNvSpPr>
            <a:spLocks noGrp="1"/>
          </p:cNvSpPr>
          <p:nvPr/>
        </p:nvSpPr>
        <p:spPr>
          <a:xfrm>
            <a:off x="7404119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30" name="01_find_only_3329">
            <a:extLst>
              <a:ext uri="{FF2B5EF4-FFF2-40B4-BE49-F238E27FC236}">
                <a16:creationId xmlns:a16="http://schemas.microsoft.com/office/drawing/2014/main" id="{2A9767B8-7138-4138-B81B-F7EB2B04FD34}"/>
              </a:ext>
            </a:extLst>
          </p:cNvPr>
          <p:cNvSpPr>
            <a:spLocks noGrp="1"/>
          </p:cNvSpPr>
          <p:nvPr/>
        </p:nvSpPr>
        <p:spPr>
          <a:xfrm>
            <a:off x="7348257" y="55134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31" name="01_find_only_3330">
            <a:extLst>
              <a:ext uri="{FF2B5EF4-FFF2-40B4-BE49-F238E27FC236}">
                <a16:creationId xmlns:a16="http://schemas.microsoft.com/office/drawing/2014/main" id="{42C4F5FC-E992-4729-9377-96E6A5A93AC7}"/>
              </a:ext>
            </a:extLst>
          </p:cNvPr>
          <p:cNvSpPr>
            <a:spLocks noGrp="1"/>
          </p:cNvSpPr>
          <p:nvPr/>
        </p:nvSpPr>
        <p:spPr>
          <a:xfrm>
            <a:off x="733358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32" name="01_find_only_3331">
            <a:extLst>
              <a:ext uri="{FF2B5EF4-FFF2-40B4-BE49-F238E27FC236}">
                <a16:creationId xmlns:a16="http://schemas.microsoft.com/office/drawing/2014/main" id="{F4D8C743-021B-4605-872B-5178A3A6C32A}"/>
              </a:ext>
            </a:extLst>
          </p:cNvPr>
          <p:cNvSpPr>
            <a:spLocks noGrp="1"/>
          </p:cNvSpPr>
          <p:nvPr/>
        </p:nvSpPr>
        <p:spPr>
          <a:xfrm>
            <a:off x="739012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33" name="01_find_only_3332">
            <a:extLst>
              <a:ext uri="{FF2B5EF4-FFF2-40B4-BE49-F238E27FC236}">
                <a16:creationId xmlns:a16="http://schemas.microsoft.com/office/drawing/2014/main" id="{448CBF18-6286-43BF-AB7D-79114B8BA25E}"/>
              </a:ext>
            </a:extLst>
          </p:cNvPr>
          <p:cNvSpPr>
            <a:spLocks noGrp="1"/>
          </p:cNvSpPr>
          <p:nvPr/>
        </p:nvSpPr>
        <p:spPr>
          <a:xfrm>
            <a:off x="732902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34" name="01_find_only_3333">
            <a:extLst>
              <a:ext uri="{FF2B5EF4-FFF2-40B4-BE49-F238E27FC236}">
                <a16:creationId xmlns:a16="http://schemas.microsoft.com/office/drawing/2014/main" id="{283765F7-A2BB-4064-B7DE-50473DD067D3}"/>
              </a:ext>
            </a:extLst>
          </p:cNvPr>
          <p:cNvSpPr>
            <a:spLocks noGrp="1"/>
          </p:cNvSpPr>
          <p:nvPr/>
        </p:nvSpPr>
        <p:spPr>
          <a:xfrm>
            <a:off x="733514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35" name="01_find_only_3334">
            <a:extLst>
              <a:ext uri="{FF2B5EF4-FFF2-40B4-BE49-F238E27FC236}">
                <a16:creationId xmlns:a16="http://schemas.microsoft.com/office/drawing/2014/main" id="{5F6E6CF4-FD77-4193-97A5-7BB4AC91DE3C}"/>
              </a:ext>
            </a:extLst>
          </p:cNvPr>
          <p:cNvSpPr>
            <a:spLocks noGrp="1"/>
          </p:cNvSpPr>
          <p:nvPr/>
        </p:nvSpPr>
        <p:spPr>
          <a:xfrm>
            <a:off x="739255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36" name="01_find_only_3335">
            <a:extLst>
              <a:ext uri="{FF2B5EF4-FFF2-40B4-BE49-F238E27FC236}">
                <a16:creationId xmlns:a16="http://schemas.microsoft.com/office/drawing/2014/main" id="{E5676461-29B0-4396-B4A8-8DF8C0EB3B00}"/>
              </a:ext>
            </a:extLst>
          </p:cNvPr>
          <p:cNvSpPr>
            <a:spLocks noGrp="1"/>
          </p:cNvSpPr>
          <p:nvPr/>
        </p:nvSpPr>
        <p:spPr>
          <a:xfrm>
            <a:off x="732989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37" name="01_find_only_3336">
            <a:extLst>
              <a:ext uri="{FF2B5EF4-FFF2-40B4-BE49-F238E27FC236}">
                <a16:creationId xmlns:a16="http://schemas.microsoft.com/office/drawing/2014/main" id="{39D6C4A7-9D8E-40A2-90E5-F7F10522B56D}"/>
              </a:ext>
            </a:extLst>
          </p:cNvPr>
          <p:cNvSpPr>
            <a:spLocks noGrp="1"/>
          </p:cNvSpPr>
          <p:nvPr/>
        </p:nvSpPr>
        <p:spPr>
          <a:xfrm>
            <a:off x="741121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38" name="01_find_only_3337">
            <a:extLst>
              <a:ext uri="{FF2B5EF4-FFF2-40B4-BE49-F238E27FC236}">
                <a16:creationId xmlns:a16="http://schemas.microsoft.com/office/drawing/2014/main" id="{518FE68B-7AE5-42F0-A743-584E868D17CE}"/>
              </a:ext>
            </a:extLst>
          </p:cNvPr>
          <p:cNvSpPr>
            <a:spLocks noGrp="1"/>
          </p:cNvSpPr>
          <p:nvPr/>
        </p:nvSpPr>
        <p:spPr>
          <a:xfrm>
            <a:off x="739634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39" name="01_find_only_3338">
            <a:extLst>
              <a:ext uri="{FF2B5EF4-FFF2-40B4-BE49-F238E27FC236}">
                <a16:creationId xmlns:a16="http://schemas.microsoft.com/office/drawing/2014/main" id="{4D090B55-B79E-426C-9F37-261E2F71870F}"/>
              </a:ext>
            </a:extLst>
          </p:cNvPr>
          <p:cNvSpPr>
            <a:spLocks noGrp="1"/>
          </p:cNvSpPr>
          <p:nvPr/>
        </p:nvSpPr>
        <p:spPr>
          <a:xfrm>
            <a:off x="736117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40" name="01_find_only_3339">
            <a:extLst>
              <a:ext uri="{FF2B5EF4-FFF2-40B4-BE49-F238E27FC236}">
                <a16:creationId xmlns:a16="http://schemas.microsoft.com/office/drawing/2014/main" id="{28869B33-F360-41C2-A721-FEC8922193F3}"/>
              </a:ext>
            </a:extLst>
          </p:cNvPr>
          <p:cNvSpPr>
            <a:spLocks noGrp="1"/>
          </p:cNvSpPr>
          <p:nvPr/>
        </p:nvSpPr>
        <p:spPr>
          <a:xfrm>
            <a:off x="734475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41" name="01_find_only_3340">
            <a:extLst>
              <a:ext uri="{FF2B5EF4-FFF2-40B4-BE49-F238E27FC236}">
                <a16:creationId xmlns:a16="http://schemas.microsoft.com/office/drawing/2014/main" id="{820D3BF0-A5FE-4D88-895B-6DAFA24C451D}"/>
              </a:ext>
            </a:extLst>
          </p:cNvPr>
          <p:cNvSpPr>
            <a:spLocks noGrp="1"/>
          </p:cNvSpPr>
          <p:nvPr/>
        </p:nvSpPr>
        <p:spPr>
          <a:xfrm>
            <a:off x="7413931" y="536582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42" name="01_find_only_3341">
            <a:extLst>
              <a:ext uri="{FF2B5EF4-FFF2-40B4-BE49-F238E27FC236}">
                <a16:creationId xmlns:a16="http://schemas.microsoft.com/office/drawing/2014/main" id="{C2B6BD70-116A-473B-B147-1F8D4F7EC6C1}"/>
              </a:ext>
            </a:extLst>
          </p:cNvPr>
          <p:cNvSpPr>
            <a:spLocks noGrp="1"/>
          </p:cNvSpPr>
          <p:nvPr/>
        </p:nvSpPr>
        <p:spPr>
          <a:xfrm>
            <a:off x="737866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43" name="01_find_only_3342">
            <a:extLst>
              <a:ext uri="{FF2B5EF4-FFF2-40B4-BE49-F238E27FC236}">
                <a16:creationId xmlns:a16="http://schemas.microsoft.com/office/drawing/2014/main" id="{E6D9C497-4615-464A-953E-875CDA058CB3}"/>
              </a:ext>
            </a:extLst>
          </p:cNvPr>
          <p:cNvSpPr>
            <a:spLocks noGrp="1"/>
          </p:cNvSpPr>
          <p:nvPr/>
        </p:nvSpPr>
        <p:spPr>
          <a:xfrm>
            <a:off x="740081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44" name="01_find_only_3343">
            <a:extLst>
              <a:ext uri="{FF2B5EF4-FFF2-40B4-BE49-F238E27FC236}">
                <a16:creationId xmlns:a16="http://schemas.microsoft.com/office/drawing/2014/main" id="{A5997EFA-F2E6-485E-99C0-FB89D3D26126}"/>
              </a:ext>
            </a:extLst>
          </p:cNvPr>
          <p:cNvSpPr>
            <a:spLocks noGrp="1"/>
          </p:cNvSpPr>
          <p:nvPr/>
        </p:nvSpPr>
        <p:spPr>
          <a:xfrm>
            <a:off x="733271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45" name="01_find_only_3344">
            <a:extLst>
              <a:ext uri="{FF2B5EF4-FFF2-40B4-BE49-F238E27FC236}">
                <a16:creationId xmlns:a16="http://schemas.microsoft.com/office/drawing/2014/main" id="{F4D8544D-7E83-4801-9D7A-AAC6F390474E}"/>
              </a:ext>
            </a:extLst>
          </p:cNvPr>
          <p:cNvSpPr>
            <a:spLocks noGrp="1"/>
          </p:cNvSpPr>
          <p:nvPr/>
        </p:nvSpPr>
        <p:spPr>
          <a:xfrm>
            <a:off x="736010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46" name="01_find_only_3345">
            <a:extLst>
              <a:ext uri="{FF2B5EF4-FFF2-40B4-BE49-F238E27FC236}">
                <a16:creationId xmlns:a16="http://schemas.microsoft.com/office/drawing/2014/main" id="{752B565D-60FA-4C95-A50B-CDA9DD272F9D}"/>
              </a:ext>
            </a:extLst>
          </p:cNvPr>
          <p:cNvSpPr>
            <a:spLocks noGrp="1"/>
          </p:cNvSpPr>
          <p:nvPr/>
        </p:nvSpPr>
        <p:spPr>
          <a:xfrm>
            <a:off x="739479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47" name="01_find_only_3346">
            <a:extLst>
              <a:ext uri="{FF2B5EF4-FFF2-40B4-BE49-F238E27FC236}">
                <a16:creationId xmlns:a16="http://schemas.microsoft.com/office/drawing/2014/main" id="{7A4FE541-FE12-424C-8921-3796E8BEE40C}"/>
              </a:ext>
            </a:extLst>
          </p:cNvPr>
          <p:cNvSpPr>
            <a:spLocks noGrp="1"/>
          </p:cNvSpPr>
          <p:nvPr/>
        </p:nvSpPr>
        <p:spPr>
          <a:xfrm>
            <a:off x="7380705" y="60731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48" name="01_find_only_3347">
            <a:extLst>
              <a:ext uri="{FF2B5EF4-FFF2-40B4-BE49-F238E27FC236}">
                <a16:creationId xmlns:a16="http://schemas.microsoft.com/office/drawing/2014/main" id="{D849EC7F-5DC0-4944-B377-84A3985FA835}"/>
              </a:ext>
            </a:extLst>
          </p:cNvPr>
          <p:cNvSpPr>
            <a:spLocks noGrp="1"/>
          </p:cNvSpPr>
          <p:nvPr/>
        </p:nvSpPr>
        <p:spPr>
          <a:xfrm>
            <a:off x="7409171" y="519054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49" name="01_find_only_3348">
            <a:extLst>
              <a:ext uri="{FF2B5EF4-FFF2-40B4-BE49-F238E27FC236}">
                <a16:creationId xmlns:a16="http://schemas.microsoft.com/office/drawing/2014/main" id="{F04ED453-F36E-40BF-B9BA-EB5EFA8C7045}"/>
              </a:ext>
            </a:extLst>
          </p:cNvPr>
          <p:cNvSpPr>
            <a:spLocks noGrp="1"/>
          </p:cNvSpPr>
          <p:nvPr/>
        </p:nvSpPr>
        <p:spPr>
          <a:xfrm>
            <a:off x="731901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50" name="01_find_only_3349">
            <a:extLst>
              <a:ext uri="{FF2B5EF4-FFF2-40B4-BE49-F238E27FC236}">
                <a16:creationId xmlns:a16="http://schemas.microsoft.com/office/drawing/2014/main" id="{F5A035D3-24ED-4841-9861-7B29FADBF52F}"/>
              </a:ext>
            </a:extLst>
          </p:cNvPr>
          <p:cNvSpPr>
            <a:spLocks noGrp="1"/>
          </p:cNvSpPr>
          <p:nvPr/>
        </p:nvSpPr>
        <p:spPr>
          <a:xfrm>
            <a:off x="735904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51" name="01_find_only_3350">
            <a:extLst>
              <a:ext uri="{FF2B5EF4-FFF2-40B4-BE49-F238E27FC236}">
                <a16:creationId xmlns:a16="http://schemas.microsoft.com/office/drawing/2014/main" id="{50306857-3A39-45FC-970E-C011CC09D5CC}"/>
              </a:ext>
            </a:extLst>
          </p:cNvPr>
          <p:cNvSpPr>
            <a:spLocks noGrp="1"/>
          </p:cNvSpPr>
          <p:nvPr/>
        </p:nvSpPr>
        <p:spPr>
          <a:xfrm>
            <a:off x="737720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52" name="01_find_only_3351">
            <a:extLst>
              <a:ext uri="{FF2B5EF4-FFF2-40B4-BE49-F238E27FC236}">
                <a16:creationId xmlns:a16="http://schemas.microsoft.com/office/drawing/2014/main" id="{1B289D27-091D-403F-A218-B3E409F5A3F5}"/>
              </a:ext>
            </a:extLst>
          </p:cNvPr>
          <p:cNvSpPr>
            <a:spLocks noGrp="1"/>
          </p:cNvSpPr>
          <p:nvPr/>
        </p:nvSpPr>
        <p:spPr>
          <a:xfrm>
            <a:off x="734699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53" name="01_find_only_3352">
            <a:extLst>
              <a:ext uri="{FF2B5EF4-FFF2-40B4-BE49-F238E27FC236}">
                <a16:creationId xmlns:a16="http://schemas.microsoft.com/office/drawing/2014/main" id="{C3A14422-A5E6-4054-BE94-296129ECA300}"/>
              </a:ext>
            </a:extLst>
          </p:cNvPr>
          <p:cNvSpPr>
            <a:spLocks noGrp="1"/>
          </p:cNvSpPr>
          <p:nvPr/>
        </p:nvSpPr>
        <p:spPr>
          <a:xfrm>
            <a:off x="736875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54" name="01_find_only_3353">
            <a:extLst>
              <a:ext uri="{FF2B5EF4-FFF2-40B4-BE49-F238E27FC236}">
                <a16:creationId xmlns:a16="http://schemas.microsoft.com/office/drawing/2014/main" id="{A7D90166-F61D-4EB4-B8D3-CBCFF93C2A26}"/>
              </a:ext>
            </a:extLst>
          </p:cNvPr>
          <p:cNvSpPr>
            <a:spLocks noGrp="1"/>
          </p:cNvSpPr>
          <p:nvPr/>
        </p:nvSpPr>
        <p:spPr>
          <a:xfrm>
            <a:off x="7356514" y="59654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55" name="01_find_only_3354">
            <a:extLst>
              <a:ext uri="{FF2B5EF4-FFF2-40B4-BE49-F238E27FC236}">
                <a16:creationId xmlns:a16="http://schemas.microsoft.com/office/drawing/2014/main" id="{C49467C3-A6FE-4ACD-A0BF-C97072FCB72F}"/>
              </a:ext>
            </a:extLst>
          </p:cNvPr>
          <p:cNvSpPr>
            <a:spLocks noGrp="1"/>
          </p:cNvSpPr>
          <p:nvPr/>
        </p:nvSpPr>
        <p:spPr>
          <a:xfrm>
            <a:off x="7398484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56" name="01_find_only_3355">
            <a:extLst>
              <a:ext uri="{FF2B5EF4-FFF2-40B4-BE49-F238E27FC236}">
                <a16:creationId xmlns:a16="http://schemas.microsoft.com/office/drawing/2014/main" id="{F5C808A4-C093-453C-AB73-21221A50AEB0}"/>
              </a:ext>
            </a:extLst>
          </p:cNvPr>
          <p:cNvSpPr>
            <a:spLocks noGrp="1"/>
          </p:cNvSpPr>
          <p:nvPr/>
        </p:nvSpPr>
        <p:spPr>
          <a:xfrm>
            <a:off x="732970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57" name="01_find_only_3356">
            <a:extLst>
              <a:ext uri="{FF2B5EF4-FFF2-40B4-BE49-F238E27FC236}">
                <a16:creationId xmlns:a16="http://schemas.microsoft.com/office/drawing/2014/main" id="{721C28AF-5D76-4F71-95FF-F7E777384FEA}"/>
              </a:ext>
            </a:extLst>
          </p:cNvPr>
          <p:cNvSpPr>
            <a:spLocks noGrp="1"/>
          </p:cNvSpPr>
          <p:nvPr/>
        </p:nvSpPr>
        <p:spPr>
          <a:xfrm>
            <a:off x="733417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58" name="01_find_only_3357">
            <a:extLst>
              <a:ext uri="{FF2B5EF4-FFF2-40B4-BE49-F238E27FC236}">
                <a16:creationId xmlns:a16="http://schemas.microsoft.com/office/drawing/2014/main" id="{0D368194-0EBD-470B-BA3F-7C72E94BB6D7}"/>
              </a:ext>
            </a:extLst>
          </p:cNvPr>
          <p:cNvSpPr>
            <a:spLocks noGrp="1"/>
          </p:cNvSpPr>
          <p:nvPr/>
        </p:nvSpPr>
        <p:spPr>
          <a:xfrm>
            <a:off x="737458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59" name="01_find_only_3358">
            <a:extLst>
              <a:ext uri="{FF2B5EF4-FFF2-40B4-BE49-F238E27FC236}">
                <a16:creationId xmlns:a16="http://schemas.microsoft.com/office/drawing/2014/main" id="{8F779DA4-7057-481C-BEE2-37EF0AC5BA6A}"/>
              </a:ext>
            </a:extLst>
          </p:cNvPr>
          <p:cNvSpPr>
            <a:spLocks noGrp="1"/>
          </p:cNvSpPr>
          <p:nvPr/>
        </p:nvSpPr>
        <p:spPr>
          <a:xfrm>
            <a:off x="737371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60" name="01_find_only_3359">
            <a:extLst>
              <a:ext uri="{FF2B5EF4-FFF2-40B4-BE49-F238E27FC236}">
                <a16:creationId xmlns:a16="http://schemas.microsoft.com/office/drawing/2014/main" id="{3C732B30-3531-4D95-B537-9A52CBF6A4A6}"/>
              </a:ext>
            </a:extLst>
          </p:cNvPr>
          <p:cNvSpPr>
            <a:spLocks noGrp="1"/>
          </p:cNvSpPr>
          <p:nvPr/>
        </p:nvSpPr>
        <p:spPr>
          <a:xfrm>
            <a:off x="740528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61" name="01_find_only_3360">
            <a:extLst>
              <a:ext uri="{FF2B5EF4-FFF2-40B4-BE49-F238E27FC236}">
                <a16:creationId xmlns:a16="http://schemas.microsoft.com/office/drawing/2014/main" id="{DD206734-84D2-440A-8C7D-8DEB62F3965D}"/>
              </a:ext>
            </a:extLst>
          </p:cNvPr>
          <p:cNvSpPr>
            <a:spLocks noGrp="1"/>
          </p:cNvSpPr>
          <p:nvPr/>
        </p:nvSpPr>
        <p:spPr>
          <a:xfrm>
            <a:off x="739061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62" name="01_find_only_3361">
            <a:extLst>
              <a:ext uri="{FF2B5EF4-FFF2-40B4-BE49-F238E27FC236}">
                <a16:creationId xmlns:a16="http://schemas.microsoft.com/office/drawing/2014/main" id="{FC6C4AAE-8861-4B01-BF10-17FDB201AB8B}"/>
              </a:ext>
            </a:extLst>
          </p:cNvPr>
          <p:cNvSpPr>
            <a:spLocks noGrp="1"/>
          </p:cNvSpPr>
          <p:nvPr/>
        </p:nvSpPr>
        <p:spPr>
          <a:xfrm>
            <a:off x="734475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63" name="01_find_only_3362">
            <a:extLst>
              <a:ext uri="{FF2B5EF4-FFF2-40B4-BE49-F238E27FC236}">
                <a16:creationId xmlns:a16="http://schemas.microsoft.com/office/drawing/2014/main" id="{7AD0925F-D478-48F1-A5BD-CB6040715C92}"/>
              </a:ext>
            </a:extLst>
          </p:cNvPr>
          <p:cNvSpPr>
            <a:spLocks noGrp="1"/>
          </p:cNvSpPr>
          <p:nvPr/>
        </p:nvSpPr>
        <p:spPr>
          <a:xfrm>
            <a:off x="7392558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64" name="01_find_only_3363">
            <a:extLst>
              <a:ext uri="{FF2B5EF4-FFF2-40B4-BE49-F238E27FC236}">
                <a16:creationId xmlns:a16="http://schemas.microsoft.com/office/drawing/2014/main" id="{1A519C12-55B8-4292-B089-DD67AD413B5A}"/>
              </a:ext>
            </a:extLst>
          </p:cNvPr>
          <p:cNvSpPr>
            <a:spLocks noGrp="1"/>
          </p:cNvSpPr>
          <p:nvPr/>
        </p:nvSpPr>
        <p:spPr>
          <a:xfrm>
            <a:off x="7384689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65" name="01_find_only_3364">
            <a:extLst>
              <a:ext uri="{FF2B5EF4-FFF2-40B4-BE49-F238E27FC236}">
                <a16:creationId xmlns:a16="http://schemas.microsoft.com/office/drawing/2014/main" id="{2D45541A-33BE-4639-81D3-7290FB2D898E}"/>
              </a:ext>
            </a:extLst>
          </p:cNvPr>
          <p:cNvSpPr>
            <a:spLocks noGrp="1"/>
          </p:cNvSpPr>
          <p:nvPr/>
        </p:nvSpPr>
        <p:spPr>
          <a:xfrm>
            <a:off x="738886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66" name="01_find_only_3365">
            <a:extLst>
              <a:ext uri="{FF2B5EF4-FFF2-40B4-BE49-F238E27FC236}">
                <a16:creationId xmlns:a16="http://schemas.microsoft.com/office/drawing/2014/main" id="{63DF9D2D-BB2B-4933-8F7D-A6313B9D429B}"/>
              </a:ext>
            </a:extLst>
          </p:cNvPr>
          <p:cNvSpPr>
            <a:spLocks noGrp="1"/>
          </p:cNvSpPr>
          <p:nvPr/>
        </p:nvSpPr>
        <p:spPr>
          <a:xfrm>
            <a:off x="737050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67" name="01_find_only_3366">
            <a:extLst>
              <a:ext uri="{FF2B5EF4-FFF2-40B4-BE49-F238E27FC236}">
                <a16:creationId xmlns:a16="http://schemas.microsoft.com/office/drawing/2014/main" id="{D9058710-47E7-4507-BB92-0AC12B15831B}"/>
              </a:ext>
            </a:extLst>
          </p:cNvPr>
          <p:cNvSpPr>
            <a:spLocks noGrp="1"/>
          </p:cNvSpPr>
          <p:nvPr/>
        </p:nvSpPr>
        <p:spPr>
          <a:xfrm>
            <a:off x="7320083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68" name="01_find_only_3367">
            <a:extLst>
              <a:ext uri="{FF2B5EF4-FFF2-40B4-BE49-F238E27FC236}">
                <a16:creationId xmlns:a16="http://schemas.microsoft.com/office/drawing/2014/main" id="{5A9E57E6-B50C-4F38-98A0-A8148FDAF844}"/>
              </a:ext>
            </a:extLst>
          </p:cNvPr>
          <p:cNvSpPr>
            <a:spLocks noGrp="1"/>
          </p:cNvSpPr>
          <p:nvPr/>
        </p:nvSpPr>
        <p:spPr>
          <a:xfrm>
            <a:off x="7385078" y="59903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69" name="01_find_only_3368">
            <a:extLst>
              <a:ext uri="{FF2B5EF4-FFF2-40B4-BE49-F238E27FC236}">
                <a16:creationId xmlns:a16="http://schemas.microsoft.com/office/drawing/2014/main" id="{6F35420F-1BAF-4E1E-8003-90173DF1810B}"/>
              </a:ext>
            </a:extLst>
          </p:cNvPr>
          <p:cNvSpPr>
            <a:spLocks noGrp="1"/>
          </p:cNvSpPr>
          <p:nvPr/>
        </p:nvSpPr>
        <p:spPr>
          <a:xfrm>
            <a:off x="7397901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70" name="01_find_only_3369">
            <a:extLst>
              <a:ext uri="{FF2B5EF4-FFF2-40B4-BE49-F238E27FC236}">
                <a16:creationId xmlns:a16="http://schemas.microsoft.com/office/drawing/2014/main" id="{E765266C-5B03-489F-87C9-75163501A5D5}"/>
              </a:ext>
            </a:extLst>
          </p:cNvPr>
          <p:cNvSpPr>
            <a:spLocks noGrp="1"/>
          </p:cNvSpPr>
          <p:nvPr/>
        </p:nvSpPr>
        <p:spPr>
          <a:xfrm>
            <a:off x="733621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71" name="01_find_only_3370">
            <a:extLst>
              <a:ext uri="{FF2B5EF4-FFF2-40B4-BE49-F238E27FC236}">
                <a16:creationId xmlns:a16="http://schemas.microsoft.com/office/drawing/2014/main" id="{5C598ED8-03C6-40B5-9DAF-C16F8BF5FB44}"/>
              </a:ext>
            </a:extLst>
          </p:cNvPr>
          <p:cNvSpPr>
            <a:spLocks noGrp="1"/>
          </p:cNvSpPr>
          <p:nvPr/>
        </p:nvSpPr>
        <p:spPr>
          <a:xfrm>
            <a:off x="7328924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72" name="01_find_only_3371">
            <a:extLst>
              <a:ext uri="{FF2B5EF4-FFF2-40B4-BE49-F238E27FC236}">
                <a16:creationId xmlns:a16="http://schemas.microsoft.com/office/drawing/2014/main" id="{48751953-1E1B-4314-BAB7-BBA3798802D9}"/>
              </a:ext>
            </a:extLst>
          </p:cNvPr>
          <p:cNvSpPr>
            <a:spLocks noGrp="1"/>
          </p:cNvSpPr>
          <p:nvPr/>
        </p:nvSpPr>
        <p:spPr>
          <a:xfrm>
            <a:off x="7384883" y="58040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73" name="01_find_only_3372">
            <a:extLst>
              <a:ext uri="{FF2B5EF4-FFF2-40B4-BE49-F238E27FC236}">
                <a16:creationId xmlns:a16="http://schemas.microsoft.com/office/drawing/2014/main" id="{4571D48F-A283-44DD-A1D2-43351F6E0A1E}"/>
              </a:ext>
            </a:extLst>
          </p:cNvPr>
          <p:cNvSpPr>
            <a:spLocks noGrp="1"/>
          </p:cNvSpPr>
          <p:nvPr/>
        </p:nvSpPr>
        <p:spPr>
          <a:xfrm>
            <a:off x="7409948" y="59193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74" name="01_find_only_3373">
            <a:extLst>
              <a:ext uri="{FF2B5EF4-FFF2-40B4-BE49-F238E27FC236}">
                <a16:creationId xmlns:a16="http://schemas.microsoft.com/office/drawing/2014/main" id="{58498B89-FB83-4F2B-B0C6-4E7D5F0925A7}"/>
              </a:ext>
            </a:extLst>
          </p:cNvPr>
          <p:cNvSpPr>
            <a:spLocks noGrp="1"/>
          </p:cNvSpPr>
          <p:nvPr/>
        </p:nvSpPr>
        <p:spPr>
          <a:xfrm>
            <a:off x="741412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75" name="01_find_only_3374">
            <a:extLst>
              <a:ext uri="{FF2B5EF4-FFF2-40B4-BE49-F238E27FC236}">
                <a16:creationId xmlns:a16="http://schemas.microsoft.com/office/drawing/2014/main" id="{D76219E6-39C6-41BC-942E-9023C0D3A77A}"/>
              </a:ext>
            </a:extLst>
          </p:cNvPr>
          <p:cNvSpPr>
            <a:spLocks noGrp="1"/>
          </p:cNvSpPr>
          <p:nvPr/>
        </p:nvSpPr>
        <p:spPr>
          <a:xfrm>
            <a:off x="735408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76" name="01_find_only_3375">
            <a:extLst>
              <a:ext uri="{FF2B5EF4-FFF2-40B4-BE49-F238E27FC236}">
                <a16:creationId xmlns:a16="http://schemas.microsoft.com/office/drawing/2014/main" id="{4B05D4FF-1C7D-47FE-9A54-4B4CFCAF7F8A}"/>
              </a:ext>
            </a:extLst>
          </p:cNvPr>
          <p:cNvSpPr>
            <a:spLocks noGrp="1"/>
          </p:cNvSpPr>
          <p:nvPr/>
        </p:nvSpPr>
        <p:spPr>
          <a:xfrm>
            <a:off x="7389741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77" name="01_find_only_3376">
            <a:extLst>
              <a:ext uri="{FF2B5EF4-FFF2-40B4-BE49-F238E27FC236}">
                <a16:creationId xmlns:a16="http://schemas.microsoft.com/office/drawing/2014/main" id="{8832A3CB-81E9-41EE-929D-B0CDA5866FE1}"/>
              </a:ext>
            </a:extLst>
          </p:cNvPr>
          <p:cNvSpPr>
            <a:spLocks noGrp="1"/>
          </p:cNvSpPr>
          <p:nvPr/>
        </p:nvSpPr>
        <p:spPr>
          <a:xfrm>
            <a:off x="739712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78" name="01_find_only_3377">
            <a:extLst>
              <a:ext uri="{FF2B5EF4-FFF2-40B4-BE49-F238E27FC236}">
                <a16:creationId xmlns:a16="http://schemas.microsoft.com/office/drawing/2014/main" id="{3A50F7A0-699A-4882-8943-3EE4020D5EBE}"/>
              </a:ext>
            </a:extLst>
          </p:cNvPr>
          <p:cNvSpPr>
            <a:spLocks noGrp="1"/>
          </p:cNvSpPr>
          <p:nvPr/>
        </p:nvSpPr>
        <p:spPr>
          <a:xfrm>
            <a:off x="740887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79" name="01_find_only_3378">
            <a:extLst>
              <a:ext uri="{FF2B5EF4-FFF2-40B4-BE49-F238E27FC236}">
                <a16:creationId xmlns:a16="http://schemas.microsoft.com/office/drawing/2014/main" id="{AB001113-043B-4167-B53F-0C68B76DF725}"/>
              </a:ext>
            </a:extLst>
          </p:cNvPr>
          <p:cNvSpPr>
            <a:spLocks noGrp="1"/>
          </p:cNvSpPr>
          <p:nvPr/>
        </p:nvSpPr>
        <p:spPr>
          <a:xfrm>
            <a:off x="739858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80" name="01_find_only_3379">
            <a:extLst>
              <a:ext uri="{FF2B5EF4-FFF2-40B4-BE49-F238E27FC236}">
                <a16:creationId xmlns:a16="http://schemas.microsoft.com/office/drawing/2014/main" id="{D47739A8-6922-4F61-94EB-B1A6F4B60FA6}"/>
              </a:ext>
            </a:extLst>
          </p:cNvPr>
          <p:cNvSpPr>
            <a:spLocks noGrp="1"/>
          </p:cNvSpPr>
          <p:nvPr/>
        </p:nvSpPr>
        <p:spPr>
          <a:xfrm>
            <a:off x="738391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81" name="01_find_only_3380">
            <a:extLst>
              <a:ext uri="{FF2B5EF4-FFF2-40B4-BE49-F238E27FC236}">
                <a16:creationId xmlns:a16="http://schemas.microsoft.com/office/drawing/2014/main" id="{F94E1F9E-A8E2-4203-A0C9-0206E3753D2D}"/>
              </a:ext>
            </a:extLst>
          </p:cNvPr>
          <p:cNvSpPr>
            <a:spLocks noGrp="1"/>
          </p:cNvSpPr>
          <p:nvPr/>
        </p:nvSpPr>
        <p:spPr>
          <a:xfrm>
            <a:off x="732435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82" name="01_find_only_3381">
            <a:extLst>
              <a:ext uri="{FF2B5EF4-FFF2-40B4-BE49-F238E27FC236}">
                <a16:creationId xmlns:a16="http://schemas.microsoft.com/office/drawing/2014/main" id="{911EA1EA-7C6B-4BFC-8860-AA77644C63A2}"/>
              </a:ext>
            </a:extLst>
          </p:cNvPr>
          <p:cNvSpPr>
            <a:spLocks noGrp="1"/>
          </p:cNvSpPr>
          <p:nvPr/>
        </p:nvSpPr>
        <p:spPr>
          <a:xfrm>
            <a:off x="733378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83" name="01_find_only_3382">
            <a:extLst>
              <a:ext uri="{FF2B5EF4-FFF2-40B4-BE49-F238E27FC236}">
                <a16:creationId xmlns:a16="http://schemas.microsoft.com/office/drawing/2014/main" id="{ADB8D029-612A-4462-8F95-7D1D2F50D1A6}"/>
              </a:ext>
            </a:extLst>
          </p:cNvPr>
          <p:cNvSpPr>
            <a:spLocks noGrp="1"/>
          </p:cNvSpPr>
          <p:nvPr/>
        </p:nvSpPr>
        <p:spPr>
          <a:xfrm>
            <a:off x="738488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84" name="01_find_only_3383">
            <a:extLst>
              <a:ext uri="{FF2B5EF4-FFF2-40B4-BE49-F238E27FC236}">
                <a16:creationId xmlns:a16="http://schemas.microsoft.com/office/drawing/2014/main" id="{61720828-5D76-45AC-803B-143E84B5317B}"/>
              </a:ext>
            </a:extLst>
          </p:cNvPr>
          <p:cNvSpPr>
            <a:spLocks noGrp="1"/>
          </p:cNvSpPr>
          <p:nvPr/>
        </p:nvSpPr>
        <p:spPr>
          <a:xfrm>
            <a:off x="737507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85" name="01_find_only_3384">
            <a:extLst>
              <a:ext uri="{FF2B5EF4-FFF2-40B4-BE49-F238E27FC236}">
                <a16:creationId xmlns:a16="http://schemas.microsoft.com/office/drawing/2014/main" id="{F8372341-701E-469F-998A-7A7F2A3AEFAF}"/>
              </a:ext>
            </a:extLst>
          </p:cNvPr>
          <p:cNvSpPr>
            <a:spLocks noGrp="1"/>
          </p:cNvSpPr>
          <p:nvPr/>
        </p:nvSpPr>
        <p:spPr>
          <a:xfrm>
            <a:off x="733786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86" name="01_find_only_3385">
            <a:extLst>
              <a:ext uri="{FF2B5EF4-FFF2-40B4-BE49-F238E27FC236}">
                <a16:creationId xmlns:a16="http://schemas.microsoft.com/office/drawing/2014/main" id="{1E8414D4-B61C-492E-B5EC-715C71DE6A47}"/>
              </a:ext>
            </a:extLst>
          </p:cNvPr>
          <p:cNvSpPr>
            <a:spLocks noGrp="1"/>
          </p:cNvSpPr>
          <p:nvPr/>
        </p:nvSpPr>
        <p:spPr>
          <a:xfrm>
            <a:off x="735544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87" name="01_find_only_3386">
            <a:extLst>
              <a:ext uri="{FF2B5EF4-FFF2-40B4-BE49-F238E27FC236}">
                <a16:creationId xmlns:a16="http://schemas.microsoft.com/office/drawing/2014/main" id="{ACE3B198-2119-4DD6-9F39-F00F6B9D9AB7}"/>
              </a:ext>
            </a:extLst>
          </p:cNvPr>
          <p:cNvSpPr>
            <a:spLocks noGrp="1"/>
          </p:cNvSpPr>
          <p:nvPr/>
        </p:nvSpPr>
        <p:spPr>
          <a:xfrm>
            <a:off x="732105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88" name="01_find_only_3387">
            <a:extLst>
              <a:ext uri="{FF2B5EF4-FFF2-40B4-BE49-F238E27FC236}">
                <a16:creationId xmlns:a16="http://schemas.microsoft.com/office/drawing/2014/main" id="{DC65E245-678A-4B0D-A74D-5D9D98568CF9}"/>
              </a:ext>
            </a:extLst>
          </p:cNvPr>
          <p:cNvSpPr>
            <a:spLocks noGrp="1"/>
          </p:cNvSpPr>
          <p:nvPr/>
        </p:nvSpPr>
        <p:spPr>
          <a:xfrm>
            <a:off x="784801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89" name="01_find_only_3388">
            <a:extLst>
              <a:ext uri="{FF2B5EF4-FFF2-40B4-BE49-F238E27FC236}">
                <a16:creationId xmlns:a16="http://schemas.microsoft.com/office/drawing/2014/main" id="{B59B0F67-805F-4FFF-88E9-28AA279B30E4}"/>
              </a:ext>
            </a:extLst>
          </p:cNvPr>
          <p:cNvSpPr>
            <a:spLocks noGrp="1"/>
          </p:cNvSpPr>
          <p:nvPr/>
        </p:nvSpPr>
        <p:spPr>
          <a:xfrm>
            <a:off x="7910191" y="527830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90" name="01_find_only_3389">
            <a:extLst>
              <a:ext uri="{FF2B5EF4-FFF2-40B4-BE49-F238E27FC236}">
                <a16:creationId xmlns:a16="http://schemas.microsoft.com/office/drawing/2014/main" id="{5EA57975-5EC9-4EE0-B8D7-170C692E4875}"/>
              </a:ext>
            </a:extLst>
          </p:cNvPr>
          <p:cNvSpPr>
            <a:spLocks noGrp="1"/>
          </p:cNvSpPr>
          <p:nvPr/>
        </p:nvSpPr>
        <p:spPr>
          <a:xfrm>
            <a:off x="7827612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91" name="01_find_only_3390">
            <a:extLst>
              <a:ext uri="{FF2B5EF4-FFF2-40B4-BE49-F238E27FC236}">
                <a16:creationId xmlns:a16="http://schemas.microsoft.com/office/drawing/2014/main" id="{2A5D8A9B-C753-4E2C-B0C0-670C3BB7CCEA}"/>
              </a:ext>
            </a:extLst>
          </p:cNvPr>
          <p:cNvSpPr>
            <a:spLocks noGrp="1"/>
          </p:cNvSpPr>
          <p:nvPr/>
        </p:nvSpPr>
        <p:spPr>
          <a:xfrm>
            <a:off x="790241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92" name="01_find_only_3391">
            <a:extLst>
              <a:ext uri="{FF2B5EF4-FFF2-40B4-BE49-F238E27FC236}">
                <a16:creationId xmlns:a16="http://schemas.microsoft.com/office/drawing/2014/main" id="{14247F6B-F1C4-4629-B88A-0317AEC22235}"/>
              </a:ext>
            </a:extLst>
          </p:cNvPr>
          <p:cNvSpPr>
            <a:spLocks noGrp="1"/>
          </p:cNvSpPr>
          <p:nvPr/>
        </p:nvSpPr>
        <p:spPr>
          <a:xfrm>
            <a:off x="786385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93" name="01_find_only_3392">
            <a:extLst>
              <a:ext uri="{FF2B5EF4-FFF2-40B4-BE49-F238E27FC236}">
                <a16:creationId xmlns:a16="http://schemas.microsoft.com/office/drawing/2014/main" id="{5B3672F1-1FEA-45F9-B0FB-4756A5856B4C}"/>
              </a:ext>
            </a:extLst>
          </p:cNvPr>
          <p:cNvSpPr>
            <a:spLocks noGrp="1"/>
          </p:cNvSpPr>
          <p:nvPr/>
        </p:nvSpPr>
        <p:spPr>
          <a:xfrm>
            <a:off x="791708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94" name="01_find_only_3393">
            <a:extLst>
              <a:ext uri="{FF2B5EF4-FFF2-40B4-BE49-F238E27FC236}">
                <a16:creationId xmlns:a16="http://schemas.microsoft.com/office/drawing/2014/main" id="{C4C263B4-CAE7-4891-BC04-00798CE6079F}"/>
              </a:ext>
            </a:extLst>
          </p:cNvPr>
          <p:cNvSpPr>
            <a:spLocks noGrp="1"/>
          </p:cNvSpPr>
          <p:nvPr/>
        </p:nvSpPr>
        <p:spPr>
          <a:xfrm>
            <a:off x="784791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95" name="01_find_only_3394">
            <a:extLst>
              <a:ext uri="{FF2B5EF4-FFF2-40B4-BE49-F238E27FC236}">
                <a16:creationId xmlns:a16="http://schemas.microsoft.com/office/drawing/2014/main" id="{FB10AA87-792A-4F50-AA48-DDBC9EEE94DD}"/>
              </a:ext>
            </a:extLst>
          </p:cNvPr>
          <p:cNvSpPr>
            <a:spLocks noGrp="1"/>
          </p:cNvSpPr>
          <p:nvPr/>
        </p:nvSpPr>
        <p:spPr>
          <a:xfrm>
            <a:off x="789532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96" name="01_find_only_3395">
            <a:extLst>
              <a:ext uri="{FF2B5EF4-FFF2-40B4-BE49-F238E27FC236}">
                <a16:creationId xmlns:a16="http://schemas.microsoft.com/office/drawing/2014/main" id="{FC5F7606-4ED5-4555-BAFE-29460C8E472C}"/>
              </a:ext>
            </a:extLst>
          </p:cNvPr>
          <p:cNvSpPr>
            <a:spLocks noGrp="1"/>
          </p:cNvSpPr>
          <p:nvPr/>
        </p:nvSpPr>
        <p:spPr>
          <a:xfrm>
            <a:off x="7831013" y="523164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97" name="01_find_only_3396">
            <a:extLst>
              <a:ext uri="{FF2B5EF4-FFF2-40B4-BE49-F238E27FC236}">
                <a16:creationId xmlns:a16="http://schemas.microsoft.com/office/drawing/2014/main" id="{918C6FEB-B65A-4407-87A0-EBA5349DA2CB}"/>
              </a:ext>
            </a:extLst>
          </p:cNvPr>
          <p:cNvSpPr>
            <a:spLocks noGrp="1"/>
          </p:cNvSpPr>
          <p:nvPr/>
        </p:nvSpPr>
        <p:spPr>
          <a:xfrm>
            <a:off x="785170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98" name="01_find_only_3397">
            <a:extLst>
              <a:ext uri="{FF2B5EF4-FFF2-40B4-BE49-F238E27FC236}">
                <a16:creationId xmlns:a16="http://schemas.microsoft.com/office/drawing/2014/main" id="{9A24864B-0891-4594-B56E-EEB1F9BE6C3D}"/>
              </a:ext>
            </a:extLst>
          </p:cNvPr>
          <p:cNvSpPr>
            <a:spLocks noGrp="1"/>
          </p:cNvSpPr>
          <p:nvPr/>
        </p:nvSpPr>
        <p:spPr>
          <a:xfrm>
            <a:off x="7830818" y="623454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399" name="01_find_only_3398">
            <a:extLst>
              <a:ext uri="{FF2B5EF4-FFF2-40B4-BE49-F238E27FC236}">
                <a16:creationId xmlns:a16="http://schemas.microsoft.com/office/drawing/2014/main" id="{B97C5A2B-0250-4C66-B783-F3CE4E7347E6}"/>
              </a:ext>
            </a:extLst>
          </p:cNvPr>
          <p:cNvSpPr>
            <a:spLocks noGrp="1"/>
          </p:cNvSpPr>
          <p:nvPr/>
        </p:nvSpPr>
        <p:spPr>
          <a:xfrm>
            <a:off x="7885709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00" name="01_find_only_3399">
            <a:extLst>
              <a:ext uri="{FF2B5EF4-FFF2-40B4-BE49-F238E27FC236}">
                <a16:creationId xmlns:a16="http://schemas.microsoft.com/office/drawing/2014/main" id="{002068B8-E695-4F6A-BD2E-D4EB9FD32E85}"/>
              </a:ext>
            </a:extLst>
          </p:cNvPr>
          <p:cNvSpPr>
            <a:spLocks noGrp="1"/>
          </p:cNvSpPr>
          <p:nvPr/>
        </p:nvSpPr>
        <p:spPr>
          <a:xfrm>
            <a:off x="784393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01" name="01_find_only_3400">
            <a:extLst>
              <a:ext uri="{FF2B5EF4-FFF2-40B4-BE49-F238E27FC236}">
                <a16:creationId xmlns:a16="http://schemas.microsoft.com/office/drawing/2014/main" id="{F87039A1-3CB5-45D7-8B88-EED5B74D9ED8}"/>
              </a:ext>
            </a:extLst>
          </p:cNvPr>
          <p:cNvSpPr>
            <a:spLocks noGrp="1"/>
          </p:cNvSpPr>
          <p:nvPr/>
        </p:nvSpPr>
        <p:spPr>
          <a:xfrm>
            <a:off x="787307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02" name="01_find_only_3401">
            <a:extLst>
              <a:ext uri="{FF2B5EF4-FFF2-40B4-BE49-F238E27FC236}">
                <a16:creationId xmlns:a16="http://schemas.microsoft.com/office/drawing/2014/main" id="{A369E7A1-1CE4-4161-803F-7F7031B597E8}"/>
              </a:ext>
            </a:extLst>
          </p:cNvPr>
          <p:cNvSpPr>
            <a:spLocks noGrp="1"/>
          </p:cNvSpPr>
          <p:nvPr/>
        </p:nvSpPr>
        <p:spPr>
          <a:xfrm>
            <a:off x="786278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03" name="01_find_only_3402">
            <a:extLst>
              <a:ext uri="{FF2B5EF4-FFF2-40B4-BE49-F238E27FC236}">
                <a16:creationId xmlns:a16="http://schemas.microsoft.com/office/drawing/2014/main" id="{9C319AEF-AC47-4AC3-9DF3-7DAC4BF240D1}"/>
              </a:ext>
            </a:extLst>
          </p:cNvPr>
          <p:cNvSpPr>
            <a:spLocks noGrp="1"/>
          </p:cNvSpPr>
          <p:nvPr/>
        </p:nvSpPr>
        <p:spPr>
          <a:xfrm>
            <a:off x="7853163" y="626529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04" name="01_find_only_3403">
            <a:extLst>
              <a:ext uri="{FF2B5EF4-FFF2-40B4-BE49-F238E27FC236}">
                <a16:creationId xmlns:a16="http://schemas.microsoft.com/office/drawing/2014/main" id="{F6C4B079-C9F6-4852-8E60-4D4A858DADEA}"/>
              </a:ext>
            </a:extLst>
          </p:cNvPr>
          <p:cNvSpPr>
            <a:spLocks noGrp="1"/>
          </p:cNvSpPr>
          <p:nvPr/>
        </p:nvSpPr>
        <p:spPr>
          <a:xfrm>
            <a:off x="7830527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05" name="01_find_only_3404">
            <a:extLst>
              <a:ext uri="{FF2B5EF4-FFF2-40B4-BE49-F238E27FC236}">
                <a16:creationId xmlns:a16="http://schemas.microsoft.com/office/drawing/2014/main" id="{6F7B4B35-C653-4654-9252-2F5B3C8E9B16}"/>
              </a:ext>
            </a:extLst>
          </p:cNvPr>
          <p:cNvSpPr>
            <a:spLocks noGrp="1"/>
          </p:cNvSpPr>
          <p:nvPr/>
        </p:nvSpPr>
        <p:spPr>
          <a:xfrm>
            <a:off x="791776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06" name="01_find_only_3405">
            <a:extLst>
              <a:ext uri="{FF2B5EF4-FFF2-40B4-BE49-F238E27FC236}">
                <a16:creationId xmlns:a16="http://schemas.microsoft.com/office/drawing/2014/main" id="{7446AB7B-4830-4793-84AF-32CBF35FEC24}"/>
              </a:ext>
            </a:extLst>
          </p:cNvPr>
          <p:cNvSpPr>
            <a:spLocks noGrp="1"/>
          </p:cNvSpPr>
          <p:nvPr/>
        </p:nvSpPr>
        <p:spPr>
          <a:xfrm>
            <a:off x="7831887" y="612691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07" name="01_find_only_3406">
            <a:extLst>
              <a:ext uri="{FF2B5EF4-FFF2-40B4-BE49-F238E27FC236}">
                <a16:creationId xmlns:a16="http://schemas.microsoft.com/office/drawing/2014/main" id="{D1A2C0E4-B3D5-42FA-9D76-F17A98F5F2EF}"/>
              </a:ext>
            </a:extLst>
          </p:cNvPr>
          <p:cNvSpPr>
            <a:spLocks noGrp="1"/>
          </p:cNvSpPr>
          <p:nvPr/>
        </p:nvSpPr>
        <p:spPr>
          <a:xfrm>
            <a:off x="791057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08" name="01_find_only_3407">
            <a:extLst>
              <a:ext uri="{FF2B5EF4-FFF2-40B4-BE49-F238E27FC236}">
                <a16:creationId xmlns:a16="http://schemas.microsoft.com/office/drawing/2014/main" id="{A6377689-8A85-48E8-9D5E-BBC36A5BB0F6}"/>
              </a:ext>
            </a:extLst>
          </p:cNvPr>
          <p:cNvSpPr>
            <a:spLocks noGrp="1"/>
          </p:cNvSpPr>
          <p:nvPr/>
        </p:nvSpPr>
        <p:spPr>
          <a:xfrm>
            <a:off x="786423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09" name="01_find_only_3408">
            <a:extLst>
              <a:ext uri="{FF2B5EF4-FFF2-40B4-BE49-F238E27FC236}">
                <a16:creationId xmlns:a16="http://schemas.microsoft.com/office/drawing/2014/main" id="{7C6FD0E8-7E96-4750-A681-763288C0A00F}"/>
              </a:ext>
            </a:extLst>
          </p:cNvPr>
          <p:cNvSpPr>
            <a:spLocks noGrp="1"/>
          </p:cNvSpPr>
          <p:nvPr/>
        </p:nvSpPr>
        <p:spPr>
          <a:xfrm>
            <a:off x="7921752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10" name="01_find_only_3409">
            <a:extLst>
              <a:ext uri="{FF2B5EF4-FFF2-40B4-BE49-F238E27FC236}">
                <a16:creationId xmlns:a16="http://schemas.microsoft.com/office/drawing/2014/main" id="{53EFC9EC-9185-463E-B52E-3C3105B9FBEE}"/>
              </a:ext>
            </a:extLst>
          </p:cNvPr>
          <p:cNvSpPr>
            <a:spLocks noGrp="1"/>
          </p:cNvSpPr>
          <p:nvPr/>
        </p:nvSpPr>
        <p:spPr>
          <a:xfrm>
            <a:off x="789134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11" name="01_find_only_3410">
            <a:extLst>
              <a:ext uri="{FF2B5EF4-FFF2-40B4-BE49-F238E27FC236}">
                <a16:creationId xmlns:a16="http://schemas.microsoft.com/office/drawing/2014/main" id="{1A72C963-EE34-4A35-9264-1F3B9C8FD96D}"/>
              </a:ext>
            </a:extLst>
          </p:cNvPr>
          <p:cNvSpPr>
            <a:spLocks noGrp="1"/>
          </p:cNvSpPr>
          <p:nvPr/>
        </p:nvSpPr>
        <p:spPr>
          <a:xfrm>
            <a:off x="7897950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12" name="01_find_only_3411">
            <a:extLst>
              <a:ext uri="{FF2B5EF4-FFF2-40B4-BE49-F238E27FC236}">
                <a16:creationId xmlns:a16="http://schemas.microsoft.com/office/drawing/2014/main" id="{AF5DBB37-2A88-45B5-B59D-C579A7CCEECD}"/>
              </a:ext>
            </a:extLst>
          </p:cNvPr>
          <p:cNvSpPr>
            <a:spLocks noGrp="1"/>
          </p:cNvSpPr>
          <p:nvPr/>
        </p:nvSpPr>
        <p:spPr>
          <a:xfrm>
            <a:off x="7855300" y="592959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13" name="01_find_only_3412">
            <a:extLst>
              <a:ext uri="{FF2B5EF4-FFF2-40B4-BE49-F238E27FC236}">
                <a16:creationId xmlns:a16="http://schemas.microsoft.com/office/drawing/2014/main" id="{16F49764-0CF7-4FEE-B0DD-7634AA1F9F25}"/>
              </a:ext>
            </a:extLst>
          </p:cNvPr>
          <p:cNvSpPr>
            <a:spLocks noGrp="1"/>
          </p:cNvSpPr>
          <p:nvPr/>
        </p:nvSpPr>
        <p:spPr>
          <a:xfrm>
            <a:off x="7916312" y="54273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14" name="01_find_only_3413">
            <a:extLst>
              <a:ext uri="{FF2B5EF4-FFF2-40B4-BE49-F238E27FC236}">
                <a16:creationId xmlns:a16="http://schemas.microsoft.com/office/drawing/2014/main" id="{71D51A68-8E74-4EE4-B6EE-5599D0284C50}"/>
              </a:ext>
            </a:extLst>
          </p:cNvPr>
          <p:cNvSpPr>
            <a:spLocks noGrp="1"/>
          </p:cNvSpPr>
          <p:nvPr/>
        </p:nvSpPr>
        <p:spPr>
          <a:xfrm>
            <a:off x="789814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15" name="01_find_only_3414">
            <a:extLst>
              <a:ext uri="{FF2B5EF4-FFF2-40B4-BE49-F238E27FC236}">
                <a16:creationId xmlns:a16="http://schemas.microsoft.com/office/drawing/2014/main" id="{11607AB4-1DAE-4ECB-9E9E-F1BA3BDA82AA}"/>
              </a:ext>
            </a:extLst>
          </p:cNvPr>
          <p:cNvSpPr>
            <a:spLocks noGrp="1"/>
          </p:cNvSpPr>
          <p:nvPr/>
        </p:nvSpPr>
        <p:spPr>
          <a:xfrm>
            <a:off x="784267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16" name="01_find_only_3415">
            <a:extLst>
              <a:ext uri="{FF2B5EF4-FFF2-40B4-BE49-F238E27FC236}">
                <a16:creationId xmlns:a16="http://schemas.microsoft.com/office/drawing/2014/main" id="{14E49BD2-050B-460F-833D-1235AE135E2A}"/>
              </a:ext>
            </a:extLst>
          </p:cNvPr>
          <p:cNvSpPr>
            <a:spLocks noGrp="1"/>
          </p:cNvSpPr>
          <p:nvPr/>
        </p:nvSpPr>
        <p:spPr>
          <a:xfrm>
            <a:off x="7896493" y="603005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17" name="01_find_only_3416">
            <a:extLst>
              <a:ext uri="{FF2B5EF4-FFF2-40B4-BE49-F238E27FC236}">
                <a16:creationId xmlns:a16="http://schemas.microsoft.com/office/drawing/2014/main" id="{3E4437AC-9051-47CA-A8AF-5EFAC03DF7E3}"/>
              </a:ext>
            </a:extLst>
          </p:cNvPr>
          <p:cNvSpPr>
            <a:spLocks noGrp="1"/>
          </p:cNvSpPr>
          <p:nvPr/>
        </p:nvSpPr>
        <p:spPr>
          <a:xfrm>
            <a:off x="784762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18" name="01_find_only_3417">
            <a:extLst>
              <a:ext uri="{FF2B5EF4-FFF2-40B4-BE49-F238E27FC236}">
                <a16:creationId xmlns:a16="http://schemas.microsoft.com/office/drawing/2014/main" id="{A17F096C-7BF8-4AFA-B51D-909690D5D253}"/>
              </a:ext>
            </a:extLst>
          </p:cNvPr>
          <p:cNvSpPr>
            <a:spLocks noGrp="1"/>
          </p:cNvSpPr>
          <p:nvPr/>
        </p:nvSpPr>
        <p:spPr>
          <a:xfrm>
            <a:off x="7855204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19" name="01_find_only_3418">
            <a:extLst>
              <a:ext uri="{FF2B5EF4-FFF2-40B4-BE49-F238E27FC236}">
                <a16:creationId xmlns:a16="http://schemas.microsoft.com/office/drawing/2014/main" id="{9B99226F-303D-48C8-B9CF-EE00EC2CC32B}"/>
              </a:ext>
            </a:extLst>
          </p:cNvPr>
          <p:cNvSpPr>
            <a:spLocks noGrp="1"/>
          </p:cNvSpPr>
          <p:nvPr/>
        </p:nvSpPr>
        <p:spPr>
          <a:xfrm>
            <a:off x="7915535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20" name="01_find_only_3419">
            <a:extLst>
              <a:ext uri="{FF2B5EF4-FFF2-40B4-BE49-F238E27FC236}">
                <a16:creationId xmlns:a16="http://schemas.microsoft.com/office/drawing/2014/main" id="{793C4C6F-E42F-414C-8B71-D86D77471318}"/>
              </a:ext>
            </a:extLst>
          </p:cNvPr>
          <p:cNvSpPr>
            <a:spLocks noGrp="1"/>
          </p:cNvSpPr>
          <p:nvPr/>
        </p:nvSpPr>
        <p:spPr>
          <a:xfrm>
            <a:off x="785675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21" name="01_find_only_3420">
            <a:extLst>
              <a:ext uri="{FF2B5EF4-FFF2-40B4-BE49-F238E27FC236}">
                <a16:creationId xmlns:a16="http://schemas.microsoft.com/office/drawing/2014/main" id="{7CFC8463-3C58-49AD-AE9D-0997E23049AE}"/>
              </a:ext>
            </a:extLst>
          </p:cNvPr>
          <p:cNvSpPr>
            <a:spLocks noGrp="1"/>
          </p:cNvSpPr>
          <p:nvPr/>
        </p:nvSpPr>
        <p:spPr>
          <a:xfrm>
            <a:off x="791009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22" name="01_find_only_3421">
            <a:extLst>
              <a:ext uri="{FF2B5EF4-FFF2-40B4-BE49-F238E27FC236}">
                <a16:creationId xmlns:a16="http://schemas.microsoft.com/office/drawing/2014/main" id="{C5FDF718-5696-4C2A-8054-C00353DA0B27}"/>
              </a:ext>
            </a:extLst>
          </p:cNvPr>
          <p:cNvSpPr>
            <a:spLocks noGrp="1"/>
          </p:cNvSpPr>
          <p:nvPr/>
        </p:nvSpPr>
        <p:spPr>
          <a:xfrm>
            <a:off x="791087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23" name="01_find_only_3422">
            <a:extLst>
              <a:ext uri="{FF2B5EF4-FFF2-40B4-BE49-F238E27FC236}">
                <a16:creationId xmlns:a16="http://schemas.microsoft.com/office/drawing/2014/main" id="{6AADCA1B-727A-4389-9F18-E105BBCAEEFF}"/>
              </a:ext>
            </a:extLst>
          </p:cNvPr>
          <p:cNvSpPr>
            <a:spLocks noGrp="1"/>
          </p:cNvSpPr>
          <p:nvPr/>
        </p:nvSpPr>
        <p:spPr>
          <a:xfrm>
            <a:off x="7913397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24" name="01_find_only_3423">
            <a:extLst>
              <a:ext uri="{FF2B5EF4-FFF2-40B4-BE49-F238E27FC236}">
                <a16:creationId xmlns:a16="http://schemas.microsoft.com/office/drawing/2014/main" id="{DC6409FF-3B30-4CAD-B733-EFF858DD040B}"/>
              </a:ext>
            </a:extLst>
          </p:cNvPr>
          <p:cNvSpPr>
            <a:spLocks noGrp="1"/>
          </p:cNvSpPr>
          <p:nvPr/>
        </p:nvSpPr>
        <p:spPr>
          <a:xfrm>
            <a:off x="7857535" y="551343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25" name="01_find_only_3424">
            <a:extLst>
              <a:ext uri="{FF2B5EF4-FFF2-40B4-BE49-F238E27FC236}">
                <a16:creationId xmlns:a16="http://schemas.microsoft.com/office/drawing/2014/main" id="{D7528F5E-CFEE-4A06-BB00-048E97F07C2F}"/>
              </a:ext>
            </a:extLst>
          </p:cNvPr>
          <p:cNvSpPr>
            <a:spLocks noGrp="1"/>
          </p:cNvSpPr>
          <p:nvPr/>
        </p:nvSpPr>
        <p:spPr>
          <a:xfrm>
            <a:off x="7842865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26" name="01_find_only_3425">
            <a:extLst>
              <a:ext uri="{FF2B5EF4-FFF2-40B4-BE49-F238E27FC236}">
                <a16:creationId xmlns:a16="http://schemas.microsoft.com/office/drawing/2014/main" id="{51197A4E-2768-4340-B81D-E4833B28569F}"/>
              </a:ext>
            </a:extLst>
          </p:cNvPr>
          <p:cNvSpPr>
            <a:spLocks noGrp="1"/>
          </p:cNvSpPr>
          <p:nvPr/>
        </p:nvSpPr>
        <p:spPr>
          <a:xfrm>
            <a:off x="789940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27" name="01_find_only_3426">
            <a:extLst>
              <a:ext uri="{FF2B5EF4-FFF2-40B4-BE49-F238E27FC236}">
                <a16:creationId xmlns:a16="http://schemas.microsoft.com/office/drawing/2014/main" id="{6DB2A958-05EE-40E7-BB81-6956BA909E11}"/>
              </a:ext>
            </a:extLst>
          </p:cNvPr>
          <p:cNvSpPr>
            <a:spLocks noGrp="1"/>
          </p:cNvSpPr>
          <p:nvPr/>
        </p:nvSpPr>
        <p:spPr>
          <a:xfrm>
            <a:off x="783829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28" name="01_find_only_3427">
            <a:extLst>
              <a:ext uri="{FF2B5EF4-FFF2-40B4-BE49-F238E27FC236}">
                <a16:creationId xmlns:a16="http://schemas.microsoft.com/office/drawing/2014/main" id="{28B5976E-524F-48DB-9E69-2D6B3F8B37DF}"/>
              </a:ext>
            </a:extLst>
          </p:cNvPr>
          <p:cNvSpPr>
            <a:spLocks noGrp="1"/>
          </p:cNvSpPr>
          <p:nvPr/>
        </p:nvSpPr>
        <p:spPr>
          <a:xfrm>
            <a:off x="784441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29" name="01_find_only_3428">
            <a:extLst>
              <a:ext uri="{FF2B5EF4-FFF2-40B4-BE49-F238E27FC236}">
                <a16:creationId xmlns:a16="http://schemas.microsoft.com/office/drawing/2014/main" id="{BD822C24-433E-4793-8104-6214264202C1}"/>
              </a:ext>
            </a:extLst>
          </p:cNvPr>
          <p:cNvSpPr>
            <a:spLocks noGrp="1"/>
          </p:cNvSpPr>
          <p:nvPr/>
        </p:nvSpPr>
        <p:spPr>
          <a:xfrm>
            <a:off x="790183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30" name="01_find_only_3429">
            <a:extLst>
              <a:ext uri="{FF2B5EF4-FFF2-40B4-BE49-F238E27FC236}">
                <a16:creationId xmlns:a16="http://schemas.microsoft.com/office/drawing/2014/main" id="{AEB674CA-7738-4546-958C-3D84730192FB}"/>
              </a:ext>
            </a:extLst>
          </p:cNvPr>
          <p:cNvSpPr>
            <a:spLocks noGrp="1"/>
          </p:cNvSpPr>
          <p:nvPr/>
        </p:nvSpPr>
        <p:spPr>
          <a:xfrm>
            <a:off x="783917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31" name="01_find_only_3430">
            <a:extLst>
              <a:ext uri="{FF2B5EF4-FFF2-40B4-BE49-F238E27FC236}">
                <a16:creationId xmlns:a16="http://schemas.microsoft.com/office/drawing/2014/main" id="{53FBA9B9-0130-4869-BA70-34E7F52E3CFA}"/>
              </a:ext>
            </a:extLst>
          </p:cNvPr>
          <p:cNvSpPr>
            <a:spLocks noGrp="1"/>
          </p:cNvSpPr>
          <p:nvPr/>
        </p:nvSpPr>
        <p:spPr>
          <a:xfrm>
            <a:off x="792048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32" name="01_find_only_3431">
            <a:extLst>
              <a:ext uri="{FF2B5EF4-FFF2-40B4-BE49-F238E27FC236}">
                <a16:creationId xmlns:a16="http://schemas.microsoft.com/office/drawing/2014/main" id="{E9F45748-90A3-481E-909C-FD4BF85BDD79}"/>
              </a:ext>
            </a:extLst>
          </p:cNvPr>
          <p:cNvSpPr>
            <a:spLocks noGrp="1"/>
          </p:cNvSpPr>
          <p:nvPr/>
        </p:nvSpPr>
        <p:spPr>
          <a:xfrm>
            <a:off x="7905625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33" name="01_find_only_3432">
            <a:extLst>
              <a:ext uri="{FF2B5EF4-FFF2-40B4-BE49-F238E27FC236}">
                <a16:creationId xmlns:a16="http://schemas.microsoft.com/office/drawing/2014/main" id="{B2DD48FF-9E79-4E4E-9721-735534A62723}"/>
              </a:ext>
            </a:extLst>
          </p:cNvPr>
          <p:cNvSpPr>
            <a:spLocks noGrp="1"/>
          </p:cNvSpPr>
          <p:nvPr/>
        </p:nvSpPr>
        <p:spPr>
          <a:xfrm>
            <a:off x="787045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34" name="01_find_only_3433">
            <a:extLst>
              <a:ext uri="{FF2B5EF4-FFF2-40B4-BE49-F238E27FC236}">
                <a16:creationId xmlns:a16="http://schemas.microsoft.com/office/drawing/2014/main" id="{E2E214B2-1791-4706-B5DB-6B2CB7EB2024}"/>
              </a:ext>
            </a:extLst>
          </p:cNvPr>
          <p:cNvSpPr>
            <a:spLocks noGrp="1"/>
          </p:cNvSpPr>
          <p:nvPr/>
        </p:nvSpPr>
        <p:spPr>
          <a:xfrm>
            <a:off x="785403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35" name="01_find_only_3434">
            <a:extLst>
              <a:ext uri="{FF2B5EF4-FFF2-40B4-BE49-F238E27FC236}">
                <a16:creationId xmlns:a16="http://schemas.microsoft.com/office/drawing/2014/main" id="{15FD8A85-43FC-4A2A-8DB0-1B1CAB216005}"/>
              </a:ext>
            </a:extLst>
          </p:cNvPr>
          <p:cNvSpPr>
            <a:spLocks noGrp="1"/>
          </p:cNvSpPr>
          <p:nvPr/>
        </p:nvSpPr>
        <p:spPr>
          <a:xfrm>
            <a:off x="7923209" y="536582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36" name="01_find_only_3435">
            <a:extLst>
              <a:ext uri="{FF2B5EF4-FFF2-40B4-BE49-F238E27FC236}">
                <a16:creationId xmlns:a16="http://schemas.microsoft.com/office/drawing/2014/main" id="{2422977F-278D-4724-AB86-723C78694F73}"/>
              </a:ext>
            </a:extLst>
          </p:cNvPr>
          <p:cNvSpPr>
            <a:spLocks noGrp="1"/>
          </p:cNvSpPr>
          <p:nvPr/>
        </p:nvSpPr>
        <p:spPr>
          <a:xfrm>
            <a:off x="788794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37" name="01_find_only_3436">
            <a:extLst>
              <a:ext uri="{FF2B5EF4-FFF2-40B4-BE49-F238E27FC236}">
                <a16:creationId xmlns:a16="http://schemas.microsoft.com/office/drawing/2014/main" id="{1BC1FFCD-0DAF-4593-B772-ABCF7BB2D2F5}"/>
              </a:ext>
            </a:extLst>
          </p:cNvPr>
          <p:cNvSpPr>
            <a:spLocks noGrp="1"/>
          </p:cNvSpPr>
          <p:nvPr/>
        </p:nvSpPr>
        <p:spPr>
          <a:xfrm>
            <a:off x="7910093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38" name="01_find_only_3437">
            <a:extLst>
              <a:ext uri="{FF2B5EF4-FFF2-40B4-BE49-F238E27FC236}">
                <a16:creationId xmlns:a16="http://schemas.microsoft.com/office/drawing/2014/main" id="{9146F00B-1746-4E78-94A9-9A5F5EC6B6AB}"/>
              </a:ext>
            </a:extLst>
          </p:cNvPr>
          <p:cNvSpPr>
            <a:spLocks noGrp="1"/>
          </p:cNvSpPr>
          <p:nvPr/>
        </p:nvSpPr>
        <p:spPr>
          <a:xfrm>
            <a:off x="784199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39" name="01_find_only_3438">
            <a:extLst>
              <a:ext uri="{FF2B5EF4-FFF2-40B4-BE49-F238E27FC236}">
                <a16:creationId xmlns:a16="http://schemas.microsoft.com/office/drawing/2014/main" id="{A14BCB33-8E21-4D51-AB48-177DBBD17414}"/>
              </a:ext>
            </a:extLst>
          </p:cNvPr>
          <p:cNvSpPr>
            <a:spLocks noGrp="1"/>
          </p:cNvSpPr>
          <p:nvPr/>
        </p:nvSpPr>
        <p:spPr>
          <a:xfrm>
            <a:off x="786938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40" name="01_find_only_3439">
            <a:extLst>
              <a:ext uri="{FF2B5EF4-FFF2-40B4-BE49-F238E27FC236}">
                <a16:creationId xmlns:a16="http://schemas.microsoft.com/office/drawing/2014/main" id="{1E250DB9-901F-40A2-A5B9-A04D8EFB274D}"/>
              </a:ext>
            </a:extLst>
          </p:cNvPr>
          <p:cNvSpPr>
            <a:spLocks noGrp="1"/>
          </p:cNvSpPr>
          <p:nvPr/>
        </p:nvSpPr>
        <p:spPr>
          <a:xfrm>
            <a:off x="7904071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41" name="01_find_only_3440">
            <a:extLst>
              <a:ext uri="{FF2B5EF4-FFF2-40B4-BE49-F238E27FC236}">
                <a16:creationId xmlns:a16="http://schemas.microsoft.com/office/drawing/2014/main" id="{D1925B6D-7200-48C7-88F8-3D2046570787}"/>
              </a:ext>
            </a:extLst>
          </p:cNvPr>
          <p:cNvSpPr>
            <a:spLocks noGrp="1"/>
          </p:cNvSpPr>
          <p:nvPr/>
        </p:nvSpPr>
        <p:spPr>
          <a:xfrm>
            <a:off x="7889983" y="607310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42" name="01_find_only_3441">
            <a:extLst>
              <a:ext uri="{FF2B5EF4-FFF2-40B4-BE49-F238E27FC236}">
                <a16:creationId xmlns:a16="http://schemas.microsoft.com/office/drawing/2014/main" id="{E8082ABC-DD84-4DBB-A498-59ECD7CC2469}"/>
              </a:ext>
            </a:extLst>
          </p:cNvPr>
          <p:cNvSpPr>
            <a:spLocks noGrp="1"/>
          </p:cNvSpPr>
          <p:nvPr/>
        </p:nvSpPr>
        <p:spPr>
          <a:xfrm>
            <a:off x="7918449" y="5190547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43" name="01_find_only_3442">
            <a:extLst>
              <a:ext uri="{FF2B5EF4-FFF2-40B4-BE49-F238E27FC236}">
                <a16:creationId xmlns:a16="http://schemas.microsoft.com/office/drawing/2014/main" id="{EC9EA1B3-E135-4F77-9813-59D1B3A459B8}"/>
              </a:ext>
            </a:extLst>
          </p:cNvPr>
          <p:cNvSpPr>
            <a:spLocks noGrp="1"/>
          </p:cNvSpPr>
          <p:nvPr/>
        </p:nvSpPr>
        <p:spPr>
          <a:xfrm>
            <a:off x="782829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44" name="01_find_only_3443">
            <a:extLst>
              <a:ext uri="{FF2B5EF4-FFF2-40B4-BE49-F238E27FC236}">
                <a16:creationId xmlns:a16="http://schemas.microsoft.com/office/drawing/2014/main" id="{F882BB4D-92A3-46B3-A978-FDE66E2D7D0C}"/>
              </a:ext>
            </a:extLst>
          </p:cNvPr>
          <p:cNvSpPr>
            <a:spLocks noGrp="1"/>
          </p:cNvSpPr>
          <p:nvPr/>
        </p:nvSpPr>
        <p:spPr>
          <a:xfrm>
            <a:off x="786831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45" name="01_find_only_3444">
            <a:extLst>
              <a:ext uri="{FF2B5EF4-FFF2-40B4-BE49-F238E27FC236}">
                <a16:creationId xmlns:a16="http://schemas.microsoft.com/office/drawing/2014/main" id="{F23BF696-4C4A-4FF4-B652-8CB4F1108920}"/>
              </a:ext>
            </a:extLst>
          </p:cNvPr>
          <p:cNvSpPr>
            <a:spLocks noGrp="1"/>
          </p:cNvSpPr>
          <p:nvPr/>
        </p:nvSpPr>
        <p:spPr>
          <a:xfrm>
            <a:off x="7886486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46" name="01_find_only_3445">
            <a:extLst>
              <a:ext uri="{FF2B5EF4-FFF2-40B4-BE49-F238E27FC236}">
                <a16:creationId xmlns:a16="http://schemas.microsoft.com/office/drawing/2014/main" id="{ADDAD819-32F3-45BD-B8FD-6167424636C9}"/>
              </a:ext>
            </a:extLst>
          </p:cNvPr>
          <p:cNvSpPr>
            <a:spLocks noGrp="1"/>
          </p:cNvSpPr>
          <p:nvPr/>
        </p:nvSpPr>
        <p:spPr>
          <a:xfrm>
            <a:off x="785627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47" name="01_find_only_3446">
            <a:extLst>
              <a:ext uri="{FF2B5EF4-FFF2-40B4-BE49-F238E27FC236}">
                <a16:creationId xmlns:a16="http://schemas.microsoft.com/office/drawing/2014/main" id="{7D36C92C-B252-43E5-B6A7-EEBA396BA2AB}"/>
              </a:ext>
            </a:extLst>
          </p:cNvPr>
          <p:cNvSpPr>
            <a:spLocks noGrp="1"/>
          </p:cNvSpPr>
          <p:nvPr/>
        </p:nvSpPr>
        <p:spPr>
          <a:xfrm>
            <a:off x="787803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48" name="01_find_only_3447">
            <a:extLst>
              <a:ext uri="{FF2B5EF4-FFF2-40B4-BE49-F238E27FC236}">
                <a16:creationId xmlns:a16="http://schemas.microsoft.com/office/drawing/2014/main" id="{3A315C22-BD48-4C8C-8E3F-36984808DFBE}"/>
              </a:ext>
            </a:extLst>
          </p:cNvPr>
          <p:cNvSpPr>
            <a:spLocks noGrp="1"/>
          </p:cNvSpPr>
          <p:nvPr/>
        </p:nvSpPr>
        <p:spPr>
          <a:xfrm>
            <a:off x="7865792" y="596547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49" name="01_find_only_3448">
            <a:extLst>
              <a:ext uri="{FF2B5EF4-FFF2-40B4-BE49-F238E27FC236}">
                <a16:creationId xmlns:a16="http://schemas.microsoft.com/office/drawing/2014/main" id="{DB6FEC82-1455-4531-A9AA-ACA17B35F29E}"/>
              </a:ext>
            </a:extLst>
          </p:cNvPr>
          <p:cNvSpPr>
            <a:spLocks noGrp="1"/>
          </p:cNvSpPr>
          <p:nvPr/>
        </p:nvSpPr>
        <p:spPr>
          <a:xfrm>
            <a:off x="7907762" y="6103855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50" name="01_find_only_3449">
            <a:extLst>
              <a:ext uri="{FF2B5EF4-FFF2-40B4-BE49-F238E27FC236}">
                <a16:creationId xmlns:a16="http://schemas.microsoft.com/office/drawing/2014/main" id="{70703B7D-A894-450B-A708-BEED0042DAAA}"/>
              </a:ext>
            </a:extLst>
          </p:cNvPr>
          <p:cNvSpPr>
            <a:spLocks noGrp="1"/>
          </p:cNvSpPr>
          <p:nvPr/>
        </p:nvSpPr>
        <p:spPr>
          <a:xfrm>
            <a:off x="783897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51" name="01_find_only_3450">
            <a:extLst>
              <a:ext uri="{FF2B5EF4-FFF2-40B4-BE49-F238E27FC236}">
                <a16:creationId xmlns:a16="http://schemas.microsoft.com/office/drawing/2014/main" id="{372CB3B8-559F-4CC2-A49F-7335CB8671DF}"/>
              </a:ext>
            </a:extLst>
          </p:cNvPr>
          <p:cNvSpPr>
            <a:spLocks noGrp="1"/>
          </p:cNvSpPr>
          <p:nvPr/>
        </p:nvSpPr>
        <p:spPr>
          <a:xfrm>
            <a:off x="7843448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52" name="01_find_only_3451">
            <a:extLst>
              <a:ext uri="{FF2B5EF4-FFF2-40B4-BE49-F238E27FC236}">
                <a16:creationId xmlns:a16="http://schemas.microsoft.com/office/drawing/2014/main" id="{13626F3D-30F5-4223-B2D5-0BD225C4BA09}"/>
              </a:ext>
            </a:extLst>
          </p:cNvPr>
          <p:cNvSpPr>
            <a:spLocks noGrp="1"/>
          </p:cNvSpPr>
          <p:nvPr/>
        </p:nvSpPr>
        <p:spPr>
          <a:xfrm>
            <a:off x="788386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53" name="01_find_only_3452">
            <a:extLst>
              <a:ext uri="{FF2B5EF4-FFF2-40B4-BE49-F238E27FC236}">
                <a16:creationId xmlns:a16="http://schemas.microsoft.com/office/drawing/2014/main" id="{CE854D26-3AB6-4E5B-9197-17F0EF83E4B3}"/>
              </a:ext>
            </a:extLst>
          </p:cNvPr>
          <p:cNvSpPr>
            <a:spLocks noGrp="1"/>
          </p:cNvSpPr>
          <p:nvPr/>
        </p:nvSpPr>
        <p:spPr>
          <a:xfrm>
            <a:off x="788298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54" name="01_find_only_3453">
            <a:extLst>
              <a:ext uri="{FF2B5EF4-FFF2-40B4-BE49-F238E27FC236}">
                <a16:creationId xmlns:a16="http://schemas.microsoft.com/office/drawing/2014/main" id="{3EFEBFAB-8384-46FF-A757-CD8F55FF51FA}"/>
              </a:ext>
            </a:extLst>
          </p:cNvPr>
          <p:cNvSpPr>
            <a:spLocks noGrp="1"/>
          </p:cNvSpPr>
          <p:nvPr/>
        </p:nvSpPr>
        <p:spPr>
          <a:xfrm>
            <a:off x="7914563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55" name="01_find_only_3454">
            <a:extLst>
              <a:ext uri="{FF2B5EF4-FFF2-40B4-BE49-F238E27FC236}">
                <a16:creationId xmlns:a16="http://schemas.microsoft.com/office/drawing/2014/main" id="{9AE6B89B-811B-4A41-BF72-E6D3F3C216B9}"/>
              </a:ext>
            </a:extLst>
          </p:cNvPr>
          <p:cNvSpPr>
            <a:spLocks noGrp="1"/>
          </p:cNvSpPr>
          <p:nvPr/>
        </p:nvSpPr>
        <p:spPr>
          <a:xfrm>
            <a:off x="7899893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56" name="01_find_only_3455">
            <a:extLst>
              <a:ext uri="{FF2B5EF4-FFF2-40B4-BE49-F238E27FC236}">
                <a16:creationId xmlns:a16="http://schemas.microsoft.com/office/drawing/2014/main" id="{746E102F-79D9-47AB-A6DE-445C72BA6092}"/>
              </a:ext>
            </a:extLst>
          </p:cNvPr>
          <p:cNvSpPr>
            <a:spLocks noGrp="1"/>
          </p:cNvSpPr>
          <p:nvPr/>
        </p:nvSpPr>
        <p:spPr>
          <a:xfrm>
            <a:off x="7854037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57" name="01_find_only_3456">
            <a:extLst>
              <a:ext uri="{FF2B5EF4-FFF2-40B4-BE49-F238E27FC236}">
                <a16:creationId xmlns:a16="http://schemas.microsoft.com/office/drawing/2014/main" id="{D3FEEF89-5310-41F8-99E9-B9732187A257}"/>
              </a:ext>
            </a:extLst>
          </p:cNvPr>
          <p:cNvSpPr>
            <a:spLocks noGrp="1"/>
          </p:cNvSpPr>
          <p:nvPr/>
        </p:nvSpPr>
        <p:spPr>
          <a:xfrm>
            <a:off x="7901836" y="531970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58" name="01_find_only_3457">
            <a:extLst>
              <a:ext uri="{FF2B5EF4-FFF2-40B4-BE49-F238E27FC236}">
                <a16:creationId xmlns:a16="http://schemas.microsoft.com/office/drawing/2014/main" id="{EE51DCFA-597E-48BA-BCC0-570005EC2DB8}"/>
              </a:ext>
            </a:extLst>
          </p:cNvPr>
          <p:cNvSpPr>
            <a:spLocks noGrp="1"/>
          </p:cNvSpPr>
          <p:nvPr/>
        </p:nvSpPr>
        <p:spPr>
          <a:xfrm>
            <a:off x="789396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59" name="01_find_only_3458">
            <a:extLst>
              <a:ext uri="{FF2B5EF4-FFF2-40B4-BE49-F238E27FC236}">
                <a16:creationId xmlns:a16="http://schemas.microsoft.com/office/drawing/2014/main" id="{F6B87F04-CED1-4DD8-A17A-F3FF029800E0}"/>
              </a:ext>
            </a:extLst>
          </p:cNvPr>
          <p:cNvSpPr>
            <a:spLocks noGrp="1"/>
          </p:cNvSpPr>
          <p:nvPr/>
        </p:nvSpPr>
        <p:spPr>
          <a:xfrm>
            <a:off x="7898144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60" name="01_find_only_3459">
            <a:extLst>
              <a:ext uri="{FF2B5EF4-FFF2-40B4-BE49-F238E27FC236}">
                <a16:creationId xmlns:a16="http://schemas.microsoft.com/office/drawing/2014/main" id="{B0B7F5CD-0290-420B-A3CD-F1A110BF96C5}"/>
              </a:ext>
            </a:extLst>
          </p:cNvPr>
          <p:cNvSpPr>
            <a:spLocks noGrp="1"/>
          </p:cNvSpPr>
          <p:nvPr/>
        </p:nvSpPr>
        <p:spPr>
          <a:xfrm>
            <a:off x="787978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61" name="01_find_only_3460">
            <a:extLst>
              <a:ext uri="{FF2B5EF4-FFF2-40B4-BE49-F238E27FC236}">
                <a16:creationId xmlns:a16="http://schemas.microsoft.com/office/drawing/2014/main" id="{4B6AB313-444E-4510-A928-0F39056678CE}"/>
              </a:ext>
            </a:extLst>
          </p:cNvPr>
          <p:cNvSpPr>
            <a:spLocks noGrp="1"/>
          </p:cNvSpPr>
          <p:nvPr/>
        </p:nvSpPr>
        <p:spPr>
          <a:xfrm>
            <a:off x="7829361" y="564258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62" name="01_find_only_3461">
            <a:extLst>
              <a:ext uri="{FF2B5EF4-FFF2-40B4-BE49-F238E27FC236}">
                <a16:creationId xmlns:a16="http://schemas.microsoft.com/office/drawing/2014/main" id="{D5C4D5D6-77C0-437B-9F0C-5BEA3DA63588}"/>
              </a:ext>
            </a:extLst>
          </p:cNvPr>
          <p:cNvSpPr>
            <a:spLocks noGrp="1"/>
          </p:cNvSpPr>
          <p:nvPr/>
        </p:nvSpPr>
        <p:spPr>
          <a:xfrm>
            <a:off x="7894356" y="5990312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63" name="01_find_only_3462">
            <a:extLst>
              <a:ext uri="{FF2B5EF4-FFF2-40B4-BE49-F238E27FC236}">
                <a16:creationId xmlns:a16="http://schemas.microsoft.com/office/drawing/2014/main" id="{4DE0EE8A-208D-49DB-A3DF-EAEC816BBEEA}"/>
              </a:ext>
            </a:extLst>
          </p:cNvPr>
          <p:cNvSpPr>
            <a:spLocks noGrp="1"/>
          </p:cNvSpPr>
          <p:nvPr/>
        </p:nvSpPr>
        <p:spPr>
          <a:xfrm>
            <a:off x="7907179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64" name="01_find_only_3463">
            <a:extLst>
              <a:ext uri="{FF2B5EF4-FFF2-40B4-BE49-F238E27FC236}">
                <a16:creationId xmlns:a16="http://schemas.microsoft.com/office/drawing/2014/main" id="{9BBB35F9-CE6F-4D80-B164-C107BA3082EE}"/>
              </a:ext>
            </a:extLst>
          </p:cNvPr>
          <p:cNvSpPr>
            <a:spLocks noGrp="1"/>
          </p:cNvSpPr>
          <p:nvPr/>
        </p:nvSpPr>
        <p:spPr>
          <a:xfrm>
            <a:off x="7845489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65" name="01_find_only_3464">
            <a:extLst>
              <a:ext uri="{FF2B5EF4-FFF2-40B4-BE49-F238E27FC236}">
                <a16:creationId xmlns:a16="http://schemas.microsoft.com/office/drawing/2014/main" id="{F38F7044-A1DE-4230-8A7D-13F5AA92D6C9}"/>
              </a:ext>
            </a:extLst>
          </p:cNvPr>
          <p:cNvSpPr>
            <a:spLocks noGrp="1"/>
          </p:cNvSpPr>
          <p:nvPr/>
        </p:nvSpPr>
        <p:spPr>
          <a:xfrm>
            <a:off x="7838202" y="5212073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66" name="01_find_only_3465">
            <a:extLst>
              <a:ext uri="{FF2B5EF4-FFF2-40B4-BE49-F238E27FC236}">
                <a16:creationId xmlns:a16="http://schemas.microsoft.com/office/drawing/2014/main" id="{B07A80D4-A64B-4D2B-A904-940567043E8C}"/>
              </a:ext>
            </a:extLst>
          </p:cNvPr>
          <p:cNvSpPr>
            <a:spLocks noGrp="1"/>
          </p:cNvSpPr>
          <p:nvPr/>
        </p:nvSpPr>
        <p:spPr>
          <a:xfrm>
            <a:off x="7894161" y="580403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67" name="01_find_only_3466">
            <a:extLst>
              <a:ext uri="{FF2B5EF4-FFF2-40B4-BE49-F238E27FC236}">
                <a16:creationId xmlns:a16="http://schemas.microsoft.com/office/drawing/2014/main" id="{C4D67F9E-BD94-4F22-BB85-8F03EE2FBB79}"/>
              </a:ext>
            </a:extLst>
          </p:cNvPr>
          <p:cNvSpPr>
            <a:spLocks noGrp="1"/>
          </p:cNvSpPr>
          <p:nvPr/>
        </p:nvSpPr>
        <p:spPr>
          <a:xfrm>
            <a:off x="7919226" y="5919348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68" name="01_find_only_3467">
            <a:extLst>
              <a:ext uri="{FF2B5EF4-FFF2-40B4-BE49-F238E27FC236}">
                <a16:creationId xmlns:a16="http://schemas.microsoft.com/office/drawing/2014/main" id="{73DF677E-2E4D-4117-9EE2-30E33F8D242D}"/>
              </a:ext>
            </a:extLst>
          </p:cNvPr>
          <p:cNvSpPr>
            <a:spLocks noGrp="1"/>
          </p:cNvSpPr>
          <p:nvPr/>
        </p:nvSpPr>
        <p:spPr>
          <a:xfrm>
            <a:off x="792340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69" name="01_find_only_3468">
            <a:extLst>
              <a:ext uri="{FF2B5EF4-FFF2-40B4-BE49-F238E27FC236}">
                <a16:creationId xmlns:a16="http://schemas.microsoft.com/office/drawing/2014/main" id="{5E8629F3-EF1B-4939-BC94-2B39D204115B}"/>
              </a:ext>
            </a:extLst>
          </p:cNvPr>
          <p:cNvSpPr>
            <a:spLocks noGrp="1"/>
          </p:cNvSpPr>
          <p:nvPr/>
        </p:nvSpPr>
        <p:spPr>
          <a:xfrm>
            <a:off x="786336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70" name="01_find_only_3469">
            <a:extLst>
              <a:ext uri="{FF2B5EF4-FFF2-40B4-BE49-F238E27FC236}">
                <a16:creationId xmlns:a16="http://schemas.microsoft.com/office/drawing/2014/main" id="{CDD6CACB-F382-4597-A65C-E39DE3DB8932}"/>
              </a:ext>
            </a:extLst>
          </p:cNvPr>
          <p:cNvSpPr>
            <a:spLocks noGrp="1"/>
          </p:cNvSpPr>
          <p:nvPr/>
        </p:nvSpPr>
        <p:spPr>
          <a:xfrm>
            <a:off x="7899019" y="585784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71" name="01_find_only_3470">
            <a:extLst>
              <a:ext uri="{FF2B5EF4-FFF2-40B4-BE49-F238E27FC236}">
                <a16:creationId xmlns:a16="http://schemas.microsoft.com/office/drawing/2014/main" id="{8A6A5FDD-6EEB-45D2-B4AA-7847CCC25EBF}"/>
              </a:ext>
            </a:extLst>
          </p:cNvPr>
          <p:cNvSpPr>
            <a:spLocks noGrp="1"/>
          </p:cNvSpPr>
          <p:nvPr/>
        </p:nvSpPr>
        <p:spPr>
          <a:xfrm>
            <a:off x="7906402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72" name="01_find_only_3471">
            <a:extLst>
              <a:ext uri="{FF2B5EF4-FFF2-40B4-BE49-F238E27FC236}">
                <a16:creationId xmlns:a16="http://schemas.microsoft.com/office/drawing/2014/main" id="{4259422A-C347-4A20-9289-03CD0FD03592}"/>
              </a:ext>
            </a:extLst>
          </p:cNvPr>
          <p:cNvSpPr>
            <a:spLocks noGrp="1"/>
          </p:cNvSpPr>
          <p:nvPr/>
        </p:nvSpPr>
        <p:spPr>
          <a:xfrm>
            <a:off x="7918157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73" name="01_find_only_3472">
            <a:extLst>
              <a:ext uri="{FF2B5EF4-FFF2-40B4-BE49-F238E27FC236}">
                <a16:creationId xmlns:a16="http://schemas.microsoft.com/office/drawing/2014/main" id="{873917F6-B8F1-4B97-A326-79F5E86E932E}"/>
              </a:ext>
            </a:extLst>
          </p:cNvPr>
          <p:cNvSpPr>
            <a:spLocks noGrp="1"/>
          </p:cNvSpPr>
          <p:nvPr/>
        </p:nvSpPr>
        <p:spPr>
          <a:xfrm>
            <a:off x="790786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74" name="01_find_only_3473">
            <a:extLst>
              <a:ext uri="{FF2B5EF4-FFF2-40B4-BE49-F238E27FC236}">
                <a16:creationId xmlns:a16="http://schemas.microsoft.com/office/drawing/2014/main" id="{8480945A-5CC5-4BDA-A064-874F1C16D3F5}"/>
              </a:ext>
            </a:extLst>
          </p:cNvPr>
          <p:cNvSpPr>
            <a:spLocks noGrp="1"/>
          </p:cNvSpPr>
          <p:nvPr/>
        </p:nvSpPr>
        <p:spPr>
          <a:xfrm>
            <a:off x="789319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75" name="01_find_only_3474">
            <a:extLst>
              <a:ext uri="{FF2B5EF4-FFF2-40B4-BE49-F238E27FC236}">
                <a16:creationId xmlns:a16="http://schemas.microsoft.com/office/drawing/2014/main" id="{F3267C08-CE5D-4EED-AFCA-AEC8696C427D}"/>
              </a:ext>
            </a:extLst>
          </p:cNvPr>
          <p:cNvSpPr>
            <a:spLocks noGrp="1"/>
          </p:cNvSpPr>
          <p:nvPr/>
        </p:nvSpPr>
        <p:spPr>
          <a:xfrm>
            <a:off x="7833636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76" name="01_find_only_3475">
            <a:extLst>
              <a:ext uri="{FF2B5EF4-FFF2-40B4-BE49-F238E27FC236}">
                <a16:creationId xmlns:a16="http://schemas.microsoft.com/office/drawing/2014/main" id="{FAA23501-7C77-499C-BC9D-3BEED2CE000F}"/>
              </a:ext>
            </a:extLst>
          </p:cNvPr>
          <p:cNvSpPr>
            <a:spLocks noGrp="1"/>
          </p:cNvSpPr>
          <p:nvPr/>
        </p:nvSpPr>
        <p:spPr>
          <a:xfrm>
            <a:off x="7843059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77" name="01_find_only_3476">
            <a:extLst>
              <a:ext uri="{FF2B5EF4-FFF2-40B4-BE49-F238E27FC236}">
                <a16:creationId xmlns:a16="http://schemas.microsoft.com/office/drawing/2014/main" id="{4B33CD31-7F52-4CF2-A3B8-3EE0733E9BAE}"/>
              </a:ext>
            </a:extLst>
          </p:cNvPr>
          <p:cNvSpPr>
            <a:spLocks noGrp="1"/>
          </p:cNvSpPr>
          <p:nvPr/>
        </p:nvSpPr>
        <p:spPr>
          <a:xfrm>
            <a:off x="7894161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78" name="01_find_only_3477">
            <a:extLst>
              <a:ext uri="{FF2B5EF4-FFF2-40B4-BE49-F238E27FC236}">
                <a16:creationId xmlns:a16="http://schemas.microsoft.com/office/drawing/2014/main" id="{774EC44D-F75D-4026-868F-1C4A6FB05ED7}"/>
              </a:ext>
            </a:extLst>
          </p:cNvPr>
          <p:cNvSpPr>
            <a:spLocks noGrp="1"/>
          </p:cNvSpPr>
          <p:nvPr/>
        </p:nvSpPr>
        <p:spPr>
          <a:xfrm>
            <a:off x="7884348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79" name="01_find_only_3478">
            <a:extLst>
              <a:ext uri="{FF2B5EF4-FFF2-40B4-BE49-F238E27FC236}">
                <a16:creationId xmlns:a16="http://schemas.microsoft.com/office/drawing/2014/main" id="{15ACCD5C-B61C-4E06-88DA-5D81721CF8E2}"/>
              </a:ext>
            </a:extLst>
          </p:cNvPr>
          <p:cNvSpPr>
            <a:spLocks noGrp="1"/>
          </p:cNvSpPr>
          <p:nvPr/>
        </p:nvSpPr>
        <p:spPr>
          <a:xfrm>
            <a:off x="7847140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80" name="01_find_only_3479">
            <a:extLst>
              <a:ext uri="{FF2B5EF4-FFF2-40B4-BE49-F238E27FC236}">
                <a16:creationId xmlns:a16="http://schemas.microsoft.com/office/drawing/2014/main" id="{A5D46E3B-BAB8-48F2-A918-89C5E3CCAE09}"/>
              </a:ext>
            </a:extLst>
          </p:cNvPr>
          <p:cNvSpPr>
            <a:spLocks noGrp="1"/>
          </p:cNvSpPr>
          <p:nvPr/>
        </p:nvSpPr>
        <p:spPr>
          <a:xfrm>
            <a:off x="7864724" y="4996816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81" name="01_find_only_3480">
            <a:extLst>
              <a:ext uri="{FF2B5EF4-FFF2-40B4-BE49-F238E27FC236}">
                <a16:creationId xmlns:a16="http://schemas.microsoft.com/office/drawing/2014/main" id="{79D4D2A2-DECA-43D1-B4D6-43EA42C51EE4}"/>
              </a:ext>
            </a:extLst>
          </p:cNvPr>
          <p:cNvSpPr>
            <a:spLocks noGrp="1"/>
          </p:cNvSpPr>
          <p:nvPr/>
        </p:nvSpPr>
        <p:spPr>
          <a:xfrm>
            <a:off x="7830332" y="6288361"/>
            <a:ext cx="28925" cy="28925"/>
          </a:xfrm>
          <a:prstGeom prst="ellipse">
            <a:avLst/>
          </a:prstGeom>
          <a:solidFill>
            <a:srgbClr val="7F8C97">
              <a:alpha val="48000"/>
            </a:srgbClr>
          </a:solidFill>
          <a:ln w="0">
            <a:noFill/>
            <a:prstDash val="solid"/>
          </a:ln>
        </p:spPr>
      </p:sp>
      <p:sp>
        <p:nvSpPr>
          <p:cNvPr id="3482" name="01_find_only_3481">
            <a:extLst>
              <a:ext uri="{FF2B5EF4-FFF2-40B4-BE49-F238E27FC236}">
                <a16:creationId xmlns:a16="http://schemas.microsoft.com/office/drawing/2014/main" id="{3C4D9A4D-E36A-45E8-8F41-6BFC0CCABF3B}"/>
              </a:ext>
            </a:extLst>
          </p:cNvPr>
          <p:cNvSpPr>
            <a:spLocks noGrp="1"/>
          </p:cNvSpPr>
          <p:nvPr/>
        </p:nvSpPr>
        <p:spPr>
          <a:xfrm>
            <a:off x="6346470" y="4946701"/>
            <a:ext cx="195" cy="1420700"/>
          </a:xfrm>
          <a:custGeom>
            <a:avLst/>
            <a:gdLst/>
            <a:ahLst/>
            <a:cxnLst/>
            <a:rect l="0" t="0" r="0" b="0"/>
            <a:pathLst>
              <a:path w="191" h="1394818">
                <a:moveTo>
                  <a:pt x="0" y="1394818"/>
                </a:moveTo>
                <a:lnTo>
                  <a:pt x="0" y="0"/>
                </a:lnTo>
              </a:path>
            </a:pathLst>
          </a:custGeom>
          <a:noFill/>
          <a:ln w="8890">
            <a:solidFill>
              <a:srgbClr val="000000"/>
            </a:solidFill>
            <a:prstDash val="solid"/>
          </a:ln>
        </p:spPr>
      </p:sp>
      <p:sp>
        <p:nvSpPr>
          <p:cNvPr id="3483" name="01_find_only_3482">
            <a:extLst>
              <a:ext uri="{FF2B5EF4-FFF2-40B4-BE49-F238E27FC236}">
                <a16:creationId xmlns:a16="http://schemas.microsoft.com/office/drawing/2014/main" id="{5B154D45-65BB-4241-8D15-792F876482F8}"/>
              </a:ext>
            </a:extLst>
          </p:cNvPr>
          <p:cNvSpPr>
            <a:spLocks noGrp="1"/>
          </p:cNvSpPr>
          <p:nvPr/>
        </p:nvSpPr>
        <p:spPr>
          <a:xfrm>
            <a:off x="6346469" y="6367401"/>
            <a:ext cx="1650061" cy="195"/>
          </a:xfrm>
          <a:custGeom>
            <a:avLst/>
            <a:gdLst/>
            <a:ahLst/>
            <a:cxnLst/>
            <a:rect l="0" t="0" r="0" b="0"/>
            <a:pathLst>
              <a:path w="1620000" h="191">
                <a:moveTo>
                  <a:pt x="0" y="0"/>
                </a:moveTo>
                <a:lnTo>
                  <a:pt x="1620000" y="0"/>
                </a:lnTo>
              </a:path>
            </a:pathLst>
          </a:custGeom>
          <a:noFill/>
          <a:ln w="8890">
            <a:solidFill>
              <a:srgbClr val="000000"/>
            </a:solidFill>
            <a:prstDash val="solid"/>
          </a:ln>
        </p:spPr>
      </p:sp>
      <p:sp>
        <p:nvSpPr>
          <p:cNvPr id="3484" name="text_3483">
            <a:extLst>
              <a:ext uri="{FF2B5EF4-FFF2-40B4-BE49-F238E27FC236}">
                <a16:creationId xmlns:a16="http://schemas.microsoft.com/office/drawing/2014/main" id="{FD51404B-7B2F-4A86-9228-D42FEFDD9ED6}"/>
              </a:ext>
            </a:extLst>
          </p:cNvPr>
          <p:cNvSpPr>
            <a:spLocks noGrp="1"/>
          </p:cNvSpPr>
          <p:nvPr/>
        </p:nvSpPr>
        <p:spPr>
          <a:xfrm>
            <a:off x="6115462" y="4752409"/>
            <a:ext cx="56011" cy="1616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0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1019"/>
              <a:t>f</a:t>
            </a:r>
          </a:p>
        </p:txBody>
      </p:sp>
      <p:sp>
        <p:nvSpPr>
          <p:cNvPr id="3485" name="text_3484">
            <a:extLst>
              <a:ext uri="{FF2B5EF4-FFF2-40B4-BE49-F238E27FC236}">
                <a16:creationId xmlns:a16="http://schemas.microsoft.com/office/drawing/2014/main" id="{CE31A3BB-6A21-4436-816D-98E1A4FF1971}"/>
              </a:ext>
            </a:extLst>
          </p:cNvPr>
          <p:cNvSpPr>
            <a:spLocks noGrp="1"/>
          </p:cNvSpPr>
          <p:nvPr/>
        </p:nvSpPr>
        <p:spPr>
          <a:xfrm>
            <a:off x="6346470" y="4743417"/>
            <a:ext cx="1332703" cy="1374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8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866"/>
              <a:t>Small molecules, Emap2lig</a:t>
            </a:r>
          </a:p>
        </p:txBody>
      </p:sp>
      <p:sp>
        <p:nvSpPr>
          <p:cNvPr id="3486" name="01_find_only_3485">
            <a:extLst>
              <a:ext uri="{FF2B5EF4-FFF2-40B4-BE49-F238E27FC236}">
                <a16:creationId xmlns:a16="http://schemas.microsoft.com/office/drawing/2014/main" id="{5459B978-0E77-451C-A7F5-6FFF5218D2C5}"/>
              </a:ext>
            </a:extLst>
          </p:cNvPr>
          <p:cNvSpPr>
            <a:spLocks noGrp="1"/>
          </p:cNvSpPr>
          <p:nvPr/>
        </p:nvSpPr>
        <p:spPr>
          <a:xfrm>
            <a:off x="6361748" y="5636975"/>
            <a:ext cx="1527834" cy="665848"/>
          </a:xfrm>
          <a:custGeom>
            <a:avLst/>
            <a:gdLst/>
            <a:ahLst/>
            <a:cxnLst/>
            <a:rect l="0" t="0" r="0" b="0"/>
            <a:pathLst>
              <a:path w="1500000" h="653718">
                <a:moveTo>
                  <a:pt x="0" y="653718"/>
                </a:moveTo>
                <a:lnTo>
                  <a:pt x="19231" y="652682"/>
                </a:lnTo>
                <a:lnTo>
                  <a:pt x="19231" y="651990"/>
                </a:lnTo>
                <a:lnTo>
                  <a:pt x="27778" y="650918"/>
                </a:lnTo>
                <a:lnTo>
                  <a:pt x="27778" y="649419"/>
                </a:lnTo>
                <a:lnTo>
                  <a:pt x="35714" y="649021"/>
                </a:lnTo>
                <a:lnTo>
                  <a:pt x="35714" y="647094"/>
                </a:lnTo>
                <a:lnTo>
                  <a:pt x="41667" y="646403"/>
                </a:lnTo>
                <a:lnTo>
                  <a:pt x="41667" y="643930"/>
                </a:lnTo>
                <a:lnTo>
                  <a:pt x="50000" y="642530"/>
                </a:lnTo>
                <a:lnTo>
                  <a:pt x="51282" y="640109"/>
                </a:lnTo>
                <a:lnTo>
                  <a:pt x="55556" y="640109"/>
                </a:lnTo>
                <a:lnTo>
                  <a:pt x="55556" y="638610"/>
                </a:lnTo>
                <a:lnTo>
                  <a:pt x="62500" y="637694"/>
                </a:lnTo>
                <a:lnTo>
                  <a:pt x="62500" y="632635"/>
                </a:lnTo>
                <a:lnTo>
                  <a:pt x="71429" y="632064"/>
                </a:lnTo>
                <a:lnTo>
                  <a:pt x="71429" y="627247"/>
                </a:lnTo>
                <a:lnTo>
                  <a:pt x="83333" y="626174"/>
                </a:lnTo>
                <a:lnTo>
                  <a:pt x="83333" y="613786"/>
                </a:lnTo>
                <a:lnTo>
                  <a:pt x="90909" y="613613"/>
                </a:lnTo>
                <a:lnTo>
                  <a:pt x="91667" y="610936"/>
                </a:lnTo>
                <a:lnTo>
                  <a:pt x="100000" y="610763"/>
                </a:lnTo>
                <a:lnTo>
                  <a:pt x="100000" y="601095"/>
                </a:lnTo>
                <a:lnTo>
                  <a:pt x="115385" y="599775"/>
                </a:lnTo>
                <a:lnTo>
                  <a:pt x="116667" y="599377"/>
                </a:lnTo>
                <a:lnTo>
                  <a:pt x="125000" y="599377"/>
                </a:lnTo>
                <a:lnTo>
                  <a:pt x="125000" y="576108"/>
                </a:lnTo>
                <a:lnTo>
                  <a:pt x="136364" y="575710"/>
                </a:lnTo>
                <a:lnTo>
                  <a:pt x="136364" y="573257"/>
                </a:lnTo>
                <a:lnTo>
                  <a:pt x="142857" y="572110"/>
                </a:lnTo>
                <a:lnTo>
                  <a:pt x="142857" y="568256"/>
                </a:lnTo>
                <a:lnTo>
                  <a:pt x="150000" y="568083"/>
                </a:lnTo>
                <a:lnTo>
                  <a:pt x="150000" y="565835"/>
                </a:lnTo>
                <a:lnTo>
                  <a:pt x="166667" y="565264"/>
                </a:lnTo>
                <a:lnTo>
                  <a:pt x="166667" y="541433"/>
                </a:lnTo>
                <a:lnTo>
                  <a:pt x="178571" y="541035"/>
                </a:lnTo>
                <a:lnTo>
                  <a:pt x="178571" y="539108"/>
                </a:lnTo>
                <a:lnTo>
                  <a:pt x="181818" y="539108"/>
                </a:lnTo>
                <a:lnTo>
                  <a:pt x="181818" y="536655"/>
                </a:lnTo>
                <a:lnTo>
                  <a:pt x="187500" y="536257"/>
                </a:lnTo>
                <a:lnTo>
                  <a:pt x="187500" y="531199"/>
                </a:lnTo>
                <a:lnTo>
                  <a:pt x="194444" y="530974"/>
                </a:lnTo>
                <a:lnTo>
                  <a:pt x="194444" y="529475"/>
                </a:lnTo>
                <a:lnTo>
                  <a:pt x="200000" y="529302"/>
                </a:lnTo>
                <a:lnTo>
                  <a:pt x="200000" y="519635"/>
                </a:lnTo>
                <a:lnTo>
                  <a:pt x="214286" y="518545"/>
                </a:lnTo>
                <a:lnTo>
                  <a:pt x="214286" y="514691"/>
                </a:lnTo>
                <a:lnTo>
                  <a:pt x="227273" y="514068"/>
                </a:lnTo>
                <a:lnTo>
                  <a:pt x="227273" y="511616"/>
                </a:lnTo>
                <a:lnTo>
                  <a:pt x="250000" y="510872"/>
                </a:lnTo>
                <a:lnTo>
                  <a:pt x="250000" y="411660"/>
                </a:lnTo>
                <a:lnTo>
                  <a:pt x="272727" y="410864"/>
                </a:lnTo>
                <a:lnTo>
                  <a:pt x="272727" y="408412"/>
                </a:lnTo>
                <a:lnTo>
                  <a:pt x="285714" y="407962"/>
                </a:lnTo>
                <a:lnTo>
                  <a:pt x="285714" y="404108"/>
                </a:lnTo>
                <a:lnTo>
                  <a:pt x="300000" y="403883"/>
                </a:lnTo>
                <a:lnTo>
                  <a:pt x="301282" y="396740"/>
                </a:lnTo>
                <a:lnTo>
                  <a:pt x="312500" y="396567"/>
                </a:lnTo>
                <a:lnTo>
                  <a:pt x="312500" y="394881"/>
                </a:lnTo>
                <a:lnTo>
                  <a:pt x="318182" y="394656"/>
                </a:lnTo>
                <a:lnTo>
                  <a:pt x="318182" y="392204"/>
                </a:lnTo>
                <a:lnTo>
                  <a:pt x="333333" y="392031"/>
                </a:lnTo>
                <a:lnTo>
                  <a:pt x="333333" y="367127"/>
                </a:lnTo>
                <a:lnTo>
                  <a:pt x="357143" y="366902"/>
                </a:lnTo>
                <a:lnTo>
                  <a:pt x="357143" y="363048"/>
                </a:lnTo>
                <a:lnTo>
                  <a:pt x="363636" y="363048"/>
                </a:lnTo>
                <a:lnTo>
                  <a:pt x="363636" y="360595"/>
                </a:lnTo>
                <a:lnTo>
                  <a:pt x="375000" y="360423"/>
                </a:lnTo>
                <a:lnTo>
                  <a:pt x="375000" y="345247"/>
                </a:lnTo>
                <a:lnTo>
                  <a:pt x="400000" y="344676"/>
                </a:lnTo>
                <a:lnTo>
                  <a:pt x="400000" y="337707"/>
                </a:lnTo>
                <a:lnTo>
                  <a:pt x="416667" y="337482"/>
                </a:lnTo>
                <a:lnTo>
                  <a:pt x="416667" y="328264"/>
                </a:lnTo>
                <a:lnTo>
                  <a:pt x="428571" y="328039"/>
                </a:lnTo>
                <a:lnTo>
                  <a:pt x="428571" y="326112"/>
                </a:lnTo>
                <a:lnTo>
                  <a:pt x="450000" y="324913"/>
                </a:lnTo>
                <a:lnTo>
                  <a:pt x="450000" y="323564"/>
                </a:lnTo>
                <a:lnTo>
                  <a:pt x="458333" y="322338"/>
                </a:lnTo>
                <a:lnTo>
                  <a:pt x="458333" y="322113"/>
                </a:lnTo>
                <a:lnTo>
                  <a:pt x="500000" y="321594"/>
                </a:lnTo>
                <a:lnTo>
                  <a:pt x="500000" y="93503"/>
                </a:lnTo>
                <a:lnTo>
                  <a:pt x="545455" y="92880"/>
                </a:lnTo>
                <a:lnTo>
                  <a:pt x="545455" y="91654"/>
                </a:lnTo>
                <a:lnTo>
                  <a:pt x="557692" y="90305"/>
                </a:lnTo>
                <a:lnTo>
                  <a:pt x="557692" y="89613"/>
                </a:lnTo>
                <a:lnTo>
                  <a:pt x="583333" y="89613"/>
                </a:lnTo>
                <a:lnTo>
                  <a:pt x="583333" y="84892"/>
                </a:lnTo>
                <a:lnTo>
                  <a:pt x="591667" y="83492"/>
                </a:lnTo>
                <a:lnTo>
                  <a:pt x="591667" y="83267"/>
                </a:lnTo>
                <a:lnTo>
                  <a:pt x="600000" y="83095"/>
                </a:lnTo>
                <a:lnTo>
                  <a:pt x="600000" y="80397"/>
                </a:lnTo>
                <a:lnTo>
                  <a:pt x="636364" y="80051"/>
                </a:lnTo>
                <a:lnTo>
                  <a:pt x="636364" y="78824"/>
                </a:lnTo>
                <a:lnTo>
                  <a:pt x="750000" y="77510"/>
                </a:lnTo>
                <a:lnTo>
                  <a:pt x="750000" y="74138"/>
                </a:lnTo>
                <a:lnTo>
                  <a:pt x="833333" y="73965"/>
                </a:lnTo>
                <a:lnTo>
                  <a:pt x="833333" y="70592"/>
                </a:lnTo>
                <a:lnTo>
                  <a:pt x="875000" y="70419"/>
                </a:lnTo>
                <a:lnTo>
                  <a:pt x="875000" y="67047"/>
                </a:lnTo>
                <a:lnTo>
                  <a:pt x="900000" y="66874"/>
                </a:lnTo>
                <a:lnTo>
                  <a:pt x="900000" y="64176"/>
                </a:lnTo>
                <a:lnTo>
                  <a:pt x="1000000" y="62865"/>
                </a:lnTo>
                <a:lnTo>
                  <a:pt x="1000000" y="24644"/>
                </a:lnTo>
                <a:lnTo>
                  <a:pt x="1166667" y="24126"/>
                </a:lnTo>
                <a:lnTo>
                  <a:pt x="1166667" y="17381"/>
                </a:lnTo>
                <a:lnTo>
                  <a:pt x="1250000" y="17208"/>
                </a:lnTo>
                <a:lnTo>
                  <a:pt x="1250000" y="13835"/>
                </a:lnTo>
                <a:lnTo>
                  <a:pt x="1500000" y="13490"/>
                </a:lnTo>
                <a:lnTo>
                  <a:pt x="1500000" y="0"/>
                </a:lnTo>
                <a:lnTo>
                  <a:pt x="1500000" y="0"/>
                </a:lnTo>
              </a:path>
            </a:pathLst>
          </a:custGeom>
          <a:noFill/>
          <a:ln w="22860">
            <a:solidFill>
              <a:srgbClr val="00878B"/>
            </a:solidFill>
            <a:prstDash val="solid"/>
          </a:ln>
        </p:spPr>
      </p:sp>
      <p:sp>
        <p:nvSpPr>
          <p:cNvPr id="3487" name="01_find_only_3486">
            <a:extLst>
              <a:ext uri="{FF2B5EF4-FFF2-40B4-BE49-F238E27FC236}">
                <a16:creationId xmlns:a16="http://schemas.microsoft.com/office/drawing/2014/main" id="{F83E3A4C-35BE-4F30-B09F-3DC053AEE649}"/>
              </a:ext>
            </a:extLst>
          </p:cNvPr>
          <p:cNvSpPr>
            <a:spLocks noGrp="1"/>
          </p:cNvSpPr>
          <p:nvPr/>
        </p:nvSpPr>
        <p:spPr>
          <a:xfrm>
            <a:off x="6361748" y="5657051"/>
            <a:ext cx="1527834" cy="645773"/>
          </a:xfrm>
          <a:custGeom>
            <a:avLst/>
            <a:gdLst/>
            <a:ahLst/>
            <a:cxnLst/>
            <a:rect l="0" t="0" r="0" b="0"/>
            <a:pathLst>
              <a:path w="1500000" h="634008">
                <a:moveTo>
                  <a:pt x="0" y="634008"/>
                </a:moveTo>
                <a:lnTo>
                  <a:pt x="416667" y="634008"/>
                </a:lnTo>
                <a:lnTo>
                  <a:pt x="416667" y="622687"/>
                </a:lnTo>
                <a:lnTo>
                  <a:pt x="500000" y="622687"/>
                </a:lnTo>
                <a:lnTo>
                  <a:pt x="500000" y="211336"/>
                </a:lnTo>
                <a:lnTo>
                  <a:pt x="1000000" y="211336"/>
                </a:lnTo>
                <a:lnTo>
                  <a:pt x="1000000" y="0"/>
                </a:lnTo>
                <a:lnTo>
                  <a:pt x="1500000" y="0"/>
                </a:lnTo>
                <a:lnTo>
                  <a:pt x="1500000" y="0"/>
                </a:lnTo>
              </a:path>
            </a:pathLst>
          </a:custGeom>
          <a:noFill/>
          <a:ln w="13335">
            <a:solidFill>
              <a:srgbClr val="3A64C8"/>
            </a:solidFill>
            <a:prstDash val="solid"/>
          </a:ln>
        </p:spPr>
      </p:sp>
      <p:sp>
        <p:nvSpPr>
          <p:cNvPr id="3488" name="01_find_only_3487">
            <a:extLst>
              <a:ext uri="{FF2B5EF4-FFF2-40B4-BE49-F238E27FC236}">
                <a16:creationId xmlns:a16="http://schemas.microsoft.com/office/drawing/2014/main" id="{82D28198-E9DF-4EFA-ADC6-38515BFDA7D7}"/>
              </a:ext>
            </a:extLst>
          </p:cNvPr>
          <p:cNvSpPr>
            <a:spLocks noGrp="1"/>
          </p:cNvSpPr>
          <p:nvPr/>
        </p:nvSpPr>
        <p:spPr>
          <a:xfrm>
            <a:off x="6594396" y="6034282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3489" name="01_find_only_3488">
            <a:extLst>
              <a:ext uri="{FF2B5EF4-FFF2-40B4-BE49-F238E27FC236}">
                <a16:creationId xmlns:a16="http://schemas.microsoft.com/office/drawing/2014/main" id="{B4BEA08A-19F1-499A-8090-203F13EAD1B3}"/>
              </a:ext>
            </a:extLst>
          </p:cNvPr>
          <p:cNvSpPr>
            <a:spLocks noGrp="1"/>
          </p:cNvSpPr>
          <p:nvPr/>
        </p:nvSpPr>
        <p:spPr>
          <a:xfrm>
            <a:off x="6849035" y="5710222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3490" name="01_find_only_3489">
            <a:extLst>
              <a:ext uri="{FF2B5EF4-FFF2-40B4-BE49-F238E27FC236}">
                <a16:creationId xmlns:a16="http://schemas.microsoft.com/office/drawing/2014/main" id="{6BCBEDDC-2C7A-40A2-B100-9661070DF5B7}"/>
              </a:ext>
            </a:extLst>
          </p:cNvPr>
          <p:cNvSpPr>
            <a:spLocks noGrp="1"/>
          </p:cNvSpPr>
          <p:nvPr/>
        </p:nvSpPr>
        <p:spPr>
          <a:xfrm>
            <a:off x="7358313" y="5640086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3491" name="01_find_only_3490">
            <a:extLst>
              <a:ext uri="{FF2B5EF4-FFF2-40B4-BE49-F238E27FC236}">
                <a16:creationId xmlns:a16="http://schemas.microsoft.com/office/drawing/2014/main" id="{E62D1984-F8BE-4F3E-B1DF-E1184F1AA6A3}"/>
              </a:ext>
            </a:extLst>
          </p:cNvPr>
          <p:cNvSpPr>
            <a:spLocks noGrp="1"/>
          </p:cNvSpPr>
          <p:nvPr/>
        </p:nvSpPr>
        <p:spPr>
          <a:xfrm>
            <a:off x="7867591" y="5614985"/>
            <a:ext cx="43981" cy="43981"/>
          </a:xfrm>
          <a:prstGeom prst="ellipse">
            <a:avLst/>
          </a:prstGeom>
          <a:solidFill>
            <a:srgbClr val="00878B"/>
          </a:solidFill>
          <a:ln w="4445">
            <a:solidFill>
              <a:srgbClr val="FFFFFF"/>
            </a:solidFill>
            <a:prstDash val="solid"/>
          </a:ln>
        </p:spPr>
      </p:sp>
      <p:sp>
        <p:nvSpPr>
          <p:cNvPr id="3492" name="01_find_only_3491">
            <a:extLst>
              <a:ext uri="{FF2B5EF4-FFF2-40B4-BE49-F238E27FC236}">
                <a16:creationId xmlns:a16="http://schemas.microsoft.com/office/drawing/2014/main" id="{08DFF248-68F0-484C-9141-C50524BAE338}"/>
              </a:ext>
            </a:extLst>
          </p:cNvPr>
          <p:cNvSpPr>
            <a:spLocks noGrp="1"/>
          </p:cNvSpPr>
          <p:nvPr/>
        </p:nvSpPr>
        <p:spPr>
          <a:xfrm>
            <a:off x="6579799" y="6266236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3493" name="01_find_only_3492">
            <a:extLst>
              <a:ext uri="{FF2B5EF4-FFF2-40B4-BE49-F238E27FC236}">
                <a16:creationId xmlns:a16="http://schemas.microsoft.com/office/drawing/2014/main" id="{CE9C8D25-3946-4088-A961-CD44C44565AA}"/>
              </a:ext>
            </a:extLst>
          </p:cNvPr>
          <p:cNvSpPr>
            <a:spLocks noGrp="1"/>
          </p:cNvSpPr>
          <p:nvPr/>
        </p:nvSpPr>
        <p:spPr>
          <a:xfrm>
            <a:off x="6834438" y="5835721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3494" name="01_find_only_3493">
            <a:extLst>
              <a:ext uri="{FF2B5EF4-FFF2-40B4-BE49-F238E27FC236}">
                <a16:creationId xmlns:a16="http://schemas.microsoft.com/office/drawing/2014/main" id="{F4D13324-FD16-4C09-AF6A-92B4E5BDEE37}"/>
              </a:ext>
            </a:extLst>
          </p:cNvPr>
          <p:cNvSpPr>
            <a:spLocks noGrp="1"/>
          </p:cNvSpPr>
          <p:nvPr/>
        </p:nvSpPr>
        <p:spPr>
          <a:xfrm>
            <a:off x="7343716" y="5620463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3495" name="01_find_only_3494">
            <a:extLst>
              <a:ext uri="{FF2B5EF4-FFF2-40B4-BE49-F238E27FC236}">
                <a16:creationId xmlns:a16="http://schemas.microsoft.com/office/drawing/2014/main" id="{EF279147-6397-4265-B070-B3FA31D56D2E}"/>
              </a:ext>
            </a:extLst>
          </p:cNvPr>
          <p:cNvSpPr>
            <a:spLocks noGrp="1"/>
          </p:cNvSpPr>
          <p:nvPr/>
        </p:nvSpPr>
        <p:spPr>
          <a:xfrm>
            <a:off x="7852994" y="5620463"/>
            <a:ext cx="73175" cy="73175"/>
          </a:xfrm>
          <a:custGeom>
            <a:avLst/>
            <a:gdLst/>
            <a:ahLst/>
            <a:cxnLst/>
            <a:rect l="0" t="0" r="0" b="0"/>
            <a:pathLst>
              <a:path w="71842" h="71842">
                <a:moveTo>
                  <a:pt x="35921" y="71842"/>
                </a:moveTo>
                <a:lnTo>
                  <a:pt x="71842" y="35921"/>
                </a:lnTo>
                <a:lnTo>
                  <a:pt x="35921" y="0"/>
                </a:lnTo>
                <a:lnTo>
                  <a:pt x="0" y="35921"/>
                </a:lnTo>
                <a:lnTo>
                  <a:pt x="35921" y="7184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1430">
            <a:solidFill>
              <a:srgbClr val="3A64C8"/>
            </a:solidFill>
            <a:prstDash val="solid"/>
          </a:ln>
        </p:spPr>
      </p:sp>
      <p:sp>
        <p:nvSpPr>
          <p:cNvPr id="3496" name="text_3495">
            <a:extLst>
              <a:ext uri="{FF2B5EF4-FFF2-40B4-BE49-F238E27FC236}">
                <a16:creationId xmlns:a16="http://schemas.microsoft.com/office/drawing/2014/main" id="{E7F9D810-6F8F-4D0B-B9D1-8438A5BC6010}"/>
              </a:ext>
            </a:extLst>
          </p:cNvPr>
          <p:cNvSpPr>
            <a:spLocks noGrp="1"/>
          </p:cNvSpPr>
          <p:nvPr/>
        </p:nvSpPr>
        <p:spPr>
          <a:xfrm>
            <a:off x="2023311" y="1891156"/>
            <a:ext cx="2805758" cy="16978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1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1070"/>
              <a:t>Ligand detection across ranked candidates</a:t>
            </a:r>
          </a:p>
        </p:txBody>
      </p:sp>
      <p:sp>
        <p:nvSpPr>
          <p:cNvPr id="3497" name="01_find_only_3496">
            <a:extLst>
              <a:ext uri="{FF2B5EF4-FFF2-40B4-BE49-F238E27FC236}">
                <a16:creationId xmlns:a16="http://schemas.microsoft.com/office/drawing/2014/main" id="{B87C8847-D1E2-4E5E-9A3D-23F5EF682DD7}"/>
              </a:ext>
            </a:extLst>
          </p:cNvPr>
          <p:cNvSpPr>
            <a:spLocks noGrp="1"/>
          </p:cNvSpPr>
          <p:nvPr/>
        </p:nvSpPr>
        <p:spPr>
          <a:xfrm>
            <a:off x="2044624" y="2343052"/>
            <a:ext cx="194035" cy="195"/>
          </a:xfrm>
          <a:custGeom>
            <a:avLst/>
            <a:gdLst/>
            <a:ahLst/>
            <a:cxnLst/>
            <a:rect l="0" t="0" r="0" b="0"/>
            <a:pathLst>
              <a:path w="190500" h="191">
                <a:moveTo>
                  <a:pt x="0" y="0"/>
                </a:moveTo>
                <a:lnTo>
                  <a:pt x="95250" y="0"/>
                </a:lnTo>
                <a:lnTo>
                  <a:pt x="190500" y="0"/>
                </a:lnTo>
              </a:path>
            </a:pathLst>
          </a:custGeom>
          <a:noFill/>
          <a:ln w="22860">
            <a:solidFill>
              <a:srgbClr val="00878B"/>
            </a:solidFill>
            <a:prstDash val="solid"/>
          </a:ln>
        </p:spPr>
      </p:sp>
      <p:sp>
        <p:nvSpPr>
          <p:cNvPr id="3498" name="01_find_only_3497">
            <a:extLst>
              <a:ext uri="{FF2B5EF4-FFF2-40B4-BE49-F238E27FC236}">
                <a16:creationId xmlns:a16="http://schemas.microsoft.com/office/drawing/2014/main" id="{7441625E-2A59-4E85-93E7-7616A26B12D3}"/>
              </a:ext>
            </a:extLst>
          </p:cNvPr>
          <p:cNvSpPr>
            <a:spLocks noGrp="1"/>
          </p:cNvSpPr>
          <p:nvPr/>
        </p:nvSpPr>
        <p:spPr>
          <a:xfrm>
            <a:off x="2120944" y="2322355"/>
            <a:ext cx="41394" cy="41394"/>
          </a:xfrm>
          <a:prstGeom prst="ellipse">
            <a:avLst/>
          </a:prstGeom>
          <a:solidFill>
            <a:srgbClr val="00878B"/>
          </a:solidFill>
          <a:ln w="12700">
            <a:solidFill>
              <a:srgbClr val="00878B"/>
            </a:solidFill>
            <a:prstDash val="solid"/>
          </a:ln>
        </p:spPr>
      </p:sp>
      <p:sp>
        <p:nvSpPr>
          <p:cNvPr id="3499" name="text_3498">
            <a:extLst>
              <a:ext uri="{FF2B5EF4-FFF2-40B4-BE49-F238E27FC236}">
                <a16:creationId xmlns:a16="http://schemas.microsoft.com/office/drawing/2014/main" id="{470582F5-F7B3-4F05-9B7B-E30CB3274149}"/>
              </a:ext>
            </a:extLst>
          </p:cNvPr>
          <p:cNvSpPr>
            <a:spLocks noGrp="1"/>
          </p:cNvSpPr>
          <p:nvPr/>
        </p:nvSpPr>
        <p:spPr>
          <a:xfrm>
            <a:off x="2316273" y="2300365"/>
            <a:ext cx="255576" cy="1212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64"/>
              <a:t>Mean</a:t>
            </a:r>
          </a:p>
        </p:txBody>
      </p:sp>
      <p:sp>
        <p:nvSpPr>
          <p:cNvPr id="3500" name="01_find_only_3499">
            <a:extLst>
              <a:ext uri="{FF2B5EF4-FFF2-40B4-BE49-F238E27FC236}">
                <a16:creationId xmlns:a16="http://schemas.microsoft.com/office/drawing/2014/main" id="{0633EA2E-8CCA-481A-9E0E-DEDF8C7340F0}"/>
              </a:ext>
            </a:extLst>
          </p:cNvPr>
          <p:cNvSpPr>
            <a:spLocks noGrp="1"/>
          </p:cNvSpPr>
          <p:nvPr/>
        </p:nvSpPr>
        <p:spPr>
          <a:xfrm>
            <a:off x="2752973" y="2343052"/>
            <a:ext cx="194035" cy="195"/>
          </a:xfrm>
          <a:custGeom>
            <a:avLst/>
            <a:gdLst/>
            <a:ahLst/>
            <a:cxnLst/>
            <a:rect l="0" t="0" r="0" b="0"/>
            <a:pathLst>
              <a:path w="190500" h="191">
                <a:moveTo>
                  <a:pt x="0" y="0"/>
                </a:moveTo>
                <a:lnTo>
                  <a:pt x="95250" y="0"/>
                </a:lnTo>
                <a:lnTo>
                  <a:pt x="190500" y="0"/>
                </a:lnTo>
              </a:path>
            </a:pathLst>
          </a:custGeom>
          <a:noFill/>
          <a:ln w="13335">
            <a:solidFill>
              <a:srgbClr val="3A64C8"/>
            </a:solidFill>
            <a:prstDash val="solid"/>
          </a:ln>
        </p:spPr>
      </p:sp>
      <p:sp>
        <p:nvSpPr>
          <p:cNvPr id="3501" name="01_find_only_3500">
            <a:extLst>
              <a:ext uri="{FF2B5EF4-FFF2-40B4-BE49-F238E27FC236}">
                <a16:creationId xmlns:a16="http://schemas.microsoft.com/office/drawing/2014/main" id="{88955CF0-CA4F-4E3B-B381-A0CAFEB11E12}"/>
              </a:ext>
            </a:extLst>
          </p:cNvPr>
          <p:cNvSpPr>
            <a:spLocks noGrp="1"/>
          </p:cNvSpPr>
          <p:nvPr/>
        </p:nvSpPr>
        <p:spPr>
          <a:xfrm>
            <a:off x="2817976" y="2311038"/>
            <a:ext cx="64028" cy="64028"/>
          </a:xfrm>
          <a:custGeom>
            <a:avLst/>
            <a:gdLst/>
            <a:ahLst/>
            <a:cxnLst/>
            <a:rect l="0" t="0" r="0" b="0"/>
            <a:pathLst>
              <a:path w="62862" h="62862">
                <a:moveTo>
                  <a:pt x="31431" y="62862"/>
                </a:moveTo>
                <a:lnTo>
                  <a:pt x="62862" y="31431"/>
                </a:lnTo>
                <a:lnTo>
                  <a:pt x="31431" y="0"/>
                </a:lnTo>
                <a:lnTo>
                  <a:pt x="0" y="31431"/>
                </a:lnTo>
                <a:lnTo>
                  <a:pt x="31431" y="62862"/>
                </a:lnTo>
                <a:close/>
              </a:path>
            </a:pathLst>
          </a:custGeom>
          <a:solidFill>
            <a:srgbClr val="000000">
              <a:alpha val="0"/>
            </a:srgbClr>
          </a:solidFill>
          <a:ln w="12700">
            <a:solidFill>
              <a:srgbClr val="3A64C8"/>
            </a:solidFill>
            <a:prstDash val="solid"/>
          </a:ln>
        </p:spPr>
      </p:sp>
      <p:sp>
        <p:nvSpPr>
          <p:cNvPr id="3502" name="text_3501">
            <a:extLst>
              <a:ext uri="{FF2B5EF4-FFF2-40B4-BE49-F238E27FC236}">
                <a16:creationId xmlns:a16="http://schemas.microsoft.com/office/drawing/2014/main" id="{7D47B6C8-4BA0-4424-92BB-3D379CA5A6AB}"/>
              </a:ext>
            </a:extLst>
          </p:cNvPr>
          <p:cNvSpPr>
            <a:spLocks noGrp="1"/>
          </p:cNvSpPr>
          <p:nvPr/>
        </p:nvSpPr>
        <p:spPr>
          <a:xfrm>
            <a:off x="3024622" y="2300365"/>
            <a:ext cx="331056" cy="1212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64"/>
              <a:t>Median</a:t>
            </a:r>
          </a:p>
        </p:txBody>
      </p:sp>
      <p:sp>
        <p:nvSpPr>
          <p:cNvPr id="3503" name="01_find_only_3502">
            <a:extLst>
              <a:ext uri="{FF2B5EF4-FFF2-40B4-BE49-F238E27FC236}">
                <a16:creationId xmlns:a16="http://schemas.microsoft.com/office/drawing/2014/main" id="{4BE579E6-64AC-4D21-A1E2-40CFB2D56526}"/>
              </a:ext>
            </a:extLst>
          </p:cNvPr>
          <p:cNvSpPr>
            <a:spLocks noGrp="1"/>
          </p:cNvSpPr>
          <p:nvPr/>
        </p:nvSpPr>
        <p:spPr>
          <a:xfrm>
            <a:off x="3614442" y="2323648"/>
            <a:ext cx="38807" cy="38807"/>
          </a:xfrm>
          <a:prstGeom prst="ellipse">
            <a:avLst/>
          </a:prstGeom>
          <a:solidFill>
            <a:srgbClr val="7F8C97"/>
          </a:solidFill>
          <a:ln w="12700">
            <a:solidFill>
              <a:srgbClr val="7F8C97"/>
            </a:solidFill>
            <a:prstDash val="solid"/>
          </a:ln>
        </p:spPr>
      </p:sp>
      <p:sp>
        <p:nvSpPr>
          <p:cNvPr id="3504" name="text_3503">
            <a:extLst>
              <a:ext uri="{FF2B5EF4-FFF2-40B4-BE49-F238E27FC236}">
                <a16:creationId xmlns:a16="http://schemas.microsoft.com/office/drawing/2014/main" id="{8D671A8D-B0C9-45AC-98B6-F76178C5DC8C}"/>
              </a:ext>
            </a:extLst>
          </p:cNvPr>
          <p:cNvSpPr>
            <a:spLocks noGrp="1"/>
          </p:cNvSpPr>
          <p:nvPr/>
        </p:nvSpPr>
        <p:spPr>
          <a:xfrm>
            <a:off x="3808477" y="2300365"/>
            <a:ext cx="649176" cy="1212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750" b="0">
                <a:solidFill>
                  <a:srgbClr val="273744"/>
                </a:solidFill>
                <a:latin typeface="Arial"/>
                <a:ea typeface="Arial"/>
                <a:cs typeface="Arial"/>
              </a:defRPr>
            </a:pPr>
            <a:r>
              <a:rPr sz="764"/>
              <a:t>Individual PDB</a:t>
            </a:r>
          </a:p>
        </p:txBody>
      </p:sp>
    </p:spTree>
    <p:extLst>
      <p:ext uri="{BB962C8B-B14F-4D97-AF65-F5344CB8AC3E}">
        <p14:creationId xmlns:p14="http://schemas.microsoft.com/office/powerpoint/2010/main" val="4249369555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10912</TotalTime>
  <Words>6749</Words>
  <Application>Microsoft Office PowerPoint</Application>
  <DocSecurity>0</DocSecurity>
  <PresentationFormat>自定义</PresentationFormat>
  <Paragraphs>716</Paragraphs>
  <Slides>20</Slides>
  <Notes>20</Notes>
  <HiddenSlides>0</HiddenSlides>
  <MMClips>0</MMClips>
  <ScaleCrop>false</ScaleCrop>
  <HeadingPairs>
    <vt:vector size="6" baseType="variant">
      <vt:variant>
        <vt:lpstr>已用的字体</vt:lpstr>
      </vt:variant>
      <vt:variant>
        <vt:i4>2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20</vt:i4>
      </vt:variant>
    </vt:vector>
  </HeadingPairs>
  <TitlesOfParts>
    <vt:vector size="23" baseType="lpstr">
      <vt:lpstr>Arial</vt:lpstr>
      <vt:lpstr>Calibri</vt:lpstr>
      <vt:lpstr>ChatGPT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Presentation</dc:title>
  <dc:creator>Walnut Exporter</dc:creator>
  <cp:lastModifiedBy>Hongen Peng</cp:lastModifiedBy>
  <cp:revision>26</cp:revision>
  <dcterms:created xsi:type="dcterms:W3CDTF">2026-09-23T07:01:10Z</dcterms:created>
  <dcterms:modified xsi:type="dcterms:W3CDTF">2026-10-20T13:16:42Z</dcterms:modified>
</cp:coreProperties>
</file>